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789" r:id="rId2"/>
    <p:sldId id="682" r:id="rId3"/>
    <p:sldId id="871" r:id="rId4"/>
    <p:sldId id="1135" r:id="rId5"/>
    <p:sldId id="1225" r:id="rId6"/>
    <p:sldId id="692" r:id="rId7"/>
    <p:sldId id="287" r:id="rId8"/>
    <p:sldId id="289" r:id="rId9"/>
    <p:sldId id="1139" r:id="rId10"/>
    <p:sldId id="326" r:id="rId11"/>
    <p:sldId id="1140" r:id="rId12"/>
  </p:sldIdLst>
  <p:sldSz cx="12192000" cy="6858000"/>
  <p:notesSz cx="6858000" cy="914400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6EEF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173" autoAdjust="0"/>
    <p:restoredTop sz="94660"/>
  </p:normalViewPr>
  <p:slideViewPr>
    <p:cSldViewPr snapToGrid="0">
      <p:cViewPr varScale="1">
        <p:scale>
          <a:sx n="111" d="100"/>
          <a:sy n="111" d="100"/>
        </p:scale>
        <p:origin x="1032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2" Type="http://schemas.openxmlformats.org/officeDocument/2006/relationships/slide" Target="slides/slide1.xml"/><Relationship Id="rId1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theme" Target="theme/theme1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93F09F8-2207-4C96-8B97-5FCADDCEA5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40D83A94-674B-47C5-BB06-2E992F476FC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831D6832-679D-43C4-920C-185A70A8B63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417309-8E1B-49EB-BCE8-55832C305CF1}" type="datetimeFigureOut">
              <a:rPr lang="ko-KR" altLang="en-US" smtClean="0"/>
              <a:t>2025-10-01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B9F0EDDE-3B18-4F98-99AC-DDB6DFE450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13839CC4-214F-4BB6-9EDC-DF4CD51CEB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44D263-5F40-4837-A36D-638E195BAA7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9937625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7A8C94B-D39D-49AE-ACA5-741EC7C7EE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C0D7F16C-B40B-46A1-8EA0-41BF3848E3E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BF42B2DD-5947-49C2-9E9A-558B680A80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417309-8E1B-49EB-BCE8-55832C305CF1}" type="datetimeFigureOut">
              <a:rPr lang="ko-KR" altLang="en-US" smtClean="0"/>
              <a:t>2025-10-01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11321697-967C-44BF-93E6-4E2589F6D1A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AD64309-9BC2-4585-B944-B6BBDC2F24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44D263-5F40-4837-A36D-638E195BAA7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969917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F766C70-B92C-4ACA-A976-BF61143985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116E3AAB-D4C3-472F-A51C-D68590CE55B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CC143EAF-A977-42EC-8F36-5779E016187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417309-8E1B-49EB-BCE8-55832C305CF1}" type="datetimeFigureOut">
              <a:rPr lang="ko-KR" altLang="en-US" smtClean="0"/>
              <a:t>2025-10-01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F4FD21F1-5BA6-4358-893E-69E5FE626F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C01A6946-EA97-41D0-9DE9-6F69E7EF16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44D263-5F40-4837-A36D-638E195BAA7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252714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04F9DA8-D9E2-49D5-80D7-1FB7378A78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66BEDD33-A803-441A-8090-2F321A10E74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234F6AB2-40F0-47DC-A750-CC225A2A5C6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327CE9A3-C9F5-4054-91B9-3BBC44C710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417309-8E1B-49EB-BCE8-55832C305CF1}" type="datetimeFigureOut">
              <a:rPr lang="ko-KR" altLang="en-US" smtClean="0"/>
              <a:t>2025-10-01</a:t>
            </a:fld>
            <a:endParaRPr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979A1251-1C71-4082-9587-3E81B26758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B620BB0D-09BA-48E1-ABF4-C496264F12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44D263-5F40-4837-A36D-638E195BAA7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6008771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EA42E00-5EF8-4FB8-B72D-4C5149EA04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026A0756-7E4A-43C1-AF8E-F0551AA85D7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0784744C-811E-469E-A1C7-0C8E51F502F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2498669C-3C36-4D56-B690-0A0C54B2845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77CE1C5E-F83F-4481-96BF-A3C7B21CCD9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5DFC0574-14F3-4A31-9084-92FC774AB92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417309-8E1B-49EB-BCE8-55832C305CF1}" type="datetimeFigureOut">
              <a:rPr lang="ko-KR" altLang="en-US" smtClean="0"/>
              <a:t>2025-10-01</a:t>
            </a:fld>
            <a:endParaRPr lang="ko-KR" altLang="en-US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BACF2B90-7799-4E00-93C0-EFC790876C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B35F23C2-8846-4662-B3CB-7705EE9C8C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44D263-5F40-4837-A36D-638E195BAA7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810540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DEC4660-E55E-48F2-BD40-BE89E671EA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7E597418-9600-495C-874F-2B4B85AB58C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417309-8E1B-49EB-BCE8-55832C305CF1}" type="datetimeFigureOut">
              <a:rPr lang="ko-KR" altLang="en-US" smtClean="0"/>
              <a:t>2025-10-01</a:t>
            </a:fld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92C8341A-FD87-42F2-8C51-57EE0D6E426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855C385E-56C0-4A1C-BCCD-74983BBBD1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44D263-5F40-4837-A36D-638E195BAA7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2078943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5C722B1E-6636-46AD-897F-0325841E3C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417309-8E1B-49EB-BCE8-55832C305CF1}" type="datetimeFigureOut">
              <a:rPr lang="ko-KR" altLang="en-US" smtClean="0"/>
              <a:t>2025-10-01</a:t>
            </a:fld>
            <a:endParaRPr lang="ko-KR" altLang="en-US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DBE1C859-2027-44F6-860D-63B995DA629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31E7915-115D-40E9-8099-CB07793F61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44D263-5F40-4837-A36D-638E195BAA7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6273375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3B87B53-F425-4AB2-8C3D-9174EC0D7C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CBE58DCB-2829-4612-BECA-1F1DDE2A70F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E05ADC6-4DDD-4A44-80D2-C7F53600E82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191D76A4-31D8-4604-9937-F8F85A87418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417309-8E1B-49EB-BCE8-55832C305CF1}" type="datetimeFigureOut">
              <a:rPr lang="ko-KR" altLang="en-US" smtClean="0"/>
              <a:t>2025-10-01</a:t>
            </a:fld>
            <a:endParaRPr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C9CC1634-3460-4C1F-B6A8-6AD33BDDAE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D6E4A4A1-071A-4E44-8218-129CF90F88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44D263-5F40-4837-A36D-638E195BAA7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0029001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F3D048C-C946-4FA8-844A-2F784BE1EF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638A12A7-FB52-4DC0-B4B6-DCA13E73B8A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1A86DB13-FDD5-4EFE-BB7E-3A050742889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D48769DA-8F1F-4E51-ABB9-2CF9DEDDD8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417309-8E1B-49EB-BCE8-55832C305CF1}" type="datetimeFigureOut">
              <a:rPr lang="ko-KR" altLang="en-US" smtClean="0"/>
              <a:t>2025-10-01</a:t>
            </a:fld>
            <a:endParaRPr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69B4BF32-EEF0-40D0-B4F1-402B97441F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A1087141-A089-4B5C-983C-5E7DE00988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44D263-5F40-4837-A36D-638E195BAA7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021215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2439D9E-F662-4568-A29C-0064FDE550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19C2B0DA-28AD-480E-A35E-5F300D1F1EE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1E4F4584-72BF-4F9B-8FD9-7EF1A6FD4BD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417309-8E1B-49EB-BCE8-55832C305CF1}" type="datetimeFigureOut">
              <a:rPr lang="ko-KR" altLang="en-US" smtClean="0"/>
              <a:t>2025-10-01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99E372C7-3D59-43A2-B5A2-4A6D6CE6F3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2F8AA2E2-B93A-4AA1-A576-A06C028722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44D263-5F40-4837-A36D-638E195BAA7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7417905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B17354EC-652E-4C9C-A51D-497B63B38D28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CDB3F7C4-8B38-41C3-83D7-806AFCE078C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3CB3BEFF-213D-4CCE-8822-24C1D873AA8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417309-8E1B-49EB-BCE8-55832C305CF1}" type="datetimeFigureOut">
              <a:rPr lang="ko-KR" altLang="en-US" smtClean="0"/>
              <a:t>2025-10-01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F1CD974C-77BD-478C-9ACC-DA8EFA8C52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E1FAA3A0-2EF0-4D03-9C9E-B6A46583CD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44D263-5F40-4837-A36D-638E195BAA7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6507933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3532271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42E8581A-7456-4BDE-80F8-E24D159653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A6353101-4248-4A4D-943B-7FFD6CE567D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658BB9F0-5939-4E7D-9448-EF8D26BCB7E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6417309-8E1B-49EB-BCE8-55832C305CF1}" type="datetimeFigureOut">
              <a:rPr lang="ko-KR" altLang="en-US" smtClean="0"/>
              <a:t>2025-10-01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F3950FF8-6D80-438C-91BB-6D90E904741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2914476D-04AA-42DA-9310-39F7F0D5A8D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044D263-5F40-4837-A36D-638E195BAA7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493181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组合 53">
            <a:extLst>
              <a:ext uri="{FF2B5EF4-FFF2-40B4-BE49-F238E27FC236}">
                <a16:creationId xmlns:a16="http://schemas.microsoft.com/office/drawing/2014/main" id="{66E3206E-DC50-415B-8BF7-5D30B009E891}"/>
              </a:ext>
            </a:extLst>
          </p:cNvPr>
          <p:cNvGrpSpPr/>
          <p:nvPr/>
        </p:nvGrpSpPr>
        <p:grpSpPr>
          <a:xfrm>
            <a:off x="-16521664" y="-13474336"/>
            <a:ext cx="29264269" cy="25184556"/>
            <a:chOff x="-4643412" y="-4402880"/>
            <a:chExt cx="14144860" cy="11732977"/>
          </a:xfrm>
        </p:grpSpPr>
        <p:sp>
          <p:nvSpPr>
            <p:cNvPr id="90" name="Freeform 340">
              <a:extLst>
                <a:ext uri="{FF2B5EF4-FFF2-40B4-BE49-F238E27FC236}">
                  <a16:creationId xmlns:a16="http://schemas.microsoft.com/office/drawing/2014/main" id="{94A4C3F9-3420-4E4F-887B-9B782C609E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643412" y="-4402880"/>
              <a:ext cx="14144860" cy="7589263"/>
            </a:xfrm>
            <a:custGeom>
              <a:avLst/>
              <a:gdLst>
                <a:gd name="T0" fmla="*/ 1431 w 1560"/>
                <a:gd name="T1" fmla="*/ 645 h 837"/>
                <a:gd name="T2" fmla="*/ 1209 w 1560"/>
                <a:gd name="T3" fmla="*/ 533 h 837"/>
                <a:gd name="T4" fmla="*/ 1315 w 1560"/>
                <a:gd name="T5" fmla="*/ 646 h 837"/>
                <a:gd name="T6" fmla="*/ 1269 w 1560"/>
                <a:gd name="T7" fmla="*/ 526 h 837"/>
                <a:gd name="T8" fmla="*/ 83 w 1560"/>
                <a:gd name="T9" fmla="*/ 433 h 837"/>
                <a:gd name="T10" fmla="*/ 276 w 1560"/>
                <a:gd name="T11" fmla="*/ 337 h 837"/>
                <a:gd name="T12" fmla="*/ 280 w 1560"/>
                <a:gd name="T13" fmla="*/ 309 h 837"/>
                <a:gd name="T14" fmla="*/ 258 w 1560"/>
                <a:gd name="T15" fmla="*/ 287 h 837"/>
                <a:gd name="T16" fmla="*/ 205 w 1560"/>
                <a:gd name="T17" fmla="*/ 255 h 837"/>
                <a:gd name="T18" fmla="*/ 400 w 1560"/>
                <a:gd name="T19" fmla="*/ 197 h 837"/>
                <a:gd name="T20" fmla="*/ 469 w 1560"/>
                <a:gd name="T21" fmla="*/ 145 h 837"/>
                <a:gd name="T22" fmla="*/ 292 w 1560"/>
                <a:gd name="T23" fmla="*/ 100 h 837"/>
                <a:gd name="T24" fmla="*/ 229 w 1560"/>
                <a:gd name="T25" fmla="*/ 225 h 837"/>
                <a:gd name="T26" fmla="*/ 205 w 1560"/>
                <a:gd name="T27" fmla="*/ 171 h 837"/>
                <a:gd name="T28" fmla="*/ 974 w 1560"/>
                <a:gd name="T29" fmla="*/ 103 h 837"/>
                <a:gd name="T30" fmla="*/ 513 w 1560"/>
                <a:gd name="T31" fmla="*/ 58 h 837"/>
                <a:gd name="T32" fmla="*/ 1199 w 1560"/>
                <a:gd name="T33" fmla="*/ 42 h 837"/>
                <a:gd name="T34" fmla="*/ 956 w 1560"/>
                <a:gd name="T35" fmla="*/ 36 h 837"/>
                <a:gd name="T36" fmla="*/ 143 w 1560"/>
                <a:gd name="T37" fmla="*/ 4 h 837"/>
                <a:gd name="T38" fmla="*/ 600 w 1560"/>
                <a:gd name="T39" fmla="*/ 16 h 837"/>
                <a:gd name="T40" fmla="*/ 691 w 1560"/>
                <a:gd name="T41" fmla="*/ 55 h 837"/>
                <a:gd name="T42" fmla="*/ 710 w 1560"/>
                <a:gd name="T43" fmla="*/ 112 h 837"/>
                <a:gd name="T44" fmla="*/ 844 w 1560"/>
                <a:gd name="T45" fmla="*/ 82 h 837"/>
                <a:gd name="T46" fmla="*/ 926 w 1560"/>
                <a:gd name="T47" fmla="*/ 108 h 837"/>
                <a:gd name="T48" fmla="*/ 1022 w 1560"/>
                <a:gd name="T49" fmla="*/ 53 h 837"/>
                <a:gd name="T50" fmla="*/ 1188 w 1560"/>
                <a:gd name="T51" fmla="*/ 57 h 837"/>
                <a:gd name="T52" fmla="*/ 1314 w 1560"/>
                <a:gd name="T53" fmla="*/ 51 h 837"/>
                <a:gd name="T54" fmla="*/ 1472 w 1560"/>
                <a:gd name="T55" fmla="*/ 37 h 837"/>
                <a:gd name="T56" fmla="*/ 1544 w 1560"/>
                <a:gd name="T57" fmla="*/ 67 h 837"/>
                <a:gd name="T58" fmla="*/ 1486 w 1560"/>
                <a:gd name="T59" fmla="*/ 107 h 837"/>
                <a:gd name="T60" fmla="*/ 1509 w 1560"/>
                <a:gd name="T61" fmla="*/ 188 h 837"/>
                <a:gd name="T62" fmla="*/ 1484 w 1560"/>
                <a:gd name="T63" fmla="*/ 317 h 837"/>
                <a:gd name="T64" fmla="*/ 1454 w 1560"/>
                <a:gd name="T65" fmla="*/ 413 h 837"/>
                <a:gd name="T66" fmla="*/ 1435 w 1560"/>
                <a:gd name="T67" fmla="*/ 538 h 837"/>
                <a:gd name="T68" fmla="*/ 1397 w 1560"/>
                <a:gd name="T69" fmla="*/ 282 h 837"/>
                <a:gd name="T70" fmla="*/ 1342 w 1560"/>
                <a:gd name="T71" fmla="*/ 311 h 837"/>
                <a:gd name="T72" fmla="*/ 1288 w 1560"/>
                <a:gd name="T73" fmla="*/ 379 h 837"/>
                <a:gd name="T74" fmla="*/ 1193 w 1560"/>
                <a:gd name="T75" fmla="*/ 521 h 837"/>
                <a:gd name="T76" fmla="*/ 1278 w 1560"/>
                <a:gd name="T77" fmla="*/ 613 h 837"/>
                <a:gd name="T78" fmla="*/ 1211 w 1560"/>
                <a:gd name="T79" fmla="*/ 734 h 837"/>
                <a:gd name="T80" fmla="*/ 1186 w 1560"/>
                <a:gd name="T81" fmla="*/ 666 h 837"/>
                <a:gd name="T82" fmla="*/ 1098 w 1560"/>
                <a:gd name="T83" fmla="*/ 575 h 837"/>
                <a:gd name="T84" fmla="*/ 1019 w 1560"/>
                <a:gd name="T85" fmla="*/ 645 h 837"/>
                <a:gd name="T86" fmla="*/ 804 w 1560"/>
                <a:gd name="T87" fmla="*/ 626 h 837"/>
                <a:gd name="T88" fmla="*/ 663 w 1560"/>
                <a:gd name="T89" fmla="*/ 679 h 837"/>
                <a:gd name="T90" fmla="*/ 491 w 1560"/>
                <a:gd name="T91" fmla="*/ 604 h 837"/>
                <a:gd name="T92" fmla="*/ 400 w 1560"/>
                <a:gd name="T93" fmla="*/ 671 h 837"/>
                <a:gd name="T94" fmla="*/ 246 w 1560"/>
                <a:gd name="T95" fmla="*/ 712 h 837"/>
                <a:gd name="T96" fmla="*/ 241 w 1560"/>
                <a:gd name="T97" fmla="*/ 834 h 837"/>
                <a:gd name="T98" fmla="*/ 170 w 1560"/>
                <a:gd name="T99" fmla="*/ 717 h 837"/>
                <a:gd name="T100" fmla="*/ 22 w 1560"/>
                <a:gd name="T101" fmla="*/ 553 h 837"/>
                <a:gd name="T102" fmla="*/ 20 w 1560"/>
                <a:gd name="T103" fmla="*/ 340 h 837"/>
                <a:gd name="T104" fmla="*/ 118 w 1560"/>
                <a:gd name="T105" fmla="*/ 375 h 837"/>
                <a:gd name="T106" fmla="*/ 76 w 1560"/>
                <a:gd name="T107" fmla="*/ 447 h 837"/>
                <a:gd name="T108" fmla="*/ 153 w 1560"/>
                <a:gd name="T109" fmla="*/ 368 h 837"/>
                <a:gd name="T110" fmla="*/ 242 w 1560"/>
                <a:gd name="T111" fmla="*/ 345 h 837"/>
                <a:gd name="T112" fmla="*/ 353 w 1560"/>
                <a:gd name="T113" fmla="*/ 321 h 837"/>
                <a:gd name="T114" fmla="*/ 386 w 1560"/>
                <a:gd name="T115" fmla="*/ 249 h 837"/>
                <a:gd name="T116" fmla="*/ 437 w 1560"/>
                <a:gd name="T117" fmla="*/ 326 h 837"/>
                <a:gd name="T118" fmla="*/ 409 w 1560"/>
                <a:gd name="T119" fmla="*/ 234 h 837"/>
                <a:gd name="T120" fmla="*/ 496 w 1560"/>
                <a:gd name="T121" fmla="*/ 267 h 837"/>
                <a:gd name="T122" fmla="*/ 495 w 1560"/>
                <a:gd name="T123" fmla="*/ 166 h 837"/>
                <a:gd name="T124" fmla="*/ 530 w 1560"/>
                <a:gd name="T125" fmla="*/ 75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0" h="837">
                  <a:moveTo>
                    <a:pt x="241" y="834"/>
                  </a:moveTo>
                  <a:lnTo>
                    <a:pt x="243" y="837"/>
                  </a:lnTo>
                  <a:lnTo>
                    <a:pt x="241" y="834"/>
                  </a:lnTo>
                  <a:lnTo>
                    <a:pt x="241" y="834"/>
                  </a:lnTo>
                  <a:close/>
                  <a:moveTo>
                    <a:pt x="390" y="767"/>
                  </a:moveTo>
                  <a:lnTo>
                    <a:pt x="394" y="768"/>
                  </a:lnTo>
                  <a:lnTo>
                    <a:pt x="376" y="770"/>
                  </a:lnTo>
                  <a:lnTo>
                    <a:pt x="390" y="767"/>
                  </a:lnTo>
                  <a:close/>
                  <a:moveTo>
                    <a:pt x="1389" y="716"/>
                  </a:moveTo>
                  <a:lnTo>
                    <a:pt x="1389" y="718"/>
                  </a:lnTo>
                  <a:lnTo>
                    <a:pt x="1386" y="720"/>
                  </a:lnTo>
                  <a:lnTo>
                    <a:pt x="1385" y="718"/>
                  </a:lnTo>
                  <a:lnTo>
                    <a:pt x="1388" y="717"/>
                  </a:lnTo>
                  <a:lnTo>
                    <a:pt x="1389" y="716"/>
                  </a:lnTo>
                  <a:close/>
                  <a:moveTo>
                    <a:pt x="1376" y="707"/>
                  </a:moveTo>
                  <a:lnTo>
                    <a:pt x="1377" y="708"/>
                  </a:lnTo>
                  <a:lnTo>
                    <a:pt x="1378" y="708"/>
                  </a:lnTo>
                  <a:lnTo>
                    <a:pt x="1380" y="708"/>
                  </a:lnTo>
                  <a:lnTo>
                    <a:pt x="1381" y="708"/>
                  </a:lnTo>
                  <a:lnTo>
                    <a:pt x="1380" y="709"/>
                  </a:lnTo>
                  <a:lnTo>
                    <a:pt x="1377" y="713"/>
                  </a:lnTo>
                  <a:lnTo>
                    <a:pt x="1376" y="713"/>
                  </a:lnTo>
                  <a:lnTo>
                    <a:pt x="1376" y="718"/>
                  </a:lnTo>
                  <a:lnTo>
                    <a:pt x="1376" y="722"/>
                  </a:lnTo>
                  <a:lnTo>
                    <a:pt x="1373" y="720"/>
                  </a:lnTo>
                  <a:lnTo>
                    <a:pt x="1373" y="718"/>
                  </a:lnTo>
                  <a:lnTo>
                    <a:pt x="1373" y="716"/>
                  </a:lnTo>
                  <a:lnTo>
                    <a:pt x="1375" y="712"/>
                  </a:lnTo>
                  <a:lnTo>
                    <a:pt x="1375" y="709"/>
                  </a:lnTo>
                  <a:lnTo>
                    <a:pt x="1376" y="707"/>
                  </a:lnTo>
                  <a:lnTo>
                    <a:pt x="1376" y="707"/>
                  </a:lnTo>
                  <a:close/>
                  <a:moveTo>
                    <a:pt x="1401" y="682"/>
                  </a:moveTo>
                  <a:lnTo>
                    <a:pt x="1402" y="684"/>
                  </a:lnTo>
                  <a:lnTo>
                    <a:pt x="1402" y="687"/>
                  </a:lnTo>
                  <a:lnTo>
                    <a:pt x="1400" y="688"/>
                  </a:lnTo>
                  <a:lnTo>
                    <a:pt x="1397" y="688"/>
                  </a:lnTo>
                  <a:lnTo>
                    <a:pt x="1396" y="691"/>
                  </a:lnTo>
                  <a:lnTo>
                    <a:pt x="1393" y="695"/>
                  </a:lnTo>
                  <a:lnTo>
                    <a:pt x="1392" y="696"/>
                  </a:lnTo>
                  <a:lnTo>
                    <a:pt x="1390" y="696"/>
                  </a:lnTo>
                  <a:lnTo>
                    <a:pt x="1389" y="696"/>
                  </a:lnTo>
                  <a:lnTo>
                    <a:pt x="1389" y="697"/>
                  </a:lnTo>
                  <a:lnTo>
                    <a:pt x="1388" y="699"/>
                  </a:lnTo>
                  <a:lnTo>
                    <a:pt x="1389" y="701"/>
                  </a:lnTo>
                  <a:lnTo>
                    <a:pt x="1386" y="704"/>
                  </a:lnTo>
                  <a:lnTo>
                    <a:pt x="1386" y="705"/>
                  </a:lnTo>
                  <a:lnTo>
                    <a:pt x="1385" y="707"/>
                  </a:lnTo>
                  <a:lnTo>
                    <a:pt x="1385" y="704"/>
                  </a:lnTo>
                  <a:lnTo>
                    <a:pt x="1385" y="701"/>
                  </a:lnTo>
                  <a:lnTo>
                    <a:pt x="1386" y="701"/>
                  </a:lnTo>
                  <a:lnTo>
                    <a:pt x="1385" y="700"/>
                  </a:lnTo>
                  <a:lnTo>
                    <a:pt x="1385" y="699"/>
                  </a:lnTo>
                  <a:lnTo>
                    <a:pt x="1386" y="697"/>
                  </a:lnTo>
                  <a:lnTo>
                    <a:pt x="1388" y="695"/>
                  </a:lnTo>
                  <a:lnTo>
                    <a:pt x="1388" y="693"/>
                  </a:lnTo>
                  <a:lnTo>
                    <a:pt x="1388" y="693"/>
                  </a:lnTo>
                  <a:lnTo>
                    <a:pt x="1390" y="692"/>
                  </a:lnTo>
                  <a:lnTo>
                    <a:pt x="1390" y="690"/>
                  </a:lnTo>
                  <a:lnTo>
                    <a:pt x="1390" y="688"/>
                  </a:lnTo>
                  <a:lnTo>
                    <a:pt x="1390" y="687"/>
                  </a:lnTo>
                  <a:lnTo>
                    <a:pt x="1392" y="687"/>
                  </a:lnTo>
                  <a:lnTo>
                    <a:pt x="1392" y="688"/>
                  </a:lnTo>
                  <a:lnTo>
                    <a:pt x="1393" y="688"/>
                  </a:lnTo>
                  <a:lnTo>
                    <a:pt x="1396" y="687"/>
                  </a:lnTo>
                  <a:lnTo>
                    <a:pt x="1397" y="687"/>
                  </a:lnTo>
                  <a:lnTo>
                    <a:pt x="1397" y="686"/>
                  </a:lnTo>
                  <a:lnTo>
                    <a:pt x="1400" y="683"/>
                  </a:lnTo>
                  <a:lnTo>
                    <a:pt x="1401" y="682"/>
                  </a:lnTo>
                  <a:close/>
                  <a:moveTo>
                    <a:pt x="1418" y="666"/>
                  </a:moveTo>
                  <a:lnTo>
                    <a:pt x="1415" y="670"/>
                  </a:lnTo>
                  <a:lnTo>
                    <a:pt x="1414" y="672"/>
                  </a:lnTo>
                  <a:lnTo>
                    <a:pt x="1414" y="674"/>
                  </a:lnTo>
                  <a:lnTo>
                    <a:pt x="1413" y="675"/>
                  </a:lnTo>
                  <a:lnTo>
                    <a:pt x="1411" y="678"/>
                  </a:lnTo>
                  <a:lnTo>
                    <a:pt x="1409" y="680"/>
                  </a:lnTo>
                  <a:lnTo>
                    <a:pt x="1407" y="680"/>
                  </a:lnTo>
                  <a:lnTo>
                    <a:pt x="1407" y="676"/>
                  </a:lnTo>
                  <a:lnTo>
                    <a:pt x="1410" y="675"/>
                  </a:lnTo>
                  <a:lnTo>
                    <a:pt x="1410" y="674"/>
                  </a:lnTo>
                  <a:lnTo>
                    <a:pt x="1411" y="672"/>
                  </a:lnTo>
                  <a:lnTo>
                    <a:pt x="1411" y="671"/>
                  </a:lnTo>
                  <a:lnTo>
                    <a:pt x="1413" y="670"/>
                  </a:lnTo>
                  <a:lnTo>
                    <a:pt x="1414" y="667"/>
                  </a:lnTo>
                  <a:lnTo>
                    <a:pt x="1417" y="667"/>
                  </a:lnTo>
                  <a:lnTo>
                    <a:pt x="1418" y="666"/>
                  </a:lnTo>
                  <a:close/>
                  <a:moveTo>
                    <a:pt x="1429" y="649"/>
                  </a:moveTo>
                  <a:lnTo>
                    <a:pt x="1429" y="649"/>
                  </a:lnTo>
                  <a:lnTo>
                    <a:pt x="1429" y="653"/>
                  </a:lnTo>
                  <a:lnTo>
                    <a:pt x="1427" y="654"/>
                  </a:lnTo>
                  <a:lnTo>
                    <a:pt x="1427" y="653"/>
                  </a:lnTo>
                  <a:lnTo>
                    <a:pt x="1427" y="650"/>
                  </a:lnTo>
                  <a:lnTo>
                    <a:pt x="1429" y="649"/>
                  </a:lnTo>
                  <a:close/>
                  <a:moveTo>
                    <a:pt x="1430" y="643"/>
                  </a:moveTo>
                  <a:lnTo>
                    <a:pt x="1431" y="643"/>
                  </a:lnTo>
                  <a:lnTo>
                    <a:pt x="1431" y="645"/>
                  </a:lnTo>
                  <a:lnTo>
                    <a:pt x="1430" y="645"/>
                  </a:lnTo>
                  <a:lnTo>
                    <a:pt x="1430" y="643"/>
                  </a:lnTo>
                  <a:lnTo>
                    <a:pt x="1430" y="643"/>
                  </a:lnTo>
                  <a:close/>
                  <a:moveTo>
                    <a:pt x="1431" y="640"/>
                  </a:moveTo>
                  <a:lnTo>
                    <a:pt x="1432" y="640"/>
                  </a:lnTo>
                  <a:lnTo>
                    <a:pt x="1432" y="641"/>
                  </a:lnTo>
                  <a:lnTo>
                    <a:pt x="1431" y="640"/>
                  </a:lnTo>
                  <a:close/>
                  <a:moveTo>
                    <a:pt x="1432" y="634"/>
                  </a:moveTo>
                  <a:lnTo>
                    <a:pt x="1432" y="636"/>
                  </a:lnTo>
                  <a:lnTo>
                    <a:pt x="1432" y="638"/>
                  </a:lnTo>
                  <a:lnTo>
                    <a:pt x="1431" y="636"/>
                  </a:lnTo>
                  <a:lnTo>
                    <a:pt x="1432" y="634"/>
                  </a:lnTo>
                  <a:close/>
                  <a:moveTo>
                    <a:pt x="1432" y="628"/>
                  </a:moveTo>
                  <a:lnTo>
                    <a:pt x="1434" y="629"/>
                  </a:lnTo>
                  <a:lnTo>
                    <a:pt x="1432" y="629"/>
                  </a:lnTo>
                  <a:lnTo>
                    <a:pt x="1432" y="628"/>
                  </a:lnTo>
                  <a:lnTo>
                    <a:pt x="1432" y="628"/>
                  </a:lnTo>
                  <a:close/>
                  <a:moveTo>
                    <a:pt x="1438" y="611"/>
                  </a:moveTo>
                  <a:lnTo>
                    <a:pt x="1438" y="611"/>
                  </a:lnTo>
                  <a:lnTo>
                    <a:pt x="1438" y="613"/>
                  </a:lnTo>
                  <a:lnTo>
                    <a:pt x="1436" y="615"/>
                  </a:lnTo>
                  <a:lnTo>
                    <a:pt x="1436" y="615"/>
                  </a:lnTo>
                  <a:lnTo>
                    <a:pt x="1436" y="612"/>
                  </a:lnTo>
                  <a:lnTo>
                    <a:pt x="1438" y="611"/>
                  </a:lnTo>
                  <a:close/>
                  <a:moveTo>
                    <a:pt x="1434" y="608"/>
                  </a:moveTo>
                  <a:lnTo>
                    <a:pt x="1435" y="608"/>
                  </a:lnTo>
                  <a:lnTo>
                    <a:pt x="1435" y="609"/>
                  </a:lnTo>
                  <a:lnTo>
                    <a:pt x="1435" y="609"/>
                  </a:lnTo>
                  <a:lnTo>
                    <a:pt x="1434" y="609"/>
                  </a:lnTo>
                  <a:lnTo>
                    <a:pt x="1434" y="608"/>
                  </a:lnTo>
                  <a:close/>
                  <a:moveTo>
                    <a:pt x="1438" y="603"/>
                  </a:moveTo>
                  <a:lnTo>
                    <a:pt x="1439" y="604"/>
                  </a:lnTo>
                  <a:lnTo>
                    <a:pt x="1440" y="605"/>
                  </a:lnTo>
                  <a:lnTo>
                    <a:pt x="1439" y="605"/>
                  </a:lnTo>
                  <a:lnTo>
                    <a:pt x="1438" y="605"/>
                  </a:lnTo>
                  <a:lnTo>
                    <a:pt x="1438" y="604"/>
                  </a:lnTo>
                  <a:lnTo>
                    <a:pt x="1438" y="603"/>
                  </a:lnTo>
                  <a:close/>
                  <a:moveTo>
                    <a:pt x="1438" y="595"/>
                  </a:moveTo>
                  <a:lnTo>
                    <a:pt x="1438" y="596"/>
                  </a:lnTo>
                  <a:lnTo>
                    <a:pt x="1438" y="597"/>
                  </a:lnTo>
                  <a:lnTo>
                    <a:pt x="1439" y="600"/>
                  </a:lnTo>
                  <a:lnTo>
                    <a:pt x="1438" y="601"/>
                  </a:lnTo>
                  <a:lnTo>
                    <a:pt x="1436" y="600"/>
                  </a:lnTo>
                  <a:lnTo>
                    <a:pt x="1438" y="597"/>
                  </a:lnTo>
                  <a:lnTo>
                    <a:pt x="1438" y="595"/>
                  </a:lnTo>
                  <a:close/>
                  <a:moveTo>
                    <a:pt x="1442" y="568"/>
                  </a:moveTo>
                  <a:lnTo>
                    <a:pt x="1446" y="571"/>
                  </a:lnTo>
                  <a:lnTo>
                    <a:pt x="1447" y="574"/>
                  </a:lnTo>
                  <a:lnTo>
                    <a:pt x="1446" y="575"/>
                  </a:lnTo>
                  <a:lnTo>
                    <a:pt x="1444" y="576"/>
                  </a:lnTo>
                  <a:lnTo>
                    <a:pt x="1446" y="579"/>
                  </a:lnTo>
                  <a:lnTo>
                    <a:pt x="1443" y="582"/>
                  </a:lnTo>
                  <a:lnTo>
                    <a:pt x="1442" y="583"/>
                  </a:lnTo>
                  <a:lnTo>
                    <a:pt x="1442" y="584"/>
                  </a:lnTo>
                  <a:lnTo>
                    <a:pt x="1442" y="587"/>
                  </a:lnTo>
                  <a:lnTo>
                    <a:pt x="1440" y="587"/>
                  </a:lnTo>
                  <a:lnTo>
                    <a:pt x="1439" y="586"/>
                  </a:lnTo>
                  <a:lnTo>
                    <a:pt x="1438" y="586"/>
                  </a:lnTo>
                  <a:lnTo>
                    <a:pt x="1436" y="584"/>
                  </a:lnTo>
                  <a:lnTo>
                    <a:pt x="1438" y="584"/>
                  </a:lnTo>
                  <a:lnTo>
                    <a:pt x="1438" y="583"/>
                  </a:lnTo>
                  <a:lnTo>
                    <a:pt x="1436" y="580"/>
                  </a:lnTo>
                  <a:lnTo>
                    <a:pt x="1436" y="579"/>
                  </a:lnTo>
                  <a:lnTo>
                    <a:pt x="1438" y="579"/>
                  </a:lnTo>
                  <a:lnTo>
                    <a:pt x="1439" y="578"/>
                  </a:lnTo>
                  <a:lnTo>
                    <a:pt x="1442" y="576"/>
                  </a:lnTo>
                  <a:lnTo>
                    <a:pt x="1442" y="574"/>
                  </a:lnTo>
                  <a:lnTo>
                    <a:pt x="1442" y="570"/>
                  </a:lnTo>
                  <a:lnTo>
                    <a:pt x="1442" y="568"/>
                  </a:lnTo>
                  <a:close/>
                  <a:moveTo>
                    <a:pt x="1435" y="566"/>
                  </a:moveTo>
                  <a:lnTo>
                    <a:pt x="1438" y="568"/>
                  </a:lnTo>
                  <a:lnTo>
                    <a:pt x="1438" y="570"/>
                  </a:lnTo>
                  <a:lnTo>
                    <a:pt x="1435" y="570"/>
                  </a:lnTo>
                  <a:lnTo>
                    <a:pt x="1434" y="568"/>
                  </a:lnTo>
                  <a:lnTo>
                    <a:pt x="1434" y="567"/>
                  </a:lnTo>
                  <a:lnTo>
                    <a:pt x="1435" y="566"/>
                  </a:lnTo>
                  <a:close/>
                  <a:moveTo>
                    <a:pt x="1447" y="566"/>
                  </a:moveTo>
                  <a:lnTo>
                    <a:pt x="1448" y="567"/>
                  </a:lnTo>
                  <a:lnTo>
                    <a:pt x="1448" y="568"/>
                  </a:lnTo>
                  <a:lnTo>
                    <a:pt x="1447" y="570"/>
                  </a:lnTo>
                  <a:lnTo>
                    <a:pt x="1447" y="570"/>
                  </a:lnTo>
                  <a:lnTo>
                    <a:pt x="1444" y="568"/>
                  </a:lnTo>
                  <a:lnTo>
                    <a:pt x="1444" y="567"/>
                  </a:lnTo>
                  <a:lnTo>
                    <a:pt x="1447" y="566"/>
                  </a:lnTo>
                  <a:close/>
                  <a:moveTo>
                    <a:pt x="25" y="532"/>
                  </a:moveTo>
                  <a:lnTo>
                    <a:pt x="26" y="534"/>
                  </a:lnTo>
                  <a:lnTo>
                    <a:pt x="26" y="536"/>
                  </a:lnTo>
                  <a:lnTo>
                    <a:pt x="24" y="534"/>
                  </a:lnTo>
                  <a:lnTo>
                    <a:pt x="25" y="532"/>
                  </a:lnTo>
                  <a:close/>
                  <a:moveTo>
                    <a:pt x="1211" y="526"/>
                  </a:moveTo>
                  <a:lnTo>
                    <a:pt x="1211" y="528"/>
                  </a:lnTo>
                  <a:lnTo>
                    <a:pt x="1211" y="528"/>
                  </a:lnTo>
                  <a:lnTo>
                    <a:pt x="1211" y="530"/>
                  </a:lnTo>
                  <a:lnTo>
                    <a:pt x="1210" y="530"/>
                  </a:lnTo>
                  <a:lnTo>
                    <a:pt x="1209" y="533"/>
                  </a:lnTo>
                  <a:lnTo>
                    <a:pt x="1207" y="532"/>
                  </a:lnTo>
                  <a:lnTo>
                    <a:pt x="1206" y="529"/>
                  </a:lnTo>
                  <a:lnTo>
                    <a:pt x="1209" y="526"/>
                  </a:lnTo>
                  <a:lnTo>
                    <a:pt x="1211" y="526"/>
                  </a:lnTo>
                  <a:close/>
                  <a:moveTo>
                    <a:pt x="1211" y="521"/>
                  </a:moveTo>
                  <a:lnTo>
                    <a:pt x="1213" y="522"/>
                  </a:lnTo>
                  <a:lnTo>
                    <a:pt x="1213" y="524"/>
                  </a:lnTo>
                  <a:lnTo>
                    <a:pt x="1211" y="525"/>
                  </a:lnTo>
                  <a:lnTo>
                    <a:pt x="1210" y="524"/>
                  </a:lnTo>
                  <a:lnTo>
                    <a:pt x="1211" y="522"/>
                  </a:lnTo>
                  <a:lnTo>
                    <a:pt x="1211" y="522"/>
                  </a:lnTo>
                  <a:lnTo>
                    <a:pt x="1211" y="521"/>
                  </a:lnTo>
                  <a:close/>
                  <a:moveTo>
                    <a:pt x="1209" y="521"/>
                  </a:moveTo>
                  <a:lnTo>
                    <a:pt x="1209" y="521"/>
                  </a:lnTo>
                  <a:lnTo>
                    <a:pt x="1209" y="524"/>
                  </a:lnTo>
                  <a:lnTo>
                    <a:pt x="1209" y="525"/>
                  </a:lnTo>
                  <a:lnTo>
                    <a:pt x="1207" y="522"/>
                  </a:lnTo>
                  <a:lnTo>
                    <a:pt x="1207" y="521"/>
                  </a:lnTo>
                  <a:lnTo>
                    <a:pt x="1209" y="521"/>
                  </a:lnTo>
                  <a:close/>
                  <a:moveTo>
                    <a:pt x="1264" y="515"/>
                  </a:moveTo>
                  <a:lnTo>
                    <a:pt x="1265" y="516"/>
                  </a:lnTo>
                  <a:lnTo>
                    <a:pt x="1267" y="518"/>
                  </a:lnTo>
                  <a:lnTo>
                    <a:pt x="1271" y="520"/>
                  </a:lnTo>
                  <a:lnTo>
                    <a:pt x="1272" y="522"/>
                  </a:lnTo>
                  <a:lnTo>
                    <a:pt x="1272" y="526"/>
                  </a:lnTo>
                  <a:lnTo>
                    <a:pt x="1273" y="529"/>
                  </a:lnTo>
                  <a:lnTo>
                    <a:pt x="1278" y="532"/>
                  </a:lnTo>
                  <a:lnTo>
                    <a:pt x="1278" y="534"/>
                  </a:lnTo>
                  <a:lnTo>
                    <a:pt x="1280" y="534"/>
                  </a:lnTo>
                  <a:lnTo>
                    <a:pt x="1282" y="537"/>
                  </a:lnTo>
                  <a:lnTo>
                    <a:pt x="1285" y="541"/>
                  </a:lnTo>
                  <a:lnTo>
                    <a:pt x="1286" y="545"/>
                  </a:lnTo>
                  <a:lnTo>
                    <a:pt x="1284" y="541"/>
                  </a:lnTo>
                  <a:lnTo>
                    <a:pt x="1281" y="538"/>
                  </a:lnTo>
                  <a:lnTo>
                    <a:pt x="1281" y="540"/>
                  </a:lnTo>
                  <a:lnTo>
                    <a:pt x="1281" y="541"/>
                  </a:lnTo>
                  <a:lnTo>
                    <a:pt x="1282" y="541"/>
                  </a:lnTo>
                  <a:lnTo>
                    <a:pt x="1282" y="543"/>
                  </a:lnTo>
                  <a:lnTo>
                    <a:pt x="1285" y="546"/>
                  </a:lnTo>
                  <a:lnTo>
                    <a:pt x="1288" y="547"/>
                  </a:lnTo>
                  <a:lnTo>
                    <a:pt x="1288" y="550"/>
                  </a:lnTo>
                  <a:lnTo>
                    <a:pt x="1288" y="553"/>
                  </a:lnTo>
                  <a:lnTo>
                    <a:pt x="1289" y="557"/>
                  </a:lnTo>
                  <a:lnTo>
                    <a:pt x="1288" y="557"/>
                  </a:lnTo>
                  <a:lnTo>
                    <a:pt x="1288" y="558"/>
                  </a:lnTo>
                  <a:lnTo>
                    <a:pt x="1288" y="561"/>
                  </a:lnTo>
                  <a:lnTo>
                    <a:pt x="1289" y="562"/>
                  </a:lnTo>
                  <a:lnTo>
                    <a:pt x="1290" y="566"/>
                  </a:lnTo>
                  <a:lnTo>
                    <a:pt x="1293" y="568"/>
                  </a:lnTo>
                  <a:lnTo>
                    <a:pt x="1294" y="570"/>
                  </a:lnTo>
                  <a:lnTo>
                    <a:pt x="1296" y="571"/>
                  </a:lnTo>
                  <a:lnTo>
                    <a:pt x="1296" y="574"/>
                  </a:lnTo>
                  <a:lnTo>
                    <a:pt x="1296" y="574"/>
                  </a:lnTo>
                  <a:lnTo>
                    <a:pt x="1297" y="575"/>
                  </a:lnTo>
                  <a:lnTo>
                    <a:pt x="1297" y="574"/>
                  </a:lnTo>
                  <a:lnTo>
                    <a:pt x="1298" y="574"/>
                  </a:lnTo>
                  <a:lnTo>
                    <a:pt x="1299" y="576"/>
                  </a:lnTo>
                  <a:lnTo>
                    <a:pt x="1299" y="579"/>
                  </a:lnTo>
                  <a:lnTo>
                    <a:pt x="1302" y="580"/>
                  </a:lnTo>
                  <a:lnTo>
                    <a:pt x="1303" y="584"/>
                  </a:lnTo>
                  <a:lnTo>
                    <a:pt x="1307" y="590"/>
                  </a:lnTo>
                  <a:lnTo>
                    <a:pt x="1309" y="592"/>
                  </a:lnTo>
                  <a:lnTo>
                    <a:pt x="1311" y="599"/>
                  </a:lnTo>
                  <a:lnTo>
                    <a:pt x="1315" y="603"/>
                  </a:lnTo>
                  <a:lnTo>
                    <a:pt x="1315" y="605"/>
                  </a:lnTo>
                  <a:lnTo>
                    <a:pt x="1318" y="605"/>
                  </a:lnTo>
                  <a:lnTo>
                    <a:pt x="1318" y="608"/>
                  </a:lnTo>
                  <a:lnTo>
                    <a:pt x="1321" y="612"/>
                  </a:lnTo>
                  <a:lnTo>
                    <a:pt x="1322" y="613"/>
                  </a:lnTo>
                  <a:lnTo>
                    <a:pt x="1322" y="615"/>
                  </a:lnTo>
                  <a:lnTo>
                    <a:pt x="1325" y="618"/>
                  </a:lnTo>
                  <a:lnTo>
                    <a:pt x="1326" y="621"/>
                  </a:lnTo>
                  <a:lnTo>
                    <a:pt x="1330" y="624"/>
                  </a:lnTo>
                  <a:lnTo>
                    <a:pt x="1331" y="626"/>
                  </a:lnTo>
                  <a:lnTo>
                    <a:pt x="1332" y="630"/>
                  </a:lnTo>
                  <a:lnTo>
                    <a:pt x="1331" y="629"/>
                  </a:lnTo>
                  <a:lnTo>
                    <a:pt x="1330" y="626"/>
                  </a:lnTo>
                  <a:lnTo>
                    <a:pt x="1327" y="625"/>
                  </a:lnTo>
                  <a:lnTo>
                    <a:pt x="1325" y="624"/>
                  </a:lnTo>
                  <a:lnTo>
                    <a:pt x="1323" y="620"/>
                  </a:lnTo>
                  <a:lnTo>
                    <a:pt x="1321" y="618"/>
                  </a:lnTo>
                  <a:lnTo>
                    <a:pt x="1318" y="618"/>
                  </a:lnTo>
                  <a:lnTo>
                    <a:pt x="1315" y="618"/>
                  </a:lnTo>
                  <a:lnTo>
                    <a:pt x="1314" y="618"/>
                  </a:lnTo>
                  <a:lnTo>
                    <a:pt x="1313" y="618"/>
                  </a:lnTo>
                  <a:lnTo>
                    <a:pt x="1313" y="620"/>
                  </a:lnTo>
                  <a:lnTo>
                    <a:pt x="1313" y="622"/>
                  </a:lnTo>
                  <a:lnTo>
                    <a:pt x="1311" y="624"/>
                  </a:lnTo>
                  <a:lnTo>
                    <a:pt x="1313" y="626"/>
                  </a:lnTo>
                  <a:lnTo>
                    <a:pt x="1313" y="629"/>
                  </a:lnTo>
                  <a:lnTo>
                    <a:pt x="1313" y="633"/>
                  </a:lnTo>
                  <a:lnTo>
                    <a:pt x="1314" y="636"/>
                  </a:lnTo>
                  <a:lnTo>
                    <a:pt x="1314" y="640"/>
                  </a:lnTo>
                  <a:lnTo>
                    <a:pt x="1314" y="643"/>
                  </a:lnTo>
                  <a:lnTo>
                    <a:pt x="1315" y="646"/>
                  </a:lnTo>
                  <a:lnTo>
                    <a:pt x="1317" y="650"/>
                  </a:lnTo>
                  <a:lnTo>
                    <a:pt x="1318" y="654"/>
                  </a:lnTo>
                  <a:lnTo>
                    <a:pt x="1319" y="655"/>
                  </a:lnTo>
                  <a:lnTo>
                    <a:pt x="1322" y="657"/>
                  </a:lnTo>
                  <a:lnTo>
                    <a:pt x="1325" y="659"/>
                  </a:lnTo>
                  <a:lnTo>
                    <a:pt x="1326" y="662"/>
                  </a:lnTo>
                  <a:lnTo>
                    <a:pt x="1326" y="665"/>
                  </a:lnTo>
                  <a:lnTo>
                    <a:pt x="1330" y="667"/>
                  </a:lnTo>
                  <a:lnTo>
                    <a:pt x="1331" y="667"/>
                  </a:lnTo>
                  <a:lnTo>
                    <a:pt x="1332" y="666"/>
                  </a:lnTo>
                  <a:lnTo>
                    <a:pt x="1334" y="668"/>
                  </a:lnTo>
                  <a:lnTo>
                    <a:pt x="1335" y="671"/>
                  </a:lnTo>
                  <a:lnTo>
                    <a:pt x="1336" y="674"/>
                  </a:lnTo>
                  <a:lnTo>
                    <a:pt x="1336" y="676"/>
                  </a:lnTo>
                  <a:lnTo>
                    <a:pt x="1336" y="679"/>
                  </a:lnTo>
                  <a:lnTo>
                    <a:pt x="1336" y="680"/>
                  </a:lnTo>
                  <a:lnTo>
                    <a:pt x="1336" y="682"/>
                  </a:lnTo>
                  <a:lnTo>
                    <a:pt x="1335" y="680"/>
                  </a:lnTo>
                  <a:lnTo>
                    <a:pt x="1335" y="678"/>
                  </a:lnTo>
                  <a:lnTo>
                    <a:pt x="1332" y="675"/>
                  </a:lnTo>
                  <a:lnTo>
                    <a:pt x="1332" y="674"/>
                  </a:lnTo>
                  <a:lnTo>
                    <a:pt x="1334" y="672"/>
                  </a:lnTo>
                  <a:lnTo>
                    <a:pt x="1332" y="671"/>
                  </a:lnTo>
                  <a:lnTo>
                    <a:pt x="1331" y="671"/>
                  </a:lnTo>
                  <a:lnTo>
                    <a:pt x="1331" y="672"/>
                  </a:lnTo>
                  <a:lnTo>
                    <a:pt x="1326" y="672"/>
                  </a:lnTo>
                  <a:lnTo>
                    <a:pt x="1325" y="672"/>
                  </a:lnTo>
                  <a:lnTo>
                    <a:pt x="1325" y="670"/>
                  </a:lnTo>
                  <a:lnTo>
                    <a:pt x="1323" y="670"/>
                  </a:lnTo>
                  <a:lnTo>
                    <a:pt x="1322" y="672"/>
                  </a:lnTo>
                  <a:lnTo>
                    <a:pt x="1321" y="675"/>
                  </a:lnTo>
                  <a:lnTo>
                    <a:pt x="1322" y="679"/>
                  </a:lnTo>
                  <a:lnTo>
                    <a:pt x="1323" y="680"/>
                  </a:lnTo>
                  <a:lnTo>
                    <a:pt x="1322" y="683"/>
                  </a:lnTo>
                  <a:lnTo>
                    <a:pt x="1323" y="686"/>
                  </a:lnTo>
                  <a:lnTo>
                    <a:pt x="1319" y="684"/>
                  </a:lnTo>
                  <a:lnTo>
                    <a:pt x="1318" y="680"/>
                  </a:lnTo>
                  <a:lnTo>
                    <a:pt x="1315" y="679"/>
                  </a:lnTo>
                  <a:lnTo>
                    <a:pt x="1314" y="675"/>
                  </a:lnTo>
                  <a:lnTo>
                    <a:pt x="1315" y="671"/>
                  </a:lnTo>
                  <a:lnTo>
                    <a:pt x="1315" y="667"/>
                  </a:lnTo>
                  <a:lnTo>
                    <a:pt x="1315" y="665"/>
                  </a:lnTo>
                  <a:lnTo>
                    <a:pt x="1313" y="661"/>
                  </a:lnTo>
                  <a:lnTo>
                    <a:pt x="1311" y="658"/>
                  </a:lnTo>
                  <a:lnTo>
                    <a:pt x="1310" y="655"/>
                  </a:lnTo>
                  <a:lnTo>
                    <a:pt x="1309" y="651"/>
                  </a:lnTo>
                  <a:lnTo>
                    <a:pt x="1309" y="646"/>
                  </a:lnTo>
                  <a:lnTo>
                    <a:pt x="1307" y="642"/>
                  </a:lnTo>
                  <a:lnTo>
                    <a:pt x="1307" y="641"/>
                  </a:lnTo>
                  <a:lnTo>
                    <a:pt x="1303" y="636"/>
                  </a:lnTo>
                  <a:lnTo>
                    <a:pt x="1301" y="633"/>
                  </a:lnTo>
                  <a:lnTo>
                    <a:pt x="1301" y="630"/>
                  </a:lnTo>
                  <a:lnTo>
                    <a:pt x="1301" y="628"/>
                  </a:lnTo>
                  <a:lnTo>
                    <a:pt x="1299" y="624"/>
                  </a:lnTo>
                  <a:lnTo>
                    <a:pt x="1298" y="620"/>
                  </a:lnTo>
                  <a:lnTo>
                    <a:pt x="1299" y="617"/>
                  </a:lnTo>
                  <a:lnTo>
                    <a:pt x="1298" y="616"/>
                  </a:lnTo>
                  <a:lnTo>
                    <a:pt x="1298" y="612"/>
                  </a:lnTo>
                  <a:lnTo>
                    <a:pt x="1297" y="608"/>
                  </a:lnTo>
                  <a:lnTo>
                    <a:pt x="1296" y="605"/>
                  </a:lnTo>
                  <a:lnTo>
                    <a:pt x="1293" y="601"/>
                  </a:lnTo>
                  <a:lnTo>
                    <a:pt x="1293" y="600"/>
                  </a:lnTo>
                  <a:lnTo>
                    <a:pt x="1294" y="599"/>
                  </a:lnTo>
                  <a:lnTo>
                    <a:pt x="1292" y="596"/>
                  </a:lnTo>
                  <a:lnTo>
                    <a:pt x="1289" y="595"/>
                  </a:lnTo>
                  <a:lnTo>
                    <a:pt x="1289" y="592"/>
                  </a:lnTo>
                  <a:lnTo>
                    <a:pt x="1288" y="590"/>
                  </a:lnTo>
                  <a:lnTo>
                    <a:pt x="1288" y="587"/>
                  </a:lnTo>
                  <a:lnTo>
                    <a:pt x="1288" y="583"/>
                  </a:lnTo>
                  <a:lnTo>
                    <a:pt x="1285" y="579"/>
                  </a:lnTo>
                  <a:lnTo>
                    <a:pt x="1282" y="578"/>
                  </a:lnTo>
                  <a:lnTo>
                    <a:pt x="1277" y="572"/>
                  </a:lnTo>
                  <a:lnTo>
                    <a:pt x="1278" y="571"/>
                  </a:lnTo>
                  <a:lnTo>
                    <a:pt x="1277" y="570"/>
                  </a:lnTo>
                  <a:lnTo>
                    <a:pt x="1274" y="568"/>
                  </a:lnTo>
                  <a:lnTo>
                    <a:pt x="1273" y="565"/>
                  </a:lnTo>
                  <a:lnTo>
                    <a:pt x="1272" y="559"/>
                  </a:lnTo>
                  <a:lnTo>
                    <a:pt x="1271" y="555"/>
                  </a:lnTo>
                  <a:lnTo>
                    <a:pt x="1271" y="554"/>
                  </a:lnTo>
                  <a:lnTo>
                    <a:pt x="1271" y="550"/>
                  </a:lnTo>
                  <a:lnTo>
                    <a:pt x="1268" y="546"/>
                  </a:lnTo>
                  <a:lnTo>
                    <a:pt x="1265" y="543"/>
                  </a:lnTo>
                  <a:lnTo>
                    <a:pt x="1265" y="540"/>
                  </a:lnTo>
                  <a:lnTo>
                    <a:pt x="1263" y="538"/>
                  </a:lnTo>
                  <a:lnTo>
                    <a:pt x="1264" y="534"/>
                  </a:lnTo>
                  <a:lnTo>
                    <a:pt x="1265" y="533"/>
                  </a:lnTo>
                  <a:lnTo>
                    <a:pt x="1267" y="536"/>
                  </a:lnTo>
                  <a:lnTo>
                    <a:pt x="1269" y="536"/>
                  </a:lnTo>
                  <a:lnTo>
                    <a:pt x="1271" y="534"/>
                  </a:lnTo>
                  <a:lnTo>
                    <a:pt x="1271" y="532"/>
                  </a:lnTo>
                  <a:lnTo>
                    <a:pt x="1268" y="532"/>
                  </a:lnTo>
                  <a:lnTo>
                    <a:pt x="1268" y="530"/>
                  </a:lnTo>
                  <a:lnTo>
                    <a:pt x="1269" y="529"/>
                  </a:lnTo>
                  <a:lnTo>
                    <a:pt x="1271" y="529"/>
                  </a:lnTo>
                  <a:lnTo>
                    <a:pt x="1269" y="526"/>
                  </a:lnTo>
                  <a:lnTo>
                    <a:pt x="1268" y="528"/>
                  </a:lnTo>
                  <a:lnTo>
                    <a:pt x="1268" y="528"/>
                  </a:lnTo>
                  <a:lnTo>
                    <a:pt x="1268" y="525"/>
                  </a:lnTo>
                  <a:lnTo>
                    <a:pt x="1267" y="524"/>
                  </a:lnTo>
                  <a:lnTo>
                    <a:pt x="1263" y="521"/>
                  </a:lnTo>
                  <a:lnTo>
                    <a:pt x="1259" y="518"/>
                  </a:lnTo>
                  <a:lnTo>
                    <a:pt x="1261" y="517"/>
                  </a:lnTo>
                  <a:lnTo>
                    <a:pt x="1263" y="518"/>
                  </a:lnTo>
                  <a:lnTo>
                    <a:pt x="1264" y="518"/>
                  </a:lnTo>
                  <a:lnTo>
                    <a:pt x="1264" y="517"/>
                  </a:lnTo>
                  <a:lnTo>
                    <a:pt x="1264" y="516"/>
                  </a:lnTo>
                  <a:lnTo>
                    <a:pt x="1264" y="515"/>
                  </a:lnTo>
                  <a:close/>
                  <a:moveTo>
                    <a:pt x="1198" y="511"/>
                  </a:moveTo>
                  <a:lnTo>
                    <a:pt x="1198" y="512"/>
                  </a:lnTo>
                  <a:lnTo>
                    <a:pt x="1197" y="513"/>
                  </a:lnTo>
                  <a:lnTo>
                    <a:pt x="1198" y="515"/>
                  </a:lnTo>
                  <a:lnTo>
                    <a:pt x="1197" y="516"/>
                  </a:lnTo>
                  <a:lnTo>
                    <a:pt x="1195" y="515"/>
                  </a:lnTo>
                  <a:lnTo>
                    <a:pt x="1195" y="516"/>
                  </a:lnTo>
                  <a:lnTo>
                    <a:pt x="1195" y="516"/>
                  </a:lnTo>
                  <a:lnTo>
                    <a:pt x="1194" y="516"/>
                  </a:lnTo>
                  <a:lnTo>
                    <a:pt x="1193" y="515"/>
                  </a:lnTo>
                  <a:lnTo>
                    <a:pt x="1193" y="513"/>
                  </a:lnTo>
                  <a:lnTo>
                    <a:pt x="1195" y="512"/>
                  </a:lnTo>
                  <a:lnTo>
                    <a:pt x="1197" y="511"/>
                  </a:lnTo>
                  <a:lnTo>
                    <a:pt x="1198" y="511"/>
                  </a:lnTo>
                  <a:close/>
                  <a:moveTo>
                    <a:pt x="1203" y="509"/>
                  </a:moveTo>
                  <a:lnTo>
                    <a:pt x="1205" y="509"/>
                  </a:lnTo>
                  <a:lnTo>
                    <a:pt x="1207" y="509"/>
                  </a:lnTo>
                  <a:lnTo>
                    <a:pt x="1209" y="509"/>
                  </a:lnTo>
                  <a:lnTo>
                    <a:pt x="1209" y="511"/>
                  </a:lnTo>
                  <a:lnTo>
                    <a:pt x="1207" y="512"/>
                  </a:lnTo>
                  <a:lnTo>
                    <a:pt x="1207" y="513"/>
                  </a:lnTo>
                  <a:lnTo>
                    <a:pt x="1209" y="512"/>
                  </a:lnTo>
                  <a:lnTo>
                    <a:pt x="1209" y="511"/>
                  </a:lnTo>
                  <a:lnTo>
                    <a:pt x="1211" y="511"/>
                  </a:lnTo>
                  <a:lnTo>
                    <a:pt x="1211" y="512"/>
                  </a:lnTo>
                  <a:lnTo>
                    <a:pt x="1210" y="513"/>
                  </a:lnTo>
                  <a:lnTo>
                    <a:pt x="1210" y="515"/>
                  </a:lnTo>
                  <a:lnTo>
                    <a:pt x="1210" y="516"/>
                  </a:lnTo>
                  <a:lnTo>
                    <a:pt x="1210" y="517"/>
                  </a:lnTo>
                  <a:lnTo>
                    <a:pt x="1209" y="518"/>
                  </a:lnTo>
                  <a:lnTo>
                    <a:pt x="1206" y="518"/>
                  </a:lnTo>
                  <a:lnTo>
                    <a:pt x="1205" y="516"/>
                  </a:lnTo>
                  <a:lnTo>
                    <a:pt x="1203" y="516"/>
                  </a:lnTo>
                  <a:lnTo>
                    <a:pt x="1203" y="517"/>
                  </a:lnTo>
                  <a:lnTo>
                    <a:pt x="1202" y="518"/>
                  </a:lnTo>
                  <a:lnTo>
                    <a:pt x="1202" y="518"/>
                  </a:lnTo>
                  <a:lnTo>
                    <a:pt x="1199" y="515"/>
                  </a:lnTo>
                  <a:lnTo>
                    <a:pt x="1199" y="513"/>
                  </a:lnTo>
                  <a:lnTo>
                    <a:pt x="1202" y="512"/>
                  </a:lnTo>
                  <a:lnTo>
                    <a:pt x="1202" y="509"/>
                  </a:lnTo>
                  <a:lnTo>
                    <a:pt x="1203" y="509"/>
                  </a:lnTo>
                  <a:close/>
                  <a:moveTo>
                    <a:pt x="1530" y="453"/>
                  </a:moveTo>
                  <a:lnTo>
                    <a:pt x="1533" y="454"/>
                  </a:lnTo>
                  <a:lnTo>
                    <a:pt x="1535" y="455"/>
                  </a:lnTo>
                  <a:lnTo>
                    <a:pt x="1536" y="455"/>
                  </a:lnTo>
                  <a:lnTo>
                    <a:pt x="1539" y="457"/>
                  </a:lnTo>
                  <a:lnTo>
                    <a:pt x="1542" y="459"/>
                  </a:lnTo>
                  <a:lnTo>
                    <a:pt x="1543" y="459"/>
                  </a:lnTo>
                  <a:lnTo>
                    <a:pt x="1540" y="461"/>
                  </a:lnTo>
                  <a:lnTo>
                    <a:pt x="1539" y="459"/>
                  </a:lnTo>
                  <a:lnTo>
                    <a:pt x="1535" y="458"/>
                  </a:lnTo>
                  <a:lnTo>
                    <a:pt x="1533" y="455"/>
                  </a:lnTo>
                  <a:lnTo>
                    <a:pt x="1530" y="455"/>
                  </a:lnTo>
                  <a:lnTo>
                    <a:pt x="1529" y="454"/>
                  </a:lnTo>
                  <a:lnTo>
                    <a:pt x="1530" y="453"/>
                  </a:lnTo>
                  <a:close/>
                  <a:moveTo>
                    <a:pt x="1509" y="443"/>
                  </a:moveTo>
                  <a:lnTo>
                    <a:pt x="1511" y="445"/>
                  </a:lnTo>
                  <a:lnTo>
                    <a:pt x="1510" y="445"/>
                  </a:lnTo>
                  <a:lnTo>
                    <a:pt x="1510" y="446"/>
                  </a:lnTo>
                  <a:lnTo>
                    <a:pt x="1513" y="449"/>
                  </a:lnTo>
                  <a:lnTo>
                    <a:pt x="1515" y="450"/>
                  </a:lnTo>
                  <a:lnTo>
                    <a:pt x="1515" y="451"/>
                  </a:lnTo>
                  <a:lnTo>
                    <a:pt x="1519" y="454"/>
                  </a:lnTo>
                  <a:lnTo>
                    <a:pt x="1522" y="455"/>
                  </a:lnTo>
                  <a:lnTo>
                    <a:pt x="1523" y="458"/>
                  </a:lnTo>
                  <a:lnTo>
                    <a:pt x="1522" y="458"/>
                  </a:lnTo>
                  <a:lnTo>
                    <a:pt x="1519" y="458"/>
                  </a:lnTo>
                  <a:lnTo>
                    <a:pt x="1518" y="455"/>
                  </a:lnTo>
                  <a:lnTo>
                    <a:pt x="1517" y="457"/>
                  </a:lnTo>
                  <a:lnTo>
                    <a:pt x="1515" y="457"/>
                  </a:lnTo>
                  <a:lnTo>
                    <a:pt x="1514" y="454"/>
                  </a:lnTo>
                  <a:lnTo>
                    <a:pt x="1511" y="454"/>
                  </a:lnTo>
                  <a:lnTo>
                    <a:pt x="1510" y="451"/>
                  </a:lnTo>
                  <a:lnTo>
                    <a:pt x="1510" y="450"/>
                  </a:lnTo>
                  <a:lnTo>
                    <a:pt x="1509" y="449"/>
                  </a:lnTo>
                  <a:lnTo>
                    <a:pt x="1506" y="449"/>
                  </a:lnTo>
                  <a:lnTo>
                    <a:pt x="1505" y="447"/>
                  </a:lnTo>
                  <a:lnTo>
                    <a:pt x="1505" y="446"/>
                  </a:lnTo>
                  <a:lnTo>
                    <a:pt x="1506" y="445"/>
                  </a:lnTo>
                  <a:lnTo>
                    <a:pt x="1508" y="445"/>
                  </a:lnTo>
                  <a:lnTo>
                    <a:pt x="1509" y="443"/>
                  </a:lnTo>
                  <a:close/>
                  <a:moveTo>
                    <a:pt x="80" y="433"/>
                  </a:moveTo>
                  <a:lnTo>
                    <a:pt x="83" y="433"/>
                  </a:lnTo>
                  <a:lnTo>
                    <a:pt x="83" y="434"/>
                  </a:lnTo>
                  <a:lnTo>
                    <a:pt x="81" y="436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1" y="438"/>
                  </a:lnTo>
                  <a:lnTo>
                    <a:pt x="81" y="437"/>
                  </a:lnTo>
                  <a:lnTo>
                    <a:pt x="79" y="436"/>
                  </a:lnTo>
                  <a:lnTo>
                    <a:pt x="79" y="434"/>
                  </a:lnTo>
                  <a:lnTo>
                    <a:pt x="80" y="433"/>
                  </a:lnTo>
                  <a:close/>
                  <a:moveTo>
                    <a:pt x="143" y="395"/>
                  </a:moveTo>
                  <a:lnTo>
                    <a:pt x="145" y="397"/>
                  </a:lnTo>
                  <a:lnTo>
                    <a:pt x="146" y="399"/>
                  </a:lnTo>
                  <a:lnTo>
                    <a:pt x="145" y="399"/>
                  </a:lnTo>
                  <a:lnTo>
                    <a:pt x="143" y="397"/>
                  </a:lnTo>
                  <a:lnTo>
                    <a:pt x="143" y="396"/>
                  </a:lnTo>
                  <a:lnTo>
                    <a:pt x="143" y="395"/>
                  </a:lnTo>
                  <a:close/>
                  <a:moveTo>
                    <a:pt x="1302" y="390"/>
                  </a:moveTo>
                  <a:lnTo>
                    <a:pt x="1302" y="392"/>
                  </a:lnTo>
                  <a:lnTo>
                    <a:pt x="1301" y="393"/>
                  </a:lnTo>
                  <a:lnTo>
                    <a:pt x="1299" y="393"/>
                  </a:lnTo>
                  <a:lnTo>
                    <a:pt x="1299" y="392"/>
                  </a:lnTo>
                  <a:lnTo>
                    <a:pt x="1301" y="391"/>
                  </a:lnTo>
                  <a:lnTo>
                    <a:pt x="1302" y="390"/>
                  </a:lnTo>
                  <a:close/>
                  <a:moveTo>
                    <a:pt x="401" y="368"/>
                  </a:moveTo>
                  <a:lnTo>
                    <a:pt x="404" y="368"/>
                  </a:lnTo>
                  <a:lnTo>
                    <a:pt x="405" y="370"/>
                  </a:lnTo>
                  <a:lnTo>
                    <a:pt x="407" y="368"/>
                  </a:lnTo>
                  <a:lnTo>
                    <a:pt x="409" y="370"/>
                  </a:lnTo>
                  <a:lnTo>
                    <a:pt x="409" y="372"/>
                  </a:lnTo>
                  <a:lnTo>
                    <a:pt x="409" y="372"/>
                  </a:lnTo>
                  <a:lnTo>
                    <a:pt x="407" y="374"/>
                  </a:lnTo>
                  <a:lnTo>
                    <a:pt x="404" y="372"/>
                  </a:lnTo>
                  <a:lnTo>
                    <a:pt x="404" y="371"/>
                  </a:lnTo>
                  <a:lnTo>
                    <a:pt x="403" y="370"/>
                  </a:lnTo>
                  <a:lnTo>
                    <a:pt x="401" y="368"/>
                  </a:lnTo>
                  <a:close/>
                  <a:moveTo>
                    <a:pt x="1446" y="355"/>
                  </a:moveTo>
                  <a:lnTo>
                    <a:pt x="1447" y="355"/>
                  </a:lnTo>
                  <a:lnTo>
                    <a:pt x="1450" y="358"/>
                  </a:lnTo>
                  <a:lnTo>
                    <a:pt x="1451" y="362"/>
                  </a:lnTo>
                  <a:lnTo>
                    <a:pt x="1451" y="365"/>
                  </a:lnTo>
                  <a:lnTo>
                    <a:pt x="1450" y="365"/>
                  </a:lnTo>
                  <a:lnTo>
                    <a:pt x="1447" y="367"/>
                  </a:lnTo>
                  <a:lnTo>
                    <a:pt x="1446" y="368"/>
                  </a:lnTo>
                  <a:lnTo>
                    <a:pt x="1444" y="371"/>
                  </a:lnTo>
                  <a:lnTo>
                    <a:pt x="1444" y="374"/>
                  </a:lnTo>
                  <a:lnTo>
                    <a:pt x="1443" y="374"/>
                  </a:lnTo>
                  <a:lnTo>
                    <a:pt x="1444" y="376"/>
                  </a:lnTo>
                  <a:lnTo>
                    <a:pt x="1444" y="379"/>
                  </a:lnTo>
                  <a:lnTo>
                    <a:pt x="1444" y="379"/>
                  </a:lnTo>
                  <a:lnTo>
                    <a:pt x="1442" y="376"/>
                  </a:lnTo>
                  <a:lnTo>
                    <a:pt x="1442" y="375"/>
                  </a:lnTo>
                  <a:lnTo>
                    <a:pt x="1443" y="374"/>
                  </a:lnTo>
                  <a:lnTo>
                    <a:pt x="1442" y="371"/>
                  </a:lnTo>
                  <a:lnTo>
                    <a:pt x="1442" y="370"/>
                  </a:lnTo>
                  <a:lnTo>
                    <a:pt x="1440" y="366"/>
                  </a:lnTo>
                  <a:lnTo>
                    <a:pt x="1440" y="363"/>
                  </a:lnTo>
                  <a:lnTo>
                    <a:pt x="1440" y="363"/>
                  </a:lnTo>
                  <a:lnTo>
                    <a:pt x="1439" y="365"/>
                  </a:lnTo>
                  <a:lnTo>
                    <a:pt x="1438" y="365"/>
                  </a:lnTo>
                  <a:lnTo>
                    <a:pt x="1439" y="362"/>
                  </a:lnTo>
                  <a:lnTo>
                    <a:pt x="1439" y="362"/>
                  </a:lnTo>
                  <a:lnTo>
                    <a:pt x="1443" y="358"/>
                  </a:lnTo>
                  <a:lnTo>
                    <a:pt x="1443" y="358"/>
                  </a:lnTo>
                  <a:lnTo>
                    <a:pt x="1444" y="357"/>
                  </a:lnTo>
                  <a:lnTo>
                    <a:pt x="1446" y="355"/>
                  </a:lnTo>
                  <a:close/>
                  <a:moveTo>
                    <a:pt x="216" y="349"/>
                  </a:moveTo>
                  <a:lnTo>
                    <a:pt x="218" y="349"/>
                  </a:lnTo>
                  <a:lnTo>
                    <a:pt x="217" y="350"/>
                  </a:lnTo>
                  <a:lnTo>
                    <a:pt x="214" y="350"/>
                  </a:lnTo>
                  <a:lnTo>
                    <a:pt x="214" y="351"/>
                  </a:lnTo>
                  <a:lnTo>
                    <a:pt x="213" y="351"/>
                  </a:lnTo>
                  <a:lnTo>
                    <a:pt x="213" y="350"/>
                  </a:lnTo>
                  <a:lnTo>
                    <a:pt x="216" y="349"/>
                  </a:lnTo>
                  <a:close/>
                  <a:moveTo>
                    <a:pt x="245" y="349"/>
                  </a:moveTo>
                  <a:lnTo>
                    <a:pt x="246" y="350"/>
                  </a:lnTo>
                  <a:lnTo>
                    <a:pt x="245" y="351"/>
                  </a:lnTo>
                  <a:lnTo>
                    <a:pt x="242" y="351"/>
                  </a:lnTo>
                  <a:lnTo>
                    <a:pt x="243" y="349"/>
                  </a:lnTo>
                  <a:lnTo>
                    <a:pt x="245" y="349"/>
                  </a:lnTo>
                  <a:close/>
                  <a:moveTo>
                    <a:pt x="250" y="347"/>
                  </a:moveTo>
                  <a:lnTo>
                    <a:pt x="250" y="349"/>
                  </a:lnTo>
                  <a:lnTo>
                    <a:pt x="249" y="351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9" y="347"/>
                  </a:lnTo>
                  <a:lnTo>
                    <a:pt x="250" y="347"/>
                  </a:lnTo>
                  <a:close/>
                  <a:moveTo>
                    <a:pt x="261" y="336"/>
                  </a:moveTo>
                  <a:lnTo>
                    <a:pt x="262" y="337"/>
                  </a:lnTo>
                  <a:lnTo>
                    <a:pt x="262" y="338"/>
                  </a:lnTo>
                  <a:lnTo>
                    <a:pt x="261" y="338"/>
                  </a:lnTo>
                  <a:lnTo>
                    <a:pt x="259" y="337"/>
                  </a:lnTo>
                  <a:lnTo>
                    <a:pt x="261" y="336"/>
                  </a:lnTo>
                  <a:close/>
                  <a:moveTo>
                    <a:pt x="275" y="336"/>
                  </a:moveTo>
                  <a:lnTo>
                    <a:pt x="278" y="337"/>
                  </a:lnTo>
                  <a:lnTo>
                    <a:pt x="276" y="337"/>
                  </a:lnTo>
                  <a:lnTo>
                    <a:pt x="274" y="338"/>
                  </a:lnTo>
                  <a:lnTo>
                    <a:pt x="272" y="340"/>
                  </a:lnTo>
                  <a:lnTo>
                    <a:pt x="271" y="340"/>
                  </a:lnTo>
                  <a:lnTo>
                    <a:pt x="272" y="337"/>
                  </a:lnTo>
                  <a:lnTo>
                    <a:pt x="275" y="336"/>
                  </a:lnTo>
                  <a:close/>
                  <a:moveTo>
                    <a:pt x="250" y="336"/>
                  </a:moveTo>
                  <a:lnTo>
                    <a:pt x="251" y="336"/>
                  </a:lnTo>
                  <a:lnTo>
                    <a:pt x="250" y="337"/>
                  </a:lnTo>
                  <a:lnTo>
                    <a:pt x="249" y="337"/>
                  </a:lnTo>
                  <a:lnTo>
                    <a:pt x="249" y="337"/>
                  </a:lnTo>
                  <a:lnTo>
                    <a:pt x="250" y="336"/>
                  </a:lnTo>
                  <a:close/>
                  <a:moveTo>
                    <a:pt x="254" y="336"/>
                  </a:moveTo>
                  <a:lnTo>
                    <a:pt x="257" y="336"/>
                  </a:lnTo>
                  <a:lnTo>
                    <a:pt x="257" y="338"/>
                  </a:lnTo>
                  <a:lnTo>
                    <a:pt x="255" y="338"/>
                  </a:lnTo>
                  <a:lnTo>
                    <a:pt x="254" y="337"/>
                  </a:lnTo>
                  <a:lnTo>
                    <a:pt x="253" y="336"/>
                  </a:lnTo>
                  <a:lnTo>
                    <a:pt x="254" y="336"/>
                  </a:lnTo>
                  <a:close/>
                  <a:moveTo>
                    <a:pt x="188" y="329"/>
                  </a:moveTo>
                  <a:lnTo>
                    <a:pt x="192" y="329"/>
                  </a:lnTo>
                  <a:lnTo>
                    <a:pt x="201" y="333"/>
                  </a:lnTo>
                  <a:lnTo>
                    <a:pt x="203" y="336"/>
                  </a:lnTo>
                  <a:lnTo>
                    <a:pt x="203" y="338"/>
                  </a:lnTo>
                  <a:lnTo>
                    <a:pt x="201" y="341"/>
                  </a:lnTo>
                  <a:lnTo>
                    <a:pt x="203" y="338"/>
                  </a:lnTo>
                  <a:lnTo>
                    <a:pt x="201" y="336"/>
                  </a:lnTo>
                  <a:lnTo>
                    <a:pt x="200" y="337"/>
                  </a:lnTo>
                  <a:lnTo>
                    <a:pt x="200" y="341"/>
                  </a:lnTo>
                  <a:lnTo>
                    <a:pt x="197" y="343"/>
                  </a:lnTo>
                  <a:lnTo>
                    <a:pt x="195" y="346"/>
                  </a:lnTo>
                  <a:lnTo>
                    <a:pt x="192" y="347"/>
                  </a:lnTo>
                  <a:lnTo>
                    <a:pt x="191" y="349"/>
                  </a:lnTo>
                  <a:lnTo>
                    <a:pt x="188" y="349"/>
                  </a:lnTo>
                  <a:lnTo>
                    <a:pt x="189" y="347"/>
                  </a:lnTo>
                  <a:lnTo>
                    <a:pt x="187" y="346"/>
                  </a:lnTo>
                  <a:lnTo>
                    <a:pt x="187" y="346"/>
                  </a:lnTo>
                  <a:lnTo>
                    <a:pt x="186" y="343"/>
                  </a:lnTo>
                  <a:lnTo>
                    <a:pt x="184" y="341"/>
                  </a:lnTo>
                  <a:lnTo>
                    <a:pt x="184" y="336"/>
                  </a:lnTo>
                  <a:lnTo>
                    <a:pt x="186" y="330"/>
                  </a:lnTo>
                  <a:lnTo>
                    <a:pt x="188" y="329"/>
                  </a:lnTo>
                  <a:close/>
                  <a:moveTo>
                    <a:pt x="292" y="326"/>
                  </a:moveTo>
                  <a:lnTo>
                    <a:pt x="290" y="329"/>
                  </a:lnTo>
                  <a:lnTo>
                    <a:pt x="290" y="328"/>
                  </a:lnTo>
                  <a:lnTo>
                    <a:pt x="292" y="326"/>
                  </a:lnTo>
                  <a:close/>
                  <a:moveTo>
                    <a:pt x="283" y="318"/>
                  </a:moveTo>
                  <a:lnTo>
                    <a:pt x="284" y="321"/>
                  </a:lnTo>
                  <a:lnTo>
                    <a:pt x="288" y="322"/>
                  </a:lnTo>
                  <a:lnTo>
                    <a:pt x="288" y="325"/>
                  </a:lnTo>
                  <a:lnTo>
                    <a:pt x="284" y="322"/>
                  </a:lnTo>
                  <a:lnTo>
                    <a:pt x="282" y="320"/>
                  </a:lnTo>
                  <a:lnTo>
                    <a:pt x="283" y="318"/>
                  </a:lnTo>
                  <a:close/>
                  <a:moveTo>
                    <a:pt x="279" y="316"/>
                  </a:moveTo>
                  <a:lnTo>
                    <a:pt x="280" y="317"/>
                  </a:lnTo>
                  <a:lnTo>
                    <a:pt x="279" y="318"/>
                  </a:lnTo>
                  <a:lnTo>
                    <a:pt x="279" y="318"/>
                  </a:lnTo>
                  <a:lnTo>
                    <a:pt x="279" y="316"/>
                  </a:lnTo>
                  <a:close/>
                  <a:moveTo>
                    <a:pt x="359" y="309"/>
                  </a:moveTo>
                  <a:lnTo>
                    <a:pt x="361" y="311"/>
                  </a:lnTo>
                  <a:lnTo>
                    <a:pt x="361" y="313"/>
                  </a:lnTo>
                  <a:lnTo>
                    <a:pt x="359" y="315"/>
                  </a:lnTo>
                  <a:lnTo>
                    <a:pt x="358" y="313"/>
                  </a:lnTo>
                  <a:lnTo>
                    <a:pt x="358" y="313"/>
                  </a:lnTo>
                  <a:lnTo>
                    <a:pt x="358" y="312"/>
                  </a:lnTo>
                  <a:lnTo>
                    <a:pt x="358" y="311"/>
                  </a:lnTo>
                  <a:lnTo>
                    <a:pt x="359" y="309"/>
                  </a:lnTo>
                  <a:close/>
                  <a:moveTo>
                    <a:pt x="1398" y="297"/>
                  </a:moveTo>
                  <a:lnTo>
                    <a:pt x="1398" y="297"/>
                  </a:lnTo>
                  <a:lnTo>
                    <a:pt x="1398" y="299"/>
                  </a:lnTo>
                  <a:lnTo>
                    <a:pt x="1397" y="300"/>
                  </a:lnTo>
                  <a:lnTo>
                    <a:pt x="1397" y="299"/>
                  </a:lnTo>
                  <a:lnTo>
                    <a:pt x="1397" y="297"/>
                  </a:lnTo>
                  <a:lnTo>
                    <a:pt x="1398" y="297"/>
                  </a:lnTo>
                  <a:close/>
                  <a:moveTo>
                    <a:pt x="275" y="293"/>
                  </a:moveTo>
                  <a:lnTo>
                    <a:pt x="276" y="293"/>
                  </a:lnTo>
                  <a:lnTo>
                    <a:pt x="279" y="296"/>
                  </a:lnTo>
                  <a:lnTo>
                    <a:pt x="280" y="297"/>
                  </a:lnTo>
                  <a:lnTo>
                    <a:pt x="283" y="299"/>
                  </a:lnTo>
                  <a:lnTo>
                    <a:pt x="286" y="301"/>
                  </a:lnTo>
                  <a:lnTo>
                    <a:pt x="288" y="301"/>
                  </a:lnTo>
                  <a:lnTo>
                    <a:pt x="291" y="305"/>
                  </a:lnTo>
                  <a:lnTo>
                    <a:pt x="295" y="308"/>
                  </a:lnTo>
                  <a:lnTo>
                    <a:pt x="295" y="312"/>
                  </a:lnTo>
                  <a:lnTo>
                    <a:pt x="293" y="313"/>
                  </a:lnTo>
                  <a:lnTo>
                    <a:pt x="292" y="313"/>
                  </a:lnTo>
                  <a:lnTo>
                    <a:pt x="291" y="315"/>
                  </a:lnTo>
                  <a:lnTo>
                    <a:pt x="287" y="315"/>
                  </a:lnTo>
                  <a:lnTo>
                    <a:pt x="286" y="313"/>
                  </a:lnTo>
                  <a:lnTo>
                    <a:pt x="287" y="312"/>
                  </a:lnTo>
                  <a:lnTo>
                    <a:pt x="286" y="309"/>
                  </a:lnTo>
                  <a:lnTo>
                    <a:pt x="286" y="308"/>
                  </a:lnTo>
                  <a:lnTo>
                    <a:pt x="283" y="308"/>
                  </a:lnTo>
                  <a:lnTo>
                    <a:pt x="282" y="308"/>
                  </a:lnTo>
                  <a:lnTo>
                    <a:pt x="282" y="311"/>
                  </a:lnTo>
                  <a:lnTo>
                    <a:pt x="280" y="309"/>
                  </a:lnTo>
                  <a:lnTo>
                    <a:pt x="279" y="308"/>
                  </a:lnTo>
                  <a:lnTo>
                    <a:pt x="276" y="307"/>
                  </a:lnTo>
                  <a:lnTo>
                    <a:pt x="272" y="301"/>
                  </a:lnTo>
                  <a:lnTo>
                    <a:pt x="271" y="300"/>
                  </a:lnTo>
                  <a:lnTo>
                    <a:pt x="272" y="300"/>
                  </a:lnTo>
                  <a:lnTo>
                    <a:pt x="274" y="301"/>
                  </a:lnTo>
                  <a:lnTo>
                    <a:pt x="275" y="301"/>
                  </a:lnTo>
                  <a:lnTo>
                    <a:pt x="275" y="300"/>
                  </a:lnTo>
                  <a:lnTo>
                    <a:pt x="274" y="299"/>
                  </a:lnTo>
                  <a:lnTo>
                    <a:pt x="272" y="297"/>
                  </a:lnTo>
                  <a:lnTo>
                    <a:pt x="274" y="296"/>
                  </a:lnTo>
                  <a:lnTo>
                    <a:pt x="274" y="295"/>
                  </a:lnTo>
                  <a:lnTo>
                    <a:pt x="275" y="293"/>
                  </a:lnTo>
                  <a:close/>
                  <a:moveTo>
                    <a:pt x="1397" y="292"/>
                  </a:moveTo>
                  <a:lnTo>
                    <a:pt x="1398" y="293"/>
                  </a:lnTo>
                  <a:lnTo>
                    <a:pt x="1398" y="295"/>
                  </a:lnTo>
                  <a:lnTo>
                    <a:pt x="1397" y="296"/>
                  </a:lnTo>
                  <a:lnTo>
                    <a:pt x="1394" y="293"/>
                  </a:lnTo>
                  <a:lnTo>
                    <a:pt x="1394" y="292"/>
                  </a:lnTo>
                  <a:lnTo>
                    <a:pt x="1397" y="292"/>
                  </a:lnTo>
                  <a:close/>
                  <a:moveTo>
                    <a:pt x="214" y="280"/>
                  </a:moveTo>
                  <a:lnTo>
                    <a:pt x="216" y="282"/>
                  </a:lnTo>
                  <a:lnTo>
                    <a:pt x="216" y="283"/>
                  </a:lnTo>
                  <a:lnTo>
                    <a:pt x="218" y="283"/>
                  </a:lnTo>
                  <a:lnTo>
                    <a:pt x="220" y="286"/>
                  </a:lnTo>
                  <a:lnTo>
                    <a:pt x="218" y="287"/>
                  </a:lnTo>
                  <a:lnTo>
                    <a:pt x="220" y="288"/>
                  </a:lnTo>
                  <a:lnTo>
                    <a:pt x="220" y="290"/>
                  </a:lnTo>
                  <a:lnTo>
                    <a:pt x="218" y="290"/>
                  </a:lnTo>
                  <a:lnTo>
                    <a:pt x="217" y="287"/>
                  </a:lnTo>
                  <a:lnTo>
                    <a:pt x="214" y="287"/>
                  </a:lnTo>
                  <a:lnTo>
                    <a:pt x="214" y="284"/>
                  </a:lnTo>
                  <a:lnTo>
                    <a:pt x="213" y="284"/>
                  </a:lnTo>
                  <a:lnTo>
                    <a:pt x="212" y="284"/>
                  </a:lnTo>
                  <a:lnTo>
                    <a:pt x="211" y="283"/>
                  </a:lnTo>
                  <a:lnTo>
                    <a:pt x="209" y="282"/>
                  </a:lnTo>
                  <a:lnTo>
                    <a:pt x="212" y="280"/>
                  </a:lnTo>
                  <a:lnTo>
                    <a:pt x="214" y="280"/>
                  </a:lnTo>
                  <a:close/>
                  <a:moveTo>
                    <a:pt x="502" y="259"/>
                  </a:moveTo>
                  <a:lnTo>
                    <a:pt x="503" y="259"/>
                  </a:lnTo>
                  <a:lnTo>
                    <a:pt x="504" y="262"/>
                  </a:lnTo>
                  <a:lnTo>
                    <a:pt x="503" y="263"/>
                  </a:lnTo>
                  <a:lnTo>
                    <a:pt x="502" y="262"/>
                  </a:lnTo>
                  <a:lnTo>
                    <a:pt x="502" y="259"/>
                  </a:lnTo>
                  <a:close/>
                  <a:moveTo>
                    <a:pt x="498" y="253"/>
                  </a:moveTo>
                  <a:lnTo>
                    <a:pt x="500" y="255"/>
                  </a:lnTo>
                  <a:lnTo>
                    <a:pt x="500" y="262"/>
                  </a:lnTo>
                  <a:lnTo>
                    <a:pt x="499" y="263"/>
                  </a:lnTo>
                  <a:lnTo>
                    <a:pt x="499" y="263"/>
                  </a:lnTo>
                  <a:lnTo>
                    <a:pt x="499" y="259"/>
                  </a:lnTo>
                  <a:lnTo>
                    <a:pt x="498" y="257"/>
                  </a:lnTo>
                  <a:lnTo>
                    <a:pt x="498" y="253"/>
                  </a:lnTo>
                  <a:lnTo>
                    <a:pt x="498" y="253"/>
                  </a:lnTo>
                  <a:close/>
                  <a:moveTo>
                    <a:pt x="495" y="247"/>
                  </a:moveTo>
                  <a:lnTo>
                    <a:pt x="496" y="249"/>
                  </a:lnTo>
                  <a:lnTo>
                    <a:pt x="496" y="251"/>
                  </a:lnTo>
                  <a:lnTo>
                    <a:pt x="495" y="250"/>
                  </a:lnTo>
                  <a:lnTo>
                    <a:pt x="494" y="247"/>
                  </a:lnTo>
                  <a:lnTo>
                    <a:pt x="495" y="247"/>
                  </a:lnTo>
                  <a:close/>
                  <a:moveTo>
                    <a:pt x="216" y="224"/>
                  </a:moveTo>
                  <a:lnTo>
                    <a:pt x="218" y="224"/>
                  </a:lnTo>
                  <a:lnTo>
                    <a:pt x="220" y="225"/>
                  </a:lnTo>
                  <a:lnTo>
                    <a:pt x="226" y="226"/>
                  </a:lnTo>
                  <a:lnTo>
                    <a:pt x="230" y="226"/>
                  </a:lnTo>
                  <a:lnTo>
                    <a:pt x="232" y="228"/>
                  </a:lnTo>
                  <a:lnTo>
                    <a:pt x="230" y="229"/>
                  </a:lnTo>
                  <a:lnTo>
                    <a:pt x="228" y="230"/>
                  </a:lnTo>
                  <a:lnTo>
                    <a:pt x="226" y="230"/>
                  </a:lnTo>
                  <a:lnTo>
                    <a:pt x="229" y="230"/>
                  </a:lnTo>
                  <a:lnTo>
                    <a:pt x="230" y="230"/>
                  </a:lnTo>
                  <a:lnTo>
                    <a:pt x="232" y="232"/>
                  </a:lnTo>
                  <a:lnTo>
                    <a:pt x="230" y="237"/>
                  </a:lnTo>
                  <a:lnTo>
                    <a:pt x="228" y="238"/>
                  </a:lnTo>
                  <a:lnTo>
                    <a:pt x="225" y="238"/>
                  </a:lnTo>
                  <a:lnTo>
                    <a:pt x="225" y="238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40"/>
                  </a:lnTo>
                  <a:lnTo>
                    <a:pt x="230" y="241"/>
                  </a:lnTo>
                  <a:lnTo>
                    <a:pt x="229" y="242"/>
                  </a:lnTo>
                  <a:lnTo>
                    <a:pt x="229" y="245"/>
                  </a:lnTo>
                  <a:lnTo>
                    <a:pt x="230" y="251"/>
                  </a:lnTo>
                  <a:lnTo>
                    <a:pt x="232" y="254"/>
                  </a:lnTo>
                  <a:lnTo>
                    <a:pt x="233" y="261"/>
                  </a:lnTo>
                  <a:lnTo>
                    <a:pt x="234" y="263"/>
                  </a:lnTo>
                  <a:lnTo>
                    <a:pt x="236" y="268"/>
                  </a:lnTo>
                  <a:lnTo>
                    <a:pt x="241" y="274"/>
                  </a:lnTo>
                  <a:lnTo>
                    <a:pt x="243" y="279"/>
                  </a:lnTo>
                  <a:lnTo>
                    <a:pt x="246" y="279"/>
                  </a:lnTo>
                  <a:lnTo>
                    <a:pt x="247" y="282"/>
                  </a:lnTo>
                  <a:lnTo>
                    <a:pt x="251" y="284"/>
                  </a:lnTo>
                  <a:lnTo>
                    <a:pt x="254" y="284"/>
                  </a:lnTo>
                  <a:lnTo>
                    <a:pt x="255" y="287"/>
                  </a:lnTo>
                  <a:lnTo>
                    <a:pt x="257" y="288"/>
                  </a:lnTo>
                  <a:lnTo>
                    <a:pt x="258" y="287"/>
                  </a:lnTo>
                  <a:lnTo>
                    <a:pt x="261" y="290"/>
                  </a:lnTo>
                  <a:lnTo>
                    <a:pt x="261" y="291"/>
                  </a:lnTo>
                  <a:lnTo>
                    <a:pt x="261" y="292"/>
                  </a:lnTo>
                  <a:lnTo>
                    <a:pt x="259" y="293"/>
                  </a:lnTo>
                  <a:lnTo>
                    <a:pt x="258" y="293"/>
                  </a:lnTo>
                  <a:lnTo>
                    <a:pt x="257" y="293"/>
                  </a:lnTo>
                  <a:lnTo>
                    <a:pt x="257" y="295"/>
                  </a:lnTo>
                  <a:lnTo>
                    <a:pt x="257" y="295"/>
                  </a:lnTo>
                  <a:lnTo>
                    <a:pt x="259" y="295"/>
                  </a:lnTo>
                  <a:lnTo>
                    <a:pt x="259" y="297"/>
                  </a:lnTo>
                  <a:lnTo>
                    <a:pt x="259" y="299"/>
                  </a:lnTo>
                  <a:lnTo>
                    <a:pt x="258" y="300"/>
                  </a:lnTo>
                  <a:lnTo>
                    <a:pt x="257" y="299"/>
                  </a:lnTo>
                  <a:lnTo>
                    <a:pt x="255" y="296"/>
                  </a:lnTo>
                  <a:lnTo>
                    <a:pt x="255" y="296"/>
                  </a:lnTo>
                  <a:lnTo>
                    <a:pt x="254" y="295"/>
                  </a:lnTo>
                  <a:lnTo>
                    <a:pt x="251" y="293"/>
                  </a:lnTo>
                  <a:lnTo>
                    <a:pt x="251" y="295"/>
                  </a:lnTo>
                  <a:lnTo>
                    <a:pt x="251" y="295"/>
                  </a:lnTo>
                  <a:lnTo>
                    <a:pt x="253" y="297"/>
                  </a:lnTo>
                  <a:lnTo>
                    <a:pt x="253" y="299"/>
                  </a:lnTo>
                  <a:lnTo>
                    <a:pt x="251" y="299"/>
                  </a:lnTo>
                  <a:lnTo>
                    <a:pt x="249" y="297"/>
                  </a:lnTo>
                  <a:lnTo>
                    <a:pt x="247" y="295"/>
                  </a:lnTo>
                  <a:lnTo>
                    <a:pt x="246" y="296"/>
                  </a:lnTo>
                  <a:lnTo>
                    <a:pt x="246" y="297"/>
                  </a:lnTo>
                  <a:lnTo>
                    <a:pt x="245" y="297"/>
                  </a:lnTo>
                  <a:lnTo>
                    <a:pt x="243" y="295"/>
                  </a:lnTo>
                  <a:lnTo>
                    <a:pt x="243" y="293"/>
                  </a:lnTo>
                  <a:lnTo>
                    <a:pt x="241" y="292"/>
                  </a:lnTo>
                  <a:lnTo>
                    <a:pt x="238" y="292"/>
                  </a:lnTo>
                  <a:lnTo>
                    <a:pt x="238" y="292"/>
                  </a:lnTo>
                  <a:lnTo>
                    <a:pt x="238" y="293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1" y="299"/>
                  </a:lnTo>
                  <a:lnTo>
                    <a:pt x="239" y="299"/>
                  </a:lnTo>
                  <a:lnTo>
                    <a:pt x="237" y="297"/>
                  </a:lnTo>
                  <a:lnTo>
                    <a:pt x="237" y="295"/>
                  </a:lnTo>
                  <a:lnTo>
                    <a:pt x="236" y="293"/>
                  </a:lnTo>
                  <a:lnTo>
                    <a:pt x="234" y="292"/>
                  </a:lnTo>
                  <a:lnTo>
                    <a:pt x="234" y="295"/>
                  </a:lnTo>
                  <a:lnTo>
                    <a:pt x="232" y="293"/>
                  </a:lnTo>
                  <a:lnTo>
                    <a:pt x="229" y="293"/>
                  </a:lnTo>
                  <a:lnTo>
                    <a:pt x="226" y="293"/>
                  </a:lnTo>
                  <a:lnTo>
                    <a:pt x="224" y="292"/>
                  </a:lnTo>
                  <a:lnTo>
                    <a:pt x="222" y="291"/>
                  </a:lnTo>
                  <a:lnTo>
                    <a:pt x="222" y="290"/>
                  </a:lnTo>
                  <a:lnTo>
                    <a:pt x="224" y="291"/>
                  </a:lnTo>
                  <a:lnTo>
                    <a:pt x="225" y="290"/>
                  </a:lnTo>
                  <a:lnTo>
                    <a:pt x="225" y="288"/>
                  </a:lnTo>
                  <a:lnTo>
                    <a:pt x="222" y="287"/>
                  </a:lnTo>
                  <a:lnTo>
                    <a:pt x="222" y="286"/>
                  </a:lnTo>
                  <a:lnTo>
                    <a:pt x="224" y="284"/>
                  </a:lnTo>
                  <a:lnTo>
                    <a:pt x="225" y="283"/>
                  </a:lnTo>
                  <a:lnTo>
                    <a:pt x="226" y="283"/>
                  </a:lnTo>
                  <a:lnTo>
                    <a:pt x="226" y="282"/>
                  </a:lnTo>
                  <a:lnTo>
                    <a:pt x="226" y="282"/>
                  </a:lnTo>
                  <a:lnTo>
                    <a:pt x="224" y="282"/>
                  </a:lnTo>
                  <a:lnTo>
                    <a:pt x="222" y="283"/>
                  </a:lnTo>
                  <a:lnTo>
                    <a:pt x="220" y="280"/>
                  </a:lnTo>
                  <a:lnTo>
                    <a:pt x="217" y="278"/>
                  </a:lnTo>
                  <a:lnTo>
                    <a:pt x="217" y="275"/>
                  </a:lnTo>
                  <a:lnTo>
                    <a:pt x="217" y="274"/>
                  </a:lnTo>
                  <a:lnTo>
                    <a:pt x="217" y="272"/>
                  </a:lnTo>
                  <a:lnTo>
                    <a:pt x="216" y="275"/>
                  </a:lnTo>
                  <a:lnTo>
                    <a:pt x="216" y="276"/>
                  </a:lnTo>
                  <a:lnTo>
                    <a:pt x="214" y="278"/>
                  </a:lnTo>
                  <a:lnTo>
                    <a:pt x="213" y="278"/>
                  </a:lnTo>
                  <a:lnTo>
                    <a:pt x="212" y="275"/>
                  </a:lnTo>
                  <a:lnTo>
                    <a:pt x="211" y="272"/>
                  </a:lnTo>
                  <a:lnTo>
                    <a:pt x="211" y="271"/>
                  </a:lnTo>
                  <a:lnTo>
                    <a:pt x="212" y="268"/>
                  </a:lnTo>
                  <a:lnTo>
                    <a:pt x="211" y="271"/>
                  </a:lnTo>
                  <a:lnTo>
                    <a:pt x="211" y="272"/>
                  </a:lnTo>
                  <a:lnTo>
                    <a:pt x="211" y="276"/>
                  </a:lnTo>
                  <a:lnTo>
                    <a:pt x="209" y="279"/>
                  </a:lnTo>
                  <a:lnTo>
                    <a:pt x="207" y="279"/>
                  </a:lnTo>
                  <a:lnTo>
                    <a:pt x="205" y="280"/>
                  </a:lnTo>
                  <a:lnTo>
                    <a:pt x="204" y="279"/>
                  </a:lnTo>
                  <a:lnTo>
                    <a:pt x="200" y="276"/>
                  </a:lnTo>
                  <a:lnTo>
                    <a:pt x="200" y="275"/>
                  </a:lnTo>
                  <a:lnTo>
                    <a:pt x="197" y="272"/>
                  </a:lnTo>
                  <a:lnTo>
                    <a:pt x="196" y="271"/>
                  </a:lnTo>
                  <a:lnTo>
                    <a:pt x="197" y="268"/>
                  </a:lnTo>
                  <a:lnTo>
                    <a:pt x="196" y="265"/>
                  </a:lnTo>
                  <a:lnTo>
                    <a:pt x="196" y="263"/>
                  </a:lnTo>
                  <a:lnTo>
                    <a:pt x="199" y="261"/>
                  </a:lnTo>
                  <a:lnTo>
                    <a:pt x="200" y="259"/>
                  </a:lnTo>
                  <a:lnTo>
                    <a:pt x="201" y="261"/>
                  </a:lnTo>
                  <a:lnTo>
                    <a:pt x="204" y="261"/>
                  </a:lnTo>
                  <a:lnTo>
                    <a:pt x="205" y="261"/>
                  </a:lnTo>
                  <a:lnTo>
                    <a:pt x="207" y="261"/>
                  </a:lnTo>
                  <a:lnTo>
                    <a:pt x="205" y="258"/>
                  </a:lnTo>
                  <a:lnTo>
                    <a:pt x="205" y="255"/>
                  </a:lnTo>
                  <a:lnTo>
                    <a:pt x="207" y="254"/>
                  </a:lnTo>
                  <a:lnTo>
                    <a:pt x="208" y="254"/>
                  </a:lnTo>
                  <a:lnTo>
                    <a:pt x="209" y="254"/>
                  </a:lnTo>
                  <a:lnTo>
                    <a:pt x="207" y="254"/>
                  </a:lnTo>
                  <a:lnTo>
                    <a:pt x="205" y="251"/>
                  </a:lnTo>
                  <a:lnTo>
                    <a:pt x="205" y="250"/>
                  </a:lnTo>
                  <a:lnTo>
                    <a:pt x="208" y="249"/>
                  </a:lnTo>
                  <a:lnTo>
                    <a:pt x="207" y="247"/>
                  </a:lnTo>
                  <a:lnTo>
                    <a:pt x="205" y="247"/>
                  </a:lnTo>
                  <a:lnTo>
                    <a:pt x="204" y="250"/>
                  </a:lnTo>
                  <a:lnTo>
                    <a:pt x="203" y="250"/>
                  </a:lnTo>
                  <a:lnTo>
                    <a:pt x="203" y="247"/>
                  </a:lnTo>
                  <a:lnTo>
                    <a:pt x="205" y="246"/>
                  </a:lnTo>
                  <a:lnTo>
                    <a:pt x="205" y="245"/>
                  </a:lnTo>
                  <a:lnTo>
                    <a:pt x="201" y="246"/>
                  </a:lnTo>
                  <a:lnTo>
                    <a:pt x="200" y="247"/>
                  </a:lnTo>
                  <a:lnTo>
                    <a:pt x="199" y="246"/>
                  </a:lnTo>
                  <a:lnTo>
                    <a:pt x="199" y="243"/>
                  </a:lnTo>
                  <a:lnTo>
                    <a:pt x="201" y="240"/>
                  </a:lnTo>
                  <a:lnTo>
                    <a:pt x="203" y="240"/>
                  </a:lnTo>
                  <a:lnTo>
                    <a:pt x="205" y="240"/>
                  </a:lnTo>
                  <a:lnTo>
                    <a:pt x="205" y="238"/>
                  </a:lnTo>
                  <a:lnTo>
                    <a:pt x="205" y="237"/>
                  </a:lnTo>
                  <a:lnTo>
                    <a:pt x="203" y="237"/>
                  </a:lnTo>
                  <a:lnTo>
                    <a:pt x="203" y="234"/>
                  </a:lnTo>
                  <a:lnTo>
                    <a:pt x="203" y="233"/>
                  </a:lnTo>
                  <a:lnTo>
                    <a:pt x="204" y="230"/>
                  </a:lnTo>
                  <a:lnTo>
                    <a:pt x="207" y="228"/>
                  </a:lnTo>
                  <a:lnTo>
                    <a:pt x="208" y="226"/>
                  </a:lnTo>
                  <a:lnTo>
                    <a:pt x="212" y="226"/>
                  </a:lnTo>
                  <a:lnTo>
                    <a:pt x="216" y="224"/>
                  </a:lnTo>
                  <a:close/>
                  <a:moveTo>
                    <a:pt x="428" y="212"/>
                  </a:moveTo>
                  <a:lnTo>
                    <a:pt x="430" y="212"/>
                  </a:lnTo>
                  <a:lnTo>
                    <a:pt x="432" y="212"/>
                  </a:lnTo>
                  <a:lnTo>
                    <a:pt x="432" y="215"/>
                  </a:lnTo>
                  <a:lnTo>
                    <a:pt x="430" y="217"/>
                  </a:lnTo>
                  <a:lnTo>
                    <a:pt x="428" y="217"/>
                  </a:lnTo>
                  <a:lnTo>
                    <a:pt x="426" y="220"/>
                  </a:lnTo>
                  <a:lnTo>
                    <a:pt x="425" y="221"/>
                  </a:lnTo>
                  <a:lnTo>
                    <a:pt x="423" y="224"/>
                  </a:lnTo>
                  <a:lnTo>
                    <a:pt x="421" y="224"/>
                  </a:lnTo>
                  <a:lnTo>
                    <a:pt x="420" y="222"/>
                  </a:lnTo>
                  <a:lnTo>
                    <a:pt x="420" y="220"/>
                  </a:lnTo>
                  <a:lnTo>
                    <a:pt x="421" y="218"/>
                  </a:lnTo>
                  <a:lnTo>
                    <a:pt x="424" y="217"/>
                  </a:lnTo>
                  <a:lnTo>
                    <a:pt x="423" y="215"/>
                  </a:lnTo>
                  <a:lnTo>
                    <a:pt x="425" y="212"/>
                  </a:lnTo>
                  <a:lnTo>
                    <a:pt x="428" y="212"/>
                  </a:lnTo>
                  <a:close/>
                  <a:moveTo>
                    <a:pt x="391" y="204"/>
                  </a:moveTo>
                  <a:lnTo>
                    <a:pt x="392" y="204"/>
                  </a:lnTo>
                  <a:lnTo>
                    <a:pt x="394" y="205"/>
                  </a:lnTo>
                  <a:lnTo>
                    <a:pt x="392" y="207"/>
                  </a:lnTo>
                  <a:lnTo>
                    <a:pt x="392" y="208"/>
                  </a:lnTo>
                  <a:lnTo>
                    <a:pt x="394" y="209"/>
                  </a:lnTo>
                  <a:lnTo>
                    <a:pt x="394" y="212"/>
                  </a:lnTo>
                  <a:lnTo>
                    <a:pt x="392" y="212"/>
                  </a:lnTo>
                  <a:lnTo>
                    <a:pt x="391" y="211"/>
                  </a:lnTo>
                  <a:lnTo>
                    <a:pt x="390" y="211"/>
                  </a:lnTo>
                  <a:lnTo>
                    <a:pt x="388" y="208"/>
                  </a:lnTo>
                  <a:lnTo>
                    <a:pt x="388" y="204"/>
                  </a:lnTo>
                  <a:lnTo>
                    <a:pt x="391" y="204"/>
                  </a:lnTo>
                  <a:close/>
                  <a:moveTo>
                    <a:pt x="355" y="197"/>
                  </a:moveTo>
                  <a:lnTo>
                    <a:pt x="357" y="197"/>
                  </a:lnTo>
                  <a:lnTo>
                    <a:pt x="358" y="200"/>
                  </a:lnTo>
                  <a:lnTo>
                    <a:pt x="359" y="203"/>
                  </a:lnTo>
                  <a:lnTo>
                    <a:pt x="362" y="204"/>
                  </a:lnTo>
                  <a:lnTo>
                    <a:pt x="363" y="207"/>
                  </a:lnTo>
                  <a:lnTo>
                    <a:pt x="363" y="208"/>
                  </a:lnTo>
                  <a:lnTo>
                    <a:pt x="361" y="208"/>
                  </a:lnTo>
                  <a:lnTo>
                    <a:pt x="358" y="211"/>
                  </a:lnTo>
                  <a:lnTo>
                    <a:pt x="357" y="212"/>
                  </a:lnTo>
                  <a:lnTo>
                    <a:pt x="355" y="213"/>
                  </a:lnTo>
                  <a:lnTo>
                    <a:pt x="354" y="212"/>
                  </a:lnTo>
                  <a:lnTo>
                    <a:pt x="353" y="213"/>
                  </a:lnTo>
                  <a:lnTo>
                    <a:pt x="353" y="211"/>
                  </a:lnTo>
                  <a:lnTo>
                    <a:pt x="351" y="211"/>
                  </a:lnTo>
                  <a:lnTo>
                    <a:pt x="351" y="212"/>
                  </a:lnTo>
                  <a:lnTo>
                    <a:pt x="351" y="213"/>
                  </a:lnTo>
                  <a:lnTo>
                    <a:pt x="350" y="213"/>
                  </a:lnTo>
                  <a:lnTo>
                    <a:pt x="349" y="212"/>
                  </a:lnTo>
                  <a:lnTo>
                    <a:pt x="349" y="208"/>
                  </a:lnTo>
                  <a:lnTo>
                    <a:pt x="349" y="205"/>
                  </a:lnTo>
                  <a:lnTo>
                    <a:pt x="347" y="204"/>
                  </a:lnTo>
                  <a:lnTo>
                    <a:pt x="346" y="201"/>
                  </a:lnTo>
                  <a:lnTo>
                    <a:pt x="349" y="200"/>
                  </a:lnTo>
                  <a:lnTo>
                    <a:pt x="351" y="200"/>
                  </a:lnTo>
                  <a:lnTo>
                    <a:pt x="353" y="197"/>
                  </a:lnTo>
                  <a:lnTo>
                    <a:pt x="355" y="197"/>
                  </a:lnTo>
                  <a:close/>
                  <a:moveTo>
                    <a:pt x="401" y="197"/>
                  </a:moveTo>
                  <a:lnTo>
                    <a:pt x="404" y="197"/>
                  </a:lnTo>
                  <a:lnTo>
                    <a:pt x="407" y="199"/>
                  </a:lnTo>
                  <a:lnTo>
                    <a:pt x="407" y="200"/>
                  </a:lnTo>
                  <a:lnTo>
                    <a:pt x="405" y="200"/>
                  </a:lnTo>
                  <a:lnTo>
                    <a:pt x="403" y="200"/>
                  </a:lnTo>
                  <a:lnTo>
                    <a:pt x="400" y="197"/>
                  </a:lnTo>
                  <a:lnTo>
                    <a:pt x="401" y="197"/>
                  </a:lnTo>
                  <a:close/>
                  <a:moveTo>
                    <a:pt x="432" y="192"/>
                  </a:moveTo>
                  <a:lnTo>
                    <a:pt x="433" y="195"/>
                  </a:lnTo>
                  <a:lnTo>
                    <a:pt x="436" y="197"/>
                  </a:lnTo>
                  <a:lnTo>
                    <a:pt x="436" y="201"/>
                  </a:lnTo>
                  <a:lnTo>
                    <a:pt x="438" y="204"/>
                  </a:lnTo>
                  <a:lnTo>
                    <a:pt x="438" y="205"/>
                  </a:lnTo>
                  <a:lnTo>
                    <a:pt x="436" y="207"/>
                  </a:lnTo>
                  <a:lnTo>
                    <a:pt x="434" y="205"/>
                  </a:lnTo>
                  <a:lnTo>
                    <a:pt x="432" y="205"/>
                  </a:lnTo>
                  <a:lnTo>
                    <a:pt x="430" y="204"/>
                  </a:lnTo>
                  <a:lnTo>
                    <a:pt x="428" y="204"/>
                  </a:lnTo>
                  <a:lnTo>
                    <a:pt x="428" y="203"/>
                  </a:lnTo>
                  <a:lnTo>
                    <a:pt x="429" y="199"/>
                  </a:lnTo>
                  <a:lnTo>
                    <a:pt x="429" y="196"/>
                  </a:lnTo>
                  <a:lnTo>
                    <a:pt x="432" y="192"/>
                  </a:lnTo>
                  <a:close/>
                  <a:moveTo>
                    <a:pt x="396" y="188"/>
                  </a:moveTo>
                  <a:lnTo>
                    <a:pt x="396" y="188"/>
                  </a:lnTo>
                  <a:lnTo>
                    <a:pt x="395" y="190"/>
                  </a:lnTo>
                  <a:lnTo>
                    <a:pt x="395" y="191"/>
                  </a:lnTo>
                  <a:lnTo>
                    <a:pt x="396" y="192"/>
                  </a:lnTo>
                  <a:lnTo>
                    <a:pt x="394" y="193"/>
                  </a:lnTo>
                  <a:lnTo>
                    <a:pt x="392" y="192"/>
                  </a:lnTo>
                  <a:lnTo>
                    <a:pt x="390" y="195"/>
                  </a:lnTo>
                  <a:lnTo>
                    <a:pt x="390" y="193"/>
                  </a:lnTo>
                  <a:lnTo>
                    <a:pt x="391" y="190"/>
                  </a:lnTo>
                  <a:lnTo>
                    <a:pt x="395" y="188"/>
                  </a:lnTo>
                  <a:lnTo>
                    <a:pt x="396" y="188"/>
                  </a:lnTo>
                  <a:close/>
                  <a:moveTo>
                    <a:pt x="462" y="162"/>
                  </a:moveTo>
                  <a:lnTo>
                    <a:pt x="465" y="163"/>
                  </a:lnTo>
                  <a:lnTo>
                    <a:pt x="463" y="163"/>
                  </a:lnTo>
                  <a:lnTo>
                    <a:pt x="461" y="163"/>
                  </a:lnTo>
                  <a:lnTo>
                    <a:pt x="459" y="163"/>
                  </a:lnTo>
                  <a:lnTo>
                    <a:pt x="462" y="162"/>
                  </a:lnTo>
                  <a:close/>
                  <a:moveTo>
                    <a:pt x="446" y="161"/>
                  </a:moveTo>
                  <a:lnTo>
                    <a:pt x="448" y="162"/>
                  </a:lnTo>
                  <a:lnTo>
                    <a:pt x="446" y="165"/>
                  </a:lnTo>
                  <a:lnTo>
                    <a:pt x="444" y="163"/>
                  </a:lnTo>
                  <a:lnTo>
                    <a:pt x="444" y="162"/>
                  </a:lnTo>
                  <a:lnTo>
                    <a:pt x="445" y="161"/>
                  </a:lnTo>
                  <a:lnTo>
                    <a:pt x="446" y="161"/>
                  </a:lnTo>
                  <a:close/>
                  <a:moveTo>
                    <a:pt x="453" y="159"/>
                  </a:moveTo>
                  <a:lnTo>
                    <a:pt x="455" y="159"/>
                  </a:lnTo>
                  <a:lnTo>
                    <a:pt x="454" y="161"/>
                  </a:lnTo>
                  <a:lnTo>
                    <a:pt x="453" y="162"/>
                  </a:lnTo>
                  <a:lnTo>
                    <a:pt x="450" y="162"/>
                  </a:lnTo>
                  <a:lnTo>
                    <a:pt x="450" y="161"/>
                  </a:lnTo>
                  <a:lnTo>
                    <a:pt x="451" y="159"/>
                  </a:lnTo>
                  <a:lnTo>
                    <a:pt x="453" y="159"/>
                  </a:lnTo>
                  <a:close/>
                  <a:moveTo>
                    <a:pt x="480" y="158"/>
                  </a:moveTo>
                  <a:lnTo>
                    <a:pt x="482" y="159"/>
                  </a:lnTo>
                  <a:lnTo>
                    <a:pt x="484" y="161"/>
                  </a:lnTo>
                  <a:lnTo>
                    <a:pt x="483" y="162"/>
                  </a:lnTo>
                  <a:lnTo>
                    <a:pt x="482" y="162"/>
                  </a:lnTo>
                  <a:lnTo>
                    <a:pt x="480" y="158"/>
                  </a:lnTo>
                  <a:close/>
                  <a:moveTo>
                    <a:pt x="473" y="154"/>
                  </a:moveTo>
                  <a:lnTo>
                    <a:pt x="475" y="155"/>
                  </a:lnTo>
                  <a:lnTo>
                    <a:pt x="473" y="157"/>
                  </a:lnTo>
                  <a:lnTo>
                    <a:pt x="471" y="157"/>
                  </a:lnTo>
                  <a:lnTo>
                    <a:pt x="471" y="155"/>
                  </a:lnTo>
                  <a:lnTo>
                    <a:pt x="471" y="154"/>
                  </a:lnTo>
                  <a:lnTo>
                    <a:pt x="473" y="154"/>
                  </a:lnTo>
                  <a:close/>
                  <a:moveTo>
                    <a:pt x="413" y="149"/>
                  </a:moveTo>
                  <a:lnTo>
                    <a:pt x="415" y="150"/>
                  </a:lnTo>
                  <a:lnTo>
                    <a:pt x="415" y="151"/>
                  </a:lnTo>
                  <a:lnTo>
                    <a:pt x="416" y="153"/>
                  </a:lnTo>
                  <a:lnTo>
                    <a:pt x="413" y="154"/>
                  </a:lnTo>
                  <a:lnTo>
                    <a:pt x="412" y="153"/>
                  </a:lnTo>
                  <a:lnTo>
                    <a:pt x="412" y="151"/>
                  </a:lnTo>
                  <a:lnTo>
                    <a:pt x="411" y="151"/>
                  </a:lnTo>
                  <a:lnTo>
                    <a:pt x="411" y="150"/>
                  </a:lnTo>
                  <a:lnTo>
                    <a:pt x="413" y="149"/>
                  </a:lnTo>
                  <a:close/>
                  <a:moveTo>
                    <a:pt x="462" y="145"/>
                  </a:moveTo>
                  <a:lnTo>
                    <a:pt x="463" y="146"/>
                  </a:lnTo>
                  <a:lnTo>
                    <a:pt x="463" y="146"/>
                  </a:lnTo>
                  <a:lnTo>
                    <a:pt x="462" y="147"/>
                  </a:lnTo>
                  <a:lnTo>
                    <a:pt x="461" y="149"/>
                  </a:lnTo>
                  <a:lnTo>
                    <a:pt x="462" y="149"/>
                  </a:lnTo>
                  <a:lnTo>
                    <a:pt x="461" y="150"/>
                  </a:lnTo>
                  <a:lnTo>
                    <a:pt x="459" y="149"/>
                  </a:lnTo>
                  <a:lnTo>
                    <a:pt x="459" y="147"/>
                  </a:lnTo>
                  <a:lnTo>
                    <a:pt x="462" y="145"/>
                  </a:lnTo>
                  <a:close/>
                  <a:moveTo>
                    <a:pt x="226" y="143"/>
                  </a:moveTo>
                  <a:lnTo>
                    <a:pt x="228" y="145"/>
                  </a:lnTo>
                  <a:lnTo>
                    <a:pt x="228" y="146"/>
                  </a:lnTo>
                  <a:lnTo>
                    <a:pt x="224" y="147"/>
                  </a:lnTo>
                  <a:lnTo>
                    <a:pt x="224" y="149"/>
                  </a:lnTo>
                  <a:lnTo>
                    <a:pt x="222" y="150"/>
                  </a:lnTo>
                  <a:lnTo>
                    <a:pt x="221" y="147"/>
                  </a:lnTo>
                  <a:lnTo>
                    <a:pt x="222" y="146"/>
                  </a:lnTo>
                  <a:lnTo>
                    <a:pt x="224" y="146"/>
                  </a:lnTo>
                  <a:lnTo>
                    <a:pt x="226" y="143"/>
                  </a:lnTo>
                  <a:close/>
                  <a:moveTo>
                    <a:pt x="466" y="143"/>
                  </a:move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7" y="146"/>
                  </a:lnTo>
                  <a:lnTo>
                    <a:pt x="466" y="146"/>
                  </a:lnTo>
                  <a:lnTo>
                    <a:pt x="466" y="145"/>
                  </a:lnTo>
                  <a:lnTo>
                    <a:pt x="466" y="143"/>
                  </a:lnTo>
                  <a:close/>
                  <a:moveTo>
                    <a:pt x="473" y="142"/>
                  </a:moveTo>
                  <a:lnTo>
                    <a:pt x="474" y="143"/>
                  </a:lnTo>
                  <a:lnTo>
                    <a:pt x="474" y="145"/>
                  </a:lnTo>
                  <a:lnTo>
                    <a:pt x="471" y="146"/>
                  </a:lnTo>
                  <a:lnTo>
                    <a:pt x="471" y="146"/>
                  </a:lnTo>
                  <a:lnTo>
                    <a:pt x="470" y="146"/>
                  </a:lnTo>
                  <a:lnTo>
                    <a:pt x="471" y="145"/>
                  </a:lnTo>
                  <a:lnTo>
                    <a:pt x="470" y="143"/>
                  </a:lnTo>
                  <a:lnTo>
                    <a:pt x="471" y="142"/>
                  </a:lnTo>
                  <a:lnTo>
                    <a:pt x="473" y="142"/>
                  </a:lnTo>
                  <a:close/>
                  <a:moveTo>
                    <a:pt x="462" y="136"/>
                  </a:moveTo>
                  <a:lnTo>
                    <a:pt x="465" y="136"/>
                  </a:lnTo>
                  <a:lnTo>
                    <a:pt x="465" y="137"/>
                  </a:lnTo>
                  <a:lnTo>
                    <a:pt x="463" y="140"/>
                  </a:lnTo>
                  <a:lnTo>
                    <a:pt x="462" y="138"/>
                  </a:lnTo>
                  <a:lnTo>
                    <a:pt x="459" y="137"/>
                  </a:lnTo>
                  <a:lnTo>
                    <a:pt x="459" y="137"/>
                  </a:lnTo>
                  <a:lnTo>
                    <a:pt x="461" y="136"/>
                  </a:lnTo>
                  <a:lnTo>
                    <a:pt x="462" y="136"/>
                  </a:lnTo>
                  <a:close/>
                  <a:moveTo>
                    <a:pt x="471" y="128"/>
                  </a:moveTo>
                  <a:lnTo>
                    <a:pt x="475" y="128"/>
                  </a:lnTo>
                  <a:lnTo>
                    <a:pt x="477" y="129"/>
                  </a:lnTo>
                  <a:lnTo>
                    <a:pt x="477" y="130"/>
                  </a:lnTo>
                  <a:lnTo>
                    <a:pt x="474" y="130"/>
                  </a:lnTo>
                  <a:lnTo>
                    <a:pt x="475" y="132"/>
                  </a:lnTo>
                  <a:lnTo>
                    <a:pt x="475" y="133"/>
                  </a:lnTo>
                  <a:lnTo>
                    <a:pt x="474" y="133"/>
                  </a:lnTo>
                  <a:lnTo>
                    <a:pt x="473" y="133"/>
                  </a:lnTo>
                  <a:lnTo>
                    <a:pt x="470" y="132"/>
                  </a:lnTo>
                  <a:lnTo>
                    <a:pt x="469" y="132"/>
                  </a:lnTo>
                  <a:lnTo>
                    <a:pt x="467" y="129"/>
                  </a:lnTo>
                  <a:lnTo>
                    <a:pt x="469" y="129"/>
                  </a:lnTo>
                  <a:lnTo>
                    <a:pt x="470" y="130"/>
                  </a:lnTo>
                  <a:lnTo>
                    <a:pt x="471" y="130"/>
                  </a:lnTo>
                  <a:lnTo>
                    <a:pt x="470" y="128"/>
                  </a:lnTo>
                  <a:lnTo>
                    <a:pt x="471" y="128"/>
                  </a:lnTo>
                  <a:close/>
                  <a:moveTo>
                    <a:pt x="425" y="118"/>
                  </a:moveTo>
                  <a:lnTo>
                    <a:pt x="425" y="120"/>
                  </a:lnTo>
                  <a:lnTo>
                    <a:pt x="425" y="121"/>
                  </a:lnTo>
                  <a:lnTo>
                    <a:pt x="426" y="122"/>
                  </a:lnTo>
                  <a:lnTo>
                    <a:pt x="426" y="124"/>
                  </a:lnTo>
                  <a:lnTo>
                    <a:pt x="425" y="125"/>
                  </a:lnTo>
                  <a:lnTo>
                    <a:pt x="426" y="128"/>
                  </a:lnTo>
                  <a:lnTo>
                    <a:pt x="425" y="130"/>
                  </a:lnTo>
                  <a:lnTo>
                    <a:pt x="425" y="129"/>
                  </a:lnTo>
                  <a:lnTo>
                    <a:pt x="424" y="126"/>
                  </a:lnTo>
                  <a:lnTo>
                    <a:pt x="424" y="126"/>
                  </a:lnTo>
                  <a:lnTo>
                    <a:pt x="423" y="126"/>
                  </a:lnTo>
                  <a:lnTo>
                    <a:pt x="421" y="126"/>
                  </a:lnTo>
                  <a:lnTo>
                    <a:pt x="420" y="122"/>
                  </a:lnTo>
                  <a:lnTo>
                    <a:pt x="421" y="124"/>
                  </a:lnTo>
                  <a:lnTo>
                    <a:pt x="423" y="124"/>
                  </a:lnTo>
                  <a:lnTo>
                    <a:pt x="423" y="122"/>
                  </a:lnTo>
                  <a:lnTo>
                    <a:pt x="421" y="120"/>
                  </a:lnTo>
                  <a:lnTo>
                    <a:pt x="421" y="118"/>
                  </a:lnTo>
                  <a:lnTo>
                    <a:pt x="423" y="118"/>
                  </a:lnTo>
                  <a:lnTo>
                    <a:pt x="425" y="118"/>
                  </a:lnTo>
                  <a:close/>
                  <a:moveTo>
                    <a:pt x="413" y="107"/>
                  </a:moveTo>
                  <a:lnTo>
                    <a:pt x="415" y="108"/>
                  </a:lnTo>
                  <a:lnTo>
                    <a:pt x="416" y="109"/>
                  </a:lnTo>
                  <a:lnTo>
                    <a:pt x="419" y="109"/>
                  </a:lnTo>
                  <a:lnTo>
                    <a:pt x="417" y="111"/>
                  </a:lnTo>
                  <a:lnTo>
                    <a:pt x="416" y="111"/>
                  </a:lnTo>
                  <a:lnTo>
                    <a:pt x="413" y="109"/>
                  </a:lnTo>
                  <a:lnTo>
                    <a:pt x="412" y="108"/>
                  </a:lnTo>
                  <a:lnTo>
                    <a:pt x="413" y="107"/>
                  </a:lnTo>
                  <a:close/>
                  <a:moveTo>
                    <a:pt x="423" y="104"/>
                  </a:moveTo>
                  <a:lnTo>
                    <a:pt x="424" y="105"/>
                  </a:lnTo>
                  <a:lnTo>
                    <a:pt x="426" y="105"/>
                  </a:lnTo>
                  <a:lnTo>
                    <a:pt x="426" y="107"/>
                  </a:lnTo>
                  <a:lnTo>
                    <a:pt x="425" y="108"/>
                  </a:lnTo>
                  <a:lnTo>
                    <a:pt x="423" y="107"/>
                  </a:lnTo>
                  <a:lnTo>
                    <a:pt x="420" y="108"/>
                  </a:lnTo>
                  <a:lnTo>
                    <a:pt x="419" y="107"/>
                  </a:lnTo>
                  <a:lnTo>
                    <a:pt x="420" y="104"/>
                  </a:lnTo>
                  <a:lnTo>
                    <a:pt x="423" y="104"/>
                  </a:lnTo>
                  <a:close/>
                  <a:moveTo>
                    <a:pt x="786" y="103"/>
                  </a:moveTo>
                  <a:lnTo>
                    <a:pt x="787" y="103"/>
                  </a:lnTo>
                  <a:lnTo>
                    <a:pt x="790" y="105"/>
                  </a:lnTo>
                  <a:lnTo>
                    <a:pt x="791" y="107"/>
                  </a:lnTo>
                  <a:lnTo>
                    <a:pt x="791" y="108"/>
                  </a:lnTo>
                  <a:lnTo>
                    <a:pt x="790" y="107"/>
                  </a:lnTo>
                  <a:lnTo>
                    <a:pt x="790" y="108"/>
                  </a:lnTo>
                  <a:lnTo>
                    <a:pt x="786" y="108"/>
                  </a:lnTo>
                  <a:lnTo>
                    <a:pt x="786" y="107"/>
                  </a:lnTo>
                  <a:lnTo>
                    <a:pt x="785" y="105"/>
                  </a:lnTo>
                  <a:lnTo>
                    <a:pt x="785" y="104"/>
                  </a:lnTo>
                  <a:lnTo>
                    <a:pt x="786" y="103"/>
                  </a:lnTo>
                  <a:close/>
                  <a:moveTo>
                    <a:pt x="291" y="99"/>
                  </a:moveTo>
                  <a:lnTo>
                    <a:pt x="292" y="100"/>
                  </a:lnTo>
                  <a:lnTo>
                    <a:pt x="292" y="103"/>
                  </a:lnTo>
                  <a:lnTo>
                    <a:pt x="293" y="104"/>
                  </a:lnTo>
                  <a:lnTo>
                    <a:pt x="295" y="104"/>
                  </a:lnTo>
                  <a:lnTo>
                    <a:pt x="296" y="105"/>
                  </a:lnTo>
                  <a:lnTo>
                    <a:pt x="299" y="105"/>
                  </a:lnTo>
                  <a:lnTo>
                    <a:pt x="300" y="107"/>
                  </a:lnTo>
                  <a:lnTo>
                    <a:pt x="299" y="109"/>
                  </a:lnTo>
                  <a:lnTo>
                    <a:pt x="299" y="113"/>
                  </a:lnTo>
                  <a:lnTo>
                    <a:pt x="300" y="113"/>
                  </a:lnTo>
                  <a:lnTo>
                    <a:pt x="301" y="113"/>
                  </a:lnTo>
                  <a:lnTo>
                    <a:pt x="301" y="117"/>
                  </a:lnTo>
                  <a:lnTo>
                    <a:pt x="301" y="118"/>
                  </a:lnTo>
                  <a:lnTo>
                    <a:pt x="300" y="121"/>
                  </a:lnTo>
                  <a:lnTo>
                    <a:pt x="301" y="122"/>
                  </a:lnTo>
                  <a:lnTo>
                    <a:pt x="301" y="124"/>
                  </a:lnTo>
                  <a:lnTo>
                    <a:pt x="299" y="125"/>
                  </a:lnTo>
                  <a:lnTo>
                    <a:pt x="297" y="124"/>
                  </a:lnTo>
                  <a:lnTo>
                    <a:pt x="296" y="125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87" y="133"/>
                  </a:lnTo>
                  <a:lnTo>
                    <a:pt x="283" y="136"/>
                  </a:lnTo>
                  <a:lnTo>
                    <a:pt x="282" y="136"/>
                  </a:lnTo>
                  <a:lnTo>
                    <a:pt x="278" y="138"/>
                  </a:lnTo>
                  <a:lnTo>
                    <a:pt x="274" y="143"/>
                  </a:lnTo>
                  <a:lnTo>
                    <a:pt x="268" y="147"/>
                  </a:lnTo>
                  <a:lnTo>
                    <a:pt x="267" y="147"/>
                  </a:lnTo>
                  <a:lnTo>
                    <a:pt x="266" y="151"/>
                  </a:lnTo>
                  <a:lnTo>
                    <a:pt x="265" y="155"/>
                  </a:lnTo>
                  <a:lnTo>
                    <a:pt x="261" y="157"/>
                  </a:lnTo>
                  <a:lnTo>
                    <a:pt x="261" y="161"/>
                  </a:lnTo>
                  <a:lnTo>
                    <a:pt x="259" y="162"/>
                  </a:lnTo>
                  <a:lnTo>
                    <a:pt x="258" y="165"/>
                  </a:lnTo>
                  <a:lnTo>
                    <a:pt x="254" y="168"/>
                  </a:lnTo>
                  <a:lnTo>
                    <a:pt x="253" y="170"/>
                  </a:lnTo>
                  <a:lnTo>
                    <a:pt x="253" y="167"/>
                  </a:lnTo>
                  <a:lnTo>
                    <a:pt x="251" y="170"/>
                  </a:lnTo>
                  <a:lnTo>
                    <a:pt x="251" y="171"/>
                  </a:lnTo>
                  <a:lnTo>
                    <a:pt x="254" y="172"/>
                  </a:lnTo>
                  <a:lnTo>
                    <a:pt x="253" y="174"/>
                  </a:lnTo>
                  <a:lnTo>
                    <a:pt x="250" y="175"/>
                  </a:lnTo>
                  <a:lnTo>
                    <a:pt x="250" y="176"/>
                  </a:lnTo>
                  <a:lnTo>
                    <a:pt x="250" y="178"/>
                  </a:lnTo>
                  <a:lnTo>
                    <a:pt x="250" y="180"/>
                  </a:lnTo>
                  <a:lnTo>
                    <a:pt x="249" y="182"/>
                  </a:lnTo>
                  <a:lnTo>
                    <a:pt x="247" y="180"/>
                  </a:lnTo>
                  <a:lnTo>
                    <a:pt x="245" y="180"/>
                  </a:lnTo>
                  <a:lnTo>
                    <a:pt x="246" y="182"/>
                  </a:lnTo>
                  <a:lnTo>
                    <a:pt x="247" y="183"/>
                  </a:lnTo>
                  <a:lnTo>
                    <a:pt x="246" y="184"/>
                  </a:lnTo>
                  <a:lnTo>
                    <a:pt x="243" y="183"/>
                  </a:lnTo>
                  <a:lnTo>
                    <a:pt x="241" y="182"/>
                  </a:lnTo>
                  <a:lnTo>
                    <a:pt x="239" y="182"/>
                  </a:lnTo>
                  <a:lnTo>
                    <a:pt x="239" y="186"/>
                  </a:lnTo>
                  <a:lnTo>
                    <a:pt x="241" y="186"/>
                  </a:lnTo>
                  <a:lnTo>
                    <a:pt x="242" y="186"/>
                  </a:lnTo>
                  <a:lnTo>
                    <a:pt x="241" y="188"/>
                  </a:lnTo>
                  <a:lnTo>
                    <a:pt x="239" y="188"/>
                  </a:lnTo>
                  <a:lnTo>
                    <a:pt x="237" y="187"/>
                  </a:lnTo>
                  <a:lnTo>
                    <a:pt x="236" y="187"/>
                  </a:lnTo>
                  <a:lnTo>
                    <a:pt x="238" y="191"/>
                  </a:lnTo>
                  <a:lnTo>
                    <a:pt x="239" y="192"/>
                  </a:lnTo>
                  <a:lnTo>
                    <a:pt x="239" y="195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9" y="200"/>
                  </a:lnTo>
                  <a:lnTo>
                    <a:pt x="239" y="201"/>
                  </a:lnTo>
                  <a:lnTo>
                    <a:pt x="239" y="203"/>
                  </a:lnTo>
                  <a:lnTo>
                    <a:pt x="237" y="201"/>
                  </a:lnTo>
                  <a:lnTo>
                    <a:pt x="236" y="201"/>
                  </a:lnTo>
                  <a:lnTo>
                    <a:pt x="234" y="199"/>
                  </a:lnTo>
                  <a:lnTo>
                    <a:pt x="233" y="197"/>
                  </a:lnTo>
                  <a:lnTo>
                    <a:pt x="233" y="199"/>
                  </a:lnTo>
                  <a:lnTo>
                    <a:pt x="234" y="201"/>
                  </a:lnTo>
                  <a:lnTo>
                    <a:pt x="237" y="205"/>
                  </a:lnTo>
                  <a:lnTo>
                    <a:pt x="238" y="209"/>
                  </a:lnTo>
                  <a:lnTo>
                    <a:pt x="237" y="211"/>
                  </a:lnTo>
                  <a:lnTo>
                    <a:pt x="236" y="209"/>
                  </a:lnTo>
                  <a:lnTo>
                    <a:pt x="236" y="208"/>
                  </a:lnTo>
                  <a:lnTo>
                    <a:pt x="234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0" y="207"/>
                  </a:lnTo>
                  <a:lnTo>
                    <a:pt x="230" y="208"/>
                  </a:lnTo>
                  <a:lnTo>
                    <a:pt x="232" y="208"/>
                  </a:lnTo>
                  <a:lnTo>
                    <a:pt x="234" y="208"/>
                  </a:lnTo>
                  <a:lnTo>
                    <a:pt x="236" y="212"/>
                  </a:lnTo>
                  <a:lnTo>
                    <a:pt x="237" y="213"/>
                  </a:lnTo>
                  <a:lnTo>
                    <a:pt x="237" y="215"/>
                  </a:lnTo>
                  <a:lnTo>
                    <a:pt x="236" y="217"/>
                  </a:lnTo>
                  <a:lnTo>
                    <a:pt x="236" y="220"/>
                  </a:lnTo>
                  <a:lnTo>
                    <a:pt x="234" y="222"/>
                  </a:lnTo>
                  <a:lnTo>
                    <a:pt x="233" y="224"/>
                  </a:lnTo>
                  <a:lnTo>
                    <a:pt x="232" y="225"/>
                  </a:lnTo>
                  <a:lnTo>
                    <a:pt x="229" y="225"/>
                  </a:lnTo>
                  <a:lnTo>
                    <a:pt x="226" y="224"/>
                  </a:lnTo>
                  <a:lnTo>
                    <a:pt x="225" y="221"/>
                  </a:lnTo>
                  <a:lnTo>
                    <a:pt x="225" y="221"/>
                  </a:lnTo>
                  <a:lnTo>
                    <a:pt x="224" y="222"/>
                  </a:lnTo>
                  <a:lnTo>
                    <a:pt x="225" y="224"/>
                  </a:lnTo>
                  <a:lnTo>
                    <a:pt x="224" y="225"/>
                  </a:lnTo>
                  <a:lnTo>
                    <a:pt x="221" y="224"/>
                  </a:lnTo>
                  <a:lnTo>
                    <a:pt x="220" y="222"/>
                  </a:lnTo>
                  <a:lnTo>
                    <a:pt x="217" y="222"/>
                  </a:lnTo>
                  <a:lnTo>
                    <a:pt x="214" y="224"/>
                  </a:lnTo>
                  <a:lnTo>
                    <a:pt x="212" y="225"/>
                  </a:lnTo>
                  <a:lnTo>
                    <a:pt x="208" y="225"/>
                  </a:lnTo>
                  <a:lnTo>
                    <a:pt x="208" y="224"/>
                  </a:lnTo>
                  <a:lnTo>
                    <a:pt x="208" y="224"/>
                  </a:lnTo>
                  <a:lnTo>
                    <a:pt x="208" y="221"/>
                  </a:lnTo>
                  <a:lnTo>
                    <a:pt x="208" y="220"/>
                  </a:lnTo>
                  <a:lnTo>
                    <a:pt x="209" y="217"/>
                  </a:lnTo>
                  <a:lnTo>
                    <a:pt x="213" y="216"/>
                  </a:lnTo>
                  <a:lnTo>
                    <a:pt x="213" y="215"/>
                  </a:lnTo>
                  <a:lnTo>
                    <a:pt x="214" y="215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7" y="215"/>
                  </a:lnTo>
                  <a:lnTo>
                    <a:pt x="216" y="213"/>
                  </a:lnTo>
                  <a:lnTo>
                    <a:pt x="214" y="213"/>
                  </a:lnTo>
                  <a:lnTo>
                    <a:pt x="212" y="213"/>
                  </a:lnTo>
                  <a:lnTo>
                    <a:pt x="208" y="216"/>
                  </a:lnTo>
                  <a:lnTo>
                    <a:pt x="207" y="217"/>
                  </a:lnTo>
                  <a:lnTo>
                    <a:pt x="207" y="218"/>
                  </a:lnTo>
                  <a:lnTo>
                    <a:pt x="205" y="218"/>
                  </a:lnTo>
                  <a:lnTo>
                    <a:pt x="203" y="218"/>
                  </a:lnTo>
                  <a:lnTo>
                    <a:pt x="200" y="216"/>
                  </a:lnTo>
                  <a:lnTo>
                    <a:pt x="201" y="215"/>
                  </a:lnTo>
                  <a:lnTo>
                    <a:pt x="203" y="215"/>
                  </a:lnTo>
                  <a:lnTo>
                    <a:pt x="204" y="213"/>
                  </a:lnTo>
                  <a:lnTo>
                    <a:pt x="203" y="212"/>
                  </a:lnTo>
                  <a:lnTo>
                    <a:pt x="204" y="211"/>
                  </a:lnTo>
                  <a:lnTo>
                    <a:pt x="205" y="208"/>
                  </a:lnTo>
                  <a:lnTo>
                    <a:pt x="207" y="209"/>
                  </a:lnTo>
                  <a:lnTo>
                    <a:pt x="207" y="208"/>
                  </a:lnTo>
                  <a:lnTo>
                    <a:pt x="208" y="208"/>
                  </a:lnTo>
                  <a:lnTo>
                    <a:pt x="207" y="207"/>
                  </a:lnTo>
                  <a:lnTo>
                    <a:pt x="207" y="205"/>
                  </a:lnTo>
                  <a:lnTo>
                    <a:pt x="208" y="204"/>
                  </a:lnTo>
                  <a:lnTo>
                    <a:pt x="208" y="203"/>
                  </a:lnTo>
                  <a:lnTo>
                    <a:pt x="209" y="201"/>
                  </a:lnTo>
                  <a:lnTo>
                    <a:pt x="212" y="201"/>
                  </a:lnTo>
                  <a:lnTo>
                    <a:pt x="213" y="203"/>
                  </a:lnTo>
                  <a:lnTo>
                    <a:pt x="216" y="203"/>
                  </a:lnTo>
                  <a:lnTo>
                    <a:pt x="217" y="204"/>
                  </a:lnTo>
                  <a:lnTo>
                    <a:pt x="220" y="205"/>
                  </a:lnTo>
                  <a:lnTo>
                    <a:pt x="218" y="204"/>
                  </a:lnTo>
                  <a:lnTo>
                    <a:pt x="218" y="203"/>
                  </a:lnTo>
                  <a:lnTo>
                    <a:pt x="217" y="203"/>
                  </a:lnTo>
                  <a:lnTo>
                    <a:pt x="214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1" y="199"/>
                  </a:lnTo>
                  <a:lnTo>
                    <a:pt x="212" y="197"/>
                  </a:lnTo>
                  <a:lnTo>
                    <a:pt x="214" y="197"/>
                  </a:lnTo>
                  <a:lnTo>
                    <a:pt x="214" y="196"/>
                  </a:lnTo>
                  <a:lnTo>
                    <a:pt x="212" y="196"/>
                  </a:lnTo>
                  <a:lnTo>
                    <a:pt x="209" y="196"/>
                  </a:lnTo>
                  <a:lnTo>
                    <a:pt x="208" y="196"/>
                  </a:lnTo>
                  <a:lnTo>
                    <a:pt x="209" y="195"/>
                  </a:lnTo>
                  <a:lnTo>
                    <a:pt x="211" y="193"/>
                  </a:lnTo>
                  <a:lnTo>
                    <a:pt x="213" y="193"/>
                  </a:lnTo>
                  <a:lnTo>
                    <a:pt x="216" y="192"/>
                  </a:lnTo>
                  <a:lnTo>
                    <a:pt x="216" y="192"/>
                  </a:lnTo>
                  <a:lnTo>
                    <a:pt x="216" y="191"/>
                  </a:lnTo>
                  <a:lnTo>
                    <a:pt x="213" y="192"/>
                  </a:lnTo>
                  <a:lnTo>
                    <a:pt x="212" y="191"/>
                  </a:lnTo>
                  <a:lnTo>
                    <a:pt x="211" y="191"/>
                  </a:lnTo>
                  <a:lnTo>
                    <a:pt x="209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3" y="186"/>
                  </a:lnTo>
                  <a:lnTo>
                    <a:pt x="216" y="186"/>
                  </a:lnTo>
                  <a:lnTo>
                    <a:pt x="217" y="186"/>
                  </a:lnTo>
                  <a:lnTo>
                    <a:pt x="218" y="183"/>
                  </a:lnTo>
                  <a:lnTo>
                    <a:pt x="217" y="183"/>
                  </a:lnTo>
                  <a:lnTo>
                    <a:pt x="216" y="184"/>
                  </a:lnTo>
                  <a:lnTo>
                    <a:pt x="213" y="184"/>
                  </a:lnTo>
                  <a:lnTo>
                    <a:pt x="213" y="183"/>
                  </a:lnTo>
                  <a:lnTo>
                    <a:pt x="212" y="183"/>
                  </a:lnTo>
                  <a:lnTo>
                    <a:pt x="211" y="184"/>
                  </a:lnTo>
                  <a:lnTo>
                    <a:pt x="209" y="184"/>
                  </a:lnTo>
                  <a:lnTo>
                    <a:pt x="209" y="183"/>
                  </a:lnTo>
                  <a:lnTo>
                    <a:pt x="209" y="180"/>
                  </a:lnTo>
                  <a:lnTo>
                    <a:pt x="209" y="179"/>
                  </a:lnTo>
                  <a:lnTo>
                    <a:pt x="209" y="179"/>
                  </a:lnTo>
                  <a:lnTo>
                    <a:pt x="208" y="179"/>
                  </a:lnTo>
                  <a:lnTo>
                    <a:pt x="205" y="178"/>
                  </a:lnTo>
                  <a:lnTo>
                    <a:pt x="205" y="175"/>
                  </a:lnTo>
                  <a:lnTo>
                    <a:pt x="205" y="171"/>
                  </a:lnTo>
                  <a:lnTo>
                    <a:pt x="207" y="171"/>
                  </a:lnTo>
                  <a:lnTo>
                    <a:pt x="207" y="172"/>
                  </a:lnTo>
                  <a:lnTo>
                    <a:pt x="208" y="174"/>
                  </a:lnTo>
                  <a:lnTo>
                    <a:pt x="211" y="175"/>
                  </a:lnTo>
                  <a:lnTo>
                    <a:pt x="212" y="174"/>
                  </a:lnTo>
                  <a:lnTo>
                    <a:pt x="213" y="171"/>
                  </a:lnTo>
                  <a:lnTo>
                    <a:pt x="213" y="170"/>
                  </a:lnTo>
                  <a:lnTo>
                    <a:pt x="213" y="168"/>
                  </a:lnTo>
                  <a:lnTo>
                    <a:pt x="216" y="167"/>
                  </a:lnTo>
                  <a:lnTo>
                    <a:pt x="218" y="167"/>
                  </a:lnTo>
                  <a:lnTo>
                    <a:pt x="221" y="168"/>
                  </a:lnTo>
                  <a:lnTo>
                    <a:pt x="222" y="167"/>
                  </a:lnTo>
                  <a:lnTo>
                    <a:pt x="222" y="165"/>
                  </a:lnTo>
                  <a:lnTo>
                    <a:pt x="222" y="163"/>
                  </a:lnTo>
                  <a:lnTo>
                    <a:pt x="221" y="162"/>
                  </a:lnTo>
                  <a:lnTo>
                    <a:pt x="220" y="163"/>
                  </a:lnTo>
                  <a:lnTo>
                    <a:pt x="218" y="163"/>
                  </a:lnTo>
                  <a:lnTo>
                    <a:pt x="218" y="161"/>
                  </a:lnTo>
                  <a:lnTo>
                    <a:pt x="218" y="158"/>
                  </a:lnTo>
                  <a:lnTo>
                    <a:pt x="220" y="157"/>
                  </a:lnTo>
                  <a:lnTo>
                    <a:pt x="224" y="157"/>
                  </a:lnTo>
                  <a:lnTo>
                    <a:pt x="225" y="155"/>
                  </a:lnTo>
                  <a:lnTo>
                    <a:pt x="224" y="155"/>
                  </a:lnTo>
                  <a:lnTo>
                    <a:pt x="224" y="154"/>
                  </a:lnTo>
                  <a:lnTo>
                    <a:pt x="224" y="151"/>
                  </a:lnTo>
                  <a:lnTo>
                    <a:pt x="225" y="150"/>
                  </a:lnTo>
                  <a:lnTo>
                    <a:pt x="228" y="149"/>
                  </a:lnTo>
                  <a:lnTo>
                    <a:pt x="228" y="147"/>
                  </a:lnTo>
                  <a:lnTo>
                    <a:pt x="229" y="146"/>
                  </a:lnTo>
                  <a:lnTo>
                    <a:pt x="232" y="146"/>
                  </a:lnTo>
                  <a:lnTo>
                    <a:pt x="233" y="145"/>
                  </a:lnTo>
                  <a:lnTo>
                    <a:pt x="234" y="143"/>
                  </a:lnTo>
                  <a:lnTo>
                    <a:pt x="232" y="142"/>
                  </a:lnTo>
                  <a:lnTo>
                    <a:pt x="232" y="141"/>
                  </a:lnTo>
                  <a:lnTo>
                    <a:pt x="234" y="140"/>
                  </a:lnTo>
                  <a:lnTo>
                    <a:pt x="236" y="137"/>
                  </a:lnTo>
                  <a:lnTo>
                    <a:pt x="237" y="137"/>
                  </a:lnTo>
                  <a:lnTo>
                    <a:pt x="237" y="138"/>
                  </a:lnTo>
                  <a:lnTo>
                    <a:pt x="237" y="140"/>
                  </a:lnTo>
                  <a:lnTo>
                    <a:pt x="237" y="141"/>
                  </a:lnTo>
                  <a:lnTo>
                    <a:pt x="237" y="141"/>
                  </a:lnTo>
                  <a:lnTo>
                    <a:pt x="238" y="140"/>
                  </a:lnTo>
                  <a:lnTo>
                    <a:pt x="239" y="138"/>
                  </a:lnTo>
                  <a:lnTo>
                    <a:pt x="239" y="138"/>
                  </a:lnTo>
                  <a:lnTo>
                    <a:pt x="239" y="137"/>
                  </a:lnTo>
                  <a:lnTo>
                    <a:pt x="238" y="134"/>
                  </a:lnTo>
                  <a:lnTo>
                    <a:pt x="238" y="133"/>
                  </a:lnTo>
                  <a:lnTo>
                    <a:pt x="239" y="132"/>
                  </a:lnTo>
                  <a:lnTo>
                    <a:pt x="241" y="132"/>
                  </a:lnTo>
                  <a:lnTo>
                    <a:pt x="245" y="130"/>
                  </a:lnTo>
                  <a:lnTo>
                    <a:pt x="249" y="130"/>
                  </a:lnTo>
                  <a:lnTo>
                    <a:pt x="250" y="132"/>
                  </a:lnTo>
                  <a:lnTo>
                    <a:pt x="251" y="134"/>
                  </a:lnTo>
                  <a:lnTo>
                    <a:pt x="251" y="133"/>
                  </a:lnTo>
                  <a:lnTo>
                    <a:pt x="251" y="130"/>
                  </a:lnTo>
                  <a:lnTo>
                    <a:pt x="251" y="129"/>
                  </a:lnTo>
                  <a:lnTo>
                    <a:pt x="253" y="129"/>
                  </a:lnTo>
                  <a:lnTo>
                    <a:pt x="253" y="130"/>
                  </a:lnTo>
                  <a:lnTo>
                    <a:pt x="254" y="132"/>
                  </a:lnTo>
                  <a:lnTo>
                    <a:pt x="257" y="130"/>
                  </a:lnTo>
                  <a:lnTo>
                    <a:pt x="258" y="126"/>
                  </a:lnTo>
                  <a:lnTo>
                    <a:pt x="259" y="125"/>
                  </a:lnTo>
                  <a:lnTo>
                    <a:pt x="262" y="126"/>
                  </a:lnTo>
                  <a:lnTo>
                    <a:pt x="263" y="126"/>
                  </a:lnTo>
                  <a:lnTo>
                    <a:pt x="265" y="125"/>
                  </a:lnTo>
                  <a:lnTo>
                    <a:pt x="268" y="122"/>
                  </a:lnTo>
                  <a:lnTo>
                    <a:pt x="270" y="121"/>
                  </a:lnTo>
                  <a:lnTo>
                    <a:pt x="271" y="120"/>
                  </a:lnTo>
                  <a:lnTo>
                    <a:pt x="271" y="118"/>
                  </a:lnTo>
                  <a:lnTo>
                    <a:pt x="271" y="117"/>
                  </a:lnTo>
                  <a:lnTo>
                    <a:pt x="274" y="117"/>
                  </a:lnTo>
                  <a:lnTo>
                    <a:pt x="274" y="116"/>
                  </a:lnTo>
                  <a:lnTo>
                    <a:pt x="272" y="113"/>
                  </a:lnTo>
                  <a:lnTo>
                    <a:pt x="272" y="112"/>
                  </a:lnTo>
                  <a:lnTo>
                    <a:pt x="274" y="109"/>
                  </a:lnTo>
                  <a:lnTo>
                    <a:pt x="275" y="108"/>
                  </a:lnTo>
                  <a:lnTo>
                    <a:pt x="276" y="107"/>
                  </a:lnTo>
                  <a:lnTo>
                    <a:pt x="278" y="107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3" y="101"/>
                  </a:lnTo>
                  <a:lnTo>
                    <a:pt x="284" y="100"/>
                  </a:lnTo>
                  <a:lnTo>
                    <a:pt x="287" y="101"/>
                  </a:lnTo>
                  <a:lnTo>
                    <a:pt x="288" y="103"/>
                  </a:lnTo>
                  <a:lnTo>
                    <a:pt x="288" y="101"/>
                  </a:lnTo>
                  <a:lnTo>
                    <a:pt x="291" y="99"/>
                  </a:lnTo>
                  <a:close/>
                  <a:moveTo>
                    <a:pt x="977" y="99"/>
                  </a:moveTo>
                  <a:lnTo>
                    <a:pt x="978" y="101"/>
                  </a:lnTo>
                  <a:lnTo>
                    <a:pt x="980" y="103"/>
                  </a:lnTo>
                  <a:lnTo>
                    <a:pt x="978" y="104"/>
                  </a:lnTo>
                  <a:lnTo>
                    <a:pt x="976" y="105"/>
                  </a:lnTo>
                  <a:lnTo>
                    <a:pt x="976" y="105"/>
                  </a:lnTo>
                  <a:lnTo>
                    <a:pt x="973" y="105"/>
                  </a:lnTo>
                  <a:lnTo>
                    <a:pt x="972" y="103"/>
                  </a:lnTo>
                  <a:lnTo>
                    <a:pt x="974" y="103"/>
                  </a:lnTo>
                  <a:lnTo>
                    <a:pt x="976" y="101"/>
                  </a:lnTo>
                  <a:lnTo>
                    <a:pt x="977" y="99"/>
                  </a:lnTo>
                  <a:lnTo>
                    <a:pt x="977" y="99"/>
                  </a:lnTo>
                  <a:close/>
                  <a:moveTo>
                    <a:pt x="1232" y="84"/>
                  </a:moveTo>
                  <a:lnTo>
                    <a:pt x="1235" y="86"/>
                  </a:lnTo>
                  <a:lnTo>
                    <a:pt x="1235" y="88"/>
                  </a:lnTo>
                  <a:lnTo>
                    <a:pt x="1235" y="90"/>
                  </a:lnTo>
                  <a:lnTo>
                    <a:pt x="1234" y="88"/>
                  </a:lnTo>
                  <a:lnTo>
                    <a:pt x="1232" y="86"/>
                  </a:lnTo>
                  <a:lnTo>
                    <a:pt x="1232" y="84"/>
                  </a:lnTo>
                  <a:lnTo>
                    <a:pt x="1232" y="84"/>
                  </a:lnTo>
                  <a:close/>
                  <a:moveTo>
                    <a:pt x="1228" y="82"/>
                  </a:moveTo>
                  <a:lnTo>
                    <a:pt x="1230" y="83"/>
                  </a:lnTo>
                  <a:lnTo>
                    <a:pt x="1230" y="86"/>
                  </a:lnTo>
                  <a:lnTo>
                    <a:pt x="1230" y="86"/>
                  </a:lnTo>
                  <a:lnTo>
                    <a:pt x="1228" y="87"/>
                  </a:lnTo>
                  <a:lnTo>
                    <a:pt x="1227" y="86"/>
                  </a:lnTo>
                  <a:lnTo>
                    <a:pt x="1226" y="83"/>
                  </a:lnTo>
                  <a:lnTo>
                    <a:pt x="1227" y="83"/>
                  </a:lnTo>
                  <a:lnTo>
                    <a:pt x="1228" y="82"/>
                  </a:lnTo>
                  <a:close/>
                  <a:moveTo>
                    <a:pt x="1232" y="80"/>
                  </a:moveTo>
                  <a:lnTo>
                    <a:pt x="1234" y="80"/>
                  </a:lnTo>
                  <a:lnTo>
                    <a:pt x="1235" y="83"/>
                  </a:lnTo>
                  <a:lnTo>
                    <a:pt x="1235" y="84"/>
                  </a:lnTo>
                  <a:lnTo>
                    <a:pt x="1234" y="84"/>
                  </a:lnTo>
                  <a:lnTo>
                    <a:pt x="1232" y="82"/>
                  </a:lnTo>
                  <a:lnTo>
                    <a:pt x="1232" y="80"/>
                  </a:lnTo>
                  <a:close/>
                  <a:moveTo>
                    <a:pt x="706" y="78"/>
                  </a:moveTo>
                  <a:lnTo>
                    <a:pt x="707" y="79"/>
                  </a:lnTo>
                  <a:lnTo>
                    <a:pt x="707" y="80"/>
                  </a:lnTo>
                  <a:lnTo>
                    <a:pt x="708" y="83"/>
                  </a:lnTo>
                  <a:lnTo>
                    <a:pt x="710" y="84"/>
                  </a:lnTo>
                  <a:lnTo>
                    <a:pt x="710" y="88"/>
                  </a:lnTo>
                  <a:lnTo>
                    <a:pt x="711" y="90"/>
                  </a:lnTo>
                  <a:lnTo>
                    <a:pt x="711" y="91"/>
                  </a:lnTo>
                  <a:lnTo>
                    <a:pt x="710" y="92"/>
                  </a:lnTo>
                  <a:lnTo>
                    <a:pt x="710" y="93"/>
                  </a:lnTo>
                  <a:lnTo>
                    <a:pt x="708" y="95"/>
                  </a:lnTo>
                  <a:lnTo>
                    <a:pt x="707" y="93"/>
                  </a:lnTo>
                  <a:lnTo>
                    <a:pt x="704" y="93"/>
                  </a:lnTo>
                  <a:lnTo>
                    <a:pt x="698" y="92"/>
                  </a:lnTo>
                  <a:lnTo>
                    <a:pt x="695" y="92"/>
                  </a:lnTo>
                  <a:lnTo>
                    <a:pt x="694" y="91"/>
                  </a:lnTo>
                  <a:lnTo>
                    <a:pt x="694" y="90"/>
                  </a:lnTo>
                  <a:lnTo>
                    <a:pt x="696" y="90"/>
                  </a:lnTo>
                  <a:lnTo>
                    <a:pt x="698" y="88"/>
                  </a:lnTo>
                  <a:lnTo>
                    <a:pt x="696" y="87"/>
                  </a:lnTo>
                  <a:lnTo>
                    <a:pt x="695" y="86"/>
                  </a:lnTo>
                  <a:lnTo>
                    <a:pt x="694" y="83"/>
                  </a:lnTo>
                  <a:lnTo>
                    <a:pt x="695" y="82"/>
                  </a:lnTo>
                  <a:lnTo>
                    <a:pt x="698" y="82"/>
                  </a:lnTo>
                  <a:lnTo>
                    <a:pt x="702" y="79"/>
                  </a:lnTo>
                  <a:lnTo>
                    <a:pt x="706" y="78"/>
                  </a:lnTo>
                  <a:close/>
                  <a:moveTo>
                    <a:pt x="1235" y="78"/>
                  </a:moveTo>
                  <a:lnTo>
                    <a:pt x="1236" y="78"/>
                  </a:lnTo>
                  <a:lnTo>
                    <a:pt x="1236" y="80"/>
                  </a:lnTo>
                  <a:lnTo>
                    <a:pt x="1236" y="82"/>
                  </a:lnTo>
                  <a:lnTo>
                    <a:pt x="1235" y="82"/>
                  </a:lnTo>
                  <a:lnTo>
                    <a:pt x="1235" y="79"/>
                  </a:lnTo>
                  <a:lnTo>
                    <a:pt x="1235" y="78"/>
                  </a:lnTo>
                  <a:close/>
                  <a:moveTo>
                    <a:pt x="818" y="70"/>
                  </a:moveTo>
                  <a:lnTo>
                    <a:pt x="818" y="72"/>
                  </a:lnTo>
                  <a:lnTo>
                    <a:pt x="818" y="75"/>
                  </a:lnTo>
                  <a:lnTo>
                    <a:pt x="816" y="75"/>
                  </a:lnTo>
                  <a:lnTo>
                    <a:pt x="815" y="74"/>
                  </a:lnTo>
                  <a:lnTo>
                    <a:pt x="814" y="74"/>
                  </a:lnTo>
                  <a:lnTo>
                    <a:pt x="814" y="72"/>
                  </a:lnTo>
                  <a:lnTo>
                    <a:pt x="814" y="71"/>
                  </a:lnTo>
                  <a:lnTo>
                    <a:pt x="818" y="70"/>
                  </a:lnTo>
                  <a:close/>
                  <a:moveTo>
                    <a:pt x="534" y="67"/>
                  </a:moveTo>
                  <a:lnTo>
                    <a:pt x="536" y="70"/>
                  </a:lnTo>
                  <a:lnTo>
                    <a:pt x="536" y="70"/>
                  </a:lnTo>
                  <a:lnTo>
                    <a:pt x="536" y="71"/>
                  </a:lnTo>
                  <a:lnTo>
                    <a:pt x="536" y="71"/>
                  </a:lnTo>
                  <a:lnTo>
                    <a:pt x="534" y="72"/>
                  </a:lnTo>
                  <a:lnTo>
                    <a:pt x="533" y="74"/>
                  </a:lnTo>
                  <a:lnTo>
                    <a:pt x="530" y="74"/>
                  </a:lnTo>
                  <a:lnTo>
                    <a:pt x="529" y="74"/>
                  </a:lnTo>
                  <a:lnTo>
                    <a:pt x="527" y="74"/>
                  </a:lnTo>
                  <a:lnTo>
                    <a:pt x="527" y="72"/>
                  </a:lnTo>
                  <a:lnTo>
                    <a:pt x="524" y="72"/>
                  </a:lnTo>
                  <a:lnTo>
                    <a:pt x="524" y="72"/>
                  </a:lnTo>
                  <a:lnTo>
                    <a:pt x="524" y="70"/>
                  </a:lnTo>
                  <a:lnTo>
                    <a:pt x="527" y="71"/>
                  </a:lnTo>
                  <a:lnTo>
                    <a:pt x="528" y="70"/>
                  </a:lnTo>
                  <a:lnTo>
                    <a:pt x="528" y="68"/>
                  </a:lnTo>
                  <a:lnTo>
                    <a:pt x="529" y="68"/>
                  </a:lnTo>
                  <a:lnTo>
                    <a:pt x="530" y="70"/>
                  </a:lnTo>
                  <a:lnTo>
                    <a:pt x="532" y="70"/>
                  </a:lnTo>
                  <a:lnTo>
                    <a:pt x="532" y="70"/>
                  </a:lnTo>
                  <a:lnTo>
                    <a:pt x="532" y="68"/>
                  </a:lnTo>
                  <a:lnTo>
                    <a:pt x="533" y="67"/>
                  </a:lnTo>
                  <a:lnTo>
                    <a:pt x="534" y="67"/>
                  </a:lnTo>
                  <a:close/>
                  <a:moveTo>
                    <a:pt x="512" y="58"/>
                  </a:moveTo>
                  <a:lnTo>
                    <a:pt x="513" y="58"/>
                  </a:lnTo>
                  <a:lnTo>
                    <a:pt x="513" y="59"/>
                  </a:lnTo>
                  <a:lnTo>
                    <a:pt x="511" y="61"/>
                  </a:lnTo>
                  <a:lnTo>
                    <a:pt x="509" y="61"/>
                  </a:lnTo>
                  <a:lnTo>
                    <a:pt x="508" y="61"/>
                  </a:lnTo>
                  <a:lnTo>
                    <a:pt x="511" y="59"/>
                  </a:lnTo>
                  <a:lnTo>
                    <a:pt x="512" y="58"/>
                  </a:lnTo>
                  <a:close/>
                  <a:moveTo>
                    <a:pt x="523" y="55"/>
                  </a:moveTo>
                  <a:lnTo>
                    <a:pt x="524" y="55"/>
                  </a:lnTo>
                  <a:lnTo>
                    <a:pt x="524" y="58"/>
                  </a:lnTo>
                  <a:lnTo>
                    <a:pt x="524" y="58"/>
                  </a:lnTo>
                  <a:lnTo>
                    <a:pt x="524" y="61"/>
                  </a:lnTo>
                  <a:lnTo>
                    <a:pt x="523" y="61"/>
                  </a:lnTo>
                  <a:lnTo>
                    <a:pt x="523" y="59"/>
                  </a:lnTo>
                  <a:lnTo>
                    <a:pt x="521" y="58"/>
                  </a:lnTo>
                  <a:lnTo>
                    <a:pt x="520" y="59"/>
                  </a:lnTo>
                  <a:lnTo>
                    <a:pt x="519" y="61"/>
                  </a:lnTo>
                  <a:lnTo>
                    <a:pt x="519" y="59"/>
                  </a:lnTo>
                  <a:lnTo>
                    <a:pt x="520" y="58"/>
                  </a:lnTo>
                  <a:lnTo>
                    <a:pt x="521" y="55"/>
                  </a:lnTo>
                  <a:lnTo>
                    <a:pt x="523" y="55"/>
                  </a:lnTo>
                  <a:close/>
                  <a:moveTo>
                    <a:pt x="530" y="50"/>
                  </a:moveTo>
                  <a:lnTo>
                    <a:pt x="532" y="51"/>
                  </a:lnTo>
                  <a:lnTo>
                    <a:pt x="532" y="53"/>
                  </a:lnTo>
                  <a:lnTo>
                    <a:pt x="534" y="53"/>
                  </a:lnTo>
                  <a:lnTo>
                    <a:pt x="534" y="54"/>
                  </a:lnTo>
                  <a:lnTo>
                    <a:pt x="533" y="55"/>
                  </a:lnTo>
                  <a:lnTo>
                    <a:pt x="532" y="55"/>
                  </a:lnTo>
                  <a:lnTo>
                    <a:pt x="532" y="53"/>
                  </a:lnTo>
                  <a:lnTo>
                    <a:pt x="530" y="51"/>
                  </a:lnTo>
                  <a:lnTo>
                    <a:pt x="530" y="50"/>
                  </a:lnTo>
                  <a:close/>
                  <a:moveTo>
                    <a:pt x="1309" y="47"/>
                  </a:moveTo>
                  <a:lnTo>
                    <a:pt x="1307" y="50"/>
                  </a:lnTo>
                  <a:lnTo>
                    <a:pt x="1306" y="51"/>
                  </a:lnTo>
                  <a:lnTo>
                    <a:pt x="1306" y="50"/>
                  </a:lnTo>
                  <a:lnTo>
                    <a:pt x="1306" y="49"/>
                  </a:lnTo>
                  <a:lnTo>
                    <a:pt x="1309" y="47"/>
                  </a:lnTo>
                  <a:close/>
                  <a:moveTo>
                    <a:pt x="530" y="47"/>
                  </a:moveTo>
                  <a:lnTo>
                    <a:pt x="532" y="47"/>
                  </a:lnTo>
                  <a:lnTo>
                    <a:pt x="530" y="50"/>
                  </a:lnTo>
                  <a:lnTo>
                    <a:pt x="528" y="50"/>
                  </a:lnTo>
                  <a:lnTo>
                    <a:pt x="528" y="49"/>
                  </a:lnTo>
                  <a:lnTo>
                    <a:pt x="528" y="47"/>
                  </a:lnTo>
                  <a:lnTo>
                    <a:pt x="530" y="47"/>
                  </a:lnTo>
                  <a:close/>
                  <a:moveTo>
                    <a:pt x="454" y="47"/>
                  </a:moveTo>
                  <a:lnTo>
                    <a:pt x="455" y="47"/>
                  </a:lnTo>
                  <a:lnTo>
                    <a:pt x="457" y="49"/>
                  </a:lnTo>
                  <a:lnTo>
                    <a:pt x="457" y="51"/>
                  </a:lnTo>
                  <a:lnTo>
                    <a:pt x="457" y="53"/>
                  </a:lnTo>
                  <a:lnTo>
                    <a:pt x="454" y="54"/>
                  </a:lnTo>
                  <a:lnTo>
                    <a:pt x="453" y="54"/>
                  </a:lnTo>
                  <a:lnTo>
                    <a:pt x="453" y="53"/>
                  </a:lnTo>
                  <a:lnTo>
                    <a:pt x="453" y="50"/>
                  </a:lnTo>
                  <a:lnTo>
                    <a:pt x="453" y="47"/>
                  </a:lnTo>
                  <a:lnTo>
                    <a:pt x="454" y="47"/>
                  </a:lnTo>
                  <a:close/>
                  <a:moveTo>
                    <a:pt x="1286" y="45"/>
                  </a:moveTo>
                  <a:lnTo>
                    <a:pt x="1289" y="45"/>
                  </a:lnTo>
                  <a:lnTo>
                    <a:pt x="1292" y="46"/>
                  </a:lnTo>
                  <a:lnTo>
                    <a:pt x="1293" y="46"/>
                  </a:lnTo>
                  <a:lnTo>
                    <a:pt x="1293" y="45"/>
                  </a:lnTo>
                  <a:lnTo>
                    <a:pt x="1296" y="47"/>
                  </a:lnTo>
                  <a:lnTo>
                    <a:pt x="1297" y="49"/>
                  </a:lnTo>
                  <a:lnTo>
                    <a:pt x="1296" y="50"/>
                  </a:lnTo>
                  <a:lnTo>
                    <a:pt x="1298" y="53"/>
                  </a:lnTo>
                  <a:lnTo>
                    <a:pt x="1298" y="55"/>
                  </a:lnTo>
                  <a:lnTo>
                    <a:pt x="1297" y="57"/>
                  </a:lnTo>
                  <a:lnTo>
                    <a:pt x="1294" y="58"/>
                  </a:lnTo>
                  <a:lnTo>
                    <a:pt x="1292" y="57"/>
                  </a:lnTo>
                  <a:lnTo>
                    <a:pt x="1289" y="54"/>
                  </a:lnTo>
                  <a:lnTo>
                    <a:pt x="1286" y="54"/>
                  </a:lnTo>
                  <a:lnTo>
                    <a:pt x="1284" y="54"/>
                  </a:lnTo>
                  <a:lnTo>
                    <a:pt x="1282" y="53"/>
                  </a:lnTo>
                  <a:lnTo>
                    <a:pt x="1282" y="49"/>
                  </a:lnTo>
                  <a:lnTo>
                    <a:pt x="1284" y="47"/>
                  </a:lnTo>
                  <a:lnTo>
                    <a:pt x="1285" y="47"/>
                  </a:lnTo>
                  <a:lnTo>
                    <a:pt x="1285" y="46"/>
                  </a:lnTo>
                  <a:lnTo>
                    <a:pt x="1286" y="46"/>
                  </a:lnTo>
                  <a:lnTo>
                    <a:pt x="1286" y="45"/>
                  </a:lnTo>
                  <a:close/>
                  <a:moveTo>
                    <a:pt x="1192" y="43"/>
                  </a:moveTo>
                  <a:lnTo>
                    <a:pt x="1193" y="43"/>
                  </a:lnTo>
                  <a:lnTo>
                    <a:pt x="1194" y="46"/>
                  </a:lnTo>
                  <a:lnTo>
                    <a:pt x="1193" y="46"/>
                  </a:lnTo>
                  <a:lnTo>
                    <a:pt x="1192" y="46"/>
                  </a:lnTo>
                  <a:lnTo>
                    <a:pt x="1190" y="45"/>
                  </a:lnTo>
                  <a:lnTo>
                    <a:pt x="1192" y="43"/>
                  </a:lnTo>
                  <a:close/>
                  <a:moveTo>
                    <a:pt x="1210" y="42"/>
                  </a:moveTo>
                  <a:lnTo>
                    <a:pt x="1211" y="43"/>
                  </a:lnTo>
                  <a:lnTo>
                    <a:pt x="1211" y="45"/>
                  </a:lnTo>
                  <a:lnTo>
                    <a:pt x="1210" y="45"/>
                  </a:lnTo>
                  <a:lnTo>
                    <a:pt x="1209" y="43"/>
                  </a:lnTo>
                  <a:lnTo>
                    <a:pt x="1210" y="42"/>
                  </a:lnTo>
                  <a:close/>
                  <a:moveTo>
                    <a:pt x="1201" y="41"/>
                  </a:moveTo>
                  <a:lnTo>
                    <a:pt x="1203" y="42"/>
                  </a:lnTo>
                  <a:lnTo>
                    <a:pt x="1202" y="43"/>
                  </a:lnTo>
                  <a:lnTo>
                    <a:pt x="1201" y="43"/>
                  </a:lnTo>
                  <a:lnTo>
                    <a:pt x="1199" y="42"/>
                  </a:lnTo>
                  <a:lnTo>
                    <a:pt x="1201" y="41"/>
                  </a:lnTo>
                  <a:close/>
                  <a:moveTo>
                    <a:pt x="516" y="37"/>
                  </a:moveTo>
                  <a:lnTo>
                    <a:pt x="516" y="38"/>
                  </a:lnTo>
                  <a:lnTo>
                    <a:pt x="516" y="41"/>
                  </a:lnTo>
                  <a:lnTo>
                    <a:pt x="515" y="42"/>
                  </a:lnTo>
                  <a:lnTo>
                    <a:pt x="515" y="43"/>
                  </a:lnTo>
                  <a:lnTo>
                    <a:pt x="513" y="46"/>
                  </a:lnTo>
                  <a:lnTo>
                    <a:pt x="511" y="47"/>
                  </a:lnTo>
                  <a:lnTo>
                    <a:pt x="511" y="46"/>
                  </a:lnTo>
                  <a:lnTo>
                    <a:pt x="511" y="45"/>
                  </a:lnTo>
                  <a:lnTo>
                    <a:pt x="509" y="46"/>
                  </a:lnTo>
                  <a:lnTo>
                    <a:pt x="508" y="47"/>
                  </a:lnTo>
                  <a:lnTo>
                    <a:pt x="507" y="49"/>
                  </a:lnTo>
                  <a:lnTo>
                    <a:pt x="505" y="49"/>
                  </a:lnTo>
                  <a:lnTo>
                    <a:pt x="505" y="46"/>
                  </a:lnTo>
                  <a:lnTo>
                    <a:pt x="508" y="42"/>
                  </a:lnTo>
                  <a:lnTo>
                    <a:pt x="511" y="41"/>
                  </a:lnTo>
                  <a:lnTo>
                    <a:pt x="513" y="39"/>
                  </a:lnTo>
                  <a:lnTo>
                    <a:pt x="515" y="38"/>
                  </a:lnTo>
                  <a:lnTo>
                    <a:pt x="516" y="37"/>
                  </a:lnTo>
                  <a:close/>
                  <a:moveTo>
                    <a:pt x="465" y="29"/>
                  </a:moveTo>
                  <a:lnTo>
                    <a:pt x="467" y="30"/>
                  </a:lnTo>
                  <a:lnTo>
                    <a:pt x="467" y="32"/>
                  </a:lnTo>
                  <a:lnTo>
                    <a:pt x="466" y="32"/>
                  </a:lnTo>
                  <a:lnTo>
                    <a:pt x="465" y="30"/>
                  </a:lnTo>
                  <a:lnTo>
                    <a:pt x="465" y="29"/>
                  </a:lnTo>
                  <a:close/>
                  <a:moveTo>
                    <a:pt x="897" y="26"/>
                  </a:moveTo>
                  <a:lnTo>
                    <a:pt x="898" y="28"/>
                  </a:lnTo>
                  <a:lnTo>
                    <a:pt x="901" y="30"/>
                  </a:lnTo>
                  <a:lnTo>
                    <a:pt x="903" y="30"/>
                  </a:lnTo>
                  <a:lnTo>
                    <a:pt x="906" y="30"/>
                  </a:lnTo>
                  <a:lnTo>
                    <a:pt x="910" y="34"/>
                  </a:lnTo>
                  <a:lnTo>
                    <a:pt x="910" y="36"/>
                  </a:lnTo>
                  <a:lnTo>
                    <a:pt x="908" y="36"/>
                  </a:lnTo>
                  <a:lnTo>
                    <a:pt x="906" y="33"/>
                  </a:lnTo>
                  <a:lnTo>
                    <a:pt x="903" y="33"/>
                  </a:lnTo>
                  <a:lnTo>
                    <a:pt x="901" y="32"/>
                  </a:lnTo>
                  <a:lnTo>
                    <a:pt x="898" y="32"/>
                  </a:lnTo>
                  <a:lnTo>
                    <a:pt x="897" y="30"/>
                  </a:lnTo>
                  <a:lnTo>
                    <a:pt x="895" y="28"/>
                  </a:lnTo>
                  <a:lnTo>
                    <a:pt x="897" y="26"/>
                  </a:lnTo>
                  <a:close/>
                  <a:moveTo>
                    <a:pt x="113" y="21"/>
                  </a:moveTo>
                  <a:lnTo>
                    <a:pt x="116" y="25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18" y="29"/>
                  </a:lnTo>
                  <a:lnTo>
                    <a:pt x="118" y="32"/>
                  </a:lnTo>
                  <a:lnTo>
                    <a:pt x="114" y="30"/>
                  </a:lnTo>
                  <a:lnTo>
                    <a:pt x="113" y="32"/>
                  </a:lnTo>
                  <a:lnTo>
                    <a:pt x="110" y="32"/>
                  </a:lnTo>
                  <a:lnTo>
                    <a:pt x="110" y="30"/>
                  </a:lnTo>
                  <a:lnTo>
                    <a:pt x="108" y="29"/>
                  </a:lnTo>
                  <a:lnTo>
                    <a:pt x="109" y="28"/>
                  </a:lnTo>
                  <a:lnTo>
                    <a:pt x="112" y="28"/>
                  </a:lnTo>
                  <a:lnTo>
                    <a:pt x="112" y="26"/>
                  </a:lnTo>
                  <a:lnTo>
                    <a:pt x="112" y="22"/>
                  </a:lnTo>
                  <a:lnTo>
                    <a:pt x="113" y="21"/>
                  </a:lnTo>
                  <a:close/>
                  <a:moveTo>
                    <a:pt x="172" y="20"/>
                  </a:moveTo>
                  <a:lnTo>
                    <a:pt x="174" y="20"/>
                  </a:lnTo>
                  <a:lnTo>
                    <a:pt x="176" y="22"/>
                  </a:lnTo>
                  <a:lnTo>
                    <a:pt x="175" y="24"/>
                  </a:lnTo>
                  <a:lnTo>
                    <a:pt x="174" y="22"/>
                  </a:lnTo>
                  <a:lnTo>
                    <a:pt x="171" y="22"/>
                  </a:lnTo>
                  <a:lnTo>
                    <a:pt x="172" y="20"/>
                  </a:lnTo>
                  <a:close/>
                  <a:moveTo>
                    <a:pt x="104" y="17"/>
                  </a:moveTo>
                  <a:lnTo>
                    <a:pt x="106" y="18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08" y="24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3" y="22"/>
                  </a:lnTo>
                  <a:lnTo>
                    <a:pt x="104" y="21"/>
                  </a:lnTo>
                  <a:lnTo>
                    <a:pt x="104" y="17"/>
                  </a:lnTo>
                  <a:close/>
                  <a:moveTo>
                    <a:pt x="958" y="16"/>
                  </a:moveTo>
                  <a:lnTo>
                    <a:pt x="960" y="16"/>
                  </a:lnTo>
                  <a:lnTo>
                    <a:pt x="964" y="17"/>
                  </a:lnTo>
                  <a:lnTo>
                    <a:pt x="965" y="16"/>
                  </a:lnTo>
                  <a:lnTo>
                    <a:pt x="968" y="16"/>
                  </a:lnTo>
                  <a:lnTo>
                    <a:pt x="969" y="18"/>
                  </a:lnTo>
                  <a:lnTo>
                    <a:pt x="973" y="18"/>
                  </a:lnTo>
                  <a:lnTo>
                    <a:pt x="976" y="20"/>
                  </a:lnTo>
                  <a:lnTo>
                    <a:pt x="981" y="22"/>
                  </a:lnTo>
                  <a:lnTo>
                    <a:pt x="983" y="26"/>
                  </a:lnTo>
                  <a:lnTo>
                    <a:pt x="985" y="29"/>
                  </a:lnTo>
                  <a:lnTo>
                    <a:pt x="986" y="30"/>
                  </a:lnTo>
                  <a:lnTo>
                    <a:pt x="985" y="33"/>
                  </a:lnTo>
                  <a:lnTo>
                    <a:pt x="982" y="32"/>
                  </a:lnTo>
                  <a:lnTo>
                    <a:pt x="978" y="33"/>
                  </a:lnTo>
                  <a:lnTo>
                    <a:pt x="976" y="34"/>
                  </a:lnTo>
                  <a:lnTo>
                    <a:pt x="970" y="34"/>
                  </a:lnTo>
                  <a:lnTo>
                    <a:pt x="968" y="34"/>
                  </a:lnTo>
                  <a:lnTo>
                    <a:pt x="962" y="34"/>
                  </a:lnTo>
                  <a:lnTo>
                    <a:pt x="960" y="33"/>
                  </a:lnTo>
                  <a:lnTo>
                    <a:pt x="956" y="36"/>
                  </a:lnTo>
                  <a:lnTo>
                    <a:pt x="953" y="38"/>
                  </a:lnTo>
                  <a:lnTo>
                    <a:pt x="952" y="39"/>
                  </a:lnTo>
                  <a:lnTo>
                    <a:pt x="951" y="39"/>
                  </a:lnTo>
                  <a:lnTo>
                    <a:pt x="951" y="37"/>
                  </a:lnTo>
                  <a:lnTo>
                    <a:pt x="953" y="34"/>
                  </a:lnTo>
                  <a:lnTo>
                    <a:pt x="954" y="29"/>
                  </a:lnTo>
                  <a:lnTo>
                    <a:pt x="954" y="24"/>
                  </a:lnTo>
                  <a:lnTo>
                    <a:pt x="954" y="22"/>
                  </a:lnTo>
                  <a:lnTo>
                    <a:pt x="957" y="18"/>
                  </a:lnTo>
                  <a:lnTo>
                    <a:pt x="958" y="16"/>
                  </a:lnTo>
                  <a:close/>
                  <a:moveTo>
                    <a:pt x="179" y="13"/>
                  </a:moveTo>
                  <a:lnTo>
                    <a:pt x="182" y="13"/>
                  </a:lnTo>
                  <a:lnTo>
                    <a:pt x="182" y="17"/>
                  </a:lnTo>
                  <a:lnTo>
                    <a:pt x="180" y="21"/>
                  </a:lnTo>
                  <a:lnTo>
                    <a:pt x="178" y="20"/>
                  </a:lnTo>
                  <a:lnTo>
                    <a:pt x="175" y="18"/>
                  </a:lnTo>
                  <a:lnTo>
                    <a:pt x="172" y="17"/>
                  </a:lnTo>
                  <a:lnTo>
                    <a:pt x="172" y="16"/>
                  </a:lnTo>
                  <a:lnTo>
                    <a:pt x="176" y="13"/>
                  </a:lnTo>
                  <a:lnTo>
                    <a:pt x="179" y="13"/>
                  </a:lnTo>
                  <a:close/>
                  <a:moveTo>
                    <a:pt x="135" y="12"/>
                  </a:moveTo>
                  <a:lnTo>
                    <a:pt x="137" y="13"/>
                  </a:lnTo>
                  <a:lnTo>
                    <a:pt x="137" y="14"/>
                  </a:lnTo>
                  <a:lnTo>
                    <a:pt x="137" y="17"/>
                  </a:lnTo>
                  <a:lnTo>
                    <a:pt x="135" y="16"/>
                  </a:lnTo>
                  <a:lnTo>
                    <a:pt x="135" y="14"/>
                  </a:lnTo>
                  <a:lnTo>
                    <a:pt x="135" y="12"/>
                  </a:lnTo>
                  <a:close/>
                  <a:moveTo>
                    <a:pt x="129" y="12"/>
                  </a:moveTo>
                  <a:lnTo>
                    <a:pt x="132" y="14"/>
                  </a:lnTo>
                  <a:lnTo>
                    <a:pt x="133" y="14"/>
                  </a:lnTo>
                  <a:lnTo>
                    <a:pt x="133" y="16"/>
                  </a:lnTo>
                  <a:lnTo>
                    <a:pt x="132" y="18"/>
                  </a:lnTo>
                  <a:lnTo>
                    <a:pt x="130" y="21"/>
                  </a:lnTo>
                  <a:lnTo>
                    <a:pt x="126" y="20"/>
                  </a:lnTo>
                  <a:lnTo>
                    <a:pt x="125" y="18"/>
                  </a:lnTo>
                  <a:lnTo>
                    <a:pt x="128" y="17"/>
                  </a:lnTo>
                  <a:lnTo>
                    <a:pt x="128" y="16"/>
                  </a:lnTo>
                  <a:lnTo>
                    <a:pt x="126" y="13"/>
                  </a:lnTo>
                  <a:lnTo>
                    <a:pt x="128" y="12"/>
                  </a:lnTo>
                  <a:lnTo>
                    <a:pt x="129" y="12"/>
                  </a:lnTo>
                  <a:close/>
                  <a:moveTo>
                    <a:pt x="143" y="9"/>
                  </a:moveTo>
                  <a:lnTo>
                    <a:pt x="145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3" y="14"/>
                  </a:lnTo>
                  <a:lnTo>
                    <a:pt x="141" y="13"/>
                  </a:lnTo>
                  <a:lnTo>
                    <a:pt x="139" y="12"/>
                  </a:lnTo>
                  <a:lnTo>
                    <a:pt x="141" y="11"/>
                  </a:lnTo>
                  <a:lnTo>
                    <a:pt x="142" y="9"/>
                  </a:lnTo>
                  <a:lnTo>
                    <a:pt x="143" y="9"/>
                  </a:lnTo>
                  <a:close/>
                  <a:moveTo>
                    <a:pt x="941" y="7"/>
                  </a:moveTo>
                  <a:lnTo>
                    <a:pt x="943" y="7"/>
                  </a:lnTo>
                  <a:lnTo>
                    <a:pt x="944" y="11"/>
                  </a:lnTo>
                  <a:lnTo>
                    <a:pt x="948" y="13"/>
                  </a:lnTo>
                  <a:lnTo>
                    <a:pt x="948" y="16"/>
                  </a:lnTo>
                  <a:lnTo>
                    <a:pt x="947" y="17"/>
                  </a:lnTo>
                  <a:lnTo>
                    <a:pt x="945" y="20"/>
                  </a:lnTo>
                  <a:lnTo>
                    <a:pt x="947" y="21"/>
                  </a:lnTo>
                  <a:lnTo>
                    <a:pt x="945" y="21"/>
                  </a:lnTo>
                  <a:lnTo>
                    <a:pt x="943" y="21"/>
                  </a:lnTo>
                  <a:lnTo>
                    <a:pt x="941" y="17"/>
                  </a:lnTo>
                  <a:lnTo>
                    <a:pt x="939" y="17"/>
                  </a:lnTo>
                  <a:lnTo>
                    <a:pt x="939" y="16"/>
                  </a:lnTo>
                  <a:lnTo>
                    <a:pt x="939" y="14"/>
                  </a:lnTo>
                  <a:lnTo>
                    <a:pt x="937" y="12"/>
                  </a:lnTo>
                  <a:lnTo>
                    <a:pt x="936" y="9"/>
                  </a:lnTo>
                  <a:lnTo>
                    <a:pt x="939" y="8"/>
                  </a:lnTo>
                  <a:lnTo>
                    <a:pt x="941" y="7"/>
                  </a:lnTo>
                  <a:close/>
                  <a:moveTo>
                    <a:pt x="135" y="5"/>
                  </a:moveTo>
                  <a:lnTo>
                    <a:pt x="138" y="5"/>
                  </a:lnTo>
                  <a:lnTo>
                    <a:pt x="138" y="7"/>
                  </a:lnTo>
                  <a:lnTo>
                    <a:pt x="137" y="9"/>
                  </a:lnTo>
                  <a:lnTo>
                    <a:pt x="135" y="11"/>
                  </a:lnTo>
                  <a:lnTo>
                    <a:pt x="134" y="9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5" y="5"/>
                  </a:lnTo>
                  <a:close/>
                  <a:moveTo>
                    <a:pt x="154" y="5"/>
                  </a:moveTo>
                  <a:lnTo>
                    <a:pt x="157" y="7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3"/>
                  </a:lnTo>
                  <a:lnTo>
                    <a:pt x="159" y="16"/>
                  </a:lnTo>
                  <a:lnTo>
                    <a:pt x="159" y="17"/>
                  </a:lnTo>
                  <a:lnTo>
                    <a:pt x="157" y="17"/>
                  </a:lnTo>
                  <a:lnTo>
                    <a:pt x="153" y="18"/>
                  </a:lnTo>
                  <a:lnTo>
                    <a:pt x="151" y="18"/>
                  </a:lnTo>
                  <a:lnTo>
                    <a:pt x="150" y="16"/>
                  </a:lnTo>
                  <a:lnTo>
                    <a:pt x="149" y="13"/>
                  </a:lnTo>
                  <a:lnTo>
                    <a:pt x="147" y="9"/>
                  </a:lnTo>
                  <a:lnTo>
                    <a:pt x="147" y="8"/>
                  </a:lnTo>
                  <a:lnTo>
                    <a:pt x="150" y="7"/>
                  </a:lnTo>
                  <a:lnTo>
                    <a:pt x="153" y="5"/>
                  </a:lnTo>
                  <a:lnTo>
                    <a:pt x="154" y="5"/>
                  </a:lnTo>
                  <a:close/>
                  <a:moveTo>
                    <a:pt x="143" y="4"/>
                  </a:moveTo>
                  <a:lnTo>
                    <a:pt x="142" y="5"/>
                  </a:lnTo>
                  <a:lnTo>
                    <a:pt x="142" y="7"/>
                  </a:lnTo>
                  <a:lnTo>
                    <a:pt x="141" y="8"/>
                  </a:lnTo>
                  <a:lnTo>
                    <a:pt x="141" y="5"/>
                  </a:lnTo>
                  <a:lnTo>
                    <a:pt x="143" y="4"/>
                  </a:lnTo>
                  <a:close/>
                  <a:moveTo>
                    <a:pt x="147" y="4"/>
                  </a:moveTo>
                  <a:lnTo>
                    <a:pt x="149" y="5"/>
                  </a:lnTo>
                  <a:lnTo>
                    <a:pt x="147" y="7"/>
                  </a:lnTo>
                  <a:lnTo>
                    <a:pt x="146" y="7"/>
                  </a:lnTo>
                  <a:lnTo>
                    <a:pt x="145" y="7"/>
                  </a:lnTo>
                  <a:lnTo>
                    <a:pt x="145" y="5"/>
                  </a:lnTo>
                  <a:lnTo>
                    <a:pt x="146" y="5"/>
                  </a:lnTo>
                  <a:lnTo>
                    <a:pt x="146" y="4"/>
                  </a:lnTo>
                  <a:lnTo>
                    <a:pt x="147" y="4"/>
                  </a:lnTo>
                  <a:close/>
                  <a:moveTo>
                    <a:pt x="596" y="3"/>
                  </a:moveTo>
                  <a:lnTo>
                    <a:pt x="599" y="4"/>
                  </a:lnTo>
                  <a:lnTo>
                    <a:pt x="600" y="7"/>
                  </a:lnTo>
                  <a:lnTo>
                    <a:pt x="599" y="9"/>
                  </a:lnTo>
                  <a:lnTo>
                    <a:pt x="598" y="11"/>
                  </a:lnTo>
                  <a:lnTo>
                    <a:pt x="596" y="9"/>
                  </a:lnTo>
                  <a:lnTo>
                    <a:pt x="598" y="8"/>
                  </a:lnTo>
                  <a:lnTo>
                    <a:pt x="595" y="5"/>
                  </a:lnTo>
                  <a:lnTo>
                    <a:pt x="595" y="4"/>
                  </a:lnTo>
                  <a:lnTo>
                    <a:pt x="596" y="3"/>
                  </a:lnTo>
                  <a:close/>
                  <a:moveTo>
                    <a:pt x="128" y="1"/>
                  </a:moveTo>
                  <a:lnTo>
                    <a:pt x="129" y="3"/>
                  </a:lnTo>
                  <a:lnTo>
                    <a:pt x="129" y="5"/>
                  </a:lnTo>
                  <a:lnTo>
                    <a:pt x="130" y="8"/>
                  </a:lnTo>
                  <a:lnTo>
                    <a:pt x="129" y="8"/>
                  </a:lnTo>
                  <a:lnTo>
                    <a:pt x="126" y="8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8" y="1"/>
                  </a:lnTo>
                  <a:close/>
                  <a:moveTo>
                    <a:pt x="135" y="1"/>
                  </a:moveTo>
                  <a:lnTo>
                    <a:pt x="138" y="1"/>
                  </a:lnTo>
                  <a:lnTo>
                    <a:pt x="139" y="4"/>
                  </a:lnTo>
                  <a:lnTo>
                    <a:pt x="139" y="5"/>
                  </a:lnTo>
                  <a:lnTo>
                    <a:pt x="137" y="4"/>
                  </a:lnTo>
                  <a:lnTo>
                    <a:pt x="135" y="3"/>
                  </a:lnTo>
                  <a:lnTo>
                    <a:pt x="135" y="1"/>
                  </a:lnTo>
                  <a:close/>
                  <a:moveTo>
                    <a:pt x="132" y="1"/>
                  </a:moveTo>
                  <a:lnTo>
                    <a:pt x="133" y="4"/>
                  </a:lnTo>
                  <a:lnTo>
                    <a:pt x="134" y="5"/>
                  </a:lnTo>
                  <a:lnTo>
                    <a:pt x="133" y="7"/>
                  </a:lnTo>
                  <a:lnTo>
                    <a:pt x="132" y="7"/>
                  </a:lnTo>
                  <a:lnTo>
                    <a:pt x="130" y="4"/>
                  </a:lnTo>
                  <a:lnTo>
                    <a:pt x="130" y="1"/>
                  </a:lnTo>
                  <a:lnTo>
                    <a:pt x="132" y="1"/>
                  </a:lnTo>
                  <a:close/>
                  <a:moveTo>
                    <a:pt x="313" y="0"/>
                  </a:moveTo>
                  <a:lnTo>
                    <a:pt x="315" y="1"/>
                  </a:lnTo>
                  <a:lnTo>
                    <a:pt x="316" y="3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0" y="3"/>
                  </a:lnTo>
                  <a:lnTo>
                    <a:pt x="317" y="5"/>
                  </a:lnTo>
                  <a:lnTo>
                    <a:pt x="316" y="5"/>
                  </a:lnTo>
                  <a:lnTo>
                    <a:pt x="315" y="4"/>
                  </a:lnTo>
                  <a:lnTo>
                    <a:pt x="312" y="3"/>
                  </a:lnTo>
                  <a:lnTo>
                    <a:pt x="311" y="3"/>
                  </a:lnTo>
                  <a:lnTo>
                    <a:pt x="312" y="1"/>
                  </a:lnTo>
                  <a:lnTo>
                    <a:pt x="313" y="0"/>
                  </a:lnTo>
                  <a:close/>
                  <a:moveTo>
                    <a:pt x="563" y="0"/>
                  </a:moveTo>
                  <a:lnTo>
                    <a:pt x="566" y="0"/>
                  </a:lnTo>
                  <a:lnTo>
                    <a:pt x="569" y="3"/>
                  </a:lnTo>
                  <a:lnTo>
                    <a:pt x="571" y="1"/>
                  </a:lnTo>
                  <a:lnTo>
                    <a:pt x="573" y="1"/>
                  </a:lnTo>
                  <a:lnTo>
                    <a:pt x="574" y="4"/>
                  </a:lnTo>
                  <a:lnTo>
                    <a:pt x="577" y="5"/>
                  </a:lnTo>
                  <a:lnTo>
                    <a:pt x="581" y="3"/>
                  </a:lnTo>
                  <a:lnTo>
                    <a:pt x="582" y="3"/>
                  </a:lnTo>
                  <a:lnTo>
                    <a:pt x="582" y="5"/>
                  </a:lnTo>
                  <a:lnTo>
                    <a:pt x="583" y="7"/>
                  </a:lnTo>
                  <a:lnTo>
                    <a:pt x="586" y="8"/>
                  </a:lnTo>
                  <a:lnTo>
                    <a:pt x="586" y="9"/>
                  </a:lnTo>
                  <a:lnTo>
                    <a:pt x="584" y="11"/>
                  </a:lnTo>
                  <a:lnTo>
                    <a:pt x="584" y="12"/>
                  </a:lnTo>
                  <a:lnTo>
                    <a:pt x="583" y="13"/>
                  </a:lnTo>
                  <a:lnTo>
                    <a:pt x="583" y="16"/>
                  </a:lnTo>
                  <a:lnTo>
                    <a:pt x="581" y="20"/>
                  </a:lnTo>
                  <a:lnTo>
                    <a:pt x="578" y="20"/>
                  </a:lnTo>
                  <a:lnTo>
                    <a:pt x="577" y="24"/>
                  </a:lnTo>
                  <a:lnTo>
                    <a:pt x="578" y="24"/>
                  </a:lnTo>
                  <a:lnTo>
                    <a:pt x="584" y="21"/>
                  </a:lnTo>
                  <a:lnTo>
                    <a:pt x="587" y="16"/>
                  </a:lnTo>
                  <a:lnTo>
                    <a:pt x="590" y="16"/>
                  </a:lnTo>
                  <a:lnTo>
                    <a:pt x="590" y="18"/>
                  </a:lnTo>
                  <a:lnTo>
                    <a:pt x="588" y="21"/>
                  </a:lnTo>
                  <a:lnTo>
                    <a:pt x="588" y="22"/>
                  </a:lnTo>
                  <a:lnTo>
                    <a:pt x="590" y="22"/>
                  </a:lnTo>
                  <a:lnTo>
                    <a:pt x="592" y="18"/>
                  </a:lnTo>
                  <a:lnTo>
                    <a:pt x="595" y="18"/>
                  </a:lnTo>
                  <a:lnTo>
                    <a:pt x="596" y="18"/>
                  </a:lnTo>
                  <a:lnTo>
                    <a:pt x="599" y="18"/>
                  </a:lnTo>
                  <a:lnTo>
                    <a:pt x="599" y="16"/>
                  </a:lnTo>
                  <a:lnTo>
                    <a:pt x="600" y="16"/>
                  </a:lnTo>
                  <a:lnTo>
                    <a:pt x="603" y="17"/>
                  </a:lnTo>
                  <a:lnTo>
                    <a:pt x="604" y="16"/>
                  </a:lnTo>
                  <a:lnTo>
                    <a:pt x="607" y="18"/>
                  </a:lnTo>
                  <a:lnTo>
                    <a:pt x="607" y="21"/>
                  </a:lnTo>
                  <a:lnTo>
                    <a:pt x="608" y="25"/>
                  </a:lnTo>
                  <a:lnTo>
                    <a:pt x="608" y="26"/>
                  </a:lnTo>
                  <a:lnTo>
                    <a:pt x="608" y="29"/>
                  </a:lnTo>
                  <a:lnTo>
                    <a:pt x="606" y="32"/>
                  </a:lnTo>
                  <a:lnTo>
                    <a:pt x="609" y="37"/>
                  </a:lnTo>
                  <a:lnTo>
                    <a:pt x="608" y="39"/>
                  </a:lnTo>
                  <a:lnTo>
                    <a:pt x="607" y="39"/>
                  </a:lnTo>
                  <a:lnTo>
                    <a:pt x="604" y="42"/>
                  </a:lnTo>
                  <a:lnTo>
                    <a:pt x="607" y="42"/>
                  </a:lnTo>
                  <a:lnTo>
                    <a:pt x="611" y="41"/>
                  </a:lnTo>
                  <a:lnTo>
                    <a:pt x="613" y="38"/>
                  </a:lnTo>
                  <a:lnTo>
                    <a:pt x="617" y="38"/>
                  </a:lnTo>
                  <a:lnTo>
                    <a:pt x="619" y="34"/>
                  </a:lnTo>
                  <a:lnTo>
                    <a:pt x="619" y="30"/>
                  </a:lnTo>
                  <a:lnTo>
                    <a:pt x="617" y="28"/>
                  </a:lnTo>
                  <a:lnTo>
                    <a:pt x="616" y="28"/>
                  </a:lnTo>
                  <a:lnTo>
                    <a:pt x="615" y="26"/>
                  </a:lnTo>
                  <a:lnTo>
                    <a:pt x="615" y="24"/>
                  </a:lnTo>
                  <a:lnTo>
                    <a:pt x="615" y="24"/>
                  </a:lnTo>
                  <a:lnTo>
                    <a:pt x="617" y="24"/>
                  </a:lnTo>
                  <a:lnTo>
                    <a:pt x="619" y="24"/>
                  </a:lnTo>
                  <a:lnTo>
                    <a:pt x="620" y="24"/>
                  </a:lnTo>
                  <a:lnTo>
                    <a:pt x="624" y="22"/>
                  </a:lnTo>
                  <a:lnTo>
                    <a:pt x="627" y="20"/>
                  </a:lnTo>
                  <a:lnTo>
                    <a:pt x="628" y="20"/>
                  </a:lnTo>
                  <a:lnTo>
                    <a:pt x="632" y="20"/>
                  </a:lnTo>
                  <a:lnTo>
                    <a:pt x="632" y="17"/>
                  </a:lnTo>
                  <a:lnTo>
                    <a:pt x="635" y="16"/>
                  </a:lnTo>
                  <a:lnTo>
                    <a:pt x="636" y="16"/>
                  </a:lnTo>
                  <a:lnTo>
                    <a:pt x="637" y="14"/>
                  </a:lnTo>
                  <a:lnTo>
                    <a:pt x="640" y="13"/>
                  </a:lnTo>
                  <a:lnTo>
                    <a:pt x="641" y="14"/>
                  </a:lnTo>
                  <a:lnTo>
                    <a:pt x="644" y="14"/>
                  </a:lnTo>
                  <a:lnTo>
                    <a:pt x="644" y="16"/>
                  </a:lnTo>
                  <a:lnTo>
                    <a:pt x="642" y="17"/>
                  </a:lnTo>
                  <a:lnTo>
                    <a:pt x="644" y="18"/>
                  </a:lnTo>
                  <a:lnTo>
                    <a:pt x="649" y="18"/>
                  </a:lnTo>
                  <a:lnTo>
                    <a:pt x="649" y="20"/>
                  </a:lnTo>
                  <a:lnTo>
                    <a:pt x="652" y="20"/>
                  </a:lnTo>
                  <a:lnTo>
                    <a:pt x="661" y="25"/>
                  </a:lnTo>
                  <a:lnTo>
                    <a:pt x="662" y="25"/>
                  </a:lnTo>
                  <a:lnTo>
                    <a:pt x="663" y="28"/>
                  </a:lnTo>
                  <a:lnTo>
                    <a:pt x="663" y="30"/>
                  </a:lnTo>
                  <a:lnTo>
                    <a:pt x="667" y="34"/>
                  </a:lnTo>
                  <a:lnTo>
                    <a:pt x="669" y="34"/>
                  </a:lnTo>
                  <a:lnTo>
                    <a:pt x="669" y="33"/>
                  </a:lnTo>
                  <a:lnTo>
                    <a:pt x="670" y="32"/>
                  </a:lnTo>
                  <a:lnTo>
                    <a:pt x="670" y="30"/>
                  </a:lnTo>
                  <a:lnTo>
                    <a:pt x="669" y="29"/>
                  </a:lnTo>
                  <a:lnTo>
                    <a:pt x="666" y="29"/>
                  </a:lnTo>
                  <a:lnTo>
                    <a:pt x="666" y="26"/>
                  </a:lnTo>
                  <a:lnTo>
                    <a:pt x="669" y="25"/>
                  </a:lnTo>
                  <a:lnTo>
                    <a:pt x="670" y="25"/>
                  </a:lnTo>
                  <a:lnTo>
                    <a:pt x="671" y="28"/>
                  </a:lnTo>
                  <a:lnTo>
                    <a:pt x="673" y="29"/>
                  </a:lnTo>
                  <a:lnTo>
                    <a:pt x="673" y="30"/>
                  </a:lnTo>
                  <a:lnTo>
                    <a:pt x="677" y="34"/>
                  </a:lnTo>
                  <a:lnTo>
                    <a:pt x="677" y="37"/>
                  </a:lnTo>
                  <a:lnTo>
                    <a:pt x="679" y="37"/>
                  </a:lnTo>
                  <a:lnTo>
                    <a:pt x="681" y="37"/>
                  </a:lnTo>
                  <a:lnTo>
                    <a:pt x="681" y="37"/>
                  </a:lnTo>
                  <a:lnTo>
                    <a:pt x="682" y="37"/>
                  </a:lnTo>
                  <a:lnTo>
                    <a:pt x="685" y="39"/>
                  </a:lnTo>
                  <a:lnTo>
                    <a:pt x="685" y="42"/>
                  </a:lnTo>
                  <a:lnTo>
                    <a:pt x="686" y="45"/>
                  </a:lnTo>
                  <a:lnTo>
                    <a:pt x="686" y="46"/>
                  </a:lnTo>
                  <a:lnTo>
                    <a:pt x="685" y="46"/>
                  </a:lnTo>
                  <a:lnTo>
                    <a:pt x="685" y="45"/>
                  </a:lnTo>
                  <a:lnTo>
                    <a:pt x="683" y="43"/>
                  </a:lnTo>
                  <a:lnTo>
                    <a:pt x="683" y="43"/>
                  </a:lnTo>
                  <a:lnTo>
                    <a:pt x="682" y="45"/>
                  </a:lnTo>
                  <a:lnTo>
                    <a:pt x="679" y="43"/>
                  </a:lnTo>
                  <a:lnTo>
                    <a:pt x="675" y="41"/>
                  </a:lnTo>
                  <a:lnTo>
                    <a:pt x="673" y="41"/>
                  </a:lnTo>
                  <a:lnTo>
                    <a:pt x="673" y="42"/>
                  </a:lnTo>
                  <a:lnTo>
                    <a:pt x="674" y="45"/>
                  </a:lnTo>
                  <a:lnTo>
                    <a:pt x="677" y="45"/>
                  </a:lnTo>
                  <a:lnTo>
                    <a:pt x="678" y="45"/>
                  </a:lnTo>
                  <a:lnTo>
                    <a:pt x="678" y="46"/>
                  </a:lnTo>
                  <a:lnTo>
                    <a:pt x="679" y="49"/>
                  </a:lnTo>
                  <a:lnTo>
                    <a:pt x="681" y="50"/>
                  </a:lnTo>
                  <a:lnTo>
                    <a:pt x="681" y="49"/>
                  </a:lnTo>
                  <a:lnTo>
                    <a:pt x="682" y="46"/>
                  </a:lnTo>
                  <a:lnTo>
                    <a:pt x="683" y="46"/>
                  </a:lnTo>
                  <a:lnTo>
                    <a:pt x="685" y="49"/>
                  </a:lnTo>
                  <a:lnTo>
                    <a:pt x="686" y="49"/>
                  </a:lnTo>
                  <a:lnTo>
                    <a:pt x="687" y="49"/>
                  </a:lnTo>
                  <a:lnTo>
                    <a:pt x="689" y="49"/>
                  </a:lnTo>
                  <a:lnTo>
                    <a:pt x="689" y="50"/>
                  </a:lnTo>
                  <a:lnTo>
                    <a:pt x="689" y="51"/>
                  </a:lnTo>
                  <a:lnTo>
                    <a:pt x="691" y="55"/>
                  </a:lnTo>
                  <a:lnTo>
                    <a:pt x="691" y="59"/>
                  </a:lnTo>
                  <a:lnTo>
                    <a:pt x="691" y="65"/>
                  </a:lnTo>
                  <a:lnTo>
                    <a:pt x="690" y="68"/>
                  </a:lnTo>
                  <a:lnTo>
                    <a:pt x="689" y="68"/>
                  </a:lnTo>
                  <a:lnTo>
                    <a:pt x="687" y="70"/>
                  </a:lnTo>
                  <a:lnTo>
                    <a:pt x="689" y="72"/>
                  </a:lnTo>
                  <a:lnTo>
                    <a:pt x="686" y="75"/>
                  </a:lnTo>
                  <a:lnTo>
                    <a:pt x="687" y="76"/>
                  </a:lnTo>
                  <a:lnTo>
                    <a:pt x="689" y="78"/>
                  </a:lnTo>
                  <a:lnTo>
                    <a:pt x="689" y="80"/>
                  </a:lnTo>
                  <a:lnTo>
                    <a:pt x="686" y="82"/>
                  </a:lnTo>
                  <a:lnTo>
                    <a:pt x="685" y="84"/>
                  </a:lnTo>
                  <a:lnTo>
                    <a:pt x="685" y="86"/>
                  </a:lnTo>
                  <a:lnTo>
                    <a:pt x="683" y="88"/>
                  </a:lnTo>
                  <a:lnTo>
                    <a:pt x="682" y="91"/>
                  </a:lnTo>
                  <a:lnTo>
                    <a:pt x="682" y="92"/>
                  </a:lnTo>
                  <a:lnTo>
                    <a:pt x="681" y="93"/>
                  </a:lnTo>
                  <a:lnTo>
                    <a:pt x="679" y="95"/>
                  </a:lnTo>
                  <a:lnTo>
                    <a:pt x="677" y="97"/>
                  </a:lnTo>
                  <a:lnTo>
                    <a:pt x="674" y="97"/>
                  </a:lnTo>
                  <a:lnTo>
                    <a:pt x="677" y="99"/>
                  </a:lnTo>
                  <a:lnTo>
                    <a:pt x="678" y="99"/>
                  </a:lnTo>
                  <a:lnTo>
                    <a:pt x="679" y="96"/>
                  </a:lnTo>
                  <a:lnTo>
                    <a:pt x="681" y="96"/>
                  </a:lnTo>
                  <a:lnTo>
                    <a:pt x="682" y="100"/>
                  </a:lnTo>
                  <a:lnTo>
                    <a:pt x="679" y="104"/>
                  </a:lnTo>
                  <a:lnTo>
                    <a:pt x="678" y="107"/>
                  </a:lnTo>
                  <a:lnTo>
                    <a:pt x="677" y="112"/>
                  </a:lnTo>
                  <a:lnTo>
                    <a:pt x="678" y="115"/>
                  </a:lnTo>
                  <a:lnTo>
                    <a:pt x="678" y="117"/>
                  </a:lnTo>
                  <a:lnTo>
                    <a:pt x="677" y="122"/>
                  </a:lnTo>
                  <a:lnTo>
                    <a:pt x="673" y="122"/>
                  </a:lnTo>
                  <a:lnTo>
                    <a:pt x="673" y="122"/>
                  </a:lnTo>
                  <a:lnTo>
                    <a:pt x="670" y="122"/>
                  </a:lnTo>
                  <a:lnTo>
                    <a:pt x="670" y="124"/>
                  </a:lnTo>
                  <a:lnTo>
                    <a:pt x="670" y="125"/>
                  </a:lnTo>
                  <a:lnTo>
                    <a:pt x="671" y="130"/>
                  </a:lnTo>
                  <a:lnTo>
                    <a:pt x="671" y="133"/>
                  </a:lnTo>
                  <a:lnTo>
                    <a:pt x="669" y="134"/>
                  </a:lnTo>
                  <a:lnTo>
                    <a:pt x="667" y="137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7" y="145"/>
                  </a:lnTo>
                  <a:lnTo>
                    <a:pt x="667" y="146"/>
                  </a:lnTo>
                  <a:lnTo>
                    <a:pt x="670" y="147"/>
                  </a:lnTo>
                  <a:lnTo>
                    <a:pt x="667" y="154"/>
                  </a:lnTo>
                  <a:lnTo>
                    <a:pt x="666" y="155"/>
                  </a:lnTo>
                  <a:lnTo>
                    <a:pt x="666" y="158"/>
                  </a:lnTo>
                  <a:lnTo>
                    <a:pt x="666" y="155"/>
                  </a:lnTo>
                  <a:lnTo>
                    <a:pt x="669" y="155"/>
                  </a:lnTo>
                  <a:lnTo>
                    <a:pt x="671" y="154"/>
                  </a:lnTo>
                  <a:lnTo>
                    <a:pt x="671" y="151"/>
                  </a:lnTo>
                  <a:lnTo>
                    <a:pt x="671" y="150"/>
                  </a:lnTo>
                  <a:lnTo>
                    <a:pt x="673" y="149"/>
                  </a:lnTo>
                  <a:lnTo>
                    <a:pt x="675" y="149"/>
                  </a:lnTo>
                  <a:lnTo>
                    <a:pt x="677" y="147"/>
                  </a:lnTo>
                  <a:lnTo>
                    <a:pt x="675" y="147"/>
                  </a:lnTo>
                  <a:lnTo>
                    <a:pt x="671" y="143"/>
                  </a:lnTo>
                  <a:lnTo>
                    <a:pt x="670" y="141"/>
                  </a:lnTo>
                  <a:lnTo>
                    <a:pt x="671" y="138"/>
                  </a:lnTo>
                  <a:lnTo>
                    <a:pt x="675" y="137"/>
                  </a:lnTo>
                  <a:lnTo>
                    <a:pt x="679" y="137"/>
                  </a:lnTo>
                  <a:lnTo>
                    <a:pt x="683" y="134"/>
                  </a:lnTo>
                  <a:lnTo>
                    <a:pt x="685" y="134"/>
                  </a:lnTo>
                  <a:lnTo>
                    <a:pt x="686" y="133"/>
                  </a:lnTo>
                  <a:lnTo>
                    <a:pt x="685" y="130"/>
                  </a:lnTo>
                  <a:lnTo>
                    <a:pt x="689" y="128"/>
                  </a:lnTo>
                  <a:lnTo>
                    <a:pt x="690" y="125"/>
                  </a:lnTo>
                  <a:lnTo>
                    <a:pt x="689" y="122"/>
                  </a:lnTo>
                  <a:lnTo>
                    <a:pt x="689" y="121"/>
                  </a:lnTo>
                  <a:lnTo>
                    <a:pt x="691" y="122"/>
                  </a:lnTo>
                  <a:lnTo>
                    <a:pt x="694" y="122"/>
                  </a:lnTo>
                  <a:lnTo>
                    <a:pt x="696" y="120"/>
                  </a:lnTo>
                  <a:lnTo>
                    <a:pt x="695" y="117"/>
                  </a:lnTo>
                  <a:lnTo>
                    <a:pt x="699" y="115"/>
                  </a:lnTo>
                  <a:lnTo>
                    <a:pt x="699" y="112"/>
                  </a:lnTo>
                  <a:lnTo>
                    <a:pt x="698" y="111"/>
                  </a:lnTo>
                  <a:lnTo>
                    <a:pt x="694" y="112"/>
                  </a:lnTo>
                  <a:lnTo>
                    <a:pt x="694" y="115"/>
                  </a:lnTo>
                  <a:lnTo>
                    <a:pt x="690" y="117"/>
                  </a:lnTo>
                  <a:lnTo>
                    <a:pt x="687" y="116"/>
                  </a:lnTo>
                  <a:lnTo>
                    <a:pt x="686" y="112"/>
                  </a:lnTo>
                  <a:lnTo>
                    <a:pt x="687" y="109"/>
                  </a:lnTo>
                  <a:lnTo>
                    <a:pt x="687" y="105"/>
                  </a:lnTo>
                  <a:lnTo>
                    <a:pt x="690" y="104"/>
                  </a:lnTo>
                  <a:lnTo>
                    <a:pt x="692" y="104"/>
                  </a:lnTo>
                  <a:lnTo>
                    <a:pt x="696" y="107"/>
                  </a:lnTo>
                  <a:lnTo>
                    <a:pt x="698" y="104"/>
                  </a:lnTo>
                  <a:lnTo>
                    <a:pt x="698" y="101"/>
                  </a:lnTo>
                  <a:lnTo>
                    <a:pt x="702" y="100"/>
                  </a:lnTo>
                  <a:lnTo>
                    <a:pt x="702" y="103"/>
                  </a:lnTo>
                  <a:lnTo>
                    <a:pt x="700" y="104"/>
                  </a:lnTo>
                  <a:lnTo>
                    <a:pt x="700" y="107"/>
                  </a:lnTo>
                  <a:lnTo>
                    <a:pt x="707" y="112"/>
                  </a:lnTo>
                  <a:lnTo>
                    <a:pt x="710" y="112"/>
                  </a:lnTo>
                  <a:lnTo>
                    <a:pt x="712" y="111"/>
                  </a:lnTo>
                  <a:lnTo>
                    <a:pt x="716" y="109"/>
                  </a:lnTo>
                  <a:lnTo>
                    <a:pt x="719" y="108"/>
                  </a:lnTo>
                  <a:lnTo>
                    <a:pt x="717" y="105"/>
                  </a:lnTo>
                  <a:lnTo>
                    <a:pt x="714" y="101"/>
                  </a:lnTo>
                  <a:lnTo>
                    <a:pt x="714" y="100"/>
                  </a:lnTo>
                  <a:lnTo>
                    <a:pt x="715" y="100"/>
                  </a:lnTo>
                  <a:lnTo>
                    <a:pt x="720" y="104"/>
                  </a:lnTo>
                  <a:lnTo>
                    <a:pt x="721" y="104"/>
                  </a:lnTo>
                  <a:lnTo>
                    <a:pt x="724" y="107"/>
                  </a:lnTo>
                  <a:lnTo>
                    <a:pt x="724" y="108"/>
                  </a:lnTo>
                  <a:lnTo>
                    <a:pt x="724" y="111"/>
                  </a:lnTo>
                  <a:lnTo>
                    <a:pt x="727" y="113"/>
                  </a:lnTo>
                  <a:lnTo>
                    <a:pt x="728" y="117"/>
                  </a:lnTo>
                  <a:lnTo>
                    <a:pt x="728" y="118"/>
                  </a:lnTo>
                  <a:lnTo>
                    <a:pt x="728" y="117"/>
                  </a:lnTo>
                  <a:lnTo>
                    <a:pt x="731" y="115"/>
                  </a:lnTo>
                  <a:lnTo>
                    <a:pt x="732" y="115"/>
                  </a:lnTo>
                  <a:lnTo>
                    <a:pt x="733" y="112"/>
                  </a:lnTo>
                  <a:lnTo>
                    <a:pt x="732" y="112"/>
                  </a:lnTo>
                  <a:lnTo>
                    <a:pt x="731" y="113"/>
                  </a:lnTo>
                  <a:lnTo>
                    <a:pt x="728" y="112"/>
                  </a:lnTo>
                  <a:lnTo>
                    <a:pt x="727" y="109"/>
                  </a:lnTo>
                  <a:lnTo>
                    <a:pt x="729" y="107"/>
                  </a:lnTo>
                  <a:lnTo>
                    <a:pt x="732" y="105"/>
                  </a:lnTo>
                  <a:lnTo>
                    <a:pt x="733" y="103"/>
                  </a:lnTo>
                  <a:lnTo>
                    <a:pt x="735" y="103"/>
                  </a:lnTo>
                  <a:lnTo>
                    <a:pt x="736" y="101"/>
                  </a:lnTo>
                  <a:lnTo>
                    <a:pt x="741" y="100"/>
                  </a:lnTo>
                  <a:lnTo>
                    <a:pt x="749" y="99"/>
                  </a:lnTo>
                  <a:lnTo>
                    <a:pt x="758" y="99"/>
                  </a:lnTo>
                  <a:lnTo>
                    <a:pt x="765" y="95"/>
                  </a:lnTo>
                  <a:lnTo>
                    <a:pt x="769" y="95"/>
                  </a:lnTo>
                  <a:lnTo>
                    <a:pt x="773" y="96"/>
                  </a:lnTo>
                  <a:lnTo>
                    <a:pt x="771" y="97"/>
                  </a:lnTo>
                  <a:lnTo>
                    <a:pt x="771" y="99"/>
                  </a:lnTo>
                  <a:lnTo>
                    <a:pt x="770" y="101"/>
                  </a:lnTo>
                  <a:lnTo>
                    <a:pt x="771" y="105"/>
                  </a:lnTo>
                  <a:lnTo>
                    <a:pt x="774" y="108"/>
                  </a:lnTo>
                  <a:lnTo>
                    <a:pt x="785" y="109"/>
                  </a:lnTo>
                  <a:lnTo>
                    <a:pt x="787" y="109"/>
                  </a:lnTo>
                  <a:lnTo>
                    <a:pt x="787" y="109"/>
                  </a:lnTo>
                  <a:lnTo>
                    <a:pt x="791" y="109"/>
                  </a:lnTo>
                  <a:lnTo>
                    <a:pt x="794" y="109"/>
                  </a:lnTo>
                  <a:lnTo>
                    <a:pt x="802" y="109"/>
                  </a:lnTo>
                  <a:lnTo>
                    <a:pt x="807" y="105"/>
                  </a:lnTo>
                  <a:lnTo>
                    <a:pt x="808" y="107"/>
                  </a:lnTo>
                  <a:lnTo>
                    <a:pt x="811" y="107"/>
                  </a:lnTo>
                  <a:lnTo>
                    <a:pt x="812" y="104"/>
                  </a:lnTo>
                  <a:lnTo>
                    <a:pt x="811" y="103"/>
                  </a:lnTo>
                  <a:lnTo>
                    <a:pt x="814" y="101"/>
                  </a:lnTo>
                  <a:lnTo>
                    <a:pt x="816" y="103"/>
                  </a:lnTo>
                  <a:lnTo>
                    <a:pt x="819" y="101"/>
                  </a:lnTo>
                  <a:lnTo>
                    <a:pt x="820" y="103"/>
                  </a:lnTo>
                  <a:lnTo>
                    <a:pt x="821" y="104"/>
                  </a:lnTo>
                  <a:lnTo>
                    <a:pt x="823" y="101"/>
                  </a:lnTo>
                  <a:lnTo>
                    <a:pt x="821" y="100"/>
                  </a:lnTo>
                  <a:lnTo>
                    <a:pt x="820" y="97"/>
                  </a:lnTo>
                  <a:lnTo>
                    <a:pt x="820" y="95"/>
                  </a:lnTo>
                  <a:lnTo>
                    <a:pt x="819" y="93"/>
                  </a:lnTo>
                  <a:lnTo>
                    <a:pt x="816" y="93"/>
                  </a:lnTo>
                  <a:lnTo>
                    <a:pt x="816" y="90"/>
                  </a:lnTo>
                  <a:lnTo>
                    <a:pt x="815" y="90"/>
                  </a:lnTo>
                  <a:lnTo>
                    <a:pt x="814" y="87"/>
                  </a:lnTo>
                  <a:lnTo>
                    <a:pt x="812" y="86"/>
                  </a:lnTo>
                  <a:lnTo>
                    <a:pt x="812" y="82"/>
                  </a:lnTo>
                  <a:lnTo>
                    <a:pt x="814" y="80"/>
                  </a:lnTo>
                  <a:lnTo>
                    <a:pt x="814" y="82"/>
                  </a:lnTo>
                  <a:lnTo>
                    <a:pt x="815" y="82"/>
                  </a:lnTo>
                  <a:lnTo>
                    <a:pt x="818" y="80"/>
                  </a:lnTo>
                  <a:lnTo>
                    <a:pt x="816" y="79"/>
                  </a:lnTo>
                  <a:lnTo>
                    <a:pt x="816" y="76"/>
                  </a:lnTo>
                  <a:lnTo>
                    <a:pt x="818" y="76"/>
                  </a:lnTo>
                  <a:lnTo>
                    <a:pt x="821" y="79"/>
                  </a:lnTo>
                  <a:lnTo>
                    <a:pt x="823" y="78"/>
                  </a:lnTo>
                  <a:lnTo>
                    <a:pt x="823" y="76"/>
                  </a:lnTo>
                  <a:lnTo>
                    <a:pt x="824" y="78"/>
                  </a:lnTo>
                  <a:lnTo>
                    <a:pt x="827" y="78"/>
                  </a:lnTo>
                  <a:lnTo>
                    <a:pt x="828" y="76"/>
                  </a:lnTo>
                  <a:lnTo>
                    <a:pt x="829" y="75"/>
                  </a:lnTo>
                  <a:lnTo>
                    <a:pt x="832" y="78"/>
                  </a:lnTo>
                  <a:lnTo>
                    <a:pt x="833" y="78"/>
                  </a:lnTo>
                  <a:lnTo>
                    <a:pt x="835" y="80"/>
                  </a:lnTo>
                  <a:lnTo>
                    <a:pt x="836" y="79"/>
                  </a:lnTo>
                  <a:lnTo>
                    <a:pt x="836" y="76"/>
                  </a:lnTo>
                  <a:lnTo>
                    <a:pt x="839" y="78"/>
                  </a:lnTo>
                  <a:lnTo>
                    <a:pt x="840" y="79"/>
                  </a:lnTo>
                  <a:lnTo>
                    <a:pt x="839" y="80"/>
                  </a:lnTo>
                  <a:lnTo>
                    <a:pt x="837" y="83"/>
                  </a:lnTo>
                  <a:lnTo>
                    <a:pt x="839" y="83"/>
                  </a:lnTo>
                  <a:lnTo>
                    <a:pt x="841" y="83"/>
                  </a:lnTo>
                  <a:lnTo>
                    <a:pt x="841" y="83"/>
                  </a:lnTo>
                  <a:lnTo>
                    <a:pt x="841" y="82"/>
                  </a:lnTo>
                  <a:lnTo>
                    <a:pt x="843" y="82"/>
                  </a:lnTo>
                  <a:lnTo>
                    <a:pt x="844" y="82"/>
                  </a:lnTo>
                  <a:lnTo>
                    <a:pt x="844" y="79"/>
                  </a:lnTo>
                  <a:lnTo>
                    <a:pt x="843" y="78"/>
                  </a:lnTo>
                  <a:lnTo>
                    <a:pt x="843" y="76"/>
                  </a:lnTo>
                  <a:lnTo>
                    <a:pt x="845" y="76"/>
                  </a:lnTo>
                  <a:lnTo>
                    <a:pt x="848" y="76"/>
                  </a:lnTo>
                  <a:lnTo>
                    <a:pt x="849" y="76"/>
                  </a:lnTo>
                  <a:lnTo>
                    <a:pt x="850" y="76"/>
                  </a:lnTo>
                  <a:lnTo>
                    <a:pt x="854" y="76"/>
                  </a:lnTo>
                  <a:lnTo>
                    <a:pt x="854" y="78"/>
                  </a:lnTo>
                  <a:lnTo>
                    <a:pt x="854" y="82"/>
                  </a:lnTo>
                  <a:lnTo>
                    <a:pt x="856" y="79"/>
                  </a:lnTo>
                  <a:lnTo>
                    <a:pt x="856" y="79"/>
                  </a:lnTo>
                  <a:lnTo>
                    <a:pt x="858" y="78"/>
                  </a:lnTo>
                  <a:lnTo>
                    <a:pt x="860" y="80"/>
                  </a:lnTo>
                  <a:lnTo>
                    <a:pt x="861" y="80"/>
                  </a:lnTo>
                  <a:lnTo>
                    <a:pt x="862" y="79"/>
                  </a:lnTo>
                  <a:lnTo>
                    <a:pt x="865" y="82"/>
                  </a:lnTo>
                  <a:lnTo>
                    <a:pt x="866" y="86"/>
                  </a:lnTo>
                  <a:lnTo>
                    <a:pt x="868" y="83"/>
                  </a:lnTo>
                  <a:lnTo>
                    <a:pt x="869" y="82"/>
                  </a:lnTo>
                  <a:lnTo>
                    <a:pt x="870" y="83"/>
                  </a:lnTo>
                  <a:lnTo>
                    <a:pt x="869" y="86"/>
                  </a:lnTo>
                  <a:lnTo>
                    <a:pt x="870" y="87"/>
                  </a:lnTo>
                  <a:lnTo>
                    <a:pt x="872" y="88"/>
                  </a:lnTo>
                  <a:lnTo>
                    <a:pt x="873" y="88"/>
                  </a:lnTo>
                  <a:lnTo>
                    <a:pt x="874" y="91"/>
                  </a:lnTo>
                  <a:lnTo>
                    <a:pt x="875" y="90"/>
                  </a:lnTo>
                  <a:lnTo>
                    <a:pt x="875" y="90"/>
                  </a:lnTo>
                  <a:lnTo>
                    <a:pt x="877" y="92"/>
                  </a:lnTo>
                  <a:lnTo>
                    <a:pt x="875" y="93"/>
                  </a:lnTo>
                  <a:lnTo>
                    <a:pt x="875" y="96"/>
                  </a:lnTo>
                  <a:lnTo>
                    <a:pt x="878" y="93"/>
                  </a:lnTo>
                  <a:lnTo>
                    <a:pt x="881" y="93"/>
                  </a:lnTo>
                  <a:lnTo>
                    <a:pt x="881" y="95"/>
                  </a:lnTo>
                  <a:lnTo>
                    <a:pt x="877" y="99"/>
                  </a:lnTo>
                  <a:lnTo>
                    <a:pt x="877" y="103"/>
                  </a:lnTo>
                  <a:lnTo>
                    <a:pt x="881" y="103"/>
                  </a:lnTo>
                  <a:lnTo>
                    <a:pt x="882" y="101"/>
                  </a:lnTo>
                  <a:lnTo>
                    <a:pt x="883" y="100"/>
                  </a:lnTo>
                  <a:lnTo>
                    <a:pt x="885" y="101"/>
                  </a:lnTo>
                  <a:lnTo>
                    <a:pt x="885" y="104"/>
                  </a:lnTo>
                  <a:lnTo>
                    <a:pt x="886" y="103"/>
                  </a:lnTo>
                  <a:lnTo>
                    <a:pt x="889" y="105"/>
                  </a:lnTo>
                  <a:lnTo>
                    <a:pt x="889" y="109"/>
                  </a:lnTo>
                  <a:lnTo>
                    <a:pt x="891" y="108"/>
                  </a:lnTo>
                  <a:lnTo>
                    <a:pt x="891" y="111"/>
                  </a:lnTo>
                  <a:lnTo>
                    <a:pt x="893" y="109"/>
                  </a:lnTo>
                  <a:lnTo>
                    <a:pt x="894" y="111"/>
                  </a:lnTo>
                  <a:lnTo>
                    <a:pt x="891" y="115"/>
                  </a:lnTo>
                  <a:lnTo>
                    <a:pt x="889" y="116"/>
                  </a:lnTo>
                  <a:lnTo>
                    <a:pt x="886" y="115"/>
                  </a:lnTo>
                  <a:lnTo>
                    <a:pt x="882" y="113"/>
                  </a:lnTo>
                  <a:lnTo>
                    <a:pt x="877" y="113"/>
                  </a:lnTo>
                  <a:lnTo>
                    <a:pt x="879" y="115"/>
                  </a:lnTo>
                  <a:lnTo>
                    <a:pt x="879" y="117"/>
                  </a:lnTo>
                  <a:lnTo>
                    <a:pt x="885" y="117"/>
                  </a:lnTo>
                  <a:lnTo>
                    <a:pt x="885" y="120"/>
                  </a:lnTo>
                  <a:lnTo>
                    <a:pt x="890" y="122"/>
                  </a:lnTo>
                  <a:lnTo>
                    <a:pt x="894" y="124"/>
                  </a:lnTo>
                  <a:lnTo>
                    <a:pt x="897" y="122"/>
                  </a:lnTo>
                  <a:lnTo>
                    <a:pt x="897" y="120"/>
                  </a:lnTo>
                  <a:lnTo>
                    <a:pt x="895" y="117"/>
                  </a:lnTo>
                  <a:lnTo>
                    <a:pt x="894" y="116"/>
                  </a:lnTo>
                  <a:lnTo>
                    <a:pt x="895" y="116"/>
                  </a:lnTo>
                  <a:lnTo>
                    <a:pt x="898" y="118"/>
                  </a:lnTo>
                  <a:lnTo>
                    <a:pt x="901" y="120"/>
                  </a:lnTo>
                  <a:lnTo>
                    <a:pt x="902" y="121"/>
                  </a:lnTo>
                  <a:lnTo>
                    <a:pt x="899" y="121"/>
                  </a:lnTo>
                  <a:lnTo>
                    <a:pt x="895" y="125"/>
                  </a:lnTo>
                  <a:lnTo>
                    <a:pt x="897" y="126"/>
                  </a:lnTo>
                  <a:lnTo>
                    <a:pt x="898" y="126"/>
                  </a:lnTo>
                  <a:lnTo>
                    <a:pt x="899" y="125"/>
                  </a:lnTo>
                  <a:lnTo>
                    <a:pt x="902" y="125"/>
                  </a:lnTo>
                  <a:lnTo>
                    <a:pt x="908" y="133"/>
                  </a:lnTo>
                  <a:lnTo>
                    <a:pt x="911" y="133"/>
                  </a:lnTo>
                  <a:lnTo>
                    <a:pt x="914" y="137"/>
                  </a:lnTo>
                  <a:lnTo>
                    <a:pt x="919" y="137"/>
                  </a:lnTo>
                  <a:lnTo>
                    <a:pt x="923" y="141"/>
                  </a:lnTo>
                  <a:lnTo>
                    <a:pt x="926" y="142"/>
                  </a:lnTo>
                  <a:lnTo>
                    <a:pt x="927" y="141"/>
                  </a:lnTo>
                  <a:lnTo>
                    <a:pt x="926" y="138"/>
                  </a:lnTo>
                  <a:lnTo>
                    <a:pt x="927" y="138"/>
                  </a:lnTo>
                  <a:lnTo>
                    <a:pt x="929" y="140"/>
                  </a:lnTo>
                  <a:lnTo>
                    <a:pt x="929" y="142"/>
                  </a:lnTo>
                  <a:lnTo>
                    <a:pt x="931" y="143"/>
                  </a:lnTo>
                  <a:lnTo>
                    <a:pt x="932" y="143"/>
                  </a:lnTo>
                  <a:lnTo>
                    <a:pt x="933" y="141"/>
                  </a:lnTo>
                  <a:lnTo>
                    <a:pt x="931" y="129"/>
                  </a:lnTo>
                  <a:lnTo>
                    <a:pt x="928" y="124"/>
                  </a:lnTo>
                  <a:lnTo>
                    <a:pt x="926" y="116"/>
                  </a:lnTo>
                  <a:lnTo>
                    <a:pt x="924" y="109"/>
                  </a:lnTo>
                  <a:lnTo>
                    <a:pt x="923" y="107"/>
                  </a:lnTo>
                  <a:lnTo>
                    <a:pt x="922" y="104"/>
                  </a:lnTo>
                  <a:lnTo>
                    <a:pt x="924" y="105"/>
                  </a:lnTo>
                  <a:lnTo>
                    <a:pt x="926" y="108"/>
                  </a:lnTo>
                  <a:lnTo>
                    <a:pt x="928" y="111"/>
                  </a:lnTo>
                  <a:lnTo>
                    <a:pt x="931" y="112"/>
                  </a:lnTo>
                  <a:lnTo>
                    <a:pt x="933" y="115"/>
                  </a:lnTo>
                  <a:lnTo>
                    <a:pt x="939" y="115"/>
                  </a:lnTo>
                  <a:lnTo>
                    <a:pt x="948" y="113"/>
                  </a:lnTo>
                  <a:lnTo>
                    <a:pt x="949" y="115"/>
                  </a:lnTo>
                  <a:lnTo>
                    <a:pt x="952" y="113"/>
                  </a:lnTo>
                  <a:lnTo>
                    <a:pt x="953" y="116"/>
                  </a:lnTo>
                  <a:lnTo>
                    <a:pt x="954" y="115"/>
                  </a:lnTo>
                  <a:lnTo>
                    <a:pt x="952" y="112"/>
                  </a:lnTo>
                  <a:lnTo>
                    <a:pt x="953" y="111"/>
                  </a:lnTo>
                  <a:lnTo>
                    <a:pt x="951" y="109"/>
                  </a:lnTo>
                  <a:lnTo>
                    <a:pt x="952" y="108"/>
                  </a:lnTo>
                  <a:lnTo>
                    <a:pt x="952" y="105"/>
                  </a:lnTo>
                  <a:lnTo>
                    <a:pt x="960" y="103"/>
                  </a:lnTo>
                  <a:lnTo>
                    <a:pt x="961" y="103"/>
                  </a:lnTo>
                  <a:lnTo>
                    <a:pt x="964" y="103"/>
                  </a:lnTo>
                  <a:lnTo>
                    <a:pt x="966" y="104"/>
                  </a:lnTo>
                  <a:lnTo>
                    <a:pt x="970" y="104"/>
                  </a:lnTo>
                  <a:lnTo>
                    <a:pt x="973" y="107"/>
                  </a:lnTo>
                  <a:lnTo>
                    <a:pt x="976" y="108"/>
                  </a:lnTo>
                  <a:lnTo>
                    <a:pt x="977" y="111"/>
                  </a:lnTo>
                  <a:lnTo>
                    <a:pt x="981" y="111"/>
                  </a:lnTo>
                  <a:lnTo>
                    <a:pt x="982" y="113"/>
                  </a:lnTo>
                  <a:lnTo>
                    <a:pt x="987" y="113"/>
                  </a:lnTo>
                  <a:lnTo>
                    <a:pt x="983" y="111"/>
                  </a:lnTo>
                  <a:lnTo>
                    <a:pt x="983" y="109"/>
                  </a:lnTo>
                  <a:lnTo>
                    <a:pt x="987" y="111"/>
                  </a:lnTo>
                  <a:lnTo>
                    <a:pt x="989" y="109"/>
                  </a:lnTo>
                  <a:lnTo>
                    <a:pt x="986" y="108"/>
                  </a:lnTo>
                  <a:lnTo>
                    <a:pt x="989" y="105"/>
                  </a:lnTo>
                  <a:lnTo>
                    <a:pt x="986" y="104"/>
                  </a:lnTo>
                  <a:lnTo>
                    <a:pt x="983" y="105"/>
                  </a:lnTo>
                  <a:lnTo>
                    <a:pt x="981" y="104"/>
                  </a:lnTo>
                  <a:lnTo>
                    <a:pt x="981" y="101"/>
                  </a:lnTo>
                  <a:lnTo>
                    <a:pt x="980" y="99"/>
                  </a:lnTo>
                  <a:lnTo>
                    <a:pt x="981" y="97"/>
                  </a:lnTo>
                  <a:lnTo>
                    <a:pt x="982" y="99"/>
                  </a:lnTo>
                  <a:lnTo>
                    <a:pt x="985" y="97"/>
                  </a:lnTo>
                  <a:lnTo>
                    <a:pt x="983" y="95"/>
                  </a:lnTo>
                  <a:lnTo>
                    <a:pt x="985" y="95"/>
                  </a:lnTo>
                  <a:lnTo>
                    <a:pt x="989" y="97"/>
                  </a:lnTo>
                  <a:lnTo>
                    <a:pt x="989" y="100"/>
                  </a:lnTo>
                  <a:lnTo>
                    <a:pt x="991" y="99"/>
                  </a:lnTo>
                  <a:lnTo>
                    <a:pt x="993" y="100"/>
                  </a:lnTo>
                  <a:lnTo>
                    <a:pt x="994" y="100"/>
                  </a:lnTo>
                  <a:lnTo>
                    <a:pt x="993" y="97"/>
                  </a:lnTo>
                  <a:lnTo>
                    <a:pt x="995" y="96"/>
                  </a:lnTo>
                  <a:lnTo>
                    <a:pt x="997" y="97"/>
                  </a:lnTo>
                  <a:lnTo>
                    <a:pt x="998" y="95"/>
                  </a:lnTo>
                  <a:lnTo>
                    <a:pt x="994" y="91"/>
                  </a:lnTo>
                  <a:lnTo>
                    <a:pt x="991" y="91"/>
                  </a:lnTo>
                  <a:lnTo>
                    <a:pt x="989" y="87"/>
                  </a:lnTo>
                  <a:lnTo>
                    <a:pt x="989" y="84"/>
                  </a:lnTo>
                  <a:lnTo>
                    <a:pt x="987" y="83"/>
                  </a:lnTo>
                  <a:lnTo>
                    <a:pt x="985" y="84"/>
                  </a:lnTo>
                  <a:lnTo>
                    <a:pt x="982" y="83"/>
                  </a:lnTo>
                  <a:lnTo>
                    <a:pt x="986" y="82"/>
                  </a:lnTo>
                  <a:lnTo>
                    <a:pt x="985" y="79"/>
                  </a:lnTo>
                  <a:lnTo>
                    <a:pt x="985" y="79"/>
                  </a:lnTo>
                  <a:lnTo>
                    <a:pt x="983" y="76"/>
                  </a:lnTo>
                  <a:lnTo>
                    <a:pt x="987" y="76"/>
                  </a:lnTo>
                  <a:lnTo>
                    <a:pt x="989" y="71"/>
                  </a:lnTo>
                  <a:lnTo>
                    <a:pt x="983" y="72"/>
                  </a:lnTo>
                  <a:lnTo>
                    <a:pt x="981" y="75"/>
                  </a:lnTo>
                  <a:lnTo>
                    <a:pt x="981" y="78"/>
                  </a:lnTo>
                  <a:lnTo>
                    <a:pt x="977" y="76"/>
                  </a:lnTo>
                  <a:lnTo>
                    <a:pt x="974" y="72"/>
                  </a:lnTo>
                  <a:lnTo>
                    <a:pt x="976" y="70"/>
                  </a:lnTo>
                  <a:lnTo>
                    <a:pt x="976" y="67"/>
                  </a:lnTo>
                  <a:lnTo>
                    <a:pt x="980" y="66"/>
                  </a:lnTo>
                  <a:lnTo>
                    <a:pt x="982" y="66"/>
                  </a:lnTo>
                  <a:lnTo>
                    <a:pt x="986" y="62"/>
                  </a:lnTo>
                  <a:lnTo>
                    <a:pt x="986" y="61"/>
                  </a:lnTo>
                  <a:lnTo>
                    <a:pt x="985" y="58"/>
                  </a:lnTo>
                  <a:lnTo>
                    <a:pt x="982" y="58"/>
                  </a:lnTo>
                  <a:lnTo>
                    <a:pt x="980" y="57"/>
                  </a:lnTo>
                  <a:lnTo>
                    <a:pt x="976" y="57"/>
                  </a:lnTo>
                  <a:lnTo>
                    <a:pt x="973" y="54"/>
                  </a:lnTo>
                  <a:lnTo>
                    <a:pt x="977" y="53"/>
                  </a:lnTo>
                  <a:lnTo>
                    <a:pt x="981" y="51"/>
                  </a:lnTo>
                  <a:lnTo>
                    <a:pt x="986" y="54"/>
                  </a:lnTo>
                  <a:lnTo>
                    <a:pt x="991" y="53"/>
                  </a:lnTo>
                  <a:lnTo>
                    <a:pt x="999" y="53"/>
                  </a:lnTo>
                  <a:lnTo>
                    <a:pt x="1014" y="51"/>
                  </a:lnTo>
                  <a:lnTo>
                    <a:pt x="1015" y="50"/>
                  </a:lnTo>
                  <a:lnTo>
                    <a:pt x="1026" y="50"/>
                  </a:lnTo>
                  <a:lnTo>
                    <a:pt x="1030" y="51"/>
                  </a:lnTo>
                  <a:lnTo>
                    <a:pt x="1033" y="50"/>
                  </a:lnTo>
                  <a:lnTo>
                    <a:pt x="1039" y="50"/>
                  </a:lnTo>
                  <a:lnTo>
                    <a:pt x="1036" y="51"/>
                  </a:lnTo>
                  <a:lnTo>
                    <a:pt x="1028" y="55"/>
                  </a:lnTo>
                  <a:lnTo>
                    <a:pt x="1026" y="54"/>
                  </a:lnTo>
                  <a:lnTo>
                    <a:pt x="1024" y="54"/>
                  </a:lnTo>
                  <a:lnTo>
                    <a:pt x="1022" y="53"/>
                  </a:lnTo>
                  <a:lnTo>
                    <a:pt x="1020" y="58"/>
                  </a:lnTo>
                  <a:lnTo>
                    <a:pt x="1023" y="61"/>
                  </a:lnTo>
                  <a:lnTo>
                    <a:pt x="1020" y="62"/>
                  </a:lnTo>
                  <a:lnTo>
                    <a:pt x="1020" y="63"/>
                  </a:lnTo>
                  <a:lnTo>
                    <a:pt x="1023" y="65"/>
                  </a:lnTo>
                  <a:lnTo>
                    <a:pt x="1026" y="62"/>
                  </a:lnTo>
                  <a:lnTo>
                    <a:pt x="1027" y="59"/>
                  </a:lnTo>
                  <a:lnTo>
                    <a:pt x="1032" y="55"/>
                  </a:lnTo>
                  <a:lnTo>
                    <a:pt x="1040" y="53"/>
                  </a:lnTo>
                  <a:lnTo>
                    <a:pt x="1041" y="57"/>
                  </a:lnTo>
                  <a:lnTo>
                    <a:pt x="1041" y="63"/>
                  </a:lnTo>
                  <a:lnTo>
                    <a:pt x="1041" y="65"/>
                  </a:lnTo>
                  <a:lnTo>
                    <a:pt x="1040" y="61"/>
                  </a:lnTo>
                  <a:lnTo>
                    <a:pt x="1037" y="58"/>
                  </a:lnTo>
                  <a:lnTo>
                    <a:pt x="1037" y="55"/>
                  </a:lnTo>
                  <a:lnTo>
                    <a:pt x="1035" y="58"/>
                  </a:lnTo>
                  <a:lnTo>
                    <a:pt x="1033" y="57"/>
                  </a:lnTo>
                  <a:lnTo>
                    <a:pt x="1035" y="61"/>
                  </a:lnTo>
                  <a:lnTo>
                    <a:pt x="1037" y="62"/>
                  </a:lnTo>
                  <a:lnTo>
                    <a:pt x="1039" y="67"/>
                  </a:lnTo>
                  <a:lnTo>
                    <a:pt x="1036" y="71"/>
                  </a:lnTo>
                  <a:lnTo>
                    <a:pt x="1035" y="70"/>
                  </a:lnTo>
                  <a:lnTo>
                    <a:pt x="1033" y="71"/>
                  </a:lnTo>
                  <a:lnTo>
                    <a:pt x="1036" y="74"/>
                  </a:lnTo>
                  <a:lnTo>
                    <a:pt x="1036" y="75"/>
                  </a:lnTo>
                  <a:lnTo>
                    <a:pt x="1037" y="76"/>
                  </a:lnTo>
                  <a:lnTo>
                    <a:pt x="1039" y="76"/>
                  </a:lnTo>
                  <a:lnTo>
                    <a:pt x="1041" y="74"/>
                  </a:lnTo>
                  <a:lnTo>
                    <a:pt x="1041" y="71"/>
                  </a:lnTo>
                  <a:lnTo>
                    <a:pt x="1044" y="67"/>
                  </a:lnTo>
                  <a:lnTo>
                    <a:pt x="1043" y="65"/>
                  </a:lnTo>
                  <a:lnTo>
                    <a:pt x="1044" y="62"/>
                  </a:lnTo>
                  <a:lnTo>
                    <a:pt x="1043" y="50"/>
                  </a:lnTo>
                  <a:lnTo>
                    <a:pt x="1047" y="46"/>
                  </a:lnTo>
                  <a:lnTo>
                    <a:pt x="1053" y="45"/>
                  </a:lnTo>
                  <a:lnTo>
                    <a:pt x="1060" y="43"/>
                  </a:lnTo>
                  <a:lnTo>
                    <a:pt x="1066" y="43"/>
                  </a:lnTo>
                  <a:lnTo>
                    <a:pt x="1074" y="46"/>
                  </a:lnTo>
                  <a:lnTo>
                    <a:pt x="1078" y="51"/>
                  </a:lnTo>
                  <a:lnTo>
                    <a:pt x="1078" y="54"/>
                  </a:lnTo>
                  <a:lnTo>
                    <a:pt x="1076" y="55"/>
                  </a:lnTo>
                  <a:lnTo>
                    <a:pt x="1072" y="53"/>
                  </a:lnTo>
                  <a:lnTo>
                    <a:pt x="1072" y="54"/>
                  </a:lnTo>
                  <a:lnTo>
                    <a:pt x="1072" y="55"/>
                  </a:lnTo>
                  <a:lnTo>
                    <a:pt x="1072" y="58"/>
                  </a:lnTo>
                  <a:lnTo>
                    <a:pt x="1072" y="61"/>
                  </a:lnTo>
                  <a:lnTo>
                    <a:pt x="1070" y="62"/>
                  </a:lnTo>
                  <a:lnTo>
                    <a:pt x="1072" y="63"/>
                  </a:lnTo>
                  <a:lnTo>
                    <a:pt x="1074" y="61"/>
                  </a:lnTo>
                  <a:lnTo>
                    <a:pt x="1078" y="61"/>
                  </a:lnTo>
                  <a:lnTo>
                    <a:pt x="1081" y="58"/>
                  </a:lnTo>
                  <a:lnTo>
                    <a:pt x="1082" y="62"/>
                  </a:lnTo>
                  <a:lnTo>
                    <a:pt x="1084" y="65"/>
                  </a:lnTo>
                  <a:lnTo>
                    <a:pt x="1084" y="67"/>
                  </a:lnTo>
                  <a:lnTo>
                    <a:pt x="1085" y="68"/>
                  </a:lnTo>
                  <a:lnTo>
                    <a:pt x="1086" y="66"/>
                  </a:lnTo>
                  <a:lnTo>
                    <a:pt x="1086" y="65"/>
                  </a:lnTo>
                  <a:lnTo>
                    <a:pt x="1089" y="62"/>
                  </a:lnTo>
                  <a:lnTo>
                    <a:pt x="1091" y="63"/>
                  </a:lnTo>
                  <a:lnTo>
                    <a:pt x="1093" y="67"/>
                  </a:lnTo>
                  <a:lnTo>
                    <a:pt x="1091" y="68"/>
                  </a:lnTo>
                  <a:lnTo>
                    <a:pt x="1091" y="71"/>
                  </a:lnTo>
                  <a:lnTo>
                    <a:pt x="1091" y="72"/>
                  </a:lnTo>
                  <a:lnTo>
                    <a:pt x="1094" y="71"/>
                  </a:lnTo>
                  <a:lnTo>
                    <a:pt x="1095" y="68"/>
                  </a:lnTo>
                  <a:lnTo>
                    <a:pt x="1095" y="68"/>
                  </a:lnTo>
                  <a:lnTo>
                    <a:pt x="1097" y="70"/>
                  </a:lnTo>
                  <a:lnTo>
                    <a:pt x="1097" y="67"/>
                  </a:lnTo>
                  <a:lnTo>
                    <a:pt x="1099" y="63"/>
                  </a:lnTo>
                  <a:lnTo>
                    <a:pt x="1101" y="62"/>
                  </a:lnTo>
                  <a:lnTo>
                    <a:pt x="1102" y="62"/>
                  </a:lnTo>
                  <a:lnTo>
                    <a:pt x="1107" y="66"/>
                  </a:lnTo>
                  <a:lnTo>
                    <a:pt x="1114" y="67"/>
                  </a:lnTo>
                  <a:lnTo>
                    <a:pt x="1116" y="71"/>
                  </a:lnTo>
                  <a:lnTo>
                    <a:pt x="1116" y="74"/>
                  </a:lnTo>
                  <a:lnTo>
                    <a:pt x="1113" y="76"/>
                  </a:lnTo>
                  <a:lnTo>
                    <a:pt x="1110" y="79"/>
                  </a:lnTo>
                  <a:lnTo>
                    <a:pt x="1114" y="76"/>
                  </a:lnTo>
                  <a:lnTo>
                    <a:pt x="1118" y="76"/>
                  </a:lnTo>
                  <a:lnTo>
                    <a:pt x="1122" y="78"/>
                  </a:lnTo>
                  <a:lnTo>
                    <a:pt x="1126" y="76"/>
                  </a:lnTo>
                  <a:lnTo>
                    <a:pt x="1128" y="74"/>
                  </a:lnTo>
                  <a:lnTo>
                    <a:pt x="1131" y="72"/>
                  </a:lnTo>
                  <a:lnTo>
                    <a:pt x="1136" y="68"/>
                  </a:lnTo>
                  <a:lnTo>
                    <a:pt x="1139" y="67"/>
                  </a:lnTo>
                  <a:lnTo>
                    <a:pt x="1141" y="63"/>
                  </a:lnTo>
                  <a:lnTo>
                    <a:pt x="1145" y="63"/>
                  </a:lnTo>
                  <a:lnTo>
                    <a:pt x="1155" y="58"/>
                  </a:lnTo>
                  <a:lnTo>
                    <a:pt x="1159" y="57"/>
                  </a:lnTo>
                  <a:lnTo>
                    <a:pt x="1161" y="58"/>
                  </a:lnTo>
                  <a:lnTo>
                    <a:pt x="1161" y="57"/>
                  </a:lnTo>
                  <a:lnTo>
                    <a:pt x="1166" y="53"/>
                  </a:lnTo>
                  <a:lnTo>
                    <a:pt x="1169" y="53"/>
                  </a:lnTo>
                  <a:lnTo>
                    <a:pt x="1176" y="53"/>
                  </a:lnTo>
                  <a:lnTo>
                    <a:pt x="1188" y="57"/>
                  </a:lnTo>
                  <a:lnTo>
                    <a:pt x="1192" y="62"/>
                  </a:lnTo>
                  <a:lnTo>
                    <a:pt x="1197" y="65"/>
                  </a:lnTo>
                  <a:lnTo>
                    <a:pt x="1201" y="68"/>
                  </a:lnTo>
                  <a:lnTo>
                    <a:pt x="1203" y="74"/>
                  </a:lnTo>
                  <a:lnTo>
                    <a:pt x="1203" y="75"/>
                  </a:lnTo>
                  <a:lnTo>
                    <a:pt x="1205" y="76"/>
                  </a:lnTo>
                  <a:lnTo>
                    <a:pt x="1205" y="80"/>
                  </a:lnTo>
                  <a:lnTo>
                    <a:pt x="1207" y="84"/>
                  </a:lnTo>
                  <a:lnTo>
                    <a:pt x="1207" y="87"/>
                  </a:lnTo>
                  <a:lnTo>
                    <a:pt x="1206" y="90"/>
                  </a:lnTo>
                  <a:lnTo>
                    <a:pt x="1209" y="90"/>
                  </a:lnTo>
                  <a:lnTo>
                    <a:pt x="1211" y="86"/>
                  </a:lnTo>
                  <a:lnTo>
                    <a:pt x="1214" y="86"/>
                  </a:lnTo>
                  <a:lnTo>
                    <a:pt x="1215" y="87"/>
                  </a:lnTo>
                  <a:lnTo>
                    <a:pt x="1215" y="86"/>
                  </a:lnTo>
                  <a:lnTo>
                    <a:pt x="1219" y="86"/>
                  </a:lnTo>
                  <a:lnTo>
                    <a:pt x="1222" y="87"/>
                  </a:lnTo>
                  <a:lnTo>
                    <a:pt x="1223" y="90"/>
                  </a:lnTo>
                  <a:lnTo>
                    <a:pt x="1223" y="87"/>
                  </a:lnTo>
                  <a:lnTo>
                    <a:pt x="1222" y="83"/>
                  </a:lnTo>
                  <a:lnTo>
                    <a:pt x="1224" y="83"/>
                  </a:lnTo>
                  <a:lnTo>
                    <a:pt x="1226" y="87"/>
                  </a:lnTo>
                  <a:lnTo>
                    <a:pt x="1230" y="90"/>
                  </a:lnTo>
                  <a:lnTo>
                    <a:pt x="1231" y="95"/>
                  </a:lnTo>
                  <a:lnTo>
                    <a:pt x="1232" y="95"/>
                  </a:lnTo>
                  <a:lnTo>
                    <a:pt x="1236" y="99"/>
                  </a:lnTo>
                  <a:lnTo>
                    <a:pt x="1236" y="97"/>
                  </a:lnTo>
                  <a:lnTo>
                    <a:pt x="1235" y="93"/>
                  </a:lnTo>
                  <a:lnTo>
                    <a:pt x="1232" y="92"/>
                  </a:lnTo>
                  <a:lnTo>
                    <a:pt x="1232" y="91"/>
                  </a:lnTo>
                  <a:lnTo>
                    <a:pt x="1235" y="92"/>
                  </a:lnTo>
                  <a:lnTo>
                    <a:pt x="1236" y="92"/>
                  </a:lnTo>
                  <a:lnTo>
                    <a:pt x="1239" y="93"/>
                  </a:lnTo>
                  <a:lnTo>
                    <a:pt x="1243" y="99"/>
                  </a:lnTo>
                  <a:lnTo>
                    <a:pt x="1242" y="95"/>
                  </a:lnTo>
                  <a:lnTo>
                    <a:pt x="1238" y="88"/>
                  </a:lnTo>
                  <a:lnTo>
                    <a:pt x="1238" y="83"/>
                  </a:lnTo>
                  <a:lnTo>
                    <a:pt x="1238" y="79"/>
                  </a:lnTo>
                  <a:lnTo>
                    <a:pt x="1240" y="75"/>
                  </a:lnTo>
                  <a:lnTo>
                    <a:pt x="1245" y="75"/>
                  </a:lnTo>
                  <a:lnTo>
                    <a:pt x="1247" y="74"/>
                  </a:lnTo>
                  <a:lnTo>
                    <a:pt x="1252" y="71"/>
                  </a:lnTo>
                  <a:lnTo>
                    <a:pt x="1251" y="70"/>
                  </a:lnTo>
                  <a:lnTo>
                    <a:pt x="1252" y="68"/>
                  </a:lnTo>
                  <a:lnTo>
                    <a:pt x="1253" y="68"/>
                  </a:lnTo>
                  <a:lnTo>
                    <a:pt x="1256" y="71"/>
                  </a:lnTo>
                  <a:lnTo>
                    <a:pt x="1259" y="72"/>
                  </a:lnTo>
                  <a:lnTo>
                    <a:pt x="1261" y="71"/>
                  </a:lnTo>
                  <a:lnTo>
                    <a:pt x="1265" y="68"/>
                  </a:lnTo>
                  <a:lnTo>
                    <a:pt x="1267" y="70"/>
                  </a:lnTo>
                  <a:lnTo>
                    <a:pt x="1271" y="67"/>
                  </a:lnTo>
                  <a:lnTo>
                    <a:pt x="1276" y="68"/>
                  </a:lnTo>
                  <a:lnTo>
                    <a:pt x="1278" y="67"/>
                  </a:lnTo>
                  <a:lnTo>
                    <a:pt x="1278" y="66"/>
                  </a:lnTo>
                  <a:lnTo>
                    <a:pt x="1280" y="68"/>
                  </a:lnTo>
                  <a:lnTo>
                    <a:pt x="1281" y="70"/>
                  </a:lnTo>
                  <a:lnTo>
                    <a:pt x="1282" y="67"/>
                  </a:lnTo>
                  <a:lnTo>
                    <a:pt x="1285" y="63"/>
                  </a:lnTo>
                  <a:lnTo>
                    <a:pt x="1284" y="62"/>
                  </a:lnTo>
                  <a:lnTo>
                    <a:pt x="1284" y="58"/>
                  </a:lnTo>
                  <a:lnTo>
                    <a:pt x="1284" y="55"/>
                  </a:lnTo>
                  <a:lnTo>
                    <a:pt x="1285" y="54"/>
                  </a:lnTo>
                  <a:lnTo>
                    <a:pt x="1289" y="55"/>
                  </a:lnTo>
                  <a:lnTo>
                    <a:pt x="1290" y="58"/>
                  </a:lnTo>
                  <a:lnTo>
                    <a:pt x="1292" y="59"/>
                  </a:lnTo>
                  <a:lnTo>
                    <a:pt x="1294" y="59"/>
                  </a:lnTo>
                  <a:lnTo>
                    <a:pt x="1297" y="62"/>
                  </a:lnTo>
                  <a:lnTo>
                    <a:pt x="1297" y="65"/>
                  </a:lnTo>
                  <a:lnTo>
                    <a:pt x="1299" y="68"/>
                  </a:lnTo>
                  <a:lnTo>
                    <a:pt x="1301" y="70"/>
                  </a:lnTo>
                  <a:lnTo>
                    <a:pt x="1305" y="68"/>
                  </a:lnTo>
                  <a:lnTo>
                    <a:pt x="1310" y="70"/>
                  </a:lnTo>
                  <a:lnTo>
                    <a:pt x="1311" y="70"/>
                  </a:lnTo>
                  <a:lnTo>
                    <a:pt x="1313" y="70"/>
                  </a:lnTo>
                  <a:lnTo>
                    <a:pt x="1317" y="75"/>
                  </a:lnTo>
                  <a:lnTo>
                    <a:pt x="1317" y="78"/>
                  </a:lnTo>
                  <a:lnTo>
                    <a:pt x="1318" y="79"/>
                  </a:lnTo>
                  <a:lnTo>
                    <a:pt x="1322" y="79"/>
                  </a:lnTo>
                  <a:lnTo>
                    <a:pt x="1325" y="78"/>
                  </a:lnTo>
                  <a:lnTo>
                    <a:pt x="1327" y="78"/>
                  </a:lnTo>
                  <a:lnTo>
                    <a:pt x="1327" y="76"/>
                  </a:lnTo>
                  <a:lnTo>
                    <a:pt x="1330" y="74"/>
                  </a:lnTo>
                  <a:lnTo>
                    <a:pt x="1331" y="75"/>
                  </a:lnTo>
                  <a:lnTo>
                    <a:pt x="1332" y="74"/>
                  </a:lnTo>
                  <a:lnTo>
                    <a:pt x="1331" y="71"/>
                  </a:lnTo>
                  <a:lnTo>
                    <a:pt x="1332" y="71"/>
                  </a:lnTo>
                  <a:lnTo>
                    <a:pt x="1331" y="68"/>
                  </a:lnTo>
                  <a:lnTo>
                    <a:pt x="1331" y="67"/>
                  </a:lnTo>
                  <a:lnTo>
                    <a:pt x="1328" y="65"/>
                  </a:lnTo>
                  <a:lnTo>
                    <a:pt x="1326" y="63"/>
                  </a:lnTo>
                  <a:lnTo>
                    <a:pt x="1325" y="59"/>
                  </a:lnTo>
                  <a:lnTo>
                    <a:pt x="1321" y="55"/>
                  </a:lnTo>
                  <a:lnTo>
                    <a:pt x="1319" y="55"/>
                  </a:lnTo>
                  <a:lnTo>
                    <a:pt x="1318" y="53"/>
                  </a:lnTo>
                  <a:lnTo>
                    <a:pt x="1314" y="51"/>
                  </a:lnTo>
                  <a:lnTo>
                    <a:pt x="1311" y="53"/>
                  </a:lnTo>
                  <a:lnTo>
                    <a:pt x="1310" y="53"/>
                  </a:lnTo>
                  <a:lnTo>
                    <a:pt x="1310" y="50"/>
                  </a:lnTo>
                  <a:lnTo>
                    <a:pt x="1311" y="49"/>
                  </a:lnTo>
                  <a:lnTo>
                    <a:pt x="1309" y="45"/>
                  </a:lnTo>
                  <a:lnTo>
                    <a:pt x="1309" y="42"/>
                  </a:lnTo>
                  <a:lnTo>
                    <a:pt x="1307" y="41"/>
                  </a:lnTo>
                  <a:lnTo>
                    <a:pt x="1306" y="38"/>
                  </a:lnTo>
                  <a:lnTo>
                    <a:pt x="1302" y="36"/>
                  </a:lnTo>
                  <a:lnTo>
                    <a:pt x="1302" y="34"/>
                  </a:lnTo>
                  <a:lnTo>
                    <a:pt x="1307" y="34"/>
                  </a:lnTo>
                  <a:lnTo>
                    <a:pt x="1310" y="34"/>
                  </a:lnTo>
                  <a:lnTo>
                    <a:pt x="1317" y="34"/>
                  </a:lnTo>
                  <a:lnTo>
                    <a:pt x="1322" y="34"/>
                  </a:lnTo>
                  <a:lnTo>
                    <a:pt x="1322" y="33"/>
                  </a:lnTo>
                  <a:lnTo>
                    <a:pt x="1325" y="32"/>
                  </a:lnTo>
                  <a:lnTo>
                    <a:pt x="1327" y="33"/>
                  </a:lnTo>
                  <a:lnTo>
                    <a:pt x="1330" y="33"/>
                  </a:lnTo>
                  <a:lnTo>
                    <a:pt x="1331" y="33"/>
                  </a:lnTo>
                  <a:lnTo>
                    <a:pt x="1331" y="30"/>
                  </a:lnTo>
                  <a:lnTo>
                    <a:pt x="1334" y="30"/>
                  </a:lnTo>
                  <a:lnTo>
                    <a:pt x="1335" y="32"/>
                  </a:lnTo>
                  <a:lnTo>
                    <a:pt x="1336" y="32"/>
                  </a:lnTo>
                  <a:lnTo>
                    <a:pt x="1338" y="29"/>
                  </a:lnTo>
                  <a:lnTo>
                    <a:pt x="1339" y="30"/>
                  </a:lnTo>
                  <a:lnTo>
                    <a:pt x="1340" y="28"/>
                  </a:lnTo>
                  <a:lnTo>
                    <a:pt x="1350" y="25"/>
                  </a:lnTo>
                  <a:lnTo>
                    <a:pt x="1351" y="28"/>
                  </a:lnTo>
                  <a:lnTo>
                    <a:pt x="1351" y="25"/>
                  </a:lnTo>
                  <a:lnTo>
                    <a:pt x="1352" y="24"/>
                  </a:lnTo>
                  <a:lnTo>
                    <a:pt x="1353" y="24"/>
                  </a:lnTo>
                  <a:lnTo>
                    <a:pt x="1356" y="24"/>
                  </a:lnTo>
                  <a:lnTo>
                    <a:pt x="1359" y="24"/>
                  </a:lnTo>
                  <a:lnTo>
                    <a:pt x="1360" y="25"/>
                  </a:lnTo>
                  <a:lnTo>
                    <a:pt x="1365" y="25"/>
                  </a:lnTo>
                  <a:lnTo>
                    <a:pt x="1367" y="24"/>
                  </a:lnTo>
                  <a:lnTo>
                    <a:pt x="1368" y="25"/>
                  </a:lnTo>
                  <a:lnTo>
                    <a:pt x="1369" y="26"/>
                  </a:lnTo>
                  <a:lnTo>
                    <a:pt x="1372" y="25"/>
                  </a:lnTo>
                  <a:lnTo>
                    <a:pt x="1375" y="24"/>
                  </a:lnTo>
                  <a:lnTo>
                    <a:pt x="1382" y="26"/>
                  </a:lnTo>
                  <a:lnTo>
                    <a:pt x="1385" y="28"/>
                  </a:lnTo>
                  <a:lnTo>
                    <a:pt x="1386" y="28"/>
                  </a:lnTo>
                  <a:lnTo>
                    <a:pt x="1386" y="26"/>
                  </a:lnTo>
                  <a:lnTo>
                    <a:pt x="1389" y="26"/>
                  </a:lnTo>
                  <a:lnTo>
                    <a:pt x="1390" y="28"/>
                  </a:lnTo>
                  <a:lnTo>
                    <a:pt x="1389" y="29"/>
                  </a:lnTo>
                  <a:lnTo>
                    <a:pt x="1390" y="29"/>
                  </a:lnTo>
                  <a:lnTo>
                    <a:pt x="1394" y="29"/>
                  </a:lnTo>
                  <a:lnTo>
                    <a:pt x="1402" y="29"/>
                  </a:lnTo>
                  <a:lnTo>
                    <a:pt x="1409" y="34"/>
                  </a:lnTo>
                  <a:lnTo>
                    <a:pt x="1409" y="36"/>
                  </a:lnTo>
                  <a:lnTo>
                    <a:pt x="1406" y="34"/>
                  </a:lnTo>
                  <a:lnTo>
                    <a:pt x="1402" y="33"/>
                  </a:lnTo>
                  <a:lnTo>
                    <a:pt x="1402" y="33"/>
                  </a:lnTo>
                  <a:lnTo>
                    <a:pt x="1409" y="36"/>
                  </a:lnTo>
                  <a:lnTo>
                    <a:pt x="1413" y="36"/>
                  </a:lnTo>
                  <a:lnTo>
                    <a:pt x="1413" y="34"/>
                  </a:lnTo>
                  <a:lnTo>
                    <a:pt x="1417" y="34"/>
                  </a:lnTo>
                  <a:lnTo>
                    <a:pt x="1419" y="34"/>
                  </a:lnTo>
                  <a:lnTo>
                    <a:pt x="1419" y="32"/>
                  </a:lnTo>
                  <a:lnTo>
                    <a:pt x="1421" y="32"/>
                  </a:lnTo>
                  <a:lnTo>
                    <a:pt x="1423" y="33"/>
                  </a:lnTo>
                  <a:lnTo>
                    <a:pt x="1425" y="34"/>
                  </a:lnTo>
                  <a:lnTo>
                    <a:pt x="1426" y="34"/>
                  </a:lnTo>
                  <a:lnTo>
                    <a:pt x="1426" y="33"/>
                  </a:lnTo>
                  <a:lnTo>
                    <a:pt x="1427" y="33"/>
                  </a:lnTo>
                  <a:lnTo>
                    <a:pt x="1430" y="34"/>
                  </a:lnTo>
                  <a:lnTo>
                    <a:pt x="1430" y="36"/>
                  </a:lnTo>
                  <a:lnTo>
                    <a:pt x="1434" y="37"/>
                  </a:lnTo>
                  <a:lnTo>
                    <a:pt x="1436" y="36"/>
                  </a:lnTo>
                  <a:lnTo>
                    <a:pt x="1447" y="37"/>
                  </a:lnTo>
                  <a:lnTo>
                    <a:pt x="1446" y="36"/>
                  </a:lnTo>
                  <a:lnTo>
                    <a:pt x="1450" y="36"/>
                  </a:lnTo>
                  <a:lnTo>
                    <a:pt x="1451" y="37"/>
                  </a:lnTo>
                  <a:lnTo>
                    <a:pt x="1452" y="38"/>
                  </a:lnTo>
                  <a:lnTo>
                    <a:pt x="1452" y="36"/>
                  </a:lnTo>
                  <a:lnTo>
                    <a:pt x="1452" y="36"/>
                  </a:lnTo>
                  <a:lnTo>
                    <a:pt x="1456" y="37"/>
                  </a:lnTo>
                  <a:lnTo>
                    <a:pt x="1456" y="37"/>
                  </a:lnTo>
                  <a:lnTo>
                    <a:pt x="1457" y="39"/>
                  </a:lnTo>
                  <a:lnTo>
                    <a:pt x="1461" y="38"/>
                  </a:lnTo>
                  <a:lnTo>
                    <a:pt x="1461" y="38"/>
                  </a:lnTo>
                  <a:lnTo>
                    <a:pt x="1460" y="37"/>
                  </a:lnTo>
                  <a:lnTo>
                    <a:pt x="1464" y="37"/>
                  </a:lnTo>
                  <a:lnTo>
                    <a:pt x="1465" y="38"/>
                  </a:lnTo>
                  <a:lnTo>
                    <a:pt x="1464" y="39"/>
                  </a:lnTo>
                  <a:lnTo>
                    <a:pt x="1467" y="42"/>
                  </a:lnTo>
                  <a:lnTo>
                    <a:pt x="1471" y="43"/>
                  </a:lnTo>
                  <a:lnTo>
                    <a:pt x="1473" y="42"/>
                  </a:lnTo>
                  <a:lnTo>
                    <a:pt x="1469" y="41"/>
                  </a:lnTo>
                  <a:lnTo>
                    <a:pt x="1467" y="39"/>
                  </a:lnTo>
                  <a:lnTo>
                    <a:pt x="1467" y="38"/>
                  </a:lnTo>
                  <a:lnTo>
                    <a:pt x="1469" y="37"/>
                  </a:lnTo>
                  <a:lnTo>
                    <a:pt x="1472" y="37"/>
                  </a:lnTo>
                  <a:lnTo>
                    <a:pt x="1477" y="39"/>
                  </a:lnTo>
                  <a:lnTo>
                    <a:pt x="1477" y="42"/>
                  </a:lnTo>
                  <a:lnTo>
                    <a:pt x="1479" y="43"/>
                  </a:lnTo>
                  <a:lnTo>
                    <a:pt x="1480" y="41"/>
                  </a:lnTo>
                  <a:lnTo>
                    <a:pt x="1479" y="41"/>
                  </a:lnTo>
                  <a:lnTo>
                    <a:pt x="1481" y="41"/>
                  </a:lnTo>
                  <a:lnTo>
                    <a:pt x="1483" y="42"/>
                  </a:lnTo>
                  <a:lnTo>
                    <a:pt x="1481" y="43"/>
                  </a:lnTo>
                  <a:lnTo>
                    <a:pt x="1484" y="46"/>
                  </a:lnTo>
                  <a:lnTo>
                    <a:pt x="1488" y="53"/>
                  </a:lnTo>
                  <a:lnTo>
                    <a:pt x="1492" y="54"/>
                  </a:lnTo>
                  <a:lnTo>
                    <a:pt x="1493" y="57"/>
                  </a:lnTo>
                  <a:lnTo>
                    <a:pt x="1494" y="59"/>
                  </a:lnTo>
                  <a:lnTo>
                    <a:pt x="1496" y="61"/>
                  </a:lnTo>
                  <a:lnTo>
                    <a:pt x="1496" y="62"/>
                  </a:lnTo>
                  <a:lnTo>
                    <a:pt x="1496" y="65"/>
                  </a:lnTo>
                  <a:lnTo>
                    <a:pt x="1498" y="66"/>
                  </a:lnTo>
                  <a:lnTo>
                    <a:pt x="1500" y="63"/>
                  </a:lnTo>
                  <a:lnTo>
                    <a:pt x="1504" y="65"/>
                  </a:lnTo>
                  <a:lnTo>
                    <a:pt x="1505" y="67"/>
                  </a:lnTo>
                  <a:lnTo>
                    <a:pt x="1508" y="68"/>
                  </a:lnTo>
                  <a:lnTo>
                    <a:pt x="1508" y="67"/>
                  </a:lnTo>
                  <a:lnTo>
                    <a:pt x="1506" y="66"/>
                  </a:lnTo>
                  <a:lnTo>
                    <a:pt x="1506" y="65"/>
                  </a:lnTo>
                  <a:lnTo>
                    <a:pt x="1508" y="62"/>
                  </a:lnTo>
                  <a:lnTo>
                    <a:pt x="1509" y="63"/>
                  </a:lnTo>
                  <a:lnTo>
                    <a:pt x="1510" y="66"/>
                  </a:lnTo>
                  <a:lnTo>
                    <a:pt x="1513" y="68"/>
                  </a:lnTo>
                  <a:lnTo>
                    <a:pt x="1511" y="67"/>
                  </a:lnTo>
                  <a:lnTo>
                    <a:pt x="1510" y="63"/>
                  </a:lnTo>
                  <a:lnTo>
                    <a:pt x="1510" y="61"/>
                  </a:lnTo>
                  <a:lnTo>
                    <a:pt x="1509" y="59"/>
                  </a:lnTo>
                  <a:lnTo>
                    <a:pt x="1506" y="61"/>
                  </a:lnTo>
                  <a:lnTo>
                    <a:pt x="1502" y="61"/>
                  </a:lnTo>
                  <a:lnTo>
                    <a:pt x="1502" y="59"/>
                  </a:lnTo>
                  <a:lnTo>
                    <a:pt x="1504" y="58"/>
                  </a:lnTo>
                  <a:lnTo>
                    <a:pt x="1504" y="55"/>
                  </a:lnTo>
                  <a:lnTo>
                    <a:pt x="1498" y="51"/>
                  </a:lnTo>
                  <a:lnTo>
                    <a:pt x="1497" y="50"/>
                  </a:lnTo>
                  <a:lnTo>
                    <a:pt x="1496" y="47"/>
                  </a:lnTo>
                  <a:lnTo>
                    <a:pt x="1494" y="47"/>
                  </a:lnTo>
                  <a:lnTo>
                    <a:pt x="1490" y="50"/>
                  </a:lnTo>
                  <a:lnTo>
                    <a:pt x="1490" y="49"/>
                  </a:lnTo>
                  <a:lnTo>
                    <a:pt x="1493" y="46"/>
                  </a:lnTo>
                  <a:lnTo>
                    <a:pt x="1494" y="43"/>
                  </a:lnTo>
                  <a:lnTo>
                    <a:pt x="1497" y="38"/>
                  </a:lnTo>
                  <a:lnTo>
                    <a:pt x="1500" y="38"/>
                  </a:lnTo>
                  <a:lnTo>
                    <a:pt x="1498" y="39"/>
                  </a:lnTo>
                  <a:lnTo>
                    <a:pt x="1501" y="43"/>
                  </a:lnTo>
                  <a:lnTo>
                    <a:pt x="1504" y="45"/>
                  </a:lnTo>
                  <a:lnTo>
                    <a:pt x="1504" y="43"/>
                  </a:lnTo>
                  <a:lnTo>
                    <a:pt x="1501" y="42"/>
                  </a:lnTo>
                  <a:lnTo>
                    <a:pt x="1501" y="39"/>
                  </a:lnTo>
                  <a:lnTo>
                    <a:pt x="1502" y="39"/>
                  </a:lnTo>
                  <a:lnTo>
                    <a:pt x="1505" y="38"/>
                  </a:lnTo>
                  <a:lnTo>
                    <a:pt x="1505" y="36"/>
                  </a:lnTo>
                  <a:lnTo>
                    <a:pt x="1502" y="36"/>
                  </a:lnTo>
                  <a:lnTo>
                    <a:pt x="1504" y="36"/>
                  </a:lnTo>
                  <a:lnTo>
                    <a:pt x="1505" y="34"/>
                  </a:lnTo>
                  <a:lnTo>
                    <a:pt x="1508" y="34"/>
                  </a:lnTo>
                  <a:lnTo>
                    <a:pt x="1509" y="30"/>
                  </a:lnTo>
                  <a:lnTo>
                    <a:pt x="1511" y="30"/>
                  </a:lnTo>
                  <a:lnTo>
                    <a:pt x="1513" y="33"/>
                  </a:lnTo>
                  <a:lnTo>
                    <a:pt x="1514" y="32"/>
                  </a:lnTo>
                  <a:lnTo>
                    <a:pt x="1515" y="33"/>
                  </a:lnTo>
                  <a:lnTo>
                    <a:pt x="1515" y="33"/>
                  </a:lnTo>
                  <a:lnTo>
                    <a:pt x="1518" y="36"/>
                  </a:lnTo>
                  <a:lnTo>
                    <a:pt x="1522" y="36"/>
                  </a:lnTo>
                  <a:lnTo>
                    <a:pt x="1523" y="36"/>
                  </a:lnTo>
                  <a:lnTo>
                    <a:pt x="1530" y="37"/>
                  </a:lnTo>
                  <a:lnTo>
                    <a:pt x="1530" y="39"/>
                  </a:lnTo>
                  <a:lnTo>
                    <a:pt x="1530" y="41"/>
                  </a:lnTo>
                  <a:lnTo>
                    <a:pt x="1531" y="39"/>
                  </a:lnTo>
                  <a:lnTo>
                    <a:pt x="1533" y="38"/>
                  </a:lnTo>
                  <a:lnTo>
                    <a:pt x="1534" y="38"/>
                  </a:lnTo>
                  <a:lnTo>
                    <a:pt x="1534" y="41"/>
                  </a:lnTo>
                  <a:lnTo>
                    <a:pt x="1536" y="39"/>
                  </a:lnTo>
                  <a:lnTo>
                    <a:pt x="1538" y="37"/>
                  </a:lnTo>
                  <a:lnTo>
                    <a:pt x="1540" y="38"/>
                  </a:lnTo>
                  <a:lnTo>
                    <a:pt x="1540" y="39"/>
                  </a:lnTo>
                  <a:lnTo>
                    <a:pt x="1539" y="41"/>
                  </a:lnTo>
                  <a:lnTo>
                    <a:pt x="1539" y="42"/>
                  </a:lnTo>
                  <a:lnTo>
                    <a:pt x="1540" y="49"/>
                  </a:lnTo>
                  <a:lnTo>
                    <a:pt x="1540" y="53"/>
                  </a:lnTo>
                  <a:lnTo>
                    <a:pt x="1540" y="54"/>
                  </a:lnTo>
                  <a:lnTo>
                    <a:pt x="1543" y="53"/>
                  </a:lnTo>
                  <a:lnTo>
                    <a:pt x="1544" y="55"/>
                  </a:lnTo>
                  <a:lnTo>
                    <a:pt x="1547" y="57"/>
                  </a:lnTo>
                  <a:lnTo>
                    <a:pt x="1547" y="59"/>
                  </a:lnTo>
                  <a:lnTo>
                    <a:pt x="1546" y="61"/>
                  </a:lnTo>
                  <a:lnTo>
                    <a:pt x="1543" y="61"/>
                  </a:lnTo>
                  <a:lnTo>
                    <a:pt x="1538" y="61"/>
                  </a:lnTo>
                  <a:lnTo>
                    <a:pt x="1544" y="62"/>
                  </a:lnTo>
                  <a:lnTo>
                    <a:pt x="1546" y="65"/>
                  </a:lnTo>
                  <a:lnTo>
                    <a:pt x="1544" y="67"/>
                  </a:lnTo>
                  <a:lnTo>
                    <a:pt x="1542" y="67"/>
                  </a:lnTo>
                  <a:lnTo>
                    <a:pt x="1539" y="71"/>
                  </a:lnTo>
                  <a:lnTo>
                    <a:pt x="1539" y="70"/>
                  </a:lnTo>
                  <a:lnTo>
                    <a:pt x="1536" y="72"/>
                  </a:lnTo>
                  <a:lnTo>
                    <a:pt x="1533" y="72"/>
                  </a:lnTo>
                  <a:lnTo>
                    <a:pt x="1530" y="74"/>
                  </a:lnTo>
                  <a:lnTo>
                    <a:pt x="1534" y="74"/>
                  </a:lnTo>
                  <a:lnTo>
                    <a:pt x="1535" y="75"/>
                  </a:lnTo>
                  <a:lnTo>
                    <a:pt x="1536" y="76"/>
                  </a:lnTo>
                  <a:lnTo>
                    <a:pt x="1539" y="75"/>
                  </a:lnTo>
                  <a:lnTo>
                    <a:pt x="1539" y="75"/>
                  </a:lnTo>
                  <a:lnTo>
                    <a:pt x="1540" y="76"/>
                  </a:lnTo>
                  <a:lnTo>
                    <a:pt x="1542" y="80"/>
                  </a:lnTo>
                  <a:lnTo>
                    <a:pt x="1540" y="82"/>
                  </a:lnTo>
                  <a:lnTo>
                    <a:pt x="1539" y="84"/>
                  </a:lnTo>
                  <a:lnTo>
                    <a:pt x="1543" y="82"/>
                  </a:lnTo>
                  <a:lnTo>
                    <a:pt x="1546" y="82"/>
                  </a:lnTo>
                  <a:lnTo>
                    <a:pt x="1548" y="84"/>
                  </a:lnTo>
                  <a:lnTo>
                    <a:pt x="1548" y="86"/>
                  </a:lnTo>
                  <a:lnTo>
                    <a:pt x="1550" y="90"/>
                  </a:lnTo>
                  <a:lnTo>
                    <a:pt x="1547" y="91"/>
                  </a:lnTo>
                  <a:lnTo>
                    <a:pt x="1548" y="92"/>
                  </a:lnTo>
                  <a:lnTo>
                    <a:pt x="1550" y="95"/>
                  </a:lnTo>
                  <a:lnTo>
                    <a:pt x="1547" y="96"/>
                  </a:lnTo>
                  <a:lnTo>
                    <a:pt x="1547" y="97"/>
                  </a:lnTo>
                  <a:lnTo>
                    <a:pt x="1547" y="100"/>
                  </a:lnTo>
                  <a:lnTo>
                    <a:pt x="1547" y="97"/>
                  </a:lnTo>
                  <a:lnTo>
                    <a:pt x="1550" y="97"/>
                  </a:lnTo>
                  <a:lnTo>
                    <a:pt x="1551" y="99"/>
                  </a:lnTo>
                  <a:lnTo>
                    <a:pt x="1551" y="101"/>
                  </a:lnTo>
                  <a:lnTo>
                    <a:pt x="1554" y="101"/>
                  </a:lnTo>
                  <a:lnTo>
                    <a:pt x="1554" y="103"/>
                  </a:lnTo>
                  <a:lnTo>
                    <a:pt x="1555" y="101"/>
                  </a:lnTo>
                  <a:lnTo>
                    <a:pt x="1556" y="100"/>
                  </a:lnTo>
                  <a:lnTo>
                    <a:pt x="1558" y="100"/>
                  </a:lnTo>
                  <a:lnTo>
                    <a:pt x="1560" y="101"/>
                  </a:lnTo>
                  <a:lnTo>
                    <a:pt x="1560" y="104"/>
                  </a:lnTo>
                  <a:lnTo>
                    <a:pt x="1558" y="104"/>
                  </a:lnTo>
                  <a:lnTo>
                    <a:pt x="1556" y="103"/>
                  </a:lnTo>
                  <a:lnTo>
                    <a:pt x="1555" y="105"/>
                  </a:lnTo>
                  <a:lnTo>
                    <a:pt x="1558" y="107"/>
                  </a:lnTo>
                  <a:lnTo>
                    <a:pt x="1559" y="107"/>
                  </a:lnTo>
                  <a:lnTo>
                    <a:pt x="1560" y="109"/>
                  </a:lnTo>
                  <a:lnTo>
                    <a:pt x="1560" y="112"/>
                  </a:lnTo>
                  <a:lnTo>
                    <a:pt x="1558" y="113"/>
                  </a:lnTo>
                  <a:lnTo>
                    <a:pt x="1555" y="109"/>
                  </a:lnTo>
                  <a:lnTo>
                    <a:pt x="1554" y="108"/>
                  </a:lnTo>
                  <a:lnTo>
                    <a:pt x="1555" y="113"/>
                  </a:lnTo>
                  <a:lnTo>
                    <a:pt x="1554" y="115"/>
                  </a:lnTo>
                  <a:lnTo>
                    <a:pt x="1552" y="115"/>
                  </a:lnTo>
                  <a:lnTo>
                    <a:pt x="1552" y="113"/>
                  </a:lnTo>
                  <a:lnTo>
                    <a:pt x="1550" y="113"/>
                  </a:lnTo>
                  <a:lnTo>
                    <a:pt x="1548" y="113"/>
                  </a:lnTo>
                  <a:lnTo>
                    <a:pt x="1543" y="112"/>
                  </a:lnTo>
                  <a:lnTo>
                    <a:pt x="1540" y="113"/>
                  </a:lnTo>
                  <a:lnTo>
                    <a:pt x="1538" y="113"/>
                  </a:lnTo>
                  <a:lnTo>
                    <a:pt x="1539" y="112"/>
                  </a:lnTo>
                  <a:lnTo>
                    <a:pt x="1538" y="111"/>
                  </a:lnTo>
                  <a:lnTo>
                    <a:pt x="1536" y="109"/>
                  </a:lnTo>
                  <a:lnTo>
                    <a:pt x="1536" y="113"/>
                  </a:lnTo>
                  <a:lnTo>
                    <a:pt x="1535" y="113"/>
                  </a:lnTo>
                  <a:lnTo>
                    <a:pt x="1535" y="113"/>
                  </a:lnTo>
                  <a:lnTo>
                    <a:pt x="1536" y="116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3" y="116"/>
                  </a:lnTo>
                  <a:lnTo>
                    <a:pt x="1527" y="117"/>
                  </a:lnTo>
                  <a:lnTo>
                    <a:pt x="1526" y="116"/>
                  </a:lnTo>
                  <a:lnTo>
                    <a:pt x="1526" y="115"/>
                  </a:lnTo>
                  <a:lnTo>
                    <a:pt x="1526" y="112"/>
                  </a:lnTo>
                  <a:lnTo>
                    <a:pt x="1525" y="112"/>
                  </a:lnTo>
                  <a:lnTo>
                    <a:pt x="1519" y="108"/>
                  </a:lnTo>
                  <a:lnTo>
                    <a:pt x="1518" y="107"/>
                  </a:lnTo>
                  <a:lnTo>
                    <a:pt x="1519" y="105"/>
                  </a:lnTo>
                  <a:lnTo>
                    <a:pt x="1515" y="104"/>
                  </a:lnTo>
                  <a:lnTo>
                    <a:pt x="1514" y="107"/>
                  </a:lnTo>
                  <a:lnTo>
                    <a:pt x="1510" y="108"/>
                  </a:lnTo>
                  <a:lnTo>
                    <a:pt x="1509" y="109"/>
                  </a:lnTo>
                  <a:lnTo>
                    <a:pt x="1508" y="111"/>
                  </a:lnTo>
                  <a:lnTo>
                    <a:pt x="1506" y="107"/>
                  </a:lnTo>
                  <a:lnTo>
                    <a:pt x="1505" y="105"/>
                  </a:lnTo>
                  <a:lnTo>
                    <a:pt x="1506" y="107"/>
                  </a:lnTo>
                  <a:lnTo>
                    <a:pt x="1506" y="112"/>
                  </a:lnTo>
                  <a:lnTo>
                    <a:pt x="1506" y="115"/>
                  </a:lnTo>
                  <a:lnTo>
                    <a:pt x="1506" y="117"/>
                  </a:lnTo>
                  <a:lnTo>
                    <a:pt x="1501" y="124"/>
                  </a:lnTo>
                  <a:lnTo>
                    <a:pt x="1500" y="124"/>
                  </a:lnTo>
                  <a:lnTo>
                    <a:pt x="1500" y="118"/>
                  </a:lnTo>
                  <a:lnTo>
                    <a:pt x="1497" y="118"/>
                  </a:lnTo>
                  <a:lnTo>
                    <a:pt x="1494" y="120"/>
                  </a:lnTo>
                  <a:lnTo>
                    <a:pt x="1489" y="115"/>
                  </a:lnTo>
                  <a:lnTo>
                    <a:pt x="1489" y="113"/>
                  </a:lnTo>
                  <a:lnTo>
                    <a:pt x="1488" y="108"/>
                  </a:lnTo>
                  <a:lnTo>
                    <a:pt x="1486" y="107"/>
                  </a:lnTo>
                  <a:lnTo>
                    <a:pt x="1485" y="105"/>
                  </a:lnTo>
                  <a:lnTo>
                    <a:pt x="1484" y="104"/>
                  </a:lnTo>
                  <a:lnTo>
                    <a:pt x="1483" y="104"/>
                  </a:lnTo>
                  <a:lnTo>
                    <a:pt x="1484" y="107"/>
                  </a:lnTo>
                  <a:lnTo>
                    <a:pt x="1484" y="108"/>
                  </a:lnTo>
                  <a:lnTo>
                    <a:pt x="1485" y="111"/>
                  </a:lnTo>
                  <a:lnTo>
                    <a:pt x="1484" y="112"/>
                  </a:lnTo>
                  <a:lnTo>
                    <a:pt x="1480" y="109"/>
                  </a:lnTo>
                  <a:lnTo>
                    <a:pt x="1477" y="107"/>
                  </a:lnTo>
                  <a:lnTo>
                    <a:pt x="1477" y="107"/>
                  </a:lnTo>
                  <a:lnTo>
                    <a:pt x="1479" y="109"/>
                  </a:lnTo>
                  <a:lnTo>
                    <a:pt x="1477" y="111"/>
                  </a:lnTo>
                  <a:lnTo>
                    <a:pt x="1479" y="112"/>
                  </a:lnTo>
                  <a:lnTo>
                    <a:pt x="1481" y="112"/>
                  </a:lnTo>
                  <a:lnTo>
                    <a:pt x="1483" y="113"/>
                  </a:lnTo>
                  <a:lnTo>
                    <a:pt x="1481" y="116"/>
                  </a:lnTo>
                  <a:lnTo>
                    <a:pt x="1479" y="117"/>
                  </a:lnTo>
                  <a:lnTo>
                    <a:pt x="1477" y="118"/>
                  </a:lnTo>
                  <a:lnTo>
                    <a:pt x="1480" y="118"/>
                  </a:lnTo>
                  <a:lnTo>
                    <a:pt x="1486" y="126"/>
                  </a:lnTo>
                  <a:lnTo>
                    <a:pt x="1490" y="128"/>
                  </a:lnTo>
                  <a:lnTo>
                    <a:pt x="1493" y="126"/>
                  </a:lnTo>
                  <a:lnTo>
                    <a:pt x="1496" y="128"/>
                  </a:lnTo>
                  <a:lnTo>
                    <a:pt x="1497" y="132"/>
                  </a:lnTo>
                  <a:lnTo>
                    <a:pt x="1497" y="132"/>
                  </a:lnTo>
                  <a:lnTo>
                    <a:pt x="1494" y="129"/>
                  </a:lnTo>
                  <a:lnTo>
                    <a:pt x="1493" y="129"/>
                  </a:lnTo>
                  <a:lnTo>
                    <a:pt x="1494" y="133"/>
                  </a:lnTo>
                  <a:lnTo>
                    <a:pt x="1498" y="134"/>
                  </a:lnTo>
                  <a:lnTo>
                    <a:pt x="1500" y="138"/>
                  </a:lnTo>
                  <a:lnTo>
                    <a:pt x="1501" y="141"/>
                  </a:lnTo>
                  <a:lnTo>
                    <a:pt x="1501" y="146"/>
                  </a:lnTo>
                  <a:lnTo>
                    <a:pt x="1500" y="153"/>
                  </a:lnTo>
                  <a:lnTo>
                    <a:pt x="1501" y="158"/>
                  </a:lnTo>
                  <a:lnTo>
                    <a:pt x="1501" y="161"/>
                  </a:lnTo>
                  <a:lnTo>
                    <a:pt x="1501" y="163"/>
                  </a:lnTo>
                  <a:lnTo>
                    <a:pt x="1498" y="167"/>
                  </a:lnTo>
                  <a:lnTo>
                    <a:pt x="1498" y="170"/>
                  </a:lnTo>
                  <a:lnTo>
                    <a:pt x="1497" y="171"/>
                  </a:lnTo>
                  <a:lnTo>
                    <a:pt x="1497" y="170"/>
                  </a:lnTo>
                  <a:lnTo>
                    <a:pt x="1497" y="168"/>
                  </a:lnTo>
                  <a:lnTo>
                    <a:pt x="1490" y="172"/>
                  </a:lnTo>
                  <a:lnTo>
                    <a:pt x="1489" y="171"/>
                  </a:lnTo>
                  <a:lnTo>
                    <a:pt x="1486" y="172"/>
                  </a:lnTo>
                  <a:lnTo>
                    <a:pt x="1485" y="172"/>
                  </a:lnTo>
                  <a:lnTo>
                    <a:pt x="1484" y="170"/>
                  </a:lnTo>
                  <a:lnTo>
                    <a:pt x="1481" y="170"/>
                  </a:lnTo>
                  <a:lnTo>
                    <a:pt x="1479" y="166"/>
                  </a:lnTo>
                  <a:lnTo>
                    <a:pt x="1476" y="165"/>
                  </a:lnTo>
                  <a:lnTo>
                    <a:pt x="1472" y="163"/>
                  </a:lnTo>
                  <a:lnTo>
                    <a:pt x="1471" y="162"/>
                  </a:lnTo>
                  <a:lnTo>
                    <a:pt x="1468" y="163"/>
                  </a:lnTo>
                  <a:lnTo>
                    <a:pt x="1467" y="166"/>
                  </a:lnTo>
                  <a:lnTo>
                    <a:pt x="1464" y="166"/>
                  </a:lnTo>
                  <a:lnTo>
                    <a:pt x="1467" y="167"/>
                  </a:lnTo>
                  <a:lnTo>
                    <a:pt x="1469" y="167"/>
                  </a:lnTo>
                  <a:lnTo>
                    <a:pt x="1471" y="165"/>
                  </a:lnTo>
                  <a:lnTo>
                    <a:pt x="1477" y="167"/>
                  </a:lnTo>
                  <a:lnTo>
                    <a:pt x="1479" y="170"/>
                  </a:lnTo>
                  <a:lnTo>
                    <a:pt x="1476" y="171"/>
                  </a:lnTo>
                  <a:lnTo>
                    <a:pt x="1473" y="170"/>
                  </a:lnTo>
                  <a:lnTo>
                    <a:pt x="1471" y="170"/>
                  </a:lnTo>
                  <a:lnTo>
                    <a:pt x="1471" y="172"/>
                  </a:lnTo>
                  <a:lnTo>
                    <a:pt x="1468" y="170"/>
                  </a:lnTo>
                  <a:lnTo>
                    <a:pt x="1467" y="171"/>
                  </a:lnTo>
                  <a:lnTo>
                    <a:pt x="1467" y="171"/>
                  </a:lnTo>
                  <a:lnTo>
                    <a:pt x="1468" y="174"/>
                  </a:lnTo>
                  <a:lnTo>
                    <a:pt x="1472" y="175"/>
                  </a:lnTo>
                  <a:lnTo>
                    <a:pt x="1471" y="179"/>
                  </a:lnTo>
                  <a:lnTo>
                    <a:pt x="1472" y="183"/>
                  </a:lnTo>
                  <a:lnTo>
                    <a:pt x="1475" y="184"/>
                  </a:lnTo>
                  <a:lnTo>
                    <a:pt x="1473" y="183"/>
                  </a:lnTo>
                  <a:lnTo>
                    <a:pt x="1473" y="178"/>
                  </a:lnTo>
                  <a:lnTo>
                    <a:pt x="1475" y="178"/>
                  </a:lnTo>
                  <a:lnTo>
                    <a:pt x="1477" y="178"/>
                  </a:lnTo>
                  <a:lnTo>
                    <a:pt x="1477" y="176"/>
                  </a:lnTo>
                  <a:lnTo>
                    <a:pt x="1481" y="172"/>
                  </a:lnTo>
                  <a:lnTo>
                    <a:pt x="1483" y="172"/>
                  </a:lnTo>
                  <a:lnTo>
                    <a:pt x="1484" y="174"/>
                  </a:lnTo>
                  <a:lnTo>
                    <a:pt x="1484" y="175"/>
                  </a:lnTo>
                  <a:lnTo>
                    <a:pt x="1488" y="180"/>
                  </a:lnTo>
                  <a:lnTo>
                    <a:pt x="1490" y="180"/>
                  </a:lnTo>
                  <a:lnTo>
                    <a:pt x="1493" y="183"/>
                  </a:lnTo>
                  <a:lnTo>
                    <a:pt x="1497" y="183"/>
                  </a:lnTo>
                  <a:lnTo>
                    <a:pt x="1497" y="180"/>
                  </a:lnTo>
                  <a:lnTo>
                    <a:pt x="1497" y="179"/>
                  </a:lnTo>
                  <a:lnTo>
                    <a:pt x="1498" y="179"/>
                  </a:lnTo>
                  <a:lnTo>
                    <a:pt x="1504" y="184"/>
                  </a:lnTo>
                  <a:lnTo>
                    <a:pt x="1505" y="187"/>
                  </a:lnTo>
                  <a:lnTo>
                    <a:pt x="1504" y="186"/>
                  </a:lnTo>
                  <a:lnTo>
                    <a:pt x="1502" y="188"/>
                  </a:lnTo>
                  <a:lnTo>
                    <a:pt x="1508" y="192"/>
                  </a:lnTo>
                  <a:lnTo>
                    <a:pt x="1509" y="192"/>
                  </a:lnTo>
                  <a:lnTo>
                    <a:pt x="1509" y="191"/>
                  </a:lnTo>
                  <a:lnTo>
                    <a:pt x="1509" y="188"/>
                  </a:lnTo>
                  <a:lnTo>
                    <a:pt x="1511" y="191"/>
                  </a:lnTo>
                  <a:lnTo>
                    <a:pt x="1517" y="197"/>
                  </a:lnTo>
                  <a:lnTo>
                    <a:pt x="1515" y="196"/>
                  </a:lnTo>
                  <a:lnTo>
                    <a:pt x="1514" y="196"/>
                  </a:lnTo>
                  <a:lnTo>
                    <a:pt x="1513" y="197"/>
                  </a:lnTo>
                  <a:lnTo>
                    <a:pt x="1514" y="200"/>
                  </a:lnTo>
                  <a:lnTo>
                    <a:pt x="1513" y="201"/>
                  </a:lnTo>
                  <a:lnTo>
                    <a:pt x="1511" y="204"/>
                  </a:lnTo>
                  <a:lnTo>
                    <a:pt x="1513" y="205"/>
                  </a:lnTo>
                  <a:lnTo>
                    <a:pt x="1515" y="204"/>
                  </a:lnTo>
                  <a:lnTo>
                    <a:pt x="1515" y="201"/>
                  </a:lnTo>
                  <a:lnTo>
                    <a:pt x="1517" y="201"/>
                  </a:lnTo>
                  <a:lnTo>
                    <a:pt x="1518" y="201"/>
                  </a:lnTo>
                  <a:lnTo>
                    <a:pt x="1519" y="200"/>
                  </a:lnTo>
                  <a:lnTo>
                    <a:pt x="1521" y="203"/>
                  </a:lnTo>
                  <a:lnTo>
                    <a:pt x="1526" y="207"/>
                  </a:lnTo>
                  <a:lnTo>
                    <a:pt x="1531" y="208"/>
                  </a:lnTo>
                  <a:lnTo>
                    <a:pt x="1535" y="211"/>
                  </a:lnTo>
                  <a:lnTo>
                    <a:pt x="1533" y="212"/>
                  </a:lnTo>
                  <a:lnTo>
                    <a:pt x="1536" y="217"/>
                  </a:lnTo>
                  <a:lnTo>
                    <a:pt x="1539" y="217"/>
                  </a:lnTo>
                  <a:lnTo>
                    <a:pt x="1542" y="222"/>
                  </a:lnTo>
                  <a:lnTo>
                    <a:pt x="1542" y="229"/>
                  </a:lnTo>
                  <a:lnTo>
                    <a:pt x="1540" y="230"/>
                  </a:lnTo>
                  <a:lnTo>
                    <a:pt x="1540" y="232"/>
                  </a:lnTo>
                  <a:lnTo>
                    <a:pt x="1543" y="233"/>
                  </a:lnTo>
                  <a:lnTo>
                    <a:pt x="1544" y="236"/>
                  </a:lnTo>
                  <a:lnTo>
                    <a:pt x="1543" y="236"/>
                  </a:lnTo>
                  <a:lnTo>
                    <a:pt x="1542" y="234"/>
                  </a:lnTo>
                  <a:lnTo>
                    <a:pt x="1533" y="234"/>
                  </a:lnTo>
                  <a:lnTo>
                    <a:pt x="1530" y="233"/>
                  </a:lnTo>
                  <a:lnTo>
                    <a:pt x="1529" y="234"/>
                  </a:lnTo>
                  <a:lnTo>
                    <a:pt x="1526" y="233"/>
                  </a:lnTo>
                  <a:lnTo>
                    <a:pt x="1526" y="232"/>
                  </a:lnTo>
                  <a:lnTo>
                    <a:pt x="1525" y="230"/>
                  </a:lnTo>
                  <a:lnTo>
                    <a:pt x="1523" y="232"/>
                  </a:lnTo>
                  <a:lnTo>
                    <a:pt x="1525" y="233"/>
                  </a:lnTo>
                  <a:lnTo>
                    <a:pt x="1521" y="236"/>
                  </a:lnTo>
                  <a:lnTo>
                    <a:pt x="1518" y="236"/>
                  </a:lnTo>
                  <a:lnTo>
                    <a:pt x="1517" y="237"/>
                  </a:lnTo>
                  <a:lnTo>
                    <a:pt x="1519" y="237"/>
                  </a:lnTo>
                  <a:lnTo>
                    <a:pt x="1515" y="241"/>
                  </a:lnTo>
                  <a:lnTo>
                    <a:pt x="1513" y="241"/>
                  </a:lnTo>
                  <a:lnTo>
                    <a:pt x="1513" y="243"/>
                  </a:lnTo>
                  <a:lnTo>
                    <a:pt x="1514" y="243"/>
                  </a:lnTo>
                  <a:lnTo>
                    <a:pt x="1510" y="249"/>
                  </a:lnTo>
                  <a:lnTo>
                    <a:pt x="1509" y="250"/>
                  </a:lnTo>
                  <a:lnTo>
                    <a:pt x="1509" y="249"/>
                  </a:lnTo>
                  <a:lnTo>
                    <a:pt x="1508" y="249"/>
                  </a:lnTo>
                  <a:lnTo>
                    <a:pt x="1508" y="253"/>
                  </a:lnTo>
                  <a:lnTo>
                    <a:pt x="1509" y="255"/>
                  </a:lnTo>
                  <a:lnTo>
                    <a:pt x="1506" y="258"/>
                  </a:lnTo>
                  <a:lnTo>
                    <a:pt x="1505" y="257"/>
                  </a:lnTo>
                  <a:lnTo>
                    <a:pt x="1505" y="259"/>
                  </a:lnTo>
                  <a:lnTo>
                    <a:pt x="1505" y="261"/>
                  </a:lnTo>
                  <a:lnTo>
                    <a:pt x="1502" y="263"/>
                  </a:lnTo>
                  <a:lnTo>
                    <a:pt x="1501" y="265"/>
                  </a:lnTo>
                  <a:lnTo>
                    <a:pt x="1502" y="266"/>
                  </a:lnTo>
                  <a:lnTo>
                    <a:pt x="1501" y="267"/>
                  </a:lnTo>
                  <a:lnTo>
                    <a:pt x="1501" y="268"/>
                  </a:lnTo>
                  <a:lnTo>
                    <a:pt x="1500" y="268"/>
                  </a:lnTo>
                  <a:lnTo>
                    <a:pt x="1497" y="268"/>
                  </a:lnTo>
                  <a:lnTo>
                    <a:pt x="1498" y="271"/>
                  </a:lnTo>
                  <a:lnTo>
                    <a:pt x="1498" y="272"/>
                  </a:lnTo>
                  <a:lnTo>
                    <a:pt x="1497" y="275"/>
                  </a:lnTo>
                  <a:lnTo>
                    <a:pt x="1497" y="276"/>
                  </a:lnTo>
                  <a:lnTo>
                    <a:pt x="1497" y="278"/>
                  </a:lnTo>
                  <a:lnTo>
                    <a:pt x="1496" y="279"/>
                  </a:lnTo>
                  <a:lnTo>
                    <a:pt x="1494" y="278"/>
                  </a:lnTo>
                  <a:lnTo>
                    <a:pt x="1493" y="278"/>
                  </a:lnTo>
                  <a:lnTo>
                    <a:pt x="1494" y="279"/>
                  </a:lnTo>
                  <a:lnTo>
                    <a:pt x="1497" y="282"/>
                  </a:lnTo>
                  <a:lnTo>
                    <a:pt x="1496" y="284"/>
                  </a:lnTo>
                  <a:lnTo>
                    <a:pt x="1493" y="284"/>
                  </a:lnTo>
                  <a:lnTo>
                    <a:pt x="1493" y="286"/>
                  </a:lnTo>
                  <a:lnTo>
                    <a:pt x="1494" y="286"/>
                  </a:lnTo>
                  <a:lnTo>
                    <a:pt x="1496" y="290"/>
                  </a:lnTo>
                  <a:lnTo>
                    <a:pt x="1494" y="291"/>
                  </a:lnTo>
                  <a:lnTo>
                    <a:pt x="1496" y="292"/>
                  </a:lnTo>
                  <a:lnTo>
                    <a:pt x="1493" y="296"/>
                  </a:lnTo>
                  <a:lnTo>
                    <a:pt x="1494" y="299"/>
                  </a:lnTo>
                  <a:lnTo>
                    <a:pt x="1492" y="303"/>
                  </a:lnTo>
                  <a:lnTo>
                    <a:pt x="1492" y="308"/>
                  </a:lnTo>
                  <a:lnTo>
                    <a:pt x="1490" y="311"/>
                  </a:lnTo>
                  <a:lnTo>
                    <a:pt x="1490" y="312"/>
                  </a:lnTo>
                  <a:lnTo>
                    <a:pt x="1492" y="313"/>
                  </a:lnTo>
                  <a:lnTo>
                    <a:pt x="1492" y="315"/>
                  </a:lnTo>
                  <a:lnTo>
                    <a:pt x="1492" y="316"/>
                  </a:lnTo>
                  <a:lnTo>
                    <a:pt x="1494" y="320"/>
                  </a:lnTo>
                  <a:lnTo>
                    <a:pt x="1494" y="322"/>
                  </a:lnTo>
                  <a:lnTo>
                    <a:pt x="1493" y="321"/>
                  </a:lnTo>
                  <a:lnTo>
                    <a:pt x="1490" y="322"/>
                  </a:lnTo>
                  <a:lnTo>
                    <a:pt x="1488" y="320"/>
                  </a:lnTo>
                  <a:lnTo>
                    <a:pt x="1486" y="321"/>
                  </a:lnTo>
                  <a:lnTo>
                    <a:pt x="1484" y="317"/>
                  </a:lnTo>
                  <a:lnTo>
                    <a:pt x="1484" y="316"/>
                  </a:lnTo>
                  <a:lnTo>
                    <a:pt x="1484" y="316"/>
                  </a:lnTo>
                  <a:lnTo>
                    <a:pt x="1481" y="316"/>
                  </a:lnTo>
                  <a:lnTo>
                    <a:pt x="1480" y="316"/>
                  </a:lnTo>
                  <a:lnTo>
                    <a:pt x="1479" y="313"/>
                  </a:lnTo>
                  <a:lnTo>
                    <a:pt x="1473" y="311"/>
                  </a:lnTo>
                  <a:lnTo>
                    <a:pt x="1469" y="309"/>
                  </a:lnTo>
                  <a:lnTo>
                    <a:pt x="1465" y="312"/>
                  </a:lnTo>
                  <a:lnTo>
                    <a:pt x="1464" y="311"/>
                  </a:lnTo>
                  <a:lnTo>
                    <a:pt x="1461" y="312"/>
                  </a:lnTo>
                  <a:lnTo>
                    <a:pt x="1459" y="315"/>
                  </a:lnTo>
                  <a:lnTo>
                    <a:pt x="1456" y="315"/>
                  </a:lnTo>
                  <a:lnTo>
                    <a:pt x="1456" y="320"/>
                  </a:lnTo>
                  <a:lnTo>
                    <a:pt x="1454" y="321"/>
                  </a:lnTo>
                  <a:lnTo>
                    <a:pt x="1452" y="320"/>
                  </a:lnTo>
                  <a:lnTo>
                    <a:pt x="1454" y="322"/>
                  </a:lnTo>
                  <a:lnTo>
                    <a:pt x="1452" y="325"/>
                  </a:lnTo>
                  <a:lnTo>
                    <a:pt x="1452" y="328"/>
                  </a:lnTo>
                  <a:lnTo>
                    <a:pt x="1452" y="329"/>
                  </a:lnTo>
                  <a:lnTo>
                    <a:pt x="1451" y="336"/>
                  </a:lnTo>
                  <a:lnTo>
                    <a:pt x="1450" y="337"/>
                  </a:lnTo>
                  <a:lnTo>
                    <a:pt x="1448" y="336"/>
                  </a:lnTo>
                  <a:lnTo>
                    <a:pt x="1446" y="328"/>
                  </a:lnTo>
                  <a:lnTo>
                    <a:pt x="1446" y="325"/>
                  </a:lnTo>
                  <a:lnTo>
                    <a:pt x="1443" y="324"/>
                  </a:lnTo>
                  <a:lnTo>
                    <a:pt x="1442" y="321"/>
                  </a:lnTo>
                  <a:lnTo>
                    <a:pt x="1442" y="324"/>
                  </a:lnTo>
                  <a:lnTo>
                    <a:pt x="1438" y="329"/>
                  </a:lnTo>
                  <a:lnTo>
                    <a:pt x="1436" y="330"/>
                  </a:lnTo>
                  <a:lnTo>
                    <a:pt x="1436" y="333"/>
                  </a:lnTo>
                  <a:lnTo>
                    <a:pt x="1439" y="333"/>
                  </a:lnTo>
                  <a:lnTo>
                    <a:pt x="1436" y="338"/>
                  </a:lnTo>
                  <a:lnTo>
                    <a:pt x="1434" y="336"/>
                  </a:lnTo>
                  <a:lnTo>
                    <a:pt x="1432" y="336"/>
                  </a:lnTo>
                  <a:lnTo>
                    <a:pt x="1431" y="334"/>
                  </a:lnTo>
                  <a:lnTo>
                    <a:pt x="1430" y="334"/>
                  </a:lnTo>
                  <a:lnTo>
                    <a:pt x="1429" y="338"/>
                  </a:lnTo>
                  <a:lnTo>
                    <a:pt x="1427" y="338"/>
                  </a:lnTo>
                  <a:lnTo>
                    <a:pt x="1426" y="337"/>
                  </a:lnTo>
                  <a:lnTo>
                    <a:pt x="1423" y="337"/>
                  </a:lnTo>
                  <a:lnTo>
                    <a:pt x="1423" y="338"/>
                  </a:lnTo>
                  <a:lnTo>
                    <a:pt x="1425" y="341"/>
                  </a:lnTo>
                  <a:lnTo>
                    <a:pt x="1423" y="342"/>
                  </a:lnTo>
                  <a:lnTo>
                    <a:pt x="1423" y="343"/>
                  </a:lnTo>
                  <a:lnTo>
                    <a:pt x="1422" y="346"/>
                  </a:lnTo>
                  <a:lnTo>
                    <a:pt x="1425" y="349"/>
                  </a:lnTo>
                  <a:lnTo>
                    <a:pt x="1426" y="351"/>
                  </a:lnTo>
                  <a:lnTo>
                    <a:pt x="1425" y="351"/>
                  </a:lnTo>
                  <a:lnTo>
                    <a:pt x="1425" y="353"/>
                  </a:lnTo>
                  <a:lnTo>
                    <a:pt x="1427" y="354"/>
                  </a:lnTo>
                  <a:lnTo>
                    <a:pt x="1429" y="355"/>
                  </a:lnTo>
                  <a:lnTo>
                    <a:pt x="1430" y="358"/>
                  </a:lnTo>
                  <a:lnTo>
                    <a:pt x="1429" y="358"/>
                  </a:lnTo>
                  <a:lnTo>
                    <a:pt x="1427" y="359"/>
                  </a:lnTo>
                  <a:lnTo>
                    <a:pt x="1430" y="361"/>
                  </a:lnTo>
                  <a:lnTo>
                    <a:pt x="1431" y="362"/>
                  </a:lnTo>
                  <a:lnTo>
                    <a:pt x="1431" y="363"/>
                  </a:lnTo>
                  <a:lnTo>
                    <a:pt x="1429" y="362"/>
                  </a:lnTo>
                  <a:lnTo>
                    <a:pt x="1427" y="362"/>
                  </a:lnTo>
                  <a:lnTo>
                    <a:pt x="1427" y="363"/>
                  </a:lnTo>
                  <a:lnTo>
                    <a:pt x="1430" y="366"/>
                  </a:lnTo>
                  <a:lnTo>
                    <a:pt x="1431" y="365"/>
                  </a:lnTo>
                  <a:lnTo>
                    <a:pt x="1431" y="367"/>
                  </a:lnTo>
                  <a:lnTo>
                    <a:pt x="1430" y="370"/>
                  </a:lnTo>
                  <a:lnTo>
                    <a:pt x="1430" y="372"/>
                  </a:lnTo>
                  <a:lnTo>
                    <a:pt x="1429" y="374"/>
                  </a:lnTo>
                  <a:lnTo>
                    <a:pt x="1430" y="378"/>
                  </a:lnTo>
                  <a:lnTo>
                    <a:pt x="1429" y="379"/>
                  </a:lnTo>
                  <a:lnTo>
                    <a:pt x="1430" y="382"/>
                  </a:lnTo>
                  <a:lnTo>
                    <a:pt x="1430" y="383"/>
                  </a:lnTo>
                  <a:lnTo>
                    <a:pt x="1430" y="386"/>
                  </a:lnTo>
                  <a:lnTo>
                    <a:pt x="1432" y="390"/>
                  </a:lnTo>
                  <a:lnTo>
                    <a:pt x="1431" y="391"/>
                  </a:lnTo>
                  <a:lnTo>
                    <a:pt x="1432" y="392"/>
                  </a:lnTo>
                  <a:lnTo>
                    <a:pt x="1435" y="395"/>
                  </a:lnTo>
                  <a:lnTo>
                    <a:pt x="1439" y="399"/>
                  </a:lnTo>
                  <a:lnTo>
                    <a:pt x="1442" y="400"/>
                  </a:lnTo>
                  <a:lnTo>
                    <a:pt x="1442" y="399"/>
                  </a:lnTo>
                  <a:lnTo>
                    <a:pt x="1443" y="397"/>
                  </a:lnTo>
                  <a:lnTo>
                    <a:pt x="1440" y="393"/>
                  </a:lnTo>
                  <a:lnTo>
                    <a:pt x="1439" y="392"/>
                  </a:lnTo>
                  <a:lnTo>
                    <a:pt x="1442" y="391"/>
                  </a:lnTo>
                  <a:lnTo>
                    <a:pt x="1444" y="391"/>
                  </a:lnTo>
                  <a:lnTo>
                    <a:pt x="1448" y="393"/>
                  </a:lnTo>
                  <a:lnTo>
                    <a:pt x="1450" y="393"/>
                  </a:lnTo>
                  <a:lnTo>
                    <a:pt x="1451" y="395"/>
                  </a:lnTo>
                  <a:lnTo>
                    <a:pt x="1451" y="396"/>
                  </a:lnTo>
                  <a:lnTo>
                    <a:pt x="1451" y="397"/>
                  </a:lnTo>
                  <a:lnTo>
                    <a:pt x="1452" y="400"/>
                  </a:lnTo>
                  <a:lnTo>
                    <a:pt x="1451" y="401"/>
                  </a:lnTo>
                  <a:lnTo>
                    <a:pt x="1452" y="404"/>
                  </a:lnTo>
                  <a:lnTo>
                    <a:pt x="1451" y="404"/>
                  </a:lnTo>
                  <a:lnTo>
                    <a:pt x="1450" y="407"/>
                  </a:lnTo>
                  <a:lnTo>
                    <a:pt x="1451" y="411"/>
                  </a:lnTo>
                  <a:lnTo>
                    <a:pt x="1454" y="413"/>
                  </a:lnTo>
                  <a:lnTo>
                    <a:pt x="1452" y="417"/>
                  </a:lnTo>
                  <a:lnTo>
                    <a:pt x="1455" y="420"/>
                  </a:lnTo>
                  <a:lnTo>
                    <a:pt x="1456" y="418"/>
                  </a:lnTo>
                  <a:lnTo>
                    <a:pt x="1456" y="417"/>
                  </a:lnTo>
                  <a:lnTo>
                    <a:pt x="1459" y="416"/>
                  </a:lnTo>
                  <a:lnTo>
                    <a:pt x="1459" y="415"/>
                  </a:lnTo>
                  <a:lnTo>
                    <a:pt x="1460" y="416"/>
                  </a:lnTo>
                  <a:lnTo>
                    <a:pt x="1463" y="417"/>
                  </a:lnTo>
                  <a:lnTo>
                    <a:pt x="1461" y="422"/>
                  </a:lnTo>
                  <a:lnTo>
                    <a:pt x="1467" y="426"/>
                  </a:lnTo>
                  <a:lnTo>
                    <a:pt x="1469" y="430"/>
                  </a:lnTo>
                  <a:lnTo>
                    <a:pt x="1468" y="433"/>
                  </a:lnTo>
                  <a:lnTo>
                    <a:pt x="1468" y="436"/>
                  </a:lnTo>
                  <a:lnTo>
                    <a:pt x="1467" y="436"/>
                  </a:lnTo>
                  <a:lnTo>
                    <a:pt x="1463" y="434"/>
                  </a:lnTo>
                  <a:lnTo>
                    <a:pt x="1460" y="433"/>
                  </a:lnTo>
                  <a:lnTo>
                    <a:pt x="1460" y="429"/>
                  </a:lnTo>
                  <a:lnTo>
                    <a:pt x="1460" y="426"/>
                  </a:lnTo>
                  <a:lnTo>
                    <a:pt x="1461" y="424"/>
                  </a:lnTo>
                  <a:lnTo>
                    <a:pt x="1460" y="421"/>
                  </a:lnTo>
                  <a:lnTo>
                    <a:pt x="1459" y="422"/>
                  </a:lnTo>
                  <a:lnTo>
                    <a:pt x="1460" y="424"/>
                  </a:lnTo>
                  <a:lnTo>
                    <a:pt x="1460" y="425"/>
                  </a:lnTo>
                  <a:lnTo>
                    <a:pt x="1457" y="426"/>
                  </a:lnTo>
                  <a:lnTo>
                    <a:pt x="1455" y="429"/>
                  </a:lnTo>
                  <a:lnTo>
                    <a:pt x="1456" y="430"/>
                  </a:lnTo>
                  <a:lnTo>
                    <a:pt x="1459" y="430"/>
                  </a:lnTo>
                  <a:lnTo>
                    <a:pt x="1459" y="433"/>
                  </a:lnTo>
                  <a:lnTo>
                    <a:pt x="1456" y="436"/>
                  </a:lnTo>
                  <a:lnTo>
                    <a:pt x="1457" y="440"/>
                  </a:lnTo>
                  <a:lnTo>
                    <a:pt x="1457" y="440"/>
                  </a:lnTo>
                  <a:lnTo>
                    <a:pt x="1457" y="449"/>
                  </a:lnTo>
                  <a:lnTo>
                    <a:pt x="1459" y="450"/>
                  </a:lnTo>
                  <a:lnTo>
                    <a:pt x="1459" y="453"/>
                  </a:lnTo>
                  <a:lnTo>
                    <a:pt x="1465" y="461"/>
                  </a:lnTo>
                  <a:lnTo>
                    <a:pt x="1467" y="461"/>
                  </a:lnTo>
                  <a:lnTo>
                    <a:pt x="1471" y="467"/>
                  </a:lnTo>
                  <a:lnTo>
                    <a:pt x="1473" y="468"/>
                  </a:lnTo>
                  <a:lnTo>
                    <a:pt x="1472" y="470"/>
                  </a:lnTo>
                  <a:lnTo>
                    <a:pt x="1472" y="474"/>
                  </a:lnTo>
                  <a:lnTo>
                    <a:pt x="1465" y="476"/>
                  </a:lnTo>
                  <a:lnTo>
                    <a:pt x="1464" y="475"/>
                  </a:lnTo>
                  <a:lnTo>
                    <a:pt x="1460" y="478"/>
                  </a:lnTo>
                  <a:lnTo>
                    <a:pt x="1459" y="476"/>
                  </a:lnTo>
                  <a:lnTo>
                    <a:pt x="1460" y="478"/>
                  </a:lnTo>
                  <a:lnTo>
                    <a:pt x="1457" y="483"/>
                  </a:lnTo>
                  <a:lnTo>
                    <a:pt x="1457" y="486"/>
                  </a:lnTo>
                  <a:lnTo>
                    <a:pt x="1456" y="487"/>
                  </a:lnTo>
                  <a:lnTo>
                    <a:pt x="1457" y="490"/>
                  </a:lnTo>
                  <a:lnTo>
                    <a:pt x="1456" y="495"/>
                  </a:lnTo>
                  <a:lnTo>
                    <a:pt x="1459" y="501"/>
                  </a:lnTo>
                  <a:lnTo>
                    <a:pt x="1461" y="504"/>
                  </a:lnTo>
                  <a:lnTo>
                    <a:pt x="1461" y="507"/>
                  </a:lnTo>
                  <a:lnTo>
                    <a:pt x="1465" y="508"/>
                  </a:lnTo>
                  <a:lnTo>
                    <a:pt x="1467" y="511"/>
                  </a:lnTo>
                  <a:lnTo>
                    <a:pt x="1464" y="511"/>
                  </a:lnTo>
                  <a:lnTo>
                    <a:pt x="1463" y="509"/>
                  </a:lnTo>
                  <a:lnTo>
                    <a:pt x="1461" y="511"/>
                  </a:lnTo>
                  <a:lnTo>
                    <a:pt x="1459" y="513"/>
                  </a:lnTo>
                  <a:lnTo>
                    <a:pt x="1457" y="512"/>
                  </a:lnTo>
                  <a:lnTo>
                    <a:pt x="1454" y="516"/>
                  </a:lnTo>
                  <a:lnTo>
                    <a:pt x="1451" y="513"/>
                  </a:lnTo>
                  <a:lnTo>
                    <a:pt x="1450" y="516"/>
                  </a:lnTo>
                  <a:lnTo>
                    <a:pt x="1452" y="517"/>
                  </a:lnTo>
                  <a:lnTo>
                    <a:pt x="1454" y="517"/>
                  </a:lnTo>
                  <a:lnTo>
                    <a:pt x="1454" y="520"/>
                  </a:lnTo>
                  <a:lnTo>
                    <a:pt x="1454" y="521"/>
                  </a:lnTo>
                  <a:lnTo>
                    <a:pt x="1455" y="524"/>
                  </a:lnTo>
                  <a:lnTo>
                    <a:pt x="1455" y="525"/>
                  </a:lnTo>
                  <a:lnTo>
                    <a:pt x="1454" y="525"/>
                  </a:lnTo>
                  <a:lnTo>
                    <a:pt x="1455" y="528"/>
                  </a:lnTo>
                  <a:lnTo>
                    <a:pt x="1454" y="529"/>
                  </a:lnTo>
                  <a:lnTo>
                    <a:pt x="1455" y="530"/>
                  </a:lnTo>
                  <a:lnTo>
                    <a:pt x="1456" y="529"/>
                  </a:lnTo>
                  <a:lnTo>
                    <a:pt x="1459" y="532"/>
                  </a:lnTo>
                  <a:lnTo>
                    <a:pt x="1457" y="533"/>
                  </a:lnTo>
                  <a:lnTo>
                    <a:pt x="1456" y="537"/>
                  </a:lnTo>
                  <a:lnTo>
                    <a:pt x="1457" y="540"/>
                  </a:lnTo>
                  <a:lnTo>
                    <a:pt x="1457" y="543"/>
                  </a:lnTo>
                  <a:lnTo>
                    <a:pt x="1456" y="546"/>
                  </a:lnTo>
                  <a:lnTo>
                    <a:pt x="1456" y="547"/>
                  </a:lnTo>
                  <a:lnTo>
                    <a:pt x="1456" y="549"/>
                  </a:lnTo>
                  <a:lnTo>
                    <a:pt x="1454" y="551"/>
                  </a:lnTo>
                  <a:lnTo>
                    <a:pt x="1454" y="554"/>
                  </a:lnTo>
                  <a:lnTo>
                    <a:pt x="1452" y="554"/>
                  </a:lnTo>
                  <a:lnTo>
                    <a:pt x="1451" y="559"/>
                  </a:lnTo>
                  <a:lnTo>
                    <a:pt x="1448" y="566"/>
                  </a:lnTo>
                  <a:lnTo>
                    <a:pt x="1450" y="563"/>
                  </a:lnTo>
                  <a:lnTo>
                    <a:pt x="1448" y="561"/>
                  </a:lnTo>
                  <a:lnTo>
                    <a:pt x="1448" y="558"/>
                  </a:lnTo>
                  <a:lnTo>
                    <a:pt x="1448" y="557"/>
                  </a:lnTo>
                  <a:lnTo>
                    <a:pt x="1443" y="557"/>
                  </a:lnTo>
                  <a:lnTo>
                    <a:pt x="1440" y="553"/>
                  </a:lnTo>
                  <a:lnTo>
                    <a:pt x="1440" y="549"/>
                  </a:lnTo>
                  <a:lnTo>
                    <a:pt x="1435" y="538"/>
                  </a:lnTo>
                  <a:lnTo>
                    <a:pt x="1432" y="533"/>
                  </a:lnTo>
                  <a:lnTo>
                    <a:pt x="1434" y="534"/>
                  </a:lnTo>
                  <a:lnTo>
                    <a:pt x="1436" y="533"/>
                  </a:lnTo>
                  <a:lnTo>
                    <a:pt x="1436" y="530"/>
                  </a:lnTo>
                  <a:lnTo>
                    <a:pt x="1435" y="532"/>
                  </a:lnTo>
                  <a:lnTo>
                    <a:pt x="1432" y="532"/>
                  </a:lnTo>
                  <a:lnTo>
                    <a:pt x="1427" y="529"/>
                  </a:lnTo>
                  <a:lnTo>
                    <a:pt x="1419" y="513"/>
                  </a:lnTo>
                  <a:lnTo>
                    <a:pt x="1410" y="503"/>
                  </a:lnTo>
                  <a:lnTo>
                    <a:pt x="1410" y="500"/>
                  </a:lnTo>
                  <a:lnTo>
                    <a:pt x="1407" y="496"/>
                  </a:lnTo>
                  <a:lnTo>
                    <a:pt x="1401" y="486"/>
                  </a:lnTo>
                  <a:lnTo>
                    <a:pt x="1394" y="474"/>
                  </a:lnTo>
                  <a:lnTo>
                    <a:pt x="1389" y="462"/>
                  </a:lnTo>
                  <a:lnTo>
                    <a:pt x="1389" y="457"/>
                  </a:lnTo>
                  <a:lnTo>
                    <a:pt x="1386" y="451"/>
                  </a:lnTo>
                  <a:lnTo>
                    <a:pt x="1385" y="443"/>
                  </a:lnTo>
                  <a:lnTo>
                    <a:pt x="1382" y="440"/>
                  </a:lnTo>
                  <a:lnTo>
                    <a:pt x="1384" y="434"/>
                  </a:lnTo>
                  <a:lnTo>
                    <a:pt x="1386" y="432"/>
                  </a:lnTo>
                  <a:lnTo>
                    <a:pt x="1386" y="428"/>
                  </a:lnTo>
                  <a:lnTo>
                    <a:pt x="1389" y="426"/>
                  </a:lnTo>
                  <a:lnTo>
                    <a:pt x="1388" y="425"/>
                  </a:lnTo>
                  <a:lnTo>
                    <a:pt x="1388" y="424"/>
                  </a:lnTo>
                  <a:lnTo>
                    <a:pt x="1388" y="418"/>
                  </a:lnTo>
                  <a:lnTo>
                    <a:pt x="1384" y="412"/>
                  </a:lnTo>
                  <a:lnTo>
                    <a:pt x="1381" y="412"/>
                  </a:lnTo>
                  <a:lnTo>
                    <a:pt x="1381" y="411"/>
                  </a:lnTo>
                  <a:lnTo>
                    <a:pt x="1382" y="408"/>
                  </a:lnTo>
                  <a:lnTo>
                    <a:pt x="1388" y="411"/>
                  </a:lnTo>
                  <a:lnTo>
                    <a:pt x="1390" y="408"/>
                  </a:lnTo>
                  <a:lnTo>
                    <a:pt x="1389" y="405"/>
                  </a:lnTo>
                  <a:lnTo>
                    <a:pt x="1389" y="401"/>
                  </a:lnTo>
                  <a:lnTo>
                    <a:pt x="1394" y="400"/>
                  </a:lnTo>
                  <a:lnTo>
                    <a:pt x="1396" y="401"/>
                  </a:lnTo>
                  <a:lnTo>
                    <a:pt x="1394" y="399"/>
                  </a:lnTo>
                  <a:lnTo>
                    <a:pt x="1397" y="391"/>
                  </a:lnTo>
                  <a:lnTo>
                    <a:pt x="1396" y="387"/>
                  </a:lnTo>
                  <a:lnTo>
                    <a:pt x="1396" y="382"/>
                  </a:lnTo>
                  <a:lnTo>
                    <a:pt x="1394" y="379"/>
                  </a:lnTo>
                  <a:lnTo>
                    <a:pt x="1397" y="378"/>
                  </a:lnTo>
                  <a:lnTo>
                    <a:pt x="1397" y="375"/>
                  </a:lnTo>
                  <a:lnTo>
                    <a:pt x="1396" y="374"/>
                  </a:lnTo>
                  <a:lnTo>
                    <a:pt x="1397" y="370"/>
                  </a:lnTo>
                  <a:lnTo>
                    <a:pt x="1398" y="370"/>
                  </a:lnTo>
                  <a:lnTo>
                    <a:pt x="1396" y="367"/>
                  </a:lnTo>
                  <a:lnTo>
                    <a:pt x="1396" y="365"/>
                  </a:lnTo>
                  <a:lnTo>
                    <a:pt x="1397" y="365"/>
                  </a:lnTo>
                  <a:lnTo>
                    <a:pt x="1397" y="359"/>
                  </a:lnTo>
                  <a:lnTo>
                    <a:pt x="1396" y="358"/>
                  </a:lnTo>
                  <a:lnTo>
                    <a:pt x="1397" y="357"/>
                  </a:lnTo>
                  <a:lnTo>
                    <a:pt x="1400" y="355"/>
                  </a:lnTo>
                  <a:lnTo>
                    <a:pt x="1401" y="354"/>
                  </a:lnTo>
                  <a:lnTo>
                    <a:pt x="1400" y="350"/>
                  </a:lnTo>
                  <a:lnTo>
                    <a:pt x="1401" y="345"/>
                  </a:lnTo>
                  <a:lnTo>
                    <a:pt x="1400" y="343"/>
                  </a:lnTo>
                  <a:lnTo>
                    <a:pt x="1398" y="342"/>
                  </a:lnTo>
                  <a:lnTo>
                    <a:pt x="1401" y="338"/>
                  </a:lnTo>
                  <a:lnTo>
                    <a:pt x="1401" y="336"/>
                  </a:lnTo>
                  <a:lnTo>
                    <a:pt x="1400" y="336"/>
                  </a:lnTo>
                  <a:lnTo>
                    <a:pt x="1398" y="333"/>
                  </a:lnTo>
                  <a:lnTo>
                    <a:pt x="1400" y="332"/>
                  </a:lnTo>
                  <a:lnTo>
                    <a:pt x="1400" y="329"/>
                  </a:lnTo>
                  <a:lnTo>
                    <a:pt x="1402" y="328"/>
                  </a:lnTo>
                  <a:lnTo>
                    <a:pt x="1402" y="328"/>
                  </a:lnTo>
                  <a:lnTo>
                    <a:pt x="1405" y="325"/>
                  </a:lnTo>
                  <a:lnTo>
                    <a:pt x="1405" y="324"/>
                  </a:lnTo>
                  <a:lnTo>
                    <a:pt x="1407" y="320"/>
                  </a:lnTo>
                  <a:lnTo>
                    <a:pt x="1409" y="321"/>
                  </a:lnTo>
                  <a:lnTo>
                    <a:pt x="1411" y="318"/>
                  </a:lnTo>
                  <a:lnTo>
                    <a:pt x="1413" y="318"/>
                  </a:lnTo>
                  <a:lnTo>
                    <a:pt x="1413" y="317"/>
                  </a:lnTo>
                  <a:lnTo>
                    <a:pt x="1413" y="316"/>
                  </a:lnTo>
                  <a:lnTo>
                    <a:pt x="1410" y="316"/>
                  </a:lnTo>
                  <a:lnTo>
                    <a:pt x="1409" y="317"/>
                  </a:lnTo>
                  <a:lnTo>
                    <a:pt x="1406" y="316"/>
                  </a:lnTo>
                  <a:lnTo>
                    <a:pt x="1407" y="311"/>
                  </a:lnTo>
                  <a:lnTo>
                    <a:pt x="1409" y="308"/>
                  </a:lnTo>
                  <a:lnTo>
                    <a:pt x="1407" y="307"/>
                  </a:lnTo>
                  <a:lnTo>
                    <a:pt x="1406" y="304"/>
                  </a:lnTo>
                  <a:lnTo>
                    <a:pt x="1405" y="304"/>
                  </a:lnTo>
                  <a:lnTo>
                    <a:pt x="1405" y="305"/>
                  </a:lnTo>
                  <a:lnTo>
                    <a:pt x="1404" y="305"/>
                  </a:lnTo>
                  <a:lnTo>
                    <a:pt x="1404" y="299"/>
                  </a:lnTo>
                  <a:lnTo>
                    <a:pt x="1404" y="297"/>
                  </a:lnTo>
                  <a:lnTo>
                    <a:pt x="1404" y="296"/>
                  </a:lnTo>
                  <a:lnTo>
                    <a:pt x="1404" y="293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1"/>
                  </a:lnTo>
                  <a:lnTo>
                    <a:pt x="1398" y="287"/>
                  </a:lnTo>
                  <a:lnTo>
                    <a:pt x="1398" y="286"/>
                  </a:lnTo>
                  <a:lnTo>
                    <a:pt x="1397" y="284"/>
                  </a:lnTo>
                  <a:lnTo>
                    <a:pt x="1397" y="282"/>
                  </a:lnTo>
                  <a:lnTo>
                    <a:pt x="1396" y="279"/>
                  </a:lnTo>
                  <a:lnTo>
                    <a:pt x="1396" y="276"/>
                  </a:lnTo>
                  <a:lnTo>
                    <a:pt x="1398" y="274"/>
                  </a:lnTo>
                  <a:lnTo>
                    <a:pt x="1401" y="274"/>
                  </a:lnTo>
                  <a:lnTo>
                    <a:pt x="1404" y="274"/>
                  </a:lnTo>
                  <a:lnTo>
                    <a:pt x="1402" y="272"/>
                  </a:lnTo>
                  <a:lnTo>
                    <a:pt x="1405" y="271"/>
                  </a:lnTo>
                  <a:lnTo>
                    <a:pt x="1404" y="271"/>
                  </a:lnTo>
                  <a:lnTo>
                    <a:pt x="1401" y="271"/>
                  </a:lnTo>
                  <a:lnTo>
                    <a:pt x="1400" y="270"/>
                  </a:lnTo>
                  <a:lnTo>
                    <a:pt x="1397" y="270"/>
                  </a:lnTo>
                  <a:lnTo>
                    <a:pt x="1393" y="267"/>
                  </a:lnTo>
                  <a:lnTo>
                    <a:pt x="1393" y="268"/>
                  </a:lnTo>
                  <a:lnTo>
                    <a:pt x="1389" y="268"/>
                  </a:lnTo>
                  <a:lnTo>
                    <a:pt x="1388" y="271"/>
                  </a:lnTo>
                  <a:lnTo>
                    <a:pt x="1385" y="271"/>
                  </a:lnTo>
                  <a:lnTo>
                    <a:pt x="1381" y="274"/>
                  </a:lnTo>
                  <a:lnTo>
                    <a:pt x="1382" y="275"/>
                  </a:lnTo>
                  <a:lnTo>
                    <a:pt x="1382" y="276"/>
                  </a:lnTo>
                  <a:lnTo>
                    <a:pt x="1385" y="279"/>
                  </a:lnTo>
                  <a:lnTo>
                    <a:pt x="1385" y="282"/>
                  </a:lnTo>
                  <a:lnTo>
                    <a:pt x="1385" y="283"/>
                  </a:lnTo>
                  <a:lnTo>
                    <a:pt x="1385" y="286"/>
                  </a:lnTo>
                  <a:lnTo>
                    <a:pt x="1388" y="287"/>
                  </a:lnTo>
                  <a:lnTo>
                    <a:pt x="1388" y="288"/>
                  </a:lnTo>
                  <a:lnTo>
                    <a:pt x="1389" y="290"/>
                  </a:lnTo>
                  <a:lnTo>
                    <a:pt x="1390" y="295"/>
                  </a:lnTo>
                  <a:lnTo>
                    <a:pt x="1394" y="296"/>
                  </a:lnTo>
                  <a:lnTo>
                    <a:pt x="1393" y="299"/>
                  </a:lnTo>
                  <a:lnTo>
                    <a:pt x="1396" y="300"/>
                  </a:lnTo>
                  <a:lnTo>
                    <a:pt x="1394" y="301"/>
                  </a:lnTo>
                  <a:lnTo>
                    <a:pt x="1393" y="300"/>
                  </a:lnTo>
                  <a:lnTo>
                    <a:pt x="1392" y="299"/>
                  </a:lnTo>
                  <a:lnTo>
                    <a:pt x="1388" y="299"/>
                  </a:lnTo>
                  <a:lnTo>
                    <a:pt x="1386" y="300"/>
                  </a:lnTo>
                  <a:lnTo>
                    <a:pt x="1385" y="304"/>
                  </a:lnTo>
                  <a:lnTo>
                    <a:pt x="1386" y="305"/>
                  </a:lnTo>
                  <a:lnTo>
                    <a:pt x="1386" y="309"/>
                  </a:lnTo>
                  <a:lnTo>
                    <a:pt x="1385" y="309"/>
                  </a:lnTo>
                  <a:lnTo>
                    <a:pt x="1385" y="311"/>
                  </a:lnTo>
                  <a:lnTo>
                    <a:pt x="1386" y="311"/>
                  </a:lnTo>
                  <a:lnTo>
                    <a:pt x="1386" y="313"/>
                  </a:lnTo>
                  <a:lnTo>
                    <a:pt x="1384" y="315"/>
                  </a:lnTo>
                  <a:lnTo>
                    <a:pt x="1385" y="316"/>
                  </a:lnTo>
                  <a:lnTo>
                    <a:pt x="1384" y="318"/>
                  </a:lnTo>
                  <a:lnTo>
                    <a:pt x="1384" y="324"/>
                  </a:lnTo>
                  <a:lnTo>
                    <a:pt x="1382" y="325"/>
                  </a:lnTo>
                  <a:lnTo>
                    <a:pt x="1382" y="326"/>
                  </a:lnTo>
                  <a:lnTo>
                    <a:pt x="1381" y="328"/>
                  </a:lnTo>
                  <a:lnTo>
                    <a:pt x="1380" y="332"/>
                  </a:lnTo>
                  <a:lnTo>
                    <a:pt x="1378" y="329"/>
                  </a:lnTo>
                  <a:lnTo>
                    <a:pt x="1377" y="326"/>
                  </a:lnTo>
                  <a:lnTo>
                    <a:pt x="1378" y="324"/>
                  </a:lnTo>
                  <a:lnTo>
                    <a:pt x="1377" y="322"/>
                  </a:lnTo>
                  <a:lnTo>
                    <a:pt x="1376" y="322"/>
                  </a:lnTo>
                  <a:lnTo>
                    <a:pt x="1375" y="324"/>
                  </a:lnTo>
                  <a:lnTo>
                    <a:pt x="1375" y="326"/>
                  </a:lnTo>
                  <a:lnTo>
                    <a:pt x="1373" y="326"/>
                  </a:lnTo>
                  <a:lnTo>
                    <a:pt x="1372" y="322"/>
                  </a:lnTo>
                  <a:lnTo>
                    <a:pt x="1371" y="322"/>
                  </a:lnTo>
                  <a:lnTo>
                    <a:pt x="1369" y="320"/>
                  </a:lnTo>
                  <a:lnTo>
                    <a:pt x="1367" y="322"/>
                  </a:lnTo>
                  <a:lnTo>
                    <a:pt x="1367" y="321"/>
                  </a:lnTo>
                  <a:lnTo>
                    <a:pt x="1367" y="320"/>
                  </a:lnTo>
                  <a:lnTo>
                    <a:pt x="1368" y="318"/>
                  </a:lnTo>
                  <a:lnTo>
                    <a:pt x="1368" y="317"/>
                  </a:lnTo>
                  <a:lnTo>
                    <a:pt x="1368" y="316"/>
                  </a:lnTo>
                  <a:lnTo>
                    <a:pt x="1368" y="316"/>
                  </a:lnTo>
                  <a:lnTo>
                    <a:pt x="1368" y="313"/>
                  </a:lnTo>
                  <a:lnTo>
                    <a:pt x="1367" y="312"/>
                  </a:lnTo>
                  <a:lnTo>
                    <a:pt x="1368" y="311"/>
                  </a:lnTo>
                  <a:lnTo>
                    <a:pt x="1367" y="308"/>
                  </a:lnTo>
                  <a:lnTo>
                    <a:pt x="1367" y="308"/>
                  </a:lnTo>
                  <a:lnTo>
                    <a:pt x="1367" y="307"/>
                  </a:lnTo>
                  <a:lnTo>
                    <a:pt x="1367" y="304"/>
                  </a:lnTo>
                  <a:lnTo>
                    <a:pt x="1364" y="301"/>
                  </a:lnTo>
                  <a:lnTo>
                    <a:pt x="1364" y="300"/>
                  </a:lnTo>
                  <a:lnTo>
                    <a:pt x="1363" y="300"/>
                  </a:lnTo>
                  <a:lnTo>
                    <a:pt x="1361" y="303"/>
                  </a:lnTo>
                  <a:lnTo>
                    <a:pt x="1360" y="303"/>
                  </a:lnTo>
                  <a:lnTo>
                    <a:pt x="1360" y="307"/>
                  </a:lnTo>
                  <a:lnTo>
                    <a:pt x="1359" y="309"/>
                  </a:lnTo>
                  <a:lnTo>
                    <a:pt x="1357" y="309"/>
                  </a:lnTo>
                  <a:lnTo>
                    <a:pt x="1356" y="305"/>
                  </a:lnTo>
                  <a:lnTo>
                    <a:pt x="1356" y="305"/>
                  </a:lnTo>
                  <a:lnTo>
                    <a:pt x="1355" y="307"/>
                  </a:lnTo>
                  <a:lnTo>
                    <a:pt x="1353" y="304"/>
                  </a:lnTo>
                  <a:lnTo>
                    <a:pt x="1351" y="304"/>
                  </a:lnTo>
                  <a:lnTo>
                    <a:pt x="1351" y="305"/>
                  </a:lnTo>
                  <a:lnTo>
                    <a:pt x="1350" y="305"/>
                  </a:lnTo>
                  <a:lnTo>
                    <a:pt x="1348" y="307"/>
                  </a:lnTo>
                  <a:lnTo>
                    <a:pt x="1347" y="308"/>
                  </a:lnTo>
                  <a:lnTo>
                    <a:pt x="1347" y="309"/>
                  </a:lnTo>
                  <a:lnTo>
                    <a:pt x="1343" y="309"/>
                  </a:lnTo>
                  <a:lnTo>
                    <a:pt x="1342" y="311"/>
                  </a:lnTo>
                  <a:lnTo>
                    <a:pt x="1339" y="311"/>
                  </a:lnTo>
                  <a:lnTo>
                    <a:pt x="1338" y="312"/>
                  </a:lnTo>
                  <a:lnTo>
                    <a:pt x="1335" y="311"/>
                  </a:lnTo>
                  <a:lnTo>
                    <a:pt x="1332" y="315"/>
                  </a:lnTo>
                  <a:lnTo>
                    <a:pt x="1331" y="316"/>
                  </a:lnTo>
                  <a:lnTo>
                    <a:pt x="1331" y="318"/>
                  </a:lnTo>
                  <a:lnTo>
                    <a:pt x="1330" y="321"/>
                  </a:lnTo>
                  <a:lnTo>
                    <a:pt x="1330" y="322"/>
                  </a:lnTo>
                  <a:lnTo>
                    <a:pt x="1331" y="322"/>
                  </a:lnTo>
                  <a:lnTo>
                    <a:pt x="1331" y="326"/>
                  </a:lnTo>
                  <a:lnTo>
                    <a:pt x="1334" y="329"/>
                  </a:lnTo>
                  <a:lnTo>
                    <a:pt x="1332" y="332"/>
                  </a:lnTo>
                  <a:lnTo>
                    <a:pt x="1331" y="340"/>
                  </a:lnTo>
                  <a:lnTo>
                    <a:pt x="1334" y="342"/>
                  </a:lnTo>
                  <a:lnTo>
                    <a:pt x="1331" y="343"/>
                  </a:lnTo>
                  <a:lnTo>
                    <a:pt x="1332" y="343"/>
                  </a:lnTo>
                  <a:lnTo>
                    <a:pt x="1332" y="346"/>
                  </a:lnTo>
                  <a:lnTo>
                    <a:pt x="1330" y="349"/>
                  </a:lnTo>
                  <a:lnTo>
                    <a:pt x="1330" y="353"/>
                  </a:lnTo>
                  <a:lnTo>
                    <a:pt x="1327" y="355"/>
                  </a:lnTo>
                  <a:lnTo>
                    <a:pt x="1327" y="358"/>
                  </a:lnTo>
                  <a:lnTo>
                    <a:pt x="1326" y="362"/>
                  </a:lnTo>
                  <a:lnTo>
                    <a:pt x="1328" y="365"/>
                  </a:lnTo>
                  <a:lnTo>
                    <a:pt x="1327" y="366"/>
                  </a:lnTo>
                  <a:lnTo>
                    <a:pt x="1330" y="370"/>
                  </a:lnTo>
                  <a:lnTo>
                    <a:pt x="1328" y="371"/>
                  </a:lnTo>
                  <a:lnTo>
                    <a:pt x="1328" y="374"/>
                  </a:lnTo>
                  <a:lnTo>
                    <a:pt x="1330" y="374"/>
                  </a:lnTo>
                  <a:lnTo>
                    <a:pt x="1331" y="374"/>
                  </a:lnTo>
                  <a:lnTo>
                    <a:pt x="1334" y="374"/>
                  </a:lnTo>
                  <a:lnTo>
                    <a:pt x="1332" y="372"/>
                  </a:lnTo>
                  <a:lnTo>
                    <a:pt x="1334" y="371"/>
                  </a:lnTo>
                  <a:lnTo>
                    <a:pt x="1336" y="372"/>
                  </a:lnTo>
                  <a:lnTo>
                    <a:pt x="1338" y="372"/>
                  </a:lnTo>
                  <a:lnTo>
                    <a:pt x="1336" y="372"/>
                  </a:lnTo>
                  <a:lnTo>
                    <a:pt x="1338" y="371"/>
                  </a:lnTo>
                  <a:lnTo>
                    <a:pt x="1339" y="372"/>
                  </a:lnTo>
                  <a:lnTo>
                    <a:pt x="1340" y="374"/>
                  </a:lnTo>
                  <a:lnTo>
                    <a:pt x="1342" y="375"/>
                  </a:lnTo>
                  <a:lnTo>
                    <a:pt x="1340" y="375"/>
                  </a:lnTo>
                  <a:lnTo>
                    <a:pt x="1343" y="378"/>
                  </a:lnTo>
                  <a:lnTo>
                    <a:pt x="1342" y="379"/>
                  </a:lnTo>
                  <a:lnTo>
                    <a:pt x="1340" y="379"/>
                  </a:lnTo>
                  <a:lnTo>
                    <a:pt x="1339" y="379"/>
                  </a:lnTo>
                  <a:lnTo>
                    <a:pt x="1338" y="379"/>
                  </a:lnTo>
                  <a:lnTo>
                    <a:pt x="1336" y="380"/>
                  </a:lnTo>
                  <a:lnTo>
                    <a:pt x="1335" y="380"/>
                  </a:lnTo>
                  <a:lnTo>
                    <a:pt x="1336" y="382"/>
                  </a:lnTo>
                  <a:lnTo>
                    <a:pt x="1334" y="386"/>
                  </a:lnTo>
                  <a:lnTo>
                    <a:pt x="1332" y="384"/>
                  </a:lnTo>
                  <a:lnTo>
                    <a:pt x="1332" y="383"/>
                  </a:lnTo>
                  <a:lnTo>
                    <a:pt x="1331" y="382"/>
                  </a:lnTo>
                  <a:lnTo>
                    <a:pt x="1328" y="382"/>
                  </a:lnTo>
                  <a:lnTo>
                    <a:pt x="1327" y="382"/>
                  </a:lnTo>
                  <a:lnTo>
                    <a:pt x="1326" y="382"/>
                  </a:lnTo>
                  <a:lnTo>
                    <a:pt x="1326" y="383"/>
                  </a:lnTo>
                  <a:lnTo>
                    <a:pt x="1326" y="386"/>
                  </a:lnTo>
                  <a:lnTo>
                    <a:pt x="1326" y="386"/>
                  </a:lnTo>
                  <a:lnTo>
                    <a:pt x="1325" y="387"/>
                  </a:lnTo>
                  <a:lnTo>
                    <a:pt x="1323" y="388"/>
                  </a:lnTo>
                  <a:lnTo>
                    <a:pt x="1325" y="390"/>
                  </a:lnTo>
                  <a:lnTo>
                    <a:pt x="1323" y="391"/>
                  </a:lnTo>
                  <a:lnTo>
                    <a:pt x="1321" y="391"/>
                  </a:lnTo>
                  <a:lnTo>
                    <a:pt x="1318" y="387"/>
                  </a:lnTo>
                  <a:lnTo>
                    <a:pt x="1317" y="387"/>
                  </a:lnTo>
                  <a:lnTo>
                    <a:pt x="1318" y="390"/>
                  </a:lnTo>
                  <a:lnTo>
                    <a:pt x="1317" y="391"/>
                  </a:lnTo>
                  <a:lnTo>
                    <a:pt x="1317" y="392"/>
                  </a:lnTo>
                  <a:lnTo>
                    <a:pt x="1315" y="393"/>
                  </a:lnTo>
                  <a:lnTo>
                    <a:pt x="1311" y="395"/>
                  </a:lnTo>
                  <a:lnTo>
                    <a:pt x="1310" y="396"/>
                  </a:lnTo>
                  <a:lnTo>
                    <a:pt x="1307" y="392"/>
                  </a:lnTo>
                  <a:lnTo>
                    <a:pt x="1306" y="392"/>
                  </a:lnTo>
                  <a:lnTo>
                    <a:pt x="1305" y="391"/>
                  </a:lnTo>
                  <a:lnTo>
                    <a:pt x="1305" y="390"/>
                  </a:lnTo>
                  <a:lnTo>
                    <a:pt x="1307" y="390"/>
                  </a:lnTo>
                  <a:lnTo>
                    <a:pt x="1307" y="388"/>
                  </a:lnTo>
                  <a:lnTo>
                    <a:pt x="1307" y="387"/>
                  </a:lnTo>
                  <a:lnTo>
                    <a:pt x="1311" y="387"/>
                  </a:lnTo>
                  <a:lnTo>
                    <a:pt x="1315" y="383"/>
                  </a:lnTo>
                  <a:lnTo>
                    <a:pt x="1315" y="382"/>
                  </a:lnTo>
                  <a:lnTo>
                    <a:pt x="1313" y="382"/>
                  </a:lnTo>
                  <a:lnTo>
                    <a:pt x="1311" y="384"/>
                  </a:lnTo>
                  <a:lnTo>
                    <a:pt x="1309" y="383"/>
                  </a:lnTo>
                  <a:lnTo>
                    <a:pt x="1307" y="382"/>
                  </a:lnTo>
                  <a:lnTo>
                    <a:pt x="1306" y="380"/>
                  </a:lnTo>
                  <a:lnTo>
                    <a:pt x="1303" y="380"/>
                  </a:lnTo>
                  <a:lnTo>
                    <a:pt x="1299" y="379"/>
                  </a:lnTo>
                  <a:lnTo>
                    <a:pt x="1297" y="379"/>
                  </a:lnTo>
                  <a:lnTo>
                    <a:pt x="1298" y="382"/>
                  </a:lnTo>
                  <a:lnTo>
                    <a:pt x="1296" y="382"/>
                  </a:lnTo>
                  <a:lnTo>
                    <a:pt x="1294" y="380"/>
                  </a:lnTo>
                  <a:lnTo>
                    <a:pt x="1294" y="379"/>
                  </a:lnTo>
                  <a:lnTo>
                    <a:pt x="1292" y="380"/>
                  </a:lnTo>
                  <a:lnTo>
                    <a:pt x="1288" y="379"/>
                  </a:lnTo>
                  <a:lnTo>
                    <a:pt x="1285" y="380"/>
                  </a:lnTo>
                  <a:lnTo>
                    <a:pt x="1284" y="378"/>
                  </a:lnTo>
                  <a:lnTo>
                    <a:pt x="1280" y="378"/>
                  </a:lnTo>
                  <a:lnTo>
                    <a:pt x="1277" y="382"/>
                  </a:lnTo>
                  <a:lnTo>
                    <a:pt x="1276" y="382"/>
                  </a:lnTo>
                  <a:lnTo>
                    <a:pt x="1276" y="383"/>
                  </a:lnTo>
                  <a:lnTo>
                    <a:pt x="1278" y="386"/>
                  </a:lnTo>
                  <a:lnTo>
                    <a:pt x="1276" y="387"/>
                  </a:lnTo>
                  <a:lnTo>
                    <a:pt x="1274" y="386"/>
                  </a:lnTo>
                  <a:lnTo>
                    <a:pt x="1273" y="388"/>
                  </a:lnTo>
                  <a:lnTo>
                    <a:pt x="1276" y="390"/>
                  </a:lnTo>
                  <a:lnTo>
                    <a:pt x="1277" y="388"/>
                  </a:lnTo>
                  <a:lnTo>
                    <a:pt x="1278" y="390"/>
                  </a:lnTo>
                  <a:lnTo>
                    <a:pt x="1278" y="391"/>
                  </a:lnTo>
                  <a:lnTo>
                    <a:pt x="1273" y="393"/>
                  </a:lnTo>
                  <a:lnTo>
                    <a:pt x="1272" y="391"/>
                  </a:lnTo>
                  <a:lnTo>
                    <a:pt x="1268" y="391"/>
                  </a:lnTo>
                  <a:lnTo>
                    <a:pt x="1267" y="392"/>
                  </a:lnTo>
                  <a:lnTo>
                    <a:pt x="1268" y="393"/>
                  </a:lnTo>
                  <a:lnTo>
                    <a:pt x="1265" y="393"/>
                  </a:lnTo>
                  <a:lnTo>
                    <a:pt x="1264" y="395"/>
                  </a:lnTo>
                  <a:lnTo>
                    <a:pt x="1263" y="395"/>
                  </a:lnTo>
                  <a:lnTo>
                    <a:pt x="1263" y="393"/>
                  </a:lnTo>
                  <a:lnTo>
                    <a:pt x="1257" y="393"/>
                  </a:lnTo>
                  <a:lnTo>
                    <a:pt x="1256" y="395"/>
                  </a:lnTo>
                  <a:lnTo>
                    <a:pt x="1251" y="393"/>
                  </a:lnTo>
                  <a:lnTo>
                    <a:pt x="1248" y="395"/>
                  </a:lnTo>
                  <a:lnTo>
                    <a:pt x="1248" y="396"/>
                  </a:lnTo>
                  <a:lnTo>
                    <a:pt x="1252" y="399"/>
                  </a:lnTo>
                  <a:lnTo>
                    <a:pt x="1249" y="400"/>
                  </a:lnTo>
                  <a:lnTo>
                    <a:pt x="1248" y="403"/>
                  </a:lnTo>
                  <a:lnTo>
                    <a:pt x="1247" y="400"/>
                  </a:lnTo>
                  <a:lnTo>
                    <a:pt x="1244" y="400"/>
                  </a:lnTo>
                  <a:lnTo>
                    <a:pt x="1245" y="397"/>
                  </a:lnTo>
                  <a:lnTo>
                    <a:pt x="1244" y="396"/>
                  </a:lnTo>
                  <a:lnTo>
                    <a:pt x="1243" y="397"/>
                  </a:lnTo>
                  <a:lnTo>
                    <a:pt x="1240" y="399"/>
                  </a:lnTo>
                  <a:lnTo>
                    <a:pt x="1239" y="399"/>
                  </a:lnTo>
                  <a:lnTo>
                    <a:pt x="1236" y="400"/>
                  </a:lnTo>
                  <a:lnTo>
                    <a:pt x="1234" y="400"/>
                  </a:lnTo>
                  <a:lnTo>
                    <a:pt x="1230" y="401"/>
                  </a:lnTo>
                  <a:lnTo>
                    <a:pt x="1227" y="401"/>
                  </a:lnTo>
                  <a:lnTo>
                    <a:pt x="1223" y="405"/>
                  </a:lnTo>
                  <a:lnTo>
                    <a:pt x="1220" y="405"/>
                  </a:lnTo>
                  <a:lnTo>
                    <a:pt x="1218" y="404"/>
                  </a:lnTo>
                  <a:lnTo>
                    <a:pt x="1217" y="404"/>
                  </a:lnTo>
                  <a:lnTo>
                    <a:pt x="1217" y="407"/>
                  </a:lnTo>
                  <a:lnTo>
                    <a:pt x="1213" y="409"/>
                  </a:lnTo>
                  <a:lnTo>
                    <a:pt x="1211" y="412"/>
                  </a:lnTo>
                  <a:lnTo>
                    <a:pt x="1209" y="415"/>
                  </a:lnTo>
                  <a:lnTo>
                    <a:pt x="1209" y="417"/>
                  </a:lnTo>
                  <a:lnTo>
                    <a:pt x="1211" y="421"/>
                  </a:lnTo>
                  <a:lnTo>
                    <a:pt x="1211" y="426"/>
                  </a:lnTo>
                  <a:lnTo>
                    <a:pt x="1207" y="430"/>
                  </a:lnTo>
                  <a:lnTo>
                    <a:pt x="1206" y="434"/>
                  </a:lnTo>
                  <a:lnTo>
                    <a:pt x="1206" y="437"/>
                  </a:lnTo>
                  <a:lnTo>
                    <a:pt x="1206" y="442"/>
                  </a:lnTo>
                  <a:lnTo>
                    <a:pt x="1207" y="443"/>
                  </a:lnTo>
                  <a:lnTo>
                    <a:pt x="1207" y="446"/>
                  </a:lnTo>
                  <a:lnTo>
                    <a:pt x="1206" y="446"/>
                  </a:lnTo>
                  <a:lnTo>
                    <a:pt x="1205" y="447"/>
                  </a:lnTo>
                  <a:lnTo>
                    <a:pt x="1205" y="450"/>
                  </a:lnTo>
                  <a:lnTo>
                    <a:pt x="1203" y="450"/>
                  </a:lnTo>
                  <a:lnTo>
                    <a:pt x="1205" y="454"/>
                  </a:lnTo>
                  <a:lnTo>
                    <a:pt x="1202" y="457"/>
                  </a:lnTo>
                  <a:lnTo>
                    <a:pt x="1202" y="459"/>
                  </a:lnTo>
                  <a:lnTo>
                    <a:pt x="1199" y="463"/>
                  </a:lnTo>
                  <a:lnTo>
                    <a:pt x="1199" y="466"/>
                  </a:lnTo>
                  <a:lnTo>
                    <a:pt x="1198" y="467"/>
                  </a:lnTo>
                  <a:lnTo>
                    <a:pt x="1197" y="471"/>
                  </a:lnTo>
                  <a:lnTo>
                    <a:pt x="1197" y="471"/>
                  </a:lnTo>
                  <a:lnTo>
                    <a:pt x="1194" y="476"/>
                  </a:lnTo>
                  <a:lnTo>
                    <a:pt x="1195" y="482"/>
                  </a:lnTo>
                  <a:lnTo>
                    <a:pt x="1194" y="483"/>
                  </a:lnTo>
                  <a:lnTo>
                    <a:pt x="1195" y="486"/>
                  </a:lnTo>
                  <a:lnTo>
                    <a:pt x="1193" y="488"/>
                  </a:lnTo>
                  <a:lnTo>
                    <a:pt x="1193" y="491"/>
                  </a:lnTo>
                  <a:lnTo>
                    <a:pt x="1190" y="493"/>
                  </a:lnTo>
                  <a:lnTo>
                    <a:pt x="1192" y="495"/>
                  </a:lnTo>
                  <a:lnTo>
                    <a:pt x="1190" y="496"/>
                  </a:lnTo>
                  <a:lnTo>
                    <a:pt x="1190" y="499"/>
                  </a:lnTo>
                  <a:lnTo>
                    <a:pt x="1186" y="501"/>
                  </a:lnTo>
                  <a:lnTo>
                    <a:pt x="1186" y="505"/>
                  </a:lnTo>
                  <a:lnTo>
                    <a:pt x="1182" y="509"/>
                  </a:lnTo>
                  <a:lnTo>
                    <a:pt x="1182" y="511"/>
                  </a:lnTo>
                  <a:lnTo>
                    <a:pt x="1181" y="515"/>
                  </a:lnTo>
                  <a:lnTo>
                    <a:pt x="1180" y="517"/>
                  </a:lnTo>
                  <a:lnTo>
                    <a:pt x="1178" y="518"/>
                  </a:lnTo>
                  <a:lnTo>
                    <a:pt x="1180" y="521"/>
                  </a:lnTo>
                  <a:lnTo>
                    <a:pt x="1182" y="522"/>
                  </a:lnTo>
                  <a:lnTo>
                    <a:pt x="1184" y="521"/>
                  </a:lnTo>
                  <a:lnTo>
                    <a:pt x="1186" y="524"/>
                  </a:lnTo>
                  <a:lnTo>
                    <a:pt x="1189" y="524"/>
                  </a:lnTo>
                  <a:lnTo>
                    <a:pt x="1192" y="521"/>
                  </a:lnTo>
                  <a:lnTo>
                    <a:pt x="1193" y="521"/>
                  </a:lnTo>
                  <a:lnTo>
                    <a:pt x="1195" y="520"/>
                  </a:lnTo>
                  <a:lnTo>
                    <a:pt x="1197" y="520"/>
                  </a:lnTo>
                  <a:lnTo>
                    <a:pt x="1199" y="518"/>
                  </a:lnTo>
                  <a:lnTo>
                    <a:pt x="1199" y="525"/>
                  </a:lnTo>
                  <a:lnTo>
                    <a:pt x="1202" y="529"/>
                  </a:lnTo>
                  <a:lnTo>
                    <a:pt x="1202" y="532"/>
                  </a:lnTo>
                  <a:lnTo>
                    <a:pt x="1202" y="536"/>
                  </a:lnTo>
                  <a:lnTo>
                    <a:pt x="1205" y="538"/>
                  </a:lnTo>
                  <a:lnTo>
                    <a:pt x="1207" y="536"/>
                  </a:lnTo>
                  <a:lnTo>
                    <a:pt x="1207" y="536"/>
                  </a:lnTo>
                  <a:lnTo>
                    <a:pt x="1209" y="536"/>
                  </a:lnTo>
                  <a:lnTo>
                    <a:pt x="1210" y="533"/>
                  </a:lnTo>
                  <a:lnTo>
                    <a:pt x="1211" y="532"/>
                  </a:lnTo>
                  <a:lnTo>
                    <a:pt x="1213" y="533"/>
                  </a:lnTo>
                  <a:lnTo>
                    <a:pt x="1214" y="532"/>
                  </a:lnTo>
                  <a:lnTo>
                    <a:pt x="1217" y="533"/>
                  </a:lnTo>
                  <a:lnTo>
                    <a:pt x="1215" y="533"/>
                  </a:lnTo>
                  <a:lnTo>
                    <a:pt x="1214" y="536"/>
                  </a:lnTo>
                  <a:lnTo>
                    <a:pt x="1215" y="538"/>
                  </a:lnTo>
                  <a:lnTo>
                    <a:pt x="1214" y="538"/>
                  </a:lnTo>
                  <a:lnTo>
                    <a:pt x="1211" y="541"/>
                  </a:lnTo>
                  <a:lnTo>
                    <a:pt x="1213" y="542"/>
                  </a:lnTo>
                  <a:lnTo>
                    <a:pt x="1218" y="541"/>
                  </a:lnTo>
                  <a:lnTo>
                    <a:pt x="1220" y="540"/>
                  </a:lnTo>
                  <a:lnTo>
                    <a:pt x="1220" y="536"/>
                  </a:lnTo>
                  <a:lnTo>
                    <a:pt x="1220" y="533"/>
                  </a:lnTo>
                  <a:lnTo>
                    <a:pt x="1222" y="532"/>
                  </a:lnTo>
                  <a:lnTo>
                    <a:pt x="1223" y="534"/>
                  </a:lnTo>
                  <a:lnTo>
                    <a:pt x="1223" y="538"/>
                  </a:lnTo>
                  <a:lnTo>
                    <a:pt x="1223" y="541"/>
                  </a:lnTo>
                  <a:lnTo>
                    <a:pt x="1224" y="540"/>
                  </a:lnTo>
                  <a:lnTo>
                    <a:pt x="1226" y="537"/>
                  </a:lnTo>
                  <a:lnTo>
                    <a:pt x="1224" y="533"/>
                  </a:lnTo>
                  <a:lnTo>
                    <a:pt x="1224" y="530"/>
                  </a:lnTo>
                  <a:lnTo>
                    <a:pt x="1223" y="528"/>
                  </a:lnTo>
                  <a:lnTo>
                    <a:pt x="1222" y="524"/>
                  </a:lnTo>
                  <a:lnTo>
                    <a:pt x="1224" y="524"/>
                  </a:lnTo>
                  <a:lnTo>
                    <a:pt x="1226" y="525"/>
                  </a:lnTo>
                  <a:lnTo>
                    <a:pt x="1226" y="526"/>
                  </a:lnTo>
                  <a:lnTo>
                    <a:pt x="1227" y="528"/>
                  </a:lnTo>
                  <a:lnTo>
                    <a:pt x="1228" y="528"/>
                  </a:lnTo>
                  <a:lnTo>
                    <a:pt x="1230" y="526"/>
                  </a:lnTo>
                  <a:lnTo>
                    <a:pt x="1231" y="526"/>
                  </a:lnTo>
                  <a:lnTo>
                    <a:pt x="1234" y="524"/>
                  </a:lnTo>
                  <a:lnTo>
                    <a:pt x="1238" y="526"/>
                  </a:lnTo>
                  <a:lnTo>
                    <a:pt x="1240" y="526"/>
                  </a:lnTo>
                  <a:lnTo>
                    <a:pt x="1242" y="528"/>
                  </a:lnTo>
                  <a:lnTo>
                    <a:pt x="1243" y="530"/>
                  </a:lnTo>
                  <a:lnTo>
                    <a:pt x="1244" y="532"/>
                  </a:lnTo>
                  <a:lnTo>
                    <a:pt x="1247" y="532"/>
                  </a:lnTo>
                  <a:lnTo>
                    <a:pt x="1248" y="533"/>
                  </a:lnTo>
                  <a:lnTo>
                    <a:pt x="1253" y="536"/>
                  </a:lnTo>
                  <a:lnTo>
                    <a:pt x="1255" y="537"/>
                  </a:lnTo>
                  <a:lnTo>
                    <a:pt x="1256" y="537"/>
                  </a:lnTo>
                  <a:lnTo>
                    <a:pt x="1257" y="540"/>
                  </a:lnTo>
                  <a:lnTo>
                    <a:pt x="1259" y="540"/>
                  </a:lnTo>
                  <a:lnTo>
                    <a:pt x="1261" y="543"/>
                  </a:lnTo>
                  <a:lnTo>
                    <a:pt x="1260" y="545"/>
                  </a:lnTo>
                  <a:lnTo>
                    <a:pt x="1260" y="547"/>
                  </a:lnTo>
                  <a:lnTo>
                    <a:pt x="1259" y="547"/>
                  </a:lnTo>
                  <a:lnTo>
                    <a:pt x="1260" y="550"/>
                  </a:lnTo>
                  <a:lnTo>
                    <a:pt x="1263" y="550"/>
                  </a:lnTo>
                  <a:lnTo>
                    <a:pt x="1265" y="554"/>
                  </a:lnTo>
                  <a:lnTo>
                    <a:pt x="1265" y="557"/>
                  </a:lnTo>
                  <a:lnTo>
                    <a:pt x="1264" y="558"/>
                  </a:lnTo>
                  <a:lnTo>
                    <a:pt x="1264" y="561"/>
                  </a:lnTo>
                  <a:lnTo>
                    <a:pt x="1267" y="563"/>
                  </a:lnTo>
                  <a:lnTo>
                    <a:pt x="1268" y="563"/>
                  </a:lnTo>
                  <a:lnTo>
                    <a:pt x="1271" y="562"/>
                  </a:lnTo>
                  <a:lnTo>
                    <a:pt x="1271" y="565"/>
                  </a:lnTo>
                  <a:lnTo>
                    <a:pt x="1269" y="566"/>
                  </a:lnTo>
                  <a:lnTo>
                    <a:pt x="1269" y="568"/>
                  </a:lnTo>
                  <a:lnTo>
                    <a:pt x="1272" y="570"/>
                  </a:lnTo>
                  <a:lnTo>
                    <a:pt x="1271" y="571"/>
                  </a:lnTo>
                  <a:lnTo>
                    <a:pt x="1271" y="572"/>
                  </a:lnTo>
                  <a:lnTo>
                    <a:pt x="1271" y="575"/>
                  </a:lnTo>
                  <a:lnTo>
                    <a:pt x="1269" y="578"/>
                  </a:lnTo>
                  <a:lnTo>
                    <a:pt x="1271" y="578"/>
                  </a:lnTo>
                  <a:lnTo>
                    <a:pt x="1271" y="580"/>
                  </a:lnTo>
                  <a:lnTo>
                    <a:pt x="1271" y="580"/>
                  </a:lnTo>
                  <a:lnTo>
                    <a:pt x="1272" y="582"/>
                  </a:lnTo>
                  <a:lnTo>
                    <a:pt x="1269" y="583"/>
                  </a:lnTo>
                  <a:lnTo>
                    <a:pt x="1272" y="590"/>
                  </a:lnTo>
                  <a:lnTo>
                    <a:pt x="1271" y="591"/>
                  </a:lnTo>
                  <a:lnTo>
                    <a:pt x="1272" y="595"/>
                  </a:lnTo>
                  <a:lnTo>
                    <a:pt x="1272" y="596"/>
                  </a:lnTo>
                  <a:lnTo>
                    <a:pt x="1272" y="599"/>
                  </a:lnTo>
                  <a:lnTo>
                    <a:pt x="1274" y="607"/>
                  </a:lnTo>
                  <a:lnTo>
                    <a:pt x="1276" y="607"/>
                  </a:lnTo>
                  <a:lnTo>
                    <a:pt x="1278" y="605"/>
                  </a:lnTo>
                  <a:lnTo>
                    <a:pt x="1278" y="607"/>
                  </a:lnTo>
                  <a:lnTo>
                    <a:pt x="1277" y="609"/>
                  </a:lnTo>
                  <a:lnTo>
                    <a:pt x="1276" y="611"/>
                  </a:lnTo>
                  <a:lnTo>
                    <a:pt x="1277" y="613"/>
                  </a:lnTo>
                  <a:lnTo>
                    <a:pt x="1278" y="613"/>
                  </a:lnTo>
                  <a:lnTo>
                    <a:pt x="1281" y="616"/>
                  </a:lnTo>
                  <a:lnTo>
                    <a:pt x="1281" y="621"/>
                  </a:lnTo>
                  <a:lnTo>
                    <a:pt x="1281" y="622"/>
                  </a:lnTo>
                  <a:lnTo>
                    <a:pt x="1281" y="624"/>
                  </a:lnTo>
                  <a:lnTo>
                    <a:pt x="1282" y="629"/>
                  </a:lnTo>
                  <a:lnTo>
                    <a:pt x="1284" y="629"/>
                  </a:lnTo>
                  <a:lnTo>
                    <a:pt x="1284" y="632"/>
                  </a:lnTo>
                  <a:lnTo>
                    <a:pt x="1284" y="633"/>
                  </a:lnTo>
                  <a:lnTo>
                    <a:pt x="1284" y="637"/>
                  </a:lnTo>
                  <a:lnTo>
                    <a:pt x="1285" y="640"/>
                  </a:lnTo>
                  <a:lnTo>
                    <a:pt x="1285" y="642"/>
                  </a:lnTo>
                  <a:lnTo>
                    <a:pt x="1281" y="646"/>
                  </a:lnTo>
                  <a:lnTo>
                    <a:pt x="1281" y="649"/>
                  </a:lnTo>
                  <a:lnTo>
                    <a:pt x="1280" y="653"/>
                  </a:lnTo>
                  <a:lnTo>
                    <a:pt x="1280" y="657"/>
                  </a:lnTo>
                  <a:lnTo>
                    <a:pt x="1281" y="657"/>
                  </a:lnTo>
                  <a:lnTo>
                    <a:pt x="1280" y="661"/>
                  </a:lnTo>
                  <a:lnTo>
                    <a:pt x="1278" y="663"/>
                  </a:lnTo>
                  <a:lnTo>
                    <a:pt x="1278" y="666"/>
                  </a:lnTo>
                  <a:lnTo>
                    <a:pt x="1276" y="670"/>
                  </a:lnTo>
                  <a:lnTo>
                    <a:pt x="1277" y="670"/>
                  </a:lnTo>
                  <a:lnTo>
                    <a:pt x="1277" y="671"/>
                  </a:lnTo>
                  <a:lnTo>
                    <a:pt x="1276" y="674"/>
                  </a:lnTo>
                  <a:lnTo>
                    <a:pt x="1277" y="679"/>
                  </a:lnTo>
                  <a:lnTo>
                    <a:pt x="1274" y="682"/>
                  </a:lnTo>
                  <a:lnTo>
                    <a:pt x="1274" y="686"/>
                  </a:lnTo>
                  <a:lnTo>
                    <a:pt x="1276" y="686"/>
                  </a:lnTo>
                  <a:lnTo>
                    <a:pt x="1276" y="688"/>
                  </a:lnTo>
                  <a:lnTo>
                    <a:pt x="1273" y="691"/>
                  </a:lnTo>
                  <a:lnTo>
                    <a:pt x="1273" y="693"/>
                  </a:lnTo>
                  <a:lnTo>
                    <a:pt x="1271" y="696"/>
                  </a:lnTo>
                  <a:lnTo>
                    <a:pt x="1271" y="699"/>
                  </a:lnTo>
                  <a:lnTo>
                    <a:pt x="1268" y="701"/>
                  </a:lnTo>
                  <a:lnTo>
                    <a:pt x="1265" y="712"/>
                  </a:lnTo>
                  <a:lnTo>
                    <a:pt x="1264" y="712"/>
                  </a:lnTo>
                  <a:lnTo>
                    <a:pt x="1264" y="715"/>
                  </a:lnTo>
                  <a:lnTo>
                    <a:pt x="1264" y="716"/>
                  </a:lnTo>
                  <a:lnTo>
                    <a:pt x="1264" y="717"/>
                  </a:lnTo>
                  <a:lnTo>
                    <a:pt x="1261" y="720"/>
                  </a:lnTo>
                  <a:lnTo>
                    <a:pt x="1261" y="721"/>
                  </a:lnTo>
                  <a:lnTo>
                    <a:pt x="1259" y="722"/>
                  </a:lnTo>
                  <a:lnTo>
                    <a:pt x="1259" y="726"/>
                  </a:lnTo>
                  <a:lnTo>
                    <a:pt x="1257" y="726"/>
                  </a:lnTo>
                  <a:lnTo>
                    <a:pt x="1259" y="729"/>
                  </a:lnTo>
                  <a:lnTo>
                    <a:pt x="1256" y="733"/>
                  </a:lnTo>
                  <a:lnTo>
                    <a:pt x="1256" y="733"/>
                  </a:lnTo>
                  <a:lnTo>
                    <a:pt x="1255" y="732"/>
                  </a:lnTo>
                  <a:lnTo>
                    <a:pt x="1255" y="734"/>
                  </a:lnTo>
                  <a:lnTo>
                    <a:pt x="1255" y="737"/>
                  </a:lnTo>
                  <a:lnTo>
                    <a:pt x="1252" y="738"/>
                  </a:lnTo>
                  <a:lnTo>
                    <a:pt x="1253" y="740"/>
                  </a:lnTo>
                  <a:lnTo>
                    <a:pt x="1249" y="745"/>
                  </a:lnTo>
                  <a:lnTo>
                    <a:pt x="1247" y="747"/>
                  </a:lnTo>
                  <a:lnTo>
                    <a:pt x="1245" y="747"/>
                  </a:lnTo>
                  <a:lnTo>
                    <a:pt x="1245" y="749"/>
                  </a:lnTo>
                  <a:lnTo>
                    <a:pt x="1242" y="750"/>
                  </a:lnTo>
                  <a:lnTo>
                    <a:pt x="1239" y="753"/>
                  </a:lnTo>
                  <a:lnTo>
                    <a:pt x="1238" y="751"/>
                  </a:lnTo>
                  <a:lnTo>
                    <a:pt x="1236" y="753"/>
                  </a:lnTo>
                  <a:lnTo>
                    <a:pt x="1232" y="750"/>
                  </a:lnTo>
                  <a:lnTo>
                    <a:pt x="1228" y="749"/>
                  </a:lnTo>
                  <a:lnTo>
                    <a:pt x="1228" y="745"/>
                  </a:lnTo>
                  <a:lnTo>
                    <a:pt x="1227" y="743"/>
                  </a:lnTo>
                  <a:lnTo>
                    <a:pt x="1224" y="745"/>
                  </a:lnTo>
                  <a:lnTo>
                    <a:pt x="1222" y="743"/>
                  </a:lnTo>
                  <a:lnTo>
                    <a:pt x="1222" y="745"/>
                  </a:lnTo>
                  <a:lnTo>
                    <a:pt x="1222" y="747"/>
                  </a:lnTo>
                  <a:lnTo>
                    <a:pt x="1219" y="749"/>
                  </a:lnTo>
                  <a:lnTo>
                    <a:pt x="1219" y="753"/>
                  </a:lnTo>
                  <a:lnTo>
                    <a:pt x="1218" y="754"/>
                  </a:lnTo>
                  <a:lnTo>
                    <a:pt x="1217" y="758"/>
                  </a:lnTo>
                  <a:lnTo>
                    <a:pt x="1215" y="757"/>
                  </a:lnTo>
                  <a:lnTo>
                    <a:pt x="1213" y="758"/>
                  </a:lnTo>
                  <a:lnTo>
                    <a:pt x="1211" y="761"/>
                  </a:lnTo>
                  <a:lnTo>
                    <a:pt x="1211" y="761"/>
                  </a:lnTo>
                  <a:lnTo>
                    <a:pt x="1210" y="761"/>
                  </a:lnTo>
                  <a:lnTo>
                    <a:pt x="1209" y="758"/>
                  </a:lnTo>
                  <a:lnTo>
                    <a:pt x="1209" y="758"/>
                  </a:lnTo>
                  <a:lnTo>
                    <a:pt x="1209" y="757"/>
                  </a:lnTo>
                  <a:lnTo>
                    <a:pt x="1209" y="755"/>
                  </a:lnTo>
                  <a:lnTo>
                    <a:pt x="1209" y="755"/>
                  </a:lnTo>
                  <a:lnTo>
                    <a:pt x="1207" y="753"/>
                  </a:lnTo>
                  <a:lnTo>
                    <a:pt x="1207" y="753"/>
                  </a:lnTo>
                  <a:lnTo>
                    <a:pt x="1209" y="751"/>
                  </a:lnTo>
                  <a:lnTo>
                    <a:pt x="1213" y="751"/>
                  </a:lnTo>
                  <a:lnTo>
                    <a:pt x="1213" y="751"/>
                  </a:lnTo>
                  <a:lnTo>
                    <a:pt x="1213" y="750"/>
                  </a:lnTo>
                  <a:lnTo>
                    <a:pt x="1213" y="749"/>
                  </a:lnTo>
                  <a:lnTo>
                    <a:pt x="1213" y="747"/>
                  </a:lnTo>
                  <a:lnTo>
                    <a:pt x="1214" y="746"/>
                  </a:lnTo>
                  <a:lnTo>
                    <a:pt x="1213" y="743"/>
                  </a:lnTo>
                  <a:lnTo>
                    <a:pt x="1213" y="741"/>
                  </a:lnTo>
                  <a:lnTo>
                    <a:pt x="1211" y="741"/>
                  </a:lnTo>
                  <a:lnTo>
                    <a:pt x="1211" y="737"/>
                  </a:lnTo>
                  <a:lnTo>
                    <a:pt x="1211" y="734"/>
                  </a:lnTo>
                  <a:lnTo>
                    <a:pt x="1211" y="732"/>
                  </a:lnTo>
                  <a:lnTo>
                    <a:pt x="1211" y="729"/>
                  </a:lnTo>
                  <a:lnTo>
                    <a:pt x="1210" y="728"/>
                  </a:lnTo>
                  <a:lnTo>
                    <a:pt x="1209" y="726"/>
                  </a:lnTo>
                  <a:lnTo>
                    <a:pt x="1209" y="724"/>
                  </a:lnTo>
                  <a:lnTo>
                    <a:pt x="1206" y="720"/>
                  </a:lnTo>
                  <a:lnTo>
                    <a:pt x="1205" y="718"/>
                  </a:lnTo>
                  <a:lnTo>
                    <a:pt x="1205" y="717"/>
                  </a:lnTo>
                  <a:lnTo>
                    <a:pt x="1207" y="716"/>
                  </a:lnTo>
                  <a:lnTo>
                    <a:pt x="1209" y="716"/>
                  </a:lnTo>
                  <a:lnTo>
                    <a:pt x="1209" y="715"/>
                  </a:lnTo>
                  <a:lnTo>
                    <a:pt x="1210" y="713"/>
                  </a:lnTo>
                  <a:lnTo>
                    <a:pt x="1211" y="709"/>
                  </a:lnTo>
                  <a:lnTo>
                    <a:pt x="1213" y="709"/>
                  </a:lnTo>
                  <a:lnTo>
                    <a:pt x="1215" y="709"/>
                  </a:lnTo>
                  <a:lnTo>
                    <a:pt x="1217" y="711"/>
                  </a:lnTo>
                  <a:lnTo>
                    <a:pt x="1223" y="712"/>
                  </a:lnTo>
                  <a:lnTo>
                    <a:pt x="1224" y="712"/>
                  </a:lnTo>
                  <a:lnTo>
                    <a:pt x="1226" y="712"/>
                  </a:lnTo>
                  <a:lnTo>
                    <a:pt x="1227" y="711"/>
                  </a:lnTo>
                  <a:lnTo>
                    <a:pt x="1227" y="709"/>
                  </a:lnTo>
                  <a:lnTo>
                    <a:pt x="1226" y="708"/>
                  </a:lnTo>
                  <a:lnTo>
                    <a:pt x="1226" y="707"/>
                  </a:lnTo>
                  <a:lnTo>
                    <a:pt x="1226" y="705"/>
                  </a:lnTo>
                  <a:lnTo>
                    <a:pt x="1226" y="704"/>
                  </a:lnTo>
                  <a:lnTo>
                    <a:pt x="1226" y="703"/>
                  </a:lnTo>
                  <a:lnTo>
                    <a:pt x="1227" y="700"/>
                  </a:lnTo>
                  <a:lnTo>
                    <a:pt x="1227" y="700"/>
                  </a:lnTo>
                  <a:lnTo>
                    <a:pt x="1227" y="697"/>
                  </a:lnTo>
                  <a:lnTo>
                    <a:pt x="1226" y="696"/>
                  </a:lnTo>
                  <a:lnTo>
                    <a:pt x="1227" y="696"/>
                  </a:lnTo>
                  <a:lnTo>
                    <a:pt x="1228" y="695"/>
                  </a:lnTo>
                  <a:lnTo>
                    <a:pt x="1227" y="693"/>
                  </a:lnTo>
                  <a:lnTo>
                    <a:pt x="1227" y="692"/>
                  </a:lnTo>
                  <a:lnTo>
                    <a:pt x="1227" y="691"/>
                  </a:lnTo>
                  <a:lnTo>
                    <a:pt x="1227" y="690"/>
                  </a:lnTo>
                  <a:lnTo>
                    <a:pt x="1228" y="690"/>
                  </a:lnTo>
                  <a:lnTo>
                    <a:pt x="1228" y="688"/>
                  </a:lnTo>
                  <a:lnTo>
                    <a:pt x="1228" y="687"/>
                  </a:lnTo>
                  <a:lnTo>
                    <a:pt x="1227" y="684"/>
                  </a:lnTo>
                  <a:lnTo>
                    <a:pt x="1227" y="682"/>
                  </a:lnTo>
                  <a:lnTo>
                    <a:pt x="1227" y="682"/>
                  </a:lnTo>
                  <a:lnTo>
                    <a:pt x="1228" y="680"/>
                  </a:lnTo>
                  <a:lnTo>
                    <a:pt x="1228" y="680"/>
                  </a:lnTo>
                  <a:lnTo>
                    <a:pt x="1227" y="679"/>
                  </a:lnTo>
                  <a:lnTo>
                    <a:pt x="1227" y="678"/>
                  </a:lnTo>
                  <a:lnTo>
                    <a:pt x="1227" y="678"/>
                  </a:lnTo>
                  <a:lnTo>
                    <a:pt x="1226" y="676"/>
                  </a:lnTo>
                  <a:lnTo>
                    <a:pt x="1227" y="674"/>
                  </a:lnTo>
                  <a:lnTo>
                    <a:pt x="1227" y="672"/>
                  </a:lnTo>
                  <a:lnTo>
                    <a:pt x="1226" y="671"/>
                  </a:lnTo>
                  <a:lnTo>
                    <a:pt x="1226" y="670"/>
                  </a:lnTo>
                  <a:lnTo>
                    <a:pt x="1226" y="670"/>
                  </a:lnTo>
                  <a:lnTo>
                    <a:pt x="1227" y="667"/>
                  </a:lnTo>
                  <a:lnTo>
                    <a:pt x="1228" y="667"/>
                  </a:lnTo>
                  <a:lnTo>
                    <a:pt x="1230" y="666"/>
                  </a:lnTo>
                  <a:lnTo>
                    <a:pt x="1230" y="665"/>
                  </a:lnTo>
                  <a:lnTo>
                    <a:pt x="1230" y="662"/>
                  </a:lnTo>
                  <a:lnTo>
                    <a:pt x="1228" y="661"/>
                  </a:lnTo>
                  <a:lnTo>
                    <a:pt x="1227" y="659"/>
                  </a:lnTo>
                  <a:lnTo>
                    <a:pt x="1227" y="658"/>
                  </a:lnTo>
                  <a:lnTo>
                    <a:pt x="1224" y="655"/>
                  </a:lnTo>
                  <a:lnTo>
                    <a:pt x="1224" y="654"/>
                  </a:lnTo>
                  <a:lnTo>
                    <a:pt x="1226" y="653"/>
                  </a:lnTo>
                  <a:lnTo>
                    <a:pt x="1224" y="651"/>
                  </a:lnTo>
                  <a:lnTo>
                    <a:pt x="1223" y="650"/>
                  </a:lnTo>
                  <a:lnTo>
                    <a:pt x="1222" y="650"/>
                  </a:lnTo>
                  <a:lnTo>
                    <a:pt x="1220" y="649"/>
                  </a:lnTo>
                  <a:lnTo>
                    <a:pt x="1218" y="647"/>
                  </a:lnTo>
                  <a:lnTo>
                    <a:pt x="1217" y="649"/>
                  </a:lnTo>
                  <a:lnTo>
                    <a:pt x="1215" y="649"/>
                  </a:lnTo>
                  <a:lnTo>
                    <a:pt x="1214" y="650"/>
                  </a:lnTo>
                  <a:lnTo>
                    <a:pt x="1214" y="653"/>
                  </a:lnTo>
                  <a:lnTo>
                    <a:pt x="1213" y="653"/>
                  </a:lnTo>
                  <a:lnTo>
                    <a:pt x="1211" y="653"/>
                  </a:lnTo>
                  <a:lnTo>
                    <a:pt x="1210" y="655"/>
                  </a:lnTo>
                  <a:lnTo>
                    <a:pt x="1209" y="655"/>
                  </a:lnTo>
                  <a:lnTo>
                    <a:pt x="1206" y="655"/>
                  </a:lnTo>
                  <a:lnTo>
                    <a:pt x="1206" y="657"/>
                  </a:lnTo>
                  <a:lnTo>
                    <a:pt x="1206" y="659"/>
                  </a:lnTo>
                  <a:lnTo>
                    <a:pt x="1205" y="661"/>
                  </a:lnTo>
                  <a:lnTo>
                    <a:pt x="1203" y="662"/>
                  </a:lnTo>
                  <a:lnTo>
                    <a:pt x="1203" y="663"/>
                  </a:lnTo>
                  <a:lnTo>
                    <a:pt x="1202" y="665"/>
                  </a:lnTo>
                  <a:lnTo>
                    <a:pt x="1201" y="666"/>
                  </a:lnTo>
                  <a:lnTo>
                    <a:pt x="1198" y="666"/>
                  </a:lnTo>
                  <a:lnTo>
                    <a:pt x="1197" y="666"/>
                  </a:lnTo>
                  <a:lnTo>
                    <a:pt x="1195" y="666"/>
                  </a:lnTo>
                  <a:lnTo>
                    <a:pt x="1194" y="667"/>
                  </a:lnTo>
                  <a:lnTo>
                    <a:pt x="1193" y="667"/>
                  </a:lnTo>
                  <a:lnTo>
                    <a:pt x="1192" y="666"/>
                  </a:lnTo>
                  <a:lnTo>
                    <a:pt x="1192" y="665"/>
                  </a:lnTo>
                  <a:lnTo>
                    <a:pt x="1189" y="665"/>
                  </a:lnTo>
                  <a:lnTo>
                    <a:pt x="1188" y="666"/>
                  </a:lnTo>
                  <a:lnTo>
                    <a:pt x="1186" y="666"/>
                  </a:lnTo>
                  <a:lnTo>
                    <a:pt x="1185" y="665"/>
                  </a:lnTo>
                  <a:lnTo>
                    <a:pt x="1184" y="662"/>
                  </a:lnTo>
                  <a:lnTo>
                    <a:pt x="1182" y="662"/>
                  </a:lnTo>
                  <a:lnTo>
                    <a:pt x="1180" y="659"/>
                  </a:lnTo>
                  <a:lnTo>
                    <a:pt x="1180" y="657"/>
                  </a:lnTo>
                  <a:lnTo>
                    <a:pt x="1181" y="657"/>
                  </a:lnTo>
                  <a:lnTo>
                    <a:pt x="1181" y="654"/>
                  </a:lnTo>
                  <a:lnTo>
                    <a:pt x="1180" y="653"/>
                  </a:lnTo>
                  <a:lnTo>
                    <a:pt x="1180" y="650"/>
                  </a:lnTo>
                  <a:lnTo>
                    <a:pt x="1178" y="650"/>
                  </a:lnTo>
                  <a:lnTo>
                    <a:pt x="1177" y="649"/>
                  </a:lnTo>
                  <a:lnTo>
                    <a:pt x="1177" y="647"/>
                  </a:lnTo>
                  <a:lnTo>
                    <a:pt x="1178" y="646"/>
                  </a:lnTo>
                  <a:lnTo>
                    <a:pt x="1178" y="645"/>
                  </a:lnTo>
                  <a:lnTo>
                    <a:pt x="1178" y="643"/>
                  </a:lnTo>
                  <a:lnTo>
                    <a:pt x="1177" y="645"/>
                  </a:lnTo>
                  <a:lnTo>
                    <a:pt x="1176" y="645"/>
                  </a:lnTo>
                  <a:lnTo>
                    <a:pt x="1174" y="645"/>
                  </a:lnTo>
                  <a:lnTo>
                    <a:pt x="1173" y="646"/>
                  </a:lnTo>
                  <a:lnTo>
                    <a:pt x="1172" y="645"/>
                  </a:lnTo>
                  <a:lnTo>
                    <a:pt x="1170" y="645"/>
                  </a:lnTo>
                  <a:lnTo>
                    <a:pt x="1169" y="645"/>
                  </a:lnTo>
                  <a:lnTo>
                    <a:pt x="1169" y="643"/>
                  </a:lnTo>
                  <a:lnTo>
                    <a:pt x="1166" y="642"/>
                  </a:lnTo>
                  <a:lnTo>
                    <a:pt x="1165" y="641"/>
                  </a:lnTo>
                  <a:lnTo>
                    <a:pt x="1165" y="641"/>
                  </a:lnTo>
                  <a:lnTo>
                    <a:pt x="1164" y="641"/>
                  </a:lnTo>
                  <a:lnTo>
                    <a:pt x="1163" y="640"/>
                  </a:lnTo>
                  <a:lnTo>
                    <a:pt x="1163" y="638"/>
                  </a:lnTo>
                  <a:lnTo>
                    <a:pt x="1161" y="638"/>
                  </a:lnTo>
                  <a:lnTo>
                    <a:pt x="1160" y="637"/>
                  </a:lnTo>
                  <a:lnTo>
                    <a:pt x="1160" y="636"/>
                  </a:lnTo>
                  <a:lnTo>
                    <a:pt x="1159" y="634"/>
                  </a:lnTo>
                  <a:lnTo>
                    <a:pt x="1157" y="634"/>
                  </a:lnTo>
                  <a:lnTo>
                    <a:pt x="1157" y="636"/>
                  </a:lnTo>
                  <a:lnTo>
                    <a:pt x="1156" y="636"/>
                  </a:lnTo>
                  <a:lnTo>
                    <a:pt x="1155" y="636"/>
                  </a:lnTo>
                  <a:lnTo>
                    <a:pt x="1155" y="637"/>
                  </a:lnTo>
                  <a:lnTo>
                    <a:pt x="1152" y="636"/>
                  </a:lnTo>
                  <a:lnTo>
                    <a:pt x="1152" y="636"/>
                  </a:lnTo>
                  <a:lnTo>
                    <a:pt x="1151" y="634"/>
                  </a:lnTo>
                  <a:lnTo>
                    <a:pt x="1148" y="634"/>
                  </a:lnTo>
                  <a:lnTo>
                    <a:pt x="1147" y="634"/>
                  </a:lnTo>
                  <a:lnTo>
                    <a:pt x="1148" y="633"/>
                  </a:lnTo>
                  <a:lnTo>
                    <a:pt x="1148" y="632"/>
                  </a:lnTo>
                  <a:lnTo>
                    <a:pt x="1147" y="632"/>
                  </a:lnTo>
                  <a:lnTo>
                    <a:pt x="1145" y="633"/>
                  </a:lnTo>
                  <a:lnTo>
                    <a:pt x="1143" y="633"/>
                  </a:lnTo>
                  <a:lnTo>
                    <a:pt x="1141" y="633"/>
                  </a:lnTo>
                  <a:lnTo>
                    <a:pt x="1140" y="633"/>
                  </a:lnTo>
                  <a:lnTo>
                    <a:pt x="1139" y="633"/>
                  </a:lnTo>
                  <a:lnTo>
                    <a:pt x="1138" y="633"/>
                  </a:lnTo>
                  <a:lnTo>
                    <a:pt x="1138" y="632"/>
                  </a:lnTo>
                  <a:lnTo>
                    <a:pt x="1135" y="630"/>
                  </a:lnTo>
                  <a:lnTo>
                    <a:pt x="1132" y="628"/>
                  </a:lnTo>
                  <a:lnTo>
                    <a:pt x="1131" y="625"/>
                  </a:lnTo>
                  <a:lnTo>
                    <a:pt x="1131" y="624"/>
                  </a:lnTo>
                  <a:lnTo>
                    <a:pt x="1131" y="622"/>
                  </a:lnTo>
                  <a:lnTo>
                    <a:pt x="1130" y="621"/>
                  </a:lnTo>
                  <a:lnTo>
                    <a:pt x="1128" y="621"/>
                  </a:lnTo>
                  <a:lnTo>
                    <a:pt x="1128" y="618"/>
                  </a:lnTo>
                  <a:lnTo>
                    <a:pt x="1127" y="617"/>
                  </a:lnTo>
                  <a:lnTo>
                    <a:pt x="1127" y="616"/>
                  </a:lnTo>
                  <a:lnTo>
                    <a:pt x="1126" y="613"/>
                  </a:lnTo>
                  <a:lnTo>
                    <a:pt x="1122" y="611"/>
                  </a:lnTo>
                  <a:lnTo>
                    <a:pt x="1119" y="607"/>
                  </a:lnTo>
                  <a:lnTo>
                    <a:pt x="1119" y="605"/>
                  </a:lnTo>
                  <a:lnTo>
                    <a:pt x="1118" y="604"/>
                  </a:lnTo>
                  <a:lnTo>
                    <a:pt x="1116" y="604"/>
                  </a:lnTo>
                  <a:lnTo>
                    <a:pt x="1116" y="604"/>
                  </a:lnTo>
                  <a:lnTo>
                    <a:pt x="1116" y="603"/>
                  </a:lnTo>
                  <a:lnTo>
                    <a:pt x="1116" y="601"/>
                  </a:lnTo>
                  <a:lnTo>
                    <a:pt x="1115" y="600"/>
                  </a:lnTo>
                  <a:lnTo>
                    <a:pt x="1114" y="599"/>
                  </a:lnTo>
                  <a:lnTo>
                    <a:pt x="1114" y="599"/>
                  </a:lnTo>
                  <a:lnTo>
                    <a:pt x="1113" y="596"/>
                  </a:lnTo>
                  <a:lnTo>
                    <a:pt x="1111" y="595"/>
                  </a:lnTo>
                  <a:lnTo>
                    <a:pt x="1110" y="592"/>
                  </a:lnTo>
                  <a:lnTo>
                    <a:pt x="1107" y="591"/>
                  </a:lnTo>
                  <a:lnTo>
                    <a:pt x="1107" y="590"/>
                  </a:lnTo>
                  <a:lnTo>
                    <a:pt x="1109" y="588"/>
                  </a:lnTo>
                  <a:lnTo>
                    <a:pt x="1107" y="587"/>
                  </a:lnTo>
                  <a:lnTo>
                    <a:pt x="1105" y="587"/>
                  </a:lnTo>
                  <a:lnTo>
                    <a:pt x="1105" y="586"/>
                  </a:lnTo>
                  <a:lnTo>
                    <a:pt x="1105" y="584"/>
                  </a:lnTo>
                  <a:lnTo>
                    <a:pt x="1103" y="583"/>
                  </a:lnTo>
                  <a:lnTo>
                    <a:pt x="1103" y="582"/>
                  </a:lnTo>
                  <a:lnTo>
                    <a:pt x="1103" y="580"/>
                  </a:lnTo>
                  <a:lnTo>
                    <a:pt x="1102" y="579"/>
                  </a:lnTo>
                  <a:lnTo>
                    <a:pt x="1102" y="579"/>
                  </a:lnTo>
                  <a:lnTo>
                    <a:pt x="1101" y="578"/>
                  </a:lnTo>
                  <a:lnTo>
                    <a:pt x="1099" y="578"/>
                  </a:lnTo>
                  <a:lnTo>
                    <a:pt x="1098" y="578"/>
                  </a:lnTo>
                  <a:lnTo>
                    <a:pt x="1097" y="576"/>
                  </a:lnTo>
                  <a:lnTo>
                    <a:pt x="1098" y="575"/>
                  </a:lnTo>
                  <a:lnTo>
                    <a:pt x="1097" y="574"/>
                  </a:lnTo>
                  <a:lnTo>
                    <a:pt x="1095" y="574"/>
                  </a:lnTo>
                  <a:lnTo>
                    <a:pt x="1094" y="575"/>
                  </a:lnTo>
                  <a:lnTo>
                    <a:pt x="1094" y="574"/>
                  </a:lnTo>
                  <a:lnTo>
                    <a:pt x="1093" y="574"/>
                  </a:lnTo>
                  <a:lnTo>
                    <a:pt x="1093" y="572"/>
                  </a:lnTo>
                  <a:lnTo>
                    <a:pt x="1093" y="571"/>
                  </a:lnTo>
                  <a:lnTo>
                    <a:pt x="1091" y="570"/>
                  </a:lnTo>
                  <a:lnTo>
                    <a:pt x="1090" y="570"/>
                  </a:lnTo>
                  <a:lnTo>
                    <a:pt x="1089" y="570"/>
                  </a:lnTo>
                  <a:lnTo>
                    <a:pt x="1087" y="568"/>
                  </a:lnTo>
                  <a:lnTo>
                    <a:pt x="1087" y="568"/>
                  </a:lnTo>
                  <a:lnTo>
                    <a:pt x="1085" y="568"/>
                  </a:lnTo>
                  <a:lnTo>
                    <a:pt x="1085" y="568"/>
                  </a:lnTo>
                  <a:lnTo>
                    <a:pt x="1084" y="568"/>
                  </a:lnTo>
                  <a:lnTo>
                    <a:pt x="1084" y="571"/>
                  </a:lnTo>
                  <a:lnTo>
                    <a:pt x="1082" y="571"/>
                  </a:lnTo>
                  <a:lnTo>
                    <a:pt x="1080" y="570"/>
                  </a:lnTo>
                  <a:lnTo>
                    <a:pt x="1080" y="570"/>
                  </a:lnTo>
                  <a:lnTo>
                    <a:pt x="1078" y="570"/>
                  </a:lnTo>
                  <a:lnTo>
                    <a:pt x="1076" y="570"/>
                  </a:lnTo>
                  <a:lnTo>
                    <a:pt x="1074" y="568"/>
                  </a:lnTo>
                  <a:lnTo>
                    <a:pt x="1073" y="567"/>
                  </a:lnTo>
                  <a:lnTo>
                    <a:pt x="1069" y="567"/>
                  </a:lnTo>
                  <a:lnTo>
                    <a:pt x="1068" y="566"/>
                  </a:lnTo>
                  <a:lnTo>
                    <a:pt x="1066" y="566"/>
                  </a:lnTo>
                  <a:lnTo>
                    <a:pt x="1065" y="566"/>
                  </a:lnTo>
                  <a:lnTo>
                    <a:pt x="1064" y="566"/>
                  </a:lnTo>
                  <a:lnTo>
                    <a:pt x="1061" y="566"/>
                  </a:lnTo>
                  <a:lnTo>
                    <a:pt x="1060" y="568"/>
                  </a:lnTo>
                  <a:lnTo>
                    <a:pt x="1059" y="568"/>
                  </a:lnTo>
                  <a:lnTo>
                    <a:pt x="1059" y="568"/>
                  </a:lnTo>
                  <a:lnTo>
                    <a:pt x="1056" y="568"/>
                  </a:lnTo>
                  <a:lnTo>
                    <a:pt x="1055" y="568"/>
                  </a:lnTo>
                  <a:lnTo>
                    <a:pt x="1052" y="568"/>
                  </a:lnTo>
                  <a:lnTo>
                    <a:pt x="1051" y="570"/>
                  </a:lnTo>
                  <a:lnTo>
                    <a:pt x="1048" y="570"/>
                  </a:lnTo>
                  <a:lnTo>
                    <a:pt x="1047" y="572"/>
                  </a:lnTo>
                  <a:lnTo>
                    <a:pt x="1045" y="572"/>
                  </a:lnTo>
                  <a:lnTo>
                    <a:pt x="1044" y="572"/>
                  </a:lnTo>
                  <a:lnTo>
                    <a:pt x="1043" y="572"/>
                  </a:lnTo>
                  <a:lnTo>
                    <a:pt x="1041" y="572"/>
                  </a:lnTo>
                  <a:lnTo>
                    <a:pt x="1040" y="574"/>
                  </a:lnTo>
                  <a:lnTo>
                    <a:pt x="1037" y="574"/>
                  </a:lnTo>
                  <a:lnTo>
                    <a:pt x="1036" y="575"/>
                  </a:lnTo>
                  <a:lnTo>
                    <a:pt x="1036" y="576"/>
                  </a:lnTo>
                  <a:lnTo>
                    <a:pt x="1033" y="579"/>
                  </a:lnTo>
                  <a:lnTo>
                    <a:pt x="1033" y="580"/>
                  </a:lnTo>
                  <a:lnTo>
                    <a:pt x="1032" y="582"/>
                  </a:lnTo>
                  <a:lnTo>
                    <a:pt x="1032" y="583"/>
                  </a:lnTo>
                  <a:lnTo>
                    <a:pt x="1032" y="584"/>
                  </a:lnTo>
                  <a:lnTo>
                    <a:pt x="1032" y="587"/>
                  </a:lnTo>
                  <a:lnTo>
                    <a:pt x="1032" y="588"/>
                  </a:lnTo>
                  <a:lnTo>
                    <a:pt x="1033" y="588"/>
                  </a:lnTo>
                  <a:lnTo>
                    <a:pt x="1036" y="587"/>
                  </a:lnTo>
                  <a:lnTo>
                    <a:pt x="1037" y="586"/>
                  </a:lnTo>
                  <a:lnTo>
                    <a:pt x="1040" y="586"/>
                  </a:lnTo>
                  <a:lnTo>
                    <a:pt x="1041" y="590"/>
                  </a:lnTo>
                  <a:lnTo>
                    <a:pt x="1043" y="591"/>
                  </a:lnTo>
                  <a:lnTo>
                    <a:pt x="1044" y="592"/>
                  </a:lnTo>
                  <a:lnTo>
                    <a:pt x="1044" y="595"/>
                  </a:lnTo>
                  <a:lnTo>
                    <a:pt x="1044" y="596"/>
                  </a:lnTo>
                  <a:lnTo>
                    <a:pt x="1044" y="599"/>
                  </a:lnTo>
                  <a:lnTo>
                    <a:pt x="1043" y="600"/>
                  </a:lnTo>
                  <a:lnTo>
                    <a:pt x="1041" y="601"/>
                  </a:lnTo>
                  <a:lnTo>
                    <a:pt x="1040" y="604"/>
                  </a:lnTo>
                  <a:lnTo>
                    <a:pt x="1039" y="605"/>
                  </a:lnTo>
                  <a:lnTo>
                    <a:pt x="1037" y="608"/>
                  </a:lnTo>
                  <a:lnTo>
                    <a:pt x="1037" y="611"/>
                  </a:lnTo>
                  <a:lnTo>
                    <a:pt x="1039" y="612"/>
                  </a:lnTo>
                  <a:lnTo>
                    <a:pt x="1039" y="613"/>
                  </a:lnTo>
                  <a:lnTo>
                    <a:pt x="1039" y="616"/>
                  </a:lnTo>
                  <a:lnTo>
                    <a:pt x="1040" y="617"/>
                  </a:lnTo>
                  <a:lnTo>
                    <a:pt x="1040" y="620"/>
                  </a:lnTo>
                  <a:lnTo>
                    <a:pt x="1039" y="621"/>
                  </a:lnTo>
                  <a:lnTo>
                    <a:pt x="1037" y="622"/>
                  </a:lnTo>
                  <a:lnTo>
                    <a:pt x="1039" y="624"/>
                  </a:lnTo>
                  <a:lnTo>
                    <a:pt x="1039" y="628"/>
                  </a:lnTo>
                  <a:lnTo>
                    <a:pt x="1039" y="629"/>
                  </a:lnTo>
                  <a:lnTo>
                    <a:pt x="1039" y="632"/>
                  </a:lnTo>
                  <a:lnTo>
                    <a:pt x="1040" y="632"/>
                  </a:lnTo>
                  <a:lnTo>
                    <a:pt x="1040" y="633"/>
                  </a:lnTo>
                  <a:lnTo>
                    <a:pt x="1041" y="632"/>
                  </a:lnTo>
                  <a:lnTo>
                    <a:pt x="1043" y="633"/>
                  </a:lnTo>
                  <a:lnTo>
                    <a:pt x="1043" y="634"/>
                  </a:lnTo>
                  <a:lnTo>
                    <a:pt x="1043" y="637"/>
                  </a:lnTo>
                  <a:lnTo>
                    <a:pt x="1040" y="640"/>
                  </a:lnTo>
                  <a:lnTo>
                    <a:pt x="1036" y="640"/>
                  </a:lnTo>
                  <a:lnTo>
                    <a:pt x="1033" y="642"/>
                  </a:lnTo>
                  <a:lnTo>
                    <a:pt x="1028" y="647"/>
                  </a:lnTo>
                  <a:lnTo>
                    <a:pt x="1027" y="647"/>
                  </a:lnTo>
                  <a:lnTo>
                    <a:pt x="1024" y="646"/>
                  </a:lnTo>
                  <a:lnTo>
                    <a:pt x="1022" y="645"/>
                  </a:lnTo>
                  <a:lnTo>
                    <a:pt x="1019" y="646"/>
                  </a:lnTo>
                  <a:lnTo>
                    <a:pt x="1019" y="645"/>
                  </a:lnTo>
                  <a:lnTo>
                    <a:pt x="1018" y="645"/>
                  </a:lnTo>
                  <a:lnTo>
                    <a:pt x="1016" y="645"/>
                  </a:lnTo>
                  <a:lnTo>
                    <a:pt x="1015" y="643"/>
                  </a:lnTo>
                  <a:lnTo>
                    <a:pt x="1010" y="642"/>
                  </a:lnTo>
                  <a:lnTo>
                    <a:pt x="1006" y="643"/>
                  </a:lnTo>
                  <a:lnTo>
                    <a:pt x="1006" y="645"/>
                  </a:lnTo>
                  <a:lnTo>
                    <a:pt x="1003" y="646"/>
                  </a:lnTo>
                  <a:lnTo>
                    <a:pt x="1002" y="646"/>
                  </a:lnTo>
                  <a:lnTo>
                    <a:pt x="1001" y="645"/>
                  </a:lnTo>
                  <a:lnTo>
                    <a:pt x="998" y="646"/>
                  </a:lnTo>
                  <a:lnTo>
                    <a:pt x="997" y="645"/>
                  </a:lnTo>
                  <a:lnTo>
                    <a:pt x="995" y="643"/>
                  </a:lnTo>
                  <a:lnTo>
                    <a:pt x="993" y="642"/>
                  </a:lnTo>
                  <a:lnTo>
                    <a:pt x="990" y="641"/>
                  </a:lnTo>
                  <a:lnTo>
                    <a:pt x="986" y="642"/>
                  </a:lnTo>
                  <a:lnTo>
                    <a:pt x="986" y="642"/>
                  </a:lnTo>
                  <a:lnTo>
                    <a:pt x="983" y="642"/>
                  </a:lnTo>
                  <a:lnTo>
                    <a:pt x="982" y="643"/>
                  </a:lnTo>
                  <a:lnTo>
                    <a:pt x="981" y="646"/>
                  </a:lnTo>
                  <a:lnTo>
                    <a:pt x="980" y="647"/>
                  </a:lnTo>
                  <a:lnTo>
                    <a:pt x="977" y="649"/>
                  </a:lnTo>
                  <a:lnTo>
                    <a:pt x="976" y="651"/>
                  </a:lnTo>
                  <a:lnTo>
                    <a:pt x="976" y="653"/>
                  </a:lnTo>
                  <a:lnTo>
                    <a:pt x="974" y="654"/>
                  </a:lnTo>
                  <a:lnTo>
                    <a:pt x="972" y="657"/>
                  </a:lnTo>
                  <a:lnTo>
                    <a:pt x="966" y="657"/>
                  </a:lnTo>
                  <a:lnTo>
                    <a:pt x="965" y="657"/>
                  </a:lnTo>
                  <a:lnTo>
                    <a:pt x="962" y="659"/>
                  </a:lnTo>
                  <a:lnTo>
                    <a:pt x="960" y="659"/>
                  </a:lnTo>
                  <a:lnTo>
                    <a:pt x="956" y="662"/>
                  </a:lnTo>
                  <a:lnTo>
                    <a:pt x="953" y="665"/>
                  </a:lnTo>
                  <a:lnTo>
                    <a:pt x="952" y="665"/>
                  </a:lnTo>
                  <a:lnTo>
                    <a:pt x="951" y="663"/>
                  </a:lnTo>
                  <a:lnTo>
                    <a:pt x="948" y="663"/>
                  </a:lnTo>
                  <a:lnTo>
                    <a:pt x="947" y="665"/>
                  </a:lnTo>
                  <a:lnTo>
                    <a:pt x="944" y="665"/>
                  </a:lnTo>
                  <a:lnTo>
                    <a:pt x="936" y="665"/>
                  </a:lnTo>
                  <a:lnTo>
                    <a:pt x="932" y="663"/>
                  </a:lnTo>
                  <a:lnTo>
                    <a:pt x="927" y="663"/>
                  </a:lnTo>
                  <a:lnTo>
                    <a:pt x="924" y="663"/>
                  </a:lnTo>
                  <a:lnTo>
                    <a:pt x="923" y="662"/>
                  </a:lnTo>
                  <a:lnTo>
                    <a:pt x="920" y="661"/>
                  </a:lnTo>
                  <a:lnTo>
                    <a:pt x="919" y="661"/>
                  </a:lnTo>
                  <a:lnTo>
                    <a:pt x="918" y="659"/>
                  </a:lnTo>
                  <a:lnTo>
                    <a:pt x="916" y="655"/>
                  </a:lnTo>
                  <a:lnTo>
                    <a:pt x="915" y="654"/>
                  </a:lnTo>
                  <a:lnTo>
                    <a:pt x="912" y="654"/>
                  </a:lnTo>
                  <a:lnTo>
                    <a:pt x="908" y="654"/>
                  </a:lnTo>
                  <a:lnTo>
                    <a:pt x="904" y="653"/>
                  </a:lnTo>
                  <a:lnTo>
                    <a:pt x="902" y="650"/>
                  </a:lnTo>
                  <a:lnTo>
                    <a:pt x="898" y="650"/>
                  </a:lnTo>
                  <a:lnTo>
                    <a:pt x="894" y="649"/>
                  </a:lnTo>
                  <a:lnTo>
                    <a:pt x="891" y="647"/>
                  </a:lnTo>
                  <a:lnTo>
                    <a:pt x="889" y="649"/>
                  </a:lnTo>
                  <a:lnTo>
                    <a:pt x="885" y="649"/>
                  </a:lnTo>
                  <a:lnTo>
                    <a:pt x="883" y="650"/>
                  </a:lnTo>
                  <a:lnTo>
                    <a:pt x="878" y="650"/>
                  </a:lnTo>
                  <a:lnTo>
                    <a:pt x="874" y="651"/>
                  </a:lnTo>
                  <a:lnTo>
                    <a:pt x="873" y="654"/>
                  </a:lnTo>
                  <a:lnTo>
                    <a:pt x="872" y="654"/>
                  </a:lnTo>
                  <a:lnTo>
                    <a:pt x="870" y="654"/>
                  </a:lnTo>
                  <a:lnTo>
                    <a:pt x="868" y="654"/>
                  </a:lnTo>
                  <a:lnTo>
                    <a:pt x="866" y="655"/>
                  </a:lnTo>
                  <a:lnTo>
                    <a:pt x="862" y="654"/>
                  </a:lnTo>
                  <a:lnTo>
                    <a:pt x="862" y="655"/>
                  </a:lnTo>
                  <a:lnTo>
                    <a:pt x="860" y="655"/>
                  </a:lnTo>
                  <a:lnTo>
                    <a:pt x="857" y="654"/>
                  </a:lnTo>
                  <a:lnTo>
                    <a:pt x="853" y="653"/>
                  </a:lnTo>
                  <a:lnTo>
                    <a:pt x="852" y="651"/>
                  </a:lnTo>
                  <a:lnTo>
                    <a:pt x="850" y="649"/>
                  </a:lnTo>
                  <a:lnTo>
                    <a:pt x="849" y="649"/>
                  </a:lnTo>
                  <a:lnTo>
                    <a:pt x="847" y="647"/>
                  </a:lnTo>
                  <a:lnTo>
                    <a:pt x="848" y="646"/>
                  </a:lnTo>
                  <a:lnTo>
                    <a:pt x="847" y="643"/>
                  </a:lnTo>
                  <a:lnTo>
                    <a:pt x="845" y="642"/>
                  </a:lnTo>
                  <a:lnTo>
                    <a:pt x="845" y="640"/>
                  </a:lnTo>
                  <a:lnTo>
                    <a:pt x="844" y="638"/>
                  </a:lnTo>
                  <a:lnTo>
                    <a:pt x="844" y="637"/>
                  </a:lnTo>
                  <a:lnTo>
                    <a:pt x="843" y="636"/>
                  </a:lnTo>
                  <a:lnTo>
                    <a:pt x="841" y="634"/>
                  </a:lnTo>
                  <a:lnTo>
                    <a:pt x="836" y="634"/>
                  </a:lnTo>
                  <a:lnTo>
                    <a:pt x="833" y="634"/>
                  </a:lnTo>
                  <a:lnTo>
                    <a:pt x="832" y="633"/>
                  </a:lnTo>
                  <a:lnTo>
                    <a:pt x="829" y="633"/>
                  </a:lnTo>
                  <a:lnTo>
                    <a:pt x="828" y="632"/>
                  </a:lnTo>
                  <a:lnTo>
                    <a:pt x="827" y="630"/>
                  </a:lnTo>
                  <a:lnTo>
                    <a:pt x="823" y="630"/>
                  </a:lnTo>
                  <a:lnTo>
                    <a:pt x="819" y="630"/>
                  </a:lnTo>
                  <a:lnTo>
                    <a:pt x="816" y="630"/>
                  </a:lnTo>
                  <a:lnTo>
                    <a:pt x="816" y="629"/>
                  </a:lnTo>
                  <a:lnTo>
                    <a:pt x="812" y="628"/>
                  </a:lnTo>
                  <a:lnTo>
                    <a:pt x="810" y="626"/>
                  </a:lnTo>
                  <a:lnTo>
                    <a:pt x="808" y="625"/>
                  </a:lnTo>
                  <a:lnTo>
                    <a:pt x="806" y="625"/>
                  </a:lnTo>
                  <a:lnTo>
                    <a:pt x="804" y="626"/>
                  </a:lnTo>
                  <a:lnTo>
                    <a:pt x="804" y="629"/>
                  </a:lnTo>
                  <a:lnTo>
                    <a:pt x="804" y="630"/>
                  </a:lnTo>
                  <a:lnTo>
                    <a:pt x="804" y="633"/>
                  </a:lnTo>
                  <a:lnTo>
                    <a:pt x="803" y="632"/>
                  </a:lnTo>
                  <a:lnTo>
                    <a:pt x="800" y="633"/>
                  </a:lnTo>
                  <a:lnTo>
                    <a:pt x="799" y="634"/>
                  </a:lnTo>
                  <a:lnTo>
                    <a:pt x="799" y="637"/>
                  </a:lnTo>
                  <a:lnTo>
                    <a:pt x="798" y="640"/>
                  </a:lnTo>
                  <a:lnTo>
                    <a:pt x="796" y="645"/>
                  </a:lnTo>
                  <a:lnTo>
                    <a:pt x="798" y="647"/>
                  </a:lnTo>
                  <a:lnTo>
                    <a:pt x="802" y="649"/>
                  </a:lnTo>
                  <a:lnTo>
                    <a:pt x="803" y="650"/>
                  </a:lnTo>
                  <a:lnTo>
                    <a:pt x="804" y="651"/>
                  </a:lnTo>
                  <a:lnTo>
                    <a:pt x="806" y="653"/>
                  </a:lnTo>
                  <a:lnTo>
                    <a:pt x="804" y="657"/>
                  </a:lnTo>
                  <a:lnTo>
                    <a:pt x="804" y="661"/>
                  </a:lnTo>
                  <a:lnTo>
                    <a:pt x="807" y="662"/>
                  </a:lnTo>
                  <a:lnTo>
                    <a:pt x="808" y="663"/>
                  </a:lnTo>
                  <a:lnTo>
                    <a:pt x="806" y="667"/>
                  </a:lnTo>
                  <a:lnTo>
                    <a:pt x="802" y="667"/>
                  </a:lnTo>
                  <a:lnTo>
                    <a:pt x="799" y="667"/>
                  </a:lnTo>
                  <a:lnTo>
                    <a:pt x="799" y="667"/>
                  </a:lnTo>
                  <a:lnTo>
                    <a:pt x="796" y="667"/>
                  </a:lnTo>
                  <a:lnTo>
                    <a:pt x="795" y="667"/>
                  </a:lnTo>
                  <a:lnTo>
                    <a:pt x="790" y="667"/>
                  </a:lnTo>
                  <a:lnTo>
                    <a:pt x="789" y="667"/>
                  </a:lnTo>
                  <a:lnTo>
                    <a:pt x="786" y="666"/>
                  </a:lnTo>
                  <a:lnTo>
                    <a:pt x="785" y="666"/>
                  </a:lnTo>
                  <a:lnTo>
                    <a:pt x="782" y="666"/>
                  </a:lnTo>
                  <a:lnTo>
                    <a:pt x="779" y="667"/>
                  </a:lnTo>
                  <a:lnTo>
                    <a:pt x="777" y="668"/>
                  </a:lnTo>
                  <a:lnTo>
                    <a:pt x="775" y="670"/>
                  </a:lnTo>
                  <a:lnTo>
                    <a:pt x="771" y="667"/>
                  </a:lnTo>
                  <a:lnTo>
                    <a:pt x="769" y="666"/>
                  </a:lnTo>
                  <a:lnTo>
                    <a:pt x="764" y="662"/>
                  </a:lnTo>
                  <a:lnTo>
                    <a:pt x="762" y="661"/>
                  </a:lnTo>
                  <a:lnTo>
                    <a:pt x="762" y="659"/>
                  </a:lnTo>
                  <a:lnTo>
                    <a:pt x="761" y="657"/>
                  </a:lnTo>
                  <a:lnTo>
                    <a:pt x="757" y="657"/>
                  </a:lnTo>
                  <a:lnTo>
                    <a:pt x="756" y="658"/>
                  </a:lnTo>
                  <a:lnTo>
                    <a:pt x="753" y="658"/>
                  </a:lnTo>
                  <a:lnTo>
                    <a:pt x="753" y="658"/>
                  </a:lnTo>
                  <a:lnTo>
                    <a:pt x="750" y="659"/>
                  </a:lnTo>
                  <a:lnTo>
                    <a:pt x="749" y="657"/>
                  </a:lnTo>
                  <a:lnTo>
                    <a:pt x="748" y="655"/>
                  </a:lnTo>
                  <a:lnTo>
                    <a:pt x="746" y="654"/>
                  </a:lnTo>
                  <a:lnTo>
                    <a:pt x="746" y="654"/>
                  </a:lnTo>
                  <a:lnTo>
                    <a:pt x="744" y="655"/>
                  </a:lnTo>
                  <a:lnTo>
                    <a:pt x="741" y="655"/>
                  </a:lnTo>
                  <a:lnTo>
                    <a:pt x="740" y="655"/>
                  </a:lnTo>
                  <a:lnTo>
                    <a:pt x="737" y="655"/>
                  </a:lnTo>
                  <a:lnTo>
                    <a:pt x="733" y="657"/>
                  </a:lnTo>
                  <a:lnTo>
                    <a:pt x="732" y="657"/>
                  </a:lnTo>
                  <a:lnTo>
                    <a:pt x="731" y="659"/>
                  </a:lnTo>
                  <a:lnTo>
                    <a:pt x="728" y="661"/>
                  </a:lnTo>
                  <a:lnTo>
                    <a:pt x="724" y="659"/>
                  </a:lnTo>
                  <a:lnTo>
                    <a:pt x="724" y="661"/>
                  </a:lnTo>
                  <a:lnTo>
                    <a:pt x="724" y="662"/>
                  </a:lnTo>
                  <a:lnTo>
                    <a:pt x="725" y="663"/>
                  </a:lnTo>
                  <a:lnTo>
                    <a:pt x="724" y="665"/>
                  </a:lnTo>
                  <a:lnTo>
                    <a:pt x="723" y="666"/>
                  </a:lnTo>
                  <a:lnTo>
                    <a:pt x="720" y="667"/>
                  </a:lnTo>
                  <a:lnTo>
                    <a:pt x="719" y="668"/>
                  </a:lnTo>
                  <a:lnTo>
                    <a:pt x="719" y="671"/>
                  </a:lnTo>
                  <a:lnTo>
                    <a:pt x="716" y="672"/>
                  </a:lnTo>
                  <a:lnTo>
                    <a:pt x="715" y="674"/>
                  </a:lnTo>
                  <a:lnTo>
                    <a:pt x="715" y="676"/>
                  </a:lnTo>
                  <a:lnTo>
                    <a:pt x="711" y="678"/>
                  </a:lnTo>
                  <a:lnTo>
                    <a:pt x="708" y="680"/>
                  </a:lnTo>
                  <a:lnTo>
                    <a:pt x="708" y="682"/>
                  </a:lnTo>
                  <a:lnTo>
                    <a:pt x="703" y="682"/>
                  </a:lnTo>
                  <a:lnTo>
                    <a:pt x="700" y="683"/>
                  </a:lnTo>
                  <a:lnTo>
                    <a:pt x="699" y="687"/>
                  </a:lnTo>
                  <a:lnTo>
                    <a:pt x="699" y="687"/>
                  </a:lnTo>
                  <a:lnTo>
                    <a:pt x="698" y="687"/>
                  </a:lnTo>
                  <a:lnTo>
                    <a:pt x="695" y="686"/>
                  </a:lnTo>
                  <a:lnTo>
                    <a:pt x="694" y="686"/>
                  </a:lnTo>
                  <a:lnTo>
                    <a:pt x="692" y="686"/>
                  </a:lnTo>
                  <a:lnTo>
                    <a:pt x="690" y="684"/>
                  </a:lnTo>
                  <a:lnTo>
                    <a:pt x="687" y="682"/>
                  </a:lnTo>
                  <a:lnTo>
                    <a:pt x="686" y="682"/>
                  </a:lnTo>
                  <a:lnTo>
                    <a:pt x="685" y="679"/>
                  </a:lnTo>
                  <a:lnTo>
                    <a:pt x="686" y="676"/>
                  </a:lnTo>
                  <a:lnTo>
                    <a:pt x="685" y="676"/>
                  </a:lnTo>
                  <a:lnTo>
                    <a:pt x="682" y="678"/>
                  </a:lnTo>
                  <a:lnTo>
                    <a:pt x="681" y="679"/>
                  </a:lnTo>
                  <a:lnTo>
                    <a:pt x="678" y="680"/>
                  </a:lnTo>
                  <a:lnTo>
                    <a:pt x="673" y="680"/>
                  </a:lnTo>
                  <a:lnTo>
                    <a:pt x="671" y="682"/>
                  </a:lnTo>
                  <a:lnTo>
                    <a:pt x="670" y="683"/>
                  </a:lnTo>
                  <a:lnTo>
                    <a:pt x="669" y="682"/>
                  </a:lnTo>
                  <a:lnTo>
                    <a:pt x="666" y="680"/>
                  </a:lnTo>
                  <a:lnTo>
                    <a:pt x="665" y="680"/>
                  </a:lnTo>
                  <a:lnTo>
                    <a:pt x="665" y="680"/>
                  </a:lnTo>
                  <a:lnTo>
                    <a:pt x="663" y="679"/>
                  </a:lnTo>
                  <a:lnTo>
                    <a:pt x="662" y="678"/>
                  </a:lnTo>
                  <a:lnTo>
                    <a:pt x="662" y="675"/>
                  </a:lnTo>
                  <a:lnTo>
                    <a:pt x="663" y="675"/>
                  </a:lnTo>
                  <a:lnTo>
                    <a:pt x="663" y="674"/>
                  </a:lnTo>
                  <a:lnTo>
                    <a:pt x="661" y="672"/>
                  </a:lnTo>
                  <a:lnTo>
                    <a:pt x="661" y="672"/>
                  </a:lnTo>
                  <a:lnTo>
                    <a:pt x="657" y="671"/>
                  </a:lnTo>
                  <a:lnTo>
                    <a:pt x="656" y="670"/>
                  </a:lnTo>
                  <a:lnTo>
                    <a:pt x="654" y="670"/>
                  </a:lnTo>
                  <a:lnTo>
                    <a:pt x="653" y="667"/>
                  </a:lnTo>
                  <a:lnTo>
                    <a:pt x="650" y="663"/>
                  </a:lnTo>
                  <a:lnTo>
                    <a:pt x="648" y="661"/>
                  </a:lnTo>
                  <a:lnTo>
                    <a:pt x="644" y="661"/>
                  </a:lnTo>
                  <a:lnTo>
                    <a:pt x="640" y="661"/>
                  </a:lnTo>
                  <a:lnTo>
                    <a:pt x="636" y="661"/>
                  </a:lnTo>
                  <a:lnTo>
                    <a:pt x="635" y="662"/>
                  </a:lnTo>
                  <a:lnTo>
                    <a:pt x="636" y="663"/>
                  </a:lnTo>
                  <a:lnTo>
                    <a:pt x="635" y="665"/>
                  </a:lnTo>
                  <a:lnTo>
                    <a:pt x="633" y="665"/>
                  </a:lnTo>
                  <a:lnTo>
                    <a:pt x="631" y="665"/>
                  </a:lnTo>
                  <a:lnTo>
                    <a:pt x="628" y="666"/>
                  </a:lnTo>
                  <a:lnTo>
                    <a:pt x="625" y="665"/>
                  </a:lnTo>
                  <a:lnTo>
                    <a:pt x="624" y="665"/>
                  </a:lnTo>
                  <a:lnTo>
                    <a:pt x="621" y="666"/>
                  </a:lnTo>
                  <a:lnTo>
                    <a:pt x="620" y="666"/>
                  </a:lnTo>
                  <a:lnTo>
                    <a:pt x="617" y="663"/>
                  </a:lnTo>
                  <a:lnTo>
                    <a:pt x="615" y="663"/>
                  </a:lnTo>
                  <a:lnTo>
                    <a:pt x="615" y="662"/>
                  </a:lnTo>
                  <a:lnTo>
                    <a:pt x="615" y="659"/>
                  </a:lnTo>
                  <a:lnTo>
                    <a:pt x="612" y="658"/>
                  </a:lnTo>
                  <a:lnTo>
                    <a:pt x="609" y="659"/>
                  </a:lnTo>
                  <a:lnTo>
                    <a:pt x="611" y="662"/>
                  </a:lnTo>
                  <a:lnTo>
                    <a:pt x="611" y="662"/>
                  </a:lnTo>
                  <a:lnTo>
                    <a:pt x="611" y="663"/>
                  </a:lnTo>
                  <a:lnTo>
                    <a:pt x="608" y="665"/>
                  </a:lnTo>
                  <a:lnTo>
                    <a:pt x="606" y="666"/>
                  </a:lnTo>
                  <a:lnTo>
                    <a:pt x="577" y="629"/>
                  </a:lnTo>
                  <a:lnTo>
                    <a:pt x="556" y="613"/>
                  </a:lnTo>
                  <a:lnTo>
                    <a:pt x="554" y="611"/>
                  </a:lnTo>
                  <a:lnTo>
                    <a:pt x="556" y="611"/>
                  </a:lnTo>
                  <a:lnTo>
                    <a:pt x="558" y="608"/>
                  </a:lnTo>
                  <a:lnTo>
                    <a:pt x="558" y="607"/>
                  </a:lnTo>
                  <a:lnTo>
                    <a:pt x="557" y="605"/>
                  </a:lnTo>
                  <a:lnTo>
                    <a:pt x="554" y="607"/>
                  </a:lnTo>
                  <a:lnTo>
                    <a:pt x="552" y="607"/>
                  </a:lnTo>
                  <a:lnTo>
                    <a:pt x="549" y="609"/>
                  </a:lnTo>
                  <a:lnTo>
                    <a:pt x="548" y="609"/>
                  </a:lnTo>
                  <a:lnTo>
                    <a:pt x="545" y="612"/>
                  </a:lnTo>
                  <a:lnTo>
                    <a:pt x="545" y="615"/>
                  </a:lnTo>
                  <a:lnTo>
                    <a:pt x="542" y="616"/>
                  </a:lnTo>
                  <a:lnTo>
                    <a:pt x="542" y="617"/>
                  </a:lnTo>
                  <a:lnTo>
                    <a:pt x="540" y="620"/>
                  </a:lnTo>
                  <a:lnTo>
                    <a:pt x="536" y="620"/>
                  </a:lnTo>
                  <a:lnTo>
                    <a:pt x="534" y="621"/>
                  </a:lnTo>
                  <a:lnTo>
                    <a:pt x="534" y="624"/>
                  </a:lnTo>
                  <a:lnTo>
                    <a:pt x="533" y="624"/>
                  </a:lnTo>
                  <a:lnTo>
                    <a:pt x="532" y="624"/>
                  </a:lnTo>
                  <a:lnTo>
                    <a:pt x="527" y="622"/>
                  </a:lnTo>
                  <a:lnTo>
                    <a:pt x="524" y="622"/>
                  </a:lnTo>
                  <a:lnTo>
                    <a:pt x="523" y="625"/>
                  </a:lnTo>
                  <a:lnTo>
                    <a:pt x="521" y="625"/>
                  </a:lnTo>
                  <a:lnTo>
                    <a:pt x="520" y="622"/>
                  </a:lnTo>
                  <a:lnTo>
                    <a:pt x="520" y="620"/>
                  </a:lnTo>
                  <a:lnTo>
                    <a:pt x="521" y="618"/>
                  </a:lnTo>
                  <a:lnTo>
                    <a:pt x="523" y="616"/>
                  </a:lnTo>
                  <a:lnTo>
                    <a:pt x="521" y="616"/>
                  </a:lnTo>
                  <a:lnTo>
                    <a:pt x="519" y="617"/>
                  </a:lnTo>
                  <a:lnTo>
                    <a:pt x="517" y="617"/>
                  </a:lnTo>
                  <a:lnTo>
                    <a:pt x="513" y="615"/>
                  </a:lnTo>
                  <a:lnTo>
                    <a:pt x="511" y="615"/>
                  </a:lnTo>
                  <a:lnTo>
                    <a:pt x="511" y="616"/>
                  </a:lnTo>
                  <a:lnTo>
                    <a:pt x="512" y="617"/>
                  </a:lnTo>
                  <a:lnTo>
                    <a:pt x="511" y="618"/>
                  </a:lnTo>
                  <a:lnTo>
                    <a:pt x="509" y="618"/>
                  </a:lnTo>
                  <a:lnTo>
                    <a:pt x="508" y="616"/>
                  </a:lnTo>
                  <a:lnTo>
                    <a:pt x="507" y="612"/>
                  </a:lnTo>
                  <a:lnTo>
                    <a:pt x="503" y="609"/>
                  </a:lnTo>
                  <a:lnTo>
                    <a:pt x="503" y="609"/>
                  </a:lnTo>
                  <a:lnTo>
                    <a:pt x="503" y="612"/>
                  </a:lnTo>
                  <a:lnTo>
                    <a:pt x="503" y="615"/>
                  </a:lnTo>
                  <a:lnTo>
                    <a:pt x="502" y="615"/>
                  </a:lnTo>
                  <a:lnTo>
                    <a:pt x="502" y="612"/>
                  </a:lnTo>
                  <a:lnTo>
                    <a:pt x="499" y="612"/>
                  </a:lnTo>
                  <a:lnTo>
                    <a:pt x="499" y="615"/>
                  </a:lnTo>
                  <a:lnTo>
                    <a:pt x="498" y="615"/>
                  </a:lnTo>
                  <a:lnTo>
                    <a:pt x="496" y="613"/>
                  </a:lnTo>
                  <a:lnTo>
                    <a:pt x="494" y="615"/>
                  </a:lnTo>
                  <a:lnTo>
                    <a:pt x="492" y="615"/>
                  </a:lnTo>
                  <a:lnTo>
                    <a:pt x="491" y="612"/>
                  </a:lnTo>
                  <a:lnTo>
                    <a:pt x="492" y="612"/>
                  </a:lnTo>
                  <a:lnTo>
                    <a:pt x="492" y="611"/>
                  </a:lnTo>
                  <a:lnTo>
                    <a:pt x="492" y="608"/>
                  </a:lnTo>
                  <a:lnTo>
                    <a:pt x="492" y="607"/>
                  </a:lnTo>
                  <a:lnTo>
                    <a:pt x="492" y="605"/>
                  </a:lnTo>
                  <a:lnTo>
                    <a:pt x="491" y="604"/>
                  </a:lnTo>
                  <a:lnTo>
                    <a:pt x="490" y="601"/>
                  </a:lnTo>
                  <a:lnTo>
                    <a:pt x="488" y="600"/>
                  </a:lnTo>
                  <a:lnTo>
                    <a:pt x="487" y="599"/>
                  </a:lnTo>
                  <a:lnTo>
                    <a:pt x="487" y="596"/>
                  </a:lnTo>
                  <a:lnTo>
                    <a:pt x="484" y="596"/>
                  </a:lnTo>
                  <a:lnTo>
                    <a:pt x="482" y="597"/>
                  </a:lnTo>
                  <a:lnTo>
                    <a:pt x="479" y="597"/>
                  </a:lnTo>
                  <a:lnTo>
                    <a:pt x="477" y="595"/>
                  </a:lnTo>
                  <a:lnTo>
                    <a:pt x="473" y="595"/>
                  </a:lnTo>
                  <a:lnTo>
                    <a:pt x="470" y="593"/>
                  </a:lnTo>
                  <a:lnTo>
                    <a:pt x="469" y="595"/>
                  </a:lnTo>
                  <a:lnTo>
                    <a:pt x="466" y="595"/>
                  </a:lnTo>
                  <a:lnTo>
                    <a:pt x="465" y="596"/>
                  </a:lnTo>
                  <a:lnTo>
                    <a:pt x="463" y="597"/>
                  </a:lnTo>
                  <a:lnTo>
                    <a:pt x="461" y="599"/>
                  </a:lnTo>
                  <a:lnTo>
                    <a:pt x="459" y="599"/>
                  </a:lnTo>
                  <a:lnTo>
                    <a:pt x="461" y="600"/>
                  </a:lnTo>
                  <a:lnTo>
                    <a:pt x="461" y="603"/>
                  </a:lnTo>
                  <a:lnTo>
                    <a:pt x="457" y="603"/>
                  </a:lnTo>
                  <a:lnTo>
                    <a:pt x="455" y="603"/>
                  </a:lnTo>
                  <a:lnTo>
                    <a:pt x="454" y="604"/>
                  </a:lnTo>
                  <a:lnTo>
                    <a:pt x="451" y="605"/>
                  </a:lnTo>
                  <a:lnTo>
                    <a:pt x="450" y="605"/>
                  </a:lnTo>
                  <a:lnTo>
                    <a:pt x="449" y="605"/>
                  </a:lnTo>
                  <a:lnTo>
                    <a:pt x="444" y="609"/>
                  </a:lnTo>
                  <a:lnTo>
                    <a:pt x="441" y="611"/>
                  </a:lnTo>
                  <a:lnTo>
                    <a:pt x="440" y="612"/>
                  </a:lnTo>
                  <a:lnTo>
                    <a:pt x="437" y="611"/>
                  </a:lnTo>
                  <a:lnTo>
                    <a:pt x="436" y="611"/>
                  </a:lnTo>
                  <a:lnTo>
                    <a:pt x="434" y="611"/>
                  </a:lnTo>
                  <a:lnTo>
                    <a:pt x="434" y="613"/>
                  </a:lnTo>
                  <a:lnTo>
                    <a:pt x="432" y="613"/>
                  </a:lnTo>
                  <a:lnTo>
                    <a:pt x="430" y="615"/>
                  </a:lnTo>
                  <a:lnTo>
                    <a:pt x="430" y="616"/>
                  </a:lnTo>
                  <a:lnTo>
                    <a:pt x="429" y="617"/>
                  </a:lnTo>
                  <a:lnTo>
                    <a:pt x="428" y="617"/>
                  </a:lnTo>
                  <a:lnTo>
                    <a:pt x="426" y="617"/>
                  </a:lnTo>
                  <a:lnTo>
                    <a:pt x="424" y="618"/>
                  </a:lnTo>
                  <a:lnTo>
                    <a:pt x="421" y="618"/>
                  </a:lnTo>
                  <a:lnTo>
                    <a:pt x="419" y="620"/>
                  </a:lnTo>
                  <a:lnTo>
                    <a:pt x="417" y="621"/>
                  </a:lnTo>
                  <a:lnTo>
                    <a:pt x="415" y="621"/>
                  </a:lnTo>
                  <a:lnTo>
                    <a:pt x="412" y="622"/>
                  </a:lnTo>
                  <a:lnTo>
                    <a:pt x="409" y="622"/>
                  </a:lnTo>
                  <a:lnTo>
                    <a:pt x="405" y="624"/>
                  </a:lnTo>
                  <a:lnTo>
                    <a:pt x="404" y="626"/>
                  </a:lnTo>
                  <a:lnTo>
                    <a:pt x="403" y="628"/>
                  </a:lnTo>
                  <a:lnTo>
                    <a:pt x="401" y="625"/>
                  </a:lnTo>
                  <a:lnTo>
                    <a:pt x="400" y="625"/>
                  </a:lnTo>
                  <a:lnTo>
                    <a:pt x="397" y="626"/>
                  </a:lnTo>
                  <a:lnTo>
                    <a:pt x="397" y="628"/>
                  </a:lnTo>
                  <a:lnTo>
                    <a:pt x="397" y="629"/>
                  </a:lnTo>
                  <a:lnTo>
                    <a:pt x="395" y="628"/>
                  </a:lnTo>
                  <a:lnTo>
                    <a:pt x="392" y="628"/>
                  </a:lnTo>
                  <a:lnTo>
                    <a:pt x="391" y="626"/>
                  </a:lnTo>
                  <a:lnTo>
                    <a:pt x="390" y="626"/>
                  </a:lnTo>
                  <a:lnTo>
                    <a:pt x="388" y="628"/>
                  </a:lnTo>
                  <a:lnTo>
                    <a:pt x="386" y="629"/>
                  </a:lnTo>
                  <a:lnTo>
                    <a:pt x="384" y="629"/>
                  </a:lnTo>
                  <a:lnTo>
                    <a:pt x="386" y="632"/>
                  </a:lnTo>
                  <a:lnTo>
                    <a:pt x="386" y="633"/>
                  </a:lnTo>
                  <a:lnTo>
                    <a:pt x="387" y="634"/>
                  </a:lnTo>
                  <a:lnTo>
                    <a:pt x="390" y="633"/>
                  </a:lnTo>
                  <a:lnTo>
                    <a:pt x="391" y="636"/>
                  </a:lnTo>
                  <a:lnTo>
                    <a:pt x="388" y="636"/>
                  </a:lnTo>
                  <a:lnTo>
                    <a:pt x="387" y="637"/>
                  </a:lnTo>
                  <a:lnTo>
                    <a:pt x="387" y="638"/>
                  </a:lnTo>
                  <a:lnTo>
                    <a:pt x="390" y="638"/>
                  </a:lnTo>
                  <a:lnTo>
                    <a:pt x="392" y="640"/>
                  </a:lnTo>
                  <a:lnTo>
                    <a:pt x="394" y="638"/>
                  </a:lnTo>
                  <a:lnTo>
                    <a:pt x="396" y="638"/>
                  </a:lnTo>
                  <a:lnTo>
                    <a:pt x="397" y="641"/>
                  </a:lnTo>
                  <a:lnTo>
                    <a:pt x="400" y="641"/>
                  </a:lnTo>
                  <a:lnTo>
                    <a:pt x="400" y="643"/>
                  </a:lnTo>
                  <a:lnTo>
                    <a:pt x="399" y="645"/>
                  </a:lnTo>
                  <a:lnTo>
                    <a:pt x="396" y="643"/>
                  </a:lnTo>
                  <a:lnTo>
                    <a:pt x="392" y="643"/>
                  </a:lnTo>
                  <a:lnTo>
                    <a:pt x="390" y="646"/>
                  </a:lnTo>
                  <a:lnTo>
                    <a:pt x="387" y="650"/>
                  </a:lnTo>
                  <a:lnTo>
                    <a:pt x="387" y="653"/>
                  </a:lnTo>
                  <a:lnTo>
                    <a:pt x="388" y="653"/>
                  </a:lnTo>
                  <a:lnTo>
                    <a:pt x="390" y="655"/>
                  </a:lnTo>
                  <a:lnTo>
                    <a:pt x="387" y="658"/>
                  </a:lnTo>
                  <a:lnTo>
                    <a:pt x="387" y="661"/>
                  </a:lnTo>
                  <a:lnTo>
                    <a:pt x="384" y="661"/>
                  </a:lnTo>
                  <a:lnTo>
                    <a:pt x="384" y="662"/>
                  </a:lnTo>
                  <a:lnTo>
                    <a:pt x="386" y="663"/>
                  </a:lnTo>
                  <a:lnTo>
                    <a:pt x="386" y="665"/>
                  </a:lnTo>
                  <a:lnTo>
                    <a:pt x="388" y="665"/>
                  </a:lnTo>
                  <a:lnTo>
                    <a:pt x="390" y="666"/>
                  </a:lnTo>
                  <a:lnTo>
                    <a:pt x="392" y="667"/>
                  </a:lnTo>
                  <a:lnTo>
                    <a:pt x="392" y="668"/>
                  </a:lnTo>
                  <a:lnTo>
                    <a:pt x="395" y="670"/>
                  </a:lnTo>
                  <a:lnTo>
                    <a:pt x="399" y="670"/>
                  </a:lnTo>
                  <a:lnTo>
                    <a:pt x="400" y="671"/>
                  </a:lnTo>
                  <a:lnTo>
                    <a:pt x="400" y="680"/>
                  </a:lnTo>
                  <a:lnTo>
                    <a:pt x="399" y="683"/>
                  </a:lnTo>
                  <a:lnTo>
                    <a:pt x="395" y="684"/>
                  </a:lnTo>
                  <a:lnTo>
                    <a:pt x="392" y="683"/>
                  </a:lnTo>
                  <a:lnTo>
                    <a:pt x="388" y="682"/>
                  </a:lnTo>
                  <a:lnTo>
                    <a:pt x="387" y="682"/>
                  </a:lnTo>
                  <a:lnTo>
                    <a:pt x="387" y="684"/>
                  </a:lnTo>
                  <a:lnTo>
                    <a:pt x="386" y="687"/>
                  </a:lnTo>
                  <a:lnTo>
                    <a:pt x="383" y="687"/>
                  </a:lnTo>
                  <a:lnTo>
                    <a:pt x="379" y="686"/>
                  </a:lnTo>
                  <a:lnTo>
                    <a:pt x="375" y="686"/>
                  </a:lnTo>
                  <a:lnTo>
                    <a:pt x="374" y="684"/>
                  </a:lnTo>
                  <a:lnTo>
                    <a:pt x="372" y="686"/>
                  </a:lnTo>
                  <a:lnTo>
                    <a:pt x="370" y="684"/>
                  </a:lnTo>
                  <a:lnTo>
                    <a:pt x="369" y="682"/>
                  </a:lnTo>
                  <a:lnTo>
                    <a:pt x="370" y="680"/>
                  </a:lnTo>
                  <a:lnTo>
                    <a:pt x="371" y="679"/>
                  </a:lnTo>
                  <a:lnTo>
                    <a:pt x="369" y="678"/>
                  </a:lnTo>
                  <a:lnTo>
                    <a:pt x="366" y="676"/>
                  </a:lnTo>
                  <a:lnTo>
                    <a:pt x="365" y="679"/>
                  </a:lnTo>
                  <a:lnTo>
                    <a:pt x="362" y="678"/>
                  </a:lnTo>
                  <a:lnTo>
                    <a:pt x="361" y="679"/>
                  </a:lnTo>
                  <a:lnTo>
                    <a:pt x="361" y="682"/>
                  </a:lnTo>
                  <a:lnTo>
                    <a:pt x="357" y="682"/>
                  </a:lnTo>
                  <a:lnTo>
                    <a:pt x="357" y="680"/>
                  </a:lnTo>
                  <a:lnTo>
                    <a:pt x="353" y="678"/>
                  </a:lnTo>
                  <a:lnTo>
                    <a:pt x="350" y="678"/>
                  </a:lnTo>
                  <a:lnTo>
                    <a:pt x="350" y="680"/>
                  </a:lnTo>
                  <a:lnTo>
                    <a:pt x="347" y="678"/>
                  </a:lnTo>
                  <a:lnTo>
                    <a:pt x="346" y="679"/>
                  </a:lnTo>
                  <a:lnTo>
                    <a:pt x="346" y="680"/>
                  </a:lnTo>
                  <a:lnTo>
                    <a:pt x="344" y="682"/>
                  </a:lnTo>
                  <a:lnTo>
                    <a:pt x="344" y="686"/>
                  </a:lnTo>
                  <a:lnTo>
                    <a:pt x="341" y="688"/>
                  </a:lnTo>
                  <a:lnTo>
                    <a:pt x="338" y="687"/>
                  </a:lnTo>
                  <a:lnTo>
                    <a:pt x="337" y="684"/>
                  </a:lnTo>
                  <a:lnTo>
                    <a:pt x="333" y="684"/>
                  </a:lnTo>
                  <a:lnTo>
                    <a:pt x="332" y="682"/>
                  </a:lnTo>
                  <a:lnTo>
                    <a:pt x="329" y="683"/>
                  </a:lnTo>
                  <a:lnTo>
                    <a:pt x="329" y="687"/>
                  </a:lnTo>
                  <a:lnTo>
                    <a:pt x="328" y="688"/>
                  </a:lnTo>
                  <a:lnTo>
                    <a:pt x="326" y="688"/>
                  </a:lnTo>
                  <a:lnTo>
                    <a:pt x="326" y="686"/>
                  </a:lnTo>
                  <a:lnTo>
                    <a:pt x="325" y="684"/>
                  </a:lnTo>
                  <a:lnTo>
                    <a:pt x="322" y="684"/>
                  </a:lnTo>
                  <a:lnTo>
                    <a:pt x="320" y="682"/>
                  </a:lnTo>
                  <a:lnTo>
                    <a:pt x="318" y="679"/>
                  </a:lnTo>
                  <a:lnTo>
                    <a:pt x="316" y="679"/>
                  </a:lnTo>
                  <a:lnTo>
                    <a:pt x="313" y="675"/>
                  </a:lnTo>
                  <a:lnTo>
                    <a:pt x="312" y="675"/>
                  </a:lnTo>
                  <a:lnTo>
                    <a:pt x="311" y="674"/>
                  </a:lnTo>
                  <a:lnTo>
                    <a:pt x="308" y="674"/>
                  </a:lnTo>
                  <a:lnTo>
                    <a:pt x="304" y="675"/>
                  </a:lnTo>
                  <a:lnTo>
                    <a:pt x="301" y="674"/>
                  </a:lnTo>
                  <a:lnTo>
                    <a:pt x="300" y="670"/>
                  </a:lnTo>
                  <a:lnTo>
                    <a:pt x="297" y="670"/>
                  </a:lnTo>
                  <a:lnTo>
                    <a:pt x="296" y="672"/>
                  </a:lnTo>
                  <a:lnTo>
                    <a:pt x="293" y="672"/>
                  </a:lnTo>
                  <a:lnTo>
                    <a:pt x="293" y="674"/>
                  </a:lnTo>
                  <a:lnTo>
                    <a:pt x="291" y="675"/>
                  </a:lnTo>
                  <a:lnTo>
                    <a:pt x="291" y="674"/>
                  </a:lnTo>
                  <a:lnTo>
                    <a:pt x="290" y="674"/>
                  </a:lnTo>
                  <a:lnTo>
                    <a:pt x="290" y="676"/>
                  </a:lnTo>
                  <a:lnTo>
                    <a:pt x="287" y="678"/>
                  </a:lnTo>
                  <a:lnTo>
                    <a:pt x="286" y="676"/>
                  </a:lnTo>
                  <a:lnTo>
                    <a:pt x="287" y="674"/>
                  </a:lnTo>
                  <a:lnTo>
                    <a:pt x="288" y="672"/>
                  </a:lnTo>
                  <a:lnTo>
                    <a:pt x="284" y="671"/>
                  </a:lnTo>
                  <a:lnTo>
                    <a:pt x="282" y="670"/>
                  </a:lnTo>
                  <a:lnTo>
                    <a:pt x="280" y="671"/>
                  </a:lnTo>
                  <a:lnTo>
                    <a:pt x="282" y="672"/>
                  </a:lnTo>
                  <a:lnTo>
                    <a:pt x="282" y="675"/>
                  </a:lnTo>
                  <a:lnTo>
                    <a:pt x="279" y="675"/>
                  </a:lnTo>
                  <a:lnTo>
                    <a:pt x="276" y="676"/>
                  </a:lnTo>
                  <a:lnTo>
                    <a:pt x="275" y="679"/>
                  </a:lnTo>
                  <a:lnTo>
                    <a:pt x="274" y="679"/>
                  </a:lnTo>
                  <a:lnTo>
                    <a:pt x="271" y="682"/>
                  </a:lnTo>
                  <a:lnTo>
                    <a:pt x="270" y="684"/>
                  </a:lnTo>
                  <a:lnTo>
                    <a:pt x="271" y="686"/>
                  </a:lnTo>
                  <a:lnTo>
                    <a:pt x="271" y="690"/>
                  </a:lnTo>
                  <a:lnTo>
                    <a:pt x="267" y="690"/>
                  </a:lnTo>
                  <a:lnTo>
                    <a:pt x="265" y="690"/>
                  </a:lnTo>
                  <a:lnTo>
                    <a:pt x="267" y="699"/>
                  </a:lnTo>
                  <a:lnTo>
                    <a:pt x="266" y="700"/>
                  </a:lnTo>
                  <a:lnTo>
                    <a:pt x="266" y="704"/>
                  </a:lnTo>
                  <a:lnTo>
                    <a:pt x="262" y="704"/>
                  </a:lnTo>
                  <a:lnTo>
                    <a:pt x="258" y="701"/>
                  </a:lnTo>
                  <a:lnTo>
                    <a:pt x="258" y="700"/>
                  </a:lnTo>
                  <a:lnTo>
                    <a:pt x="251" y="693"/>
                  </a:lnTo>
                  <a:lnTo>
                    <a:pt x="250" y="696"/>
                  </a:lnTo>
                  <a:lnTo>
                    <a:pt x="250" y="699"/>
                  </a:lnTo>
                  <a:lnTo>
                    <a:pt x="246" y="703"/>
                  </a:lnTo>
                  <a:lnTo>
                    <a:pt x="245" y="704"/>
                  </a:lnTo>
                  <a:lnTo>
                    <a:pt x="245" y="709"/>
                  </a:lnTo>
                  <a:lnTo>
                    <a:pt x="246" y="712"/>
                  </a:lnTo>
                  <a:lnTo>
                    <a:pt x="246" y="718"/>
                  </a:lnTo>
                  <a:lnTo>
                    <a:pt x="243" y="724"/>
                  </a:lnTo>
                  <a:lnTo>
                    <a:pt x="249" y="725"/>
                  </a:lnTo>
                  <a:lnTo>
                    <a:pt x="250" y="728"/>
                  </a:lnTo>
                  <a:lnTo>
                    <a:pt x="250" y="730"/>
                  </a:lnTo>
                  <a:lnTo>
                    <a:pt x="254" y="733"/>
                  </a:lnTo>
                  <a:lnTo>
                    <a:pt x="255" y="732"/>
                  </a:lnTo>
                  <a:lnTo>
                    <a:pt x="262" y="734"/>
                  </a:lnTo>
                  <a:lnTo>
                    <a:pt x="267" y="738"/>
                  </a:lnTo>
                  <a:lnTo>
                    <a:pt x="272" y="747"/>
                  </a:lnTo>
                  <a:lnTo>
                    <a:pt x="268" y="747"/>
                  </a:lnTo>
                  <a:lnTo>
                    <a:pt x="267" y="749"/>
                  </a:lnTo>
                  <a:lnTo>
                    <a:pt x="272" y="751"/>
                  </a:lnTo>
                  <a:lnTo>
                    <a:pt x="275" y="750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4"/>
                  </a:lnTo>
                  <a:lnTo>
                    <a:pt x="278" y="755"/>
                  </a:lnTo>
                  <a:lnTo>
                    <a:pt x="276" y="755"/>
                  </a:lnTo>
                  <a:lnTo>
                    <a:pt x="276" y="755"/>
                  </a:lnTo>
                  <a:lnTo>
                    <a:pt x="278" y="757"/>
                  </a:lnTo>
                  <a:lnTo>
                    <a:pt x="276" y="758"/>
                  </a:lnTo>
                  <a:lnTo>
                    <a:pt x="276" y="758"/>
                  </a:lnTo>
                  <a:lnTo>
                    <a:pt x="276" y="759"/>
                  </a:lnTo>
                  <a:lnTo>
                    <a:pt x="275" y="759"/>
                  </a:lnTo>
                  <a:lnTo>
                    <a:pt x="274" y="759"/>
                  </a:lnTo>
                  <a:lnTo>
                    <a:pt x="272" y="759"/>
                  </a:lnTo>
                  <a:lnTo>
                    <a:pt x="270" y="759"/>
                  </a:lnTo>
                  <a:lnTo>
                    <a:pt x="274" y="761"/>
                  </a:lnTo>
                  <a:lnTo>
                    <a:pt x="274" y="762"/>
                  </a:lnTo>
                  <a:lnTo>
                    <a:pt x="274" y="763"/>
                  </a:lnTo>
                  <a:lnTo>
                    <a:pt x="272" y="762"/>
                  </a:lnTo>
                  <a:lnTo>
                    <a:pt x="271" y="762"/>
                  </a:lnTo>
                  <a:lnTo>
                    <a:pt x="270" y="762"/>
                  </a:lnTo>
                  <a:lnTo>
                    <a:pt x="268" y="762"/>
                  </a:lnTo>
                  <a:lnTo>
                    <a:pt x="270" y="763"/>
                  </a:lnTo>
                  <a:lnTo>
                    <a:pt x="270" y="763"/>
                  </a:lnTo>
                  <a:lnTo>
                    <a:pt x="268" y="765"/>
                  </a:lnTo>
                  <a:lnTo>
                    <a:pt x="267" y="765"/>
                  </a:lnTo>
                  <a:lnTo>
                    <a:pt x="266" y="766"/>
                  </a:lnTo>
                  <a:lnTo>
                    <a:pt x="265" y="765"/>
                  </a:lnTo>
                  <a:lnTo>
                    <a:pt x="265" y="766"/>
                  </a:lnTo>
                  <a:lnTo>
                    <a:pt x="263" y="767"/>
                  </a:lnTo>
                  <a:lnTo>
                    <a:pt x="262" y="766"/>
                  </a:lnTo>
                  <a:lnTo>
                    <a:pt x="262" y="766"/>
                  </a:lnTo>
                  <a:lnTo>
                    <a:pt x="261" y="767"/>
                  </a:lnTo>
                  <a:lnTo>
                    <a:pt x="261" y="768"/>
                  </a:lnTo>
                  <a:lnTo>
                    <a:pt x="259" y="771"/>
                  </a:lnTo>
                  <a:lnTo>
                    <a:pt x="258" y="772"/>
                  </a:lnTo>
                  <a:lnTo>
                    <a:pt x="258" y="775"/>
                  </a:lnTo>
                  <a:lnTo>
                    <a:pt x="257" y="776"/>
                  </a:lnTo>
                  <a:lnTo>
                    <a:pt x="257" y="780"/>
                  </a:lnTo>
                  <a:lnTo>
                    <a:pt x="255" y="782"/>
                  </a:lnTo>
                  <a:lnTo>
                    <a:pt x="254" y="784"/>
                  </a:lnTo>
                  <a:lnTo>
                    <a:pt x="255" y="788"/>
                  </a:lnTo>
                  <a:lnTo>
                    <a:pt x="258" y="788"/>
                  </a:lnTo>
                  <a:lnTo>
                    <a:pt x="259" y="788"/>
                  </a:lnTo>
                  <a:lnTo>
                    <a:pt x="261" y="790"/>
                  </a:lnTo>
                  <a:lnTo>
                    <a:pt x="263" y="791"/>
                  </a:lnTo>
                  <a:lnTo>
                    <a:pt x="263" y="795"/>
                  </a:lnTo>
                  <a:lnTo>
                    <a:pt x="266" y="796"/>
                  </a:lnTo>
                  <a:lnTo>
                    <a:pt x="267" y="795"/>
                  </a:lnTo>
                  <a:lnTo>
                    <a:pt x="268" y="795"/>
                  </a:lnTo>
                  <a:lnTo>
                    <a:pt x="267" y="797"/>
                  </a:lnTo>
                  <a:lnTo>
                    <a:pt x="267" y="799"/>
                  </a:lnTo>
                  <a:lnTo>
                    <a:pt x="266" y="799"/>
                  </a:lnTo>
                  <a:lnTo>
                    <a:pt x="265" y="800"/>
                  </a:lnTo>
                  <a:lnTo>
                    <a:pt x="267" y="800"/>
                  </a:lnTo>
                  <a:lnTo>
                    <a:pt x="267" y="801"/>
                  </a:lnTo>
                  <a:lnTo>
                    <a:pt x="267" y="804"/>
                  </a:lnTo>
                  <a:lnTo>
                    <a:pt x="268" y="807"/>
                  </a:lnTo>
                  <a:lnTo>
                    <a:pt x="270" y="809"/>
                  </a:lnTo>
                  <a:lnTo>
                    <a:pt x="271" y="812"/>
                  </a:lnTo>
                  <a:lnTo>
                    <a:pt x="275" y="818"/>
                  </a:lnTo>
                  <a:lnTo>
                    <a:pt x="282" y="822"/>
                  </a:lnTo>
                  <a:lnTo>
                    <a:pt x="283" y="824"/>
                  </a:lnTo>
                  <a:lnTo>
                    <a:pt x="283" y="824"/>
                  </a:lnTo>
                  <a:lnTo>
                    <a:pt x="278" y="829"/>
                  </a:lnTo>
                  <a:lnTo>
                    <a:pt x="275" y="830"/>
                  </a:lnTo>
                  <a:lnTo>
                    <a:pt x="274" y="833"/>
                  </a:lnTo>
                  <a:lnTo>
                    <a:pt x="268" y="832"/>
                  </a:lnTo>
                  <a:lnTo>
                    <a:pt x="267" y="829"/>
                  </a:lnTo>
                  <a:lnTo>
                    <a:pt x="262" y="825"/>
                  </a:lnTo>
                  <a:lnTo>
                    <a:pt x="258" y="825"/>
                  </a:lnTo>
                  <a:lnTo>
                    <a:pt x="257" y="829"/>
                  </a:lnTo>
                  <a:lnTo>
                    <a:pt x="259" y="830"/>
                  </a:lnTo>
                  <a:lnTo>
                    <a:pt x="262" y="833"/>
                  </a:lnTo>
                  <a:lnTo>
                    <a:pt x="261" y="837"/>
                  </a:lnTo>
                  <a:lnTo>
                    <a:pt x="257" y="836"/>
                  </a:lnTo>
                  <a:lnTo>
                    <a:pt x="253" y="836"/>
                  </a:lnTo>
                  <a:lnTo>
                    <a:pt x="246" y="832"/>
                  </a:lnTo>
                  <a:lnTo>
                    <a:pt x="241" y="833"/>
                  </a:lnTo>
                  <a:lnTo>
                    <a:pt x="241" y="834"/>
                  </a:lnTo>
                  <a:lnTo>
                    <a:pt x="241" y="834"/>
                  </a:lnTo>
                  <a:lnTo>
                    <a:pt x="233" y="834"/>
                  </a:lnTo>
                  <a:lnTo>
                    <a:pt x="232" y="834"/>
                  </a:lnTo>
                  <a:lnTo>
                    <a:pt x="226" y="836"/>
                  </a:lnTo>
                  <a:lnTo>
                    <a:pt x="222" y="837"/>
                  </a:lnTo>
                  <a:lnTo>
                    <a:pt x="222" y="837"/>
                  </a:lnTo>
                  <a:lnTo>
                    <a:pt x="221" y="836"/>
                  </a:lnTo>
                  <a:lnTo>
                    <a:pt x="216" y="832"/>
                  </a:lnTo>
                  <a:lnTo>
                    <a:pt x="213" y="832"/>
                  </a:lnTo>
                  <a:lnTo>
                    <a:pt x="212" y="833"/>
                  </a:lnTo>
                  <a:lnTo>
                    <a:pt x="211" y="833"/>
                  </a:lnTo>
                  <a:lnTo>
                    <a:pt x="208" y="832"/>
                  </a:lnTo>
                  <a:lnTo>
                    <a:pt x="207" y="833"/>
                  </a:lnTo>
                  <a:lnTo>
                    <a:pt x="205" y="833"/>
                  </a:lnTo>
                  <a:lnTo>
                    <a:pt x="204" y="830"/>
                  </a:lnTo>
                  <a:lnTo>
                    <a:pt x="203" y="830"/>
                  </a:lnTo>
                  <a:lnTo>
                    <a:pt x="203" y="830"/>
                  </a:lnTo>
                  <a:lnTo>
                    <a:pt x="204" y="830"/>
                  </a:lnTo>
                  <a:lnTo>
                    <a:pt x="203" y="828"/>
                  </a:lnTo>
                  <a:lnTo>
                    <a:pt x="204" y="826"/>
                  </a:lnTo>
                  <a:lnTo>
                    <a:pt x="201" y="822"/>
                  </a:lnTo>
                  <a:lnTo>
                    <a:pt x="201" y="817"/>
                  </a:lnTo>
                  <a:lnTo>
                    <a:pt x="200" y="816"/>
                  </a:lnTo>
                  <a:lnTo>
                    <a:pt x="197" y="812"/>
                  </a:lnTo>
                  <a:lnTo>
                    <a:pt x="195" y="812"/>
                  </a:lnTo>
                  <a:lnTo>
                    <a:pt x="193" y="811"/>
                  </a:lnTo>
                  <a:lnTo>
                    <a:pt x="191" y="808"/>
                  </a:lnTo>
                  <a:lnTo>
                    <a:pt x="189" y="808"/>
                  </a:lnTo>
                  <a:lnTo>
                    <a:pt x="188" y="808"/>
                  </a:lnTo>
                  <a:lnTo>
                    <a:pt x="187" y="808"/>
                  </a:lnTo>
                  <a:lnTo>
                    <a:pt x="184" y="804"/>
                  </a:lnTo>
                  <a:lnTo>
                    <a:pt x="183" y="804"/>
                  </a:lnTo>
                  <a:lnTo>
                    <a:pt x="180" y="804"/>
                  </a:lnTo>
                  <a:lnTo>
                    <a:pt x="180" y="803"/>
                  </a:lnTo>
                  <a:lnTo>
                    <a:pt x="178" y="801"/>
                  </a:lnTo>
                  <a:lnTo>
                    <a:pt x="176" y="800"/>
                  </a:lnTo>
                  <a:lnTo>
                    <a:pt x="176" y="799"/>
                  </a:lnTo>
                  <a:lnTo>
                    <a:pt x="174" y="799"/>
                  </a:lnTo>
                  <a:lnTo>
                    <a:pt x="172" y="795"/>
                  </a:lnTo>
                  <a:lnTo>
                    <a:pt x="164" y="790"/>
                  </a:lnTo>
                  <a:lnTo>
                    <a:pt x="162" y="790"/>
                  </a:lnTo>
                  <a:lnTo>
                    <a:pt x="157" y="786"/>
                  </a:lnTo>
                  <a:lnTo>
                    <a:pt x="153" y="787"/>
                  </a:lnTo>
                  <a:lnTo>
                    <a:pt x="150" y="784"/>
                  </a:lnTo>
                  <a:lnTo>
                    <a:pt x="150" y="782"/>
                  </a:lnTo>
                  <a:lnTo>
                    <a:pt x="146" y="779"/>
                  </a:lnTo>
                  <a:lnTo>
                    <a:pt x="145" y="779"/>
                  </a:lnTo>
                  <a:lnTo>
                    <a:pt x="142" y="779"/>
                  </a:lnTo>
                  <a:lnTo>
                    <a:pt x="143" y="778"/>
                  </a:lnTo>
                  <a:lnTo>
                    <a:pt x="146" y="776"/>
                  </a:lnTo>
                  <a:lnTo>
                    <a:pt x="145" y="775"/>
                  </a:lnTo>
                  <a:lnTo>
                    <a:pt x="145" y="774"/>
                  </a:lnTo>
                  <a:lnTo>
                    <a:pt x="147" y="775"/>
                  </a:lnTo>
                  <a:lnTo>
                    <a:pt x="149" y="776"/>
                  </a:lnTo>
                  <a:lnTo>
                    <a:pt x="150" y="776"/>
                  </a:lnTo>
                  <a:lnTo>
                    <a:pt x="153" y="776"/>
                  </a:lnTo>
                  <a:lnTo>
                    <a:pt x="153" y="772"/>
                  </a:lnTo>
                  <a:lnTo>
                    <a:pt x="151" y="772"/>
                  </a:lnTo>
                  <a:lnTo>
                    <a:pt x="151" y="770"/>
                  </a:lnTo>
                  <a:lnTo>
                    <a:pt x="154" y="767"/>
                  </a:lnTo>
                  <a:lnTo>
                    <a:pt x="154" y="766"/>
                  </a:lnTo>
                  <a:lnTo>
                    <a:pt x="155" y="766"/>
                  </a:lnTo>
                  <a:lnTo>
                    <a:pt x="157" y="766"/>
                  </a:lnTo>
                  <a:lnTo>
                    <a:pt x="158" y="765"/>
                  </a:lnTo>
                  <a:lnTo>
                    <a:pt x="159" y="763"/>
                  </a:lnTo>
                  <a:lnTo>
                    <a:pt x="159" y="763"/>
                  </a:lnTo>
                  <a:lnTo>
                    <a:pt x="157" y="762"/>
                  </a:lnTo>
                  <a:lnTo>
                    <a:pt x="157" y="761"/>
                  </a:lnTo>
                  <a:lnTo>
                    <a:pt x="155" y="762"/>
                  </a:lnTo>
                  <a:lnTo>
                    <a:pt x="153" y="761"/>
                  </a:lnTo>
                  <a:lnTo>
                    <a:pt x="151" y="757"/>
                  </a:lnTo>
                  <a:lnTo>
                    <a:pt x="155" y="757"/>
                  </a:lnTo>
                  <a:lnTo>
                    <a:pt x="158" y="757"/>
                  </a:lnTo>
                  <a:lnTo>
                    <a:pt x="160" y="755"/>
                  </a:lnTo>
                  <a:lnTo>
                    <a:pt x="158" y="755"/>
                  </a:lnTo>
                  <a:lnTo>
                    <a:pt x="158" y="754"/>
                  </a:lnTo>
                  <a:lnTo>
                    <a:pt x="159" y="753"/>
                  </a:lnTo>
                  <a:lnTo>
                    <a:pt x="166" y="749"/>
                  </a:lnTo>
                  <a:lnTo>
                    <a:pt x="167" y="747"/>
                  </a:lnTo>
                  <a:lnTo>
                    <a:pt x="166" y="746"/>
                  </a:lnTo>
                  <a:lnTo>
                    <a:pt x="163" y="746"/>
                  </a:lnTo>
                  <a:lnTo>
                    <a:pt x="160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2"/>
                  </a:lnTo>
                  <a:lnTo>
                    <a:pt x="159" y="742"/>
                  </a:lnTo>
                  <a:lnTo>
                    <a:pt x="162" y="737"/>
                  </a:lnTo>
                  <a:lnTo>
                    <a:pt x="167" y="737"/>
                  </a:lnTo>
                  <a:lnTo>
                    <a:pt x="170" y="736"/>
                  </a:lnTo>
                  <a:lnTo>
                    <a:pt x="170" y="733"/>
                  </a:lnTo>
                  <a:lnTo>
                    <a:pt x="171" y="728"/>
                  </a:lnTo>
                  <a:lnTo>
                    <a:pt x="170" y="725"/>
                  </a:lnTo>
                  <a:lnTo>
                    <a:pt x="167" y="722"/>
                  </a:lnTo>
                  <a:lnTo>
                    <a:pt x="167" y="717"/>
                  </a:lnTo>
                  <a:lnTo>
                    <a:pt x="170" y="717"/>
                  </a:lnTo>
                  <a:lnTo>
                    <a:pt x="172" y="715"/>
                  </a:lnTo>
                  <a:lnTo>
                    <a:pt x="172" y="711"/>
                  </a:lnTo>
                  <a:lnTo>
                    <a:pt x="171" y="711"/>
                  </a:lnTo>
                  <a:lnTo>
                    <a:pt x="170" y="708"/>
                  </a:lnTo>
                  <a:lnTo>
                    <a:pt x="167" y="709"/>
                  </a:lnTo>
                  <a:lnTo>
                    <a:pt x="164" y="708"/>
                  </a:lnTo>
                  <a:lnTo>
                    <a:pt x="160" y="707"/>
                  </a:lnTo>
                  <a:lnTo>
                    <a:pt x="158" y="707"/>
                  </a:lnTo>
                  <a:lnTo>
                    <a:pt x="157" y="705"/>
                  </a:lnTo>
                  <a:lnTo>
                    <a:pt x="153" y="705"/>
                  </a:lnTo>
                  <a:lnTo>
                    <a:pt x="149" y="704"/>
                  </a:lnTo>
                  <a:lnTo>
                    <a:pt x="147" y="707"/>
                  </a:lnTo>
                  <a:lnTo>
                    <a:pt x="146" y="704"/>
                  </a:lnTo>
                  <a:lnTo>
                    <a:pt x="142" y="701"/>
                  </a:lnTo>
                  <a:lnTo>
                    <a:pt x="139" y="696"/>
                  </a:lnTo>
                  <a:lnTo>
                    <a:pt x="138" y="696"/>
                  </a:lnTo>
                  <a:lnTo>
                    <a:pt x="134" y="699"/>
                  </a:lnTo>
                  <a:lnTo>
                    <a:pt x="132" y="699"/>
                  </a:lnTo>
                  <a:lnTo>
                    <a:pt x="129" y="699"/>
                  </a:lnTo>
                  <a:lnTo>
                    <a:pt x="125" y="697"/>
                  </a:lnTo>
                  <a:lnTo>
                    <a:pt x="124" y="700"/>
                  </a:lnTo>
                  <a:lnTo>
                    <a:pt x="118" y="695"/>
                  </a:lnTo>
                  <a:lnTo>
                    <a:pt x="117" y="691"/>
                  </a:lnTo>
                  <a:lnTo>
                    <a:pt x="117" y="688"/>
                  </a:lnTo>
                  <a:lnTo>
                    <a:pt x="114" y="687"/>
                  </a:lnTo>
                  <a:lnTo>
                    <a:pt x="114" y="684"/>
                  </a:lnTo>
                  <a:lnTo>
                    <a:pt x="112" y="683"/>
                  </a:lnTo>
                  <a:lnTo>
                    <a:pt x="105" y="684"/>
                  </a:lnTo>
                  <a:lnTo>
                    <a:pt x="101" y="679"/>
                  </a:lnTo>
                  <a:lnTo>
                    <a:pt x="103" y="676"/>
                  </a:lnTo>
                  <a:lnTo>
                    <a:pt x="100" y="675"/>
                  </a:lnTo>
                  <a:lnTo>
                    <a:pt x="99" y="670"/>
                  </a:lnTo>
                  <a:lnTo>
                    <a:pt x="96" y="670"/>
                  </a:lnTo>
                  <a:lnTo>
                    <a:pt x="93" y="671"/>
                  </a:lnTo>
                  <a:lnTo>
                    <a:pt x="87" y="671"/>
                  </a:lnTo>
                  <a:lnTo>
                    <a:pt x="81" y="668"/>
                  </a:lnTo>
                  <a:lnTo>
                    <a:pt x="79" y="671"/>
                  </a:lnTo>
                  <a:lnTo>
                    <a:pt x="80" y="672"/>
                  </a:lnTo>
                  <a:lnTo>
                    <a:pt x="76" y="674"/>
                  </a:lnTo>
                  <a:lnTo>
                    <a:pt x="75" y="674"/>
                  </a:lnTo>
                  <a:lnTo>
                    <a:pt x="75" y="670"/>
                  </a:lnTo>
                  <a:lnTo>
                    <a:pt x="72" y="667"/>
                  </a:lnTo>
                  <a:lnTo>
                    <a:pt x="72" y="663"/>
                  </a:lnTo>
                  <a:lnTo>
                    <a:pt x="70" y="661"/>
                  </a:lnTo>
                  <a:lnTo>
                    <a:pt x="70" y="657"/>
                  </a:lnTo>
                  <a:lnTo>
                    <a:pt x="71" y="655"/>
                  </a:lnTo>
                  <a:lnTo>
                    <a:pt x="74" y="658"/>
                  </a:lnTo>
                  <a:lnTo>
                    <a:pt x="80" y="657"/>
                  </a:lnTo>
                  <a:lnTo>
                    <a:pt x="81" y="653"/>
                  </a:lnTo>
                  <a:lnTo>
                    <a:pt x="83" y="651"/>
                  </a:lnTo>
                  <a:lnTo>
                    <a:pt x="80" y="650"/>
                  </a:lnTo>
                  <a:lnTo>
                    <a:pt x="80" y="647"/>
                  </a:lnTo>
                  <a:lnTo>
                    <a:pt x="76" y="643"/>
                  </a:lnTo>
                  <a:lnTo>
                    <a:pt x="72" y="642"/>
                  </a:lnTo>
                  <a:lnTo>
                    <a:pt x="71" y="638"/>
                  </a:lnTo>
                  <a:lnTo>
                    <a:pt x="68" y="637"/>
                  </a:lnTo>
                  <a:lnTo>
                    <a:pt x="66" y="633"/>
                  </a:lnTo>
                  <a:lnTo>
                    <a:pt x="64" y="629"/>
                  </a:lnTo>
                  <a:lnTo>
                    <a:pt x="62" y="626"/>
                  </a:lnTo>
                  <a:lnTo>
                    <a:pt x="62" y="622"/>
                  </a:lnTo>
                  <a:lnTo>
                    <a:pt x="59" y="620"/>
                  </a:lnTo>
                  <a:lnTo>
                    <a:pt x="60" y="617"/>
                  </a:lnTo>
                  <a:lnTo>
                    <a:pt x="59" y="615"/>
                  </a:lnTo>
                  <a:lnTo>
                    <a:pt x="54" y="613"/>
                  </a:lnTo>
                  <a:lnTo>
                    <a:pt x="53" y="613"/>
                  </a:lnTo>
                  <a:lnTo>
                    <a:pt x="51" y="611"/>
                  </a:lnTo>
                  <a:lnTo>
                    <a:pt x="47" y="612"/>
                  </a:lnTo>
                  <a:lnTo>
                    <a:pt x="45" y="615"/>
                  </a:lnTo>
                  <a:lnTo>
                    <a:pt x="42" y="611"/>
                  </a:lnTo>
                  <a:lnTo>
                    <a:pt x="39" y="611"/>
                  </a:lnTo>
                  <a:lnTo>
                    <a:pt x="37" y="612"/>
                  </a:lnTo>
                  <a:lnTo>
                    <a:pt x="34" y="608"/>
                  </a:lnTo>
                  <a:lnTo>
                    <a:pt x="31" y="609"/>
                  </a:lnTo>
                  <a:lnTo>
                    <a:pt x="30" y="608"/>
                  </a:lnTo>
                  <a:lnTo>
                    <a:pt x="29" y="608"/>
                  </a:lnTo>
                  <a:lnTo>
                    <a:pt x="29" y="605"/>
                  </a:lnTo>
                  <a:lnTo>
                    <a:pt x="26" y="603"/>
                  </a:lnTo>
                  <a:lnTo>
                    <a:pt x="26" y="599"/>
                  </a:lnTo>
                  <a:lnTo>
                    <a:pt x="25" y="599"/>
                  </a:lnTo>
                  <a:lnTo>
                    <a:pt x="24" y="595"/>
                  </a:lnTo>
                  <a:lnTo>
                    <a:pt x="24" y="593"/>
                  </a:lnTo>
                  <a:lnTo>
                    <a:pt x="24" y="592"/>
                  </a:lnTo>
                  <a:lnTo>
                    <a:pt x="22" y="591"/>
                  </a:lnTo>
                  <a:lnTo>
                    <a:pt x="22" y="590"/>
                  </a:lnTo>
                  <a:lnTo>
                    <a:pt x="22" y="588"/>
                  </a:lnTo>
                  <a:lnTo>
                    <a:pt x="20" y="587"/>
                  </a:lnTo>
                  <a:lnTo>
                    <a:pt x="21" y="584"/>
                  </a:lnTo>
                  <a:lnTo>
                    <a:pt x="21" y="583"/>
                  </a:lnTo>
                  <a:lnTo>
                    <a:pt x="24" y="580"/>
                  </a:lnTo>
                  <a:lnTo>
                    <a:pt x="24" y="579"/>
                  </a:lnTo>
                  <a:lnTo>
                    <a:pt x="17" y="568"/>
                  </a:lnTo>
                  <a:lnTo>
                    <a:pt x="18" y="559"/>
                  </a:lnTo>
                  <a:lnTo>
                    <a:pt x="20" y="559"/>
                  </a:lnTo>
                  <a:lnTo>
                    <a:pt x="21" y="555"/>
                  </a:lnTo>
                  <a:lnTo>
                    <a:pt x="22" y="553"/>
                  </a:lnTo>
                  <a:lnTo>
                    <a:pt x="22" y="553"/>
                  </a:lnTo>
                  <a:lnTo>
                    <a:pt x="22" y="551"/>
                  </a:lnTo>
                  <a:lnTo>
                    <a:pt x="21" y="550"/>
                  </a:lnTo>
                  <a:lnTo>
                    <a:pt x="21" y="550"/>
                  </a:lnTo>
                  <a:lnTo>
                    <a:pt x="22" y="547"/>
                  </a:lnTo>
                  <a:lnTo>
                    <a:pt x="21" y="545"/>
                  </a:lnTo>
                  <a:lnTo>
                    <a:pt x="21" y="543"/>
                  </a:lnTo>
                  <a:lnTo>
                    <a:pt x="22" y="543"/>
                  </a:lnTo>
                  <a:lnTo>
                    <a:pt x="24" y="546"/>
                  </a:lnTo>
                  <a:lnTo>
                    <a:pt x="25" y="545"/>
                  </a:lnTo>
                  <a:lnTo>
                    <a:pt x="25" y="542"/>
                  </a:lnTo>
                  <a:lnTo>
                    <a:pt x="26" y="542"/>
                  </a:lnTo>
                  <a:lnTo>
                    <a:pt x="29" y="543"/>
                  </a:lnTo>
                  <a:lnTo>
                    <a:pt x="31" y="541"/>
                  </a:lnTo>
                  <a:lnTo>
                    <a:pt x="33" y="538"/>
                  </a:lnTo>
                  <a:lnTo>
                    <a:pt x="34" y="538"/>
                  </a:lnTo>
                  <a:lnTo>
                    <a:pt x="37" y="540"/>
                  </a:lnTo>
                  <a:lnTo>
                    <a:pt x="39" y="538"/>
                  </a:lnTo>
                  <a:lnTo>
                    <a:pt x="37" y="534"/>
                  </a:lnTo>
                  <a:lnTo>
                    <a:pt x="35" y="534"/>
                  </a:lnTo>
                  <a:lnTo>
                    <a:pt x="34" y="536"/>
                  </a:lnTo>
                  <a:lnTo>
                    <a:pt x="31" y="536"/>
                  </a:lnTo>
                  <a:lnTo>
                    <a:pt x="30" y="533"/>
                  </a:lnTo>
                  <a:lnTo>
                    <a:pt x="26" y="533"/>
                  </a:lnTo>
                  <a:lnTo>
                    <a:pt x="24" y="529"/>
                  </a:lnTo>
                  <a:lnTo>
                    <a:pt x="25" y="528"/>
                  </a:lnTo>
                  <a:lnTo>
                    <a:pt x="27" y="530"/>
                  </a:lnTo>
                  <a:lnTo>
                    <a:pt x="27" y="528"/>
                  </a:lnTo>
                  <a:lnTo>
                    <a:pt x="26" y="526"/>
                  </a:lnTo>
                  <a:lnTo>
                    <a:pt x="27" y="525"/>
                  </a:lnTo>
                  <a:lnTo>
                    <a:pt x="25" y="525"/>
                  </a:lnTo>
                  <a:lnTo>
                    <a:pt x="25" y="526"/>
                  </a:lnTo>
                  <a:lnTo>
                    <a:pt x="24" y="526"/>
                  </a:lnTo>
                  <a:lnTo>
                    <a:pt x="22" y="528"/>
                  </a:lnTo>
                  <a:lnTo>
                    <a:pt x="22" y="528"/>
                  </a:lnTo>
                  <a:lnTo>
                    <a:pt x="21" y="528"/>
                  </a:lnTo>
                  <a:lnTo>
                    <a:pt x="21" y="528"/>
                  </a:lnTo>
                  <a:lnTo>
                    <a:pt x="21" y="525"/>
                  </a:lnTo>
                  <a:lnTo>
                    <a:pt x="26" y="520"/>
                  </a:lnTo>
                  <a:lnTo>
                    <a:pt x="29" y="518"/>
                  </a:lnTo>
                  <a:lnTo>
                    <a:pt x="33" y="513"/>
                  </a:lnTo>
                  <a:lnTo>
                    <a:pt x="35" y="508"/>
                  </a:lnTo>
                  <a:lnTo>
                    <a:pt x="38" y="501"/>
                  </a:lnTo>
                  <a:lnTo>
                    <a:pt x="43" y="493"/>
                  </a:lnTo>
                  <a:lnTo>
                    <a:pt x="46" y="486"/>
                  </a:lnTo>
                  <a:lnTo>
                    <a:pt x="46" y="482"/>
                  </a:lnTo>
                  <a:lnTo>
                    <a:pt x="41" y="476"/>
                  </a:lnTo>
                  <a:lnTo>
                    <a:pt x="38" y="475"/>
                  </a:lnTo>
                  <a:lnTo>
                    <a:pt x="31" y="467"/>
                  </a:lnTo>
                  <a:lnTo>
                    <a:pt x="33" y="463"/>
                  </a:lnTo>
                  <a:lnTo>
                    <a:pt x="35" y="461"/>
                  </a:lnTo>
                  <a:lnTo>
                    <a:pt x="35" y="457"/>
                  </a:lnTo>
                  <a:lnTo>
                    <a:pt x="31" y="454"/>
                  </a:lnTo>
                  <a:lnTo>
                    <a:pt x="30" y="451"/>
                  </a:lnTo>
                  <a:lnTo>
                    <a:pt x="30" y="447"/>
                  </a:lnTo>
                  <a:lnTo>
                    <a:pt x="30" y="446"/>
                  </a:lnTo>
                  <a:lnTo>
                    <a:pt x="30" y="445"/>
                  </a:lnTo>
                  <a:lnTo>
                    <a:pt x="26" y="443"/>
                  </a:lnTo>
                  <a:lnTo>
                    <a:pt x="25" y="442"/>
                  </a:lnTo>
                  <a:lnTo>
                    <a:pt x="25" y="438"/>
                  </a:lnTo>
                  <a:lnTo>
                    <a:pt x="27" y="436"/>
                  </a:lnTo>
                  <a:lnTo>
                    <a:pt x="25" y="436"/>
                  </a:lnTo>
                  <a:lnTo>
                    <a:pt x="25" y="433"/>
                  </a:lnTo>
                  <a:lnTo>
                    <a:pt x="25" y="425"/>
                  </a:lnTo>
                  <a:lnTo>
                    <a:pt x="27" y="425"/>
                  </a:lnTo>
                  <a:lnTo>
                    <a:pt x="22" y="412"/>
                  </a:lnTo>
                  <a:lnTo>
                    <a:pt x="17" y="404"/>
                  </a:lnTo>
                  <a:lnTo>
                    <a:pt x="16" y="400"/>
                  </a:lnTo>
                  <a:lnTo>
                    <a:pt x="13" y="397"/>
                  </a:lnTo>
                  <a:lnTo>
                    <a:pt x="16" y="392"/>
                  </a:lnTo>
                  <a:lnTo>
                    <a:pt x="17" y="388"/>
                  </a:lnTo>
                  <a:lnTo>
                    <a:pt x="18" y="384"/>
                  </a:lnTo>
                  <a:lnTo>
                    <a:pt x="17" y="383"/>
                  </a:lnTo>
                  <a:lnTo>
                    <a:pt x="12" y="379"/>
                  </a:lnTo>
                  <a:lnTo>
                    <a:pt x="10" y="378"/>
                  </a:lnTo>
                  <a:lnTo>
                    <a:pt x="9" y="375"/>
                  </a:lnTo>
                  <a:lnTo>
                    <a:pt x="6" y="372"/>
                  </a:lnTo>
                  <a:lnTo>
                    <a:pt x="4" y="372"/>
                  </a:lnTo>
                  <a:lnTo>
                    <a:pt x="2" y="367"/>
                  </a:lnTo>
                  <a:lnTo>
                    <a:pt x="1" y="365"/>
                  </a:lnTo>
                  <a:lnTo>
                    <a:pt x="1" y="361"/>
                  </a:lnTo>
                  <a:lnTo>
                    <a:pt x="2" y="358"/>
                  </a:lnTo>
                  <a:lnTo>
                    <a:pt x="0" y="358"/>
                  </a:lnTo>
                  <a:lnTo>
                    <a:pt x="2" y="357"/>
                  </a:lnTo>
                  <a:lnTo>
                    <a:pt x="5" y="355"/>
                  </a:lnTo>
                  <a:lnTo>
                    <a:pt x="5" y="355"/>
                  </a:lnTo>
                  <a:lnTo>
                    <a:pt x="6" y="354"/>
                  </a:lnTo>
                  <a:lnTo>
                    <a:pt x="6" y="350"/>
                  </a:lnTo>
                  <a:lnTo>
                    <a:pt x="9" y="347"/>
                  </a:lnTo>
                  <a:lnTo>
                    <a:pt x="13" y="347"/>
                  </a:lnTo>
                  <a:lnTo>
                    <a:pt x="14" y="345"/>
                  </a:lnTo>
                  <a:lnTo>
                    <a:pt x="14" y="341"/>
                  </a:lnTo>
                  <a:lnTo>
                    <a:pt x="16" y="341"/>
                  </a:lnTo>
                  <a:lnTo>
                    <a:pt x="18" y="342"/>
                  </a:lnTo>
                  <a:lnTo>
                    <a:pt x="20" y="340"/>
                  </a:lnTo>
                  <a:lnTo>
                    <a:pt x="20" y="337"/>
                  </a:lnTo>
                  <a:lnTo>
                    <a:pt x="20" y="337"/>
                  </a:lnTo>
                  <a:lnTo>
                    <a:pt x="22" y="338"/>
                  </a:lnTo>
                  <a:lnTo>
                    <a:pt x="24" y="338"/>
                  </a:lnTo>
                  <a:lnTo>
                    <a:pt x="24" y="341"/>
                  </a:lnTo>
                  <a:lnTo>
                    <a:pt x="25" y="342"/>
                  </a:lnTo>
                  <a:lnTo>
                    <a:pt x="25" y="340"/>
                  </a:lnTo>
                  <a:lnTo>
                    <a:pt x="26" y="338"/>
                  </a:lnTo>
                  <a:lnTo>
                    <a:pt x="27" y="338"/>
                  </a:lnTo>
                  <a:lnTo>
                    <a:pt x="29" y="338"/>
                  </a:lnTo>
                  <a:lnTo>
                    <a:pt x="26" y="336"/>
                  </a:lnTo>
                  <a:lnTo>
                    <a:pt x="26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4"/>
                  </a:lnTo>
                  <a:lnTo>
                    <a:pt x="29" y="334"/>
                  </a:lnTo>
                  <a:lnTo>
                    <a:pt x="27" y="333"/>
                  </a:lnTo>
                  <a:lnTo>
                    <a:pt x="27" y="332"/>
                  </a:lnTo>
                  <a:lnTo>
                    <a:pt x="30" y="332"/>
                  </a:lnTo>
                  <a:lnTo>
                    <a:pt x="33" y="333"/>
                  </a:lnTo>
                  <a:lnTo>
                    <a:pt x="34" y="336"/>
                  </a:lnTo>
                  <a:lnTo>
                    <a:pt x="35" y="336"/>
                  </a:lnTo>
                  <a:lnTo>
                    <a:pt x="37" y="336"/>
                  </a:lnTo>
                  <a:lnTo>
                    <a:pt x="38" y="336"/>
                  </a:lnTo>
                  <a:lnTo>
                    <a:pt x="38" y="337"/>
                  </a:lnTo>
                  <a:lnTo>
                    <a:pt x="39" y="338"/>
                  </a:lnTo>
                  <a:lnTo>
                    <a:pt x="41" y="340"/>
                  </a:lnTo>
                  <a:lnTo>
                    <a:pt x="38" y="341"/>
                  </a:lnTo>
                  <a:lnTo>
                    <a:pt x="37" y="340"/>
                  </a:lnTo>
                  <a:lnTo>
                    <a:pt x="34" y="341"/>
                  </a:lnTo>
                  <a:lnTo>
                    <a:pt x="31" y="338"/>
                  </a:lnTo>
                  <a:lnTo>
                    <a:pt x="31" y="337"/>
                  </a:lnTo>
                  <a:lnTo>
                    <a:pt x="30" y="338"/>
                  </a:lnTo>
                  <a:lnTo>
                    <a:pt x="30" y="341"/>
                  </a:lnTo>
                  <a:lnTo>
                    <a:pt x="31" y="343"/>
                  </a:lnTo>
                  <a:lnTo>
                    <a:pt x="33" y="342"/>
                  </a:lnTo>
                  <a:lnTo>
                    <a:pt x="34" y="342"/>
                  </a:lnTo>
                  <a:lnTo>
                    <a:pt x="34" y="345"/>
                  </a:lnTo>
                  <a:lnTo>
                    <a:pt x="35" y="343"/>
                  </a:lnTo>
                  <a:lnTo>
                    <a:pt x="38" y="343"/>
                  </a:lnTo>
                  <a:lnTo>
                    <a:pt x="38" y="345"/>
                  </a:lnTo>
                  <a:lnTo>
                    <a:pt x="39" y="345"/>
                  </a:lnTo>
                  <a:lnTo>
                    <a:pt x="39" y="343"/>
                  </a:lnTo>
                  <a:lnTo>
                    <a:pt x="41" y="345"/>
                  </a:lnTo>
                  <a:lnTo>
                    <a:pt x="41" y="345"/>
                  </a:lnTo>
                  <a:lnTo>
                    <a:pt x="41" y="346"/>
                  </a:lnTo>
                  <a:lnTo>
                    <a:pt x="42" y="345"/>
                  </a:lnTo>
                  <a:lnTo>
                    <a:pt x="43" y="343"/>
                  </a:lnTo>
                  <a:lnTo>
                    <a:pt x="45" y="343"/>
                  </a:lnTo>
                  <a:lnTo>
                    <a:pt x="43" y="345"/>
                  </a:lnTo>
                  <a:lnTo>
                    <a:pt x="43" y="346"/>
                  </a:lnTo>
                  <a:lnTo>
                    <a:pt x="45" y="346"/>
                  </a:lnTo>
                  <a:lnTo>
                    <a:pt x="46" y="347"/>
                  </a:lnTo>
                  <a:lnTo>
                    <a:pt x="45" y="347"/>
                  </a:lnTo>
                  <a:lnTo>
                    <a:pt x="43" y="350"/>
                  </a:lnTo>
                  <a:lnTo>
                    <a:pt x="46" y="350"/>
                  </a:lnTo>
                  <a:lnTo>
                    <a:pt x="47" y="347"/>
                  </a:lnTo>
                  <a:lnTo>
                    <a:pt x="46" y="345"/>
                  </a:lnTo>
                  <a:lnTo>
                    <a:pt x="47" y="345"/>
                  </a:lnTo>
                  <a:lnTo>
                    <a:pt x="50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0" y="342"/>
                  </a:lnTo>
                  <a:lnTo>
                    <a:pt x="50" y="342"/>
                  </a:lnTo>
                  <a:lnTo>
                    <a:pt x="53" y="343"/>
                  </a:lnTo>
                  <a:lnTo>
                    <a:pt x="54" y="345"/>
                  </a:lnTo>
                  <a:lnTo>
                    <a:pt x="58" y="345"/>
                  </a:lnTo>
                  <a:lnTo>
                    <a:pt x="60" y="346"/>
                  </a:lnTo>
                  <a:lnTo>
                    <a:pt x="62" y="345"/>
                  </a:lnTo>
                  <a:lnTo>
                    <a:pt x="62" y="343"/>
                  </a:lnTo>
                  <a:lnTo>
                    <a:pt x="64" y="345"/>
                  </a:lnTo>
                  <a:lnTo>
                    <a:pt x="67" y="346"/>
                  </a:lnTo>
                  <a:lnTo>
                    <a:pt x="67" y="345"/>
                  </a:lnTo>
                  <a:lnTo>
                    <a:pt x="70" y="346"/>
                  </a:lnTo>
                  <a:lnTo>
                    <a:pt x="81" y="353"/>
                  </a:lnTo>
                  <a:lnTo>
                    <a:pt x="91" y="358"/>
                  </a:lnTo>
                  <a:lnTo>
                    <a:pt x="92" y="361"/>
                  </a:lnTo>
                  <a:lnTo>
                    <a:pt x="95" y="361"/>
                  </a:lnTo>
                  <a:lnTo>
                    <a:pt x="97" y="365"/>
                  </a:lnTo>
                  <a:lnTo>
                    <a:pt x="99" y="366"/>
                  </a:lnTo>
                  <a:lnTo>
                    <a:pt x="99" y="365"/>
                  </a:lnTo>
                  <a:lnTo>
                    <a:pt x="99" y="363"/>
                  </a:lnTo>
                  <a:lnTo>
                    <a:pt x="100" y="363"/>
                  </a:lnTo>
                  <a:lnTo>
                    <a:pt x="103" y="366"/>
                  </a:lnTo>
                  <a:lnTo>
                    <a:pt x="105" y="366"/>
                  </a:lnTo>
                  <a:lnTo>
                    <a:pt x="108" y="368"/>
                  </a:lnTo>
                  <a:lnTo>
                    <a:pt x="109" y="368"/>
                  </a:lnTo>
                  <a:lnTo>
                    <a:pt x="108" y="366"/>
                  </a:lnTo>
                  <a:lnTo>
                    <a:pt x="106" y="365"/>
                  </a:lnTo>
                  <a:lnTo>
                    <a:pt x="108" y="365"/>
                  </a:lnTo>
                  <a:lnTo>
                    <a:pt x="110" y="367"/>
                  </a:lnTo>
                  <a:lnTo>
                    <a:pt x="110" y="370"/>
                  </a:lnTo>
                  <a:lnTo>
                    <a:pt x="116" y="372"/>
                  </a:lnTo>
                  <a:lnTo>
                    <a:pt x="116" y="374"/>
                  </a:lnTo>
                  <a:lnTo>
                    <a:pt x="118" y="375"/>
                  </a:lnTo>
                  <a:lnTo>
                    <a:pt x="118" y="374"/>
                  </a:lnTo>
                  <a:lnTo>
                    <a:pt x="121" y="375"/>
                  </a:lnTo>
                  <a:lnTo>
                    <a:pt x="122" y="378"/>
                  </a:lnTo>
                  <a:lnTo>
                    <a:pt x="124" y="380"/>
                  </a:lnTo>
                  <a:lnTo>
                    <a:pt x="125" y="382"/>
                  </a:lnTo>
                  <a:lnTo>
                    <a:pt x="128" y="384"/>
                  </a:lnTo>
                  <a:lnTo>
                    <a:pt x="128" y="384"/>
                  </a:lnTo>
                  <a:lnTo>
                    <a:pt x="129" y="384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9" y="393"/>
                  </a:lnTo>
                  <a:lnTo>
                    <a:pt x="128" y="396"/>
                  </a:lnTo>
                  <a:lnTo>
                    <a:pt x="128" y="397"/>
                  </a:lnTo>
                  <a:lnTo>
                    <a:pt x="125" y="400"/>
                  </a:lnTo>
                  <a:lnTo>
                    <a:pt x="125" y="403"/>
                  </a:lnTo>
                  <a:lnTo>
                    <a:pt x="120" y="408"/>
                  </a:lnTo>
                  <a:lnTo>
                    <a:pt x="117" y="411"/>
                  </a:lnTo>
                  <a:lnTo>
                    <a:pt x="113" y="411"/>
                  </a:lnTo>
                  <a:lnTo>
                    <a:pt x="112" y="412"/>
                  </a:lnTo>
                  <a:lnTo>
                    <a:pt x="108" y="412"/>
                  </a:lnTo>
                  <a:lnTo>
                    <a:pt x="106" y="413"/>
                  </a:lnTo>
                  <a:lnTo>
                    <a:pt x="101" y="413"/>
                  </a:lnTo>
                  <a:lnTo>
                    <a:pt x="95" y="413"/>
                  </a:lnTo>
                  <a:lnTo>
                    <a:pt x="91" y="412"/>
                  </a:lnTo>
                  <a:lnTo>
                    <a:pt x="88" y="411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1" y="411"/>
                  </a:lnTo>
                  <a:lnTo>
                    <a:pt x="80" y="409"/>
                  </a:lnTo>
                  <a:lnTo>
                    <a:pt x="79" y="409"/>
                  </a:lnTo>
                  <a:lnTo>
                    <a:pt x="78" y="411"/>
                  </a:lnTo>
                  <a:lnTo>
                    <a:pt x="74" y="408"/>
                  </a:lnTo>
                  <a:lnTo>
                    <a:pt x="74" y="405"/>
                  </a:lnTo>
                  <a:lnTo>
                    <a:pt x="72" y="407"/>
                  </a:lnTo>
                  <a:lnTo>
                    <a:pt x="70" y="407"/>
                  </a:lnTo>
                  <a:lnTo>
                    <a:pt x="71" y="405"/>
                  </a:lnTo>
                  <a:lnTo>
                    <a:pt x="67" y="405"/>
                  </a:lnTo>
                  <a:lnTo>
                    <a:pt x="66" y="407"/>
                  </a:lnTo>
                  <a:lnTo>
                    <a:pt x="63" y="407"/>
                  </a:lnTo>
                  <a:lnTo>
                    <a:pt x="63" y="405"/>
                  </a:lnTo>
                  <a:lnTo>
                    <a:pt x="63" y="404"/>
                  </a:lnTo>
                  <a:lnTo>
                    <a:pt x="64" y="404"/>
                  </a:lnTo>
                  <a:lnTo>
                    <a:pt x="63" y="401"/>
                  </a:lnTo>
                  <a:lnTo>
                    <a:pt x="62" y="403"/>
                  </a:lnTo>
                  <a:lnTo>
                    <a:pt x="58" y="403"/>
                  </a:lnTo>
                  <a:lnTo>
                    <a:pt x="56" y="401"/>
                  </a:lnTo>
                  <a:lnTo>
                    <a:pt x="55" y="401"/>
                  </a:lnTo>
                  <a:lnTo>
                    <a:pt x="54" y="401"/>
                  </a:lnTo>
                  <a:lnTo>
                    <a:pt x="49" y="397"/>
                  </a:lnTo>
                  <a:lnTo>
                    <a:pt x="49" y="395"/>
                  </a:lnTo>
                  <a:lnTo>
                    <a:pt x="45" y="395"/>
                  </a:lnTo>
                  <a:lnTo>
                    <a:pt x="45" y="395"/>
                  </a:lnTo>
                  <a:lnTo>
                    <a:pt x="42" y="395"/>
                  </a:lnTo>
                  <a:lnTo>
                    <a:pt x="42" y="395"/>
                  </a:lnTo>
                  <a:lnTo>
                    <a:pt x="45" y="396"/>
                  </a:lnTo>
                  <a:lnTo>
                    <a:pt x="45" y="400"/>
                  </a:lnTo>
                  <a:lnTo>
                    <a:pt x="47" y="401"/>
                  </a:lnTo>
                  <a:lnTo>
                    <a:pt x="49" y="404"/>
                  </a:lnTo>
                  <a:lnTo>
                    <a:pt x="53" y="404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49" y="408"/>
                  </a:lnTo>
                  <a:lnTo>
                    <a:pt x="50" y="408"/>
                  </a:lnTo>
                  <a:lnTo>
                    <a:pt x="54" y="408"/>
                  </a:lnTo>
                  <a:lnTo>
                    <a:pt x="55" y="407"/>
                  </a:lnTo>
                  <a:lnTo>
                    <a:pt x="56" y="408"/>
                  </a:lnTo>
                  <a:lnTo>
                    <a:pt x="55" y="408"/>
                  </a:lnTo>
                  <a:lnTo>
                    <a:pt x="55" y="409"/>
                  </a:lnTo>
                  <a:lnTo>
                    <a:pt x="58" y="409"/>
                  </a:lnTo>
                  <a:lnTo>
                    <a:pt x="56" y="411"/>
                  </a:lnTo>
                  <a:lnTo>
                    <a:pt x="55" y="412"/>
                  </a:lnTo>
                  <a:lnTo>
                    <a:pt x="54" y="413"/>
                  </a:lnTo>
                  <a:lnTo>
                    <a:pt x="56" y="413"/>
                  </a:lnTo>
                  <a:lnTo>
                    <a:pt x="58" y="412"/>
                  </a:lnTo>
                  <a:lnTo>
                    <a:pt x="59" y="412"/>
                  </a:lnTo>
                  <a:lnTo>
                    <a:pt x="60" y="413"/>
                  </a:lnTo>
                  <a:lnTo>
                    <a:pt x="62" y="413"/>
                  </a:lnTo>
                  <a:lnTo>
                    <a:pt x="67" y="415"/>
                  </a:lnTo>
                  <a:lnTo>
                    <a:pt x="70" y="418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0" y="422"/>
                  </a:lnTo>
                  <a:lnTo>
                    <a:pt x="71" y="422"/>
                  </a:lnTo>
                  <a:lnTo>
                    <a:pt x="71" y="425"/>
                  </a:lnTo>
                  <a:lnTo>
                    <a:pt x="71" y="428"/>
                  </a:lnTo>
                  <a:lnTo>
                    <a:pt x="70" y="429"/>
                  </a:lnTo>
                  <a:lnTo>
                    <a:pt x="68" y="430"/>
                  </a:lnTo>
                  <a:lnTo>
                    <a:pt x="71" y="432"/>
                  </a:lnTo>
                  <a:lnTo>
                    <a:pt x="71" y="434"/>
                  </a:lnTo>
                  <a:lnTo>
                    <a:pt x="74" y="437"/>
                  </a:lnTo>
                  <a:lnTo>
                    <a:pt x="74" y="440"/>
                  </a:lnTo>
                  <a:lnTo>
                    <a:pt x="76" y="441"/>
                  </a:lnTo>
                  <a:lnTo>
                    <a:pt x="76" y="443"/>
                  </a:lnTo>
                  <a:lnTo>
                    <a:pt x="76" y="446"/>
                  </a:lnTo>
                  <a:lnTo>
                    <a:pt x="76" y="447"/>
                  </a:lnTo>
                  <a:lnTo>
                    <a:pt x="76" y="449"/>
                  </a:lnTo>
                  <a:lnTo>
                    <a:pt x="78" y="451"/>
                  </a:lnTo>
                  <a:lnTo>
                    <a:pt x="83" y="453"/>
                  </a:lnTo>
                  <a:lnTo>
                    <a:pt x="84" y="451"/>
                  </a:lnTo>
                  <a:lnTo>
                    <a:pt x="85" y="451"/>
                  </a:lnTo>
                  <a:lnTo>
                    <a:pt x="87" y="453"/>
                  </a:lnTo>
                  <a:lnTo>
                    <a:pt x="89" y="454"/>
                  </a:lnTo>
                  <a:lnTo>
                    <a:pt x="89" y="458"/>
                  </a:lnTo>
                  <a:lnTo>
                    <a:pt x="91" y="458"/>
                  </a:lnTo>
                  <a:lnTo>
                    <a:pt x="95" y="458"/>
                  </a:lnTo>
                  <a:lnTo>
                    <a:pt x="96" y="459"/>
                  </a:lnTo>
                  <a:lnTo>
                    <a:pt x="100" y="459"/>
                  </a:lnTo>
                  <a:lnTo>
                    <a:pt x="101" y="462"/>
                  </a:lnTo>
                  <a:lnTo>
                    <a:pt x="103" y="462"/>
                  </a:lnTo>
                  <a:lnTo>
                    <a:pt x="105" y="459"/>
                  </a:lnTo>
                  <a:lnTo>
                    <a:pt x="108" y="459"/>
                  </a:lnTo>
                  <a:lnTo>
                    <a:pt x="109" y="458"/>
                  </a:lnTo>
                  <a:lnTo>
                    <a:pt x="109" y="454"/>
                  </a:lnTo>
                  <a:lnTo>
                    <a:pt x="106" y="453"/>
                  </a:lnTo>
                  <a:lnTo>
                    <a:pt x="108" y="451"/>
                  </a:lnTo>
                  <a:lnTo>
                    <a:pt x="108" y="451"/>
                  </a:lnTo>
                  <a:lnTo>
                    <a:pt x="105" y="450"/>
                  </a:lnTo>
                  <a:lnTo>
                    <a:pt x="105" y="447"/>
                  </a:lnTo>
                  <a:lnTo>
                    <a:pt x="103" y="449"/>
                  </a:lnTo>
                  <a:lnTo>
                    <a:pt x="101" y="449"/>
                  </a:lnTo>
                  <a:lnTo>
                    <a:pt x="100" y="450"/>
                  </a:lnTo>
                  <a:lnTo>
                    <a:pt x="96" y="449"/>
                  </a:lnTo>
                  <a:lnTo>
                    <a:pt x="95" y="446"/>
                  </a:lnTo>
                  <a:lnTo>
                    <a:pt x="91" y="445"/>
                  </a:lnTo>
                  <a:lnTo>
                    <a:pt x="91" y="442"/>
                  </a:lnTo>
                  <a:lnTo>
                    <a:pt x="89" y="438"/>
                  </a:lnTo>
                  <a:lnTo>
                    <a:pt x="91" y="438"/>
                  </a:lnTo>
                  <a:lnTo>
                    <a:pt x="93" y="437"/>
                  </a:lnTo>
                  <a:lnTo>
                    <a:pt x="92" y="436"/>
                  </a:lnTo>
                  <a:lnTo>
                    <a:pt x="92" y="434"/>
                  </a:lnTo>
                  <a:lnTo>
                    <a:pt x="92" y="433"/>
                  </a:lnTo>
                  <a:lnTo>
                    <a:pt x="92" y="432"/>
                  </a:lnTo>
                  <a:lnTo>
                    <a:pt x="95" y="432"/>
                  </a:lnTo>
                  <a:lnTo>
                    <a:pt x="97" y="433"/>
                  </a:lnTo>
                  <a:lnTo>
                    <a:pt x="101" y="434"/>
                  </a:lnTo>
                  <a:lnTo>
                    <a:pt x="103" y="437"/>
                  </a:lnTo>
                  <a:lnTo>
                    <a:pt x="105" y="438"/>
                  </a:lnTo>
                  <a:lnTo>
                    <a:pt x="109" y="438"/>
                  </a:lnTo>
                  <a:lnTo>
                    <a:pt x="109" y="440"/>
                  </a:lnTo>
                  <a:lnTo>
                    <a:pt x="112" y="441"/>
                  </a:lnTo>
                  <a:lnTo>
                    <a:pt x="120" y="443"/>
                  </a:lnTo>
                  <a:lnTo>
                    <a:pt x="122" y="447"/>
                  </a:lnTo>
                  <a:lnTo>
                    <a:pt x="124" y="445"/>
                  </a:lnTo>
                  <a:lnTo>
                    <a:pt x="126" y="443"/>
                  </a:lnTo>
                  <a:lnTo>
                    <a:pt x="126" y="441"/>
                  </a:lnTo>
                  <a:lnTo>
                    <a:pt x="128" y="441"/>
                  </a:lnTo>
                  <a:lnTo>
                    <a:pt x="130" y="438"/>
                  </a:lnTo>
                  <a:lnTo>
                    <a:pt x="126" y="434"/>
                  </a:lnTo>
                  <a:lnTo>
                    <a:pt x="121" y="429"/>
                  </a:lnTo>
                  <a:lnTo>
                    <a:pt x="120" y="425"/>
                  </a:lnTo>
                  <a:lnTo>
                    <a:pt x="121" y="422"/>
                  </a:lnTo>
                  <a:lnTo>
                    <a:pt x="124" y="420"/>
                  </a:lnTo>
                  <a:lnTo>
                    <a:pt x="126" y="417"/>
                  </a:lnTo>
                  <a:lnTo>
                    <a:pt x="128" y="413"/>
                  </a:lnTo>
                  <a:lnTo>
                    <a:pt x="129" y="412"/>
                  </a:lnTo>
                  <a:lnTo>
                    <a:pt x="132" y="412"/>
                  </a:lnTo>
                  <a:lnTo>
                    <a:pt x="135" y="408"/>
                  </a:lnTo>
                  <a:lnTo>
                    <a:pt x="138" y="403"/>
                  </a:lnTo>
                  <a:lnTo>
                    <a:pt x="139" y="401"/>
                  </a:lnTo>
                  <a:lnTo>
                    <a:pt x="143" y="401"/>
                  </a:lnTo>
                  <a:lnTo>
                    <a:pt x="145" y="404"/>
                  </a:lnTo>
                  <a:lnTo>
                    <a:pt x="149" y="403"/>
                  </a:lnTo>
                  <a:lnTo>
                    <a:pt x="153" y="404"/>
                  </a:lnTo>
                  <a:lnTo>
                    <a:pt x="154" y="405"/>
                  </a:lnTo>
                  <a:lnTo>
                    <a:pt x="153" y="408"/>
                  </a:lnTo>
                  <a:lnTo>
                    <a:pt x="157" y="405"/>
                  </a:lnTo>
                  <a:lnTo>
                    <a:pt x="159" y="407"/>
                  </a:lnTo>
                  <a:lnTo>
                    <a:pt x="159" y="411"/>
                  </a:lnTo>
                  <a:lnTo>
                    <a:pt x="162" y="412"/>
                  </a:lnTo>
                  <a:lnTo>
                    <a:pt x="160" y="407"/>
                  </a:lnTo>
                  <a:lnTo>
                    <a:pt x="159" y="404"/>
                  </a:lnTo>
                  <a:lnTo>
                    <a:pt x="160" y="403"/>
                  </a:lnTo>
                  <a:lnTo>
                    <a:pt x="160" y="397"/>
                  </a:lnTo>
                  <a:lnTo>
                    <a:pt x="160" y="396"/>
                  </a:lnTo>
                  <a:lnTo>
                    <a:pt x="160" y="395"/>
                  </a:lnTo>
                  <a:lnTo>
                    <a:pt x="160" y="393"/>
                  </a:lnTo>
                  <a:lnTo>
                    <a:pt x="160" y="392"/>
                  </a:lnTo>
                  <a:lnTo>
                    <a:pt x="160" y="391"/>
                  </a:lnTo>
                  <a:lnTo>
                    <a:pt x="160" y="390"/>
                  </a:lnTo>
                  <a:lnTo>
                    <a:pt x="159" y="388"/>
                  </a:lnTo>
                  <a:lnTo>
                    <a:pt x="157" y="386"/>
                  </a:lnTo>
                  <a:lnTo>
                    <a:pt x="153" y="387"/>
                  </a:lnTo>
                  <a:lnTo>
                    <a:pt x="151" y="383"/>
                  </a:lnTo>
                  <a:lnTo>
                    <a:pt x="153" y="380"/>
                  </a:lnTo>
                  <a:lnTo>
                    <a:pt x="153" y="375"/>
                  </a:lnTo>
                  <a:lnTo>
                    <a:pt x="154" y="374"/>
                  </a:lnTo>
                  <a:lnTo>
                    <a:pt x="153" y="372"/>
                  </a:lnTo>
                  <a:lnTo>
                    <a:pt x="153" y="370"/>
                  </a:lnTo>
                  <a:lnTo>
                    <a:pt x="154" y="370"/>
                  </a:lnTo>
                  <a:lnTo>
                    <a:pt x="153" y="368"/>
                  </a:lnTo>
                  <a:lnTo>
                    <a:pt x="153" y="366"/>
                  </a:lnTo>
                  <a:lnTo>
                    <a:pt x="151" y="361"/>
                  </a:lnTo>
                  <a:lnTo>
                    <a:pt x="147" y="358"/>
                  </a:lnTo>
                  <a:lnTo>
                    <a:pt x="142" y="353"/>
                  </a:lnTo>
                  <a:lnTo>
                    <a:pt x="142" y="351"/>
                  </a:lnTo>
                  <a:lnTo>
                    <a:pt x="145" y="351"/>
                  </a:lnTo>
                  <a:lnTo>
                    <a:pt x="149" y="355"/>
                  </a:lnTo>
                  <a:lnTo>
                    <a:pt x="151" y="355"/>
                  </a:lnTo>
                  <a:lnTo>
                    <a:pt x="154" y="354"/>
                  </a:lnTo>
                  <a:lnTo>
                    <a:pt x="158" y="354"/>
                  </a:lnTo>
                  <a:lnTo>
                    <a:pt x="164" y="354"/>
                  </a:lnTo>
                  <a:lnTo>
                    <a:pt x="167" y="357"/>
                  </a:lnTo>
                  <a:lnTo>
                    <a:pt x="167" y="358"/>
                  </a:lnTo>
                  <a:lnTo>
                    <a:pt x="170" y="361"/>
                  </a:lnTo>
                  <a:lnTo>
                    <a:pt x="172" y="362"/>
                  </a:lnTo>
                  <a:lnTo>
                    <a:pt x="174" y="363"/>
                  </a:lnTo>
                  <a:lnTo>
                    <a:pt x="176" y="367"/>
                  </a:lnTo>
                  <a:lnTo>
                    <a:pt x="176" y="370"/>
                  </a:lnTo>
                  <a:lnTo>
                    <a:pt x="172" y="370"/>
                  </a:lnTo>
                  <a:lnTo>
                    <a:pt x="171" y="371"/>
                  </a:lnTo>
                  <a:lnTo>
                    <a:pt x="167" y="371"/>
                  </a:lnTo>
                  <a:lnTo>
                    <a:pt x="166" y="372"/>
                  </a:lnTo>
                  <a:lnTo>
                    <a:pt x="166" y="374"/>
                  </a:lnTo>
                  <a:lnTo>
                    <a:pt x="166" y="375"/>
                  </a:lnTo>
                  <a:lnTo>
                    <a:pt x="164" y="375"/>
                  </a:lnTo>
                  <a:lnTo>
                    <a:pt x="163" y="376"/>
                  </a:lnTo>
                  <a:lnTo>
                    <a:pt x="163" y="379"/>
                  </a:lnTo>
                  <a:lnTo>
                    <a:pt x="164" y="380"/>
                  </a:lnTo>
                  <a:lnTo>
                    <a:pt x="170" y="384"/>
                  </a:lnTo>
                  <a:lnTo>
                    <a:pt x="175" y="391"/>
                  </a:lnTo>
                  <a:lnTo>
                    <a:pt x="176" y="391"/>
                  </a:lnTo>
                  <a:lnTo>
                    <a:pt x="180" y="388"/>
                  </a:lnTo>
                  <a:lnTo>
                    <a:pt x="182" y="391"/>
                  </a:lnTo>
                  <a:lnTo>
                    <a:pt x="183" y="390"/>
                  </a:lnTo>
                  <a:lnTo>
                    <a:pt x="184" y="390"/>
                  </a:lnTo>
                  <a:lnTo>
                    <a:pt x="186" y="388"/>
                  </a:lnTo>
                  <a:lnTo>
                    <a:pt x="189" y="387"/>
                  </a:lnTo>
                  <a:lnTo>
                    <a:pt x="191" y="384"/>
                  </a:lnTo>
                  <a:lnTo>
                    <a:pt x="189" y="380"/>
                  </a:lnTo>
                  <a:lnTo>
                    <a:pt x="191" y="378"/>
                  </a:lnTo>
                  <a:lnTo>
                    <a:pt x="191" y="375"/>
                  </a:lnTo>
                  <a:lnTo>
                    <a:pt x="189" y="374"/>
                  </a:lnTo>
                  <a:lnTo>
                    <a:pt x="191" y="372"/>
                  </a:lnTo>
                  <a:lnTo>
                    <a:pt x="196" y="371"/>
                  </a:lnTo>
                  <a:lnTo>
                    <a:pt x="197" y="370"/>
                  </a:lnTo>
                  <a:lnTo>
                    <a:pt x="201" y="371"/>
                  </a:lnTo>
                  <a:lnTo>
                    <a:pt x="201" y="370"/>
                  </a:lnTo>
                  <a:lnTo>
                    <a:pt x="197" y="367"/>
                  </a:lnTo>
                  <a:lnTo>
                    <a:pt x="197" y="366"/>
                  </a:lnTo>
                  <a:lnTo>
                    <a:pt x="197" y="366"/>
                  </a:lnTo>
                  <a:lnTo>
                    <a:pt x="200" y="367"/>
                  </a:lnTo>
                  <a:lnTo>
                    <a:pt x="201" y="366"/>
                  </a:lnTo>
                  <a:lnTo>
                    <a:pt x="207" y="361"/>
                  </a:lnTo>
                  <a:lnTo>
                    <a:pt x="208" y="361"/>
                  </a:lnTo>
                  <a:lnTo>
                    <a:pt x="212" y="354"/>
                  </a:lnTo>
                  <a:lnTo>
                    <a:pt x="212" y="353"/>
                  </a:lnTo>
                  <a:lnTo>
                    <a:pt x="213" y="353"/>
                  </a:lnTo>
                  <a:lnTo>
                    <a:pt x="216" y="353"/>
                  </a:lnTo>
                  <a:lnTo>
                    <a:pt x="220" y="351"/>
                  </a:lnTo>
                  <a:lnTo>
                    <a:pt x="220" y="350"/>
                  </a:lnTo>
                  <a:lnTo>
                    <a:pt x="225" y="349"/>
                  </a:lnTo>
                  <a:lnTo>
                    <a:pt x="225" y="350"/>
                  </a:lnTo>
                  <a:lnTo>
                    <a:pt x="226" y="350"/>
                  </a:lnTo>
                  <a:lnTo>
                    <a:pt x="226" y="351"/>
                  </a:lnTo>
                  <a:lnTo>
                    <a:pt x="225" y="353"/>
                  </a:lnTo>
                  <a:lnTo>
                    <a:pt x="226" y="354"/>
                  </a:lnTo>
                  <a:lnTo>
                    <a:pt x="229" y="351"/>
                  </a:lnTo>
                  <a:lnTo>
                    <a:pt x="230" y="350"/>
                  </a:lnTo>
                  <a:lnTo>
                    <a:pt x="229" y="349"/>
                  </a:lnTo>
                  <a:lnTo>
                    <a:pt x="226" y="347"/>
                  </a:lnTo>
                  <a:lnTo>
                    <a:pt x="226" y="346"/>
                  </a:lnTo>
                  <a:lnTo>
                    <a:pt x="230" y="342"/>
                  </a:lnTo>
                  <a:lnTo>
                    <a:pt x="232" y="342"/>
                  </a:lnTo>
                  <a:lnTo>
                    <a:pt x="232" y="343"/>
                  </a:lnTo>
                  <a:lnTo>
                    <a:pt x="232" y="343"/>
                  </a:lnTo>
                  <a:lnTo>
                    <a:pt x="230" y="345"/>
                  </a:lnTo>
                  <a:lnTo>
                    <a:pt x="233" y="347"/>
                  </a:lnTo>
                  <a:lnTo>
                    <a:pt x="234" y="347"/>
                  </a:lnTo>
                  <a:lnTo>
                    <a:pt x="236" y="345"/>
                  </a:lnTo>
                  <a:lnTo>
                    <a:pt x="234" y="343"/>
                  </a:lnTo>
                  <a:lnTo>
                    <a:pt x="234" y="342"/>
                  </a:lnTo>
                  <a:lnTo>
                    <a:pt x="233" y="341"/>
                  </a:lnTo>
                  <a:lnTo>
                    <a:pt x="234" y="340"/>
                  </a:lnTo>
                  <a:lnTo>
                    <a:pt x="241" y="337"/>
                  </a:lnTo>
                  <a:lnTo>
                    <a:pt x="245" y="336"/>
                  </a:lnTo>
                  <a:lnTo>
                    <a:pt x="246" y="337"/>
                  </a:lnTo>
                  <a:lnTo>
                    <a:pt x="243" y="338"/>
                  </a:lnTo>
                  <a:lnTo>
                    <a:pt x="241" y="338"/>
                  </a:lnTo>
                  <a:lnTo>
                    <a:pt x="237" y="340"/>
                  </a:lnTo>
                  <a:lnTo>
                    <a:pt x="238" y="341"/>
                  </a:lnTo>
                  <a:lnTo>
                    <a:pt x="239" y="342"/>
                  </a:lnTo>
                  <a:lnTo>
                    <a:pt x="241" y="341"/>
                  </a:lnTo>
                  <a:lnTo>
                    <a:pt x="243" y="343"/>
                  </a:lnTo>
                  <a:lnTo>
                    <a:pt x="242" y="345"/>
                  </a:lnTo>
                  <a:lnTo>
                    <a:pt x="242" y="345"/>
                  </a:lnTo>
                  <a:lnTo>
                    <a:pt x="243" y="347"/>
                  </a:lnTo>
                  <a:lnTo>
                    <a:pt x="242" y="349"/>
                  </a:lnTo>
                  <a:lnTo>
                    <a:pt x="239" y="350"/>
                  </a:lnTo>
                  <a:lnTo>
                    <a:pt x="237" y="351"/>
                  </a:lnTo>
                  <a:lnTo>
                    <a:pt x="238" y="354"/>
                  </a:lnTo>
                  <a:lnTo>
                    <a:pt x="239" y="354"/>
                  </a:lnTo>
                  <a:lnTo>
                    <a:pt x="241" y="354"/>
                  </a:lnTo>
                  <a:lnTo>
                    <a:pt x="243" y="354"/>
                  </a:lnTo>
                  <a:lnTo>
                    <a:pt x="245" y="353"/>
                  </a:lnTo>
                  <a:lnTo>
                    <a:pt x="247" y="354"/>
                  </a:lnTo>
                  <a:lnTo>
                    <a:pt x="247" y="357"/>
                  </a:lnTo>
                  <a:lnTo>
                    <a:pt x="249" y="354"/>
                  </a:lnTo>
                  <a:lnTo>
                    <a:pt x="250" y="350"/>
                  </a:lnTo>
                  <a:lnTo>
                    <a:pt x="251" y="350"/>
                  </a:lnTo>
                  <a:lnTo>
                    <a:pt x="253" y="351"/>
                  </a:lnTo>
                  <a:lnTo>
                    <a:pt x="255" y="354"/>
                  </a:lnTo>
                  <a:lnTo>
                    <a:pt x="255" y="353"/>
                  </a:lnTo>
                  <a:lnTo>
                    <a:pt x="255" y="351"/>
                  </a:lnTo>
                  <a:lnTo>
                    <a:pt x="255" y="350"/>
                  </a:lnTo>
                  <a:lnTo>
                    <a:pt x="254" y="349"/>
                  </a:lnTo>
                  <a:lnTo>
                    <a:pt x="254" y="347"/>
                  </a:lnTo>
                  <a:lnTo>
                    <a:pt x="255" y="345"/>
                  </a:lnTo>
                  <a:lnTo>
                    <a:pt x="258" y="345"/>
                  </a:lnTo>
                  <a:lnTo>
                    <a:pt x="259" y="343"/>
                  </a:lnTo>
                  <a:lnTo>
                    <a:pt x="262" y="341"/>
                  </a:lnTo>
                  <a:lnTo>
                    <a:pt x="263" y="342"/>
                  </a:lnTo>
                  <a:lnTo>
                    <a:pt x="265" y="342"/>
                  </a:lnTo>
                  <a:lnTo>
                    <a:pt x="266" y="342"/>
                  </a:lnTo>
                  <a:lnTo>
                    <a:pt x="267" y="342"/>
                  </a:lnTo>
                  <a:lnTo>
                    <a:pt x="272" y="342"/>
                  </a:lnTo>
                  <a:lnTo>
                    <a:pt x="275" y="341"/>
                  </a:lnTo>
                  <a:lnTo>
                    <a:pt x="275" y="340"/>
                  </a:lnTo>
                  <a:lnTo>
                    <a:pt x="276" y="338"/>
                  </a:lnTo>
                  <a:lnTo>
                    <a:pt x="279" y="338"/>
                  </a:lnTo>
                  <a:lnTo>
                    <a:pt x="279" y="337"/>
                  </a:lnTo>
                  <a:lnTo>
                    <a:pt x="282" y="336"/>
                  </a:lnTo>
                  <a:lnTo>
                    <a:pt x="283" y="334"/>
                  </a:lnTo>
                  <a:lnTo>
                    <a:pt x="287" y="332"/>
                  </a:lnTo>
                  <a:lnTo>
                    <a:pt x="288" y="332"/>
                  </a:lnTo>
                  <a:lnTo>
                    <a:pt x="290" y="330"/>
                  </a:lnTo>
                  <a:lnTo>
                    <a:pt x="290" y="332"/>
                  </a:lnTo>
                  <a:lnTo>
                    <a:pt x="288" y="333"/>
                  </a:lnTo>
                  <a:lnTo>
                    <a:pt x="290" y="334"/>
                  </a:lnTo>
                  <a:lnTo>
                    <a:pt x="292" y="337"/>
                  </a:lnTo>
                  <a:lnTo>
                    <a:pt x="292" y="338"/>
                  </a:lnTo>
                  <a:lnTo>
                    <a:pt x="291" y="340"/>
                  </a:lnTo>
                  <a:lnTo>
                    <a:pt x="291" y="342"/>
                  </a:lnTo>
                  <a:lnTo>
                    <a:pt x="291" y="343"/>
                  </a:lnTo>
                  <a:lnTo>
                    <a:pt x="292" y="345"/>
                  </a:lnTo>
                  <a:lnTo>
                    <a:pt x="299" y="346"/>
                  </a:lnTo>
                  <a:lnTo>
                    <a:pt x="300" y="345"/>
                  </a:lnTo>
                  <a:lnTo>
                    <a:pt x="300" y="343"/>
                  </a:lnTo>
                  <a:lnTo>
                    <a:pt x="299" y="342"/>
                  </a:lnTo>
                  <a:lnTo>
                    <a:pt x="296" y="340"/>
                  </a:lnTo>
                  <a:lnTo>
                    <a:pt x="296" y="338"/>
                  </a:lnTo>
                  <a:lnTo>
                    <a:pt x="299" y="337"/>
                  </a:lnTo>
                  <a:lnTo>
                    <a:pt x="301" y="338"/>
                  </a:lnTo>
                  <a:lnTo>
                    <a:pt x="304" y="337"/>
                  </a:lnTo>
                  <a:lnTo>
                    <a:pt x="304" y="333"/>
                  </a:lnTo>
                  <a:lnTo>
                    <a:pt x="307" y="332"/>
                  </a:lnTo>
                  <a:lnTo>
                    <a:pt x="308" y="333"/>
                  </a:lnTo>
                  <a:lnTo>
                    <a:pt x="311" y="334"/>
                  </a:lnTo>
                  <a:lnTo>
                    <a:pt x="308" y="330"/>
                  </a:lnTo>
                  <a:lnTo>
                    <a:pt x="304" y="329"/>
                  </a:lnTo>
                  <a:lnTo>
                    <a:pt x="304" y="328"/>
                  </a:lnTo>
                  <a:lnTo>
                    <a:pt x="303" y="324"/>
                  </a:lnTo>
                  <a:lnTo>
                    <a:pt x="301" y="324"/>
                  </a:lnTo>
                  <a:lnTo>
                    <a:pt x="300" y="325"/>
                  </a:lnTo>
                  <a:lnTo>
                    <a:pt x="299" y="324"/>
                  </a:lnTo>
                  <a:lnTo>
                    <a:pt x="299" y="318"/>
                  </a:lnTo>
                  <a:lnTo>
                    <a:pt x="296" y="318"/>
                  </a:lnTo>
                  <a:lnTo>
                    <a:pt x="295" y="316"/>
                  </a:lnTo>
                  <a:lnTo>
                    <a:pt x="295" y="315"/>
                  </a:lnTo>
                  <a:lnTo>
                    <a:pt x="297" y="313"/>
                  </a:lnTo>
                  <a:lnTo>
                    <a:pt x="297" y="312"/>
                  </a:lnTo>
                  <a:lnTo>
                    <a:pt x="296" y="309"/>
                  </a:lnTo>
                  <a:lnTo>
                    <a:pt x="297" y="308"/>
                  </a:lnTo>
                  <a:lnTo>
                    <a:pt x="300" y="308"/>
                  </a:lnTo>
                  <a:lnTo>
                    <a:pt x="300" y="308"/>
                  </a:lnTo>
                  <a:lnTo>
                    <a:pt x="303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16" y="308"/>
                  </a:lnTo>
                  <a:lnTo>
                    <a:pt x="328" y="309"/>
                  </a:lnTo>
                  <a:lnTo>
                    <a:pt x="330" y="311"/>
                  </a:lnTo>
                  <a:lnTo>
                    <a:pt x="338" y="315"/>
                  </a:lnTo>
                  <a:lnTo>
                    <a:pt x="340" y="316"/>
                  </a:lnTo>
                  <a:lnTo>
                    <a:pt x="338" y="317"/>
                  </a:lnTo>
                  <a:lnTo>
                    <a:pt x="340" y="320"/>
                  </a:lnTo>
                  <a:lnTo>
                    <a:pt x="341" y="317"/>
                  </a:lnTo>
                  <a:lnTo>
                    <a:pt x="345" y="316"/>
                  </a:lnTo>
                  <a:lnTo>
                    <a:pt x="347" y="318"/>
                  </a:lnTo>
                  <a:lnTo>
                    <a:pt x="349" y="318"/>
                  </a:lnTo>
                  <a:lnTo>
                    <a:pt x="349" y="320"/>
                  </a:lnTo>
                  <a:lnTo>
                    <a:pt x="353" y="321"/>
                  </a:lnTo>
                  <a:lnTo>
                    <a:pt x="359" y="325"/>
                  </a:lnTo>
                  <a:lnTo>
                    <a:pt x="366" y="325"/>
                  </a:lnTo>
                  <a:lnTo>
                    <a:pt x="369" y="328"/>
                  </a:lnTo>
                  <a:lnTo>
                    <a:pt x="370" y="330"/>
                  </a:lnTo>
                  <a:lnTo>
                    <a:pt x="374" y="332"/>
                  </a:lnTo>
                  <a:lnTo>
                    <a:pt x="376" y="334"/>
                  </a:lnTo>
                  <a:lnTo>
                    <a:pt x="379" y="340"/>
                  </a:lnTo>
                  <a:lnTo>
                    <a:pt x="382" y="340"/>
                  </a:lnTo>
                  <a:lnTo>
                    <a:pt x="382" y="338"/>
                  </a:lnTo>
                  <a:lnTo>
                    <a:pt x="382" y="334"/>
                  </a:lnTo>
                  <a:lnTo>
                    <a:pt x="383" y="334"/>
                  </a:lnTo>
                  <a:lnTo>
                    <a:pt x="383" y="333"/>
                  </a:lnTo>
                  <a:lnTo>
                    <a:pt x="382" y="330"/>
                  </a:lnTo>
                  <a:lnTo>
                    <a:pt x="383" y="329"/>
                  </a:lnTo>
                  <a:lnTo>
                    <a:pt x="383" y="322"/>
                  </a:lnTo>
                  <a:lnTo>
                    <a:pt x="384" y="321"/>
                  </a:lnTo>
                  <a:lnTo>
                    <a:pt x="383" y="321"/>
                  </a:lnTo>
                  <a:lnTo>
                    <a:pt x="382" y="320"/>
                  </a:lnTo>
                  <a:lnTo>
                    <a:pt x="380" y="320"/>
                  </a:lnTo>
                  <a:lnTo>
                    <a:pt x="378" y="321"/>
                  </a:lnTo>
                  <a:lnTo>
                    <a:pt x="376" y="321"/>
                  </a:lnTo>
                  <a:lnTo>
                    <a:pt x="371" y="315"/>
                  </a:lnTo>
                  <a:lnTo>
                    <a:pt x="370" y="315"/>
                  </a:lnTo>
                  <a:lnTo>
                    <a:pt x="367" y="313"/>
                  </a:lnTo>
                  <a:lnTo>
                    <a:pt x="367" y="308"/>
                  </a:lnTo>
                  <a:lnTo>
                    <a:pt x="367" y="307"/>
                  </a:lnTo>
                  <a:lnTo>
                    <a:pt x="365" y="311"/>
                  </a:lnTo>
                  <a:lnTo>
                    <a:pt x="362" y="309"/>
                  </a:lnTo>
                  <a:lnTo>
                    <a:pt x="359" y="308"/>
                  </a:lnTo>
                  <a:lnTo>
                    <a:pt x="357" y="307"/>
                  </a:lnTo>
                  <a:lnTo>
                    <a:pt x="355" y="309"/>
                  </a:lnTo>
                  <a:lnTo>
                    <a:pt x="355" y="305"/>
                  </a:lnTo>
                  <a:lnTo>
                    <a:pt x="353" y="304"/>
                  </a:lnTo>
                  <a:lnTo>
                    <a:pt x="351" y="299"/>
                  </a:lnTo>
                  <a:lnTo>
                    <a:pt x="351" y="296"/>
                  </a:lnTo>
                  <a:lnTo>
                    <a:pt x="353" y="297"/>
                  </a:lnTo>
                  <a:lnTo>
                    <a:pt x="354" y="296"/>
                  </a:lnTo>
                  <a:lnTo>
                    <a:pt x="354" y="293"/>
                  </a:lnTo>
                  <a:lnTo>
                    <a:pt x="351" y="291"/>
                  </a:lnTo>
                  <a:lnTo>
                    <a:pt x="351" y="288"/>
                  </a:lnTo>
                  <a:lnTo>
                    <a:pt x="353" y="286"/>
                  </a:lnTo>
                  <a:lnTo>
                    <a:pt x="354" y="286"/>
                  </a:lnTo>
                  <a:lnTo>
                    <a:pt x="353" y="284"/>
                  </a:lnTo>
                  <a:lnTo>
                    <a:pt x="349" y="284"/>
                  </a:lnTo>
                  <a:lnTo>
                    <a:pt x="347" y="279"/>
                  </a:lnTo>
                  <a:lnTo>
                    <a:pt x="346" y="278"/>
                  </a:lnTo>
                  <a:lnTo>
                    <a:pt x="345" y="279"/>
                  </a:lnTo>
                  <a:lnTo>
                    <a:pt x="342" y="276"/>
                  </a:lnTo>
                  <a:lnTo>
                    <a:pt x="342" y="272"/>
                  </a:lnTo>
                  <a:lnTo>
                    <a:pt x="344" y="270"/>
                  </a:lnTo>
                  <a:lnTo>
                    <a:pt x="342" y="268"/>
                  </a:lnTo>
                  <a:lnTo>
                    <a:pt x="341" y="266"/>
                  </a:lnTo>
                  <a:lnTo>
                    <a:pt x="344" y="265"/>
                  </a:lnTo>
                  <a:lnTo>
                    <a:pt x="347" y="258"/>
                  </a:lnTo>
                  <a:lnTo>
                    <a:pt x="350" y="257"/>
                  </a:lnTo>
                  <a:lnTo>
                    <a:pt x="350" y="255"/>
                  </a:lnTo>
                  <a:lnTo>
                    <a:pt x="349" y="253"/>
                  </a:lnTo>
                  <a:lnTo>
                    <a:pt x="349" y="250"/>
                  </a:lnTo>
                  <a:lnTo>
                    <a:pt x="351" y="247"/>
                  </a:lnTo>
                  <a:lnTo>
                    <a:pt x="349" y="245"/>
                  </a:lnTo>
                  <a:lnTo>
                    <a:pt x="349" y="241"/>
                  </a:lnTo>
                  <a:lnTo>
                    <a:pt x="350" y="240"/>
                  </a:lnTo>
                  <a:lnTo>
                    <a:pt x="349" y="237"/>
                  </a:lnTo>
                  <a:lnTo>
                    <a:pt x="349" y="234"/>
                  </a:lnTo>
                  <a:lnTo>
                    <a:pt x="347" y="233"/>
                  </a:lnTo>
                  <a:lnTo>
                    <a:pt x="349" y="229"/>
                  </a:lnTo>
                  <a:lnTo>
                    <a:pt x="349" y="228"/>
                  </a:lnTo>
                  <a:lnTo>
                    <a:pt x="347" y="225"/>
                  </a:lnTo>
                  <a:lnTo>
                    <a:pt x="347" y="221"/>
                  </a:lnTo>
                  <a:lnTo>
                    <a:pt x="347" y="216"/>
                  </a:lnTo>
                  <a:lnTo>
                    <a:pt x="350" y="216"/>
                  </a:lnTo>
                  <a:lnTo>
                    <a:pt x="351" y="216"/>
                  </a:lnTo>
                  <a:lnTo>
                    <a:pt x="351" y="217"/>
                  </a:lnTo>
                  <a:lnTo>
                    <a:pt x="351" y="218"/>
                  </a:lnTo>
                  <a:lnTo>
                    <a:pt x="354" y="217"/>
                  </a:lnTo>
                  <a:lnTo>
                    <a:pt x="358" y="217"/>
                  </a:lnTo>
                  <a:lnTo>
                    <a:pt x="361" y="216"/>
                  </a:lnTo>
                  <a:lnTo>
                    <a:pt x="362" y="216"/>
                  </a:lnTo>
                  <a:lnTo>
                    <a:pt x="365" y="217"/>
                  </a:lnTo>
                  <a:lnTo>
                    <a:pt x="366" y="216"/>
                  </a:lnTo>
                  <a:lnTo>
                    <a:pt x="369" y="216"/>
                  </a:lnTo>
                  <a:lnTo>
                    <a:pt x="376" y="218"/>
                  </a:lnTo>
                  <a:lnTo>
                    <a:pt x="379" y="218"/>
                  </a:lnTo>
                  <a:lnTo>
                    <a:pt x="382" y="220"/>
                  </a:lnTo>
                  <a:lnTo>
                    <a:pt x="383" y="221"/>
                  </a:lnTo>
                  <a:lnTo>
                    <a:pt x="380" y="222"/>
                  </a:lnTo>
                  <a:lnTo>
                    <a:pt x="382" y="225"/>
                  </a:lnTo>
                  <a:lnTo>
                    <a:pt x="382" y="228"/>
                  </a:lnTo>
                  <a:lnTo>
                    <a:pt x="383" y="229"/>
                  </a:lnTo>
                  <a:lnTo>
                    <a:pt x="383" y="233"/>
                  </a:lnTo>
                  <a:lnTo>
                    <a:pt x="384" y="237"/>
                  </a:lnTo>
                  <a:lnTo>
                    <a:pt x="384" y="243"/>
                  </a:lnTo>
                  <a:lnTo>
                    <a:pt x="386" y="245"/>
                  </a:lnTo>
                  <a:lnTo>
                    <a:pt x="384" y="247"/>
                  </a:lnTo>
                  <a:lnTo>
                    <a:pt x="386" y="249"/>
                  </a:lnTo>
                  <a:lnTo>
                    <a:pt x="386" y="251"/>
                  </a:lnTo>
                  <a:lnTo>
                    <a:pt x="383" y="251"/>
                  </a:lnTo>
                  <a:lnTo>
                    <a:pt x="384" y="254"/>
                  </a:lnTo>
                  <a:lnTo>
                    <a:pt x="387" y="257"/>
                  </a:lnTo>
                  <a:lnTo>
                    <a:pt x="388" y="261"/>
                  </a:lnTo>
                  <a:lnTo>
                    <a:pt x="391" y="261"/>
                  </a:lnTo>
                  <a:lnTo>
                    <a:pt x="391" y="262"/>
                  </a:lnTo>
                  <a:lnTo>
                    <a:pt x="394" y="261"/>
                  </a:lnTo>
                  <a:lnTo>
                    <a:pt x="395" y="262"/>
                  </a:lnTo>
                  <a:lnTo>
                    <a:pt x="395" y="266"/>
                  </a:lnTo>
                  <a:lnTo>
                    <a:pt x="399" y="268"/>
                  </a:lnTo>
                  <a:lnTo>
                    <a:pt x="400" y="271"/>
                  </a:lnTo>
                  <a:lnTo>
                    <a:pt x="400" y="278"/>
                  </a:lnTo>
                  <a:lnTo>
                    <a:pt x="403" y="280"/>
                  </a:lnTo>
                  <a:lnTo>
                    <a:pt x="403" y="282"/>
                  </a:lnTo>
                  <a:lnTo>
                    <a:pt x="401" y="283"/>
                  </a:lnTo>
                  <a:lnTo>
                    <a:pt x="404" y="286"/>
                  </a:lnTo>
                  <a:lnTo>
                    <a:pt x="404" y="290"/>
                  </a:lnTo>
                  <a:lnTo>
                    <a:pt x="408" y="295"/>
                  </a:lnTo>
                  <a:lnTo>
                    <a:pt x="407" y="297"/>
                  </a:lnTo>
                  <a:lnTo>
                    <a:pt x="408" y="300"/>
                  </a:lnTo>
                  <a:lnTo>
                    <a:pt x="411" y="303"/>
                  </a:lnTo>
                  <a:lnTo>
                    <a:pt x="409" y="304"/>
                  </a:lnTo>
                  <a:lnTo>
                    <a:pt x="411" y="305"/>
                  </a:lnTo>
                  <a:lnTo>
                    <a:pt x="412" y="311"/>
                  </a:lnTo>
                  <a:lnTo>
                    <a:pt x="417" y="317"/>
                  </a:lnTo>
                  <a:lnTo>
                    <a:pt x="421" y="318"/>
                  </a:lnTo>
                  <a:lnTo>
                    <a:pt x="423" y="320"/>
                  </a:lnTo>
                  <a:lnTo>
                    <a:pt x="424" y="320"/>
                  </a:lnTo>
                  <a:lnTo>
                    <a:pt x="428" y="324"/>
                  </a:lnTo>
                  <a:lnTo>
                    <a:pt x="428" y="325"/>
                  </a:lnTo>
                  <a:lnTo>
                    <a:pt x="426" y="325"/>
                  </a:lnTo>
                  <a:lnTo>
                    <a:pt x="426" y="328"/>
                  </a:lnTo>
                  <a:lnTo>
                    <a:pt x="425" y="330"/>
                  </a:lnTo>
                  <a:lnTo>
                    <a:pt x="428" y="336"/>
                  </a:lnTo>
                  <a:lnTo>
                    <a:pt x="430" y="338"/>
                  </a:lnTo>
                  <a:lnTo>
                    <a:pt x="430" y="342"/>
                  </a:lnTo>
                  <a:lnTo>
                    <a:pt x="428" y="343"/>
                  </a:lnTo>
                  <a:lnTo>
                    <a:pt x="428" y="345"/>
                  </a:lnTo>
                  <a:lnTo>
                    <a:pt x="426" y="346"/>
                  </a:lnTo>
                  <a:lnTo>
                    <a:pt x="428" y="349"/>
                  </a:lnTo>
                  <a:lnTo>
                    <a:pt x="428" y="353"/>
                  </a:lnTo>
                  <a:lnTo>
                    <a:pt x="425" y="354"/>
                  </a:lnTo>
                  <a:lnTo>
                    <a:pt x="425" y="355"/>
                  </a:lnTo>
                  <a:lnTo>
                    <a:pt x="428" y="355"/>
                  </a:lnTo>
                  <a:lnTo>
                    <a:pt x="428" y="357"/>
                  </a:lnTo>
                  <a:lnTo>
                    <a:pt x="425" y="358"/>
                  </a:lnTo>
                  <a:lnTo>
                    <a:pt x="425" y="363"/>
                  </a:lnTo>
                  <a:lnTo>
                    <a:pt x="424" y="365"/>
                  </a:lnTo>
                  <a:lnTo>
                    <a:pt x="421" y="363"/>
                  </a:lnTo>
                  <a:lnTo>
                    <a:pt x="421" y="365"/>
                  </a:lnTo>
                  <a:lnTo>
                    <a:pt x="423" y="367"/>
                  </a:lnTo>
                  <a:lnTo>
                    <a:pt x="424" y="370"/>
                  </a:lnTo>
                  <a:lnTo>
                    <a:pt x="421" y="370"/>
                  </a:lnTo>
                  <a:lnTo>
                    <a:pt x="419" y="372"/>
                  </a:lnTo>
                  <a:lnTo>
                    <a:pt x="415" y="372"/>
                  </a:lnTo>
                  <a:lnTo>
                    <a:pt x="412" y="371"/>
                  </a:lnTo>
                  <a:lnTo>
                    <a:pt x="416" y="368"/>
                  </a:lnTo>
                  <a:lnTo>
                    <a:pt x="416" y="367"/>
                  </a:lnTo>
                  <a:lnTo>
                    <a:pt x="413" y="367"/>
                  </a:lnTo>
                  <a:lnTo>
                    <a:pt x="413" y="368"/>
                  </a:lnTo>
                  <a:lnTo>
                    <a:pt x="411" y="368"/>
                  </a:lnTo>
                  <a:lnTo>
                    <a:pt x="405" y="366"/>
                  </a:lnTo>
                  <a:lnTo>
                    <a:pt x="405" y="367"/>
                  </a:lnTo>
                  <a:lnTo>
                    <a:pt x="397" y="368"/>
                  </a:lnTo>
                  <a:lnTo>
                    <a:pt x="395" y="368"/>
                  </a:lnTo>
                  <a:lnTo>
                    <a:pt x="392" y="371"/>
                  </a:lnTo>
                  <a:lnTo>
                    <a:pt x="395" y="372"/>
                  </a:lnTo>
                  <a:lnTo>
                    <a:pt x="395" y="372"/>
                  </a:lnTo>
                  <a:lnTo>
                    <a:pt x="396" y="371"/>
                  </a:lnTo>
                  <a:lnTo>
                    <a:pt x="400" y="370"/>
                  </a:lnTo>
                  <a:lnTo>
                    <a:pt x="401" y="372"/>
                  </a:lnTo>
                  <a:lnTo>
                    <a:pt x="404" y="375"/>
                  </a:lnTo>
                  <a:lnTo>
                    <a:pt x="413" y="376"/>
                  </a:lnTo>
                  <a:lnTo>
                    <a:pt x="417" y="378"/>
                  </a:lnTo>
                  <a:lnTo>
                    <a:pt x="421" y="376"/>
                  </a:lnTo>
                  <a:lnTo>
                    <a:pt x="425" y="376"/>
                  </a:lnTo>
                  <a:lnTo>
                    <a:pt x="426" y="378"/>
                  </a:lnTo>
                  <a:lnTo>
                    <a:pt x="430" y="379"/>
                  </a:lnTo>
                  <a:lnTo>
                    <a:pt x="434" y="378"/>
                  </a:lnTo>
                  <a:lnTo>
                    <a:pt x="434" y="375"/>
                  </a:lnTo>
                  <a:lnTo>
                    <a:pt x="433" y="372"/>
                  </a:lnTo>
                  <a:lnTo>
                    <a:pt x="433" y="370"/>
                  </a:lnTo>
                  <a:lnTo>
                    <a:pt x="434" y="368"/>
                  </a:lnTo>
                  <a:lnTo>
                    <a:pt x="437" y="367"/>
                  </a:lnTo>
                  <a:lnTo>
                    <a:pt x="437" y="366"/>
                  </a:lnTo>
                  <a:lnTo>
                    <a:pt x="440" y="362"/>
                  </a:lnTo>
                  <a:lnTo>
                    <a:pt x="441" y="359"/>
                  </a:lnTo>
                  <a:lnTo>
                    <a:pt x="442" y="354"/>
                  </a:lnTo>
                  <a:lnTo>
                    <a:pt x="441" y="351"/>
                  </a:lnTo>
                  <a:lnTo>
                    <a:pt x="441" y="347"/>
                  </a:lnTo>
                  <a:lnTo>
                    <a:pt x="445" y="341"/>
                  </a:lnTo>
                  <a:lnTo>
                    <a:pt x="445" y="338"/>
                  </a:lnTo>
                  <a:lnTo>
                    <a:pt x="441" y="329"/>
                  </a:lnTo>
                  <a:lnTo>
                    <a:pt x="437" y="326"/>
                  </a:lnTo>
                  <a:lnTo>
                    <a:pt x="436" y="325"/>
                  </a:lnTo>
                  <a:lnTo>
                    <a:pt x="434" y="318"/>
                  </a:lnTo>
                  <a:lnTo>
                    <a:pt x="438" y="315"/>
                  </a:lnTo>
                  <a:lnTo>
                    <a:pt x="441" y="312"/>
                  </a:lnTo>
                  <a:lnTo>
                    <a:pt x="444" y="312"/>
                  </a:lnTo>
                  <a:lnTo>
                    <a:pt x="449" y="307"/>
                  </a:lnTo>
                  <a:lnTo>
                    <a:pt x="451" y="307"/>
                  </a:lnTo>
                  <a:lnTo>
                    <a:pt x="455" y="311"/>
                  </a:lnTo>
                  <a:lnTo>
                    <a:pt x="455" y="313"/>
                  </a:lnTo>
                  <a:lnTo>
                    <a:pt x="459" y="316"/>
                  </a:lnTo>
                  <a:lnTo>
                    <a:pt x="461" y="317"/>
                  </a:lnTo>
                  <a:lnTo>
                    <a:pt x="461" y="317"/>
                  </a:lnTo>
                  <a:lnTo>
                    <a:pt x="465" y="321"/>
                  </a:lnTo>
                  <a:lnTo>
                    <a:pt x="463" y="324"/>
                  </a:lnTo>
                  <a:lnTo>
                    <a:pt x="466" y="325"/>
                  </a:lnTo>
                  <a:lnTo>
                    <a:pt x="466" y="328"/>
                  </a:lnTo>
                  <a:lnTo>
                    <a:pt x="469" y="330"/>
                  </a:lnTo>
                  <a:lnTo>
                    <a:pt x="469" y="334"/>
                  </a:lnTo>
                  <a:lnTo>
                    <a:pt x="469" y="334"/>
                  </a:lnTo>
                  <a:lnTo>
                    <a:pt x="470" y="337"/>
                  </a:lnTo>
                  <a:lnTo>
                    <a:pt x="473" y="338"/>
                  </a:lnTo>
                  <a:lnTo>
                    <a:pt x="475" y="340"/>
                  </a:lnTo>
                  <a:lnTo>
                    <a:pt x="479" y="340"/>
                  </a:lnTo>
                  <a:lnTo>
                    <a:pt x="480" y="338"/>
                  </a:lnTo>
                  <a:lnTo>
                    <a:pt x="484" y="338"/>
                  </a:lnTo>
                  <a:lnTo>
                    <a:pt x="486" y="337"/>
                  </a:lnTo>
                  <a:lnTo>
                    <a:pt x="487" y="336"/>
                  </a:lnTo>
                  <a:lnTo>
                    <a:pt x="486" y="336"/>
                  </a:lnTo>
                  <a:lnTo>
                    <a:pt x="483" y="336"/>
                  </a:lnTo>
                  <a:lnTo>
                    <a:pt x="482" y="334"/>
                  </a:lnTo>
                  <a:lnTo>
                    <a:pt x="480" y="337"/>
                  </a:lnTo>
                  <a:lnTo>
                    <a:pt x="477" y="337"/>
                  </a:lnTo>
                  <a:lnTo>
                    <a:pt x="475" y="336"/>
                  </a:lnTo>
                  <a:lnTo>
                    <a:pt x="473" y="336"/>
                  </a:lnTo>
                  <a:lnTo>
                    <a:pt x="471" y="333"/>
                  </a:lnTo>
                  <a:lnTo>
                    <a:pt x="473" y="332"/>
                  </a:lnTo>
                  <a:lnTo>
                    <a:pt x="470" y="330"/>
                  </a:lnTo>
                  <a:lnTo>
                    <a:pt x="469" y="326"/>
                  </a:lnTo>
                  <a:lnTo>
                    <a:pt x="469" y="322"/>
                  </a:lnTo>
                  <a:lnTo>
                    <a:pt x="471" y="322"/>
                  </a:lnTo>
                  <a:lnTo>
                    <a:pt x="474" y="321"/>
                  </a:lnTo>
                  <a:lnTo>
                    <a:pt x="471" y="320"/>
                  </a:lnTo>
                  <a:lnTo>
                    <a:pt x="471" y="317"/>
                  </a:lnTo>
                  <a:lnTo>
                    <a:pt x="470" y="317"/>
                  </a:lnTo>
                  <a:lnTo>
                    <a:pt x="470" y="315"/>
                  </a:lnTo>
                  <a:lnTo>
                    <a:pt x="466" y="313"/>
                  </a:lnTo>
                  <a:lnTo>
                    <a:pt x="466" y="311"/>
                  </a:lnTo>
                  <a:lnTo>
                    <a:pt x="463" y="308"/>
                  </a:lnTo>
                  <a:lnTo>
                    <a:pt x="459" y="308"/>
                  </a:lnTo>
                  <a:lnTo>
                    <a:pt x="453" y="305"/>
                  </a:lnTo>
                  <a:lnTo>
                    <a:pt x="451" y="303"/>
                  </a:lnTo>
                  <a:lnTo>
                    <a:pt x="449" y="304"/>
                  </a:lnTo>
                  <a:lnTo>
                    <a:pt x="445" y="301"/>
                  </a:lnTo>
                  <a:lnTo>
                    <a:pt x="444" y="301"/>
                  </a:lnTo>
                  <a:lnTo>
                    <a:pt x="440" y="301"/>
                  </a:lnTo>
                  <a:lnTo>
                    <a:pt x="437" y="304"/>
                  </a:lnTo>
                  <a:lnTo>
                    <a:pt x="437" y="307"/>
                  </a:lnTo>
                  <a:lnTo>
                    <a:pt x="434" y="308"/>
                  </a:lnTo>
                  <a:lnTo>
                    <a:pt x="430" y="307"/>
                  </a:lnTo>
                  <a:lnTo>
                    <a:pt x="428" y="309"/>
                  </a:lnTo>
                  <a:lnTo>
                    <a:pt x="424" y="308"/>
                  </a:lnTo>
                  <a:lnTo>
                    <a:pt x="423" y="307"/>
                  </a:lnTo>
                  <a:lnTo>
                    <a:pt x="423" y="304"/>
                  </a:lnTo>
                  <a:lnTo>
                    <a:pt x="423" y="301"/>
                  </a:lnTo>
                  <a:lnTo>
                    <a:pt x="419" y="296"/>
                  </a:lnTo>
                  <a:lnTo>
                    <a:pt x="417" y="293"/>
                  </a:lnTo>
                  <a:lnTo>
                    <a:pt x="417" y="288"/>
                  </a:lnTo>
                  <a:lnTo>
                    <a:pt x="415" y="284"/>
                  </a:lnTo>
                  <a:lnTo>
                    <a:pt x="415" y="282"/>
                  </a:lnTo>
                  <a:lnTo>
                    <a:pt x="416" y="274"/>
                  </a:lnTo>
                  <a:lnTo>
                    <a:pt x="413" y="268"/>
                  </a:lnTo>
                  <a:lnTo>
                    <a:pt x="411" y="266"/>
                  </a:lnTo>
                  <a:lnTo>
                    <a:pt x="408" y="266"/>
                  </a:lnTo>
                  <a:lnTo>
                    <a:pt x="407" y="263"/>
                  </a:lnTo>
                  <a:lnTo>
                    <a:pt x="401" y="258"/>
                  </a:lnTo>
                  <a:lnTo>
                    <a:pt x="397" y="255"/>
                  </a:lnTo>
                  <a:lnTo>
                    <a:pt x="396" y="253"/>
                  </a:lnTo>
                  <a:lnTo>
                    <a:pt x="399" y="247"/>
                  </a:lnTo>
                  <a:lnTo>
                    <a:pt x="397" y="245"/>
                  </a:lnTo>
                  <a:lnTo>
                    <a:pt x="396" y="242"/>
                  </a:lnTo>
                  <a:lnTo>
                    <a:pt x="396" y="241"/>
                  </a:lnTo>
                  <a:lnTo>
                    <a:pt x="399" y="238"/>
                  </a:lnTo>
                  <a:lnTo>
                    <a:pt x="403" y="234"/>
                  </a:lnTo>
                  <a:lnTo>
                    <a:pt x="404" y="229"/>
                  </a:lnTo>
                  <a:lnTo>
                    <a:pt x="401" y="222"/>
                  </a:lnTo>
                  <a:lnTo>
                    <a:pt x="397" y="213"/>
                  </a:lnTo>
                  <a:lnTo>
                    <a:pt x="399" y="212"/>
                  </a:lnTo>
                  <a:lnTo>
                    <a:pt x="401" y="215"/>
                  </a:lnTo>
                  <a:lnTo>
                    <a:pt x="403" y="217"/>
                  </a:lnTo>
                  <a:lnTo>
                    <a:pt x="404" y="218"/>
                  </a:lnTo>
                  <a:lnTo>
                    <a:pt x="405" y="220"/>
                  </a:lnTo>
                  <a:lnTo>
                    <a:pt x="405" y="224"/>
                  </a:lnTo>
                  <a:lnTo>
                    <a:pt x="408" y="225"/>
                  </a:lnTo>
                  <a:lnTo>
                    <a:pt x="408" y="230"/>
                  </a:lnTo>
                  <a:lnTo>
                    <a:pt x="409" y="234"/>
                  </a:lnTo>
                  <a:lnTo>
                    <a:pt x="408" y="237"/>
                  </a:lnTo>
                  <a:lnTo>
                    <a:pt x="409" y="240"/>
                  </a:lnTo>
                  <a:lnTo>
                    <a:pt x="413" y="242"/>
                  </a:lnTo>
                  <a:lnTo>
                    <a:pt x="413" y="245"/>
                  </a:lnTo>
                  <a:lnTo>
                    <a:pt x="416" y="246"/>
                  </a:lnTo>
                  <a:lnTo>
                    <a:pt x="416" y="249"/>
                  </a:lnTo>
                  <a:lnTo>
                    <a:pt x="413" y="250"/>
                  </a:lnTo>
                  <a:lnTo>
                    <a:pt x="415" y="251"/>
                  </a:lnTo>
                  <a:lnTo>
                    <a:pt x="417" y="251"/>
                  </a:lnTo>
                  <a:lnTo>
                    <a:pt x="421" y="253"/>
                  </a:lnTo>
                  <a:lnTo>
                    <a:pt x="425" y="253"/>
                  </a:lnTo>
                  <a:lnTo>
                    <a:pt x="428" y="251"/>
                  </a:lnTo>
                  <a:lnTo>
                    <a:pt x="429" y="254"/>
                  </a:lnTo>
                  <a:lnTo>
                    <a:pt x="430" y="255"/>
                  </a:lnTo>
                  <a:lnTo>
                    <a:pt x="432" y="253"/>
                  </a:lnTo>
                  <a:lnTo>
                    <a:pt x="436" y="253"/>
                  </a:lnTo>
                  <a:lnTo>
                    <a:pt x="437" y="251"/>
                  </a:lnTo>
                  <a:lnTo>
                    <a:pt x="440" y="251"/>
                  </a:lnTo>
                  <a:lnTo>
                    <a:pt x="442" y="255"/>
                  </a:lnTo>
                  <a:lnTo>
                    <a:pt x="445" y="255"/>
                  </a:lnTo>
                  <a:lnTo>
                    <a:pt x="448" y="258"/>
                  </a:lnTo>
                  <a:lnTo>
                    <a:pt x="453" y="257"/>
                  </a:lnTo>
                  <a:lnTo>
                    <a:pt x="454" y="254"/>
                  </a:lnTo>
                  <a:lnTo>
                    <a:pt x="453" y="255"/>
                  </a:lnTo>
                  <a:lnTo>
                    <a:pt x="448" y="255"/>
                  </a:lnTo>
                  <a:lnTo>
                    <a:pt x="448" y="253"/>
                  </a:lnTo>
                  <a:lnTo>
                    <a:pt x="445" y="253"/>
                  </a:lnTo>
                  <a:lnTo>
                    <a:pt x="444" y="249"/>
                  </a:lnTo>
                  <a:lnTo>
                    <a:pt x="440" y="249"/>
                  </a:lnTo>
                  <a:lnTo>
                    <a:pt x="440" y="247"/>
                  </a:lnTo>
                  <a:lnTo>
                    <a:pt x="438" y="247"/>
                  </a:lnTo>
                  <a:lnTo>
                    <a:pt x="437" y="249"/>
                  </a:lnTo>
                  <a:lnTo>
                    <a:pt x="432" y="249"/>
                  </a:lnTo>
                  <a:lnTo>
                    <a:pt x="429" y="246"/>
                  </a:lnTo>
                  <a:lnTo>
                    <a:pt x="425" y="246"/>
                  </a:lnTo>
                  <a:lnTo>
                    <a:pt x="421" y="242"/>
                  </a:lnTo>
                  <a:lnTo>
                    <a:pt x="420" y="240"/>
                  </a:lnTo>
                  <a:lnTo>
                    <a:pt x="419" y="240"/>
                  </a:lnTo>
                  <a:lnTo>
                    <a:pt x="415" y="234"/>
                  </a:lnTo>
                  <a:lnTo>
                    <a:pt x="417" y="233"/>
                  </a:lnTo>
                  <a:lnTo>
                    <a:pt x="419" y="232"/>
                  </a:lnTo>
                  <a:lnTo>
                    <a:pt x="421" y="230"/>
                  </a:lnTo>
                  <a:lnTo>
                    <a:pt x="423" y="230"/>
                  </a:lnTo>
                  <a:lnTo>
                    <a:pt x="426" y="233"/>
                  </a:lnTo>
                  <a:lnTo>
                    <a:pt x="432" y="236"/>
                  </a:lnTo>
                  <a:lnTo>
                    <a:pt x="434" y="236"/>
                  </a:lnTo>
                  <a:lnTo>
                    <a:pt x="437" y="230"/>
                  </a:lnTo>
                  <a:lnTo>
                    <a:pt x="436" y="226"/>
                  </a:lnTo>
                  <a:lnTo>
                    <a:pt x="430" y="225"/>
                  </a:lnTo>
                  <a:lnTo>
                    <a:pt x="426" y="228"/>
                  </a:lnTo>
                  <a:lnTo>
                    <a:pt x="425" y="225"/>
                  </a:lnTo>
                  <a:lnTo>
                    <a:pt x="426" y="224"/>
                  </a:lnTo>
                  <a:lnTo>
                    <a:pt x="428" y="225"/>
                  </a:lnTo>
                  <a:lnTo>
                    <a:pt x="429" y="224"/>
                  </a:lnTo>
                  <a:lnTo>
                    <a:pt x="429" y="221"/>
                  </a:lnTo>
                  <a:lnTo>
                    <a:pt x="432" y="217"/>
                  </a:lnTo>
                  <a:lnTo>
                    <a:pt x="434" y="216"/>
                  </a:lnTo>
                  <a:lnTo>
                    <a:pt x="437" y="216"/>
                  </a:lnTo>
                  <a:lnTo>
                    <a:pt x="445" y="216"/>
                  </a:lnTo>
                  <a:lnTo>
                    <a:pt x="448" y="220"/>
                  </a:lnTo>
                  <a:lnTo>
                    <a:pt x="451" y="221"/>
                  </a:lnTo>
                  <a:lnTo>
                    <a:pt x="458" y="222"/>
                  </a:lnTo>
                  <a:lnTo>
                    <a:pt x="458" y="225"/>
                  </a:lnTo>
                  <a:lnTo>
                    <a:pt x="461" y="226"/>
                  </a:lnTo>
                  <a:lnTo>
                    <a:pt x="466" y="230"/>
                  </a:lnTo>
                  <a:lnTo>
                    <a:pt x="470" y="232"/>
                  </a:lnTo>
                  <a:lnTo>
                    <a:pt x="475" y="230"/>
                  </a:lnTo>
                  <a:lnTo>
                    <a:pt x="480" y="228"/>
                  </a:lnTo>
                  <a:lnTo>
                    <a:pt x="483" y="229"/>
                  </a:lnTo>
                  <a:lnTo>
                    <a:pt x="483" y="229"/>
                  </a:lnTo>
                  <a:lnTo>
                    <a:pt x="486" y="229"/>
                  </a:lnTo>
                  <a:lnTo>
                    <a:pt x="486" y="233"/>
                  </a:lnTo>
                  <a:lnTo>
                    <a:pt x="486" y="236"/>
                  </a:lnTo>
                  <a:lnTo>
                    <a:pt x="486" y="237"/>
                  </a:lnTo>
                  <a:lnTo>
                    <a:pt x="483" y="240"/>
                  </a:lnTo>
                  <a:lnTo>
                    <a:pt x="482" y="242"/>
                  </a:lnTo>
                  <a:lnTo>
                    <a:pt x="484" y="245"/>
                  </a:lnTo>
                  <a:lnTo>
                    <a:pt x="484" y="249"/>
                  </a:lnTo>
                  <a:lnTo>
                    <a:pt x="488" y="253"/>
                  </a:lnTo>
                  <a:lnTo>
                    <a:pt x="488" y="255"/>
                  </a:lnTo>
                  <a:lnTo>
                    <a:pt x="487" y="257"/>
                  </a:lnTo>
                  <a:lnTo>
                    <a:pt x="487" y="265"/>
                  </a:lnTo>
                  <a:lnTo>
                    <a:pt x="490" y="265"/>
                  </a:lnTo>
                  <a:lnTo>
                    <a:pt x="490" y="262"/>
                  </a:lnTo>
                  <a:lnTo>
                    <a:pt x="490" y="261"/>
                  </a:lnTo>
                  <a:lnTo>
                    <a:pt x="491" y="258"/>
                  </a:lnTo>
                  <a:lnTo>
                    <a:pt x="490" y="255"/>
                  </a:lnTo>
                  <a:lnTo>
                    <a:pt x="492" y="254"/>
                  </a:lnTo>
                  <a:lnTo>
                    <a:pt x="494" y="251"/>
                  </a:lnTo>
                  <a:lnTo>
                    <a:pt x="495" y="253"/>
                  </a:lnTo>
                  <a:lnTo>
                    <a:pt x="496" y="257"/>
                  </a:lnTo>
                  <a:lnTo>
                    <a:pt x="498" y="262"/>
                  </a:lnTo>
                  <a:lnTo>
                    <a:pt x="498" y="263"/>
                  </a:lnTo>
                  <a:lnTo>
                    <a:pt x="496" y="265"/>
                  </a:lnTo>
                  <a:lnTo>
                    <a:pt x="496" y="267"/>
                  </a:lnTo>
                  <a:lnTo>
                    <a:pt x="495" y="268"/>
                  </a:lnTo>
                  <a:lnTo>
                    <a:pt x="499" y="271"/>
                  </a:lnTo>
                  <a:lnTo>
                    <a:pt x="503" y="271"/>
                  </a:lnTo>
                  <a:lnTo>
                    <a:pt x="507" y="272"/>
                  </a:lnTo>
                  <a:lnTo>
                    <a:pt x="509" y="275"/>
                  </a:lnTo>
                  <a:lnTo>
                    <a:pt x="508" y="278"/>
                  </a:lnTo>
                  <a:lnTo>
                    <a:pt x="511" y="279"/>
                  </a:lnTo>
                  <a:lnTo>
                    <a:pt x="516" y="279"/>
                  </a:lnTo>
                  <a:lnTo>
                    <a:pt x="521" y="284"/>
                  </a:lnTo>
                  <a:lnTo>
                    <a:pt x="520" y="283"/>
                  </a:lnTo>
                  <a:lnTo>
                    <a:pt x="520" y="279"/>
                  </a:lnTo>
                  <a:lnTo>
                    <a:pt x="524" y="275"/>
                  </a:lnTo>
                  <a:lnTo>
                    <a:pt x="527" y="275"/>
                  </a:lnTo>
                  <a:lnTo>
                    <a:pt x="532" y="279"/>
                  </a:lnTo>
                  <a:lnTo>
                    <a:pt x="536" y="279"/>
                  </a:lnTo>
                  <a:lnTo>
                    <a:pt x="537" y="282"/>
                  </a:lnTo>
                  <a:lnTo>
                    <a:pt x="538" y="287"/>
                  </a:lnTo>
                  <a:lnTo>
                    <a:pt x="538" y="282"/>
                  </a:lnTo>
                  <a:lnTo>
                    <a:pt x="537" y="279"/>
                  </a:lnTo>
                  <a:lnTo>
                    <a:pt x="534" y="279"/>
                  </a:lnTo>
                  <a:lnTo>
                    <a:pt x="530" y="278"/>
                  </a:lnTo>
                  <a:lnTo>
                    <a:pt x="527" y="274"/>
                  </a:lnTo>
                  <a:lnTo>
                    <a:pt x="523" y="275"/>
                  </a:lnTo>
                  <a:lnTo>
                    <a:pt x="519" y="278"/>
                  </a:lnTo>
                  <a:lnTo>
                    <a:pt x="517" y="278"/>
                  </a:lnTo>
                  <a:lnTo>
                    <a:pt x="516" y="278"/>
                  </a:lnTo>
                  <a:lnTo>
                    <a:pt x="512" y="276"/>
                  </a:lnTo>
                  <a:lnTo>
                    <a:pt x="508" y="271"/>
                  </a:lnTo>
                  <a:lnTo>
                    <a:pt x="505" y="270"/>
                  </a:lnTo>
                  <a:lnTo>
                    <a:pt x="502" y="270"/>
                  </a:lnTo>
                  <a:lnTo>
                    <a:pt x="499" y="266"/>
                  </a:lnTo>
                  <a:lnTo>
                    <a:pt x="502" y="267"/>
                  </a:lnTo>
                  <a:lnTo>
                    <a:pt x="503" y="266"/>
                  </a:lnTo>
                  <a:lnTo>
                    <a:pt x="505" y="261"/>
                  </a:lnTo>
                  <a:lnTo>
                    <a:pt x="504" y="259"/>
                  </a:lnTo>
                  <a:lnTo>
                    <a:pt x="502" y="255"/>
                  </a:lnTo>
                  <a:lnTo>
                    <a:pt x="500" y="250"/>
                  </a:lnTo>
                  <a:lnTo>
                    <a:pt x="496" y="245"/>
                  </a:lnTo>
                  <a:lnTo>
                    <a:pt x="494" y="243"/>
                  </a:lnTo>
                  <a:lnTo>
                    <a:pt x="491" y="241"/>
                  </a:lnTo>
                  <a:lnTo>
                    <a:pt x="492" y="238"/>
                  </a:lnTo>
                  <a:lnTo>
                    <a:pt x="491" y="236"/>
                  </a:lnTo>
                  <a:lnTo>
                    <a:pt x="491" y="229"/>
                  </a:lnTo>
                  <a:lnTo>
                    <a:pt x="488" y="226"/>
                  </a:lnTo>
                  <a:lnTo>
                    <a:pt x="487" y="226"/>
                  </a:lnTo>
                  <a:lnTo>
                    <a:pt x="482" y="224"/>
                  </a:lnTo>
                  <a:lnTo>
                    <a:pt x="477" y="224"/>
                  </a:lnTo>
                  <a:lnTo>
                    <a:pt x="474" y="220"/>
                  </a:lnTo>
                  <a:lnTo>
                    <a:pt x="471" y="218"/>
                  </a:lnTo>
                  <a:lnTo>
                    <a:pt x="471" y="215"/>
                  </a:lnTo>
                  <a:lnTo>
                    <a:pt x="470" y="213"/>
                  </a:lnTo>
                  <a:lnTo>
                    <a:pt x="470" y="212"/>
                  </a:lnTo>
                  <a:lnTo>
                    <a:pt x="467" y="213"/>
                  </a:lnTo>
                  <a:lnTo>
                    <a:pt x="458" y="213"/>
                  </a:lnTo>
                  <a:lnTo>
                    <a:pt x="455" y="213"/>
                  </a:lnTo>
                  <a:lnTo>
                    <a:pt x="453" y="211"/>
                  </a:lnTo>
                  <a:lnTo>
                    <a:pt x="451" y="208"/>
                  </a:lnTo>
                  <a:lnTo>
                    <a:pt x="451" y="208"/>
                  </a:lnTo>
                  <a:lnTo>
                    <a:pt x="450" y="205"/>
                  </a:lnTo>
                  <a:lnTo>
                    <a:pt x="450" y="201"/>
                  </a:lnTo>
                  <a:lnTo>
                    <a:pt x="448" y="196"/>
                  </a:lnTo>
                  <a:lnTo>
                    <a:pt x="444" y="193"/>
                  </a:lnTo>
                  <a:lnTo>
                    <a:pt x="444" y="192"/>
                  </a:lnTo>
                  <a:lnTo>
                    <a:pt x="444" y="191"/>
                  </a:lnTo>
                  <a:lnTo>
                    <a:pt x="441" y="190"/>
                  </a:lnTo>
                  <a:lnTo>
                    <a:pt x="440" y="188"/>
                  </a:lnTo>
                  <a:lnTo>
                    <a:pt x="441" y="186"/>
                  </a:lnTo>
                  <a:lnTo>
                    <a:pt x="441" y="183"/>
                  </a:lnTo>
                  <a:lnTo>
                    <a:pt x="438" y="182"/>
                  </a:lnTo>
                  <a:lnTo>
                    <a:pt x="440" y="180"/>
                  </a:lnTo>
                  <a:lnTo>
                    <a:pt x="444" y="180"/>
                  </a:lnTo>
                  <a:lnTo>
                    <a:pt x="446" y="176"/>
                  </a:lnTo>
                  <a:lnTo>
                    <a:pt x="449" y="176"/>
                  </a:lnTo>
                  <a:lnTo>
                    <a:pt x="455" y="175"/>
                  </a:lnTo>
                  <a:lnTo>
                    <a:pt x="465" y="172"/>
                  </a:lnTo>
                  <a:lnTo>
                    <a:pt x="467" y="170"/>
                  </a:lnTo>
                  <a:lnTo>
                    <a:pt x="471" y="168"/>
                  </a:lnTo>
                  <a:lnTo>
                    <a:pt x="473" y="170"/>
                  </a:lnTo>
                  <a:lnTo>
                    <a:pt x="477" y="168"/>
                  </a:lnTo>
                  <a:lnTo>
                    <a:pt x="478" y="166"/>
                  </a:lnTo>
                  <a:lnTo>
                    <a:pt x="482" y="165"/>
                  </a:lnTo>
                  <a:lnTo>
                    <a:pt x="490" y="161"/>
                  </a:lnTo>
                  <a:lnTo>
                    <a:pt x="491" y="162"/>
                  </a:lnTo>
                  <a:lnTo>
                    <a:pt x="490" y="165"/>
                  </a:lnTo>
                  <a:lnTo>
                    <a:pt x="490" y="166"/>
                  </a:lnTo>
                  <a:lnTo>
                    <a:pt x="488" y="167"/>
                  </a:lnTo>
                  <a:lnTo>
                    <a:pt x="486" y="172"/>
                  </a:lnTo>
                  <a:lnTo>
                    <a:pt x="486" y="174"/>
                  </a:lnTo>
                  <a:lnTo>
                    <a:pt x="491" y="178"/>
                  </a:lnTo>
                  <a:lnTo>
                    <a:pt x="495" y="178"/>
                  </a:lnTo>
                  <a:lnTo>
                    <a:pt x="492" y="178"/>
                  </a:lnTo>
                  <a:lnTo>
                    <a:pt x="488" y="172"/>
                  </a:lnTo>
                  <a:lnTo>
                    <a:pt x="488" y="171"/>
                  </a:lnTo>
                  <a:lnTo>
                    <a:pt x="490" y="168"/>
                  </a:lnTo>
                  <a:lnTo>
                    <a:pt x="495" y="166"/>
                  </a:lnTo>
                  <a:lnTo>
                    <a:pt x="496" y="162"/>
                  </a:lnTo>
                  <a:lnTo>
                    <a:pt x="495" y="158"/>
                  </a:lnTo>
                  <a:lnTo>
                    <a:pt x="492" y="158"/>
                  </a:lnTo>
                  <a:lnTo>
                    <a:pt x="488" y="155"/>
                  </a:lnTo>
                  <a:lnTo>
                    <a:pt x="490" y="154"/>
                  </a:lnTo>
                  <a:lnTo>
                    <a:pt x="486" y="154"/>
                  </a:lnTo>
                  <a:lnTo>
                    <a:pt x="484" y="155"/>
                  </a:lnTo>
                  <a:lnTo>
                    <a:pt x="483" y="154"/>
                  </a:lnTo>
                  <a:lnTo>
                    <a:pt x="482" y="150"/>
                  </a:lnTo>
                  <a:lnTo>
                    <a:pt x="478" y="151"/>
                  </a:lnTo>
                  <a:lnTo>
                    <a:pt x="477" y="151"/>
                  </a:lnTo>
                  <a:lnTo>
                    <a:pt x="473" y="149"/>
                  </a:lnTo>
                  <a:lnTo>
                    <a:pt x="474" y="147"/>
                  </a:lnTo>
                  <a:lnTo>
                    <a:pt x="475" y="146"/>
                  </a:lnTo>
                  <a:lnTo>
                    <a:pt x="477" y="145"/>
                  </a:lnTo>
                  <a:lnTo>
                    <a:pt x="478" y="147"/>
                  </a:lnTo>
                  <a:lnTo>
                    <a:pt x="480" y="147"/>
                  </a:lnTo>
                  <a:lnTo>
                    <a:pt x="483" y="146"/>
                  </a:lnTo>
                  <a:lnTo>
                    <a:pt x="483" y="145"/>
                  </a:lnTo>
                  <a:lnTo>
                    <a:pt x="482" y="145"/>
                  </a:lnTo>
                  <a:lnTo>
                    <a:pt x="479" y="146"/>
                  </a:lnTo>
                  <a:lnTo>
                    <a:pt x="477" y="143"/>
                  </a:lnTo>
                  <a:lnTo>
                    <a:pt x="477" y="141"/>
                  </a:lnTo>
                  <a:lnTo>
                    <a:pt x="474" y="141"/>
                  </a:lnTo>
                  <a:lnTo>
                    <a:pt x="470" y="140"/>
                  </a:lnTo>
                  <a:lnTo>
                    <a:pt x="467" y="141"/>
                  </a:lnTo>
                  <a:lnTo>
                    <a:pt x="466" y="138"/>
                  </a:lnTo>
                  <a:lnTo>
                    <a:pt x="467" y="137"/>
                  </a:lnTo>
                  <a:lnTo>
                    <a:pt x="467" y="134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3"/>
                  </a:lnTo>
                  <a:lnTo>
                    <a:pt x="470" y="137"/>
                  </a:lnTo>
                  <a:lnTo>
                    <a:pt x="473" y="136"/>
                  </a:lnTo>
                  <a:lnTo>
                    <a:pt x="475" y="140"/>
                  </a:lnTo>
                  <a:lnTo>
                    <a:pt x="475" y="137"/>
                  </a:lnTo>
                  <a:lnTo>
                    <a:pt x="475" y="136"/>
                  </a:lnTo>
                  <a:lnTo>
                    <a:pt x="478" y="134"/>
                  </a:lnTo>
                  <a:lnTo>
                    <a:pt x="478" y="129"/>
                  </a:lnTo>
                  <a:lnTo>
                    <a:pt x="477" y="128"/>
                  </a:lnTo>
                  <a:lnTo>
                    <a:pt x="477" y="126"/>
                  </a:lnTo>
                  <a:lnTo>
                    <a:pt x="479" y="128"/>
                  </a:lnTo>
                  <a:lnTo>
                    <a:pt x="480" y="125"/>
                  </a:lnTo>
                  <a:lnTo>
                    <a:pt x="475" y="124"/>
                  </a:lnTo>
                  <a:lnTo>
                    <a:pt x="474" y="126"/>
                  </a:lnTo>
                  <a:lnTo>
                    <a:pt x="471" y="126"/>
                  </a:lnTo>
                  <a:lnTo>
                    <a:pt x="471" y="124"/>
                  </a:lnTo>
                  <a:lnTo>
                    <a:pt x="474" y="121"/>
                  </a:lnTo>
                  <a:lnTo>
                    <a:pt x="478" y="121"/>
                  </a:lnTo>
                  <a:lnTo>
                    <a:pt x="480" y="120"/>
                  </a:lnTo>
                  <a:lnTo>
                    <a:pt x="480" y="118"/>
                  </a:lnTo>
                  <a:lnTo>
                    <a:pt x="483" y="116"/>
                  </a:lnTo>
                  <a:lnTo>
                    <a:pt x="483" y="113"/>
                  </a:lnTo>
                  <a:lnTo>
                    <a:pt x="483" y="112"/>
                  </a:lnTo>
                  <a:lnTo>
                    <a:pt x="483" y="112"/>
                  </a:lnTo>
                  <a:lnTo>
                    <a:pt x="486" y="108"/>
                  </a:lnTo>
                  <a:lnTo>
                    <a:pt x="487" y="108"/>
                  </a:lnTo>
                  <a:lnTo>
                    <a:pt x="487" y="109"/>
                  </a:lnTo>
                  <a:lnTo>
                    <a:pt x="488" y="109"/>
                  </a:lnTo>
                  <a:lnTo>
                    <a:pt x="490" y="107"/>
                  </a:lnTo>
                  <a:lnTo>
                    <a:pt x="491" y="107"/>
                  </a:lnTo>
                  <a:lnTo>
                    <a:pt x="490" y="105"/>
                  </a:lnTo>
                  <a:lnTo>
                    <a:pt x="490" y="104"/>
                  </a:lnTo>
                  <a:lnTo>
                    <a:pt x="494" y="103"/>
                  </a:lnTo>
                  <a:lnTo>
                    <a:pt x="495" y="101"/>
                  </a:lnTo>
                  <a:lnTo>
                    <a:pt x="495" y="100"/>
                  </a:lnTo>
                  <a:lnTo>
                    <a:pt x="496" y="100"/>
                  </a:lnTo>
                  <a:lnTo>
                    <a:pt x="499" y="100"/>
                  </a:lnTo>
                  <a:lnTo>
                    <a:pt x="503" y="100"/>
                  </a:lnTo>
                  <a:lnTo>
                    <a:pt x="502" y="97"/>
                  </a:lnTo>
                  <a:lnTo>
                    <a:pt x="502" y="96"/>
                  </a:lnTo>
                  <a:lnTo>
                    <a:pt x="507" y="95"/>
                  </a:lnTo>
                  <a:lnTo>
                    <a:pt x="509" y="93"/>
                  </a:lnTo>
                  <a:lnTo>
                    <a:pt x="511" y="91"/>
                  </a:lnTo>
                  <a:lnTo>
                    <a:pt x="517" y="88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3" y="88"/>
                  </a:lnTo>
                  <a:lnTo>
                    <a:pt x="512" y="87"/>
                  </a:lnTo>
                  <a:lnTo>
                    <a:pt x="509" y="90"/>
                  </a:lnTo>
                  <a:lnTo>
                    <a:pt x="507" y="88"/>
                  </a:lnTo>
                  <a:lnTo>
                    <a:pt x="507" y="83"/>
                  </a:lnTo>
                  <a:lnTo>
                    <a:pt x="509" y="82"/>
                  </a:lnTo>
                  <a:lnTo>
                    <a:pt x="509" y="80"/>
                  </a:lnTo>
                  <a:lnTo>
                    <a:pt x="511" y="80"/>
                  </a:lnTo>
                  <a:lnTo>
                    <a:pt x="511" y="82"/>
                  </a:lnTo>
                  <a:lnTo>
                    <a:pt x="512" y="82"/>
                  </a:lnTo>
                  <a:lnTo>
                    <a:pt x="513" y="80"/>
                  </a:lnTo>
                  <a:lnTo>
                    <a:pt x="511" y="78"/>
                  </a:lnTo>
                  <a:lnTo>
                    <a:pt x="513" y="78"/>
                  </a:lnTo>
                  <a:lnTo>
                    <a:pt x="516" y="79"/>
                  </a:lnTo>
                  <a:lnTo>
                    <a:pt x="519" y="79"/>
                  </a:lnTo>
                  <a:lnTo>
                    <a:pt x="521" y="76"/>
                  </a:lnTo>
                  <a:lnTo>
                    <a:pt x="524" y="78"/>
                  </a:lnTo>
                  <a:lnTo>
                    <a:pt x="530" y="75"/>
                  </a:lnTo>
                  <a:lnTo>
                    <a:pt x="533" y="75"/>
                  </a:lnTo>
                  <a:lnTo>
                    <a:pt x="533" y="78"/>
                  </a:lnTo>
                  <a:lnTo>
                    <a:pt x="532" y="83"/>
                  </a:lnTo>
                  <a:lnTo>
                    <a:pt x="532" y="84"/>
                  </a:lnTo>
                  <a:lnTo>
                    <a:pt x="533" y="86"/>
                  </a:lnTo>
                  <a:lnTo>
                    <a:pt x="534" y="83"/>
                  </a:lnTo>
                  <a:lnTo>
                    <a:pt x="537" y="79"/>
                  </a:lnTo>
                  <a:lnTo>
                    <a:pt x="536" y="76"/>
                  </a:lnTo>
                  <a:lnTo>
                    <a:pt x="537" y="76"/>
                  </a:lnTo>
                  <a:lnTo>
                    <a:pt x="538" y="78"/>
                  </a:lnTo>
                  <a:lnTo>
                    <a:pt x="540" y="82"/>
                  </a:lnTo>
                  <a:lnTo>
                    <a:pt x="541" y="82"/>
                  </a:lnTo>
                  <a:lnTo>
                    <a:pt x="542" y="79"/>
                  </a:lnTo>
                  <a:lnTo>
                    <a:pt x="541" y="76"/>
                  </a:lnTo>
                  <a:lnTo>
                    <a:pt x="542" y="75"/>
                  </a:lnTo>
                  <a:lnTo>
                    <a:pt x="544" y="75"/>
                  </a:lnTo>
                  <a:lnTo>
                    <a:pt x="544" y="78"/>
                  </a:lnTo>
                  <a:lnTo>
                    <a:pt x="548" y="75"/>
                  </a:lnTo>
                  <a:lnTo>
                    <a:pt x="548" y="74"/>
                  </a:lnTo>
                  <a:lnTo>
                    <a:pt x="546" y="72"/>
                  </a:lnTo>
                  <a:lnTo>
                    <a:pt x="549" y="72"/>
                  </a:lnTo>
                  <a:lnTo>
                    <a:pt x="550" y="71"/>
                  </a:lnTo>
                  <a:lnTo>
                    <a:pt x="548" y="70"/>
                  </a:lnTo>
                  <a:lnTo>
                    <a:pt x="550" y="67"/>
                  </a:lnTo>
                  <a:lnTo>
                    <a:pt x="554" y="67"/>
                  </a:lnTo>
                  <a:lnTo>
                    <a:pt x="556" y="66"/>
                  </a:lnTo>
                  <a:lnTo>
                    <a:pt x="557" y="66"/>
                  </a:lnTo>
                  <a:lnTo>
                    <a:pt x="557" y="67"/>
                  </a:lnTo>
                  <a:lnTo>
                    <a:pt x="558" y="68"/>
                  </a:lnTo>
                  <a:lnTo>
                    <a:pt x="562" y="68"/>
                  </a:lnTo>
                  <a:lnTo>
                    <a:pt x="562" y="72"/>
                  </a:lnTo>
                  <a:lnTo>
                    <a:pt x="563" y="74"/>
                  </a:lnTo>
                  <a:lnTo>
                    <a:pt x="561" y="79"/>
                  </a:lnTo>
                  <a:lnTo>
                    <a:pt x="565" y="78"/>
                  </a:lnTo>
                  <a:lnTo>
                    <a:pt x="567" y="72"/>
                  </a:lnTo>
                  <a:lnTo>
                    <a:pt x="565" y="67"/>
                  </a:lnTo>
                  <a:lnTo>
                    <a:pt x="561" y="66"/>
                  </a:lnTo>
                  <a:lnTo>
                    <a:pt x="559" y="63"/>
                  </a:lnTo>
                  <a:lnTo>
                    <a:pt x="557" y="65"/>
                  </a:lnTo>
                  <a:lnTo>
                    <a:pt x="556" y="63"/>
                  </a:lnTo>
                  <a:lnTo>
                    <a:pt x="553" y="63"/>
                  </a:lnTo>
                  <a:lnTo>
                    <a:pt x="552" y="62"/>
                  </a:lnTo>
                  <a:lnTo>
                    <a:pt x="549" y="61"/>
                  </a:lnTo>
                  <a:lnTo>
                    <a:pt x="549" y="61"/>
                  </a:lnTo>
                  <a:lnTo>
                    <a:pt x="550" y="58"/>
                  </a:lnTo>
                  <a:lnTo>
                    <a:pt x="556" y="58"/>
                  </a:lnTo>
                  <a:lnTo>
                    <a:pt x="557" y="57"/>
                  </a:lnTo>
                  <a:lnTo>
                    <a:pt x="559" y="57"/>
                  </a:lnTo>
                  <a:lnTo>
                    <a:pt x="562" y="57"/>
                  </a:lnTo>
                  <a:lnTo>
                    <a:pt x="563" y="55"/>
                  </a:lnTo>
                  <a:lnTo>
                    <a:pt x="566" y="57"/>
                  </a:lnTo>
                  <a:lnTo>
                    <a:pt x="571" y="55"/>
                  </a:lnTo>
                  <a:lnTo>
                    <a:pt x="574" y="57"/>
                  </a:lnTo>
                  <a:lnTo>
                    <a:pt x="575" y="55"/>
                  </a:lnTo>
                  <a:lnTo>
                    <a:pt x="578" y="57"/>
                  </a:lnTo>
                  <a:lnTo>
                    <a:pt x="579" y="55"/>
                  </a:lnTo>
                  <a:lnTo>
                    <a:pt x="579" y="54"/>
                  </a:lnTo>
                  <a:lnTo>
                    <a:pt x="575" y="53"/>
                  </a:lnTo>
                  <a:lnTo>
                    <a:pt x="571" y="51"/>
                  </a:lnTo>
                  <a:lnTo>
                    <a:pt x="569" y="53"/>
                  </a:lnTo>
                  <a:lnTo>
                    <a:pt x="563" y="53"/>
                  </a:lnTo>
                  <a:lnTo>
                    <a:pt x="563" y="51"/>
                  </a:lnTo>
                  <a:lnTo>
                    <a:pt x="563" y="47"/>
                  </a:lnTo>
                  <a:lnTo>
                    <a:pt x="566" y="46"/>
                  </a:lnTo>
                  <a:lnTo>
                    <a:pt x="563" y="45"/>
                  </a:lnTo>
                  <a:lnTo>
                    <a:pt x="561" y="41"/>
                  </a:lnTo>
                  <a:lnTo>
                    <a:pt x="558" y="42"/>
                  </a:lnTo>
                  <a:lnTo>
                    <a:pt x="556" y="38"/>
                  </a:lnTo>
                  <a:lnTo>
                    <a:pt x="556" y="36"/>
                  </a:lnTo>
                  <a:lnTo>
                    <a:pt x="558" y="36"/>
                  </a:lnTo>
                  <a:lnTo>
                    <a:pt x="558" y="33"/>
                  </a:lnTo>
                  <a:lnTo>
                    <a:pt x="554" y="30"/>
                  </a:lnTo>
                  <a:lnTo>
                    <a:pt x="556" y="20"/>
                  </a:lnTo>
                  <a:lnTo>
                    <a:pt x="558" y="17"/>
                  </a:lnTo>
                  <a:lnTo>
                    <a:pt x="557" y="13"/>
                  </a:lnTo>
                  <a:lnTo>
                    <a:pt x="557" y="9"/>
                  </a:lnTo>
                  <a:lnTo>
                    <a:pt x="559" y="8"/>
                  </a:lnTo>
                  <a:lnTo>
                    <a:pt x="558" y="5"/>
                  </a:lnTo>
                  <a:lnTo>
                    <a:pt x="559" y="4"/>
                  </a:lnTo>
                  <a:lnTo>
                    <a:pt x="561" y="3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1" name="Freeform 342">
              <a:extLst>
                <a:ext uri="{FF2B5EF4-FFF2-40B4-BE49-F238E27FC236}">
                  <a16:creationId xmlns:a16="http://schemas.microsoft.com/office/drawing/2014/main" id="{C502DFE5-8C09-4B5E-A14C-4CE3725C14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90627" y="729163"/>
              <a:ext cx="6999893" cy="5168313"/>
            </a:xfrm>
            <a:custGeom>
              <a:avLst/>
              <a:gdLst>
                <a:gd name="T0" fmla="*/ 578 w 772"/>
                <a:gd name="T1" fmla="*/ 566 h 570"/>
                <a:gd name="T2" fmla="*/ 573 w 772"/>
                <a:gd name="T3" fmla="*/ 547 h 570"/>
                <a:gd name="T4" fmla="*/ 658 w 772"/>
                <a:gd name="T5" fmla="*/ 497 h 570"/>
                <a:gd name="T6" fmla="*/ 708 w 772"/>
                <a:gd name="T7" fmla="*/ 488 h 570"/>
                <a:gd name="T8" fmla="*/ 702 w 772"/>
                <a:gd name="T9" fmla="*/ 514 h 570"/>
                <a:gd name="T10" fmla="*/ 697 w 772"/>
                <a:gd name="T11" fmla="*/ 483 h 570"/>
                <a:gd name="T12" fmla="*/ 701 w 772"/>
                <a:gd name="T13" fmla="*/ 400 h 570"/>
                <a:gd name="T14" fmla="*/ 687 w 772"/>
                <a:gd name="T15" fmla="*/ 378 h 570"/>
                <a:gd name="T16" fmla="*/ 627 w 772"/>
                <a:gd name="T17" fmla="*/ 2 h 570"/>
                <a:gd name="T18" fmla="*/ 639 w 772"/>
                <a:gd name="T19" fmla="*/ 10 h 570"/>
                <a:gd name="T20" fmla="*/ 649 w 772"/>
                <a:gd name="T21" fmla="*/ 25 h 570"/>
                <a:gd name="T22" fmla="*/ 668 w 772"/>
                <a:gd name="T23" fmla="*/ 47 h 570"/>
                <a:gd name="T24" fmla="*/ 683 w 772"/>
                <a:gd name="T25" fmla="*/ 67 h 570"/>
                <a:gd name="T26" fmla="*/ 699 w 772"/>
                <a:gd name="T27" fmla="*/ 68 h 570"/>
                <a:gd name="T28" fmla="*/ 715 w 772"/>
                <a:gd name="T29" fmla="*/ 80 h 570"/>
                <a:gd name="T30" fmla="*/ 722 w 772"/>
                <a:gd name="T31" fmla="*/ 93 h 570"/>
                <a:gd name="T32" fmla="*/ 744 w 772"/>
                <a:gd name="T33" fmla="*/ 99 h 570"/>
                <a:gd name="T34" fmla="*/ 760 w 772"/>
                <a:gd name="T35" fmla="*/ 81 h 570"/>
                <a:gd name="T36" fmla="*/ 769 w 772"/>
                <a:gd name="T37" fmla="*/ 101 h 570"/>
                <a:gd name="T38" fmla="*/ 770 w 772"/>
                <a:gd name="T39" fmla="*/ 121 h 570"/>
                <a:gd name="T40" fmla="*/ 768 w 772"/>
                <a:gd name="T41" fmla="*/ 139 h 570"/>
                <a:gd name="T42" fmla="*/ 749 w 772"/>
                <a:gd name="T43" fmla="*/ 150 h 570"/>
                <a:gd name="T44" fmla="*/ 755 w 772"/>
                <a:gd name="T45" fmla="*/ 181 h 570"/>
                <a:gd name="T46" fmla="*/ 697 w 772"/>
                <a:gd name="T47" fmla="*/ 246 h 570"/>
                <a:gd name="T48" fmla="*/ 669 w 772"/>
                <a:gd name="T49" fmla="*/ 262 h 570"/>
                <a:gd name="T50" fmla="*/ 669 w 772"/>
                <a:gd name="T51" fmla="*/ 256 h 570"/>
                <a:gd name="T52" fmla="*/ 669 w 772"/>
                <a:gd name="T53" fmla="*/ 237 h 570"/>
                <a:gd name="T54" fmla="*/ 643 w 772"/>
                <a:gd name="T55" fmla="*/ 246 h 570"/>
                <a:gd name="T56" fmla="*/ 622 w 772"/>
                <a:gd name="T57" fmla="*/ 267 h 570"/>
                <a:gd name="T58" fmla="*/ 639 w 772"/>
                <a:gd name="T59" fmla="*/ 283 h 570"/>
                <a:gd name="T60" fmla="*/ 657 w 772"/>
                <a:gd name="T61" fmla="*/ 283 h 570"/>
                <a:gd name="T62" fmla="*/ 685 w 772"/>
                <a:gd name="T63" fmla="*/ 288 h 570"/>
                <a:gd name="T64" fmla="*/ 669 w 772"/>
                <a:gd name="T65" fmla="*/ 300 h 570"/>
                <a:gd name="T66" fmla="*/ 655 w 772"/>
                <a:gd name="T67" fmla="*/ 317 h 570"/>
                <a:gd name="T68" fmla="*/ 674 w 772"/>
                <a:gd name="T69" fmla="*/ 354 h 570"/>
                <a:gd name="T70" fmla="*/ 681 w 772"/>
                <a:gd name="T71" fmla="*/ 374 h 570"/>
                <a:gd name="T72" fmla="*/ 660 w 772"/>
                <a:gd name="T73" fmla="*/ 371 h 570"/>
                <a:gd name="T74" fmla="*/ 690 w 772"/>
                <a:gd name="T75" fmla="*/ 393 h 570"/>
                <a:gd name="T76" fmla="*/ 689 w 772"/>
                <a:gd name="T77" fmla="*/ 399 h 570"/>
                <a:gd name="T78" fmla="*/ 699 w 772"/>
                <a:gd name="T79" fmla="*/ 408 h 570"/>
                <a:gd name="T80" fmla="*/ 697 w 772"/>
                <a:gd name="T81" fmla="*/ 420 h 570"/>
                <a:gd name="T82" fmla="*/ 691 w 772"/>
                <a:gd name="T83" fmla="*/ 433 h 570"/>
                <a:gd name="T84" fmla="*/ 689 w 772"/>
                <a:gd name="T85" fmla="*/ 447 h 570"/>
                <a:gd name="T86" fmla="*/ 681 w 772"/>
                <a:gd name="T87" fmla="*/ 458 h 570"/>
                <a:gd name="T88" fmla="*/ 681 w 772"/>
                <a:gd name="T89" fmla="*/ 471 h 570"/>
                <a:gd name="T90" fmla="*/ 673 w 772"/>
                <a:gd name="T91" fmla="*/ 475 h 570"/>
                <a:gd name="T92" fmla="*/ 665 w 772"/>
                <a:gd name="T93" fmla="*/ 487 h 570"/>
                <a:gd name="T94" fmla="*/ 656 w 772"/>
                <a:gd name="T95" fmla="*/ 495 h 570"/>
                <a:gd name="T96" fmla="*/ 641 w 772"/>
                <a:gd name="T97" fmla="*/ 508 h 570"/>
                <a:gd name="T98" fmla="*/ 624 w 772"/>
                <a:gd name="T99" fmla="*/ 513 h 570"/>
                <a:gd name="T100" fmla="*/ 612 w 772"/>
                <a:gd name="T101" fmla="*/ 517 h 570"/>
                <a:gd name="T102" fmla="*/ 590 w 772"/>
                <a:gd name="T103" fmla="*/ 526 h 570"/>
                <a:gd name="T104" fmla="*/ 581 w 772"/>
                <a:gd name="T105" fmla="*/ 530 h 570"/>
                <a:gd name="T106" fmla="*/ 577 w 772"/>
                <a:gd name="T107" fmla="*/ 539 h 570"/>
                <a:gd name="T108" fmla="*/ 564 w 772"/>
                <a:gd name="T109" fmla="*/ 525 h 570"/>
                <a:gd name="T110" fmla="*/ 474 w 772"/>
                <a:gd name="T111" fmla="*/ 537 h 570"/>
                <a:gd name="T112" fmla="*/ 554 w 772"/>
                <a:gd name="T113" fmla="*/ 80 h 570"/>
                <a:gd name="T114" fmla="*/ 582 w 772"/>
                <a:gd name="T115" fmla="*/ 67 h 570"/>
                <a:gd name="T116" fmla="*/ 581 w 772"/>
                <a:gd name="T117" fmla="*/ 39 h 570"/>
                <a:gd name="T118" fmla="*/ 574 w 772"/>
                <a:gd name="T119" fmla="*/ 21 h 570"/>
                <a:gd name="T120" fmla="*/ 590 w 772"/>
                <a:gd name="T121" fmla="*/ 4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72" h="570">
                  <a:moveTo>
                    <a:pt x="586" y="545"/>
                  </a:moveTo>
                  <a:lnTo>
                    <a:pt x="589" y="545"/>
                  </a:lnTo>
                  <a:lnTo>
                    <a:pt x="590" y="547"/>
                  </a:lnTo>
                  <a:lnTo>
                    <a:pt x="591" y="550"/>
                  </a:lnTo>
                  <a:lnTo>
                    <a:pt x="590" y="553"/>
                  </a:lnTo>
                  <a:lnTo>
                    <a:pt x="589" y="554"/>
                  </a:lnTo>
                  <a:lnTo>
                    <a:pt x="589" y="555"/>
                  </a:lnTo>
                  <a:lnTo>
                    <a:pt x="587" y="559"/>
                  </a:lnTo>
                  <a:lnTo>
                    <a:pt x="587" y="560"/>
                  </a:lnTo>
                  <a:lnTo>
                    <a:pt x="586" y="563"/>
                  </a:lnTo>
                  <a:lnTo>
                    <a:pt x="583" y="563"/>
                  </a:lnTo>
                  <a:lnTo>
                    <a:pt x="583" y="564"/>
                  </a:lnTo>
                  <a:lnTo>
                    <a:pt x="582" y="567"/>
                  </a:lnTo>
                  <a:lnTo>
                    <a:pt x="579" y="566"/>
                  </a:lnTo>
                  <a:lnTo>
                    <a:pt x="578" y="566"/>
                  </a:lnTo>
                  <a:lnTo>
                    <a:pt x="577" y="568"/>
                  </a:lnTo>
                  <a:lnTo>
                    <a:pt x="575" y="570"/>
                  </a:lnTo>
                  <a:lnTo>
                    <a:pt x="574" y="568"/>
                  </a:lnTo>
                  <a:lnTo>
                    <a:pt x="572" y="568"/>
                  </a:lnTo>
                  <a:lnTo>
                    <a:pt x="570" y="567"/>
                  </a:lnTo>
                  <a:lnTo>
                    <a:pt x="568" y="567"/>
                  </a:lnTo>
                  <a:lnTo>
                    <a:pt x="566" y="564"/>
                  </a:lnTo>
                  <a:lnTo>
                    <a:pt x="566" y="563"/>
                  </a:lnTo>
                  <a:lnTo>
                    <a:pt x="565" y="560"/>
                  </a:lnTo>
                  <a:lnTo>
                    <a:pt x="565" y="556"/>
                  </a:lnTo>
                  <a:lnTo>
                    <a:pt x="564" y="555"/>
                  </a:lnTo>
                  <a:lnTo>
                    <a:pt x="566" y="551"/>
                  </a:lnTo>
                  <a:lnTo>
                    <a:pt x="570" y="550"/>
                  </a:lnTo>
                  <a:lnTo>
                    <a:pt x="570" y="547"/>
                  </a:lnTo>
                  <a:lnTo>
                    <a:pt x="573" y="547"/>
                  </a:lnTo>
                  <a:lnTo>
                    <a:pt x="575" y="546"/>
                  </a:lnTo>
                  <a:lnTo>
                    <a:pt x="577" y="546"/>
                  </a:lnTo>
                  <a:lnTo>
                    <a:pt x="579" y="545"/>
                  </a:lnTo>
                  <a:lnTo>
                    <a:pt x="579" y="545"/>
                  </a:lnTo>
                  <a:lnTo>
                    <a:pt x="582" y="545"/>
                  </a:lnTo>
                  <a:lnTo>
                    <a:pt x="583" y="546"/>
                  </a:lnTo>
                  <a:lnTo>
                    <a:pt x="586" y="545"/>
                  </a:lnTo>
                  <a:close/>
                  <a:moveTo>
                    <a:pt x="585" y="531"/>
                  </a:moveTo>
                  <a:lnTo>
                    <a:pt x="587" y="533"/>
                  </a:lnTo>
                  <a:lnTo>
                    <a:pt x="587" y="534"/>
                  </a:lnTo>
                  <a:lnTo>
                    <a:pt x="585" y="533"/>
                  </a:lnTo>
                  <a:lnTo>
                    <a:pt x="583" y="534"/>
                  </a:lnTo>
                  <a:lnTo>
                    <a:pt x="582" y="533"/>
                  </a:lnTo>
                  <a:lnTo>
                    <a:pt x="585" y="531"/>
                  </a:lnTo>
                  <a:close/>
                  <a:moveTo>
                    <a:pt x="658" y="497"/>
                  </a:moveTo>
                  <a:lnTo>
                    <a:pt x="660" y="499"/>
                  </a:lnTo>
                  <a:lnTo>
                    <a:pt x="658" y="500"/>
                  </a:lnTo>
                  <a:lnTo>
                    <a:pt x="657" y="500"/>
                  </a:lnTo>
                  <a:lnTo>
                    <a:pt x="656" y="499"/>
                  </a:lnTo>
                  <a:lnTo>
                    <a:pt x="658" y="497"/>
                  </a:lnTo>
                  <a:close/>
                  <a:moveTo>
                    <a:pt x="706" y="470"/>
                  </a:moveTo>
                  <a:lnTo>
                    <a:pt x="708" y="470"/>
                  </a:lnTo>
                  <a:lnTo>
                    <a:pt x="710" y="472"/>
                  </a:lnTo>
                  <a:lnTo>
                    <a:pt x="710" y="472"/>
                  </a:lnTo>
                  <a:lnTo>
                    <a:pt x="712" y="475"/>
                  </a:lnTo>
                  <a:lnTo>
                    <a:pt x="712" y="476"/>
                  </a:lnTo>
                  <a:lnTo>
                    <a:pt x="711" y="476"/>
                  </a:lnTo>
                  <a:lnTo>
                    <a:pt x="711" y="480"/>
                  </a:lnTo>
                  <a:lnTo>
                    <a:pt x="710" y="485"/>
                  </a:lnTo>
                  <a:lnTo>
                    <a:pt x="708" y="488"/>
                  </a:lnTo>
                  <a:lnTo>
                    <a:pt x="710" y="492"/>
                  </a:lnTo>
                  <a:lnTo>
                    <a:pt x="710" y="495"/>
                  </a:lnTo>
                  <a:lnTo>
                    <a:pt x="708" y="500"/>
                  </a:lnTo>
                  <a:lnTo>
                    <a:pt x="710" y="500"/>
                  </a:lnTo>
                  <a:lnTo>
                    <a:pt x="708" y="501"/>
                  </a:lnTo>
                  <a:lnTo>
                    <a:pt x="708" y="504"/>
                  </a:lnTo>
                  <a:lnTo>
                    <a:pt x="706" y="508"/>
                  </a:lnTo>
                  <a:lnTo>
                    <a:pt x="703" y="510"/>
                  </a:lnTo>
                  <a:lnTo>
                    <a:pt x="705" y="514"/>
                  </a:lnTo>
                  <a:lnTo>
                    <a:pt x="705" y="517"/>
                  </a:lnTo>
                  <a:lnTo>
                    <a:pt x="705" y="520"/>
                  </a:lnTo>
                  <a:lnTo>
                    <a:pt x="703" y="518"/>
                  </a:lnTo>
                  <a:lnTo>
                    <a:pt x="702" y="520"/>
                  </a:lnTo>
                  <a:lnTo>
                    <a:pt x="702" y="517"/>
                  </a:lnTo>
                  <a:lnTo>
                    <a:pt x="702" y="514"/>
                  </a:lnTo>
                  <a:lnTo>
                    <a:pt x="699" y="512"/>
                  </a:lnTo>
                  <a:lnTo>
                    <a:pt x="697" y="510"/>
                  </a:lnTo>
                  <a:lnTo>
                    <a:pt x="697" y="509"/>
                  </a:lnTo>
                  <a:lnTo>
                    <a:pt x="695" y="509"/>
                  </a:lnTo>
                  <a:lnTo>
                    <a:pt x="694" y="508"/>
                  </a:lnTo>
                  <a:lnTo>
                    <a:pt x="694" y="505"/>
                  </a:lnTo>
                  <a:lnTo>
                    <a:pt x="694" y="505"/>
                  </a:lnTo>
                  <a:lnTo>
                    <a:pt x="694" y="504"/>
                  </a:lnTo>
                  <a:lnTo>
                    <a:pt x="693" y="504"/>
                  </a:lnTo>
                  <a:lnTo>
                    <a:pt x="693" y="499"/>
                  </a:lnTo>
                  <a:lnTo>
                    <a:pt x="693" y="495"/>
                  </a:lnTo>
                  <a:lnTo>
                    <a:pt x="691" y="493"/>
                  </a:lnTo>
                  <a:lnTo>
                    <a:pt x="693" y="492"/>
                  </a:lnTo>
                  <a:lnTo>
                    <a:pt x="694" y="488"/>
                  </a:lnTo>
                  <a:lnTo>
                    <a:pt x="697" y="483"/>
                  </a:lnTo>
                  <a:lnTo>
                    <a:pt x="697" y="483"/>
                  </a:lnTo>
                  <a:lnTo>
                    <a:pt x="698" y="480"/>
                  </a:lnTo>
                  <a:lnTo>
                    <a:pt x="697" y="479"/>
                  </a:lnTo>
                  <a:lnTo>
                    <a:pt x="699" y="475"/>
                  </a:lnTo>
                  <a:lnTo>
                    <a:pt x="702" y="472"/>
                  </a:lnTo>
                  <a:lnTo>
                    <a:pt x="705" y="472"/>
                  </a:lnTo>
                  <a:lnTo>
                    <a:pt x="703" y="470"/>
                  </a:lnTo>
                  <a:lnTo>
                    <a:pt x="706" y="470"/>
                  </a:lnTo>
                  <a:close/>
                  <a:moveTo>
                    <a:pt x="682" y="467"/>
                  </a:moveTo>
                  <a:lnTo>
                    <a:pt x="683" y="468"/>
                  </a:lnTo>
                  <a:lnTo>
                    <a:pt x="683" y="470"/>
                  </a:lnTo>
                  <a:lnTo>
                    <a:pt x="682" y="471"/>
                  </a:lnTo>
                  <a:lnTo>
                    <a:pt x="682" y="468"/>
                  </a:lnTo>
                  <a:lnTo>
                    <a:pt x="682" y="467"/>
                  </a:lnTo>
                  <a:close/>
                  <a:moveTo>
                    <a:pt x="701" y="400"/>
                  </a:moveTo>
                  <a:lnTo>
                    <a:pt x="701" y="400"/>
                  </a:lnTo>
                  <a:lnTo>
                    <a:pt x="702" y="400"/>
                  </a:lnTo>
                  <a:lnTo>
                    <a:pt x="705" y="401"/>
                  </a:lnTo>
                  <a:lnTo>
                    <a:pt x="705" y="403"/>
                  </a:lnTo>
                  <a:lnTo>
                    <a:pt x="703" y="403"/>
                  </a:lnTo>
                  <a:lnTo>
                    <a:pt x="701" y="401"/>
                  </a:lnTo>
                  <a:lnTo>
                    <a:pt x="701" y="400"/>
                  </a:lnTo>
                  <a:close/>
                  <a:moveTo>
                    <a:pt x="687" y="376"/>
                  </a:moveTo>
                  <a:lnTo>
                    <a:pt x="690" y="376"/>
                  </a:lnTo>
                  <a:lnTo>
                    <a:pt x="691" y="378"/>
                  </a:lnTo>
                  <a:lnTo>
                    <a:pt x="693" y="378"/>
                  </a:lnTo>
                  <a:lnTo>
                    <a:pt x="693" y="380"/>
                  </a:lnTo>
                  <a:lnTo>
                    <a:pt x="690" y="379"/>
                  </a:lnTo>
                  <a:lnTo>
                    <a:pt x="689" y="379"/>
                  </a:lnTo>
                  <a:lnTo>
                    <a:pt x="687" y="378"/>
                  </a:lnTo>
                  <a:lnTo>
                    <a:pt x="687" y="376"/>
                  </a:lnTo>
                  <a:close/>
                  <a:moveTo>
                    <a:pt x="607" y="0"/>
                  </a:moveTo>
                  <a:lnTo>
                    <a:pt x="608" y="0"/>
                  </a:lnTo>
                  <a:lnTo>
                    <a:pt x="610" y="0"/>
                  </a:lnTo>
                  <a:lnTo>
                    <a:pt x="611" y="1"/>
                  </a:lnTo>
                  <a:lnTo>
                    <a:pt x="615" y="1"/>
                  </a:lnTo>
                  <a:lnTo>
                    <a:pt x="616" y="2"/>
                  </a:lnTo>
                  <a:lnTo>
                    <a:pt x="618" y="4"/>
                  </a:lnTo>
                  <a:lnTo>
                    <a:pt x="620" y="4"/>
                  </a:lnTo>
                  <a:lnTo>
                    <a:pt x="622" y="4"/>
                  </a:lnTo>
                  <a:lnTo>
                    <a:pt x="622" y="4"/>
                  </a:lnTo>
                  <a:lnTo>
                    <a:pt x="624" y="5"/>
                  </a:lnTo>
                  <a:lnTo>
                    <a:pt x="626" y="5"/>
                  </a:lnTo>
                  <a:lnTo>
                    <a:pt x="626" y="2"/>
                  </a:lnTo>
                  <a:lnTo>
                    <a:pt x="627" y="2"/>
                  </a:lnTo>
                  <a:lnTo>
                    <a:pt x="627" y="2"/>
                  </a:lnTo>
                  <a:lnTo>
                    <a:pt x="629" y="2"/>
                  </a:lnTo>
                  <a:lnTo>
                    <a:pt x="629" y="2"/>
                  </a:lnTo>
                  <a:lnTo>
                    <a:pt x="631" y="4"/>
                  </a:lnTo>
                  <a:lnTo>
                    <a:pt x="632" y="4"/>
                  </a:lnTo>
                  <a:lnTo>
                    <a:pt x="633" y="4"/>
                  </a:lnTo>
                  <a:lnTo>
                    <a:pt x="635" y="5"/>
                  </a:lnTo>
                  <a:lnTo>
                    <a:pt x="635" y="6"/>
                  </a:lnTo>
                  <a:lnTo>
                    <a:pt x="635" y="8"/>
                  </a:lnTo>
                  <a:lnTo>
                    <a:pt x="636" y="8"/>
                  </a:lnTo>
                  <a:lnTo>
                    <a:pt x="636" y="9"/>
                  </a:lnTo>
                  <a:lnTo>
                    <a:pt x="637" y="8"/>
                  </a:lnTo>
                  <a:lnTo>
                    <a:pt x="639" y="8"/>
                  </a:lnTo>
                  <a:lnTo>
                    <a:pt x="640" y="9"/>
                  </a:lnTo>
                  <a:lnTo>
                    <a:pt x="639" y="10"/>
                  </a:lnTo>
                  <a:lnTo>
                    <a:pt x="640" y="12"/>
                  </a:lnTo>
                  <a:lnTo>
                    <a:pt x="641" y="12"/>
                  </a:lnTo>
                  <a:lnTo>
                    <a:pt x="643" y="12"/>
                  </a:lnTo>
                  <a:lnTo>
                    <a:pt x="644" y="13"/>
                  </a:lnTo>
                  <a:lnTo>
                    <a:pt x="644" y="13"/>
                  </a:lnTo>
                  <a:lnTo>
                    <a:pt x="645" y="14"/>
                  </a:lnTo>
                  <a:lnTo>
                    <a:pt x="645" y="16"/>
                  </a:lnTo>
                  <a:lnTo>
                    <a:pt x="645" y="17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1"/>
                  </a:lnTo>
                  <a:lnTo>
                    <a:pt x="649" y="21"/>
                  </a:lnTo>
                  <a:lnTo>
                    <a:pt x="651" y="22"/>
                  </a:lnTo>
                  <a:lnTo>
                    <a:pt x="649" y="24"/>
                  </a:lnTo>
                  <a:lnTo>
                    <a:pt x="649" y="25"/>
                  </a:lnTo>
                  <a:lnTo>
                    <a:pt x="652" y="26"/>
                  </a:lnTo>
                  <a:lnTo>
                    <a:pt x="653" y="29"/>
                  </a:lnTo>
                  <a:lnTo>
                    <a:pt x="655" y="30"/>
                  </a:lnTo>
                  <a:lnTo>
                    <a:pt x="656" y="33"/>
                  </a:lnTo>
                  <a:lnTo>
                    <a:pt x="656" y="33"/>
                  </a:lnTo>
                  <a:lnTo>
                    <a:pt x="657" y="34"/>
                  </a:lnTo>
                  <a:lnTo>
                    <a:pt x="658" y="35"/>
                  </a:lnTo>
                  <a:lnTo>
                    <a:pt x="658" y="37"/>
                  </a:lnTo>
                  <a:lnTo>
                    <a:pt x="658" y="38"/>
                  </a:lnTo>
                  <a:lnTo>
                    <a:pt x="658" y="38"/>
                  </a:lnTo>
                  <a:lnTo>
                    <a:pt x="660" y="38"/>
                  </a:lnTo>
                  <a:lnTo>
                    <a:pt x="661" y="39"/>
                  </a:lnTo>
                  <a:lnTo>
                    <a:pt x="661" y="41"/>
                  </a:lnTo>
                  <a:lnTo>
                    <a:pt x="664" y="45"/>
                  </a:lnTo>
                  <a:lnTo>
                    <a:pt x="668" y="47"/>
                  </a:lnTo>
                  <a:lnTo>
                    <a:pt x="669" y="50"/>
                  </a:lnTo>
                  <a:lnTo>
                    <a:pt x="669" y="51"/>
                  </a:lnTo>
                  <a:lnTo>
                    <a:pt x="670" y="52"/>
                  </a:lnTo>
                  <a:lnTo>
                    <a:pt x="670" y="55"/>
                  </a:lnTo>
                  <a:lnTo>
                    <a:pt x="672" y="55"/>
                  </a:lnTo>
                  <a:lnTo>
                    <a:pt x="673" y="56"/>
                  </a:lnTo>
                  <a:lnTo>
                    <a:pt x="673" y="58"/>
                  </a:lnTo>
                  <a:lnTo>
                    <a:pt x="673" y="59"/>
                  </a:lnTo>
                  <a:lnTo>
                    <a:pt x="674" y="62"/>
                  </a:lnTo>
                  <a:lnTo>
                    <a:pt x="677" y="64"/>
                  </a:lnTo>
                  <a:lnTo>
                    <a:pt x="680" y="66"/>
                  </a:lnTo>
                  <a:lnTo>
                    <a:pt x="680" y="67"/>
                  </a:lnTo>
                  <a:lnTo>
                    <a:pt x="681" y="67"/>
                  </a:lnTo>
                  <a:lnTo>
                    <a:pt x="682" y="67"/>
                  </a:lnTo>
                  <a:lnTo>
                    <a:pt x="683" y="67"/>
                  </a:lnTo>
                  <a:lnTo>
                    <a:pt x="685" y="67"/>
                  </a:lnTo>
                  <a:lnTo>
                    <a:pt x="687" y="67"/>
                  </a:lnTo>
                  <a:lnTo>
                    <a:pt x="689" y="66"/>
                  </a:lnTo>
                  <a:lnTo>
                    <a:pt x="690" y="66"/>
                  </a:lnTo>
                  <a:lnTo>
                    <a:pt x="690" y="67"/>
                  </a:lnTo>
                  <a:lnTo>
                    <a:pt x="689" y="68"/>
                  </a:lnTo>
                  <a:lnTo>
                    <a:pt x="690" y="68"/>
                  </a:lnTo>
                  <a:lnTo>
                    <a:pt x="693" y="68"/>
                  </a:lnTo>
                  <a:lnTo>
                    <a:pt x="694" y="70"/>
                  </a:lnTo>
                  <a:lnTo>
                    <a:pt x="694" y="70"/>
                  </a:lnTo>
                  <a:lnTo>
                    <a:pt x="697" y="71"/>
                  </a:lnTo>
                  <a:lnTo>
                    <a:pt x="697" y="70"/>
                  </a:lnTo>
                  <a:lnTo>
                    <a:pt x="698" y="70"/>
                  </a:lnTo>
                  <a:lnTo>
                    <a:pt x="699" y="70"/>
                  </a:lnTo>
                  <a:lnTo>
                    <a:pt x="699" y="68"/>
                  </a:lnTo>
                  <a:lnTo>
                    <a:pt x="701" y="68"/>
                  </a:lnTo>
                  <a:lnTo>
                    <a:pt x="702" y="70"/>
                  </a:lnTo>
                  <a:lnTo>
                    <a:pt x="702" y="71"/>
                  </a:lnTo>
                  <a:lnTo>
                    <a:pt x="703" y="72"/>
                  </a:lnTo>
                  <a:lnTo>
                    <a:pt x="705" y="72"/>
                  </a:lnTo>
                  <a:lnTo>
                    <a:pt x="705" y="74"/>
                  </a:lnTo>
                  <a:lnTo>
                    <a:pt x="706" y="75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8" y="76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2" y="79"/>
                  </a:lnTo>
                  <a:lnTo>
                    <a:pt x="714" y="79"/>
                  </a:lnTo>
                  <a:lnTo>
                    <a:pt x="715" y="80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9" y="79"/>
                  </a:lnTo>
                  <a:lnTo>
                    <a:pt x="720" y="77"/>
                  </a:lnTo>
                  <a:lnTo>
                    <a:pt x="720" y="79"/>
                  </a:lnTo>
                  <a:lnTo>
                    <a:pt x="720" y="80"/>
                  </a:lnTo>
                  <a:lnTo>
                    <a:pt x="719" y="81"/>
                  </a:lnTo>
                  <a:lnTo>
                    <a:pt x="719" y="83"/>
                  </a:lnTo>
                  <a:lnTo>
                    <a:pt x="720" y="84"/>
                  </a:lnTo>
                  <a:lnTo>
                    <a:pt x="722" y="84"/>
                  </a:lnTo>
                  <a:lnTo>
                    <a:pt x="722" y="87"/>
                  </a:lnTo>
                  <a:lnTo>
                    <a:pt x="723" y="88"/>
                  </a:lnTo>
                  <a:lnTo>
                    <a:pt x="723" y="91"/>
                  </a:lnTo>
                  <a:lnTo>
                    <a:pt x="722" y="91"/>
                  </a:lnTo>
                  <a:lnTo>
                    <a:pt x="722" y="93"/>
                  </a:lnTo>
                  <a:lnTo>
                    <a:pt x="724" y="96"/>
                  </a:lnTo>
                  <a:lnTo>
                    <a:pt x="726" y="96"/>
                  </a:lnTo>
                  <a:lnTo>
                    <a:pt x="727" y="99"/>
                  </a:lnTo>
                  <a:lnTo>
                    <a:pt x="728" y="100"/>
                  </a:lnTo>
                  <a:lnTo>
                    <a:pt x="730" y="100"/>
                  </a:lnTo>
                  <a:lnTo>
                    <a:pt x="731" y="99"/>
                  </a:lnTo>
                  <a:lnTo>
                    <a:pt x="734" y="99"/>
                  </a:lnTo>
                  <a:lnTo>
                    <a:pt x="734" y="100"/>
                  </a:lnTo>
                  <a:lnTo>
                    <a:pt x="735" y="101"/>
                  </a:lnTo>
                  <a:lnTo>
                    <a:pt x="736" y="101"/>
                  </a:lnTo>
                  <a:lnTo>
                    <a:pt x="737" y="100"/>
                  </a:lnTo>
                  <a:lnTo>
                    <a:pt x="739" y="100"/>
                  </a:lnTo>
                  <a:lnTo>
                    <a:pt x="740" y="100"/>
                  </a:lnTo>
                  <a:lnTo>
                    <a:pt x="743" y="100"/>
                  </a:lnTo>
                  <a:lnTo>
                    <a:pt x="744" y="99"/>
                  </a:lnTo>
                  <a:lnTo>
                    <a:pt x="745" y="97"/>
                  </a:lnTo>
                  <a:lnTo>
                    <a:pt x="745" y="96"/>
                  </a:lnTo>
                  <a:lnTo>
                    <a:pt x="747" y="95"/>
                  </a:lnTo>
                  <a:lnTo>
                    <a:pt x="748" y="93"/>
                  </a:lnTo>
                  <a:lnTo>
                    <a:pt x="748" y="91"/>
                  </a:lnTo>
                  <a:lnTo>
                    <a:pt x="748" y="89"/>
                  </a:lnTo>
                  <a:lnTo>
                    <a:pt x="751" y="89"/>
                  </a:lnTo>
                  <a:lnTo>
                    <a:pt x="752" y="89"/>
                  </a:lnTo>
                  <a:lnTo>
                    <a:pt x="753" y="87"/>
                  </a:lnTo>
                  <a:lnTo>
                    <a:pt x="755" y="87"/>
                  </a:lnTo>
                  <a:lnTo>
                    <a:pt x="756" y="87"/>
                  </a:lnTo>
                  <a:lnTo>
                    <a:pt x="756" y="84"/>
                  </a:lnTo>
                  <a:lnTo>
                    <a:pt x="757" y="83"/>
                  </a:lnTo>
                  <a:lnTo>
                    <a:pt x="759" y="83"/>
                  </a:lnTo>
                  <a:lnTo>
                    <a:pt x="760" y="81"/>
                  </a:lnTo>
                  <a:lnTo>
                    <a:pt x="762" y="83"/>
                  </a:lnTo>
                  <a:lnTo>
                    <a:pt x="764" y="84"/>
                  </a:lnTo>
                  <a:lnTo>
                    <a:pt x="765" y="84"/>
                  </a:lnTo>
                  <a:lnTo>
                    <a:pt x="766" y="85"/>
                  </a:lnTo>
                  <a:lnTo>
                    <a:pt x="768" y="87"/>
                  </a:lnTo>
                  <a:lnTo>
                    <a:pt x="766" y="88"/>
                  </a:lnTo>
                  <a:lnTo>
                    <a:pt x="766" y="89"/>
                  </a:lnTo>
                  <a:lnTo>
                    <a:pt x="769" y="92"/>
                  </a:lnTo>
                  <a:lnTo>
                    <a:pt x="769" y="93"/>
                  </a:lnTo>
                  <a:lnTo>
                    <a:pt x="770" y="95"/>
                  </a:lnTo>
                  <a:lnTo>
                    <a:pt x="772" y="96"/>
                  </a:lnTo>
                  <a:lnTo>
                    <a:pt x="772" y="99"/>
                  </a:lnTo>
                  <a:lnTo>
                    <a:pt x="772" y="100"/>
                  </a:lnTo>
                  <a:lnTo>
                    <a:pt x="770" y="101"/>
                  </a:lnTo>
                  <a:lnTo>
                    <a:pt x="769" y="101"/>
                  </a:lnTo>
                  <a:lnTo>
                    <a:pt x="768" y="104"/>
                  </a:lnTo>
                  <a:lnTo>
                    <a:pt x="768" y="104"/>
                  </a:lnTo>
                  <a:lnTo>
                    <a:pt x="768" y="105"/>
                  </a:lnTo>
                  <a:lnTo>
                    <a:pt x="769" y="106"/>
                  </a:lnTo>
                  <a:lnTo>
                    <a:pt x="769" y="108"/>
                  </a:lnTo>
                  <a:lnTo>
                    <a:pt x="768" y="110"/>
                  </a:lnTo>
                  <a:lnTo>
                    <a:pt x="769" y="112"/>
                  </a:lnTo>
                  <a:lnTo>
                    <a:pt x="769" y="112"/>
                  </a:lnTo>
                  <a:lnTo>
                    <a:pt x="769" y="113"/>
                  </a:lnTo>
                  <a:lnTo>
                    <a:pt x="770" y="114"/>
                  </a:lnTo>
                  <a:lnTo>
                    <a:pt x="770" y="114"/>
                  </a:lnTo>
                  <a:lnTo>
                    <a:pt x="769" y="116"/>
                  </a:lnTo>
                  <a:lnTo>
                    <a:pt x="769" y="116"/>
                  </a:lnTo>
                  <a:lnTo>
                    <a:pt x="769" y="118"/>
                  </a:lnTo>
                  <a:lnTo>
                    <a:pt x="770" y="121"/>
                  </a:lnTo>
                  <a:lnTo>
                    <a:pt x="770" y="122"/>
                  </a:lnTo>
                  <a:lnTo>
                    <a:pt x="770" y="124"/>
                  </a:lnTo>
                  <a:lnTo>
                    <a:pt x="769" y="124"/>
                  </a:lnTo>
                  <a:lnTo>
                    <a:pt x="769" y="125"/>
                  </a:lnTo>
                  <a:lnTo>
                    <a:pt x="769" y="126"/>
                  </a:lnTo>
                  <a:lnTo>
                    <a:pt x="769" y="127"/>
                  </a:lnTo>
                  <a:lnTo>
                    <a:pt x="770" y="129"/>
                  </a:lnTo>
                  <a:lnTo>
                    <a:pt x="769" y="130"/>
                  </a:lnTo>
                  <a:lnTo>
                    <a:pt x="768" y="130"/>
                  </a:lnTo>
                  <a:lnTo>
                    <a:pt x="769" y="131"/>
                  </a:lnTo>
                  <a:lnTo>
                    <a:pt x="769" y="134"/>
                  </a:lnTo>
                  <a:lnTo>
                    <a:pt x="769" y="134"/>
                  </a:lnTo>
                  <a:lnTo>
                    <a:pt x="768" y="137"/>
                  </a:lnTo>
                  <a:lnTo>
                    <a:pt x="768" y="138"/>
                  </a:lnTo>
                  <a:lnTo>
                    <a:pt x="768" y="139"/>
                  </a:lnTo>
                  <a:lnTo>
                    <a:pt x="768" y="141"/>
                  </a:lnTo>
                  <a:lnTo>
                    <a:pt x="768" y="142"/>
                  </a:lnTo>
                  <a:lnTo>
                    <a:pt x="769" y="143"/>
                  </a:lnTo>
                  <a:lnTo>
                    <a:pt x="769" y="145"/>
                  </a:lnTo>
                  <a:lnTo>
                    <a:pt x="768" y="146"/>
                  </a:lnTo>
                  <a:lnTo>
                    <a:pt x="766" y="146"/>
                  </a:lnTo>
                  <a:lnTo>
                    <a:pt x="765" y="146"/>
                  </a:lnTo>
                  <a:lnTo>
                    <a:pt x="759" y="145"/>
                  </a:lnTo>
                  <a:lnTo>
                    <a:pt x="757" y="143"/>
                  </a:lnTo>
                  <a:lnTo>
                    <a:pt x="755" y="143"/>
                  </a:lnTo>
                  <a:lnTo>
                    <a:pt x="753" y="143"/>
                  </a:lnTo>
                  <a:lnTo>
                    <a:pt x="752" y="147"/>
                  </a:lnTo>
                  <a:lnTo>
                    <a:pt x="751" y="149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7" y="151"/>
                  </a:lnTo>
                  <a:lnTo>
                    <a:pt x="747" y="152"/>
                  </a:lnTo>
                  <a:lnTo>
                    <a:pt x="748" y="154"/>
                  </a:lnTo>
                  <a:lnTo>
                    <a:pt x="751" y="158"/>
                  </a:lnTo>
                  <a:lnTo>
                    <a:pt x="751" y="160"/>
                  </a:lnTo>
                  <a:lnTo>
                    <a:pt x="752" y="162"/>
                  </a:lnTo>
                  <a:lnTo>
                    <a:pt x="753" y="163"/>
                  </a:lnTo>
                  <a:lnTo>
                    <a:pt x="753" y="166"/>
                  </a:lnTo>
                  <a:lnTo>
                    <a:pt x="753" y="168"/>
                  </a:lnTo>
                  <a:lnTo>
                    <a:pt x="753" y="171"/>
                  </a:lnTo>
                  <a:lnTo>
                    <a:pt x="753" y="175"/>
                  </a:lnTo>
                  <a:lnTo>
                    <a:pt x="755" y="175"/>
                  </a:lnTo>
                  <a:lnTo>
                    <a:pt x="755" y="177"/>
                  </a:lnTo>
                  <a:lnTo>
                    <a:pt x="756" y="180"/>
                  </a:lnTo>
                  <a:lnTo>
                    <a:pt x="755" y="181"/>
                  </a:lnTo>
                  <a:lnTo>
                    <a:pt x="755" y="183"/>
                  </a:lnTo>
                  <a:lnTo>
                    <a:pt x="755" y="184"/>
                  </a:lnTo>
                  <a:lnTo>
                    <a:pt x="755" y="185"/>
                  </a:lnTo>
                  <a:lnTo>
                    <a:pt x="755" y="185"/>
                  </a:lnTo>
                  <a:lnTo>
                    <a:pt x="751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91"/>
                  </a:lnTo>
                  <a:lnTo>
                    <a:pt x="751" y="192"/>
                  </a:lnTo>
                  <a:lnTo>
                    <a:pt x="740" y="201"/>
                  </a:lnTo>
                  <a:lnTo>
                    <a:pt x="737" y="218"/>
                  </a:lnTo>
                  <a:lnTo>
                    <a:pt x="703" y="243"/>
                  </a:lnTo>
                  <a:lnTo>
                    <a:pt x="697" y="246"/>
                  </a:lnTo>
                  <a:lnTo>
                    <a:pt x="697" y="246"/>
                  </a:lnTo>
                  <a:lnTo>
                    <a:pt x="695" y="243"/>
                  </a:lnTo>
                  <a:lnTo>
                    <a:pt x="693" y="247"/>
                  </a:lnTo>
                  <a:lnTo>
                    <a:pt x="690" y="247"/>
                  </a:lnTo>
                  <a:lnTo>
                    <a:pt x="689" y="249"/>
                  </a:lnTo>
                  <a:lnTo>
                    <a:pt x="687" y="247"/>
                  </a:lnTo>
                  <a:lnTo>
                    <a:pt x="683" y="250"/>
                  </a:lnTo>
                  <a:lnTo>
                    <a:pt x="681" y="250"/>
                  </a:lnTo>
                  <a:lnTo>
                    <a:pt x="681" y="251"/>
                  </a:lnTo>
                  <a:lnTo>
                    <a:pt x="680" y="251"/>
                  </a:lnTo>
                  <a:lnTo>
                    <a:pt x="674" y="255"/>
                  </a:lnTo>
                  <a:lnTo>
                    <a:pt x="672" y="258"/>
                  </a:lnTo>
                  <a:lnTo>
                    <a:pt x="672" y="260"/>
                  </a:lnTo>
                  <a:lnTo>
                    <a:pt x="672" y="260"/>
                  </a:lnTo>
                  <a:lnTo>
                    <a:pt x="669" y="262"/>
                  </a:lnTo>
                  <a:lnTo>
                    <a:pt x="666" y="266"/>
                  </a:lnTo>
                  <a:lnTo>
                    <a:pt x="665" y="266"/>
                  </a:lnTo>
                  <a:lnTo>
                    <a:pt x="664" y="267"/>
                  </a:lnTo>
                  <a:lnTo>
                    <a:pt x="662" y="267"/>
                  </a:lnTo>
                  <a:lnTo>
                    <a:pt x="662" y="266"/>
                  </a:lnTo>
                  <a:lnTo>
                    <a:pt x="660" y="264"/>
                  </a:lnTo>
                  <a:lnTo>
                    <a:pt x="661" y="262"/>
                  </a:lnTo>
                  <a:lnTo>
                    <a:pt x="662" y="262"/>
                  </a:lnTo>
                  <a:lnTo>
                    <a:pt x="664" y="260"/>
                  </a:lnTo>
                  <a:lnTo>
                    <a:pt x="666" y="260"/>
                  </a:lnTo>
                  <a:lnTo>
                    <a:pt x="668" y="260"/>
                  </a:lnTo>
                  <a:lnTo>
                    <a:pt x="668" y="259"/>
                  </a:lnTo>
                  <a:lnTo>
                    <a:pt x="666" y="259"/>
                  </a:lnTo>
                  <a:lnTo>
                    <a:pt x="666" y="258"/>
                  </a:lnTo>
                  <a:lnTo>
                    <a:pt x="669" y="256"/>
                  </a:lnTo>
                  <a:lnTo>
                    <a:pt x="670" y="254"/>
                  </a:lnTo>
                  <a:lnTo>
                    <a:pt x="668" y="256"/>
                  </a:lnTo>
                  <a:lnTo>
                    <a:pt x="665" y="256"/>
                  </a:lnTo>
                  <a:lnTo>
                    <a:pt x="664" y="255"/>
                  </a:lnTo>
                  <a:lnTo>
                    <a:pt x="664" y="254"/>
                  </a:lnTo>
                  <a:lnTo>
                    <a:pt x="665" y="254"/>
                  </a:lnTo>
                  <a:lnTo>
                    <a:pt x="665" y="252"/>
                  </a:lnTo>
                  <a:lnTo>
                    <a:pt x="662" y="250"/>
                  </a:lnTo>
                  <a:lnTo>
                    <a:pt x="662" y="246"/>
                  </a:lnTo>
                  <a:lnTo>
                    <a:pt x="662" y="246"/>
                  </a:lnTo>
                  <a:lnTo>
                    <a:pt x="665" y="246"/>
                  </a:lnTo>
                  <a:lnTo>
                    <a:pt x="665" y="242"/>
                  </a:lnTo>
                  <a:lnTo>
                    <a:pt x="668" y="239"/>
                  </a:lnTo>
                  <a:lnTo>
                    <a:pt x="668" y="238"/>
                  </a:lnTo>
                  <a:lnTo>
                    <a:pt x="669" y="237"/>
                  </a:lnTo>
                  <a:lnTo>
                    <a:pt x="669" y="235"/>
                  </a:lnTo>
                  <a:lnTo>
                    <a:pt x="664" y="231"/>
                  </a:lnTo>
                  <a:lnTo>
                    <a:pt x="660" y="227"/>
                  </a:lnTo>
                  <a:lnTo>
                    <a:pt x="660" y="230"/>
                  </a:lnTo>
                  <a:lnTo>
                    <a:pt x="657" y="230"/>
                  </a:lnTo>
                  <a:lnTo>
                    <a:pt x="656" y="229"/>
                  </a:lnTo>
                  <a:lnTo>
                    <a:pt x="653" y="229"/>
                  </a:lnTo>
                  <a:lnTo>
                    <a:pt x="652" y="231"/>
                  </a:lnTo>
                  <a:lnTo>
                    <a:pt x="651" y="233"/>
                  </a:lnTo>
                  <a:lnTo>
                    <a:pt x="651" y="235"/>
                  </a:lnTo>
                  <a:lnTo>
                    <a:pt x="648" y="238"/>
                  </a:lnTo>
                  <a:lnTo>
                    <a:pt x="648" y="242"/>
                  </a:lnTo>
                  <a:lnTo>
                    <a:pt x="647" y="242"/>
                  </a:lnTo>
                  <a:lnTo>
                    <a:pt x="644" y="246"/>
                  </a:lnTo>
                  <a:lnTo>
                    <a:pt x="643" y="246"/>
                  </a:lnTo>
                  <a:lnTo>
                    <a:pt x="637" y="249"/>
                  </a:lnTo>
                  <a:lnTo>
                    <a:pt x="636" y="254"/>
                  </a:lnTo>
                  <a:lnTo>
                    <a:pt x="636" y="255"/>
                  </a:lnTo>
                  <a:lnTo>
                    <a:pt x="636" y="256"/>
                  </a:lnTo>
                  <a:lnTo>
                    <a:pt x="637" y="259"/>
                  </a:lnTo>
                  <a:lnTo>
                    <a:pt x="635" y="259"/>
                  </a:lnTo>
                  <a:lnTo>
                    <a:pt x="636" y="260"/>
                  </a:lnTo>
                  <a:lnTo>
                    <a:pt x="635" y="263"/>
                  </a:lnTo>
                  <a:lnTo>
                    <a:pt x="632" y="263"/>
                  </a:lnTo>
                  <a:lnTo>
                    <a:pt x="628" y="263"/>
                  </a:lnTo>
                  <a:lnTo>
                    <a:pt x="623" y="262"/>
                  </a:lnTo>
                  <a:lnTo>
                    <a:pt x="623" y="263"/>
                  </a:lnTo>
                  <a:lnTo>
                    <a:pt x="622" y="263"/>
                  </a:lnTo>
                  <a:lnTo>
                    <a:pt x="622" y="266"/>
                  </a:lnTo>
                  <a:lnTo>
                    <a:pt x="622" y="267"/>
                  </a:lnTo>
                  <a:lnTo>
                    <a:pt x="622" y="268"/>
                  </a:lnTo>
                  <a:lnTo>
                    <a:pt x="620" y="270"/>
                  </a:lnTo>
                  <a:lnTo>
                    <a:pt x="622" y="272"/>
                  </a:lnTo>
                  <a:lnTo>
                    <a:pt x="622" y="275"/>
                  </a:lnTo>
                  <a:lnTo>
                    <a:pt x="624" y="276"/>
                  </a:lnTo>
                  <a:lnTo>
                    <a:pt x="628" y="279"/>
                  </a:lnTo>
                  <a:lnTo>
                    <a:pt x="628" y="280"/>
                  </a:lnTo>
                  <a:lnTo>
                    <a:pt x="631" y="284"/>
                  </a:lnTo>
                  <a:lnTo>
                    <a:pt x="631" y="283"/>
                  </a:lnTo>
                  <a:lnTo>
                    <a:pt x="631" y="284"/>
                  </a:lnTo>
                  <a:lnTo>
                    <a:pt x="632" y="283"/>
                  </a:lnTo>
                  <a:lnTo>
                    <a:pt x="633" y="283"/>
                  </a:lnTo>
                  <a:lnTo>
                    <a:pt x="633" y="283"/>
                  </a:lnTo>
                  <a:lnTo>
                    <a:pt x="635" y="283"/>
                  </a:lnTo>
                  <a:lnTo>
                    <a:pt x="639" y="283"/>
                  </a:lnTo>
                  <a:lnTo>
                    <a:pt x="639" y="285"/>
                  </a:lnTo>
                  <a:lnTo>
                    <a:pt x="639" y="288"/>
                  </a:lnTo>
                  <a:lnTo>
                    <a:pt x="641" y="295"/>
                  </a:lnTo>
                  <a:lnTo>
                    <a:pt x="645" y="295"/>
                  </a:lnTo>
                  <a:lnTo>
                    <a:pt x="647" y="293"/>
                  </a:lnTo>
                  <a:lnTo>
                    <a:pt x="649" y="293"/>
                  </a:lnTo>
                  <a:lnTo>
                    <a:pt x="651" y="293"/>
                  </a:lnTo>
                  <a:lnTo>
                    <a:pt x="652" y="291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53" y="288"/>
                  </a:lnTo>
                  <a:lnTo>
                    <a:pt x="655" y="287"/>
                  </a:lnTo>
                  <a:lnTo>
                    <a:pt x="655" y="284"/>
                  </a:lnTo>
                  <a:lnTo>
                    <a:pt x="655" y="283"/>
                  </a:lnTo>
                  <a:lnTo>
                    <a:pt x="657" y="283"/>
                  </a:lnTo>
                  <a:lnTo>
                    <a:pt x="662" y="280"/>
                  </a:lnTo>
                  <a:lnTo>
                    <a:pt x="664" y="281"/>
                  </a:lnTo>
                  <a:lnTo>
                    <a:pt x="665" y="283"/>
                  </a:lnTo>
                  <a:lnTo>
                    <a:pt x="666" y="284"/>
                  </a:lnTo>
                  <a:lnTo>
                    <a:pt x="668" y="285"/>
                  </a:lnTo>
                  <a:lnTo>
                    <a:pt x="669" y="287"/>
                  </a:lnTo>
                  <a:lnTo>
                    <a:pt x="677" y="285"/>
                  </a:lnTo>
                  <a:lnTo>
                    <a:pt x="677" y="285"/>
                  </a:lnTo>
                  <a:lnTo>
                    <a:pt x="680" y="285"/>
                  </a:lnTo>
                  <a:lnTo>
                    <a:pt x="680" y="285"/>
                  </a:lnTo>
                  <a:lnTo>
                    <a:pt x="683" y="285"/>
                  </a:lnTo>
                  <a:lnTo>
                    <a:pt x="686" y="285"/>
                  </a:lnTo>
                  <a:lnTo>
                    <a:pt x="687" y="285"/>
                  </a:lnTo>
                  <a:lnTo>
                    <a:pt x="685" y="287"/>
                  </a:lnTo>
                  <a:lnTo>
                    <a:pt x="685" y="288"/>
                  </a:lnTo>
                  <a:lnTo>
                    <a:pt x="686" y="291"/>
                  </a:lnTo>
                  <a:lnTo>
                    <a:pt x="685" y="291"/>
                  </a:lnTo>
                  <a:lnTo>
                    <a:pt x="683" y="292"/>
                  </a:lnTo>
                  <a:lnTo>
                    <a:pt x="683" y="295"/>
                  </a:lnTo>
                  <a:lnTo>
                    <a:pt x="686" y="295"/>
                  </a:lnTo>
                  <a:lnTo>
                    <a:pt x="686" y="296"/>
                  </a:lnTo>
                  <a:lnTo>
                    <a:pt x="683" y="299"/>
                  </a:lnTo>
                  <a:lnTo>
                    <a:pt x="680" y="296"/>
                  </a:lnTo>
                  <a:lnTo>
                    <a:pt x="680" y="295"/>
                  </a:lnTo>
                  <a:lnTo>
                    <a:pt x="678" y="296"/>
                  </a:lnTo>
                  <a:lnTo>
                    <a:pt x="678" y="295"/>
                  </a:lnTo>
                  <a:lnTo>
                    <a:pt x="676" y="299"/>
                  </a:lnTo>
                  <a:lnTo>
                    <a:pt x="674" y="299"/>
                  </a:lnTo>
                  <a:lnTo>
                    <a:pt x="672" y="300"/>
                  </a:lnTo>
                  <a:lnTo>
                    <a:pt x="669" y="300"/>
                  </a:lnTo>
                  <a:lnTo>
                    <a:pt x="669" y="301"/>
                  </a:lnTo>
                  <a:lnTo>
                    <a:pt x="666" y="300"/>
                  </a:lnTo>
                  <a:lnTo>
                    <a:pt x="664" y="300"/>
                  </a:lnTo>
                  <a:lnTo>
                    <a:pt x="666" y="301"/>
                  </a:lnTo>
                  <a:lnTo>
                    <a:pt x="668" y="304"/>
                  </a:lnTo>
                  <a:lnTo>
                    <a:pt x="664" y="304"/>
                  </a:lnTo>
                  <a:lnTo>
                    <a:pt x="664" y="306"/>
                  </a:lnTo>
                  <a:lnTo>
                    <a:pt x="661" y="306"/>
                  </a:lnTo>
                  <a:lnTo>
                    <a:pt x="658" y="309"/>
                  </a:lnTo>
                  <a:lnTo>
                    <a:pt x="660" y="310"/>
                  </a:lnTo>
                  <a:lnTo>
                    <a:pt x="662" y="312"/>
                  </a:lnTo>
                  <a:lnTo>
                    <a:pt x="660" y="314"/>
                  </a:lnTo>
                  <a:lnTo>
                    <a:pt x="658" y="313"/>
                  </a:lnTo>
                  <a:lnTo>
                    <a:pt x="657" y="317"/>
                  </a:lnTo>
                  <a:lnTo>
                    <a:pt x="655" y="317"/>
                  </a:lnTo>
                  <a:lnTo>
                    <a:pt x="655" y="317"/>
                  </a:lnTo>
                  <a:lnTo>
                    <a:pt x="653" y="320"/>
                  </a:lnTo>
                  <a:lnTo>
                    <a:pt x="655" y="322"/>
                  </a:lnTo>
                  <a:lnTo>
                    <a:pt x="653" y="326"/>
                  </a:lnTo>
                  <a:lnTo>
                    <a:pt x="653" y="333"/>
                  </a:lnTo>
                  <a:lnTo>
                    <a:pt x="655" y="333"/>
                  </a:lnTo>
                  <a:lnTo>
                    <a:pt x="661" y="335"/>
                  </a:lnTo>
                  <a:lnTo>
                    <a:pt x="661" y="337"/>
                  </a:lnTo>
                  <a:lnTo>
                    <a:pt x="662" y="337"/>
                  </a:lnTo>
                  <a:lnTo>
                    <a:pt x="669" y="339"/>
                  </a:lnTo>
                  <a:lnTo>
                    <a:pt x="673" y="347"/>
                  </a:lnTo>
                  <a:lnTo>
                    <a:pt x="673" y="347"/>
                  </a:lnTo>
                  <a:lnTo>
                    <a:pt x="672" y="350"/>
                  </a:lnTo>
                  <a:lnTo>
                    <a:pt x="674" y="351"/>
                  </a:lnTo>
                  <a:lnTo>
                    <a:pt x="674" y="354"/>
                  </a:lnTo>
                  <a:lnTo>
                    <a:pt x="680" y="358"/>
                  </a:lnTo>
                  <a:lnTo>
                    <a:pt x="680" y="360"/>
                  </a:lnTo>
                  <a:lnTo>
                    <a:pt x="682" y="366"/>
                  </a:lnTo>
                  <a:lnTo>
                    <a:pt x="685" y="366"/>
                  </a:lnTo>
                  <a:lnTo>
                    <a:pt x="687" y="366"/>
                  </a:lnTo>
                  <a:lnTo>
                    <a:pt x="689" y="367"/>
                  </a:lnTo>
                  <a:lnTo>
                    <a:pt x="689" y="368"/>
                  </a:lnTo>
                  <a:lnTo>
                    <a:pt x="691" y="371"/>
                  </a:lnTo>
                  <a:lnTo>
                    <a:pt x="693" y="372"/>
                  </a:lnTo>
                  <a:lnTo>
                    <a:pt x="694" y="375"/>
                  </a:lnTo>
                  <a:lnTo>
                    <a:pt x="693" y="376"/>
                  </a:lnTo>
                  <a:lnTo>
                    <a:pt x="687" y="375"/>
                  </a:lnTo>
                  <a:lnTo>
                    <a:pt x="685" y="376"/>
                  </a:lnTo>
                  <a:lnTo>
                    <a:pt x="682" y="374"/>
                  </a:lnTo>
                  <a:lnTo>
                    <a:pt x="681" y="374"/>
                  </a:lnTo>
                  <a:lnTo>
                    <a:pt x="678" y="372"/>
                  </a:lnTo>
                  <a:lnTo>
                    <a:pt x="674" y="372"/>
                  </a:lnTo>
                  <a:lnTo>
                    <a:pt x="673" y="374"/>
                  </a:lnTo>
                  <a:lnTo>
                    <a:pt x="670" y="374"/>
                  </a:lnTo>
                  <a:lnTo>
                    <a:pt x="669" y="372"/>
                  </a:lnTo>
                  <a:lnTo>
                    <a:pt x="668" y="368"/>
                  </a:lnTo>
                  <a:lnTo>
                    <a:pt x="664" y="370"/>
                  </a:lnTo>
                  <a:lnTo>
                    <a:pt x="662" y="370"/>
                  </a:lnTo>
                  <a:lnTo>
                    <a:pt x="661" y="370"/>
                  </a:lnTo>
                  <a:lnTo>
                    <a:pt x="660" y="370"/>
                  </a:lnTo>
                  <a:lnTo>
                    <a:pt x="658" y="370"/>
                  </a:lnTo>
                  <a:lnTo>
                    <a:pt x="657" y="371"/>
                  </a:lnTo>
                  <a:lnTo>
                    <a:pt x="655" y="376"/>
                  </a:lnTo>
                  <a:lnTo>
                    <a:pt x="657" y="372"/>
                  </a:lnTo>
                  <a:lnTo>
                    <a:pt x="660" y="371"/>
                  </a:lnTo>
                  <a:lnTo>
                    <a:pt x="662" y="371"/>
                  </a:lnTo>
                  <a:lnTo>
                    <a:pt x="665" y="371"/>
                  </a:lnTo>
                  <a:lnTo>
                    <a:pt x="666" y="371"/>
                  </a:lnTo>
                  <a:lnTo>
                    <a:pt x="666" y="372"/>
                  </a:lnTo>
                  <a:lnTo>
                    <a:pt x="670" y="375"/>
                  </a:lnTo>
                  <a:lnTo>
                    <a:pt x="672" y="375"/>
                  </a:lnTo>
                  <a:lnTo>
                    <a:pt x="676" y="372"/>
                  </a:lnTo>
                  <a:lnTo>
                    <a:pt x="678" y="372"/>
                  </a:lnTo>
                  <a:lnTo>
                    <a:pt x="682" y="378"/>
                  </a:lnTo>
                  <a:lnTo>
                    <a:pt x="686" y="380"/>
                  </a:lnTo>
                  <a:lnTo>
                    <a:pt x="693" y="384"/>
                  </a:lnTo>
                  <a:lnTo>
                    <a:pt x="695" y="388"/>
                  </a:lnTo>
                  <a:lnTo>
                    <a:pt x="695" y="389"/>
                  </a:lnTo>
                  <a:lnTo>
                    <a:pt x="693" y="391"/>
                  </a:lnTo>
                  <a:lnTo>
                    <a:pt x="690" y="393"/>
                  </a:lnTo>
                  <a:lnTo>
                    <a:pt x="687" y="393"/>
                  </a:lnTo>
                  <a:lnTo>
                    <a:pt x="687" y="395"/>
                  </a:lnTo>
                  <a:lnTo>
                    <a:pt x="686" y="396"/>
                  </a:lnTo>
                  <a:lnTo>
                    <a:pt x="685" y="397"/>
                  </a:lnTo>
                  <a:lnTo>
                    <a:pt x="682" y="396"/>
                  </a:lnTo>
                  <a:lnTo>
                    <a:pt x="681" y="397"/>
                  </a:lnTo>
                  <a:lnTo>
                    <a:pt x="678" y="397"/>
                  </a:lnTo>
                  <a:lnTo>
                    <a:pt x="676" y="400"/>
                  </a:lnTo>
                  <a:lnTo>
                    <a:pt x="676" y="403"/>
                  </a:lnTo>
                  <a:lnTo>
                    <a:pt x="677" y="400"/>
                  </a:lnTo>
                  <a:lnTo>
                    <a:pt x="678" y="399"/>
                  </a:lnTo>
                  <a:lnTo>
                    <a:pt x="681" y="397"/>
                  </a:lnTo>
                  <a:lnTo>
                    <a:pt x="683" y="401"/>
                  </a:lnTo>
                  <a:lnTo>
                    <a:pt x="686" y="401"/>
                  </a:lnTo>
                  <a:lnTo>
                    <a:pt x="689" y="399"/>
                  </a:lnTo>
                  <a:lnTo>
                    <a:pt x="691" y="399"/>
                  </a:lnTo>
                  <a:lnTo>
                    <a:pt x="695" y="404"/>
                  </a:lnTo>
                  <a:lnTo>
                    <a:pt x="697" y="403"/>
                  </a:lnTo>
                  <a:lnTo>
                    <a:pt x="698" y="404"/>
                  </a:lnTo>
                  <a:lnTo>
                    <a:pt x="699" y="404"/>
                  </a:lnTo>
                  <a:lnTo>
                    <a:pt x="701" y="405"/>
                  </a:lnTo>
                  <a:lnTo>
                    <a:pt x="695" y="409"/>
                  </a:lnTo>
                  <a:lnTo>
                    <a:pt x="691" y="410"/>
                  </a:lnTo>
                  <a:lnTo>
                    <a:pt x="691" y="413"/>
                  </a:lnTo>
                  <a:lnTo>
                    <a:pt x="693" y="413"/>
                  </a:lnTo>
                  <a:lnTo>
                    <a:pt x="697" y="410"/>
                  </a:lnTo>
                  <a:lnTo>
                    <a:pt x="699" y="410"/>
                  </a:lnTo>
                  <a:lnTo>
                    <a:pt x="699" y="409"/>
                  </a:lnTo>
                  <a:lnTo>
                    <a:pt x="698" y="409"/>
                  </a:lnTo>
                  <a:lnTo>
                    <a:pt x="699" y="408"/>
                  </a:lnTo>
                  <a:lnTo>
                    <a:pt x="701" y="408"/>
                  </a:lnTo>
                  <a:lnTo>
                    <a:pt x="702" y="412"/>
                  </a:lnTo>
                  <a:lnTo>
                    <a:pt x="702" y="413"/>
                  </a:lnTo>
                  <a:lnTo>
                    <a:pt x="701" y="414"/>
                  </a:lnTo>
                  <a:lnTo>
                    <a:pt x="701" y="413"/>
                  </a:lnTo>
                  <a:lnTo>
                    <a:pt x="699" y="413"/>
                  </a:lnTo>
                  <a:lnTo>
                    <a:pt x="699" y="414"/>
                  </a:lnTo>
                  <a:lnTo>
                    <a:pt x="698" y="414"/>
                  </a:lnTo>
                  <a:lnTo>
                    <a:pt x="695" y="414"/>
                  </a:lnTo>
                  <a:lnTo>
                    <a:pt x="693" y="416"/>
                  </a:lnTo>
                  <a:lnTo>
                    <a:pt x="693" y="417"/>
                  </a:lnTo>
                  <a:lnTo>
                    <a:pt x="697" y="417"/>
                  </a:lnTo>
                  <a:lnTo>
                    <a:pt x="698" y="418"/>
                  </a:lnTo>
                  <a:lnTo>
                    <a:pt x="698" y="420"/>
                  </a:lnTo>
                  <a:lnTo>
                    <a:pt x="697" y="420"/>
                  </a:lnTo>
                  <a:lnTo>
                    <a:pt x="695" y="421"/>
                  </a:lnTo>
                  <a:lnTo>
                    <a:pt x="697" y="421"/>
                  </a:lnTo>
                  <a:lnTo>
                    <a:pt x="698" y="422"/>
                  </a:lnTo>
                  <a:lnTo>
                    <a:pt x="697" y="424"/>
                  </a:lnTo>
                  <a:lnTo>
                    <a:pt x="695" y="424"/>
                  </a:lnTo>
                  <a:lnTo>
                    <a:pt x="694" y="424"/>
                  </a:lnTo>
                  <a:lnTo>
                    <a:pt x="695" y="425"/>
                  </a:lnTo>
                  <a:lnTo>
                    <a:pt x="698" y="425"/>
                  </a:lnTo>
                  <a:lnTo>
                    <a:pt x="699" y="428"/>
                  </a:lnTo>
                  <a:lnTo>
                    <a:pt x="697" y="429"/>
                  </a:lnTo>
                  <a:lnTo>
                    <a:pt x="697" y="431"/>
                  </a:lnTo>
                  <a:lnTo>
                    <a:pt x="695" y="430"/>
                  </a:lnTo>
                  <a:lnTo>
                    <a:pt x="695" y="429"/>
                  </a:lnTo>
                  <a:lnTo>
                    <a:pt x="694" y="429"/>
                  </a:lnTo>
                  <a:lnTo>
                    <a:pt x="691" y="433"/>
                  </a:lnTo>
                  <a:lnTo>
                    <a:pt x="690" y="434"/>
                  </a:lnTo>
                  <a:lnTo>
                    <a:pt x="687" y="433"/>
                  </a:lnTo>
                  <a:lnTo>
                    <a:pt x="690" y="434"/>
                  </a:lnTo>
                  <a:lnTo>
                    <a:pt x="690" y="435"/>
                  </a:lnTo>
                  <a:lnTo>
                    <a:pt x="690" y="437"/>
                  </a:lnTo>
                  <a:lnTo>
                    <a:pt x="689" y="438"/>
                  </a:lnTo>
                  <a:lnTo>
                    <a:pt x="689" y="439"/>
                  </a:lnTo>
                  <a:lnTo>
                    <a:pt x="690" y="441"/>
                  </a:lnTo>
                  <a:lnTo>
                    <a:pt x="689" y="442"/>
                  </a:lnTo>
                  <a:lnTo>
                    <a:pt x="689" y="443"/>
                  </a:lnTo>
                  <a:lnTo>
                    <a:pt x="687" y="445"/>
                  </a:lnTo>
                  <a:lnTo>
                    <a:pt x="686" y="443"/>
                  </a:lnTo>
                  <a:lnTo>
                    <a:pt x="685" y="445"/>
                  </a:lnTo>
                  <a:lnTo>
                    <a:pt x="687" y="445"/>
                  </a:lnTo>
                  <a:lnTo>
                    <a:pt x="689" y="447"/>
                  </a:lnTo>
                  <a:lnTo>
                    <a:pt x="686" y="447"/>
                  </a:lnTo>
                  <a:lnTo>
                    <a:pt x="686" y="449"/>
                  </a:lnTo>
                  <a:lnTo>
                    <a:pt x="682" y="451"/>
                  </a:lnTo>
                  <a:lnTo>
                    <a:pt x="681" y="451"/>
                  </a:lnTo>
                  <a:lnTo>
                    <a:pt x="681" y="449"/>
                  </a:lnTo>
                  <a:lnTo>
                    <a:pt x="680" y="449"/>
                  </a:lnTo>
                  <a:lnTo>
                    <a:pt x="680" y="449"/>
                  </a:lnTo>
                  <a:lnTo>
                    <a:pt x="678" y="451"/>
                  </a:lnTo>
                  <a:lnTo>
                    <a:pt x="677" y="451"/>
                  </a:lnTo>
                  <a:lnTo>
                    <a:pt x="678" y="453"/>
                  </a:lnTo>
                  <a:lnTo>
                    <a:pt x="677" y="453"/>
                  </a:lnTo>
                  <a:lnTo>
                    <a:pt x="680" y="453"/>
                  </a:lnTo>
                  <a:lnTo>
                    <a:pt x="681" y="455"/>
                  </a:lnTo>
                  <a:lnTo>
                    <a:pt x="678" y="455"/>
                  </a:lnTo>
                  <a:lnTo>
                    <a:pt x="681" y="458"/>
                  </a:lnTo>
                  <a:lnTo>
                    <a:pt x="682" y="456"/>
                  </a:lnTo>
                  <a:lnTo>
                    <a:pt x="683" y="458"/>
                  </a:lnTo>
                  <a:lnTo>
                    <a:pt x="680" y="459"/>
                  </a:lnTo>
                  <a:lnTo>
                    <a:pt x="677" y="462"/>
                  </a:lnTo>
                  <a:lnTo>
                    <a:pt x="677" y="463"/>
                  </a:lnTo>
                  <a:lnTo>
                    <a:pt x="678" y="462"/>
                  </a:lnTo>
                  <a:lnTo>
                    <a:pt x="680" y="462"/>
                  </a:lnTo>
                  <a:lnTo>
                    <a:pt x="681" y="463"/>
                  </a:lnTo>
                  <a:lnTo>
                    <a:pt x="678" y="466"/>
                  </a:lnTo>
                  <a:lnTo>
                    <a:pt x="680" y="466"/>
                  </a:lnTo>
                  <a:lnTo>
                    <a:pt x="680" y="468"/>
                  </a:lnTo>
                  <a:lnTo>
                    <a:pt x="678" y="468"/>
                  </a:lnTo>
                  <a:lnTo>
                    <a:pt x="678" y="470"/>
                  </a:lnTo>
                  <a:lnTo>
                    <a:pt x="680" y="470"/>
                  </a:lnTo>
                  <a:lnTo>
                    <a:pt x="681" y="471"/>
                  </a:lnTo>
                  <a:lnTo>
                    <a:pt x="681" y="474"/>
                  </a:lnTo>
                  <a:lnTo>
                    <a:pt x="680" y="472"/>
                  </a:lnTo>
                  <a:lnTo>
                    <a:pt x="678" y="472"/>
                  </a:lnTo>
                  <a:lnTo>
                    <a:pt x="678" y="471"/>
                  </a:lnTo>
                  <a:lnTo>
                    <a:pt x="677" y="470"/>
                  </a:lnTo>
                  <a:lnTo>
                    <a:pt x="676" y="471"/>
                  </a:lnTo>
                  <a:lnTo>
                    <a:pt x="674" y="471"/>
                  </a:lnTo>
                  <a:lnTo>
                    <a:pt x="674" y="472"/>
                  </a:lnTo>
                  <a:lnTo>
                    <a:pt x="676" y="474"/>
                  </a:lnTo>
                  <a:lnTo>
                    <a:pt x="676" y="476"/>
                  </a:lnTo>
                  <a:lnTo>
                    <a:pt x="676" y="475"/>
                  </a:lnTo>
                  <a:lnTo>
                    <a:pt x="674" y="475"/>
                  </a:lnTo>
                  <a:lnTo>
                    <a:pt x="673" y="474"/>
                  </a:lnTo>
                  <a:lnTo>
                    <a:pt x="672" y="474"/>
                  </a:lnTo>
                  <a:lnTo>
                    <a:pt x="673" y="475"/>
                  </a:lnTo>
                  <a:lnTo>
                    <a:pt x="673" y="478"/>
                  </a:lnTo>
                  <a:lnTo>
                    <a:pt x="674" y="478"/>
                  </a:lnTo>
                  <a:lnTo>
                    <a:pt x="674" y="478"/>
                  </a:lnTo>
                  <a:lnTo>
                    <a:pt x="673" y="479"/>
                  </a:lnTo>
                  <a:lnTo>
                    <a:pt x="672" y="478"/>
                  </a:lnTo>
                  <a:lnTo>
                    <a:pt x="670" y="479"/>
                  </a:lnTo>
                  <a:lnTo>
                    <a:pt x="672" y="480"/>
                  </a:lnTo>
                  <a:lnTo>
                    <a:pt x="673" y="481"/>
                  </a:lnTo>
                  <a:lnTo>
                    <a:pt x="673" y="483"/>
                  </a:lnTo>
                  <a:lnTo>
                    <a:pt x="669" y="481"/>
                  </a:lnTo>
                  <a:lnTo>
                    <a:pt x="668" y="483"/>
                  </a:lnTo>
                  <a:lnTo>
                    <a:pt x="668" y="481"/>
                  </a:lnTo>
                  <a:lnTo>
                    <a:pt x="665" y="484"/>
                  </a:lnTo>
                  <a:lnTo>
                    <a:pt x="661" y="484"/>
                  </a:lnTo>
                  <a:lnTo>
                    <a:pt x="665" y="487"/>
                  </a:lnTo>
                  <a:lnTo>
                    <a:pt x="666" y="485"/>
                  </a:lnTo>
                  <a:lnTo>
                    <a:pt x="668" y="487"/>
                  </a:lnTo>
                  <a:lnTo>
                    <a:pt x="668" y="488"/>
                  </a:lnTo>
                  <a:lnTo>
                    <a:pt x="666" y="488"/>
                  </a:lnTo>
                  <a:lnTo>
                    <a:pt x="665" y="491"/>
                  </a:lnTo>
                  <a:lnTo>
                    <a:pt x="664" y="489"/>
                  </a:lnTo>
                  <a:lnTo>
                    <a:pt x="662" y="492"/>
                  </a:lnTo>
                  <a:lnTo>
                    <a:pt x="662" y="492"/>
                  </a:lnTo>
                  <a:lnTo>
                    <a:pt x="662" y="491"/>
                  </a:lnTo>
                  <a:lnTo>
                    <a:pt x="661" y="491"/>
                  </a:lnTo>
                  <a:lnTo>
                    <a:pt x="661" y="493"/>
                  </a:lnTo>
                  <a:lnTo>
                    <a:pt x="660" y="493"/>
                  </a:lnTo>
                  <a:lnTo>
                    <a:pt x="658" y="496"/>
                  </a:lnTo>
                  <a:lnTo>
                    <a:pt x="657" y="496"/>
                  </a:lnTo>
                  <a:lnTo>
                    <a:pt x="656" y="495"/>
                  </a:lnTo>
                  <a:lnTo>
                    <a:pt x="653" y="495"/>
                  </a:lnTo>
                  <a:lnTo>
                    <a:pt x="653" y="496"/>
                  </a:lnTo>
                  <a:lnTo>
                    <a:pt x="652" y="496"/>
                  </a:lnTo>
                  <a:lnTo>
                    <a:pt x="652" y="499"/>
                  </a:lnTo>
                  <a:lnTo>
                    <a:pt x="652" y="501"/>
                  </a:lnTo>
                  <a:lnTo>
                    <a:pt x="651" y="503"/>
                  </a:lnTo>
                  <a:lnTo>
                    <a:pt x="652" y="504"/>
                  </a:lnTo>
                  <a:lnTo>
                    <a:pt x="649" y="505"/>
                  </a:lnTo>
                  <a:lnTo>
                    <a:pt x="648" y="504"/>
                  </a:lnTo>
                  <a:lnTo>
                    <a:pt x="648" y="505"/>
                  </a:lnTo>
                  <a:lnTo>
                    <a:pt x="648" y="504"/>
                  </a:lnTo>
                  <a:lnTo>
                    <a:pt x="647" y="505"/>
                  </a:lnTo>
                  <a:lnTo>
                    <a:pt x="645" y="506"/>
                  </a:lnTo>
                  <a:lnTo>
                    <a:pt x="643" y="506"/>
                  </a:lnTo>
                  <a:lnTo>
                    <a:pt x="641" y="508"/>
                  </a:lnTo>
                  <a:lnTo>
                    <a:pt x="640" y="508"/>
                  </a:lnTo>
                  <a:lnTo>
                    <a:pt x="640" y="508"/>
                  </a:lnTo>
                  <a:lnTo>
                    <a:pt x="639" y="508"/>
                  </a:lnTo>
                  <a:lnTo>
                    <a:pt x="639" y="509"/>
                  </a:lnTo>
                  <a:lnTo>
                    <a:pt x="637" y="510"/>
                  </a:lnTo>
                  <a:lnTo>
                    <a:pt x="635" y="508"/>
                  </a:lnTo>
                  <a:lnTo>
                    <a:pt x="635" y="506"/>
                  </a:lnTo>
                  <a:lnTo>
                    <a:pt x="633" y="508"/>
                  </a:lnTo>
                  <a:lnTo>
                    <a:pt x="632" y="509"/>
                  </a:lnTo>
                  <a:lnTo>
                    <a:pt x="632" y="510"/>
                  </a:lnTo>
                  <a:lnTo>
                    <a:pt x="629" y="510"/>
                  </a:lnTo>
                  <a:lnTo>
                    <a:pt x="628" y="509"/>
                  </a:lnTo>
                  <a:lnTo>
                    <a:pt x="627" y="510"/>
                  </a:lnTo>
                  <a:lnTo>
                    <a:pt x="624" y="512"/>
                  </a:lnTo>
                  <a:lnTo>
                    <a:pt x="624" y="513"/>
                  </a:lnTo>
                  <a:lnTo>
                    <a:pt x="620" y="516"/>
                  </a:lnTo>
                  <a:lnTo>
                    <a:pt x="620" y="514"/>
                  </a:lnTo>
                  <a:lnTo>
                    <a:pt x="622" y="514"/>
                  </a:lnTo>
                  <a:lnTo>
                    <a:pt x="623" y="512"/>
                  </a:lnTo>
                  <a:lnTo>
                    <a:pt x="622" y="513"/>
                  </a:lnTo>
                  <a:lnTo>
                    <a:pt x="619" y="510"/>
                  </a:lnTo>
                  <a:lnTo>
                    <a:pt x="618" y="509"/>
                  </a:lnTo>
                  <a:lnTo>
                    <a:pt x="615" y="508"/>
                  </a:lnTo>
                  <a:lnTo>
                    <a:pt x="614" y="506"/>
                  </a:lnTo>
                  <a:lnTo>
                    <a:pt x="615" y="508"/>
                  </a:lnTo>
                  <a:lnTo>
                    <a:pt x="615" y="509"/>
                  </a:lnTo>
                  <a:lnTo>
                    <a:pt x="615" y="512"/>
                  </a:lnTo>
                  <a:lnTo>
                    <a:pt x="615" y="514"/>
                  </a:lnTo>
                  <a:lnTo>
                    <a:pt x="614" y="516"/>
                  </a:lnTo>
                  <a:lnTo>
                    <a:pt x="612" y="517"/>
                  </a:lnTo>
                  <a:lnTo>
                    <a:pt x="611" y="518"/>
                  </a:lnTo>
                  <a:lnTo>
                    <a:pt x="611" y="517"/>
                  </a:lnTo>
                  <a:lnTo>
                    <a:pt x="610" y="517"/>
                  </a:lnTo>
                  <a:lnTo>
                    <a:pt x="610" y="517"/>
                  </a:lnTo>
                  <a:lnTo>
                    <a:pt x="608" y="520"/>
                  </a:lnTo>
                  <a:lnTo>
                    <a:pt x="606" y="522"/>
                  </a:lnTo>
                  <a:lnTo>
                    <a:pt x="603" y="524"/>
                  </a:lnTo>
                  <a:lnTo>
                    <a:pt x="602" y="524"/>
                  </a:lnTo>
                  <a:lnTo>
                    <a:pt x="599" y="522"/>
                  </a:lnTo>
                  <a:lnTo>
                    <a:pt x="597" y="524"/>
                  </a:lnTo>
                  <a:lnTo>
                    <a:pt x="595" y="524"/>
                  </a:lnTo>
                  <a:lnTo>
                    <a:pt x="597" y="525"/>
                  </a:lnTo>
                  <a:lnTo>
                    <a:pt x="594" y="526"/>
                  </a:lnTo>
                  <a:lnTo>
                    <a:pt x="591" y="526"/>
                  </a:lnTo>
                  <a:lnTo>
                    <a:pt x="590" y="526"/>
                  </a:lnTo>
                  <a:lnTo>
                    <a:pt x="589" y="528"/>
                  </a:lnTo>
                  <a:lnTo>
                    <a:pt x="586" y="529"/>
                  </a:lnTo>
                  <a:lnTo>
                    <a:pt x="585" y="530"/>
                  </a:lnTo>
                  <a:lnTo>
                    <a:pt x="585" y="529"/>
                  </a:lnTo>
                  <a:lnTo>
                    <a:pt x="585" y="529"/>
                  </a:lnTo>
                  <a:lnTo>
                    <a:pt x="583" y="529"/>
                  </a:lnTo>
                  <a:lnTo>
                    <a:pt x="583" y="528"/>
                  </a:lnTo>
                  <a:lnTo>
                    <a:pt x="585" y="528"/>
                  </a:lnTo>
                  <a:lnTo>
                    <a:pt x="583" y="528"/>
                  </a:lnTo>
                  <a:lnTo>
                    <a:pt x="583" y="526"/>
                  </a:lnTo>
                  <a:lnTo>
                    <a:pt x="582" y="526"/>
                  </a:lnTo>
                  <a:lnTo>
                    <a:pt x="582" y="528"/>
                  </a:lnTo>
                  <a:lnTo>
                    <a:pt x="581" y="528"/>
                  </a:lnTo>
                  <a:lnTo>
                    <a:pt x="582" y="529"/>
                  </a:lnTo>
                  <a:lnTo>
                    <a:pt x="581" y="530"/>
                  </a:lnTo>
                  <a:lnTo>
                    <a:pt x="579" y="531"/>
                  </a:lnTo>
                  <a:lnTo>
                    <a:pt x="579" y="533"/>
                  </a:lnTo>
                  <a:lnTo>
                    <a:pt x="579" y="534"/>
                  </a:lnTo>
                  <a:lnTo>
                    <a:pt x="581" y="534"/>
                  </a:lnTo>
                  <a:lnTo>
                    <a:pt x="582" y="537"/>
                  </a:lnTo>
                  <a:lnTo>
                    <a:pt x="582" y="538"/>
                  </a:lnTo>
                  <a:lnTo>
                    <a:pt x="583" y="538"/>
                  </a:lnTo>
                  <a:lnTo>
                    <a:pt x="585" y="539"/>
                  </a:lnTo>
                  <a:lnTo>
                    <a:pt x="582" y="541"/>
                  </a:lnTo>
                  <a:lnTo>
                    <a:pt x="581" y="541"/>
                  </a:lnTo>
                  <a:lnTo>
                    <a:pt x="581" y="541"/>
                  </a:lnTo>
                  <a:lnTo>
                    <a:pt x="578" y="541"/>
                  </a:lnTo>
                  <a:lnTo>
                    <a:pt x="577" y="542"/>
                  </a:lnTo>
                  <a:lnTo>
                    <a:pt x="577" y="542"/>
                  </a:lnTo>
                  <a:lnTo>
                    <a:pt x="577" y="539"/>
                  </a:lnTo>
                  <a:lnTo>
                    <a:pt x="577" y="538"/>
                  </a:lnTo>
                  <a:lnTo>
                    <a:pt x="574" y="538"/>
                  </a:lnTo>
                  <a:lnTo>
                    <a:pt x="572" y="534"/>
                  </a:lnTo>
                  <a:lnTo>
                    <a:pt x="572" y="533"/>
                  </a:lnTo>
                  <a:lnTo>
                    <a:pt x="574" y="530"/>
                  </a:lnTo>
                  <a:lnTo>
                    <a:pt x="574" y="528"/>
                  </a:lnTo>
                  <a:lnTo>
                    <a:pt x="575" y="528"/>
                  </a:lnTo>
                  <a:lnTo>
                    <a:pt x="575" y="528"/>
                  </a:lnTo>
                  <a:lnTo>
                    <a:pt x="574" y="526"/>
                  </a:lnTo>
                  <a:lnTo>
                    <a:pt x="573" y="528"/>
                  </a:lnTo>
                  <a:lnTo>
                    <a:pt x="572" y="525"/>
                  </a:lnTo>
                  <a:lnTo>
                    <a:pt x="570" y="528"/>
                  </a:lnTo>
                  <a:lnTo>
                    <a:pt x="568" y="528"/>
                  </a:lnTo>
                  <a:lnTo>
                    <a:pt x="566" y="528"/>
                  </a:lnTo>
                  <a:lnTo>
                    <a:pt x="564" y="525"/>
                  </a:lnTo>
                  <a:lnTo>
                    <a:pt x="562" y="526"/>
                  </a:lnTo>
                  <a:lnTo>
                    <a:pt x="561" y="524"/>
                  </a:lnTo>
                  <a:lnTo>
                    <a:pt x="560" y="521"/>
                  </a:lnTo>
                  <a:lnTo>
                    <a:pt x="558" y="524"/>
                  </a:lnTo>
                  <a:lnTo>
                    <a:pt x="558" y="525"/>
                  </a:lnTo>
                  <a:lnTo>
                    <a:pt x="557" y="526"/>
                  </a:lnTo>
                  <a:lnTo>
                    <a:pt x="556" y="525"/>
                  </a:lnTo>
                  <a:lnTo>
                    <a:pt x="554" y="526"/>
                  </a:lnTo>
                  <a:lnTo>
                    <a:pt x="554" y="525"/>
                  </a:lnTo>
                  <a:lnTo>
                    <a:pt x="554" y="526"/>
                  </a:lnTo>
                  <a:lnTo>
                    <a:pt x="553" y="525"/>
                  </a:lnTo>
                  <a:lnTo>
                    <a:pt x="552" y="525"/>
                  </a:lnTo>
                  <a:lnTo>
                    <a:pt x="540" y="526"/>
                  </a:lnTo>
                  <a:lnTo>
                    <a:pt x="515" y="517"/>
                  </a:lnTo>
                  <a:lnTo>
                    <a:pt x="474" y="537"/>
                  </a:lnTo>
                  <a:lnTo>
                    <a:pt x="444" y="528"/>
                  </a:lnTo>
                  <a:lnTo>
                    <a:pt x="375" y="476"/>
                  </a:lnTo>
                  <a:lnTo>
                    <a:pt x="228" y="463"/>
                  </a:lnTo>
                  <a:lnTo>
                    <a:pt x="150" y="389"/>
                  </a:lnTo>
                  <a:lnTo>
                    <a:pt x="0" y="325"/>
                  </a:lnTo>
                  <a:lnTo>
                    <a:pt x="12" y="199"/>
                  </a:lnTo>
                  <a:lnTo>
                    <a:pt x="111" y="146"/>
                  </a:lnTo>
                  <a:lnTo>
                    <a:pt x="224" y="122"/>
                  </a:lnTo>
                  <a:lnTo>
                    <a:pt x="233" y="120"/>
                  </a:lnTo>
                  <a:lnTo>
                    <a:pt x="237" y="120"/>
                  </a:lnTo>
                  <a:lnTo>
                    <a:pt x="240" y="121"/>
                  </a:lnTo>
                  <a:lnTo>
                    <a:pt x="241" y="121"/>
                  </a:lnTo>
                  <a:lnTo>
                    <a:pt x="346" y="124"/>
                  </a:lnTo>
                  <a:lnTo>
                    <a:pt x="532" y="104"/>
                  </a:lnTo>
                  <a:lnTo>
                    <a:pt x="554" y="80"/>
                  </a:lnTo>
                  <a:lnTo>
                    <a:pt x="560" y="79"/>
                  </a:lnTo>
                  <a:lnTo>
                    <a:pt x="561" y="79"/>
                  </a:lnTo>
                  <a:lnTo>
                    <a:pt x="561" y="80"/>
                  </a:lnTo>
                  <a:lnTo>
                    <a:pt x="564" y="79"/>
                  </a:lnTo>
                  <a:lnTo>
                    <a:pt x="566" y="80"/>
                  </a:lnTo>
                  <a:lnTo>
                    <a:pt x="569" y="81"/>
                  </a:lnTo>
                  <a:lnTo>
                    <a:pt x="570" y="81"/>
                  </a:lnTo>
                  <a:lnTo>
                    <a:pt x="575" y="76"/>
                  </a:lnTo>
                  <a:lnTo>
                    <a:pt x="578" y="74"/>
                  </a:lnTo>
                  <a:lnTo>
                    <a:pt x="582" y="74"/>
                  </a:lnTo>
                  <a:lnTo>
                    <a:pt x="585" y="71"/>
                  </a:lnTo>
                  <a:lnTo>
                    <a:pt x="585" y="68"/>
                  </a:lnTo>
                  <a:lnTo>
                    <a:pt x="585" y="67"/>
                  </a:lnTo>
                  <a:lnTo>
                    <a:pt x="583" y="66"/>
                  </a:lnTo>
                  <a:lnTo>
                    <a:pt x="582" y="67"/>
                  </a:lnTo>
                  <a:lnTo>
                    <a:pt x="582" y="66"/>
                  </a:lnTo>
                  <a:lnTo>
                    <a:pt x="581" y="66"/>
                  </a:lnTo>
                  <a:lnTo>
                    <a:pt x="581" y="63"/>
                  </a:lnTo>
                  <a:lnTo>
                    <a:pt x="581" y="62"/>
                  </a:lnTo>
                  <a:lnTo>
                    <a:pt x="581" y="58"/>
                  </a:lnTo>
                  <a:lnTo>
                    <a:pt x="579" y="56"/>
                  </a:lnTo>
                  <a:lnTo>
                    <a:pt x="581" y="55"/>
                  </a:lnTo>
                  <a:lnTo>
                    <a:pt x="582" y="54"/>
                  </a:lnTo>
                  <a:lnTo>
                    <a:pt x="582" y="51"/>
                  </a:lnTo>
                  <a:lnTo>
                    <a:pt x="581" y="50"/>
                  </a:lnTo>
                  <a:lnTo>
                    <a:pt x="581" y="47"/>
                  </a:lnTo>
                  <a:lnTo>
                    <a:pt x="581" y="46"/>
                  </a:lnTo>
                  <a:lnTo>
                    <a:pt x="579" y="45"/>
                  </a:lnTo>
                  <a:lnTo>
                    <a:pt x="579" y="42"/>
                  </a:lnTo>
                  <a:lnTo>
                    <a:pt x="581" y="39"/>
                  </a:lnTo>
                  <a:lnTo>
                    <a:pt x="582" y="38"/>
                  </a:lnTo>
                  <a:lnTo>
                    <a:pt x="583" y="35"/>
                  </a:lnTo>
                  <a:lnTo>
                    <a:pt x="585" y="34"/>
                  </a:lnTo>
                  <a:lnTo>
                    <a:pt x="586" y="33"/>
                  </a:lnTo>
                  <a:lnTo>
                    <a:pt x="586" y="30"/>
                  </a:lnTo>
                  <a:lnTo>
                    <a:pt x="586" y="29"/>
                  </a:lnTo>
                  <a:lnTo>
                    <a:pt x="586" y="26"/>
                  </a:lnTo>
                  <a:lnTo>
                    <a:pt x="585" y="25"/>
                  </a:lnTo>
                  <a:lnTo>
                    <a:pt x="583" y="24"/>
                  </a:lnTo>
                  <a:lnTo>
                    <a:pt x="582" y="20"/>
                  </a:lnTo>
                  <a:lnTo>
                    <a:pt x="579" y="20"/>
                  </a:lnTo>
                  <a:lnTo>
                    <a:pt x="578" y="21"/>
                  </a:lnTo>
                  <a:lnTo>
                    <a:pt x="575" y="22"/>
                  </a:lnTo>
                  <a:lnTo>
                    <a:pt x="574" y="22"/>
                  </a:lnTo>
                  <a:lnTo>
                    <a:pt x="574" y="21"/>
                  </a:lnTo>
                  <a:lnTo>
                    <a:pt x="574" y="18"/>
                  </a:lnTo>
                  <a:lnTo>
                    <a:pt x="574" y="17"/>
                  </a:lnTo>
                  <a:lnTo>
                    <a:pt x="574" y="16"/>
                  </a:lnTo>
                  <a:lnTo>
                    <a:pt x="575" y="14"/>
                  </a:lnTo>
                  <a:lnTo>
                    <a:pt x="575" y="13"/>
                  </a:lnTo>
                  <a:lnTo>
                    <a:pt x="578" y="10"/>
                  </a:lnTo>
                  <a:lnTo>
                    <a:pt x="578" y="9"/>
                  </a:lnTo>
                  <a:lnTo>
                    <a:pt x="579" y="8"/>
                  </a:lnTo>
                  <a:lnTo>
                    <a:pt x="582" y="8"/>
                  </a:lnTo>
                  <a:lnTo>
                    <a:pt x="583" y="6"/>
                  </a:lnTo>
                  <a:lnTo>
                    <a:pt x="585" y="6"/>
                  </a:lnTo>
                  <a:lnTo>
                    <a:pt x="586" y="6"/>
                  </a:lnTo>
                  <a:lnTo>
                    <a:pt x="587" y="6"/>
                  </a:lnTo>
                  <a:lnTo>
                    <a:pt x="589" y="6"/>
                  </a:lnTo>
                  <a:lnTo>
                    <a:pt x="590" y="4"/>
                  </a:lnTo>
                  <a:lnTo>
                    <a:pt x="593" y="4"/>
                  </a:lnTo>
                  <a:lnTo>
                    <a:pt x="594" y="2"/>
                  </a:lnTo>
                  <a:lnTo>
                    <a:pt x="597" y="2"/>
                  </a:lnTo>
                  <a:lnTo>
                    <a:pt x="598" y="2"/>
                  </a:lnTo>
                  <a:lnTo>
                    <a:pt x="601" y="2"/>
                  </a:lnTo>
                  <a:lnTo>
                    <a:pt x="601" y="2"/>
                  </a:lnTo>
                  <a:lnTo>
                    <a:pt x="602" y="2"/>
                  </a:lnTo>
                  <a:lnTo>
                    <a:pt x="603" y="0"/>
                  </a:lnTo>
                  <a:lnTo>
                    <a:pt x="606" y="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2" name="Freeform 344">
              <a:extLst>
                <a:ext uri="{FF2B5EF4-FFF2-40B4-BE49-F238E27FC236}">
                  <a16:creationId xmlns:a16="http://schemas.microsoft.com/office/drawing/2014/main" id="{AE7B844A-0068-401A-B65C-899F0E33DA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73782" y="1880699"/>
              <a:ext cx="1695573" cy="3264198"/>
            </a:xfrm>
            <a:custGeom>
              <a:avLst/>
              <a:gdLst>
                <a:gd name="T0" fmla="*/ 4 w 187"/>
                <a:gd name="T1" fmla="*/ 357 h 360"/>
                <a:gd name="T2" fmla="*/ 46 w 187"/>
                <a:gd name="T3" fmla="*/ 324 h 360"/>
                <a:gd name="T4" fmla="*/ 54 w 187"/>
                <a:gd name="T5" fmla="*/ 306 h 360"/>
                <a:gd name="T6" fmla="*/ 55 w 187"/>
                <a:gd name="T7" fmla="*/ 299 h 360"/>
                <a:gd name="T8" fmla="*/ 67 w 187"/>
                <a:gd name="T9" fmla="*/ 266 h 360"/>
                <a:gd name="T10" fmla="*/ 70 w 187"/>
                <a:gd name="T11" fmla="*/ 264 h 360"/>
                <a:gd name="T12" fmla="*/ 54 w 187"/>
                <a:gd name="T13" fmla="*/ 233 h 360"/>
                <a:gd name="T14" fmla="*/ 51 w 187"/>
                <a:gd name="T15" fmla="*/ 232 h 360"/>
                <a:gd name="T16" fmla="*/ 39 w 187"/>
                <a:gd name="T17" fmla="*/ 227 h 360"/>
                <a:gd name="T18" fmla="*/ 42 w 187"/>
                <a:gd name="T19" fmla="*/ 222 h 360"/>
                <a:gd name="T20" fmla="*/ 103 w 187"/>
                <a:gd name="T21" fmla="*/ 207 h 360"/>
                <a:gd name="T22" fmla="*/ 85 w 187"/>
                <a:gd name="T23" fmla="*/ 220 h 360"/>
                <a:gd name="T24" fmla="*/ 79 w 187"/>
                <a:gd name="T25" fmla="*/ 220 h 360"/>
                <a:gd name="T26" fmla="*/ 87 w 187"/>
                <a:gd name="T27" fmla="*/ 208 h 360"/>
                <a:gd name="T28" fmla="*/ 103 w 187"/>
                <a:gd name="T29" fmla="*/ 198 h 360"/>
                <a:gd name="T30" fmla="*/ 76 w 187"/>
                <a:gd name="T31" fmla="*/ 174 h 360"/>
                <a:gd name="T32" fmla="*/ 129 w 187"/>
                <a:gd name="T33" fmla="*/ 133 h 360"/>
                <a:gd name="T34" fmla="*/ 128 w 187"/>
                <a:gd name="T35" fmla="*/ 139 h 360"/>
                <a:gd name="T36" fmla="*/ 147 w 187"/>
                <a:gd name="T37" fmla="*/ 79 h 360"/>
                <a:gd name="T38" fmla="*/ 163 w 187"/>
                <a:gd name="T39" fmla="*/ 111 h 360"/>
                <a:gd name="T40" fmla="*/ 164 w 187"/>
                <a:gd name="T41" fmla="*/ 129 h 360"/>
                <a:gd name="T42" fmla="*/ 162 w 187"/>
                <a:gd name="T43" fmla="*/ 166 h 360"/>
                <a:gd name="T44" fmla="*/ 158 w 187"/>
                <a:gd name="T45" fmla="*/ 189 h 360"/>
                <a:gd name="T46" fmla="*/ 153 w 187"/>
                <a:gd name="T47" fmla="*/ 181 h 360"/>
                <a:gd name="T48" fmla="*/ 141 w 187"/>
                <a:gd name="T49" fmla="*/ 190 h 360"/>
                <a:gd name="T50" fmla="*/ 129 w 187"/>
                <a:gd name="T51" fmla="*/ 193 h 360"/>
                <a:gd name="T52" fmla="*/ 120 w 187"/>
                <a:gd name="T53" fmla="*/ 194 h 360"/>
                <a:gd name="T54" fmla="*/ 118 w 187"/>
                <a:gd name="T55" fmla="*/ 207 h 360"/>
                <a:gd name="T56" fmla="*/ 105 w 187"/>
                <a:gd name="T57" fmla="*/ 202 h 360"/>
                <a:gd name="T58" fmla="*/ 92 w 187"/>
                <a:gd name="T59" fmla="*/ 200 h 360"/>
                <a:gd name="T60" fmla="*/ 74 w 187"/>
                <a:gd name="T61" fmla="*/ 206 h 360"/>
                <a:gd name="T62" fmla="*/ 66 w 187"/>
                <a:gd name="T63" fmla="*/ 214 h 360"/>
                <a:gd name="T64" fmla="*/ 74 w 187"/>
                <a:gd name="T65" fmla="*/ 224 h 360"/>
                <a:gd name="T66" fmla="*/ 68 w 187"/>
                <a:gd name="T67" fmla="*/ 248 h 360"/>
                <a:gd name="T68" fmla="*/ 64 w 187"/>
                <a:gd name="T69" fmla="*/ 245 h 360"/>
                <a:gd name="T70" fmla="*/ 59 w 187"/>
                <a:gd name="T71" fmla="*/ 249 h 360"/>
                <a:gd name="T72" fmla="*/ 52 w 187"/>
                <a:gd name="T73" fmla="*/ 222 h 360"/>
                <a:gd name="T74" fmla="*/ 51 w 187"/>
                <a:gd name="T75" fmla="*/ 228 h 360"/>
                <a:gd name="T76" fmla="*/ 49 w 187"/>
                <a:gd name="T77" fmla="*/ 227 h 360"/>
                <a:gd name="T78" fmla="*/ 56 w 187"/>
                <a:gd name="T79" fmla="*/ 211 h 360"/>
                <a:gd name="T80" fmla="*/ 67 w 187"/>
                <a:gd name="T81" fmla="*/ 195 h 360"/>
                <a:gd name="T82" fmla="*/ 92 w 187"/>
                <a:gd name="T83" fmla="*/ 181 h 360"/>
                <a:gd name="T84" fmla="*/ 108 w 187"/>
                <a:gd name="T85" fmla="*/ 179 h 360"/>
                <a:gd name="T86" fmla="*/ 113 w 187"/>
                <a:gd name="T87" fmla="*/ 161 h 360"/>
                <a:gd name="T88" fmla="*/ 114 w 187"/>
                <a:gd name="T89" fmla="*/ 153 h 360"/>
                <a:gd name="T90" fmla="*/ 135 w 187"/>
                <a:gd name="T91" fmla="*/ 139 h 360"/>
                <a:gd name="T92" fmla="*/ 133 w 187"/>
                <a:gd name="T93" fmla="*/ 102 h 360"/>
                <a:gd name="T94" fmla="*/ 135 w 187"/>
                <a:gd name="T95" fmla="*/ 82 h 360"/>
                <a:gd name="T96" fmla="*/ 145 w 187"/>
                <a:gd name="T97" fmla="*/ 83 h 360"/>
                <a:gd name="T98" fmla="*/ 120 w 187"/>
                <a:gd name="T99" fmla="*/ 62 h 360"/>
                <a:gd name="T100" fmla="*/ 139 w 187"/>
                <a:gd name="T101" fmla="*/ 6 h 360"/>
                <a:gd name="T102" fmla="*/ 167 w 187"/>
                <a:gd name="T103" fmla="*/ 25 h 360"/>
                <a:gd name="T104" fmla="*/ 179 w 187"/>
                <a:gd name="T105" fmla="*/ 31 h 360"/>
                <a:gd name="T106" fmla="*/ 184 w 187"/>
                <a:gd name="T107" fmla="*/ 37 h 360"/>
                <a:gd name="T108" fmla="*/ 166 w 187"/>
                <a:gd name="T109" fmla="*/ 48 h 360"/>
                <a:gd name="T110" fmla="*/ 149 w 187"/>
                <a:gd name="T111" fmla="*/ 53 h 360"/>
                <a:gd name="T112" fmla="*/ 129 w 187"/>
                <a:gd name="T113" fmla="*/ 58 h 360"/>
                <a:gd name="T114" fmla="*/ 137 w 187"/>
                <a:gd name="T115" fmla="*/ 69 h 360"/>
                <a:gd name="T116" fmla="*/ 124 w 187"/>
                <a:gd name="T117" fmla="*/ 62 h 360"/>
                <a:gd name="T118" fmla="*/ 128 w 187"/>
                <a:gd name="T119" fmla="*/ 47 h 360"/>
                <a:gd name="T120" fmla="*/ 135 w 187"/>
                <a:gd name="T121" fmla="*/ 39 h 360"/>
                <a:gd name="T122" fmla="*/ 133 w 187"/>
                <a:gd name="T123" fmla="*/ 18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360">
                  <a:moveTo>
                    <a:pt x="2" y="358"/>
                  </a:moveTo>
                  <a:lnTo>
                    <a:pt x="2" y="360"/>
                  </a:lnTo>
                  <a:lnTo>
                    <a:pt x="2" y="360"/>
                  </a:lnTo>
                  <a:lnTo>
                    <a:pt x="0" y="360"/>
                  </a:lnTo>
                  <a:lnTo>
                    <a:pt x="1" y="358"/>
                  </a:lnTo>
                  <a:lnTo>
                    <a:pt x="2" y="358"/>
                  </a:lnTo>
                  <a:close/>
                  <a:moveTo>
                    <a:pt x="5" y="356"/>
                  </a:moveTo>
                  <a:lnTo>
                    <a:pt x="6" y="357"/>
                  </a:lnTo>
                  <a:lnTo>
                    <a:pt x="6" y="360"/>
                  </a:lnTo>
                  <a:lnTo>
                    <a:pt x="5" y="358"/>
                  </a:lnTo>
                  <a:lnTo>
                    <a:pt x="4" y="357"/>
                  </a:lnTo>
                  <a:lnTo>
                    <a:pt x="5" y="356"/>
                  </a:lnTo>
                  <a:close/>
                  <a:moveTo>
                    <a:pt x="16" y="349"/>
                  </a:moveTo>
                  <a:lnTo>
                    <a:pt x="18" y="351"/>
                  </a:lnTo>
                  <a:lnTo>
                    <a:pt x="18" y="353"/>
                  </a:lnTo>
                  <a:lnTo>
                    <a:pt x="16" y="353"/>
                  </a:lnTo>
                  <a:lnTo>
                    <a:pt x="16" y="352"/>
                  </a:lnTo>
                  <a:lnTo>
                    <a:pt x="16" y="349"/>
                  </a:lnTo>
                  <a:close/>
                  <a:moveTo>
                    <a:pt x="46" y="319"/>
                  </a:moveTo>
                  <a:lnTo>
                    <a:pt x="46" y="320"/>
                  </a:lnTo>
                  <a:lnTo>
                    <a:pt x="46" y="323"/>
                  </a:lnTo>
                  <a:lnTo>
                    <a:pt x="46" y="324"/>
                  </a:lnTo>
                  <a:lnTo>
                    <a:pt x="42" y="326"/>
                  </a:lnTo>
                  <a:lnTo>
                    <a:pt x="42" y="328"/>
                  </a:lnTo>
                  <a:lnTo>
                    <a:pt x="41" y="328"/>
                  </a:lnTo>
                  <a:lnTo>
                    <a:pt x="41" y="326"/>
                  </a:lnTo>
                  <a:lnTo>
                    <a:pt x="42" y="324"/>
                  </a:lnTo>
                  <a:lnTo>
                    <a:pt x="43" y="323"/>
                  </a:lnTo>
                  <a:lnTo>
                    <a:pt x="42" y="322"/>
                  </a:lnTo>
                  <a:lnTo>
                    <a:pt x="45" y="320"/>
                  </a:lnTo>
                  <a:lnTo>
                    <a:pt x="46" y="319"/>
                  </a:lnTo>
                  <a:close/>
                  <a:moveTo>
                    <a:pt x="52" y="304"/>
                  </a:moveTo>
                  <a:lnTo>
                    <a:pt x="54" y="306"/>
                  </a:lnTo>
                  <a:lnTo>
                    <a:pt x="54" y="308"/>
                  </a:lnTo>
                  <a:lnTo>
                    <a:pt x="52" y="308"/>
                  </a:lnTo>
                  <a:lnTo>
                    <a:pt x="51" y="307"/>
                  </a:lnTo>
                  <a:lnTo>
                    <a:pt x="51" y="306"/>
                  </a:lnTo>
                  <a:lnTo>
                    <a:pt x="52" y="304"/>
                  </a:lnTo>
                  <a:close/>
                  <a:moveTo>
                    <a:pt x="60" y="294"/>
                  </a:moveTo>
                  <a:lnTo>
                    <a:pt x="59" y="297"/>
                  </a:lnTo>
                  <a:lnTo>
                    <a:pt x="58" y="298"/>
                  </a:lnTo>
                  <a:lnTo>
                    <a:pt x="58" y="299"/>
                  </a:lnTo>
                  <a:lnTo>
                    <a:pt x="56" y="301"/>
                  </a:lnTo>
                  <a:lnTo>
                    <a:pt x="55" y="299"/>
                  </a:lnTo>
                  <a:lnTo>
                    <a:pt x="54" y="299"/>
                  </a:lnTo>
                  <a:lnTo>
                    <a:pt x="54" y="299"/>
                  </a:lnTo>
                  <a:lnTo>
                    <a:pt x="54" y="298"/>
                  </a:lnTo>
                  <a:lnTo>
                    <a:pt x="56" y="297"/>
                  </a:lnTo>
                  <a:lnTo>
                    <a:pt x="56" y="297"/>
                  </a:lnTo>
                  <a:lnTo>
                    <a:pt x="58" y="295"/>
                  </a:lnTo>
                  <a:lnTo>
                    <a:pt x="59" y="295"/>
                  </a:lnTo>
                  <a:lnTo>
                    <a:pt x="59" y="295"/>
                  </a:lnTo>
                  <a:lnTo>
                    <a:pt x="60" y="294"/>
                  </a:lnTo>
                  <a:close/>
                  <a:moveTo>
                    <a:pt x="66" y="264"/>
                  </a:moveTo>
                  <a:lnTo>
                    <a:pt x="67" y="266"/>
                  </a:lnTo>
                  <a:lnTo>
                    <a:pt x="68" y="268"/>
                  </a:lnTo>
                  <a:lnTo>
                    <a:pt x="67" y="269"/>
                  </a:lnTo>
                  <a:lnTo>
                    <a:pt x="66" y="268"/>
                  </a:lnTo>
                  <a:lnTo>
                    <a:pt x="64" y="266"/>
                  </a:lnTo>
                  <a:lnTo>
                    <a:pt x="64" y="265"/>
                  </a:lnTo>
                  <a:lnTo>
                    <a:pt x="66" y="264"/>
                  </a:lnTo>
                  <a:close/>
                  <a:moveTo>
                    <a:pt x="70" y="258"/>
                  </a:moveTo>
                  <a:lnTo>
                    <a:pt x="71" y="258"/>
                  </a:lnTo>
                  <a:lnTo>
                    <a:pt x="71" y="261"/>
                  </a:lnTo>
                  <a:lnTo>
                    <a:pt x="70" y="262"/>
                  </a:lnTo>
                  <a:lnTo>
                    <a:pt x="70" y="264"/>
                  </a:lnTo>
                  <a:lnTo>
                    <a:pt x="70" y="260"/>
                  </a:lnTo>
                  <a:lnTo>
                    <a:pt x="70" y="258"/>
                  </a:lnTo>
                  <a:close/>
                  <a:moveTo>
                    <a:pt x="52" y="237"/>
                  </a:moveTo>
                  <a:lnTo>
                    <a:pt x="54" y="237"/>
                  </a:lnTo>
                  <a:lnTo>
                    <a:pt x="52" y="239"/>
                  </a:lnTo>
                  <a:lnTo>
                    <a:pt x="52" y="237"/>
                  </a:lnTo>
                  <a:lnTo>
                    <a:pt x="52" y="237"/>
                  </a:lnTo>
                  <a:close/>
                  <a:moveTo>
                    <a:pt x="55" y="232"/>
                  </a:moveTo>
                  <a:lnTo>
                    <a:pt x="55" y="232"/>
                  </a:lnTo>
                  <a:lnTo>
                    <a:pt x="55" y="233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5" y="232"/>
                  </a:lnTo>
                  <a:close/>
                  <a:moveTo>
                    <a:pt x="51" y="232"/>
                  </a:moveTo>
                  <a:lnTo>
                    <a:pt x="51" y="232"/>
                  </a:lnTo>
                  <a:lnTo>
                    <a:pt x="51" y="232"/>
                  </a:lnTo>
                  <a:lnTo>
                    <a:pt x="52" y="235"/>
                  </a:lnTo>
                  <a:lnTo>
                    <a:pt x="52" y="236"/>
                  </a:lnTo>
                  <a:lnTo>
                    <a:pt x="51" y="236"/>
                  </a:lnTo>
                  <a:lnTo>
                    <a:pt x="51" y="235"/>
                  </a:lnTo>
                  <a:lnTo>
                    <a:pt x="50" y="232"/>
                  </a:lnTo>
                  <a:lnTo>
                    <a:pt x="51" y="232"/>
                  </a:lnTo>
                  <a:close/>
                  <a:moveTo>
                    <a:pt x="37" y="228"/>
                  </a:moveTo>
                  <a:lnTo>
                    <a:pt x="37" y="229"/>
                  </a:lnTo>
                  <a:lnTo>
                    <a:pt x="38" y="229"/>
                  </a:lnTo>
                  <a:lnTo>
                    <a:pt x="39" y="232"/>
                  </a:lnTo>
                  <a:lnTo>
                    <a:pt x="38" y="233"/>
                  </a:lnTo>
                  <a:lnTo>
                    <a:pt x="37" y="232"/>
                  </a:lnTo>
                  <a:lnTo>
                    <a:pt x="35" y="229"/>
                  </a:lnTo>
                  <a:lnTo>
                    <a:pt x="35" y="228"/>
                  </a:lnTo>
                  <a:lnTo>
                    <a:pt x="37" y="228"/>
                  </a:lnTo>
                  <a:close/>
                  <a:moveTo>
                    <a:pt x="38" y="227"/>
                  </a:moveTo>
                  <a:lnTo>
                    <a:pt x="39" y="227"/>
                  </a:lnTo>
                  <a:lnTo>
                    <a:pt x="38" y="228"/>
                  </a:lnTo>
                  <a:lnTo>
                    <a:pt x="38" y="227"/>
                  </a:lnTo>
                  <a:close/>
                  <a:moveTo>
                    <a:pt x="41" y="226"/>
                  </a:moveTo>
                  <a:lnTo>
                    <a:pt x="41" y="226"/>
                  </a:lnTo>
                  <a:lnTo>
                    <a:pt x="39" y="226"/>
                  </a:lnTo>
                  <a:lnTo>
                    <a:pt x="41" y="226"/>
                  </a:lnTo>
                  <a:close/>
                  <a:moveTo>
                    <a:pt x="41" y="224"/>
                  </a:moveTo>
                  <a:lnTo>
                    <a:pt x="42" y="224"/>
                  </a:lnTo>
                  <a:lnTo>
                    <a:pt x="41" y="224"/>
                  </a:lnTo>
                  <a:lnTo>
                    <a:pt x="41" y="224"/>
                  </a:lnTo>
                  <a:close/>
                  <a:moveTo>
                    <a:pt x="42" y="222"/>
                  </a:moveTo>
                  <a:lnTo>
                    <a:pt x="43" y="223"/>
                  </a:lnTo>
                  <a:lnTo>
                    <a:pt x="42" y="223"/>
                  </a:lnTo>
                  <a:lnTo>
                    <a:pt x="41" y="223"/>
                  </a:lnTo>
                  <a:lnTo>
                    <a:pt x="41" y="222"/>
                  </a:lnTo>
                  <a:lnTo>
                    <a:pt x="42" y="222"/>
                  </a:lnTo>
                  <a:close/>
                  <a:moveTo>
                    <a:pt x="92" y="203"/>
                  </a:moveTo>
                  <a:lnTo>
                    <a:pt x="96" y="203"/>
                  </a:lnTo>
                  <a:lnTo>
                    <a:pt x="97" y="204"/>
                  </a:lnTo>
                  <a:lnTo>
                    <a:pt x="99" y="204"/>
                  </a:lnTo>
                  <a:lnTo>
                    <a:pt x="101" y="206"/>
                  </a:lnTo>
                  <a:lnTo>
                    <a:pt x="103" y="207"/>
                  </a:lnTo>
                  <a:lnTo>
                    <a:pt x="103" y="208"/>
                  </a:lnTo>
                  <a:lnTo>
                    <a:pt x="103" y="210"/>
                  </a:lnTo>
                  <a:lnTo>
                    <a:pt x="100" y="212"/>
                  </a:lnTo>
                  <a:lnTo>
                    <a:pt x="99" y="216"/>
                  </a:lnTo>
                  <a:lnTo>
                    <a:pt x="97" y="218"/>
                  </a:lnTo>
                  <a:lnTo>
                    <a:pt x="96" y="216"/>
                  </a:lnTo>
                  <a:lnTo>
                    <a:pt x="93" y="214"/>
                  </a:lnTo>
                  <a:lnTo>
                    <a:pt x="91" y="214"/>
                  </a:lnTo>
                  <a:lnTo>
                    <a:pt x="89" y="215"/>
                  </a:lnTo>
                  <a:lnTo>
                    <a:pt x="87" y="216"/>
                  </a:lnTo>
                  <a:lnTo>
                    <a:pt x="85" y="220"/>
                  </a:lnTo>
                  <a:lnTo>
                    <a:pt x="85" y="222"/>
                  </a:lnTo>
                  <a:lnTo>
                    <a:pt x="87" y="224"/>
                  </a:lnTo>
                  <a:lnTo>
                    <a:pt x="87" y="226"/>
                  </a:lnTo>
                  <a:lnTo>
                    <a:pt x="87" y="226"/>
                  </a:lnTo>
                  <a:lnTo>
                    <a:pt x="84" y="226"/>
                  </a:lnTo>
                  <a:lnTo>
                    <a:pt x="84" y="227"/>
                  </a:lnTo>
                  <a:lnTo>
                    <a:pt x="83" y="226"/>
                  </a:lnTo>
                  <a:lnTo>
                    <a:pt x="83" y="224"/>
                  </a:lnTo>
                  <a:lnTo>
                    <a:pt x="80" y="224"/>
                  </a:lnTo>
                  <a:lnTo>
                    <a:pt x="79" y="222"/>
                  </a:lnTo>
                  <a:lnTo>
                    <a:pt x="79" y="220"/>
                  </a:lnTo>
                  <a:lnTo>
                    <a:pt x="79" y="219"/>
                  </a:lnTo>
                  <a:lnTo>
                    <a:pt x="79" y="218"/>
                  </a:lnTo>
                  <a:lnTo>
                    <a:pt x="75" y="216"/>
                  </a:lnTo>
                  <a:lnTo>
                    <a:pt x="76" y="214"/>
                  </a:lnTo>
                  <a:lnTo>
                    <a:pt x="78" y="211"/>
                  </a:lnTo>
                  <a:lnTo>
                    <a:pt x="78" y="210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3" y="210"/>
                  </a:lnTo>
                  <a:lnTo>
                    <a:pt x="84" y="210"/>
                  </a:lnTo>
                  <a:lnTo>
                    <a:pt x="87" y="208"/>
                  </a:lnTo>
                  <a:lnTo>
                    <a:pt x="88" y="208"/>
                  </a:lnTo>
                  <a:lnTo>
                    <a:pt x="89" y="206"/>
                  </a:lnTo>
                  <a:lnTo>
                    <a:pt x="89" y="204"/>
                  </a:lnTo>
                  <a:lnTo>
                    <a:pt x="92" y="203"/>
                  </a:lnTo>
                  <a:close/>
                  <a:moveTo>
                    <a:pt x="96" y="199"/>
                  </a:moveTo>
                  <a:lnTo>
                    <a:pt x="97" y="199"/>
                  </a:lnTo>
                  <a:lnTo>
                    <a:pt x="97" y="200"/>
                  </a:lnTo>
                  <a:lnTo>
                    <a:pt x="96" y="202"/>
                  </a:lnTo>
                  <a:lnTo>
                    <a:pt x="93" y="200"/>
                  </a:lnTo>
                  <a:lnTo>
                    <a:pt x="96" y="199"/>
                  </a:lnTo>
                  <a:close/>
                  <a:moveTo>
                    <a:pt x="103" y="198"/>
                  </a:moveTo>
                  <a:lnTo>
                    <a:pt x="104" y="199"/>
                  </a:lnTo>
                  <a:lnTo>
                    <a:pt x="104" y="200"/>
                  </a:lnTo>
                  <a:lnTo>
                    <a:pt x="104" y="202"/>
                  </a:lnTo>
                  <a:lnTo>
                    <a:pt x="104" y="203"/>
                  </a:lnTo>
                  <a:lnTo>
                    <a:pt x="103" y="203"/>
                  </a:lnTo>
                  <a:lnTo>
                    <a:pt x="101" y="200"/>
                  </a:lnTo>
                  <a:lnTo>
                    <a:pt x="101" y="199"/>
                  </a:lnTo>
                  <a:lnTo>
                    <a:pt x="103" y="198"/>
                  </a:lnTo>
                  <a:lnTo>
                    <a:pt x="103" y="198"/>
                  </a:lnTo>
                  <a:close/>
                  <a:moveTo>
                    <a:pt x="75" y="173"/>
                  </a:moveTo>
                  <a:lnTo>
                    <a:pt x="76" y="174"/>
                  </a:lnTo>
                  <a:lnTo>
                    <a:pt x="75" y="175"/>
                  </a:lnTo>
                  <a:lnTo>
                    <a:pt x="75" y="174"/>
                  </a:lnTo>
                  <a:lnTo>
                    <a:pt x="75" y="173"/>
                  </a:lnTo>
                  <a:close/>
                  <a:moveTo>
                    <a:pt x="79" y="170"/>
                  </a:moveTo>
                  <a:lnTo>
                    <a:pt x="79" y="173"/>
                  </a:lnTo>
                  <a:lnTo>
                    <a:pt x="78" y="173"/>
                  </a:lnTo>
                  <a:lnTo>
                    <a:pt x="78" y="173"/>
                  </a:lnTo>
                  <a:lnTo>
                    <a:pt x="76" y="173"/>
                  </a:lnTo>
                  <a:lnTo>
                    <a:pt x="78" y="172"/>
                  </a:lnTo>
                  <a:lnTo>
                    <a:pt x="79" y="170"/>
                  </a:lnTo>
                  <a:close/>
                  <a:moveTo>
                    <a:pt x="129" y="133"/>
                  </a:moveTo>
                  <a:lnTo>
                    <a:pt x="129" y="135"/>
                  </a:lnTo>
                  <a:lnTo>
                    <a:pt x="129" y="136"/>
                  </a:lnTo>
                  <a:lnTo>
                    <a:pt x="132" y="137"/>
                  </a:lnTo>
                  <a:lnTo>
                    <a:pt x="132" y="139"/>
                  </a:lnTo>
                  <a:lnTo>
                    <a:pt x="130" y="141"/>
                  </a:lnTo>
                  <a:lnTo>
                    <a:pt x="129" y="143"/>
                  </a:lnTo>
                  <a:lnTo>
                    <a:pt x="129" y="143"/>
                  </a:lnTo>
                  <a:lnTo>
                    <a:pt x="129" y="140"/>
                  </a:lnTo>
                  <a:lnTo>
                    <a:pt x="129" y="139"/>
                  </a:lnTo>
                  <a:lnTo>
                    <a:pt x="129" y="139"/>
                  </a:lnTo>
                  <a:lnTo>
                    <a:pt x="128" y="139"/>
                  </a:lnTo>
                  <a:lnTo>
                    <a:pt x="128" y="137"/>
                  </a:lnTo>
                  <a:lnTo>
                    <a:pt x="129" y="133"/>
                  </a:lnTo>
                  <a:lnTo>
                    <a:pt x="129" y="133"/>
                  </a:lnTo>
                  <a:close/>
                  <a:moveTo>
                    <a:pt x="141" y="74"/>
                  </a:moveTo>
                  <a:lnTo>
                    <a:pt x="142" y="74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6" y="75"/>
                  </a:lnTo>
                  <a:lnTo>
                    <a:pt x="147" y="75"/>
                  </a:lnTo>
                  <a:lnTo>
                    <a:pt x="147" y="77"/>
                  </a:lnTo>
                  <a:lnTo>
                    <a:pt x="147" y="79"/>
                  </a:lnTo>
                  <a:lnTo>
                    <a:pt x="149" y="83"/>
                  </a:lnTo>
                  <a:lnTo>
                    <a:pt x="150" y="86"/>
                  </a:lnTo>
                  <a:lnTo>
                    <a:pt x="155" y="91"/>
                  </a:lnTo>
                  <a:lnTo>
                    <a:pt x="157" y="94"/>
                  </a:lnTo>
                  <a:lnTo>
                    <a:pt x="158" y="98"/>
                  </a:lnTo>
                  <a:lnTo>
                    <a:pt x="158" y="99"/>
                  </a:lnTo>
                  <a:lnTo>
                    <a:pt x="159" y="99"/>
                  </a:lnTo>
                  <a:lnTo>
                    <a:pt x="162" y="103"/>
                  </a:lnTo>
                  <a:lnTo>
                    <a:pt x="163" y="107"/>
                  </a:lnTo>
                  <a:lnTo>
                    <a:pt x="163" y="110"/>
                  </a:lnTo>
                  <a:lnTo>
                    <a:pt x="163" y="111"/>
                  </a:lnTo>
                  <a:lnTo>
                    <a:pt x="163" y="114"/>
                  </a:lnTo>
                  <a:lnTo>
                    <a:pt x="164" y="115"/>
                  </a:lnTo>
                  <a:lnTo>
                    <a:pt x="163" y="116"/>
                  </a:lnTo>
                  <a:lnTo>
                    <a:pt x="163" y="118"/>
                  </a:lnTo>
                  <a:lnTo>
                    <a:pt x="163" y="119"/>
                  </a:lnTo>
                  <a:lnTo>
                    <a:pt x="163" y="120"/>
                  </a:lnTo>
                  <a:lnTo>
                    <a:pt x="163" y="122"/>
                  </a:lnTo>
                  <a:lnTo>
                    <a:pt x="163" y="124"/>
                  </a:lnTo>
                  <a:lnTo>
                    <a:pt x="164" y="124"/>
                  </a:lnTo>
                  <a:lnTo>
                    <a:pt x="164" y="127"/>
                  </a:lnTo>
                  <a:lnTo>
                    <a:pt x="164" y="129"/>
                  </a:lnTo>
                  <a:lnTo>
                    <a:pt x="164" y="131"/>
                  </a:lnTo>
                  <a:lnTo>
                    <a:pt x="163" y="128"/>
                  </a:lnTo>
                  <a:lnTo>
                    <a:pt x="162" y="128"/>
                  </a:lnTo>
                  <a:lnTo>
                    <a:pt x="158" y="131"/>
                  </a:lnTo>
                  <a:lnTo>
                    <a:pt x="158" y="135"/>
                  </a:lnTo>
                  <a:lnTo>
                    <a:pt x="158" y="137"/>
                  </a:lnTo>
                  <a:lnTo>
                    <a:pt x="160" y="141"/>
                  </a:lnTo>
                  <a:lnTo>
                    <a:pt x="162" y="149"/>
                  </a:lnTo>
                  <a:lnTo>
                    <a:pt x="162" y="154"/>
                  </a:lnTo>
                  <a:lnTo>
                    <a:pt x="162" y="161"/>
                  </a:lnTo>
                  <a:lnTo>
                    <a:pt x="162" y="166"/>
                  </a:lnTo>
                  <a:lnTo>
                    <a:pt x="163" y="169"/>
                  </a:lnTo>
                  <a:lnTo>
                    <a:pt x="166" y="173"/>
                  </a:lnTo>
                  <a:lnTo>
                    <a:pt x="167" y="174"/>
                  </a:lnTo>
                  <a:lnTo>
                    <a:pt x="167" y="175"/>
                  </a:lnTo>
                  <a:lnTo>
                    <a:pt x="164" y="178"/>
                  </a:lnTo>
                  <a:lnTo>
                    <a:pt x="166" y="179"/>
                  </a:lnTo>
                  <a:lnTo>
                    <a:pt x="164" y="183"/>
                  </a:lnTo>
                  <a:lnTo>
                    <a:pt x="162" y="186"/>
                  </a:lnTo>
                  <a:lnTo>
                    <a:pt x="160" y="186"/>
                  </a:lnTo>
                  <a:lnTo>
                    <a:pt x="159" y="187"/>
                  </a:lnTo>
                  <a:lnTo>
                    <a:pt x="158" y="189"/>
                  </a:lnTo>
                  <a:lnTo>
                    <a:pt x="157" y="189"/>
                  </a:lnTo>
                  <a:lnTo>
                    <a:pt x="157" y="182"/>
                  </a:lnTo>
                  <a:lnTo>
                    <a:pt x="157" y="178"/>
                  </a:lnTo>
                  <a:lnTo>
                    <a:pt x="158" y="177"/>
                  </a:lnTo>
                  <a:lnTo>
                    <a:pt x="158" y="175"/>
                  </a:lnTo>
                  <a:lnTo>
                    <a:pt x="155" y="175"/>
                  </a:lnTo>
                  <a:lnTo>
                    <a:pt x="154" y="175"/>
                  </a:lnTo>
                  <a:lnTo>
                    <a:pt x="153" y="178"/>
                  </a:lnTo>
                  <a:lnTo>
                    <a:pt x="154" y="179"/>
                  </a:lnTo>
                  <a:lnTo>
                    <a:pt x="154" y="181"/>
                  </a:lnTo>
                  <a:lnTo>
                    <a:pt x="153" y="181"/>
                  </a:lnTo>
                  <a:lnTo>
                    <a:pt x="149" y="183"/>
                  </a:lnTo>
                  <a:lnTo>
                    <a:pt x="149" y="186"/>
                  </a:lnTo>
                  <a:lnTo>
                    <a:pt x="150" y="190"/>
                  </a:lnTo>
                  <a:lnTo>
                    <a:pt x="147" y="193"/>
                  </a:lnTo>
                  <a:lnTo>
                    <a:pt x="146" y="193"/>
                  </a:lnTo>
                  <a:lnTo>
                    <a:pt x="145" y="191"/>
                  </a:lnTo>
                  <a:lnTo>
                    <a:pt x="146" y="189"/>
                  </a:lnTo>
                  <a:lnTo>
                    <a:pt x="146" y="186"/>
                  </a:lnTo>
                  <a:lnTo>
                    <a:pt x="143" y="186"/>
                  </a:lnTo>
                  <a:lnTo>
                    <a:pt x="141" y="187"/>
                  </a:lnTo>
                  <a:lnTo>
                    <a:pt x="141" y="190"/>
                  </a:lnTo>
                  <a:lnTo>
                    <a:pt x="141" y="193"/>
                  </a:lnTo>
                  <a:lnTo>
                    <a:pt x="142" y="194"/>
                  </a:lnTo>
                  <a:lnTo>
                    <a:pt x="138" y="194"/>
                  </a:lnTo>
                  <a:lnTo>
                    <a:pt x="133" y="193"/>
                  </a:lnTo>
                  <a:lnTo>
                    <a:pt x="130" y="195"/>
                  </a:lnTo>
                  <a:lnTo>
                    <a:pt x="128" y="195"/>
                  </a:lnTo>
                  <a:lnTo>
                    <a:pt x="128" y="195"/>
                  </a:lnTo>
                  <a:lnTo>
                    <a:pt x="128" y="194"/>
                  </a:lnTo>
                  <a:lnTo>
                    <a:pt x="130" y="194"/>
                  </a:lnTo>
                  <a:lnTo>
                    <a:pt x="130" y="193"/>
                  </a:lnTo>
                  <a:lnTo>
                    <a:pt x="129" y="193"/>
                  </a:lnTo>
                  <a:lnTo>
                    <a:pt x="128" y="193"/>
                  </a:lnTo>
                  <a:lnTo>
                    <a:pt x="126" y="193"/>
                  </a:lnTo>
                  <a:lnTo>
                    <a:pt x="125" y="191"/>
                  </a:lnTo>
                  <a:lnTo>
                    <a:pt x="125" y="193"/>
                  </a:lnTo>
                  <a:lnTo>
                    <a:pt x="124" y="193"/>
                  </a:lnTo>
                  <a:lnTo>
                    <a:pt x="122" y="193"/>
                  </a:lnTo>
                  <a:lnTo>
                    <a:pt x="122" y="190"/>
                  </a:lnTo>
                  <a:lnTo>
                    <a:pt x="124" y="189"/>
                  </a:lnTo>
                  <a:lnTo>
                    <a:pt x="122" y="189"/>
                  </a:lnTo>
                  <a:lnTo>
                    <a:pt x="121" y="190"/>
                  </a:lnTo>
                  <a:lnTo>
                    <a:pt x="120" y="194"/>
                  </a:lnTo>
                  <a:lnTo>
                    <a:pt x="121" y="195"/>
                  </a:lnTo>
                  <a:lnTo>
                    <a:pt x="125" y="197"/>
                  </a:lnTo>
                  <a:lnTo>
                    <a:pt x="125" y="199"/>
                  </a:lnTo>
                  <a:lnTo>
                    <a:pt x="126" y="199"/>
                  </a:lnTo>
                  <a:lnTo>
                    <a:pt x="125" y="200"/>
                  </a:lnTo>
                  <a:lnTo>
                    <a:pt x="124" y="200"/>
                  </a:lnTo>
                  <a:lnTo>
                    <a:pt x="121" y="202"/>
                  </a:lnTo>
                  <a:lnTo>
                    <a:pt x="120" y="204"/>
                  </a:lnTo>
                  <a:lnTo>
                    <a:pt x="120" y="206"/>
                  </a:lnTo>
                  <a:lnTo>
                    <a:pt x="120" y="207"/>
                  </a:lnTo>
                  <a:lnTo>
                    <a:pt x="118" y="207"/>
                  </a:lnTo>
                  <a:lnTo>
                    <a:pt x="118" y="210"/>
                  </a:lnTo>
                  <a:lnTo>
                    <a:pt x="116" y="214"/>
                  </a:lnTo>
                  <a:lnTo>
                    <a:pt x="114" y="214"/>
                  </a:lnTo>
                  <a:lnTo>
                    <a:pt x="112" y="214"/>
                  </a:lnTo>
                  <a:lnTo>
                    <a:pt x="109" y="211"/>
                  </a:lnTo>
                  <a:lnTo>
                    <a:pt x="106" y="210"/>
                  </a:lnTo>
                  <a:lnTo>
                    <a:pt x="106" y="207"/>
                  </a:lnTo>
                  <a:lnTo>
                    <a:pt x="106" y="206"/>
                  </a:lnTo>
                  <a:lnTo>
                    <a:pt x="106" y="204"/>
                  </a:lnTo>
                  <a:lnTo>
                    <a:pt x="106" y="202"/>
                  </a:lnTo>
                  <a:lnTo>
                    <a:pt x="105" y="202"/>
                  </a:lnTo>
                  <a:lnTo>
                    <a:pt x="105" y="199"/>
                  </a:lnTo>
                  <a:lnTo>
                    <a:pt x="106" y="197"/>
                  </a:lnTo>
                  <a:lnTo>
                    <a:pt x="106" y="195"/>
                  </a:lnTo>
                  <a:lnTo>
                    <a:pt x="106" y="194"/>
                  </a:lnTo>
                  <a:lnTo>
                    <a:pt x="104" y="194"/>
                  </a:lnTo>
                  <a:lnTo>
                    <a:pt x="101" y="194"/>
                  </a:lnTo>
                  <a:lnTo>
                    <a:pt x="97" y="195"/>
                  </a:lnTo>
                  <a:lnTo>
                    <a:pt x="95" y="197"/>
                  </a:lnTo>
                  <a:lnTo>
                    <a:pt x="95" y="198"/>
                  </a:lnTo>
                  <a:lnTo>
                    <a:pt x="92" y="199"/>
                  </a:lnTo>
                  <a:lnTo>
                    <a:pt x="92" y="200"/>
                  </a:lnTo>
                  <a:lnTo>
                    <a:pt x="91" y="200"/>
                  </a:lnTo>
                  <a:lnTo>
                    <a:pt x="89" y="200"/>
                  </a:lnTo>
                  <a:lnTo>
                    <a:pt x="87" y="200"/>
                  </a:lnTo>
                  <a:lnTo>
                    <a:pt x="84" y="202"/>
                  </a:lnTo>
                  <a:lnTo>
                    <a:pt x="80" y="203"/>
                  </a:lnTo>
                  <a:lnTo>
                    <a:pt x="78" y="203"/>
                  </a:lnTo>
                  <a:lnTo>
                    <a:pt x="76" y="203"/>
                  </a:lnTo>
                  <a:lnTo>
                    <a:pt x="75" y="202"/>
                  </a:lnTo>
                  <a:lnTo>
                    <a:pt x="74" y="202"/>
                  </a:lnTo>
                  <a:lnTo>
                    <a:pt x="72" y="203"/>
                  </a:lnTo>
                  <a:lnTo>
                    <a:pt x="74" y="206"/>
                  </a:lnTo>
                  <a:lnTo>
                    <a:pt x="74" y="207"/>
                  </a:lnTo>
                  <a:lnTo>
                    <a:pt x="74" y="210"/>
                  </a:lnTo>
                  <a:lnTo>
                    <a:pt x="72" y="210"/>
                  </a:lnTo>
                  <a:lnTo>
                    <a:pt x="71" y="210"/>
                  </a:lnTo>
                  <a:lnTo>
                    <a:pt x="67" y="208"/>
                  </a:lnTo>
                  <a:lnTo>
                    <a:pt x="64" y="208"/>
                  </a:lnTo>
                  <a:lnTo>
                    <a:pt x="60" y="211"/>
                  </a:lnTo>
                  <a:lnTo>
                    <a:pt x="60" y="211"/>
                  </a:lnTo>
                  <a:lnTo>
                    <a:pt x="63" y="215"/>
                  </a:lnTo>
                  <a:lnTo>
                    <a:pt x="64" y="215"/>
                  </a:lnTo>
                  <a:lnTo>
                    <a:pt x="66" y="214"/>
                  </a:lnTo>
                  <a:lnTo>
                    <a:pt x="66" y="214"/>
                  </a:lnTo>
                  <a:lnTo>
                    <a:pt x="68" y="214"/>
                  </a:lnTo>
                  <a:lnTo>
                    <a:pt x="70" y="214"/>
                  </a:lnTo>
                  <a:lnTo>
                    <a:pt x="70" y="218"/>
                  </a:lnTo>
                  <a:lnTo>
                    <a:pt x="70" y="219"/>
                  </a:lnTo>
                  <a:lnTo>
                    <a:pt x="67" y="220"/>
                  </a:lnTo>
                  <a:lnTo>
                    <a:pt x="68" y="220"/>
                  </a:lnTo>
                  <a:lnTo>
                    <a:pt x="72" y="220"/>
                  </a:lnTo>
                  <a:lnTo>
                    <a:pt x="72" y="222"/>
                  </a:lnTo>
                  <a:lnTo>
                    <a:pt x="74" y="223"/>
                  </a:lnTo>
                  <a:lnTo>
                    <a:pt x="74" y="224"/>
                  </a:lnTo>
                  <a:lnTo>
                    <a:pt x="74" y="226"/>
                  </a:lnTo>
                  <a:lnTo>
                    <a:pt x="75" y="227"/>
                  </a:lnTo>
                  <a:lnTo>
                    <a:pt x="72" y="229"/>
                  </a:lnTo>
                  <a:lnTo>
                    <a:pt x="71" y="231"/>
                  </a:lnTo>
                  <a:lnTo>
                    <a:pt x="71" y="235"/>
                  </a:lnTo>
                  <a:lnTo>
                    <a:pt x="71" y="241"/>
                  </a:lnTo>
                  <a:lnTo>
                    <a:pt x="72" y="243"/>
                  </a:lnTo>
                  <a:lnTo>
                    <a:pt x="72" y="247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68" y="248"/>
                  </a:lnTo>
                  <a:lnTo>
                    <a:pt x="67" y="249"/>
                  </a:lnTo>
                  <a:lnTo>
                    <a:pt x="68" y="251"/>
                  </a:lnTo>
                  <a:lnTo>
                    <a:pt x="70" y="252"/>
                  </a:lnTo>
                  <a:lnTo>
                    <a:pt x="67" y="256"/>
                  </a:lnTo>
                  <a:lnTo>
                    <a:pt x="66" y="257"/>
                  </a:lnTo>
                  <a:lnTo>
                    <a:pt x="66" y="254"/>
                  </a:lnTo>
                  <a:lnTo>
                    <a:pt x="66" y="253"/>
                  </a:lnTo>
                  <a:lnTo>
                    <a:pt x="64" y="251"/>
                  </a:lnTo>
                  <a:lnTo>
                    <a:pt x="63" y="248"/>
                  </a:lnTo>
                  <a:lnTo>
                    <a:pt x="63" y="247"/>
                  </a:lnTo>
                  <a:lnTo>
                    <a:pt x="64" y="245"/>
                  </a:lnTo>
                  <a:lnTo>
                    <a:pt x="63" y="245"/>
                  </a:lnTo>
                  <a:lnTo>
                    <a:pt x="62" y="247"/>
                  </a:lnTo>
                  <a:lnTo>
                    <a:pt x="62" y="251"/>
                  </a:lnTo>
                  <a:lnTo>
                    <a:pt x="63" y="253"/>
                  </a:lnTo>
                  <a:lnTo>
                    <a:pt x="63" y="254"/>
                  </a:lnTo>
                  <a:lnTo>
                    <a:pt x="63" y="254"/>
                  </a:lnTo>
                  <a:lnTo>
                    <a:pt x="60" y="254"/>
                  </a:lnTo>
                  <a:lnTo>
                    <a:pt x="59" y="254"/>
                  </a:lnTo>
                  <a:lnTo>
                    <a:pt x="58" y="252"/>
                  </a:lnTo>
                  <a:lnTo>
                    <a:pt x="59" y="251"/>
                  </a:lnTo>
                  <a:lnTo>
                    <a:pt x="59" y="249"/>
                  </a:lnTo>
                  <a:lnTo>
                    <a:pt x="56" y="247"/>
                  </a:lnTo>
                  <a:lnTo>
                    <a:pt x="56" y="243"/>
                  </a:lnTo>
                  <a:lnTo>
                    <a:pt x="54" y="240"/>
                  </a:lnTo>
                  <a:lnTo>
                    <a:pt x="54" y="239"/>
                  </a:lnTo>
                  <a:lnTo>
                    <a:pt x="55" y="237"/>
                  </a:lnTo>
                  <a:lnTo>
                    <a:pt x="58" y="235"/>
                  </a:lnTo>
                  <a:lnTo>
                    <a:pt x="58" y="229"/>
                  </a:lnTo>
                  <a:lnTo>
                    <a:pt x="56" y="229"/>
                  </a:lnTo>
                  <a:lnTo>
                    <a:pt x="56" y="227"/>
                  </a:lnTo>
                  <a:lnTo>
                    <a:pt x="54" y="223"/>
                  </a:lnTo>
                  <a:lnTo>
                    <a:pt x="52" y="222"/>
                  </a:lnTo>
                  <a:lnTo>
                    <a:pt x="51" y="223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7"/>
                  </a:lnTo>
                  <a:lnTo>
                    <a:pt x="52" y="227"/>
                  </a:lnTo>
                  <a:lnTo>
                    <a:pt x="54" y="228"/>
                  </a:lnTo>
                  <a:lnTo>
                    <a:pt x="54" y="229"/>
                  </a:lnTo>
                  <a:lnTo>
                    <a:pt x="52" y="231"/>
                  </a:lnTo>
                  <a:lnTo>
                    <a:pt x="51" y="229"/>
                  </a:lnTo>
                  <a:lnTo>
                    <a:pt x="52" y="229"/>
                  </a:lnTo>
                  <a:lnTo>
                    <a:pt x="51" y="228"/>
                  </a:lnTo>
                  <a:lnTo>
                    <a:pt x="50" y="229"/>
                  </a:lnTo>
                  <a:lnTo>
                    <a:pt x="49" y="231"/>
                  </a:lnTo>
                  <a:lnTo>
                    <a:pt x="47" y="231"/>
                  </a:lnTo>
                  <a:lnTo>
                    <a:pt x="49" y="229"/>
                  </a:lnTo>
                  <a:lnTo>
                    <a:pt x="49" y="228"/>
                  </a:lnTo>
                  <a:lnTo>
                    <a:pt x="47" y="228"/>
                  </a:lnTo>
                  <a:lnTo>
                    <a:pt x="46" y="226"/>
                  </a:lnTo>
                  <a:lnTo>
                    <a:pt x="47" y="224"/>
                  </a:lnTo>
                  <a:lnTo>
                    <a:pt x="47" y="226"/>
                  </a:lnTo>
                  <a:lnTo>
                    <a:pt x="49" y="227"/>
                  </a:lnTo>
                  <a:lnTo>
                    <a:pt x="49" y="227"/>
                  </a:lnTo>
                  <a:lnTo>
                    <a:pt x="47" y="223"/>
                  </a:lnTo>
                  <a:lnTo>
                    <a:pt x="47" y="222"/>
                  </a:lnTo>
                  <a:lnTo>
                    <a:pt x="46" y="222"/>
                  </a:lnTo>
                  <a:lnTo>
                    <a:pt x="45" y="222"/>
                  </a:lnTo>
                  <a:lnTo>
                    <a:pt x="47" y="220"/>
                  </a:lnTo>
                  <a:lnTo>
                    <a:pt x="49" y="220"/>
                  </a:lnTo>
                  <a:lnTo>
                    <a:pt x="50" y="218"/>
                  </a:lnTo>
                  <a:lnTo>
                    <a:pt x="52" y="216"/>
                  </a:lnTo>
                  <a:lnTo>
                    <a:pt x="54" y="215"/>
                  </a:lnTo>
                  <a:lnTo>
                    <a:pt x="54" y="214"/>
                  </a:lnTo>
                  <a:lnTo>
                    <a:pt x="56" y="211"/>
                  </a:lnTo>
                  <a:lnTo>
                    <a:pt x="59" y="211"/>
                  </a:lnTo>
                  <a:lnTo>
                    <a:pt x="59" y="210"/>
                  </a:lnTo>
                  <a:lnTo>
                    <a:pt x="59" y="208"/>
                  </a:lnTo>
                  <a:lnTo>
                    <a:pt x="58" y="208"/>
                  </a:lnTo>
                  <a:lnTo>
                    <a:pt x="56" y="204"/>
                  </a:lnTo>
                  <a:lnTo>
                    <a:pt x="58" y="203"/>
                  </a:lnTo>
                  <a:lnTo>
                    <a:pt x="62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6" y="197"/>
                  </a:lnTo>
                  <a:lnTo>
                    <a:pt x="67" y="195"/>
                  </a:lnTo>
                  <a:lnTo>
                    <a:pt x="71" y="191"/>
                  </a:lnTo>
                  <a:lnTo>
                    <a:pt x="71" y="190"/>
                  </a:lnTo>
                  <a:lnTo>
                    <a:pt x="72" y="189"/>
                  </a:lnTo>
                  <a:lnTo>
                    <a:pt x="74" y="186"/>
                  </a:lnTo>
                  <a:lnTo>
                    <a:pt x="78" y="183"/>
                  </a:lnTo>
                  <a:lnTo>
                    <a:pt x="80" y="183"/>
                  </a:lnTo>
                  <a:lnTo>
                    <a:pt x="81" y="183"/>
                  </a:lnTo>
                  <a:lnTo>
                    <a:pt x="84" y="182"/>
                  </a:lnTo>
                  <a:lnTo>
                    <a:pt x="87" y="182"/>
                  </a:lnTo>
                  <a:lnTo>
                    <a:pt x="89" y="181"/>
                  </a:lnTo>
                  <a:lnTo>
                    <a:pt x="92" y="181"/>
                  </a:lnTo>
                  <a:lnTo>
                    <a:pt x="97" y="178"/>
                  </a:lnTo>
                  <a:lnTo>
                    <a:pt x="99" y="179"/>
                  </a:lnTo>
                  <a:lnTo>
                    <a:pt x="100" y="179"/>
                  </a:lnTo>
                  <a:lnTo>
                    <a:pt x="101" y="178"/>
                  </a:lnTo>
                  <a:lnTo>
                    <a:pt x="103" y="178"/>
                  </a:lnTo>
                  <a:lnTo>
                    <a:pt x="103" y="181"/>
                  </a:lnTo>
                  <a:lnTo>
                    <a:pt x="104" y="181"/>
                  </a:lnTo>
                  <a:lnTo>
                    <a:pt x="105" y="179"/>
                  </a:lnTo>
                  <a:lnTo>
                    <a:pt x="106" y="181"/>
                  </a:lnTo>
                  <a:lnTo>
                    <a:pt x="108" y="179"/>
                  </a:lnTo>
                  <a:lnTo>
                    <a:pt x="108" y="179"/>
                  </a:lnTo>
                  <a:lnTo>
                    <a:pt x="109" y="179"/>
                  </a:lnTo>
                  <a:lnTo>
                    <a:pt x="109" y="177"/>
                  </a:lnTo>
                  <a:lnTo>
                    <a:pt x="109" y="177"/>
                  </a:lnTo>
                  <a:lnTo>
                    <a:pt x="109" y="175"/>
                  </a:lnTo>
                  <a:lnTo>
                    <a:pt x="109" y="174"/>
                  </a:lnTo>
                  <a:lnTo>
                    <a:pt x="108" y="173"/>
                  </a:lnTo>
                  <a:lnTo>
                    <a:pt x="109" y="169"/>
                  </a:lnTo>
                  <a:lnTo>
                    <a:pt x="109" y="168"/>
                  </a:lnTo>
                  <a:lnTo>
                    <a:pt x="109" y="166"/>
                  </a:lnTo>
                  <a:lnTo>
                    <a:pt x="112" y="164"/>
                  </a:lnTo>
                  <a:lnTo>
                    <a:pt x="113" y="161"/>
                  </a:lnTo>
                  <a:lnTo>
                    <a:pt x="112" y="156"/>
                  </a:lnTo>
                  <a:lnTo>
                    <a:pt x="110" y="153"/>
                  </a:lnTo>
                  <a:lnTo>
                    <a:pt x="112" y="150"/>
                  </a:lnTo>
                  <a:lnTo>
                    <a:pt x="113" y="149"/>
                  </a:lnTo>
                  <a:lnTo>
                    <a:pt x="116" y="148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9"/>
                  </a:lnTo>
                  <a:lnTo>
                    <a:pt x="117" y="150"/>
                  </a:lnTo>
                  <a:lnTo>
                    <a:pt x="116" y="152"/>
                  </a:lnTo>
                  <a:lnTo>
                    <a:pt x="114" y="153"/>
                  </a:lnTo>
                  <a:lnTo>
                    <a:pt x="114" y="154"/>
                  </a:lnTo>
                  <a:lnTo>
                    <a:pt x="117" y="157"/>
                  </a:lnTo>
                  <a:lnTo>
                    <a:pt x="121" y="160"/>
                  </a:lnTo>
                  <a:lnTo>
                    <a:pt x="121" y="157"/>
                  </a:lnTo>
                  <a:lnTo>
                    <a:pt x="124" y="156"/>
                  </a:lnTo>
                  <a:lnTo>
                    <a:pt x="129" y="153"/>
                  </a:lnTo>
                  <a:lnTo>
                    <a:pt x="133" y="150"/>
                  </a:lnTo>
                  <a:lnTo>
                    <a:pt x="133" y="148"/>
                  </a:lnTo>
                  <a:lnTo>
                    <a:pt x="134" y="145"/>
                  </a:lnTo>
                  <a:lnTo>
                    <a:pt x="134" y="141"/>
                  </a:lnTo>
                  <a:lnTo>
                    <a:pt x="135" y="139"/>
                  </a:lnTo>
                  <a:lnTo>
                    <a:pt x="138" y="136"/>
                  </a:lnTo>
                  <a:lnTo>
                    <a:pt x="139" y="133"/>
                  </a:lnTo>
                  <a:lnTo>
                    <a:pt x="138" y="129"/>
                  </a:lnTo>
                  <a:lnTo>
                    <a:pt x="141" y="122"/>
                  </a:lnTo>
                  <a:lnTo>
                    <a:pt x="141" y="116"/>
                  </a:lnTo>
                  <a:lnTo>
                    <a:pt x="141" y="112"/>
                  </a:lnTo>
                  <a:lnTo>
                    <a:pt x="139" y="107"/>
                  </a:lnTo>
                  <a:lnTo>
                    <a:pt x="138" y="102"/>
                  </a:lnTo>
                  <a:lnTo>
                    <a:pt x="135" y="103"/>
                  </a:lnTo>
                  <a:lnTo>
                    <a:pt x="134" y="104"/>
                  </a:lnTo>
                  <a:lnTo>
                    <a:pt x="133" y="102"/>
                  </a:lnTo>
                  <a:lnTo>
                    <a:pt x="133" y="100"/>
                  </a:lnTo>
                  <a:lnTo>
                    <a:pt x="134" y="100"/>
                  </a:lnTo>
                  <a:lnTo>
                    <a:pt x="137" y="100"/>
                  </a:lnTo>
                  <a:lnTo>
                    <a:pt x="137" y="97"/>
                  </a:lnTo>
                  <a:lnTo>
                    <a:pt x="137" y="95"/>
                  </a:lnTo>
                  <a:lnTo>
                    <a:pt x="133" y="93"/>
                  </a:lnTo>
                  <a:lnTo>
                    <a:pt x="133" y="90"/>
                  </a:lnTo>
                  <a:lnTo>
                    <a:pt x="135" y="89"/>
                  </a:lnTo>
                  <a:lnTo>
                    <a:pt x="137" y="87"/>
                  </a:lnTo>
                  <a:lnTo>
                    <a:pt x="137" y="86"/>
                  </a:lnTo>
                  <a:lnTo>
                    <a:pt x="135" y="82"/>
                  </a:lnTo>
                  <a:lnTo>
                    <a:pt x="135" y="81"/>
                  </a:lnTo>
                  <a:lnTo>
                    <a:pt x="137" y="81"/>
                  </a:lnTo>
                  <a:lnTo>
                    <a:pt x="138" y="81"/>
                  </a:lnTo>
                  <a:lnTo>
                    <a:pt x="139" y="82"/>
                  </a:lnTo>
                  <a:lnTo>
                    <a:pt x="139" y="85"/>
                  </a:lnTo>
                  <a:lnTo>
                    <a:pt x="139" y="86"/>
                  </a:lnTo>
                  <a:lnTo>
                    <a:pt x="142" y="87"/>
                  </a:lnTo>
                  <a:lnTo>
                    <a:pt x="143" y="86"/>
                  </a:lnTo>
                  <a:lnTo>
                    <a:pt x="142" y="83"/>
                  </a:lnTo>
                  <a:lnTo>
                    <a:pt x="142" y="83"/>
                  </a:lnTo>
                  <a:lnTo>
                    <a:pt x="145" y="83"/>
                  </a:lnTo>
                  <a:lnTo>
                    <a:pt x="146" y="83"/>
                  </a:lnTo>
                  <a:lnTo>
                    <a:pt x="146" y="81"/>
                  </a:lnTo>
                  <a:lnTo>
                    <a:pt x="145" y="78"/>
                  </a:lnTo>
                  <a:lnTo>
                    <a:pt x="142" y="81"/>
                  </a:lnTo>
                  <a:lnTo>
                    <a:pt x="142" y="81"/>
                  </a:lnTo>
                  <a:lnTo>
                    <a:pt x="141" y="79"/>
                  </a:lnTo>
                  <a:lnTo>
                    <a:pt x="141" y="78"/>
                  </a:lnTo>
                  <a:lnTo>
                    <a:pt x="142" y="75"/>
                  </a:lnTo>
                  <a:lnTo>
                    <a:pt x="141" y="74"/>
                  </a:lnTo>
                  <a:close/>
                  <a:moveTo>
                    <a:pt x="120" y="60"/>
                  </a:moveTo>
                  <a:lnTo>
                    <a:pt x="120" y="62"/>
                  </a:lnTo>
                  <a:lnTo>
                    <a:pt x="120" y="64"/>
                  </a:lnTo>
                  <a:lnTo>
                    <a:pt x="118" y="65"/>
                  </a:lnTo>
                  <a:lnTo>
                    <a:pt x="117" y="64"/>
                  </a:lnTo>
                  <a:lnTo>
                    <a:pt x="117" y="62"/>
                  </a:lnTo>
                  <a:lnTo>
                    <a:pt x="118" y="61"/>
                  </a:lnTo>
                  <a:lnTo>
                    <a:pt x="120" y="60"/>
                  </a:lnTo>
                  <a:close/>
                  <a:moveTo>
                    <a:pt x="129" y="0"/>
                  </a:moveTo>
                  <a:lnTo>
                    <a:pt x="132" y="0"/>
                  </a:lnTo>
                  <a:lnTo>
                    <a:pt x="133" y="3"/>
                  </a:lnTo>
                  <a:lnTo>
                    <a:pt x="137" y="6"/>
                  </a:lnTo>
                  <a:lnTo>
                    <a:pt x="139" y="6"/>
                  </a:lnTo>
                  <a:lnTo>
                    <a:pt x="142" y="10"/>
                  </a:lnTo>
                  <a:lnTo>
                    <a:pt x="147" y="15"/>
                  </a:lnTo>
                  <a:lnTo>
                    <a:pt x="150" y="16"/>
                  </a:lnTo>
                  <a:lnTo>
                    <a:pt x="151" y="19"/>
                  </a:lnTo>
                  <a:lnTo>
                    <a:pt x="153" y="19"/>
                  </a:lnTo>
                  <a:lnTo>
                    <a:pt x="155" y="22"/>
                  </a:lnTo>
                  <a:lnTo>
                    <a:pt x="159" y="23"/>
                  </a:lnTo>
                  <a:lnTo>
                    <a:pt x="162" y="23"/>
                  </a:lnTo>
                  <a:lnTo>
                    <a:pt x="164" y="25"/>
                  </a:lnTo>
                  <a:lnTo>
                    <a:pt x="166" y="25"/>
                  </a:lnTo>
                  <a:lnTo>
                    <a:pt x="167" y="25"/>
                  </a:lnTo>
                  <a:lnTo>
                    <a:pt x="170" y="25"/>
                  </a:lnTo>
                  <a:lnTo>
                    <a:pt x="174" y="23"/>
                  </a:lnTo>
                  <a:lnTo>
                    <a:pt x="175" y="20"/>
                  </a:lnTo>
                  <a:lnTo>
                    <a:pt x="176" y="18"/>
                  </a:lnTo>
                  <a:lnTo>
                    <a:pt x="176" y="18"/>
                  </a:lnTo>
                  <a:lnTo>
                    <a:pt x="176" y="19"/>
                  </a:lnTo>
                  <a:lnTo>
                    <a:pt x="176" y="20"/>
                  </a:lnTo>
                  <a:lnTo>
                    <a:pt x="176" y="24"/>
                  </a:lnTo>
                  <a:lnTo>
                    <a:pt x="176" y="27"/>
                  </a:lnTo>
                  <a:lnTo>
                    <a:pt x="176" y="28"/>
                  </a:lnTo>
                  <a:lnTo>
                    <a:pt x="179" y="31"/>
                  </a:lnTo>
                  <a:lnTo>
                    <a:pt x="182" y="32"/>
                  </a:lnTo>
                  <a:lnTo>
                    <a:pt x="182" y="35"/>
                  </a:lnTo>
                  <a:lnTo>
                    <a:pt x="182" y="36"/>
                  </a:lnTo>
                  <a:lnTo>
                    <a:pt x="183" y="36"/>
                  </a:lnTo>
                  <a:lnTo>
                    <a:pt x="184" y="33"/>
                  </a:lnTo>
                  <a:lnTo>
                    <a:pt x="185" y="32"/>
                  </a:lnTo>
                  <a:lnTo>
                    <a:pt x="187" y="32"/>
                  </a:lnTo>
                  <a:lnTo>
                    <a:pt x="187" y="33"/>
                  </a:lnTo>
                  <a:lnTo>
                    <a:pt x="185" y="35"/>
                  </a:lnTo>
                  <a:lnTo>
                    <a:pt x="185" y="36"/>
                  </a:lnTo>
                  <a:lnTo>
                    <a:pt x="184" y="37"/>
                  </a:lnTo>
                  <a:lnTo>
                    <a:pt x="182" y="39"/>
                  </a:lnTo>
                  <a:lnTo>
                    <a:pt x="182" y="40"/>
                  </a:lnTo>
                  <a:lnTo>
                    <a:pt x="180" y="41"/>
                  </a:lnTo>
                  <a:lnTo>
                    <a:pt x="179" y="41"/>
                  </a:lnTo>
                  <a:lnTo>
                    <a:pt x="178" y="41"/>
                  </a:lnTo>
                  <a:lnTo>
                    <a:pt x="176" y="43"/>
                  </a:lnTo>
                  <a:lnTo>
                    <a:pt x="176" y="44"/>
                  </a:lnTo>
                  <a:lnTo>
                    <a:pt x="174" y="44"/>
                  </a:lnTo>
                  <a:lnTo>
                    <a:pt x="171" y="43"/>
                  </a:lnTo>
                  <a:lnTo>
                    <a:pt x="170" y="44"/>
                  </a:lnTo>
                  <a:lnTo>
                    <a:pt x="166" y="48"/>
                  </a:lnTo>
                  <a:lnTo>
                    <a:pt x="164" y="53"/>
                  </a:lnTo>
                  <a:lnTo>
                    <a:pt x="164" y="57"/>
                  </a:lnTo>
                  <a:lnTo>
                    <a:pt x="164" y="60"/>
                  </a:lnTo>
                  <a:lnTo>
                    <a:pt x="164" y="61"/>
                  </a:lnTo>
                  <a:lnTo>
                    <a:pt x="164" y="64"/>
                  </a:lnTo>
                  <a:lnTo>
                    <a:pt x="163" y="62"/>
                  </a:lnTo>
                  <a:lnTo>
                    <a:pt x="162" y="61"/>
                  </a:lnTo>
                  <a:lnTo>
                    <a:pt x="158" y="60"/>
                  </a:lnTo>
                  <a:lnTo>
                    <a:pt x="154" y="58"/>
                  </a:lnTo>
                  <a:lnTo>
                    <a:pt x="151" y="54"/>
                  </a:lnTo>
                  <a:lnTo>
                    <a:pt x="149" y="53"/>
                  </a:lnTo>
                  <a:lnTo>
                    <a:pt x="147" y="53"/>
                  </a:lnTo>
                  <a:lnTo>
                    <a:pt x="145" y="53"/>
                  </a:lnTo>
                  <a:lnTo>
                    <a:pt x="145" y="52"/>
                  </a:lnTo>
                  <a:lnTo>
                    <a:pt x="142" y="52"/>
                  </a:lnTo>
                  <a:lnTo>
                    <a:pt x="139" y="53"/>
                  </a:lnTo>
                  <a:lnTo>
                    <a:pt x="137" y="57"/>
                  </a:lnTo>
                  <a:lnTo>
                    <a:pt x="135" y="57"/>
                  </a:lnTo>
                  <a:lnTo>
                    <a:pt x="133" y="54"/>
                  </a:lnTo>
                  <a:lnTo>
                    <a:pt x="130" y="54"/>
                  </a:lnTo>
                  <a:lnTo>
                    <a:pt x="129" y="56"/>
                  </a:lnTo>
                  <a:lnTo>
                    <a:pt x="129" y="58"/>
                  </a:lnTo>
                  <a:lnTo>
                    <a:pt x="130" y="61"/>
                  </a:lnTo>
                  <a:lnTo>
                    <a:pt x="133" y="62"/>
                  </a:lnTo>
                  <a:lnTo>
                    <a:pt x="135" y="61"/>
                  </a:lnTo>
                  <a:lnTo>
                    <a:pt x="138" y="65"/>
                  </a:lnTo>
                  <a:lnTo>
                    <a:pt x="141" y="65"/>
                  </a:lnTo>
                  <a:lnTo>
                    <a:pt x="143" y="65"/>
                  </a:lnTo>
                  <a:lnTo>
                    <a:pt x="145" y="66"/>
                  </a:lnTo>
                  <a:lnTo>
                    <a:pt x="142" y="69"/>
                  </a:lnTo>
                  <a:lnTo>
                    <a:pt x="142" y="70"/>
                  </a:lnTo>
                  <a:lnTo>
                    <a:pt x="141" y="69"/>
                  </a:lnTo>
                  <a:lnTo>
                    <a:pt x="137" y="69"/>
                  </a:lnTo>
                  <a:lnTo>
                    <a:pt x="135" y="70"/>
                  </a:lnTo>
                  <a:lnTo>
                    <a:pt x="135" y="72"/>
                  </a:lnTo>
                  <a:lnTo>
                    <a:pt x="135" y="74"/>
                  </a:lnTo>
                  <a:lnTo>
                    <a:pt x="133" y="77"/>
                  </a:lnTo>
                  <a:lnTo>
                    <a:pt x="130" y="75"/>
                  </a:lnTo>
                  <a:lnTo>
                    <a:pt x="129" y="74"/>
                  </a:lnTo>
                  <a:lnTo>
                    <a:pt x="130" y="73"/>
                  </a:lnTo>
                  <a:lnTo>
                    <a:pt x="129" y="69"/>
                  </a:lnTo>
                  <a:lnTo>
                    <a:pt x="128" y="65"/>
                  </a:lnTo>
                  <a:lnTo>
                    <a:pt x="126" y="64"/>
                  </a:lnTo>
                  <a:lnTo>
                    <a:pt x="124" y="62"/>
                  </a:lnTo>
                  <a:lnTo>
                    <a:pt x="122" y="62"/>
                  </a:lnTo>
                  <a:lnTo>
                    <a:pt x="122" y="60"/>
                  </a:lnTo>
                  <a:lnTo>
                    <a:pt x="122" y="57"/>
                  </a:lnTo>
                  <a:lnTo>
                    <a:pt x="122" y="54"/>
                  </a:lnTo>
                  <a:lnTo>
                    <a:pt x="124" y="53"/>
                  </a:lnTo>
                  <a:lnTo>
                    <a:pt x="125" y="52"/>
                  </a:lnTo>
                  <a:lnTo>
                    <a:pt x="125" y="50"/>
                  </a:lnTo>
                  <a:lnTo>
                    <a:pt x="126" y="50"/>
                  </a:lnTo>
                  <a:lnTo>
                    <a:pt x="128" y="48"/>
                  </a:lnTo>
                  <a:lnTo>
                    <a:pt x="129" y="47"/>
                  </a:lnTo>
                  <a:lnTo>
                    <a:pt x="128" y="47"/>
                  </a:lnTo>
                  <a:lnTo>
                    <a:pt x="126" y="44"/>
                  </a:lnTo>
                  <a:lnTo>
                    <a:pt x="125" y="44"/>
                  </a:lnTo>
                  <a:lnTo>
                    <a:pt x="124" y="44"/>
                  </a:lnTo>
                  <a:lnTo>
                    <a:pt x="125" y="41"/>
                  </a:lnTo>
                  <a:lnTo>
                    <a:pt x="126" y="41"/>
                  </a:lnTo>
                  <a:lnTo>
                    <a:pt x="130" y="43"/>
                  </a:lnTo>
                  <a:lnTo>
                    <a:pt x="134" y="44"/>
                  </a:lnTo>
                  <a:lnTo>
                    <a:pt x="135" y="43"/>
                  </a:lnTo>
                  <a:lnTo>
                    <a:pt x="135" y="41"/>
                  </a:lnTo>
                  <a:lnTo>
                    <a:pt x="137" y="40"/>
                  </a:lnTo>
                  <a:lnTo>
                    <a:pt x="135" y="39"/>
                  </a:lnTo>
                  <a:lnTo>
                    <a:pt x="134" y="37"/>
                  </a:lnTo>
                  <a:lnTo>
                    <a:pt x="134" y="37"/>
                  </a:lnTo>
                  <a:lnTo>
                    <a:pt x="133" y="35"/>
                  </a:lnTo>
                  <a:lnTo>
                    <a:pt x="133" y="32"/>
                  </a:lnTo>
                  <a:lnTo>
                    <a:pt x="134" y="31"/>
                  </a:lnTo>
                  <a:lnTo>
                    <a:pt x="135" y="31"/>
                  </a:lnTo>
                  <a:lnTo>
                    <a:pt x="135" y="29"/>
                  </a:lnTo>
                  <a:lnTo>
                    <a:pt x="134" y="27"/>
                  </a:lnTo>
                  <a:lnTo>
                    <a:pt x="133" y="23"/>
                  </a:lnTo>
                  <a:lnTo>
                    <a:pt x="134" y="22"/>
                  </a:lnTo>
                  <a:lnTo>
                    <a:pt x="133" y="18"/>
                  </a:lnTo>
                  <a:lnTo>
                    <a:pt x="133" y="15"/>
                  </a:lnTo>
                  <a:lnTo>
                    <a:pt x="129" y="8"/>
                  </a:lnTo>
                  <a:lnTo>
                    <a:pt x="128" y="6"/>
                  </a:lnTo>
                  <a:lnTo>
                    <a:pt x="126" y="4"/>
                  </a:lnTo>
                  <a:lnTo>
                    <a:pt x="128" y="3"/>
                  </a:lnTo>
                  <a:lnTo>
                    <a:pt x="129" y="3"/>
                  </a:lnTo>
                  <a:lnTo>
                    <a:pt x="130" y="2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3" name="Freeform 345">
              <a:extLst>
                <a:ext uri="{FF2B5EF4-FFF2-40B4-BE49-F238E27FC236}">
                  <a16:creationId xmlns:a16="http://schemas.microsoft.com/office/drawing/2014/main" id="{76EC36CA-0469-435F-A301-00A1271D0D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37771" y="3122906"/>
              <a:ext cx="489631" cy="779781"/>
            </a:xfrm>
            <a:custGeom>
              <a:avLst/>
              <a:gdLst>
                <a:gd name="T0" fmla="*/ 28 w 54"/>
                <a:gd name="T1" fmla="*/ 81 h 86"/>
                <a:gd name="T2" fmla="*/ 27 w 54"/>
                <a:gd name="T3" fmla="*/ 85 h 86"/>
                <a:gd name="T4" fmla="*/ 20 w 54"/>
                <a:gd name="T5" fmla="*/ 86 h 86"/>
                <a:gd name="T6" fmla="*/ 20 w 54"/>
                <a:gd name="T7" fmla="*/ 82 h 86"/>
                <a:gd name="T8" fmla="*/ 52 w 54"/>
                <a:gd name="T9" fmla="*/ 70 h 86"/>
                <a:gd name="T10" fmla="*/ 53 w 54"/>
                <a:gd name="T11" fmla="*/ 71 h 86"/>
                <a:gd name="T12" fmla="*/ 52 w 54"/>
                <a:gd name="T13" fmla="*/ 73 h 86"/>
                <a:gd name="T14" fmla="*/ 52 w 54"/>
                <a:gd name="T15" fmla="*/ 70 h 86"/>
                <a:gd name="T16" fmla="*/ 19 w 54"/>
                <a:gd name="T17" fmla="*/ 67 h 86"/>
                <a:gd name="T18" fmla="*/ 17 w 54"/>
                <a:gd name="T19" fmla="*/ 69 h 86"/>
                <a:gd name="T20" fmla="*/ 16 w 54"/>
                <a:gd name="T21" fmla="*/ 69 h 86"/>
                <a:gd name="T22" fmla="*/ 17 w 54"/>
                <a:gd name="T23" fmla="*/ 67 h 86"/>
                <a:gd name="T24" fmla="*/ 54 w 54"/>
                <a:gd name="T25" fmla="*/ 63 h 86"/>
                <a:gd name="T26" fmla="*/ 54 w 54"/>
                <a:gd name="T27" fmla="*/ 66 h 86"/>
                <a:gd name="T28" fmla="*/ 53 w 54"/>
                <a:gd name="T29" fmla="*/ 69 h 86"/>
                <a:gd name="T30" fmla="*/ 52 w 54"/>
                <a:gd name="T31" fmla="*/ 65 h 86"/>
                <a:gd name="T32" fmla="*/ 54 w 54"/>
                <a:gd name="T33" fmla="*/ 63 h 86"/>
                <a:gd name="T34" fmla="*/ 36 w 54"/>
                <a:gd name="T35" fmla="*/ 62 h 86"/>
                <a:gd name="T36" fmla="*/ 33 w 54"/>
                <a:gd name="T37" fmla="*/ 61 h 86"/>
                <a:gd name="T38" fmla="*/ 44 w 54"/>
                <a:gd name="T39" fmla="*/ 57 h 86"/>
                <a:gd name="T40" fmla="*/ 45 w 54"/>
                <a:gd name="T41" fmla="*/ 60 h 86"/>
                <a:gd name="T42" fmla="*/ 42 w 54"/>
                <a:gd name="T43" fmla="*/ 62 h 86"/>
                <a:gd name="T44" fmla="*/ 42 w 54"/>
                <a:gd name="T45" fmla="*/ 58 h 86"/>
                <a:gd name="T46" fmla="*/ 27 w 54"/>
                <a:gd name="T47" fmla="*/ 0 h 86"/>
                <a:gd name="T48" fmla="*/ 37 w 54"/>
                <a:gd name="T49" fmla="*/ 15 h 86"/>
                <a:gd name="T50" fmla="*/ 44 w 54"/>
                <a:gd name="T51" fmla="*/ 28 h 86"/>
                <a:gd name="T52" fmla="*/ 48 w 54"/>
                <a:gd name="T53" fmla="*/ 38 h 86"/>
                <a:gd name="T54" fmla="*/ 49 w 54"/>
                <a:gd name="T55" fmla="*/ 41 h 86"/>
                <a:gd name="T56" fmla="*/ 50 w 54"/>
                <a:gd name="T57" fmla="*/ 49 h 86"/>
                <a:gd name="T58" fmla="*/ 49 w 54"/>
                <a:gd name="T59" fmla="*/ 52 h 86"/>
                <a:gd name="T60" fmla="*/ 44 w 54"/>
                <a:gd name="T61" fmla="*/ 56 h 86"/>
                <a:gd name="T62" fmla="*/ 41 w 54"/>
                <a:gd name="T63" fmla="*/ 60 h 86"/>
                <a:gd name="T64" fmla="*/ 39 w 54"/>
                <a:gd name="T65" fmla="*/ 60 h 86"/>
                <a:gd name="T66" fmla="*/ 36 w 54"/>
                <a:gd name="T67" fmla="*/ 58 h 86"/>
                <a:gd name="T68" fmla="*/ 33 w 54"/>
                <a:gd name="T69" fmla="*/ 60 h 86"/>
                <a:gd name="T70" fmla="*/ 31 w 54"/>
                <a:gd name="T71" fmla="*/ 60 h 86"/>
                <a:gd name="T72" fmla="*/ 23 w 54"/>
                <a:gd name="T73" fmla="*/ 66 h 86"/>
                <a:gd name="T74" fmla="*/ 23 w 54"/>
                <a:gd name="T75" fmla="*/ 67 h 86"/>
                <a:gd name="T76" fmla="*/ 20 w 54"/>
                <a:gd name="T77" fmla="*/ 67 h 86"/>
                <a:gd name="T78" fmla="*/ 19 w 54"/>
                <a:gd name="T79" fmla="*/ 63 h 86"/>
                <a:gd name="T80" fmla="*/ 15 w 54"/>
                <a:gd name="T81" fmla="*/ 58 h 86"/>
                <a:gd name="T82" fmla="*/ 15 w 54"/>
                <a:gd name="T83" fmla="*/ 56 h 86"/>
                <a:gd name="T84" fmla="*/ 16 w 54"/>
                <a:gd name="T85" fmla="*/ 53 h 86"/>
                <a:gd name="T86" fmla="*/ 15 w 54"/>
                <a:gd name="T87" fmla="*/ 49 h 86"/>
                <a:gd name="T88" fmla="*/ 19 w 54"/>
                <a:gd name="T89" fmla="*/ 45 h 86"/>
                <a:gd name="T90" fmla="*/ 16 w 54"/>
                <a:gd name="T91" fmla="*/ 42 h 86"/>
                <a:gd name="T92" fmla="*/ 14 w 54"/>
                <a:gd name="T93" fmla="*/ 36 h 86"/>
                <a:gd name="T94" fmla="*/ 12 w 54"/>
                <a:gd name="T95" fmla="*/ 33 h 86"/>
                <a:gd name="T96" fmla="*/ 8 w 54"/>
                <a:gd name="T97" fmla="*/ 28 h 86"/>
                <a:gd name="T98" fmla="*/ 11 w 54"/>
                <a:gd name="T99" fmla="*/ 27 h 86"/>
                <a:gd name="T100" fmla="*/ 16 w 54"/>
                <a:gd name="T101" fmla="*/ 29 h 86"/>
                <a:gd name="T102" fmla="*/ 14 w 54"/>
                <a:gd name="T103" fmla="*/ 24 h 86"/>
                <a:gd name="T104" fmla="*/ 12 w 54"/>
                <a:gd name="T105" fmla="*/ 23 h 86"/>
                <a:gd name="T106" fmla="*/ 4 w 54"/>
                <a:gd name="T107" fmla="*/ 15 h 86"/>
                <a:gd name="T108" fmla="*/ 3 w 54"/>
                <a:gd name="T109" fmla="*/ 13 h 86"/>
                <a:gd name="T110" fmla="*/ 0 w 54"/>
                <a:gd name="T111" fmla="*/ 15 h 86"/>
                <a:gd name="T112" fmla="*/ 6 w 54"/>
                <a:gd name="T113" fmla="*/ 8 h 86"/>
                <a:gd name="T114" fmla="*/ 14 w 54"/>
                <a:gd name="T115" fmla="*/ 3 h 86"/>
                <a:gd name="T116" fmla="*/ 27 w 54"/>
                <a:gd name="T1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" h="86">
                  <a:moveTo>
                    <a:pt x="25" y="81"/>
                  </a:moveTo>
                  <a:lnTo>
                    <a:pt x="28" y="81"/>
                  </a:lnTo>
                  <a:lnTo>
                    <a:pt x="28" y="82"/>
                  </a:lnTo>
                  <a:lnTo>
                    <a:pt x="27" y="85"/>
                  </a:lnTo>
                  <a:lnTo>
                    <a:pt x="21" y="86"/>
                  </a:lnTo>
                  <a:lnTo>
                    <a:pt x="20" y="86"/>
                  </a:lnTo>
                  <a:lnTo>
                    <a:pt x="19" y="83"/>
                  </a:lnTo>
                  <a:lnTo>
                    <a:pt x="20" y="82"/>
                  </a:lnTo>
                  <a:lnTo>
                    <a:pt x="25" y="81"/>
                  </a:lnTo>
                  <a:close/>
                  <a:moveTo>
                    <a:pt x="52" y="70"/>
                  </a:moveTo>
                  <a:lnTo>
                    <a:pt x="54" y="70"/>
                  </a:lnTo>
                  <a:lnTo>
                    <a:pt x="53" y="71"/>
                  </a:lnTo>
                  <a:lnTo>
                    <a:pt x="53" y="73"/>
                  </a:lnTo>
                  <a:lnTo>
                    <a:pt x="52" y="73"/>
                  </a:lnTo>
                  <a:lnTo>
                    <a:pt x="52" y="71"/>
                  </a:lnTo>
                  <a:lnTo>
                    <a:pt x="52" y="70"/>
                  </a:lnTo>
                  <a:close/>
                  <a:moveTo>
                    <a:pt x="17" y="66"/>
                  </a:moveTo>
                  <a:lnTo>
                    <a:pt x="19" y="67"/>
                  </a:lnTo>
                  <a:lnTo>
                    <a:pt x="19" y="69"/>
                  </a:lnTo>
                  <a:lnTo>
                    <a:pt x="17" y="69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6" y="67"/>
                  </a:lnTo>
                  <a:lnTo>
                    <a:pt x="17" y="67"/>
                  </a:lnTo>
                  <a:lnTo>
                    <a:pt x="17" y="66"/>
                  </a:lnTo>
                  <a:close/>
                  <a:moveTo>
                    <a:pt x="54" y="63"/>
                  </a:moveTo>
                  <a:lnTo>
                    <a:pt x="54" y="63"/>
                  </a:lnTo>
                  <a:lnTo>
                    <a:pt x="54" y="66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2" y="67"/>
                  </a:lnTo>
                  <a:lnTo>
                    <a:pt x="52" y="65"/>
                  </a:lnTo>
                  <a:lnTo>
                    <a:pt x="53" y="63"/>
                  </a:lnTo>
                  <a:lnTo>
                    <a:pt x="54" y="63"/>
                  </a:lnTo>
                  <a:close/>
                  <a:moveTo>
                    <a:pt x="35" y="61"/>
                  </a:moveTo>
                  <a:lnTo>
                    <a:pt x="36" y="62"/>
                  </a:lnTo>
                  <a:lnTo>
                    <a:pt x="35" y="62"/>
                  </a:lnTo>
                  <a:lnTo>
                    <a:pt x="33" y="61"/>
                  </a:lnTo>
                  <a:lnTo>
                    <a:pt x="35" y="61"/>
                  </a:lnTo>
                  <a:close/>
                  <a:moveTo>
                    <a:pt x="44" y="57"/>
                  </a:moveTo>
                  <a:lnTo>
                    <a:pt x="45" y="58"/>
                  </a:lnTo>
                  <a:lnTo>
                    <a:pt x="45" y="60"/>
                  </a:lnTo>
                  <a:lnTo>
                    <a:pt x="44" y="61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2" y="58"/>
                  </a:lnTo>
                  <a:lnTo>
                    <a:pt x="44" y="57"/>
                  </a:lnTo>
                  <a:close/>
                  <a:moveTo>
                    <a:pt x="27" y="0"/>
                  </a:moveTo>
                  <a:lnTo>
                    <a:pt x="31" y="8"/>
                  </a:lnTo>
                  <a:lnTo>
                    <a:pt x="37" y="15"/>
                  </a:lnTo>
                  <a:lnTo>
                    <a:pt x="44" y="23"/>
                  </a:lnTo>
                  <a:lnTo>
                    <a:pt x="44" y="28"/>
                  </a:lnTo>
                  <a:lnTo>
                    <a:pt x="46" y="31"/>
                  </a:lnTo>
                  <a:lnTo>
                    <a:pt x="48" y="38"/>
                  </a:lnTo>
                  <a:lnTo>
                    <a:pt x="48" y="41"/>
                  </a:lnTo>
                  <a:lnTo>
                    <a:pt x="49" y="41"/>
                  </a:lnTo>
                  <a:lnTo>
                    <a:pt x="49" y="41"/>
                  </a:lnTo>
                  <a:lnTo>
                    <a:pt x="50" y="49"/>
                  </a:lnTo>
                  <a:lnTo>
                    <a:pt x="48" y="50"/>
                  </a:lnTo>
                  <a:lnTo>
                    <a:pt x="49" y="52"/>
                  </a:lnTo>
                  <a:lnTo>
                    <a:pt x="46" y="56"/>
                  </a:lnTo>
                  <a:lnTo>
                    <a:pt x="44" y="56"/>
                  </a:lnTo>
                  <a:lnTo>
                    <a:pt x="40" y="58"/>
                  </a:lnTo>
                  <a:lnTo>
                    <a:pt x="41" y="60"/>
                  </a:lnTo>
                  <a:lnTo>
                    <a:pt x="40" y="61"/>
                  </a:lnTo>
                  <a:lnTo>
                    <a:pt x="39" y="60"/>
                  </a:lnTo>
                  <a:lnTo>
                    <a:pt x="37" y="61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3" y="60"/>
                  </a:lnTo>
                  <a:lnTo>
                    <a:pt x="32" y="58"/>
                  </a:lnTo>
                  <a:lnTo>
                    <a:pt x="31" y="60"/>
                  </a:lnTo>
                  <a:lnTo>
                    <a:pt x="25" y="63"/>
                  </a:lnTo>
                  <a:lnTo>
                    <a:pt x="23" y="66"/>
                  </a:lnTo>
                  <a:lnTo>
                    <a:pt x="23" y="65"/>
                  </a:lnTo>
                  <a:lnTo>
                    <a:pt x="23" y="67"/>
                  </a:lnTo>
                  <a:lnTo>
                    <a:pt x="20" y="69"/>
                  </a:lnTo>
                  <a:lnTo>
                    <a:pt x="20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7" y="63"/>
                  </a:lnTo>
                  <a:lnTo>
                    <a:pt x="15" y="58"/>
                  </a:lnTo>
                  <a:lnTo>
                    <a:pt x="16" y="58"/>
                  </a:lnTo>
                  <a:lnTo>
                    <a:pt x="15" y="56"/>
                  </a:lnTo>
                  <a:lnTo>
                    <a:pt x="15" y="53"/>
                  </a:lnTo>
                  <a:lnTo>
                    <a:pt x="16" y="53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9" y="45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4" y="41"/>
                  </a:lnTo>
                  <a:lnTo>
                    <a:pt x="14" y="36"/>
                  </a:lnTo>
                  <a:lnTo>
                    <a:pt x="14" y="33"/>
                  </a:lnTo>
                  <a:lnTo>
                    <a:pt x="12" y="33"/>
                  </a:lnTo>
                  <a:lnTo>
                    <a:pt x="7" y="32"/>
                  </a:lnTo>
                  <a:lnTo>
                    <a:pt x="8" y="28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2" y="28"/>
                  </a:lnTo>
                  <a:lnTo>
                    <a:pt x="16" y="29"/>
                  </a:lnTo>
                  <a:lnTo>
                    <a:pt x="15" y="27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2" y="23"/>
                  </a:lnTo>
                  <a:lnTo>
                    <a:pt x="10" y="19"/>
                  </a:lnTo>
                  <a:lnTo>
                    <a:pt x="4" y="15"/>
                  </a:lnTo>
                  <a:lnTo>
                    <a:pt x="7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6" y="8"/>
                  </a:lnTo>
                  <a:lnTo>
                    <a:pt x="10" y="7"/>
                  </a:lnTo>
                  <a:lnTo>
                    <a:pt x="14" y="3"/>
                  </a:lnTo>
                  <a:lnTo>
                    <a:pt x="21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4" name="Freeform 346">
              <a:extLst>
                <a:ext uri="{FF2B5EF4-FFF2-40B4-BE49-F238E27FC236}">
                  <a16:creationId xmlns:a16="http://schemas.microsoft.com/office/drawing/2014/main" id="{9B9652C8-15F2-45EA-B02E-EBD197FCC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9224" y="2406595"/>
              <a:ext cx="507766" cy="870451"/>
            </a:xfrm>
            <a:custGeom>
              <a:avLst/>
              <a:gdLst>
                <a:gd name="T0" fmla="*/ 48 w 56"/>
                <a:gd name="T1" fmla="*/ 2 h 96"/>
                <a:gd name="T2" fmla="*/ 50 w 56"/>
                <a:gd name="T3" fmla="*/ 6 h 96"/>
                <a:gd name="T4" fmla="*/ 56 w 56"/>
                <a:gd name="T5" fmla="*/ 10 h 96"/>
                <a:gd name="T6" fmla="*/ 51 w 56"/>
                <a:gd name="T7" fmla="*/ 14 h 96"/>
                <a:gd name="T8" fmla="*/ 50 w 56"/>
                <a:gd name="T9" fmla="*/ 16 h 96"/>
                <a:gd name="T10" fmla="*/ 48 w 56"/>
                <a:gd name="T11" fmla="*/ 25 h 96"/>
                <a:gd name="T12" fmla="*/ 51 w 56"/>
                <a:gd name="T13" fmla="*/ 35 h 96"/>
                <a:gd name="T14" fmla="*/ 52 w 56"/>
                <a:gd name="T15" fmla="*/ 39 h 96"/>
                <a:gd name="T16" fmla="*/ 50 w 56"/>
                <a:gd name="T17" fmla="*/ 41 h 96"/>
                <a:gd name="T18" fmla="*/ 44 w 56"/>
                <a:gd name="T19" fmla="*/ 49 h 96"/>
                <a:gd name="T20" fmla="*/ 42 w 56"/>
                <a:gd name="T21" fmla="*/ 53 h 96"/>
                <a:gd name="T22" fmla="*/ 38 w 56"/>
                <a:gd name="T23" fmla="*/ 54 h 96"/>
                <a:gd name="T24" fmla="*/ 34 w 56"/>
                <a:gd name="T25" fmla="*/ 58 h 96"/>
                <a:gd name="T26" fmla="*/ 34 w 56"/>
                <a:gd name="T27" fmla="*/ 64 h 96"/>
                <a:gd name="T28" fmla="*/ 34 w 56"/>
                <a:gd name="T29" fmla="*/ 69 h 96"/>
                <a:gd name="T30" fmla="*/ 39 w 56"/>
                <a:gd name="T31" fmla="*/ 71 h 96"/>
                <a:gd name="T32" fmla="*/ 50 w 56"/>
                <a:gd name="T33" fmla="*/ 79 h 96"/>
                <a:gd name="T34" fmla="*/ 37 w 56"/>
                <a:gd name="T35" fmla="*/ 82 h 96"/>
                <a:gd name="T36" fmla="*/ 29 w 56"/>
                <a:gd name="T37" fmla="*/ 87 h 96"/>
                <a:gd name="T38" fmla="*/ 23 w 56"/>
                <a:gd name="T39" fmla="*/ 94 h 96"/>
                <a:gd name="T40" fmla="*/ 19 w 56"/>
                <a:gd name="T41" fmla="*/ 91 h 96"/>
                <a:gd name="T42" fmla="*/ 18 w 56"/>
                <a:gd name="T43" fmla="*/ 95 h 96"/>
                <a:gd name="T44" fmla="*/ 14 w 56"/>
                <a:gd name="T45" fmla="*/ 96 h 96"/>
                <a:gd name="T46" fmla="*/ 15 w 56"/>
                <a:gd name="T47" fmla="*/ 91 h 96"/>
                <a:gd name="T48" fmla="*/ 11 w 56"/>
                <a:gd name="T49" fmla="*/ 92 h 96"/>
                <a:gd name="T50" fmla="*/ 10 w 56"/>
                <a:gd name="T51" fmla="*/ 90 h 96"/>
                <a:gd name="T52" fmla="*/ 13 w 56"/>
                <a:gd name="T53" fmla="*/ 81 h 96"/>
                <a:gd name="T54" fmla="*/ 18 w 56"/>
                <a:gd name="T55" fmla="*/ 79 h 96"/>
                <a:gd name="T56" fmla="*/ 11 w 56"/>
                <a:gd name="T57" fmla="*/ 79 h 96"/>
                <a:gd name="T58" fmla="*/ 10 w 56"/>
                <a:gd name="T59" fmla="*/ 73 h 96"/>
                <a:gd name="T60" fmla="*/ 11 w 56"/>
                <a:gd name="T61" fmla="*/ 66 h 96"/>
                <a:gd name="T62" fmla="*/ 14 w 56"/>
                <a:gd name="T63" fmla="*/ 64 h 96"/>
                <a:gd name="T64" fmla="*/ 11 w 56"/>
                <a:gd name="T65" fmla="*/ 65 h 96"/>
                <a:gd name="T66" fmla="*/ 6 w 56"/>
                <a:gd name="T67" fmla="*/ 64 h 96"/>
                <a:gd name="T68" fmla="*/ 4 w 56"/>
                <a:gd name="T69" fmla="*/ 65 h 96"/>
                <a:gd name="T70" fmla="*/ 1 w 56"/>
                <a:gd name="T71" fmla="*/ 61 h 96"/>
                <a:gd name="T72" fmla="*/ 0 w 56"/>
                <a:gd name="T73" fmla="*/ 61 h 96"/>
                <a:gd name="T74" fmla="*/ 2 w 56"/>
                <a:gd name="T75" fmla="*/ 52 h 96"/>
                <a:gd name="T76" fmla="*/ 4 w 56"/>
                <a:gd name="T77" fmla="*/ 46 h 96"/>
                <a:gd name="T78" fmla="*/ 9 w 56"/>
                <a:gd name="T79" fmla="*/ 40 h 96"/>
                <a:gd name="T80" fmla="*/ 13 w 56"/>
                <a:gd name="T81" fmla="*/ 33 h 96"/>
                <a:gd name="T82" fmla="*/ 14 w 56"/>
                <a:gd name="T83" fmla="*/ 31 h 96"/>
                <a:gd name="T84" fmla="*/ 17 w 56"/>
                <a:gd name="T85" fmla="*/ 24 h 96"/>
                <a:gd name="T86" fmla="*/ 21 w 56"/>
                <a:gd name="T87" fmla="*/ 28 h 96"/>
                <a:gd name="T88" fmla="*/ 25 w 56"/>
                <a:gd name="T89" fmla="*/ 28 h 96"/>
                <a:gd name="T90" fmla="*/ 31 w 56"/>
                <a:gd name="T91" fmla="*/ 29 h 96"/>
                <a:gd name="T92" fmla="*/ 37 w 56"/>
                <a:gd name="T93" fmla="*/ 27 h 96"/>
                <a:gd name="T94" fmla="*/ 34 w 56"/>
                <a:gd name="T95" fmla="*/ 23 h 96"/>
                <a:gd name="T96" fmla="*/ 33 w 56"/>
                <a:gd name="T97" fmla="*/ 19 h 96"/>
                <a:gd name="T98" fmla="*/ 40 w 56"/>
                <a:gd name="T99" fmla="*/ 15 h 96"/>
                <a:gd name="T100" fmla="*/ 42 w 56"/>
                <a:gd name="T101" fmla="*/ 10 h 96"/>
                <a:gd name="T102" fmla="*/ 46 w 56"/>
                <a:gd name="T103" fmla="*/ 7 h 96"/>
                <a:gd name="T104" fmla="*/ 44 w 56"/>
                <a:gd name="T105" fmla="*/ 3 h 96"/>
                <a:gd name="T106" fmla="*/ 47 w 56"/>
                <a:gd name="T10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96">
                  <a:moveTo>
                    <a:pt x="47" y="0"/>
                  </a:moveTo>
                  <a:lnTo>
                    <a:pt x="48" y="2"/>
                  </a:lnTo>
                  <a:lnTo>
                    <a:pt x="48" y="4"/>
                  </a:lnTo>
                  <a:lnTo>
                    <a:pt x="50" y="6"/>
                  </a:lnTo>
                  <a:lnTo>
                    <a:pt x="54" y="6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1" y="14"/>
                  </a:lnTo>
                  <a:lnTo>
                    <a:pt x="50" y="14"/>
                  </a:lnTo>
                  <a:lnTo>
                    <a:pt x="50" y="16"/>
                  </a:lnTo>
                  <a:lnTo>
                    <a:pt x="48" y="23"/>
                  </a:lnTo>
                  <a:lnTo>
                    <a:pt x="48" y="25"/>
                  </a:lnTo>
                  <a:lnTo>
                    <a:pt x="51" y="28"/>
                  </a:lnTo>
                  <a:lnTo>
                    <a:pt x="51" y="35"/>
                  </a:lnTo>
                  <a:lnTo>
                    <a:pt x="54" y="36"/>
                  </a:lnTo>
                  <a:lnTo>
                    <a:pt x="52" y="39"/>
                  </a:lnTo>
                  <a:lnTo>
                    <a:pt x="48" y="41"/>
                  </a:lnTo>
                  <a:lnTo>
                    <a:pt x="50" y="41"/>
                  </a:lnTo>
                  <a:lnTo>
                    <a:pt x="43" y="48"/>
                  </a:lnTo>
                  <a:lnTo>
                    <a:pt x="44" y="49"/>
                  </a:lnTo>
                  <a:lnTo>
                    <a:pt x="43" y="52"/>
                  </a:lnTo>
                  <a:lnTo>
                    <a:pt x="42" y="53"/>
                  </a:lnTo>
                  <a:lnTo>
                    <a:pt x="39" y="53"/>
                  </a:lnTo>
                  <a:lnTo>
                    <a:pt x="38" y="54"/>
                  </a:lnTo>
                  <a:lnTo>
                    <a:pt x="37" y="57"/>
                  </a:lnTo>
                  <a:lnTo>
                    <a:pt x="34" y="58"/>
                  </a:lnTo>
                  <a:lnTo>
                    <a:pt x="34" y="61"/>
                  </a:lnTo>
                  <a:lnTo>
                    <a:pt x="34" y="64"/>
                  </a:lnTo>
                  <a:lnTo>
                    <a:pt x="33" y="65"/>
                  </a:lnTo>
                  <a:lnTo>
                    <a:pt x="34" y="69"/>
                  </a:lnTo>
                  <a:lnTo>
                    <a:pt x="38" y="69"/>
                  </a:lnTo>
                  <a:lnTo>
                    <a:pt x="39" y="71"/>
                  </a:lnTo>
                  <a:lnTo>
                    <a:pt x="48" y="77"/>
                  </a:lnTo>
                  <a:lnTo>
                    <a:pt x="50" y="79"/>
                  </a:lnTo>
                  <a:lnTo>
                    <a:pt x="44" y="82"/>
                  </a:lnTo>
                  <a:lnTo>
                    <a:pt x="37" y="82"/>
                  </a:lnTo>
                  <a:lnTo>
                    <a:pt x="33" y="86"/>
                  </a:lnTo>
                  <a:lnTo>
                    <a:pt x="29" y="87"/>
                  </a:lnTo>
                  <a:lnTo>
                    <a:pt x="25" y="91"/>
                  </a:lnTo>
                  <a:lnTo>
                    <a:pt x="23" y="94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21" y="92"/>
                  </a:lnTo>
                  <a:lnTo>
                    <a:pt x="18" y="95"/>
                  </a:lnTo>
                  <a:lnTo>
                    <a:pt x="17" y="95"/>
                  </a:lnTo>
                  <a:lnTo>
                    <a:pt x="14" y="96"/>
                  </a:lnTo>
                  <a:lnTo>
                    <a:pt x="13" y="95"/>
                  </a:lnTo>
                  <a:lnTo>
                    <a:pt x="15" y="91"/>
                  </a:lnTo>
                  <a:lnTo>
                    <a:pt x="13" y="91"/>
                  </a:lnTo>
                  <a:lnTo>
                    <a:pt x="11" y="92"/>
                  </a:lnTo>
                  <a:lnTo>
                    <a:pt x="10" y="91"/>
                  </a:lnTo>
                  <a:lnTo>
                    <a:pt x="10" y="90"/>
                  </a:lnTo>
                  <a:lnTo>
                    <a:pt x="10" y="85"/>
                  </a:lnTo>
                  <a:lnTo>
                    <a:pt x="13" y="81"/>
                  </a:lnTo>
                  <a:lnTo>
                    <a:pt x="15" y="81"/>
                  </a:lnTo>
                  <a:lnTo>
                    <a:pt x="18" y="79"/>
                  </a:lnTo>
                  <a:lnTo>
                    <a:pt x="15" y="79"/>
                  </a:lnTo>
                  <a:lnTo>
                    <a:pt x="11" y="79"/>
                  </a:lnTo>
                  <a:lnTo>
                    <a:pt x="10" y="79"/>
                  </a:lnTo>
                  <a:lnTo>
                    <a:pt x="10" y="73"/>
                  </a:lnTo>
                  <a:lnTo>
                    <a:pt x="13" y="69"/>
                  </a:lnTo>
                  <a:lnTo>
                    <a:pt x="11" y="66"/>
                  </a:lnTo>
                  <a:lnTo>
                    <a:pt x="13" y="65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1" y="65"/>
                  </a:lnTo>
                  <a:lnTo>
                    <a:pt x="8" y="65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4" y="65"/>
                  </a:lnTo>
                  <a:lnTo>
                    <a:pt x="1" y="65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2" y="52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8" y="44"/>
                  </a:lnTo>
                  <a:lnTo>
                    <a:pt x="9" y="40"/>
                  </a:lnTo>
                  <a:lnTo>
                    <a:pt x="11" y="39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4" y="27"/>
                  </a:lnTo>
                  <a:lnTo>
                    <a:pt x="17" y="24"/>
                  </a:lnTo>
                  <a:lnTo>
                    <a:pt x="18" y="27"/>
                  </a:lnTo>
                  <a:lnTo>
                    <a:pt x="21" y="28"/>
                  </a:lnTo>
                  <a:lnTo>
                    <a:pt x="22" y="29"/>
                  </a:lnTo>
                  <a:lnTo>
                    <a:pt x="25" y="28"/>
                  </a:lnTo>
                  <a:lnTo>
                    <a:pt x="27" y="29"/>
                  </a:lnTo>
                  <a:lnTo>
                    <a:pt x="31" y="29"/>
                  </a:lnTo>
                  <a:lnTo>
                    <a:pt x="35" y="29"/>
                  </a:lnTo>
                  <a:lnTo>
                    <a:pt x="37" y="27"/>
                  </a:lnTo>
                  <a:lnTo>
                    <a:pt x="37" y="24"/>
                  </a:lnTo>
                  <a:lnTo>
                    <a:pt x="34" y="23"/>
                  </a:lnTo>
                  <a:lnTo>
                    <a:pt x="31" y="20"/>
                  </a:lnTo>
                  <a:lnTo>
                    <a:pt x="33" y="19"/>
                  </a:lnTo>
                  <a:lnTo>
                    <a:pt x="35" y="19"/>
                  </a:lnTo>
                  <a:lnTo>
                    <a:pt x="40" y="15"/>
                  </a:lnTo>
                  <a:lnTo>
                    <a:pt x="40" y="12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7"/>
                  </a:lnTo>
                  <a:lnTo>
                    <a:pt x="44" y="6"/>
                  </a:lnTo>
                  <a:lnTo>
                    <a:pt x="44" y="3"/>
                  </a:lnTo>
                  <a:lnTo>
                    <a:pt x="44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5" name="Freeform 347">
              <a:extLst>
                <a:ext uri="{FF2B5EF4-FFF2-40B4-BE49-F238E27FC236}">
                  <a16:creationId xmlns:a16="http://schemas.microsoft.com/office/drawing/2014/main" id="{BC5ECEFA-E633-47CD-BEAF-546E3D45C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576" y="1264125"/>
              <a:ext cx="3309538" cy="1559561"/>
            </a:xfrm>
            <a:custGeom>
              <a:avLst/>
              <a:gdLst>
                <a:gd name="T0" fmla="*/ 117 w 365"/>
                <a:gd name="T1" fmla="*/ 5 h 172"/>
                <a:gd name="T2" fmla="*/ 133 w 365"/>
                <a:gd name="T3" fmla="*/ 8 h 172"/>
                <a:gd name="T4" fmla="*/ 145 w 365"/>
                <a:gd name="T5" fmla="*/ 13 h 172"/>
                <a:gd name="T6" fmla="*/ 150 w 365"/>
                <a:gd name="T7" fmla="*/ 24 h 172"/>
                <a:gd name="T8" fmla="*/ 163 w 365"/>
                <a:gd name="T9" fmla="*/ 30 h 172"/>
                <a:gd name="T10" fmla="*/ 174 w 365"/>
                <a:gd name="T11" fmla="*/ 29 h 172"/>
                <a:gd name="T12" fmla="*/ 192 w 365"/>
                <a:gd name="T13" fmla="*/ 22 h 172"/>
                <a:gd name="T14" fmla="*/ 213 w 365"/>
                <a:gd name="T15" fmla="*/ 29 h 172"/>
                <a:gd name="T16" fmla="*/ 224 w 365"/>
                <a:gd name="T17" fmla="*/ 37 h 172"/>
                <a:gd name="T18" fmla="*/ 248 w 365"/>
                <a:gd name="T19" fmla="*/ 40 h 172"/>
                <a:gd name="T20" fmla="*/ 261 w 365"/>
                <a:gd name="T21" fmla="*/ 34 h 172"/>
                <a:gd name="T22" fmla="*/ 277 w 365"/>
                <a:gd name="T23" fmla="*/ 28 h 172"/>
                <a:gd name="T24" fmla="*/ 284 w 365"/>
                <a:gd name="T25" fmla="*/ 17 h 172"/>
                <a:gd name="T26" fmla="*/ 298 w 365"/>
                <a:gd name="T27" fmla="*/ 20 h 172"/>
                <a:gd name="T28" fmla="*/ 307 w 365"/>
                <a:gd name="T29" fmla="*/ 18 h 172"/>
                <a:gd name="T30" fmla="*/ 313 w 365"/>
                <a:gd name="T31" fmla="*/ 46 h 172"/>
                <a:gd name="T32" fmla="*/ 329 w 365"/>
                <a:gd name="T33" fmla="*/ 57 h 172"/>
                <a:gd name="T34" fmla="*/ 342 w 365"/>
                <a:gd name="T35" fmla="*/ 50 h 172"/>
                <a:gd name="T36" fmla="*/ 363 w 365"/>
                <a:gd name="T37" fmla="*/ 66 h 172"/>
                <a:gd name="T38" fmla="*/ 363 w 365"/>
                <a:gd name="T39" fmla="*/ 75 h 172"/>
                <a:gd name="T40" fmla="*/ 350 w 365"/>
                <a:gd name="T41" fmla="*/ 74 h 172"/>
                <a:gd name="T42" fmla="*/ 340 w 365"/>
                <a:gd name="T43" fmla="*/ 82 h 172"/>
                <a:gd name="T44" fmla="*/ 333 w 365"/>
                <a:gd name="T45" fmla="*/ 91 h 172"/>
                <a:gd name="T46" fmla="*/ 319 w 365"/>
                <a:gd name="T47" fmla="*/ 99 h 172"/>
                <a:gd name="T48" fmla="*/ 308 w 365"/>
                <a:gd name="T49" fmla="*/ 112 h 172"/>
                <a:gd name="T50" fmla="*/ 292 w 365"/>
                <a:gd name="T51" fmla="*/ 107 h 172"/>
                <a:gd name="T52" fmla="*/ 283 w 365"/>
                <a:gd name="T53" fmla="*/ 121 h 172"/>
                <a:gd name="T54" fmla="*/ 284 w 365"/>
                <a:gd name="T55" fmla="*/ 140 h 172"/>
                <a:gd name="T56" fmla="*/ 269 w 365"/>
                <a:gd name="T57" fmla="*/ 153 h 172"/>
                <a:gd name="T58" fmla="*/ 241 w 365"/>
                <a:gd name="T59" fmla="*/ 161 h 172"/>
                <a:gd name="T60" fmla="*/ 217 w 365"/>
                <a:gd name="T61" fmla="*/ 171 h 172"/>
                <a:gd name="T62" fmla="*/ 200 w 365"/>
                <a:gd name="T63" fmla="*/ 168 h 172"/>
                <a:gd name="T64" fmla="*/ 163 w 365"/>
                <a:gd name="T65" fmla="*/ 157 h 172"/>
                <a:gd name="T66" fmla="*/ 140 w 365"/>
                <a:gd name="T67" fmla="*/ 161 h 172"/>
                <a:gd name="T68" fmla="*/ 115 w 365"/>
                <a:gd name="T69" fmla="*/ 155 h 172"/>
                <a:gd name="T70" fmla="*/ 107 w 365"/>
                <a:gd name="T71" fmla="*/ 140 h 172"/>
                <a:gd name="T72" fmla="*/ 101 w 365"/>
                <a:gd name="T73" fmla="*/ 136 h 172"/>
                <a:gd name="T74" fmla="*/ 86 w 365"/>
                <a:gd name="T75" fmla="*/ 130 h 172"/>
                <a:gd name="T76" fmla="*/ 69 w 365"/>
                <a:gd name="T77" fmla="*/ 125 h 172"/>
                <a:gd name="T78" fmla="*/ 46 w 365"/>
                <a:gd name="T79" fmla="*/ 115 h 172"/>
                <a:gd name="T80" fmla="*/ 47 w 365"/>
                <a:gd name="T81" fmla="*/ 104 h 172"/>
                <a:gd name="T82" fmla="*/ 41 w 365"/>
                <a:gd name="T83" fmla="*/ 92 h 172"/>
                <a:gd name="T84" fmla="*/ 33 w 365"/>
                <a:gd name="T85" fmla="*/ 83 h 172"/>
                <a:gd name="T86" fmla="*/ 25 w 365"/>
                <a:gd name="T87" fmla="*/ 82 h 172"/>
                <a:gd name="T88" fmla="*/ 16 w 365"/>
                <a:gd name="T89" fmla="*/ 83 h 172"/>
                <a:gd name="T90" fmla="*/ 8 w 365"/>
                <a:gd name="T91" fmla="*/ 75 h 172"/>
                <a:gd name="T92" fmla="*/ 3 w 365"/>
                <a:gd name="T93" fmla="*/ 67 h 172"/>
                <a:gd name="T94" fmla="*/ 0 w 365"/>
                <a:gd name="T95" fmla="*/ 63 h 172"/>
                <a:gd name="T96" fmla="*/ 12 w 365"/>
                <a:gd name="T97" fmla="*/ 53 h 172"/>
                <a:gd name="T98" fmla="*/ 21 w 365"/>
                <a:gd name="T99" fmla="*/ 42 h 172"/>
                <a:gd name="T100" fmla="*/ 25 w 365"/>
                <a:gd name="T101" fmla="*/ 34 h 172"/>
                <a:gd name="T102" fmla="*/ 41 w 365"/>
                <a:gd name="T103" fmla="*/ 30 h 172"/>
                <a:gd name="T104" fmla="*/ 50 w 365"/>
                <a:gd name="T105" fmla="*/ 32 h 172"/>
                <a:gd name="T106" fmla="*/ 62 w 365"/>
                <a:gd name="T107" fmla="*/ 32 h 172"/>
                <a:gd name="T108" fmla="*/ 76 w 365"/>
                <a:gd name="T109" fmla="*/ 45 h 172"/>
                <a:gd name="T110" fmla="*/ 90 w 365"/>
                <a:gd name="T111" fmla="*/ 42 h 172"/>
                <a:gd name="T112" fmla="*/ 103 w 365"/>
                <a:gd name="T113" fmla="*/ 42 h 172"/>
                <a:gd name="T114" fmla="*/ 107 w 365"/>
                <a:gd name="T115" fmla="*/ 28 h 172"/>
                <a:gd name="T116" fmla="*/ 99 w 365"/>
                <a:gd name="T117" fmla="*/ 15 h 172"/>
                <a:gd name="T118" fmla="*/ 105 w 365"/>
                <a:gd name="T119" fmla="*/ 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5" h="172">
                  <a:moveTo>
                    <a:pt x="107" y="0"/>
                  </a:moveTo>
                  <a:lnTo>
                    <a:pt x="109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7" y="4"/>
                  </a:lnTo>
                  <a:lnTo>
                    <a:pt x="117" y="5"/>
                  </a:lnTo>
                  <a:lnTo>
                    <a:pt x="120" y="5"/>
                  </a:lnTo>
                  <a:lnTo>
                    <a:pt x="124" y="5"/>
                  </a:lnTo>
                  <a:lnTo>
                    <a:pt x="128" y="5"/>
                  </a:lnTo>
                  <a:lnTo>
                    <a:pt x="129" y="7"/>
                  </a:lnTo>
                  <a:lnTo>
                    <a:pt x="130" y="8"/>
                  </a:lnTo>
                  <a:lnTo>
                    <a:pt x="133" y="8"/>
                  </a:lnTo>
                  <a:lnTo>
                    <a:pt x="134" y="9"/>
                  </a:lnTo>
                  <a:lnTo>
                    <a:pt x="137" y="9"/>
                  </a:lnTo>
                  <a:lnTo>
                    <a:pt x="142" y="9"/>
                  </a:lnTo>
                  <a:lnTo>
                    <a:pt x="144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6" y="15"/>
                  </a:lnTo>
                  <a:lnTo>
                    <a:pt x="146" y="17"/>
                  </a:lnTo>
                  <a:lnTo>
                    <a:pt x="148" y="18"/>
                  </a:lnTo>
                  <a:lnTo>
                    <a:pt x="149" y="21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3" y="26"/>
                  </a:lnTo>
                  <a:lnTo>
                    <a:pt x="154" y="28"/>
                  </a:lnTo>
                  <a:lnTo>
                    <a:pt x="158" y="29"/>
                  </a:lnTo>
                  <a:lnTo>
                    <a:pt x="161" y="30"/>
                  </a:lnTo>
                  <a:lnTo>
                    <a:pt x="163" y="30"/>
                  </a:lnTo>
                  <a:lnTo>
                    <a:pt x="163" y="29"/>
                  </a:lnTo>
                  <a:lnTo>
                    <a:pt x="167" y="30"/>
                  </a:lnTo>
                  <a:lnTo>
                    <a:pt x="169" y="29"/>
                  </a:lnTo>
                  <a:lnTo>
                    <a:pt x="171" y="29"/>
                  </a:lnTo>
                  <a:lnTo>
                    <a:pt x="173" y="29"/>
                  </a:lnTo>
                  <a:lnTo>
                    <a:pt x="174" y="29"/>
                  </a:lnTo>
                  <a:lnTo>
                    <a:pt x="175" y="26"/>
                  </a:lnTo>
                  <a:lnTo>
                    <a:pt x="179" y="25"/>
                  </a:lnTo>
                  <a:lnTo>
                    <a:pt x="184" y="25"/>
                  </a:lnTo>
                  <a:lnTo>
                    <a:pt x="186" y="24"/>
                  </a:lnTo>
                  <a:lnTo>
                    <a:pt x="190" y="24"/>
                  </a:lnTo>
                  <a:lnTo>
                    <a:pt x="192" y="22"/>
                  </a:lnTo>
                  <a:lnTo>
                    <a:pt x="195" y="24"/>
                  </a:lnTo>
                  <a:lnTo>
                    <a:pt x="199" y="25"/>
                  </a:lnTo>
                  <a:lnTo>
                    <a:pt x="203" y="25"/>
                  </a:lnTo>
                  <a:lnTo>
                    <a:pt x="205" y="28"/>
                  </a:lnTo>
                  <a:lnTo>
                    <a:pt x="209" y="29"/>
                  </a:lnTo>
                  <a:lnTo>
                    <a:pt x="213" y="29"/>
                  </a:lnTo>
                  <a:lnTo>
                    <a:pt x="216" y="29"/>
                  </a:lnTo>
                  <a:lnTo>
                    <a:pt x="217" y="30"/>
                  </a:lnTo>
                  <a:lnTo>
                    <a:pt x="219" y="34"/>
                  </a:lnTo>
                  <a:lnTo>
                    <a:pt x="220" y="36"/>
                  </a:lnTo>
                  <a:lnTo>
                    <a:pt x="221" y="36"/>
                  </a:lnTo>
                  <a:lnTo>
                    <a:pt x="224" y="37"/>
                  </a:lnTo>
                  <a:lnTo>
                    <a:pt x="225" y="38"/>
                  </a:lnTo>
                  <a:lnTo>
                    <a:pt x="228" y="38"/>
                  </a:lnTo>
                  <a:lnTo>
                    <a:pt x="233" y="38"/>
                  </a:lnTo>
                  <a:lnTo>
                    <a:pt x="237" y="40"/>
                  </a:lnTo>
                  <a:lnTo>
                    <a:pt x="245" y="40"/>
                  </a:lnTo>
                  <a:lnTo>
                    <a:pt x="248" y="40"/>
                  </a:lnTo>
                  <a:lnTo>
                    <a:pt x="249" y="38"/>
                  </a:lnTo>
                  <a:lnTo>
                    <a:pt x="252" y="38"/>
                  </a:lnTo>
                  <a:lnTo>
                    <a:pt x="253" y="40"/>
                  </a:lnTo>
                  <a:lnTo>
                    <a:pt x="254" y="40"/>
                  </a:lnTo>
                  <a:lnTo>
                    <a:pt x="257" y="37"/>
                  </a:lnTo>
                  <a:lnTo>
                    <a:pt x="261" y="34"/>
                  </a:lnTo>
                  <a:lnTo>
                    <a:pt x="263" y="34"/>
                  </a:lnTo>
                  <a:lnTo>
                    <a:pt x="266" y="32"/>
                  </a:lnTo>
                  <a:lnTo>
                    <a:pt x="267" y="32"/>
                  </a:lnTo>
                  <a:lnTo>
                    <a:pt x="273" y="32"/>
                  </a:lnTo>
                  <a:lnTo>
                    <a:pt x="275" y="29"/>
                  </a:lnTo>
                  <a:lnTo>
                    <a:pt x="277" y="28"/>
                  </a:lnTo>
                  <a:lnTo>
                    <a:pt x="277" y="26"/>
                  </a:lnTo>
                  <a:lnTo>
                    <a:pt x="278" y="24"/>
                  </a:lnTo>
                  <a:lnTo>
                    <a:pt x="281" y="22"/>
                  </a:lnTo>
                  <a:lnTo>
                    <a:pt x="282" y="21"/>
                  </a:lnTo>
                  <a:lnTo>
                    <a:pt x="283" y="18"/>
                  </a:lnTo>
                  <a:lnTo>
                    <a:pt x="284" y="17"/>
                  </a:lnTo>
                  <a:lnTo>
                    <a:pt x="287" y="17"/>
                  </a:lnTo>
                  <a:lnTo>
                    <a:pt x="287" y="17"/>
                  </a:lnTo>
                  <a:lnTo>
                    <a:pt x="291" y="16"/>
                  </a:lnTo>
                  <a:lnTo>
                    <a:pt x="294" y="17"/>
                  </a:lnTo>
                  <a:lnTo>
                    <a:pt x="296" y="18"/>
                  </a:lnTo>
                  <a:lnTo>
                    <a:pt x="298" y="20"/>
                  </a:lnTo>
                  <a:lnTo>
                    <a:pt x="299" y="21"/>
                  </a:lnTo>
                  <a:lnTo>
                    <a:pt x="302" y="20"/>
                  </a:lnTo>
                  <a:lnTo>
                    <a:pt x="303" y="21"/>
                  </a:lnTo>
                  <a:lnTo>
                    <a:pt x="304" y="21"/>
                  </a:lnTo>
                  <a:lnTo>
                    <a:pt x="307" y="20"/>
                  </a:lnTo>
                  <a:lnTo>
                    <a:pt x="307" y="18"/>
                  </a:lnTo>
                  <a:lnTo>
                    <a:pt x="311" y="17"/>
                  </a:lnTo>
                  <a:lnTo>
                    <a:pt x="316" y="18"/>
                  </a:lnTo>
                  <a:lnTo>
                    <a:pt x="317" y="20"/>
                  </a:lnTo>
                  <a:lnTo>
                    <a:pt x="315" y="38"/>
                  </a:lnTo>
                  <a:lnTo>
                    <a:pt x="315" y="42"/>
                  </a:lnTo>
                  <a:lnTo>
                    <a:pt x="313" y="46"/>
                  </a:lnTo>
                  <a:lnTo>
                    <a:pt x="315" y="49"/>
                  </a:lnTo>
                  <a:lnTo>
                    <a:pt x="312" y="53"/>
                  </a:lnTo>
                  <a:lnTo>
                    <a:pt x="315" y="57"/>
                  </a:lnTo>
                  <a:lnTo>
                    <a:pt x="320" y="59"/>
                  </a:lnTo>
                  <a:lnTo>
                    <a:pt x="324" y="57"/>
                  </a:lnTo>
                  <a:lnTo>
                    <a:pt x="329" y="57"/>
                  </a:lnTo>
                  <a:lnTo>
                    <a:pt x="334" y="58"/>
                  </a:lnTo>
                  <a:lnTo>
                    <a:pt x="336" y="61"/>
                  </a:lnTo>
                  <a:lnTo>
                    <a:pt x="340" y="55"/>
                  </a:lnTo>
                  <a:lnTo>
                    <a:pt x="338" y="53"/>
                  </a:lnTo>
                  <a:lnTo>
                    <a:pt x="338" y="51"/>
                  </a:lnTo>
                  <a:lnTo>
                    <a:pt x="342" y="50"/>
                  </a:lnTo>
                  <a:lnTo>
                    <a:pt x="344" y="49"/>
                  </a:lnTo>
                  <a:lnTo>
                    <a:pt x="349" y="50"/>
                  </a:lnTo>
                  <a:lnTo>
                    <a:pt x="352" y="54"/>
                  </a:lnTo>
                  <a:lnTo>
                    <a:pt x="356" y="58"/>
                  </a:lnTo>
                  <a:lnTo>
                    <a:pt x="360" y="62"/>
                  </a:lnTo>
                  <a:lnTo>
                    <a:pt x="363" y="66"/>
                  </a:lnTo>
                  <a:lnTo>
                    <a:pt x="363" y="67"/>
                  </a:lnTo>
                  <a:lnTo>
                    <a:pt x="365" y="68"/>
                  </a:lnTo>
                  <a:lnTo>
                    <a:pt x="365" y="71"/>
                  </a:lnTo>
                  <a:lnTo>
                    <a:pt x="363" y="72"/>
                  </a:lnTo>
                  <a:lnTo>
                    <a:pt x="363" y="74"/>
                  </a:lnTo>
                  <a:lnTo>
                    <a:pt x="363" y="75"/>
                  </a:lnTo>
                  <a:lnTo>
                    <a:pt x="361" y="75"/>
                  </a:lnTo>
                  <a:lnTo>
                    <a:pt x="360" y="74"/>
                  </a:lnTo>
                  <a:lnTo>
                    <a:pt x="357" y="74"/>
                  </a:lnTo>
                  <a:lnTo>
                    <a:pt x="356" y="75"/>
                  </a:lnTo>
                  <a:lnTo>
                    <a:pt x="353" y="74"/>
                  </a:lnTo>
                  <a:lnTo>
                    <a:pt x="350" y="74"/>
                  </a:lnTo>
                  <a:lnTo>
                    <a:pt x="349" y="78"/>
                  </a:lnTo>
                  <a:lnTo>
                    <a:pt x="345" y="80"/>
                  </a:lnTo>
                  <a:lnTo>
                    <a:pt x="344" y="80"/>
                  </a:lnTo>
                  <a:lnTo>
                    <a:pt x="341" y="79"/>
                  </a:lnTo>
                  <a:lnTo>
                    <a:pt x="341" y="80"/>
                  </a:lnTo>
                  <a:lnTo>
                    <a:pt x="340" y="82"/>
                  </a:lnTo>
                  <a:lnTo>
                    <a:pt x="340" y="83"/>
                  </a:lnTo>
                  <a:lnTo>
                    <a:pt x="338" y="83"/>
                  </a:lnTo>
                  <a:lnTo>
                    <a:pt x="337" y="83"/>
                  </a:lnTo>
                  <a:lnTo>
                    <a:pt x="336" y="84"/>
                  </a:lnTo>
                  <a:lnTo>
                    <a:pt x="333" y="88"/>
                  </a:lnTo>
                  <a:lnTo>
                    <a:pt x="333" y="91"/>
                  </a:lnTo>
                  <a:lnTo>
                    <a:pt x="333" y="93"/>
                  </a:lnTo>
                  <a:lnTo>
                    <a:pt x="332" y="95"/>
                  </a:lnTo>
                  <a:lnTo>
                    <a:pt x="329" y="96"/>
                  </a:lnTo>
                  <a:lnTo>
                    <a:pt x="324" y="100"/>
                  </a:lnTo>
                  <a:lnTo>
                    <a:pt x="321" y="100"/>
                  </a:lnTo>
                  <a:lnTo>
                    <a:pt x="319" y="99"/>
                  </a:lnTo>
                  <a:lnTo>
                    <a:pt x="317" y="100"/>
                  </a:lnTo>
                  <a:lnTo>
                    <a:pt x="315" y="105"/>
                  </a:lnTo>
                  <a:lnTo>
                    <a:pt x="312" y="107"/>
                  </a:lnTo>
                  <a:lnTo>
                    <a:pt x="309" y="108"/>
                  </a:lnTo>
                  <a:lnTo>
                    <a:pt x="308" y="111"/>
                  </a:lnTo>
                  <a:lnTo>
                    <a:pt x="308" y="112"/>
                  </a:lnTo>
                  <a:lnTo>
                    <a:pt x="307" y="112"/>
                  </a:lnTo>
                  <a:lnTo>
                    <a:pt x="304" y="111"/>
                  </a:lnTo>
                  <a:lnTo>
                    <a:pt x="302" y="111"/>
                  </a:lnTo>
                  <a:lnTo>
                    <a:pt x="298" y="109"/>
                  </a:lnTo>
                  <a:lnTo>
                    <a:pt x="295" y="107"/>
                  </a:lnTo>
                  <a:lnTo>
                    <a:pt x="292" y="107"/>
                  </a:lnTo>
                  <a:lnTo>
                    <a:pt x="287" y="108"/>
                  </a:lnTo>
                  <a:lnTo>
                    <a:pt x="284" y="109"/>
                  </a:lnTo>
                  <a:lnTo>
                    <a:pt x="283" y="112"/>
                  </a:lnTo>
                  <a:lnTo>
                    <a:pt x="283" y="117"/>
                  </a:lnTo>
                  <a:lnTo>
                    <a:pt x="283" y="120"/>
                  </a:lnTo>
                  <a:lnTo>
                    <a:pt x="283" y="121"/>
                  </a:lnTo>
                  <a:lnTo>
                    <a:pt x="288" y="125"/>
                  </a:lnTo>
                  <a:lnTo>
                    <a:pt x="292" y="128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90" y="134"/>
                  </a:lnTo>
                  <a:lnTo>
                    <a:pt x="284" y="140"/>
                  </a:lnTo>
                  <a:lnTo>
                    <a:pt x="282" y="145"/>
                  </a:lnTo>
                  <a:lnTo>
                    <a:pt x="281" y="149"/>
                  </a:lnTo>
                  <a:lnTo>
                    <a:pt x="278" y="149"/>
                  </a:lnTo>
                  <a:lnTo>
                    <a:pt x="274" y="150"/>
                  </a:lnTo>
                  <a:lnTo>
                    <a:pt x="271" y="150"/>
                  </a:lnTo>
                  <a:lnTo>
                    <a:pt x="269" y="153"/>
                  </a:lnTo>
                  <a:lnTo>
                    <a:pt x="265" y="155"/>
                  </a:lnTo>
                  <a:lnTo>
                    <a:pt x="262" y="155"/>
                  </a:lnTo>
                  <a:lnTo>
                    <a:pt x="257" y="155"/>
                  </a:lnTo>
                  <a:lnTo>
                    <a:pt x="254" y="157"/>
                  </a:lnTo>
                  <a:lnTo>
                    <a:pt x="250" y="158"/>
                  </a:lnTo>
                  <a:lnTo>
                    <a:pt x="241" y="161"/>
                  </a:lnTo>
                  <a:lnTo>
                    <a:pt x="234" y="163"/>
                  </a:lnTo>
                  <a:lnTo>
                    <a:pt x="232" y="167"/>
                  </a:lnTo>
                  <a:lnTo>
                    <a:pt x="227" y="171"/>
                  </a:lnTo>
                  <a:lnTo>
                    <a:pt x="224" y="172"/>
                  </a:lnTo>
                  <a:lnTo>
                    <a:pt x="221" y="172"/>
                  </a:lnTo>
                  <a:lnTo>
                    <a:pt x="217" y="171"/>
                  </a:lnTo>
                  <a:lnTo>
                    <a:pt x="217" y="170"/>
                  </a:lnTo>
                  <a:lnTo>
                    <a:pt x="217" y="168"/>
                  </a:lnTo>
                  <a:lnTo>
                    <a:pt x="212" y="170"/>
                  </a:lnTo>
                  <a:lnTo>
                    <a:pt x="208" y="171"/>
                  </a:lnTo>
                  <a:lnTo>
                    <a:pt x="204" y="168"/>
                  </a:lnTo>
                  <a:lnTo>
                    <a:pt x="200" y="168"/>
                  </a:lnTo>
                  <a:lnTo>
                    <a:pt x="194" y="166"/>
                  </a:lnTo>
                  <a:lnTo>
                    <a:pt x="186" y="162"/>
                  </a:lnTo>
                  <a:lnTo>
                    <a:pt x="182" y="158"/>
                  </a:lnTo>
                  <a:lnTo>
                    <a:pt x="179" y="158"/>
                  </a:lnTo>
                  <a:lnTo>
                    <a:pt x="170" y="157"/>
                  </a:lnTo>
                  <a:lnTo>
                    <a:pt x="163" y="157"/>
                  </a:lnTo>
                  <a:lnTo>
                    <a:pt x="161" y="157"/>
                  </a:lnTo>
                  <a:lnTo>
                    <a:pt x="159" y="158"/>
                  </a:lnTo>
                  <a:lnTo>
                    <a:pt x="159" y="159"/>
                  </a:lnTo>
                  <a:lnTo>
                    <a:pt x="155" y="161"/>
                  </a:lnTo>
                  <a:lnTo>
                    <a:pt x="149" y="161"/>
                  </a:lnTo>
                  <a:lnTo>
                    <a:pt x="140" y="161"/>
                  </a:lnTo>
                  <a:lnTo>
                    <a:pt x="133" y="161"/>
                  </a:lnTo>
                  <a:lnTo>
                    <a:pt x="126" y="161"/>
                  </a:lnTo>
                  <a:lnTo>
                    <a:pt x="122" y="161"/>
                  </a:lnTo>
                  <a:lnTo>
                    <a:pt x="120" y="161"/>
                  </a:lnTo>
                  <a:lnTo>
                    <a:pt x="119" y="161"/>
                  </a:lnTo>
                  <a:lnTo>
                    <a:pt x="115" y="155"/>
                  </a:lnTo>
                  <a:lnTo>
                    <a:pt x="115" y="153"/>
                  </a:lnTo>
                  <a:lnTo>
                    <a:pt x="112" y="149"/>
                  </a:lnTo>
                  <a:lnTo>
                    <a:pt x="109" y="146"/>
                  </a:lnTo>
                  <a:lnTo>
                    <a:pt x="108" y="143"/>
                  </a:lnTo>
                  <a:lnTo>
                    <a:pt x="108" y="141"/>
                  </a:lnTo>
                  <a:lnTo>
                    <a:pt x="107" y="140"/>
                  </a:lnTo>
                  <a:lnTo>
                    <a:pt x="104" y="140"/>
                  </a:lnTo>
                  <a:lnTo>
                    <a:pt x="104" y="138"/>
                  </a:lnTo>
                  <a:lnTo>
                    <a:pt x="103" y="137"/>
                  </a:lnTo>
                  <a:lnTo>
                    <a:pt x="103" y="136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97" y="136"/>
                  </a:lnTo>
                  <a:lnTo>
                    <a:pt x="95" y="134"/>
                  </a:lnTo>
                  <a:lnTo>
                    <a:pt x="91" y="130"/>
                  </a:lnTo>
                  <a:lnTo>
                    <a:pt x="88" y="130"/>
                  </a:lnTo>
                  <a:lnTo>
                    <a:pt x="88" y="130"/>
                  </a:lnTo>
                  <a:lnTo>
                    <a:pt x="86" y="130"/>
                  </a:lnTo>
                  <a:lnTo>
                    <a:pt x="84" y="129"/>
                  </a:lnTo>
                  <a:lnTo>
                    <a:pt x="80" y="126"/>
                  </a:lnTo>
                  <a:lnTo>
                    <a:pt x="72" y="124"/>
                  </a:lnTo>
                  <a:lnTo>
                    <a:pt x="72" y="125"/>
                  </a:lnTo>
                  <a:lnTo>
                    <a:pt x="71" y="125"/>
                  </a:lnTo>
                  <a:lnTo>
                    <a:pt x="69" y="125"/>
                  </a:lnTo>
                  <a:lnTo>
                    <a:pt x="63" y="126"/>
                  </a:lnTo>
                  <a:lnTo>
                    <a:pt x="51" y="124"/>
                  </a:lnTo>
                  <a:lnTo>
                    <a:pt x="49" y="122"/>
                  </a:lnTo>
                  <a:lnTo>
                    <a:pt x="46" y="117"/>
                  </a:lnTo>
                  <a:lnTo>
                    <a:pt x="46" y="116"/>
                  </a:lnTo>
                  <a:lnTo>
                    <a:pt x="46" y="115"/>
                  </a:lnTo>
                  <a:lnTo>
                    <a:pt x="46" y="113"/>
                  </a:lnTo>
                  <a:lnTo>
                    <a:pt x="47" y="112"/>
                  </a:lnTo>
                  <a:lnTo>
                    <a:pt x="49" y="109"/>
                  </a:lnTo>
                  <a:lnTo>
                    <a:pt x="47" y="108"/>
                  </a:lnTo>
                  <a:lnTo>
                    <a:pt x="46" y="105"/>
                  </a:lnTo>
                  <a:lnTo>
                    <a:pt x="47" y="104"/>
                  </a:lnTo>
                  <a:lnTo>
                    <a:pt x="47" y="101"/>
                  </a:lnTo>
                  <a:lnTo>
                    <a:pt x="46" y="100"/>
                  </a:lnTo>
                  <a:lnTo>
                    <a:pt x="45" y="97"/>
                  </a:lnTo>
                  <a:lnTo>
                    <a:pt x="43" y="96"/>
                  </a:lnTo>
                  <a:lnTo>
                    <a:pt x="41" y="95"/>
                  </a:lnTo>
                  <a:lnTo>
                    <a:pt x="41" y="92"/>
                  </a:lnTo>
                  <a:lnTo>
                    <a:pt x="40" y="91"/>
                  </a:lnTo>
                  <a:lnTo>
                    <a:pt x="38" y="88"/>
                  </a:lnTo>
                  <a:lnTo>
                    <a:pt x="38" y="87"/>
                  </a:lnTo>
                  <a:lnTo>
                    <a:pt x="37" y="86"/>
                  </a:lnTo>
                  <a:lnTo>
                    <a:pt x="34" y="83"/>
                  </a:lnTo>
                  <a:lnTo>
                    <a:pt x="33" y="83"/>
                  </a:lnTo>
                  <a:lnTo>
                    <a:pt x="32" y="82"/>
                  </a:lnTo>
                  <a:lnTo>
                    <a:pt x="30" y="80"/>
                  </a:lnTo>
                  <a:lnTo>
                    <a:pt x="29" y="80"/>
                  </a:lnTo>
                  <a:lnTo>
                    <a:pt x="28" y="82"/>
                  </a:lnTo>
                  <a:lnTo>
                    <a:pt x="26" y="83"/>
                  </a:lnTo>
                  <a:lnTo>
                    <a:pt x="25" y="82"/>
                  </a:lnTo>
                  <a:lnTo>
                    <a:pt x="22" y="80"/>
                  </a:lnTo>
                  <a:lnTo>
                    <a:pt x="22" y="79"/>
                  </a:lnTo>
                  <a:lnTo>
                    <a:pt x="20" y="79"/>
                  </a:lnTo>
                  <a:lnTo>
                    <a:pt x="17" y="80"/>
                  </a:lnTo>
                  <a:lnTo>
                    <a:pt x="17" y="82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6"/>
                  </a:lnTo>
                  <a:lnTo>
                    <a:pt x="8" y="75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0" y="62"/>
                  </a:lnTo>
                  <a:lnTo>
                    <a:pt x="1" y="58"/>
                  </a:lnTo>
                  <a:lnTo>
                    <a:pt x="4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12" y="53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7" y="47"/>
                  </a:lnTo>
                  <a:lnTo>
                    <a:pt x="20" y="46"/>
                  </a:lnTo>
                  <a:lnTo>
                    <a:pt x="20" y="43"/>
                  </a:lnTo>
                  <a:lnTo>
                    <a:pt x="21" y="42"/>
                  </a:lnTo>
                  <a:lnTo>
                    <a:pt x="24" y="41"/>
                  </a:lnTo>
                  <a:lnTo>
                    <a:pt x="25" y="40"/>
                  </a:lnTo>
                  <a:lnTo>
                    <a:pt x="26" y="38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9" y="36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8" y="30"/>
                  </a:lnTo>
                  <a:lnTo>
                    <a:pt x="41" y="30"/>
                  </a:lnTo>
                  <a:lnTo>
                    <a:pt x="42" y="30"/>
                  </a:lnTo>
                  <a:lnTo>
                    <a:pt x="45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9" y="30"/>
                  </a:lnTo>
                  <a:lnTo>
                    <a:pt x="50" y="32"/>
                  </a:lnTo>
                  <a:lnTo>
                    <a:pt x="51" y="34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7" y="33"/>
                  </a:lnTo>
                  <a:lnTo>
                    <a:pt x="58" y="32"/>
                  </a:lnTo>
                  <a:lnTo>
                    <a:pt x="62" y="32"/>
                  </a:lnTo>
                  <a:lnTo>
                    <a:pt x="63" y="34"/>
                  </a:lnTo>
                  <a:lnTo>
                    <a:pt x="63" y="36"/>
                  </a:lnTo>
                  <a:lnTo>
                    <a:pt x="65" y="37"/>
                  </a:lnTo>
                  <a:lnTo>
                    <a:pt x="70" y="41"/>
                  </a:lnTo>
                  <a:lnTo>
                    <a:pt x="72" y="42"/>
                  </a:lnTo>
                  <a:lnTo>
                    <a:pt x="76" y="45"/>
                  </a:lnTo>
                  <a:lnTo>
                    <a:pt x="78" y="43"/>
                  </a:lnTo>
                  <a:lnTo>
                    <a:pt x="80" y="42"/>
                  </a:lnTo>
                  <a:lnTo>
                    <a:pt x="83" y="41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90" y="42"/>
                  </a:lnTo>
                  <a:lnTo>
                    <a:pt x="91" y="42"/>
                  </a:lnTo>
                  <a:lnTo>
                    <a:pt x="96" y="42"/>
                  </a:lnTo>
                  <a:lnTo>
                    <a:pt x="97" y="4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103" y="42"/>
                  </a:lnTo>
                  <a:lnTo>
                    <a:pt x="107" y="42"/>
                  </a:lnTo>
                  <a:lnTo>
                    <a:pt x="109" y="38"/>
                  </a:lnTo>
                  <a:lnTo>
                    <a:pt x="108" y="37"/>
                  </a:lnTo>
                  <a:lnTo>
                    <a:pt x="105" y="36"/>
                  </a:lnTo>
                  <a:lnTo>
                    <a:pt x="105" y="32"/>
                  </a:lnTo>
                  <a:lnTo>
                    <a:pt x="107" y="28"/>
                  </a:lnTo>
                  <a:lnTo>
                    <a:pt x="105" y="26"/>
                  </a:lnTo>
                  <a:lnTo>
                    <a:pt x="104" y="25"/>
                  </a:lnTo>
                  <a:lnTo>
                    <a:pt x="103" y="24"/>
                  </a:lnTo>
                  <a:lnTo>
                    <a:pt x="99" y="22"/>
                  </a:lnTo>
                  <a:lnTo>
                    <a:pt x="97" y="20"/>
                  </a:lnTo>
                  <a:lnTo>
                    <a:pt x="99" y="15"/>
                  </a:lnTo>
                  <a:lnTo>
                    <a:pt x="100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4" y="7"/>
                  </a:lnTo>
                  <a:lnTo>
                    <a:pt x="105" y="8"/>
                  </a:lnTo>
                  <a:lnTo>
                    <a:pt x="105" y="5"/>
                  </a:lnTo>
                  <a:lnTo>
                    <a:pt x="105" y="4"/>
                  </a:lnTo>
                  <a:lnTo>
                    <a:pt x="105" y="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6" name="Freeform 348">
              <a:extLst>
                <a:ext uri="{FF2B5EF4-FFF2-40B4-BE49-F238E27FC236}">
                  <a16:creationId xmlns:a16="http://schemas.microsoft.com/office/drawing/2014/main" id="{4F9D640D-F029-4583-902A-AAA782973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-2440077" y="973973"/>
              <a:ext cx="4089320" cy="2148932"/>
            </a:xfrm>
            <a:custGeom>
              <a:avLst/>
              <a:gdLst>
                <a:gd name="T0" fmla="*/ 245 w 451"/>
                <a:gd name="T1" fmla="*/ 7 h 237"/>
                <a:gd name="T2" fmla="*/ 249 w 451"/>
                <a:gd name="T3" fmla="*/ 22 h 237"/>
                <a:gd name="T4" fmla="*/ 260 w 451"/>
                <a:gd name="T5" fmla="*/ 19 h 237"/>
                <a:gd name="T6" fmla="*/ 268 w 451"/>
                <a:gd name="T7" fmla="*/ 22 h 237"/>
                <a:gd name="T8" fmla="*/ 278 w 451"/>
                <a:gd name="T9" fmla="*/ 32 h 237"/>
                <a:gd name="T10" fmla="*/ 297 w 451"/>
                <a:gd name="T11" fmla="*/ 27 h 237"/>
                <a:gd name="T12" fmla="*/ 314 w 451"/>
                <a:gd name="T13" fmla="*/ 12 h 237"/>
                <a:gd name="T14" fmla="*/ 368 w 451"/>
                <a:gd name="T15" fmla="*/ 70 h 237"/>
                <a:gd name="T16" fmla="*/ 377 w 451"/>
                <a:gd name="T17" fmla="*/ 73 h 237"/>
                <a:gd name="T18" fmla="*/ 392 w 451"/>
                <a:gd name="T19" fmla="*/ 69 h 237"/>
                <a:gd name="T20" fmla="*/ 414 w 451"/>
                <a:gd name="T21" fmla="*/ 78 h 237"/>
                <a:gd name="T22" fmla="*/ 422 w 451"/>
                <a:gd name="T23" fmla="*/ 87 h 237"/>
                <a:gd name="T24" fmla="*/ 442 w 451"/>
                <a:gd name="T25" fmla="*/ 83 h 237"/>
                <a:gd name="T26" fmla="*/ 447 w 451"/>
                <a:gd name="T27" fmla="*/ 97 h 237"/>
                <a:gd name="T28" fmla="*/ 439 w 451"/>
                <a:gd name="T29" fmla="*/ 122 h 237"/>
                <a:gd name="T30" fmla="*/ 428 w 451"/>
                <a:gd name="T31" fmla="*/ 131 h 237"/>
                <a:gd name="T32" fmla="*/ 409 w 451"/>
                <a:gd name="T33" fmla="*/ 148 h 237"/>
                <a:gd name="T34" fmla="*/ 406 w 451"/>
                <a:gd name="T35" fmla="*/ 162 h 237"/>
                <a:gd name="T36" fmla="*/ 384 w 451"/>
                <a:gd name="T37" fmla="*/ 168 h 237"/>
                <a:gd name="T38" fmla="*/ 393 w 451"/>
                <a:gd name="T39" fmla="*/ 181 h 237"/>
                <a:gd name="T40" fmla="*/ 398 w 451"/>
                <a:gd name="T41" fmla="*/ 202 h 237"/>
                <a:gd name="T42" fmla="*/ 369 w 451"/>
                <a:gd name="T43" fmla="*/ 199 h 237"/>
                <a:gd name="T44" fmla="*/ 332 w 451"/>
                <a:gd name="T45" fmla="*/ 200 h 237"/>
                <a:gd name="T46" fmla="*/ 319 w 451"/>
                <a:gd name="T47" fmla="*/ 208 h 237"/>
                <a:gd name="T48" fmla="*/ 289 w 451"/>
                <a:gd name="T49" fmla="*/ 214 h 237"/>
                <a:gd name="T50" fmla="*/ 268 w 451"/>
                <a:gd name="T51" fmla="*/ 236 h 237"/>
                <a:gd name="T52" fmla="*/ 230 w 451"/>
                <a:gd name="T53" fmla="*/ 206 h 237"/>
                <a:gd name="T54" fmla="*/ 126 w 451"/>
                <a:gd name="T55" fmla="*/ 236 h 237"/>
                <a:gd name="T56" fmla="*/ 81 w 451"/>
                <a:gd name="T57" fmla="*/ 225 h 237"/>
                <a:gd name="T58" fmla="*/ 74 w 451"/>
                <a:gd name="T59" fmla="*/ 216 h 237"/>
                <a:gd name="T60" fmla="*/ 65 w 451"/>
                <a:gd name="T61" fmla="*/ 208 h 237"/>
                <a:gd name="T62" fmla="*/ 53 w 451"/>
                <a:gd name="T63" fmla="*/ 194 h 237"/>
                <a:gd name="T64" fmla="*/ 62 w 451"/>
                <a:gd name="T65" fmla="*/ 190 h 237"/>
                <a:gd name="T66" fmla="*/ 60 w 451"/>
                <a:gd name="T67" fmla="*/ 182 h 237"/>
                <a:gd name="T68" fmla="*/ 73 w 451"/>
                <a:gd name="T69" fmla="*/ 175 h 237"/>
                <a:gd name="T70" fmla="*/ 79 w 451"/>
                <a:gd name="T71" fmla="*/ 174 h 237"/>
                <a:gd name="T72" fmla="*/ 79 w 451"/>
                <a:gd name="T73" fmla="*/ 160 h 237"/>
                <a:gd name="T74" fmla="*/ 70 w 451"/>
                <a:gd name="T75" fmla="*/ 152 h 237"/>
                <a:gd name="T76" fmla="*/ 62 w 451"/>
                <a:gd name="T77" fmla="*/ 154 h 237"/>
                <a:gd name="T78" fmla="*/ 52 w 451"/>
                <a:gd name="T79" fmla="*/ 154 h 237"/>
                <a:gd name="T80" fmla="*/ 41 w 451"/>
                <a:gd name="T81" fmla="*/ 160 h 237"/>
                <a:gd name="T82" fmla="*/ 29 w 451"/>
                <a:gd name="T83" fmla="*/ 158 h 237"/>
                <a:gd name="T84" fmla="*/ 7 w 451"/>
                <a:gd name="T85" fmla="*/ 135 h 237"/>
                <a:gd name="T86" fmla="*/ 7 w 451"/>
                <a:gd name="T87" fmla="*/ 103 h 237"/>
                <a:gd name="T88" fmla="*/ 24 w 451"/>
                <a:gd name="T89" fmla="*/ 97 h 237"/>
                <a:gd name="T90" fmla="*/ 39 w 451"/>
                <a:gd name="T91" fmla="*/ 82 h 237"/>
                <a:gd name="T92" fmla="*/ 47 w 451"/>
                <a:gd name="T93" fmla="*/ 83 h 237"/>
                <a:gd name="T94" fmla="*/ 58 w 451"/>
                <a:gd name="T95" fmla="*/ 81 h 237"/>
                <a:gd name="T96" fmla="*/ 79 w 451"/>
                <a:gd name="T97" fmla="*/ 91 h 237"/>
                <a:gd name="T98" fmla="*/ 94 w 451"/>
                <a:gd name="T99" fmla="*/ 91 h 237"/>
                <a:gd name="T100" fmla="*/ 107 w 451"/>
                <a:gd name="T101" fmla="*/ 85 h 237"/>
                <a:gd name="T102" fmla="*/ 126 w 451"/>
                <a:gd name="T103" fmla="*/ 85 h 237"/>
                <a:gd name="T104" fmla="*/ 140 w 451"/>
                <a:gd name="T105" fmla="*/ 94 h 237"/>
                <a:gd name="T106" fmla="*/ 157 w 451"/>
                <a:gd name="T107" fmla="*/ 78 h 237"/>
                <a:gd name="T108" fmla="*/ 141 w 451"/>
                <a:gd name="T109" fmla="*/ 69 h 237"/>
                <a:gd name="T110" fmla="*/ 149 w 451"/>
                <a:gd name="T111" fmla="*/ 50 h 237"/>
                <a:gd name="T112" fmla="*/ 147 w 451"/>
                <a:gd name="T113" fmla="*/ 45 h 237"/>
                <a:gd name="T114" fmla="*/ 141 w 451"/>
                <a:gd name="T115" fmla="*/ 36 h 237"/>
                <a:gd name="T116" fmla="*/ 154 w 451"/>
                <a:gd name="T117" fmla="*/ 33 h 237"/>
                <a:gd name="T118" fmla="*/ 174 w 451"/>
                <a:gd name="T119" fmla="*/ 28 h 237"/>
                <a:gd name="T120" fmla="*/ 189 w 451"/>
                <a:gd name="T121" fmla="*/ 20 h 237"/>
                <a:gd name="T122" fmla="*/ 207 w 451"/>
                <a:gd name="T123" fmla="*/ 12 h 237"/>
                <a:gd name="T124" fmla="*/ 220 w 451"/>
                <a:gd name="T125" fmla="*/ 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1" h="237">
                  <a:moveTo>
                    <a:pt x="227" y="0"/>
                  </a:moveTo>
                  <a:lnTo>
                    <a:pt x="230" y="2"/>
                  </a:lnTo>
                  <a:lnTo>
                    <a:pt x="234" y="2"/>
                  </a:lnTo>
                  <a:lnTo>
                    <a:pt x="236" y="4"/>
                  </a:lnTo>
                  <a:lnTo>
                    <a:pt x="239" y="4"/>
                  </a:lnTo>
                  <a:lnTo>
                    <a:pt x="241" y="3"/>
                  </a:lnTo>
                  <a:lnTo>
                    <a:pt x="244" y="3"/>
                  </a:lnTo>
                  <a:lnTo>
                    <a:pt x="244" y="6"/>
                  </a:lnTo>
                  <a:lnTo>
                    <a:pt x="245" y="7"/>
                  </a:lnTo>
                  <a:lnTo>
                    <a:pt x="247" y="8"/>
                  </a:lnTo>
                  <a:lnTo>
                    <a:pt x="248" y="11"/>
                  </a:lnTo>
                  <a:lnTo>
                    <a:pt x="249" y="12"/>
                  </a:lnTo>
                  <a:lnTo>
                    <a:pt x="249" y="14"/>
                  </a:lnTo>
                  <a:lnTo>
                    <a:pt x="249" y="15"/>
                  </a:lnTo>
                  <a:lnTo>
                    <a:pt x="249" y="18"/>
                  </a:lnTo>
                  <a:lnTo>
                    <a:pt x="249" y="19"/>
                  </a:lnTo>
                  <a:lnTo>
                    <a:pt x="248" y="19"/>
                  </a:lnTo>
                  <a:lnTo>
                    <a:pt x="249" y="22"/>
                  </a:lnTo>
                  <a:lnTo>
                    <a:pt x="251" y="22"/>
                  </a:lnTo>
                  <a:lnTo>
                    <a:pt x="253" y="20"/>
                  </a:lnTo>
                  <a:lnTo>
                    <a:pt x="255" y="22"/>
                  </a:lnTo>
                  <a:lnTo>
                    <a:pt x="256" y="22"/>
                  </a:lnTo>
                  <a:lnTo>
                    <a:pt x="256" y="19"/>
                  </a:lnTo>
                  <a:lnTo>
                    <a:pt x="259" y="19"/>
                  </a:lnTo>
                  <a:lnTo>
                    <a:pt x="259" y="22"/>
                  </a:lnTo>
                  <a:lnTo>
                    <a:pt x="260" y="22"/>
                  </a:lnTo>
                  <a:lnTo>
                    <a:pt x="260" y="19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4" y="19"/>
                  </a:lnTo>
                  <a:lnTo>
                    <a:pt x="265" y="23"/>
                  </a:lnTo>
                  <a:lnTo>
                    <a:pt x="266" y="25"/>
                  </a:lnTo>
                  <a:lnTo>
                    <a:pt x="268" y="25"/>
                  </a:lnTo>
                  <a:lnTo>
                    <a:pt x="269" y="24"/>
                  </a:lnTo>
                  <a:lnTo>
                    <a:pt x="268" y="23"/>
                  </a:lnTo>
                  <a:lnTo>
                    <a:pt x="268" y="22"/>
                  </a:lnTo>
                  <a:lnTo>
                    <a:pt x="270" y="22"/>
                  </a:lnTo>
                  <a:lnTo>
                    <a:pt x="274" y="24"/>
                  </a:lnTo>
                  <a:lnTo>
                    <a:pt x="276" y="24"/>
                  </a:lnTo>
                  <a:lnTo>
                    <a:pt x="278" y="23"/>
                  </a:lnTo>
                  <a:lnTo>
                    <a:pt x="280" y="23"/>
                  </a:lnTo>
                  <a:lnTo>
                    <a:pt x="278" y="25"/>
                  </a:lnTo>
                  <a:lnTo>
                    <a:pt x="277" y="27"/>
                  </a:lnTo>
                  <a:lnTo>
                    <a:pt x="277" y="29"/>
                  </a:lnTo>
                  <a:lnTo>
                    <a:pt x="278" y="32"/>
                  </a:lnTo>
                  <a:lnTo>
                    <a:pt x="280" y="32"/>
                  </a:lnTo>
                  <a:lnTo>
                    <a:pt x="281" y="29"/>
                  </a:lnTo>
                  <a:lnTo>
                    <a:pt x="284" y="29"/>
                  </a:lnTo>
                  <a:lnTo>
                    <a:pt x="289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28"/>
                  </a:lnTo>
                  <a:lnTo>
                    <a:pt x="293" y="27"/>
                  </a:lnTo>
                  <a:lnTo>
                    <a:pt x="297" y="27"/>
                  </a:lnTo>
                  <a:lnTo>
                    <a:pt x="299" y="24"/>
                  </a:lnTo>
                  <a:lnTo>
                    <a:pt x="299" y="23"/>
                  </a:lnTo>
                  <a:lnTo>
                    <a:pt x="302" y="22"/>
                  </a:lnTo>
                  <a:lnTo>
                    <a:pt x="302" y="19"/>
                  </a:lnTo>
                  <a:lnTo>
                    <a:pt x="305" y="16"/>
                  </a:lnTo>
                  <a:lnTo>
                    <a:pt x="306" y="16"/>
                  </a:lnTo>
                  <a:lnTo>
                    <a:pt x="309" y="14"/>
                  </a:lnTo>
                  <a:lnTo>
                    <a:pt x="311" y="14"/>
                  </a:lnTo>
                  <a:lnTo>
                    <a:pt x="314" y="12"/>
                  </a:lnTo>
                  <a:lnTo>
                    <a:pt x="315" y="14"/>
                  </a:lnTo>
                  <a:lnTo>
                    <a:pt x="315" y="15"/>
                  </a:lnTo>
                  <a:lnTo>
                    <a:pt x="313" y="18"/>
                  </a:lnTo>
                  <a:lnTo>
                    <a:pt x="311" y="18"/>
                  </a:lnTo>
                  <a:lnTo>
                    <a:pt x="313" y="20"/>
                  </a:lnTo>
                  <a:lnTo>
                    <a:pt x="334" y="36"/>
                  </a:lnTo>
                  <a:lnTo>
                    <a:pt x="363" y="73"/>
                  </a:lnTo>
                  <a:lnTo>
                    <a:pt x="365" y="72"/>
                  </a:lnTo>
                  <a:lnTo>
                    <a:pt x="368" y="70"/>
                  </a:lnTo>
                  <a:lnTo>
                    <a:pt x="368" y="69"/>
                  </a:lnTo>
                  <a:lnTo>
                    <a:pt x="368" y="69"/>
                  </a:lnTo>
                  <a:lnTo>
                    <a:pt x="366" y="66"/>
                  </a:lnTo>
                  <a:lnTo>
                    <a:pt x="369" y="65"/>
                  </a:lnTo>
                  <a:lnTo>
                    <a:pt x="372" y="66"/>
                  </a:lnTo>
                  <a:lnTo>
                    <a:pt x="372" y="69"/>
                  </a:lnTo>
                  <a:lnTo>
                    <a:pt x="372" y="70"/>
                  </a:lnTo>
                  <a:lnTo>
                    <a:pt x="374" y="70"/>
                  </a:lnTo>
                  <a:lnTo>
                    <a:pt x="377" y="73"/>
                  </a:lnTo>
                  <a:lnTo>
                    <a:pt x="378" y="73"/>
                  </a:lnTo>
                  <a:lnTo>
                    <a:pt x="381" y="72"/>
                  </a:lnTo>
                  <a:lnTo>
                    <a:pt x="382" y="72"/>
                  </a:lnTo>
                  <a:lnTo>
                    <a:pt x="385" y="73"/>
                  </a:lnTo>
                  <a:lnTo>
                    <a:pt x="388" y="72"/>
                  </a:lnTo>
                  <a:lnTo>
                    <a:pt x="390" y="72"/>
                  </a:lnTo>
                  <a:lnTo>
                    <a:pt x="392" y="72"/>
                  </a:lnTo>
                  <a:lnTo>
                    <a:pt x="393" y="70"/>
                  </a:lnTo>
                  <a:lnTo>
                    <a:pt x="392" y="69"/>
                  </a:lnTo>
                  <a:lnTo>
                    <a:pt x="393" y="68"/>
                  </a:lnTo>
                  <a:lnTo>
                    <a:pt x="397" y="68"/>
                  </a:lnTo>
                  <a:lnTo>
                    <a:pt x="401" y="68"/>
                  </a:lnTo>
                  <a:lnTo>
                    <a:pt x="405" y="68"/>
                  </a:lnTo>
                  <a:lnTo>
                    <a:pt x="407" y="70"/>
                  </a:lnTo>
                  <a:lnTo>
                    <a:pt x="410" y="74"/>
                  </a:lnTo>
                  <a:lnTo>
                    <a:pt x="411" y="77"/>
                  </a:lnTo>
                  <a:lnTo>
                    <a:pt x="413" y="77"/>
                  </a:lnTo>
                  <a:lnTo>
                    <a:pt x="414" y="78"/>
                  </a:lnTo>
                  <a:lnTo>
                    <a:pt x="418" y="79"/>
                  </a:lnTo>
                  <a:lnTo>
                    <a:pt x="418" y="79"/>
                  </a:lnTo>
                  <a:lnTo>
                    <a:pt x="420" y="81"/>
                  </a:lnTo>
                  <a:lnTo>
                    <a:pt x="420" y="82"/>
                  </a:lnTo>
                  <a:lnTo>
                    <a:pt x="419" y="82"/>
                  </a:lnTo>
                  <a:lnTo>
                    <a:pt x="419" y="85"/>
                  </a:lnTo>
                  <a:lnTo>
                    <a:pt x="420" y="86"/>
                  </a:lnTo>
                  <a:lnTo>
                    <a:pt x="422" y="87"/>
                  </a:lnTo>
                  <a:lnTo>
                    <a:pt x="422" y="87"/>
                  </a:lnTo>
                  <a:lnTo>
                    <a:pt x="423" y="87"/>
                  </a:lnTo>
                  <a:lnTo>
                    <a:pt x="426" y="89"/>
                  </a:lnTo>
                  <a:lnTo>
                    <a:pt x="427" y="90"/>
                  </a:lnTo>
                  <a:lnTo>
                    <a:pt x="428" y="89"/>
                  </a:lnTo>
                  <a:lnTo>
                    <a:pt x="430" y="87"/>
                  </a:lnTo>
                  <a:lnTo>
                    <a:pt x="435" y="87"/>
                  </a:lnTo>
                  <a:lnTo>
                    <a:pt x="438" y="86"/>
                  </a:lnTo>
                  <a:lnTo>
                    <a:pt x="439" y="85"/>
                  </a:lnTo>
                  <a:lnTo>
                    <a:pt x="442" y="83"/>
                  </a:lnTo>
                  <a:lnTo>
                    <a:pt x="443" y="83"/>
                  </a:lnTo>
                  <a:lnTo>
                    <a:pt x="442" y="86"/>
                  </a:lnTo>
                  <a:lnTo>
                    <a:pt x="443" y="89"/>
                  </a:lnTo>
                  <a:lnTo>
                    <a:pt x="444" y="89"/>
                  </a:lnTo>
                  <a:lnTo>
                    <a:pt x="447" y="91"/>
                  </a:lnTo>
                  <a:lnTo>
                    <a:pt x="449" y="93"/>
                  </a:lnTo>
                  <a:lnTo>
                    <a:pt x="451" y="94"/>
                  </a:lnTo>
                  <a:lnTo>
                    <a:pt x="448" y="95"/>
                  </a:lnTo>
                  <a:lnTo>
                    <a:pt x="447" y="97"/>
                  </a:lnTo>
                  <a:lnTo>
                    <a:pt x="444" y="100"/>
                  </a:lnTo>
                  <a:lnTo>
                    <a:pt x="444" y="102"/>
                  </a:lnTo>
                  <a:lnTo>
                    <a:pt x="444" y="103"/>
                  </a:lnTo>
                  <a:lnTo>
                    <a:pt x="443" y="106"/>
                  </a:lnTo>
                  <a:lnTo>
                    <a:pt x="439" y="107"/>
                  </a:lnTo>
                  <a:lnTo>
                    <a:pt x="438" y="108"/>
                  </a:lnTo>
                  <a:lnTo>
                    <a:pt x="436" y="111"/>
                  </a:lnTo>
                  <a:lnTo>
                    <a:pt x="438" y="116"/>
                  </a:lnTo>
                  <a:lnTo>
                    <a:pt x="439" y="122"/>
                  </a:lnTo>
                  <a:lnTo>
                    <a:pt x="442" y="124"/>
                  </a:lnTo>
                  <a:lnTo>
                    <a:pt x="442" y="125"/>
                  </a:lnTo>
                  <a:lnTo>
                    <a:pt x="438" y="129"/>
                  </a:lnTo>
                  <a:lnTo>
                    <a:pt x="436" y="129"/>
                  </a:lnTo>
                  <a:lnTo>
                    <a:pt x="434" y="132"/>
                  </a:lnTo>
                  <a:lnTo>
                    <a:pt x="432" y="133"/>
                  </a:lnTo>
                  <a:lnTo>
                    <a:pt x="431" y="132"/>
                  </a:lnTo>
                  <a:lnTo>
                    <a:pt x="430" y="131"/>
                  </a:lnTo>
                  <a:lnTo>
                    <a:pt x="428" y="131"/>
                  </a:lnTo>
                  <a:lnTo>
                    <a:pt x="423" y="132"/>
                  </a:lnTo>
                  <a:lnTo>
                    <a:pt x="420" y="132"/>
                  </a:lnTo>
                  <a:lnTo>
                    <a:pt x="415" y="131"/>
                  </a:lnTo>
                  <a:lnTo>
                    <a:pt x="413" y="129"/>
                  </a:lnTo>
                  <a:lnTo>
                    <a:pt x="411" y="131"/>
                  </a:lnTo>
                  <a:lnTo>
                    <a:pt x="411" y="136"/>
                  </a:lnTo>
                  <a:lnTo>
                    <a:pt x="410" y="139"/>
                  </a:lnTo>
                  <a:lnTo>
                    <a:pt x="410" y="141"/>
                  </a:lnTo>
                  <a:lnTo>
                    <a:pt x="409" y="148"/>
                  </a:lnTo>
                  <a:lnTo>
                    <a:pt x="409" y="153"/>
                  </a:lnTo>
                  <a:lnTo>
                    <a:pt x="407" y="156"/>
                  </a:lnTo>
                  <a:lnTo>
                    <a:pt x="409" y="157"/>
                  </a:lnTo>
                  <a:lnTo>
                    <a:pt x="411" y="157"/>
                  </a:lnTo>
                  <a:lnTo>
                    <a:pt x="411" y="160"/>
                  </a:lnTo>
                  <a:lnTo>
                    <a:pt x="410" y="162"/>
                  </a:lnTo>
                  <a:lnTo>
                    <a:pt x="409" y="162"/>
                  </a:lnTo>
                  <a:lnTo>
                    <a:pt x="407" y="162"/>
                  </a:lnTo>
                  <a:lnTo>
                    <a:pt x="406" y="162"/>
                  </a:lnTo>
                  <a:lnTo>
                    <a:pt x="405" y="161"/>
                  </a:lnTo>
                  <a:lnTo>
                    <a:pt x="403" y="162"/>
                  </a:lnTo>
                  <a:lnTo>
                    <a:pt x="399" y="162"/>
                  </a:lnTo>
                  <a:lnTo>
                    <a:pt x="394" y="164"/>
                  </a:lnTo>
                  <a:lnTo>
                    <a:pt x="392" y="165"/>
                  </a:lnTo>
                  <a:lnTo>
                    <a:pt x="389" y="165"/>
                  </a:lnTo>
                  <a:lnTo>
                    <a:pt x="388" y="165"/>
                  </a:lnTo>
                  <a:lnTo>
                    <a:pt x="386" y="165"/>
                  </a:lnTo>
                  <a:lnTo>
                    <a:pt x="384" y="168"/>
                  </a:lnTo>
                  <a:lnTo>
                    <a:pt x="384" y="169"/>
                  </a:lnTo>
                  <a:lnTo>
                    <a:pt x="386" y="170"/>
                  </a:lnTo>
                  <a:lnTo>
                    <a:pt x="389" y="170"/>
                  </a:lnTo>
                  <a:lnTo>
                    <a:pt x="392" y="170"/>
                  </a:lnTo>
                  <a:lnTo>
                    <a:pt x="392" y="172"/>
                  </a:lnTo>
                  <a:lnTo>
                    <a:pt x="390" y="174"/>
                  </a:lnTo>
                  <a:lnTo>
                    <a:pt x="392" y="177"/>
                  </a:lnTo>
                  <a:lnTo>
                    <a:pt x="392" y="179"/>
                  </a:lnTo>
                  <a:lnTo>
                    <a:pt x="393" y="181"/>
                  </a:lnTo>
                  <a:lnTo>
                    <a:pt x="393" y="183"/>
                  </a:lnTo>
                  <a:lnTo>
                    <a:pt x="395" y="186"/>
                  </a:lnTo>
                  <a:lnTo>
                    <a:pt x="395" y="189"/>
                  </a:lnTo>
                  <a:lnTo>
                    <a:pt x="398" y="190"/>
                  </a:lnTo>
                  <a:lnTo>
                    <a:pt x="399" y="195"/>
                  </a:lnTo>
                  <a:lnTo>
                    <a:pt x="398" y="197"/>
                  </a:lnTo>
                  <a:lnTo>
                    <a:pt x="397" y="199"/>
                  </a:lnTo>
                  <a:lnTo>
                    <a:pt x="399" y="200"/>
                  </a:lnTo>
                  <a:lnTo>
                    <a:pt x="398" y="202"/>
                  </a:lnTo>
                  <a:lnTo>
                    <a:pt x="398" y="203"/>
                  </a:lnTo>
                  <a:lnTo>
                    <a:pt x="395" y="204"/>
                  </a:lnTo>
                  <a:lnTo>
                    <a:pt x="395" y="207"/>
                  </a:lnTo>
                  <a:lnTo>
                    <a:pt x="393" y="208"/>
                  </a:lnTo>
                  <a:lnTo>
                    <a:pt x="388" y="207"/>
                  </a:lnTo>
                  <a:lnTo>
                    <a:pt x="382" y="202"/>
                  </a:lnTo>
                  <a:lnTo>
                    <a:pt x="381" y="202"/>
                  </a:lnTo>
                  <a:lnTo>
                    <a:pt x="376" y="200"/>
                  </a:lnTo>
                  <a:lnTo>
                    <a:pt x="369" y="199"/>
                  </a:lnTo>
                  <a:lnTo>
                    <a:pt x="365" y="200"/>
                  </a:lnTo>
                  <a:lnTo>
                    <a:pt x="359" y="199"/>
                  </a:lnTo>
                  <a:lnTo>
                    <a:pt x="353" y="200"/>
                  </a:lnTo>
                  <a:lnTo>
                    <a:pt x="351" y="200"/>
                  </a:lnTo>
                  <a:lnTo>
                    <a:pt x="348" y="200"/>
                  </a:lnTo>
                  <a:lnTo>
                    <a:pt x="345" y="202"/>
                  </a:lnTo>
                  <a:lnTo>
                    <a:pt x="343" y="203"/>
                  </a:lnTo>
                  <a:lnTo>
                    <a:pt x="336" y="202"/>
                  </a:lnTo>
                  <a:lnTo>
                    <a:pt x="332" y="200"/>
                  </a:lnTo>
                  <a:lnTo>
                    <a:pt x="330" y="199"/>
                  </a:lnTo>
                  <a:lnTo>
                    <a:pt x="326" y="199"/>
                  </a:lnTo>
                  <a:lnTo>
                    <a:pt x="324" y="200"/>
                  </a:lnTo>
                  <a:lnTo>
                    <a:pt x="322" y="200"/>
                  </a:lnTo>
                  <a:lnTo>
                    <a:pt x="319" y="199"/>
                  </a:lnTo>
                  <a:lnTo>
                    <a:pt x="318" y="200"/>
                  </a:lnTo>
                  <a:lnTo>
                    <a:pt x="318" y="203"/>
                  </a:lnTo>
                  <a:lnTo>
                    <a:pt x="319" y="206"/>
                  </a:lnTo>
                  <a:lnTo>
                    <a:pt x="319" y="208"/>
                  </a:lnTo>
                  <a:lnTo>
                    <a:pt x="315" y="210"/>
                  </a:lnTo>
                  <a:lnTo>
                    <a:pt x="309" y="210"/>
                  </a:lnTo>
                  <a:lnTo>
                    <a:pt x="299" y="208"/>
                  </a:lnTo>
                  <a:lnTo>
                    <a:pt x="297" y="207"/>
                  </a:lnTo>
                  <a:lnTo>
                    <a:pt x="293" y="207"/>
                  </a:lnTo>
                  <a:lnTo>
                    <a:pt x="291" y="210"/>
                  </a:lnTo>
                  <a:lnTo>
                    <a:pt x="291" y="211"/>
                  </a:lnTo>
                  <a:lnTo>
                    <a:pt x="289" y="212"/>
                  </a:lnTo>
                  <a:lnTo>
                    <a:pt x="289" y="214"/>
                  </a:lnTo>
                  <a:lnTo>
                    <a:pt x="289" y="214"/>
                  </a:lnTo>
                  <a:lnTo>
                    <a:pt x="286" y="216"/>
                  </a:lnTo>
                  <a:lnTo>
                    <a:pt x="284" y="218"/>
                  </a:lnTo>
                  <a:lnTo>
                    <a:pt x="280" y="223"/>
                  </a:lnTo>
                  <a:lnTo>
                    <a:pt x="278" y="225"/>
                  </a:lnTo>
                  <a:lnTo>
                    <a:pt x="276" y="228"/>
                  </a:lnTo>
                  <a:lnTo>
                    <a:pt x="274" y="232"/>
                  </a:lnTo>
                  <a:lnTo>
                    <a:pt x="269" y="236"/>
                  </a:lnTo>
                  <a:lnTo>
                    <a:pt x="268" y="236"/>
                  </a:lnTo>
                  <a:lnTo>
                    <a:pt x="262" y="233"/>
                  </a:lnTo>
                  <a:lnTo>
                    <a:pt x="259" y="232"/>
                  </a:lnTo>
                  <a:lnTo>
                    <a:pt x="255" y="233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3" y="222"/>
                  </a:lnTo>
                  <a:lnTo>
                    <a:pt x="234" y="222"/>
                  </a:lnTo>
                  <a:lnTo>
                    <a:pt x="234" y="204"/>
                  </a:lnTo>
                  <a:lnTo>
                    <a:pt x="230" y="206"/>
                  </a:lnTo>
                  <a:lnTo>
                    <a:pt x="227" y="198"/>
                  </a:lnTo>
                  <a:lnTo>
                    <a:pt x="220" y="194"/>
                  </a:lnTo>
                  <a:lnTo>
                    <a:pt x="201" y="194"/>
                  </a:lnTo>
                  <a:lnTo>
                    <a:pt x="183" y="195"/>
                  </a:lnTo>
                  <a:lnTo>
                    <a:pt x="173" y="190"/>
                  </a:lnTo>
                  <a:lnTo>
                    <a:pt x="166" y="187"/>
                  </a:lnTo>
                  <a:lnTo>
                    <a:pt x="147" y="174"/>
                  </a:lnTo>
                  <a:lnTo>
                    <a:pt x="116" y="179"/>
                  </a:lnTo>
                  <a:lnTo>
                    <a:pt x="126" y="236"/>
                  </a:lnTo>
                  <a:lnTo>
                    <a:pt x="124" y="236"/>
                  </a:lnTo>
                  <a:lnTo>
                    <a:pt x="119" y="237"/>
                  </a:lnTo>
                  <a:lnTo>
                    <a:pt x="111" y="228"/>
                  </a:lnTo>
                  <a:lnTo>
                    <a:pt x="103" y="224"/>
                  </a:lnTo>
                  <a:lnTo>
                    <a:pt x="95" y="223"/>
                  </a:lnTo>
                  <a:lnTo>
                    <a:pt x="90" y="224"/>
                  </a:lnTo>
                  <a:lnTo>
                    <a:pt x="82" y="231"/>
                  </a:lnTo>
                  <a:lnTo>
                    <a:pt x="82" y="228"/>
                  </a:lnTo>
                  <a:lnTo>
                    <a:pt x="81" y="225"/>
                  </a:lnTo>
                  <a:lnTo>
                    <a:pt x="82" y="222"/>
                  </a:lnTo>
                  <a:lnTo>
                    <a:pt x="83" y="219"/>
                  </a:lnTo>
                  <a:lnTo>
                    <a:pt x="83" y="218"/>
                  </a:lnTo>
                  <a:lnTo>
                    <a:pt x="83" y="216"/>
                  </a:lnTo>
                  <a:lnTo>
                    <a:pt x="82" y="216"/>
                  </a:lnTo>
                  <a:lnTo>
                    <a:pt x="79" y="216"/>
                  </a:lnTo>
                  <a:lnTo>
                    <a:pt x="78" y="215"/>
                  </a:lnTo>
                  <a:lnTo>
                    <a:pt x="75" y="215"/>
                  </a:lnTo>
                  <a:lnTo>
                    <a:pt x="74" y="216"/>
                  </a:lnTo>
                  <a:lnTo>
                    <a:pt x="73" y="215"/>
                  </a:lnTo>
                  <a:lnTo>
                    <a:pt x="72" y="214"/>
                  </a:lnTo>
                  <a:lnTo>
                    <a:pt x="72" y="212"/>
                  </a:lnTo>
                  <a:lnTo>
                    <a:pt x="70" y="211"/>
                  </a:lnTo>
                  <a:lnTo>
                    <a:pt x="69" y="210"/>
                  </a:lnTo>
                  <a:lnTo>
                    <a:pt x="69" y="210"/>
                  </a:lnTo>
                  <a:lnTo>
                    <a:pt x="66" y="211"/>
                  </a:lnTo>
                  <a:lnTo>
                    <a:pt x="65" y="211"/>
                  </a:lnTo>
                  <a:lnTo>
                    <a:pt x="65" y="208"/>
                  </a:lnTo>
                  <a:lnTo>
                    <a:pt x="65" y="206"/>
                  </a:lnTo>
                  <a:lnTo>
                    <a:pt x="62" y="202"/>
                  </a:lnTo>
                  <a:lnTo>
                    <a:pt x="61" y="200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58" y="197"/>
                  </a:lnTo>
                  <a:lnTo>
                    <a:pt x="57" y="195"/>
                  </a:lnTo>
                  <a:lnTo>
                    <a:pt x="56" y="194"/>
                  </a:lnTo>
                  <a:lnTo>
                    <a:pt x="53" y="194"/>
                  </a:lnTo>
                  <a:lnTo>
                    <a:pt x="52" y="193"/>
                  </a:lnTo>
                  <a:lnTo>
                    <a:pt x="52" y="191"/>
                  </a:lnTo>
                  <a:lnTo>
                    <a:pt x="53" y="190"/>
                  </a:lnTo>
                  <a:lnTo>
                    <a:pt x="54" y="190"/>
                  </a:lnTo>
                  <a:lnTo>
                    <a:pt x="57" y="190"/>
                  </a:lnTo>
                  <a:lnTo>
                    <a:pt x="58" y="190"/>
                  </a:lnTo>
                  <a:lnTo>
                    <a:pt x="60" y="190"/>
                  </a:lnTo>
                  <a:lnTo>
                    <a:pt x="61" y="191"/>
                  </a:lnTo>
                  <a:lnTo>
                    <a:pt x="62" y="190"/>
                  </a:lnTo>
                  <a:lnTo>
                    <a:pt x="64" y="189"/>
                  </a:lnTo>
                  <a:lnTo>
                    <a:pt x="65" y="190"/>
                  </a:lnTo>
                  <a:lnTo>
                    <a:pt x="66" y="190"/>
                  </a:lnTo>
                  <a:lnTo>
                    <a:pt x="65" y="189"/>
                  </a:lnTo>
                  <a:lnTo>
                    <a:pt x="64" y="189"/>
                  </a:lnTo>
                  <a:lnTo>
                    <a:pt x="62" y="189"/>
                  </a:lnTo>
                  <a:lnTo>
                    <a:pt x="62" y="186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1" y="182"/>
                  </a:lnTo>
                  <a:lnTo>
                    <a:pt x="61" y="179"/>
                  </a:lnTo>
                  <a:lnTo>
                    <a:pt x="61" y="178"/>
                  </a:lnTo>
                  <a:lnTo>
                    <a:pt x="62" y="177"/>
                  </a:lnTo>
                  <a:lnTo>
                    <a:pt x="65" y="177"/>
                  </a:lnTo>
                  <a:lnTo>
                    <a:pt x="66" y="175"/>
                  </a:lnTo>
                  <a:lnTo>
                    <a:pt x="69" y="177"/>
                  </a:lnTo>
                  <a:lnTo>
                    <a:pt x="70" y="175"/>
                  </a:lnTo>
                  <a:lnTo>
                    <a:pt x="73" y="175"/>
                  </a:lnTo>
                  <a:lnTo>
                    <a:pt x="74" y="177"/>
                  </a:lnTo>
                  <a:lnTo>
                    <a:pt x="74" y="175"/>
                  </a:lnTo>
                  <a:lnTo>
                    <a:pt x="77" y="175"/>
                  </a:lnTo>
                  <a:lnTo>
                    <a:pt x="78" y="178"/>
                  </a:lnTo>
                  <a:lnTo>
                    <a:pt x="81" y="178"/>
                  </a:lnTo>
                  <a:lnTo>
                    <a:pt x="82" y="177"/>
                  </a:lnTo>
                  <a:lnTo>
                    <a:pt x="83" y="175"/>
                  </a:lnTo>
                  <a:lnTo>
                    <a:pt x="81" y="175"/>
                  </a:lnTo>
                  <a:lnTo>
                    <a:pt x="79" y="174"/>
                  </a:lnTo>
                  <a:lnTo>
                    <a:pt x="78" y="172"/>
                  </a:lnTo>
                  <a:lnTo>
                    <a:pt x="78" y="169"/>
                  </a:lnTo>
                  <a:lnTo>
                    <a:pt x="79" y="168"/>
                  </a:lnTo>
                  <a:lnTo>
                    <a:pt x="81" y="168"/>
                  </a:lnTo>
                  <a:lnTo>
                    <a:pt x="79" y="166"/>
                  </a:lnTo>
                  <a:lnTo>
                    <a:pt x="79" y="165"/>
                  </a:lnTo>
                  <a:lnTo>
                    <a:pt x="78" y="164"/>
                  </a:lnTo>
                  <a:lnTo>
                    <a:pt x="79" y="162"/>
                  </a:lnTo>
                  <a:lnTo>
                    <a:pt x="79" y="160"/>
                  </a:lnTo>
                  <a:lnTo>
                    <a:pt x="78" y="158"/>
                  </a:lnTo>
                  <a:lnTo>
                    <a:pt x="78" y="157"/>
                  </a:lnTo>
                  <a:lnTo>
                    <a:pt x="78" y="156"/>
                  </a:lnTo>
                  <a:lnTo>
                    <a:pt x="78" y="154"/>
                  </a:lnTo>
                  <a:lnTo>
                    <a:pt x="77" y="154"/>
                  </a:lnTo>
                  <a:lnTo>
                    <a:pt x="75" y="153"/>
                  </a:lnTo>
                  <a:lnTo>
                    <a:pt x="75" y="152"/>
                  </a:lnTo>
                  <a:lnTo>
                    <a:pt x="72" y="152"/>
                  </a:lnTo>
                  <a:lnTo>
                    <a:pt x="70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8" y="153"/>
                  </a:lnTo>
                  <a:lnTo>
                    <a:pt x="68" y="154"/>
                  </a:lnTo>
                  <a:lnTo>
                    <a:pt x="66" y="154"/>
                  </a:lnTo>
                  <a:lnTo>
                    <a:pt x="64" y="154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4"/>
                  </a:lnTo>
                  <a:lnTo>
                    <a:pt x="61" y="153"/>
                  </a:lnTo>
                  <a:lnTo>
                    <a:pt x="61" y="150"/>
                  </a:lnTo>
                  <a:lnTo>
                    <a:pt x="60" y="150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7" y="150"/>
                  </a:lnTo>
                  <a:lnTo>
                    <a:pt x="53" y="150"/>
                  </a:lnTo>
                  <a:lnTo>
                    <a:pt x="52" y="152"/>
                  </a:lnTo>
                  <a:lnTo>
                    <a:pt x="52" y="154"/>
                  </a:lnTo>
                  <a:lnTo>
                    <a:pt x="50" y="154"/>
                  </a:lnTo>
                  <a:lnTo>
                    <a:pt x="50" y="153"/>
                  </a:lnTo>
                  <a:lnTo>
                    <a:pt x="49" y="153"/>
                  </a:lnTo>
                  <a:lnTo>
                    <a:pt x="48" y="156"/>
                  </a:lnTo>
                  <a:lnTo>
                    <a:pt x="47" y="156"/>
                  </a:lnTo>
                  <a:lnTo>
                    <a:pt x="45" y="157"/>
                  </a:lnTo>
                  <a:lnTo>
                    <a:pt x="44" y="158"/>
                  </a:lnTo>
                  <a:lnTo>
                    <a:pt x="43" y="158"/>
                  </a:lnTo>
                  <a:lnTo>
                    <a:pt x="41" y="160"/>
                  </a:lnTo>
                  <a:lnTo>
                    <a:pt x="41" y="161"/>
                  </a:lnTo>
                  <a:lnTo>
                    <a:pt x="40" y="160"/>
                  </a:lnTo>
                  <a:lnTo>
                    <a:pt x="39" y="160"/>
                  </a:lnTo>
                  <a:lnTo>
                    <a:pt x="39" y="161"/>
                  </a:lnTo>
                  <a:lnTo>
                    <a:pt x="36" y="161"/>
                  </a:lnTo>
                  <a:lnTo>
                    <a:pt x="36" y="160"/>
                  </a:lnTo>
                  <a:lnTo>
                    <a:pt x="35" y="160"/>
                  </a:lnTo>
                  <a:lnTo>
                    <a:pt x="32" y="157"/>
                  </a:lnTo>
                  <a:lnTo>
                    <a:pt x="29" y="158"/>
                  </a:lnTo>
                  <a:lnTo>
                    <a:pt x="24" y="156"/>
                  </a:lnTo>
                  <a:lnTo>
                    <a:pt x="25" y="154"/>
                  </a:lnTo>
                  <a:lnTo>
                    <a:pt x="29" y="154"/>
                  </a:lnTo>
                  <a:lnTo>
                    <a:pt x="24" y="145"/>
                  </a:lnTo>
                  <a:lnTo>
                    <a:pt x="19" y="141"/>
                  </a:lnTo>
                  <a:lnTo>
                    <a:pt x="12" y="139"/>
                  </a:lnTo>
                  <a:lnTo>
                    <a:pt x="11" y="140"/>
                  </a:lnTo>
                  <a:lnTo>
                    <a:pt x="7" y="137"/>
                  </a:lnTo>
                  <a:lnTo>
                    <a:pt x="7" y="135"/>
                  </a:lnTo>
                  <a:lnTo>
                    <a:pt x="6" y="132"/>
                  </a:lnTo>
                  <a:lnTo>
                    <a:pt x="0" y="131"/>
                  </a:lnTo>
                  <a:lnTo>
                    <a:pt x="3" y="125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2" y="111"/>
                  </a:lnTo>
                  <a:lnTo>
                    <a:pt x="3" y="110"/>
                  </a:lnTo>
                  <a:lnTo>
                    <a:pt x="7" y="106"/>
                  </a:lnTo>
                  <a:lnTo>
                    <a:pt x="7" y="103"/>
                  </a:lnTo>
                  <a:lnTo>
                    <a:pt x="8" y="100"/>
                  </a:lnTo>
                  <a:lnTo>
                    <a:pt x="15" y="107"/>
                  </a:lnTo>
                  <a:lnTo>
                    <a:pt x="15" y="108"/>
                  </a:lnTo>
                  <a:lnTo>
                    <a:pt x="19" y="111"/>
                  </a:lnTo>
                  <a:lnTo>
                    <a:pt x="23" y="111"/>
                  </a:lnTo>
                  <a:lnTo>
                    <a:pt x="23" y="107"/>
                  </a:lnTo>
                  <a:lnTo>
                    <a:pt x="24" y="106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8" y="97"/>
                  </a:lnTo>
                  <a:lnTo>
                    <a:pt x="28" y="93"/>
                  </a:lnTo>
                  <a:lnTo>
                    <a:pt x="27" y="91"/>
                  </a:lnTo>
                  <a:lnTo>
                    <a:pt x="28" y="89"/>
                  </a:lnTo>
                  <a:lnTo>
                    <a:pt x="31" y="86"/>
                  </a:lnTo>
                  <a:lnTo>
                    <a:pt x="32" y="86"/>
                  </a:lnTo>
                  <a:lnTo>
                    <a:pt x="33" y="83"/>
                  </a:lnTo>
                  <a:lnTo>
                    <a:pt x="36" y="82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7" y="78"/>
                  </a:lnTo>
                  <a:lnTo>
                    <a:pt x="39" y="77"/>
                  </a:lnTo>
                  <a:lnTo>
                    <a:pt x="41" y="78"/>
                  </a:lnTo>
                  <a:lnTo>
                    <a:pt x="45" y="79"/>
                  </a:lnTo>
                  <a:lnTo>
                    <a:pt x="44" y="81"/>
                  </a:lnTo>
                  <a:lnTo>
                    <a:pt x="43" y="83"/>
                  </a:lnTo>
                  <a:lnTo>
                    <a:pt x="44" y="85"/>
                  </a:lnTo>
                  <a:lnTo>
                    <a:pt x="47" y="83"/>
                  </a:lnTo>
                  <a:lnTo>
                    <a:pt x="47" y="81"/>
                  </a:lnTo>
                  <a:lnTo>
                    <a:pt x="48" y="81"/>
                  </a:lnTo>
                  <a:lnTo>
                    <a:pt x="48" y="82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4" y="77"/>
                  </a:lnTo>
                  <a:lnTo>
                    <a:pt x="57" y="77"/>
                  </a:lnTo>
                  <a:lnTo>
                    <a:pt x="58" y="81"/>
                  </a:lnTo>
                  <a:lnTo>
                    <a:pt x="61" y="82"/>
                  </a:lnTo>
                  <a:lnTo>
                    <a:pt x="65" y="81"/>
                  </a:lnTo>
                  <a:lnTo>
                    <a:pt x="68" y="81"/>
                  </a:lnTo>
                  <a:lnTo>
                    <a:pt x="69" y="82"/>
                  </a:lnTo>
                  <a:lnTo>
                    <a:pt x="70" y="82"/>
                  </a:lnTo>
                  <a:lnTo>
                    <a:pt x="73" y="86"/>
                  </a:lnTo>
                  <a:lnTo>
                    <a:pt x="75" y="86"/>
                  </a:lnTo>
                  <a:lnTo>
                    <a:pt x="77" y="89"/>
                  </a:lnTo>
                  <a:lnTo>
                    <a:pt x="79" y="91"/>
                  </a:lnTo>
                  <a:lnTo>
                    <a:pt x="82" y="91"/>
                  </a:lnTo>
                  <a:lnTo>
                    <a:pt x="83" y="93"/>
                  </a:lnTo>
                  <a:lnTo>
                    <a:pt x="83" y="95"/>
                  </a:lnTo>
                  <a:lnTo>
                    <a:pt x="85" y="95"/>
                  </a:lnTo>
                  <a:lnTo>
                    <a:pt x="86" y="94"/>
                  </a:lnTo>
                  <a:lnTo>
                    <a:pt x="86" y="90"/>
                  </a:lnTo>
                  <a:lnTo>
                    <a:pt x="89" y="89"/>
                  </a:lnTo>
                  <a:lnTo>
                    <a:pt x="90" y="91"/>
                  </a:lnTo>
                  <a:lnTo>
                    <a:pt x="94" y="91"/>
                  </a:lnTo>
                  <a:lnTo>
                    <a:pt x="95" y="94"/>
                  </a:lnTo>
                  <a:lnTo>
                    <a:pt x="98" y="95"/>
                  </a:lnTo>
                  <a:lnTo>
                    <a:pt x="101" y="93"/>
                  </a:lnTo>
                  <a:lnTo>
                    <a:pt x="101" y="89"/>
                  </a:lnTo>
                  <a:lnTo>
                    <a:pt x="103" y="87"/>
                  </a:lnTo>
                  <a:lnTo>
                    <a:pt x="103" y="86"/>
                  </a:lnTo>
                  <a:lnTo>
                    <a:pt x="104" y="85"/>
                  </a:lnTo>
                  <a:lnTo>
                    <a:pt x="107" y="87"/>
                  </a:lnTo>
                  <a:lnTo>
                    <a:pt x="107" y="85"/>
                  </a:lnTo>
                  <a:lnTo>
                    <a:pt x="110" y="85"/>
                  </a:lnTo>
                  <a:lnTo>
                    <a:pt x="114" y="87"/>
                  </a:lnTo>
                  <a:lnTo>
                    <a:pt x="114" y="89"/>
                  </a:lnTo>
                  <a:lnTo>
                    <a:pt x="118" y="89"/>
                  </a:lnTo>
                  <a:lnTo>
                    <a:pt x="118" y="86"/>
                  </a:lnTo>
                  <a:lnTo>
                    <a:pt x="119" y="85"/>
                  </a:lnTo>
                  <a:lnTo>
                    <a:pt x="122" y="86"/>
                  </a:lnTo>
                  <a:lnTo>
                    <a:pt x="123" y="83"/>
                  </a:lnTo>
                  <a:lnTo>
                    <a:pt x="126" y="85"/>
                  </a:lnTo>
                  <a:lnTo>
                    <a:pt x="128" y="86"/>
                  </a:lnTo>
                  <a:lnTo>
                    <a:pt x="127" y="87"/>
                  </a:lnTo>
                  <a:lnTo>
                    <a:pt x="126" y="89"/>
                  </a:lnTo>
                  <a:lnTo>
                    <a:pt x="127" y="91"/>
                  </a:lnTo>
                  <a:lnTo>
                    <a:pt x="129" y="93"/>
                  </a:lnTo>
                  <a:lnTo>
                    <a:pt x="131" y="91"/>
                  </a:lnTo>
                  <a:lnTo>
                    <a:pt x="132" y="93"/>
                  </a:lnTo>
                  <a:lnTo>
                    <a:pt x="136" y="93"/>
                  </a:lnTo>
                  <a:lnTo>
                    <a:pt x="140" y="94"/>
                  </a:lnTo>
                  <a:lnTo>
                    <a:pt x="143" y="94"/>
                  </a:lnTo>
                  <a:lnTo>
                    <a:pt x="144" y="91"/>
                  </a:lnTo>
                  <a:lnTo>
                    <a:pt x="144" y="89"/>
                  </a:lnTo>
                  <a:lnTo>
                    <a:pt x="145" y="89"/>
                  </a:lnTo>
                  <a:lnTo>
                    <a:pt x="149" y="90"/>
                  </a:lnTo>
                  <a:lnTo>
                    <a:pt x="152" y="91"/>
                  </a:lnTo>
                  <a:lnTo>
                    <a:pt x="156" y="90"/>
                  </a:lnTo>
                  <a:lnTo>
                    <a:pt x="157" y="87"/>
                  </a:lnTo>
                  <a:lnTo>
                    <a:pt x="157" y="78"/>
                  </a:lnTo>
                  <a:lnTo>
                    <a:pt x="156" y="77"/>
                  </a:lnTo>
                  <a:lnTo>
                    <a:pt x="152" y="77"/>
                  </a:lnTo>
                  <a:lnTo>
                    <a:pt x="149" y="75"/>
                  </a:lnTo>
                  <a:lnTo>
                    <a:pt x="149" y="74"/>
                  </a:lnTo>
                  <a:lnTo>
                    <a:pt x="147" y="73"/>
                  </a:lnTo>
                  <a:lnTo>
                    <a:pt x="145" y="72"/>
                  </a:lnTo>
                  <a:lnTo>
                    <a:pt x="143" y="72"/>
                  </a:lnTo>
                  <a:lnTo>
                    <a:pt x="143" y="70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44" y="68"/>
                  </a:lnTo>
                  <a:lnTo>
                    <a:pt x="144" y="65"/>
                  </a:lnTo>
                  <a:lnTo>
                    <a:pt x="147" y="62"/>
                  </a:lnTo>
                  <a:lnTo>
                    <a:pt x="145" y="60"/>
                  </a:lnTo>
                  <a:lnTo>
                    <a:pt x="144" y="60"/>
                  </a:lnTo>
                  <a:lnTo>
                    <a:pt x="144" y="57"/>
                  </a:lnTo>
                  <a:lnTo>
                    <a:pt x="147" y="53"/>
                  </a:lnTo>
                  <a:lnTo>
                    <a:pt x="149" y="50"/>
                  </a:lnTo>
                  <a:lnTo>
                    <a:pt x="153" y="50"/>
                  </a:lnTo>
                  <a:lnTo>
                    <a:pt x="156" y="52"/>
                  </a:lnTo>
                  <a:lnTo>
                    <a:pt x="157" y="50"/>
                  </a:lnTo>
                  <a:lnTo>
                    <a:pt x="157" y="48"/>
                  </a:lnTo>
                  <a:lnTo>
                    <a:pt x="154" y="48"/>
                  </a:lnTo>
                  <a:lnTo>
                    <a:pt x="153" y="45"/>
                  </a:lnTo>
                  <a:lnTo>
                    <a:pt x="151" y="45"/>
                  </a:lnTo>
                  <a:lnTo>
                    <a:pt x="149" y="47"/>
                  </a:lnTo>
                  <a:lnTo>
                    <a:pt x="147" y="45"/>
                  </a:lnTo>
                  <a:lnTo>
                    <a:pt x="144" y="45"/>
                  </a:lnTo>
                  <a:lnTo>
                    <a:pt x="144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47" y="40"/>
                  </a:lnTo>
                  <a:lnTo>
                    <a:pt x="144" y="41"/>
                  </a:lnTo>
                  <a:lnTo>
                    <a:pt x="143" y="40"/>
                  </a:lnTo>
                  <a:lnTo>
                    <a:pt x="143" y="39"/>
                  </a:lnTo>
                  <a:lnTo>
                    <a:pt x="141" y="36"/>
                  </a:lnTo>
                  <a:lnTo>
                    <a:pt x="143" y="36"/>
                  </a:lnTo>
                  <a:lnTo>
                    <a:pt x="145" y="35"/>
                  </a:lnTo>
                  <a:lnTo>
                    <a:pt x="147" y="33"/>
                  </a:lnTo>
                  <a:lnTo>
                    <a:pt x="148" y="33"/>
                  </a:lnTo>
                  <a:lnTo>
                    <a:pt x="149" y="35"/>
                  </a:lnTo>
                  <a:lnTo>
                    <a:pt x="152" y="35"/>
                  </a:lnTo>
                  <a:lnTo>
                    <a:pt x="154" y="36"/>
                  </a:lnTo>
                  <a:lnTo>
                    <a:pt x="154" y="35"/>
                  </a:lnTo>
                  <a:lnTo>
                    <a:pt x="154" y="33"/>
                  </a:lnTo>
                  <a:lnTo>
                    <a:pt x="157" y="32"/>
                  </a:lnTo>
                  <a:lnTo>
                    <a:pt x="158" y="32"/>
                  </a:lnTo>
                  <a:lnTo>
                    <a:pt x="160" y="35"/>
                  </a:lnTo>
                  <a:lnTo>
                    <a:pt x="161" y="33"/>
                  </a:lnTo>
                  <a:lnTo>
                    <a:pt x="162" y="31"/>
                  </a:lnTo>
                  <a:lnTo>
                    <a:pt x="166" y="29"/>
                  </a:lnTo>
                  <a:lnTo>
                    <a:pt x="169" y="29"/>
                  </a:lnTo>
                  <a:lnTo>
                    <a:pt x="172" y="28"/>
                  </a:lnTo>
                  <a:lnTo>
                    <a:pt x="174" y="28"/>
                  </a:lnTo>
                  <a:lnTo>
                    <a:pt x="176" y="27"/>
                  </a:lnTo>
                  <a:lnTo>
                    <a:pt x="178" y="25"/>
                  </a:lnTo>
                  <a:lnTo>
                    <a:pt x="181" y="25"/>
                  </a:lnTo>
                  <a:lnTo>
                    <a:pt x="183" y="24"/>
                  </a:lnTo>
                  <a:lnTo>
                    <a:pt x="185" y="24"/>
                  </a:lnTo>
                  <a:lnTo>
                    <a:pt x="186" y="24"/>
                  </a:lnTo>
                  <a:lnTo>
                    <a:pt x="187" y="23"/>
                  </a:lnTo>
                  <a:lnTo>
                    <a:pt x="187" y="22"/>
                  </a:lnTo>
                  <a:lnTo>
                    <a:pt x="189" y="20"/>
                  </a:lnTo>
                  <a:lnTo>
                    <a:pt x="191" y="20"/>
                  </a:lnTo>
                  <a:lnTo>
                    <a:pt x="191" y="18"/>
                  </a:lnTo>
                  <a:lnTo>
                    <a:pt x="193" y="18"/>
                  </a:lnTo>
                  <a:lnTo>
                    <a:pt x="194" y="18"/>
                  </a:lnTo>
                  <a:lnTo>
                    <a:pt x="197" y="19"/>
                  </a:lnTo>
                  <a:lnTo>
                    <a:pt x="198" y="18"/>
                  </a:lnTo>
                  <a:lnTo>
                    <a:pt x="201" y="16"/>
                  </a:lnTo>
                  <a:lnTo>
                    <a:pt x="206" y="12"/>
                  </a:lnTo>
                  <a:lnTo>
                    <a:pt x="207" y="12"/>
                  </a:lnTo>
                  <a:lnTo>
                    <a:pt x="208" y="12"/>
                  </a:lnTo>
                  <a:lnTo>
                    <a:pt x="211" y="11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8" y="10"/>
                  </a:lnTo>
                  <a:lnTo>
                    <a:pt x="218" y="7"/>
                  </a:lnTo>
                  <a:lnTo>
                    <a:pt x="216" y="6"/>
                  </a:lnTo>
                  <a:lnTo>
                    <a:pt x="218" y="6"/>
                  </a:lnTo>
                  <a:lnTo>
                    <a:pt x="220" y="4"/>
                  </a:lnTo>
                  <a:lnTo>
                    <a:pt x="222" y="3"/>
                  </a:lnTo>
                  <a:lnTo>
                    <a:pt x="223" y="2"/>
                  </a:lnTo>
                  <a:lnTo>
                    <a:pt x="226" y="2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7" name="Freeform 349">
              <a:extLst>
                <a:ext uri="{FF2B5EF4-FFF2-40B4-BE49-F238E27FC236}">
                  <a16:creationId xmlns:a16="http://schemas.microsoft.com/office/drawing/2014/main" id="{127C3D43-F258-43A7-9104-2E17C5A67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-1388278" y="2551671"/>
              <a:ext cx="1731841" cy="1079002"/>
            </a:xfrm>
            <a:custGeom>
              <a:avLst/>
              <a:gdLst>
                <a:gd name="T0" fmla="*/ 50 w 191"/>
                <a:gd name="T1" fmla="*/ 13 h 119"/>
                <a:gd name="T2" fmla="*/ 67 w 191"/>
                <a:gd name="T3" fmla="*/ 21 h 119"/>
                <a:gd name="T4" fmla="*/ 104 w 191"/>
                <a:gd name="T5" fmla="*/ 20 h 119"/>
                <a:gd name="T6" fmla="*/ 114 w 191"/>
                <a:gd name="T7" fmla="*/ 32 h 119"/>
                <a:gd name="T8" fmla="*/ 118 w 191"/>
                <a:gd name="T9" fmla="*/ 48 h 119"/>
                <a:gd name="T10" fmla="*/ 131 w 191"/>
                <a:gd name="T11" fmla="*/ 62 h 119"/>
                <a:gd name="T12" fmla="*/ 139 w 191"/>
                <a:gd name="T13" fmla="*/ 59 h 119"/>
                <a:gd name="T14" fmla="*/ 146 w 191"/>
                <a:gd name="T15" fmla="*/ 59 h 119"/>
                <a:gd name="T16" fmla="*/ 153 w 191"/>
                <a:gd name="T17" fmla="*/ 62 h 119"/>
                <a:gd name="T18" fmla="*/ 160 w 191"/>
                <a:gd name="T19" fmla="*/ 54 h 119"/>
                <a:gd name="T20" fmla="*/ 164 w 191"/>
                <a:gd name="T21" fmla="*/ 49 h 119"/>
                <a:gd name="T22" fmla="*/ 170 w 191"/>
                <a:gd name="T23" fmla="*/ 42 h 119"/>
                <a:gd name="T24" fmla="*/ 174 w 191"/>
                <a:gd name="T25" fmla="*/ 40 h 119"/>
                <a:gd name="T26" fmla="*/ 170 w 191"/>
                <a:gd name="T27" fmla="*/ 48 h 119"/>
                <a:gd name="T28" fmla="*/ 171 w 191"/>
                <a:gd name="T29" fmla="*/ 53 h 119"/>
                <a:gd name="T30" fmla="*/ 178 w 191"/>
                <a:gd name="T31" fmla="*/ 55 h 119"/>
                <a:gd name="T32" fmla="*/ 183 w 191"/>
                <a:gd name="T33" fmla="*/ 54 h 119"/>
                <a:gd name="T34" fmla="*/ 185 w 191"/>
                <a:gd name="T35" fmla="*/ 51 h 119"/>
                <a:gd name="T36" fmla="*/ 191 w 191"/>
                <a:gd name="T37" fmla="*/ 58 h 119"/>
                <a:gd name="T38" fmla="*/ 183 w 191"/>
                <a:gd name="T39" fmla="*/ 62 h 119"/>
                <a:gd name="T40" fmla="*/ 177 w 191"/>
                <a:gd name="T41" fmla="*/ 61 h 119"/>
                <a:gd name="T42" fmla="*/ 170 w 191"/>
                <a:gd name="T43" fmla="*/ 62 h 119"/>
                <a:gd name="T44" fmla="*/ 165 w 191"/>
                <a:gd name="T45" fmla="*/ 65 h 119"/>
                <a:gd name="T46" fmla="*/ 162 w 191"/>
                <a:gd name="T47" fmla="*/ 69 h 119"/>
                <a:gd name="T48" fmla="*/ 165 w 191"/>
                <a:gd name="T49" fmla="*/ 73 h 119"/>
                <a:gd name="T50" fmla="*/ 156 w 191"/>
                <a:gd name="T51" fmla="*/ 75 h 119"/>
                <a:gd name="T52" fmla="*/ 158 w 191"/>
                <a:gd name="T53" fmla="*/ 78 h 119"/>
                <a:gd name="T54" fmla="*/ 153 w 191"/>
                <a:gd name="T55" fmla="*/ 83 h 119"/>
                <a:gd name="T56" fmla="*/ 145 w 191"/>
                <a:gd name="T57" fmla="*/ 82 h 119"/>
                <a:gd name="T58" fmla="*/ 144 w 191"/>
                <a:gd name="T59" fmla="*/ 88 h 119"/>
                <a:gd name="T60" fmla="*/ 149 w 191"/>
                <a:gd name="T61" fmla="*/ 91 h 119"/>
                <a:gd name="T62" fmla="*/ 153 w 191"/>
                <a:gd name="T63" fmla="*/ 94 h 119"/>
                <a:gd name="T64" fmla="*/ 153 w 191"/>
                <a:gd name="T65" fmla="*/ 99 h 119"/>
                <a:gd name="T66" fmla="*/ 156 w 191"/>
                <a:gd name="T67" fmla="*/ 104 h 119"/>
                <a:gd name="T68" fmla="*/ 152 w 191"/>
                <a:gd name="T69" fmla="*/ 111 h 119"/>
                <a:gd name="T70" fmla="*/ 150 w 191"/>
                <a:gd name="T71" fmla="*/ 117 h 119"/>
                <a:gd name="T72" fmla="*/ 146 w 191"/>
                <a:gd name="T73" fmla="*/ 119 h 119"/>
                <a:gd name="T74" fmla="*/ 143 w 191"/>
                <a:gd name="T75" fmla="*/ 116 h 119"/>
                <a:gd name="T76" fmla="*/ 137 w 191"/>
                <a:gd name="T77" fmla="*/ 116 h 119"/>
                <a:gd name="T78" fmla="*/ 136 w 191"/>
                <a:gd name="T79" fmla="*/ 108 h 119"/>
                <a:gd name="T80" fmla="*/ 131 w 191"/>
                <a:gd name="T81" fmla="*/ 105 h 119"/>
                <a:gd name="T82" fmla="*/ 123 w 191"/>
                <a:gd name="T83" fmla="*/ 103 h 119"/>
                <a:gd name="T84" fmla="*/ 106 w 191"/>
                <a:gd name="T85" fmla="*/ 94 h 119"/>
                <a:gd name="T86" fmla="*/ 90 w 191"/>
                <a:gd name="T87" fmla="*/ 82 h 119"/>
                <a:gd name="T88" fmla="*/ 83 w 191"/>
                <a:gd name="T89" fmla="*/ 75 h 119"/>
                <a:gd name="T90" fmla="*/ 79 w 191"/>
                <a:gd name="T91" fmla="*/ 71 h 119"/>
                <a:gd name="T92" fmla="*/ 73 w 191"/>
                <a:gd name="T93" fmla="*/ 61 h 119"/>
                <a:gd name="T94" fmla="*/ 69 w 191"/>
                <a:gd name="T95" fmla="*/ 61 h 119"/>
                <a:gd name="T96" fmla="*/ 53 w 191"/>
                <a:gd name="T97" fmla="*/ 53 h 119"/>
                <a:gd name="T98" fmla="*/ 45 w 191"/>
                <a:gd name="T99" fmla="*/ 46 h 119"/>
                <a:gd name="T100" fmla="*/ 31 w 191"/>
                <a:gd name="T101" fmla="*/ 41 h 119"/>
                <a:gd name="T102" fmla="*/ 32 w 191"/>
                <a:gd name="T103" fmla="*/ 45 h 119"/>
                <a:gd name="T104" fmla="*/ 27 w 191"/>
                <a:gd name="T105" fmla="*/ 45 h 119"/>
                <a:gd name="T106" fmla="*/ 21 w 191"/>
                <a:gd name="T107" fmla="*/ 49 h 119"/>
                <a:gd name="T108" fmla="*/ 19 w 191"/>
                <a:gd name="T109" fmla="*/ 58 h 119"/>
                <a:gd name="T110" fmla="*/ 20 w 191"/>
                <a:gd name="T111" fmla="*/ 62 h 119"/>
                <a:gd name="T112" fmla="*/ 10 w 191"/>
                <a:gd name="T113" fmla="*/ 62 h 119"/>
                <a:gd name="T114" fmla="*/ 31 w 191"/>
                <a:gd name="T11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1" h="119">
                  <a:moveTo>
                    <a:pt x="31" y="0"/>
                  </a:moveTo>
                  <a:lnTo>
                    <a:pt x="50" y="13"/>
                  </a:lnTo>
                  <a:lnTo>
                    <a:pt x="57" y="16"/>
                  </a:lnTo>
                  <a:lnTo>
                    <a:pt x="67" y="21"/>
                  </a:lnTo>
                  <a:lnTo>
                    <a:pt x="85" y="20"/>
                  </a:lnTo>
                  <a:lnTo>
                    <a:pt x="104" y="20"/>
                  </a:lnTo>
                  <a:lnTo>
                    <a:pt x="111" y="24"/>
                  </a:lnTo>
                  <a:lnTo>
                    <a:pt x="114" y="32"/>
                  </a:lnTo>
                  <a:lnTo>
                    <a:pt x="118" y="30"/>
                  </a:lnTo>
                  <a:lnTo>
                    <a:pt x="118" y="48"/>
                  </a:lnTo>
                  <a:lnTo>
                    <a:pt x="127" y="48"/>
                  </a:lnTo>
                  <a:lnTo>
                    <a:pt x="131" y="62"/>
                  </a:lnTo>
                  <a:lnTo>
                    <a:pt x="133" y="62"/>
                  </a:lnTo>
                  <a:lnTo>
                    <a:pt x="139" y="59"/>
                  </a:lnTo>
                  <a:lnTo>
                    <a:pt x="143" y="58"/>
                  </a:lnTo>
                  <a:lnTo>
                    <a:pt x="146" y="59"/>
                  </a:lnTo>
                  <a:lnTo>
                    <a:pt x="152" y="62"/>
                  </a:lnTo>
                  <a:lnTo>
                    <a:pt x="153" y="62"/>
                  </a:lnTo>
                  <a:lnTo>
                    <a:pt x="158" y="58"/>
                  </a:lnTo>
                  <a:lnTo>
                    <a:pt x="160" y="54"/>
                  </a:lnTo>
                  <a:lnTo>
                    <a:pt x="162" y="51"/>
                  </a:lnTo>
                  <a:lnTo>
                    <a:pt x="164" y="49"/>
                  </a:lnTo>
                  <a:lnTo>
                    <a:pt x="168" y="44"/>
                  </a:lnTo>
                  <a:lnTo>
                    <a:pt x="170" y="42"/>
                  </a:lnTo>
                  <a:lnTo>
                    <a:pt x="173" y="40"/>
                  </a:lnTo>
                  <a:lnTo>
                    <a:pt x="174" y="40"/>
                  </a:lnTo>
                  <a:lnTo>
                    <a:pt x="174" y="42"/>
                  </a:lnTo>
                  <a:lnTo>
                    <a:pt x="170" y="48"/>
                  </a:lnTo>
                  <a:lnTo>
                    <a:pt x="169" y="51"/>
                  </a:lnTo>
                  <a:lnTo>
                    <a:pt x="171" y="53"/>
                  </a:lnTo>
                  <a:lnTo>
                    <a:pt x="177" y="54"/>
                  </a:lnTo>
                  <a:lnTo>
                    <a:pt x="178" y="55"/>
                  </a:lnTo>
                  <a:lnTo>
                    <a:pt x="181" y="57"/>
                  </a:lnTo>
                  <a:lnTo>
                    <a:pt x="183" y="54"/>
                  </a:lnTo>
                  <a:lnTo>
                    <a:pt x="183" y="51"/>
                  </a:lnTo>
                  <a:lnTo>
                    <a:pt x="185" y="51"/>
                  </a:lnTo>
                  <a:lnTo>
                    <a:pt x="190" y="55"/>
                  </a:lnTo>
                  <a:lnTo>
                    <a:pt x="191" y="58"/>
                  </a:lnTo>
                  <a:lnTo>
                    <a:pt x="187" y="62"/>
                  </a:lnTo>
                  <a:lnTo>
                    <a:pt x="183" y="62"/>
                  </a:lnTo>
                  <a:lnTo>
                    <a:pt x="178" y="63"/>
                  </a:lnTo>
                  <a:lnTo>
                    <a:pt x="177" y="61"/>
                  </a:lnTo>
                  <a:lnTo>
                    <a:pt x="174" y="58"/>
                  </a:lnTo>
                  <a:lnTo>
                    <a:pt x="170" y="62"/>
                  </a:lnTo>
                  <a:lnTo>
                    <a:pt x="168" y="62"/>
                  </a:lnTo>
                  <a:lnTo>
                    <a:pt x="165" y="65"/>
                  </a:lnTo>
                  <a:lnTo>
                    <a:pt x="162" y="66"/>
                  </a:lnTo>
                  <a:lnTo>
                    <a:pt x="162" y="69"/>
                  </a:lnTo>
                  <a:lnTo>
                    <a:pt x="165" y="70"/>
                  </a:lnTo>
                  <a:lnTo>
                    <a:pt x="165" y="73"/>
                  </a:lnTo>
                  <a:lnTo>
                    <a:pt x="161" y="74"/>
                  </a:lnTo>
                  <a:lnTo>
                    <a:pt x="156" y="75"/>
                  </a:lnTo>
                  <a:lnTo>
                    <a:pt x="157" y="76"/>
                  </a:lnTo>
                  <a:lnTo>
                    <a:pt x="158" y="78"/>
                  </a:lnTo>
                  <a:lnTo>
                    <a:pt x="153" y="79"/>
                  </a:lnTo>
                  <a:lnTo>
                    <a:pt x="153" y="83"/>
                  </a:lnTo>
                  <a:lnTo>
                    <a:pt x="150" y="83"/>
                  </a:lnTo>
                  <a:lnTo>
                    <a:pt x="145" y="82"/>
                  </a:lnTo>
                  <a:lnTo>
                    <a:pt x="144" y="84"/>
                  </a:lnTo>
                  <a:lnTo>
                    <a:pt x="144" y="88"/>
                  </a:lnTo>
                  <a:lnTo>
                    <a:pt x="146" y="92"/>
                  </a:lnTo>
                  <a:lnTo>
                    <a:pt x="149" y="91"/>
                  </a:lnTo>
                  <a:lnTo>
                    <a:pt x="152" y="91"/>
                  </a:lnTo>
                  <a:lnTo>
                    <a:pt x="153" y="94"/>
                  </a:lnTo>
                  <a:lnTo>
                    <a:pt x="152" y="96"/>
                  </a:lnTo>
                  <a:lnTo>
                    <a:pt x="153" y="99"/>
                  </a:lnTo>
                  <a:lnTo>
                    <a:pt x="154" y="100"/>
                  </a:lnTo>
                  <a:lnTo>
                    <a:pt x="156" y="104"/>
                  </a:lnTo>
                  <a:lnTo>
                    <a:pt x="154" y="105"/>
                  </a:lnTo>
                  <a:lnTo>
                    <a:pt x="152" y="111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48" y="117"/>
                  </a:lnTo>
                  <a:lnTo>
                    <a:pt x="146" y="119"/>
                  </a:lnTo>
                  <a:lnTo>
                    <a:pt x="144" y="119"/>
                  </a:lnTo>
                  <a:lnTo>
                    <a:pt x="143" y="116"/>
                  </a:lnTo>
                  <a:lnTo>
                    <a:pt x="140" y="115"/>
                  </a:lnTo>
                  <a:lnTo>
                    <a:pt x="137" y="116"/>
                  </a:lnTo>
                  <a:lnTo>
                    <a:pt x="136" y="111"/>
                  </a:lnTo>
                  <a:lnTo>
                    <a:pt x="136" y="108"/>
                  </a:lnTo>
                  <a:lnTo>
                    <a:pt x="132" y="104"/>
                  </a:lnTo>
                  <a:lnTo>
                    <a:pt x="131" y="105"/>
                  </a:lnTo>
                  <a:lnTo>
                    <a:pt x="128" y="103"/>
                  </a:lnTo>
                  <a:lnTo>
                    <a:pt x="123" y="103"/>
                  </a:lnTo>
                  <a:lnTo>
                    <a:pt x="115" y="98"/>
                  </a:lnTo>
                  <a:lnTo>
                    <a:pt x="106" y="94"/>
                  </a:lnTo>
                  <a:lnTo>
                    <a:pt x="98" y="87"/>
                  </a:lnTo>
                  <a:lnTo>
                    <a:pt x="90" y="82"/>
                  </a:lnTo>
                  <a:lnTo>
                    <a:pt x="86" y="80"/>
                  </a:lnTo>
                  <a:lnTo>
                    <a:pt x="83" y="75"/>
                  </a:lnTo>
                  <a:lnTo>
                    <a:pt x="82" y="73"/>
                  </a:lnTo>
                  <a:lnTo>
                    <a:pt x="79" y="71"/>
                  </a:lnTo>
                  <a:lnTo>
                    <a:pt x="78" y="63"/>
                  </a:lnTo>
                  <a:lnTo>
                    <a:pt x="73" y="61"/>
                  </a:lnTo>
                  <a:lnTo>
                    <a:pt x="70" y="59"/>
                  </a:lnTo>
                  <a:lnTo>
                    <a:pt x="69" y="61"/>
                  </a:lnTo>
                  <a:lnTo>
                    <a:pt x="61" y="57"/>
                  </a:lnTo>
                  <a:lnTo>
                    <a:pt x="53" y="53"/>
                  </a:lnTo>
                  <a:lnTo>
                    <a:pt x="52" y="50"/>
                  </a:lnTo>
                  <a:lnTo>
                    <a:pt x="45" y="46"/>
                  </a:lnTo>
                  <a:lnTo>
                    <a:pt x="37" y="42"/>
                  </a:lnTo>
                  <a:lnTo>
                    <a:pt x="31" y="41"/>
                  </a:lnTo>
                  <a:lnTo>
                    <a:pt x="33" y="44"/>
                  </a:lnTo>
                  <a:lnTo>
                    <a:pt x="32" y="45"/>
                  </a:lnTo>
                  <a:lnTo>
                    <a:pt x="29" y="44"/>
                  </a:lnTo>
                  <a:lnTo>
                    <a:pt x="27" y="45"/>
                  </a:lnTo>
                  <a:lnTo>
                    <a:pt x="24" y="48"/>
                  </a:lnTo>
                  <a:lnTo>
                    <a:pt x="21" y="49"/>
                  </a:lnTo>
                  <a:lnTo>
                    <a:pt x="19" y="53"/>
                  </a:lnTo>
                  <a:lnTo>
                    <a:pt x="19" y="58"/>
                  </a:lnTo>
                  <a:lnTo>
                    <a:pt x="21" y="59"/>
                  </a:lnTo>
                  <a:lnTo>
                    <a:pt x="20" y="62"/>
                  </a:lnTo>
                  <a:lnTo>
                    <a:pt x="15" y="62"/>
                  </a:lnTo>
                  <a:lnTo>
                    <a:pt x="10" y="62"/>
                  </a:lnTo>
                  <a:lnTo>
                    <a:pt x="0" y="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8" name="Freeform 361">
              <a:extLst>
                <a:ext uri="{FF2B5EF4-FFF2-40B4-BE49-F238E27FC236}">
                  <a16:creationId xmlns:a16="http://schemas.microsoft.com/office/drawing/2014/main" id="{ED90CA13-B5A6-494C-B389-CDE126B767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88841" y="5289972"/>
              <a:ext cx="888586" cy="1713706"/>
            </a:xfrm>
            <a:custGeom>
              <a:avLst/>
              <a:gdLst>
                <a:gd name="T0" fmla="*/ 35 w 98"/>
                <a:gd name="T1" fmla="*/ 172 h 189"/>
                <a:gd name="T2" fmla="*/ 37 w 98"/>
                <a:gd name="T3" fmla="*/ 0 h 189"/>
                <a:gd name="T4" fmla="*/ 49 w 98"/>
                <a:gd name="T5" fmla="*/ 5 h 189"/>
                <a:gd name="T6" fmla="*/ 53 w 98"/>
                <a:gd name="T7" fmla="*/ 9 h 189"/>
                <a:gd name="T8" fmla="*/ 60 w 98"/>
                <a:gd name="T9" fmla="*/ 19 h 189"/>
                <a:gd name="T10" fmla="*/ 69 w 98"/>
                <a:gd name="T11" fmla="*/ 22 h 189"/>
                <a:gd name="T12" fmla="*/ 69 w 98"/>
                <a:gd name="T13" fmla="*/ 26 h 189"/>
                <a:gd name="T14" fmla="*/ 61 w 98"/>
                <a:gd name="T15" fmla="*/ 28 h 189"/>
                <a:gd name="T16" fmla="*/ 57 w 98"/>
                <a:gd name="T17" fmla="*/ 31 h 189"/>
                <a:gd name="T18" fmla="*/ 54 w 98"/>
                <a:gd name="T19" fmla="*/ 32 h 189"/>
                <a:gd name="T20" fmla="*/ 53 w 98"/>
                <a:gd name="T21" fmla="*/ 39 h 189"/>
                <a:gd name="T22" fmla="*/ 49 w 98"/>
                <a:gd name="T23" fmla="*/ 44 h 189"/>
                <a:gd name="T24" fmla="*/ 45 w 98"/>
                <a:gd name="T25" fmla="*/ 48 h 189"/>
                <a:gd name="T26" fmla="*/ 45 w 98"/>
                <a:gd name="T27" fmla="*/ 57 h 189"/>
                <a:gd name="T28" fmla="*/ 50 w 98"/>
                <a:gd name="T29" fmla="*/ 64 h 189"/>
                <a:gd name="T30" fmla="*/ 56 w 98"/>
                <a:gd name="T31" fmla="*/ 72 h 189"/>
                <a:gd name="T32" fmla="*/ 65 w 98"/>
                <a:gd name="T33" fmla="*/ 82 h 189"/>
                <a:gd name="T34" fmla="*/ 85 w 98"/>
                <a:gd name="T35" fmla="*/ 100 h 189"/>
                <a:gd name="T36" fmla="*/ 89 w 98"/>
                <a:gd name="T37" fmla="*/ 106 h 189"/>
                <a:gd name="T38" fmla="*/ 92 w 98"/>
                <a:gd name="T39" fmla="*/ 117 h 189"/>
                <a:gd name="T40" fmla="*/ 95 w 98"/>
                <a:gd name="T41" fmla="*/ 126 h 189"/>
                <a:gd name="T42" fmla="*/ 96 w 98"/>
                <a:gd name="T43" fmla="*/ 134 h 189"/>
                <a:gd name="T44" fmla="*/ 96 w 98"/>
                <a:gd name="T45" fmla="*/ 136 h 189"/>
                <a:gd name="T46" fmla="*/ 95 w 98"/>
                <a:gd name="T47" fmla="*/ 142 h 189"/>
                <a:gd name="T48" fmla="*/ 95 w 98"/>
                <a:gd name="T49" fmla="*/ 150 h 189"/>
                <a:gd name="T50" fmla="*/ 87 w 98"/>
                <a:gd name="T51" fmla="*/ 157 h 189"/>
                <a:gd name="T52" fmla="*/ 79 w 98"/>
                <a:gd name="T53" fmla="*/ 164 h 189"/>
                <a:gd name="T54" fmla="*/ 67 w 98"/>
                <a:gd name="T55" fmla="*/ 167 h 189"/>
                <a:gd name="T56" fmla="*/ 65 w 98"/>
                <a:gd name="T57" fmla="*/ 165 h 189"/>
                <a:gd name="T58" fmla="*/ 66 w 98"/>
                <a:gd name="T59" fmla="*/ 169 h 189"/>
                <a:gd name="T60" fmla="*/ 65 w 98"/>
                <a:gd name="T61" fmla="*/ 173 h 189"/>
                <a:gd name="T62" fmla="*/ 61 w 98"/>
                <a:gd name="T63" fmla="*/ 175 h 189"/>
                <a:gd name="T64" fmla="*/ 60 w 98"/>
                <a:gd name="T65" fmla="*/ 178 h 189"/>
                <a:gd name="T66" fmla="*/ 53 w 98"/>
                <a:gd name="T67" fmla="*/ 182 h 189"/>
                <a:gd name="T68" fmla="*/ 45 w 98"/>
                <a:gd name="T69" fmla="*/ 189 h 189"/>
                <a:gd name="T70" fmla="*/ 46 w 98"/>
                <a:gd name="T71" fmla="*/ 186 h 189"/>
                <a:gd name="T72" fmla="*/ 45 w 98"/>
                <a:gd name="T73" fmla="*/ 180 h 189"/>
                <a:gd name="T74" fmla="*/ 49 w 98"/>
                <a:gd name="T75" fmla="*/ 169 h 189"/>
                <a:gd name="T76" fmla="*/ 41 w 98"/>
                <a:gd name="T77" fmla="*/ 169 h 189"/>
                <a:gd name="T78" fmla="*/ 45 w 98"/>
                <a:gd name="T79" fmla="*/ 163 h 189"/>
                <a:gd name="T80" fmla="*/ 58 w 98"/>
                <a:gd name="T81" fmla="*/ 160 h 189"/>
                <a:gd name="T82" fmla="*/ 60 w 98"/>
                <a:gd name="T83" fmla="*/ 155 h 189"/>
                <a:gd name="T84" fmla="*/ 65 w 98"/>
                <a:gd name="T85" fmla="*/ 147 h 189"/>
                <a:gd name="T86" fmla="*/ 75 w 98"/>
                <a:gd name="T87" fmla="*/ 138 h 189"/>
                <a:gd name="T88" fmla="*/ 73 w 98"/>
                <a:gd name="T89" fmla="*/ 121 h 189"/>
                <a:gd name="T90" fmla="*/ 71 w 98"/>
                <a:gd name="T91" fmla="*/ 111 h 189"/>
                <a:gd name="T92" fmla="*/ 71 w 98"/>
                <a:gd name="T93" fmla="*/ 101 h 189"/>
                <a:gd name="T94" fmla="*/ 70 w 98"/>
                <a:gd name="T95" fmla="*/ 94 h 189"/>
                <a:gd name="T96" fmla="*/ 65 w 98"/>
                <a:gd name="T97" fmla="*/ 88 h 189"/>
                <a:gd name="T98" fmla="*/ 58 w 98"/>
                <a:gd name="T99" fmla="*/ 82 h 189"/>
                <a:gd name="T100" fmla="*/ 49 w 98"/>
                <a:gd name="T101" fmla="*/ 72 h 189"/>
                <a:gd name="T102" fmla="*/ 35 w 98"/>
                <a:gd name="T103" fmla="*/ 61 h 189"/>
                <a:gd name="T104" fmla="*/ 29 w 98"/>
                <a:gd name="T105" fmla="*/ 55 h 189"/>
                <a:gd name="T106" fmla="*/ 33 w 98"/>
                <a:gd name="T107" fmla="*/ 48 h 189"/>
                <a:gd name="T108" fmla="*/ 35 w 98"/>
                <a:gd name="T109" fmla="*/ 39 h 189"/>
                <a:gd name="T110" fmla="*/ 25 w 98"/>
                <a:gd name="T111" fmla="*/ 32 h 189"/>
                <a:gd name="T112" fmla="*/ 8 w 98"/>
                <a:gd name="T113" fmla="*/ 25 h 189"/>
                <a:gd name="T114" fmla="*/ 2 w 98"/>
                <a:gd name="T115" fmla="*/ 14 h 189"/>
                <a:gd name="T116" fmla="*/ 4 w 98"/>
                <a:gd name="T117" fmla="*/ 9 h 189"/>
                <a:gd name="T118" fmla="*/ 11 w 98"/>
                <a:gd name="T119" fmla="*/ 11 h 189"/>
                <a:gd name="T120" fmla="*/ 17 w 98"/>
                <a:gd name="T121" fmla="*/ 9 h 189"/>
                <a:gd name="T122" fmla="*/ 27 w 98"/>
                <a:gd name="T123" fmla="*/ 7 h 189"/>
                <a:gd name="T124" fmla="*/ 37 w 98"/>
                <a:gd name="T12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8" h="189">
                  <a:moveTo>
                    <a:pt x="35" y="165"/>
                  </a:moveTo>
                  <a:lnTo>
                    <a:pt x="36" y="167"/>
                  </a:lnTo>
                  <a:lnTo>
                    <a:pt x="37" y="168"/>
                  </a:lnTo>
                  <a:lnTo>
                    <a:pt x="36" y="171"/>
                  </a:lnTo>
                  <a:lnTo>
                    <a:pt x="35" y="172"/>
                  </a:lnTo>
                  <a:lnTo>
                    <a:pt x="33" y="169"/>
                  </a:lnTo>
                  <a:lnTo>
                    <a:pt x="35" y="168"/>
                  </a:lnTo>
                  <a:lnTo>
                    <a:pt x="33" y="167"/>
                  </a:lnTo>
                  <a:lnTo>
                    <a:pt x="35" y="165"/>
                  </a:lnTo>
                  <a:close/>
                  <a:moveTo>
                    <a:pt x="37" y="0"/>
                  </a:moveTo>
                  <a:lnTo>
                    <a:pt x="40" y="1"/>
                  </a:lnTo>
                  <a:lnTo>
                    <a:pt x="40" y="2"/>
                  </a:lnTo>
                  <a:lnTo>
                    <a:pt x="42" y="3"/>
                  </a:lnTo>
                  <a:lnTo>
                    <a:pt x="44" y="5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3" y="5"/>
                  </a:lnTo>
                  <a:lnTo>
                    <a:pt x="56" y="6"/>
                  </a:lnTo>
                  <a:lnTo>
                    <a:pt x="54" y="9"/>
                  </a:lnTo>
                  <a:lnTo>
                    <a:pt x="53" y="9"/>
                  </a:lnTo>
                  <a:lnTo>
                    <a:pt x="52" y="13"/>
                  </a:lnTo>
                  <a:lnTo>
                    <a:pt x="53" y="14"/>
                  </a:lnTo>
                  <a:lnTo>
                    <a:pt x="54" y="1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2" y="21"/>
                  </a:lnTo>
                  <a:lnTo>
                    <a:pt x="64" y="22"/>
                  </a:lnTo>
                  <a:lnTo>
                    <a:pt x="66" y="21"/>
                  </a:lnTo>
                  <a:lnTo>
                    <a:pt x="67" y="22"/>
                  </a:lnTo>
                  <a:lnTo>
                    <a:pt x="69" y="22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0" y="25"/>
                  </a:lnTo>
                  <a:lnTo>
                    <a:pt x="69" y="26"/>
                  </a:lnTo>
                  <a:lnTo>
                    <a:pt x="69" y="26"/>
                  </a:lnTo>
                  <a:lnTo>
                    <a:pt x="66" y="27"/>
                  </a:lnTo>
                  <a:lnTo>
                    <a:pt x="65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2" y="30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60" y="31"/>
                  </a:lnTo>
                  <a:lnTo>
                    <a:pt x="57" y="31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3" y="36"/>
                  </a:lnTo>
                  <a:lnTo>
                    <a:pt x="53" y="38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53" y="42"/>
                  </a:lnTo>
                  <a:lnTo>
                    <a:pt x="52" y="42"/>
                  </a:lnTo>
                  <a:lnTo>
                    <a:pt x="50" y="44"/>
                  </a:lnTo>
                  <a:lnTo>
                    <a:pt x="49" y="44"/>
                  </a:lnTo>
                  <a:lnTo>
                    <a:pt x="48" y="43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47"/>
                  </a:lnTo>
                  <a:lnTo>
                    <a:pt x="45" y="48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8" y="52"/>
                  </a:lnTo>
                  <a:lnTo>
                    <a:pt x="46" y="56"/>
                  </a:lnTo>
                  <a:lnTo>
                    <a:pt x="45" y="57"/>
                  </a:lnTo>
                  <a:lnTo>
                    <a:pt x="48" y="60"/>
                  </a:lnTo>
                  <a:lnTo>
                    <a:pt x="46" y="61"/>
                  </a:lnTo>
                  <a:lnTo>
                    <a:pt x="45" y="61"/>
                  </a:lnTo>
                  <a:lnTo>
                    <a:pt x="46" y="63"/>
                  </a:lnTo>
                  <a:lnTo>
                    <a:pt x="50" y="64"/>
                  </a:lnTo>
                  <a:lnTo>
                    <a:pt x="53" y="67"/>
                  </a:lnTo>
                  <a:lnTo>
                    <a:pt x="54" y="67"/>
                  </a:lnTo>
                  <a:lnTo>
                    <a:pt x="57" y="69"/>
                  </a:lnTo>
                  <a:lnTo>
                    <a:pt x="57" y="71"/>
                  </a:lnTo>
                  <a:lnTo>
                    <a:pt x="56" y="72"/>
                  </a:lnTo>
                  <a:lnTo>
                    <a:pt x="57" y="75"/>
                  </a:lnTo>
                  <a:lnTo>
                    <a:pt x="57" y="76"/>
                  </a:lnTo>
                  <a:lnTo>
                    <a:pt x="62" y="80"/>
                  </a:lnTo>
                  <a:lnTo>
                    <a:pt x="65" y="81"/>
                  </a:lnTo>
                  <a:lnTo>
                    <a:pt x="65" y="82"/>
                  </a:lnTo>
                  <a:lnTo>
                    <a:pt x="71" y="85"/>
                  </a:lnTo>
                  <a:lnTo>
                    <a:pt x="77" y="90"/>
                  </a:lnTo>
                  <a:lnTo>
                    <a:pt x="78" y="92"/>
                  </a:lnTo>
                  <a:lnTo>
                    <a:pt x="83" y="96"/>
                  </a:lnTo>
                  <a:lnTo>
                    <a:pt x="85" y="100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9" y="105"/>
                  </a:lnTo>
                  <a:lnTo>
                    <a:pt x="89" y="106"/>
                  </a:lnTo>
                  <a:lnTo>
                    <a:pt x="90" y="107"/>
                  </a:lnTo>
                  <a:lnTo>
                    <a:pt x="89" y="109"/>
                  </a:lnTo>
                  <a:lnTo>
                    <a:pt x="91" y="111"/>
                  </a:lnTo>
                  <a:lnTo>
                    <a:pt x="91" y="115"/>
                  </a:lnTo>
                  <a:lnTo>
                    <a:pt x="92" y="117"/>
                  </a:lnTo>
                  <a:lnTo>
                    <a:pt x="94" y="119"/>
                  </a:lnTo>
                  <a:lnTo>
                    <a:pt x="94" y="121"/>
                  </a:lnTo>
                  <a:lnTo>
                    <a:pt x="94" y="123"/>
                  </a:lnTo>
                  <a:lnTo>
                    <a:pt x="94" y="125"/>
                  </a:lnTo>
                  <a:lnTo>
                    <a:pt x="95" y="126"/>
                  </a:lnTo>
                  <a:lnTo>
                    <a:pt x="94" y="127"/>
                  </a:lnTo>
                  <a:lnTo>
                    <a:pt x="95" y="130"/>
                  </a:lnTo>
                  <a:lnTo>
                    <a:pt x="95" y="131"/>
                  </a:lnTo>
                  <a:lnTo>
                    <a:pt x="96" y="131"/>
                  </a:lnTo>
                  <a:lnTo>
                    <a:pt x="96" y="134"/>
                  </a:lnTo>
                  <a:lnTo>
                    <a:pt x="98" y="136"/>
                  </a:lnTo>
                  <a:lnTo>
                    <a:pt x="98" y="138"/>
                  </a:lnTo>
                  <a:lnTo>
                    <a:pt x="98" y="138"/>
                  </a:lnTo>
                  <a:lnTo>
                    <a:pt x="98" y="136"/>
                  </a:lnTo>
                  <a:lnTo>
                    <a:pt x="96" y="136"/>
                  </a:lnTo>
                  <a:lnTo>
                    <a:pt x="95" y="136"/>
                  </a:lnTo>
                  <a:lnTo>
                    <a:pt x="95" y="138"/>
                  </a:lnTo>
                  <a:lnTo>
                    <a:pt x="96" y="139"/>
                  </a:lnTo>
                  <a:lnTo>
                    <a:pt x="96" y="140"/>
                  </a:lnTo>
                  <a:lnTo>
                    <a:pt x="95" y="142"/>
                  </a:lnTo>
                  <a:lnTo>
                    <a:pt x="95" y="143"/>
                  </a:lnTo>
                  <a:lnTo>
                    <a:pt x="94" y="144"/>
                  </a:lnTo>
                  <a:lnTo>
                    <a:pt x="95" y="147"/>
                  </a:lnTo>
                  <a:lnTo>
                    <a:pt x="94" y="148"/>
                  </a:lnTo>
                  <a:lnTo>
                    <a:pt x="95" y="150"/>
                  </a:lnTo>
                  <a:lnTo>
                    <a:pt x="94" y="151"/>
                  </a:lnTo>
                  <a:lnTo>
                    <a:pt x="92" y="152"/>
                  </a:lnTo>
                  <a:lnTo>
                    <a:pt x="91" y="155"/>
                  </a:lnTo>
                  <a:lnTo>
                    <a:pt x="90" y="155"/>
                  </a:lnTo>
                  <a:lnTo>
                    <a:pt x="87" y="157"/>
                  </a:lnTo>
                  <a:lnTo>
                    <a:pt x="86" y="159"/>
                  </a:lnTo>
                  <a:lnTo>
                    <a:pt x="83" y="160"/>
                  </a:lnTo>
                  <a:lnTo>
                    <a:pt x="83" y="163"/>
                  </a:lnTo>
                  <a:lnTo>
                    <a:pt x="81" y="163"/>
                  </a:lnTo>
                  <a:lnTo>
                    <a:pt x="79" y="164"/>
                  </a:lnTo>
                  <a:lnTo>
                    <a:pt x="74" y="167"/>
                  </a:lnTo>
                  <a:lnTo>
                    <a:pt x="71" y="167"/>
                  </a:lnTo>
                  <a:lnTo>
                    <a:pt x="70" y="167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7" y="165"/>
                  </a:lnTo>
                  <a:lnTo>
                    <a:pt x="67" y="164"/>
                  </a:lnTo>
                  <a:lnTo>
                    <a:pt x="67" y="165"/>
                  </a:lnTo>
                  <a:lnTo>
                    <a:pt x="66" y="165"/>
                  </a:lnTo>
                  <a:lnTo>
                    <a:pt x="65" y="165"/>
                  </a:lnTo>
                  <a:lnTo>
                    <a:pt x="66" y="167"/>
                  </a:lnTo>
                  <a:lnTo>
                    <a:pt x="66" y="167"/>
                  </a:lnTo>
                  <a:lnTo>
                    <a:pt x="65" y="168"/>
                  </a:lnTo>
                  <a:lnTo>
                    <a:pt x="64" y="168"/>
                  </a:lnTo>
                  <a:lnTo>
                    <a:pt x="66" y="169"/>
                  </a:lnTo>
                  <a:lnTo>
                    <a:pt x="66" y="169"/>
                  </a:lnTo>
                  <a:lnTo>
                    <a:pt x="67" y="172"/>
                  </a:lnTo>
                  <a:lnTo>
                    <a:pt x="65" y="173"/>
                  </a:lnTo>
                  <a:lnTo>
                    <a:pt x="62" y="171"/>
                  </a:lnTo>
                  <a:lnTo>
                    <a:pt x="65" y="173"/>
                  </a:lnTo>
                  <a:lnTo>
                    <a:pt x="65" y="175"/>
                  </a:lnTo>
                  <a:lnTo>
                    <a:pt x="64" y="176"/>
                  </a:lnTo>
                  <a:lnTo>
                    <a:pt x="62" y="175"/>
                  </a:lnTo>
                  <a:lnTo>
                    <a:pt x="62" y="173"/>
                  </a:lnTo>
                  <a:lnTo>
                    <a:pt x="61" y="175"/>
                  </a:lnTo>
                  <a:lnTo>
                    <a:pt x="61" y="176"/>
                  </a:lnTo>
                  <a:lnTo>
                    <a:pt x="61" y="176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0" y="178"/>
                  </a:lnTo>
                  <a:lnTo>
                    <a:pt x="58" y="178"/>
                  </a:lnTo>
                  <a:lnTo>
                    <a:pt x="56" y="181"/>
                  </a:lnTo>
                  <a:lnTo>
                    <a:pt x="56" y="181"/>
                  </a:lnTo>
                  <a:lnTo>
                    <a:pt x="54" y="181"/>
                  </a:lnTo>
                  <a:lnTo>
                    <a:pt x="53" y="182"/>
                  </a:lnTo>
                  <a:lnTo>
                    <a:pt x="53" y="185"/>
                  </a:lnTo>
                  <a:lnTo>
                    <a:pt x="52" y="186"/>
                  </a:lnTo>
                  <a:lnTo>
                    <a:pt x="50" y="186"/>
                  </a:lnTo>
                  <a:lnTo>
                    <a:pt x="50" y="186"/>
                  </a:lnTo>
                  <a:lnTo>
                    <a:pt x="45" y="189"/>
                  </a:lnTo>
                  <a:lnTo>
                    <a:pt x="42" y="189"/>
                  </a:lnTo>
                  <a:lnTo>
                    <a:pt x="45" y="188"/>
                  </a:lnTo>
                  <a:lnTo>
                    <a:pt x="46" y="186"/>
                  </a:lnTo>
                  <a:lnTo>
                    <a:pt x="48" y="185"/>
                  </a:lnTo>
                  <a:lnTo>
                    <a:pt x="46" y="186"/>
                  </a:lnTo>
                  <a:lnTo>
                    <a:pt x="45" y="185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0"/>
                  </a:lnTo>
                  <a:lnTo>
                    <a:pt x="45" y="176"/>
                  </a:lnTo>
                  <a:lnTo>
                    <a:pt x="46" y="173"/>
                  </a:lnTo>
                  <a:lnTo>
                    <a:pt x="50" y="171"/>
                  </a:lnTo>
                  <a:lnTo>
                    <a:pt x="52" y="169"/>
                  </a:lnTo>
                  <a:lnTo>
                    <a:pt x="49" y="169"/>
                  </a:lnTo>
                  <a:lnTo>
                    <a:pt x="48" y="169"/>
                  </a:lnTo>
                  <a:lnTo>
                    <a:pt x="45" y="169"/>
                  </a:lnTo>
                  <a:lnTo>
                    <a:pt x="44" y="169"/>
                  </a:lnTo>
                  <a:lnTo>
                    <a:pt x="42" y="169"/>
                  </a:lnTo>
                  <a:lnTo>
                    <a:pt x="41" y="169"/>
                  </a:lnTo>
                  <a:lnTo>
                    <a:pt x="41" y="168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42" y="163"/>
                  </a:lnTo>
                  <a:lnTo>
                    <a:pt x="45" y="163"/>
                  </a:lnTo>
                  <a:lnTo>
                    <a:pt x="46" y="160"/>
                  </a:lnTo>
                  <a:lnTo>
                    <a:pt x="49" y="159"/>
                  </a:lnTo>
                  <a:lnTo>
                    <a:pt x="50" y="160"/>
                  </a:lnTo>
                  <a:lnTo>
                    <a:pt x="56" y="159"/>
                  </a:lnTo>
                  <a:lnTo>
                    <a:pt x="58" y="160"/>
                  </a:lnTo>
                  <a:lnTo>
                    <a:pt x="58" y="161"/>
                  </a:lnTo>
                  <a:lnTo>
                    <a:pt x="62" y="161"/>
                  </a:lnTo>
                  <a:lnTo>
                    <a:pt x="61" y="159"/>
                  </a:lnTo>
                  <a:lnTo>
                    <a:pt x="62" y="157"/>
                  </a:lnTo>
                  <a:lnTo>
                    <a:pt x="60" y="155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60" y="148"/>
                  </a:lnTo>
                  <a:lnTo>
                    <a:pt x="64" y="148"/>
                  </a:lnTo>
                  <a:lnTo>
                    <a:pt x="65" y="147"/>
                  </a:lnTo>
                  <a:lnTo>
                    <a:pt x="67" y="144"/>
                  </a:lnTo>
                  <a:lnTo>
                    <a:pt x="71" y="143"/>
                  </a:lnTo>
                  <a:lnTo>
                    <a:pt x="71" y="142"/>
                  </a:lnTo>
                  <a:lnTo>
                    <a:pt x="74" y="142"/>
                  </a:lnTo>
                  <a:lnTo>
                    <a:pt x="75" y="138"/>
                  </a:lnTo>
                  <a:lnTo>
                    <a:pt x="75" y="135"/>
                  </a:lnTo>
                  <a:lnTo>
                    <a:pt x="75" y="131"/>
                  </a:lnTo>
                  <a:lnTo>
                    <a:pt x="74" y="130"/>
                  </a:lnTo>
                  <a:lnTo>
                    <a:pt x="75" y="126"/>
                  </a:lnTo>
                  <a:lnTo>
                    <a:pt x="73" y="121"/>
                  </a:lnTo>
                  <a:lnTo>
                    <a:pt x="71" y="119"/>
                  </a:lnTo>
                  <a:lnTo>
                    <a:pt x="70" y="117"/>
                  </a:lnTo>
                  <a:lnTo>
                    <a:pt x="70" y="117"/>
                  </a:lnTo>
                  <a:lnTo>
                    <a:pt x="73" y="115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0" y="106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1" y="101"/>
                  </a:lnTo>
                  <a:lnTo>
                    <a:pt x="71" y="100"/>
                  </a:lnTo>
                  <a:lnTo>
                    <a:pt x="71" y="97"/>
                  </a:lnTo>
                  <a:lnTo>
                    <a:pt x="73" y="94"/>
                  </a:lnTo>
                  <a:lnTo>
                    <a:pt x="73" y="93"/>
                  </a:lnTo>
                  <a:lnTo>
                    <a:pt x="70" y="94"/>
                  </a:lnTo>
                  <a:lnTo>
                    <a:pt x="69" y="93"/>
                  </a:lnTo>
                  <a:lnTo>
                    <a:pt x="67" y="92"/>
                  </a:lnTo>
                  <a:lnTo>
                    <a:pt x="65" y="92"/>
                  </a:lnTo>
                  <a:lnTo>
                    <a:pt x="64" y="90"/>
                  </a:lnTo>
                  <a:lnTo>
                    <a:pt x="65" y="88"/>
                  </a:lnTo>
                  <a:lnTo>
                    <a:pt x="62" y="88"/>
                  </a:lnTo>
                  <a:lnTo>
                    <a:pt x="61" y="88"/>
                  </a:lnTo>
                  <a:lnTo>
                    <a:pt x="60" y="86"/>
                  </a:lnTo>
                  <a:lnTo>
                    <a:pt x="60" y="84"/>
                  </a:lnTo>
                  <a:lnTo>
                    <a:pt x="58" y="82"/>
                  </a:lnTo>
                  <a:lnTo>
                    <a:pt x="56" y="82"/>
                  </a:lnTo>
                  <a:lnTo>
                    <a:pt x="54" y="81"/>
                  </a:lnTo>
                  <a:lnTo>
                    <a:pt x="53" y="78"/>
                  </a:lnTo>
                  <a:lnTo>
                    <a:pt x="49" y="75"/>
                  </a:lnTo>
                  <a:lnTo>
                    <a:pt x="49" y="72"/>
                  </a:lnTo>
                  <a:lnTo>
                    <a:pt x="46" y="69"/>
                  </a:lnTo>
                  <a:lnTo>
                    <a:pt x="44" y="68"/>
                  </a:lnTo>
                  <a:lnTo>
                    <a:pt x="41" y="64"/>
                  </a:lnTo>
                  <a:lnTo>
                    <a:pt x="39" y="63"/>
                  </a:lnTo>
                  <a:lnTo>
                    <a:pt x="35" y="61"/>
                  </a:lnTo>
                  <a:lnTo>
                    <a:pt x="31" y="61"/>
                  </a:lnTo>
                  <a:lnTo>
                    <a:pt x="29" y="57"/>
                  </a:lnTo>
                  <a:lnTo>
                    <a:pt x="28" y="57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27" y="52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1" y="48"/>
                  </a:lnTo>
                  <a:lnTo>
                    <a:pt x="33" y="48"/>
                  </a:lnTo>
                  <a:lnTo>
                    <a:pt x="35" y="47"/>
                  </a:lnTo>
                  <a:lnTo>
                    <a:pt x="36" y="42"/>
                  </a:lnTo>
                  <a:lnTo>
                    <a:pt x="37" y="42"/>
                  </a:lnTo>
                  <a:lnTo>
                    <a:pt x="37" y="40"/>
                  </a:lnTo>
                  <a:lnTo>
                    <a:pt x="35" y="39"/>
                  </a:lnTo>
                  <a:lnTo>
                    <a:pt x="35" y="38"/>
                  </a:lnTo>
                  <a:lnTo>
                    <a:pt x="35" y="35"/>
                  </a:lnTo>
                  <a:lnTo>
                    <a:pt x="31" y="34"/>
                  </a:lnTo>
                  <a:lnTo>
                    <a:pt x="29" y="32"/>
                  </a:lnTo>
                  <a:lnTo>
                    <a:pt x="25" y="32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5" y="32"/>
                  </a:lnTo>
                  <a:lnTo>
                    <a:pt x="13" y="28"/>
                  </a:lnTo>
                  <a:lnTo>
                    <a:pt x="8" y="25"/>
                  </a:lnTo>
                  <a:lnTo>
                    <a:pt x="10" y="23"/>
                  </a:lnTo>
                  <a:lnTo>
                    <a:pt x="10" y="21"/>
                  </a:lnTo>
                  <a:lnTo>
                    <a:pt x="7" y="18"/>
                  </a:lnTo>
                  <a:lnTo>
                    <a:pt x="6" y="15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2" y="7"/>
                  </a:lnTo>
                  <a:lnTo>
                    <a:pt x="15" y="10"/>
                  </a:lnTo>
                  <a:lnTo>
                    <a:pt x="16" y="7"/>
                  </a:lnTo>
                  <a:lnTo>
                    <a:pt x="17" y="9"/>
                  </a:lnTo>
                  <a:lnTo>
                    <a:pt x="19" y="10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4" y="6"/>
                  </a:lnTo>
                  <a:lnTo>
                    <a:pt x="27" y="7"/>
                  </a:lnTo>
                  <a:lnTo>
                    <a:pt x="31" y="6"/>
                  </a:lnTo>
                  <a:lnTo>
                    <a:pt x="31" y="2"/>
                  </a:lnTo>
                  <a:lnTo>
                    <a:pt x="33" y="1"/>
                  </a:lnTo>
                  <a:lnTo>
                    <a:pt x="3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9" name="Freeform 362">
              <a:extLst>
                <a:ext uri="{FF2B5EF4-FFF2-40B4-BE49-F238E27FC236}">
                  <a16:creationId xmlns:a16="http://schemas.microsoft.com/office/drawing/2014/main" id="{EFE3E9D7-506F-4E29-A827-8089D97E7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712" y="6314568"/>
              <a:ext cx="562167" cy="489631"/>
            </a:xfrm>
            <a:custGeom>
              <a:avLst/>
              <a:gdLst>
                <a:gd name="T0" fmla="*/ 51 w 62"/>
                <a:gd name="T1" fmla="*/ 1 h 54"/>
                <a:gd name="T2" fmla="*/ 54 w 62"/>
                <a:gd name="T3" fmla="*/ 4 h 54"/>
                <a:gd name="T4" fmla="*/ 58 w 62"/>
                <a:gd name="T5" fmla="*/ 6 h 54"/>
                <a:gd name="T6" fmla="*/ 62 w 62"/>
                <a:gd name="T7" fmla="*/ 13 h 54"/>
                <a:gd name="T8" fmla="*/ 62 w 62"/>
                <a:gd name="T9" fmla="*/ 18 h 54"/>
                <a:gd name="T10" fmla="*/ 62 w 62"/>
                <a:gd name="T11" fmla="*/ 25 h 54"/>
                <a:gd name="T12" fmla="*/ 58 w 62"/>
                <a:gd name="T13" fmla="*/ 29 h 54"/>
                <a:gd name="T14" fmla="*/ 54 w 62"/>
                <a:gd name="T15" fmla="*/ 31 h 54"/>
                <a:gd name="T16" fmla="*/ 51 w 62"/>
                <a:gd name="T17" fmla="*/ 35 h 54"/>
                <a:gd name="T18" fmla="*/ 44 w 62"/>
                <a:gd name="T19" fmla="*/ 38 h 54"/>
                <a:gd name="T20" fmla="*/ 47 w 62"/>
                <a:gd name="T21" fmla="*/ 42 h 54"/>
                <a:gd name="T22" fmla="*/ 48 w 62"/>
                <a:gd name="T23" fmla="*/ 46 h 54"/>
                <a:gd name="T24" fmla="*/ 45 w 62"/>
                <a:gd name="T25" fmla="*/ 48 h 54"/>
                <a:gd name="T26" fmla="*/ 43 w 62"/>
                <a:gd name="T27" fmla="*/ 46 h 54"/>
                <a:gd name="T28" fmla="*/ 36 w 62"/>
                <a:gd name="T29" fmla="*/ 46 h 54"/>
                <a:gd name="T30" fmla="*/ 32 w 62"/>
                <a:gd name="T31" fmla="*/ 50 h 54"/>
                <a:gd name="T32" fmla="*/ 28 w 62"/>
                <a:gd name="T33" fmla="*/ 54 h 54"/>
                <a:gd name="T34" fmla="*/ 24 w 62"/>
                <a:gd name="T35" fmla="*/ 52 h 54"/>
                <a:gd name="T36" fmla="*/ 22 w 62"/>
                <a:gd name="T37" fmla="*/ 50 h 54"/>
                <a:gd name="T38" fmla="*/ 19 w 62"/>
                <a:gd name="T39" fmla="*/ 52 h 54"/>
                <a:gd name="T40" fmla="*/ 18 w 62"/>
                <a:gd name="T41" fmla="*/ 51 h 54"/>
                <a:gd name="T42" fmla="*/ 18 w 62"/>
                <a:gd name="T43" fmla="*/ 48 h 54"/>
                <a:gd name="T44" fmla="*/ 18 w 62"/>
                <a:gd name="T45" fmla="*/ 46 h 54"/>
                <a:gd name="T46" fmla="*/ 16 w 62"/>
                <a:gd name="T47" fmla="*/ 44 h 54"/>
                <a:gd name="T48" fmla="*/ 15 w 62"/>
                <a:gd name="T49" fmla="*/ 48 h 54"/>
                <a:gd name="T50" fmla="*/ 11 w 62"/>
                <a:gd name="T51" fmla="*/ 48 h 54"/>
                <a:gd name="T52" fmla="*/ 11 w 62"/>
                <a:gd name="T53" fmla="*/ 44 h 54"/>
                <a:gd name="T54" fmla="*/ 10 w 62"/>
                <a:gd name="T55" fmla="*/ 42 h 54"/>
                <a:gd name="T56" fmla="*/ 7 w 62"/>
                <a:gd name="T57" fmla="*/ 39 h 54"/>
                <a:gd name="T58" fmla="*/ 6 w 62"/>
                <a:gd name="T59" fmla="*/ 35 h 54"/>
                <a:gd name="T60" fmla="*/ 4 w 62"/>
                <a:gd name="T61" fmla="*/ 31 h 54"/>
                <a:gd name="T62" fmla="*/ 4 w 62"/>
                <a:gd name="T63" fmla="*/ 30 h 54"/>
                <a:gd name="T64" fmla="*/ 3 w 62"/>
                <a:gd name="T65" fmla="*/ 23 h 54"/>
                <a:gd name="T66" fmla="*/ 0 w 62"/>
                <a:gd name="T67" fmla="*/ 17 h 54"/>
                <a:gd name="T68" fmla="*/ 2 w 62"/>
                <a:gd name="T69" fmla="*/ 10 h 54"/>
                <a:gd name="T70" fmla="*/ 6 w 62"/>
                <a:gd name="T71" fmla="*/ 2 h 54"/>
                <a:gd name="T72" fmla="*/ 14 w 62"/>
                <a:gd name="T73" fmla="*/ 1 h 54"/>
                <a:gd name="T74" fmla="*/ 18 w 62"/>
                <a:gd name="T75" fmla="*/ 2 h 54"/>
                <a:gd name="T76" fmla="*/ 24 w 62"/>
                <a:gd name="T77" fmla="*/ 1 h 54"/>
                <a:gd name="T78" fmla="*/ 29 w 62"/>
                <a:gd name="T79" fmla="*/ 1 h 54"/>
                <a:gd name="T80" fmla="*/ 33 w 62"/>
                <a:gd name="T81" fmla="*/ 2 h 54"/>
                <a:gd name="T82" fmla="*/ 37 w 62"/>
                <a:gd name="T83" fmla="*/ 6 h 54"/>
                <a:gd name="T84" fmla="*/ 43 w 62"/>
                <a:gd name="T85" fmla="*/ 9 h 54"/>
                <a:gd name="T86" fmla="*/ 47 w 62"/>
                <a:gd name="T87" fmla="*/ 9 h 54"/>
                <a:gd name="T88" fmla="*/ 47 w 62"/>
                <a:gd name="T89" fmla="*/ 5 h 54"/>
                <a:gd name="T90" fmla="*/ 45 w 62"/>
                <a:gd name="T9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2" h="54">
                  <a:moveTo>
                    <a:pt x="49" y="0"/>
                  </a:moveTo>
                  <a:lnTo>
                    <a:pt x="51" y="1"/>
                  </a:lnTo>
                  <a:lnTo>
                    <a:pt x="52" y="2"/>
                  </a:lnTo>
                  <a:lnTo>
                    <a:pt x="54" y="4"/>
                  </a:lnTo>
                  <a:lnTo>
                    <a:pt x="57" y="4"/>
                  </a:lnTo>
                  <a:lnTo>
                    <a:pt x="58" y="6"/>
                  </a:lnTo>
                  <a:lnTo>
                    <a:pt x="60" y="8"/>
                  </a:lnTo>
                  <a:lnTo>
                    <a:pt x="62" y="13"/>
                  </a:lnTo>
                  <a:lnTo>
                    <a:pt x="61" y="17"/>
                  </a:lnTo>
                  <a:lnTo>
                    <a:pt x="62" y="18"/>
                  </a:lnTo>
                  <a:lnTo>
                    <a:pt x="62" y="22"/>
                  </a:lnTo>
                  <a:lnTo>
                    <a:pt x="62" y="25"/>
                  </a:lnTo>
                  <a:lnTo>
                    <a:pt x="61" y="29"/>
                  </a:lnTo>
                  <a:lnTo>
                    <a:pt x="58" y="29"/>
                  </a:lnTo>
                  <a:lnTo>
                    <a:pt x="58" y="30"/>
                  </a:lnTo>
                  <a:lnTo>
                    <a:pt x="54" y="31"/>
                  </a:lnTo>
                  <a:lnTo>
                    <a:pt x="52" y="34"/>
                  </a:lnTo>
                  <a:lnTo>
                    <a:pt x="51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4" y="42"/>
                  </a:lnTo>
                  <a:lnTo>
                    <a:pt x="47" y="42"/>
                  </a:lnTo>
                  <a:lnTo>
                    <a:pt x="49" y="44"/>
                  </a:lnTo>
                  <a:lnTo>
                    <a:pt x="48" y="46"/>
                  </a:lnTo>
                  <a:lnTo>
                    <a:pt x="49" y="48"/>
                  </a:lnTo>
                  <a:lnTo>
                    <a:pt x="45" y="48"/>
                  </a:lnTo>
                  <a:lnTo>
                    <a:pt x="45" y="47"/>
                  </a:lnTo>
                  <a:lnTo>
                    <a:pt x="43" y="46"/>
                  </a:lnTo>
                  <a:lnTo>
                    <a:pt x="37" y="47"/>
                  </a:lnTo>
                  <a:lnTo>
                    <a:pt x="36" y="46"/>
                  </a:lnTo>
                  <a:lnTo>
                    <a:pt x="33" y="47"/>
                  </a:lnTo>
                  <a:lnTo>
                    <a:pt x="32" y="50"/>
                  </a:lnTo>
                  <a:lnTo>
                    <a:pt x="29" y="50"/>
                  </a:lnTo>
                  <a:lnTo>
                    <a:pt x="28" y="54"/>
                  </a:lnTo>
                  <a:lnTo>
                    <a:pt x="26" y="51"/>
                  </a:lnTo>
                  <a:lnTo>
                    <a:pt x="24" y="52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1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8" y="48"/>
                  </a:lnTo>
                  <a:lnTo>
                    <a:pt x="18" y="47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5" y="46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1" y="48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2" y="22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10"/>
                  </a:lnTo>
                  <a:lnTo>
                    <a:pt x="3" y="6"/>
                  </a:lnTo>
                  <a:lnTo>
                    <a:pt x="6" y="2"/>
                  </a:lnTo>
                  <a:lnTo>
                    <a:pt x="8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8" y="2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9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7" y="6"/>
                  </a:lnTo>
                  <a:lnTo>
                    <a:pt x="40" y="6"/>
                  </a:lnTo>
                  <a:lnTo>
                    <a:pt x="43" y="9"/>
                  </a:lnTo>
                  <a:lnTo>
                    <a:pt x="47" y="10"/>
                  </a:lnTo>
                  <a:lnTo>
                    <a:pt x="47" y="9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4" y="2"/>
                  </a:lnTo>
                  <a:lnTo>
                    <a:pt x="45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9" name="Freeform 363">
              <a:extLst>
                <a:ext uri="{FF2B5EF4-FFF2-40B4-BE49-F238E27FC236}">
                  <a16:creationId xmlns:a16="http://schemas.microsoft.com/office/drawing/2014/main" id="{5E8F6162-99BB-4E41-9327-BBEFF11C6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364" y="5407848"/>
              <a:ext cx="870451" cy="997394"/>
            </a:xfrm>
            <a:custGeom>
              <a:avLst/>
              <a:gdLst>
                <a:gd name="T0" fmla="*/ 28 w 96"/>
                <a:gd name="T1" fmla="*/ 2 h 110"/>
                <a:gd name="T2" fmla="*/ 32 w 96"/>
                <a:gd name="T3" fmla="*/ 10 h 110"/>
                <a:gd name="T4" fmla="*/ 37 w 96"/>
                <a:gd name="T5" fmla="*/ 19 h 110"/>
                <a:gd name="T6" fmla="*/ 47 w 96"/>
                <a:gd name="T7" fmla="*/ 19 h 110"/>
                <a:gd name="T8" fmla="*/ 57 w 96"/>
                <a:gd name="T9" fmla="*/ 22 h 110"/>
                <a:gd name="T10" fmla="*/ 59 w 96"/>
                <a:gd name="T11" fmla="*/ 27 h 110"/>
                <a:gd name="T12" fmla="*/ 57 w 96"/>
                <a:gd name="T13" fmla="*/ 34 h 110"/>
                <a:gd name="T14" fmla="*/ 50 w 96"/>
                <a:gd name="T15" fmla="*/ 37 h 110"/>
                <a:gd name="T16" fmla="*/ 51 w 96"/>
                <a:gd name="T17" fmla="*/ 42 h 110"/>
                <a:gd name="T18" fmla="*/ 51 w 96"/>
                <a:gd name="T19" fmla="*/ 44 h 110"/>
                <a:gd name="T20" fmla="*/ 61 w 96"/>
                <a:gd name="T21" fmla="*/ 50 h 110"/>
                <a:gd name="T22" fmla="*/ 68 w 96"/>
                <a:gd name="T23" fmla="*/ 56 h 110"/>
                <a:gd name="T24" fmla="*/ 75 w 96"/>
                <a:gd name="T25" fmla="*/ 65 h 110"/>
                <a:gd name="T26" fmla="*/ 80 w 96"/>
                <a:gd name="T27" fmla="*/ 69 h 110"/>
                <a:gd name="T28" fmla="*/ 83 w 96"/>
                <a:gd name="T29" fmla="*/ 75 h 110"/>
                <a:gd name="T30" fmla="*/ 86 w 96"/>
                <a:gd name="T31" fmla="*/ 77 h 110"/>
                <a:gd name="T32" fmla="*/ 91 w 96"/>
                <a:gd name="T33" fmla="*/ 80 h 110"/>
                <a:gd name="T34" fmla="*/ 95 w 96"/>
                <a:gd name="T35" fmla="*/ 81 h 110"/>
                <a:gd name="T36" fmla="*/ 93 w 96"/>
                <a:gd name="T37" fmla="*/ 88 h 110"/>
                <a:gd name="T38" fmla="*/ 92 w 96"/>
                <a:gd name="T39" fmla="*/ 93 h 110"/>
                <a:gd name="T40" fmla="*/ 95 w 96"/>
                <a:gd name="T41" fmla="*/ 102 h 110"/>
                <a:gd name="T42" fmla="*/ 87 w 96"/>
                <a:gd name="T43" fmla="*/ 102 h 110"/>
                <a:gd name="T44" fmla="*/ 80 w 96"/>
                <a:gd name="T45" fmla="*/ 100 h 110"/>
                <a:gd name="T46" fmla="*/ 80 w 96"/>
                <a:gd name="T47" fmla="*/ 106 h 110"/>
                <a:gd name="T48" fmla="*/ 78 w 96"/>
                <a:gd name="T49" fmla="*/ 109 h 110"/>
                <a:gd name="T50" fmla="*/ 71 w 96"/>
                <a:gd name="T51" fmla="*/ 104 h 110"/>
                <a:gd name="T52" fmla="*/ 71 w 96"/>
                <a:gd name="T53" fmla="*/ 100 h 110"/>
                <a:gd name="T54" fmla="*/ 71 w 96"/>
                <a:gd name="T55" fmla="*/ 92 h 110"/>
                <a:gd name="T56" fmla="*/ 71 w 96"/>
                <a:gd name="T57" fmla="*/ 85 h 110"/>
                <a:gd name="T58" fmla="*/ 67 w 96"/>
                <a:gd name="T59" fmla="*/ 81 h 110"/>
                <a:gd name="T60" fmla="*/ 61 w 96"/>
                <a:gd name="T61" fmla="*/ 77 h 110"/>
                <a:gd name="T62" fmla="*/ 59 w 96"/>
                <a:gd name="T63" fmla="*/ 69 h 110"/>
                <a:gd name="T64" fmla="*/ 61 w 96"/>
                <a:gd name="T65" fmla="*/ 63 h 110"/>
                <a:gd name="T66" fmla="*/ 50 w 96"/>
                <a:gd name="T67" fmla="*/ 54 h 110"/>
                <a:gd name="T68" fmla="*/ 38 w 96"/>
                <a:gd name="T69" fmla="*/ 59 h 110"/>
                <a:gd name="T70" fmla="*/ 29 w 96"/>
                <a:gd name="T71" fmla="*/ 56 h 110"/>
                <a:gd name="T72" fmla="*/ 21 w 96"/>
                <a:gd name="T73" fmla="*/ 59 h 110"/>
                <a:gd name="T74" fmla="*/ 14 w 96"/>
                <a:gd name="T75" fmla="*/ 55 h 110"/>
                <a:gd name="T76" fmla="*/ 14 w 96"/>
                <a:gd name="T77" fmla="*/ 46 h 110"/>
                <a:gd name="T78" fmla="*/ 14 w 96"/>
                <a:gd name="T79" fmla="*/ 39 h 110"/>
                <a:gd name="T80" fmla="*/ 8 w 96"/>
                <a:gd name="T81" fmla="*/ 39 h 110"/>
                <a:gd name="T82" fmla="*/ 7 w 96"/>
                <a:gd name="T83" fmla="*/ 34 h 110"/>
                <a:gd name="T84" fmla="*/ 1 w 96"/>
                <a:gd name="T85" fmla="*/ 27 h 110"/>
                <a:gd name="T86" fmla="*/ 3 w 96"/>
                <a:gd name="T87" fmla="*/ 22 h 110"/>
                <a:gd name="T88" fmla="*/ 5 w 96"/>
                <a:gd name="T89" fmla="*/ 17 h 110"/>
                <a:gd name="T90" fmla="*/ 10 w 96"/>
                <a:gd name="T91" fmla="*/ 12 h 110"/>
                <a:gd name="T92" fmla="*/ 16 w 96"/>
                <a:gd name="T93" fmla="*/ 14 h 110"/>
                <a:gd name="T94" fmla="*/ 17 w 96"/>
                <a:gd name="T95" fmla="*/ 9 h 110"/>
                <a:gd name="T96" fmla="*/ 18 w 96"/>
                <a:gd name="T97" fmla="*/ 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110">
                  <a:moveTo>
                    <a:pt x="22" y="0"/>
                  </a:moveTo>
                  <a:lnTo>
                    <a:pt x="24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0" y="12"/>
                  </a:lnTo>
                  <a:lnTo>
                    <a:pt x="35" y="15"/>
                  </a:lnTo>
                  <a:lnTo>
                    <a:pt x="37" y="19"/>
                  </a:lnTo>
                  <a:lnTo>
                    <a:pt x="42" y="19"/>
                  </a:lnTo>
                  <a:lnTo>
                    <a:pt x="45" y="21"/>
                  </a:lnTo>
                  <a:lnTo>
                    <a:pt x="47" y="19"/>
                  </a:lnTo>
                  <a:lnTo>
                    <a:pt x="51" y="19"/>
                  </a:lnTo>
                  <a:lnTo>
                    <a:pt x="53" y="21"/>
                  </a:lnTo>
                  <a:lnTo>
                    <a:pt x="57" y="22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9" y="27"/>
                  </a:lnTo>
                  <a:lnTo>
                    <a:pt x="59" y="29"/>
                  </a:lnTo>
                  <a:lnTo>
                    <a:pt x="58" y="29"/>
                  </a:lnTo>
                  <a:lnTo>
                    <a:pt x="57" y="34"/>
                  </a:lnTo>
                  <a:lnTo>
                    <a:pt x="55" y="35"/>
                  </a:lnTo>
                  <a:lnTo>
                    <a:pt x="53" y="35"/>
                  </a:lnTo>
                  <a:lnTo>
                    <a:pt x="50" y="37"/>
                  </a:lnTo>
                  <a:lnTo>
                    <a:pt x="47" y="37"/>
                  </a:lnTo>
                  <a:lnTo>
                    <a:pt x="49" y="39"/>
                  </a:lnTo>
                  <a:lnTo>
                    <a:pt x="51" y="42"/>
                  </a:lnTo>
                  <a:lnTo>
                    <a:pt x="49" y="43"/>
                  </a:lnTo>
                  <a:lnTo>
                    <a:pt x="50" y="44"/>
                  </a:lnTo>
                  <a:lnTo>
                    <a:pt x="51" y="44"/>
                  </a:lnTo>
                  <a:lnTo>
                    <a:pt x="53" y="48"/>
                  </a:lnTo>
                  <a:lnTo>
                    <a:pt x="57" y="48"/>
                  </a:lnTo>
                  <a:lnTo>
                    <a:pt x="61" y="50"/>
                  </a:lnTo>
                  <a:lnTo>
                    <a:pt x="63" y="51"/>
                  </a:lnTo>
                  <a:lnTo>
                    <a:pt x="66" y="55"/>
                  </a:lnTo>
                  <a:lnTo>
                    <a:pt x="68" y="56"/>
                  </a:lnTo>
                  <a:lnTo>
                    <a:pt x="71" y="59"/>
                  </a:lnTo>
                  <a:lnTo>
                    <a:pt x="71" y="62"/>
                  </a:lnTo>
                  <a:lnTo>
                    <a:pt x="75" y="65"/>
                  </a:lnTo>
                  <a:lnTo>
                    <a:pt x="76" y="68"/>
                  </a:lnTo>
                  <a:lnTo>
                    <a:pt x="78" y="69"/>
                  </a:lnTo>
                  <a:lnTo>
                    <a:pt x="80" y="69"/>
                  </a:lnTo>
                  <a:lnTo>
                    <a:pt x="82" y="71"/>
                  </a:lnTo>
                  <a:lnTo>
                    <a:pt x="82" y="73"/>
                  </a:lnTo>
                  <a:lnTo>
                    <a:pt x="83" y="75"/>
                  </a:lnTo>
                  <a:lnTo>
                    <a:pt x="84" y="75"/>
                  </a:lnTo>
                  <a:lnTo>
                    <a:pt x="87" y="75"/>
                  </a:lnTo>
                  <a:lnTo>
                    <a:pt x="86" y="77"/>
                  </a:lnTo>
                  <a:lnTo>
                    <a:pt x="87" y="79"/>
                  </a:lnTo>
                  <a:lnTo>
                    <a:pt x="89" y="79"/>
                  </a:lnTo>
                  <a:lnTo>
                    <a:pt x="91" y="80"/>
                  </a:lnTo>
                  <a:lnTo>
                    <a:pt x="92" y="81"/>
                  </a:lnTo>
                  <a:lnTo>
                    <a:pt x="95" y="80"/>
                  </a:lnTo>
                  <a:lnTo>
                    <a:pt x="95" y="81"/>
                  </a:lnTo>
                  <a:lnTo>
                    <a:pt x="93" y="84"/>
                  </a:lnTo>
                  <a:lnTo>
                    <a:pt x="93" y="87"/>
                  </a:lnTo>
                  <a:lnTo>
                    <a:pt x="93" y="88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2" y="93"/>
                  </a:lnTo>
                  <a:lnTo>
                    <a:pt x="93" y="97"/>
                  </a:lnTo>
                  <a:lnTo>
                    <a:pt x="93" y="98"/>
                  </a:lnTo>
                  <a:lnTo>
                    <a:pt x="95" y="102"/>
                  </a:lnTo>
                  <a:lnTo>
                    <a:pt x="92" y="104"/>
                  </a:lnTo>
                  <a:lnTo>
                    <a:pt x="89" y="104"/>
                  </a:lnTo>
                  <a:lnTo>
                    <a:pt x="87" y="102"/>
                  </a:lnTo>
                  <a:lnTo>
                    <a:pt x="86" y="101"/>
                  </a:lnTo>
                  <a:lnTo>
                    <a:pt x="84" y="100"/>
                  </a:lnTo>
                  <a:lnTo>
                    <a:pt x="80" y="100"/>
                  </a:lnTo>
                  <a:lnTo>
                    <a:pt x="79" y="102"/>
                  </a:lnTo>
                  <a:lnTo>
                    <a:pt x="82" y="105"/>
                  </a:lnTo>
                  <a:lnTo>
                    <a:pt x="80" y="106"/>
                  </a:lnTo>
                  <a:lnTo>
                    <a:pt x="82" y="109"/>
                  </a:lnTo>
                  <a:lnTo>
                    <a:pt x="82" y="110"/>
                  </a:lnTo>
                  <a:lnTo>
                    <a:pt x="78" y="109"/>
                  </a:lnTo>
                  <a:lnTo>
                    <a:pt x="75" y="106"/>
                  </a:lnTo>
                  <a:lnTo>
                    <a:pt x="72" y="106"/>
                  </a:lnTo>
                  <a:lnTo>
                    <a:pt x="71" y="104"/>
                  </a:lnTo>
                  <a:lnTo>
                    <a:pt x="68" y="102"/>
                  </a:lnTo>
                  <a:lnTo>
                    <a:pt x="70" y="101"/>
                  </a:lnTo>
                  <a:lnTo>
                    <a:pt x="71" y="100"/>
                  </a:lnTo>
                  <a:lnTo>
                    <a:pt x="71" y="96"/>
                  </a:lnTo>
                  <a:lnTo>
                    <a:pt x="71" y="93"/>
                  </a:lnTo>
                  <a:lnTo>
                    <a:pt x="71" y="92"/>
                  </a:lnTo>
                  <a:lnTo>
                    <a:pt x="71" y="90"/>
                  </a:lnTo>
                  <a:lnTo>
                    <a:pt x="72" y="88"/>
                  </a:lnTo>
                  <a:lnTo>
                    <a:pt x="71" y="85"/>
                  </a:lnTo>
                  <a:lnTo>
                    <a:pt x="68" y="84"/>
                  </a:lnTo>
                  <a:lnTo>
                    <a:pt x="70" y="83"/>
                  </a:lnTo>
                  <a:lnTo>
                    <a:pt x="67" y="81"/>
                  </a:lnTo>
                  <a:lnTo>
                    <a:pt x="64" y="81"/>
                  </a:lnTo>
                  <a:lnTo>
                    <a:pt x="62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2"/>
                  </a:lnTo>
                  <a:lnTo>
                    <a:pt x="59" y="69"/>
                  </a:lnTo>
                  <a:lnTo>
                    <a:pt x="61" y="68"/>
                  </a:lnTo>
                  <a:lnTo>
                    <a:pt x="61" y="65"/>
                  </a:lnTo>
                  <a:lnTo>
                    <a:pt x="61" y="63"/>
                  </a:lnTo>
                  <a:lnTo>
                    <a:pt x="57" y="62"/>
                  </a:lnTo>
                  <a:lnTo>
                    <a:pt x="51" y="58"/>
                  </a:lnTo>
                  <a:lnTo>
                    <a:pt x="50" y="54"/>
                  </a:lnTo>
                  <a:lnTo>
                    <a:pt x="45" y="52"/>
                  </a:lnTo>
                  <a:lnTo>
                    <a:pt x="41" y="54"/>
                  </a:lnTo>
                  <a:lnTo>
                    <a:pt x="38" y="59"/>
                  </a:lnTo>
                  <a:lnTo>
                    <a:pt x="33" y="59"/>
                  </a:lnTo>
                  <a:lnTo>
                    <a:pt x="32" y="56"/>
                  </a:lnTo>
                  <a:lnTo>
                    <a:pt x="29" y="56"/>
                  </a:lnTo>
                  <a:lnTo>
                    <a:pt x="25" y="55"/>
                  </a:lnTo>
                  <a:lnTo>
                    <a:pt x="21" y="56"/>
                  </a:lnTo>
                  <a:lnTo>
                    <a:pt x="21" y="59"/>
                  </a:lnTo>
                  <a:lnTo>
                    <a:pt x="18" y="59"/>
                  </a:lnTo>
                  <a:lnTo>
                    <a:pt x="14" y="62"/>
                  </a:lnTo>
                  <a:lnTo>
                    <a:pt x="14" y="55"/>
                  </a:lnTo>
                  <a:lnTo>
                    <a:pt x="14" y="51"/>
                  </a:lnTo>
                  <a:lnTo>
                    <a:pt x="13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3" y="42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5" y="35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4" y="27"/>
                  </a:lnTo>
                  <a:lnTo>
                    <a:pt x="1" y="27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4"/>
                  </a:lnTo>
                  <a:lnTo>
                    <a:pt x="8" y="14"/>
                  </a:lnTo>
                  <a:lnTo>
                    <a:pt x="10" y="12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7" y="12"/>
                  </a:lnTo>
                  <a:lnTo>
                    <a:pt x="17" y="9"/>
                  </a:lnTo>
                  <a:lnTo>
                    <a:pt x="16" y="6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0" name="Freeform 364">
              <a:extLst>
                <a:ext uri="{FF2B5EF4-FFF2-40B4-BE49-F238E27FC236}">
                  <a16:creationId xmlns:a16="http://schemas.microsoft.com/office/drawing/2014/main" id="{6C5BEE06-8983-4E92-8319-CBAC6A8148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6409" y="5634524"/>
              <a:ext cx="915791" cy="1695573"/>
            </a:xfrm>
            <a:custGeom>
              <a:avLst/>
              <a:gdLst>
                <a:gd name="T0" fmla="*/ 36 w 101"/>
                <a:gd name="T1" fmla="*/ 175 h 187"/>
                <a:gd name="T2" fmla="*/ 28 w 101"/>
                <a:gd name="T3" fmla="*/ 165 h 187"/>
                <a:gd name="T4" fmla="*/ 18 w 101"/>
                <a:gd name="T5" fmla="*/ 162 h 187"/>
                <a:gd name="T6" fmla="*/ 39 w 101"/>
                <a:gd name="T7" fmla="*/ 139 h 187"/>
                <a:gd name="T8" fmla="*/ 38 w 101"/>
                <a:gd name="T9" fmla="*/ 135 h 187"/>
                <a:gd name="T10" fmla="*/ 66 w 101"/>
                <a:gd name="T11" fmla="*/ 109 h 187"/>
                <a:gd name="T12" fmla="*/ 30 w 101"/>
                <a:gd name="T13" fmla="*/ 2 h 187"/>
                <a:gd name="T14" fmla="*/ 36 w 101"/>
                <a:gd name="T15" fmla="*/ 13 h 187"/>
                <a:gd name="T16" fmla="*/ 42 w 101"/>
                <a:gd name="T17" fmla="*/ 17 h 187"/>
                <a:gd name="T18" fmla="*/ 43 w 101"/>
                <a:gd name="T19" fmla="*/ 30 h 187"/>
                <a:gd name="T20" fmla="*/ 54 w 101"/>
                <a:gd name="T21" fmla="*/ 30 h 187"/>
                <a:gd name="T22" fmla="*/ 70 w 101"/>
                <a:gd name="T23" fmla="*/ 29 h 187"/>
                <a:gd name="T24" fmla="*/ 90 w 101"/>
                <a:gd name="T25" fmla="*/ 38 h 187"/>
                <a:gd name="T26" fmla="*/ 90 w 101"/>
                <a:gd name="T27" fmla="*/ 50 h 187"/>
                <a:gd name="T28" fmla="*/ 99 w 101"/>
                <a:gd name="T29" fmla="*/ 58 h 187"/>
                <a:gd name="T30" fmla="*/ 100 w 101"/>
                <a:gd name="T31" fmla="*/ 67 h 187"/>
                <a:gd name="T32" fmla="*/ 96 w 101"/>
                <a:gd name="T33" fmla="*/ 77 h 187"/>
                <a:gd name="T34" fmla="*/ 82 w 101"/>
                <a:gd name="T35" fmla="*/ 77 h 187"/>
                <a:gd name="T36" fmla="*/ 67 w 101"/>
                <a:gd name="T37" fmla="*/ 81 h 187"/>
                <a:gd name="T38" fmla="*/ 67 w 101"/>
                <a:gd name="T39" fmla="*/ 98 h 187"/>
                <a:gd name="T40" fmla="*/ 67 w 101"/>
                <a:gd name="T41" fmla="*/ 108 h 187"/>
                <a:gd name="T42" fmla="*/ 62 w 101"/>
                <a:gd name="T43" fmla="*/ 105 h 187"/>
                <a:gd name="T44" fmla="*/ 55 w 101"/>
                <a:gd name="T45" fmla="*/ 101 h 187"/>
                <a:gd name="T46" fmla="*/ 47 w 101"/>
                <a:gd name="T47" fmla="*/ 101 h 187"/>
                <a:gd name="T48" fmla="*/ 46 w 101"/>
                <a:gd name="T49" fmla="*/ 93 h 187"/>
                <a:gd name="T50" fmla="*/ 43 w 101"/>
                <a:gd name="T51" fmla="*/ 90 h 187"/>
                <a:gd name="T52" fmla="*/ 37 w 101"/>
                <a:gd name="T53" fmla="*/ 90 h 187"/>
                <a:gd name="T54" fmla="*/ 37 w 101"/>
                <a:gd name="T55" fmla="*/ 94 h 187"/>
                <a:gd name="T56" fmla="*/ 36 w 101"/>
                <a:gd name="T57" fmla="*/ 102 h 187"/>
                <a:gd name="T58" fmla="*/ 32 w 101"/>
                <a:gd name="T59" fmla="*/ 122 h 187"/>
                <a:gd name="T60" fmla="*/ 29 w 101"/>
                <a:gd name="T61" fmla="*/ 131 h 187"/>
                <a:gd name="T62" fmla="*/ 32 w 101"/>
                <a:gd name="T63" fmla="*/ 142 h 187"/>
                <a:gd name="T64" fmla="*/ 33 w 101"/>
                <a:gd name="T65" fmla="*/ 142 h 187"/>
                <a:gd name="T66" fmla="*/ 38 w 101"/>
                <a:gd name="T67" fmla="*/ 147 h 187"/>
                <a:gd name="T68" fmla="*/ 42 w 101"/>
                <a:gd name="T69" fmla="*/ 152 h 187"/>
                <a:gd name="T70" fmla="*/ 45 w 101"/>
                <a:gd name="T71" fmla="*/ 158 h 187"/>
                <a:gd name="T72" fmla="*/ 42 w 101"/>
                <a:gd name="T73" fmla="*/ 164 h 187"/>
                <a:gd name="T74" fmla="*/ 47 w 101"/>
                <a:gd name="T75" fmla="*/ 168 h 187"/>
                <a:gd name="T76" fmla="*/ 57 w 101"/>
                <a:gd name="T77" fmla="*/ 173 h 187"/>
                <a:gd name="T78" fmla="*/ 64 w 101"/>
                <a:gd name="T79" fmla="*/ 181 h 187"/>
                <a:gd name="T80" fmla="*/ 58 w 101"/>
                <a:gd name="T81" fmla="*/ 184 h 187"/>
                <a:gd name="T82" fmla="*/ 54 w 101"/>
                <a:gd name="T83" fmla="*/ 179 h 187"/>
                <a:gd name="T84" fmla="*/ 43 w 101"/>
                <a:gd name="T85" fmla="*/ 173 h 187"/>
                <a:gd name="T86" fmla="*/ 36 w 101"/>
                <a:gd name="T87" fmla="*/ 172 h 187"/>
                <a:gd name="T88" fmla="*/ 32 w 101"/>
                <a:gd name="T89" fmla="*/ 167 h 187"/>
                <a:gd name="T90" fmla="*/ 24 w 101"/>
                <a:gd name="T91" fmla="*/ 158 h 187"/>
                <a:gd name="T92" fmla="*/ 21 w 101"/>
                <a:gd name="T93" fmla="*/ 156 h 187"/>
                <a:gd name="T94" fmla="*/ 18 w 101"/>
                <a:gd name="T95" fmla="*/ 146 h 187"/>
                <a:gd name="T96" fmla="*/ 20 w 101"/>
                <a:gd name="T97" fmla="*/ 139 h 187"/>
                <a:gd name="T98" fmla="*/ 22 w 101"/>
                <a:gd name="T99" fmla="*/ 129 h 187"/>
                <a:gd name="T100" fmla="*/ 29 w 101"/>
                <a:gd name="T101" fmla="*/ 113 h 187"/>
                <a:gd name="T102" fmla="*/ 29 w 101"/>
                <a:gd name="T103" fmla="*/ 100 h 187"/>
                <a:gd name="T104" fmla="*/ 28 w 101"/>
                <a:gd name="T105" fmla="*/ 89 h 187"/>
                <a:gd name="T106" fmla="*/ 16 w 101"/>
                <a:gd name="T107" fmla="*/ 72 h 187"/>
                <a:gd name="T108" fmla="*/ 16 w 101"/>
                <a:gd name="T109" fmla="*/ 56 h 187"/>
                <a:gd name="T110" fmla="*/ 14 w 101"/>
                <a:gd name="T111" fmla="*/ 46 h 187"/>
                <a:gd name="T112" fmla="*/ 4 w 101"/>
                <a:gd name="T113" fmla="*/ 34 h 187"/>
                <a:gd name="T114" fmla="*/ 5 w 101"/>
                <a:gd name="T115" fmla="*/ 25 h 187"/>
                <a:gd name="T116" fmla="*/ 8 w 101"/>
                <a:gd name="T117" fmla="*/ 12 h 187"/>
                <a:gd name="T118" fmla="*/ 18 w 101"/>
                <a:gd name="T119" fmla="*/ 6 h 187"/>
                <a:gd name="T120" fmla="*/ 22 w 101"/>
                <a:gd name="T121" fmla="*/ 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1" h="187">
                  <a:moveTo>
                    <a:pt x="36" y="175"/>
                  </a:moveTo>
                  <a:lnTo>
                    <a:pt x="37" y="175"/>
                  </a:lnTo>
                  <a:lnTo>
                    <a:pt x="37" y="176"/>
                  </a:lnTo>
                  <a:lnTo>
                    <a:pt x="36" y="176"/>
                  </a:lnTo>
                  <a:lnTo>
                    <a:pt x="36" y="175"/>
                  </a:lnTo>
                  <a:lnTo>
                    <a:pt x="36" y="175"/>
                  </a:lnTo>
                  <a:close/>
                  <a:moveTo>
                    <a:pt x="28" y="163"/>
                  </a:moveTo>
                  <a:lnTo>
                    <a:pt x="28" y="163"/>
                  </a:lnTo>
                  <a:lnTo>
                    <a:pt x="28" y="164"/>
                  </a:lnTo>
                  <a:lnTo>
                    <a:pt x="28" y="165"/>
                  </a:lnTo>
                  <a:lnTo>
                    <a:pt x="28" y="163"/>
                  </a:lnTo>
                  <a:close/>
                  <a:moveTo>
                    <a:pt x="18" y="158"/>
                  </a:moveTo>
                  <a:lnTo>
                    <a:pt x="21" y="158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8"/>
                  </a:lnTo>
                  <a:close/>
                  <a:moveTo>
                    <a:pt x="39" y="138"/>
                  </a:moveTo>
                  <a:lnTo>
                    <a:pt x="39" y="139"/>
                  </a:lnTo>
                  <a:lnTo>
                    <a:pt x="39" y="142"/>
                  </a:lnTo>
                  <a:lnTo>
                    <a:pt x="38" y="140"/>
                  </a:lnTo>
                  <a:lnTo>
                    <a:pt x="38" y="139"/>
                  </a:lnTo>
                  <a:lnTo>
                    <a:pt x="39" y="138"/>
                  </a:lnTo>
                  <a:close/>
                  <a:moveTo>
                    <a:pt x="38" y="135"/>
                  </a:moveTo>
                  <a:lnTo>
                    <a:pt x="38" y="137"/>
                  </a:lnTo>
                  <a:lnTo>
                    <a:pt x="37" y="137"/>
                  </a:lnTo>
                  <a:lnTo>
                    <a:pt x="38" y="135"/>
                  </a:lnTo>
                  <a:close/>
                  <a:moveTo>
                    <a:pt x="62" y="106"/>
                  </a:moveTo>
                  <a:lnTo>
                    <a:pt x="66" y="109"/>
                  </a:lnTo>
                  <a:lnTo>
                    <a:pt x="64" y="109"/>
                  </a:lnTo>
                  <a:lnTo>
                    <a:pt x="62" y="108"/>
                  </a:lnTo>
                  <a:lnTo>
                    <a:pt x="62" y="106"/>
                  </a:lnTo>
                  <a:close/>
                  <a:moveTo>
                    <a:pt x="29" y="0"/>
                  </a:moveTo>
                  <a:lnTo>
                    <a:pt x="30" y="2"/>
                  </a:lnTo>
                  <a:lnTo>
                    <a:pt x="33" y="2"/>
                  </a:lnTo>
                  <a:lnTo>
                    <a:pt x="36" y="5"/>
                  </a:lnTo>
                  <a:lnTo>
                    <a:pt x="36" y="9"/>
                  </a:lnTo>
                  <a:lnTo>
                    <a:pt x="34" y="10"/>
                  </a:lnTo>
                  <a:lnTo>
                    <a:pt x="36" y="13"/>
                  </a:lnTo>
                  <a:lnTo>
                    <a:pt x="37" y="14"/>
                  </a:lnTo>
                  <a:lnTo>
                    <a:pt x="39" y="13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2" y="17"/>
                  </a:lnTo>
                  <a:lnTo>
                    <a:pt x="43" y="19"/>
                  </a:lnTo>
                  <a:lnTo>
                    <a:pt x="43" y="21"/>
                  </a:lnTo>
                  <a:lnTo>
                    <a:pt x="42" y="23"/>
                  </a:lnTo>
                  <a:lnTo>
                    <a:pt x="43" y="26"/>
                  </a:lnTo>
                  <a:lnTo>
                    <a:pt x="43" y="30"/>
                  </a:lnTo>
                  <a:lnTo>
                    <a:pt x="43" y="37"/>
                  </a:lnTo>
                  <a:lnTo>
                    <a:pt x="47" y="34"/>
                  </a:lnTo>
                  <a:lnTo>
                    <a:pt x="50" y="34"/>
                  </a:lnTo>
                  <a:lnTo>
                    <a:pt x="50" y="31"/>
                  </a:lnTo>
                  <a:lnTo>
                    <a:pt x="54" y="30"/>
                  </a:lnTo>
                  <a:lnTo>
                    <a:pt x="58" y="31"/>
                  </a:lnTo>
                  <a:lnTo>
                    <a:pt x="61" y="31"/>
                  </a:lnTo>
                  <a:lnTo>
                    <a:pt x="62" y="34"/>
                  </a:lnTo>
                  <a:lnTo>
                    <a:pt x="67" y="34"/>
                  </a:lnTo>
                  <a:lnTo>
                    <a:pt x="70" y="29"/>
                  </a:lnTo>
                  <a:lnTo>
                    <a:pt x="74" y="27"/>
                  </a:lnTo>
                  <a:lnTo>
                    <a:pt x="79" y="29"/>
                  </a:lnTo>
                  <a:lnTo>
                    <a:pt x="80" y="33"/>
                  </a:lnTo>
                  <a:lnTo>
                    <a:pt x="86" y="37"/>
                  </a:lnTo>
                  <a:lnTo>
                    <a:pt x="90" y="38"/>
                  </a:lnTo>
                  <a:lnTo>
                    <a:pt x="90" y="40"/>
                  </a:lnTo>
                  <a:lnTo>
                    <a:pt x="90" y="43"/>
                  </a:lnTo>
                  <a:lnTo>
                    <a:pt x="88" y="44"/>
                  </a:lnTo>
                  <a:lnTo>
                    <a:pt x="90" y="47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1" y="54"/>
                  </a:lnTo>
                  <a:lnTo>
                    <a:pt x="93" y="56"/>
                  </a:lnTo>
                  <a:lnTo>
                    <a:pt x="96" y="56"/>
                  </a:lnTo>
                  <a:lnTo>
                    <a:pt x="99" y="58"/>
                  </a:lnTo>
                  <a:lnTo>
                    <a:pt x="97" y="59"/>
                  </a:lnTo>
                  <a:lnTo>
                    <a:pt x="100" y="60"/>
                  </a:lnTo>
                  <a:lnTo>
                    <a:pt x="101" y="63"/>
                  </a:lnTo>
                  <a:lnTo>
                    <a:pt x="100" y="65"/>
                  </a:lnTo>
                  <a:lnTo>
                    <a:pt x="100" y="67"/>
                  </a:lnTo>
                  <a:lnTo>
                    <a:pt x="100" y="68"/>
                  </a:lnTo>
                  <a:lnTo>
                    <a:pt x="100" y="71"/>
                  </a:lnTo>
                  <a:lnTo>
                    <a:pt x="100" y="75"/>
                  </a:lnTo>
                  <a:lnTo>
                    <a:pt x="99" y="76"/>
                  </a:lnTo>
                  <a:lnTo>
                    <a:pt x="96" y="77"/>
                  </a:lnTo>
                  <a:lnTo>
                    <a:pt x="93" y="76"/>
                  </a:lnTo>
                  <a:lnTo>
                    <a:pt x="91" y="77"/>
                  </a:lnTo>
                  <a:lnTo>
                    <a:pt x="88" y="76"/>
                  </a:lnTo>
                  <a:lnTo>
                    <a:pt x="86" y="76"/>
                  </a:lnTo>
                  <a:lnTo>
                    <a:pt x="82" y="77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2" y="77"/>
                  </a:lnTo>
                  <a:lnTo>
                    <a:pt x="70" y="77"/>
                  </a:lnTo>
                  <a:lnTo>
                    <a:pt x="67" y="81"/>
                  </a:lnTo>
                  <a:lnTo>
                    <a:pt x="66" y="85"/>
                  </a:lnTo>
                  <a:lnTo>
                    <a:pt x="64" y="88"/>
                  </a:lnTo>
                  <a:lnTo>
                    <a:pt x="64" y="92"/>
                  </a:lnTo>
                  <a:lnTo>
                    <a:pt x="66" y="97"/>
                  </a:lnTo>
                  <a:lnTo>
                    <a:pt x="67" y="98"/>
                  </a:lnTo>
                  <a:lnTo>
                    <a:pt x="68" y="100"/>
                  </a:lnTo>
                  <a:lnTo>
                    <a:pt x="68" y="105"/>
                  </a:lnTo>
                  <a:lnTo>
                    <a:pt x="68" y="106"/>
                  </a:lnTo>
                  <a:lnTo>
                    <a:pt x="67" y="106"/>
                  </a:lnTo>
                  <a:lnTo>
                    <a:pt x="67" y="108"/>
                  </a:lnTo>
                  <a:lnTo>
                    <a:pt x="66" y="108"/>
                  </a:lnTo>
                  <a:lnTo>
                    <a:pt x="66" y="108"/>
                  </a:lnTo>
                  <a:lnTo>
                    <a:pt x="63" y="105"/>
                  </a:lnTo>
                  <a:lnTo>
                    <a:pt x="62" y="105"/>
                  </a:lnTo>
                  <a:lnTo>
                    <a:pt x="62" y="105"/>
                  </a:lnTo>
                  <a:lnTo>
                    <a:pt x="61" y="104"/>
                  </a:lnTo>
                  <a:lnTo>
                    <a:pt x="58" y="101"/>
                  </a:lnTo>
                  <a:lnTo>
                    <a:pt x="57" y="100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55" y="102"/>
                  </a:lnTo>
                  <a:lnTo>
                    <a:pt x="54" y="101"/>
                  </a:lnTo>
                  <a:lnTo>
                    <a:pt x="51" y="101"/>
                  </a:lnTo>
                  <a:lnTo>
                    <a:pt x="49" y="101"/>
                  </a:lnTo>
                  <a:lnTo>
                    <a:pt x="47" y="101"/>
                  </a:lnTo>
                  <a:lnTo>
                    <a:pt x="46" y="101"/>
                  </a:lnTo>
                  <a:lnTo>
                    <a:pt x="46" y="98"/>
                  </a:lnTo>
                  <a:lnTo>
                    <a:pt x="47" y="98"/>
                  </a:lnTo>
                  <a:lnTo>
                    <a:pt x="46" y="96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6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2" y="89"/>
                  </a:lnTo>
                  <a:lnTo>
                    <a:pt x="41" y="90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37" y="90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36" y="92"/>
                  </a:lnTo>
                  <a:lnTo>
                    <a:pt x="34" y="93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6" y="98"/>
                  </a:lnTo>
                  <a:lnTo>
                    <a:pt x="36" y="101"/>
                  </a:lnTo>
                  <a:lnTo>
                    <a:pt x="36" y="102"/>
                  </a:lnTo>
                  <a:lnTo>
                    <a:pt x="36" y="102"/>
                  </a:lnTo>
                  <a:lnTo>
                    <a:pt x="36" y="106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2" y="113"/>
                  </a:lnTo>
                  <a:lnTo>
                    <a:pt x="32" y="122"/>
                  </a:lnTo>
                  <a:lnTo>
                    <a:pt x="29" y="126"/>
                  </a:lnTo>
                  <a:lnTo>
                    <a:pt x="29" y="129"/>
                  </a:lnTo>
                  <a:lnTo>
                    <a:pt x="28" y="130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8" y="133"/>
                  </a:lnTo>
                  <a:lnTo>
                    <a:pt x="28" y="134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2" y="142"/>
                  </a:lnTo>
                  <a:lnTo>
                    <a:pt x="30" y="143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2" y="143"/>
                  </a:lnTo>
                  <a:lnTo>
                    <a:pt x="33" y="142"/>
                  </a:lnTo>
                  <a:lnTo>
                    <a:pt x="34" y="142"/>
                  </a:lnTo>
                  <a:lnTo>
                    <a:pt x="36" y="143"/>
                  </a:lnTo>
                  <a:lnTo>
                    <a:pt x="37" y="143"/>
                  </a:lnTo>
                  <a:lnTo>
                    <a:pt x="37" y="146"/>
                  </a:lnTo>
                  <a:lnTo>
                    <a:pt x="38" y="147"/>
                  </a:lnTo>
                  <a:lnTo>
                    <a:pt x="38" y="150"/>
                  </a:lnTo>
                  <a:lnTo>
                    <a:pt x="39" y="151"/>
                  </a:lnTo>
                  <a:lnTo>
                    <a:pt x="41" y="154"/>
                  </a:lnTo>
                  <a:lnTo>
                    <a:pt x="42" y="154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2" y="152"/>
                  </a:lnTo>
                  <a:lnTo>
                    <a:pt x="43" y="155"/>
                  </a:lnTo>
                  <a:lnTo>
                    <a:pt x="43" y="156"/>
                  </a:lnTo>
                  <a:lnTo>
                    <a:pt x="45" y="158"/>
                  </a:lnTo>
                  <a:lnTo>
                    <a:pt x="46" y="162"/>
                  </a:lnTo>
                  <a:lnTo>
                    <a:pt x="45" y="163"/>
                  </a:lnTo>
                  <a:lnTo>
                    <a:pt x="45" y="164"/>
                  </a:lnTo>
                  <a:lnTo>
                    <a:pt x="45" y="163"/>
                  </a:lnTo>
                  <a:lnTo>
                    <a:pt x="42" y="164"/>
                  </a:lnTo>
                  <a:lnTo>
                    <a:pt x="42" y="165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7" y="168"/>
                  </a:lnTo>
                  <a:lnTo>
                    <a:pt x="49" y="169"/>
                  </a:lnTo>
                  <a:lnTo>
                    <a:pt x="51" y="172"/>
                  </a:lnTo>
                  <a:lnTo>
                    <a:pt x="53" y="173"/>
                  </a:lnTo>
                  <a:lnTo>
                    <a:pt x="54" y="173"/>
                  </a:lnTo>
                  <a:lnTo>
                    <a:pt x="57" y="173"/>
                  </a:lnTo>
                  <a:lnTo>
                    <a:pt x="59" y="173"/>
                  </a:lnTo>
                  <a:lnTo>
                    <a:pt x="61" y="177"/>
                  </a:lnTo>
                  <a:lnTo>
                    <a:pt x="62" y="179"/>
                  </a:lnTo>
                  <a:lnTo>
                    <a:pt x="63" y="180"/>
                  </a:lnTo>
                  <a:lnTo>
                    <a:pt x="64" y="181"/>
                  </a:lnTo>
                  <a:lnTo>
                    <a:pt x="63" y="183"/>
                  </a:lnTo>
                  <a:lnTo>
                    <a:pt x="63" y="184"/>
                  </a:lnTo>
                  <a:lnTo>
                    <a:pt x="62" y="185"/>
                  </a:lnTo>
                  <a:lnTo>
                    <a:pt x="61" y="184"/>
                  </a:lnTo>
                  <a:lnTo>
                    <a:pt x="58" y="184"/>
                  </a:lnTo>
                  <a:lnTo>
                    <a:pt x="55" y="187"/>
                  </a:lnTo>
                  <a:lnTo>
                    <a:pt x="53" y="187"/>
                  </a:lnTo>
                  <a:lnTo>
                    <a:pt x="53" y="184"/>
                  </a:lnTo>
                  <a:lnTo>
                    <a:pt x="54" y="183"/>
                  </a:lnTo>
                  <a:lnTo>
                    <a:pt x="54" y="179"/>
                  </a:lnTo>
                  <a:lnTo>
                    <a:pt x="53" y="177"/>
                  </a:lnTo>
                  <a:lnTo>
                    <a:pt x="50" y="177"/>
                  </a:lnTo>
                  <a:lnTo>
                    <a:pt x="50" y="176"/>
                  </a:lnTo>
                  <a:lnTo>
                    <a:pt x="46" y="175"/>
                  </a:lnTo>
                  <a:lnTo>
                    <a:pt x="43" y="173"/>
                  </a:lnTo>
                  <a:lnTo>
                    <a:pt x="42" y="175"/>
                  </a:lnTo>
                  <a:lnTo>
                    <a:pt x="42" y="177"/>
                  </a:lnTo>
                  <a:lnTo>
                    <a:pt x="41" y="176"/>
                  </a:lnTo>
                  <a:lnTo>
                    <a:pt x="36" y="172"/>
                  </a:lnTo>
                  <a:lnTo>
                    <a:pt x="36" y="172"/>
                  </a:lnTo>
                  <a:lnTo>
                    <a:pt x="37" y="171"/>
                  </a:lnTo>
                  <a:lnTo>
                    <a:pt x="37" y="169"/>
                  </a:lnTo>
                  <a:lnTo>
                    <a:pt x="36" y="169"/>
                  </a:lnTo>
                  <a:lnTo>
                    <a:pt x="34" y="167"/>
                  </a:lnTo>
                  <a:lnTo>
                    <a:pt x="32" y="167"/>
                  </a:lnTo>
                  <a:lnTo>
                    <a:pt x="32" y="165"/>
                  </a:lnTo>
                  <a:lnTo>
                    <a:pt x="29" y="162"/>
                  </a:lnTo>
                  <a:lnTo>
                    <a:pt x="28" y="162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5"/>
                  </a:lnTo>
                  <a:lnTo>
                    <a:pt x="22" y="154"/>
                  </a:lnTo>
                  <a:lnTo>
                    <a:pt x="24" y="154"/>
                  </a:lnTo>
                  <a:lnTo>
                    <a:pt x="21" y="154"/>
                  </a:lnTo>
                  <a:lnTo>
                    <a:pt x="21" y="156"/>
                  </a:lnTo>
                  <a:lnTo>
                    <a:pt x="20" y="156"/>
                  </a:lnTo>
                  <a:lnTo>
                    <a:pt x="18" y="155"/>
                  </a:lnTo>
                  <a:lnTo>
                    <a:pt x="17" y="151"/>
                  </a:lnTo>
                  <a:lnTo>
                    <a:pt x="18" y="150"/>
                  </a:lnTo>
                  <a:lnTo>
                    <a:pt x="18" y="146"/>
                  </a:lnTo>
                  <a:lnTo>
                    <a:pt x="20" y="146"/>
                  </a:lnTo>
                  <a:lnTo>
                    <a:pt x="20" y="140"/>
                  </a:lnTo>
                  <a:lnTo>
                    <a:pt x="21" y="140"/>
                  </a:lnTo>
                  <a:lnTo>
                    <a:pt x="21" y="139"/>
                  </a:lnTo>
                  <a:lnTo>
                    <a:pt x="20" y="139"/>
                  </a:lnTo>
                  <a:lnTo>
                    <a:pt x="22" y="137"/>
                  </a:lnTo>
                  <a:lnTo>
                    <a:pt x="21" y="135"/>
                  </a:lnTo>
                  <a:lnTo>
                    <a:pt x="22" y="134"/>
                  </a:lnTo>
                  <a:lnTo>
                    <a:pt x="21" y="133"/>
                  </a:lnTo>
                  <a:lnTo>
                    <a:pt x="22" y="129"/>
                  </a:lnTo>
                  <a:lnTo>
                    <a:pt x="22" y="127"/>
                  </a:lnTo>
                  <a:lnTo>
                    <a:pt x="24" y="126"/>
                  </a:lnTo>
                  <a:lnTo>
                    <a:pt x="24" y="122"/>
                  </a:lnTo>
                  <a:lnTo>
                    <a:pt x="26" y="121"/>
                  </a:lnTo>
                  <a:lnTo>
                    <a:pt x="29" y="113"/>
                  </a:lnTo>
                  <a:lnTo>
                    <a:pt x="30" y="113"/>
                  </a:lnTo>
                  <a:lnTo>
                    <a:pt x="30" y="109"/>
                  </a:lnTo>
                  <a:lnTo>
                    <a:pt x="29" y="106"/>
                  </a:lnTo>
                  <a:lnTo>
                    <a:pt x="29" y="102"/>
                  </a:lnTo>
                  <a:lnTo>
                    <a:pt x="29" y="100"/>
                  </a:lnTo>
                  <a:lnTo>
                    <a:pt x="28" y="97"/>
                  </a:lnTo>
                  <a:lnTo>
                    <a:pt x="26" y="96"/>
                  </a:lnTo>
                  <a:lnTo>
                    <a:pt x="26" y="93"/>
                  </a:lnTo>
                  <a:lnTo>
                    <a:pt x="26" y="90"/>
                  </a:lnTo>
                  <a:lnTo>
                    <a:pt x="28" y="89"/>
                  </a:lnTo>
                  <a:lnTo>
                    <a:pt x="26" y="84"/>
                  </a:lnTo>
                  <a:lnTo>
                    <a:pt x="22" y="80"/>
                  </a:lnTo>
                  <a:lnTo>
                    <a:pt x="18" y="77"/>
                  </a:lnTo>
                  <a:lnTo>
                    <a:pt x="16" y="73"/>
                  </a:lnTo>
                  <a:lnTo>
                    <a:pt x="16" y="72"/>
                  </a:lnTo>
                  <a:lnTo>
                    <a:pt x="14" y="68"/>
                  </a:lnTo>
                  <a:lnTo>
                    <a:pt x="17" y="65"/>
                  </a:lnTo>
                  <a:lnTo>
                    <a:pt x="17" y="64"/>
                  </a:lnTo>
                  <a:lnTo>
                    <a:pt x="16" y="58"/>
                  </a:lnTo>
                  <a:lnTo>
                    <a:pt x="16" y="56"/>
                  </a:lnTo>
                  <a:lnTo>
                    <a:pt x="18" y="55"/>
                  </a:lnTo>
                  <a:lnTo>
                    <a:pt x="18" y="52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9" y="39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0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3" y="26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4" y="19"/>
                  </a:lnTo>
                  <a:lnTo>
                    <a:pt x="7" y="18"/>
                  </a:lnTo>
                  <a:lnTo>
                    <a:pt x="5" y="14"/>
                  </a:lnTo>
                  <a:lnTo>
                    <a:pt x="8" y="12"/>
                  </a:lnTo>
                  <a:lnTo>
                    <a:pt x="12" y="13"/>
                  </a:lnTo>
                  <a:lnTo>
                    <a:pt x="14" y="10"/>
                  </a:lnTo>
                  <a:lnTo>
                    <a:pt x="17" y="12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20" y="5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1" name="Freeform 365">
              <a:extLst>
                <a:ext uri="{FF2B5EF4-FFF2-40B4-BE49-F238E27FC236}">
                  <a16:creationId xmlns:a16="http://schemas.microsoft.com/office/drawing/2014/main" id="{03D0DCD5-B6DD-451B-B892-95ACE971A6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7046" y="4709670"/>
              <a:ext cx="961126" cy="2148932"/>
            </a:xfrm>
            <a:custGeom>
              <a:avLst/>
              <a:gdLst>
                <a:gd name="T0" fmla="*/ 18 w 106"/>
                <a:gd name="T1" fmla="*/ 125 h 237"/>
                <a:gd name="T2" fmla="*/ 61 w 106"/>
                <a:gd name="T3" fmla="*/ 6 h 237"/>
                <a:gd name="T4" fmla="*/ 68 w 106"/>
                <a:gd name="T5" fmla="*/ 23 h 237"/>
                <a:gd name="T6" fmla="*/ 62 w 106"/>
                <a:gd name="T7" fmla="*/ 35 h 237"/>
                <a:gd name="T8" fmla="*/ 58 w 106"/>
                <a:gd name="T9" fmla="*/ 44 h 237"/>
                <a:gd name="T10" fmla="*/ 62 w 106"/>
                <a:gd name="T11" fmla="*/ 53 h 237"/>
                <a:gd name="T12" fmla="*/ 72 w 106"/>
                <a:gd name="T13" fmla="*/ 58 h 237"/>
                <a:gd name="T14" fmla="*/ 81 w 106"/>
                <a:gd name="T15" fmla="*/ 65 h 237"/>
                <a:gd name="T16" fmla="*/ 87 w 106"/>
                <a:gd name="T17" fmla="*/ 70 h 237"/>
                <a:gd name="T18" fmla="*/ 83 w 106"/>
                <a:gd name="T19" fmla="*/ 81 h 237"/>
                <a:gd name="T20" fmla="*/ 91 w 106"/>
                <a:gd name="T21" fmla="*/ 87 h 237"/>
                <a:gd name="T22" fmla="*/ 106 w 106"/>
                <a:gd name="T23" fmla="*/ 87 h 237"/>
                <a:gd name="T24" fmla="*/ 97 w 106"/>
                <a:gd name="T25" fmla="*/ 99 h 237"/>
                <a:gd name="T26" fmla="*/ 89 w 106"/>
                <a:gd name="T27" fmla="*/ 107 h 237"/>
                <a:gd name="T28" fmla="*/ 79 w 106"/>
                <a:gd name="T29" fmla="*/ 112 h 237"/>
                <a:gd name="T30" fmla="*/ 69 w 106"/>
                <a:gd name="T31" fmla="*/ 125 h 237"/>
                <a:gd name="T32" fmla="*/ 69 w 106"/>
                <a:gd name="T33" fmla="*/ 136 h 237"/>
                <a:gd name="T34" fmla="*/ 81 w 106"/>
                <a:gd name="T35" fmla="*/ 152 h 237"/>
                <a:gd name="T36" fmla="*/ 82 w 106"/>
                <a:gd name="T37" fmla="*/ 166 h 237"/>
                <a:gd name="T38" fmla="*/ 87 w 106"/>
                <a:gd name="T39" fmla="*/ 182 h 237"/>
                <a:gd name="T40" fmla="*/ 93 w 106"/>
                <a:gd name="T41" fmla="*/ 199 h 237"/>
                <a:gd name="T42" fmla="*/ 94 w 106"/>
                <a:gd name="T43" fmla="*/ 215 h 237"/>
                <a:gd name="T44" fmla="*/ 87 w 106"/>
                <a:gd name="T45" fmla="*/ 231 h 237"/>
                <a:gd name="T46" fmla="*/ 83 w 106"/>
                <a:gd name="T47" fmla="*/ 227 h 237"/>
                <a:gd name="T48" fmla="*/ 86 w 106"/>
                <a:gd name="T49" fmla="*/ 219 h 237"/>
                <a:gd name="T50" fmla="*/ 85 w 106"/>
                <a:gd name="T51" fmla="*/ 208 h 237"/>
                <a:gd name="T52" fmla="*/ 82 w 106"/>
                <a:gd name="T53" fmla="*/ 192 h 237"/>
                <a:gd name="T54" fmla="*/ 77 w 106"/>
                <a:gd name="T55" fmla="*/ 187 h 237"/>
                <a:gd name="T56" fmla="*/ 74 w 106"/>
                <a:gd name="T57" fmla="*/ 171 h 237"/>
                <a:gd name="T58" fmla="*/ 70 w 106"/>
                <a:gd name="T59" fmla="*/ 157 h 237"/>
                <a:gd name="T60" fmla="*/ 65 w 106"/>
                <a:gd name="T61" fmla="*/ 154 h 237"/>
                <a:gd name="T62" fmla="*/ 60 w 106"/>
                <a:gd name="T63" fmla="*/ 142 h 237"/>
                <a:gd name="T64" fmla="*/ 60 w 106"/>
                <a:gd name="T65" fmla="*/ 149 h 237"/>
                <a:gd name="T66" fmla="*/ 52 w 106"/>
                <a:gd name="T67" fmla="*/ 152 h 237"/>
                <a:gd name="T68" fmla="*/ 49 w 106"/>
                <a:gd name="T69" fmla="*/ 156 h 237"/>
                <a:gd name="T70" fmla="*/ 40 w 106"/>
                <a:gd name="T71" fmla="*/ 161 h 237"/>
                <a:gd name="T72" fmla="*/ 32 w 106"/>
                <a:gd name="T73" fmla="*/ 164 h 237"/>
                <a:gd name="T74" fmla="*/ 29 w 106"/>
                <a:gd name="T75" fmla="*/ 162 h 237"/>
                <a:gd name="T76" fmla="*/ 32 w 106"/>
                <a:gd name="T77" fmla="*/ 144 h 237"/>
                <a:gd name="T78" fmla="*/ 27 w 106"/>
                <a:gd name="T79" fmla="*/ 129 h 237"/>
                <a:gd name="T80" fmla="*/ 22 w 106"/>
                <a:gd name="T81" fmla="*/ 121 h 237"/>
                <a:gd name="T82" fmla="*/ 14 w 106"/>
                <a:gd name="T83" fmla="*/ 116 h 237"/>
                <a:gd name="T84" fmla="*/ 16 w 106"/>
                <a:gd name="T85" fmla="*/ 116 h 237"/>
                <a:gd name="T86" fmla="*/ 15 w 106"/>
                <a:gd name="T87" fmla="*/ 111 h 237"/>
                <a:gd name="T88" fmla="*/ 8 w 106"/>
                <a:gd name="T89" fmla="*/ 108 h 237"/>
                <a:gd name="T90" fmla="*/ 3 w 106"/>
                <a:gd name="T91" fmla="*/ 103 h 237"/>
                <a:gd name="T92" fmla="*/ 3 w 106"/>
                <a:gd name="T93" fmla="*/ 91 h 237"/>
                <a:gd name="T94" fmla="*/ 8 w 106"/>
                <a:gd name="T95" fmla="*/ 82 h 237"/>
                <a:gd name="T96" fmla="*/ 11 w 106"/>
                <a:gd name="T97" fmla="*/ 66 h 237"/>
                <a:gd name="T98" fmla="*/ 20 w 106"/>
                <a:gd name="T99" fmla="*/ 54 h 237"/>
                <a:gd name="T100" fmla="*/ 25 w 106"/>
                <a:gd name="T101" fmla="*/ 29 h 237"/>
                <a:gd name="T102" fmla="*/ 35 w 106"/>
                <a:gd name="T103" fmla="*/ 11 h 237"/>
                <a:gd name="T104" fmla="*/ 47 w 106"/>
                <a:gd name="T105" fmla="*/ 6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237">
                  <a:moveTo>
                    <a:pt x="18" y="125"/>
                  </a:moveTo>
                  <a:lnTo>
                    <a:pt x="19" y="127"/>
                  </a:lnTo>
                  <a:lnTo>
                    <a:pt x="19" y="129"/>
                  </a:lnTo>
                  <a:lnTo>
                    <a:pt x="16" y="128"/>
                  </a:lnTo>
                  <a:lnTo>
                    <a:pt x="16" y="125"/>
                  </a:lnTo>
                  <a:lnTo>
                    <a:pt x="18" y="125"/>
                  </a:lnTo>
                  <a:close/>
                  <a:moveTo>
                    <a:pt x="49" y="0"/>
                  </a:moveTo>
                  <a:lnTo>
                    <a:pt x="52" y="2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8" y="3"/>
                  </a:lnTo>
                  <a:lnTo>
                    <a:pt x="61" y="6"/>
                  </a:lnTo>
                  <a:lnTo>
                    <a:pt x="61" y="8"/>
                  </a:lnTo>
                  <a:lnTo>
                    <a:pt x="64" y="8"/>
                  </a:lnTo>
                  <a:lnTo>
                    <a:pt x="65" y="11"/>
                  </a:lnTo>
                  <a:lnTo>
                    <a:pt x="65" y="15"/>
                  </a:lnTo>
                  <a:lnTo>
                    <a:pt x="68" y="19"/>
                  </a:lnTo>
                  <a:lnTo>
                    <a:pt x="68" y="23"/>
                  </a:lnTo>
                  <a:lnTo>
                    <a:pt x="68" y="27"/>
                  </a:lnTo>
                  <a:lnTo>
                    <a:pt x="68" y="29"/>
                  </a:lnTo>
                  <a:lnTo>
                    <a:pt x="66" y="31"/>
                  </a:lnTo>
                  <a:lnTo>
                    <a:pt x="65" y="32"/>
                  </a:lnTo>
                  <a:lnTo>
                    <a:pt x="64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2" y="40"/>
                  </a:lnTo>
                  <a:lnTo>
                    <a:pt x="61" y="40"/>
                  </a:lnTo>
                  <a:lnTo>
                    <a:pt x="60" y="41"/>
                  </a:lnTo>
                  <a:lnTo>
                    <a:pt x="58" y="44"/>
                  </a:lnTo>
                  <a:lnTo>
                    <a:pt x="60" y="45"/>
                  </a:lnTo>
                  <a:lnTo>
                    <a:pt x="58" y="46"/>
                  </a:lnTo>
                  <a:lnTo>
                    <a:pt x="58" y="49"/>
                  </a:lnTo>
                  <a:lnTo>
                    <a:pt x="60" y="49"/>
                  </a:lnTo>
                  <a:lnTo>
                    <a:pt x="61" y="50"/>
                  </a:lnTo>
                  <a:lnTo>
                    <a:pt x="62" y="53"/>
                  </a:lnTo>
                  <a:lnTo>
                    <a:pt x="62" y="56"/>
                  </a:lnTo>
                  <a:lnTo>
                    <a:pt x="64" y="58"/>
                  </a:lnTo>
                  <a:lnTo>
                    <a:pt x="66" y="56"/>
                  </a:lnTo>
                  <a:lnTo>
                    <a:pt x="72" y="54"/>
                  </a:lnTo>
                  <a:lnTo>
                    <a:pt x="73" y="57"/>
                  </a:lnTo>
                  <a:lnTo>
                    <a:pt x="72" y="58"/>
                  </a:lnTo>
                  <a:lnTo>
                    <a:pt x="73" y="60"/>
                  </a:lnTo>
                  <a:lnTo>
                    <a:pt x="76" y="58"/>
                  </a:lnTo>
                  <a:lnTo>
                    <a:pt x="77" y="61"/>
                  </a:lnTo>
                  <a:lnTo>
                    <a:pt x="76" y="62"/>
                  </a:lnTo>
                  <a:lnTo>
                    <a:pt x="77" y="65"/>
                  </a:lnTo>
                  <a:lnTo>
                    <a:pt x="81" y="65"/>
                  </a:lnTo>
                  <a:lnTo>
                    <a:pt x="79" y="66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85" y="66"/>
                  </a:lnTo>
                  <a:lnTo>
                    <a:pt x="87" y="67"/>
                  </a:lnTo>
                  <a:lnTo>
                    <a:pt x="87" y="70"/>
                  </a:lnTo>
                  <a:lnTo>
                    <a:pt x="86" y="71"/>
                  </a:lnTo>
                  <a:lnTo>
                    <a:pt x="86" y="74"/>
                  </a:lnTo>
                  <a:lnTo>
                    <a:pt x="83" y="78"/>
                  </a:lnTo>
                  <a:lnTo>
                    <a:pt x="81" y="79"/>
                  </a:lnTo>
                  <a:lnTo>
                    <a:pt x="81" y="81"/>
                  </a:lnTo>
                  <a:lnTo>
                    <a:pt x="83" y="81"/>
                  </a:lnTo>
                  <a:lnTo>
                    <a:pt x="87" y="81"/>
                  </a:lnTo>
                  <a:lnTo>
                    <a:pt x="87" y="82"/>
                  </a:lnTo>
                  <a:lnTo>
                    <a:pt x="89" y="79"/>
                  </a:lnTo>
                  <a:lnTo>
                    <a:pt x="91" y="82"/>
                  </a:lnTo>
                  <a:lnTo>
                    <a:pt x="90" y="85"/>
                  </a:lnTo>
                  <a:lnTo>
                    <a:pt x="91" y="87"/>
                  </a:lnTo>
                  <a:lnTo>
                    <a:pt x="94" y="89"/>
                  </a:lnTo>
                  <a:lnTo>
                    <a:pt x="95" y="87"/>
                  </a:lnTo>
                  <a:lnTo>
                    <a:pt x="98" y="87"/>
                  </a:lnTo>
                  <a:lnTo>
                    <a:pt x="103" y="85"/>
                  </a:lnTo>
                  <a:lnTo>
                    <a:pt x="106" y="86"/>
                  </a:lnTo>
                  <a:lnTo>
                    <a:pt x="106" y="87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9" y="94"/>
                  </a:lnTo>
                  <a:lnTo>
                    <a:pt x="98" y="95"/>
                  </a:lnTo>
                  <a:lnTo>
                    <a:pt x="98" y="96"/>
                  </a:lnTo>
                  <a:lnTo>
                    <a:pt x="97" y="99"/>
                  </a:lnTo>
                  <a:lnTo>
                    <a:pt x="95" y="99"/>
                  </a:lnTo>
                  <a:lnTo>
                    <a:pt x="93" y="102"/>
                  </a:lnTo>
                  <a:lnTo>
                    <a:pt x="90" y="103"/>
                  </a:lnTo>
                  <a:lnTo>
                    <a:pt x="87" y="103"/>
                  </a:lnTo>
                  <a:lnTo>
                    <a:pt x="87" y="104"/>
                  </a:lnTo>
                  <a:lnTo>
                    <a:pt x="89" y="107"/>
                  </a:lnTo>
                  <a:lnTo>
                    <a:pt x="87" y="108"/>
                  </a:lnTo>
                  <a:lnTo>
                    <a:pt x="85" y="107"/>
                  </a:lnTo>
                  <a:lnTo>
                    <a:pt x="83" y="108"/>
                  </a:lnTo>
                  <a:lnTo>
                    <a:pt x="83" y="112"/>
                  </a:lnTo>
                  <a:lnTo>
                    <a:pt x="82" y="114"/>
                  </a:lnTo>
                  <a:lnTo>
                    <a:pt x="79" y="112"/>
                  </a:lnTo>
                  <a:lnTo>
                    <a:pt x="77" y="115"/>
                  </a:lnTo>
                  <a:lnTo>
                    <a:pt x="73" y="114"/>
                  </a:lnTo>
                  <a:lnTo>
                    <a:pt x="70" y="116"/>
                  </a:lnTo>
                  <a:lnTo>
                    <a:pt x="72" y="120"/>
                  </a:lnTo>
                  <a:lnTo>
                    <a:pt x="69" y="121"/>
                  </a:lnTo>
                  <a:lnTo>
                    <a:pt x="69" y="125"/>
                  </a:lnTo>
                  <a:lnTo>
                    <a:pt x="70" y="127"/>
                  </a:lnTo>
                  <a:lnTo>
                    <a:pt x="68" y="128"/>
                  </a:lnTo>
                  <a:lnTo>
                    <a:pt x="65" y="129"/>
                  </a:lnTo>
                  <a:lnTo>
                    <a:pt x="65" y="132"/>
                  </a:lnTo>
                  <a:lnTo>
                    <a:pt x="68" y="132"/>
                  </a:lnTo>
                  <a:lnTo>
                    <a:pt x="69" y="136"/>
                  </a:lnTo>
                  <a:lnTo>
                    <a:pt x="70" y="137"/>
                  </a:lnTo>
                  <a:lnTo>
                    <a:pt x="72" y="139"/>
                  </a:lnTo>
                  <a:lnTo>
                    <a:pt x="74" y="141"/>
                  </a:lnTo>
                  <a:lnTo>
                    <a:pt x="77" y="148"/>
                  </a:lnTo>
                  <a:lnTo>
                    <a:pt x="79" y="148"/>
                  </a:lnTo>
                  <a:lnTo>
                    <a:pt x="81" y="152"/>
                  </a:lnTo>
                  <a:lnTo>
                    <a:pt x="81" y="154"/>
                  </a:lnTo>
                  <a:lnTo>
                    <a:pt x="83" y="154"/>
                  </a:lnTo>
                  <a:lnTo>
                    <a:pt x="83" y="157"/>
                  </a:lnTo>
                  <a:lnTo>
                    <a:pt x="81" y="158"/>
                  </a:lnTo>
                  <a:lnTo>
                    <a:pt x="81" y="160"/>
                  </a:lnTo>
                  <a:lnTo>
                    <a:pt x="82" y="166"/>
                  </a:lnTo>
                  <a:lnTo>
                    <a:pt x="82" y="167"/>
                  </a:lnTo>
                  <a:lnTo>
                    <a:pt x="79" y="170"/>
                  </a:lnTo>
                  <a:lnTo>
                    <a:pt x="81" y="174"/>
                  </a:lnTo>
                  <a:lnTo>
                    <a:pt x="81" y="175"/>
                  </a:lnTo>
                  <a:lnTo>
                    <a:pt x="83" y="179"/>
                  </a:lnTo>
                  <a:lnTo>
                    <a:pt x="87" y="182"/>
                  </a:lnTo>
                  <a:lnTo>
                    <a:pt x="91" y="186"/>
                  </a:lnTo>
                  <a:lnTo>
                    <a:pt x="93" y="191"/>
                  </a:lnTo>
                  <a:lnTo>
                    <a:pt x="91" y="192"/>
                  </a:lnTo>
                  <a:lnTo>
                    <a:pt x="91" y="195"/>
                  </a:lnTo>
                  <a:lnTo>
                    <a:pt x="91" y="198"/>
                  </a:lnTo>
                  <a:lnTo>
                    <a:pt x="93" y="199"/>
                  </a:lnTo>
                  <a:lnTo>
                    <a:pt x="94" y="202"/>
                  </a:lnTo>
                  <a:lnTo>
                    <a:pt x="94" y="204"/>
                  </a:lnTo>
                  <a:lnTo>
                    <a:pt x="94" y="208"/>
                  </a:lnTo>
                  <a:lnTo>
                    <a:pt x="95" y="211"/>
                  </a:lnTo>
                  <a:lnTo>
                    <a:pt x="95" y="215"/>
                  </a:lnTo>
                  <a:lnTo>
                    <a:pt x="94" y="215"/>
                  </a:lnTo>
                  <a:lnTo>
                    <a:pt x="91" y="223"/>
                  </a:lnTo>
                  <a:lnTo>
                    <a:pt x="89" y="224"/>
                  </a:lnTo>
                  <a:lnTo>
                    <a:pt x="89" y="228"/>
                  </a:lnTo>
                  <a:lnTo>
                    <a:pt x="87" y="229"/>
                  </a:lnTo>
                  <a:lnTo>
                    <a:pt x="87" y="231"/>
                  </a:lnTo>
                  <a:lnTo>
                    <a:pt x="87" y="231"/>
                  </a:lnTo>
                  <a:lnTo>
                    <a:pt x="86" y="233"/>
                  </a:lnTo>
                  <a:lnTo>
                    <a:pt x="86" y="237"/>
                  </a:lnTo>
                  <a:lnTo>
                    <a:pt x="85" y="233"/>
                  </a:lnTo>
                  <a:lnTo>
                    <a:pt x="85" y="229"/>
                  </a:lnTo>
                  <a:lnTo>
                    <a:pt x="83" y="228"/>
                  </a:lnTo>
                  <a:lnTo>
                    <a:pt x="83" y="227"/>
                  </a:lnTo>
                  <a:lnTo>
                    <a:pt x="85" y="228"/>
                  </a:lnTo>
                  <a:lnTo>
                    <a:pt x="85" y="227"/>
                  </a:lnTo>
                  <a:lnTo>
                    <a:pt x="87" y="224"/>
                  </a:lnTo>
                  <a:lnTo>
                    <a:pt x="87" y="223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7" y="219"/>
                  </a:lnTo>
                  <a:lnTo>
                    <a:pt x="87" y="217"/>
                  </a:lnTo>
                  <a:lnTo>
                    <a:pt x="86" y="214"/>
                  </a:lnTo>
                  <a:lnTo>
                    <a:pt x="89" y="212"/>
                  </a:lnTo>
                  <a:lnTo>
                    <a:pt x="86" y="211"/>
                  </a:lnTo>
                  <a:lnTo>
                    <a:pt x="85" y="208"/>
                  </a:lnTo>
                  <a:lnTo>
                    <a:pt x="85" y="206"/>
                  </a:lnTo>
                  <a:lnTo>
                    <a:pt x="86" y="204"/>
                  </a:lnTo>
                  <a:lnTo>
                    <a:pt x="85" y="203"/>
                  </a:lnTo>
                  <a:lnTo>
                    <a:pt x="85" y="202"/>
                  </a:lnTo>
                  <a:lnTo>
                    <a:pt x="83" y="194"/>
                  </a:lnTo>
                  <a:lnTo>
                    <a:pt x="82" y="192"/>
                  </a:lnTo>
                  <a:lnTo>
                    <a:pt x="81" y="190"/>
                  </a:lnTo>
                  <a:lnTo>
                    <a:pt x="79" y="187"/>
                  </a:lnTo>
                  <a:lnTo>
                    <a:pt x="79" y="191"/>
                  </a:lnTo>
                  <a:lnTo>
                    <a:pt x="78" y="191"/>
                  </a:lnTo>
                  <a:lnTo>
                    <a:pt x="78" y="190"/>
                  </a:lnTo>
                  <a:lnTo>
                    <a:pt x="77" y="187"/>
                  </a:lnTo>
                  <a:lnTo>
                    <a:pt x="78" y="182"/>
                  </a:lnTo>
                  <a:lnTo>
                    <a:pt x="76" y="181"/>
                  </a:lnTo>
                  <a:lnTo>
                    <a:pt x="76" y="178"/>
                  </a:lnTo>
                  <a:lnTo>
                    <a:pt x="77" y="177"/>
                  </a:lnTo>
                  <a:lnTo>
                    <a:pt x="74" y="175"/>
                  </a:lnTo>
                  <a:lnTo>
                    <a:pt x="74" y="171"/>
                  </a:lnTo>
                  <a:lnTo>
                    <a:pt x="73" y="171"/>
                  </a:lnTo>
                  <a:lnTo>
                    <a:pt x="72" y="162"/>
                  </a:lnTo>
                  <a:lnTo>
                    <a:pt x="70" y="161"/>
                  </a:lnTo>
                  <a:lnTo>
                    <a:pt x="70" y="160"/>
                  </a:lnTo>
                  <a:lnTo>
                    <a:pt x="70" y="158"/>
                  </a:lnTo>
                  <a:lnTo>
                    <a:pt x="70" y="157"/>
                  </a:lnTo>
                  <a:lnTo>
                    <a:pt x="69" y="154"/>
                  </a:lnTo>
                  <a:lnTo>
                    <a:pt x="70" y="153"/>
                  </a:lnTo>
                  <a:lnTo>
                    <a:pt x="70" y="152"/>
                  </a:lnTo>
                  <a:lnTo>
                    <a:pt x="69" y="153"/>
                  </a:lnTo>
                  <a:lnTo>
                    <a:pt x="68" y="154"/>
                  </a:lnTo>
                  <a:lnTo>
                    <a:pt x="65" y="154"/>
                  </a:lnTo>
                  <a:lnTo>
                    <a:pt x="65" y="152"/>
                  </a:lnTo>
                  <a:lnTo>
                    <a:pt x="64" y="150"/>
                  </a:lnTo>
                  <a:lnTo>
                    <a:pt x="61" y="145"/>
                  </a:lnTo>
                  <a:lnTo>
                    <a:pt x="61" y="144"/>
                  </a:lnTo>
                  <a:lnTo>
                    <a:pt x="60" y="144"/>
                  </a:lnTo>
                  <a:lnTo>
                    <a:pt x="60" y="142"/>
                  </a:lnTo>
                  <a:lnTo>
                    <a:pt x="58" y="141"/>
                  </a:lnTo>
                  <a:lnTo>
                    <a:pt x="60" y="142"/>
                  </a:lnTo>
                  <a:lnTo>
                    <a:pt x="58" y="144"/>
                  </a:lnTo>
                  <a:lnTo>
                    <a:pt x="58" y="145"/>
                  </a:lnTo>
                  <a:lnTo>
                    <a:pt x="60" y="146"/>
                  </a:lnTo>
                  <a:lnTo>
                    <a:pt x="60" y="149"/>
                  </a:lnTo>
                  <a:lnTo>
                    <a:pt x="58" y="150"/>
                  </a:lnTo>
                  <a:lnTo>
                    <a:pt x="58" y="152"/>
                  </a:lnTo>
                  <a:lnTo>
                    <a:pt x="56" y="154"/>
                  </a:lnTo>
                  <a:lnTo>
                    <a:pt x="54" y="153"/>
                  </a:lnTo>
                  <a:lnTo>
                    <a:pt x="53" y="152"/>
                  </a:lnTo>
                  <a:lnTo>
                    <a:pt x="52" y="152"/>
                  </a:lnTo>
                  <a:lnTo>
                    <a:pt x="53" y="153"/>
                  </a:lnTo>
                  <a:lnTo>
                    <a:pt x="53" y="154"/>
                  </a:lnTo>
                  <a:lnTo>
                    <a:pt x="54" y="154"/>
                  </a:lnTo>
                  <a:lnTo>
                    <a:pt x="52" y="157"/>
                  </a:lnTo>
                  <a:lnTo>
                    <a:pt x="50" y="157"/>
                  </a:lnTo>
                  <a:lnTo>
                    <a:pt x="49" y="156"/>
                  </a:lnTo>
                  <a:lnTo>
                    <a:pt x="48" y="158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61"/>
                  </a:lnTo>
                  <a:lnTo>
                    <a:pt x="40" y="162"/>
                  </a:lnTo>
                  <a:lnTo>
                    <a:pt x="39" y="162"/>
                  </a:lnTo>
                  <a:lnTo>
                    <a:pt x="37" y="161"/>
                  </a:lnTo>
                  <a:lnTo>
                    <a:pt x="33" y="162"/>
                  </a:lnTo>
                  <a:lnTo>
                    <a:pt x="33" y="164"/>
                  </a:lnTo>
                  <a:lnTo>
                    <a:pt x="32" y="164"/>
                  </a:lnTo>
                  <a:lnTo>
                    <a:pt x="32" y="161"/>
                  </a:lnTo>
                  <a:lnTo>
                    <a:pt x="35" y="157"/>
                  </a:lnTo>
                  <a:lnTo>
                    <a:pt x="35" y="153"/>
                  </a:lnTo>
                  <a:lnTo>
                    <a:pt x="33" y="157"/>
                  </a:lnTo>
                  <a:lnTo>
                    <a:pt x="31" y="160"/>
                  </a:lnTo>
                  <a:lnTo>
                    <a:pt x="29" y="162"/>
                  </a:lnTo>
                  <a:lnTo>
                    <a:pt x="29" y="161"/>
                  </a:lnTo>
                  <a:lnTo>
                    <a:pt x="29" y="160"/>
                  </a:lnTo>
                  <a:lnTo>
                    <a:pt x="29" y="158"/>
                  </a:lnTo>
                  <a:lnTo>
                    <a:pt x="31" y="146"/>
                  </a:lnTo>
                  <a:lnTo>
                    <a:pt x="33" y="144"/>
                  </a:lnTo>
                  <a:lnTo>
                    <a:pt x="32" y="144"/>
                  </a:lnTo>
                  <a:lnTo>
                    <a:pt x="31" y="139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8" y="132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4"/>
                  </a:lnTo>
                  <a:lnTo>
                    <a:pt x="24" y="123"/>
                  </a:lnTo>
                  <a:lnTo>
                    <a:pt x="24" y="120"/>
                  </a:lnTo>
                  <a:lnTo>
                    <a:pt x="22" y="119"/>
                  </a:lnTo>
                  <a:lnTo>
                    <a:pt x="22" y="121"/>
                  </a:lnTo>
                  <a:lnTo>
                    <a:pt x="23" y="125"/>
                  </a:lnTo>
                  <a:lnTo>
                    <a:pt x="19" y="124"/>
                  </a:lnTo>
                  <a:lnTo>
                    <a:pt x="16" y="121"/>
                  </a:lnTo>
                  <a:lnTo>
                    <a:pt x="16" y="120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6" y="116"/>
                  </a:lnTo>
                  <a:lnTo>
                    <a:pt x="16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6" y="116"/>
                  </a:lnTo>
                  <a:lnTo>
                    <a:pt x="19" y="116"/>
                  </a:lnTo>
                  <a:lnTo>
                    <a:pt x="20" y="117"/>
                  </a:lnTo>
                  <a:lnTo>
                    <a:pt x="22" y="116"/>
                  </a:lnTo>
                  <a:lnTo>
                    <a:pt x="22" y="115"/>
                  </a:lnTo>
                  <a:lnTo>
                    <a:pt x="19" y="111"/>
                  </a:lnTo>
                  <a:lnTo>
                    <a:pt x="15" y="111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1" y="107"/>
                  </a:lnTo>
                  <a:lnTo>
                    <a:pt x="11" y="108"/>
                  </a:lnTo>
                  <a:lnTo>
                    <a:pt x="10" y="108"/>
                  </a:lnTo>
                  <a:lnTo>
                    <a:pt x="8" y="108"/>
                  </a:lnTo>
                  <a:lnTo>
                    <a:pt x="11" y="106"/>
                  </a:lnTo>
                  <a:lnTo>
                    <a:pt x="8" y="106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8" y="107"/>
                  </a:lnTo>
                  <a:lnTo>
                    <a:pt x="3" y="103"/>
                  </a:lnTo>
                  <a:lnTo>
                    <a:pt x="2" y="9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3" y="91"/>
                  </a:lnTo>
                  <a:lnTo>
                    <a:pt x="4" y="92"/>
                  </a:lnTo>
                  <a:lnTo>
                    <a:pt x="4" y="89"/>
                  </a:lnTo>
                  <a:lnTo>
                    <a:pt x="4" y="85"/>
                  </a:lnTo>
                  <a:lnTo>
                    <a:pt x="6" y="83"/>
                  </a:lnTo>
                  <a:lnTo>
                    <a:pt x="7" y="83"/>
                  </a:lnTo>
                  <a:lnTo>
                    <a:pt x="8" y="82"/>
                  </a:lnTo>
                  <a:lnTo>
                    <a:pt x="10" y="79"/>
                  </a:lnTo>
                  <a:lnTo>
                    <a:pt x="8" y="77"/>
                  </a:lnTo>
                  <a:lnTo>
                    <a:pt x="10" y="73"/>
                  </a:lnTo>
                  <a:lnTo>
                    <a:pt x="8" y="70"/>
                  </a:lnTo>
                  <a:lnTo>
                    <a:pt x="11" y="70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0" y="57"/>
                  </a:lnTo>
                  <a:lnTo>
                    <a:pt x="12" y="57"/>
                  </a:lnTo>
                  <a:lnTo>
                    <a:pt x="15" y="58"/>
                  </a:lnTo>
                  <a:lnTo>
                    <a:pt x="18" y="58"/>
                  </a:lnTo>
                  <a:lnTo>
                    <a:pt x="20" y="54"/>
                  </a:lnTo>
                  <a:lnTo>
                    <a:pt x="20" y="49"/>
                  </a:lnTo>
                  <a:lnTo>
                    <a:pt x="23" y="42"/>
                  </a:lnTo>
                  <a:lnTo>
                    <a:pt x="20" y="41"/>
                  </a:lnTo>
                  <a:lnTo>
                    <a:pt x="20" y="40"/>
                  </a:lnTo>
                  <a:lnTo>
                    <a:pt x="24" y="35"/>
                  </a:lnTo>
                  <a:lnTo>
                    <a:pt x="25" y="29"/>
                  </a:lnTo>
                  <a:lnTo>
                    <a:pt x="24" y="28"/>
                  </a:lnTo>
                  <a:lnTo>
                    <a:pt x="24" y="25"/>
                  </a:lnTo>
                  <a:lnTo>
                    <a:pt x="28" y="19"/>
                  </a:lnTo>
                  <a:lnTo>
                    <a:pt x="31" y="17"/>
                  </a:lnTo>
                  <a:lnTo>
                    <a:pt x="35" y="15"/>
                  </a:lnTo>
                  <a:lnTo>
                    <a:pt x="35" y="11"/>
                  </a:lnTo>
                  <a:lnTo>
                    <a:pt x="39" y="11"/>
                  </a:lnTo>
                  <a:lnTo>
                    <a:pt x="43" y="8"/>
                  </a:lnTo>
                  <a:lnTo>
                    <a:pt x="44" y="10"/>
                  </a:lnTo>
                  <a:lnTo>
                    <a:pt x="47" y="11"/>
                  </a:lnTo>
                  <a:lnTo>
                    <a:pt x="47" y="8"/>
                  </a:lnTo>
                  <a:lnTo>
                    <a:pt x="47" y="6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8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2" name="Freeform 367">
              <a:extLst>
                <a:ext uri="{FF2B5EF4-FFF2-40B4-BE49-F238E27FC236}">
                  <a16:creationId xmlns:a16="http://schemas.microsoft.com/office/drawing/2014/main" id="{FD40DFDE-35CB-4DBA-85BB-92664FB9A3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954" y="4120302"/>
              <a:ext cx="3010315" cy="2946850"/>
            </a:xfrm>
            <a:custGeom>
              <a:avLst/>
              <a:gdLst>
                <a:gd name="T0" fmla="*/ 236 w 332"/>
                <a:gd name="T1" fmla="*/ 154 h 325"/>
                <a:gd name="T2" fmla="*/ 234 w 332"/>
                <a:gd name="T3" fmla="*/ 155 h 325"/>
                <a:gd name="T4" fmla="*/ 99 w 332"/>
                <a:gd name="T5" fmla="*/ 7 h 325"/>
                <a:gd name="T6" fmla="*/ 111 w 332"/>
                <a:gd name="T7" fmla="*/ 23 h 325"/>
                <a:gd name="T8" fmla="*/ 122 w 332"/>
                <a:gd name="T9" fmla="*/ 31 h 325"/>
                <a:gd name="T10" fmla="*/ 133 w 332"/>
                <a:gd name="T11" fmla="*/ 50 h 325"/>
                <a:gd name="T12" fmla="*/ 149 w 332"/>
                <a:gd name="T13" fmla="*/ 69 h 325"/>
                <a:gd name="T14" fmla="*/ 186 w 332"/>
                <a:gd name="T15" fmla="*/ 80 h 325"/>
                <a:gd name="T16" fmla="*/ 228 w 332"/>
                <a:gd name="T17" fmla="*/ 89 h 325"/>
                <a:gd name="T18" fmla="*/ 233 w 332"/>
                <a:gd name="T19" fmla="*/ 75 h 325"/>
                <a:gd name="T20" fmla="*/ 252 w 332"/>
                <a:gd name="T21" fmla="*/ 88 h 325"/>
                <a:gd name="T22" fmla="*/ 267 w 332"/>
                <a:gd name="T23" fmla="*/ 76 h 325"/>
                <a:gd name="T24" fmla="*/ 280 w 332"/>
                <a:gd name="T25" fmla="*/ 64 h 325"/>
                <a:gd name="T26" fmla="*/ 299 w 332"/>
                <a:gd name="T27" fmla="*/ 50 h 325"/>
                <a:gd name="T28" fmla="*/ 320 w 332"/>
                <a:gd name="T29" fmla="*/ 48 h 325"/>
                <a:gd name="T30" fmla="*/ 323 w 332"/>
                <a:gd name="T31" fmla="*/ 61 h 325"/>
                <a:gd name="T32" fmla="*/ 331 w 332"/>
                <a:gd name="T33" fmla="*/ 76 h 325"/>
                <a:gd name="T34" fmla="*/ 308 w 332"/>
                <a:gd name="T35" fmla="*/ 93 h 325"/>
                <a:gd name="T36" fmla="*/ 299 w 332"/>
                <a:gd name="T37" fmla="*/ 123 h 325"/>
                <a:gd name="T38" fmla="*/ 294 w 332"/>
                <a:gd name="T39" fmla="*/ 144 h 325"/>
                <a:gd name="T40" fmla="*/ 287 w 332"/>
                <a:gd name="T41" fmla="*/ 148 h 325"/>
                <a:gd name="T42" fmla="*/ 279 w 332"/>
                <a:gd name="T43" fmla="*/ 127 h 325"/>
                <a:gd name="T44" fmla="*/ 275 w 332"/>
                <a:gd name="T45" fmla="*/ 135 h 325"/>
                <a:gd name="T46" fmla="*/ 273 w 332"/>
                <a:gd name="T47" fmla="*/ 121 h 325"/>
                <a:gd name="T48" fmla="*/ 279 w 332"/>
                <a:gd name="T49" fmla="*/ 109 h 325"/>
                <a:gd name="T50" fmla="*/ 254 w 332"/>
                <a:gd name="T51" fmla="*/ 105 h 325"/>
                <a:gd name="T52" fmla="*/ 245 w 332"/>
                <a:gd name="T53" fmla="*/ 94 h 325"/>
                <a:gd name="T54" fmla="*/ 236 w 332"/>
                <a:gd name="T55" fmla="*/ 90 h 325"/>
                <a:gd name="T56" fmla="*/ 229 w 332"/>
                <a:gd name="T57" fmla="*/ 97 h 325"/>
                <a:gd name="T58" fmla="*/ 234 w 332"/>
                <a:gd name="T59" fmla="*/ 107 h 325"/>
                <a:gd name="T60" fmla="*/ 241 w 332"/>
                <a:gd name="T61" fmla="*/ 132 h 325"/>
                <a:gd name="T62" fmla="*/ 244 w 332"/>
                <a:gd name="T63" fmla="*/ 152 h 325"/>
                <a:gd name="T64" fmla="*/ 238 w 332"/>
                <a:gd name="T65" fmla="*/ 152 h 325"/>
                <a:gd name="T66" fmla="*/ 234 w 332"/>
                <a:gd name="T67" fmla="*/ 147 h 325"/>
                <a:gd name="T68" fmla="*/ 221 w 332"/>
                <a:gd name="T69" fmla="*/ 163 h 325"/>
                <a:gd name="T70" fmla="*/ 215 w 332"/>
                <a:gd name="T71" fmla="*/ 177 h 325"/>
                <a:gd name="T72" fmla="*/ 204 w 332"/>
                <a:gd name="T73" fmla="*/ 181 h 325"/>
                <a:gd name="T74" fmla="*/ 173 w 332"/>
                <a:gd name="T75" fmla="*/ 213 h 325"/>
                <a:gd name="T76" fmla="*/ 155 w 332"/>
                <a:gd name="T77" fmla="*/ 230 h 325"/>
                <a:gd name="T78" fmla="*/ 149 w 332"/>
                <a:gd name="T79" fmla="*/ 259 h 325"/>
                <a:gd name="T80" fmla="*/ 146 w 332"/>
                <a:gd name="T81" fmla="*/ 298 h 325"/>
                <a:gd name="T82" fmla="*/ 142 w 332"/>
                <a:gd name="T83" fmla="*/ 311 h 325"/>
                <a:gd name="T84" fmla="*/ 128 w 332"/>
                <a:gd name="T85" fmla="*/ 318 h 325"/>
                <a:gd name="T86" fmla="*/ 105 w 332"/>
                <a:gd name="T87" fmla="*/ 300 h 325"/>
                <a:gd name="T88" fmla="*/ 90 w 332"/>
                <a:gd name="T89" fmla="*/ 275 h 325"/>
                <a:gd name="T90" fmla="*/ 80 w 332"/>
                <a:gd name="T91" fmla="*/ 246 h 325"/>
                <a:gd name="T92" fmla="*/ 68 w 332"/>
                <a:gd name="T93" fmla="*/ 229 h 325"/>
                <a:gd name="T94" fmla="*/ 61 w 332"/>
                <a:gd name="T95" fmla="*/ 193 h 325"/>
                <a:gd name="T96" fmla="*/ 55 w 332"/>
                <a:gd name="T97" fmla="*/ 168 h 325"/>
                <a:gd name="T98" fmla="*/ 51 w 332"/>
                <a:gd name="T99" fmla="*/ 155 h 325"/>
                <a:gd name="T100" fmla="*/ 53 w 332"/>
                <a:gd name="T101" fmla="*/ 146 h 325"/>
                <a:gd name="T102" fmla="*/ 46 w 332"/>
                <a:gd name="T103" fmla="*/ 161 h 325"/>
                <a:gd name="T104" fmla="*/ 13 w 332"/>
                <a:gd name="T105" fmla="*/ 154 h 325"/>
                <a:gd name="T106" fmla="*/ 15 w 332"/>
                <a:gd name="T107" fmla="*/ 148 h 325"/>
                <a:gd name="T108" fmla="*/ 25 w 332"/>
                <a:gd name="T109" fmla="*/ 138 h 325"/>
                <a:gd name="T110" fmla="*/ 1 w 332"/>
                <a:gd name="T111" fmla="*/ 135 h 325"/>
                <a:gd name="T112" fmla="*/ 5 w 332"/>
                <a:gd name="T113" fmla="*/ 122 h 325"/>
                <a:gd name="T114" fmla="*/ 28 w 332"/>
                <a:gd name="T115" fmla="*/ 121 h 325"/>
                <a:gd name="T116" fmla="*/ 17 w 332"/>
                <a:gd name="T117" fmla="*/ 101 h 325"/>
                <a:gd name="T118" fmla="*/ 9 w 332"/>
                <a:gd name="T119" fmla="*/ 81 h 325"/>
                <a:gd name="T120" fmla="*/ 28 w 332"/>
                <a:gd name="T121" fmla="*/ 73 h 325"/>
                <a:gd name="T122" fmla="*/ 54 w 332"/>
                <a:gd name="T123" fmla="*/ 43 h 325"/>
                <a:gd name="T124" fmla="*/ 61 w 332"/>
                <a:gd name="T125" fmla="*/ 1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2" h="325">
                  <a:moveTo>
                    <a:pt x="241" y="154"/>
                  </a:moveTo>
                  <a:lnTo>
                    <a:pt x="241" y="155"/>
                  </a:lnTo>
                  <a:lnTo>
                    <a:pt x="241" y="156"/>
                  </a:lnTo>
                  <a:lnTo>
                    <a:pt x="241" y="154"/>
                  </a:lnTo>
                  <a:close/>
                  <a:moveTo>
                    <a:pt x="236" y="154"/>
                  </a:moveTo>
                  <a:lnTo>
                    <a:pt x="237" y="155"/>
                  </a:lnTo>
                  <a:lnTo>
                    <a:pt x="238" y="156"/>
                  </a:lnTo>
                  <a:lnTo>
                    <a:pt x="237" y="155"/>
                  </a:lnTo>
                  <a:lnTo>
                    <a:pt x="236" y="154"/>
                  </a:lnTo>
                  <a:close/>
                  <a:moveTo>
                    <a:pt x="240" y="152"/>
                  </a:moveTo>
                  <a:lnTo>
                    <a:pt x="240" y="154"/>
                  </a:lnTo>
                  <a:lnTo>
                    <a:pt x="240" y="155"/>
                  </a:lnTo>
                  <a:lnTo>
                    <a:pt x="238" y="155"/>
                  </a:lnTo>
                  <a:lnTo>
                    <a:pt x="238" y="154"/>
                  </a:lnTo>
                  <a:lnTo>
                    <a:pt x="240" y="152"/>
                  </a:lnTo>
                  <a:close/>
                  <a:moveTo>
                    <a:pt x="234" y="151"/>
                  </a:moveTo>
                  <a:lnTo>
                    <a:pt x="234" y="152"/>
                  </a:lnTo>
                  <a:lnTo>
                    <a:pt x="234" y="155"/>
                  </a:lnTo>
                  <a:lnTo>
                    <a:pt x="233" y="155"/>
                  </a:lnTo>
                  <a:lnTo>
                    <a:pt x="233" y="154"/>
                  </a:lnTo>
                  <a:lnTo>
                    <a:pt x="234" y="151"/>
                  </a:lnTo>
                  <a:close/>
                  <a:moveTo>
                    <a:pt x="82" y="0"/>
                  </a:moveTo>
                  <a:lnTo>
                    <a:pt x="84" y="0"/>
                  </a:lnTo>
                  <a:lnTo>
                    <a:pt x="91" y="5"/>
                  </a:lnTo>
                  <a:lnTo>
                    <a:pt x="94" y="2"/>
                  </a:lnTo>
                  <a:lnTo>
                    <a:pt x="97" y="4"/>
                  </a:lnTo>
                  <a:lnTo>
                    <a:pt x="99" y="7"/>
                  </a:lnTo>
                  <a:lnTo>
                    <a:pt x="101" y="6"/>
                  </a:lnTo>
                  <a:lnTo>
                    <a:pt x="107" y="10"/>
                  </a:lnTo>
                  <a:lnTo>
                    <a:pt x="107" y="10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11" y="15"/>
                  </a:lnTo>
                  <a:lnTo>
                    <a:pt x="109" y="19"/>
                  </a:lnTo>
                  <a:lnTo>
                    <a:pt x="111" y="22"/>
                  </a:lnTo>
                  <a:lnTo>
                    <a:pt x="111" y="23"/>
                  </a:lnTo>
                  <a:lnTo>
                    <a:pt x="112" y="25"/>
                  </a:lnTo>
                  <a:lnTo>
                    <a:pt x="113" y="26"/>
                  </a:lnTo>
                  <a:lnTo>
                    <a:pt x="113" y="27"/>
                  </a:lnTo>
                  <a:lnTo>
                    <a:pt x="115" y="29"/>
                  </a:lnTo>
                  <a:lnTo>
                    <a:pt x="115" y="31"/>
                  </a:lnTo>
                  <a:lnTo>
                    <a:pt x="117" y="32"/>
                  </a:lnTo>
                  <a:lnTo>
                    <a:pt x="119" y="30"/>
                  </a:lnTo>
                  <a:lnTo>
                    <a:pt x="121" y="30"/>
                  </a:lnTo>
                  <a:lnTo>
                    <a:pt x="122" y="31"/>
                  </a:lnTo>
                  <a:lnTo>
                    <a:pt x="125" y="31"/>
                  </a:lnTo>
                  <a:lnTo>
                    <a:pt x="128" y="34"/>
                  </a:lnTo>
                  <a:lnTo>
                    <a:pt x="129" y="35"/>
                  </a:lnTo>
                  <a:lnTo>
                    <a:pt x="130" y="38"/>
                  </a:lnTo>
                  <a:lnTo>
                    <a:pt x="133" y="38"/>
                  </a:lnTo>
                  <a:lnTo>
                    <a:pt x="134" y="40"/>
                  </a:lnTo>
                  <a:lnTo>
                    <a:pt x="134" y="39"/>
                  </a:lnTo>
                  <a:lnTo>
                    <a:pt x="134" y="43"/>
                  </a:lnTo>
                  <a:lnTo>
                    <a:pt x="133" y="50"/>
                  </a:lnTo>
                  <a:lnTo>
                    <a:pt x="133" y="54"/>
                  </a:lnTo>
                  <a:lnTo>
                    <a:pt x="129" y="57"/>
                  </a:lnTo>
                  <a:lnTo>
                    <a:pt x="130" y="61"/>
                  </a:lnTo>
                  <a:lnTo>
                    <a:pt x="133" y="61"/>
                  </a:lnTo>
                  <a:lnTo>
                    <a:pt x="136" y="63"/>
                  </a:lnTo>
                  <a:lnTo>
                    <a:pt x="137" y="63"/>
                  </a:lnTo>
                  <a:lnTo>
                    <a:pt x="140" y="64"/>
                  </a:lnTo>
                  <a:lnTo>
                    <a:pt x="144" y="65"/>
                  </a:lnTo>
                  <a:lnTo>
                    <a:pt x="149" y="69"/>
                  </a:lnTo>
                  <a:lnTo>
                    <a:pt x="153" y="73"/>
                  </a:lnTo>
                  <a:lnTo>
                    <a:pt x="157" y="75"/>
                  </a:lnTo>
                  <a:lnTo>
                    <a:pt x="159" y="76"/>
                  </a:lnTo>
                  <a:lnTo>
                    <a:pt x="162" y="76"/>
                  </a:lnTo>
                  <a:lnTo>
                    <a:pt x="166" y="79"/>
                  </a:lnTo>
                  <a:lnTo>
                    <a:pt x="173" y="79"/>
                  </a:lnTo>
                  <a:lnTo>
                    <a:pt x="174" y="80"/>
                  </a:lnTo>
                  <a:lnTo>
                    <a:pt x="180" y="79"/>
                  </a:lnTo>
                  <a:lnTo>
                    <a:pt x="186" y="80"/>
                  </a:lnTo>
                  <a:lnTo>
                    <a:pt x="187" y="82"/>
                  </a:lnTo>
                  <a:lnTo>
                    <a:pt x="190" y="85"/>
                  </a:lnTo>
                  <a:lnTo>
                    <a:pt x="196" y="88"/>
                  </a:lnTo>
                  <a:lnTo>
                    <a:pt x="199" y="86"/>
                  </a:lnTo>
                  <a:lnTo>
                    <a:pt x="203" y="86"/>
                  </a:lnTo>
                  <a:lnTo>
                    <a:pt x="213" y="89"/>
                  </a:lnTo>
                  <a:lnTo>
                    <a:pt x="216" y="88"/>
                  </a:lnTo>
                  <a:lnTo>
                    <a:pt x="220" y="90"/>
                  </a:lnTo>
                  <a:lnTo>
                    <a:pt x="228" y="89"/>
                  </a:lnTo>
                  <a:lnTo>
                    <a:pt x="228" y="84"/>
                  </a:lnTo>
                  <a:lnTo>
                    <a:pt x="227" y="79"/>
                  </a:lnTo>
                  <a:lnTo>
                    <a:pt x="227" y="73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9" y="69"/>
                  </a:lnTo>
                  <a:lnTo>
                    <a:pt x="232" y="69"/>
                  </a:lnTo>
                  <a:lnTo>
                    <a:pt x="233" y="71"/>
                  </a:lnTo>
                  <a:lnTo>
                    <a:pt x="233" y="75"/>
                  </a:lnTo>
                  <a:lnTo>
                    <a:pt x="236" y="76"/>
                  </a:lnTo>
                  <a:lnTo>
                    <a:pt x="236" y="76"/>
                  </a:lnTo>
                  <a:lnTo>
                    <a:pt x="234" y="79"/>
                  </a:lnTo>
                  <a:lnTo>
                    <a:pt x="234" y="80"/>
                  </a:lnTo>
                  <a:lnTo>
                    <a:pt x="237" y="84"/>
                  </a:lnTo>
                  <a:lnTo>
                    <a:pt x="241" y="85"/>
                  </a:lnTo>
                  <a:lnTo>
                    <a:pt x="242" y="84"/>
                  </a:lnTo>
                  <a:lnTo>
                    <a:pt x="248" y="88"/>
                  </a:lnTo>
                  <a:lnTo>
                    <a:pt x="252" y="88"/>
                  </a:lnTo>
                  <a:lnTo>
                    <a:pt x="253" y="84"/>
                  </a:lnTo>
                  <a:lnTo>
                    <a:pt x="255" y="84"/>
                  </a:lnTo>
                  <a:lnTo>
                    <a:pt x="258" y="85"/>
                  </a:lnTo>
                  <a:lnTo>
                    <a:pt x="263" y="84"/>
                  </a:lnTo>
                  <a:lnTo>
                    <a:pt x="266" y="84"/>
                  </a:lnTo>
                  <a:lnTo>
                    <a:pt x="271" y="82"/>
                  </a:lnTo>
                  <a:lnTo>
                    <a:pt x="271" y="81"/>
                  </a:lnTo>
                  <a:lnTo>
                    <a:pt x="271" y="77"/>
                  </a:lnTo>
                  <a:lnTo>
                    <a:pt x="267" y="76"/>
                  </a:lnTo>
                  <a:lnTo>
                    <a:pt x="267" y="73"/>
                  </a:lnTo>
                  <a:lnTo>
                    <a:pt x="267" y="71"/>
                  </a:lnTo>
                  <a:lnTo>
                    <a:pt x="269" y="71"/>
                  </a:lnTo>
                  <a:lnTo>
                    <a:pt x="274" y="69"/>
                  </a:lnTo>
                  <a:lnTo>
                    <a:pt x="275" y="69"/>
                  </a:lnTo>
                  <a:lnTo>
                    <a:pt x="277" y="67"/>
                  </a:lnTo>
                  <a:lnTo>
                    <a:pt x="278" y="65"/>
                  </a:lnTo>
                  <a:lnTo>
                    <a:pt x="280" y="65"/>
                  </a:lnTo>
                  <a:lnTo>
                    <a:pt x="280" y="64"/>
                  </a:lnTo>
                  <a:lnTo>
                    <a:pt x="283" y="64"/>
                  </a:lnTo>
                  <a:lnTo>
                    <a:pt x="283" y="61"/>
                  </a:lnTo>
                  <a:lnTo>
                    <a:pt x="286" y="59"/>
                  </a:lnTo>
                  <a:lnTo>
                    <a:pt x="288" y="59"/>
                  </a:lnTo>
                  <a:lnTo>
                    <a:pt x="292" y="57"/>
                  </a:lnTo>
                  <a:lnTo>
                    <a:pt x="295" y="54"/>
                  </a:lnTo>
                  <a:lnTo>
                    <a:pt x="295" y="51"/>
                  </a:lnTo>
                  <a:lnTo>
                    <a:pt x="296" y="51"/>
                  </a:lnTo>
                  <a:lnTo>
                    <a:pt x="299" y="50"/>
                  </a:lnTo>
                  <a:lnTo>
                    <a:pt x="302" y="52"/>
                  </a:lnTo>
                  <a:lnTo>
                    <a:pt x="304" y="51"/>
                  </a:lnTo>
                  <a:lnTo>
                    <a:pt x="309" y="52"/>
                  </a:lnTo>
                  <a:lnTo>
                    <a:pt x="311" y="51"/>
                  </a:lnTo>
                  <a:lnTo>
                    <a:pt x="309" y="50"/>
                  </a:lnTo>
                  <a:lnTo>
                    <a:pt x="315" y="47"/>
                  </a:lnTo>
                  <a:lnTo>
                    <a:pt x="317" y="47"/>
                  </a:lnTo>
                  <a:lnTo>
                    <a:pt x="319" y="48"/>
                  </a:lnTo>
                  <a:lnTo>
                    <a:pt x="320" y="48"/>
                  </a:lnTo>
                  <a:lnTo>
                    <a:pt x="320" y="50"/>
                  </a:lnTo>
                  <a:lnTo>
                    <a:pt x="319" y="52"/>
                  </a:lnTo>
                  <a:lnTo>
                    <a:pt x="320" y="55"/>
                  </a:lnTo>
                  <a:lnTo>
                    <a:pt x="321" y="54"/>
                  </a:lnTo>
                  <a:lnTo>
                    <a:pt x="323" y="54"/>
                  </a:lnTo>
                  <a:lnTo>
                    <a:pt x="323" y="55"/>
                  </a:lnTo>
                  <a:lnTo>
                    <a:pt x="325" y="57"/>
                  </a:lnTo>
                  <a:lnTo>
                    <a:pt x="325" y="59"/>
                  </a:lnTo>
                  <a:lnTo>
                    <a:pt x="323" y="61"/>
                  </a:lnTo>
                  <a:lnTo>
                    <a:pt x="324" y="63"/>
                  </a:lnTo>
                  <a:lnTo>
                    <a:pt x="327" y="64"/>
                  </a:lnTo>
                  <a:lnTo>
                    <a:pt x="328" y="63"/>
                  </a:lnTo>
                  <a:lnTo>
                    <a:pt x="329" y="64"/>
                  </a:lnTo>
                  <a:lnTo>
                    <a:pt x="332" y="67"/>
                  </a:lnTo>
                  <a:lnTo>
                    <a:pt x="332" y="68"/>
                  </a:lnTo>
                  <a:lnTo>
                    <a:pt x="331" y="71"/>
                  </a:lnTo>
                  <a:lnTo>
                    <a:pt x="331" y="73"/>
                  </a:lnTo>
                  <a:lnTo>
                    <a:pt x="331" y="76"/>
                  </a:lnTo>
                  <a:lnTo>
                    <a:pt x="328" y="75"/>
                  </a:lnTo>
                  <a:lnTo>
                    <a:pt x="327" y="73"/>
                  </a:lnTo>
                  <a:lnTo>
                    <a:pt x="323" y="76"/>
                  </a:lnTo>
                  <a:lnTo>
                    <a:pt x="319" y="76"/>
                  </a:lnTo>
                  <a:lnTo>
                    <a:pt x="319" y="80"/>
                  </a:lnTo>
                  <a:lnTo>
                    <a:pt x="315" y="82"/>
                  </a:lnTo>
                  <a:lnTo>
                    <a:pt x="312" y="84"/>
                  </a:lnTo>
                  <a:lnTo>
                    <a:pt x="308" y="90"/>
                  </a:lnTo>
                  <a:lnTo>
                    <a:pt x="308" y="93"/>
                  </a:lnTo>
                  <a:lnTo>
                    <a:pt x="309" y="94"/>
                  </a:lnTo>
                  <a:lnTo>
                    <a:pt x="308" y="100"/>
                  </a:lnTo>
                  <a:lnTo>
                    <a:pt x="304" y="105"/>
                  </a:lnTo>
                  <a:lnTo>
                    <a:pt x="304" y="106"/>
                  </a:lnTo>
                  <a:lnTo>
                    <a:pt x="307" y="107"/>
                  </a:lnTo>
                  <a:lnTo>
                    <a:pt x="304" y="114"/>
                  </a:lnTo>
                  <a:lnTo>
                    <a:pt x="304" y="119"/>
                  </a:lnTo>
                  <a:lnTo>
                    <a:pt x="302" y="123"/>
                  </a:lnTo>
                  <a:lnTo>
                    <a:pt x="299" y="123"/>
                  </a:lnTo>
                  <a:lnTo>
                    <a:pt x="296" y="122"/>
                  </a:lnTo>
                  <a:lnTo>
                    <a:pt x="294" y="122"/>
                  </a:lnTo>
                  <a:lnTo>
                    <a:pt x="295" y="129"/>
                  </a:lnTo>
                  <a:lnTo>
                    <a:pt x="295" y="131"/>
                  </a:lnTo>
                  <a:lnTo>
                    <a:pt x="295" y="135"/>
                  </a:lnTo>
                  <a:lnTo>
                    <a:pt x="292" y="135"/>
                  </a:lnTo>
                  <a:lnTo>
                    <a:pt x="294" y="138"/>
                  </a:lnTo>
                  <a:lnTo>
                    <a:pt x="292" y="142"/>
                  </a:lnTo>
                  <a:lnTo>
                    <a:pt x="294" y="144"/>
                  </a:lnTo>
                  <a:lnTo>
                    <a:pt x="292" y="147"/>
                  </a:lnTo>
                  <a:lnTo>
                    <a:pt x="291" y="148"/>
                  </a:lnTo>
                  <a:lnTo>
                    <a:pt x="290" y="148"/>
                  </a:lnTo>
                  <a:lnTo>
                    <a:pt x="288" y="150"/>
                  </a:lnTo>
                  <a:lnTo>
                    <a:pt x="288" y="151"/>
                  </a:lnTo>
                  <a:lnTo>
                    <a:pt x="288" y="151"/>
                  </a:lnTo>
                  <a:lnTo>
                    <a:pt x="288" y="150"/>
                  </a:lnTo>
                  <a:lnTo>
                    <a:pt x="288" y="148"/>
                  </a:lnTo>
                  <a:lnTo>
                    <a:pt x="287" y="148"/>
                  </a:lnTo>
                  <a:lnTo>
                    <a:pt x="287" y="146"/>
                  </a:lnTo>
                  <a:lnTo>
                    <a:pt x="286" y="143"/>
                  </a:lnTo>
                  <a:lnTo>
                    <a:pt x="284" y="138"/>
                  </a:lnTo>
                  <a:lnTo>
                    <a:pt x="284" y="136"/>
                  </a:lnTo>
                  <a:lnTo>
                    <a:pt x="284" y="134"/>
                  </a:lnTo>
                  <a:lnTo>
                    <a:pt x="283" y="130"/>
                  </a:lnTo>
                  <a:lnTo>
                    <a:pt x="282" y="129"/>
                  </a:lnTo>
                  <a:lnTo>
                    <a:pt x="282" y="127"/>
                  </a:lnTo>
                  <a:lnTo>
                    <a:pt x="279" y="127"/>
                  </a:lnTo>
                  <a:lnTo>
                    <a:pt x="278" y="127"/>
                  </a:lnTo>
                  <a:lnTo>
                    <a:pt x="277" y="127"/>
                  </a:lnTo>
                  <a:lnTo>
                    <a:pt x="278" y="129"/>
                  </a:lnTo>
                  <a:lnTo>
                    <a:pt x="277" y="130"/>
                  </a:lnTo>
                  <a:lnTo>
                    <a:pt x="277" y="131"/>
                  </a:lnTo>
                  <a:lnTo>
                    <a:pt x="275" y="132"/>
                  </a:lnTo>
                  <a:lnTo>
                    <a:pt x="277" y="134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4" y="132"/>
                  </a:lnTo>
                  <a:lnTo>
                    <a:pt x="271" y="131"/>
                  </a:lnTo>
                  <a:lnTo>
                    <a:pt x="271" y="130"/>
                  </a:lnTo>
                  <a:lnTo>
                    <a:pt x="270" y="129"/>
                  </a:lnTo>
                  <a:lnTo>
                    <a:pt x="269" y="126"/>
                  </a:lnTo>
                  <a:lnTo>
                    <a:pt x="269" y="125"/>
                  </a:lnTo>
                  <a:lnTo>
                    <a:pt x="270" y="123"/>
                  </a:lnTo>
                  <a:lnTo>
                    <a:pt x="270" y="122"/>
                  </a:lnTo>
                  <a:lnTo>
                    <a:pt x="273" y="121"/>
                  </a:lnTo>
                  <a:lnTo>
                    <a:pt x="273" y="121"/>
                  </a:lnTo>
                  <a:lnTo>
                    <a:pt x="274" y="122"/>
                  </a:lnTo>
                  <a:lnTo>
                    <a:pt x="275" y="121"/>
                  </a:lnTo>
                  <a:lnTo>
                    <a:pt x="275" y="119"/>
                  </a:lnTo>
                  <a:lnTo>
                    <a:pt x="277" y="118"/>
                  </a:lnTo>
                  <a:lnTo>
                    <a:pt x="278" y="114"/>
                  </a:lnTo>
                  <a:lnTo>
                    <a:pt x="279" y="111"/>
                  </a:lnTo>
                  <a:lnTo>
                    <a:pt x="280" y="109"/>
                  </a:lnTo>
                  <a:lnTo>
                    <a:pt x="279" y="109"/>
                  </a:lnTo>
                  <a:lnTo>
                    <a:pt x="277" y="106"/>
                  </a:lnTo>
                  <a:lnTo>
                    <a:pt x="275" y="106"/>
                  </a:lnTo>
                  <a:lnTo>
                    <a:pt x="274" y="106"/>
                  </a:lnTo>
                  <a:lnTo>
                    <a:pt x="273" y="106"/>
                  </a:lnTo>
                  <a:lnTo>
                    <a:pt x="269" y="106"/>
                  </a:lnTo>
                  <a:lnTo>
                    <a:pt x="265" y="106"/>
                  </a:lnTo>
                  <a:lnTo>
                    <a:pt x="261" y="106"/>
                  </a:lnTo>
                  <a:lnTo>
                    <a:pt x="257" y="106"/>
                  </a:lnTo>
                  <a:lnTo>
                    <a:pt x="254" y="105"/>
                  </a:lnTo>
                  <a:lnTo>
                    <a:pt x="253" y="105"/>
                  </a:lnTo>
                  <a:lnTo>
                    <a:pt x="250" y="105"/>
                  </a:lnTo>
                  <a:lnTo>
                    <a:pt x="250" y="102"/>
                  </a:lnTo>
                  <a:lnTo>
                    <a:pt x="249" y="100"/>
                  </a:lnTo>
                  <a:lnTo>
                    <a:pt x="249" y="98"/>
                  </a:lnTo>
                  <a:lnTo>
                    <a:pt x="249" y="96"/>
                  </a:lnTo>
                  <a:lnTo>
                    <a:pt x="246" y="93"/>
                  </a:lnTo>
                  <a:lnTo>
                    <a:pt x="246" y="93"/>
                  </a:lnTo>
                  <a:lnTo>
                    <a:pt x="245" y="94"/>
                  </a:lnTo>
                  <a:lnTo>
                    <a:pt x="244" y="93"/>
                  </a:lnTo>
                  <a:lnTo>
                    <a:pt x="242" y="92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2"/>
                  </a:lnTo>
                  <a:lnTo>
                    <a:pt x="241" y="93"/>
                  </a:lnTo>
                  <a:lnTo>
                    <a:pt x="240" y="93"/>
                  </a:lnTo>
                  <a:lnTo>
                    <a:pt x="237" y="93"/>
                  </a:lnTo>
                  <a:lnTo>
                    <a:pt x="236" y="90"/>
                  </a:lnTo>
                  <a:lnTo>
                    <a:pt x="236" y="89"/>
                  </a:lnTo>
                  <a:lnTo>
                    <a:pt x="233" y="88"/>
                  </a:lnTo>
                  <a:lnTo>
                    <a:pt x="233" y="86"/>
                  </a:lnTo>
                  <a:lnTo>
                    <a:pt x="232" y="88"/>
                  </a:lnTo>
                  <a:lnTo>
                    <a:pt x="230" y="88"/>
                  </a:lnTo>
                  <a:lnTo>
                    <a:pt x="230" y="90"/>
                  </a:lnTo>
                  <a:lnTo>
                    <a:pt x="232" y="90"/>
                  </a:lnTo>
                  <a:lnTo>
                    <a:pt x="230" y="94"/>
                  </a:lnTo>
                  <a:lnTo>
                    <a:pt x="229" y="97"/>
                  </a:lnTo>
                  <a:lnTo>
                    <a:pt x="228" y="100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40" y="101"/>
                  </a:lnTo>
                  <a:lnTo>
                    <a:pt x="238" y="102"/>
                  </a:lnTo>
                  <a:lnTo>
                    <a:pt x="240" y="105"/>
                  </a:lnTo>
                  <a:lnTo>
                    <a:pt x="238" y="106"/>
                  </a:lnTo>
                  <a:lnTo>
                    <a:pt x="237" y="106"/>
                  </a:lnTo>
                  <a:lnTo>
                    <a:pt x="234" y="107"/>
                  </a:lnTo>
                  <a:lnTo>
                    <a:pt x="233" y="110"/>
                  </a:lnTo>
                  <a:lnTo>
                    <a:pt x="232" y="110"/>
                  </a:lnTo>
                  <a:lnTo>
                    <a:pt x="232" y="115"/>
                  </a:lnTo>
                  <a:lnTo>
                    <a:pt x="234" y="118"/>
                  </a:lnTo>
                  <a:lnTo>
                    <a:pt x="237" y="119"/>
                  </a:lnTo>
                  <a:lnTo>
                    <a:pt x="240" y="123"/>
                  </a:lnTo>
                  <a:lnTo>
                    <a:pt x="240" y="127"/>
                  </a:lnTo>
                  <a:lnTo>
                    <a:pt x="241" y="130"/>
                  </a:lnTo>
                  <a:lnTo>
                    <a:pt x="241" y="132"/>
                  </a:lnTo>
                  <a:lnTo>
                    <a:pt x="241" y="136"/>
                  </a:lnTo>
                  <a:lnTo>
                    <a:pt x="245" y="140"/>
                  </a:lnTo>
                  <a:lnTo>
                    <a:pt x="245" y="144"/>
                  </a:lnTo>
                  <a:lnTo>
                    <a:pt x="245" y="146"/>
                  </a:lnTo>
                  <a:lnTo>
                    <a:pt x="246" y="150"/>
                  </a:lnTo>
                  <a:lnTo>
                    <a:pt x="245" y="150"/>
                  </a:lnTo>
                  <a:lnTo>
                    <a:pt x="246" y="152"/>
                  </a:lnTo>
                  <a:lnTo>
                    <a:pt x="245" y="155"/>
                  </a:lnTo>
                  <a:lnTo>
                    <a:pt x="244" y="152"/>
                  </a:lnTo>
                  <a:lnTo>
                    <a:pt x="244" y="154"/>
                  </a:lnTo>
                  <a:lnTo>
                    <a:pt x="242" y="154"/>
                  </a:lnTo>
                  <a:lnTo>
                    <a:pt x="241" y="151"/>
                  </a:lnTo>
                  <a:lnTo>
                    <a:pt x="241" y="150"/>
                  </a:lnTo>
                  <a:lnTo>
                    <a:pt x="241" y="151"/>
                  </a:lnTo>
                  <a:lnTo>
                    <a:pt x="240" y="152"/>
                  </a:lnTo>
                  <a:lnTo>
                    <a:pt x="240" y="151"/>
                  </a:lnTo>
                  <a:lnTo>
                    <a:pt x="240" y="152"/>
                  </a:lnTo>
                  <a:lnTo>
                    <a:pt x="238" y="152"/>
                  </a:lnTo>
                  <a:lnTo>
                    <a:pt x="237" y="152"/>
                  </a:lnTo>
                  <a:lnTo>
                    <a:pt x="236" y="152"/>
                  </a:lnTo>
                  <a:lnTo>
                    <a:pt x="234" y="148"/>
                  </a:lnTo>
                  <a:lnTo>
                    <a:pt x="236" y="147"/>
                  </a:lnTo>
                  <a:lnTo>
                    <a:pt x="233" y="146"/>
                  </a:lnTo>
                  <a:lnTo>
                    <a:pt x="232" y="146"/>
                  </a:lnTo>
                  <a:lnTo>
                    <a:pt x="232" y="146"/>
                  </a:lnTo>
                  <a:lnTo>
                    <a:pt x="233" y="147"/>
                  </a:lnTo>
                  <a:lnTo>
                    <a:pt x="234" y="147"/>
                  </a:lnTo>
                  <a:lnTo>
                    <a:pt x="233" y="148"/>
                  </a:lnTo>
                  <a:lnTo>
                    <a:pt x="233" y="150"/>
                  </a:lnTo>
                  <a:lnTo>
                    <a:pt x="233" y="151"/>
                  </a:lnTo>
                  <a:lnTo>
                    <a:pt x="230" y="154"/>
                  </a:lnTo>
                  <a:lnTo>
                    <a:pt x="224" y="156"/>
                  </a:lnTo>
                  <a:lnTo>
                    <a:pt x="223" y="157"/>
                  </a:lnTo>
                  <a:lnTo>
                    <a:pt x="221" y="159"/>
                  </a:lnTo>
                  <a:lnTo>
                    <a:pt x="220" y="161"/>
                  </a:lnTo>
                  <a:lnTo>
                    <a:pt x="221" y="163"/>
                  </a:lnTo>
                  <a:lnTo>
                    <a:pt x="223" y="165"/>
                  </a:lnTo>
                  <a:lnTo>
                    <a:pt x="223" y="165"/>
                  </a:lnTo>
                  <a:lnTo>
                    <a:pt x="223" y="167"/>
                  </a:lnTo>
                  <a:lnTo>
                    <a:pt x="220" y="168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9" y="172"/>
                  </a:lnTo>
                  <a:lnTo>
                    <a:pt x="215" y="176"/>
                  </a:lnTo>
                  <a:lnTo>
                    <a:pt x="215" y="177"/>
                  </a:lnTo>
                  <a:lnTo>
                    <a:pt x="208" y="180"/>
                  </a:lnTo>
                  <a:lnTo>
                    <a:pt x="207" y="180"/>
                  </a:lnTo>
                  <a:lnTo>
                    <a:pt x="207" y="179"/>
                  </a:lnTo>
                  <a:lnTo>
                    <a:pt x="207" y="177"/>
                  </a:lnTo>
                  <a:lnTo>
                    <a:pt x="205" y="177"/>
                  </a:lnTo>
                  <a:lnTo>
                    <a:pt x="204" y="180"/>
                  </a:lnTo>
                  <a:lnTo>
                    <a:pt x="203" y="180"/>
                  </a:lnTo>
                  <a:lnTo>
                    <a:pt x="201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198" y="189"/>
                  </a:lnTo>
                  <a:lnTo>
                    <a:pt x="195" y="194"/>
                  </a:lnTo>
                  <a:lnTo>
                    <a:pt x="184" y="202"/>
                  </a:lnTo>
                  <a:lnTo>
                    <a:pt x="183" y="206"/>
                  </a:lnTo>
                  <a:lnTo>
                    <a:pt x="180" y="209"/>
                  </a:lnTo>
                  <a:lnTo>
                    <a:pt x="176" y="210"/>
                  </a:lnTo>
                  <a:lnTo>
                    <a:pt x="173" y="213"/>
                  </a:lnTo>
                  <a:lnTo>
                    <a:pt x="173" y="215"/>
                  </a:lnTo>
                  <a:lnTo>
                    <a:pt x="173" y="218"/>
                  </a:lnTo>
                  <a:lnTo>
                    <a:pt x="171" y="221"/>
                  </a:lnTo>
                  <a:lnTo>
                    <a:pt x="169" y="222"/>
                  </a:lnTo>
                  <a:lnTo>
                    <a:pt x="163" y="222"/>
                  </a:lnTo>
                  <a:lnTo>
                    <a:pt x="161" y="223"/>
                  </a:lnTo>
                  <a:lnTo>
                    <a:pt x="161" y="226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4" y="229"/>
                  </a:lnTo>
                  <a:lnTo>
                    <a:pt x="153" y="229"/>
                  </a:lnTo>
                  <a:lnTo>
                    <a:pt x="149" y="232"/>
                  </a:lnTo>
                  <a:lnTo>
                    <a:pt x="149" y="234"/>
                  </a:lnTo>
                  <a:lnTo>
                    <a:pt x="149" y="239"/>
                  </a:lnTo>
                  <a:lnTo>
                    <a:pt x="150" y="244"/>
                  </a:lnTo>
                  <a:lnTo>
                    <a:pt x="149" y="247"/>
                  </a:lnTo>
                  <a:lnTo>
                    <a:pt x="149" y="250"/>
                  </a:lnTo>
                  <a:lnTo>
                    <a:pt x="149" y="259"/>
                  </a:lnTo>
                  <a:lnTo>
                    <a:pt x="151" y="260"/>
                  </a:lnTo>
                  <a:lnTo>
                    <a:pt x="153" y="265"/>
                  </a:lnTo>
                  <a:lnTo>
                    <a:pt x="150" y="273"/>
                  </a:lnTo>
                  <a:lnTo>
                    <a:pt x="146" y="279"/>
                  </a:lnTo>
                  <a:lnTo>
                    <a:pt x="146" y="284"/>
                  </a:lnTo>
                  <a:lnTo>
                    <a:pt x="148" y="285"/>
                  </a:lnTo>
                  <a:lnTo>
                    <a:pt x="149" y="296"/>
                  </a:lnTo>
                  <a:lnTo>
                    <a:pt x="149" y="298"/>
                  </a:lnTo>
                  <a:lnTo>
                    <a:pt x="146" y="298"/>
                  </a:lnTo>
                  <a:lnTo>
                    <a:pt x="145" y="298"/>
                  </a:lnTo>
                  <a:lnTo>
                    <a:pt x="142" y="298"/>
                  </a:lnTo>
                  <a:lnTo>
                    <a:pt x="141" y="301"/>
                  </a:lnTo>
                  <a:lnTo>
                    <a:pt x="141" y="302"/>
                  </a:lnTo>
                  <a:lnTo>
                    <a:pt x="138" y="306"/>
                  </a:lnTo>
                  <a:lnTo>
                    <a:pt x="137" y="307"/>
                  </a:lnTo>
                  <a:lnTo>
                    <a:pt x="137" y="309"/>
                  </a:lnTo>
                  <a:lnTo>
                    <a:pt x="141" y="311"/>
                  </a:lnTo>
                  <a:lnTo>
                    <a:pt x="142" y="311"/>
                  </a:lnTo>
                  <a:lnTo>
                    <a:pt x="142" y="313"/>
                  </a:lnTo>
                  <a:lnTo>
                    <a:pt x="141" y="311"/>
                  </a:lnTo>
                  <a:lnTo>
                    <a:pt x="140" y="310"/>
                  </a:lnTo>
                  <a:lnTo>
                    <a:pt x="134" y="313"/>
                  </a:lnTo>
                  <a:lnTo>
                    <a:pt x="133" y="313"/>
                  </a:lnTo>
                  <a:lnTo>
                    <a:pt x="129" y="314"/>
                  </a:lnTo>
                  <a:lnTo>
                    <a:pt x="128" y="317"/>
                  </a:lnTo>
                  <a:lnTo>
                    <a:pt x="128" y="318"/>
                  </a:lnTo>
                  <a:lnTo>
                    <a:pt x="128" y="318"/>
                  </a:lnTo>
                  <a:lnTo>
                    <a:pt x="128" y="319"/>
                  </a:lnTo>
                  <a:lnTo>
                    <a:pt x="126" y="322"/>
                  </a:lnTo>
                  <a:lnTo>
                    <a:pt x="122" y="325"/>
                  </a:lnTo>
                  <a:lnTo>
                    <a:pt x="119" y="325"/>
                  </a:lnTo>
                  <a:lnTo>
                    <a:pt x="115" y="322"/>
                  </a:lnTo>
                  <a:lnTo>
                    <a:pt x="111" y="318"/>
                  </a:lnTo>
                  <a:lnTo>
                    <a:pt x="107" y="309"/>
                  </a:lnTo>
                  <a:lnTo>
                    <a:pt x="107" y="305"/>
                  </a:lnTo>
                  <a:lnTo>
                    <a:pt x="105" y="300"/>
                  </a:lnTo>
                  <a:lnTo>
                    <a:pt x="103" y="294"/>
                  </a:lnTo>
                  <a:lnTo>
                    <a:pt x="103" y="293"/>
                  </a:lnTo>
                  <a:lnTo>
                    <a:pt x="101" y="293"/>
                  </a:lnTo>
                  <a:lnTo>
                    <a:pt x="100" y="289"/>
                  </a:lnTo>
                  <a:lnTo>
                    <a:pt x="100" y="285"/>
                  </a:lnTo>
                  <a:lnTo>
                    <a:pt x="96" y="281"/>
                  </a:lnTo>
                  <a:lnTo>
                    <a:pt x="94" y="277"/>
                  </a:lnTo>
                  <a:lnTo>
                    <a:pt x="94" y="277"/>
                  </a:lnTo>
                  <a:lnTo>
                    <a:pt x="90" y="275"/>
                  </a:lnTo>
                  <a:lnTo>
                    <a:pt x="88" y="271"/>
                  </a:lnTo>
                  <a:lnTo>
                    <a:pt x="87" y="271"/>
                  </a:lnTo>
                  <a:lnTo>
                    <a:pt x="87" y="265"/>
                  </a:lnTo>
                  <a:lnTo>
                    <a:pt x="86" y="263"/>
                  </a:lnTo>
                  <a:lnTo>
                    <a:pt x="84" y="257"/>
                  </a:lnTo>
                  <a:lnTo>
                    <a:pt x="83" y="255"/>
                  </a:lnTo>
                  <a:lnTo>
                    <a:pt x="82" y="252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9" y="246"/>
                  </a:lnTo>
                  <a:lnTo>
                    <a:pt x="76" y="242"/>
                  </a:lnTo>
                  <a:lnTo>
                    <a:pt x="76" y="240"/>
                  </a:lnTo>
                  <a:lnTo>
                    <a:pt x="75" y="240"/>
                  </a:lnTo>
                  <a:lnTo>
                    <a:pt x="72" y="235"/>
                  </a:lnTo>
                  <a:lnTo>
                    <a:pt x="72" y="234"/>
                  </a:lnTo>
                  <a:lnTo>
                    <a:pt x="71" y="232"/>
                  </a:lnTo>
                  <a:lnTo>
                    <a:pt x="70" y="230"/>
                  </a:lnTo>
                  <a:lnTo>
                    <a:pt x="68" y="229"/>
                  </a:lnTo>
                  <a:lnTo>
                    <a:pt x="67" y="223"/>
                  </a:lnTo>
                  <a:lnTo>
                    <a:pt x="66" y="21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59" y="200"/>
                  </a:lnTo>
                  <a:lnTo>
                    <a:pt x="62" y="200"/>
                  </a:lnTo>
                  <a:lnTo>
                    <a:pt x="58" y="196"/>
                  </a:lnTo>
                  <a:lnTo>
                    <a:pt x="58" y="193"/>
                  </a:lnTo>
                  <a:lnTo>
                    <a:pt x="61" y="193"/>
                  </a:lnTo>
                  <a:lnTo>
                    <a:pt x="59" y="190"/>
                  </a:lnTo>
                  <a:lnTo>
                    <a:pt x="58" y="189"/>
                  </a:lnTo>
                  <a:lnTo>
                    <a:pt x="55" y="182"/>
                  </a:lnTo>
                  <a:lnTo>
                    <a:pt x="54" y="179"/>
                  </a:lnTo>
                  <a:lnTo>
                    <a:pt x="57" y="177"/>
                  </a:lnTo>
                  <a:lnTo>
                    <a:pt x="55" y="176"/>
                  </a:lnTo>
                  <a:lnTo>
                    <a:pt x="54" y="175"/>
                  </a:lnTo>
                  <a:lnTo>
                    <a:pt x="55" y="172"/>
                  </a:lnTo>
                  <a:lnTo>
                    <a:pt x="55" y="168"/>
                  </a:lnTo>
                  <a:lnTo>
                    <a:pt x="54" y="164"/>
                  </a:lnTo>
                  <a:lnTo>
                    <a:pt x="53" y="164"/>
                  </a:lnTo>
                  <a:lnTo>
                    <a:pt x="53" y="157"/>
                  </a:lnTo>
                  <a:lnTo>
                    <a:pt x="55" y="156"/>
                  </a:lnTo>
                  <a:lnTo>
                    <a:pt x="55" y="155"/>
                  </a:lnTo>
                  <a:lnTo>
                    <a:pt x="58" y="155"/>
                  </a:lnTo>
                  <a:lnTo>
                    <a:pt x="55" y="155"/>
                  </a:lnTo>
                  <a:lnTo>
                    <a:pt x="53" y="155"/>
                  </a:lnTo>
                  <a:lnTo>
                    <a:pt x="51" y="155"/>
                  </a:lnTo>
                  <a:lnTo>
                    <a:pt x="51" y="152"/>
                  </a:lnTo>
                  <a:lnTo>
                    <a:pt x="50" y="15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53" y="148"/>
                  </a:lnTo>
                  <a:lnTo>
                    <a:pt x="55" y="147"/>
                  </a:lnTo>
                  <a:lnTo>
                    <a:pt x="55" y="144"/>
                  </a:lnTo>
                  <a:lnTo>
                    <a:pt x="54" y="146"/>
                  </a:lnTo>
                  <a:lnTo>
                    <a:pt x="53" y="146"/>
                  </a:lnTo>
                  <a:lnTo>
                    <a:pt x="50" y="146"/>
                  </a:lnTo>
                  <a:lnTo>
                    <a:pt x="49" y="144"/>
                  </a:lnTo>
                  <a:lnTo>
                    <a:pt x="49" y="146"/>
                  </a:lnTo>
                  <a:lnTo>
                    <a:pt x="49" y="148"/>
                  </a:lnTo>
                  <a:lnTo>
                    <a:pt x="46" y="152"/>
                  </a:lnTo>
                  <a:lnTo>
                    <a:pt x="49" y="155"/>
                  </a:lnTo>
                  <a:lnTo>
                    <a:pt x="47" y="159"/>
                  </a:lnTo>
                  <a:lnTo>
                    <a:pt x="46" y="160"/>
                  </a:lnTo>
                  <a:lnTo>
                    <a:pt x="46" y="161"/>
                  </a:lnTo>
                  <a:lnTo>
                    <a:pt x="42" y="164"/>
                  </a:lnTo>
                  <a:lnTo>
                    <a:pt x="36" y="168"/>
                  </a:lnTo>
                  <a:lnTo>
                    <a:pt x="33" y="168"/>
                  </a:lnTo>
                  <a:lnTo>
                    <a:pt x="29" y="168"/>
                  </a:lnTo>
                  <a:lnTo>
                    <a:pt x="20" y="160"/>
                  </a:lnTo>
                  <a:lnTo>
                    <a:pt x="16" y="155"/>
                  </a:lnTo>
                  <a:lnTo>
                    <a:pt x="16" y="155"/>
                  </a:lnTo>
                  <a:lnTo>
                    <a:pt x="15" y="155"/>
                  </a:lnTo>
                  <a:lnTo>
                    <a:pt x="13" y="154"/>
                  </a:lnTo>
                  <a:lnTo>
                    <a:pt x="8" y="148"/>
                  </a:lnTo>
                  <a:lnTo>
                    <a:pt x="8" y="147"/>
                  </a:lnTo>
                  <a:lnTo>
                    <a:pt x="8" y="146"/>
                  </a:lnTo>
                  <a:lnTo>
                    <a:pt x="9" y="146"/>
                  </a:lnTo>
                  <a:lnTo>
                    <a:pt x="9" y="147"/>
                  </a:lnTo>
                  <a:lnTo>
                    <a:pt x="11" y="146"/>
                  </a:lnTo>
                  <a:lnTo>
                    <a:pt x="11" y="148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7"/>
                  </a:lnTo>
                  <a:lnTo>
                    <a:pt x="16" y="148"/>
                  </a:lnTo>
                  <a:lnTo>
                    <a:pt x="17" y="147"/>
                  </a:lnTo>
                  <a:lnTo>
                    <a:pt x="21" y="143"/>
                  </a:lnTo>
                  <a:lnTo>
                    <a:pt x="22" y="143"/>
                  </a:lnTo>
                  <a:lnTo>
                    <a:pt x="25" y="140"/>
                  </a:lnTo>
                  <a:lnTo>
                    <a:pt x="26" y="140"/>
                  </a:lnTo>
                  <a:lnTo>
                    <a:pt x="26" y="138"/>
                  </a:lnTo>
                  <a:lnTo>
                    <a:pt x="25" y="138"/>
                  </a:lnTo>
                  <a:lnTo>
                    <a:pt x="24" y="138"/>
                  </a:lnTo>
                  <a:lnTo>
                    <a:pt x="24" y="138"/>
                  </a:lnTo>
                  <a:lnTo>
                    <a:pt x="24" y="139"/>
                  </a:lnTo>
                  <a:lnTo>
                    <a:pt x="18" y="142"/>
                  </a:lnTo>
                  <a:lnTo>
                    <a:pt x="16" y="142"/>
                  </a:lnTo>
                  <a:lnTo>
                    <a:pt x="15" y="142"/>
                  </a:lnTo>
                  <a:lnTo>
                    <a:pt x="7" y="139"/>
                  </a:lnTo>
                  <a:lnTo>
                    <a:pt x="3" y="135"/>
                  </a:lnTo>
                  <a:lnTo>
                    <a:pt x="1" y="135"/>
                  </a:lnTo>
                  <a:lnTo>
                    <a:pt x="1" y="132"/>
                  </a:lnTo>
                  <a:lnTo>
                    <a:pt x="4" y="130"/>
                  </a:lnTo>
                  <a:lnTo>
                    <a:pt x="7" y="129"/>
                  </a:lnTo>
                  <a:lnTo>
                    <a:pt x="3" y="129"/>
                  </a:lnTo>
                  <a:lnTo>
                    <a:pt x="0" y="131"/>
                  </a:lnTo>
                  <a:lnTo>
                    <a:pt x="0" y="127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5" y="122"/>
                  </a:lnTo>
                  <a:lnTo>
                    <a:pt x="7" y="123"/>
                  </a:lnTo>
                  <a:lnTo>
                    <a:pt x="8" y="122"/>
                  </a:lnTo>
                  <a:lnTo>
                    <a:pt x="17" y="122"/>
                  </a:lnTo>
                  <a:lnTo>
                    <a:pt x="21" y="121"/>
                  </a:lnTo>
                  <a:lnTo>
                    <a:pt x="22" y="119"/>
                  </a:lnTo>
                  <a:lnTo>
                    <a:pt x="25" y="119"/>
                  </a:lnTo>
                  <a:lnTo>
                    <a:pt x="24" y="121"/>
                  </a:lnTo>
                  <a:lnTo>
                    <a:pt x="25" y="122"/>
                  </a:lnTo>
                  <a:lnTo>
                    <a:pt x="28" y="121"/>
                  </a:lnTo>
                  <a:lnTo>
                    <a:pt x="30" y="119"/>
                  </a:lnTo>
                  <a:lnTo>
                    <a:pt x="29" y="118"/>
                  </a:lnTo>
                  <a:lnTo>
                    <a:pt x="29" y="117"/>
                  </a:lnTo>
                  <a:lnTo>
                    <a:pt x="26" y="109"/>
                  </a:lnTo>
                  <a:lnTo>
                    <a:pt x="25" y="106"/>
                  </a:lnTo>
                  <a:lnTo>
                    <a:pt x="25" y="105"/>
                  </a:lnTo>
                  <a:lnTo>
                    <a:pt x="24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7" y="97"/>
                  </a:lnTo>
                  <a:lnTo>
                    <a:pt x="17" y="93"/>
                  </a:lnTo>
                  <a:lnTo>
                    <a:pt x="16" y="90"/>
                  </a:lnTo>
                  <a:lnTo>
                    <a:pt x="13" y="89"/>
                  </a:lnTo>
                  <a:lnTo>
                    <a:pt x="12" y="90"/>
                  </a:lnTo>
                  <a:lnTo>
                    <a:pt x="9" y="89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9" y="81"/>
                  </a:lnTo>
                  <a:lnTo>
                    <a:pt x="11" y="81"/>
                  </a:lnTo>
                  <a:lnTo>
                    <a:pt x="13" y="77"/>
                  </a:lnTo>
                  <a:lnTo>
                    <a:pt x="15" y="75"/>
                  </a:lnTo>
                  <a:lnTo>
                    <a:pt x="16" y="73"/>
                  </a:lnTo>
                  <a:lnTo>
                    <a:pt x="18" y="72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2" y="76"/>
                  </a:lnTo>
                  <a:lnTo>
                    <a:pt x="28" y="73"/>
                  </a:lnTo>
                  <a:lnTo>
                    <a:pt x="33" y="73"/>
                  </a:lnTo>
                  <a:lnTo>
                    <a:pt x="37" y="69"/>
                  </a:lnTo>
                  <a:lnTo>
                    <a:pt x="40" y="63"/>
                  </a:lnTo>
                  <a:lnTo>
                    <a:pt x="45" y="59"/>
                  </a:lnTo>
                  <a:lnTo>
                    <a:pt x="46" y="56"/>
                  </a:lnTo>
                  <a:lnTo>
                    <a:pt x="47" y="52"/>
                  </a:lnTo>
                  <a:lnTo>
                    <a:pt x="50" y="48"/>
                  </a:lnTo>
                  <a:lnTo>
                    <a:pt x="53" y="47"/>
                  </a:lnTo>
                  <a:lnTo>
                    <a:pt x="54" y="43"/>
                  </a:lnTo>
                  <a:lnTo>
                    <a:pt x="54" y="42"/>
                  </a:lnTo>
                  <a:lnTo>
                    <a:pt x="53" y="40"/>
                  </a:lnTo>
                  <a:lnTo>
                    <a:pt x="57" y="36"/>
                  </a:lnTo>
                  <a:lnTo>
                    <a:pt x="58" y="35"/>
                  </a:lnTo>
                  <a:lnTo>
                    <a:pt x="59" y="32"/>
                  </a:lnTo>
                  <a:lnTo>
                    <a:pt x="59" y="26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61" y="17"/>
                  </a:lnTo>
                  <a:lnTo>
                    <a:pt x="63" y="17"/>
                  </a:lnTo>
                  <a:lnTo>
                    <a:pt x="66" y="15"/>
                  </a:lnTo>
                  <a:lnTo>
                    <a:pt x="67" y="15"/>
                  </a:lnTo>
                  <a:lnTo>
                    <a:pt x="70" y="11"/>
                  </a:lnTo>
                  <a:lnTo>
                    <a:pt x="74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3" name="Freeform 368">
              <a:extLst>
                <a:ext uri="{FF2B5EF4-FFF2-40B4-BE49-F238E27FC236}">
                  <a16:creationId xmlns:a16="http://schemas.microsoft.com/office/drawing/2014/main" id="{CF81E07C-1521-423D-8588-F0B87C0310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9280" y="4900082"/>
              <a:ext cx="544034" cy="716314"/>
            </a:xfrm>
            <a:custGeom>
              <a:avLst/>
              <a:gdLst>
                <a:gd name="T0" fmla="*/ 45 w 60"/>
                <a:gd name="T1" fmla="*/ 57 h 79"/>
                <a:gd name="T2" fmla="*/ 45 w 60"/>
                <a:gd name="T3" fmla="*/ 54 h 79"/>
                <a:gd name="T4" fmla="*/ 42 w 60"/>
                <a:gd name="T5" fmla="*/ 58 h 79"/>
                <a:gd name="T6" fmla="*/ 41 w 60"/>
                <a:gd name="T7" fmla="*/ 57 h 79"/>
                <a:gd name="T8" fmla="*/ 37 w 60"/>
                <a:gd name="T9" fmla="*/ 53 h 79"/>
                <a:gd name="T10" fmla="*/ 35 w 60"/>
                <a:gd name="T11" fmla="*/ 58 h 79"/>
                <a:gd name="T12" fmla="*/ 37 w 60"/>
                <a:gd name="T13" fmla="*/ 53 h 79"/>
                <a:gd name="T14" fmla="*/ 8 w 60"/>
                <a:gd name="T15" fmla="*/ 3 h 79"/>
                <a:gd name="T16" fmla="*/ 12 w 60"/>
                <a:gd name="T17" fmla="*/ 7 h 79"/>
                <a:gd name="T18" fmla="*/ 12 w 60"/>
                <a:gd name="T19" fmla="*/ 4 h 79"/>
                <a:gd name="T20" fmla="*/ 16 w 60"/>
                <a:gd name="T21" fmla="*/ 7 h 79"/>
                <a:gd name="T22" fmla="*/ 18 w 60"/>
                <a:gd name="T23" fmla="*/ 7 h 79"/>
                <a:gd name="T24" fmla="*/ 21 w 60"/>
                <a:gd name="T25" fmla="*/ 14 h 79"/>
                <a:gd name="T26" fmla="*/ 25 w 60"/>
                <a:gd name="T27" fmla="*/ 19 h 79"/>
                <a:gd name="T28" fmla="*/ 33 w 60"/>
                <a:gd name="T29" fmla="*/ 20 h 79"/>
                <a:gd name="T30" fmla="*/ 45 w 60"/>
                <a:gd name="T31" fmla="*/ 20 h 79"/>
                <a:gd name="T32" fmla="*/ 49 w 60"/>
                <a:gd name="T33" fmla="*/ 20 h 79"/>
                <a:gd name="T34" fmla="*/ 51 w 60"/>
                <a:gd name="T35" fmla="*/ 25 h 79"/>
                <a:gd name="T36" fmla="*/ 47 w 60"/>
                <a:gd name="T37" fmla="*/ 33 h 79"/>
                <a:gd name="T38" fmla="*/ 45 w 60"/>
                <a:gd name="T39" fmla="*/ 35 h 79"/>
                <a:gd name="T40" fmla="*/ 42 w 60"/>
                <a:gd name="T41" fmla="*/ 37 h 79"/>
                <a:gd name="T42" fmla="*/ 42 w 60"/>
                <a:gd name="T43" fmla="*/ 43 h 79"/>
                <a:gd name="T44" fmla="*/ 46 w 60"/>
                <a:gd name="T45" fmla="*/ 46 h 79"/>
                <a:gd name="T46" fmla="*/ 49 w 60"/>
                <a:gd name="T47" fmla="*/ 48 h 79"/>
                <a:gd name="T48" fmla="*/ 49 w 60"/>
                <a:gd name="T49" fmla="*/ 44 h 79"/>
                <a:gd name="T50" fmla="*/ 50 w 60"/>
                <a:gd name="T51" fmla="*/ 41 h 79"/>
                <a:gd name="T52" fmla="*/ 54 w 60"/>
                <a:gd name="T53" fmla="*/ 43 h 79"/>
                <a:gd name="T54" fmla="*/ 56 w 60"/>
                <a:gd name="T55" fmla="*/ 50 h 79"/>
                <a:gd name="T56" fmla="*/ 59 w 60"/>
                <a:gd name="T57" fmla="*/ 60 h 79"/>
                <a:gd name="T58" fmla="*/ 60 w 60"/>
                <a:gd name="T59" fmla="*/ 64 h 79"/>
                <a:gd name="T60" fmla="*/ 60 w 60"/>
                <a:gd name="T61" fmla="*/ 68 h 79"/>
                <a:gd name="T62" fmla="*/ 56 w 60"/>
                <a:gd name="T63" fmla="*/ 73 h 79"/>
                <a:gd name="T64" fmla="*/ 56 w 60"/>
                <a:gd name="T65" fmla="*/ 77 h 79"/>
                <a:gd name="T66" fmla="*/ 55 w 60"/>
                <a:gd name="T67" fmla="*/ 75 h 79"/>
                <a:gd name="T68" fmla="*/ 52 w 60"/>
                <a:gd name="T69" fmla="*/ 70 h 79"/>
                <a:gd name="T70" fmla="*/ 50 w 60"/>
                <a:gd name="T71" fmla="*/ 70 h 79"/>
                <a:gd name="T72" fmla="*/ 50 w 60"/>
                <a:gd name="T73" fmla="*/ 65 h 79"/>
                <a:gd name="T74" fmla="*/ 49 w 60"/>
                <a:gd name="T75" fmla="*/ 60 h 79"/>
                <a:gd name="T76" fmla="*/ 45 w 60"/>
                <a:gd name="T77" fmla="*/ 53 h 79"/>
                <a:gd name="T78" fmla="*/ 37 w 60"/>
                <a:gd name="T79" fmla="*/ 52 h 79"/>
                <a:gd name="T80" fmla="*/ 33 w 60"/>
                <a:gd name="T81" fmla="*/ 49 h 79"/>
                <a:gd name="T82" fmla="*/ 34 w 60"/>
                <a:gd name="T83" fmla="*/ 52 h 79"/>
                <a:gd name="T84" fmla="*/ 33 w 60"/>
                <a:gd name="T85" fmla="*/ 54 h 79"/>
                <a:gd name="T86" fmla="*/ 31 w 60"/>
                <a:gd name="T87" fmla="*/ 61 h 79"/>
                <a:gd name="T88" fmla="*/ 29 w 60"/>
                <a:gd name="T89" fmla="*/ 61 h 79"/>
                <a:gd name="T90" fmla="*/ 29 w 60"/>
                <a:gd name="T91" fmla="*/ 61 h 79"/>
                <a:gd name="T92" fmla="*/ 27 w 60"/>
                <a:gd name="T93" fmla="*/ 57 h 79"/>
                <a:gd name="T94" fmla="*/ 27 w 60"/>
                <a:gd name="T95" fmla="*/ 57 h 79"/>
                <a:gd name="T96" fmla="*/ 25 w 60"/>
                <a:gd name="T97" fmla="*/ 61 h 79"/>
                <a:gd name="T98" fmla="*/ 25 w 60"/>
                <a:gd name="T99" fmla="*/ 66 h 79"/>
                <a:gd name="T100" fmla="*/ 22 w 60"/>
                <a:gd name="T101" fmla="*/ 65 h 79"/>
                <a:gd name="T102" fmla="*/ 20 w 60"/>
                <a:gd name="T103" fmla="*/ 66 h 79"/>
                <a:gd name="T104" fmla="*/ 17 w 60"/>
                <a:gd name="T105" fmla="*/ 60 h 79"/>
                <a:gd name="T106" fmla="*/ 13 w 60"/>
                <a:gd name="T107" fmla="*/ 50 h 79"/>
                <a:gd name="T108" fmla="*/ 12 w 60"/>
                <a:gd name="T109" fmla="*/ 41 h 79"/>
                <a:gd name="T110" fmla="*/ 6 w 60"/>
                <a:gd name="T111" fmla="*/ 32 h 79"/>
                <a:gd name="T112" fmla="*/ 5 w 60"/>
                <a:gd name="T113" fmla="*/ 24 h 79"/>
                <a:gd name="T114" fmla="*/ 10 w 60"/>
                <a:gd name="T115" fmla="*/ 20 h 79"/>
                <a:gd name="T116" fmla="*/ 12 w 60"/>
                <a:gd name="T117" fmla="*/ 15 h 79"/>
                <a:gd name="T118" fmla="*/ 0 w 60"/>
                <a:gd name="T119" fmla="*/ 14 h 79"/>
                <a:gd name="T120" fmla="*/ 4 w 60"/>
                <a:gd name="T121" fmla="*/ 4 h 79"/>
                <a:gd name="T122" fmla="*/ 4 w 60"/>
                <a:gd name="T123" fmla="*/ 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" h="79">
                  <a:moveTo>
                    <a:pt x="45" y="54"/>
                  </a:moveTo>
                  <a:lnTo>
                    <a:pt x="45" y="56"/>
                  </a:lnTo>
                  <a:lnTo>
                    <a:pt x="45" y="57"/>
                  </a:lnTo>
                  <a:lnTo>
                    <a:pt x="43" y="58"/>
                  </a:lnTo>
                  <a:lnTo>
                    <a:pt x="43" y="56"/>
                  </a:lnTo>
                  <a:lnTo>
                    <a:pt x="45" y="54"/>
                  </a:lnTo>
                  <a:close/>
                  <a:moveTo>
                    <a:pt x="39" y="54"/>
                  </a:moveTo>
                  <a:lnTo>
                    <a:pt x="42" y="56"/>
                  </a:lnTo>
                  <a:lnTo>
                    <a:pt x="42" y="58"/>
                  </a:lnTo>
                  <a:lnTo>
                    <a:pt x="41" y="61"/>
                  </a:lnTo>
                  <a:lnTo>
                    <a:pt x="39" y="60"/>
                  </a:lnTo>
                  <a:lnTo>
                    <a:pt x="41" y="57"/>
                  </a:lnTo>
                  <a:lnTo>
                    <a:pt x="39" y="56"/>
                  </a:lnTo>
                  <a:lnTo>
                    <a:pt x="39" y="54"/>
                  </a:lnTo>
                  <a:close/>
                  <a:moveTo>
                    <a:pt x="37" y="53"/>
                  </a:moveTo>
                  <a:lnTo>
                    <a:pt x="38" y="56"/>
                  </a:lnTo>
                  <a:lnTo>
                    <a:pt x="38" y="60"/>
                  </a:lnTo>
                  <a:lnTo>
                    <a:pt x="35" y="58"/>
                  </a:lnTo>
                  <a:lnTo>
                    <a:pt x="34" y="56"/>
                  </a:lnTo>
                  <a:lnTo>
                    <a:pt x="34" y="54"/>
                  </a:lnTo>
                  <a:lnTo>
                    <a:pt x="37" y="53"/>
                  </a:lnTo>
                  <a:close/>
                  <a:moveTo>
                    <a:pt x="5" y="0"/>
                  </a:moveTo>
                  <a:lnTo>
                    <a:pt x="5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7"/>
                  </a:lnTo>
                  <a:lnTo>
                    <a:pt x="17" y="8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1" y="14"/>
                  </a:lnTo>
                  <a:lnTo>
                    <a:pt x="22" y="16"/>
                  </a:lnTo>
                  <a:lnTo>
                    <a:pt x="22" y="19"/>
                  </a:lnTo>
                  <a:lnTo>
                    <a:pt x="25" y="19"/>
                  </a:lnTo>
                  <a:lnTo>
                    <a:pt x="26" y="19"/>
                  </a:lnTo>
                  <a:lnTo>
                    <a:pt x="29" y="20"/>
                  </a:lnTo>
                  <a:lnTo>
                    <a:pt x="33" y="20"/>
                  </a:lnTo>
                  <a:lnTo>
                    <a:pt x="37" y="20"/>
                  </a:lnTo>
                  <a:lnTo>
                    <a:pt x="41" y="20"/>
                  </a:lnTo>
                  <a:lnTo>
                    <a:pt x="45" y="20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51" y="23"/>
                  </a:lnTo>
                  <a:lnTo>
                    <a:pt x="52" y="23"/>
                  </a:lnTo>
                  <a:lnTo>
                    <a:pt x="51" y="25"/>
                  </a:lnTo>
                  <a:lnTo>
                    <a:pt x="50" y="28"/>
                  </a:lnTo>
                  <a:lnTo>
                    <a:pt x="49" y="32"/>
                  </a:lnTo>
                  <a:lnTo>
                    <a:pt x="47" y="33"/>
                  </a:lnTo>
                  <a:lnTo>
                    <a:pt x="47" y="35"/>
                  </a:lnTo>
                  <a:lnTo>
                    <a:pt x="46" y="36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2" y="36"/>
                  </a:lnTo>
                  <a:lnTo>
                    <a:pt x="42" y="37"/>
                  </a:lnTo>
                  <a:lnTo>
                    <a:pt x="41" y="39"/>
                  </a:lnTo>
                  <a:lnTo>
                    <a:pt x="41" y="40"/>
                  </a:lnTo>
                  <a:lnTo>
                    <a:pt x="42" y="43"/>
                  </a:lnTo>
                  <a:lnTo>
                    <a:pt x="43" y="44"/>
                  </a:lnTo>
                  <a:lnTo>
                    <a:pt x="43" y="45"/>
                  </a:lnTo>
                  <a:lnTo>
                    <a:pt x="46" y="46"/>
                  </a:lnTo>
                  <a:lnTo>
                    <a:pt x="47" y="49"/>
                  </a:lnTo>
                  <a:lnTo>
                    <a:pt x="49" y="49"/>
                  </a:lnTo>
                  <a:lnTo>
                    <a:pt x="49" y="48"/>
                  </a:lnTo>
                  <a:lnTo>
                    <a:pt x="47" y="46"/>
                  </a:lnTo>
                  <a:lnTo>
                    <a:pt x="49" y="45"/>
                  </a:lnTo>
                  <a:lnTo>
                    <a:pt x="49" y="44"/>
                  </a:lnTo>
                  <a:lnTo>
                    <a:pt x="50" y="43"/>
                  </a:lnTo>
                  <a:lnTo>
                    <a:pt x="49" y="41"/>
                  </a:lnTo>
                  <a:lnTo>
                    <a:pt x="50" y="41"/>
                  </a:lnTo>
                  <a:lnTo>
                    <a:pt x="51" y="41"/>
                  </a:lnTo>
                  <a:lnTo>
                    <a:pt x="54" y="41"/>
                  </a:lnTo>
                  <a:lnTo>
                    <a:pt x="54" y="43"/>
                  </a:lnTo>
                  <a:lnTo>
                    <a:pt x="55" y="44"/>
                  </a:lnTo>
                  <a:lnTo>
                    <a:pt x="56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8" y="57"/>
                  </a:lnTo>
                  <a:lnTo>
                    <a:pt x="59" y="60"/>
                  </a:lnTo>
                  <a:lnTo>
                    <a:pt x="59" y="62"/>
                  </a:lnTo>
                  <a:lnTo>
                    <a:pt x="60" y="62"/>
                  </a:lnTo>
                  <a:lnTo>
                    <a:pt x="60" y="64"/>
                  </a:lnTo>
                  <a:lnTo>
                    <a:pt x="60" y="65"/>
                  </a:lnTo>
                  <a:lnTo>
                    <a:pt x="60" y="65"/>
                  </a:lnTo>
                  <a:lnTo>
                    <a:pt x="60" y="68"/>
                  </a:lnTo>
                  <a:lnTo>
                    <a:pt x="60" y="71"/>
                  </a:lnTo>
                  <a:lnTo>
                    <a:pt x="59" y="70"/>
                  </a:lnTo>
                  <a:lnTo>
                    <a:pt x="56" y="73"/>
                  </a:lnTo>
                  <a:lnTo>
                    <a:pt x="56" y="75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5" y="75"/>
                  </a:lnTo>
                  <a:lnTo>
                    <a:pt x="52" y="73"/>
                  </a:lnTo>
                  <a:lnTo>
                    <a:pt x="51" y="71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1" y="69"/>
                  </a:lnTo>
                  <a:lnTo>
                    <a:pt x="50" y="70"/>
                  </a:lnTo>
                  <a:lnTo>
                    <a:pt x="50" y="69"/>
                  </a:lnTo>
                  <a:lnTo>
                    <a:pt x="51" y="66"/>
                  </a:lnTo>
                  <a:lnTo>
                    <a:pt x="50" y="65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49" y="60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5" y="53"/>
                  </a:lnTo>
                  <a:lnTo>
                    <a:pt x="43" y="52"/>
                  </a:lnTo>
                  <a:lnTo>
                    <a:pt x="41" y="53"/>
                  </a:lnTo>
                  <a:lnTo>
                    <a:pt x="37" y="52"/>
                  </a:lnTo>
                  <a:lnTo>
                    <a:pt x="37" y="50"/>
                  </a:lnTo>
                  <a:lnTo>
                    <a:pt x="35" y="50"/>
                  </a:lnTo>
                  <a:lnTo>
                    <a:pt x="33" y="49"/>
                  </a:lnTo>
                  <a:lnTo>
                    <a:pt x="33" y="45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4" y="57"/>
                  </a:lnTo>
                  <a:lnTo>
                    <a:pt x="34" y="61"/>
                  </a:lnTo>
                  <a:lnTo>
                    <a:pt x="31" y="61"/>
                  </a:lnTo>
                  <a:lnTo>
                    <a:pt x="30" y="65"/>
                  </a:lnTo>
                  <a:lnTo>
                    <a:pt x="29" y="64"/>
                  </a:lnTo>
                  <a:lnTo>
                    <a:pt x="29" y="61"/>
                  </a:lnTo>
                  <a:lnTo>
                    <a:pt x="30" y="61"/>
                  </a:lnTo>
                  <a:lnTo>
                    <a:pt x="31" y="60"/>
                  </a:lnTo>
                  <a:lnTo>
                    <a:pt x="29" y="61"/>
                  </a:lnTo>
                  <a:lnTo>
                    <a:pt x="27" y="64"/>
                  </a:lnTo>
                  <a:lnTo>
                    <a:pt x="26" y="61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6" y="56"/>
                  </a:lnTo>
                  <a:lnTo>
                    <a:pt x="27" y="57"/>
                  </a:lnTo>
                  <a:lnTo>
                    <a:pt x="26" y="58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6" y="64"/>
                  </a:lnTo>
                  <a:lnTo>
                    <a:pt x="26" y="65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4" y="65"/>
                  </a:lnTo>
                  <a:lnTo>
                    <a:pt x="22" y="65"/>
                  </a:lnTo>
                  <a:lnTo>
                    <a:pt x="22" y="66"/>
                  </a:lnTo>
                  <a:lnTo>
                    <a:pt x="21" y="66"/>
                  </a:lnTo>
                  <a:lnTo>
                    <a:pt x="20" y="66"/>
                  </a:lnTo>
                  <a:lnTo>
                    <a:pt x="20" y="64"/>
                  </a:lnTo>
                  <a:lnTo>
                    <a:pt x="18" y="64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4"/>
                  </a:lnTo>
                  <a:lnTo>
                    <a:pt x="13" y="50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2" y="41"/>
                  </a:lnTo>
                  <a:lnTo>
                    <a:pt x="12" y="37"/>
                  </a:lnTo>
                  <a:lnTo>
                    <a:pt x="9" y="33"/>
                  </a:lnTo>
                  <a:lnTo>
                    <a:pt x="6" y="32"/>
                  </a:lnTo>
                  <a:lnTo>
                    <a:pt x="4" y="29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6" y="21"/>
                  </a:lnTo>
                  <a:lnTo>
                    <a:pt x="9" y="20"/>
                  </a:lnTo>
                  <a:lnTo>
                    <a:pt x="10" y="20"/>
                  </a:lnTo>
                  <a:lnTo>
                    <a:pt x="12" y="19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0" y="14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4" name="Freeform 369">
              <a:extLst>
                <a:ext uri="{FF2B5EF4-FFF2-40B4-BE49-F238E27FC236}">
                  <a16:creationId xmlns:a16="http://schemas.microsoft.com/office/drawing/2014/main" id="{4064CF77-DC04-4569-9FBA-2CCD002AB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683" y="4709670"/>
              <a:ext cx="335489" cy="208548"/>
            </a:xfrm>
            <a:custGeom>
              <a:avLst/>
              <a:gdLst>
                <a:gd name="T0" fmla="*/ 16 w 37"/>
                <a:gd name="T1" fmla="*/ 0 h 23"/>
                <a:gd name="T2" fmla="*/ 18 w 37"/>
                <a:gd name="T3" fmla="*/ 3 h 23"/>
                <a:gd name="T4" fmla="*/ 23 w 37"/>
                <a:gd name="T5" fmla="*/ 3 h 23"/>
                <a:gd name="T6" fmla="*/ 25 w 37"/>
                <a:gd name="T7" fmla="*/ 4 h 23"/>
                <a:gd name="T8" fmla="*/ 28 w 37"/>
                <a:gd name="T9" fmla="*/ 3 h 23"/>
                <a:gd name="T10" fmla="*/ 31 w 37"/>
                <a:gd name="T11" fmla="*/ 3 h 23"/>
                <a:gd name="T12" fmla="*/ 33 w 37"/>
                <a:gd name="T13" fmla="*/ 6 h 23"/>
                <a:gd name="T14" fmla="*/ 33 w 37"/>
                <a:gd name="T15" fmla="*/ 6 h 23"/>
                <a:gd name="T16" fmla="*/ 33 w 37"/>
                <a:gd name="T17" fmla="*/ 8 h 23"/>
                <a:gd name="T18" fmla="*/ 33 w 37"/>
                <a:gd name="T19" fmla="*/ 11 h 23"/>
                <a:gd name="T20" fmla="*/ 37 w 37"/>
                <a:gd name="T21" fmla="*/ 12 h 23"/>
                <a:gd name="T22" fmla="*/ 37 w 37"/>
                <a:gd name="T23" fmla="*/ 16 h 23"/>
                <a:gd name="T24" fmla="*/ 37 w 37"/>
                <a:gd name="T25" fmla="*/ 17 h 23"/>
                <a:gd name="T26" fmla="*/ 32 w 37"/>
                <a:gd name="T27" fmla="*/ 19 h 23"/>
                <a:gd name="T28" fmla="*/ 29 w 37"/>
                <a:gd name="T29" fmla="*/ 19 h 23"/>
                <a:gd name="T30" fmla="*/ 24 w 37"/>
                <a:gd name="T31" fmla="*/ 20 h 23"/>
                <a:gd name="T32" fmla="*/ 21 w 37"/>
                <a:gd name="T33" fmla="*/ 19 h 23"/>
                <a:gd name="T34" fmla="*/ 19 w 37"/>
                <a:gd name="T35" fmla="*/ 19 h 23"/>
                <a:gd name="T36" fmla="*/ 18 w 37"/>
                <a:gd name="T37" fmla="*/ 23 h 23"/>
                <a:gd name="T38" fmla="*/ 14 w 37"/>
                <a:gd name="T39" fmla="*/ 23 h 23"/>
                <a:gd name="T40" fmla="*/ 8 w 37"/>
                <a:gd name="T41" fmla="*/ 19 h 23"/>
                <a:gd name="T42" fmla="*/ 7 w 37"/>
                <a:gd name="T43" fmla="*/ 20 h 23"/>
                <a:gd name="T44" fmla="*/ 3 w 37"/>
                <a:gd name="T45" fmla="*/ 19 h 23"/>
                <a:gd name="T46" fmla="*/ 0 w 37"/>
                <a:gd name="T47" fmla="*/ 15 h 23"/>
                <a:gd name="T48" fmla="*/ 0 w 37"/>
                <a:gd name="T49" fmla="*/ 14 h 23"/>
                <a:gd name="T50" fmla="*/ 2 w 37"/>
                <a:gd name="T51" fmla="*/ 11 h 23"/>
                <a:gd name="T52" fmla="*/ 3 w 37"/>
                <a:gd name="T53" fmla="*/ 10 h 23"/>
                <a:gd name="T54" fmla="*/ 6 w 37"/>
                <a:gd name="T55" fmla="*/ 4 h 23"/>
                <a:gd name="T56" fmla="*/ 12 w 37"/>
                <a:gd name="T57" fmla="*/ 2 h 23"/>
                <a:gd name="T58" fmla="*/ 16 w 37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" h="23">
                  <a:moveTo>
                    <a:pt x="16" y="0"/>
                  </a:moveTo>
                  <a:lnTo>
                    <a:pt x="18" y="3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8" y="3"/>
                  </a:lnTo>
                  <a:lnTo>
                    <a:pt x="31" y="3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8"/>
                  </a:lnTo>
                  <a:lnTo>
                    <a:pt x="33" y="11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17"/>
                  </a:lnTo>
                  <a:lnTo>
                    <a:pt x="32" y="19"/>
                  </a:lnTo>
                  <a:lnTo>
                    <a:pt x="29" y="19"/>
                  </a:lnTo>
                  <a:lnTo>
                    <a:pt x="24" y="20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19"/>
                  </a:lnTo>
                  <a:lnTo>
                    <a:pt x="7" y="20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5" name="Freeform 370">
              <a:extLst>
                <a:ext uri="{FF2B5EF4-FFF2-40B4-BE49-F238E27FC236}">
                  <a16:creationId xmlns:a16="http://schemas.microsoft.com/office/drawing/2014/main" id="{96B1452D-97BE-4210-A0EC-7071B92AC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620" y="4473923"/>
              <a:ext cx="897659" cy="462432"/>
            </a:xfrm>
            <a:custGeom>
              <a:avLst/>
              <a:gdLst>
                <a:gd name="T0" fmla="*/ 9 w 99"/>
                <a:gd name="T1" fmla="*/ 1 h 51"/>
                <a:gd name="T2" fmla="*/ 12 w 99"/>
                <a:gd name="T3" fmla="*/ 3 h 51"/>
                <a:gd name="T4" fmla="*/ 15 w 99"/>
                <a:gd name="T5" fmla="*/ 1 h 51"/>
                <a:gd name="T6" fmla="*/ 22 w 99"/>
                <a:gd name="T7" fmla="*/ 3 h 51"/>
                <a:gd name="T8" fmla="*/ 26 w 99"/>
                <a:gd name="T9" fmla="*/ 4 h 51"/>
                <a:gd name="T10" fmla="*/ 32 w 99"/>
                <a:gd name="T11" fmla="*/ 9 h 51"/>
                <a:gd name="T12" fmla="*/ 37 w 99"/>
                <a:gd name="T13" fmla="*/ 11 h 51"/>
                <a:gd name="T14" fmla="*/ 40 w 99"/>
                <a:gd name="T15" fmla="*/ 15 h 51"/>
                <a:gd name="T16" fmla="*/ 42 w 99"/>
                <a:gd name="T17" fmla="*/ 16 h 51"/>
                <a:gd name="T18" fmla="*/ 44 w 99"/>
                <a:gd name="T19" fmla="*/ 12 h 51"/>
                <a:gd name="T20" fmla="*/ 47 w 99"/>
                <a:gd name="T21" fmla="*/ 13 h 51"/>
                <a:gd name="T22" fmla="*/ 50 w 99"/>
                <a:gd name="T23" fmla="*/ 17 h 51"/>
                <a:gd name="T24" fmla="*/ 57 w 99"/>
                <a:gd name="T25" fmla="*/ 18 h 51"/>
                <a:gd name="T26" fmla="*/ 59 w 99"/>
                <a:gd name="T27" fmla="*/ 24 h 51"/>
                <a:gd name="T28" fmla="*/ 62 w 99"/>
                <a:gd name="T29" fmla="*/ 26 h 51"/>
                <a:gd name="T30" fmla="*/ 67 w 99"/>
                <a:gd name="T31" fmla="*/ 26 h 51"/>
                <a:gd name="T32" fmla="*/ 71 w 99"/>
                <a:gd name="T33" fmla="*/ 24 h 51"/>
                <a:gd name="T34" fmla="*/ 79 w 99"/>
                <a:gd name="T35" fmla="*/ 25 h 51"/>
                <a:gd name="T36" fmla="*/ 83 w 99"/>
                <a:gd name="T37" fmla="*/ 30 h 51"/>
                <a:gd name="T38" fmla="*/ 87 w 99"/>
                <a:gd name="T39" fmla="*/ 33 h 51"/>
                <a:gd name="T40" fmla="*/ 92 w 99"/>
                <a:gd name="T41" fmla="*/ 33 h 51"/>
                <a:gd name="T42" fmla="*/ 98 w 99"/>
                <a:gd name="T43" fmla="*/ 32 h 51"/>
                <a:gd name="T44" fmla="*/ 98 w 99"/>
                <a:gd name="T45" fmla="*/ 40 h 51"/>
                <a:gd name="T46" fmla="*/ 99 w 99"/>
                <a:gd name="T47" fmla="*/ 50 h 51"/>
                <a:gd name="T48" fmla="*/ 87 w 99"/>
                <a:gd name="T49" fmla="*/ 49 h 51"/>
                <a:gd name="T50" fmla="*/ 74 w 99"/>
                <a:gd name="T51" fmla="*/ 47 h 51"/>
                <a:gd name="T52" fmla="*/ 67 w 99"/>
                <a:gd name="T53" fmla="*/ 49 h 51"/>
                <a:gd name="T54" fmla="*/ 58 w 99"/>
                <a:gd name="T55" fmla="*/ 43 h 51"/>
                <a:gd name="T56" fmla="*/ 51 w 99"/>
                <a:gd name="T57" fmla="*/ 40 h 51"/>
                <a:gd name="T58" fmla="*/ 44 w 99"/>
                <a:gd name="T59" fmla="*/ 40 h 51"/>
                <a:gd name="T60" fmla="*/ 33 w 99"/>
                <a:gd name="T61" fmla="*/ 37 h 51"/>
                <a:gd name="T62" fmla="*/ 28 w 99"/>
                <a:gd name="T63" fmla="*/ 36 h 51"/>
                <a:gd name="T64" fmla="*/ 20 w 99"/>
                <a:gd name="T65" fmla="*/ 30 h 51"/>
                <a:gd name="T66" fmla="*/ 11 w 99"/>
                <a:gd name="T67" fmla="*/ 25 h 51"/>
                <a:gd name="T68" fmla="*/ 7 w 99"/>
                <a:gd name="T69" fmla="*/ 24 h 51"/>
                <a:gd name="T70" fmla="*/ 1 w 99"/>
                <a:gd name="T71" fmla="*/ 22 h 51"/>
                <a:gd name="T72" fmla="*/ 4 w 99"/>
                <a:gd name="T73" fmla="*/ 15 h 51"/>
                <a:gd name="T74" fmla="*/ 5 w 99"/>
                <a:gd name="T75" fmla="*/ 4 h 51"/>
                <a:gd name="T76" fmla="*/ 5 w 99"/>
                <a:gd name="T7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9" h="51">
                  <a:moveTo>
                    <a:pt x="5" y="0"/>
                  </a:moveTo>
                  <a:lnTo>
                    <a:pt x="9" y="1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5" y="1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8" y="5"/>
                  </a:lnTo>
                  <a:lnTo>
                    <a:pt x="32" y="9"/>
                  </a:lnTo>
                  <a:lnTo>
                    <a:pt x="34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40" y="15"/>
                  </a:lnTo>
                  <a:lnTo>
                    <a:pt x="41" y="17"/>
                  </a:lnTo>
                  <a:lnTo>
                    <a:pt x="42" y="16"/>
                  </a:lnTo>
                  <a:lnTo>
                    <a:pt x="42" y="13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7" y="13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3" y="20"/>
                  </a:lnTo>
                  <a:lnTo>
                    <a:pt x="57" y="18"/>
                  </a:lnTo>
                  <a:lnTo>
                    <a:pt x="59" y="20"/>
                  </a:lnTo>
                  <a:lnTo>
                    <a:pt x="59" y="24"/>
                  </a:lnTo>
                  <a:lnTo>
                    <a:pt x="61" y="26"/>
                  </a:lnTo>
                  <a:lnTo>
                    <a:pt x="62" y="26"/>
                  </a:lnTo>
                  <a:lnTo>
                    <a:pt x="66" y="28"/>
                  </a:lnTo>
                  <a:lnTo>
                    <a:pt x="67" y="26"/>
                  </a:lnTo>
                  <a:lnTo>
                    <a:pt x="70" y="26"/>
                  </a:lnTo>
                  <a:lnTo>
                    <a:pt x="71" y="24"/>
                  </a:lnTo>
                  <a:lnTo>
                    <a:pt x="76" y="24"/>
                  </a:lnTo>
                  <a:lnTo>
                    <a:pt x="79" y="25"/>
                  </a:lnTo>
                  <a:lnTo>
                    <a:pt x="79" y="29"/>
                  </a:lnTo>
                  <a:lnTo>
                    <a:pt x="83" y="30"/>
                  </a:lnTo>
                  <a:lnTo>
                    <a:pt x="86" y="33"/>
                  </a:lnTo>
                  <a:lnTo>
                    <a:pt x="87" y="33"/>
                  </a:lnTo>
                  <a:lnTo>
                    <a:pt x="91" y="32"/>
                  </a:lnTo>
                  <a:lnTo>
                    <a:pt x="92" y="33"/>
                  </a:lnTo>
                  <a:lnTo>
                    <a:pt x="95" y="32"/>
                  </a:lnTo>
                  <a:lnTo>
                    <a:pt x="98" y="32"/>
                  </a:lnTo>
                  <a:lnTo>
                    <a:pt x="98" y="34"/>
                  </a:lnTo>
                  <a:lnTo>
                    <a:pt x="98" y="40"/>
                  </a:lnTo>
                  <a:lnTo>
                    <a:pt x="99" y="45"/>
                  </a:lnTo>
                  <a:lnTo>
                    <a:pt x="99" y="50"/>
                  </a:lnTo>
                  <a:lnTo>
                    <a:pt x="91" y="51"/>
                  </a:lnTo>
                  <a:lnTo>
                    <a:pt x="87" y="49"/>
                  </a:lnTo>
                  <a:lnTo>
                    <a:pt x="84" y="50"/>
                  </a:lnTo>
                  <a:lnTo>
                    <a:pt x="74" y="47"/>
                  </a:lnTo>
                  <a:lnTo>
                    <a:pt x="70" y="47"/>
                  </a:lnTo>
                  <a:lnTo>
                    <a:pt x="67" y="49"/>
                  </a:lnTo>
                  <a:lnTo>
                    <a:pt x="61" y="46"/>
                  </a:lnTo>
                  <a:lnTo>
                    <a:pt x="58" y="43"/>
                  </a:lnTo>
                  <a:lnTo>
                    <a:pt x="57" y="41"/>
                  </a:lnTo>
                  <a:lnTo>
                    <a:pt x="51" y="40"/>
                  </a:lnTo>
                  <a:lnTo>
                    <a:pt x="45" y="41"/>
                  </a:lnTo>
                  <a:lnTo>
                    <a:pt x="44" y="40"/>
                  </a:lnTo>
                  <a:lnTo>
                    <a:pt x="37" y="40"/>
                  </a:lnTo>
                  <a:lnTo>
                    <a:pt x="33" y="37"/>
                  </a:lnTo>
                  <a:lnTo>
                    <a:pt x="30" y="37"/>
                  </a:lnTo>
                  <a:lnTo>
                    <a:pt x="28" y="36"/>
                  </a:lnTo>
                  <a:lnTo>
                    <a:pt x="24" y="34"/>
                  </a:lnTo>
                  <a:lnTo>
                    <a:pt x="20" y="30"/>
                  </a:lnTo>
                  <a:lnTo>
                    <a:pt x="15" y="26"/>
                  </a:lnTo>
                  <a:lnTo>
                    <a:pt x="11" y="25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4" y="22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5" y="4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6" name="Freeform 371">
              <a:extLst>
                <a:ext uri="{FF2B5EF4-FFF2-40B4-BE49-F238E27FC236}">
                  <a16:creationId xmlns:a16="http://schemas.microsoft.com/office/drawing/2014/main" id="{0F2377CA-C322-405E-B608-344C6F9F9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-608498" y="3676005"/>
              <a:ext cx="1505160" cy="1632101"/>
            </a:xfrm>
            <a:custGeom>
              <a:avLst/>
              <a:gdLst>
                <a:gd name="T0" fmla="*/ 129 w 166"/>
                <a:gd name="T1" fmla="*/ 2 h 180"/>
                <a:gd name="T2" fmla="*/ 126 w 166"/>
                <a:gd name="T3" fmla="*/ 12 h 180"/>
                <a:gd name="T4" fmla="*/ 138 w 166"/>
                <a:gd name="T5" fmla="*/ 18 h 180"/>
                <a:gd name="T6" fmla="*/ 139 w 166"/>
                <a:gd name="T7" fmla="*/ 28 h 180"/>
                <a:gd name="T8" fmla="*/ 139 w 166"/>
                <a:gd name="T9" fmla="*/ 38 h 180"/>
                <a:gd name="T10" fmla="*/ 150 w 166"/>
                <a:gd name="T11" fmla="*/ 54 h 180"/>
                <a:gd name="T12" fmla="*/ 162 w 166"/>
                <a:gd name="T13" fmla="*/ 58 h 180"/>
                <a:gd name="T14" fmla="*/ 162 w 166"/>
                <a:gd name="T15" fmla="*/ 64 h 180"/>
                <a:gd name="T16" fmla="*/ 154 w 166"/>
                <a:gd name="T17" fmla="*/ 71 h 180"/>
                <a:gd name="T18" fmla="*/ 153 w 166"/>
                <a:gd name="T19" fmla="*/ 85 h 180"/>
                <a:gd name="T20" fmla="*/ 149 w 166"/>
                <a:gd name="T21" fmla="*/ 96 h 180"/>
                <a:gd name="T22" fmla="*/ 141 w 166"/>
                <a:gd name="T23" fmla="*/ 108 h 180"/>
                <a:gd name="T24" fmla="*/ 124 w 166"/>
                <a:gd name="T25" fmla="*/ 122 h 180"/>
                <a:gd name="T26" fmla="*/ 114 w 166"/>
                <a:gd name="T27" fmla="*/ 121 h 180"/>
                <a:gd name="T28" fmla="*/ 107 w 166"/>
                <a:gd name="T29" fmla="*/ 130 h 180"/>
                <a:gd name="T30" fmla="*/ 105 w 166"/>
                <a:gd name="T31" fmla="*/ 138 h 180"/>
                <a:gd name="T32" fmla="*/ 113 w 166"/>
                <a:gd name="T33" fmla="*/ 142 h 180"/>
                <a:gd name="T34" fmla="*/ 120 w 166"/>
                <a:gd name="T35" fmla="*/ 153 h 180"/>
                <a:gd name="T36" fmla="*/ 125 w 166"/>
                <a:gd name="T37" fmla="*/ 166 h 180"/>
                <a:gd name="T38" fmla="*/ 121 w 166"/>
                <a:gd name="T39" fmla="*/ 171 h 180"/>
                <a:gd name="T40" fmla="*/ 117 w 166"/>
                <a:gd name="T41" fmla="*/ 170 h 180"/>
                <a:gd name="T42" fmla="*/ 101 w 166"/>
                <a:gd name="T43" fmla="*/ 171 h 180"/>
                <a:gd name="T44" fmla="*/ 96 w 166"/>
                <a:gd name="T45" fmla="*/ 180 h 180"/>
                <a:gd name="T46" fmla="*/ 87 w 166"/>
                <a:gd name="T47" fmla="*/ 178 h 180"/>
                <a:gd name="T48" fmla="*/ 82 w 166"/>
                <a:gd name="T49" fmla="*/ 175 h 180"/>
                <a:gd name="T50" fmla="*/ 82 w 166"/>
                <a:gd name="T51" fmla="*/ 168 h 180"/>
                <a:gd name="T52" fmla="*/ 74 w 166"/>
                <a:gd name="T53" fmla="*/ 164 h 180"/>
                <a:gd name="T54" fmla="*/ 74 w 166"/>
                <a:gd name="T55" fmla="*/ 160 h 180"/>
                <a:gd name="T56" fmla="*/ 64 w 166"/>
                <a:gd name="T57" fmla="*/ 156 h 180"/>
                <a:gd name="T58" fmla="*/ 58 w 166"/>
                <a:gd name="T59" fmla="*/ 156 h 180"/>
                <a:gd name="T60" fmla="*/ 49 w 166"/>
                <a:gd name="T61" fmla="*/ 160 h 180"/>
                <a:gd name="T62" fmla="*/ 42 w 166"/>
                <a:gd name="T63" fmla="*/ 158 h 180"/>
                <a:gd name="T64" fmla="*/ 37 w 166"/>
                <a:gd name="T65" fmla="*/ 156 h 180"/>
                <a:gd name="T66" fmla="*/ 33 w 166"/>
                <a:gd name="T67" fmla="*/ 159 h 180"/>
                <a:gd name="T68" fmla="*/ 25 w 166"/>
                <a:gd name="T69" fmla="*/ 160 h 180"/>
                <a:gd name="T70" fmla="*/ 18 w 166"/>
                <a:gd name="T71" fmla="*/ 162 h 180"/>
                <a:gd name="T72" fmla="*/ 16 w 166"/>
                <a:gd name="T73" fmla="*/ 158 h 180"/>
                <a:gd name="T74" fmla="*/ 16 w 166"/>
                <a:gd name="T75" fmla="*/ 146 h 180"/>
                <a:gd name="T76" fmla="*/ 28 w 166"/>
                <a:gd name="T77" fmla="*/ 139 h 180"/>
                <a:gd name="T78" fmla="*/ 29 w 166"/>
                <a:gd name="T79" fmla="*/ 133 h 180"/>
                <a:gd name="T80" fmla="*/ 25 w 166"/>
                <a:gd name="T81" fmla="*/ 125 h 180"/>
                <a:gd name="T82" fmla="*/ 18 w 166"/>
                <a:gd name="T83" fmla="*/ 118 h 180"/>
                <a:gd name="T84" fmla="*/ 8 w 166"/>
                <a:gd name="T85" fmla="*/ 112 h 180"/>
                <a:gd name="T86" fmla="*/ 16 w 166"/>
                <a:gd name="T87" fmla="*/ 105 h 180"/>
                <a:gd name="T88" fmla="*/ 39 w 166"/>
                <a:gd name="T89" fmla="*/ 103 h 180"/>
                <a:gd name="T90" fmla="*/ 58 w 166"/>
                <a:gd name="T91" fmla="*/ 101 h 180"/>
                <a:gd name="T92" fmla="*/ 62 w 166"/>
                <a:gd name="T93" fmla="*/ 92 h 180"/>
                <a:gd name="T94" fmla="*/ 64 w 166"/>
                <a:gd name="T95" fmla="*/ 83 h 180"/>
                <a:gd name="T96" fmla="*/ 70 w 166"/>
                <a:gd name="T97" fmla="*/ 79 h 180"/>
                <a:gd name="T98" fmla="*/ 79 w 166"/>
                <a:gd name="T99" fmla="*/ 71 h 180"/>
                <a:gd name="T100" fmla="*/ 87 w 166"/>
                <a:gd name="T101" fmla="*/ 71 h 180"/>
                <a:gd name="T102" fmla="*/ 93 w 166"/>
                <a:gd name="T103" fmla="*/ 68 h 180"/>
                <a:gd name="T104" fmla="*/ 93 w 166"/>
                <a:gd name="T105" fmla="*/ 58 h 180"/>
                <a:gd name="T106" fmla="*/ 100 w 166"/>
                <a:gd name="T107" fmla="*/ 50 h 180"/>
                <a:gd name="T108" fmla="*/ 96 w 166"/>
                <a:gd name="T109" fmla="*/ 41 h 180"/>
                <a:gd name="T110" fmla="*/ 111 w 166"/>
                <a:gd name="T111" fmla="*/ 35 h 180"/>
                <a:gd name="T112" fmla="*/ 113 w 166"/>
                <a:gd name="T113" fmla="*/ 17 h 180"/>
                <a:gd name="T114" fmla="*/ 114 w 166"/>
                <a:gd name="T115" fmla="*/ 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6" h="180">
                  <a:moveTo>
                    <a:pt x="122" y="0"/>
                  </a:moveTo>
                  <a:lnTo>
                    <a:pt x="125" y="1"/>
                  </a:lnTo>
                  <a:lnTo>
                    <a:pt x="128" y="0"/>
                  </a:lnTo>
                  <a:lnTo>
                    <a:pt x="129" y="2"/>
                  </a:lnTo>
                  <a:lnTo>
                    <a:pt x="122" y="6"/>
                  </a:lnTo>
                  <a:lnTo>
                    <a:pt x="124" y="10"/>
                  </a:lnTo>
                  <a:lnTo>
                    <a:pt x="125" y="13"/>
                  </a:lnTo>
                  <a:lnTo>
                    <a:pt x="126" y="12"/>
                  </a:lnTo>
                  <a:lnTo>
                    <a:pt x="129" y="12"/>
                  </a:lnTo>
                  <a:lnTo>
                    <a:pt x="132" y="13"/>
                  </a:lnTo>
                  <a:lnTo>
                    <a:pt x="136" y="17"/>
                  </a:lnTo>
                  <a:lnTo>
                    <a:pt x="138" y="18"/>
                  </a:lnTo>
                  <a:lnTo>
                    <a:pt x="138" y="21"/>
                  </a:lnTo>
                  <a:lnTo>
                    <a:pt x="142" y="22"/>
                  </a:lnTo>
                  <a:lnTo>
                    <a:pt x="142" y="25"/>
                  </a:lnTo>
                  <a:lnTo>
                    <a:pt x="139" y="28"/>
                  </a:lnTo>
                  <a:lnTo>
                    <a:pt x="138" y="30"/>
                  </a:lnTo>
                  <a:lnTo>
                    <a:pt x="137" y="30"/>
                  </a:lnTo>
                  <a:lnTo>
                    <a:pt x="137" y="34"/>
                  </a:lnTo>
                  <a:lnTo>
                    <a:pt x="139" y="38"/>
                  </a:lnTo>
                  <a:lnTo>
                    <a:pt x="141" y="46"/>
                  </a:lnTo>
                  <a:lnTo>
                    <a:pt x="141" y="49"/>
                  </a:lnTo>
                  <a:lnTo>
                    <a:pt x="146" y="53"/>
                  </a:lnTo>
                  <a:lnTo>
                    <a:pt x="150" y="54"/>
                  </a:lnTo>
                  <a:lnTo>
                    <a:pt x="154" y="55"/>
                  </a:lnTo>
                  <a:lnTo>
                    <a:pt x="155" y="59"/>
                  </a:lnTo>
                  <a:lnTo>
                    <a:pt x="159" y="59"/>
                  </a:lnTo>
                  <a:lnTo>
                    <a:pt x="162" y="58"/>
                  </a:lnTo>
                  <a:lnTo>
                    <a:pt x="164" y="59"/>
                  </a:lnTo>
                  <a:lnTo>
                    <a:pt x="166" y="62"/>
                  </a:lnTo>
                  <a:lnTo>
                    <a:pt x="163" y="64"/>
                  </a:lnTo>
                  <a:lnTo>
                    <a:pt x="162" y="64"/>
                  </a:lnTo>
                  <a:lnTo>
                    <a:pt x="159" y="66"/>
                  </a:lnTo>
                  <a:lnTo>
                    <a:pt x="157" y="66"/>
                  </a:lnTo>
                  <a:lnTo>
                    <a:pt x="154" y="70"/>
                  </a:lnTo>
                  <a:lnTo>
                    <a:pt x="154" y="71"/>
                  </a:lnTo>
                  <a:lnTo>
                    <a:pt x="155" y="75"/>
                  </a:lnTo>
                  <a:lnTo>
                    <a:pt x="155" y="81"/>
                  </a:lnTo>
                  <a:lnTo>
                    <a:pt x="154" y="84"/>
                  </a:lnTo>
                  <a:lnTo>
                    <a:pt x="153" y="85"/>
                  </a:lnTo>
                  <a:lnTo>
                    <a:pt x="149" y="89"/>
                  </a:lnTo>
                  <a:lnTo>
                    <a:pt x="150" y="91"/>
                  </a:lnTo>
                  <a:lnTo>
                    <a:pt x="150" y="92"/>
                  </a:lnTo>
                  <a:lnTo>
                    <a:pt x="149" y="96"/>
                  </a:lnTo>
                  <a:lnTo>
                    <a:pt x="146" y="97"/>
                  </a:lnTo>
                  <a:lnTo>
                    <a:pt x="143" y="101"/>
                  </a:lnTo>
                  <a:lnTo>
                    <a:pt x="142" y="105"/>
                  </a:lnTo>
                  <a:lnTo>
                    <a:pt x="141" y="108"/>
                  </a:lnTo>
                  <a:lnTo>
                    <a:pt x="136" y="112"/>
                  </a:lnTo>
                  <a:lnTo>
                    <a:pt x="133" y="118"/>
                  </a:lnTo>
                  <a:lnTo>
                    <a:pt x="129" y="122"/>
                  </a:lnTo>
                  <a:lnTo>
                    <a:pt x="124" y="122"/>
                  </a:lnTo>
                  <a:lnTo>
                    <a:pt x="118" y="125"/>
                  </a:lnTo>
                  <a:lnTo>
                    <a:pt x="117" y="125"/>
                  </a:lnTo>
                  <a:lnTo>
                    <a:pt x="117" y="122"/>
                  </a:lnTo>
                  <a:lnTo>
                    <a:pt x="114" y="121"/>
                  </a:lnTo>
                  <a:lnTo>
                    <a:pt x="112" y="122"/>
                  </a:lnTo>
                  <a:lnTo>
                    <a:pt x="111" y="124"/>
                  </a:lnTo>
                  <a:lnTo>
                    <a:pt x="109" y="126"/>
                  </a:lnTo>
                  <a:lnTo>
                    <a:pt x="107" y="130"/>
                  </a:lnTo>
                  <a:lnTo>
                    <a:pt x="105" y="130"/>
                  </a:lnTo>
                  <a:lnTo>
                    <a:pt x="103" y="135"/>
                  </a:lnTo>
                  <a:lnTo>
                    <a:pt x="103" y="138"/>
                  </a:lnTo>
                  <a:lnTo>
                    <a:pt x="105" y="138"/>
                  </a:lnTo>
                  <a:lnTo>
                    <a:pt x="108" y="139"/>
                  </a:lnTo>
                  <a:lnTo>
                    <a:pt x="109" y="138"/>
                  </a:lnTo>
                  <a:lnTo>
                    <a:pt x="112" y="139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3" y="150"/>
                  </a:lnTo>
                  <a:lnTo>
                    <a:pt x="117" y="153"/>
                  </a:lnTo>
                  <a:lnTo>
                    <a:pt x="120" y="153"/>
                  </a:lnTo>
                  <a:lnTo>
                    <a:pt x="121" y="154"/>
                  </a:lnTo>
                  <a:lnTo>
                    <a:pt x="121" y="155"/>
                  </a:lnTo>
                  <a:lnTo>
                    <a:pt x="122" y="158"/>
                  </a:lnTo>
                  <a:lnTo>
                    <a:pt x="125" y="166"/>
                  </a:lnTo>
                  <a:lnTo>
                    <a:pt x="125" y="167"/>
                  </a:lnTo>
                  <a:lnTo>
                    <a:pt x="126" y="168"/>
                  </a:lnTo>
                  <a:lnTo>
                    <a:pt x="124" y="170"/>
                  </a:lnTo>
                  <a:lnTo>
                    <a:pt x="121" y="171"/>
                  </a:lnTo>
                  <a:lnTo>
                    <a:pt x="120" y="170"/>
                  </a:lnTo>
                  <a:lnTo>
                    <a:pt x="121" y="168"/>
                  </a:lnTo>
                  <a:lnTo>
                    <a:pt x="118" y="168"/>
                  </a:lnTo>
                  <a:lnTo>
                    <a:pt x="117" y="170"/>
                  </a:lnTo>
                  <a:lnTo>
                    <a:pt x="113" y="171"/>
                  </a:lnTo>
                  <a:lnTo>
                    <a:pt x="104" y="171"/>
                  </a:lnTo>
                  <a:lnTo>
                    <a:pt x="103" y="172"/>
                  </a:lnTo>
                  <a:lnTo>
                    <a:pt x="101" y="171"/>
                  </a:lnTo>
                  <a:lnTo>
                    <a:pt x="100" y="175"/>
                  </a:lnTo>
                  <a:lnTo>
                    <a:pt x="99" y="175"/>
                  </a:lnTo>
                  <a:lnTo>
                    <a:pt x="96" y="176"/>
                  </a:lnTo>
                  <a:lnTo>
                    <a:pt x="96" y="180"/>
                  </a:lnTo>
                  <a:lnTo>
                    <a:pt x="93" y="180"/>
                  </a:lnTo>
                  <a:lnTo>
                    <a:pt x="93" y="179"/>
                  </a:lnTo>
                  <a:lnTo>
                    <a:pt x="89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3" y="175"/>
                  </a:lnTo>
                  <a:lnTo>
                    <a:pt x="83" y="175"/>
                  </a:lnTo>
                  <a:lnTo>
                    <a:pt x="82" y="175"/>
                  </a:lnTo>
                  <a:lnTo>
                    <a:pt x="83" y="174"/>
                  </a:lnTo>
                  <a:lnTo>
                    <a:pt x="83" y="172"/>
                  </a:lnTo>
                  <a:lnTo>
                    <a:pt x="82" y="172"/>
                  </a:lnTo>
                  <a:lnTo>
                    <a:pt x="82" y="168"/>
                  </a:lnTo>
                  <a:lnTo>
                    <a:pt x="79" y="164"/>
                  </a:lnTo>
                  <a:lnTo>
                    <a:pt x="79" y="163"/>
                  </a:lnTo>
                  <a:lnTo>
                    <a:pt x="75" y="164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0"/>
                  </a:lnTo>
                  <a:lnTo>
                    <a:pt x="72" y="158"/>
                  </a:lnTo>
                  <a:lnTo>
                    <a:pt x="71" y="156"/>
                  </a:lnTo>
                  <a:lnTo>
                    <a:pt x="67" y="156"/>
                  </a:lnTo>
                  <a:lnTo>
                    <a:pt x="64" y="156"/>
                  </a:lnTo>
                  <a:lnTo>
                    <a:pt x="60" y="156"/>
                  </a:lnTo>
                  <a:lnTo>
                    <a:pt x="59" y="156"/>
                  </a:lnTo>
                  <a:lnTo>
                    <a:pt x="59" y="156"/>
                  </a:lnTo>
                  <a:lnTo>
                    <a:pt x="58" y="156"/>
                  </a:lnTo>
                  <a:lnTo>
                    <a:pt x="55" y="158"/>
                  </a:lnTo>
                  <a:lnTo>
                    <a:pt x="54" y="158"/>
                  </a:lnTo>
                  <a:lnTo>
                    <a:pt x="51" y="158"/>
                  </a:lnTo>
                  <a:lnTo>
                    <a:pt x="49" y="160"/>
                  </a:lnTo>
                  <a:lnTo>
                    <a:pt x="46" y="160"/>
                  </a:lnTo>
                  <a:lnTo>
                    <a:pt x="45" y="159"/>
                  </a:lnTo>
                  <a:lnTo>
                    <a:pt x="43" y="159"/>
                  </a:lnTo>
                  <a:lnTo>
                    <a:pt x="42" y="158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39" y="158"/>
                  </a:lnTo>
                  <a:lnTo>
                    <a:pt x="37" y="156"/>
                  </a:lnTo>
                  <a:lnTo>
                    <a:pt x="35" y="158"/>
                  </a:lnTo>
                  <a:lnTo>
                    <a:pt x="35" y="159"/>
                  </a:lnTo>
                  <a:lnTo>
                    <a:pt x="34" y="159"/>
                  </a:lnTo>
                  <a:lnTo>
                    <a:pt x="33" y="159"/>
                  </a:lnTo>
                  <a:lnTo>
                    <a:pt x="30" y="159"/>
                  </a:lnTo>
                  <a:lnTo>
                    <a:pt x="29" y="159"/>
                  </a:lnTo>
                  <a:lnTo>
                    <a:pt x="26" y="159"/>
                  </a:lnTo>
                  <a:lnTo>
                    <a:pt x="25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7" y="162"/>
                  </a:lnTo>
                  <a:lnTo>
                    <a:pt x="17" y="160"/>
                  </a:lnTo>
                  <a:lnTo>
                    <a:pt x="16" y="160"/>
                  </a:lnTo>
                  <a:lnTo>
                    <a:pt x="16" y="158"/>
                  </a:lnTo>
                  <a:lnTo>
                    <a:pt x="16" y="154"/>
                  </a:lnTo>
                  <a:lnTo>
                    <a:pt x="14" y="151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7" y="145"/>
                  </a:lnTo>
                  <a:lnTo>
                    <a:pt x="21" y="142"/>
                  </a:lnTo>
                  <a:lnTo>
                    <a:pt x="22" y="141"/>
                  </a:lnTo>
                  <a:lnTo>
                    <a:pt x="28" y="139"/>
                  </a:lnTo>
                  <a:lnTo>
                    <a:pt x="30" y="141"/>
                  </a:lnTo>
                  <a:lnTo>
                    <a:pt x="33" y="139"/>
                  </a:lnTo>
                  <a:lnTo>
                    <a:pt x="32" y="134"/>
                  </a:lnTo>
                  <a:lnTo>
                    <a:pt x="29" y="133"/>
                  </a:lnTo>
                  <a:lnTo>
                    <a:pt x="26" y="133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5"/>
                  </a:lnTo>
                  <a:lnTo>
                    <a:pt x="25" y="121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18" y="118"/>
                  </a:lnTo>
                  <a:lnTo>
                    <a:pt x="14" y="118"/>
                  </a:lnTo>
                  <a:lnTo>
                    <a:pt x="13" y="117"/>
                  </a:lnTo>
                  <a:lnTo>
                    <a:pt x="10" y="114"/>
                  </a:lnTo>
                  <a:lnTo>
                    <a:pt x="8" y="112"/>
                  </a:lnTo>
                  <a:lnTo>
                    <a:pt x="6" y="109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16" y="105"/>
                  </a:lnTo>
                  <a:lnTo>
                    <a:pt x="30" y="105"/>
                  </a:lnTo>
                  <a:lnTo>
                    <a:pt x="34" y="104"/>
                  </a:lnTo>
                  <a:lnTo>
                    <a:pt x="38" y="104"/>
                  </a:lnTo>
                  <a:lnTo>
                    <a:pt x="39" y="103"/>
                  </a:lnTo>
                  <a:lnTo>
                    <a:pt x="43" y="101"/>
                  </a:lnTo>
                  <a:lnTo>
                    <a:pt x="50" y="101"/>
                  </a:lnTo>
                  <a:lnTo>
                    <a:pt x="54" y="101"/>
                  </a:lnTo>
                  <a:lnTo>
                    <a:pt x="58" y="101"/>
                  </a:lnTo>
                  <a:lnTo>
                    <a:pt x="62" y="99"/>
                  </a:lnTo>
                  <a:lnTo>
                    <a:pt x="63" y="97"/>
                  </a:lnTo>
                  <a:lnTo>
                    <a:pt x="62" y="95"/>
                  </a:lnTo>
                  <a:lnTo>
                    <a:pt x="62" y="92"/>
                  </a:lnTo>
                  <a:lnTo>
                    <a:pt x="60" y="88"/>
                  </a:lnTo>
                  <a:lnTo>
                    <a:pt x="60" y="85"/>
                  </a:lnTo>
                  <a:lnTo>
                    <a:pt x="63" y="83"/>
                  </a:lnTo>
                  <a:lnTo>
                    <a:pt x="64" y="83"/>
                  </a:lnTo>
                  <a:lnTo>
                    <a:pt x="66" y="80"/>
                  </a:lnTo>
                  <a:lnTo>
                    <a:pt x="66" y="79"/>
                  </a:lnTo>
                  <a:lnTo>
                    <a:pt x="68" y="78"/>
                  </a:lnTo>
                  <a:lnTo>
                    <a:pt x="70" y="79"/>
                  </a:lnTo>
                  <a:lnTo>
                    <a:pt x="75" y="78"/>
                  </a:lnTo>
                  <a:lnTo>
                    <a:pt x="76" y="75"/>
                  </a:lnTo>
                  <a:lnTo>
                    <a:pt x="74" y="75"/>
                  </a:lnTo>
                  <a:lnTo>
                    <a:pt x="79" y="71"/>
                  </a:lnTo>
                  <a:lnTo>
                    <a:pt x="79" y="70"/>
                  </a:lnTo>
                  <a:lnTo>
                    <a:pt x="82" y="70"/>
                  </a:lnTo>
                  <a:lnTo>
                    <a:pt x="83" y="71"/>
                  </a:lnTo>
                  <a:lnTo>
                    <a:pt x="87" y="71"/>
                  </a:lnTo>
                  <a:lnTo>
                    <a:pt x="87" y="70"/>
                  </a:lnTo>
                  <a:lnTo>
                    <a:pt x="88" y="70"/>
                  </a:lnTo>
                  <a:lnTo>
                    <a:pt x="91" y="72"/>
                  </a:lnTo>
                  <a:lnTo>
                    <a:pt x="93" y="68"/>
                  </a:lnTo>
                  <a:lnTo>
                    <a:pt x="92" y="63"/>
                  </a:lnTo>
                  <a:lnTo>
                    <a:pt x="92" y="62"/>
                  </a:lnTo>
                  <a:lnTo>
                    <a:pt x="93" y="60"/>
                  </a:lnTo>
                  <a:lnTo>
                    <a:pt x="93" y="58"/>
                  </a:lnTo>
                  <a:lnTo>
                    <a:pt x="93" y="54"/>
                  </a:lnTo>
                  <a:lnTo>
                    <a:pt x="95" y="51"/>
                  </a:lnTo>
                  <a:lnTo>
                    <a:pt x="97" y="51"/>
                  </a:lnTo>
                  <a:lnTo>
                    <a:pt x="100" y="50"/>
                  </a:lnTo>
                  <a:lnTo>
                    <a:pt x="101" y="47"/>
                  </a:lnTo>
                  <a:lnTo>
                    <a:pt x="100" y="45"/>
                  </a:lnTo>
                  <a:lnTo>
                    <a:pt x="97" y="43"/>
                  </a:lnTo>
                  <a:lnTo>
                    <a:pt x="96" y="41"/>
                  </a:lnTo>
                  <a:lnTo>
                    <a:pt x="99" y="38"/>
                  </a:lnTo>
                  <a:lnTo>
                    <a:pt x="103" y="39"/>
                  </a:lnTo>
                  <a:lnTo>
                    <a:pt x="108" y="39"/>
                  </a:lnTo>
                  <a:lnTo>
                    <a:pt x="111" y="35"/>
                  </a:lnTo>
                  <a:lnTo>
                    <a:pt x="111" y="31"/>
                  </a:lnTo>
                  <a:lnTo>
                    <a:pt x="108" y="29"/>
                  </a:lnTo>
                  <a:lnTo>
                    <a:pt x="113" y="22"/>
                  </a:lnTo>
                  <a:lnTo>
                    <a:pt x="113" y="17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12" y="4"/>
                  </a:lnTo>
                  <a:lnTo>
                    <a:pt x="114" y="4"/>
                  </a:lnTo>
                  <a:lnTo>
                    <a:pt x="118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7" name="Freeform 372">
              <a:extLst>
                <a:ext uri="{FF2B5EF4-FFF2-40B4-BE49-F238E27FC236}">
                  <a16:creationId xmlns:a16="http://schemas.microsoft.com/office/drawing/2014/main" id="{8E4A6638-795D-42EB-818D-A8FB1D444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01" y="3594403"/>
              <a:ext cx="788852" cy="643776"/>
            </a:xfrm>
            <a:custGeom>
              <a:avLst/>
              <a:gdLst>
                <a:gd name="T0" fmla="*/ 33 w 87"/>
                <a:gd name="T1" fmla="*/ 0 h 71"/>
                <a:gd name="T2" fmla="*/ 37 w 87"/>
                <a:gd name="T3" fmla="*/ 5 h 71"/>
                <a:gd name="T4" fmla="*/ 45 w 87"/>
                <a:gd name="T5" fmla="*/ 15 h 71"/>
                <a:gd name="T6" fmla="*/ 48 w 87"/>
                <a:gd name="T7" fmla="*/ 19 h 71"/>
                <a:gd name="T8" fmla="*/ 53 w 87"/>
                <a:gd name="T9" fmla="*/ 22 h 71"/>
                <a:gd name="T10" fmla="*/ 61 w 87"/>
                <a:gd name="T11" fmla="*/ 22 h 71"/>
                <a:gd name="T12" fmla="*/ 66 w 87"/>
                <a:gd name="T13" fmla="*/ 26 h 71"/>
                <a:gd name="T14" fmla="*/ 71 w 87"/>
                <a:gd name="T15" fmla="*/ 34 h 71"/>
                <a:gd name="T16" fmla="*/ 78 w 87"/>
                <a:gd name="T17" fmla="*/ 39 h 71"/>
                <a:gd name="T18" fmla="*/ 81 w 87"/>
                <a:gd name="T19" fmla="*/ 48 h 71"/>
                <a:gd name="T20" fmla="*/ 86 w 87"/>
                <a:gd name="T21" fmla="*/ 55 h 71"/>
                <a:gd name="T22" fmla="*/ 87 w 87"/>
                <a:gd name="T23" fmla="*/ 64 h 71"/>
                <a:gd name="T24" fmla="*/ 86 w 87"/>
                <a:gd name="T25" fmla="*/ 64 h 71"/>
                <a:gd name="T26" fmla="*/ 81 w 87"/>
                <a:gd name="T27" fmla="*/ 68 h 71"/>
                <a:gd name="T28" fmla="*/ 73 w 87"/>
                <a:gd name="T29" fmla="*/ 65 h 71"/>
                <a:gd name="T30" fmla="*/ 68 w 87"/>
                <a:gd name="T31" fmla="*/ 60 h 71"/>
                <a:gd name="T32" fmla="*/ 58 w 87"/>
                <a:gd name="T33" fmla="*/ 58 h 71"/>
                <a:gd name="T34" fmla="*/ 54 w 87"/>
                <a:gd name="T35" fmla="*/ 60 h 71"/>
                <a:gd name="T36" fmla="*/ 48 w 87"/>
                <a:gd name="T37" fmla="*/ 64 h 71"/>
                <a:gd name="T38" fmla="*/ 44 w 87"/>
                <a:gd name="T39" fmla="*/ 71 h 71"/>
                <a:gd name="T40" fmla="*/ 40 w 87"/>
                <a:gd name="T41" fmla="*/ 67 h 71"/>
                <a:gd name="T42" fmla="*/ 33 w 87"/>
                <a:gd name="T43" fmla="*/ 68 h 71"/>
                <a:gd name="T44" fmla="*/ 28 w 87"/>
                <a:gd name="T45" fmla="*/ 63 h 71"/>
                <a:gd name="T46" fmla="*/ 19 w 87"/>
                <a:gd name="T47" fmla="*/ 58 h 71"/>
                <a:gd name="T48" fmla="*/ 17 w 87"/>
                <a:gd name="T49" fmla="*/ 47 h 71"/>
                <a:gd name="T50" fmla="*/ 15 w 87"/>
                <a:gd name="T51" fmla="*/ 39 h 71"/>
                <a:gd name="T52" fmla="*/ 17 w 87"/>
                <a:gd name="T53" fmla="*/ 37 h 71"/>
                <a:gd name="T54" fmla="*/ 20 w 87"/>
                <a:gd name="T55" fmla="*/ 31 h 71"/>
                <a:gd name="T56" fmla="*/ 16 w 87"/>
                <a:gd name="T57" fmla="*/ 27 h 71"/>
                <a:gd name="T58" fmla="*/ 10 w 87"/>
                <a:gd name="T59" fmla="*/ 22 h 71"/>
                <a:gd name="T60" fmla="*/ 4 w 87"/>
                <a:gd name="T61" fmla="*/ 21 h 71"/>
                <a:gd name="T62" fmla="*/ 2 w 87"/>
                <a:gd name="T63" fmla="*/ 19 h 71"/>
                <a:gd name="T64" fmla="*/ 7 w 87"/>
                <a:gd name="T65" fmla="*/ 11 h 71"/>
                <a:gd name="T66" fmla="*/ 15 w 87"/>
                <a:gd name="T67" fmla="*/ 8 h 71"/>
                <a:gd name="T68" fmla="*/ 21 w 87"/>
                <a:gd name="T69" fmla="*/ 1 h 71"/>
                <a:gd name="T70" fmla="*/ 23 w 87"/>
                <a:gd name="T71" fmla="*/ 1 h 71"/>
                <a:gd name="T72" fmla="*/ 27 w 87"/>
                <a:gd name="T73" fmla="*/ 2 h 71"/>
                <a:gd name="T74" fmla="*/ 31 w 87"/>
                <a:gd name="T75" fmla="*/ 1 h 71"/>
                <a:gd name="T76" fmla="*/ 32 w 87"/>
                <a:gd name="T7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71">
                  <a:moveTo>
                    <a:pt x="32" y="0"/>
                  </a:moveTo>
                  <a:lnTo>
                    <a:pt x="33" y="0"/>
                  </a:lnTo>
                  <a:lnTo>
                    <a:pt x="36" y="1"/>
                  </a:lnTo>
                  <a:lnTo>
                    <a:pt x="37" y="5"/>
                  </a:lnTo>
                  <a:lnTo>
                    <a:pt x="42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8" y="19"/>
                  </a:lnTo>
                  <a:lnTo>
                    <a:pt x="49" y="21"/>
                  </a:lnTo>
                  <a:lnTo>
                    <a:pt x="53" y="22"/>
                  </a:lnTo>
                  <a:lnTo>
                    <a:pt x="58" y="22"/>
                  </a:lnTo>
                  <a:lnTo>
                    <a:pt x="61" y="22"/>
                  </a:lnTo>
                  <a:lnTo>
                    <a:pt x="61" y="25"/>
                  </a:lnTo>
                  <a:lnTo>
                    <a:pt x="66" y="26"/>
                  </a:lnTo>
                  <a:lnTo>
                    <a:pt x="70" y="29"/>
                  </a:lnTo>
                  <a:lnTo>
                    <a:pt x="71" y="34"/>
                  </a:lnTo>
                  <a:lnTo>
                    <a:pt x="74" y="38"/>
                  </a:lnTo>
                  <a:lnTo>
                    <a:pt x="78" y="39"/>
                  </a:lnTo>
                  <a:lnTo>
                    <a:pt x="81" y="43"/>
                  </a:lnTo>
                  <a:lnTo>
                    <a:pt x="81" y="48"/>
                  </a:lnTo>
                  <a:lnTo>
                    <a:pt x="82" y="54"/>
                  </a:lnTo>
                  <a:lnTo>
                    <a:pt x="86" y="55"/>
                  </a:lnTo>
                  <a:lnTo>
                    <a:pt x="87" y="60"/>
                  </a:lnTo>
                  <a:lnTo>
                    <a:pt x="87" y="64"/>
                  </a:lnTo>
                  <a:lnTo>
                    <a:pt x="86" y="67"/>
                  </a:lnTo>
                  <a:lnTo>
                    <a:pt x="86" y="64"/>
                  </a:lnTo>
                  <a:lnTo>
                    <a:pt x="83" y="64"/>
                  </a:lnTo>
                  <a:lnTo>
                    <a:pt x="81" y="68"/>
                  </a:lnTo>
                  <a:lnTo>
                    <a:pt x="75" y="64"/>
                  </a:lnTo>
                  <a:lnTo>
                    <a:pt x="73" y="65"/>
                  </a:lnTo>
                  <a:lnTo>
                    <a:pt x="71" y="62"/>
                  </a:lnTo>
                  <a:lnTo>
                    <a:pt x="68" y="60"/>
                  </a:lnTo>
                  <a:lnTo>
                    <a:pt x="65" y="63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4" y="60"/>
                  </a:lnTo>
                  <a:lnTo>
                    <a:pt x="52" y="62"/>
                  </a:lnTo>
                  <a:lnTo>
                    <a:pt x="48" y="64"/>
                  </a:lnTo>
                  <a:lnTo>
                    <a:pt x="44" y="69"/>
                  </a:lnTo>
                  <a:lnTo>
                    <a:pt x="44" y="71"/>
                  </a:lnTo>
                  <a:lnTo>
                    <a:pt x="42" y="68"/>
                  </a:lnTo>
                  <a:lnTo>
                    <a:pt x="40" y="67"/>
                  </a:lnTo>
                  <a:lnTo>
                    <a:pt x="37" y="68"/>
                  </a:lnTo>
                  <a:lnTo>
                    <a:pt x="33" y="68"/>
                  </a:lnTo>
                  <a:lnTo>
                    <a:pt x="32" y="64"/>
                  </a:lnTo>
                  <a:lnTo>
                    <a:pt x="28" y="63"/>
                  </a:lnTo>
                  <a:lnTo>
                    <a:pt x="24" y="62"/>
                  </a:lnTo>
                  <a:lnTo>
                    <a:pt x="19" y="58"/>
                  </a:lnTo>
                  <a:lnTo>
                    <a:pt x="19" y="55"/>
                  </a:lnTo>
                  <a:lnTo>
                    <a:pt x="17" y="47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6" y="39"/>
                  </a:lnTo>
                  <a:lnTo>
                    <a:pt x="17" y="37"/>
                  </a:lnTo>
                  <a:lnTo>
                    <a:pt x="20" y="34"/>
                  </a:lnTo>
                  <a:lnTo>
                    <a:pt x="20" y="31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4" y="26"/>
                  </a:lnTo>
                  <a:lnTo>
                    <a:pt x="10" y="22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3" y="22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7" y="11"/>
                  </a:lnTo>
                  <a:lnTo>
                    <a:pt x="6" y="9"/>
                  </a:lnTo>
                  <a:lnTo>
                    <a:pt x="15" y="8"/>
                  </a:lnTo>
                  <a:lnTo>
                    <a:pt x="20" y="5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8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8" name="Freeform 373">
              <a:extLst>
                <a:ext uri="{FF2B5EF4-FFF2-40B4-BE49-F238E27FC236}">
                  <a16:creationId xmlns:a16="http://schemas.microsoft.com/office/drawing/2014/main" id="{9E5F02ED-A39D-4FB6-9F0A-66EBB578D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-717303" y="3449329"/>
              <a:ext cx="1432622" cy="1178738"/>
            </a:xfrm>
            <a:custGeom>
              <a:avLst/>
              <a:gdLst>
                <a:gd name="T0" fmla="*/ 113 w 158"/>
                <a:gd name="T1" fmla="*/ 1 h 130"/>
                <a:gd name="T2" fmla="*/ 116 w 158"/>
                <a:gd name="T3" fmla="*/ 6 h 130"/>
                <a:gd name="T4" fmla="*/ 119 w 158"/>
                <a:gd name="T5" fmla="*/ 10 h 130"/>
                <a:gd name="T6" fmla="*/ 120 w 158"/>
                <a:gd name="T7" fmla="*/ 21 h 130"/>
                <a:gd name="T8" fmla="*/ 124 w 158"/>
                <a:gd name="T9" fmla="*/ 26 h 130"/>
                <a:gd name="T10" fmla="*/ 129 w 158"/>
                <a:gd name="T11" fmla="*/ 24 h 130"/>
                <a:gd name="T12" fmla="*/ 136 w 158"/>
                <a:gd name="T13" fmla="*/ 17 h 130"/>
                <a:gd name="T14" fmla="*/ 146 w 158"/>
                <a:gd name="T15" fmla="*/ 12 h 130"/>
                <a:gd name="T16" fmla="*/ 151 w 158"/>
                <a:gd name="T17" fmla="*/ 12 h 130"/>
                <a:gd name="T18" fmla="*/ 154 w 158"/>
                <a:gd name="T19" fmla="*/ 17 h 130"/>
                <a:gd name="T20" fmla="*/ 149 w 158"/>
                <a:gd name="T21" fmla="*/ 24 h 130"/>
                <a:gd name="T22" fmla="*/ 130 w 158"/>
                <a:gd name="T23" fmla="*/ 26 h 130"/>
                <a:gd name="T24" fmla="*/ 121 w 158"/>
                <a:gd name="T25" fmla="*/ 33 h 130"/>
                <a:gd name="T26" fmla="*/ 125 w 158"/>
                <a:gd name="T27" fmla="*/ 47 h 130"/>
                <a:gd name="T28" fmla="*/ 123 w 158"/>
                <a:gd name="T29" fmla="*/ 60 h 130"/>
                <a:gd name="T30" fmla="*/ 111 w 158"/>
                <a:gd name="T31" fmla="*/ 63 h 130"/>
                <a:gd name="T32" fmla="*/ 112 w 158"/>
                <a:gd name="T33" fmla="*/ 70 h 130"/>
                <a:gd name="T34" fmla="*/ 109 w 158"/>
                <a:gd name="T35" fmla="*/ 76 h 130"/>
                <a:gd name="T36" fmla="*/ 105 w 158"/>
                <a:gd name="T37" fmla="*/ 83 h 130"/>
                <a:gd name="T38" fmla="*/ 104 w 158"/>
                <a:gd name="T39" fmla="*/ 88 h 130"/>
                <a:gd name="T40" fmla="*/ 100 w 158"/>
                <a:gd name="T41" fmla="*/ 95 h 130"/>
                <a:gd name="T42" fmla="*/ 95 w 158"/>
                <a:gd name="T43" fmla="*/ 96 h 130"/>
                <a:gd name="T44" fmla="*/ 91 w 158"/>
                <a:gd name="T45" fmla="*/ 96 h 130"/>
                <a:gd name="T46" fmla="*/ 87 w 158"/>
                <a:gd name="T47" fmla="*/ 103 h 130"/>
                <a:gd name="T48" fmla="*/ 78 w 158"/>
                <a:gd name="T49" fmla="*/ 104 h 130"/>
                <a:gd name="T50" fmla="*/ 75 w 158"/>
                <a:gd name="T51" fmla="*/ 108 h 130"/>
                <a:gd name="T52" fmla="*/ 74 w 158"/>
                <a:gd name="T53" fmla="*/ 117 h 130"/>
                <a:gd name="T54" fmla="*/ 74 w 158"/>
                <a:gd name="T55" fmla="*/ 124 h 130"/>
                <a:gd name="T56" fmla="*/ 62 w 158"/>
                <a:gd name="T57" fmla="*/ 126 h 130"/>
                <a:gd name="T58" fmla="*/ 50 w 158"/>
                <a:gd name="T59" fmla="*/ 129 h 130"/>
                <a:gd name="T60" fmla="*/ 28 w 158"/>
                <a:gd name="T61" fmla="*/ 130 h 130"/>
                <a:gd name="T62" fmla="*/ 22 w 158"/>
                <a:gd name="T63" fmla="*/ 112 h 130"/>
                <a:gd name="T64" fmla="*/ 18 w 158"/>
                <a:gd name="T65" fmla="*/ 100 h 130"/>
                <a:gd name="T66" fmla="*/ 7 w 158"/>
                <a:gd name="T67" fmla="*/ 93 h 130"/>
                <a:gd name="T68" fmla="*/ 3 w 158"/>
                <a:gd name="T69" fmla="*/ 80 h 130"/>
                <a:gd name="T70" fmla="*/ 7 w 158"/>
                <a:gd name="T71" fmla="*/ 72 h 130"/>
                <a:gd name="T72" fmla="*/ 1 w 158"/>
                <a:gd name="T73" fmla="*/ 66 h 130"/>
                <a:gd name="T74" fmla="*/ 1 w 158"/>
                <a:gd name="T75" fmla="*/ 60 h 130"/>
                <a:gd name="T76" fmla="*/ 5 w 158"/>
                <a:gd name="T77" fmla="*/ 55 h 130"/>
                <a:gd name="T78" fmla="*/ 5 w 158"/>
                <a:gd name="T79" fmla="*/ 51 h 130"/>
                <a:gd name="T80" fmla="*/ 5 w 158"/>
                <a:gd name="T81" fmla="*/ 45 h 130"/>
                <a:gd name="T82" fmla="*/ 9 w 158"/>
                <a:gd name="T83" fmla="*/ 45 h 130"/>
                <a:gd name="T84" fmla="*/ 15 w 158"/>
                <a:gd name="T85" fmla="*/ 45 h 130"/>
                <a:gd name="T86" fmla="*/ 20 w 158"/>
                <a:gd name="T87" fmla="*/ 49 h 130"/>
                <a:gd name="T88" fmla="*/ 25 w 158"/>
                <a:gd name="T89" fmla="*/ 47 h 130"/>
                <a:gd name="T90" fmla="*/ 29 w 158"/>
                <a:gd name="T91" fmla="*/ 43 h 130"/>
                <a:gd name="T92" fmla="*/ 37 w 158"/>
                <a:gd name="T93" fmla="*/ 38 h 130"/>
                <a:gd name="T94" fmla="*/ 41 w 158"/>
                <a:gd name="T95" fmla="*/ 35 h 130"/>
                <a:gd name="T96" fmla="*/ 45 w 158"/>
                <a:gd name="T97" fmla="*/ 26 h 130"/>
                <a:gd name="T98" fmla="*/ 44 w 158"/>
                <a:gd name="T99" fmla="*/ 21 h 130"/>
                <a:gd name="T100" fmla="*/ 49 w 158"/>
                <a:gd name="T101" fmla="*/ 18 h 130"/>
                <a:gd name="T102" fmla="*/ 57 w 158"/>
                <a:gd name="T103" fmla="*/ 16 h 130"/>
                <a:gd name="T104" fmla="*/ 62 w 158"/>
                <a:gd name="T105" fmla="*/ 17 h 130"/>
                <a:gd name="T106" fmla="*/ 70 w 158"/>
                <a:gd name="T107" fmla="*/ 20 h 130"/>
                <a:gd name="T108" fmla="*/ 76 w 158"/>
                <a:gd name="T109" fmla="*/ 18 h 130"/>
                <a:gd name="T110" fmla="*/ 84 w 158"/>
                <a:gd name="T111" fmla="*/ 21 h 130"/>
                <a:gd name="T112" fmla="*/ 90 w 158"/>
                <a:gd name="T113" fmla="*/ 18 h 130"/>
                <a:gd name="T114" fmla="*/ 94 w 158"/>
                <a:gd name="T115" fmla="*/ 20 h 130"/>
                <a:gd name="T116" fmla="*/ 96 w 158"/>
                <a:gd name="T117" fmla="*/ 17 h 130"/>
                <a:gd name="T118" fmla="*/ 100 w 158"/>
                <a:gd name="T119" fmla="*/ 13 h 130"/>
                <a:gd name="T120" fmla="*/ 104 w 158"/>
                <a:gd name="T121" fmla="*/ 14 h 130"/>
                <a:gd name="T122" fmla="*/ 105 w 158"/>
                <a:gd name="T123" fmla="*/ 6 h 130"/>
                <a:gd name="T124" fmla="*/ 109 w 158"/>
                <a:gd name="T12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8" h="130">
                  <a:moveTo>
                    <a:pt x="109" y="0"/>
                  </a:moveTo>
                  <a:lnTo>
                    <a:pt x="112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6" y="4"/>
                  </a:lnTo>
                  <a:lnTo>
                    <a:pt x="116" y="6"/>
                  </a:lnTo>
                  <a:lnTo>
                    <a:pt x="116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9" y="14"/>
                  </a:lnTo>
                  <a:lnTo>
                    <a:pt x="119" y="17"/>
                  </a:lnTo>
                  <a:lnTo>
                    <a:pt x="120" y="21"/>
                  </a:lnTo>
                  <a:lnTo>
                    <a:pt x="121" y="24"/>
                  </a:lnTo>
                  <a:lnTo>
                    <a:pt x="121" y="25"/>
                  </a:lnTo>
                  <a:lnTo>
                    <a:pt x="124" y="26"/>
                  </a:lnTo>
                  <a:lnTo>
                    <a:pt x="126" y="26"/>
                  </a:lnTo>
                  <a:lnTo>
                    <a:pt x="128" y="25"/>
                  </a:lnTo>
                  <a:lnTo>
                    <a:pt x="129" y="24"/>
                  </a:lnTo>
                  <a:lnTo>
                    <a:pt x="133" y="21"/>
                  </a:lnTo>
                  <a:lnTo>
                    <a:pt x="134" y="20"/>
                  </a:lnTo>
                  <a:lnTo>
                    <a:pt x="136" y="17"/>
                  </a:lnTo>
                  <a:lnTo>
                    <a:pt x="137" y="16"/>
                  </a:lnTo>
                  <a:lnTo>
                    <a:pt x="142" y="13"/>
                  </a:lnTo>
                  <a:lnTo>
                    <a:pt x="146" y="12"/>
                  </a:lnTo>
                  <a:lnTo>
                    <a:pt x="146" y="14"/>
                  </a:lnTo>
                  <a:lnTo>
                    <a:pt x="150" y="14"/>
                  </a:lnTo>
                  <a:lnTo>
                    <a:pt x="151" y="12"/>
                  </a:lnTo>
                  <a:lnTo>
                    <a:pt x="157" y="12"/>
                  </a:lnTo>
                  <a:lnTo>
                    <a:pt x="158" y="14"/>
                  </a:lnTo>
                  <a:lnTo>
                    <a:pt x="154" y="17"/>
                  </a:lnTo>
                  <a:lnTo>
                    <a:pt x="155" y="17"/>
                  </a:lnTo>
                  <a:lnTo>
                    <a:pt x="154" y="21"/>
                  </a:lnTo>
                  <a:lnTo>
                    <a:pt x="149" y="24"/>
                  </a:lnTo>
                  <a:lnTo>
                    <a:pt x="137" y="26"/>
                  </a:lnTo>
                  <a:lnTo>
                    <a:pt x="134" y="25"/>
                  </a:lnTo>
                  <a:lnTo>
                    <a:pt x="130" y="26"/>
                  </a:lnTo>
                  <a:lnTo>
                    <a:pt x="126" y="29"/>
                  </a:lnTo>
                  <a:lnTo>
                    <a:pt x="124" y="29"/>
                  </a:lnTo>
                  <a:lnTo>
                    <a:pt x="121" y="33"/>
                  </a:lnTo>
                  <a:lnTo>
                    <a:pt x="120" y="34"/>
                  </a:lnTo>
                  <a:lnTo>
                    <a:pt x="125" y="42"/>
                  </a:lnTo>
                  <a:lnTo>
                    <a:pt x="125" y="47"/>
                  </a:lnTo>
                  <a:lnTo>
                    <a:pt x="120" y="54"/>
                  </a:lnTo>
                  <a:lnTo>
                    <a:pt x="123" y="56"/>
                  </a:lnTo>
                  <a:lnTo>
                    <a:pt x="123" y="60"/>
                  </a:lnTo>
                  <a:lnTo>
                    <a:pt x="120" y="64"/>
                  </a:lnTo>
                  <a:lnTo>
                    <a:pt x="115" y="64"/>
                  </a:lnTo>
                  <a:lnTo>
                    <a:pt x="111" y="63"/>
                  </a:lnTo>
                  <a:lnTo>
                    <a:pt x="108" y="66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7" y="76"/>
                  </a:lnTo>
                  <a:lnTo>
                    <a:pt x="105" y="79"/>
                  </a:lnTo>
                  <a:lnTo>
                    <a:pt x="105" y="83"/>
                  </a:lnTo>
                  <a:lnTo>
                    <a:pt x="105" y="85"/>
                  </a:lnTo>
                  <a:lnTo>
                    <a:pt x="104" y="87"/>
                  </a:lnTo>
                  <a:lnTo>
                    <a:pt x="104" y="88"/>
                  </a:lnTo>
                  <a:lnTo>
                    <a:pt x="105" y="93"/>
                  </a:lnTo>
                  <a:lnTo>
                    <a:pt x="103" y="97"/>
                  </a:lnTo>
                  <a:lnTo>
                    <a:pt x="100" y="95"/>
                  </a:lnTo>
                  <a:lnTo>
                    <a:pt x="99" y="95"/>
                  </a:lnTo>
                  <a:lnTo>
                    <a:pt x="99" y="96"/>
                  </a:lnTo>
                  <a:lnTo>
                    <a:pt x="95" y="96"/>
                  </a:lnTo>
                  <a:lnTo>
                    <a:pt x="94" y="95"/>
                  </a:lnTo>
                  <a:lnTo>
                    <a:pt x="91" y="95"/>
                  </a:lnTo>
                  <a:lnTo>
                    <a:pt x="91" y="96"/>
                  </a:lnTo>
                  <a:lnTo>
                    <a:pt x="86" y="100"/>
                  </a:lnTo>
                  <a:lnTo>
                    <a:pt x="88" y="100"/>
                  </a:lnTo>
                  <a:lnTo>
                    <a:pt x="87" y="103"/>
                  </a:lnTo>
                  <a:lnTo>
                    <a:pt x="82" y="104"/>
                  </a:lnTo>
                  <a:lnTo>
                    <a:pt x="80" y="103"/>
                  </a:lnTo>
                  <a:lnTo>
                    <a:pt x="78" y="104"/>
                  </a:lnTo>
                  <a:lnTo>
                    <a:pt x="78" y="105"/>
                  </a:lnTo>
                  <a:lnTo>
                    <a:pt x="76" y="108"/>
                  </a:lnTo>
                  <a:lnTo>
                    <a:pt x="75" y="108"/>
                  </a:lnTo>
                  <a:lnTo>
                    <a:pt x="72" y="110"/>
                  </a:lnTo>
                  <a:lnTo>
                    <a:pt x="72" y="113"/>
                  </a:lnTo>
                  <a:lnTo>
                    <a:pt x="74" y="117"/>
                  </a:lnTo>
                  <a:lnTo>
                    <a:pt x="74" y="120"/>
                  </a:lnTo>
                  <a:lnTo>
                    <a:pt x="75" y="122"/>
                  </a:lnTo>
                  <a:lnTo>
                    <a:pt x="74" y="124"/>
                  </a:lnTo>
                  <a:lnTo>
                    <a:pt x="70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55" y="126"/>
                  </a:lnTo>
                  <a:lnTo>
                    <a:pt x="51" y="128"/>
                  </a:lnTo>
                  <a:lnTo>
                    <a:pt x="50" y="129"/>
                  </a:lnTo>
                  <a:lnTo>
                    <a:pt x="46" y="129"/>
                  </a:lnTo>
                  <a:lnTo>
                    <a:pt x="42" y="130"/>
                  </a:lnTo>
                  <a:lnTo>
                    <a:pt x="28" y="130"/>
                  </a:lnTo>
                  <a:lnTo>
                    <a:pt x="12" y="126"/>
                  </a:lnTo>
                  <a:lnTo>
                    <a:pt x="21" y="114"/>
                  </a:lnTo>
                  <a:lnTo>
                    <a:pt x="22" y="112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18" y="100"/>
                  </a:lnTo>
                  <a:lnTo>
                    <a:pt x="9" y="100"/>
                  </a:lnTo>
                  <a:lnTo>
                    <a:pt x="8" y="96"/>
                  </a:lnTo>
                  <a:lnTo>
                    <a:pt x="7" y="93"/>
                  </a:lnTo>
                  <a:lnTo>
                    <a:pt x="8" y="92"/>
                  </a:lnTo>
                  <a:lnTo>
                    <a:pt x="7" y="87"/>
                  </a:lnTo>
                  <a:lnTo>
                    <a:pt x="3" y="80"/>
                  </a:lnTo>
                  <a:lnTo>
                    <a:pt x="4" y="78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3" y="72"/>
                  </a:lnTo>
                  <a:lnTo>
                    <a:pt x="3" y="70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3" y="62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3" y="58"/>
                  </a:lnTo>
                  <a:lnTo>
                    <a:pt x="5" y="55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7" y="45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6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1" y="50"/>
                  </a:lnTo>
                  <a:lnTo>
                    <a:pt x="22" y="49"/>
                  </a:lnTo>
                  <a:lnTo>
                    <a:pt x="25" y="47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9" y="43"/>
                  </a:lnTo>
                  <a:lnTo>
                    <a:pt x="29" y="41"/>
                  </a:lnTo>
                  <a:lnTo>
                    <a:pt x="33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2" y="31"/>
                  </a:lnTo>
                  <a:lnTo>
                    <a:pt x="42" y="29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5" y="21"/>
                  </a:lnTo>
                  <a:lnTo>
                    <a:pt x="46" y="20"/>
                  </a:lnTo>
                  <a:lnTo>
                    <a:pt x="49" y="18"/>
                  </a:lnTo>
                  <a:lnTo>
                    <a:pt x="50" y="20"/>
                  </a:lnTo>
                  <a:lnTo>
                    <a:pt x="54" y="17"/>
                  </a:lnTo>
                  <a:lnTo>
                    <a:pt x="57" y="16"/>
                  </a:lnTo>
                  <a:lnTo>
                    <a:pt x="59" y="17"/>
                  </a:lnTo>
                  <a:lnTo>
                    <a:pt x="62" y="17"/>
                  </a:lnTo>
                  <a:lnTo>
                    <a:pt x="62" y="17"/>
                  </a:lnTo>
                  <a:lnTo>
                    <a:pt x="66" y="16"/>
                  </a:lnTo>
                  <a:lnTo>
                    <a:pt x="69" y="17"/>
                  </a:lnTo>
                  <a:lnTo>
                    <a:pt x="70" y="20"/>
                  </a:lnTo>
                  <a:lnTo>
                    <a:pt x="72" y="20"/>
                  </a:lnTo>
                  <a:lnTo>
                    <a:pt x="74" y="18"/>
                  </a:lnTo>
                  <a:lnTo>
                    <a:pt x="76" y="18"/>
                  </a:lnTo>
                  <a:lnTo>
                    <a:pt x="79" y="21"/>
                  </a:lnTo>
                  <a:lnTo>
                    <a:pt x="80" y="22"/>
                  </a:lnTo>
                  <a:lnTo>
                    <a:pt x="84" y="21"/>
                  </a:lnTo>
                  <a:lnTo>
                    <a:pt x="87" y="20"/>
                  </a:lnTo>
                  <a:lnTo>
                    <a:pt x="88" y="18"/>
                  </a:lnTo>
                  <a:lnTo>
                    <a:pt x="90" y="18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4" y="20"/>
                  </a:lnTo>
                  <a:lnTo>
                    <a:pt x="97" y="20"/>
                  </a:lnTo>
                  <a:lnTo>
                    <a:pt x="97" y="17"/>
                  </a:lnTo>
                  <a:lnTo>
                    <a:pt x="96" y="17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0" y="13"/>
                  </a:lnTo>
                  <a:lnTo>
                    <a:pt x="101" y="13"/>
                  </a:lnTo>
                  <a:lnTo>
                    <a:pt x="101" y="14"/>
                  </a:lnTo>
                  <a:lnTo>
                    <a:pt x="104" y="14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6"/>
                  </a:lnTo>
                  <a:lnTo>
                    <a:pt x="107" y="5"/>
                  </a:lnTo>
                  <a:lnTo>
                    <a:pt x="108" y="1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5646A7B4-92F2-41F8-ACCF-27F1A333CBCC}"/>
              </a:ext>
            </a:extLst>
          </p:cNvPr>
          <p:cNvSpPr/>
          <p:nvPr/>
        </p:nvSpPr>
        <p:spPr>
          <a:xfrm>
            <a:off x="4979159" y="2695771"/>
            <a:ext cx="3433278" cy="2681986"/>
          </a:xfrm>
          <a:custGeom>
            <a:avLst/>
            <a:gdLst>
              <a:gd name="connsiteX0" fmla="*/ 117941 w 3422794"/>
              <a:gd name="connsiteY0" fmla="*/ 2691612 h 2691612"/>
              <a:gd name="connsiteX1" fmla="*/ 145101 w 3422794"/>
              <a:gd name="connsiteY1" fmla="*/ 2573917 h 2691612"/>
              <a:gd name="connsiteX2" fmla="*/ 45513 w 3422794"/>
              <a:gd name="connsiteY2" fmla="*/ 2420008 h 2691612"/>
              <a:gd name="connsiteX3" fmla="*/ 987074 w 3422794"/>
              <a:gd name="connsiteY3" fmla="*/ 1913014 h 2691612"/>
              <a:gd name="connsiteX4" fmla="*/ 1394480 w 3422794"/>
              <a:gd name="connsiteY4" fmla="*/ 1333593 h 2691612"/>
              <a:gd name="connsiteX5" fmla="*/ 1448800 w 3422794"/>
              <a:gd name="connsiteY5" fmla="*/ 1080096 h 2691612"/>
              <a:gd name="connsiteX6" fmla="*/ 2064436 w 3422794"/>
              <a:gd name="connsiteY6" fmla="*/ 880919 h 2691612"/>
              <a:gd name="connsiteX7" fmla="*/ 2553323 w 3422794"/>
              <a:gd name="connsiteY7" fmla="*/ 373925 h 2691612"/>
              <a:gd name="connsiteX8" fmla="*/ 3087478 w 3422794"/>
              <a:gd name="connsiteY8" fmla="*/ 84214 h 2691612"/>
              <a:gd name="connsiteX9" fmla="*/ 3422456 w 3422794"/>
              <a:gd name="connsiteY9" fmla="*/ 20840 h 2691612"/>
              <a:gd name="connsiteX10" fmla="*/ 3150852 w 3422794"/>
              <a:gd name="connsiteY10" fmla="*/ 401086 h 2691612"/>
              <a:gd name="connsiteX11" fmla="*/ 3168959 w 3422794"/>
              <a:gd name="connsiteY11" fmla="*/ 183803 h 2691612"/>
              <a:gd name="connsiteX12" fmla="*/ 2951676 w 3422794"/>
              <a:gd name="connsiteY12" fmla="*/ 220016 h 2691612"/>
              <a:gd name="connsiteX13" fmla="*/ 2879248 w 3422794"/>
              <a:gd name="connsiteY13" fmla="*/ 346765 h 2691612"/>
              <a:gd name="connsiteX14" fmla="*/ 2969783 w 3422794"/>
              <a:gd name="connsiteY14" fmla="*/ 545941 h 2691612"/>
              <a:gd name="connsiteX0" fmla="*/ 117941 w 3327704"/>
              <a:gd name="connsiteY0" fmla="*/ 2972166 h 2972166"/>
              <a:gd name="connsiteX1" fmla="*/ 145101 w 3327704"/>
              <a:gd name="connsiteY1" fmla="*/ 2854471 h 2972166"/>
              <a:gd name="connsiteX2" fmla="*/ 45513 w 3327704"/>
              <a:gd name="connsiteY2" fmla="*/ 2700562 h 2972166"/>
              <a:gd name="connsiteX3" fmla="*/ 987074 w 3327704"/>
              <a:gd name="connsiteY3" fmla="*/ 2193568 h 2972166"/>
              <a:gd name="connsiteX4" fmla="*/ 1394480 w 3327704"/>
              <a:gd name="connsiteY4" fmla="*/ 1614147 h 2972166"/>
              <a:gd name="connsiteX5" fmla="*/ 1448800 w 3327704"/>
              <a:gd name="connsiteY5" fmla="*/ 1360650 h 2972166"/>
              <a:gd name="connsiteX6" fmla="*/ 2064436 w 3327704"/>
              <a:gd name="connsiteY6" fmla="*/ 1161473 h 2972166"/>
              <a:gd name="connsiteX7" fmla="*/ 2553323 w 3327704"/>
              <a:gd name="connsiteY7" fmla="*/ 654479 h 2972166"/>
              <a:gd name="connsiteX8" fmla="*/ 3087478 w 3327704"/>
              <a:gd name="connsiteY8" fmla="*/ 364768 h 2972166"/>
              <a:gd name="connsiteX9" fmla="*/ 3327206 w 3327704"/>
              <a:gd name="connsiteY9" fmla="*/ 6119 h 2972166"/>
              <a:gd name="connsiteX10" fmla="*/ 3150852 w 3327704"/>
              <a:gd name="connsiteY10" fmla="*/ 681640 h 2972166"/>
              <a:gd name="connsiteX11" fmla="*/ 3168959 w 3327704"/>
              <a:gd name="connsiteY11" fmla="*/ 464357 h 2972166"/>
              <a:gd name="connsiteX12" fmla="*/ 2951676 w 3327704"/>
              <a:gd name="connsiteY12" fmla="*/ 500570 h 2972166"/>
              <a:gd name="connsiteX13" fmla="*/ 2879248 w 3327704"/>
              <a:gd name="connsiteY13" fmla="*/ 627319 h 2972166"/>
              <a:gd name="connsiteX14" fmla="*/ 2969783 w 3327704"/>
              <a:gd name="connsiteY14" fmla="*/ 826495 h 2972166"/>
              <a:gd name="connsiteX0" fmla="*/ 117941 w 4170764"/>
              <a:gd name="connsiteY0" fmla="*/ 2966059 h 2966059"/>
              <a:gd name="connsiteX1" fmla="*/ 145101 w 4170764"/>
              <a:gd name="connsiteY1" fmla="*/ 2848364 h 2966059"/>
              <a:gd name="connsiteX2" fmla="*/ 45513 w 4170764"/>
              <a:gd name="connsiteY2" fmla="*/ 2694455 h 2966059"/>
              <a:gd name="connsiteX3" fmla="*/ 987074 w 4170764"/>
              <a:gd name="connsiteY3" fmla="*/ 2187461 h 2966059"/>
              <a:gd name="connsiteX4" fmla="*/ 1394480 w 4170764"/>
              <a:gd name="connsiteY4" fmla="*/ 1608040 h 2966059"/>
              <a:gd name="connsiteX5" fmla="*/ 1448800 w 4170764"/>
              <a:gd name="connsiteY5" fmla="*/ 1354543 h 2966059"/>
              <a:gd name="connsiteX6" fmla="*/ 2064436 w 4170764"/>
              <a:gd name="connsiteY6" fmla="*/ 1155366 h 2966059"/>
              <a:gd name="connsiteX7" fmla="*/ 2553323 w 4170764"/>
              <a:gd name="connsiteY7" fmla="*/ 648372 h 2966059"/>
              <a:gd name="connsiteX8" fmla="*/ 3087478 w 4170764"/>
              <a:gd name="connsiteY8" fmla="*/ 358661 h 2966059"/>
              <a:gd name="connsiteX9" fmla="*/ 3327206 w 4170764"/>
              <a:gd name="connsiteY9" fmla="*/ 12 h 2966059"/>
              <a:gd name="connsiteX10" fmla="*/ 4170027 w 4170764"/>
              <a:gd name="connsiteY10" fmla="*/ 370733 h 2966059"/>
              <a:gd name="connsiteX11" fmla="*/ 3168959 w 4170764"/>
              <a:gd name="connsiteY11" fmla="*/ 458250 h 2966059"/>
              <a:gd name="connsiteX12" fmla="*/ 2951676 w 4170764"/>
              <a:gd name="connsiteY12" fmla="*/ 494463 h 2966059"/>
              <a:gd name="connsiteX13" fmla="*/ 2879248 w 4170764"/>
              <a:gd name="connsiteY13" fmla="*/ 621212 h 2966059"/>
              <a:gd name="connsiteX14" fmla="*/ 2969783 w 4170764"/>
              <a:gd name="connsiteY14" fmla="*/ 820388 h 2966059"/>
              <a:gd name="connsiteX0" fmla="*/ 117941 w 5022864"/>
              <a:gd name="connsiteY0" fmla="*/ 2966059 h 2966059"/>
              <a:gd name="connsiteX1" fmla="*/ 145101 w 5022864"/>
              <a:gd name="connsiteY1" fmla="*/ 2848364 h 2966059"/>
              <a:gd name="connsiteX2" fmla="*/ 45513 w 5022864"/>
              <a:gd name="connsiteY2" fmla="*/ 2694455 h 2966059"/>
              <a:gd name="connsiteX3" fmla="*/ 987074 w 5022864"/>
              <a:gd name="connsiteY3" fmla="*/ 2187461 h 2966059"/>
              <a:gd name="connsiteX4" fmla="*/ 1394480 w 5022864"/>
              <a:gd name="connsiteY4" fmla="*/ 1608040 h 2966059"/>
              <a:gd name="connsiteX5" fmla="*/ 1448800 w 5022864"/>
              <a:gd name="connsiteY5" fmla="*/ 1354543 h 2966059"/>
              <a:gd name="connsiteX6" fmla="*/ 2064436 w 5022864"/>
              <a:gd name="connsiteY6" fmla="*/ 1155366 h 2966059"/>
              <a:gd name="connsiteX7" fmla="*/ 2553323 w 5022864"/>
              <a:gd name="connsiteY7" fmla="*/ 648372 h 2966059"/>
              <a:gd name="connsiteX8" fmla="*/ 3087478 w 5022864"/>
              <a:gd name="connsiteY8" fmla="*/ 358661 h 2966059"/>
              <a:gd name="connsiteX9" fmla="*/ 3327206 w 5022864"/>
              <a:gd name="connsiteY9" fmla="*/ 12 h 2966059"/>
              <a:gd name="connsiteX10" fmla="*/ 4170027 w 5022864"/>
              <a:gd name="connsiteY10" fmla="*/ 370733 h 2966059"/>
              <a:gd name="connsiteX11" fmla="*/ 4988234 w 5022864"/>
              <a:gd name="connsiteY11" fmla="*/ 648750 h 2966059"/>
              <a:gd name="connsiteX12" fmla="*/ 2951676 w 5022864"/>
              <a:gd name="connsiteY12" fmla="*/ 494463 h 2966059"/>
              <a:gd name="connsiteX13" fmla="*/ 2879248 w 5022864"/>
              <a:gd name="connsiteY13" fmla="*/ 621212 h 2966059"/>
              <a:gd name="connsiteX14" fmla="*/ 2969783 w 5022864"/>
              <a:gd name="connsiteY14" fmla="*/ 820388 h 2966059"/>
              <a:gd name="connsiteX0" fmla="*/ 117941 w 5581289"/>
              <a:gd name="connsiteY0" fmla="*/ 2966059 h 2966059"/>
              <a:gd name="connsiteX1" fmla="*/ 145101 w 5581289"/>
              <a:gd name="connsiteY1" fmla="*/ 2848364 h 2966059"/>
              <a:gd name="connsiteX2" fmla="*/ 45513 w 5581289"/>
              <a:gd name="connsiteY2" fmla="*/ 2694455 h 2966059"/>
              <a:gd name="connsiteX3" fmla="*/ 987074 w 5581289"/>
              <a:gd name="connsiteY3" fmla="*/ 2187461 h 2966059"/>
              <a:gd name="connsiteX4" fmla="*/ 1394480 w 5581289"/>
              <a:gd name="connsiteY4" fmla="*/ 1608040 h 2966059"/>
              <a:gd name="connsiteX5" fmla="*/ 1448800 w 5581289"/>
              <a:gd name="connsiteY5" fmla="*/ 1354543 h 2966059"/>
              <a:gd name="connsiteX6" fmla="*/ 2064436 w 5581289"/>
              <a:gd name="connsiteY6" fmla="*/ 1155366 h 2966059"/>
              <a:gd name="connsiteX7" fmla="*/ 2553323 w 5581289"/>
              <a:gd name="connsiteY7" fmla="*/ 648372 h 2966059"/>
              <a:gd name="connsiteX8" fmla="*/ 3087478 w 5581289"/>
              <a:gd name="connsiteY8" fmla="*/ 358661 h 2966059"/>
              <a:gd name="connsiteX9" fmla="*/ 3327206 w 5581289"/>
              <a:gd name="connsiteY9" fmla="*/ 12 h 2966059"/>
              <a:gd name="connsiteX10" fmla="*/ 4170027 w 5581289"/>
              <a:gd name="connsiteY10" fmla="*/ 370733 h 2966059"/>
              <a:gd name="connsiteX11" fmla="*/ 4988234 w 5581289"/>
              <a:gd name="connsiteY11" fmla="*/ 648750 h 2966059"/>
              <a:gd name="connsiteX12" fmla="*/ 5475801 w 5581289"/>
              <a:gd name="connsiteY12" fmla="*/ 1713663 h 2966059"/>
              <a:gd name="connsiteX13" fmla="*/ 2879248 w 5581289"/>
              <a:gd name="connsiteY13" fmla="*/ 621212 h 2966059"/>
              <a:gd name="connsiteX14" fmla="*/ 2969783 w 5581289"/>
              <a:gd name="connsiteY14" fmla="*/ 820388 h 2966059"/>
              <a:gd name="connsiteX0" fmla="*/ 117941 w 5475931"/>
              <a:gd name="connsiteY0" fmla="*/ 2966059 h 2966059"/>
              <a:gd name="connsiteX1" fmla="*/ 145101 w 5475931"/>
              <a:gd name="connsiteY1" fmla="*/ 2848364 h 2966059"/>
              <a:gd name="connsiteX2" fmla="*/ 45513 w 5475931"/>
              <a:gd name="connsiteY2" fmla="*/ 2694455 h 2966059"/>
              <a:gd name="connsiteX3" fmla="*/ 987074 w 5475931"/>
              <a:gd name="connsiteY3" fmla="*/ 2187461 h 2966059"/>
              <a:gd name="connsiteX4" fmla="*/ 1394480 w 5475931"/>
              <a:gd name="connsiteY4" fmla="*/ 1608040 h 2966059"/>
              <a:gd name="connsiteX5" fmla="*/ 1448800 w 5475931"/>
              <a:gd name="connsiteY5" fmla="*/ 1354543 h 2966059"/>
              <a:gd name="connsiteX6" fmla="*/ 2064436 w 5475931"/>
              <a:gd name="connsiteY6" fmla="*/ 1155366 h 2966059"/>
              <a:gd name="connsiteX7" fmla="*/ 2553323 w 5475931"/>
              <a:gd name="connsiteY7" fmla="*/ 648372 h 2966059"/>
              <a:gd name="connsiteX8" fmla="*/ 3087478 w 5475931"/>
              <a:gd name="connsiteY8" fmla="*/ 358661 h 2966059"/>
              <a:gd name="connsiteX9" fmla="*/ 3327206 w 5475931"/>
              <a:gd name="connsiteY9" fmla="*/ 12 h 2966059"/>
              <a:gd name="connsiteX10" fmla="*/ 4170027 w 5475931"/>
              <a:gd name="connsiteY10" fmla="*/ 370733 h 2966059"/>
              <a:gd name="connsiteX11" fmla="*/ 4988234 w 5475931"/>
              <a:gd name="connsiteY11" fmla="*/ 648750 h 2966059"/>
              <a:gd name="connsiteX12" fmla="*/ 5475801 w 5475931"/>
              <a:gd name="connsiteY12" fmla="*/ 1713663 h 2966059"/>
              <a:gd name="connsiteX13" fmla="*/ 5041423 w 5475931"/>
              <a:gd name="connsiteY13" fmla="*/ 2392862 h 2966059"/>
              <a:gd name="connsiteX14" fmla="*/ 2969783 w 5475931"/>
              <a:gd name="connsiteY14" fmla="*/ 820388 h 2966059"/>
              <a:gd name="connsiteX0" fmla="*/ 117941 w 5475931"/>
              <a:gd name="connsiteY0" fmla="*/ 2966059 h 2966059"/>
              <a:gd name="connsiteX1" fmla="*/ 145101 w 5475931"/>
              <a:gd name="connsiteY1" fmla="*/ 2848364 h 2966059"/>
              <a:gd name="connsiteX2" fmla="*/ 45513 w 5475931"/>
              <a:gd name="connsiteY2" fmla="*/ 2694455 h 2966059"/>
              <a:gd name="connsiteX3" fmla="*/ 987074 w 5475931"/>
              <a:gd name="connsiteY3" fmla="*/ 2187461 h 2966059"/>
              <a:gd name="connsiteX4" fmla="*/ 1394480 w 5475931"/>
              <a:gd name="connsiteY4" fmla="*/ 1608040 h 2966059"/>
              <a:gd name="connsiteX5" fmla="*/ 1448800 w 5475931"/>
              <a:gd name="connsiteY5" fmla="*/ 1354543 h 2966059"/>
              <a:gd name="connsiteX6" fmla="*/ 2064436 w 5475931"/>
              <a:gd name="connsiteY6" fmla="*/ 1155366 h 2966059"/>
              <a:gd name="connsiteX7" fmla="*/ 2553323 w 5475931"/>
              <a:gd name="connsiteY7" fmla="*/ 648372 h 2966059"/>
              <a:gd name="connsiteX8" fmla="*/ 3087478 w 5475931"/>
              <a:gd name="connsiteY8" fmla="*/ 358661 h 2966059"/>
              <a:gd name="connsiteX9" fmla="*/ 3327206 w 5475931"/>
              <a:gd name="connsiteY9" fmla="*/ 12 h 2966059"/>
              <a:gd name="connsiteX10" fmla="*/ 4170027 w 5475931"/>
              <a:gd name="connsiteY10" fmla="*/ 370733 h 2966059"/>
              <a:gd name="connsiteX11" fmla="*/ 4988234 w 5475931"/>
              <a:gd name="connsiteY11" fmla="*/ 648750 h 2966059"/>
              <a:gd name="connsiteX12" fmla="*/ 5475801 w 5475931"/>
              <a:gd name="connsiteY12" fmla="*/ 1713663 h 2966059"/>
              <a:gd name="connsiteX13" fmla="*/ 5041423 w 5475931"/>
              <a:gd name="connsiteY13" fmla="*/ 2392862 h 2966059"/>
              <a:gd name="connsiteX14" fmla="*/ 4188983 w 5475931"/>
              <a:gd name="connsiteY14" fmla="*/ 2773013 h 2966059"/>
              <a:gd name="connsiteX0" fmla="*/ 117941 w 5475931"/>
              <a:gd name="connsiteY0" fmla="*/ 3023207 h 3023207"/>
              <a:gd name="connsiteX1" fmla="*/ 145101 w 5475931"/>
              <a:gd name="connsiteY1" fmla="*/ 2905512 h 3023207"/>
              <a:gd name="connsiteX2" fmla="*/ 45513 w 5475931"/>
              <a:gd name="connsiteY2" fmla="*/ 2751603 h 3023207"/>
              <a:gd name="connsiteX3" fmla="*/ 987074 w 5475931"/>
              <a:gd name="connsiteY3" fmla="*/ 2244609 h 3023207"/>
              <a:gd name="connsiteX4" fmla="*/ 1394480 w 5475931"/>
              <a:gd name="connsiteY4" fmla="*/ 1665188 h 3023207"/>
              <a:gd name="connsiteX5" fmla="*/ 1448800 w 5475931"/>
              <a:gd name="connsiteY5" fmla="*/ 1411691 h 3023207"/>
              <a:gd name="connsiteX6" fmla="*/ 2064436 w 5475931"/>
              <a:gd name="connsiteY6" fmla="*/ 1212514 h 3023207"/>
              <a:gd name="connsiteX7" fmla="*/ 2553323 w 5475931"/>
              <a:gd name="connsiteY7" fmla="*/ 705520 h 3023207"/>
              <a:gd name="connsiteX8" fmla="*/ 3087478 w 5475931"/>
              <a:gd name="connsiteY8" fmla="*/ 415809 h 3023207"/>
              <a:gd name="connsiteX9" fmla="*/ 3365306 w 5475931"/>
              <a:gd name="connsiteY9" fmla="*/ 10 h 3023207"/>
              <a:gd name="connsiteX10" fmla="*/ 4170027 w 5475931"/>
              <a:gd name="connsiteY10" fmla="*/ 427881 h 3023207"/>
              <a:gd name="connsiteX11" fmla="*/ 4988234 w 5475931"/>
              <a:gd name="connsiteY11" fmla="*/ 705898 h 3023207"/>
              <a:gd name="connsiteX12" fmla="*/ 5475801 w 5475931"/>
              <a:gd name="connsiteY12" fmla="*/ 1770811 h 3023207"/>
              <a:gd name="connsiteX13" fmla="*/ 5041423 w 5475931"/>
              <a:gd name="connsiteY13" fmla="*/ 2450010 h 3023207"/>
              <a:gd name="connsiteX14" fmla="*/ 4188983 w 5475931"/>
              <a:gd name="connsiteY14" fmla="*/ 2830161 h 3023207"/>
              <a:gd name="connsiteX0" fmla="*/ 117941 w 5475931"/>
              <a:gd name="connsiteY0" fmla="*/ 3031280 h 3031280"/>
              <a:gd name="connsiteX1" fmla="*/ 145101 w 5475931"/>
              <a:gd name="connsiteY1" fmla="*/ 2913585 h 3031280"/>
              <a:gd name="connsiteX2" fmla="*/ 45513 w 5475931"/>
              <a:gd name="connsiteY2" fmla="*/ 2759676 h 3031280"/>
              <a:gd name="connsiteX3" fmla="*/ 987074 w 5475931"/>
              <a:gd name="connsiteY3" fmla="*/ 2252682 h 3031280"/>
              <a:gd name="connsiteX4" fmla="*/ 1394480 w 5475931"/>
              <a:gd name="connsiteY4" fmla="*/ 1673261 h 3031280"/>
              <a:gd name="connsiteX5" fmla="*/ 1448800 w 5475931"/>
              <a:gd name="connsiteY5" fmla="*/ 1419764 h 3031280"/>
              <a:gd name="connsiteX6" fmla="*/ 2064436 w 5475931"/>
              <a:gd name="connsiteY6" fmla="*/ 1220587 h 3031280"/>
              <a:gd name="connsiteX7" fmla="*/ 2553323 w 5475931"/>
              <a:gd name="connsiteY7" fmla="*/ 713593 h 3031280"/>
              <a:gd name="connsiteX8" fmla="*/ 2963653 w 5475931"/>
              <a:gd name="connsiteY8" fmla="*/ 842982 h 3031280"/>
              <a:gd name="connsiteX9" fmla="*/ 3365306 w 5475931"/>
              <a:gd name="connsiteY9" fmla="*/ 8083 h 3031280"/>
              <a:gd name="connsiteX10" fmla="*/ 4170027 w 5475931"/>
              <a:gd name="connsiteY10" fmla="*/ 435954 h 3031280"/>
              <a:gd name="connsiteX11" fmla="*/ 4988234 w 5475931"/>
              <a:gd name="connsiteY11" fmla="*/ 713971 h 3031280"/>
              <a:gd name="connsiteX12" fmla="*/ 5475801 w 5475931"/>
              <a:gd name="connsiteY12" fmla="*/ 1778884 h 3031280"/>
              <a:gd name="connsiteX13" fmla="*/ 5041423 w 5475931"/>
              <a:gd name="connsiteY13" fmla="*/ 2458083 h 3031280"/>
              <a:gd name="connsiteX14" fmla="*/ 4188983 w 5475931"/>
              <a:gd name="connsiteY14" fmla="*/ 2838234 h 3031280"/>
              <a:gd name="connsiteX0" fmla="*/ 117941 w 5475931"/>
              <a:gd name="connsiteY0" fmla="*/ 2679994 h 2679994"/>
              <a:gd name="connsiteX1" fmla="*/ 145101 w 5475931"/>
              <a:gd name="connsiteY1" fmla="*/ 2562299 h 2679994"/>
              <a:gd name="connsiteX2" fmla="*/ 45513 w 5475931"/>
              <a:gd name="connsiteY2" fmla="*/ 2408390 h 2679994"/>
              <a:gd name="connsiteX3" fmla="*/ 987074 w 5475931"/>
              <a:gd name="connsiteY3" fmla="*/ 1901396 h 2679994"/>
              <a:gd name="connsiteX4" fmla="*/ 1394480 w 5475931"/>
              <a:gd name="connsiteY4" fmla="*/ 1321975 h 2679994"/>
              <a:gd name="connsiteX5" fmla="*/ 1448800 w 5475931"/>
              <a:gd name="connsiteY5" fmla="*/ 1068478 h 2679994"/>
              <a:gd name="connsiteX6" fmla="*/ 2064436 w 5475931"/>
              <a:gd name="connsiteY6" fmla="*/ 869301 h 2679994"/>
              <a:gd name="connsiteX7" fmla="*/ 2553323 w 5475931"/>
              <a:gd name="connsiteY7" fmla="*/ 362307 h 2679994"/>
              <a:gd name="connsiteX8" fmla="*/ 2963653 w 5475931"/>
              <a:gd name="connsiteY8" fmla="*/ 491696 h 2679994"/>
              <a:gd name="connsiteX9" fmla="*/ 3022406 w 5475931"/>
              <a:gd name="connsiteY9" fmla="*/ 28272 h 2679994"/>
              <a:gd name="connsiteX10" fmla="*/ 4170027 w 5475931"/>
              <a:gd name="connsiteY10" fmla="*/ 84668 h 2679994"/>
              <a:gd name="connsiteX11" fmla="*/ 4988234 w 5475931"/>
              <a:gd name="connsiteY11" fmla="*/ 362685 h 2679994"/>
              <a:gd name="connsiteX12" fmla="*/ 5475801 w 5475931"/>
              <a:gd name="connsiteY12" fmla="*/ 1427598 h 2679994"/>
              <a:gd name="connsiteX13" fmla="*/ 5041423 w 5475931"/>
              <a:gd name="connsiteY13" fmla="*/ 2106797 h 2679994"/>
              <a:gd name="connsiteX14" fmla="*/ 4188983 w 5475931"/>
              <a:gd name="connsiteY14" fmla="*/ 2486948 h 2679994"/>
              <a:gd name="connsiteX0" fmla="*/ 117941 w 5475931"/>
              <a:gd name="connsiteY0" fmla="*/ 2687884 h 2687884"/>
              <a:gd name="connsiteX1" fmla="*/ 145101 w 5475931"/>
              <a:gd name="connsiteY1" fmla="*/ 2570189 h 2687884"/>
              <a:gd name="connsiteX2" fmla="*/ 45513 w 5475931"/>
              <a:gd name="connsiteY2" fmla="*/ 2416280 h 2687884"/>
              <a:gd name="connsiteX3" fmla="*/ 987074 w 5475931"/>
              <a:gd name="connsiteY3" fmla="*/ 1909286 h 2687884"/>
              <a:gd name="connsiteX4" fmla="*/ 1394480 w 5475931"/>
              <a:gd name="connsiteY4" fmla="*/ 1329865 h 2687884"/>
              <a:gd name="connsiteX5" fmla="*/ 1448800 w 5475931"/>
              <a:gd name="connsiteY5" fmla="*/ 1076368 h 2687884"/>
              <a:gd name="connsiteX6" fmla="*/ 2064436 w 5475931"/>
              <a:gd name="connsiteY6" fmla="*/ 877191 h 2687884"/>
              <a:gd name="connsiteX7" fmla="*/ 2553323 w 5475931"/>
              <a:gd name="connsiteY7" fmla="*/ 370197 h 2687884"/>
              <a:gd name="connsiteX8" fmla="*/ 2963653 w 5475931"/>
              <a:gd name="connsiteY8" fmla="*/ 499586 h 2687884"/>
              <a:gd name="connsiteX9" fmla="*/ 3012881 w 5475931"/>
              <a:gd name="connsiteY9" fmla="*/ 26637 h 2687884"/>
              <a:gd name="connsiteX10" fmla="*/ 4170027 w 5475931"/>
              <a:gd name="connsiteY10" fmla="*/ 92558 h 2687884"/>
              <a:gd name="connsiteX11" fmla="*/ 4988234 w 5475931"/>
              <a:gd name="connsiteY11" fmla="*/ 370575 h 2687884"/>
              <a:gd name="connsiteX12" fmla="*/ 5475801 w 5475931"/>
              <a:gd name="connsiteY12" fmla="*/ 1435488 h 2687884"/>
              <a:gd name="connsiteX13" fmla="*/ 5041423 w 5475931"/>
              <a:gd name="connsiteY13" fmla="*/ 2114687 h 2687884"/>
              <a:gd name="connsiteX14" fmla="*/ 4188983 w 5475931"/>
              <a:gd name="connsiteY14" fmla="*/ 2494838 h 2687884"/>
              <a:gd name="connsiteX0" fmla="*/ 117941 w 5475931"/>
              <a:gd name="connsiteY0" fmla="*/ 2664828 h 2664828"/>
              <a:gd name="connsiteX1" fmla="*/ 145101 w 5475931"/>
              <a:gd name="connsiteY1" fmla="*/ 2547133 h 2664828"/>
              <a:gd name="connsiteX2" fmla="*/ 45513 w 5475931"/>
              <a:gd name="connsiteY2" fmla="*/ 2393224 h 2664828"/>
              <a:gd name="connsiteX3" fmla="*/ 987074 w 5475931"/>
              <a:gd name="connsiteY3" fmla="*/ 1886230 h 2664828"/>
              <a:gd name="connsiteX4" fmla="*/ 1394480 w 5475931"/>
              <a:gd name="connsiteY4" fmla="*/ 1306809 h 2664828"/>
              <a:gd name="connsiteX5" fmla="*/ 1448800 w 5475931"/>
              <a:gd name="connsiteY5" fmla="*/ 1053312 h 2664828"/>
              <a:gd name="connsiteX6" fmla="*/ 2064436 w 5475931"/>
              <a:gd name="connsiteY6" fmla="*/ 854135 h 2664828"/>
              <a:gd name="connsiteX7" fmla="*/ 2553323 w 5475931"/>
              <a:gd name="connsiteY7" fmla="*/ 347141 h 2664828"/>
              <a:gd name="connsiteX8" fmla="*/ 2963653 w 5475931"/>
              <a:gd name="connsiteY8" fmla="*/ 476530 h 2664828"/>
              <a:gd name="connsiteX9" fmla="*/ 3079556 w 5475931"/>
              <a:gd name="connsiteY9" fmla="*/ 32156 h 2664828"/>
              <a:gd name="connsiteX10" fmla="*/ 4170027 w 5475931"/>
              <a:gd name="connsiteY10" fmla="*/ 69502 h 2664828"/>
              <a:gd name="connsiteX11" fmla="*/ 4988234 w 5475931"/>
              <a:gd name="connsiteY11" fmla="*/ 347519 h 2664828"/>
              <a:gd name="connsiteX12" fmla="*/ 5475801 w 5475931"/>
              <a:gd name="connsiteY12" fmla="*/ 1412432 h 2664828"/>
              <a:gd name="connsiteX13" fmla="*/ 5041423 w 5475931"/>
              <a:gd name="connsiteY13" fmla="*/ 2091631 h 2664828"/>
              <a:gd name="connsiteX14" fmla="*/ 4188983 w 5475931"/>
              <a:gd name="connsiteY14" fmla="*/ 2471782 h 2664828"/>
              <a:gd name="connsiteX0" fmla="*/ 117941 w 5475931"/>
              <a:gd name="connsiteY0" fmla="*/ 2710495 h 2710495"/>
              <a:gd name="connsiteX1" fmla="*/ 145101 w 5475931"/>
              <a:gd name="connsiteY1" fmla="*/ 2592800 h 2710495"/>
              <a:gd name="connsiteX2" fmla="*/ 45513 w 5475931"/>
              <a:gd name="connsiteY2" fmla="*/ 2438891 h 2710495"/>
              <a:gd name="connsiteX3" fmla="*/ 987074 w 5475931"/>
              <a:gd name="connsiteY3" fmla="*/ 1931897 h 2710495"/>
              <a:gd name="connsiteX4" fmla="*/ 1394480 w 5475931"/>
              <a:gd name="connsiteY4" fmla="*/ 1352476 h 2710495"/>
              <a:gd name="connsiteX5" fmla="*/ 1448800 w 5475931"/>
              <a:gd name="connsiteY5" fmla="*/ 1098979 h 2710495"/>
              <a:gd name="connsiteX6" fmla="*/ 2064436 w 5475931"/>
              <a:gd name="connsiteY6" fmla="*/ 899802 h 2710495"/>
              <a:gd name="connsiteX7" fmla="*/ 2553323 w 5475931"/>
              <a:gd name="connsiteY7" fmla="*/ 392808 h 2710495"/>
              <a:gd name="connsiteX8" fmla="*/ 2963653 w 5475931"/>
              <a:gd name="connsiteY8" fmla="*/ 522197 h 2710495"/>
              <a:gd name="connsiteX9" fmla="*/ 3079556 w 5475931"/>
              <a:gd name="connsiteY9" fmla="*/ 77823 h 2710495"/>
              <a:gd name="connsiteX10" fmla="*/ 3417552 w 5475931"/>
              <a:gd name="connsiteY10" fmla="*/ 29444 h 2710495"/>
              <a:gd name="connsiteX11" fmla="*/ 4988234 w 5475931"/>
              <a:gd name="connsiteY11" fmla="*/ 393186 h 2710495"/>
              <a:gd name="connsiteX12" fmla="*/ 5475801 w 5475931"/>
              <a:gd name="connsiteY12" fmla="*/ 1458099 h 2710495"/>
              <a:gd name="connsiteX13" fmla="*/ 5041423 w 5475931"/>
              <a:gd name="connsiteY13" fmla="*/ 2137298 h 2710495"/>
              <a:gd name="connsiteX14" fmla="*/ 4188983 w 5475931"/>
              <a:gd name="connsiteY14" fmla="*/ 2517449 h 2710495"/>
              <a:gd name="connsiteX0" fmla="*/ 117941 w 5552411"/>
              <a:gd name="connsiteY0" fmla="*/ 2712588 h 2712588"/>
              <a:gd name="connsiteX1" fmla="*/ 145101 w 5552411"/>
              <a:gd name="connsiteY1" fmla="*/ 2594893 h 2712588"/>
              <a:gd name="connsiteX2" fmla="*/ 45513 w 5552411"/>
              <a:gd name="connsiteY2" fmla="*/ 2440984 h 2712588"/>
              <a:gd name="connsiteX3" fmla="*/ 987074 w 5552411"/>
              <a:gd name="connsiteY3" fmla="*/ 1933990 h 2712588"/>
              <a:gd name="connsiteX4" fmla="*/ 1394480 w 5552411"/>
              <a:gd name="connsiteY4" fmla="*/ 1354569 h 2712588"/>
              <a:gd name="connsiteX5" fmla="*/ 1448800 w 5552411"/>
              <a:gd name="connsiteY5" fmla="*/ 1101072 h 2712588"/>
              <a:gd name="connsiteX6" fmla="*/ 2064436 w 5552411"/>
              <a:gd name="connsiteY6" fmla="*/ 901895 h 2712588"/>
              <a:gd name="connsiteX7" fmla="*/ 2553323 w 5552411"/>
              <a:gd name="connsiteY7" fmla="*/ 394901 h 2712588"/>
              <a:gd name="connsiteX8" fmla="*/ 2963653 w 5552411"/>
              <a:gd name="connsiteY8" fmla="*/ 524290 h 2712588"/>
              <a:gd name="connsiteX9" fmla="*/ 3079556 w 5552411"/>
              <a:gd name="connsiteY9" fmla="*/ 79916 h 2712588"/>
              <a:gd name="connsiteX10" fmla="*/ 3417552 w 5552411"/>
              <a:gd name="connsiteY10" fmla="*/ 31537 h 2712588"/>
              <a:gd name="connsiteX11" fmla="*/ 3159434 w 5552411"/>
              <a:gd name="connsiteY11" fmla="*/ 423854 h 2712588"/>
              <a:gd name="connsiteX12" fmla="*/ 5475801 w 5552411"/>
              <a:gd name="connsiteY12" fmla="*/ 1460192 h 2712588"/>
              <a:gd name="connsiteX13" fmla="*/ 5041423 w 5552411"/>
              <a:gd name="connsiteY13" fmla="*/ 2139391 h 2712588"/>
              <a:gd name="connsiteX14" fmla="*/ 4188983 w 5552411"/>
              <a:gd name="connsiteY14" fmla="*/ 2519542 h 2712588"/>
              <a:gd name="connsiteX0" fmla="*/ 117941 w 5041430"/>
              <a:gd name="connsiteY0" fmla="*/ 2712588 h 2712588"/>
              <a:gd name="connsiteX1" fmla="*/ 145101 w 5041430"/>
              <a:gd name="connsiteY1" fmla="*/ 2594893 h 2712588"/>
              <a:gd name="connsiteX2" fmla="*/ 45513 w 5041430"/>
              <a:gd name="connsiteY2" fmla="*/ 2440984 h 2712588"/>
              <a:gd name="connsiteX3" fmla="*/ 987074 w 5041430"/>
              <a:gd name="connsiteY3" fmla="*/ 1933990 h 2712588"/>
              <a:gd name="connsiteX4" fmla="*/ 1394480 w 5041430"/>
              <a:gd name="connsiteY4" fmla="*/ 1354569 h 2712588"/>
              <a:gd name="connsiteX5" fmla="*/ 1448800 w 5041430"/>
              <a:gd name="connsiteY5" fmla="*/ 1101072 h 2712588"/>
              <a:gd name="connsiteX6" fmla="*/ 2064436 w 5041430"/>
              <a:gd name="connsiteY6" fmla="*/ 901895 h 2712588"/>
              <a:gd name="connsiteX7" fmla="*/ 2553323 w 5041430"/>
              <a:gd name="connsiteY7" fmla="*/ 394901 h 2712588"/>
              <a:gd name="connsiteX8" fmla="*/ 2963653 w 5041430"/>
              <a:gd name="connsiteY8" fmla="*/ 524290 h 2712588"/>
              <a:gd name="connsiteX9" fmla="*/ 3079556 w 5041430"/>
              <a:gd name="connsiteY9" fmla="*/ 79916 h 2712588"/>
              <a:gd name="connsiteX10" fmla="*/ 3417552 w 5041430"/>
              <a:gd name="connsiteY10" fmla="*/ 31537 h 2712588"/>
              <a:gd name="connsiteX11" fmla="*/ 3159434 w 5041430"/>
              <a:gd name="connsiteY11" fmla="*/ 423854 h 2712588"/>
              <a:gd name="connsiteX12" fmla="*/ 5041423 w 5041430"/>
              <a:gd name="connsiteY12" fmla="*/ 2139391 h 2712588"/>
              <a:gd name="connsiteX13" fmla="*/ 4188983 w 5041430"/>
              <a:gd name="connsiteY13" fmla="*/ 2519542 h 2712588"/>
              <a:gd name="connsiteX0" fmla="*/ 117941 w 4188983"/>
              <a:gd name="connsiteY0" fmla="*/ 2712588 h 2712588"/>
              <a:gd name="connsiteX1" fmla="*/ 145101 w 4188983"/>
              <a:gd name="connsiteY1" fmla="*/ 2594893 h 2712588"/>
              <a:gd name="connsiteX2" fmla="*/ 45513 w 4188983"/>
              <a:gd name="connsiteY2" fmla="*/ 2440984 h 2712588"/>
              <a:gd name="connsiteX3" fmla="*/ 987074 w 4188983"/>
              <a:gd name="connsiteY3" fmla="*/ 1933990 h 2712588"/>
              <a:gd name="connsiteX4" fmla="*/ 1394480 w 4188983"/>
              <a:gd name="connsiteY4" fmla="*/ 1354569 h 2712588"/>
              <a:gd name="connsiteX5" fmla="*/ 1448800 w 4188983"/>
              <a:gd name="connsiteY5" fmla="*/ 1101072 h 2712588"/>
              <a:gd name="connsiteX6" fmla="*/ 2064436 w 4188983"/>
              <a:gd name="connsiteY6" fmla="*/ 901895 h 2712588"/>
              <a:gd name="connsiteX7" fmla="*/ 2553323 w 4188983"/>
              <a:gd name="connsiteY7" fmla="*/ 394901 h 2712588"/>
              <a:gd name="connsiteX8" fmla="*/ 2963653 w 4188983"/>
              <a:gd name="connsiteY8" fmla="*/ 524290 h 2712588"/>
              <a:gd name="connsiteX9" fmla="*/ 3079556 w 4188983"/>
              <a:gd name="connsiteY9" fmla="*/ 79916 h 2712588"/>
              <a:gd name="connsiteX10" fmla="*/ 3417552 w 4188983"/>
              <a:gd name="connsiteY10" fmla="*/ 31537 h 2712588"/>
              <a:gd name="connsiteX11" fmla="*/ 3159434 w 4188983"/>
              <a:gd name="connsiteY11" fmla="*/ 423854 h 2712588"/>
              <a:gd name="connsiteX12" fmla="*/ 4188983 w 4188983"/>
              <a:gd name="connsiteY12" fmla="*/ 2519542 h 2712588"/>
              <a:gd name="connsiteX0" fmla="*/ 117941 w 3417877"/>
              <a:gd name="connsiteY0" fmla="*/ 2712588 h 2712588"/>
              <a:gd name="connsiteX1" fmla="*/ 145101 w 3417877"/>
              <a:gd name="connsiteY1" fmla="*/ 2594893 h 2712588"/>
              <a:gd name="connsiteX2" fmla="*/ 45513 w 3417877"/>
              <a:gd name="connsiteY2" fmla="*/ 2440984 h 2712588"/>
              <a:gd name="connsiteX3" fmla="*/ 987074 w 3417877"/>
              <a:gd name="connsiteY3" fmla="*/ 1933990 h 2712588"/>
              <a:gd name="connsiteX4" fmla="*/ 1394480 w 3417877"/>
              <a:gd name="connsiteY4" fmla="*/ 1354569 h 2712588"/>
              <a:gd name="connsiteX5" fmla="*/ 1448800 w 3417877"/>
              <a:gd name="connsiteY5" fmla="*/ 1101072 h 2712588"/>
              <a:gd name="connsiteX6" fmla="*/ 2064436 w 3417877"/>
              <a:gd name="connsiteY6" fmla="*/ 901895 h 2712588"/>
              <a:gd name="connsiteX7" fmla="*/ 2553323 w 3417877"/>
              <a:gd name="connsiteY7" fmla="*/ 394901 h 2712588"/>
              <a:gd name="connsiteX8" fmla="*/ 2963653 w 3417877"/>
              <a:gd name="connsiteY8" fmla="*/ 524290 h 2712588"/>
              <a:gd name="connsiteX9" fmla="*/ 3079556 w 3417877"/>
              <a:gd name="connsiteY9" fmla="*/ 79916 h 2712588"/>
              <a:gd name="connsiteX10" fmla="*/ 3417552 w 3417877"/>
              <a:gd name="connsiteY10" fmla="*/ 31537 h 2712588"/>
              <a:gd name="connsiteX11" fmla="*/ 3159434 w 3417877"/>
              <a:gd name="connsiteY11" fmla="*/ 423854 h 2712588"/>
              <a:gd name="connsiteX0" fmla="*/ 117941 w 3418690"/>
              <a:gd name="connsiteY0" fmla="*/ 2697761 h 2697761"/>
              <a:gd name="connsiteX1" fmla="*/ 145101 w 3418690"/>
              <a:gd name="connsiteY1" fmla="*/ 2580066 h 2697761"/>
              <a:gd name="connsiteX2" fmla="*/ 45513 w 3418690"/>
              <a:gd name="connsiteY2" fmla="*/ 2426157 h 2697761"/>
              <a:gd name="connsiteX3" fmla="*/ 987074 w 3418690"/>
              <a:gd name="connsiteY3" fmla="*/ 1919163 h 2697761"/>
              <a:gd name="connsiteX4" fmla="*/ 1394480 w 3418690"/>
              <a:gd name="connsiteY4" fmla="*/ 1339742 h 2697761"/>
              <a:gd name="connsiteX5" fmla="*/ 1448800 w 3418690"/>
              <a:gd name="connsiteY5" fmla="*/ 1086245 h 2697761"/>
              <a:gd name="connsiteX6" fmla="*/ 2064436 w 3418690"/>
              <a:gd name="connsiteY6" fmla="*/ 887068 h 2697761"/>
              <a:gd name="connsiteX7" fmla="*/ 2553323 w 3418690"/>
              <a:gd name="connsiteY7" fmla="*/ 380074 h 2697761"/>
              <a:gd name="connsiteX8" fmla="*/ 2963653 w 3418690"/>
              <a:gd name="connsiteY8" fmla="*/ 509463 h 2697761"/>
              <a:gd name="connsiteX9" fmla="*/ 3006531 w 3418690"/>
              <a:gd name="connsiteY9" fmla="*/ 115889 h 2697761"/>
              <a:gd name="connsiteX10" fmla="*/ 3417552 w 3418690"/>
              <a:gd name="connsiteY10" fmla="*/ 16710 h 2697761"/>
              <a:gd name="connsiteX11" fmla="*/ 3159434 w 3418690"/>
              <a:gd name="connsiteY11" fmla="*/ 409027 h 2697761"/>
              <a:gd name="connsiteX0" fmla="*/ 117941 w 3419625"/>
              <a:gd name="connsiteY0" fmla="*/ 2695867 h 2695867"/>
              <a:gd name="connsiteX1" fmla="*/ 145101 w 3419625"/>
              <a:gd name="connsiteY1" fmla="*/ 2578172 h 2695867"/>
              <a:gd name="connsiteX2" fmla="*/ 45513 w 3419625"/>
              <a:gd name="connsiteY2" fmla="*/ 2424263 h 2695867"/>
              <a:gd name="connsiteX3" fmla="*/ 987074 w 3419625"/>
              <a:gd name="connsiteY3" fmla="*/ 1917269 h 2695867"/>
              <a:gd name="connsiteX4" fmla="*/ 1394480 w 3419625"/>
              <a:gd name="connsiteY4" fmla="*/ 1337848 h 2695867"/>
              <a:gd name="connsiteX5" fmla="*/ 1448800 w 3419625"/>
              <a:gd name="connsiteY5" fmla="*/ 1084351 h 2695867"/>
              <a:gd name="connsiteX6" fmla="*/ 2064436 w 3419625"/>
              <a:gd name="connsiteY6" fmla="*/ 885174 h 2695867"/>
              <a:gd name="connsiteX7" fmla="*/ 2553323 w 3419625"/>
              <a:gd name="connsiteY7" fmla="*/ 378180 h 2695867"/>
              <a:gd name="connsiteX8" fmla="*/ 2963653 w 3419625"/>
              <a:gd name="connsiteY8" fmla="*/ 507569 h 2695867"/>
              <a:gd name="connsiteX9" fmla="*/ 2949381 w 3419625"/>
              <a:gd name="connsiteY9" fmla="*/ 123520 h 2695867"/>
              <a:gd name="connsiteX10" fmla="*/ 3417552 w 3419625"/>
              <a:gd name="connsiteY10" fmla="*/ 14816 h 2695867"/>
              <a:gd name="connsiteX11" fmla="*/ 3159434 w 3419625"/>
              <a:gd name="connsiteY11" fmla="*/ 407133 h 2695867"/>
              <a:gd name="connsiteX0" fmla="*/ 117941 w 3419286"/>
              <a:gd name="connsiteY0" fmla="*/ 2695283 h 2695283"/>
              <a:gd name="connsiteX1" fmla="*/ 145101 w 3419286"/>
              <a:gd name="connsiteY1" fmla="*/ 2577588 h 2695283"/>
              <a:gd name="connsiteX2" fmla="*/ 45513 w 3419286"/>
              <a:gd name="connsiteY2" fmla="*/ 2423679 h 2695283"/>
              <a:gd name="connsiteX3" fmla="*/ 987074 w 3419286"/>
              <a:gd name="connsiteY3" fmla="*/ 1916685 h 2695283"/>
              <a:gd name="connsiteX4" fmla="*/ 1394480 w 3419286"/>
              <a:gd name="connsiteY4" fmla="*/ 1337264 h 2695283"/>
              <a:gd name="connsiteX5" fmla="*/ 1448800 w 3419286"/>
              <a:gd name="connsiteY5" fmla="*/ 1083767 h 2695283"/>
              <a:gd name="connsiteX6" fmla="*/ 2064436 w 3419286"/>
              <a:gd name="connsiteY6" fmla="*/ 884590 h 2695283"/>
              <a:gd name="connsiteX7" fmla="*/ 2553323 w 3419286"/>
              <a:gd name="connsiteY7" fmla="*/ 377596 h 2695283"/>
              <a:gd name="connsiteX8" fmla="*/ 2963653 w 3419286"/>
              <a:gd name="connsiteY8" fmla="*/ 506985 h 2695283"/>
              <a:gd name="connsiteX9" fmla="*/ 2968431 w 3419286"/>
              <a:gd name="connsiteY9" fmla="*/ 126111 h 2695283"/>
              <a:gd name="connsiteX10" fmla="*/ 3417552 w 3419286"/>
              <a:gd name="connsiteY10" fmla="*/ 14232 h 2695283"/>
              <a:gd name="connsiteX11" fmla="*/ 3159434 w 3419286"/>
              <a:gd name="connsiteY11" fmla="*/ 406549 h 2695283"/>
              <a:gd name="connsiteX0" fmla="*/ 117941 w 3419093"/>
              <a:gd name="connsiteY0" fmla="*/ 2695909 h 2695909"/>
              <a:gd name="connsiteX1" fmla="*/ 145101 w 3419093"/>
              <a:gd name="connsiteY1" fmla="*/ 2578214 h 2695909"/>
              <a:gd name="connsiteX2" fmla="*/ 45513 w 3419093"/>
              <a:gd name="connsiteY2" fmla="*/ 2424305 h 2695909"/>
              <a:gd name="connsiteX3" fmla="*/ 987074 w 3419093"/>
              <a:gd name="connsiteY3" fmla="*/ 1917311 h 2695909"/>
              <a:gd name="connsiteX4" fmla="*/ 1394480 w 3419093"/>
              <a:gd name="connsiteY4" fmla="*/ 1337890 h 2695909"/>
              <a:gd name="connsiteX5" fmla="*/ 1448800 w 3419093"/>
              <a:gd name="connsiteY5" fmla="*/ 1084393 h 2695909"/>
              <a:gd name="connsiteX6" fmla="*/ 2064436 w 3419093"/>
              <a:gd name="connsiteY6" fmla="*/ 885216 h 2695909"/>
              <a:gd name="connsiteX7" fmla="*/ 2553323 w 3419093"/>
              <a:gd name="connsiteY7" fmla="*/ 378222 h 2695909"/>
              <a:gd name="connsiteX8" fmla="*/ 2963653 w 3419093"/>
              <a:gd name="connsiteY8" fmla="*/ 507611 h 2695909"/>
              <a:gd name="connsiteX9" fmla="*/ 2968431 w 3419093"/>
              <a:gd name="connsiteY9" fmla="*/ 126737 h 2695909"/>
              <a:gd name="connsiteX10" fmla="*/ 3417552 w 3419093"/>
              <a:gd name="connsiteY10" fmla="*/ 14858 h 2695909"/>
              <a:gd name="connsiteX11" fmla="*/ 3149909 w 3419093"/>
              <a:gd name="connsiteY11" fmla="*/ 416700 h 2695909"/>
              <a:gd name="connsiteX0" fmla="*/ 117941 w 3419093"/>
              <a:gd name="connsiteY0" fmla="*/ 2691492 h 2691492"/>
              <a:gd name="connsiteX1" fmla="*/ 145101 w 3419093"/>
              <a:gd name="connsiteY1" fmla="*/ 2573797 h 2691492"/>
              <a:gd name="connsiteX2" fmla="*/ 45513 w 3419093"/>
              <a:gd name="connsiteY2" fmla="*/ 2419888 h 2691492"/>
              <a:gd name="connsiteX3" fmla="*/ 987074 w 3419093"/>
              <a:gd name="connsiteY3" fmla="*/ 1912894 h 2691492"/>
              <a:gd name="connsiteX4" fmla="*/ 1394480 w 3419093"/>
              <a:gd name="connsiteY4" fmla="*/ 1333473 h 2691492"/>
              <a:gd name="connsiteX5" fmla="*/ 1448800 w 3419093"/>
              <a:gd name="connsiteY5" fmla="*/ 1079976 h 2691492"/>
              <a:gd name="connsiteX6" fmla="*/ 2064436 w 3419093"/>
              <a:gd name="connsiteY6" fmla="*/ 880799 h 2691492"/>
              <a:gd name="connsiteX7" fmla="*/ 2553323 w 3419093"/>
              <a:gd name="connsiteY7" fmla="*/ 373805 h 2691492"/>
              <a:gd name="connsiteX8" fmla="*/ 2761247 w 3419093"/>
              <a:gd name="connsiteY8" fmla="*/ 169819 h 2691492"/>
              <a:gd name="connsiteX9" fmla="*/ 2968431 w 3419093"/>
              <a:gd name="connsiteY9" fmla="*/ 122320 h 2691492"/>
              <a:gd name="connsiteX10" fmla="*/ 3417552 w 3419093"/>
              <a:gd name="connsiteY10" fmla="*/ 10441 h 2691492"/>
              <a:gd name="connsiteX11" fmla="*/ 3149909 w 3419093"/>
              <a:gd name="connsiteY11" fmla="*/ 412283 h 2691492"/>
              <a:gd name="connsiteX0" fmla="*/ 117941 w 3419093"/>
              <a:gd name="connsiteY0" fmla="*/ 2691654 h 2691654"/>
              <a:gd name="connsiteX1" fmla="*/ 145101 w 3419093"/>
              <a:gd name="connsiteY1" fmla="*/ 2573959 h 2691654"/>
              <a:gd name="connsiteX2" fmla="*/ 45513 w 3419093"/>
              <a:gd name="connsiteY2" fmla="*/ 2420050 h 2691654"/>
              <a:gd name="connsiteX3" fmla="*/ 987074 w 3419093"/>
              <a:gd name="connsiteY3" fmla="*/ 1913056 h 2691654"/>
              <a:gd name="connsiteX4" fmla="*/ 1394480 w 3419093"/>
              <a:gd name="connsiteY4" fmla="*/ 1333635 h 2691654"/>
              <a:gd name="connsiteX5" fmla="*/ 1448800 w 3419093"/>
              <a:gd name="connsiteY5" fmla="*/ 1080138 h 2691654"/>
              <a:gd name="connsiteX6" fmla="*/ 2064436 w 3419093"/>
              <a:gd name="connsiteY6" fmla="*/ 880961 h 2691654"/>
              <a:gd name="connsiteX7" fmla="*/ 2553323 w 3419093"/>
              <a:gd name="connsiteY7" fmla="*/ 373967 h 2691654"/>
              <a:gd name="connsiteX8" fmla="*/ 2775534 w 3419093"/>
              <a:gd name="connsiteY8" fmla="*/ 186649 h 2691654"/>
              <a:gd name="connsiteX9" fmla="*/ 2968431 w 3419093"/>
              <a:gd name="connsiteY9" fmla="*/ 122482 h 2691654"/>
              <a:gd name="connsiteX10" fmla="*/ 3417552 w 3419093"/>
              <a:gd name="connsiteY10" fmla="*/ 10603 h 2691654"/>
              <a:gd name="connsiteX11" fmla="*/ 3149909 w 3419093"/>
              <a:gd name="connsiteY11" fmla="*/ 412445 h 2691654"/>
              <a:gd name="connsiteX0" fmla="*/ 117941 w 3419093"/>
              <a:gd name="connsiteY0" fmla="*/ 2691654 h 2691654"/>
              <a:gd name="connsiteX1" fmla="*/ 145101 w 3419093"/>
              <a:gd name="connsiteY1" fmla="*/ 2573959 h 2691654"/>
              <a:gd name="connsiteX2" fmla="*/ 45513 w 3419093"/>
              <a:gd name="connsiteY2" fmla="*/ 2420050 h 2691654"/>
              <a:gd name="connsiteX3" fmla="*/ 987074 w 3419093"/>
              <a:gd name="connsiteY3" fmla="*/ 1913056 h 2691654"/>
              <a:gd name="connsiteX4" fmla="*/ 1394480 w 3419093"/>
              <a:gd name="connsiteY4" fmla="*/ 1333635 h 2691654"/>
              <a:gd name="connsiteX5" fmla="*/ 1448800 w 3419093"/>
              <a:gd name="connsiteY5" fmla="*/ 1080138 h 2691654"/>
              <a:gd name="connsiteX6" fmla="*/ 2064436 w 3419093"/>
              <a:gd name="connsiteY6" fmla="*/ 880961 h 2691654"/>
              <a:gd name="connsiteX7" fmla="*/ 2553323 w 3419093"/>
              <a:gd name="connsiteY7" fmla="*/ 373967 h 2691654"/>
              <a:gd name="connsiteX8" fmla="*/ 2968431 w 3419093"/>
              <a:gd name="connsiteY8" fmla="*/ 122482 h 2691654"/>
              <a:gd name="connsiteX9" fmla="*/ 3417552 w 3419093"/>
              <a:gd name="connsiteY9" fmla="*/ 10603 h 2691654"/>
              <a:gd name="connsiteX10" fmla="*/ 3149909 w 3419093"/>
              <a:gd name="connsiteY10" fmla="*/ 412445 h 2691654"/>
              <a:gd name="connsiteX0" fmla="*/ 117941 w 3419791"/>
              <a:gd name="connsiteY0" fmla="*/ 2698544 h 2698544"/>
              <a:gd name="connsiteX1" fmla="*/ 145101 w 3419791"/>
              <a:gd name="connsiteY1" fmla="*/ 2580849 h 2698544"/>
              <a:gd name="connsiteX2" fmla="*/ 45513 w 3419791"/>
              <a:gd name="connsiteY2" fmla="*/ 2426940 h 2698544"/>
              <a:gd name="connsiteX3" fmla="*/ 987074 w 3419791"/>
              <a:gd name="connsiteY3" fmla="*/ 1919946 h 2698544"/>
              <a:gd name="connsiteX4" fmla="*/ 1394480 w 3419791"/>
              <a:gd name="connsiteY4" fmla="*/ 1340525 h 2698544"/>
              <a:gd name="connsiteX5" fmla="*/ 1448800 w 3419791"/>
              <a:gd name="connsiteY5" fmla="*/ 1087028 h 2698544"/>
              <a:gd name="connsiteX6" fmla="*/ 2064436 w 3419791"/>
              <a:gd name="connsiteY6" fmla="*/ 887851 h 2698544"/>
              <a:gd name="connsiteX7" fmla="*/ 2553323 w 3419791"/>
              <a:gd name="connsiteY7" fmla="*/ 380857 h 2698544"/>
              <a:gd name="connsiteX8" fmla="*/ 2968431 w 3419791"/>
              <a:gd name="connsiteY8" fmla="*/ 129372 h 2698544"/>
              <a:gd name="connsiteX9" fmla="*/ 3417552 w 3419791"/>
              <a:gd name="connsiteY9" fmla="*/ 17493 h 2698544"/>
              <a:gd name="connsiteX10" fmla="*/ 3288021 w 3419791"/>
              <a:gd name="connsiteY10" fmla="*/ 257410 h 2698544"/>
              <a:gd name="connsiteX0" fmla="*/ 117941 w 3752365"/>
              <a:gd name="connsiteY0" fmla="*/ 2702043 h 2702043"/>
              <a:gd name="connsiteX1" fmla="*/ 145101 w 3752365"/>
              <a:gd name="connsiteY1" fmla="*/ 2584348 h 2702043"/>
              <a:gd name="connsiteX2" fmla="*/ 45513 w 3752365"/>
              <a:gd name="connsiteY2" fmla="*/ 2430439 h 2702043"/>
              <a:gd name="connsiteX3" fmla="*/ 987074 w 3752365"/>
              <a:gd name="connsiteY3" fmla="*/ 1923445 h 2702043"/>
              <a:gd name="connsiteX4" fmla="*/ 1394480 w 3752365"/>
              <a:gd name="connsiteY4" fmla="*/ 1344024 h 2702043"/>
              <a:gd name="connsiteX5" fmla="*/ 1448800 w 3752365"/>
              <a:gd name="connsiteY5" fmla="*/ 1090527 h 2702043"/>
              <a:gd name="connsiteX6" fmla="*/ 2064436 w 3752365"/>
              <a:gd name="connsiteY6" fmla="*/ 891350 h 2702043"/>
              <a:gd name="connsiteX7" fmla="*/ 2553323 w 3752365"/>
              <a:gd name="connsiteY7" fmla="*/ 384356 h 2702043"/>
              <a:gd name="connsiteX8" fmla="*/ 2968431 w 3752365"/>
              <a:gd name="connsiteY8" fmla="*/ 132871 h 2702043"/>
              <a:gd name="connsiteX9" fmla="*/ 3417552 w 3752365"/>
              <a:gd name="connsiteY9" fmla="*/ 20992 h 2702043"/>
              <a:gd name="connsiteX10" fmla="*/ 3752365 w 3752365"/>
              <a:gd name="connsiteY10" fmla="*/ 253765 h 2702043"/>
              <a:gd name="connsiteX0" fmla="*/ 117941 w 3752365"/>
              <a:gd name="connsiteY0" fmla="*/ 2571847 h 2571847"/>
              <a:gd name="connsiteX1" fmla="*/ 145101 w 3752365"/>
              <a:gd name="connsiteY1" fmla="*/ 2454152 h 2571847"/>
              <a:gd name="connsiteX2" fmla="*/ 45513 w 3752365"/>
              <a:gd name="connsiteY2" fmla="*/ 2300243 h 2571847"/>
              <a:gd name="connsiteX3" fmla="*/ 987074 w 3752365"/>
              <a:gd name="connsiteY3" fmla="*/ 1793249 h 2571847"/>
              <a:gd name="connsiteX4" fmla="*/ 1394480 w 3752365"/>
              <a:gd name="connsiteY4" fmla="*/ 1213828 h 2571847"/>
              <a:gd name="connsiteX5" fmla="*/ 1448800 w 3752365"/>
              <a:gd name="connsiteY5" fmla="*/ 960331 h 2571847"/>
              <a:gd name="connsiteX6" fmla="*/ 2064436 w 3752365"/>
              <a:gd name="connsiteY6" fmla="*/ 761154 h 2571847"/>
              <a:gd name="connsiteX7" fmla="*/ 2553323 w 3752365"/>
              <a:gd name="connsiteY7" fmla="*/ 254160 h 2571847"/>
              <a:gd name="connsiteX8" fmla="*/ 2968431 w 3752365"/>
              <a:gd name="connsiteY8" fmla="*/ 2675 h 2571847"/>
              <a:gd name="connsiteX9" fmla="*/ 3752365 w 3752365"/>
              <a:gd name="connsiteY9" fmla="*/ 123569 h 2571847"/>
              <a:gd name="connsiteX0" fmla="*/ 117941 w 3433278"/>
              <a:gd name="connsiteY0" fmla="*/ 2681986 h 2681986"/>
              <a:gd name="connsiteX1" fmla="*/ 145101 w 3433278"/>
              <a:gd name="connsiteY1" fmla="*/ 2564291 h 2681986"/>
              <a:gd name="connsiteX2" fmla="*/ 45513 w 3433278"/>
              <a:gd name="connsiteY2" fmla="*/ 2410382 h 2681986"/>
              <a:gd name="connsiteX3" fmla="*/ 987074 w 3433278"/>
              <a:gd name="connsiteY3" fmla="*/ 1903388 h 2681986"/>
              <a:gd name="connsiteX4" fmla="*/ 1394480 w 3433278"/>
              <a:gd name="connsiteY4" fmla="*/ 1323967 h 2681986"/>
              <a:gd name="connsiteX5" fmla="*/ 1448800 w 3433278"/>
              <a:gd name="connsiteY5" fmla="*/ 1070470 h 2681986"/>
              <a:gd name="connsiteX6" fmla="*/ 2064436 w 3433278"/>
              <a:gd name="connsiteY6" fmla="*/ 871293 h 2681986"/>
              <a:gd name="connsiteX7" fmla="*/ 2553323 w 3433278"/>
              <a:gd name="connsiteY7" fmla="*/ 364299 h 2681986"/>
              <a:gd name="connsiteX8" fmla="*/ 2968431 w 3433278"/>
              <a:gd name="connsiteY8" fmla="*/ 112814 h 2681986"/>
              <a:gd name="connsiteX9" fmla="*/ 3433278 w 3433278"/>
              <a:gd name="connsiteY9" fmla="*/ 5108 h 2681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33278" h="2681986">
                <a:moveTo>
                  <a:pt x="117941" y="2681986"/>
                </a:moveTo>
                <a:cubicBezTo>
                  <a:pt x="137556" y="2645772"/>
                  <a:pt x="157172" y="2609558"/>
                  <a:pt x="145101" y="2564291"/>
                </a:cubicBezTo>
                <a:cubicBezTo>
                  <a:pt x="133030" y="2519024"/>
                  <a:pt x="-94816" y="2520532"/>
                  <a:pt x="45513" y="2410382"/>
                </a:cubicBezTo>
                <a:cubicBezTo>
                  <a:pt x="185842" y="2300232"/>
                  <a:pt x="762246" y="2084457"/>
                  <a:pt x="987074" y="1903388"/>
                </a:cubicBezTo>
                <a:cubicBezTo>
                  <a:pt x="1211902" y="1722319"/>
                  <a:pt x="1317526" y="1462787"/>
                  <a:pt x="1394480" y="1323967"/>
                </a:cubicBezTo>
                <a:cubicBezTo>
                  <a:pt x="1471434" y="1185147"/>
                  <a:pt x="1337141" y="1145916"/>
                  <a:pt x="1448800" y="1070470"/>
                </a:cubicBezTo>
                <a:cubicBezTo>
                  <a:pt x="1560459" y="995024"/>
                  <a:pt x="1880349" y="988988"/>
                  <a:pt x="2064436" y="871293"/>
                </a:cubicBezTo>
                <a:cubicBezTo>
                  <a:pt x="2248523" y="753598"/>
                  <a:pt x="2402657" y="490712"/>
                  <a:pt x="2553323" y="364299"/>
                </a:cubicBezTo>
                <a:cubicBezTo>
                  <a:pt x="2703989" y="237886"/>
                  <a:pt x="2821772" y="172679"/>
                  <a:pt x="2968431" y="112814"/>
                </a:cubicBezTo>
                <a:cubicBezTo>
                  <a:pt x="3115090" y="52949"/>
                  <a:pt x="3269959" y="-20078"/>
                  <a:pt x="3433278" y="5108"/>
                </a:cubicBezTo>
              </a:path>
            </a:pathLst>
          </a:custGeom>
          <a:noFill/>
          <a:ln w="38100"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자유형: 도형 5">
            <a:extLst>
              <a:ext uri="{FF2B5EF4-FFF2-40B4-BE49-F238E27FC236}">
                <a16:creationId xmlns:a16="http://schemas.microsoft.com/office/drawing/2014/main" id="{AFAFA64D-E52B-4A65-A309-23785EF979FF}"/>
              </a:ext>
            </a:extLst>
          </p:cNvPr>
          <p:cNvSpPr/>
          <p:nvPr/>
        </p:nvSpPr>
        <p:spPr>
          <a:xfrm>
            <a:off x="5107710" y="2704668"/>
            <a:ext cx="3304958" cy="2689368"/>
          </a:xfrm>
          <a:custGeom>
            <a:avLst/>
            <a:gdLst>
              <a:gd name="connsiteX0" fmla="*/ 2826327 w 2826327"/>
              <a:gd name="connsiteY0" fmla="*/ 0 h 2179781"/>
              <a:gd name="connsiteX1" fmla="*/ 2355273 w 2826327"/>
              <a:gd name="connsiteY1" fmla="*/ 221672 h 2179781"/>
              <a:gd name="connsiteX2" fmla="*/ 1422400 w 2826327"/>
              <a:gd name="connsiteY2" fmla="*/ 424872 h 2179781"/>
              <a:gd name="connsiteX3" fmla="*/ 1348509 w 2826327"/>
              <a:gd name="connsiteY3" fmla="*/ 517236 h 2179781"/>
              <a:gd name="connsiteX4" fmla="*/ 1163782 w 2826327"/>
              <a:gd name="connsiteY4" fmla="*/ 729672 h 2179781"/>
              <a:gd name="connsiteX5" fmla="*/ 997527 w 2826327"/>
              <a:gd name="connsiteY5" fmla="*/ 655781 h 2179781"/>
              <a:gd name="connsiteX6" fmla="*/ 600364 w 2826327"/>
              <a:gd name="connsiteY6" fmla="*/ 1810327 h 2179781"/>
              <a:gd name="connsiteX7" fmla="*/ 0 w 2826327"/>
              <a:gd name="connsiteY7" fmla="*/ 2179781 h 2179781"/>
              <a:gd name="connsiteX0" fmla="*/ 2988252 w 2988252"/>
              <a:gd name="connsiteY0" fmla="*/ 0 h 2294081"/>
              <a:gd name="connsiteX1" fmla="*/ 2355273 w 2988252"/>
              <a:gd name="connsiteY1" fmla="*/ 335972 h 2294081"/>
              <a:gd name="connsiteX2" fmla="*/ 1422400 w 2988252"/>
              <a:gd name="connsiteY2" fmla="*/ 539172 h 2294081"/>
              <a:gd name="connsiteX3" fmla="*/ 1348509 w 2988252"/>
              <a:gd name="connsiteY3" fmla="*/ 631536 h 2294081"/>
              <a:gd name="connsiteX4" fmla="*/ 1163782 w 2988252"/>
              <a:gd name="connsiteY4" fmla="*/ 843972 h 2294081"/>
              <a:gd name="connsiteX5" fmla="*/ 997527 w 2988252"/>
              <a:gd name="connsiteY5" fmla="*/ 770081 h 2294081"/>
              <a:gd name="connsiteX6" fmla="*/ 600364 w 2988252"/>
              <a:gd name="connsiteY6" fmla="*/ 1924627 h 2294081"/>
              <a:gd name="connsiteX7" fmla="*/ 0 w 2988252"/>
              <a:gd name="connsiteY7" fmla="*/ 2294081 h 2294081"/>
              <a:gd name="connsiteX0" fmla="*/ 2988252 w 2988252"/>
              <a:gd name="connsiteY0" fmla="*/ 7278 h 2301359"/>
              <a:gd name="connsiteX1" fmla="*/ 2355273 w 2988252"/>
              <a:gd name="connsiteY1" fmla="*/ 343250 h 2301359"/>
              <a:gd name="connsiteX2" fmla="*/ 1422400 w 2988252"/>
              <a:gd name="connsiteY2" fmla="*/ 546450 h 2301359"/>
              <a:gd name="connsiteX3" fmla="*/ 1348509 w 2988252"/>
              <a:gd name="connsiteY3" fmla="*/ 638814 h 2301359"/>
              <a:gd name="connsiteX4" fmla="*/ 1163782 w 2988252"/>
              <a:gd name="connsiteY4" fmla="*/ 851250 h 2301359"/>
              <a:gd name="connsiteX5" fmla="*/ 997527 w 2988252"/>
              <a:gd name="connsiteY5" fmla="*/ 777359 h 2301359"/>
              <a:gd name="connsiteX6" fmla="*/ 600364 w 2988252"/>
              <a:gd name="connsiteY6" fmla="*/ 1931905 h 2301359"/>
              <a:gd name="connsiteX7" fmla="*/ 0 w 2988252"/>
              <a:gd name="connsiteY7" fmla="*/ 2301359 h 2301359"/>
              <a:gd name="connsiteX0" fmla="*/ 2988252 w 2988252"/>
              <a:gd name="connsiteY0" fmla="*/ 69090 h 2363171"/>
              <a:gd name="connsiteX1" fmla="*/ 2355273 w 2988252"/>
              <a:gd name="connsiteY1" fmla="*/ 405062 h 2363171"/>
              <a:gd name="connsiteX2" fmla="*/ 1422400 w 2988252"/>
              <a:gd name="connsiteY2" fmla="*/ 608262 h 2363171"/>
              <a:gd name="connsiteX3" fmla="*/ 1348509 w 2988252"/>
              <a:gd name="connsiteY3" fmla="*/ 700626 h 2363171"/>
              <a:gd name="connsiteX4" fmla="*/ 1163782 w 2988252"/>
              <a:gd name="connsiteY4" fmla="*/ 913062 h 2363171"/>
              <a:gd name="connsiteX5" fmla="*/ 997527 w 2988252"/>
              <a:gd name="connsiteY5" fmla="*/ 839171 h 2363171"/>
              <a:gd name="connsiteX6" fmla="*/ 600364 w 2988252"/>
              <a:gd name="connsiteY6" fmla="*/ 1993717 h 2363171"/>
              <a:gd name="connsiteX7" fmla="*/ 0 w 2988252"/>
              <a:gd name="connsiteY7" fmla="*/ 2363171 h 2363171"/>
              <a:gd name="connsiteX0" fmla="*/ 3304958 w 3304958"/>
              <a:gd name="connsiteY0" fmla="*/ 46340 h 2735708"/>
              <a:gd name="connsiteX1" fmla="*/ 2355273 w 3304958"/>
              <a:gd name="connsiteY1" fmla="*/ 777599 h 2735708"/>
              <a:gd name="connsiteX2" fmla="*/ 1422400 w 3304958"/>
              <a:gd name="connsiteY2" fmla="*/ 980799 h 2735708"/>
              <a:gd name="connsiteX3" fmla="*/ 1348509 w 3304958"/>
              <a:gd name="connsiteY3" fmla="*/ 1073163 h 2735708"/>
              <a:gd name="connsiteX4" fmla="*/ 1163782 w 3304958"/>
              <a:gd name="connsiteY4" fmla="*/ 1285599 h 2735708"/>
              <a:gd name="connsiteX5" fmla="*/ 997527 w 3304958"/>
              <a:gd name="connsiteY5" fmla="*/ 1211708 h 2735708"/>
              <a:gd name="connsiteX6" fmla="*/ 600364 w 3304958"/>
              <a:gd name="connsiteY6" fmla="*/ 2366254 h 2735708"/>
              <a:gd name="connsiteX7" fmla="*/ 0 w 3304958"/>
              <a:gd name="connsiteY7" fmla="*/ 2735708 h 2735708"/>
              <a:gd name="connsiteX0" fmla="*/ 3304958 w 3304958"/>
              <a:gd name="connsiteY0" fmla="*/ 0 h 2689368"/>
              <a:gd name="connsiteX1" fmla="*/ 2774228 w 3304958"/>
              <a:gd name="connsiteY1" fmla="*/ 300470 h 2689368"/>
              <a:gd name="connsiteX2" fmla="*/ 2355273 w 3304958"/>
              <a:gd name="connsiteY2" fmla="*/ 731259 h 2689368"/>
              <a:gd name="connsiteX3" fmla="*/ 1422400 w 3304958"/>
              <a:gd name="connsiteY3" fmla="*/ 934459 h 2689368"/>
              <a:gd name="connsiteX4" fmla="*/ 1348509 w 3304958"/>
              <a:gd name="connsiteY4" fmla="*/ 1026823 h 2689368"/>
              <a:gd name="connsiteX5" fmla="*/ 1163782 w 3304958"/>
              <a:gd name="connsiteY5" fmla="*/ 1239259 h 2689368"/>
              <a:gd name="connsiteX6" fmla="*/ 997527 w 3304958"/>
              <a:gd name="connsiteY6" fmla="*/ 1165368 h 2689368"/>
              <a:gd name="connsiteX7" fmla="*/ 600364 w 3304958"/>
              <a:gd name="connsiteY7" fmla="*/ 2319914 h 2689368"/>
              <a:gd name="connsiteX8" fmla="*/ 0 w 3304958"/>
              <a:gd name="connsiteY8" fmla="*/ 2689368 h 2689368"/>
              <a:gd name="connsiteX0" fmla="*/ 3304958 w 3304958"/>
              <a:gd name="connsiteY0" fmla="*/ 0 h 2689368"/>
              <a:gd name="connsiteX1" fmla="*/ 2705172 w 3304958"/>
              <a:gd name="connsiteY1" fmla="*/ 390958 h 2689368"/>
              <a:gd name="connsiteX2" fmla="*/ 2355273 w 3304958"/>
              <a:gd name="connsiteY2" fmla="*/ 731259 h 2689368"/>
              <a:gd name="connsiteX3" fmla="*/ 1422400 w 3304958"/>
              <a:gd name="connsiteY3" fmla="*/ 934459 h 2689368"/>
              <a:gd name="connsiteX4" fmla="*/ 1348509 w 3304958"/>
              <a:gd name="connsiteY4" fmla="*/ 1026823 h 2689368"/>
              <a:gd name="connsiteX5" fmla="*/ 1163782 w 3304958"/>
              <a:gd name="connsiteY5" fmla="*/ 1239259 h 2689368"/>
              <a:gd name="connsiteX6" fmla="*/ 997527 w 3304958"/>
              <a:gd name="connsiteY6" fmla="*/ 1165368 h 2689368"/>
              <a:gd name="connsiteX7" fmla="*/ 600364 w 3304958"/>
              <a:gd name="connsiteY7" fmla="*/ 2319914 h 2689368"/>
              <a:gd name="connsiteX8" fmla="*/ 0 w 3304958"/>
              <a:gd name="connsiteY8" fmla="*/ 2689368 h 2689368"/>
              <a:gd name="connsiteX0" fmla="*/ 3304958 w 3304958"/>
              <a:gd name="connsiteY0" fmla="*/ 0 h 2689368"/>
              <a:gd name="connsiteX1" fmla="*/ 2840904 w 3304958"/>
              <a:gd name="connsiteY1" fmla="*/ 507639 h 2689368"/>
              <a:gd name="connsiteX2" fmla="*/ 2355273 w 3304958"/>
              <a:gd name="connsiteY2" fmla="*/ 731259 h 2689368"/>
              <a:gd name="connsiteX3" fmla="*/ 1422400 w 3304958"/>
              <a:gd name="connsiteY3" fmla="*/ 934459 h 2689368"/>
              <a:gd name="connsiteX4" fmla="*/ 1348509 w 3304958"/>
              <a:gd name="connsiteY4" fmla="*/ 1026823 h 2689368"/>
              <a:gd name="connsiteX5" fmla="*/ 1163782 w 3304958"/>
              <a:gd name="connsiteY5" fmla="*/ 1239259 h 2689368"/>
              <a:gd name="connsiteX6" fmla="*/ 997527 w 3304958"/>
              <a:gd name="connsiteY6" fmla="*/ 1165368 h 2689368"/>
              <a:gd name="connsiteX7" fmla="*/ 600364 w 3304958"/>
              <a:gd name="connsiteY7" fmla="*/ 2319914 h 2689368"/>
              <a:gd name="connsiteX8" fmla="*/ 0 w 3304958"/>
              <a:gd name="connsiteY8" fmla="*/ 2689368 h 2689368"/>
              <a:gd name="connsiteX0" fmla="*/ 3304958 w 3304958"/>
              <a:gd name="connsiteY0" fmla="*/ 0 h 2689368"/>
              <a:gd name="connsiteX1" fmla="*/ 2990921 w 3304958"/>
              <a:gd name="connsiteY1" fmla="*/ 360001 h 2689368"/>
              <a:gd name="connsiteX2" fmla="*/ 2840904 w 3304958"/>
              <a:gd name="connsiteY2" fmla="*/ 507639 h 2689368"/>
              <a:gd name="connsiteX3" fmla="*/ 2355273 w 3304958"/>
              <a:gd name="connsiteY3" fmla="*/ 731259 h 2689368"/>
              <a:gd name="connsiteX4" fmla="*/ 1422400 w 3304958"/>
              <a:gd name="connsiteY4" fmla="*/ 934459 h 2689368"/>
              <a:gd name="connsiteX5" fmla="*/ 1348509 w 3304958"/>
              <a:gd name="connsiteY5" fmla="*/ 1026823 h 2689368"/>
              <a:gd name="connsiteX6" fmla="*/ 1163782 w 3304958"/>
              <a:gd name="connsiteY6" fmla="*/ 1239259 h 2689368"/>
              <a:gd name="connsiteX7" fmla="*/ 997527 w 3304958"/>
              <a:gd name="connsiteY7" fmla="*/ 1165368 h 2689368"/>
              <a:gd name="connsiteX8" fmla="*/ 600364 w 3304958"/>
              <a:gd name="connsiteY8" fmla="*/ 2319914 h 2689368"/>
              <a:gd name="connsiteX9" fmla="*/ 0 w 3304958"/>
              <a:gd name="connsiteY9" fmla="*/ 2689368 h 2689368"/>
              <a:gd name="connsiteX0" fmla="*/ 3304958 w 3304958"/>
              <a:gd name="connsiteY0" fmla="*/ 0 h 2689368"/>
              <a:gd name="connsiteX1" fmla="*/ 3002827 w 3304958"/>
              <a:gd name="connsiteY1" fmla="*/ 381432 h 2689368"/>
              <a:gd name="connsiteX2" fmla="*/ 2840904 w 3304958"/>
              <a:gd name="connsiteY2" fmla="*/ 507639 h 2689368"/>
              <a:gd name="connsiteX3" fmla="*/ 2355273 w 3304958"/>
              <a:gd name="connsiteY3" fmla="*/ 731259 h 2689368"/>
              <a:gd name="connsiteX4" fmla="*/ 1422400 w 3304958"/>
              <a:gd name="connsiteY4" fmla="*/ 934459 h 2689368"/>
              <a:gd name="connsiteX5" fmla="*/ 1348509 w 3304958"/>
              <a:gd name="connsiteY5" fmla="*/ 1026823 h 2689368"/>
              <a:gd name="connsiteX6" fmla="*/ 1163782 w 3304958"/>
              <a:gd name="connsiteY6" fmla="*/ 1239259 h 2689368"/>
              <a:gd name="connsiteX7" fmla="*/ 997527 w 3304958"/>
              <a:gd name="connsiteY7" fmla="*/ 1165368 h 2689368"/>
              <a:gd name="connsiteX8" fmla="*/ 600364 w 3304958"/>
              <a:gd name="connsiteY8" fmla="*/ 2319914 h 2689368"/>
              <a:gd name="connsiteX9" fmla="*/ 0 w 3304958"/>
              <a:gd name="connsiteY9" fmla="*/ 2689368 h 2689368"/>
              <a:gd name="connsiteX0" fmla="*/ 3304958 w 3304958"/>
              <a:gd name="connsiteY0" fmla="*/ 0 h 2689368"/>
              <a:gd name="connsiteX1" fmla="*/ 3002827 w 3304958"/>
              <a:gd name="connsiteY1" fmla="*/ 381432 h 2689368"/>
              <a:gd name="connsiteX2" fmla="*/ 2840904 w 3304958"/>
              <a:gd name="connsiteY2" fmla="*/ 507639 h 2689368"/>
              <a:gd name="connsiteX3" fmla="*/ 2355273 w 3304958"/>
              <a:gd name="connsiteY3" fmla="*/ 731259 h 2689368"/>
              <a:gd name="connsiteX4" fmla="*/ 1422400 w 3304958"/>
              <a:gd name="connsiteY4" fmla="*/ 934459 h 2689368"/>
              <a:gd name="connsiteX5" fmla="*/ 1348509 w 3304958"/>
              <a:gd name="connsiteY5" fmla="*/ 1026823 h 2689368"/>
              <a:gd name="connsiteX6" fmla="*/ 1163782 w 3304958"/>
              <a:gd name="connsiteY6" fmla="*/ 1239259 h 2689368"/>
              <a:gd name="connsiteX7" fmla="*/ 997527 w 3304958"/>
              <a:gd name="connsiteY7" fmla="*/ 1165368 h 2689368"/>
              <a:gd name="connsiteX8" fmla="*/ 600364 w 3304958"/>
              <a:gd name="connsiteY8" fmla="*/ 2319914 h 2689368"/>
              <a:gd name="connsiteX9" fmla="*/ 0 w 3304958"/>
              <a:gd name="connsiteY9" fmla="*/ 2689368 h 2689368"/>
              <a:gd name="connsiteX0" fmla="*/ 3304958 w 3304958"/>
              <a:gd name="connsiteY0" fmla="*/ 0 h 2689368"/>
              <a:gd name="connsiteX1" fmla="*/ 3002827 w 3304958"/>
              <a:gd name="connsiteY1" fmla="*/ 381432 h 2689368"/>
              <a:gd name="connsiteX2" fmla="*/ 2840904 w 3304958"/>
              <a:gd name="connsiteY2" fmla="*/ 507639 h 2689368"/>
              <a:gd name="connsiteX3" fmla="*/ 2355273 w 3304958"/>
              <a:gd name="connsiteY3" fmla="*/ 731259 h 2689368"/>
              <a:gd name="connsiteX4" fmla="*/ 1422400 w 3304958"/>
              <a:gd name="connsiteY4" fmla="*/ 934459 h 2689368"/>
              <a:gd name="connsiteX5" fmla="*/ 1348509 w 3304958"/>
              <a:gd name="connsiteY5" fmla="*/ 1026823 h 2689368"/>
              <a:gd name="connsiteX6" fmla="*/ 1163782 w 3304958"/>
              <a:gd name="connsiteY6" fmla="*/ 1239259 h 2689368"/>
              <a:gd name="connsiteX7" fmla="*/ 997527 w 3304958"/>
              <a:gd name="connsiteY7" fmla="*/ 1165368 h 2689368"/>
              <a:gd name="connsiteX8" fmla="*/ 600364 w 3304958"/>
              <a:gd name="connsiteY8" fmla="*/ 2319914 h 2689368"/>
              <a:gd name="connsiteX9" fmla="*/ 0 w 3304958"/>
              <a:gd name="connsiteY9" fmla="*/ 2689368 h 2689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304958" h="2689368">
                <a:moveTo>
                  <a:pt x="3304958" y="0"/>
                </a:moveTo>
                <a:cubicBezTo>
                  <a:pt x="3252619" y="60000"/>
                  <a:pt x="3080169" y="296826"/>
                  <a:pt x="3002827" y="381432"/>
                </a:cubicBezTo>
                <a:cubicBezTo>
                  <a:pt x="2923104" y="420794"/>
                  <a:pt x="2946845" y="445763"/>
                  <a:pt x="2840904" y="507639"/>
                </a:cubicBezTo>
                <a:cubicBezTo>
                  <a:pt x="2734963" y="569515"/>
                  <a:pt x="2591690" y="660122"/>
                  <a:pt x="2355273" y="731259"/>
                </a:cubicBezTo>
                <a:cubicBezTo>
                  <a:pt x="2118856" y="802396"/>
                  <a:pt x="1590194" y="885198"/>
                  <a:pt x="1422400" y="934459"/>
                </a:cubicBezTo>
                <a:cubicBezTo>
                  <a:pt x="1254606" y="983720"/>
                  <a:pt x="1391612" y="976023"/>
                  <a:pt x="1348509" y="1026823"/>
                </a:cubicBezTo>
                <a:cubicBezTo>
                  <a:pt x="1305406" y="1077623"/>
                  <a:pt x="1222279" y="1216168"/>
                  <a:pt x="1163782" y="1239259"/>
                </a:cubicBezTo>
                <a:cubicBezTo>
                  <a:pt x="1105285" y="1262350"/>
                  <a:pt x="1091430" y="985259"/>
                  <a:pt x="997527" y="1165368"/>
                </a:cubicBezTo>
                <a:cubicBezTo>
                  <a:pt x="903624" y="1345477"/>
                  <a:pt x="766618" y="2065914"/>
                  <a:pt x="600364" y="2319914"/>
                </a:cubicBezTo>
                <a:cubicBezTo>
                  <a:pt x="434110" y="2573914"/>
                  <a:pt x="217055" y="2631641"/>
                  <a:pt x="0" y="2689368"/>
                </a:cubicBezTo>
              </a:path>
            </a:pathLst>
          </a:cu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A98B9867-D51A-4616-A735-A88AD89528AC}"/>
              </a:ext>
            </a:extLst>
          </p:cNvPr>
          <p:cNvGrpSpPr/>
          <p:nvPr/>
        </p:nvGrpSpPr>
        <p:grpSpPr>
          <a:xfrm>
            <a:off x="5217397" y="4508732"/>
            <a:ext cx="197643" cy="261610"/>
            <a:chOff x="1477817" y="2799261"/>
            <a:chExt cx="197643" cy="261610"/>
          </a:xfrm>
        </p:grpSpPr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B12FE6CC-853D-4734-822A-604AA7276E3B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3494B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34AA5E4A-C867-4CDD-AB1E-4889BB67EE07}"/>
                </a:ext>
              </a:extLst>
            </p:cNvPr>
            <p:cNvSpPr txBox="1"/>
            <p:nvPr/>
          </p:nvSpPr>
          <p:spPr>
            <a:xfrm>
              <a:off x="1553778" y="2799261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1</a:t>
              </a:r>
            </a:p>
          </p:txBody>
        </p: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D79FE1EB-A5AC-45E8-B455-CBBE48CD3E2C}"/>
              </a:ext>
            </a:extLst>
          </p:cNvPr>
          <p:cNvGrpSpPr/>
          <p:nvPr/>
        </p:nvGrpSpPr>
        <p:grpSpPr>
          <a:xfrm>
            <a:off x="7754654" y="3384661"/>
            <a:ext cx="197643" cy="261610"/>
            <a:chOff x="1477817" y="2788120"/>
            <a:chExt cx="197643" cy="261610"/>
          </a:xfrm>
        </p:grpSpPr>
        <p:sp>
          <p:nvSpPr>
            <p:cNvPr id="125" name="타원 124">
              <a:extLst>
                <a:ext uri="{FF2B5EF4-FFF2-40B4-BE49-F238E27FC236}">
                  <a16:creationId xmlns:a16="http://schemas.microsoft.com/office/drawing/2014/main" id="{64F4EE35-F611-4AA7-9CDB-EB997F90CA10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D3982A4-4AD9-4368-AD11-B1A883352029}"/>
                </a:ext>
              </a:extLst>
            </p:cNvPr>
            <p:cNvSpPr txBox="1"/>
            <p:nvPr/>
          </p:nvSpPr>
          <p:spPr>
            <a:xfrm>
              <a:off x="1553777" y="278812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2</a:t>
              </a:r>
              <a:endParaRPr lang="ko-KR" altLang="en-US" sz="1100" b="1" dirty="0">
                <a:solidFill>
                  <a:schemeClr val="bg1"/>
                </a:solidFill>
                <a:latin typeface="Arial" pitchFamily="34" charset="0"/>
                <a:ea typeface="HY견고딕" pitchFamily="18" charset="-127"/>
                <a:cs typeface="Arial" pitchFamily="34" charset="0"/>
              </a:endParaRPr>
            </a:p>
          </p:txBody>
        </p:sp>
      </p:grpSp>
      <p:sp>
        <p:nvSpPr>
          <p:cNvPr id="127" name="이등변 삼각형 126">
            <a:extLst>
              <a:ext uri="{FF2B5EF4-FFF2-40B4-BE49-F238E27FC236}">
                <a16:creationId xmlns:a16="http://schemas.microsoft.com/office/drawing/2014/main" id="{AF179A28-769F-4608-AC52-DB5084AF166D}"/>
              </a:ext>
            </a:extLst>
          </p:cNvPr>
          <p:cNvSpPr/>
          <p:nvPr/>
        </p:nvSpPr>
        <p:spPr>
          <a:xfrm rot="11456027">
            <a:off x="5397790" y="4814091"/>
            <a:ext cx="162000" cy="127683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이등변 삼각형 127">
            <a:extLst>
              <a:ext uri="{FF2B5EF4-FFF2-40B4-BE49-F238E27FC236}">
                <a16:creationId xmlns:a16="http://schemas.microsoft.com/office/drawing/2014/main" id="{3F5CAA8C-7F5F-4767-BF8E-297AD9473A4A}"/>
              </a:ext>
            </a:extLst>
          </p:cNvPr>
          <p:cNvSpPr/>
          <p:nvPr/>
        </p:nvSpPr>
        <p:spPr>
          <a:xfrm rot="2480031">
            <a:off x="7364786" y="3079950"/>
            <a:ext cx="162000" cy="129600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9" name="组合 80">
            <a:extLst>
              <a:ext uri="{FF2B5EF4-FFF2-40B4-BE49-F238E27FC236}">
                <a16:creationId xmlns:a16="http://schemas.microsoft.com/office/drawing/2014/main" id="{498B3B6D-C4A2-4466-8870-44809B0492E7}"/>
              </a:ext>
            </a:extLst>
          </p:cNvPr>
          <p:cNvGrpSpPr/>
          <p:nvPr/>
        </p:nvGrpSpPr>
        <p:grpSpPr>
          <a:xfrm>
            <a:off x="5897104" y="3466433"/>
            <a:ext cx="683249" cy="317818"/>
            <a:chOff x="7169327" y="3885662"/>
            <a:chExt cx="683249" cy="317818"/>
          </a:xfrm>
        </p:grpSpPr>
        <p:sp>
          <p:nvSpPr>
            <p:cNvPr id="130" name="Rectangle 2">
              <a:extLst>
                <a:ext uri="{FF2B5EF4-FFF2-40B4-BE49-F238E27FC236}">
                  <a16:creationId xmlns:a16="http://schemas.microsoft.com/office/drawing/2014/main" id="{EE69C329-EF05-43AF-9DD2-9BD9855C2313}"/>
                </a:ext>
              </a:extLst>
            </p:cNvPr>
            <p:cNvSpPr/>
            <p:nvPr/>
          </p:nvSpPr>
          <p:spPr>
            <a:xfrm>
              <a:off x="7169327" y="3885662"/>
              <a:ext cx="683249" cy="18388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rgbClr val="00B05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Busan</a:t>
              </a:r>
            </a:p>
          </p:txBody>
        </p:sp>
        <p:sp>
          <p:nvSpPr>
            <p:cNvPr id="131" name="Oval 213">
              <a:extLst>
                <a:ext uri="{FF2B5EF4-FFF2-40B4-BE49-F238E27FC236}">
                  <a16:creationId xmlns:a16="http://schemas.microsoft.com/office/drawing/2014/main" id="{1F61A347-D619-46DA-8612-0F27E37E7572}"/>
                </a:ext>
              </a:extLst>
            </p:cNvPr>
            <p:cNvSpPr/>
            <p:nvPr/>
          </p:nvSpPr>
          <p:spPr>
            <a:xfrm flipH="1" flipV="1">
              <a:off x="7660045" y="4128176"/>
              <a:ext cx="87854" cy="75304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132" name="组合 94">
            <a:extLst>
              <a:ext uri="{FF2B5EF4-FFF2-40B4-BE49-F238E27FC236}">
                <a16:creationId xmlns:a16="http://schemas.microsoft.com/office/drawing/2014/main" id="{F636DEF5-FCD7-4B0A-8EAD-A5E034756686}"/>
              </a:ext>
            </a:extLst>
          </p:cNvPr>
          <p:cNvGrpSpPr/>
          <p:nvPr/>
        </p:nvGrpSpPr>
        <p:grpSpPr>
          <a:xfrm>
            <a:off x="6393793" y="3314948"/>
            <a:ext cx="529887" cy="372742"/>
            <a:chOff x="7591529" y="3830738"/>
            <a:chExt cx="529887" cy="372742"/>
          </a:xfrm>
        </p:grpSpPr>
        <p:sp>
          <p:nvSpPr>
            <p:cNvPr id="134" name="Rectangle 2">
              <a:extLst>
                <a:ext uri="{FF2B5EF4-FFF2-40B4-BE49-F238E27FC236}">
                  <a16:creationId xmlns:a16="http://schemas.microsoft.com/office/drawing/2014/main" id="{2D7135A9-F46B-48C5-958A-A9C1476618BE}"/>
                </a:ext>
              </a:extLst>
            </p:cNvPr>
            <p:cNvSpPr/>
            <p:nvPr/>
          </p:nvSpPr>
          <p:spPr>
            <a:xfrm>
              <a:off x="7591529" y="3830738"/>
              <a:ext cx="529887" cy="16594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Ulsan</a:t>
              </a:r>
            </a:p>
          </p:txBody>
        </p:sp>
        <p:sp>
          <p:nvSpPr>
            <p:cNvPr id="135" name="Oval 213">
              <a:extLst>
                <a:ext uri="{FF2B5EF4-FFF2-40B4-BE49-F238E27FC236}">
                  <a16:creationId xmlns:a16="http://schemas.microsoft.com/office/drawing/2014/main" id="{9AA5F2DC-B6DA-4046-9312-2165F3F5E061}"/>
                </a:ext>
              </a:extLst>
            </p:cNvPr>
            <p:cNvSpPr/>
            <p:nvPr/>
          </p:nvSpPr>
          <p:spPr>
            <a:xfrm flipH="1" flipV="1">
              <a:off x="7660045" y="4128176"/>
              <a:ext cx="87854" cy="7530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136" name="Group 1588">
            <a:extLst>
              <a:ext uri="{FF2B5EF4-FFF2-40B4-BE49-F238E27FC236}">
                <a16:creationId xmlns:a16="http://schemas.microsoft.com/office/drawing/2014/main" id="{1FE33F3E-2CF4-46DC-A4F1-E40A43E78568}"/>
              </a:ext>
            </a:extLst>
          </p:cNvPr>
          <p:cNvGrpSpPr/>
          <p:nvPr/>
        </p:nvGrpSpPr>
        <p:grpSpPr>
          <a:xfrm>
            <a:off x="4965899" y="3645467"/>
            <a:ext cx="1191290" cy="265082"/>
            <a:chOff x="9900819" y="3931411"/>
            <a:chExt cx="341708" cy="76036"/>
          </a:xfrm>
        </p:grpSpPr>
        <p:sp>
          <p:nvSpPr>
            <p:cNvPr id="137" name="Oval 1589">
              <a:extLst>
                <a:ext uri="{FF2B5EF4-FFF2-40B4-BE49-F238E27FC236}">
                  <a16:creationId xmlns:a16="http://schemas.microsoft.com/office/drawing/2014/main" id="{5DFC360B-259C-4AFC-8A3B-3B987094942D}"/>
                </a:ext>
              </a:extLst>
            </p:cNvPr>
            <p:cNvSpPr/>
            <p:nvPr/>
          </p:nvSpPr>
          <p:spPr>
            <a:xfrm flipH="1" flipV="1">
              <a:off x="10217327" y="3982355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8" name="Rectangle 1590">
              <a:extLst>
                <a:ext uri="{FF2B5EF4-FFF2-40B4-BE49-F238E27FC236}">
                  <a16:creationId xmlns:a16="http://schemas.microsoft.com/office/drawing/2014/main" id="{C4A2F6F0-5832-4A9B-AFF3-DC2261FEECF1}"/>
                </a:ext>
              </a:extLst>
            </p:cNvPr>
            <p:cNvSpPr/>
            <p:nvPr/>
          </p:nvSpPr>
          <p:spPr>
            <a:xfrm>
              <a:off x="9900819" y="3931411"/>
              <a:ext cx="306845" cy="7603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Kwangyang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sp>
        <p:nvSpPr>
          <p:cNvPr id="155" name="이등변 삼각형 154">
            <a:extLst>
              <a:ext uri="{FF2B5EF4-FFF2-40B4-BE49-F238E27FC236}">
                <a16:creationId xmlns:a16="http://schemas.microsoft.com/office/drawing/2014/main" id="{E08371F1-E347-4E2C-97CA-AE078B23F1B7}"/>
              </a:ext>
            </a:extLst>
          </p:cNvPr>
          <p:cNvSpPr/>
          <p:nvPr/>
        </p:nvSpPr>
        <p:spPr>
          <a:xfrm rot="14760869">
            <a:off x="7578788" y="3297400"/>
            <a:ext cx="162000" cy="1296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이등변 삼각형 155">
            <a:extLst>
              <a:ext uri="{FF2B5EF4-FFF2-40B4-BE49-F238E27FC236}">
                <a16:creationId xmlns:a16="http://schemas.microsoft.com/office/drawing/2014/main" id="{E6D313B9-40F7-4265-82EE-FE05C4C29230}"/>
              </a:ext>
            </a:extLst>
          </p:cNvPr>
          <p:cNvSpPr/>
          <p:nvPr/>
        </p:nvSpPr>
        <p:spPr>
          <a:xfrm rot="14227373">
            <a:off x="5497339" y="5128911"/>
            <a:ext cx="162000" cy="1296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1" name="组合 49">
            <a:extLst>
              <a:ext uri="{FF2B5EF4-FFF2-40B4-BE49-F238E27FC236}">
                <a16:creationId xmlns:a16="http://schemas.microsoft.com/office/drawing/2014/main" id="{B2DAD80D-86F5-4787-B005-76D411034775}"/>
              </a:ext>
            </a:extLst>
          </p:cNvPr>
          <p:cNvGrpSpPr/>
          <p:nvPr/>
        </p:nvGrpSpPr>
        <p:grpSpPr>
          <a:xfrm>
            <a:off x="4146820" y="5267930"/>
            <a:ext cx="998329" cy="227695"/>
            <a:chOff x="5409222" y="3884125"/>
            <a:chExt cx="998329" cy="227695"/>
          </a:xfrm>
        </p:grpSpPr>
        <p:sp>
          <p:nvSpPr>
            <p:cNvPr id="172" name="Rectangle 835">
              <a:extLst>
                <a:ext uri="{FF2B5EF4-FFF2-40B4-BE49-F238E27FC236}">
                  <a16:creationId xmlns:a16="http://schemas.microsoft.com/office/drawing/2014/main" id="{BB52A12A-8A4D-44CD-B6E8-362E2611E4A5}"/>
                </a:ext>
              </a:extLst>
            </p:cNvPr>
            <p:cNvSpPr/>
            <p:nvPr/>
          </p:nvSpPr>
          <p:spPr>
            <a:xfrm>
              <a:off x="5409222" y="3884125"/>
              <a:ext cx="806643" cy="22769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rgbClr val="BC900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Ningbo</a:t>
              </a:r>
            </a:p>
          </p:txBody>
        </p:sp>
        <p:sp>
          <p:nvSpPr>
            <p:cNvPr id="173" name="Oval 834">
              <a:extLst>
                <a:ext uri="{FF2B5EF4-FFF2-40B4-BE49-F238E27FC236}">
                  <a16:creationId xmlns:a16="http://schemas.microsoft.com/office/drawing/2014/main" id="{A26E00DB-4727-455A-928E-0B6D73FFD828}"/>
                </a:ext>
              </a:extLst>
            </p:cNvPr>
            <p:cNvSpPr/>
            <p:nvPr/>
          </p:nvSpPr>
          <p:spPr>
            <a:xfrm flipH="1" flipV="1">
              <a:off x="6319697" y="3977359"/>
              <a:ext cx="87854" cy="75304"/>
            </a:xfrm>
            <a:prstGeom prst="ellipse">
              <a:avLst/>
            </a:prstGeom>
            <a:solidFill>
              <a:srgbClr val="BC9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174" name="组合 56">
            <a:extLst>
              <a:ext uri="{FF2B5EF4-FFF2-40B4-BE49-F238E27FC236}">
                <a16:creationId xmlns:a16="http://schemas.microsoft.com/office/drawing/2014/main" id="{56B9AE83-0370-465D-AFD2-4A1A00BBC44C}"/>
              </a:ext>
            </a:extLst>
          </p:cNvPr>
          <p:cNvGrpSpPr/>
          <p:nvPr/>
        </p:nvGrpSpPr>
        <p:grpSpPr>
          <a:xfrm>
            <a:off x="4057989" y="4911042"/>
            <a:ext cx="979732" cy="230520"/>
            <a:chOff x="5385432" y="3624135"/>
            <a:chExt cx="979732" cy="230520"/>
          </a:xfrm>
        </p:grpSpPr>
        <p:sp>
          <p:nvSpPr>
            <p:cNvPr id="175" name="Oval 843">
              <a:extLst>
                <a:ext uri="{FF2B5EF4-FFF2-40B4-BE49-F238E27FC236}">
                  <a16:creationId xmlns:a16="http://schemas.microsoft.com/office/drawing/2014/main" id="{44409322-62CD-454F-B90A-60F38DA0E2D0}"/>
                </a:ext>
              </a:extLst>
            </p:cNvPr>
            <p:cNvSpPr/>
            <p:nvPr/>
          </p:nvSpPr>
          <p:spPr>
            <a:xfrm flipH="1" flipV="1">
              <a:off x="6277310" y="3779351"/>
              <a:ext cx="87854" cy="7530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tx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76" name="Rectangle 844">
              <a:extLst>
                <a:ext uri="{FF2B5EF4-FFF2-40B4-BE49-F238E27FC236}">
                  <a16:creationId xmlns:a16="http://schemas.microsoft.com/office/drawing/2014/main" id="{DBFCDCCB-9F0C-4AB3-B802-C9F3361198E9}"/>
                </a:ext>
              </a:extLst>
            </p:cNvPr>
            <p:cNvSpPr/>
            <p:nvPr/>
          </p:nvSpPr>
          <p:spPr>
            <a:xfrm>
              <a:off x="5385432" y="3624135"/>
              <a:ext cx="893944" cy="14223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Shanghai</a:t>
              </a:r>
            </a:p>
          </p:txBody>
        </p:sp>
      </p:grpSp>
      <p:grpSp>
        <p:nvGrpSpPr>
          <p:cNvPr id="141" name="Group 140"/>
          <p:cNvGrpSpPr/>
          <p:nvPr/>
        </p:nvGrpSpPr>
        <p:grpSpPr>
          <a:xfrm>
            <a:off x="336176" y="147918"/>
            <a:ext cx="11393548" cy="900000"/>
            <a:chOff x="336176" y="147918"/>
            <a:chExt cx="11393548" cy="900000"/>
          </a:xfrm>
        </p:grpSpPr>
        <p:sp>
          <p:nvSpPr>
            <p:cNvPr id="142" name="Rectangle 141"/>
            <p:cNvSpPr/>
            <p:nvPr/>
          </p:nvSpPr>
          <p:spPr>
            <a:xfrm>
              <a:off x="336176" y="147918"/>
              <a:ext cx="2700000" cy="900000"/>
            </a:xfrm>
            <a:prstGeom prst="rect">
              <a:avLst/>
            </a:prstGeom>
            <a:solidFill>
              <a:srgbClr val="0033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latinLnBrk="1"/>
              <a:r>
                <a:rPr lang="en-US" altLang="ko-KR" sz="2800" b="1" dirty="0">
                  <a:solidFill>
                    <a:prstClr val="white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1_K/C/J</a:t>
              </a:r>
              <a:endParaRPr lang="en-US" sz="2800" b="1" dirty="0">
                <a:solidFill>
                  <a:prstClr val="white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  <p:sp>
          <p:nvSpPr>
            <p:cNvPr id="143" name="Rectangle 142"/>
            <p:cNvSpPr/>
            <p:nvPr/>
          </p:nvSpPr>
          <p:spPr>
            <a:xfrm>
              <a:off x="3089724" y="147918"/>
              <a:ext cx="8640000" cy="672815"/>
            </a:xfrm>
            <a:prstGeom prst="rect">
              <a:avLst/>
            </a:prstGeom>
            <a:solidFill>
              <a:srgbClr val="E6EE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0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[CK Line / </a:t>
              </a:r>
              <a:r>
                <a:rPr lang="en-US" altLang="ko-KR" sz="2000" b="1" dirty="0" err="1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Pancon</a:t>
              </a:r>
              <a:r>
                <a:rPr lang="en-US" altLang="ko-KR" sz="20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]</a:t>
              </a:r>
            </a:p>
            <a:p>
              <a:pPr algn="ctr"/>
              <a:r>
                <a:rPr lang="en-US" altLang="ko-KR" sz="20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China-Japan 1 (CJ1) / China-Korea-Japan (CJ1) - China leg</a:t>
              </a:r>
            </a:p>
          </p:txBody>
        </p:sp>
      </p:grpSp>
      <p:graphicFrame>
        <p:nvGraphicFramePr>
          <p:cNvPr id="133" name="Table 205">
            <a:extLst>
              <a:ext uri="{FF2B5EF4-FFF2-40B4-BE49-F238E27FC236}">
                <a16:creationId xmlns:a16="http://schemas.microsoft.com/office/drawing/2014/main" id="{0F376338-FAAD-45BB-AFE3-8066808ABC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753634" y="5580000"/>
          <a:ext cx="8684732" cy="10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9599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51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60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7063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1685"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Carriers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Dur</a:t>
                      </a:r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Freq.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Ships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Rotation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3831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Arial" pitchFamily="34" charset="0"/>
                          <a:cs typeface="Arial" pitchFamily="34" charset="0"/>
                        </a:rPr>
                        <a:t>CK Line / </a:t>
                      </a:r>
                      <a:r>
                        <a:rPr lang="en-US" altLang="ko-KR" sz="1200" b="1" dirty="0" err="1">
                          <a:solidFill>
                            <a:schemeClr val="tx1"/>
                          </a:solidFill>
                          <a:latin typeface="Arial" pitchFamily="34" charset="0"/>
                          <a:cs typeface="Arial" pitchFamily="34" charset="0"/>
                        </a:rPr>
                        <a:t>Pancon</a:t>
                      </a:r>
                      <a:endParaRPr lang="en-US" altLang="ko-KR" sz="1200" b="1" dirty="0">
                        <a:solidFill>
                          <a:schemeClr val="tx1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2 x 1,009 teu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 dirty="0">
                          <a:solidFill>
                            <a:srgbClr val="BC8F00"/>
                          </a:solidFill>
                          <a:effectLst/>
                          <a:latin typeface="Arial"/>
                        </a:rPr>
                        <a:t> Ningbo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Shanghai, </a:t>
                      </a:r>
                      <a:r>
                        <a:rPr lang="en-US" altLang="ko-KR" sz="1200" b="1" i="0" u="none" strike="noStrike" dirty="0">
                          <a:solidFill>
                            <a:srgbClr val="32BF72"/>
                          </a:solidFill>
                          <a:effectLst/>
                          <a:latin typeface="Arial"/>
                        </a:rPr>
                        <a:t>Busan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Niigata, Toyama, Kanazawa, </a:t>
                      </a:r>
                      <a:b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</a:b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 Ulsan, </a:t>
                      </a:r>
                      <a:r>
                        <a:rPr lang="en-US" altLang="ko-KR" sz="1200" b="1" i="0" u="none" strike="noStrike" dirty="0">
                          <a:solidFill>
                            <a:srgbClr val="32BF72"/>
                          </a:solidFill>
                          <a:effectLst/>
                          <a:latin typeface="Arial"/>
                        </a:rPr>
                        <a:t>Busan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Kwangyang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</a:t>
                      </a:r>
                      <a:r>
                        <a:rPr lang="en-US" altLang="ko-KR" sz="1200" b="1" i="0" u="none" strike="noStrike" dirty="0">
                          <a:solidFill>
                            <a:srgbClr val="BC8F00"/>
                          </a:solidFill>
                          <a:effectLst/>
                          <a:latin typeface="Arial"/>
                        </a:rPr>
                        <a:t>Ningbo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5A00F203-FE93-4964-8F1C-35B1F861F6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9766800" y="1029600"/>
          <a:ext cx="1963806" cy="111118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125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12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704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Terminal</a:t>
                      </a: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HKT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Weekly throughput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 550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Schedule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Sat 16 ~</a:t>
                      </a:r>
                    </a:p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Sun 08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80" name="Group 1607">
            <a:extLst>
              <a:ext uri="{FF2B5EF4-FFF2-40B4-BE49-F238E27FC236}">
                <a16:creationId xmlns:a16="http://schemas.microsoft.com/office/drawing/2014/main" id="{23DF0A24-E159-45FA-B334-78A9691B6B52}"/>
              </a:ext>
            </a:extLst>
          </p:cNvPr>
          <p:cNvGrpSpPr/>
          <p:nvPr/>
        </p:nvGrpSpPr>
        <p:grpSpPr>
          <a:xfrm>
            <a:off x="7568535" y="2497061"/>
            <a:ext cx="880052" cy="238778"/>
            <a:chOff x="9894597" y="3872089"/>
            <a:chExt cx="252433" cy="68491"/>
          </a:xfrm>
        </p:grpSpPr>
        <p:sp>
          <p:nvSpPr>
            <p:cNvPr id="181" name="Oval 1608">
              <a:extLst>
                <a:ext uri="{FF2B5EF4-FFF2-40B4-BE49-F238E27FC236}">
                  <a16:creationId xmlns:a16="http://schemas.microsoft.com/office/drawing/2014/main" id="{0BC4D6F8-AD35-46E3-B306-6606D17D0805}"/>
                </a:ext>
              </a:extLst>
            </p:cNvPr>
            <p:cNvSpPr/>
            <p:nvPr/>
          </p:nvSpPr>
          <p:spPr>
            <a:xfrm flipH="1" flipV="1">
              <a:off x="10121830" y="3918980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2" name="Rectangle 1609">
              <a:extLst>
                <a:ext uri="{FF2B5EF4-FFF2-40B4-BE49-F238E27FC236}">
                  <a16:creationId xmlns:a16="http://schemas.microsoft.com/office/drawing/2014/main" id="{3B6FA45C-023E-4CC6-B4BE-F2D35F61FF01}"/>
                </a:ext>
              </a:extLst>
            </p:cNvPr>
            <p:cNvSpPr/>
            <p:nvPr/>
          </p:nvSpPr>
          <p:spPr>
            <a:xfrm>
              <a:off x="9894597" y="3872089"/>
              <a:ext cx="212836" cy="4689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Niigata</a:t>
              </a:r>
            </a:p>
          </p:txBody>
        </p:sp>
      </p:grpSp>
      <p:grpSp>
        <p:nvGrpSpPr>
          <p:cNvPr id="183" name="Group 1570">
            <a:extLst>
              <a:ext uri="{FF2B5EF4-FFF2-40B4-BE49-F238E27FC236}">
                <a16:creationId xmlns:a16="http://schemas.microsoft.com/office/drawing/2014/main" id="{C444C0EB-75A5-4B60-AB80-9B6928586FB3}"/>
              </a:ext>
            </a:extLst>
          </p:cNvPr>
          <p:cNvGrpSpPr/>
          <p:nvPr/>
        </p:nvGrpSpPr>
        <p:grpSpPr>
          <a:xfrm>
            <a:off x="7905825" y="3171910"/>
            <a:ext cx="1037915" cy="190335"/>
            <a:chOff x="10121828" y="3918971"/>
            <a:chExt cx="297714" cy="54595"/>
          </a:xfrm>
        </p:grpSpPr>
        <p:sp>
          <p:nvSpPr>
            <p:cNvPr id="184" name="Oval 1571">
              <a:extLst>
                <a:ext uri="{FF2B5EF4-FFF2-40B4-BE49-F238E27FC236}">
                  <a16:creationId xmlns:a16="http://schemas.microsoft.com/office/drawing/2014/main" id="{E2F2414D-3E70-4A81-8D8C-F90FB06FAD07}"/>
                </a:ext>
              </a:extLst>
            </p:cNvPr>
            <p:cNvSpPr/>
            <p:nvPr/>
          </p:nvSpPr>
          <p:spPr>
            <a:xfrm flipH="1" flipV="1">
              <a:off x="10121828" y="3918971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5" name="Rectangle 1572">
              <a:extLst>
                <a:ext uri="{FF2B5EF4-FFF2-40B4-BE49-F238E27FC236}">
                  <a16:creationId xmlns:a16="http://schemas.microsoft.com/office/drawing/2014/main" id="{07772B45-081D-4B63-85E2-74EF6416186D}"/>
                </a:ext>
              </a:extLst>
            </p:cNvPr>
            <p:cNvSpPr/>
            <p:nvPr/>
          </p:nvSpPr>
          <p:spPr>
            <a:xfrm>
              <a:off x="10166229" y="3928472"/>
              <a:ext cx="253313" cy="4509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Kanazawa</a:t>
              </a:r>
            </a:p>
          </p:txBody>
        </p:sp>
      </p:grpSp>
      <p:grpSp>
        <p:nvGrpSpPr>
          <p:cNvPr id="186" name="Group 1607">
            <a:extLst>
              <a:ext uri="{FF2B5EF4-FFF2-40B4-BE49-F238E27FC236}">
                <a16:creationId xmlns:a16="http://schemas.microsoft.com/office/drawing/2014/main" id="{A4B62D3D-6DE2-4592-B324-27D1C06299AA}"/>
              </a:ext>
            </a:extLst>
          </p:cNvPr>
          <p:cNvGrpSpPr/>
          <p:nvPr/>
        </p:nvGrpSpPr>
        <p:grpSpPr>
          <a:xfrm>
            <a:off x="8065324" y="2961527"/>
            <a:ext cx="829860" cy="164200"/>
            <a:chOff x="10121830" y="3893481"/>
            <a:chExt cx="238036" cy="47099"/>
          </a:xfrm>
        </p:grpSpPr>
        <p:sp>
          <p:nvSpPr>
            <p:cNvPr id="187" name="Oval 1608">
              <a:extLst>
                <a:ext uri="{FF2B5EF4-FFF2-40B4-BE49-F238E27FC236}">
                  <a16:creationId xmlns:a16="http://schemas.microsoft.com/office/drawing/2014/main" id="{DCA38C70-7840-4013-8AAF-B0B7C8D372AB}"/>
                </a:ext>
              </a:extLst>
            </p:cNvPr>
            <p:cNvSpPr/>
            <p:nvPr/>
          </p:nvSpPr>
          <p:spPr>
            <a:xfrm flipH="1" flipV="1">
              <a:off x="10121830" y="3918980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8" name="Rectangle 1609">
              <a:extLst>
                <a:ext uri="{FF2B5EF4-FFF2-40B4-BE49-F238E27FC236}">
                  <a16:creationId xmlns:a16="http://schemas.microsoft.com/office/drawing/2014/main" id="{F9EAAA7A-2AE2-4470-B5D2-7FAE8FD36C1A}"/>
                </a:ext>
              </a:extLst>
            </p:cNvPr>
            <p:cNvSpPr/>
            <p:nvPr/>
          </p:nvSpPr>
          <p:spPr>
            <a:xfrm>
              <a:off x="10147030" y="3893481"/>
              <a:ext cx="212836" cy="4689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Toyama</a:t>
              </a:r>
            </a:p>
          </p:txBody>
        </p:sp>
      </p:grpSp>
      <p:graphicFrame>
        <p:nvGraphicFramePr>
          <p:cNvPr id="64" name="표 63">
            <a:extLst>
              <a:ext uri="{FF2B5EF4-FFF2-40B4-BE49-F238E27FC236}">
                <a16:creationId xmlns:a16="http://schemas.microsoft.com/office/drawing/2014/main" id="{C9F48C34-45CB-4E64-91E4-BD99EA3C76D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9764805" y="2260241"/>
          <a:ext cx="1963806" cy="111118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125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12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704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Terminal</a:t>
                      </a: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BPTS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Weekly throughput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  750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Schedule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Sat 06 ~</a:t>
                      </a:r>
                    </a:p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Sat 22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024153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组合 53">
            <a:extLst>
              <a:ext uri="{FF2B5EF4-FFF2-40B4-BE49-F238E27FC236}">
                <a16:creationId xmlns:a16="http://schemas.microsoft.com/office/drawing/2014/main" id="{F5742105-61AE-4003-B5E0-EC074F21EAF0}"/>
              </a:ext>
            </a:extLst>
          </p:cNvPr>
          <p:cNvGrpSpPr/>
          <p:nvPr/>
        </p:nvGrpSpPr>
        <p:grpSpPr>
          <a:xfrm>
            <a:off x="-16521664" y="-13474336"/>
            <a:ext cx="29264269" cy="25184556"/>
            <a:chOff x="-4643412" y="-4402880"/>
            <a:chExt cx="14144860" cy="11732977"/>
          </a:xfrm>
        </p:grpSpPr>
        <p:sp>
          <p:nvSpPr>
            <p:cNvPr id="73" name="Freeform 340">
              <a:extLst>
                <a:ext uri="{FF2B5EF4-FFF2-40B4-BE49-F238E27FC236}">
                  <a16:creationId xmlns:a16="http://schemas.microsoft.com/office/drawing/2014/main" id="{EAA218A0-E291-4AFE-A00A-1156B1A520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643412" y="-4402880"/>
              <a:ext cx="14144860" cy="7589263"/>
            </a:xfrm>
            <a:custGeom>
              <a:avLst/>
              <a:gdLst>
                <a:gd name="T0" fmla="*/ 1431 w 1560"/>
                <a:gd name="T1" fmla="*/ 645 h 837"/>
                <a:gd name="T2" fmla="*/ 1209 w 1560"/>
                <a:gd name="T3" fmla="*/ 533 h 837"/>
                <a:gd name="T4" fmla="*/ 1315 w 1560"/>
                <a:gd name="T5" fmla="*/ 646 h 837"/>
                <a:gd name="T6" fmla="*/ 1269 w 1560"/>
                <a:gd name="T7" fmla="*/ 526 h 837"/>
                <a:gd name="T8" fmla="*/ 83 w 1560"/>
                <a:gd name="T9" fmla="*/ 433 h 837"/>
                <a:gd name="T10" fmla="*/ 276 w 1560"/>
                <a:gd name="T11" fmla="*/ 337 h 837"/>
                <a:gd name="T12" fmla="*/ 280 w 1560"/>
                <a:gd name="T13" fmla="*/ 309 h 837"/>
                <a:gd name="T14" fmla="*/ 258 w 1560"/>
                <a:gd name="T15" fmla="*/ 287 h 837"/>
                <a:gd name="T16" fmla="*/ 205 w 1560"/>
                <a:gd name="T17" fmla="*/ 255 h 837"/>
                <a:gd name="T18" fmla="*/ 400 w 1560"/>
                <a:gd name="T19" fmla="*/ 197 h 837"/>
                <a:gd name="T20" fmla="*/ 469 w 1560"/>
                <a:gd name="T21" fmla="*/ 145 h 837"/>
                <a:gd name="T22" fmla="*/ 292 w 1560"/>
                <a:gd name="T23" fmla="*/ 100 h 837"/>
                <a:gd name="T24" fmla="*/ 229 w 1560"/>
                <a:gd name="T25" fmla="*/ 225 h 837"/>
                <a:gd name="T26" fmla="*/ 205 w 1560"/>
                <a:gd name="T27" fmla="*/ 171 h 837"/>
                <a:gd name="T28" fmla="*/ 974 w 1560"/>
                <a:gd name="T29" fmla="*/ 103 h 837"/>
                <a:gd name="T30" fmla="*/ 513 w 1560"/>
                <a:gd name="T31" fmla="*/ 58 h 837"/>
                <a:gd name="T32" fmla="*/ 1199 w 1560"/>
                <a:gd name="T33" fmla="*/ 42 h 837"/>
                <a:gd name="T34" fmla="*/ 956 w 1560"/>
                <a:gd name="T35" fmla="*/ 36 h 837"/>
                <a:gd name="T36" fmla="*/ 143 w 1560"/>
                <a:gd name="T37" fmla="*/ 4 h 837"/>
                <a:gd name="T38" fmla="*/ 600 w 1560"/>
                <a:gd name="T39" fmla="*/ 16 h 837"/>
                <a:gd name="T40" fmla="*/ 691 w 1560"/>
                <a:gd name="T41" fmla="*/ 55 h 837"/>
                <a:gd name="T42" fmla="*/ 710 w 1560"/>
                <a:gd name="T43" fmla="*/ 112 h 837"/>
                <a:gd name="T44" fmla="*/ 844 w 1560"/>
                <a:gd name="T45" fmla="*/ 82 h 837"/>
                <a:gd name="T46" fmla="*/ 926 w 1560"/>
                <a:gd name="T47" fmla="*/ 108 h 837"/>
                <a:gd name="T48" fmla="*/ 1022 w 1560"/>
                <a:gd name="T49" fmla="*/ 53 h 837"/>
                <a:gd name="T50" fmla="*/ 1188 w 1560"/>
                <a:gd name="T51" fmla="*/ 57 h 837"/>
                <a:gd name="T52" fmla="*/ 1314 w 1560"/>
                <a:gd name="T53" fmla="*/ 51 h 837"/>
                <a:gd name="T54" fmla="*/ 1472 w 1560"/>
                <a:gd name="T55" fmla="*/ 37 h 837"/>
                <a:gd name="T56" fmla="*/ 1544 w 1560"/>
                <a:gd name="T57" fmla="*/ 67 h 837"/>
                <a:gd name="T58" fmla="*/ 1486 w 1560"/>
                <a:gd name="T59" fmla="*/ 107 h 837"/>
                <a:gd name="T60" fmla="*/ 1509 w 1560"/>
                <a:gd name="T61" fmla="*/ 188 h 837"/>
                <a:gd name="T62" fmla="*/ 1484 w 1560"/>
                <a:gd name="T63" fmla="*/ 317 h 837"/>
                <a:gd name="T64" fmla="*/ 1454 w 1560"/>
                <a:gd name="T65" fmla="*/ 413 h 837"/>
                <a:gd name="T66" fmla="*/ 1435 w 1560"/>
                <a:gd name="T67" fmla="*/ 538 h 837"/>
                <a:gd name="T68" fmla="*/ 1397 w 1560"/>
                <a:gd name="T69" fmla="*/ 282 h 837"/>
                <a:gd name="T70" fmla="*/ 1342 w 1560"/>
                <a:gd name="T71" fmla="*/ 311 h 837"/>
                <a:gd name="T72" fmla="*/ 1288 w 1560"/>
                <a:gd name="T73" fmla="*/ 379 h 837"/>
                <a:gd name="T74" fmla="*/ 1193 w 1560"/>
                <a:gd name="T75" fmla="*/ 521 h 837"/>
                <a:gd name="T76" fmla="*/ 1278 w 1560"/>
                <a:gd name="T77" fmla="*/ 613 h 837"/>
                <a:gd name="T78" fmla="*/ 1211 w 1560"/>
                <a:gd name="T79" fmla="*/ 734 h 837"/>
                <a:gd name="T80" fmla="*/ 1186 w 1560"/>
                <a:gd name="T81" fmla="*/ 666 h 837"/>
                <a:gd name="T82" fmla="*/ 1098 w 1560"/>
                <a:gd name="T83" fmla="*/ 575 h 837"/>
                <a:gd name="T84" fmla="*/ 1019 w 1560"/>
                <a:gd name="T85" fmla="*/ 645 h 837"/>
                <a:gd name="T86" fmla="*/ 804 w 1560"/>
                <a:gd name="T87" fmla="*/ 626 h 837"/>
                <a:gd name="T88" fmla="*/ 663 w 1560"/>
                <a:gd name="T89" fmla="*/ 679 h 837"/>
                <a:gd name="T90" fmla="*/ 491 w 1560"/>
                <a:gd name="T91" fmla="*/ 604 h 837"/>
                <a:gd name="T92" fmla="*/ 400 w 1560"/>
                <a:gd name="T93" fmla="*/ 671 h 837"/>
                <a:gd name="T94" fmla="*/ 246 w 1560"/>
                <a:gd name="T95" fmla="*/ 712 h 837"/>
                <a:gd name="T96" fmla="*/ 241 w 1560"/>
                <a:gd name="T97" fmla="*/ 834 h 837"/>
                <a:gd name="T98" fmla="*/ 170 w 1560"/>
                <a:gd name="T99" fmla="*/ 717 h 837"/>
                <a:gd name="T100" fmla="*/ 22 w 1560"/>
                <a:gd name="T101" fmla="*/ 553 h 837"/>
                <a:gd name="T102" fmla="*/ 20 w 1560"/>
                <a:gd name="T103" fmla="*/ 340 h 837"/>
                <a:gd name="T104" fmla="*/ 118 w 1560"/>
                <a:gd name="T105" fmla="*/ 375 h 837"/>
                <a:gd name="T106" fmla="*/ 76 w 1560"/>
                <a:gd name="T107" fmla="*/ 447 h 837"/>
                <a:gd name="T108" fmla="*/ 153 w 1560"/>
                <a:gd name="T109" fmla="*/ 368 h 837"/>
                <a:gd name="T110" fmla="*/ 242 w 1560"/>
                <a:gd name="T111" fmla="*/ 345 h 837"/>
                <a:gd name="T112" fmla="*/ 353 w 1560"/>
                <a:gd name="T113" fmla="*/ 321 h 837"/>
                <a:gd name="T114" fmla="*/ 386 w 1560"/>
                <a:gd name="T115" fmla="*/ 249 h 837"/>
                <a:gd name="T116" fmla="*/ 437 w 1560"/>
                <a:gd name="T117" fmla="*/ 326 h 837"/>
                <a:gd name="T118" fmla="*/ 409 w 1560"/>
                <a:gd name="T119" fmla="*/ 234 h 837"/>
                <a:gd name="T120" fmla="*/ 496 w 1560"/>
                <a:gd name="T121" fmla="*/ 267 h 837"/>
                <a:gd name="T122" fmla="*/ 495 w 1560"/>
                <a:gd name="T123" fmla="*/ 166 h 837"/>
                <a:gd name="T124" fmla="*/ 530 w 1560"/>
                <a:gd name="T125" fmla="*/ 75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0" h="837">
                  <a:moveTo>
                    <a:pt x="241" y="834"/>
                  </a:moveTo>
                  <a:lnTo>
                    <a:pt x="243" y="837"/>
                  </a:lnTo>
                  <a:lnTo>
                    <a:pt x="241" y="834"/>
                  </a:lnTo>
                  <a:lnTo>
                    <a:pt x="241" y="834"/>
                  </a:lnTo>
                  <a:close/>
                  <a:moveTo>
                    <a:pt x="390" y="767"/>
                  </a:moveTo>
                  <a:lnTo>
                    <a:pt x="394" y="768"/>
                  </a:lnTo>
                  <a:lnTo>
                    <a:pt x="376" y="770"/>
                  </a:lnTo>
                  <a:lnTo>
                    <a:pt x="390" y="767"/>
                  </a:lnTo>
                  <a:close/>
                  <a:moveTo>
                    <a:pt x="1389" y="716"/>
                  </a:moveTo>
                  <a:lnTo>
                    <a:pt x="1389" y="718"/>
                  </a:lnTo>
                  <a:lnTo>
                    <a:pt x="1386" y="720"/>
                  </a:lnTo>
                  <a:lnTo>
                    <a:pt x="1385" y="718"/>
                  </a:lnTo>
                  <a:lnTo>
                    <a:pt x="1388" y="717"/>
                  </a:lnTo>
                  <a:lnTo>
                    <a:pt x="1389" y="716"/>
                  </a:lnTo>
                  <a:close/>
                  <a:moveTo>
                    <a:pt x="1376" y="707"/>
                  </a:moveTo>
                  <a:lnTo>
                    <a:pt x="1377" y="708"/>
                  </a:lnTo>
                  <a:lnTo>
                    <a:pt x="1378" y="708"/>
                  </a:lnTo>
                  <a:lnTo>
                    <a:pt x="1380" y="708"/>
                  </a:lnTo>
                  <a:lnTo>
                    <a:pt x="1381" y="708"/>
                  </a:lnTo>
                  <a:lnTo>
                    <a:pt x="1380" y="709"/>
                  </a:lnTo>
                  <a:lnTo>
                    <a:pt x="1377" y="713"/>
                  </a:lnTo>
                  <a:lnTo>
                    <a:pt x="1376" y="713"/>
                  </a:lnTo>
                  <a:lnTo>
                    <a:pt x="1376" y="718"/>
                  </a:lnTo>
                  <a:lnTo>
                    <a:pt x="1376" y="722"/>
                  </a:lnTo>
                  <a:lnTo>
                    <a:pt x="1373" y="720"/>
                  </a:lnTo>
                  <a:lnTo>
                    <a:pt x="1373" y="718"/>
                  </a:lnTo>
                  <a:lnTo>
                    <a:pt x="1373" y="716"/>
                  </a:lnTo>
                  <a:lnTo>
                    <a:pt x="1375" y="712"/>
                  </a:lnTo>
                  <a:lnTo>
                    <a:pt x="1375" y="709"/>
                  </a:lnTo>
                  <a:lnTo>
                    <a:pt x="1376" y="707"/>
                  </a:lnTo>
                  <a:lnTo>
                    <a:pt x="1376" y="707"/>
                  </a:lnTo>
                  <a:close/>
                  <a:moveTo>
                    <a:pt x="1401" y="682"/>
                  </a:moveTo>
                  <a:lnTo>
                    <a:pt x="1402" y="684"/>
                  </a:lnTo>
                  <a:lnTo>
                    <a:pt x="1402" y="687"/>
                  </a:lnTo>
                  <a:lnTo>
                    <a:pt x="1400" y="688"/>
                  </a:lnTo>
                  <a:lnTo>
                    <a:pt x="1397" y="688"/>
                  </a:lnTo>
                  <a:lnTo>
                    <a:pt x="1396" y="691"/>
                  </a:lnTo>
                  <a:lnTo>
                    <a:pt x="1393" y="695"/>
                  </a:lnTo>
                  <a:lnTo>
                    <a:pt x="1392" y="696"/>
                  </a:lnTo>
                  <a:lnTo>
                    <a:pt x="1390" y="696"/>
                  </a:lnTo>
                  <a:lnTo>
                    <a:pt x="1389" y="696"/>
                  </a:lnTo>
                  <a:lnTo>
                    <a:pt x="1389" y="697"/>
                  </a:lnTo>
                  <a:lnTo>
                    <a:pt x="1388" y="699"/>
                  </a:lnTo>
                  <a:lnTo>
                    <a:pt x="1389" y="701"/>
                  </a:lnTo>
                  <a:lnTo>
                    <a:pt x="1386" y="704"/>
                  </a:lnTo>
                  <a:lnTo>
                    <a:pt x="1386" y="705"/>
                  </a:lnTo>
                  <a:lnTo>
                    <a:pt x="1385" y="707"/>
                  </a:lnTo>
                  <a:lnTo>
                    <a:pt x="1385" y="704"/>
                  </a:lnTo>
                  <a:lnTo>
                    <a:pt x="1385" y="701"/>
                  </a:lnTo>
                  <a:lnTo>
                    <a:pt x="1386" y="701"/>
                  </a:lnTo>
                  <a:lnTo>
                    <a:pt x="1385" y="700"/>
                  </a:lnTo>
                  <a:lnTo>
                    <a:pt x="1385" y="699"/>
                  </a:lnTo>
                  <a:lnTo>
                    <a:pt x="1386" y="697"/>
                  </a:lnTo>
                  <a:lnTo>
                    <a:pt x="1388" y="695"/>
                  </a:lnTo>
                  <a:lnTo>
                    <a:pt x="1388" y="693"/>
                  </a:lnTo>
                  <a:lnTo>
                    <a:pt x="1388" y="693"/>
                  </a:lnTo>
                  <a:lnTo>
                    <a:pt x="1390" y="692"/>
                  </a:lnTo>
                  <a:lnTo>
                    <a:pt x="1390" y="690"/>
                  </a:lnTo>
                  <a:lnTo>
                    <a:pt x="1390" y="688"/>
                  </a:lnTo>
                  <a:lnTo>
                    <a:pt x="1390" y="687"/>
                  </a:lnTo>
                  <a:lnTo>
                    <a:pt x="1392" y="687"/>
                  </a:lnTo>
                  <a:lnTo>
                    <a:pt x="1392" y="688"/>
                  </a:lnTo>
                  <a:lnTo>
                    <a:pt x="1393" y="688"/>
                  </a:lnTo>
                  <a:lnTo>
                    <a:pt x="1396" y="687"/>
                  </a:lnTo>
                  <a:lnTo>
                    <a:pt x="1397" y="687"/>
                  </a:lnTo>
                  <a:lnTo>
                    <a:pt x="1397" y="686"/>
                  </a:lnTo>
                  <a:lnTo>
                    <a:pt x="1400" y="683"/>
                  </a:lnTo>
                  <a:lnTo>
                    <a:pt x="1401" y="682"/>
                  </a:lnTo>
                  <a:close/>
                  <a:moveTo>
                    <a:pt x="1418" y="666"/>
                  </a:moveTo>
                  <a:lnTo>
                    <a:pt x="1415" y="670"/>
                  </a:lnTo>
                  <a:lnTo>
                    <a:pt x="1414" y="672"/>
                  </a:lnTo>
                  <a:lnTo>
                    <a:pt x="1414" y="674"/>
                  </a:lnTo>
                  <a:lnTo>
                    <a:pt x="1413" y="675"/>
                  </a:lnTo>
                  <a:lnTo>
                    <a:pt x="1411" y="678"/>
                  </a:lnTo>
                  <a:lnTo>
                    <a:pt x="1409" y="680"/>
                  </a:lnTo>
                  <a:lnTo>
                    <a:pt x="1407" y="680"/>
                  </a:lnTo>
                  <a:lnTo>
                    <a:pt x="1407" y="676"/>
                  </a:lnTo>
                  <a:lnTo>
                    <a:pt x="1410" y="675"/>
                  </a:lnTo>
                  <a:lnTo>
                    <a:pt x="1410" y="674"/>
                  </a:lnTo>
                  <a:lnTo>
                    <a:pt x="1411" y="672"/>
                  </a:lnTo>
                  <a:lnTo>
                    <a:pt x="1411" y="671"/>
                  </a:lnTo>
                  <a:lnTo>
                    <a:pt x="1413" y="670"/>
                  </a:lnTo>
                  <a:lnTo>
                    <a:pt x="1414" y="667"/>
                  </a:lnTo>
                  <a:lnTo>
                    <a:pt x="1417" y="667"/>
                  </a:lnTo>
                  <a:lnTo>
                    <a:pt x="1418" y="666"/>
                  </a:lnTo>
                  <a:close/>
                  <a:moveTo>
                    <a:pt x="1429" y="649"/>
                  </a:moveTo>
                  <a:lnTo>
                    <a:pt x="1429" y="649"/>
                  </a:lnTo>
                  <a:lnTo>
                    <a:pt x="1429" y="653"/>
                  </a:lnTo>
                  <a:lnTo>
                    <a:pt x="1427" y="654"/>
                  </a:lnTo>
                  <a:lnTo>
                    <a:pt x="1427" y="653"/>
                  </a:lnTo>
                  <a:lnTo>
                    <a:pt x="1427" y="650"/>
                  </a:lnTo>
                  <a:lnTo>
                    <a:pt x="1429" y="649"/>
                  </a:lnTo>
                  <a:close/>
                  <a:moveTo>
                    <a:pt x="1430" y="643"/>
                  </a:moveTo>
                  <a:lnTo>
                    <a:pt x="1431" y="643"/>
                  </a:lnTo>
                  <a:lnTo>
                    <a:pt x="1431" y="645"/>
                  </a:lnTo>
                  <a:lnTo>
                    <a:pt x="1430" y="645"/>
                  </a:lnTo>
                  <a:lnTo>
                    <a:pt x="1430" y="643"/>
                  </a:lnTo>
                  <a:lnTo>
                    <a:pt x="1430" y="643"/>
                  </a:lnTo>
                  <a:close/>
                  <a:moveTo>
                    <a:pt x="1431" y="640"/>
                  </a:moveTo>
                  <a:lnTo>
                    <a:pt x="1432" y="640"/>
                  </a:lnTo>
                  <a:lnTo>
                    <a:pt x="1432" y="641"/>
                  </a:lnTo>
                  <a:lnTo>
                    <a:pt x="1431" y="640"/>
                  </a:lnTo>
                  <a:close/>
                  <a:moveTo>
                    <a:pt x="1432" y="634"/>
                  </a:moveTo>
                  <a:lnTo>
                    <a:pt x="1432" y="636"/>
                  </a:lnTo>
                  <a:lnTo>
                    <a:pt x="1432" y="638"/>
                  </a:lnTo>
                  <a:lnTo>
                    <a:pt x="1431" y="636"/>
                  </a:lnTo>
                  <a:lnTo>
                    <a:pt x="1432" y="634"/>
                  </a:lnTo>
                  <a:close/>
                  <a:moveTo>
                    <a:pt x="1432" y="628"/>
                  </a:moveTo>
                  <a:lnTo>
                    <a:pt x="1434" y="629"/>
                  </a:lnTo>
                  <a:lnTo>
                    <a:pt x="1432" y="629"/>
                  </a:lnTo>
                  <a:lnTo>
                    <a:pt x="1432" y="628"/>
                  </a:lnTo>
                  <a:lnTo>
                    <a:pt x="1432" y="628"/>
                  </a:lnTo>
                  <a:close/>
                  <a:moveTo>
                    <a:pt x="1438" y="611"/>
                  </a:moveTo>
                  <a:lnTo>
                    <a:pt x="1438" y="611"/>
                  </a:lnTo>
                  <a:lnTo>
                    <a:pt x="1438" y="613"/>
                  </a:lnTo>
                  <a:lnTo>
                    <a:pt x="1436" y="615"/>
                  </a:lnTo>
                  <a:lnTo>
                    <a:pt x="1436" y="615"/>
                  </a:lnTo>
                  <a:lnTo>
                    <a:pt x="1436" y="612"/>
                  </a:lnTo>
                  <a:lnTo>
                    <a:pt x="1438" y="611"/>
                  </a:lnTo>
                  <a:close/>
                  <a:moveTo>
                    <a:pt x="1434" y="608"/>
                  </a:moveTo>
                  <a:lnTo>
                    <a:pt x="1435" y="608"/>
                  </a:lnTo>
                  <a:lnTo>
                    <a:pt x="1435" y="609"/>
                  </a:lnTo>
                  <a:lnTo>
                    <a:pt x="1435" y="609"/>
                  </a:lnTo>
                  <a:lnTo>
                    <a:pt x="1434" y="609"/>
                  </a:lnTo>
                  <a:lnTo>
                    <a:pt x="1434" y="608"/>
                  </a:lnTo>
                  <a:close/>
                  <a:moveTo>
                    <a:pt x="1438" y="603"/>
                  </a:moveTo>
                  <a:lnTo>
                    <a:pt x="1439" y="604"/>
                  </a:lnTo>
                  <a:lnTo>
                    <a:pt x="1440" y="605"/>
                  </a:lnTo>
                  <a:lnTo>
                    <a:pt x="1439" y="605"/>
                  </a:lnTo>
                  <a:lnTo>
                    <a:pt x="1438" y="605"/>
                  </a:lnTo>
                  <a:lnTo>
                    <a:pt x="1438" y="604"/>
                  </a:lnTo>
                  <a:lnTo>
                    <a:pt x="1438" y="603"/>
                  </a:lnTo>
                  <a:close/>
                  <a:moveTo>
                    <a:pt x="1438" y="595"/>
                  </a:moveTo>
                  <a:lnTo>
                    <a:pt x="1438" y="596"/>
                  </a:lnTo>
                  <a:lnTo>
                    <a:pt x="1438" y="597"/>
                  </a:lnTo>
                  <a:lnTo>
                    <a:pt x="1439" y="600"/>
                  </a:lnTo>
                  <a:lnTo>
                    <a:pt x="1438" y="601"/>
                  </a:lnTo>
                  <a:lnTo>
                    <a:pt x="1436" y="600"/>
                  </a:lnTo>
                  <a:lnTo>
                    <a:pt x="1438" y="597"/>
                  </a:lnTo>
                  <a:lnTo>
                    <a:pt x="1438" y="595"/>
                  </a:lnTo>
                  <a:close/>
                  <a:moveTo>
                    <a:pt x="1442" y="568"/>
                  </a:moveTo>
                  <a:lnTo>
                    <a:pt x="1446" y="571"/>
                  </a:lnTo>
                  <a:lnTo>
                    <a:pt x="1447" y="574"/>
                  </a:lnTo>
                  <a:lnTo>
                    <a:pt x="1446" y="575"/>
                  </a:lnTo>
                  <a:lnTo>
                    <a:pt x="1444" y="576"/>
                  </a:lnTo>
                  <a:lnTo>
                    <a:pt x="1446" y="579"/>
                  </a:lnTo>
                  <a:lnTo>
                    <a:pt x="1443" y="582"/>
                  </a:lnTo>
                  <a:lnTo>
                    <a:pt x="1442" y="583"/>
                  </a:lnTo>
                  <a:lnTo>
                    <a:pt x="1442" y="584"/>
                  </a:lnTo>
                  <a:lnTo>
                    <a:pt x="1442" y="587"/>
                  </a:lnTo>
                  <a:lnTo>
                    <a:pt x="1440" y="587"/>
                  </a:lnTo>
                  <a:lnTo>
                    <a:pt x="1439" y="586"/>
                  </a:lnTo>
                  <a:lnTo>
                    <a:pt x="1438" y="586"/>
                  </a:lnTo>
                  <a:lnTo>
                    <a:pt x="1436" y="584"/>
                  </a:lnTo>
                  <a:lnTo>
                    <a:pt x="1438" y="584"/>
                  </a:lnTo>
                  <a:lnTo>
                    <a:pt x="1438" y="583"/>
                  </a:lnTo>
                  <a:lnTo>
                    <a:pt x="1436" y="580"/>
                  </a:lnTo>
                  <a:lnTo>
                    <a:pt x="1436" y="579"/>
                  </a:lnTo>
                  <a:lnTo>
                    <a:pt x="1438" y="579"/>
                  </a:lnTo>
                  <a:lnTo>
                    <a:pt x="1439" y="578"/>
                  </a:lnTo>
                  <a:lnTo>
                    <a:pt x="1442" y="576"/>
                  </a:lnTo>
                  <a:lnTo>
                    <a:pt x="1442" y="574"/>
                  </a:lnTo>
                  <a:lnTo>
                    <a:pt x="1442" y="570"/>
                  </a:lnTo>
                  <a:lnTo>
                    <a:pt x="1442" y="568"/>
                  </a:lnTo>
                  <a:close/>
                  <a:moveTo>
                    <a:pt x="1435" y="566"/>
                  </a:moveTo>
                  <a:lnTo>
                    <a:pt x="1438" y="568"/>
                  </a:lnTo>
                  <a:lnTo>
                    <a:pt x="1438" y="570"/>
                  </a:lnTo>
                  <a:lnTo>
                    <a:pt x="1435" y="570"/>
                  </a:lnTo>
                  <a:lnTo>
                    <a:pt x="1434" y="568"/>
                  </a:lnTo>
                  <a:lnTo>
                    <a:pt x="1434" y="567"/>
                  </a:lnTo>
                  <a:lnTo>
                    <a:pt x="1435" y="566"/>
                  </a:lnTo>
                  <a:close/>
                  <a:moveTo>
                    <a:pt x="1447" y="566"/>
                  </a:moveTo>
                  <a:lnTo>
                    <a:pt x="1448" y="567"/>
                  </a:lnTo>
                  <a:lnTo>
                    <a:pt x="1448" y="568"/>
                  </a:lnTo>
                  <a:lnTo>
                    <a:pt x="1447" y="570"/>
                  </a:lnTo>
                  <a:lnTo>
                    <a:pt x="1447" y="570"/>
                  </a:lnTo>
                  <a:lnTo>
                    <a:pt x="1444" y="568"/>
                  </a:lnTo>
                  <a:lnTo>
                    <a:pt x="1444" y="567"/>
                  </a:lnTo>
                  <a:lnTo>
                    <a:pt x="1447" y="566"/>
                  </a:lnTo>
                  <a:close/>
                  <a:moveTo>
                    <a:pt x="25" y="532"/>
                  </a:moveTo>
                  <a:lnTo>
                    <a:pt x="26" y="534"/>
                  </a:lnTo>
                  <a:lnTo>
                    <a:pt x="26" y="536"/>
                  </a:lnTo>
                  <a:lnTo>
                    <a:pt x="24" y="534"/>
                  </a:lnTo>
                  <a:lnTo>
                    <a:pt x="25" y="532"/>
                  </a:lnTo>
                  <a:close/>
                  <a:moveTo>
                    <a:pt x="1211" y="526"/>
                  </a:moveTo>
                  <a:lnTo>
                    <a:pt x="1211" y="528"/>
                  </a:lnTo>
                  <a:lnTo>
                    <a:pt x="1211" y="528"/>
                  </a:lnTo>
                  <a:lnTo>
                    <a:pt x="1211" y="530"/>
                  </a:lnTo>
                  <a:lnTo>
                    <a:pt x="1210" y="530"/>
                  </a:lnTo>
                  <a:lnTo>
                    <a:pt x="1209" y="533"/>
                  </a:lnTo>
                  <a:lnTo>
                    <a:pt x="1207" y="532"/>
                  </a:lnTo>
                  <a:lnTo>
                    <a:pt x="1206" y="529"/>
                  </a:lnTo>
                  <a:lnTo>
                    <a:pt x="1209" y="526"/>
                  </a:lnTo>
                  <a:lnTo>
                    <a:pt x="1211" y="526"/>
                  </a:lnTo>
                  <a:close/>
                  <a:moveTo>
                    <a:pt x="1211" y="521"/>
                  </a:moveTo>
                  <a:lnTo>
                    <a:pt x="1213" y="522"/>
                  </a:lnTo>
                  <a:lnTo>
                    <a:pt x="1213" y="524"/>
                  </a:lnTo>
                  <a:lnTo>
                    <a:pt x="1211" y="525"/>
                  </a:lnTo>
                  <a:lnTo>
                    <a:pt x="1210" y="524"/>
                  </a:lnTo>
                  <a:lnTo>
                    <a:pt x="1211" y="522"/>
                  </a:lnTo>
                  <a:lnTo>
                    <a:pt x="1211" y="522"/>
                  </a:lnTo>
                  <a:lnTo>
                    <a:pt x="1211" y="521"/>
                  </a:lnTo>
                  <a:close/>
                  <a:moveTo>
                    <a:pt x="1209" y="521"/>
                  </a:moveTo>
                  <a:lnTo>
                    <a:pt x="1209" y="521"/>
                  </a:lnTo>
                  <a:lnTo>
                    <a:pt x="1209" y="524"/>
                  </a:lnTo>
                  <a:lnTo>
                    <a:pt x="1209" y="525"/>
                  </a:lnTo>
                  <a:lnTo>
                    <a:pt x="1207" y="522"/>
                  </a:lnTo>
                  <a:lnTo>
                    <a:pt x="1207" y="521"/>
                  </a:lnTo>
                  <a:lnTo>
                    <a:pt x="1209" y="521"/>
                  </a:lnTo>
                  <a:close/>
                  <a:moveTo>
                    <a:pt x="1264" y="515"/>
                  </a:moveTo>
                  <a:lnTo>
                    <a:pt x="1265" y="516"/>
                  </a:lnTo>
                  <a:lnTo>
                    <a:pt x="1267" y="518"/>
                  </a:lnTo>
                  <a:lnTo>
                    <a:pt x="1271" y="520"/>
                  </a:lnTo>
                  <a:lnTo>
                    <a:pt x="1272" y="522"/>
                  </a:lnTo>
                  <a:lnTo>
                    <a:pt x="1272" y="526"/>
                  </a:lnTo>
                  <a:lnTo>
                    <a:pt x="1273" y="529"/>
                  </a:lnTo>
                  <a:lnTo>
                    <a:pt x="1278" y="532"/>
                  </a:lnTo>
                  <a:lnTo>
                    <a:pt x="1278" y="534"/>
                  </a:lnTo>
                  <a:lnTo>
                    <a:pt x="1280" y="534"/>
                  </a:lnTo>
                  <a:lnTo>
                    <a:pt x="1282" y="537"/>
                  </a:lnTo>
                  <a:lnTo>
                    <a:pt x="1285" y="541"/>
                  </a:lnTo>
                  <a:lnTo>
                    <a:pt x="1286" y="545"/>
                  </a:lnTo>
                  <a:lnTo>
                    <a:pt x="1284" y="541"/>
                  </a:lnTo>
                  <a:lnTo>
                    <a:pt x="1281" y="538"/>
                  </a:lnTo>
                  <a:lnTo>
                    <a:pt x="1281" y="540"/>
                  </a:lnTo>
                  <a:lnTo>
                    <a:pt x="1281" y="541"/>
                  </a:lnTo>
                  <a:lnTo>
                    <a:pt x="1282" y="541"/>
                  </a:lnTo>
                  <a:lnTo>
                    <a:pt x="1282" y="543"/>
                  </a:lnTo>
                  <a:lnTo>
                    <a:pt x="1285" y="546"/>
                  </a:lnTo>
                  <a:lnTo>
                    <a:pt x="1288" y="547"/>
                  </a:lnTo>
                  <a:lnTo>
                    <a:pt x="1288" y="550"/>
                  </a:lnTo>
                  <a:lnTo>
                    <a:pt x="1288" y="553"/>
                  </a:lnTo>
                  <a:lnTo>
                    <a:pt x="1289" y="557"/>
                  </a:lnTo>
                  <a:lnTo>
                    <a:pt x="1288" y="557"/>
                  </a:lnTo>
                  <a:lnTo>
                    <a:pt x="1288" y="558"/>
                  </a:lnTo>
                  <a:lnTo>
                    <a:pt x="1288" y="561"/>
                  </a:lnTo>
                  <a:lnTo>
                    <a:pt x="1289" y="562"/>
                  </a:lnTo>
                  <a:lnTo>
                    <a:pt x="1290" y="566"/>
                  </a:lnTo>
                  <a:lnTo>
                    <a:pt x="1293" y="568"/>
                  </a:lnTo>
                  <a:lnTo>
                    <a:pt x="1294" y="570"/>
                  </a:lnTo>
                  <a:lnTo>
                    <a:pt x="1296" y="571"/>
                  </a:lnTo>
                  <a:lnTo>
                    <a:pt x="1296" y="574"/>
                  </a:lnTo>
                  <a:lnTo>
                    <a:pt x="1296" y="574"/>
                  </a:lnTo>
                  <a:lnTo>
                    <a:pt x="1297" y="575"/>
                  </a:lnTo>
                  <a:lnTo>
                    <a:pt x="1297" y="574"/>
                  </a:lnTo>
                  <a:lnTo>
                    <a:pt x="1298" y="574"/>
                  </a:lnTo>
                  <a:lnTo>
                    <a:pt x="1299" y="576"/>
                  </a:lnTo>
                  <a:lnTo>
                    <a:pt x="1299" y="579"/>
                  </a:lnTo>
                  <a:lnTo>
                    <a:pt x="1302" y="580"/>
                  </a:lnTo>
                  <a:lnTo>
                    <a:pt x="1303" y="584"/>
                  </a:lnTo>
                  <a:lnTo>
                    <a:pt x="1307" y="590"/>
                  </a:lnTo>
                  <a:lnTo>
                    <a:pt x="1309" y="592"/>
                  </a:lnTo>
                  <a:lnTo>
                    <a:pt x="1311" y="599"/>
                  </a:lnTo>
                  <a:lnTo>
                    <a:pt x="1315" y="603"/>
                  </a:lnTo>
                  <a:lnTo>
                    <a:pt x="1315" y="605"/>
                  </a:lnTo>
                  <a:lnTo>
                    <a:pt x="1318" y="605"/>
                  </a:lnTo>
                  <a:lnTo>
                    <a:pt x="1318" y="608"/>
                  </a:lnTo>
                  <a:lnTo>
                    <a:pt x="1321" y="612"/>
                  </a:lnTo>
                  <a:lnTo>
                    <a:pt x="1322" y="613"/>
                  </a:lnTo>
                  <a:lnTo>
                    <a:pt x="1322" y="615"/>
                  </a:lnTo>
                  <a:lnTo>
                    <a:pt x="1325" y="618"/>
                  </a:lnTo>
                  <a:lnTo>
                    <a:pt x="1326" y="621"/>
                  </a:lnTo>
                  <a:lnTo>
                    <a:pt x="1330" y="624"/>
                  </a:lnTo>
                  <a:lnTo>
                    <a:pt x="1331" y="626"/>
                  </a:lnTo>
                  <a:lnTo>
                    <a:pt x="1332" y="630"/>
                  </a:lnTo>
                  <a:lnTo>
                    <a:pt x="1331" y="629"/>
                  </a:lnTo>
                  <a:lnTo>
                    <a:pt x="1330" y="626"/>
                  </a:lnTo>
                  <a:lnTo>
                    <a:pt x="1327" y="625"/>
                  </a:lnTo>
                  <a:lnTo>
                    <a:pt x="1325" y="624"/>
                  </a:lnTo>
                  <a:lnTo>
                    <a:pt x="1323" y="620"/>
                  </a:lnTo>
                  <a:lnTo>
                    <a:pt x="1321" y="618"/>
                  </a:lnTo>
                  <a:lnTo>
                    <a:pt x="1318" y="618"/>
                  </a:lnTo>
                  <a:lnTo>
                    <a:pt x="1315" y="618"/>
                  </a:lnTo>
                  <a:lnTo>
                    <a:pt x="1314" y="618"/>
                  </a:lnTo>
                  <a:lnTo>
                    <a:pt x="1313" y="618"/>
                  </a:lnTo>
                  <a:lnTo>
                    <a:pt x="1313" y="620"/>
                  </a:lnTo>
                  <a:lnTo>
                    <a:pt x="1313" y="622"/>
                  </a:lnTo>
                  <a:lnTo>
                    <a:pt x="1311" y="624"/>
                  </a:lnTo>
                  <a:lnTo>
                    <a:pt x="1313" y="626"/>
                  </a:lnTo>
                  <a:lnTo>
                    <a:pt x="1313" y="629"/>
                  </a:lnTo>
                  <a:lnTo>
                    <a:pt x="1313" y="633"/>
                  </a:lnTo>
                  <a:lnTo>
                    <a:pt x="1314" y="636"/>
                  </a:lnTo>
                  <a:lnTo>
                    <a:pt x="1314" y="640"/>
                  </a:lnTo>
                  <a:lnTo>
                    <a:pt x="1314" y="643"/>
                  </a:lnTo>
                  <a:lnTo>
                    <a:pt x="1315" y="646"/>
                  </a:lnTo>
                  <a:lnTo>
                    <a:pt x="1317" y="650"/>
                  </a:lnTo>
                  <a:lnTo>
                    <a:pt x="1318" y="654"/>
                  </a:lnTo>
                  <a:lnTo>
                    <a:pt x="1319" y="655"/>
                  </a:lnTo>
                  <a:lnTo>
                    <a:pt x="1322" y="657"/>
                  </a:lnTo>
                  <a:lnTo>
                    <a:pt x="1325" y="659"/>
                  </a:lnTo>
                  <a:lnTo>
                    <a:pt x="1326" y="662"/>
                  </a:lnTo>
                  <a:lnTo>
                    <a:pt x="1326" y="665"/>
                  </a:lnTo>
                  <a:lnTo>
                    <a:pt x="1330" y="667"/>
                  </a:lnTo>
                  <a:lnTo>
                    <a:pt x="1331" y="667"/>
                  </a:lnTo>
                  <a:lnTo>
                    <a:pt x="1332" y="666"/>
                  </a:lnTo>
                  <a:lnTo>
                    <a:pt x="1334" y="668"/>
                  </a:lnTo>
                  <a:lnTo>
                    <a:pt x="1335" y="671"/>
                  </a:lnTo>
                  <a:lnTo>
                    <a:pt x="1336" y="674"/>
                  </a:lnTo>
                  <a:lnTo>
                    <a:pt x="1336" y="676"/>
                  </a:lnTo>
                  <a:lnTo>
                    <a:pt x="1336" y="679"/>
                  </a:lnTo>
                  <a:lnTo>
                    <a:pt x="1336" y="680"/>
                  </a:lnTo>
                  <a:lnTo>
                    <a:pt x="1336" y="682"/>
                  </a:lnTo>
                  <a:lnTo>
                    <a:pt x="1335" y="680"/>
                  </a:lnTo>
                  <a:lnTo>
                    <a:pt x="1335" y="678"/>
                  </a:lnTo>
                  <a:lnTo>
                    <a:pt x="1332" y="675"/>
                  </a:lnTo>
                  <a:lnTo>
                    <a:pt x="1332" y="674"/>
                  </a:lnTo>
                  <a:lnTo>
                    <a:pt x="1334" y="672"/>
                  </a:lnTo>
                  <a:lnTo>
                    <a:pt x="1332" y="671"/>
                  </a:lnTo>
                  <a:lnTo>
                    <a:pt x="1331" y="671"/>
                  </a:lnTo>
                  <a:lnTo>
                    <a:pt x="1331" y="672"/>
                  </a:lnTo>
                  <a:lnTo>
                    <a:pt x="1326" y="672"/>
                  </a:lnTo>
                  <a:lnTo>
                    <a:pt x="1325" y="672"/>
                  </a:lnTo>
                  <a:lnTo>
                    <a:pt x="1325" y="670"/>
                  </a:lnTo>
                  <a:lnTo>
                    <a:pt x="1323" y="670"/>
                  </a:lnTo>
                  <a:lnTo>
                    <a:pt x="1322" y="672"/>
                  </a:lnTo>
                  <a:lnTo>
                    <a:pt x="1321" y="675"/>
                  </a:lnTo>
                  <a:lnTo>
                    <a:pt x="1322" y="679"/>
                  </a:lnTo>
                  <a:lnTo>
                    <a:pt x="1323" y="680"/>
                  </a:lnTo>
                  <a:lnTo>
                    <a:pt x="1322" y="683"/>
                  </a:lnTo>
                  <a:lnTo>
                    <a:pt x="1323" y="686"/>
                  </a:lnTo>
                  <a:lnTo>
                    <a:pt x="1319" y="684"/>
                  </a:lnTo>
                  <a:lnTo>
                    <a:pt x="1318" y="680"/>
                  </a:lnTo>
                  <a:lnTo>
                    <a:pt x="1315" y="679"/>
                  </a:lnTo>
                  <a:lnTo>
                    <a:pt x="1314" y="675"/>
                  </a:lnTo>
                  <a:lnTo>
                    <a:pt x="1315" y="671"/>
                  </a:lnTo>
                  <a:lnTo>
                    <a:pt x="1315" y="667"/>
                  </a:lnTo>
                  <a:lnTo>
                    <a:pt x="1315" y="665"/>
                  </a:lnTo>
                  <a:lnTo>
                    <a:pt x="1313" y="661"/>
                  </a:lnTo>
                  <a:lnTo>
                    <a:pt x="1311" y="658"/>
                  </a:lnTo>
                  <a:lnTo>
                    <a:pt x="1310" y="655"/>
                  </a:lnTo>
                  <a:lnTo>
                    <a:pt x="1309" y="651"/>
                  </a:lnTo>
                  <a:lnTo>
                    <a:pt x="1309" y="646"/>
                  </a:lnTo>
                  <a:lnTo>
                    <a:pt x="1307" y="642"/>
                  </a:lnTo>
                  <a:lnTo>
                    <a:pt x="1307" y="641"/>
                  </a:lnTo>
                  <a:lnTo>
                    <a:pt x="1303" y="636"/>
                  </a:lnTo>
                  <a:lnTo>
                    <a:pt x="1301" y="633"/>
                  </a:lnTo>
                  <a:lnTo>
                    <a:pt x="1301" y="630"/>
                  </a:lnTo>
                  <a:lnTo>
                    <a:pt x="1301" y="628"/>
                  </a:lnTo>
                  <a:lnTo>
                    <a:pt x="1299" y="624"/>
                  </a:lnTo>
                  <a:lnTo>
                    <a:pt x="1298" y="620"/>
                  </a:lnTo>
                  <a:lnTo>
                    <a:pt x="1299" y="617"/>
                  </a:lnTo>
                  <a:lnTo>
                    <a:pt x="1298" y="616"/>
                  </a:lnTo>
                  <a:lnTo>
                    <a:pt x="1298" y="612"/>
                  </a:lnTo>
                  <a:lnTo>
                    <a:pt x="1297" y="608"/>
                  </a:lnTo>
                  <a:lnTo>
                    <a:pt x="1296" y="605"/>
                  </a:lnTo>
                  <a:lnTo>
                    <a:pt x="1293" y="601"/>
                  </a:lnTo>
                  <a:lnTo>
                    <a:pt x="1293" y="600"/>
                  </a:lnTo>
                  <a:lnTo>
                    <a:pt x="1294" y="599"/>
                  </a:lnTo>
                  <a:lnTo>
                    <a:pt x="1292" y="596"/>
                  </a:lnTo>
                  <a:lnTo>
                    <a:pt x="1289" y="595"/>
                  </a:lnTo>
                  <a:lnTo>
                    <a:pt x="1289" y="592"/>
                  </a:lnTo>
                  <a:lnTo>
                    <a:pt x="1288" y="590"/>
                  </a:lnTo>
                  <a:lnTo>
                    <a:pt x="1288" y="587"/>
                  </a:lnTo>
                  <a:lnTo>
                    <a:pt x="1288" y="583"/>
                  </a:lnTo>
                  <a:lnTo>
                    <a:pt x="1285" y="579"/>
                  </a:lnTo>
                  <a:lnTo>
                    <a:pt x="1282" y="578"/>
                  </a:lnTo>
                  <a:lnTo>
                    <a:pt x="1277" y="572"/>
                  </a:lnTo>
                  <a:lnTo>
                    <a:pt x="1278" y="571"/>
                  </a:lnTo>
                  <a:lnTo>
                    <a:pt x="1277" y="570"/>
                  </a:lnTo>
                  <a:lnTo>
                    <a:pt x="1274" y="568"/>
                  </a:lnTo>
                  <a:lnTo>
                    <a:pt x="1273" y="565"/>
                  </a:lnTo>
                  <a:lnTo>
                    <a:pt x="1272" y="559"/>
                  </a:lnTo>
                  <a:lnTo>
                    <a:pt x="1271" y="555"/>
                  </a:lnTo>
                  <a:lnTo>
                    <a:pt x="1271" y="554"/>
                  </a:lnTo>
                  <a:lnTo>
                    <a:pt x="1271" y="550"/>
                  </a:lnTo>
                  <a:lnTo>
                    <a:pt x="1268" y="546"/>
                  </a:lnTo>
                  <a:lnTo>
                    <a:pt x="1265" y="543"/>
                  </a:lnTo>
                  <a:lnTo>
                    <a:pt x="1265" y="540"/>
                  </a:lnTo>
                  <a:lnTo>
                    <a:pt x="1263" y="538"/>
                  </a:lnTo>
                  <a:lnTo>
                    <a:pt x="1264" y="534"/>
                  </a:lnTo>
                  <a:lnTo>
                    <a:pt x="1265" y="533"/>
                  </a:lnTo>
                  <a:lnTo>
                    <a:pt x="1267" y="536"/>
                  </a:lnTo>
                  <a:lnTo>
                    <a:pt x="1269" y="536"/>
                  </a:lnTo>
                  <a:lnTo>
                    <a:pt x="1271" y="534"/>
                  </a:lnTo>
                  <a:lnTo>
                    <a:pt x="1271" y="532"/>
                  </a:lnTo>
                  <a:lnTo>
                    <a:pt x="1268" y="532"/>
                  </a:lnTo>
                  <a:lnTo>
                    <a:pt x="1268" y="530"/>
                  </a:lnTo>
                  <a:lnTo>
                    <a:pt x="1269" y="529"/>
                  </a:lnTo>
                  <a:lnTo>
                    <a:pt x="1271" y="529"/>
                  </a:lnTo>
                  <a:lnTo>
                    <a:pt x="1269" y="526"/>
                  </a:lnTo>
                  <a:lnTo>
                    <a:pt x="1268" y="528"/>
                  </a:lnTo>
                  <a:lnTo>
                    <a:pt x="1268" y="528"/>
                  </a:lnTo>
                  <a:lnTo>
                    <a:pt x="1268" y="525"/>
                  </a:lnTo>
                  <a:lnTo>
                    <a:pt x="1267" y="524"/>
                  </a:lnTo>
                  <a:lnTo>
                    <a:pt x="1263" y="521"/>
                  </a:lnTo>
                  <a:lnTo>
                    <a:pt x="1259" y="518"/>
                  </a:lnTo>
                  <a:lnTo>
                    <a:pt x="1261" y="517"/>
                  </a:lnTo>
                  <a:lnTo>
                    <a:pt x="1263" y="518"/>
                  </a:lnTo>
                  <a:lnTo>
                    <a:pt x="1264" y="518"/>
                  </a:lnTo>
                  <a:lnTo>
                    <a:pt x="1264" y="517"/>
                  </a:lnTo>
                  <a:lnTo>
                    <a:pt x="1264" y="516"/>
                  </a:lnTo>
                  <a:lnTo>
                    <a:pt x="1264" y="515"/>
                  </a:lnTo>
                  <a:close/>
                  <a:moveTo>
                    <a:pt x="1198" y="511"/>
                  </a:moveTo>
                  <a:lnTo>
                    <a:pt x="1198" y="512"/>
                  </a:lnTo>
                  <a:lnTo>
                    <a:pt x="1197" y="513"/>
                  </a:lnTo>
                  <a:lnTo>
                    <a:pt x="1198" y="515"/>
                  </a:lnTo>
                  <a:lnTo>
                    <a:pt x="1197" y="516"/>
                  </a:lnTo>
                  <a:lnTo>
                    <a:pt x="1195" y="515"/>
                  </a:lnTo>
                  <a:lnTo>
                    <a:pt x="1195" y="516"/>
                  </a:lnTo>
                  <a:lnTo>
                    <a:pt x="1195" y="516"/>
                  </a:lnTo>
                  <a:lnTo>
                    <a:pt x="1194" y="516"/>
                  </a:lnTo>
                  <a:lnTo>
                    <a:pt x="1193" y="515"/>
                  </a:lnTo>
                  <a:lnTo>
                    <a:pt x="1193" y="513"/>
                  </a:lnTo>
                  <a:lnTo>
                    <a:pt x="1195" y="512"/>
                  </a:lnTo>
                  <a:lnTo>
                    <a:pt x="1197" y="511"/>
                  </a:lnTo>
                  <a:lnTo>
                    <a:pt x="1198" y="511"/>
                  </a:lnTo>
                  <a:close/>
                  <a:moveTo>
                    <a:pt x="1203" y="509"/>
                  </a:moveTo>
                  <a:lnTo>
                    <a:pt x="1205" y="509"/>
                  </a:lnTo>
                  <a:lnTo>
                    <a:pt x="1207" y="509"/>
                  </a:lnTo>
                  <a:lnTo>
                    <a:pt x="1209" y="509"/>
                  </a:lnTo>
                  <a:lnTo>
                    <a:pt x="1209" y="511"/>
                  </a:lnTo>
                  <a:lnTo>
                    <a:pt x="1207" y="512"/>
                  </a:lnTo>
                  <a:lnTo>
                    <a:pt x="1207" y="513"/>
                  </a:lnTo>
                  <a:lnTo>
                    <a:pt x="1209" y="512"/>
                  </a:lnTo>
                  <a:lnTo>
                    <a:pt x="1209" y="511"/>
                  </a:lnTo>
                  <a:lnTo>
                    <a:pt x="1211" y="511"/>
                  </a:lnTo>
                  <a:lnTo>
                    <a:pt x="1211" y="512"/>
                  </a:lnTo>
                  <a:lnTo>
                    <a:pt x="1210" y="513"/>
                  </a:lnTo>
                  <a:lnTo>
                    <a:pt x="1210" y="515"/>
                  </a:lnTo>
                  <a:lnTo>
                    <a:pt x="1210" y="516"/>
                  </a:lnTo>
                  <a:lnTo>
                    <a:pt x="1210" y="517"/>
                  </a:lnTo>
                  <a:lnTo>
                    <a:pt x="1209" y="518"/>
                  </a:lnTo>
                  <a:lnTo>
                    <a:pt x="1206" y="518"/>
                  </a:lnTo>
                  <a:lnTo>
                    <a:pt x="1205" y="516"/>
                  </a:lnTo>
                  <a:lnTo>
                    <a:pt x="1203" y="516"/>
                  </a:lnTo>
                  <a:lnTo>
                    <a:pt x="1203" y="517"/>
                  </a:lnTo>
                  <a:lnTo>
                    <a:pt x="1202" y="518"/>
                  </a:lnTo>
                  <a:lnTo>
                    <a:pt x="1202" y="518"/>
                  </a:lnTo>
                  <a:lnTo>
                    <a:pt x="1199" y="515"/>
                  </a:lnTo>
                  <a:lnTo>
                    <a:pt x="1199" y="513"/>
                  </a:lnTo>
                  <a:lnTo>
                    <a:pt x="1202" y="512"/>
                  </a:lnTo>
                  <a:lnTo>
                    <a:pt x="1202" y="509"/>
                  </a:lnTo>
                  <a:lnTo>
                    <a:pt x="1203" y="509"/>
                  </a:lnTo>
                  <a:close/>
                  <a:moveTo>
                    <a:pt x="1530" y="453"/>
                  </a:moveTo>
                  <a:lnTo>
                    <a:pt x="1533" y="454"/>
                  </a:lnTo>
                  <a:lnTo>
                    <a:pt x="1535" y="455"/>
                  </a:lnTo>
                  <a:lnTo>
                    <a:pt x="1536" y="455"/>
                  </a:lnTo>
                  <a:lnTo>
                    <a:pt x="1539" y="457"/>
                  </a:lnTo>
                  <a:lnTo>
                    <a:pt x="1542" y="459"/>
                  </a:lnTo>
                  <a:lnTo>
                    <a:pt x="1543" y="459"/>
                  </a:lnTo>
                  <a:lnTo>
                    <a:pt x="1540" y="461"/>
                  </a:lnTo>
                  <a:lnTo>
                    <a:pt x="1539" y="459"/>
                  </a:lnTo>
                  <a:lnTo>
                    <a:pt x="1535" y="458"/>
                  </a:lnTo>
                  <a:lnTo>
                    <a:pt x="1533" y="455"/>
                  </a:lnTo>
                  <a:lnTo>
                    <a:pt x="1530" y="455"/>
                  </a:lnTo>
                  <a:lnTo>
                    <a:pt x="1529" y="454"/>
                  </a:lnTo>
                  <a:lnTo>
                    <a:pt x="1530" y="453"/>
                  </a:lnTo>
                  <a:close/>
                  <a:moveTo>
                    <a:pt x="1509" y="443"/>
                  </a:moveTo>
                  <a:lnTo>
                    <a:pt x="1511" y="445"/>
                  </a:lnTo>
                  <a:lnTo>
                    <a:pt x="1510" y="445"/>
                  </a:lnTo>
                  <a:lnTo>
                    <a:pt x="1510" y="446"/>
                  </a:lnTo>
                  <a:lnTo>
                    <a:pt x="1513" y="449"/>
                  </a:lnTo>
                  <a:lnTo>
                    <a:pt x="1515" y="450"/>
                  </a:lnTo>
                  <a:lnTo>
                    <a:pt x="1515" y="451"/>
                  </a:lnTo>
                  <a:lnTo>
                    <a:pt x="1519" y="454"/>
                  </a:lnTo>
                  <a:lnTo>
                    <a:pt x="1522" y="455"/>
                  </a:lnTo>
                  <a:lnTo>
                    <a:pt x="1523" y="458"/>
                  </a:lnTo>
                  <a:lnTo>
                    <a:pt x="1522" y="458"/>
                  </a:lnTo>
                  <a:lnTo>
                    <a:pt x="1519" y="458"/>
                  </a:lnTo>
                  <a:lnTo>
                    <a:pt x="1518" y="455"/>
                  </a:lnTo>
                  <a:lnTo>
                    <a:pt x="1517" y="457"/>
                  </a:lnTo>
                  <a:lnTo>
                    <a:pt x="1515" y="457"/>
                  </a:lnTo>
                  <a:lnTo>
                    <a:pt x="1514" y="454"/>
                  </a:lnTo>
                  <a:lnTo>
                    <a:pt x="1511" y="454"/>
                  </a:lnTo>
                  <a:lnTo>
                    <a:pt x="1510" y="451"/>
                  </a:lnTo>
                  <a:lnTo>
                    <a:pt x="1510" y="450"/>
                  </a:lnTo>
                  <a:lnTo>
                    <a:pt x="1509" y="449"/>
                  </a:lnTo>
                  <a:lnTo>
                    <a:pt x="1506" y="449"/>
                  </a:lnTo>
                  <a:lnTo>
                    <a:pt x="1505" y="447"/>
                  </a:lnTo>
                  <a:lnTo>
                    <a:pt x="1505" y="446"/>
                  </a:lnTo>
                  <a:lnTo>
                    <a:pt x="1506" y="445"/>
                  </a:lnTo>
                  <a:lnTo>
                    <a:pt x="1508" y="445"/>
                  </a:lnTo>
                  <a:lnTo>
                    <a:pt x="1509" y="443"/>
                  </a:lnTo>
                  <a:close/>
                  <a:moveTo>
                    <a:pt x="80" y="433"/>
                  </a:moveTo>
                  <a:lnTo>
                    <a:pt x="83" y="433"/>
                  </a:lnTo>
                  <a:lnTo>
                    <a:pt x="83" y="434"/>
                  </a:lnTo>
                  <a:lnTo>
                    <a:pt x="81" y="436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1" y="438"/>
                  </a:lnTo>
                  <a:lnTo>
                    <a:pt x="81" y="437"/>
                  </a:lnTo>
                  <a:lnTo>
                    <a:pt x="79" y="436"/>
                  </a:lnTo>
                  <a:lnTo>
                    <a:pt x="79" y="434"/>
                  </a:lnTo>
                  <a:lnTo>
                    <a:pt x="80" y="433"/>
                  </a:lnTo>
                  <a:close/>
                  <a:moveTo>
                    <a:pt x="143" y="395"/>
                  </a:moveTo>
                  <a:lnTo>
                    <a:pt x="145" y="397"/>
                  </a:lnTo>
                  <a:lnTo>
                    <a:pt x="146" y="399"/>
                  </a:lnTo>
                  <a:lnTo>
                    <a:pt x="145" y="399"/>
                  </a:lnTo>
                  <a:lnTo>
                    <a:pt x="143" y="397"/>
                  </a:lnTo>
                  <a:lnTo>
                    <a:pt x="143" y="396"/>
                  </a:lnTo>
                  <a:lnTo>
                    <a:pt x="143" y="395"/>
                  </a:lnTo>
                  <a:close/>
                  <a:moveTo>
                    <a:pt x="1302" y="390"/>
                  </a:moveTo>
                  <a:lnTo>
                    <a:pt x="1302" y="392"/>
                  </a:lnTo>
                  <a:lnTo>
                    <a:pt x="1301" y="393"/>
                  </a:lnTo>
                  <a:lnTo>
                    <a:pt x="1299" y="393"/>
                  </a:lnTo>
                  <a:lnTo>
                    <a:pt x="1299" y="392"/>
                  </a:lnTo>
                  <a:lnTo>
                    <a:pt x="1301" y="391"/>
                  </a:lnTo>
                  <a:lnTo>
                    <a:pt x="1302" y="390"/>
                  </a:lnTo>
                  <a:close/>
                  <a:moveTo>
                    <a:pt x="401" y="368"/>
                  </a:moveTo>
                  <a:lnTo>
                    <a:pt x="404" y="368"/>
                  </a:lnTo>
                  <a:lnTo>
                    <a:pt x="405" y="370"/>
                  </a:lnTo>
                  <a:lnTo>
                    <a:pt x="407" y="368"/>
                  </a:lnTo>
                  <a:lnTo>
                    <a:pt x="409" y="370"/>
                  </a:lnTo>
                  <a:lnTo>
                    <a:pt x="409" y="372"/>
                  </a:lnTo>
                  <a:lnTo>
                    <a:pt x="409" y="372"/>
                  </a:lnTo>
                  <a:lnTo>
                    <a:pt x="407" y="374"/>
                  </a:lnTo>
                  <a:lnTo>
                    <a:pt x="404" y="372"/>
                  </a:lnTo>
                  <a:lnTo>
                    <a:pt x="404" y="371"/>
                  </a:lnTo>
                  <a:lnTo>
                    <a:pt x="403" y="370"/>
                  </a:lnTo>
                  <a:lnTo>
                    <a:pt x="401" y="368"/>
                  </a:lnTo>
                  <a:close/>
                  <a:moveTo>
                    <a:pt x="1446" y="355"/>
                  </a:moveTo>
                  <a:lnTo>
                    <a:pt x="1447" y="355"/>
                  </a:lnTo>
                  <a:lnTo>
                    <a:pt x="1450" y="358"/>
                  </a:lnTo>
                  <a:lnTo>
                    <a:pt x="1451" y="362"/>
                  </a:lnTo>
                  <a:lnTo>
                    <a:pt x="1451" y="365"/>
                  </a:lnTo>
                  <a:lnTo>
                    <a:pt x="1450" y="365"/>
                  </a:lnTo>
                  <a:lnTo>
                    <a:pt x="1447" y="367"/>
                  </a:lnTo>
                  <a:lnTo>
                    <a:pt x="1446" y="368"/>
                  </a:lnTo>
                  <a:lnTo>
                    <a:pt x="1444" y="371"/>
                  </a:lnTo>
                  <a:lnTo>
                    <a:pt x="1444" y="374"/>
                  </a:lnTo>
                  <a:lnTo>
                    <a:pt x="1443" y="374"/>
                  </a:lnTo>
                  <a:lnTo>
                    <a:pt x="1444" y="376"/>
                  </a:lnTo>
                  <a:lnTo>
                    <a:pt x="1444" y="379"/>
                  </a:lnTo>
                  <a:lnTo>
                    <a:pt x="1444" y="379"/>
                  </a:lnTo>
                  <a:lnTo>
                    <a:pt x="1442" y="376"/>
                  </a:lnTo>
                  <a:lnTo>
                    <a:pt x="1442" y="375"/>
                  </a:lnTo>
                  <a:lnTo>
                    <a:pt x="1443" y="374"/>
                  </a:lnTo>
                  <a:lnTo>
                    <a:pt x="1442" y="371"/>
                  </a:lnTo>
                  <a:lnTo>
                    <a:pt x="1442" y="370"/>
                  </a:lnTo>
                  <a:lnTo>
                    <a:pt x="1440" y="366"/>
                  </a:lnTo>
                  <a:lnTo>
                    <a:pt x="1440" y="363"/>
                  </a:lnTo>
                  <a:lnTo>
                    <a:pt x="1440" y="363"/>
                  </a:lnTo>
                  <a:lnTo>
                    <a:pt x="1439" y="365"/>
                  </a:lnTo>
                  <a:lnTo>
                    <a:pt x="1438" y="365"/>
                  </a:lnTo>
                  <a:lnTo>
                    <a:pt x="1439" y="362"/>
                  </a:lnTo>
                  <a:lnTo>
                    <a:pt x="1439" y="362"/>
                  </a:lnTo>
                  <a:lnTo>
                    <a:pt x="1443" y="358"/>
                  </a:lnTo>
                  <a:lnTo>
                    <a:pt x="1443" y="358"/>
                  </a:lnTo>
                  <a:lnTo>
                    <a:pt x="1444" y="357"/>
                  </a:lnTo>
                  <a:lnTo>
                    <a:pt x="1446" y="355"/>
                  </a:lnTo>
                  <a:close/>
                  <a:moveTo>
                    <a:pt x="216" y="349"/>
                  </a:moveTo>
                  <a:lnTo>
                    <a:pt x="218" y="349"/>
                  </a:lnTo>
                  <a:lnTo>
                    <a:pt x="217" y="350"/>
                  </a:lnTo>
                  <a:lnTo>
                    <a:pt x="214" y="350"/>
                  </a:lnTo>
                  <a:lnTo>
                    <a:pt x="214" y="351"/>
                  </a:lnTo>
                  <a:lnTo>
                    <a:pt x="213" y="351"/>
                  </a:lnTo>
                  <a:lnTo>
                    <a:pt x="213" y="350"/>
                  </a:lnTo>
                  <a:lnTo>
                    <a:pt x="216" y="349"/>
                  </a:lnTo>
                  <a:close/>
                  <a:moveTo>
                    <a:pt x="245" y="349"/>
                  </a:moveTo>
                  <a:lnTo>
                    <a:pt x="246" y="350"/>
                  </a:lnTo>
                  <a:lnTo>
                    <a:pt x="245" y="351"/>
                  </a:lnTo>
                  <a:lnTo>
                    <a:pt x="242" y="351"/>
                  </a:lnTo>
                  <a:lnTo>
                    <a:pt x="243" y="349"/>
                  </a:lnTo>
                  <a:lnTo>
                    <a:pt x="245" y="349"/>
                  </a:lnTo>
                  <a:close/>
                  <a:moveTo>
                    <a:pt x="250" y="347"/>
                  </a:moveTo>
                  <a:lnTo>
                    <a:pt x="250" y="349"/>
                  </a:lnTo>
                  <a:lnTo>
                    <a:pt x="249" y="351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9" y="347"/>
                  </a:lnTo>
                  <a:lnTo>
                    <a:pt x="250" y="347"/>
                  </a:lnTo>
                  <a:close/>
                  <a:moveTo>
                    <a:pt x="261" y="336"/>
                  </a:moveTo>
                  <a:lnTo>
                    <a:pt x="262" y="337"/>
                  </a:lnTo>
                  <a:lnTo>
                    <a:pt x="262" y="338"/>
                  </a:lnTo>
                  <a:lnTo>
                    <a:pt x="261" y="338"/>
                  </a:lnTo>
                  <a:lnTo>
                    <a:pt x="259" y="337"/>
                  </a:lnTo>
                  <a:lnTo>
                    <a:pt x="261" y="336"/>
                  </a:lnTo>
                  <a:close/>
                  <a:moveTo>
                    <a:pt x="275" y="336"/>
                  </a:moveTo>
                  <a:lnTo>
                    <a:pt x="278" y="337"/>
                  </a:lnTo>
                  <a:lnTo>
                    <a:pt x="276" y="337"/>
                  </a:lnTo>
                  <a:lnTo>
                    <a:pt x="274" y="338"/>
                  </a:lnTo>
                  <a:lnTo>
                    <a:pt x="272" y="340"/>
                  </a:lnTo>
                  <a:lnTo>
                    <a:pt x="271" y="340"/>
                  </a:lnTo>
                  <a:lnTo>
                    <a:pt x="272" y="337"/>
                  </a:lnTo>
                  <a:lnTo>
                    <a:pt x="275" y="336"/>
                  </a:lnTo>
                  <a:close/>
                  <a:moveTo>
                    <a:pt x="250" y="336"/>
                  </a:moveTo>
                  <a:lnTo>
                    <a:pt x="251" y="336"/>
                  </a:lnTo>
                  <a:lnTo>
                    <a:pt x="250" y="337"/>
                  </a:lnTo>
                  <a:lnTo>
                    <a:pt x="249" y="337"/>
                  </a:lnTo>
                  <a:lnTo>
                    <a:pt x="249" y="337"/>
                  </a:lnTo>
                  <a:lnTo>
                    <a:pt x="250" y="336"/>
                  </a:lnTo>
                  <a:close/>
                  <a:moveTo>
                    <a:pt x="254" y="336"/>
                  </a:moveTo>
                  <a:lnTo>
                    <a:pt x="257" y="336"/>
                  </a:lnTo>
                  <a:lnTo>
                    <a:pt x="257" y="338"/>
                  </a:lnTo>
                  <a:lnTo>
                    <a:pt x="255" y="338"/>
                  </a:lnTo>
                  <a:lnTo>
                    <a:pt x="254" y="337"/>
                  </a:lnTo>
                  <a:lnTo>
                    <a:pt x="253" y="336"/>
                  </a:lnTo>
                  <a:lnTo>
                    <a:pt x="254" y="336"/>
                  </a:lnTo>
                  <a:close/>
                  <a:moveTo>
                    <a:pt x="188" y="329"/>
                  </a:moveTo>
                  <a:lnTo>
                    <a:pt x="192" y="329"/>
                  </a:lnTo>
                  <a:lnTo>
                    <a:pt x="201" y="333"/>
                  </a:lnTo>
                  <a:lnTo>
                    <a:pt x="203" y="336"/>
                  </a:lnTo>
                  <a:lnTo>
                    <a:pt x="203" y="338"/>
                  </a:lnTo>
                  <a:lnTo>
                    <a:pt x="201" y="341"/>
                  </a:lnTo>
                  <a:lnTo>
                    <a:pt x="203" y="338"/>
                  </a:lnTo>
                  <a:lnTo>
                    <a:pt x="201" y="336"/>
                  </a:lnTo>
                  <a:lnTo>
                    <a:pt x="200" y="337"/>
                  </a:lnTo>
                  <a:lnTo>
                    <a:pt x="200" y="341"/>
                  </a:lnTo>
                  <a:lnTo>
                    <a:pt x="197" y="343"/>
                  </a:lnTo>
                  <a:lnTo>
                    <a:pt x="195" y="346"/>
                  </a:lnTo>
                  <a:lnTo>
                    <a:pt x="192" y="347"/>
                  </a:lnTo>
                  <a:lnTo>
                    <a:pt x="191" y="349"/>
                  </a:lnTo>
                  <a:lnTo>
                    <a:pt x="188" y="349"/>
                  </a:lnTo>
                  <a:lnTo>
                    <a:pt x="189" y="347"/>
                  </a:lnTo>
                  <a:lnTo>
                    <a:pt x="187" y="346"/>
                  </a:lnTo>
                  <a:lnTo>
                    <a:pt x="187" y="346"/>
                  </a:lnTo>
                  <a:lnTo>
                    <a:pt x="186" y="343"/>
                  </a:lnTo>
                  <a:lnTo>
                    <a:pt x="184" y="341"/>
                  </a:lnTo>
                  <a:lnTo>
                    <a:pt x="184" y="336"/>
                  </a:lnTo>
                  <a:lnTo>
                    <a:pt x="186" y="330"/>
                  </a:lnTo>
                  <a:lnTo>
                    <a:pt x="188" y="329"/>
                  </a:lnTo>
                  <a:close/>
                  <a:moveTo>
                    <a:pt x="292" y="326"/>
                  </a:moveTo>
                  <a:lnTo>
                    <a:pt x="290" y="329"/>
                  </a:lnTo>
                  <a:lnTo>
                    <a:pt x="290" y="328"/>
                  </a:lnTo>
                  <a:lnTo>
                    <a:pt x="292" y="326"/>
                  </a:lnTo>
                  <a:close/>
                  <a:moveTo>
                    <a:pt x="283" y="318"/>
                  </a:moveTo>
                  <a:lnTo>
                    <a:pt x="284" y="321"/>
                  </a:lnTo>
                  <a:lnTo>
                    <a:pt x="288" y="322"/>
                  </a:lnTo>
                  <a:lnTo>
                    <a:pt x="288" y="325"/>
                  </a:lnTo>
                  <a:lnTo>
                    <a:pt x="284" y="322"/>
                  </a:lnTo>
                  <a:lnTo>
                    <a:pt x="282" y="320"/>
                  </a:lnTo>
                  <a:lnTo>
                    <a:pt x="283" y="318"/>
                  </a:lnTo>
                  <a:close/>
                  <a:moveTo>
                    <a:pt x="279" y="316"/>
                  </a:moveTo>
                  <a:lnTo>
                    <a:pt x="280" y="317"/>
                  </a:lnTo>
                  <a:lnTo>
                    <a:pt x="279" y="318"/>
                  </a:lnTo>
                  <a:lnTo>
                    <a:pt x="279" y="318"/>
                  </a:lnTo>
                  <a:lnTo>
                    <a:pt x="279" y="316"/>
                  </a:lnTo>
                  <a:close/>
                  <a:moveTo>
                    <a:pt x="359" y="309"/>
                  </a:moveTo>
                  <a:lnTo>
                    <a:pt x="361" y="311"/>
                  </a:lnTo>
                  <a:lnTo>
                    <a:pt x="361" y="313"/>
                  </a:lnTo>
                  <a:lnTo>
                    <a:pt x="359" y="315"/>
                  </a:lnTo>
                  <a:lnTo>
                    <a:pt x="358" y="313"/>
                  </a:lnTo>
                  <a:lnTo>
                    <a:pt x="358" y="313"/>
                  </a:lnTo>
                  <a:lnTo>
                    <a:pt x="358" y="312"/>
                  </a:lnTo>
                  <a:lnTo>
                    <a:pt x="358" y="311"/>
                  </a:lnTo>
                  <a:lnTo>
                    <a:pt x="359" y="309"/>
                  </a:lnTo>
                  <a:close/>
                  <a:moveTo>
                    <a:pt x="1398" y="297"/>
                  </a:moveTo>
                  <a:lnTo>
                    <a:pt x="1398" y="297"/>
                  </a:lnTo>
                  <a:lnTo>
                    <a:pt x="1398" y="299"/>
                  </a:lnTo>
                  <a:lnTo>
                    <a:pt x="1397" y="300"/>
                  </a:lnTo>
                  <a:lnTo>
                    <a:pt x="1397" y="299"/>
                  </a:lnTo>
                  <a:lnTo>
                    <a:pt x="1397" y="297"/>
                  </a:lnTo>
                  <a:lnTo>
                    <a:pt x="1398" y="297"/>
                  </a:lnTo>
                  <a:close/>
                  <a:moveTo>
                    <a:pt x="275" y="293"/>
                  </a:moveTo>
                  <a:lnTo>
                    <a:pt x="276" y="293"/>
                  </a:lnTo>
                  <a:lnTo>
                    <a:pt x="279" y="296"/>
                  </a:lnTo>
                  <a:lnTo>
                    <a:pt x="280" y="297"/>
                  </a:lnTo>
                  <a:lnTo>
                    <a:pt x="283" y="299"/>
                  </a:lnTo>
                  <a:lnTo>
                    <a:pt x="286" y="301"/>
                  </a:lnTo>
                  <a:lnTo>
                    <a:pt x="288" y="301"/>
                  </a:lnTo>
                  <a:lnTo>
                    <a:pt x="291" y="305"/>
                  </a:lnTo>
                  <a:lnTo>
                    <a:pt x="295" y="308"/>
                  </a:lnTo>
                  <a:lnTo>
                    <a:pt x="295" y="312"/>
                  </a:lnTo>
                  <a:lnTo>
                    <a:pt x="293" y="313"/>
                  </a:lnTo>
                  <a:lnTo>
                    <a:pt x="292" y="313"/>
                  </a:lnTo>
                  <a:lnTo>
                    <a:pt x="291" y="315"/>
                  </a:lnTo>
                  <a:lnTo>
                    <a:pt x="287" y="315"/>
                  </a:lnTo>
                  <a:lnTo>
                    <a:pt x="286" y="313"/>
                  </a:lnTo>
                  <a:lnTo>
                    <a:pt x="287" y="312"/>
                  </a:lnTo>
                  <a:lnTo>
                    <a:pt x="286" y="309"/>
                  </a:lnTo>
                  <a:lnTo>
                    <a:pt x="286" y="308"/>
                  </a:lnTo>
                  <a:lnTo>
                    <a:pt x="283" y="308"/>
                  </a:lnTo>
                  <a:lnTo>
                    <a:pt x="282" y="308"/>
                  </a:lnTo>
                  <a:lnTo>
                    <a:pt x="282" y="311"/>
                  </a:lnTo>
                  <a:lnTo>
                    <a:pt x="280" y="309"/>
                  </a:lnTo>
                  <a:lnTo>
                    <a:pt x="279" y="308"/>
                  </a:lnTo>
                  <a:lnTo>
                    <a:pt x="276" y="307"/>
                  </a:lnTo>
                  <a:lnTo>
                    <a:pt x="272" y="301"/>
                  </a:lnTo>
                  <a:lnTo>
                    <a:pt x="271" y="300"/>
                  </a:lnTo>
                  <a:lnTo>
                    <a:pt x="272" y="300"/>
                  </a:lnTo>
                  <a:lnTo>
                    <a:pt x="274" y="301"/>
                  </a:lnTo>
                  <a:lnTo>
                    <a:pt x="275" y="301"/>
                  </a:lnTo>
                  <a:lnTo>
                    <a:pt x="275" y="300"/>
                  </a:lnTo>
                  <a:lnTo>
                    <a:pt x="274" y="299"/>
                  </a:lnTo>
                  <a:lnTo>
                    <a:pt x="272" y="297"/>
                  </a:lnTo>
                  <a:lnTo>
                    <a:pt x="274" y="296"/>
                  </a:lnTo>
                  <a:lnTo>
                    <a:pt x="274" y="295"/>
                  </a:lnTo>
                  <a:lnTo>
                    <a:pt x="275" y="293"/>
                  </a:lnTo>
                  <a:close/>
                  <a:moveTo>
                    <a:pt x="1397" y="292"/>
                  </a:moveTo>
                  <a:lnTo>
                    <a:pt x="1398" y="293"/>
                  </a:lnTo>
                  <a:lnTo>
                    <a:pt x="1398" y="295"/>
                  </a:lnTo>
                  <a:lnTo>
                    <a:pt x="1397" y="296"/>
                  </a:lnTo>
                  <a:lnTo>
                    <a:pt x="1394" y="293"/>
                  </a:lnTo>
                  <a:lnTo>
                    <a:pt x="1394" y="292"/>
                  </a:lnTo>
                  <a:lnTo>
                    <a:pt x="1397" y="292"/>
                  </a:lnTo>
                  <a:close/>
                  <a:moveTo>
                    <a:pt x="214" y="280"/>
                  </a:moveTo>
                  <a:lnTo>
                    <a:pt x="216" y="282"/>
                  </a:lnTo>
                  <a:lnTo>
                    <a:pt x="216" y="283"/>
                  </a:lnTo>
                  <a:lnTo>
                    <a:pt x="218" y="283"/>
                  </a:lnTo>
                  <a:lnTo>
                    <a:pt x="220" y="286"/>
                  </a:lnTo>
                  <a:lnTo>
                    <a:pt x="218" y="287"/>
                  </a:lnTo>
                  <a:lnTo>
                    <a:pt x="220" y="288"/>
                  </a:lnTo>
                  <a:lnTo>
                    <a:pt x="220" y="290"/>
                  </a:lnTo>
                  <a:lnTo>
                    <a:pt x="218" y="290"/>
                  </a:lnTo>
                  <a:lnTo>
                    <a:pt x="217" y="287"/>
                  </a:lnTo>
                  <a:lnTo>
                    <a:pt x="214" y="287"/>
                  </a:lnTo>
                  <a:lnTo>
                    <a:pt x="214" y="284"/>
                  </a:lnTo>
                  <a:lnTo>
                    <a:pt x="213" y="284"/>
                  </a:lnTo>
                  <a:lnTo>
                    <a:pt x="212" y="284"/>
                  </a:lnTo>
                  <a:lnTo>
                    <a:pt x="211" y="283"/>
                  </a:lnTo>
                  <a:lnTo>
                    <a:pt x="209" y="282"/>
                  </a:lnTo>
                  <a:lnTo>
                    <a:pt x="212" y="280"/>
                  </a:lnTo>
                  <a:lnTo>
                    <a:pt x="214" y="280"/>
                  </a:lnTo>
                  <a:close/>
                  <a:moveTo>
                    <a:pt x="502" y="259"/>
                  </a:moveTo>
                  <a:lnTo>
                    <a:pt x="503" y="259"/>
                  </a:lnTo>
                  <a:lnTo>
                    <a:pt x="504" y="262"/>
                  </a:lnTo>
                  <a:lnTo>
                    <a:pt x="503" y="263"/>
                  </a:lnTo>
                  <a:lnTo>
                    <a:pt x="502" y="262"/>
                  </a:lnTo>
                  <a:lnTo>
                    <a:pt x="502" y="259"/>
                  </a:lnTo>
                  <a:close/>
                  <a:moveTo>
                    <a:pt x="498" y="253"/>
                  </a:moveTo>
                  <a:lnTo>
                    <a:pt x="500" y="255"/>
                  </a:lnTo>
                  <a:lnTo>
                    <a:pt x="500" y="262"/>
                  </a:lnTo>
                  <a:lnTo>
                    <a:pt x="499" y="263"/>
                  </a:lnTo>
                  <a:lnTo>
                    <a:pt x="499" y="263"/>
                  </a:lnTo>
                  <a:lnTo>
                    <a:pt x="499" y="259"/>
                  </a:lnTo>
                  <a:lnTo>
                    <a:pt x="498" y="257"/>
                  </a:lnTo>
                  <a:lnTo>
                    <a:pt x="498" y="253"/>
                  </a:lnTo>
                  <a:lnTo>
                    <a:pt x="498" y="253"/>
                  </a:lnTo>
                  <a:close/>
                  <a:moveTo>
                    <a:pt x="495" y="247"/>
                  </a:moveTo>
                  <a:lnTo>
                    <a:pt x="496" y="249"/>
                  </a:lnTo>
                  <a:lnTo>
                    <a:pt x="496" y="251"/>
                  </a:lnTo>
                  <a:lnTo>
                    <a:pt x="495" y="250"/>
                  </a:lnTo>
                  <a:lnTo>
                    <a:pt x="494" y="247"/>
                  </a:lnTo>
                  <a:lnTo>
                    <a:pt x="495" y="247"/>
                  </a:lnTo>
                  <a:close/>
                  <a:moveTo>
                    <a:pt x="216" y="224"/>
                  </a:moveTo>
                  <a:lnTo>
                    <a:pt x="218" y="224"/>
                  </a:lnTo>
                  <a:lnTo>
                    <a:pt x="220" y="225"/>
                  </a:lnTo>
                  <a:lnTo>
                    <a:pt x="226" y="226"/>
                  </a:lnTo>
                  <a:lnTo>
                    <a:pt x="230" y="226"/>
                  </a:lnTo>
                  <a:lnTo>
                    <a:pt x="232" y="228"/>
                  </a:lnTo>
                  <a:lnTo>
                    <a:pt x="230" y="229"/>
                  </a:lnTo>
                  <a:lnTo>
                    <a:pt x="228" y="230"/>
                  </a:lnTo>
                  <a:lnTo>
                    <a:pt x="226" y="230"/>
                  </a:lnTo>
                  <a:lnTo>
                    <a:pt x="229" y="230"/>
                  </a:lnTo>
                  <a:lnTo>
                    <a:pt x="230" y="230"/>
                  </a:lnTo>
                  <a:lnTo>
                    <a:pt x="232" y="232"/>
                  </a:lnTo>
                  <a:lnTo>
                    <a:pt x="230" y="237"/>
                  </a:lnTo>
                  <a:lnTo>
                    <a:pt x="228" y="238"/>
                  </a:lnTo>
                  <a:lnTo>
                    <a:pt x="225" y="238"/>
                  </a:lnTo>
                  <a:lnTo>
                    <a:pt x="225" y="238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40"/>
                  </a:lnTo>
                  <a:lnTo>
                    <a:pt x="230" y="241"/>
                  </a:lnTo>
                  <a:lnTo>
                    <a:pt x="229" y="242"/>
                  </a:lnTo>
                  <a:lnTo>
                    <a:pt x="229" y="245"/>
                  </a:lnTo>
                  <a:lnTo>
                    <a:pt x="230" y="251"/>
                  </a:lnTo>
                  <a:lnTo>
                    <a:pt x="232" y="254"/>
                  </a:lnTo>
                  <a:lnTo>
                    <a:pt x="233" y="261"/>
                  </a:lnTo>
                  <a:lnTo>
                    <a:pt x="234" y="263"/>
                  </a:lnTo>
                  <a:lnTo>
                    <a:pt x="236" y="268"/>
                  </a:lnTo>
                  <a:lnTo>
                    <a:pt x="241" y="274"/>
                  </a:lnTo>
                  <a:lnTo>
                    <a:pt x="243" y="279"/>
                  </a:lnTo>
                  <a:lnTo>
                    <a:pt x="246" y="279"/>
                  </a:lnTo>
                  <a:lnTo>
                    <a:pt x="247" y="282"/>
                  </a:lnTo>
                  <a:lnTo>
                    <a:pt x="251" y="284"/>
                  </a:lnTo>
                  <a:lnTo>
                    <a:pt x="254" y="284"/>
                  </a:lnTo>
                  <a:lnTo>
                    <a:pt x="255" y="287"/>
                  </a:lnTo>
                  <a:lnTo>
                    <a:pt x="257" y="288"/>
                  </a:lnTo>
                  <a:lnTo>
                    <a:pt x="258" y="287"/>
                  </a:lnTo>
                  <a:lnTo>
                    <a:pt x="261" y="290"/>
                  </a:lnTo>
                  <a:lnTo>
                    <a:pt x="261" y="291"/>
                  </a:lnTo>
                  <a:lnTo>
                    <a:pt x="261" y="292"/>
                  </a:lnTo>
                  <a:lnTo>
                    <a:pt x="259" y="293"/>
                  </a:lnTo>
                  <a:lnTo>
                    <a:pt x="258" y="293"/>
                  </a:lnTo>
                  <a:lnTo>
                    <a:pt x="257" y="293"/>
                  </a:lnTo>
                  <a:lnTo>
                    <a:pt x="257" y="295"/>
                  </a:lnTo>
                  <a:lnTo>
                    <a:pt x="257" y="295"/>
                  </a:lnTo>
                  <a:lnTo>
                    <a:pt x="259" y="295"/>
                  </a:lnTo>
                  <a:lnTo>
                    <a:pt x="259" y="297"/>
                  </a:lnTo>
                  <a:lnTo>
                    <a:pt x="259" y="299"/>
                  </a:lnTo>
                  <a:lnTo>
                    <a:pt x="258" y="300"/>
                  </a:lnTo>
                  <a:lnTo>
                    <a:pt x="257" y="299"/>
                  </a:lnTo>
                  <a:lnTo>
                    <a:pt x="255" y="296"/>
                  </a:lnTo>
                  <a:lnTo>
                    <a:pt x="255" y="296"/>
                  </a:lnTo>
                  <a:lnTo>
                    <a:pt x="254" y="295"/>
                  </a:lnTo>
                  <a:lnTo>
                    <a:pt x="251" y="293"/>
                  </a:lnTo>
                  <a:lnTo>
                    <a:pt x="251" y="295"/>
                  </a:lnTo>
                  <a:lnTo>
                    <a:pt x="251" y="295"/>
                  </a:lnTo>
                  <a:lnTo>
                    <a:pt x="253" y="297"/>
                  </a:lnTo>
                  <a:lnTo>
                    <a:pt x="253" y="299"/>
                  </a:lnTo>
                  <a:lnTo>
                    <a:pt x="251" y="299"/>
                  </a:lnTo>
                  <a:lnTo>
                    <a:pt x="249" y="297"/>
                  </a:lnTo>
                  <a:lnTo>
                    <a:pt x="247" y="295"/>
                  </a:lnTo>
                  <a:lnTo>
                    <a:pt x="246" y="296"/>
                  </a:lnTo>
                  <a:lnTo>
                    <a:pt x="246" y="297"/>
                  </a:lnTo>
                  <a:lnTo>
                    <a:pt x="245" y="297"/>
                  </a:lnTo>
                  <a:lnTo>
                    <a:pt x="243" y="295"/>
                  </a:lnTo>
                  <a:lnTo>
                    <a:pt x="243" y="293"/>
                  </a:lnTo>
                  <a:lnTo>
                    <a:pt x="241" y="292"/>
                  </a:lnTo>
                  <a:lnTo>
                    <a:pt x="238" y="292"/>
                  </a:lnTo>
                  <a:lnTo>
                    <a:pt x="238" y="292"/>
                  </a:lnTo>
                  <a:lnTo>
                    <a:pt x="238" y="293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1" y="299"/>
                  </a:lnTo>
                  <a:lnTo>
                    <a:pt x="239" y="299"/>
                  </a:lnTo>
                  <a:lnTo>
                    <a:pt x="237" y="297"/>
                  </a:lnTo>
                  <a:lnTo>
                    <a:pt x="237" y="295"/>
                  </a:lnTo>
                  <a:lnTo>
                    <a:pt x="236" y="293"/>
                  </a:lnTo>
                  <a:lnTo>
                    <a:pt x="234" y="292"/>
                  </a:lnTo>
                  <a:lnTo>
                    <a:pt x="234" y="295"/>
                  </a:lnTo>
                  <a:lnTo>
                    <a:pt x="232" y="293"/>
                  </a:lnTo>
                  <a:lnTo>
                    <a:pt x="229" y="293"/>
                  </a:lnTo>
                  <a:lnTo>
                    <a:pt x="226" y="293"/>
                  </a:lnTo>
                  <a:lnTo>
                    <a:pt x="224" y="292"/>
                  </a:lnTo>
                  <a:lnTo>
                    <a:pt x="222" y="291"/>
                  </a:lnTo>
                  <a:lnTo>
                    <a:pt x="222" y="290"/>
                  </a:lnTo>
                  <a:lnTo>
                    <a:pt x="224" y="291"/>
                  </a:lnTo>
                  <a:lnTo>
                    <a:pt x="225" y="290"/>
                  </a:lnTo>
                  <a:lnTo>
                    <a:pt x="225" y="288"/>
                  </a:lnTo>
                  <a:lnTo>
                    <a:pt x="222" y="287"/>
                  </a:lnTo>
                  <a:lnTo>
                    <a:pt x="222" y="286"/>
                  </a:lnTo>
                  <a:lnTo>
                    <a:pt x="224" y="284"/>
                  </a:lnTo>
                  <a:lnTo>
                    <a:pt x="225" y="283"/>
                  </a:lnTo>
                  <a:lnTo>
                    <a:pt x="226" y="283"/>
                  </a:lnTo>
                  <a:lnTo>
                    <a:pt x="226" y="282"/>
                  </a:lnTo>
                  <a:lnTo>
                    <a:pt x="226" y="282"/>
                  </a:lnTo>
                  <a:lnTo>
                    <a:pt x="224" y="282"/>
                  </a:lnTo>
                  <a:lnTo>
                    <a:pt x="222" y="283"/>
                  </a:lnTo>
                  <a:lnTo>
                    <a:pt x="220" y="280"/>
                  </a:lnTo>
                  <a:lnTo>
                    <a:pt x="217" y="278"/>
                  </a:lnTo>
                  <a:lnTo>
                    <a:pt x="217" y="275"/>
                  </a:lnTo>
                  <a:lnTo>
                    <a:pt x="217" y="274"/>
                  </a:lnTo>
                  <a:lnTo>
                    <a:pt x="217" y="272"/>
                  </a:lnTo>
                  <a:lnTo>
                    <a:pt x="216" y="275"/>
                  </a:lnTo>
                  <a:lnTo>
                    <a:pt x="216" y="276"/>
                  </a:lnTo>
                  <a:lnTo>
                    <a:pt x="214" y="278"/>
                  </a:lnTo>
                  <a:lnTo>
                    <a:pt x="213" y="278"/>
                  </a:lnTo>
                  <a:lnTo>
                    <a:pt x="212" y="275"/>
                  </a:lnTo>
                  <a:lnTo>
                    <a:pt x="211" y="272"/>
                  </a:lnTo>
                  <a:lnTo>
                    <a:pt x="211" y="271"/>
                  </a:lnTo>
                  <a:lnTo>
                    <a:pt x="212" y="268"/>
                  </a:lnTo>
                  <a:lnTo>
                    <a:pt x="211" y="271"/>
                  </a:lnTo>
                  <a:lnTo>
                    <a:pt x="211" y="272"/>
                  </a:lnTo>
                  <a:lnTo>
                    <a:pt x="211" y="276"/>
                  </a:lnTo>
                  <a:lnTo>
                    <a:pt x="209" y="279"/>
                  </a:lnTo>
                  <a:lnTo>
                    <a:pt x="207" y="279"/>
                  </a:lnTo>
                  <a:lnTo>
                    <a:pt x="205" y="280"/>
                  </a:lnTo>
                  <a:lnTo>
                    <a:pt x="204" y="279"/>
                  </a:lnTo>
                  <a:lnTo>
                    <a:pt x="200" y="276"/>
                  </a:lnTo>
                  <a:lnTo>
                    <a:pt x="200" y="275"/>
                  </a:lnTo>
                  <a:lnTo>
                    <a:pt x="197" y="272"/>
                  </a:lnTo>
                  <a:lnTo>
                    <a:pt x="196" y="271"/>
                  </a:lnTo>
                  <a:lnTo>
                    <a:pt x="197" y="268"/>
                  </a:lnTo>
                  <a:lnTo>
                    <a:pt x="196" y="265"/>
                  </a:lnTo>
                  <a:lnTo>
                    <a:pt x="196" y="263"/>
                  </a:lnTo>
                  <a:lnTo>
                    <a:pt x="199" y="261"/>
                  </a:lnTo>
                  <a:lnTo>
                    <a:pt x="200" y="259"/>
                  </a:lnTo>
                  <a:lnTo>
                    <a:pt x="201" y="261"/>
                  </a:lnTo>
                  <a:lnTo>
                    <a:pt x="204" y="261"/>
                  </a:lnTo>
                  <a:lnTo>
                    <a:pt x="205" y="261"/>
                  </a:lnTo>
                  <a:lnTo>
                    <a:pt x="207" y="261"/>
                  </a:lnTo>
                  <a:lnTo>
                    <a:pt x="205" y="258"/>
                  </a:lnTo>
                  <a:lnTo>
                    <a:pt x="205" y="255"/>
                  </a:lnTo>
                  <a:lnTo>
                    <a:pt x="207" y="254"/>
                  </a:lnTo>
                  <a:lnTo>
                    <a:pt x="208" y="254"/>
                  </a:lnTo>
                  <a:lnTo>
                    <a:pt x="209" y="254"/>
                  </a:lnTo>
                  <a:lnTo>
                    <a:pt x="207" y="254"/>
                  </a:lnTo>
                  <a:lnTo>
                    <a:pt x="205" y="251"/>
                  </a:lnTo>
                  <a:lnTo>
                    <a:pt x="205" y="250"/>
                  </a:lnTo>
                  <a:lnTo>
                    <a:pt x="208" y="249"/>
                  </a:lnTo>
                  <a:lnTo>
                    <a:pt x="207" y="247"/>
                  </a:lnTo>
                  <a:lnTo>
                    <a:pt x="205" y="247"/>
                  </a:lnTo>
                  <a:lnTo>
                    <a:pt x="204" y="250"/>
                  </a:lnTo>
                  <a:lnTo>
                    <a:pt x="203" y="250"/>
                  </a:lnTo>
                  <a:lnTo>
                    <a:pt x="203" y="247"/>
                  </a:lnTo>
                  <a:lnTo>
                    <a:pt x="205" y="246"/>
                  </a:lnTo>
                  <a:lnTo>
                    <a:pt x="205" y="245"/>
                  </a:lnTo>
                  <a:lnTo>
                    <a:pt x="201" y="246"/>
                  </a:lnTo>
                  <a:lnTo>
                    <a:pt x="200" y="247"/>
                  </a:lnTo>
                  <a:lnTo>
                    <a:pt x="199" y="246"/>
                  </a:lnTo>
                  <a:lnTo>
                    <a:pt x="199" y="243"/>
                  </a:lnTo>
                  <a:lnTo>
                    <a:pt x="201" y="240"/>
                  </a:lnTo>
                  <a:lnTo>
                    <a:pt x="203" y="240"/>
                  </a:lnTo>
                  <a:lnTo>
                    <a:pt x="205" y="240"/>
                  </a:lnTo>
                  <a:lnTo>
                    <a:pt x="205" y="238"/>
                  </a:lnTo>
                  <a:lnTo>
                    <a:pt x="205" y="237"/>
                  </a:lnTo>
                  <a:lnTo>
                    <a:pt x="203" y="237"/>
                  </a:lnTo>
                  <a:lnTo>
                    <a:pt x="203" y="234"/>
                  </a:lnTo>
                  <a:lnTo>
                    <a:pt x="203" y="233"/>
                  </a:lnTo>
                  <a:lnTo>
                    <a:pt x="204" y="230"/>
                  </a:lnTo>
                  <a:lnTo>
                    <a:pt x="207" y="228"/>
                  </a:lnTo>
                  <a:lnTo>
                    <a:pt x="208" y="226"/>
                  </a:lnTo>
                  <a:lnTo>
                    <a:pt x="212" y="226"/>
                  </a:lnTo>
                  <a:lnTo>
                    <a:pt x="216" y="224"/>
                  </a:lnTo>
                  <a:close/>
                  <a:moveTo>
                    <a:pt x="428" y="212"/>
                  </a:moveTo>
                  <a:lnTo>
                    <a:pt x="430" y="212"/>
                  </a:lnTo>
                  <a:lnTo>
                    <a:pt x="432" y="212"/>
                  </a:lnTo>
                  <a:lnTo>
                    <a:pt x="432" y="215"/>
                  </a:lnTo>
                  <a:lnTo>
                    <a:pt x="430" y="217"/>
                  </a:lnTo>
                  <a:lnTo>
                    <a:pt x="428" y="217"/>
                  </a:lnTo>
                  <a:lnTo>
                    <a:pt x="426" y="220"/>
                  </a:lnTo>
                  <a:lnTo>
                    <a:pt x="425" y="221"/>
                  </a:lnTo>
                  <a:lnTo>
                    <a:pt x="423" y="224"/>
                  </a:lnTo>
                  <a:lnTo>
                    <a:pt x="421" y="224"/>
                  </a:lnTo>
                  <a:lnTo>
                    <a:pt x="420" y="222"/>
                  </a:lnTo>
                  <a:lnTo>
                    <a:pt x="420" y="220"/>
                  </a:lnTo>
                  <a:lnTo>
                    <a:pt x="421" y="218"/>
                  </a:lnTo>
                  <a:lnTo>
                    <a:pt x="424" y="217"/>
                  </a:lnTo>
                  <a:lnTo>
                    <a:pt x="423" y="215"/>
                  </a:lnTo>
                  <a:lnTo>
                    <a:pt x="425" y="212"/>
                  </a:lnTo>
                  <a:lnTo>
                    <a:pt x="428" y="212"/>
                  </a:lnTo>
                  <a:close/>
                  <a:moveTo>
                    <a:pt x="391" y="204"/>
                  </a:moveTo>
                  <a:lnTo>
                    <a:pt x="392" y="204"/>
                  </a:lnTo>
                  <a:lnTo>
                    <a:pt x="394" y="205"/>
                  </a:lnTo>
                  <a:lnTo>
                    <a:pt x="392" y="207"/>
                  </a:lnTo>
                  <a:lnTo>
                    <a:pt x="392" y="208"/>
                  </a:lnTo>
                  <a:lnTo>
                    <a:pt x="394" y="209"/>
                  </a:lnTo>
                  <a:lnTo>
                    <a:pt x="394" y="212"/>
                  </a:lnTo>
                  <a:lnTo>
                    <a:pt x="392" y="212"/>
                  </a:lnTo>
                  <a:lnTo>
                    <a:pt x="391" y="211"/>
                  </a:lnTo>
                  <a:lnTo>
                    <a:pt x="390" y="211"/>
                  </a:lnTo>
                  <a:lnTo>
                    <a:pt x="388" y="208"/>
                  </a:lnTo>
                  <a:lnTo>
                    <a:pt x="388" y="204"/>
                  </a:lnTo>
                  <a:lnTo>
                    <a:pt x="391" y="204"/>
                  </a:lnTo>
                  <a:close/>
                  <a:moveTo>
                    <a:pt x="355" y="197"/>
                  </a:moveTo>
                  <a:lnTo>
                    <a:pt x="357" y="197"/>
                  </a:lnTo>
                  <a:lnTo>
                    <a:pt x="358" y="200"/>
                  </a:lnTo>
                  <a:lnTo>
                    <a:pt x="359" y="203"/>
                  </a:lnTo>
                  <a:lnTo>
                    <a:pt x="362" y="204"/>
                  </a:lnTo>
                  <a:lnTo>
                    <a:pt x="363" y="207"/>
                  </a:lnTo>
                  <a:lnTo>
                    <a:pt x="363" y="208"/>
                  </a:lnTo>
                  <a:lnTo>
                    <a:pt x="361" y="208"/>
                  </a:lnTo>
                  <a:lnTo>
                    <a:pt x="358" y="211"/>
                  </a:lnTo>
                  <a:lnTo>
                    <a:pt x="357" y="212"/>
                  </a:lnTo>
                  <a:lnTo>
                    <a:pt x="355" y="213"/>
                  </a:lnTo>
                  <a:lnTo>
                    <a:pt x="354" y="212"/>
                  </a:lnTo>
                  <a:lnTo>
                    <a:pt x="353" y="213"/>
                  </a:lnTo>
                  <a:lnTo>
                    <a:pt x="353" y="211"/>
                  </a:lnTo>
                  <a:lnTo>
                    <a:pt x="351" y="211"/>
                  </a:lnTo>
                  <a:lnTo>
                    <a:pt x="351" y="212"/>
                  </a:lnTo>
                  <a:lnTo>
                    <a:pt x="351" y="213"/>
                  </a:lnTo>
                  <a:lnTo>
                    <a:pt x="350" y="213"/>
                  </a:lnTo>
                  <a:lnTo>
                    <a:pt x="349" y="212"/>
                  </a:lnTo>
                  <a:lnTo>
                    <a:pt x="349" y="208"/>
                  </a:lnTo>
                  <a:lnTo>
                    <a:pt x="349" y="205"/>
                  </a:lnTo>
                  <a:lnTo>
                    <a:pt x="347" y="204"/>
                  </a:lnTo>
                  <a:lnTo>
                    <a:pt x="346" y="201"/>
                  </a:lnTo>
                  <a:lnTo>
                    <a:pt x="349" y="200"/>
                  </a:lnTo>
                  <a:lnTo>
                    <a:pt x="351" y="200"/>
                  </a:lnTo>
                  <a:lnTo>
                    <a:pt x="353" y="197"/>
                  </a:lnTo>
                  <a:lnTo>
                    <a:pt x="355" y="197"/>
                  </a:lnTo>
                  <a:close/>
                  <a:moveTo>
                    <a:pt x="401" y="197"/>
                  </a:moveTo>
                  <a:lnTo>
                    <a:pt x="404" y="197"/>
                  </a:lnTo>
                  <a:lnTo>
                    <a:pt x="407" y="199"/>
                  </a:lnTo>
                  <a:lnTo>
                    <a:pt x="407" y="200"/>
                  </a:lnTo>
                  <a:lnTo>
                    <a:pt x="405" y="200"/>
                  </a:lnTo>
                  <a:lnTo>
                    <a:pt x="403" y="200"/>
                  </a:lnTo>
                  <a:lnTo>
                    <a:pt x="400" y="197"/>
                  </a:lnTo>
                  <a:lnTo>
                    <a:pt x="401" y="197"/>
                  </a:lnTo>
                  <a:close/>
                  <a:moveTo>
                    <a:pt x="432" y="192"/>
                  </a:moveTo>
                  <a:lnTo>
                    <a:pt x="433" y="195"/>
                  </a:lnTo>
                  <a:lnTo>
                    <a:pt x="436" y="197"/>
                  </a:lnTo>
                  <a:lnTo>
                    <a:pt x="436" y="201"/>
                  </a:lnTo>
                  <a:lnTo>
                    <a:pt x="438" y="204"/>
                  </a:lnTo>
                  <a:lnTo>
                    <a:pt x="438" y="205"/>
                  </a:lnTo>
                  <a:lnTo>
                    <a:pt x="436" y="207"/>
                  </a:lnTo>
                  <a:lnTo>
                    <a:pt x="434" y="205"/>
                  </a:lnTo>
                  <a:lnTo>
                    <a:pt x="432" y="205"/>
                  </a:lnTo>
                  <a:lnTo>
                    <a:pt x="430" y="204"/>
                  </a:lnTo>
                  <a:lnTo>
                    <a:pt x="428" y="204"/>
                  </a:lnTo>
                  <a:lnTo>
                    <a:pt x="428" y="203"/>
                  </a:lnTo>
                  <a:lnTo>
                    <a:pt x="429" y="199"/>
                  </a:lnTo>
                  <a:lnTo>
                    <a:pt x="429" y="196"/>
                  </a:lnTo>
                  <a:lnTo>
                    <a:pt x="432" y="192"/>
                  </a:lnTo>
                  <a:close/>
                  <a:moveTo>
                    <a:pt x="396" y="188"/>
                  </a:moveTo>
                  <a:lnTo>
                    <a:pt x="396" y="188"/>
                  </a:lnTo>
                  <a:lnTo>
                    <a:pt x="395" y="190"/>
                  </a:lnTo>
                  <a:lnTo>
                    <a:pt x="395" y="191"/>
                  </a:lnTo>
                  <a:lnTo>
                    <a:pt x="396" y="192"/>
                  </a:lnTo>
                  <a:lnTo>
                    <a:pt x="394" y="193"/>
                  </a:lnTo>
                  <a:lnTo>
                    <a:pt x="392" y="192"/>
                  </a:lnTo>
                  <a:lnTo>
                    <a:pt x="390" y="195"/>
                  </a:lnTo>
                  <a:lnTo>
                    <a:pt x="390" y="193"/>
                  </a:lnTo>
                  <a:lnTo>
                    <a:pt x="391" y="190"/>
                  </a:lnTo>
                  <a:lnTo>
                    <a:pt x="395" y="188"/>
                  </a:lnTo>
                  <a:lnTo>
                    <a:pt x="396" y="188"/>
                  </a:lnTo>
                  <a:close/>
                  <a:moveTo>
                    <a:pt x="462" y="162"/>
                  </a:moveTo>
                  <a:lnTo>
                    <a:pt x="465" y="163"/>
                  </a:lnTo>
                  <a:lnTo>
                    <a:pt x="463" y="163"/>
                  </a:lnTo>
                  <a:lnTo>
                    <a:pt x="461" y="163"/>
                  </a:lnTo>
                  <a:lnTo>
                    <a:pt x="459" y="163"/>
                  </a:lnTo>
                  <a:lnTo>
                    <a:pt x="462" y="162"/>
                  </a:lnTo>
                  <a:close/>
                  <a:moveTo>
                    <a:pt x="446" y="161"/>
                  </a:moveTo>
                  <a:lnTo>
                    <a:pt x="448" y="162"/>
                  </a:lnTo>
                  <a:lnTo>
                    <a:pt x="446" y="165"/>
                  </a:lnTo>
                  <a:lnTo>
                    <a:pt x="444" y="163"/>
                  </a:lnTo>
                  <a:lnTo>
                    <a:pt x="444" y="162"/>
                  </a:lnTo>
                  <a:lnTo>
                    <a:pt x="445" y="161"/>
                  </a:lnTo>
                  <a:lnTo>
                    <a:pt x="446" y="161"/>
                  </a:lnTo>
                  <a:close/>
                  <a:moveTo>
                    <a:pt x="453" y="159"/>
                  </a:moveTo>
                  <a:lnTo>
                    <a:pt x="455" y="159"/>
                  </a:lnTo>
                  <a:lnTo>
                    <a:pt x="454" y="161"/>
                  </a:lnTo>
                  <a:lnTo>
                    <a:pt x="453" y="162"/>
                  </a:lnTo>
                  <a:lnTo>
                    <a:pt x="450" y="162"/>
                  </a:lnTo>
                  <a:lnTo>
                    <a:pt x="450" y="161"/>
                  </a:lnTo>
                  <a:lnTo>
                    <a:pt x="451" y="159"/>
                  </a:lnTo>
                  <a:lnTo>
                    <a:pt x="453" y="159"/>
                  </a:lnTo>
                  <a:close/>
                  <a:moveTo>
                    <a:pt x="480" y="158"/>
                  </a:moveTo>
                  <a:lnTo>
                    <a:pt x="482" y="159"/>
                  </a:lnTo>
                  <a:lnTo>
                    <a:pt x="484" y="161"/>
                  </a:lnTo>
                  <a:lnTo>
                    <a:pt x="483" y="162"/>
                  </a:lnTo>
                  <a:lnTo>
                    <a:pt x="482" y="162"/>
                  </a:lnTo>
                  <a:lnTo>
                    <a:pt x="480" y="158"/>
                  </a:lnTo>
                  <a:close/>
                  <a:moveTo>
                    <a:pt x="473" y="154"/>
                  </a:moveTo>
                  <a:lnTo>
                    <a:pt x="475" y="155"/>
                  </a:lnTo>
                  <a:lnTo>
                    <a:pt x="473" y="157"/>
                  </a:lnTo>
                  <a:lnTo>
                    <a:pt x="471" y="157"/>
                  </a:lnTo>
                  <a:lnTo>
                    <a:pt x="471" y="155"/>
                  </a:lnTo>
                  <a:lnTo>
                    <a:pt x="471" y="154"/>
                  </a:lnTo>
                  <a:lnTo>
                    <a:pt x="473" y="154"/>
                  </a:lnTo>
                  <a:close/>
                  <a:moveTo>
                    <a:pt x="413" y="149"/>
                  </a:moveTo>
                  <a:lnTo>
                    <a:pt x="415" y="150"/>
                  </a:lnTo>
                  <a:lnTo>
                    <a:pt x="415" y="151"/>
                  </a:lnTo>
                  <a:lnTo>
                    <a:pt x="416" y="153"/>
                  </a:lnTo>
                  <a:lnTo>
                    <a:pt x="413" y="154"/>
                  </a:lnTo>
                  <a:lnTo>
                    <a:pt x="412" y="153"/>
                  </a:lnTo>
                  <a:lnTo>
                    <a:pt x="412" y="151"/>
                  </a:lnTo>
                  <a:lnTo>
                    <a:pt x="411" y="151"/>
                  </a:lnTo>
                  <a:lnTo>
                    <a:pt x="411" y="150"/>
                  </a:lnTo>
                  <a:lnTo>
                    <a:pt x="413" y="149"/>
                  </a:lnTo>
                  <a:close/>
                  <a:moveTo>
                    <a:pt x="462" y="145"/>
                  </a:moveTo>
                  <a:lnTo>
                    <a:pt x="463" y="146"/>
                  </a:lnTo>
                  <a:lnTo>
                    <a:pt x="463" y="146"/>
                  </a:lnTo>
                  <a:lnTo>
                    <a:pt x="462" y="147"/>
                  </a:lnTo>
                  <a:lnTo>
                    <a:pt x="461" y="149"/>
                  </a:lnTo>
                  <a:lnTo>
                    <a:pt x="462" y="149"/>
                  </a:lnTo>
                  <a:lnTo>
                    <a:pt x="461" y="150"/>
                  </a:lnTo>
                  <a:lnTo>
                    <a:pt x="459" y="149"/>
                  </a:lnTo>
                  <a:lnTo>
                    <a:pt x="459" y="147"/>
                  </a:lnTo>
                  <a:lnTo>
                    <a:pt x="462" y="145"/>
                  </a:lnTo>
                  <a:close/>
                  <a:moveTo>
                    <a:pt x="226" y="143"/>
                  </a:moveTo>
                  <a:lnTo>
                    <a:pt x="228" y="145"/>
                  </a:lnTo>
                  <a:lnTo>
                    <a:pt x="228" y="146"/>
                  </a:lnTo>
                  <a:lnTo>
                    <a:pt x="224" y="147"/>
                  </a:lnTo>
                  <a:lnTo>
                    <a:pt x="224" y="149"/>
                  </a:lnTo>
                  <a:lnTo>
                    <a:pt x="222" y="150"/>
                  </a:lnTo>
                  <a:lnTo>
                    <a:pt x="221" y="147"/>
                  </a:lnTo>
                  <a:lnTo>
                    <a:pt x="222" y="146"/>
                  </a:lnTo>
                  <a:lnTo>
                    <a:pt x="224" y="146"/>
                  </a:lnTo>
                  <a:lnTo>
                    <a:pt x="226" y="143"/>
                  </a:lnTo>
                  <a:close/>
                  <a:moveTo>
                    <a:pt x="466" y="143"/>
                  </a:move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7" y="146"/>
                  </a:lnTo>
                  <a:lnTo>
                    <a:pt x="466" y="146"/>
                  </a:lnTo>
                  <a:lnTo>
                    <a:pt x="466" y="145"/>
                  </a:lnTo>
                  <a:lnTo>
                    <a:pt x="466" y="143"/>
                  </a:lnTo>
                  <a:close/>
                  <a:moveTo>
                    <a:pt x="473" y="142"/>
                  </a:moveTo>
                  <a:lnTo>
                    <a:pt x="474" y="143"/>
                  </a:lnTo>
                  <a:lnTo>
                    <a:pt x="474" y="145"/>
                  </a:lnTo>
                  <a:lnTo>
                    <a:pt x="471" y="146"/>
                  </a:lnTo>
                  <a:lnTo>
                    <a:pt x="471" y="146"/>
                  </a:lnTo>
                  <a:lnTo>
                    <a:pt x="470" y="146"/>
                  </a:lnTo>
                  <a:lnTo>
                    <a:pt x="471" y="145"/>
                  </a:lnTo>
                  <a:lnTo>
                    <a:pt x="470" y="143"/>
                  </a:lnTo>
                  <a:lnTo>
                    <a:pt x="471" y="142"/>
                  </a:lnTo>
                  <a:lnTo>
                    <a:pt x="473" y="142"/>
                  </a:lnTo>
                  <a:close/>
                  <a:moveTo>
                    <a:pt x="462" y="136"/>
                  </a:moveTo>
                  <a:lnTo>
                    <a:pt x="465" y="136"/>
                  </a:lnTo>
                  <a:lnTo>
                    <a:pt x="465" y="137"/>
                  </a:lnTo>
                  <a:lnTo>
                    <a:pt x="463" y="140"/>
                  </a:lnTo>
                  <a:lnTo>
                    <a:pt x="462" y="138"/>
                  </a:lnTo>
                  <a:lnTo>
                    <a:pt x="459" y="137"/>
                  </a:lnTo>
                  <a:lnTo>
                    <a:pt x="459" y="137"/>
                  </a:lnTo>
                  <a:lnTo>
                    <a:pt x="461" y="136"/>
                  </a:lnTo>
                  <a:lnTo>
                    <a:pt x="462" y="136"/>
                  </a:lnTo>
                  <a:close/>
                  <a:moveTo>
                    <a:pt x="471" y="128"/>
                  </a:moveTo>
                  <a:lnTo>
                    <a:pt x="475" y="128"/>
                  </a:lnTo>
                  <a:lnTo>
                    <a:pt x="477" y="129"/>
                  </a:lnTo>
                  <a:lnTo>
                    <a:pt x="477" y="130"/>
                  </a:lnTo>
                  <a:lnTo>
                    <a:pt x="474" y="130"/>
                  </a:lnTo>
                  <a:lnTo>
                    <a:pt x="475" y="132"/>
                  </a:lnTo>
                  <a:lnTo>
                    <a:pt x="475" y="133"/>
                  </a:lnTo>
                  <a:lnTo>
                    <a:pt x="474" y="133"/>
                  </a:lnTo>
                  <a:lnTo>
                    <a:pt x="473" y="133"/>
                  </a:lnTo>
                  <a:lnTo>
                    <a:pt x="470" y="132"/>
                  </a:lnTo>
                  <a:lnTo>
                    <a:pt x="469" y="132"/>
                  </a:lnTo>
                  <a:lnTo>
                    <a:pt x="467" y="129"/>
                  </a:lnTo>
                  <a:lnTo>
                    <a:pt x="469" y="129"/>
                  </a:lnTo>
                  <a:lnTo>
                    <a:pt x="470" y="130"/>
                  </a:lnTo>
                  <a:lnTo>
                    <a:pt x="471" y="130"/>
                  </a:lnTo>
                  <a:lnTo>
                    <a:pt x="470" y="128"/>
                  </a:lnTo>
                  <a:lnTo>
                    <a:pt x="471" y="128"/>
                  </a:lnTo>
                  <a:close/>
                  <a:moveTo>
                    <a:pt x="425" y="118"/>
                  </a:moveTo>
                  <a:lnTo>
                    <a:pt x="425" y="120"/>
                  </a:lnTo>
                  <a:lnTo>
                    <a:pt x="425" y="121"/>
                  </a:lnTo>
                  <a:lnTo>
                    <a:pt x="426" y="122"/>
                  </a:lnTo>
                  <a:lnTo>
                    <a:pt x="426" y="124"/>
                  </a:lnTo>
                  <a:lnTo>
                    <a:pt x="425" y="125"/>
                  </a:lnTo>
                  <a:lnTo>
                    <a:pt x="426" y="128"/>
                  </a:lnTo>
                  <a:lnTo>
                    <a:pt x="425" y="130"/>
                  </a:lnTo>
                  <a:lnTo>
                    <a:pt x="425" y="129"/>
                  </a:lnTo>
                  <a:lnTo>
                    <a:pt x="424" y="126"/>
                  </a:lnTo>
                  <a:lnTo>
                    <a:pt x="424" y="126"/>
                  </a:lnTo>
                  <a:lnTo>
                    <a:pt x="423" y="126"/>
                  </a:lnTo>
                  <a:lnTo>
                    <a:pt x="421" y="126"/>
                  </a:lnTo>
                  <a:lnTo>
                    <a:pt x="420" y="122"/>
                  </a:lnTo>
                  <a:lnTo>
                    <a:pt x="421" y="124"/>
                  </a:lnTo>
                  <a:lnTo>
                    <a:pt x="423" y="124"/>
                  </a:lnTo>
                  <a:lnTo>
                    <a:pt x="423" y="122"/>
                  </a:lnTo>
                  <a:lnTo>
                    <a:pt x="421" y="120"/>
                  </a:lnTo>
                  <a:lnTo>
                    <a:pt x="421" y="118"/>
                  </a:lnTo>
                  <a:lnTo>
                    <a:pt x="423" y="118"/>
                  </a:lnTo>
                  <a:lnTo>
                    <a:pt x="425" y="118"/>
                  </a:lnTo>
                  <a:close/>
                  <a:moveTo>
                    <a:pt x="413" y="107"/>
                  </a:moveTo>
                  <a:lnTo>
                    <a:pt x="415" y="108"/>
                  </a:lnTo>
                  <a:lnTo>
                    <a:pt x="416" y="109"/>
                  </a:lnTo>
                  <a:lnTo>
                    <a:pt x="419" y="109"/>
                  </a:lnTo>
                  <a:lnTo>
                    <a:pt x="417" y="111"/>
                  </a:lnTo>
                  <a:lnTo>
                    <a:pt x="416" y="111"/>
                  </a:lnTo>
                  <a:lnTo>
                    <a:pt x="413" y="109"/>
                  </a:lnTo>
                  <a:lnTo>
                    <a:pt x="412" y="108"/>
                  </a:lnTo>
                  <a:lnTo>
                    <a:pt x="413" y="107"/>
                  </a:lnTo>
                  <a:close/>
                  <a:moveTo>
                    <a:pt x="423" y="104"/>
                  </a:moveTo>
                  <a:lnTo>
                    <a:pt x="424" y="105"/>
                  </a:lnTo>
                  <a:lnTo>
                    <a:pt x="426" y="105"/>
                  </a:lnTo>
                  <a:lnTo>
                    <a:pt x="426" y="107"/>
                  </a:lnTo>
                  <a:lnTo>
                    <a:pt x="425" y="108"/>
                  </a:lnTo>
                  <a:lnTo>
                    <a:pt x="423" y="107"/>
                  </a:lnTo>
                  <a:lnTo>
                    <a:pt x="420" y="108"/>
                  </a:lnTo>
                  <a:lnTo>
                    <a:pt x="419" y="107"/>
                  </a:lnTo>
                  <a:lnTo>
                    <a:pt x="420" y="104"/>
                  </a:lnTo>
                  <a:lnTo>
                    <a:pt x="423" y="104"/>
                  </a:lnTo>
                  <a:close/>
                  <a:moveTo>
                    <a:pt x="786" y="103"/>
                  </a:moveTo>
                  <a:lnTo>
                    <a:pt x="787" y="103"/>
                  </a:lnTo>
                  <a:lnTo>
                    <a:pt x="790" y="105"/>
                  </a:lnTo>
                  <a:lnTo>
                    <a:pt x="791" y="107"/>
                  </a:lnTo>
                  <a:lnTo>
                    <a:pt x="791" y="108"/>
                  </a:lnTo>
                  <a:lnTo>
                    <a:pt x="790" y="107"/>
                  </a:lnTo>
                  <a:lnTo>
                    <a:pt x="790" y="108"/>
                  </a:lnTo>
                  <a:lnTo>
                    <a:pt x="786" y="108"/>
                  </a:lnTo>
                  <a:lnTo>
                    <a:pt x="786" y="107"/>
                  </a:lnTo>
                  <a:lnTo>
                    <a:pt x="785" y="105"/>
                  </a:lnTo>
                  <a:lnTo>
                    <a:pt x="785" y="104"/>
                  </a:lnTo>
                  <a:lnTo>
                    <a:pt x="786" y="103"/>
                  </a:lnTo>
                  <a:close/>
                  <a:moveTo>
                    <a:pt x="291" y="99"/>
                  </a:moveTo>
                  <a:lnTo>
                    <a:pt x="292" y="100"/>
                  </a:lnTo>
                  <a:lnTo>
                    <a:pt x="292" y="103"/>
                  </a:lnTo>
                  <a:lnTo>
                    <a:pt x="293" y="104"/>
                  </a:lnTo>
                  <a:lnTo>
                    <a:pt x="295" y="104"/>
                  </a:lnTo>
                  <a:lnTo>
                    <a:pt x="296" y="105"/>
                  </a:lnTo>
                  <a:lnTo>
                    <a:pt x="299" y="105"/>
                  </a:lnTo>
                  <a:lnTo>
                    <a:pt x="300" y="107"/>
                  </a:lnTo>
                  <a:lnTo>
                    <a:pt x="299" y="109"/>
                  </a:lnTo>
                  <a:lnTo>
                    <a:pt x="299" y="113"/>
                  </a:lnTo>
                  <a:lnTo>
                    <a:pt x="300" y="113"/>
                  </a:lnTo>
                  <a:lnTo>
                    <a:pt x="301" y="113"/>
                  </a:lnTo>
                  <a:lnTo>
                    <a:pt x="301" y="117"/>
                  </a:lnTo>
                  <a:lnTo>
                    <a:pt x="301" y="118"/>
                  </a:lnTo>
                  <a:lnTo>
                    <a:pt x="300" y="121"/>
                  </a:lnTo>
                  <a:lnTo>
                    <a:pt x="301" y="122"/>
                  </a:lnTo>
                  <a:lnTo>
                    <a:pt x="301" y="124"/>
                  </a:lnTo>
                  <a:lnTo>
                    <a:pt x="299" y="125"/>
                  </a:lnTo>
                  <a:lnTo>
                    <a:pt x="297" y="124"/>
                  </a:lnTo>
                  <a:lnTo>
                    <a:pt x="296" y="125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87" y="133"/>
                  </a:lnTo>
                  <a:lnTo>
                    <a:pt x="283" y="136"/>
                  </a:lnTo>
                  <a:lnTo>
                    <a:pt x="282" y="136"/>
                  </a:lnTo>
                  <a:lnTo>
                    <a:pt x="278" y="138"/>
                  </a:lnTo>
                  <a:lnTo>
                    <a:pt x="274" y="143"/>
                  </a:lnTo>
                  <a:lnTo>
                    <a:pt x="268" y="147"/>
                  </a:lnTo>
                  <a:lnTo>
                    <a:pt x="267" y="147"/>
                  </a:lnTo>
                  <a:lnTo>
                    <a:pt x="266" y="151"/>
                  </a:lnTo>
                  <a:lnTo>
                    <a:pt x="265" y="155"/>
                  </a:lnTo>
                  <a:lnTo>
                    <a:pt x="261" y="157"/>
                  </a:lnTo>
                  <a:lnTo>
                    <a:pt x="261" y="161"/>
                  </a:lnTo>
                  <a:lnTo>
                    <a:pt x="259" y="162"/>
                  </a:lnTo>
                  <a:lnTo>
                    <a:pt x="258" y="165"/>
                  </a:lnTo>
                  <a:lnTo>
                    <a:pt x="254" y="168"/>
                  </a:lnTo>
                  <a:lnTo>
                    <a:pt x="253" y="170"/>
                  </a:lnTo>
                  <a:lnTo>
                    <a:pt x="253" y="167"/>
                  </a:lnTo>
                  <a:lnTo>
                    <a:pt x="251" y="170"/>
                  </a:lnTo>
                  <a:lnTo>
                    <a:pt x="251" y="171"/>
                  </a:lnTo>
                  <a:lnTo>
                    <a:pt x="254" y="172"/>
                  </a:lnTo>
                  <a:lnTo>
                    <a:pt x="253" y="174"/>
                  </a:lnTo>
                  <a:lnTo>
                    <a:pt x="250" y="175"/>
                  </a:lnTo>
                  <a:lnTo>
                    <a:pt x="250" y="176"/>
                  </a:lnTo>
                  <a:lnTo>
                    <a:pt x="250" y="178"/>
                  </a:lnTo>
                  <a:lnTo>
                    <a:pt x="250" y="180"/>
                  </a:lnTo>
                  <a:lnTo>
                    <a:pt x="249" y="182"/>
                  </a:lnTo>
                  <a:lnTo>
                    <a:pt x="247" y="180"/>
                  </a:lnTo>
                  <a:lnTo>
                    <a:pt x="245" y="180"/>
                  </a:lnTo>
                  <a:lnTo>
                    <a:pt x="246" y="182"/>
                  </a:lnTo>
                  <a:lnTo>
                    <a:pt x="247" y="183"/>
                  </a:lnTo>
                  <a:lnTo>
                    <a:pt x="246" y="184"/>
                  </a:lnTo>
                  <a:lnTo>
                    <a:pt x="243" y="183"/>
                  </a:lnTo>
                  <a:lnTo>
                    <a:pt x="241" y="182"/>
                  </a:lnTo>
                  <a:lnTo>
                    <a:pt x="239" y="182"/>
                  </a:lnTo>
                  <a:lnTo>
                    <a:pt x="239" y="186"/>
                  </a:lnTo>
                  <a:lnTo>
                    <a:pt x="241" y="186"/>
                  </a:lnTo>
                  <a:lnTo>
                    <a:pt x="242" y="186"/>
                  </a:lnTo>
                  <a:lnTo>
                    <a:pt x="241" y="188"/>
                  </a:lnTo>
                  <a:lnTo>
                    <a:pt x="239" y="188"/>
                  </a:lnTo>
                  <a:lnTo>
                    <a:pt x="237" y="187"/>
                  </a:lnTo>
                  <a:lnTo>
                    <a:pt x="236" y="187"/>
                  </a:lnTo>
                  <a:lnTo>
                    <a:pt x="238" y="191"/>
                  </a:lnTo>
                  <a:lnTo>
                    <a:pt x="239" y="192"/>
                  </a:lnTo>
                  <a:lnTo>
                    <a:pt x="239" y="195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9" y="200"/>
                  </a:lnTo>
                  <a:lnTo>
                    <a:pt x="239" y="201"/>
                  </a:lnTo>
                  <a:lnTo>
                    <a:pt x="239" y="203"/>
                  </a:lnTo>
                  <a:lnTo>
                    <a:pt x="237" y="201"/>
                  </a:lnTo>
                  <a:lnTo>
                    <a:pt x="236" y="201"/>
                  </a:lnTo>
                  <a:lnTo>
                    <a:pt x="234" y="199"/>
                  </a:lnTo>
                  <a:lnTo>
                    <a:pt x="233" y="197"/>
                  </a:lnTo>
                  <a:lnTo>
                    <a:pt x="233" y="199"/>
                  </a:lnTo>
                  <a:lnTo>
                    <a:pt x="234" y="201"/>
                  </a:lnTo>
                  <a:lnTo>
                    <a:pt x="237" y="205"/>
                  </a:lnTo>
                  <a:lnTo>
                    <a:pt x="238" y="209"/>
                  </a:lnTo>
                  <a:lnTo>
                    <a:pt x="237" y="211"/>
                  </a:lnTo>
                  <a:lnTo>
                    <a:pt x="236" y="209"/>
                  </a:lnTo>
                  <a:lnTo>
                    <a:pt x="236" y="208"/>
                  </a:lnTo>
                  <a:lnTo>
                    <a:pt x="234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0" y="207"/>
                  </a:lnTo>
                  <a:lnTo>
                    <a:pt x="230" y="208"/>
                  </a:lnTo>
                  <a:lnTo>
                    <a:pt x="232" y="208"/>
                  </a:lnTo>
                  <a:lnTo>
                    <a:pt x="234" y="208"/>
                  </a:lnTo>
                  <a:lnTo>
                    <a:pt x="236" y="212"/>
                  </a:lnTo>
                  <a:lnTo>
                    <a:pt x="237" y="213"/>
                  </a:lnTo>
                  <a:lnTo>
                    <a:pt x="237" y="215"/>
                  </a:lnTo>
                  <a:lnTo>
                    <a:pt x="236" y="217"/>
                  </a:lnTo>
                  <a:lnTo>
                    <a:pt x="236" y="220"/>
                  </a:lnTo>
                  <a:lnTo>
                    <a:pt x="234" y="222"/>
                  </a:lnTo>
                  <a:lnTo>
                    <a:pt x="233" y="224"/>
                  </a:lnTo>
                  <a:lnTo>
                    <a:pt x="232" y="225"/>
                  </a:lnTo>
                  <a:lnTo>
                    <a:pt x="229" y="225"/>
                  </a:lnTo>
                  <a:lnTo>
                    <a:pt x="226" y="224"/>
                  </a:lnTo>
                  <a:lnTo>
                    <a:pt x="225" y="221"/>
                  </a:lnTo>
                  <a:lnTo>
                    <a:pt x="225" y="221"/>
                  </a:lnTo>
                  <a:lnTo>
                    <a:pt x="224" y="222"/>
                  </a:lnTo>
                  <a:lnTo>
                    <a:pt x="225" y="224"/>
                  </a:lnTo>
                  <a:lnTo>
                    <a:pt x="224" y="225"/>
                  </a:lnTo>
                  <a:lnTo>
                    <a:pt x="221" y="224"/>
                  </a:lnTo>
                  <a:lnTo>
                    <a:pt x="220" y="222"/>
                  </a:lnTo>
                  <a:lnTo>
                    <a:pt x="217" y="222"/>
                  </a:lnTo>
                  <a:lnTo>
                    <a:pt x="214" y="224"/>
                  </a:lnTo>
                  <a:lnTo>
                    <a:pt x="212" y="225"/>
                  </a:lnTo>
                  <a:lnTo>
                    <a:pt x="208" y="225"/>
                  </a:lnTo>
                  <a:lnTo>
                    <a:pt x="208" y="224"/>
                  </a:lnTo>
                  <a:lnTo>
                    <a:pt x="208" y="224"/>
                  </a:lnTo>
                  <a:lnTo>
                    <a:pt x="208" y="221"/>
                  </a:lnTo>
                  <a:lnTo>
                    <a:pt x="208" y="220"/>
                  </a:lnTo>
                  <a:lnTo>
                    <a:pt x="209" y="217"/>
                  </a:lnTo>
                  <a:lnTo>
                    <a:pt x="213" y="216"/>
                  </a:lnTo>
                  <a:lnTo>
                    <a:pt x="213" y="215"/>
                  </a:lnTo>
                  <a:lnTo>
                    <a:pt x="214" y="215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7" y="215"/>
                  </a:lnTo>
                  <a:lnTo>
                    <a:pt x="216" y="213"/>
                  </a:lnTo>
                  <a:lnTo>
                    <a:pt x="214" y="213"/>
                  </a:lnTo>
                  <a:lnTo>
                    <a:pt x="212" y="213"/>
                  </a:lnTo>
                  <a:lnTo>
                    <a:pt x="208" y="216"/>
                  </a:lnTo>
                  <a:lnTo>
                    <a:pt x="207" y="217"/>
                  </a:lnTo>
                  <a:lnTo>
                    <a:pt x="207" y="218"/>
                  </a:lnTo>
                  <a:lnTo>
                    <a:pt x="205" y="218"/>
                  </a:lnTo>
                  <a:lnTo>
                    <a:pt x="203" y="218"/>
                  </a:lnTo>
                  <a:lnTo>
                    <a:pt x="200" y="216"/>
                  </a:lnTo>
                  <a:lnTo>
                    <a:pt x="201" y="215"/>
                  </a:lnTo>
                  <a:lnTo>
                    <a:pt x="203" y="215"/>
                  </a:lnTo>
                  <a:lnTo>
                    <a:pt x="204" y="213"/>
                  </a:lnTo>
                  <a:lnTo>
                    <a:pt x="203" y="212"/>
                  </a:lnTo>
                  <a:lnTo>
                    <a:pt x="204" y="211"/>
                  </a:lnTo>
                  <a:lnTo>
                    <a:pt x="205" y="208"/>
                  </a:lnTo>
                  <a:lnTo>
                    <a:pt x="207" y="209"/>
                  </a:lnTo>
                  <a:lnTo>
                    <a:pt x="207" y="208"/>
                  </a:lnTo>
                  <a:lnTo>
                    <a:pt x="208" y="208"/>
                  </a:lnTo>
                  <a:lnTo>
                    <a:pt x="207" y="207"/>
                  </a:lnTo>
                  <a:lnTo>
                    <a:pt x="207" y="205"/>
                  </a:lnTo>
                  <a:lnTo>
                    <a:pt x="208" y="204"/>
                  </a:lnTo>
                  <a:lnTo>
                    <a:pt x="208" y="203"/>
                  </a:lnTo>
                  <a:lnTo>
                    <a:pt x="209" y="201"/>
                  </a:lnTo>
                  <a:lnTo>
                    <a:pt x="212" y="201"/>
                  </a:lnTo>
                  <a:lnTo>
                    <a:pt x="213" y="203"/>
                  </a:lnTo>
                  <a:lnTo>
                    <a:pt x="216" y="203"/>
                  </a:lnTo>
                  <a:lnTo>
                    <a:pt x="217" y="204"/>
                  </a:lnTo>
                  <a:lnTo>
                    <a:pt x="220" y="205"/>
                  </a:lnTo>
                  <a:lnTo>
                    <a:pt x="218" y="204"/>
                  </a:lnTo>
                  <a:lnTo>
                    <a:pt x="218" y="203"/>
                  </a:lnTo>
                  <a:lnTo>
                    <a:pt x="217" y="203"/>
                  </a:lnTo>
                  <a:lnTo>
                    <a:pt x="214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1" y="199"/>
                  </a:lnTo>
                  <a:lnTo>
                    <a:pt x="212" y="197"/>
                  </a:lnTo>
                  <a:lnTo>
                    <a:pt x="214" y="197"/>
                  </a:lnTo>
                  <a:lnTo>
                    <a:pt x="214" y="196"/>
                  </a:lnTo>
                  <a:lnTo>
                    <a:pt x="212" y="196"/>
                  </a:lnTo>
                  <a:lnTo>
                    <a:pt x="209" y="196"/>
                  </a:lnTo>
                  <a:lnTo>
                    <a:pt x="208" y="196"/>
                  </a:lnTo>
                  <a:lnTo>
                    <a:pt x="209" y="195"/>
                  </a:lnTo>
                  <a:lnTo>
                    <a:pt x="211" y="193"/>
                  </a:lnTo>
                  <a:lnTo>
                    <a:pt x="213" y="193"/>
                  </a:lnTo>
                  <a:lnTo>
                    <a:pt x="216" y="192"/>
                  </a:lnTo>
                  <a:lnTo>
                    <a:pt x="216" y="192"/>
                  </a:lnTo>
                  <a:lnTo>
                    <a:pt x="216" y="191"/>
                  </a:lnTo>
                  <a:lnTo>
                    <a:pt x="213" y="192"/>
                  </a:lnTo>
                  <a:lnTo>
                    <a:pt x="212" y="191"/>
                  </a:lnTo>
                  <a:lnTo>
                    <a:pt x="211" y="191"/>
                  </a:lnTo>
                  <a:lnTo>
                    <a:pt x="209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3" y="186"/>
                  </a:lnTo>
                  <a:lnTo>
                    <a:pt x="216" y="186"/>
                  </a:lnTo>
                  <a:lnTo>
                    <a:pt x="217" y="186"/>
                  </a:lnTo>
                  <a:lnTo>
                    <a:pt x="218" y="183"/>
                  </a:lnTo>
                  <a:lnTo>
                    <a:pt x="217" y="183"/>
                  </a:lnTo>
                  <a:lnTo>
                    <a:pt x="216" y="184"/>
                  </a:lnTo>
                  <a:lnTo>
                    <a:pt x="213" y="184"/>
                  </a:lnTo>
                  <a:lnTo>
                    <a:pt x="213" y="183"/>
                  </a:lnTo>
                  <a:lnTo>
                    <a:pt x="212" y="183"/>
                  </a:lnTo>
                  <a:lnTo>
                    <a:pt x="211" y="184"/>
                  </a:lnTo>
                  <a:lnTo>
                    <a:pt x="209" y="184"/>
                  </a:lnTo>
                  <a:lnTo>
                    <a:pt x="209" y="183"/>
                  </a:lnTo>
                  <a:lnTo>
                    <a:pt x="209" y="180"/>
                  </a:lnTo>
                  <a:lnTo>
                    <a:pt x="209" y="179"/>
                  </a:lnTo>
                  <a:lnTo>
                    <a:pt x="209" y="179"/>
                  </a:lnTo>
                  <a:lnTo>
                    <a:pt x="208" y="179"/>
                  </a:lnTo>
                  <a:lnTo>
                    <a:pt x="205" y="178"/>
                  </a:lnTo>
                  <a:lnTo>
                    <a:pt x="205" y="175"/>
                  </a:lnTo>
                  <a:lnTo>
                    <a:pt x="205" y="171"/>
                  </a:lnTo>
                  <a:lnTo>
                    <a:pt x="207" y="171"/>
                  </a:lnTo>
                  <a:lnTo>
                    <a:pt x="207" y="172"/>
                  </a:lnTo>
                  <a:lnTo>
                    <a:pt x="208" y="174"/>
                  </a:lnTo>
                  <a:lnTo>
                    <a:pt x="211" y="175"/>
                  </a:lnTo>
                  <a:lnTo>
                    <a:pt x="212" y="174"/>
                  </a:lnTo>
                  <a:lnTo>
                    <a:pt x="213" y="171"/>
                  </a:lnTo>
                  <a:lnTo>
                    <a:pt x="213" y="170"/>
                  </a:lnTo>
                  <a:lnTo>
                    <a:pt x="213" y="168"/>
                  </a:lnTo>
                  <a:lnTo>
                    <a:pt x="216" y="167"/>
                  </a:lnTo>
                  <a:lnTo>
                    <a:pt x="218" y="167"/>
                  </a:lnTo>
                  <a:lnTo>
                    <a:pt x="221" y="168"/>
                  </a:lnTo>
                  <a:lnTo>
                    <a:pt x="222" y="167"/>
                  </a:lnTo>
                  <a:lnTo>
                    <a:pt x="222" y="165"/>
                  </a:lnTo>
                  <a:lnTo>
                    <a:pt x="222" y="163"/>
                  </a:lnTo>
                  <a:lnTo>
                    <a:pt x="221" y="162"/>
                  </a:lnTo>
                  <a:lnTo>
                    <a:pt x="220" y="163"/>
                  </a:lnTo>
                  <a:lnTo>
                    <a:pt x="218" y="163"/>
                  </a:lnTo>
                  <a:lnTo>
                    <a:pt x="218" y="161"/>
                  </a:lnTo>
                  <a:lnTo>
                    <a:pt x="218" y="158"/>
                  </a:lnTo>
                  <a:lnTo>
                    <a:pt x="220" y="157"/>
                  </a:lnTo>
                  <a:lnTo>
                    <a:pt x="224" y="157"/>
                  </a:lnTo>
                  <a:lnTo>
                    <a:pt x="225" y="155"/>
                  </a:lnTo>
                  <a:lnTo>
                    <a:pt x="224" y="155"/>
                  </a:lnTo>
                  <a:lnTo>
                    <a:pt x="224" y="154"/>
                  </a:lnTo>
                  <a:lnTo>
                    <a:pt x="224" y="151"/>
                  </a:lnTo>
                  <a:lnTo>
                    <a:pt x="225" y="150"/>
                  </a:lnTo>
                  <a:lnTo>
                    <a:pt x="228" y="149"/>
                  </a:lnTo>
                  <a:lnTo>
                    <a:pt x="228" y="147"/>
                  </a:lnTo>
                  <a:lnTo>
                    <a:pt x="229" y="146"/>
                  </a:lnTo>
                  <a:lnTo>
                    <a:pt x="232" y="146"/>
                  </a:lnTo>
                  <a:lnTo>
                    <a:pt x="233" y="145"/>
                  </a:lnTo>
                  <a:lnTo>
                    <a:pt x="234" y="143"/>
                  </a:lnTo>
                  <a:lnTo>
                    <a:pt x="232" y="142"/>
                  </a:lnTo>
                  <a:lnTo>
                    <a:pt x="232" y="141"/>
                  </a:lnTo>
                  <a:lnTo>
                    <a:pt x="234" y="140"/>
                  </a:lnTo>
                  <a:lnTo>
                    <a:pt x="236" y="137"/>
                  </a:lnTo>
                  <a:lnTo>
                    <a:pt x="237" y="137"/>
                  </a:lnTo>
                  <a:lnTo>
                    <a:pt x="237" y="138"/>
                  </a:lnTo>
                  <a:lnTo>
                    <a:pt x="237" y="140"/>
                  </a:lnTo>
                  <a:lnTo>
                    <a:pt x="237" y="141"/>
                  </a:lnTo>
                  <a:lnTo>
                    <a:pt x="237" y="141"/>
                  </a:lnTo>
                  <a:lnTo>
                    <a:pt x="238" y="140"/>
                  </a:lnTo>
                  <a:lnTo>
                    <a:pt x="239" y="138"/>
                  </a:lnTo>
                  <a:lnTo>
                    <a:pt x="239" y="138"/>
                  </a:lnTo>
                  <a:lnTo>
                    <a:pt x="239" y="137"/>
                  </a:lnTo>
                  <a:lnTo>
                    <a:pt x="238" y="134"/>
                  </a:lnTo>
                  <a:lnTo>
                    <a:pt x="238" y="133"/>
                  </a:lnTo>
                  <a:lnTo>
                    <a:pt x="239" y="132"/>
                  </a:lnTo>
                  <a:lnTo>
                    <a:pt x="241" y="132"/>
                  </a:lnTo>
                  <a:lnTo>
                    <a:pt x="245" y="130"/>
                  </a:lnTo>
                  <a:lnTo>
                    <a:pt x="249" y="130"/>
                  </a:lnTo>
                  <a:lnTo>
                    <a:pt x="250" y="132"/>
                  </a:lnTo>
                  <a:lnTo>
                    <a:pt x="251" y="134"/>
                  </a:lnTo>
                  <a:lnTo>
                    <a:pt x="251" y="133"/>
                  </a:lnTo>
                  <a:lnTo>
                    <a:pt x="251" y="130"/>
                  </a:lnTo>
                  <a:lnTo>
                    <a:pt x="251" y="129"/>
                  </a:lnTo>
                  <a:lnTo>
                    <a:pt x="253" y="129"/>
                  </a:lnTo>
                  <a:lnTo>
                    <a:pt x="253" y="130"/>
                  </a:lnTo>
                  <a:lnTo>
                    <a:pt x="254" y="132"/>
                  </a:lnTo>
                  <a:lnTo>
                    <a:pt x="257" y="130"/>
                  </a:lnTo>
                  <a:lnTo>
                    <a:pt x="258" y="126"/>
                  </a:lnTo>
                  <a:lnTo>
                    <a:pt x="259" y="125"/>
                  </a:lnTo>
                  <a:lnTo>
                    <a:pt x="262" y="126"/>
                  </a:lnTo>
                  <a:lnTo>
                    <a:pt x="263" y="126"/>
                  </a:lnTo>
                  <a:lnTo>
                    <a:pt x="265" y="125"/>
                  </a:lnTo>
                  <a:lnTo>
                    <a:pt x="268" y="122"/>
                  </a:lnTo>
                  <a:lnTo>
                    <a:pt x="270" y="121"/>
                  </a:lnTo>
                  <a:lnTo>
                    <a:pt x="271" y="120"/>
                  </a:lnTo>
                  <a:lnTo>
                    <a:pt x="271" y="118"/>
                  </a:lnTo>
                  <a:lnTo>
                    <a:pt x="271" y="117"/>
                  </a:lnTo>
                  <a:lnTo>
                    <a:pt x="274" y="117"/>
                  </a:lnTo>
                  <a:lnTo>
                    <a:pt x="274" y="116"/>
                  </a:lnTo>
                  <a:lnTo>
                    <a:pt x="272" y="113"/>
                  </a:lnTo>
                  <a:lnTo>
                    <a:pt x="272" y="112"/>
                  </a:lnTo>
                  <a:lnTo>
                    <a:pt x="274" y="109"/>
                  </a:lnTo>
                  <a:lnTo>
                    <a:pt x="275" y="108"/>
                  </a:lnTo>
                  <a:lnTo>
                    <a:pt x="276" y="107"/>
                  </a:lnTo>
                  <a:lnTo>
                    <a:pt x="278" y="107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3" y="101"/>
                  </a:lnTo>
                  <a:lnTo>
                    <a:pt x="284" y="100"/>
                  </a:lnTo>
                  <a:lnTo>
                    <a:pt x="287" y="101"/>
                  </a:lnTo>
                  <a:lnTo>
                    <a:pt x="288" y="103"/>
                  </a:lnTo>
                  <a:lnTo>
                    <a:pt x="288" y="101"/>
                  </a:lnTo>
                  <a:lnTo>
                    <a:pt x="291" y="99"/>
                  </a:lnTo>
                  <a:close/>
                  <a:moveTo>
                    <a:pt x="977" y="99"/>
                  </a:moveTo>
                  <a:lnTo>
                    <a:pt x="978" y="101"/>
                  </a:lnTo>
                  <a:lnTo>
                    <a:pt x="980" y="103"/>
                  </a:lnTo>
                  <a:lnTo>
                    <a:pt x="978" y="104"/>
                  </a:lnTo>
                  <a:lnTo>
                    <a:pt x="976" y="105"/>
                  </a:lnTo>
                  <a:lnTo>
                    <a:pt x="976" y="105"/>
                  </a:lnTo>
                  <a:lnTo>
                    <a:pt x="973" y="105"/>
                  </a:lnTo>
                  <a:lnTo>
                    <a:pt x="972" y="103"/>
                  </a:lnTo>
                  <a:lnTo>
                    <a:pt x="974" y="103"/>
                  </a:lnTo>
                  <a:lnTo>
                    <a:pt x="976" y="101"/>
                  </a:lnTo>
                  <a:lnTo>
                    <a:pt x="977" y="99"/>
                  </a:lnTo>
                  <a:lnTo>
                    <a:pt x="977" y="99"/>
                  </a:lnTo>
                  <a:close/>
                  <a:moveTo>
                    <a:pt x="1232" y="84"/>
                  </a:moveTo>
                  <a:lnTo>
                    <a:pt x="1235" y="86"/>
                  </a:lnTo>
                  <a:lnTo>
                    <a:pt x="1235" y="88"/>
                  </a:lnTo>
                  <a:lnTo>
                    <a:pt x="1235" y="90"/>
                  </a:lnTo>
                  <a:lnTo>
                    <a:pt x="1234" y="88"/>
                  </a:lnTo>
                  <a:lnTo>
                    <a:pt x="1232" y="86"/>
                  </a:lnTo>
                  <a:lnTo>
                    <a:pt x="1232" y="84"/>
                  </a:lnTo>
                  <a:lnTo>
                    <a:pt x="1232" y="84"/>
                  </a:lnTo>
                  <a:close/>
                  <a:moveTo>
                    <a:pt x="1228" y="82"/>
                  </a:moveTo>
                  <a:lnTo>
                    <a:pt x="1230" y="83"/>
                  </a:lnTo>
                  <a:lnTo>
                    <a:pt x="1230" y="86"/>
                  </a:lnTo>
                  <a:lnTo>
                    <a:pt x="1230" y="86"/>
                  </a:lnTo>
                  <a:lnTo>
                    <a:pt x="1228" y="87"/>
                  </a:lnTo>
                  <a:lnTo>
                    <a:pt x="1227" y="86"/>
                  </a:lnTo>
                  <a:lnTo>
                    <a:pt x="1226" y="83"/>
                  </a:lnTo>
                  <a:lnTo>
                    <a:pt x="1227" y="83"/>
                  </a:lnTo>
                  <a:lnTo>
                    <a:pt x="1228" y="82"/>
                  </a:lnTo>
                  <a:close/>
                  <a:moveTo>
                    <a:pt x="1232" y="80"/>
                  </a:moveTo>
                  <a:lnTo>
                    <a:pt x="1234" y="80"/>
                  </a:lnTo>
                  <a:lnTo>
                    <a:pt x="1235" y="83"/>
                  </a:lnTo>
                  <a:lnTo>
                    <a:pt x="1235" y="84"/>
                  </a:lnTo>
                  <a:lnTo>
                    <a:pt x="1234" y="84"/>
                  </a:lnTo>
                  <a:lnTo>
                    <a:pt x="1232" y="82"/>
                  </a:lnTo>
                  <a:lnTo>
                    <a:pt x="1232" y="80"/>
                  </a:lnTo>
                  <a:close/>
                  <a:moveTo>
                    <a:pt x="706" y="78"/>
                  </a:moveTo>
                  <a:lnTo>
                    <a:pt x="707" y="79"/>
                  </a:lnTo>
                  <a:lnTo>
                    <a:pt x="707" y="80"/>
                  </a:lnTo>
                  <a:lnTo>
                    <a:pt x="708" y="83"/>
                  </a:lnTo>
                  <a:lnTo>
                    <a:pt x="710" y="84"/>
                  </a:lnTo>
                  <a:lnTo>
                    <a:pt x="710" y="88"/>
                  </a:lnTo>
                  <a:lnTo>
                    <a:pt x="711" y="90"/>
                  </a:lnTo>
                  <a:lnTo>
                    <a:pt x="711" y="91"/>
                  </a:lnTo>
                  <a:lnTo>
                    <a:pt x="710" y="92"/>
                  </a:lnTo>
                  <a:lnTo>
                    <a:pt x="710" y="93"/>
                  </a:lnTo>
                  <a:lnTo>
                    <a:pt x="708" y="95"/>
                  </a:lnTo>
                  <a:lnTo>
                    <a:pt x="707" y="93"/>
                  </a:lnTo>
                  <a:lnTo>
                    <a:pt x="704" y="93"/>
                  </a:lnTo>
                  <a:lnTo>
                    <a:pt x="698" y="92"/>
                  </a:lnTo>
                  <a:lnTo>
                    <a:pt x="695" y="92"/>
                  </a:lnTo>
                  <a:lnTo>
                    <a:pt x="694" y="91"/>
                  </a:lnTo>
                  <a:lnTo>
                    <a:pt x="694" y="90"/>
                  </a:lnTo>
                  <a:lnTo>
                    <a:pt x="696" y="90"/>
                  </a:lnTo>
                  <a:lnTo>
                    <a:pt x="698" y="88"/>
                  </a:lnTo>
                  <a:lnTo>
                    <a:pt x="696" y="87"/>
                  </a:lnTo>
                  <a:lnTo>
                    <a:pt x="695" y="86"/>
                  </a:lnTo>
                  <a:lnTo>
                    <a:pt x="694" y="83"/>
                  </a:lnTo>
                  <a:lnTo>
                    <a:pt x="695" y="82"/>
                  </a:lnTo>
                  <a:lnTo>
                    <a:pt x="698" y="82"/>
                  </a:lnTo>
                  <a:lnTo>
                    <a:pt x="702" y="79"/>
                  </a:lnTo>
                  <a:lnTo>
                    <a:pt x="706" y="78"/>
                  </a:lnTo>
                  <a:close/>
                  <a:moveTo>
                    <a:pt x="1235" y="78"/>
                  </a:moveTo>
                  <a:lnTo>
                    <a:pt x="1236" y="78"/>
                  </a:lnTo>
                  <a:lnTo>
                    <a:pt x="1236" y="80"/>
                  </a:lnTo>
                  <a:lnTo>
                    <a:pt x="1236" y="82"/>
                  </a:lnTo>
                  <a:lnTo>
                    <a:pt x="1235" y="82"/>
                  </a:lnTo>
                  <a:lnTo>
                    <a:pt x="1235" y="79"/>
                  </a:lnTo>
                  <a:lnTo>
                    <a:pt x="1235" y="78"/>
                  </a:lnTo>
                  <a:close/>
                  <a:moveTo>
                    <a:pt x="818" y="70"/>
                  </a:moveTo>
                  <a:lnTo>
                    <a:pt x="818" y="72"/>
                  </a:lnTo>
                  <a:lnTo>
                    <a:pt x="818" y="75"/>
                  </a:lnTo>
                  <a:lnTo>
                    <a:pt x="816" y="75"/>
                  </a:lnTo>
                  <a:lnTo>
                    <a:pt x="815" y="74"/>
                  </a:lnTo>
                  <a:lnTo>
                    <a:pt x="814" y="74"/>
                  </a:lnTo>
                  <a:lnTo>
                    <a:pt x="814" y="72"/>
                  </a:lnTo>
                  <a:lnTo>
                    <a:pt x="814" y="71"/>
                  </a:lnTo>
                  <a:lnTo>
                    <a:pt x="818" y="70"/>
                  </a:lnTo>
                  <a:close/>
                  <a:moveTo>
                    <a:pt x="534" y="67"/>
                  </a:moveTo>
                  <a:lnTo>
                    <a:pt x="536" y="70"/>
                  </a:lnTo>
                  <a:lnTo>
                    <a:pt x="536" y="70"/>
                  </a:lnTo>
                  <a:lnTo>
                    <a:pt x="536" y="71"/>
                  </a:lnTo>
                  <a:lnTo>
                    <a:pt x="536" y="71"/>
                  </a:lnTo>
                  <a:lnTo>
                    <a:pt x="534" y="72"/>
                  </a:lnTo>
                  <a:lnTo>
                    <a:pt x="533" y="74"/>
                  </a:lnTo>
                  <a:lnTo>
                    <a:pt x="530" y="74"/>
                  </a:lnTo>
                  <a:lnTo>
                    <a:pt x="529" y="74"/>
                  </a:lnTo>
                  <a:lnTo>
                    <a:pt x="527" y="74"/>
                  </a:lnTo>
                  <a:lnTo>
                    <a:pt x="527" y="72"/>
                  </a:lnTo>
                  <a:lnTo>
                    <a:pt x="524" y="72"/>
                  </a:lnTo>
                  <a:lnTo>
                    <a:pt x="524" y="72"/>
                  </a:lnTo>
                  <a:lnTo>
                    <a:pt x="524" y="70"/>
                  </a:lnTo>
                  <a:lnTo>
                    <a:pt x="527" y="71"/>
                  </a:lnTo>
                  <a:lnTo>
                    <a:pt x="528" y="70"/>
                  </a:lnTo>
                  <a:lnTo>
                    <a:pt x="528" y="68"/>
                  </a:lnTo>
                  <a:lnTo>
                    <a:pt x="529" y="68"/>
                  </a:lnTo>
                  <a:lnTo>
                    <a:pt x="530" y="70"/>
                  </a:lnTo>
                  <a:lnTo>
                    <a:pt x="532" y="70"/>
                  </a:lnTo>
                  <a:lnTo>
                    <a:pt x="532" y="70"/>
                  </a:lnTo>
                  <a:lnTo>
                    <a:pt x="532" y="68"/>
                  </a:lnTo>
                  <a:lnTo>
                    <a:pt x="533" y="67"/>
                  </a:lnTo>
                  <a:lnTo>
                    <a:pt x="534" y="67"/>
                  </a:lnTo>
                  <a:close/>
                  <a:moveTo>
                    <a:pt x="512" y="58"/>
                  </a:moveTo>
                  <a:lnTo>
                    <a:pt x="513" y="58"/>
                  </a:lnTo>
                  <a:lnTo>
                    <a:pt x="513" y="59"/>
                  </a:lnTo>
                  <a:lnTo>
                    <a:pt x="511" y="61"/>
                  </a:lnTo>
                  <a:lnTo>
                    <a:pt x="509" y="61"/>
                  </a:lnTo>
                  <a:lnTo>
                    <a:pt x="508" y="61"/>
                  </a:lnTo>
                  <a:lnTo>
                    <a:pt x="511" y="59"/>
                  </a:lnTo>
                  <a:lnTo>
                    <a:pt x="512" y="58"/>
                  </a:lnTo>
                  <a:close/>
                  <a:moveTo>
                    <a:pt x="523" y="55"/>
                  </a:moveTo>
                  <a:lnTo>
                    <a:pt x="524" y="55"/>
                  </a:lnTo>
                  <a:lnTo>
                    <a:pt x="524" y="58"/>
                  </a:lnTo>
                  <a:lnTo>
                    <a:pt x="524" y="58"/>
                  </a:lnTo>
                  <a:lnTo>
                    <a:pt x="524" y="61"/>
                  </a:lnTo>
                  <a:lnTo>
                    <a:pt x="523" y="61"/>
                  </a:lnTo>
                  <a:lnTo>
                    <a:pt x="523" y="59"/>
                  </a:lnTo>
                  <a:lnTo>
                    <a:pt x="521" y="58"/>
                  </a:lnTo>
                  <a:lnTo>
                    <a:pt x="520" y="59"/>
                  </a:lnTo>
                  <a:lnTo>
                    <a:pt x="519" y="61"/>
                  </a:lnTo>
                  <a:lnTo>
                    <a:pt x="519" y="59"/>
                  </a:lnTo>
                  <a:lnTo>
                    <a:pt x="520" y="58"/>
                  </a:lnTo>
                  <a:lnTo>
                    <a:pt x="521" y="55"/>
                  </a:lnTo>
                  <a:lnTo>
                    <a:pt x="523" y="55"/>
                  </a:lnTo>
                  <a:close/>
                  <a:moveTo>
                    <a:pt x="530" y="50"/>
                  </a:moveTo>
                  <a:lnTo>
                    <a:pt x="532" y="51"/>
                  </a:lnTo>
                  <a:lnTo>
                    <a:pt x="532" y="53"/>
                  </a:lnTo>
                  <a:lnTo>
                    <a:pt x="534" y="53"/>
                  </a:lnTo>
                  <a:lnTo>
                    <a:pt x="534" y="54"/>
                  </a:lnTo>
                  <a:lnTo>
                    <a:pt x="533" y="55"/>
                  </a:lnTo>
                  <a:lnTo>
                    <a:pt x="532" y="55"/>
                  </a:lnTo>
                  <a:lnTo>
                    <a:pt x="532" y="53"/>
                  </a:lnTo>
                  <a:lnTo>
                    <a:pt x="530" y="51"/>
                  </a:lnTo>
                  <a:lnTo>
                    <a:pt x="530" y="50"/>
                  </a:lnTo>
                  <a:close/>
                  <a:moveTo>
                    <a:pt x="1309" y="47"/>
                  </a:moveTo>
                  <a:lnTo>
                    <a:pt x="1307" y="50"/>
                  </a:lnTo>
                  <a:lnTo>
                    <a:pt x="1306" y="51"/>
                  </a:lnTo>
                  <a:lnTo>
                    <a:pt x="1306" y="50"/>
                  </a:lnTo>
                  <a:lnTo>
                    <a:pt x="1306" y="49"/>
                  </a:lnTo>
                  <a:lnTo>
                    <a:pt x="1309" y="47"/>
                  </a:lnTo>
                  <a:close/>
                  <a:moveTo>
                    <a:pt x="530" y="47"/>
                  </a:moveTo>
                  <a:lnTo>
                    <a:pt x="532" y="47"/>
                  </a:lnTo>
                  <a:lnTo>
                    <a:pt x="530" y="50"/>
                  </a:lnTo>
                  <a:lnTo>
                    <a:pt x="528" y="50"/>
                  </a:lnTo>
                  <a:lnTo>
                    <a:pt x="528" y="49"/>
                  </a:lnTo>
                  <a:lnTo>
                    <a:pt x="528" y="47"/>
                  </a:lnTo>
                  <a:lnTo>
                    <a:pt x="530" y="47"/>
                  </a:lnTo>
                  <a:close/>
                  <a:moveTo>
                    <a:pt x="454" y="47"/>
                  </a:moveTo>
                  <a:lnTo>
                    <a:pt x="455" y="47"/>
                  </a:lnTo>
                  <a:lnTo>
                    <a:pt x="457" y="49"/>
                  </a:lnTo>
                  <a:lnTo>
                    <a:pt x="457" y="51"/>
                  </a:lnTo>
                  <a:lnTo>
                    <a:pt x="457" y="53"/>
                  </a:lnTo>
                  <a:lnTo>
                    <a:pt x="454" y="54"/>
                  </a:lnTo>
                  <a:lnTo>
                    <a:pt x="453" y="54"/>
                  </a:lnTo>
                  <a:lnTo>
                    <a:pt x="453" y="53"/>
                  </a:lnTo>
                  <a:lnTo>
                    <a:pt x="453" y="50"/>
                  </a:lnTo>
                  <a:lnTo>
                    <a:pt x="453" y="47"/>
                  </a:lnTo>
                  <a:lnTo>
                    <a:pt x="454" y="47"/>
                  </a:lnTo>
                  <a:close/>
                  <a:moveTo>
                    <a:pt x="1286" y="45"/>
                  </a:moveTo>
                  <a:lnTo>
                    <a:pt x="1289" y="45"/>
                  </a:lnTo>
                  <a:lnTo>
                    <a:pt x="1292" y="46"/>
                  </a:lnTo>
                  <a:lnTo>
                    <a:pt x="1293" y="46"/>
                  </a:lnTo>
                  <a:lnTo>
                    <a:pt x="1293" y="45"/>
                  </a:lnTo>
                  <a:lnTo>
                    <a:pt x="1296" y="47"/>
                  </a:lnTo>
                  <a:lnTo>
                    <a:pt x="1297" y="49"/>
                  </a:lnTo>
                  <a:lnTo>
                    <a:pt x="1296" y="50"/>
                  </a:lnTo>
                  <a:lnTo>
                    <a:pt x="1298" y="53"/>
                  </a:lnTo>
                  <a:lnTo>
                    <a:pt x="1298" y="55"/>
                  </a:lnTo>
                  <a:lnTo>
                    <a:pt x="1297" y="57"/>
                  </a:lnTo>
                  <a:lnTo>
                    <a:pt x="1294" y="58"/>
                  </a:lnTo>
                  <a:lnTo>
                    <a:pt x="1292" y="57"/>
                  </a:lnTo>
                  <a:lnTo>
                    <a:pt x="1289" y="54"/>
                  </a:lnTo>
                  <a:lnTo>
                    <a:pt x="1286" y="54"/>
                  </a:lnTo>
                  <a:lnTo>
                    <a:pt x="1284" y="54"/>
                  </a:lnTo>
                  <a:lnTo>
                    <a:pt x="1282" y="53"/>
                  </a:lnTo>
                  <a:lnTo>
                    <a:pt x="1282" y="49"/>
                  </a:lnTo>
                  <a:lnTo>
                    <a:pt x="1284" y="47"/>
                  </a:lnTo>
                  <a:lnTo>
                    <a:pt x="1285" y="47"/>
                  </a:lnTo>
                  <a:lnTo>
                    <a:pt x="1285" y="46"/>
                  </a:lnTo>
                  <a:lnTo>
                    <a:pt x="1286" y="46"/>
                  </a:lnTo>
                  <a:lnTo>
                    <a:pt x="1286" y="45"/>
                  </a:lnTo>
                  <a:close/>
                  <a:moveTo>
                    <a:pt x="1192" y="43"/>
                  </a:moveTo>
                  <a:lnTo>
                    <a:pt x="1193" y="43"/>
                  </a:lnTo>
                  <a:lnTo>
                    <a:pt x="1194" y="46"/>
                  </a:lnTo>
                  <a:lnTo>
                    <a:pt x="1193" y="46"/>
                  </a:lnTo>
                  <a:lnTo>
                    <a:pt x="1192" y="46"/>
                  </a:lnTo>
                  <a:lnTo>
                    <a:pt x="1190" y="45"/>
                  </a:lnTo>
                  <a:lnTo>
                    <a:pt x="1192" y="43"/>
                  </a:lnTo>
                  <a:close/>
                  <a:moveTo>
                    <a:pt x="1210" y="42"/>
                  </a:moveTo>
                  <a:lnTo>
                    <a:pt x="1211" y="43"/>
                  </a:lnTo>
                  <a:lnTo>
                    <a:pt x="1211" y="45"/>
                  </a:lnTo>
                  <a:lnTo>
                    <a:pt x="1210" y="45"/>
                  </a:lnTo>
                  <a:lnTo>
                    <a:pt x="1209" y="43"/>
                  </a:lnTo>
                  <a:lnTo>
                    <a:pt x="1210" y="42"/>
                  </a:lnTo>
                  <a:close/>
                  <a:moveTo>
                    <a:pt x="1201" y="41"/>
                  </a:moveTo>
                  <a:lnTo>
                    <a:pt x="1203" y="42"/>
                  </a:lnTo>
                  <a:lnTo>
                    <a:pt x="1202" y="43"/>
                  </a:lnTo>
                  <a:lnTo>
                    <a:pt x="1201" y="43"/>
                  </a:lnTo>
                  <a:lnTo>
                    <a:pt x="1199" y="42"/>
                  </a:lnTo>
                  <a:lnTo>
                    <a:pt x="1201" y="41"/>
                  </a:lnTo>
                  <a:close/>
                  <a:moveTo>
                    <a:pt x="516" y="37"/>
                  </a:moveTo>
                  <a:lnTo>
                    <a:pt x="516" y="38"/>
                  </a:lnTo>
                  <a:lnTo>
                    <a:pt x="516" y="41"/>
                  </a:lnTo>
                  <a:lnTo>
                    <a:pt x="515" y="42"/>
                  </a:lnTo>
                  <a:lnTo>
                    <a:pt x="515" y="43"/>
                  </a:lnTo>
                  <a:lnTo>
                    <a:pt x="513" y="46"/>
                  </a:lnTo>
                  <a:lnTo>
                    <a:pt x="511" y="47"/>
                  </a:lnTo>
                  <a:lnTo>
                    <a:pt x="511" y="46"/>
                  </a:lnTo>
                  <a:lnTo>
                    <a:pt x="511" y="45"/>
                  </a:lnTo>
                  <a:lnTo>
                    <a:pt x="509" y="46"/>
                  </a:lnTo>
                  <a:lnTo>
                    <a:pt x="508" y="47"/>
                  </a:lnTo>
                  <a:lnTo>
                    <a:pt x="507" y="49"/>
                  </a:lnTo>
                  <a:lnTo>
                    <a:pt x="505" y="49"/>
                  </a:lnTo>
                  <a:lnTo>
                    <a:pt x="505" y="46"/>
                  </a:lnTo>
                  <a:lnTo>
                    <a:pt x="508" y="42"/>
                  </a:lnTo>
                  <a:lnTo>
                    <a:pt x="511" y="41"/>
                  </a:lnTo>
                  <a:lnTo>
                    <a:pt x="513" y="39"/>
                  </a:lnTo>
                  <a:lnTo>
                    <a:pt x="515" y="38"/>
                  </a:lnTo>
                  <a:lnTo>
                    <a:pt x="516" y="37"/>
                  </a:lnTo>
                  <a:close/>
                  <a:moveTo>
                    <a:pt x="465" y="29"/>
                  </a:moveTo>
                  <a:lnTo>
                    <a:pt x="467" y="30"/>
                  </a:lnTo>
                  <a:lnTo>
                    <a:pt x="467" y="32"/>
                  </a:lnTo>
                  <a:lnTo>
                    <a:pt x="466" y="32"/>
                  </a:lnTo>
                  <a:lnTo>
                    <a:pt x="465" y="30"/>
                  </a:lnTo>
                  <a:lnTo>
                    <a:pt x="465" y="29"/>
                  </a:lnTo>
                  <a:close/>
                  <a:moveTo>
                    <a:pt x="897" y="26"/>
                  </a:moveTo>
                  <a:lnTo>
                    <a:pt x="898" y="28"/>
                  </a:lnTo>
                  <a:lnTo>
                    <a:pt x="901" y="30"/>
                  </a:lnTo>
                  <a:lnTo>
                    <a:pt x="903" y="30"/>
                  </a:lnTo>
                  <a:lnTo>
                    <a:pt x="906" y="30"/>
                  </a:lnTo>
                  <a:lnTo>
                    <a:pt x="910" y="34"/>
                  </a:lnTo>
                  <a:lnTo>
                    <a:pt x="910" y="36"/>
                  </a:lnTo>
                  <a:lnTo>
                    <a:pt x="908" y="36"/>
                  </a:lnTo>
                  <a:lnTo>
                    <a:pt x="906" y="33"/>
                  </a:lnTo>
                  <a:lnTo>
                    <a:pt x="903" y="33"/>
                  </a:lnTo>
                  <a:lnTo>
                    <a:pt x="901" y="32"/>
                  </a:lnTo>
                  <a:lnTo>
                    <a:pt x="898" y="32"/>
                  </a:lnTo>
                  <a:lnTo>
                    <a:pt x="897" y="30"/>
                  </a:lnTo>
                  <a:lnTo>
                    <a:pt x="895" y="28"/>
                  </a:lnTo>
                  <a:lnTo>
                    <a:pt x="897" y="26"/>
                  </a:lnTo>
                  <a:close/>
                  <a:moveTo>
                    <a:pt x="113" y="21"/>
                  </a:moveTo>
                  <a:lnTo>
                    <a:pt x="116" y="25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18" y="29"/>
                  </a:lnTo>
                  <a:lnTo>
                    <a:pt x="118" y="32"/>
                  </a:lnTo>
                  <a:lnTo>
                    <a:pt x="114" y="30"/>
                  </a:lnTo>
                  <a:lnTo>
                    <a:pt x="113" y="32"/>
                  </a:lnTo>
                  <a:lnTo>
                    <a:pt x="110" y="32"/>
                  </a:lnTo>
                  <a:lnTo>
                    <a:pt x="110" y="30"/>
                  </a:lnTo>
                  <a:lnTo>
                    <a:pt x="108" y="29"/>
                  </a:lnTo>
                  <a:lnTo>
                    <a:pt x="109" y="28"/>
                  </a:lnTo>
                  <a:lnTo>
                    <a:pt x="112" y="28"/>
                  </a:lnTo>
                  <a:lnTo>
                    <a:pt x="112" y="26"/>
                  </a:lnTo>
                  <a:lnTo>
                    <a:pt x="112" y="22"/>
                  </a:lnTo>
                  <a:lnTo>
                    <a:pt x="113" y="21"/>
                  </a:lnTo>
                  <a:close/>
                  <a:moveTo>
                    <a:pt x="172" y="20"/>
                  </a:moveTo>
                  <a:lnTo>
                    <a:pt x="174" y="20"/>
                  </a:lnTo>
                  <a:lnTo>
                    <a:pt x="176" y="22"/>
                  </a:lnTo>
                  <a:lnTo>
                    <a:pt x="175" y="24"/>
                  </a:lnTo>
                  <a:lnTo>
                    <a:pt x="174" y="22"/>
                  </a:lnTo>
                  <a:lnTo>
                    <a:pt x="171" y="22"/>
                  </a:lnTo>
                  <a:lnTo>
                    <a:pt x="172" y="20"/>
                  </a:lnTo>
                  <a:close/>
                  <a:moveTo>
                    <a:pt x="104" y="17"/>
                  </a:moveTo>
                  <a:lnTo>
                    <a:pt x="106" y="18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08" y="24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3" y="22"/>
                  </a:lnTo>
                  <a:lnTo>
                    <a:pt x="104" y="21"/>
                  </a:lnTo>
                  <a:lnTo>
                    <a:pt x="104" y="17"/>
                  </a:lnTo>
                  <a:close/>
                  <a:moveTo>
                    <a:pt x="958" y="16"/>
                  </a:moveTo>
                  <a:lnTo>
                    <a:pt x="960" y="16"/>
                  </a:lnTo>
                  <a:lnTo>
                    <a:pt x="964" y="17"/>
                  </a:lnTo>
                  <a:lnTo>
                    <a:pt x="965" y="16"/>
                  </a:lnTo>
                  <a:lnTo>
                    <a:pt x="968" y="16"/>
                  </a:lnTo>
                  <a:lnTo>
                    <a:pt x="969" y="18"/>
                  </a:lnTo>
                  <a:lnTo>
                    <a:pt x="973" y="18"/>
                  </a:lnTo>
                  <a:lnTo>
                    <a:pt x="976" y="20"/>
                  </a:lnTo>
                  <a:lnTo>
                    <a:pt x="981" y="22"/>
                  </a:lnTo>
                  <a:lnTo>
                    <a:pt x="983" y="26"/>
                  </a:lnTo>
                  <a:lnTo>
                    <a:pt x="985" y="29"/>
                  </a:lnTo>
                  <a:lnTo>
                    <a:pt x="986" y="30"/>
                  </a:lnTo>
                  <a:lnTo>
                    <a:pt x="985" y="33"/>
                  </a:lnTo>
                  <a:lnTo>
                    <a:pt x="982" y="32"/>
                  </a:lnTo>
                  <a:lnTo>
                    <a:pt x="978" y="33"/>
                  </a:lnTo>
                  <a:lnTo>
                    <a:pt x="976" y="34"/>
                  </a:lnTo>
                  <a:lnTo>
                    <a:pt x="970" y="34"/>
                  </a:lnTo>
                  <a:lnTo>
                    <a:pt x="968" y="34"/>
                  </a:lnTo>
                  <a:lnTo>
                    <a:pt x="962" y="34"/>
                  </a:lnTo>
                  <a:lnTo>
                    <a:pt x="960" y="33"/>
                  </a:lnTo>
                  <a:lnTo>
                    <a:pt x="956" y="36"/>
                  </a:lnTo>
                  <a:lnTo>
                    <a:pt x="953" y="38"/>
                  </a:lnTo>
                  <a:lnTo>
                    <a:pt x="952" y="39"/>
                  </a:lnTo>
                  <a:lnTo>
                    <a:pt x="951" y="39"/>
                  </a:lnTo>
                  <a:lnTo>
                    <a:pt x="951" y="37"/>
                  </a:lnTo>
                  <a:lnTo>
                    <a:pt x="953" y="34"/>
                  </a:lnTo>
                  <a:lnTo>
                    <a:pt x="954" y="29"/>
                  </a:lnTo>
                  <a:lnTo>
                    <a:pt x="954" y="24"/>
                  </a:lnTo>
                  <a:lnTo>
                    <a:pt x="954" y="22"/>
                  </a:lnTo>
                  <a:lnTo>
                    <a:pt x="957" y="18"/>
                  </a:lnTo>
                  <a:lnTo>
                    <a:pt x="958" y="16"/>
                  </a:lnTo>
                  <a:close/>
                  <a:moveTo>
                    <a:pt x="179" y="13"/>
                  </a:moveTo>
                  <a:lnTo>
                    <a:pt x="182" y="13"/>
                  </a:lnTo>
                  <a:lnTo>
                    <a:pt x="182" y="17"/>
                  </a:lnTo>
                  <a:lnTo>
                    <a:pt x="180" y="21"/>
                  </a:lnTo>
                  <a:lnTo>
                    <a:pt x="178" y="20"/>
                  </a:lnTo>
                  <a:lnTo>
                    <a:pt x="175" y="18"/>
                  </a:lnTo>
                  <a:lnTo>
                    <a:pt x="172" y="17"/>
                  </a:lnTo>
                  <a:lnTo>
                    <a:pt x="172" y="16"/>
                  </a:lnTo>
                  <a:lnTo>
                    <a:pt x="176" y="13"/>
                  </a:lnTo>
                  <a:lnTo>
                    <a:pt x="179" y="13"/>
                  </a:lnTo>
                  <a:close/>
                  <a:moveTo>
                    <a:pt x="135" y="12"/>
                  </a:moveTo>
                  <a:lnTo>
                    <a:pt x="137" y="13"/>
                  </a:lnTo>
                  <a:lnTo>
                    <a:pt x="137" y="14"/>
                  </a:lnTo>
                  <a:lnTo>
                    <a:pt x="137" y="17"/>
                  </a:lnTo>
                  <a:lnTo>
                    <a:pt x="135" y="16"/>
                  </a:lnTo>
                  <a:lnTo>
                    <a:pt x="135" y="14"/>
                  </a:lnTo>
                  <a:lnTo>
                    <a:pt x="135" y="12"/>
                  </a:lnTo>
                  <a:close/>
                  <a:moveTo>
                    <a:pt x="129" y="12"/>
                  </a:moveTo>
                  <a:lnTo>
                    <a:pt x="132" y="14"/>
                  </a:lnTo>
                  <a:lnTo>
                    <a:pt x="133" y="14"/>
                  </a:lnTo>
                  <a:lnTo>
                    <a:pt x="133" y="16"/>
                  </a:lnTo>
                  <a:lnTo>
                    <a:pt x="132" y="18"/>
                  </a:lnTo>
                  <a:lnTo>
                    <a:pt x="130" y="21"/>
                  </a:lnTo>
                  <a:lnTo>
                    <a:pt x="126" y="20"/>
                  </a:lnTo>
                  <a:lnTo>
                    <a:pt x="125" y="18"/>
                  </a:lnTo>
                  <a:lnTo>
                    <a:pt x="128" y="17"/>
                  </a:lnTo>
                  <a:lnTo>
                    <a:pt x="128" y="16"/>
                  </a:lnTo>
                  <a:lnTo>
                    <a:pt x="126" y="13"/>
                  </a:lnTo>
                  <a:lnTo>
                    <a:pt x="128" y="12"/>
                  </a:lnTo>
                  <a:lnTo>
                    <a:pt x="129" y="12"/>
                  </a:lnTo>
                  <a:close/>
                  <a:moveTo>
                    <a:pt x="143" y="9"/>
                  </a:moveTo>
                  <a:lnTo>
                    <a:pt x="145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3" y="14"/>
                  </a:lnTo>
                  <a:lnTo>
                    <a:pt x="141" y="13"/>
                  </a:lnTo>
                  <a:lnTo>
                    <a:pt x="139" y="12"/>
                  </a:lnTo>
                  <a:lnTo>
                    <a:pt x="141" y="11"/>
                  </a:lnTo>
                  <a:lnTo>
                    <a:pt x="142" y="9"/>
                  </a:lnTo>
                  <a:lnTo>
                    <a:pt x="143" y="9"/>
                  </a:lnTo>
                  <a:close/>
                  <a:moveTo>
                    <a:pt x="941" y="7"/>
                  </a:moveTo>
                  <a:lnTo>
                    <a:pt x="943" y="7"/>
                  </a:lnTo>
                  <a:lnTo>
                    <a:pt x="944" y="11"/>
                  </a:lnTo>
                  <a:lnTo>
                    <a:pt x="948" y="13"/>
                  </a:lnTo>
                  <a:lnTo>
                    <a:pt x="948" y="16"/>
                  </a:lnTo>
                  <a:lnTo>
                    <a:pt x="947" y="17"/>
                  </a:lnTo>
                  <a:lnTo>
                    <a:pt x="945" y="20"/>
                  </a:lnTo>
                  <a:lnTo>
                    <a:pt x="947" y="21"/>
                  </a:lnTo>
                  <a:lnTo>
                    <a:pt x="945" y="21"/>
                  </a:lnTo>
                  <a:lnTo>
                    <a:pt x="943" y="21"/>
                  </a:lnTo>
                  <a:lnTo>
                    <a:pt x="941" y="17"/>
                  </a:lnTo>
                  <a:lnTo>
                    <a:pt x="939" y="17"/>
                  </a:lnTo>
                  <a:lnTo>
                    <a:pt x="939" y="16"/>
                  </a:lnTo>
                  <a:lnTo>
                    <a:pt x="939" y="14"/>
                  </a:lnTo>
                  <a:lnTo>
                    <a:pt x="937" y="12"/>
                  </a:lnTo>
                  <a:lnTo>
                    <a:pt x="936" y="9"/>
                  </a:lnTo>
                  <a:lnTo>
                    <a:pt x="939" y="8"/>
                  </a:lnTo>
                  <a:lnTo>
                    <a:pt x="941" y="7"/>
                  </a:lnTo>
                  <a:close/>
                  <a:moveTo>
                    <a:pt x="135" y="5"/>
                  </a:moveTo>
                  <a:lnTo>
                    <a:pt x="138" y="5"/>
                  </a:lnTo>
                  <a:lnTo>
                    <a:pt x="138" y="7"/>
                  </a:lnTo>
                  <a:lnTo>
                    <a:pt x="137" y="9"/>
                  </a:lnTo>
                  <a:lnTo>
                    <a:pt x="135" y="11"/>
                  </a:lnTo>
                  <a:lnTo>
                    <a:pt x="134" y="9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5" y="5"/>
                  </a:lnTo>
                  <a:close/>
                  <a:moveTo>
                    <a:pt x="154" y="5"/>
                  </a:moveTo>
                  <a:lnTo>
                    <a:pt x="157" y="7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3"/>
                  </a:lnTo>
                  <a:lnTo>
                    <a:pt x="159" y="16"/>
                  </a:lnTo>
                  <a:lnTo>
                    <a:pt x="159" y="17"/>
                  </a:lnTo>
                  <a:lnTo>
                    <a:pt x="157" y="17"/>
                  </a:lnTo>
                  <a:lnTo>
                    <a:pt x="153" y="18"/>
                  </a:lnTo>
                  <a:lnTo>
                    <a:pt x="151" y="18"/>
                  </a:lnTo>
                  <a:lnTo>
                    <a:pt x="150" y="16"/>
                  </a:lnTo>
                  <a:lnTo>
                    <a:pt x="149" y="13"/>
                  </a:lnTo>
                  <a:lnTo>
                    <a:pt x="147" y="9"/>
                  </a:lnTo>
                  <a:lnTo>
                    <a:pt x="147" y="8"/>
                  </a:lnTo>
                  <a:lnTo>
                    <a:pt x="150" y="7"/>
                  </a:lnTo>
                  <a:lnTo>
                    <a:pt x="153" y="5"/>
                  </a:lnTo>
                  <a:lnTo>
                    <a:pt x="154" y="5"/>
                  </a:lnTo>
                  <a:close/>
                  <a:moveTo>
                    <a:pt x="143" y="4"/>
                  </a:moveTo>
                  <a:lnTo>
                    <a:pt x="142" y="5"/>
                  </a:lnTo>
                  <a:lnTo>
                    <a:pt x="142" y="7"/>
                  </a:lnTo>
                  <a:lnTo>
                    <a:pt x="141" y="8"/>
                  </a:lnTo>
                  <a:lnTo>
                    <a:pt x="141" y="5"/>
                  </a:lnTo>
                  <a:lnTo>
                    <a:pt x="143" y="4"/>
                  </a:lnTo>
                  <a:close/>
                  <a:moveTo>
                    <a:pt x="147" y="4"/>
                  </a:moveTo>
                  <a:lnTo>
                    <a:pt x="149" y="5"/>
                  </a:lnTo>
                  <a:lnTo>
                    <a:pt x="147" y="7"/>
                  </a:lnTo>
                  <a:lnTo>
                    <a:pt x="146" y="7"/>
                  </a:lnTo>
                  <a:lnTo>
                    <a:pt x="145" y="7"/>
                  </a:lnTo>
                  <a:lnTo>
                    <a:pt x="145" y="5"/>
                  </a:lnTo>
                  <a:lnTo>
                    <a:pt x="146" y="5"/>
                  </a:lnTo>
                  <a:lnTo>
                    <a:pt x="146" y="4"/>
                  </a:lnTo>
                  <a:lnTo>
                    <a:pt x="147" y="4"/>
                  </a:lnTo>
                  <a:close/>
                  <a:moveTo>
                    <a:pt x="596" y="3"/>
                  </a:moveTo>
                  <a:lnTo>
                    <a:pt x="599" y="4"/>
                  </a:lnTo>
                  <a:lnTo>
                    <a:pt x="600" y="7"/>
                  </a:lnTo>
                  <a:lnTo>
                    <a:pt x="599" y="9"/>
                  </a:lnTo>
                  <a:lnTo>
                    <a:pt x="598" y="11"/>
                  </a:lnTo>
                  <a:lnTo>
                    <a:pt x="596" y="9"/>
                  </a:lnTo>
                  <a:lnTo>
                    <a:pt x="598" y="8"/>
                  </a:lnTo>
                  <a:lnTo>
                    <a:pt x="595" y="5"/>
                  </a:lnTo>
                  <a:lnTo>
                    <a:pt x="595" y="4"/>
                  </a:lnTo>
                  <a:lnTo>
                    <a:pt x="596" y="3"/>
                  </a:lnTo>
                  <a:close/>
                  <a:moveTo>
                    <a:pt x="128" y="1"/>
                  </a:moveTo>
                  <a:lnTo>
                    <a:pt x="129" y="3"/>
                  </a:lnTo>
                  <a:lnTo>
                    <a:pt x="129" y="5"/>
                  </a:lnTo>
                  <a:lnTo>
                    <a:pt x="130" y="8"/>
                  </a:lnTo>
                  <a:lnTo>
                    <a:pt x="129" y="8"/>
                  </a:lnTo>
                  <a:lnTo>
                    <a:pt x="126" y="8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8" y="1"/>
                  </a:lnTo>
                  <a:close/>
                  <a:moveTo>
                    <a:pt x="135" y="1"/>
                  </a:moveTo>
                  <a:lnTo>
                    <a:pt x="138" y="1"/>
                  </a:lnTo>
                  <a:lnTo>
                    <a:pt x="139" y="4"/>
                  </a:lnTo>
                  <a:lnTo>
                    <a:pt x="139" y="5"/>
                  </a:lnTo>
                  <a:lnTo>
                    <a:pt x="137" y="4"/>
                  </a:lnTo>
                  <a:lnTo>
                    <a:pt x="135" y="3"/>
                  </a:lnTo>
                  <a:lnTo>
                    <a:pt x="135" y="1"/>
                  </a:lnTo>
                  <a:close/>
                  <a:moveTo>
                    <a:pt x="132" y="1"/>
                  </a:moveTo>
                  <a:lnTo>
                    <a:pt x="133" y="4"/>
                  </a:lnTo>
                  <a:lnTo>
                    <a:pt x="134" y="5"/>
                  </a:lnTo>
                  <a:lnTo>
                    <a:pt x="133" y="7"/>
                  </a:lnTo>
                  <a:lnTo>
                    <a:pt x="132" y="7"/>
                  </a:lnTo>
                  <a:lnTo>
                    <a:pt x="130" y="4"/>
                  </a:lnTo>
                  <a:lnTo>
                    <a:pt x="130" y="1"/>
                  </a:lnTo>
                  <a:lnTo>
                    <a:pt x="132" y="1"/>
                  </a:lnTo>
                  <a:close/>
                  <a:moveTo>
                    <a:pt x="313" y="0"/>
                  </a:moveTo>
                  <a:lnTo>
                    <a:pt x="315" y="1"/>
                  </a:lnTo>
                  <a:lnTo>
                    <a:pt x="316" y="3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0" y="3"/>
                  </a:lnTo>
                  <a:lnTo>
                    <a:pt x="317" y="5"/>
                  </a:lnTo>
                  <a:lnTo>
                    <a:pt x="316" y="5"/>
                  </a:lnTo>
                  <a:lnTo>
                    <a:pt x="315" y="4"/>
                  </a:lnTo>
                  <a:lnTo>
                    <a:pt x="312" y="3"/>
                  </a:lnTo>
                  <a:lnTo>
                    <a:pt x="311" y="3"/>
                  </a:lnTo>
                  <a:lnTo>
                    <a:pt x="312" y="1"/>
                  </a:lnTo>
                  <a:lnTo>
                    <a:pt x="313" y="0"/>
                  </a:lnTo>
                  <a:close/>
                  <a:moveTo>
                    <a:pt x="563" y="0"/>
                  </a:moveTo>
                  <a:lnTo>
                    <a:pt x="566" y="0"/>
                  </a:lnTo>
                  <a:lnTo>
                    <a:pt x="569" y="3"/>
                  </a:lnTo>
                  <a:lnTo>
                    <a:pt x="571" y="1"/>
                  </a:lnTo>
                  <a:lnTo>
                    <a:pt x="573" y="1"/>
                  </a:lnTo>
                  <a:lnTo>
                    <a:pt x="574" y="4"/>
                  </a:lnTo>
                  <a:lnTo>
                    <a:pt x="577" y="5"/>
                  </a:lnTo>
                  <a:lnTo>
                    <a:pt x="581" y="3"/>
                  </a:lnTo>
                  <a:lnTo>
                    <a:pt x="582" y="3"/>
                  </a:lnTo>
                  <a:lnTo>
                    <a:pt x="582" y="5"/>
                  </a:lnTo>
                  <a:lnTo>
                    <a:pt x="583" y="7"/>
                  </a:lnTo>
                  <a:lnTo>
                    <a:pt x="586" y="8"/>
                  </a:lnTo>
                  <a:lnTo>
                    <a:pt x="586" y="9"/>
                  </a:lnTo>
                  <a:lnTo>
                    <a:pt x="584" y="11"/>
                  </a:lnTo>
                  <a:lnTo>
                    <a:pt x="584" y="12"/>
                  </a:lnTo>
                  <a:lnTo>
                    <a:pt x="583" y="13"/>
                  </a:lnTo>
                  <a:lnTo>
                    <a:pt x="583" y="16"/>
                  </a:lnTo>
                  <a:lnTo>
                    <a:pt x="581" y="20"/>
                  </a:lnTo>
                  <a:lnTo>
                    <a:pt x="578" y="20"/>
                  </a:lnTo>
                  <a:lnTo>
                    <a:pt x="577" y="24"/>
                  </a:lnTo>
                  <a:lnTo>
                    <a:pt x="578" y="24"/>
                  </a:lnTo>
                  <a:lnTo>
                    <a:pt x="584" y="21"/>
                  </a:lnTo>
                  <a:lnTo>
                    <a:pt x="587" y="16"/>
                  </a:lnTo>
                  <a:lnTo>
                    <a:pt x="590" y="16"/>
                  </a:lnTo>
                  <a:lnTo>
                    <a:pt x="590" y="18"/>
                  </a:lnTo>
                  <a:lnTo>
                    <a:pt x="588" y="21"/>
                  </a:lnTo>
                  <a:lnTo>
                    <a:pt x="588" y="22"/>
                  </a:lnTo>
                  <a:lnTo>
                    <a:pt x="590" y="22"/>
                  </a:lnTo>
                  <a:lnTo>
                    <a:pt x="592" y="18"/>
                  </a:lnTo>
                  <a:lnTo>
                    <a:pt x="595" y="18"/>
                  </a:lnTo>
                  <a:lnTo>
                    <a:pt x="596" y="18"/>
                  </a:lnTo>
                  <a:lnTo>
                    <a:pt x="599" y="18"/>
                  </a:lnTo>
                  <a:lnTo>
                    <a:pt x="599" y="16"/>
                  </a:lnTo>
                  <a:lnTo>
                    <a:pt x="600" y="16"/>
                  </a:lnTo>
                  <a:lnTo>
                    <a:pt x="603" y="17"/>
                  </a:lnTo>
                  <a:lnTo>
                    <a:pt x="604" y="16"/>
                  </a:lnTo>
                  <a:lnTo>
                    <a:pt x="607" y="18"/>
                  </a:lnTo>
                  <a:lnTo>
                    <a:pt x="607" y="21"/>
                  </a:lnTo>
                  <a:lnTo>
                    <a:pt x="608" y="25"/>
                  </a:lnTo>
                  <a:lnTo>
                    <a:pt x="608" y="26"/>
                  </a:lnTo>
                  <a:lnTo>
                    <a:pt x="608" y="29"/>
                  </a:lnTo>
                  <a:lnTo>
                    <a:pt x="606" y="32"/>
                  </a:lnTo>
                  <a:lnTo>
                    <a:pt x="609" y="37"/>
                  </a:lnTo>
                  <a:lnTo>
                    <a:pt x="608" y="39"/>
                  </a:lnTo>
                  <a:lnTo>
                    <a:pt x="607" y="39"/>
                  </a:lnTo>
                  <a:lnTo>
                    <a:pt x="604" y="42"/>
                  </a:lnTo>
                  <a:lnTo>
                    <a:pt x="607" y="42"/>
                  </a:lnTo>
                  <a:lnTo>
                    <a:pt x="611" y="41"/>
                  </a:lnTo>
                  <a:lnTo>
                    <a:pt x="613" y="38"/>
                  </a:lnTo>
                  <a:lnTo>
                    <a:pt x="617" y="38"/>
                  </a:lnTo>
                  <a:lnTo>
                    <a:pt x="619" y="34"/>
                  </a:lnTo>
                  <a:lnTo>
                    <a:pt x="619" y="30"/>
                  </a:lnTo>
                  <a:lnTo>
                    <a:pt x="617" y="28"/>
                  </a:lnTo>
                  <a:lnTo>
                    <a:pt x="616" y="28"/>
                  </a:lnTo>
                  <a:lnTo>
                    <a:pt x="615" y="26"/>
                  </a:lnTo>
                  <a:lnTo>
                    <a:pt x="615" y="24"/>
                  </a:lnTo>
                  <a:lnTo>
                    <a:pt x="615" y="24"/>
                  </a:lnTo>
                  <a:lnTo>
                    <a:pt x="617" y="24"/>
                  </a:lnTo>
                  <a:lnTo>
                    <a:pt x="619" y="24"/>
                  </a:lnTo>
                  <a:lnTo>
                    <a:pt x="620" y="24"/>
                  </a:lnTo>
                  <a:lnTo>
                    <a:pt x="624" y="22"/>
                  </a:lnTo>
                  <a:lnTo>
                    <a:pt x="627" y="20"/>
                  </a:lnTo>
                  <a:lnTo>
                    <a:pt x="628" y="20"/>
                  </a:lnTo>
                  <a:lnTo>
                    <a:pt x="632" y="20"/>
                  </a:lnTo>
                  <a:lnTo>
                    <a:pt x="632" y="17"/>
                  </a:lnTo>
                  <a:lnTo>
                    <a:pt x="635" y="16"/>
                  </a:lnTo>
                  <a:lnTo>
                    <a:pt x="636" y="16"/>
                  </a:lnTo>
                  <a:lnTo>
                    <a:pt x="637" y="14"/>
                  </a:lnTo>
                  <a:lnTo>
                    <a:pt x="640" y="13"/>
                  </a:lnTo>
                  <a:lnTo>
                    <a:pt x="641" y="14"/>
                  </a:lnTo>
                  <a:lnTo>
                    <a:pt x="644" y="14"/>
                  </a:lnTo>
                  <a:lnTo>
                    <a:pt x="644" y="16"/>
                  </a:lnTo>
                  <a:lnTo>
                    <a:pt x="642" y="17"/>
                  </a:lnTo>
                  <a:lnTo>
                    <a:pt x="644" y="18"/>
                  </a:lnTo>
                  <a:lnTo>
                    <a:pt x="649" y="18"/>
                  </a:lnTo>
                  <a:lnTo>
                    <a:pt x="649" y="20"/>
                  </a:lnTo>
                  <a:lnTo>
                    <a:pt x="652" y="20"/>
                  </a:lnTo>
                  <a:lnTo>
                    <a:pt x="661" y="25"/>
                  </a:lnTo>
                  <a:lnTo>
                    <a:pt x="662" y="25"/>
                  </a:lnTo>
                  <a:lnTo>
                    <a:pt x="663" y="28"/>
                  </a:lnTo>
                  <a:lnTo>
                    <a:pt x="663" y="30"/>
                  </a:lnTo>
                  <a:lnTo>
                    <a:pt x="667" y="34"/>
                  </a:lnTo>
                  <a:lnTo>
                    <a:pt x="669" y="34"/>
                  </a:lnTo>
                  <a:lnTo>
                    <a:pt x="669" y="33"/>
                  </a:lnTo>
                  <a:lnTo>
                    <a:pt x="670" y="32"/>
                  </a:lnTo>
                  <a:lnTo>
                    <a:pt x="670" y="30"/>
                  </a:lnTo>
                  <a:lnTo>
                    <a:pt x="669" y="29"/>
                  </a:lnTo>
                  <a:lnTo>
                    <a:pt x="666" y="29"/>
                  </a:lnTo>
                  <a:lnTo>
                    <a:pt x="666" y="26"/>
                  </a:lnTo>
                  <a:lnTo>
                    <a:pt x="669" y="25"/>
                  </a:lnTo>
                  <a:lnTo>
                    <a:pt x="670" y="25"/>
                  </a:lnTo>
                  <a:lnTo>
                    <a:pt x="671" y="28"/>
                  </a:lnTo>
                  <a:lnTo>
                    <a:pt x="673" y="29"/>
                  </a:lnTo>
                  <a:lnTo>
                    <a:pt x="673" y="30"/>
                  </a:lnTo>
                  <a:lnTo>
                    <a:pt x="677" y="34"/>
                  </a:lnTo>
                  <a:lnTo>
                    <a:pt x="677" y="37"/>
                  </a:lnTo>
                  <a:lnTo>
                    <a:pt x="679" y="37"/>
                  </a:lnTo>
                  <a:lnTo>
                    <a:pt x="681" y="37"/>
                  </a:lnTo>
                  <a:lnTo>
                    <a:pt x="681" y="37"/>
                  </a:lnTo>
                  <a:lnTo>
                    <a:pt x="682" y="37"/>
                  </a:lnTo>
                  <a:lnTo>
                    <a:pt x="685" y="39"/>
                  </a:lnTo>
                  <a:lnTo>
                    <a:pt x="685" y="42"/>
                  </a:lnTo>
                  <a:lnTo>
                    <a:pt x="686" y="45"/>
                  </a:lnTo>
                  <a:lnTo>
                    <a:pt x="686" y="46"/>
                  </a:lnTo>
                  <a:lnTo>
                    <a:pt x="685" y="46"/>
                  </a:lnTo>
                  <a:lnTo>
                    <a:pt x="685" y="45"/>
                  </a:lnTo>
                  <a:lnTo>
                    <a:pt x="683" y="43"/>
                  </a:lnTo>
                  <a:lnTo>
                    <a:pt x="683" y="43"/>
                  </a:lnTo>
                  <a:lnTo>
                    <a:pt x="682" y="45"/>
                  </a:lnTo>
                  <a:lnTo>
                    <a:pt x="679" y="43"/>
                  </a:lnTo>
                  <a:lnTo>
                    <a:pt x="675" y="41"/>
                  </a:lnTo>
                  <a:lnTo>
                    <a:pt x="673" y="41"/>
                  </a:lnTo>
                  <a:lnTo>
                    <a:pt x="673" y="42"/>
                  </a:lnTo>
                  <a:lnTo>
                    <a:pt x="674" y="45"/>
                  </a:lnTo>
                  <a:lnTo>
                    <a:pt x="677" y="45"/>
                  </a:lnTo>
                  <a:lnTo>
                    <a:pt x="678" y="45"/>
                  </a:lnTo>
                  <a:lnTo>
                    <a:pt x="678" y="46"/>
                  </a:lnTo>
                  <a:lnTo>
                    <a:pt x="679" y="49"/>
                  </a:lnTo>
                  <a:lnTo>
                    <a:pt x="681" y="50"/>
                  </a:lnTo>
                  <a:lnTo>
                    <a:pt x="681" y="49"/>
                  </a:lnTo>
                  <a:lnTo>
                    <a:pt x="682" y="46"/>
                  </a:lnTo>
                  <a:lnTo>
                    <a:pt x="683" y="46"/>
                  </a:lnTo>
                  <a:lnTo>
                    <a:pt x="685" y="49"/>
                  </a:lnTo>
                  <a:lnTo>
                    <a:pt x="686" y="49"/>
                  </a:lnTo>
                  <a:lnTo>
                    <a:pt x="687" y="49"/>
                  </a:lnTo>
                  <a:lnTo>
                    <a:pt x="689" y="49"/>
                  </a:lnTo>
                  <a:lnTo>
                    <a:pt x="689" y="50"/>
                  </a:lnTo>
                  <a:lnTo>
                    <a:pt x="689" y="51"/>
                  </a:lnTo>
                  <a:lnTo>
                    <a:pt x="691" y="55"/>
                  </a:lnTo>
                  <a:lnTo>
                    <a:pt x="691" y="59"/>
                  </a:lnTo>
                  <a:lnTo>
                    <a:pt x="691" y="65"/>
                  </a:lnTo>
                  <a:lnTo>
                    <a:pt x="690" y="68"/>
                  </a:lnTo>
                  <a:lnTo>
                    <a:pt x="689" y="68"/>
                  </a:lnTo>
                  <a:lnTo>
                    <a:pt x="687" y="70"/>
                  </a:lnTo>
                  <a:lnTo>
                    <a:pt x="689" y="72"/>
                  </a:lnTo>
                  <a:lnTo>
                    <a:pt x="686" y="75"/>
                  </a:lnTo>
                  <a:lnTo>
                    <a:pt x="687" y="76"/>
                  </a:lnTo>
                  <a:lnTo>
                    <a:pt x="689" y="78"/>
                  </a:lnTo>
                  <a:lnTo>
                    <a:pt x="689" y="80"/>
                  </a:lnTo>
                  <a:lnTo>
                    <a:pt x="686" y="82"/>
                  </a:lnTo>
                  <a:lnTo>
                    <a:pt x="685" y="84"/>
                  </a:lnTo>
                  <a:lnTo>
                    <a:pt x="685" y="86"/>
                  </a:lnTo>
                  <a:lnTo>
                    <a:pt x="683" y="88"/>
                  </a:lnTo>
                  <a:lnTo>
                    <a:pt x="682" y="91"/>
                  </a:lnTo>
                  <a:lnTo>
                    <a:pt x="682" y="92"/>
                  </a:lnTo>
                  <a:lnTo>
                    <a:pt x="681" y="93"/>
                  </a:lnTo>
                  <a:lnTo>
                    <a:pt x="679" y="95"/>
                  </a:lnTo>
                  <a:lnTo>
                    <a:pt x="677" y="97"/>
                  </a:lnTo>
                  <a:lnTo>
                    <a:pt x="674" y="97"/>
                  </a:lnTo>
                  <a:lnTo>
                    <a:pt x="677" y="99"/>
                  </a:lnTo>
                  <a:lnTo>
                    <a:pt x="678" y="99"/>
                  </a:lnTo>
                  <a:lnTo>
                    <a:pt x="679" y="96"/>
                  </a:lnTo>
                  <a:lnTo>
                    <a:pt x="681" y="96"/>
                  </a:lnTo>
                  <a:lnTo>
                    <a:pt x="682" y="100"/>
                  </a:lnTo>
                  <a:lnTo>
                    <a:pt x="679" y="104"/>
                  </a:lnTo>
                  <a:lnTo>
                    <a:pt x="678" y="107"/>
                  </a:lnTo>
                  <a:lnTo>
                    <a:pt x="677" y="112"/>
                  </a:lnTo>
                  <a:lnTo>
                    <a:pt x="678" y="115"/>
                  </a:lnTo>
                  <a:lnTo>
                    <a:pt x="678" y="117"/>
                  </a:lnTo>
                  <a:lnTo>
                    <a:pt x="677" y="122"/>
                  </a:lnTo>
                  <a:lnTo>
                    <a:pt x="673" y="122"/>
                  </a:lnTo>
                  <a:lnTo>
                    <a:pt x="673" y="122"/>
                  </a:lnTo>
                  <a:lnTo>
                    <a:pt x="670" y="122"/>
                  </a:lnTo>
                  <a:lnTo>
                    <a:pt x="670" y="124"/>
                  </a:lnTo>
                  <a:lnTo>
                    <a:pt x="670" y="125"/>
                  </a:lnTo>
                  <a:lnTo>
                    <a:pt x="671" y="130"/>
                  </a:lnTo>
                  <a:lnTo>
                    <a:pt x="671" y="133"/>
                  </a:lnTo>
                  <a:lnTo>
                    <a:pt x="669" y="134"/>
                  </a:lnTo>
                  <a:lnTo>
                    <a:pt x="667" y="137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7" y="145"/>
                  </a:lnTo>
                  <a:lnTo>
                    <a:pt x="667" y="146"/>
                  </a:lnTo>
                  <a:lnTo>
                    <a:pt x="670" y="147"/>
                  </a:lnTo>
                  <a:lnTo>
                    <a:pt x="667" y="154"/>
                  </a:lnTo>
                  <a:lnTo>
                    <a:pt x="666" y="155"/>
                  </a:lnTo>
                  <a:lnTo>
                    <a:pt x="666" y="158"/>
                  </a:lnTo>
                  <a:lnTo>
                    <a:pt x="666" y="155"/>
                  </a:lnTo>
                  <a:lnTo>
                    <a:pt x="669" y="155"/>
                  </a:lnTo>
                  <a:lnTo>
                    <a:pt x="671" y="154"/>
                  </a:lnTo>
                  <a:lnTo>
                    <a:pt x="671" y="151"/>
                  </a:lnTo>
                  <a:lnTo>
                    <a:pt x="671" y="150"/>
                  </a:lnTo>
                  <a:lnTo>
                    <a:pt x="673" y="149"/>
                  </a:lnTo>
                  <a:lnTo>
                    <a:pt x="675" y="149"/>
                  </a:lnTo>
                  <a:lnTo>
                    <a:pt x="677" y="147"/>
                  </a:lnTo>
                  <a:lnTo>
                    <a:pt x="675" y="147"/>
                  </a:lnTo>
                  <a:lnTo>
                    <a:pt x="671" y="143"/>
                  </a:lnTo>
                  <a:lnTo>
                    <a:pt x="670" y="141"/>
                  </a:lnTo>
                  <a:lnTo>
                    <a:pt x="671" y="138"/>
                  </a:lnTo>
                  <a:lnTo>
                    <a:pt x="675" y="137"/>
                  </a:lnTo>
                  <a:lnTo>
                    <a:pt x="679" y="137"/>
                  </a:lnTo>
                  <a:lnTo>
                    <a:pt x="683" y="134"/>
                  </a:lnTo>
                  <a:lnTo>
                    <a:pt x="685" y="134"/>
                  </a:lnTo>
                  <a:lnTo>
                    <a:pt x="686" y="133"/>
                  </a:lnTo>
                  <a:lnTo>
                    <a:pt x="685" y="130"/>
                  </a:lnTo>
                  <a:lnTo>
                    <a:pt x="689" y="128"/>
                  </a:lnTo>
                  <a:lnTo>
                    <a:pt x="690" y="125"/>
                  </a:lnTo>
                  <a:lnTo>
                    <a:pt x="689" y="122"/>
                  </a:lnTo>
                  <a:lnTo>
                    <a:pt x="689" y="121"/>
                  </a:lnTo>
                  <a:lnTo>
                    <a:pt x="691" y="122"/>
                  </a:lnTo>
                  <a:lnTo>
                    <a:pt x="694" y="122"/>
                  </a:lnTo>
                  <a:lnTo>
                    <a:pt x="696" y="120"/>
                  </a:lnTo>
                  <a:lnTo>
                    <a:pt x="695" y="117"/>
                  </a:lnTo>
                  <a:lnTo>
                    <a:pt x="699" y="115"/>
                  </a:lnTo>
                  <a:lnTo>
                    <a:pt x="699" y="112"/>
                  </a:lnTo>
                  <a:lnTo>
                    <a:pt x="698" y="111"/>
                  </a:lnTo>
                  <a:lnTo>
                    <a:pt x="694" y="112"/>
                  </a:lnTo>
                  <a:lnTo>
                    <a:pt x="694" y="115"/>
                  </a:lnTo>
                  <a:lnTo>
                    <a:pt x="690" y="117"/>
                  </a:lnTo>
                  <a:lnTo>
                    <a:pt x="687" y="116"/>
                  </a:lnTo>
                  <a:lnTo>
                    <a:pt x="686" y="112"/>
                  </a:lnTo>
                  <a:lnTo>
                    <a:pt x="687" y="109"/>
                  </a:lnTo>
                  <a:lnTo>
                    <a:pt x="687" y="105"/>
                  </a:lnTo>
                  <a:lnTo>
                    <a:pt x="690" y="104"/>
                  </a:lnTo>
                  <a:lnTo>
                    <a:pt x="692" y="104"/>
                  </a:lnTo>
                  <a:lnTo>
                    <a:pt x="696" y="107"/>
                  </a:lnTo>
                  <a:lnTo>
                    <a:pt x="698" y="104"/>
                  </a:lnTo>
                  <a:lnTo>
                    <a:pt x="698" y="101"/>
                  </a:lnTo>
                  <a:lnTo>
                    <a:pt x="702" y="100"/>
                  </a:lnTo>
                  <a:lnTo>
                    <a:pt x="702" y="103"/>
                  </a:lnTo>
                  <a:lnTo>
                    <a:pt x="700" y="104"/>
                  </a:lnTo>
                  <a:lnTo>
                    <a:pt x="700" y="107"/>
                  </a:lnTo>
                  <a:lnTo>
                    <a:pt x="707" y="112"/>
                  </a:lnTo>
                  <a:lnTo>
                    <a:pt x="710" y="112"/>
                  </a:lnTo>
                  <a:lnTo>
                    <a:pt x="712" y="111"/>
                  </a:lnTo>
                  <a:lnTo>
                    <a:pt x="716" y="109"/>
                  </a:lnTo>
                  <a:lnTo>
                    <a:pt x="719" y="108"/>
                  </a:lnTo>
                  <a:lnTo>
                    <a:pt x="717" y="105"/>
                  </a:lnTo>
                  <a:lnTo>
                    <a:pt x="714" y="101"/>
                  </a:lnTo>
                  <a:lnTo>
                    <a:pt x="714" y="100"/>
                  </a:lnTo>
                  <a:lnTo>
                    <a:pt x="715" y="100"/>
                  </a:lnTo>
                  <a:lnTo>
                    <a:pt x="720" y="104"/>
                  </a:lnTo>
                  <a:lnTo>
                    <a:pt x="721" y="104"/>
                  </a:lnTo>
                  <a:lnTo>
                    <a:pt x="724" y="107"/>
                  </a:lnTo>
                  <a:lnTo>
                    <a:pt x="724" y="108"/>
                  </a:lnTo>
                  <a:lnTo>
                    <a:pt x="724" y="111"/>
                  </a:lnTo>
                  <a:lnTo>
                    <a:pt x="727" y="113"/>
                  </a:lnTo>
                  <a:lnTo>
                    <a:pt x="728" y="117"/>
                  </a:lnTo>
                  <a:lnTo>
                    <a:pt x="728" y="118"/>
                  </a:lnTo>
                  <a:lnTo>
                    <a:pt x="728" y="117"/>
                  </a:lnTo>
                  <a:lnTo>
                    <a:pt x="731" y="115"/>
                  </a:lnTo>
                  <a:lnTo>
                    <a:pt x="732" y="115"/>
                  </a:lnTo>
                  <a:lnTo>
                    <a:pt x="733" y="112"/>
                  </a:lnTo>
                  <a:lnTo>
                    <a:pt x="732" y="112"/>
                  </a:lnTo>
                  <a:lnTo>
                    <a:pt x="731" y="113"/>
                  </a:lnTo>
                  <a:lnTo>
                    <a:pt x="728" y="112"/>
                  </a:lnTo>
                  <a:lnTo>
                    <a:pt x="727" y="109"/>
                  </a:lnTo>
                  <a:lnTo>
                    <a:pt x="729" y="107"/>
                  </a:lnTo>
                  <a:lnTo>
                    <a:pt x="732" y="105"/>
                  </a:lnTo>
                  <a:lnTo>
                    <a:pt x="733" y="103"/>
                  </a:lnTo>
                  <a:lnTo>
                    <a:pt x="735" y="103"/>
                  </a:lnTo>
                  <a:lnTo>
                    <a:pt x="736" y="101"/>
                  </a:lnTo>
                  <a:lnTo>
                    <a:pt x="741" y="100"/>
                  </a:lnTo>
                  <a:lnTo>
                    <a:pt x="749" y="99"/>
                  </a:lnTo>
                  <a:lnTo>
                    <a:pt x="758" y="99"/>
                  </a:lnTo>
                  <a:lnTo>
                    <a:pt x="765" y="95"/>
                  </a:lnTo>
                  <a:lnTo>
                    <a:pt x="769" y="95"/>
                  </a:lnTo>
                  <a:lnTo>
                    <a:pt x="773" y="96"/>
                  </a:lnTo>
                  <a:lnTo>
                    <a:pt x="771" y="97"/>
                  </a:lnTo>
                  <a:lnTo>
                    <a:pt x="771" y="99"/>
                  </a:lnTo>
                  <a:lnTo>
                    <a:pt x="770" y="101"/>
                  </a:lnTo>
                  <a:lnTo>
                    <a:pt x="771" y="105"/>
                  </a:lnTo>
                  <a:lnTo>
                    <a:pt x="774" y="108"/>
                  </a:lnTo>
                  <a:lnTo>
                    <a:pt x="785" y="109"/>
                  </a:lnTo>
                  <a:lnTo>
                    <a:pt x="787" y="109"/>
                  </a:lnTo>
                  <a:lnTo>
                    <a:pt x="787" y="109"/>
                  </a:lnTo>
                  <a:lnTo>
                    <a:pt x="791" y="109"/>
                  </a:lnTo>
                  <a:lnTo>
                    <a:pt x="794" y="109"/>
                  </a:lnTo>
                  <a:lnTo>
                    <a:pt x="802" y="109"/>
                  </a:lnTo>
                  <a:lnTo>
                    <a:pt x="807" y="105"/>
                  </a:lnTo>
                  <a:lnTo>
                    <a:pt x="808" y="107"/>
                  </a:lnTo>
                  <a:lnTo>
                    <a:pt x="811" y="107"/>
                  </a:lnTo>
                  <a:lnTo>
                    <a:pt x="812" y="104"/>
                  </a:lnTo>
                  <a:lnTo>
                    <a:pt x="811" y="103"/>
                  </a:lnTo>
                  <a:lnTo>
                    <a:pt x="814" y="101"/>
                  </a:lnTo>
                  <a:lnTo>
                    <a:pt x="816" y="103"/>
                  </a:lnTo>
                  <a:lnTo>
                    <a:pt x="819" y="101"/>
                  </a:lnTo>
                  <a:lnTo>
                    <a:pt x="820" y="103"/>
                  </a:lnTo>
                  <a:lnTo>
                    <a:pt x="821" y="104"/>
                  </a:lnTo>
                  <a:lnTo>
                    <a:pt x="823" y="101"/>
                  </a:lnTo>
                  <a:lnTo>
                    <a:pt x="821" y="100"/>
                  </a:lnTo>
                  <a:lnTo>
                    <a:pt x="820" y="97"/>
                  </a:lnTo>
                  <a:lnTo>
                    <a:pt x="820" y="95"/>
                  </a:lnTo>
                  <a:lnTo>
                    <a:pt x="819" y="93"/>
                  </a:lnTo>
                  <a:lnTo>
                    <a:pt x="816" y="93"/>
                  </a:lnTo>
                  <a:lnTo>
                    <a:pt x="816" y="90"/>
                  </a:lnTo>
                  <a:lnTo>
                    <a:pt x="815" y="90"/>
                  </a:lnTo>
                  <a:lnTo>
                    <a:pt x="814" y="87"/>
                  </a:lnTo>
                  <a:lnTo>
                    <a:pt x="812" y="86"/>
                  </a:lnTo>
                  <a:lnTo>
                    <a:pt x="812" y="82"/>
                  </a:lnTo>
                  <a:lnTo>
                    <a:pt x="814" y="80"/>
                  </a:lnTo>
                  <a:lnTo>
                    <a:pt x="814" y="82"/>
                  </a:lnTo>
                  <a:lnTo>
                    <a:pt x="815" y="82"/>
                  </a:lnTo>
                  <a:lnTo>
                    <a:pt x="818" y="80"/>
                  </a:lnTo>
                  <a:lnTo>
                    <a:pt x="816" y="79"/>
                  </a:lnTo>
                  <a:lnTo>
                    <a:pt x="816" y="76"/>
                  </a:lnTo>
                  <a:lnTo>
                    <a:pt x="818" y="76"/>
                  </a:lnTo>
                  <a:lnTo>
                    <a:pt x="821" y="79"/>
                  </a:lnTo>
                  <a:lnTo>
                    <a:pt x="823" y="78"/>
                  </a:lnTo>
                  <a:lnTo>
                    <a:pt x="823" y="76"/>
                  </a:lnTo>
                  <a:lnTo>
                    <a:pt x="824" y="78"/>
                  </a:lnTo>
                  <a:lnTo>
                    <a:pt x="827" y="78"/>
                  </a:lnTo>
                  <a:lnTo>
                    <a:pt x="828" y="76"/>
                  </a:lnTo>
                  <a:lnTo>
                    <a:pt x="829" y="75"/>
                  </a:lnTo>
                  <a:lnTo>
                    <a:pt x="832" y="78"/>
                  </a:lnTo>
                  <a:lnTo>
                    <a:pt x="833" y="78"/>
                  </a:lnTo>
                  <a:lnTo>
                    <a:pt x="835" y="80"/>
                  </a:lnTo>
                  <a:lnTo>
                    <a:pt x="836" y="79"/>
                  </a:lnTo>
                  <a:lnTo>
                    <a:pt x="836" y="76"/>
                  </a:lnTo>
                  <a:lnTo>
                    <a:pt x="839" y="78"/>
                  </a:lnTo>
                  <a:lnTo>
                    <a:pt x="840" y="79"/>
                  </a:lnTo>
                  <a:lnTo>
                    <a:pt x="839" y="80"/>
                  </a:lnTo>
                  <a:lnTo>
                    <a:pt x="837" y="83"/>
                  </a:lnTo>
                  <a:lnTo>
                    <a:pt x="839" y="83"/>
                  </a:lnTo>
                  <a:lnTo>
                    <a:pt x="841" y="83"/>
                  </a:lnTo>
                  <a:lnTo>
                    <a:pt x="841" y="83"/>
                  </a:lnTo>
                  <a:lnTo>
                    <a:pt x="841" y="82"/>
                  </a:lnTo>
                  <a:lnTo>
                    <a:pt x="843" y="82"/>
                  </a:lnTo>
                  <a:lnTo>
                    <a:pt x="844" y="82"/>
                  </a:lnTo>
                  <a:lnTo>
                    <a:pt x="844" y="79"/>
                  </a:lnTo>
                  <a:lnTo>
                    <a:pt x="843" y="78"/>
                  </a:lnTo>
                  <a:lnTo>
                    <a:pt x="843" y="76"/>
                  </a:lnTo>
                  <a:lnTo>
                    <a:pt x="845" y="76"/>
                  </a:lnTo>
                  <a:lnTo>
                    <a:pt x="848" y="76"/>
                  </a:lnTo>
                  <a:lnTo>
                    <a:pt x="849" y="76"/>
                  </a:lnTo>
                  <a:lnTo>
                    <a:pt x="850" y="76"/>
                  </a:lnTo>
                  <a:lnTo>
                    <a:pt x="854" y="76"/>
                  </a:lnTo>
                  <a:lnTo>
                    <a:pt x="854" y="78"/>
                  </a:lnTo>
                  <a:lnTo>
                    <a:pt x="854" y="82"/>
                  </a:lnTo>
                  <a:lnTo>
                    <a:pt x="856" y="79"/>
                  </a:lnTo>
                  <a:lnTo>
                    <a:pt x="856" y="79"/>
                  </a:lnTo>
                  <a:lnTo>
                    <a:pt x="858" y="78"/>
                  </a:lnTo>
                  <a:lnTo>
                    <a:pt x="860" y="80"/>
                  </a:lnTo>
                  <a:lnTo>
                    <a:pt x="861" y="80"/>
                  </a:lnTo>
                  <a:lnTo>
                    <a:pt x="862" y="79"/>
                  </a:lnTo>
                  <a:lnTo>
                    <a:pt x="865" y="82"/>
                  </a:lnTo>
                  <a:lnTo>
                    <a:pt x="866" y="86"/>
                  </a:lnTo>
                  <a:lnTo>
                    <a:pt x="868" y="83"/>
                  </a:lnTo>
                  <a:lnTo>
                    <a:pt x="869" y="82"/>
                  </a:lnTo>
                  <a:lnTo>
                    <a:pt x="870" y="83"/>
                  </a:lnTo>
                  <a:lnTo>
                    <a:pt x="869" y="86"/>
                  </a:lnTo>
                  <a:lnTo>
                    <a:pt x="870" y="87"/>
                  </a:lnTo>
                  <a:lnTo>
                    <a:pt x="872" y="88"/>
                  </a:lnTo>
                  <a:lnTo>
                    <a:pt x="873" y="88"/>
                  </a:lnTo>
                  <a:lnTo>
                    <a:pt x="874" y="91"/>
                  </a:lnTo>
                  <a:lnTo>
                    <a:pt x="875" y="90"/>
                  </a:lnTo>
                  <a:lnTo>
                    <a:pt x="875" y="90"/>
                  </a:lnTo>
                  <a:lnTo>
                    <a:pt x="877" y="92"/>
                  </a:lnTo>
                  <a:lnTo>
                    <a:pt x="875" y="93"/>
                  </a:lnTo>
                  <a:lnTo>
                    <a:pt x="875" y="96"/>
                  </a:lnTo>
                  <a:lnTo>
                    <a:pt x="878" y="93"/>
                  </a:lnTo>
                  <a:lnTo>
                    <a:pt x="881" y="93"/>
                  </a:lnTo>
                  <a:lnTo>
                    <a:pt x="881" y="95"/>
                  </a:lnTo>
                  <a:lnTo>
                    <a:pt x="877" y="99"/>
                  </a:lnTo>
                  <a:lnTo>
                    <a:pt x="877" y="103"/>
                  </a:lnTo>
                  <a:lnTo>
                    <a:pt x="881" y="103"/>
                  </a:lnTo>
                  <a:lnTo>
                    <a:pt x="882" y="101"/>
                  </a:lnTo>
                  <a:lnTo>
                    <a:pt x="883" y="100"/>
                  </a:lnTo>
                  <a:lnTo>
                    <a:pt x="885" y="101"/>
                  </a:lnTo>
                  <a:lnTo>
                    <a:pt x="885" y="104"/>
                  </a:lnTo>
                  <a:lnTo>
                    <a:pt x="886" y="103"/>
                  </a:lnTo>
                  <a:lnTo>
                    <a:pt x="889" y="105"/>
                  </a:lnTo>
                  <a:lnTo>
                    <a:pt x="889" y="109"/>
                  </a:lnTo>
                  <a:lnTo>
                    <a:pt x="891" y="108"/>
                  </a:lnTo>
                  <a:lnTo>
                    <a:pt x="891" y="111"/>
                  </a:lnTo>
                  <a:lnTo>
                    <a:pt x="893" y="109"/>
                  </a:lnTo>
                  <a:lnTo>
                    <a:pt x="894" y="111"/>
                  </a:lnTo>
                  <a:lnTo>
                    <a:pt x="891" y="115"/>
                  </a:lnTo>
                  <a:lnTo>
                    <a:pt x="889" y="116"/>
                  </a:lnTo>
                  <a:lnTo>
                    <a:pt x="886" y="115"/>
                  </a:lnTo>
                  <a:lnTo>
                    <a:pt x="882" y="113"/>
                  </a:lnTo>
                  <a:lnTo>
                    <a:pt x="877" y="113"/>
                  </a:lnTo>
                  <a:lnTo>
                    <a:pt x="879" y="115"/>
                  </a:lnTo>
                  <a:lnTo>
                    <a:pt x="879" y="117"/>
                  </a:lnTo>
                  <a:lnTo>
                    <a:pt x="885" y="117"/>
                  </a:lnTo>
                  <a:lnTo>
                    <a:pt x="885" y="120"/>
                  </a:lnTo>
                  <a:lnTo>
                    <a:pt x="890" y="122"/>
                  </a:lnTo>
                  <a:lnTo>
                    <a:pt x="894" y="124"/>
                  </a:lnTo>
                  <a:lnTo>
                    <a:pt x="897" y="122"/>
                  </a:lnTo>
                  <a:lnTo>
                    <a:pt x="897" y="120"/>
                  </a:lnTo>
                  <a:lnTo>
                    <a:pt x="895" y="117"/>
                  </a:lnTo>
                  <a:lnTo>
                    <a:pt x="894" y="116"/>
                  </a:lnTo>
                  <a:lnTo>
                    <a:pt x="895" y="116"/>
                  </a:lnTo>
                  <a:lnTo>
                    <a:pt x="898" y="118"/>
                  </a:lnTo>
                  <a:lnTo>
                    <a:pt x="901" y="120"/>
                  </a:lnTo>
                  <a:lnTo>
                    <a:pt x="902" y="121"/>
                  </a:lnTo>
                  <a:lnTo>
                    <a:pt x="899" y="121"/>
                  </a:lnTo>
                  <a:lnTo>
                    <a:pt x="895" y="125"/>
                  </a:lnTo>
                  <a:lnTo>
                    <a:pt x="897" y="126"/>
                  </a:lnTo>
                  <a:lnTo>
                    <a:pt x="898" y="126"/>
                  </a:lnTo>
                  <a:lnTo>
                    <a:pt x="899" y="125"/>
                  </a:lnTo>
                  <a:lnTo>
                    <a:pt x="902" y="125"/>
                  </a:lnTo>
                  <a:lnTo>
                    <a:pt x="908" y="133"/>
                  </a:lnTo>
                  <a:lnTo>
                    <a:pt x="911" y="133"/>
                  </a:lnTo>
                  <a:lnTo>
                    <a:pt x="914" y="137"/>
                  </a:lnTo>
                  <a:lnTo>
                    <a:pt x="919" y="137"/>
                  </a:lnTo>
                  <a:lnTo>
                    <a:pt x="923" y="141"/>
                  </a:lnTo>
                  <a:lnTo>
                    <a:pt x="926" y="142"/>
                  </a:lnTo>
                  <a:lnTo>
                    <a:pt x="927" y="141"/>
                  </a:lnTo>
                  <a:lnTo>
                    <a:pt x="926" y="138"/>
                  </a:lnTo>
                  <a:lnTo>
                    <a:pt x="927" y="138"/>
                  </a:lnTo>
                  <a:lnTo>
                    <a:pt x="929" y="140"/>
                  </a:lnTo>
                  <a:lnTo>
                    <a:pt x="929" y="142"/>
                  </a:lnTo>
                  <a:lnTo>
                    <a:pt x="931" y="143"/>
                  </a:lnTo>
                  <a:lnTo>
                    <a:pt x="932" y="143"/>
                  </a:lnTo>
                  <a:lnTo>
                    <a:pt x="933" y="141"/>
                  </a:lnTo>
                  <a:lnTo>
                    <a:pt x="931" y="129"/>
                  </a:lnTo>
                  <a:lnTo>
                    <a:pt x="928" y="124"/>
                  </a:lnTo>
                  <a:lnTo>
                    <a:pt x="926" y="116"/>
                  </a:lnTo>
                  <a:lnTo>
                    <a:pt x="924" y="109"/>
                  </a:lnTo>
                  <a:lnTo>
                    <a:pt x="923" y="107"/>
                  </a:lnTo>
                  <a:lnTo>
                    <a:pt x="922" y="104"/>
                  </a:lnTo>
                  <a:lnTo>
                    <a:pt x="924" y="105"/>
                  </a:lnTo>
                  <a:lnTo>
                    <a:pt x="926" y="108"/>
                  </a:lnTo>
                  <a:lnTo>
                    <a:pt x="928" y="111"/>
                  </a:lnTo>
                  <a:lnTo>
                    <a:pt x="931" y="112"/>
                  </a:lnTo>
                  <a:lnTo>
                    <a:pt x="933" y="115"/>
                  </a:lnTo>
                  <a:lnTo>
                    <a:pt x="939" y="115"/>
                  </a:lnTo>
                  <a:lnTo>
                    <a:pt x="948" y="113"/>
                  </a:lnTo>
                  <a:lnTo>
                    <a:pt x="949" y="115"/>
                  </a:lnTo>
                  <a:lnTo>
                    <a:pt x="952" y="113"/>
                  </a:lnTo>
                  <a:lnTo>
                    <a:pt x="953" y="116"/>
                  </a:lnTo>
                  <a:lnTo>
                    <a:pt x="954" y="115"/>
                  </a:lnTo>
                  <a:lnTo>
                    <a:pt x="952" y="112"/>
                  </a:lnTo>
                  <a:lnTo>
                    <a:pt x="953" y="111"/>
                  </a:lnTo>
                  <a:lnTo>
                    <a:pt x="951" y="109"/>
                  </a:lnTo>
                  <a:lnTo>
                    <a:pt x="952" y="108"/>
                  </a:lnTo>
                  <a:lnTo>
                    <a:pt x="952" y="105"/>
                  </a:lnTo>
                  <a:lnTo>
                    <a:pt x="960" y="103"/>
                  </a:lnTo>
                  <a:lnTo>
                    <a:pt x="961" y="103"/>
                  </a:lnTo>
                  <a:lnTo>
                    <a:pt x="964" y="103"/>
                  </a:lnTo>
                  <a:lnTo>
                    <a:pt x="966" y="104"/>
                  </a:lnTo>
                  <a:lnTo>
                    <a:pt x="970" y="104"/>
                  </a:lnTo>
                  <a:lnTo>
                    <a:pt x="973" y="107"/>
                  </a:lnTo>
                  <a:lnTo>
                    <a:pt x="976" y="108"/>
                  </a:lnTo>
                  <a:lnTo>
                    <a:pt x="977" y="111"/>
                  </a:lnTo>
                  <a:lnTo>
                    <a:pt x="981" y="111"/>
                  </a:lnTo>
                  <a:lnTo>
                    <a:pt x="982" y="113"/>
                  </a:lnTo>
                  <a:lnTo>
                    <a:pt x="987" y="113"/>
                  </a:lnTo>
                  <a:lnTo>
                    <a:pt x="983" y="111"/>
                  </a:lnTo>
                  <a:lnTo>
                    <a:pt x="983" y="109"/>
                  </a:lnTo>
                  <a:lnTo>
                    <a:pt x="987" y="111"/>
                  </a:lnTo>
                  <a:lnTo>
                    <a:pt x="989" y="109"/>
                  </a:lnTo>
                  <a:lnTo>
                    <a:pt x="986" y="108"/>
                  </a:lnTo>
                  <a:lnTo>
                    <a:pt x="989" y="105"/>
                  </a:lnTo>
                  <a:lnTo>
                    <a:pt x="986" y="104"/>
                  </a:lnTo>
                  <a:lnTo>
                    <a:pt x="983" y="105"/>
                  </a:lnTo>
                  <a:lnTo>
                    <a:pt x="981" y="104"/>
                  </a:lnTo>
                  <a:lnTo>
                    <a:pt x="981" y="101"/>
                  </a:lnTo>
                  <a:lnTo>
                    <a:pt x="980" y="99"/>
                  </a:lnTo>
                  <a:lnTo>
                    <a:pt x="981" y="97"/>
                  </a:lnTo>
                  <a:lnTo>
                    <a:pt x="982" y="99"/>
                  </a:lnTo>
                  <a:lnTo>
                    <a:pt x="985" y="97"/>
                  </a:lnTo>
                  <a:lnTo>
                    <a:pt x="983" y="95"/>
                  </a:lnTo>
                  <a:lnTo>
                    <a:pt x="985" y="95"/>
                  </a:lnTo>
                  <a:lnTo>
                    <a:pt x="989" y="97"/>
                  </a:lnTo>
                  <a:lnTo>
                    <a:pt x="989" y="100"/>
                  </a:lnTo>
                  <a:lnTo>
                    <a:pt x="991" y="99"/>
                  </a:lnTo>
                  <a:lnTo>
                    <a:pt x="993" y="100"/>
                  </a:lnTo>
                  <a:lnTo>
                    <a:pt x="994" y="100"/>
                  </a:lnTo>
                  <a:lnTo>
                    <a:pt x="993" y="97"/>
                  </a:lnTo>
                  <a:lnTo>
                    <a:pt x="995" y="96"/>
                  </a:lnTo>
                  <a:lnTo>
                    <a:pt x="997" y="97"/>
                  </a:lnTo>
                  <a:lnTo>
                    <a:pt x="998" y="95"/>
                  </a:lnTo>
                  <a:lnTo>
                    <a:pt x="994" y="91"/>
                  </a:lnTo>
                  <a:lnTo>
                    <a:pt x="991" y="91"/>
                  </a:lnTo>
                  <a:lnTo>
                    <a:pt x="989" y="87"/>
                  </a:lnTo>
                  <a:lnTo>
                    <a:pt x="989" y="84"/>
                  </a:lnTo>
                  <a:lnTo>
                    <a:pt x="987" y="83"/>
                  </a:lnTo>
                  <a:lnTo>
                    <a:pt x="985" y="84"/>
                  </a:lnTo>
                  <a:lnTo>
                    <a:pt x="982" y="83"/>
                  </a:lnTo>
                  <a:lnTo>
                    <a:pt x="986" y="82"/>
                  </a:lnTo>
                  <a:lnTo>
                    <a:pt x="985" y="79"/>
                  </a:lnTo>
                  <a:lnTo>
                    <a:pt x="985" y="79"/>
                  </a:lnTo>
                  <a:lnTo>
                    <a:pt x="983" y="76"/>
                  </a:lnTo>
                  <a:lnTo>
                    <a:pt x="987" y="76"/>
                  </a:lnTo>
                  <a:lnTo>
                    <a:pt x="989" y="71"/>
                  </a:lnTo>
                  <a:lnTo>
                    <a:pt x="983" y="72"/>
                  </a:lnTo>
                  <a:lnTo>
                    <a:pt x="981" y="75"/>
                  </a:lnTo>
                  <a:lnTo>
                    <a:pt x="981" y="78"/>
                  </a:lnTo>
                  <a:lnTo>
                    <a:pt x="977" y="76"/>
                  </a:lnTo>
                  <a:lnTo>
                    <a:pt x="974" y="72"/>
                  </a:lnTo>
                  <a:lnTo>
                    <a:pt x="976" y="70"/>
                  </a:lnTo>
                  <a:lnTo>
                    <a:pt x="976" y="67"/>
                  </a:lnTo>
                  <a:lnTo>
                    <a:pt x="980" y="66"/>
                  </a:lnTo>
                  <a:lnTo>
                    <a:pt x="982" y="66"/>
                  </a:lnTo>
                  <a:lnTo>
                    <a:pt x="986" y="62"/>
                  </a:lnTo>
                  <a:lnTo>
                    <a:pt x="986" y="61"/>
                  </a:lnTo>
                  <a:lnTo>
                    <a:pt x="985" y="58"/>
                  </a:lnTo>
                  <a:lnTo>
                    <a:pt x="982" y="58"/>
                  </a:lnTo>
                  <a:lnTo>
                    <a:pt x="980" y="57"/>
                  </a:lnTo>
                  <a:lnTo>
                    <a:pt x="976" y="57"/>
                  </a:lnTo>
                  <a:lnTo>
                    <a:pt x="973" y="54"/>
                  </a:lnTo>
                  <a:lnTo>
                    <a:pt x="977" y="53"/>
                  </a:lnTo>
                  <a:lnTo>
                    <a:pt x="981" y="51"/>
                  </a:lnTo>
                  <a:lnTo>
                    <a:pt x="986" y="54"/>
                  </a:lnTo>
                  <a:lnTo>
                    <a:pt x="991" y="53"/>
                  </a:lnTo>
                  <a:lnTo>
                    <a:pt x="999" y="53"/>
                  </a:lnTo>
                  <a:lnTo>
                    <a:pt x="1014" y="51"/>
                  </a:lnTo>
                  <a:lnTo>
                    <a:pt x="1015" y="50"/>
                  </a:lnTo>
                  <a:lnTo>
                    <a:pt x="1026" y="50"/>
                  </a:lnTo>
                  <a:lnTo>
                    <a:pt x="1030" y="51"/>
                  </a:lnTo>
                  <a:lnTo>
                    <a:pt x="1033" y="50"/>
                  </a:lnTo>
                  <a:lnTo>
                    <a:pt x="1039" y="50"/>
                  </a:lnTo>
                  <a:lnTo>
                    <a:pt x="1036" y="51"/>
                  </a:lnTo>
                  <a:lnTo>
                    <a:pt x="1028" y="55"/>
                  </a:lnTo>
                  <a:lnTo>
                    <a:pt x="1026" y="54"/>
                  </a:lnTo>
                  <a:lnTo>
                    <a:pt x="1024" y="54"/>
                  </a:lnTo>
                  <a:lnTo>
                    <a:pt x="1022" y="53"/>
                  </a:lnTo>
                  <a:lnTo>
                    <a:pt x="1020" y="58"/>
                  </a:lnTo>
                  <a:lnTo>
                    <a:pt x="1023" y="61"/>
                  </a:lnTo>
                  <a:lnTo>
                    <a:pt x="1020" y="62"/>
                  </a:lnTo>
                  <a:lnTo>
                    <a:pt x="1020" y="63"/>
                  </a:lnTo>
                  <a:lnTo>
                    <a:pt x="1023" y="65"/>
                  </a:lnTo>
                  <a:lnTo>
                    <a:pt x="1026" y="62"/>
                  </a:lnTo>
                  <a:lnTo>
                    <a:pt x="1027" y="59"/>
                  </a:lnTo>
                  <a:lnTo>
                    <a:pt x="1032" y="55"/>
                  </a:lnTo>
                  <a:lnTo>
                    <a:pt x="1040" y="53"/>
                  </a:lnTo>
                  <a:lnTo>
                    <a:pt x="1041" y="57"/>
                  </a:lnTo>
                  <a:lnTo>
                    <a:pt x="1041" y="63"/>
                  </a:lnTo>
                  <a:lnTo>
                    <a:pt x="1041" y="65"/>
                  </a:lnTo>
                  <a:lnTo>
                    <a:pt x="1040" y="61"/>
                  </a:lnTo>
                  <a:lnTo>
                    <a:pt x="1037" y="58"/>
                  </a:lnTo>
                  <a:lnTo>
                    <a:pt x="1037" y="55"/>
                  </a:lnTo>
                  <a:lnTo>
                    <a:pt x="1035" y="58"/>
                  </a:lnTo>
                  <a:lnTo>
                    <a:pt x="1033" y="57"/>
                  </a:lnTo>
                  <a:lnTo>
                    <a:pt x="1035" y="61"/>
                  </a:lnTo>
                  <a:lnTo>
                    <a:pt x="1037" y="62"/>
                  </a:lnTo>
                  <a:lnTo>
                    <a:pt x="1039" y="67"/>
                  </a:lnTo>
                  <a:lnTo>
                    <a:pt x="1036" y="71"/>
                  </a:lnTo>
                  <a:lnTo>
                    <a:pt x="1035" y="70"/>
                  </a:lnTo>
                  <a:lnTo>
                    <a:pt x="1033" y="71"/>
                  </a:lnTo>
                  <a:lnTo>
                    <a:pt x="1036" y="74"/>
                  </a:lnTo>
                  <a:lnTo>
                    <a:pt x="1036" y="75"/>
                  </a:lnTo>
                  <a:lnTo>
                    <a:pt x="1037" y="76"/>
                  </a:lnTo>
                  <a:lnTo>
                    <a:pt x="1039" y="76"/>
                  </a:lnTo>
                  <a:lnTo>
                    <a:pt x="1041" y="74"/>
                  </a:lnTo>
                  <a:lnTo>
                    <a:pt x="1041" y="71"/>
                  </a:lnTo>
                  <a:lnTo>
                    <a:pt x="1044" y="67"/>
                  </a:lnTo>
                  <a:lnTo>
                    <a:pt x="1043" y="65"/>
                  </a:lnTo>
                  <a:lnTo>
                    <a:pt x="1044" y="62"/>
                  </a:lnTo>
                  <a:lnTo>
                    <a:pt x="1043" y="50"/>
                  </a:lnTo>
                  <a:lnTo>
                    <a:pt x="1047" y="46"/>
                  </a:lnTo>
                  <a:lnTo>
                    <a:pt x="1053" y="45"/>
                  </a:lnTo>
                  <a:lnTo>
                    <a:pt x="1060" y="43"/>
                  </a:lnTo>
                  <a:lnTo>
                    <a:pt x="1066" y="43"/>
                  </a:lnTo>
                  <a:lnTo>
                    <a:pt x="1074" y="46"/>
                  </a:lnTo>
                  <a:lnTo>
                    <a:pt x="1078" y="51"/>
                  </a:lnTo>
                  <a:lnTo>
                    <a:pt x="1078" y="54"/>
                  </a:lnTo>
                  <a:lnTo>
                    <a:pt x="1076" y="55"/>
                  </a:lnTo>
                  <a:lnTo>
                    <a:pt x="1072" y="53"/>
                  </a:lnTo>
                  <a:lnTo>
                    <a:pt x="1072" y="54"/>
                  </a:lnTo>
                  <a:lnTo>
                    <a:pt x="1072" y="55"/>
                  </a:lnTo>
                  <a:lnTo>
                    <a:pt x="1072" y="58"/>
                  </a:lnTo>
                  <a:lnTo>
                    <a:pt x="1072" y="61"/>
                  </a:lnTo>
                  <a:lnTo>
                    <a:pt x="1070" y="62"/>
                  </a:lnTo>
                  <a:lnTo>
                    <a:pt x="1072" y="63"/>
                  </a:lnTo>
                  <a:lnTo>
                    <a:pt x="1074" y="61"/>
                  </a:lnTo>
                  <a:lnTo>
                    <a:pt x="1078" y="61"/>
                  </a:lnTo>
                  <a:lnTo>
                    <a:pt x="1081" y="58"/>
                  </a:lnTo>
                  <a:lnTo>
                    <a:pt x="1082" y="62"/>
                  </a:lnTo>
                  <a:lnTo>
                    <a:pt x="1084" y="65"/>
                  </a:lnTo>
                  <a:lnTo>
                    <a:pt x="1084" y="67"/>
                  </a:lnTo>
                  <a:lnTo>
                    <a:pt x="1085" y="68"/>
                  </a:lnTo>
                  <a:lnTo>
                    <a:pt x="1086" y="66"/>
                  </a:lnTo>
                  <a:lnTo>
                    <a:pt x="1086" y="65"/>
                  </a:lnTo>
                  <a:lnTo>
                    <a:pt x="1089" y="62"/>
                  </a:lnTo>
                  <a:lnTo>
                    <a:pt x="1091" y="63"/>
                  </a:lnTo>
                  <a:lnTo>
                    <a:pt x="1093" y="67"/>
                  </a:lnTo>
                  <a:lnTo>
                    <a:pt x="1091" y="68"/>
                  </a:lnTo>
                  <a:lnTo>
                    <a:pt x="1091" y="71"/>
                  </a:lnTo>
                  <a:lnTo>
                    <a:pt x="1091" y="72"/>
                  </a:lnTo>
                  <a:lnTo>
                    <a:pt x="1094" y="71"/>
                  </a:lnTo>
                  <a:lnTo>
                    <a:pt x="1095" y="68"/>
                  </a:lnTo>
                  <a:lnTo>
                    <a:pt x="1095" y="68"/>
                  </a:lnTo>
                  <a:lnTo>
                    <a:pt x="1097" y="70"/>
                  </a:lnTo>
                  <a:lnTo>
                    <a:pt x="1097" y="67"/>
                  </a:lnTo>
                  <a:lnTo>
                    <a:pt x="1099" y="63"/>
                  </a:lnTo>
                  <a:lnTo>
                    <a:pt x="1101" y="62"/>
                  </a:lnTo>
                  <a:lnTo>
                    <a:pt x="1102" y="62"/>
                  </a:lnTo>
                  <a:lnTo>
                    <a:pt x="1107" y="66"/>
                  </a:lnTo>
                  <a:lnTo>
                    <a:pt x="1114" y="67"/>
                  </a:lnTo>
                  <a:lnTo>
                    <a:pt x="1116" y="71"/>
                  </a:lnTo>
                  <a:lnTo>
                    <a:pt x="1116" y="74"/>
                  </a:lnTo>
                  <a:lnTo>
                    <a:pt x="1113" y="76"/>
                  </a:lnTo>
                  <a:lnTo>
                    <a:pt x="1110" y="79"/>
                  </a:lnTo>
                  <a:lnTo>
                    <a:pt x="1114" y="76"/>
                  </a:lnTo>
                  <a:lnTo>
                    <a:pt x="1118" y="76"/>
                  </a:lnTo>
                  <a:lnTo>
                    <a:pt x="1122" y="78"/>
                  </a:lnTo>
                  <a:lnTo>
                    <a:pt x="1126" y="76"/>
                  </a:lnTo>
                  <a:lnTo>
                    <a:pt x="1128" y="74"/>
                  </a:lnTo>
                  <a:lnTo>
                    <a:pt x="1131" y="72"/>
                  </a:lnTo>
                  <a:lnTo>
                    <a:pt x="1136" y="68"/>
                  </a:lnTo>
                  <a:lnTo>
                    <a:pt x="1139" y="67"/>
                  </a:lnTo>
                  <a:lnTo>
                    <a:pt x="1141" y="63"/>
                  </a:lnTo>
                  <a:lnTo>
                    <a:pt x="1145" y="63"/>
                  </a:lnTo>
                  <a:lnTo>
                    <a:pt x="1155" y="58"/>
                  </a:lnTo>
                  <a:lnTo>
                    <a:pt x="1159" y="57"/>
                  </a:lnTo>
                  <a:lnTo>
                    <a:pt x="1161" y="58"/>
                  </a:lnTo>
                  <a:lnTo>
                    <a:pt x="1161" y="57"/>
                  </a:lnTo>
                  <a:lnTo>
                    <a:pt x="1166" y="53"/>
                  </a:lnTo>
                  <a:lnTo>
                    <a:pt x="1169" y="53"/>
                  </a:lnTo>
                  <a:lnTo>
                    <a:pt x="1176" y="53"/>
                  </a:lnTo>
                  <a:lnTo>
                    <a:pt x="1188" y="57"/>
                  </a:lnTo>
                  <a:lnTo>
                    <a:pt x="1192" y="62"/>
                  </a:lnTo>
                  <a:lnTo>
                    <a:pt x="1197" y="65"/>
                  </a:lnTo>
                  <a:lnTo>
                    <a:pt x="1201" y="68"/>
                  </a:lnTo>
                  <a:lnTo>
                    <a:pt x="1203" y="74"/>
                  </a:lnTo>
                  <a:lnTo>
                    <a:pt x="1203" y="75"/>
                  </a:lnTo>
                  <a:lnTo>
                    <a:pt x="1205" y="76"/>
                  </a:lnTo>
                  <a:lnTo>
                    <a:pt x="1205" y="80"/>
                  </a:lnTo>
                  <a:lnTo>
                    <a:pt x="1207" y="84"/>
                  </a:lnTo>
                  <a:lnTo>
                    <a:pt x="1207" y="87"/>
                  </a:lnTo>
                  <a:lnTo>
                    <a:pt x="1206" y="90"/>
                  </a:lnTo>
                  <a:lnTo>
                    <a:pt x="1209" y="90"/>
                  </a:lnTo>
                  <a:lnTo>
                    <a:pt x="1211" y="86"/>
                  </a:lnTo>
                  <a:lnTo>
                    <a:pt x="1214" y="86"/>
                  </a:lnTo>
                  <a:lnTo>
                    <a:pt x="1215" y="87"/>
                  </a:lnTo>
                  <a:lnTo>
                    <a:pt x="1215" y="86"/>
                  </a:lnTo>
                  <a:lnTo>
                    <a:pt x="1219" y="86"/>
                  </a:lnTo>
                  <a:lnTo>
                    <a:pt x="1222" y="87"/>
                  </a:lnTo>
                  <a:lnTo>
                    <a:pt x="1223" y="90"/>
                  </a:lnTo>
                  <a:lnTo>
                    <a:pt x="1223" y="87"/>
                  </a:lnTo>
                  <a:lnTo>
                    <a:pt x="1222" y="83"/>
                  </a:lnTo>
                  <a:lnTo>
                    <a:pt x="1224" y="83"/>
                  </a:lnTo>
                  <a:lnTo>
                    <a:pt x="1226" y="87"/>
                  </a:lnTo>
                  <a:lnTo>
                    <a:pt x="1230" y="90"/>
                  </a:lnTo>
                  <a:lnTo>
                    <a:pt x="1231" y="95"/>
                  </a:lnTo>
                  <a:lnTo>
                    <a:pt x="1232" y="95"/>
                  </a:lnTo>
                  <a:lnTo>
                    <a:pt x="1236" y="99"/>
                  </a:lnTo>
                  <a:lnTo>
                    <a:pt x="1236" y="97"/>
                  </a:lnTo>
                  <a:lnTo>
                    <a:pt x="1235" y="93"/>
                  </a:lnTo>
                  <a:lnTo>
                    <a:pt x="1232" y="92"/>
                  </a:lnTo>
                  <a:lnTo>
                    <a:pt x="1232" y="91"/>
                  </a:lnTo>
                  <a:lnTo>
                    <a:pt x="1235" y="92"/>
                  </a:lnTo>
                  <a:lnTo>
                    <a:pt x="1236" y="92"/>
                  </a:lnTo>
                  <a:lnTo>
                    <a:pt x="1239" y="93"/>
                  </a:lnTo>
                  <a:lnTo>
                    <a:pt x="1243" y="99"/>
                  </a:lnTo>
                  <a:lnTo>
                    <a:pt x="1242" y="95"/>
                  </a:lnTo>
                  <a:lnTo>
                    <a:pt x="1238" y="88"/>
                  </a:lnTo>
                  <a:lnTo>
                    <a:pt x="1238" y="83"/>
                  </a:lnTo>
                  <a:lnTo>
                    <a:pt x="1238" y="79"/>
                  </a:lnTo>
                  <a:lnTo>
                    <a:pt x="1240" y="75"/>
                  </a:lnTo>
                  <a:lnTo>
                    <a:pt x="1245" y="75"/>
                  </a:lnTo>
                  <a:lnTo>
                    <a:pt x="1247" y="74"/>
                  </a:lnTo>
                  <a:lnTo>
                    <a:pt x="1252" y="71"/>
                  </a:lnTo>
                  <a:lnTo>
                    <a:pt x="1251" y="70"/>
                  </a:lnTo>
                  <a:lnTo>
                    <a:pt x="1252" y="68"/>
                  </a:lnTo>
                  <a:lnTo>
                    <a:pt x="1253" y="68"/>
                  </a:lnTo>
                  <a:lnTo>
                    <a:pt x="1256" y="71"/>
                  </a:lnTo>
                  <a:lnTo>
                    <a:pt x="1259" y="72"/>
                  </a:lnTo>
                  <a:lnTo>
                    <a:pt x="1261" y="71"/>
                  </a:lnTo>
                  <a:lnTo>
                    <a:pt x="1265" y="68"/>
                  </a:lnTo>
                  <a:lnTo>
                    <a:pt x="1267" y="70"/>
                  </a:lnTo>
                  <a:lnTo>
                    <a:pt x="1271" y="67"/>
                  </a:lnTo>
                  <a:lnTo>
                    <a:pt x="1276" y="68"/>
                  </a:lnTo>
                  <a:lnTo>
                    <a:pt x="1278" y="67"/>
                  </a:lnTo>
                  <a:lnTo>
                    <a:pt x="1278" y="66"/>
                  </a:lnTo>
                  <a:lnTo>
                    <a:pt x="1280" y="68"/>
                  </a:lnTo>
                  <a:lnTo>
                    <a:pt x="1281" y="70"/>
                  </a:lnTo>
                  <a:lnTo>
                    <a:pt x="1282" y="67"/>
                  </a:lnTo>
                  <a:lnTo>
                    <a:pt x="1285" y="63"/>
                  </a:lnTo>
                  <a:lnTo>
                    <a:pt x="1284" y="62"/>
                  </a:lnTo>
                  <a:lnTo>
                    <a:pt x="1284" y="58"/>
                  </a:lnTo>
                  <a:lnTo>
                    <a:pt x="1284" y="55"/>
                  </a:lnTo>
                  <a:lnTo>
                    <a:pt x="1285" y="54"/>
                  </a:lnTo>
                  <a:lnTo>
                    <a:pt x="1289" y="55"/>
                  </a:lnTo>
                  <a:lnTo>
                    <a:pt x="1290" y="58"/>
                  </a:lnTo>
                  <a:lnTo>
                    <a:pt x="1292" y="59"/>
                  </a:lnTo>
                  <a:lnTo>
                    <a:pt x="1294" y="59"/>
                  </a:lnTo>
                  <a:lnTo>
                    <a:pt x="1297" y="62"/>
                  </a:lnTo>
                  <a:lnTo>
                    <a:pt x="1297" y="65"/>
                  </a:lnTo>
                  <a:lnTo>
                    <a:pt x="1299" y="68"/>
                  </a:lnTo>
                  <a:lnTo>
                    <a:pt x="1301" y="70"/>
                  </a:lnTo>
                  <a:lnTo>
                    <a:pt x="1305" y="68"/>
                  </a:lnTo>
                  <a:lnTo>
                    <a:pt x="1310" y="70"/>
                  </a:lnTo>
                  <a:lnTo>
                    <a:pt x="1311" y="70"/>
                  </a:lnTo>
                  <a:lnTo>
                    <a:pt x="1313" y="70"/>
                  </a:lnTo>
                  <a:lnTo>
                    <a:pt x="1317" y="75"/>
                  </a:lnTo>
                  <a:lnTo>
                    <a:pt x="1317" y="78"/>
                  </a:lnTo>
                  <a:lnTo>
                    <a:pt x="1318" y="79"/>
                  </a:lnTo>
                  <a:lnTo>
                    <a:pt x="1322" y="79"/>
                  </a:lnTo>
                  <a:lnTo>
                    <a:pt x="1325" y="78"/>
                  </a:lnTo>
                  <a:lnTo>
                    <a:pt x="1327" y="78"/>
                  </a:lnTo>
                  <a:lnTo>
                    <a:pt x="1327" y="76"/>
                  </a:lnTo>
                  <a:lnTo>
                    <a:pt x="1330" y="74"/>
                  </a:lnTo>
                  <a:lnTo>
                    <a:pt x="1331" y="75"/>
                  </a:lnTo>
                  <a:lnTo>
                    <a:pt x="1332" y="74"/>
                  </a:lnTo>
                  <a:lnTo>
                    <a:pt x="1331" y="71"/>
                  </a:lnTo>
                  <a:lnTo>
                    <a:pt x="1332" y="71"/>
                  </a:lnTo>
                  <a:lnTo>
                    <a:pt x="1331" y="68"/>
                  </a:lnTo>
                  <a:lnTo>
                    <a:pt x="1331" y="67"/>
                  </a:lnTo>
                  <a:lnTo>
                    <a:pt x="1328" y="65"/>
                  </a:lnTo>
                  <a:lnTo>
                    <a:pt x="1326" y="63"/>
                  </a:lnTo>
                  <a:lnTo>
                    <a:pt x="1325" y="59"/>
                  </a:lnTo>
                  <a:lnTo>
                    <a:pt x="1321" y="55"/>
                  </a:lnTo>
                  <a:lnTo>
                    <a:pt x="1319" y="55"/>
                  </a:lnTo>
                  <a:lnTo>
                    <a:pt x="1318" y="53"/>
                  </a:lnTo>
                  <a:lnTo>
                    <a:pt x="1314" y="51"/>
                  </a:lnTo>
                  <a:lnTo>
                    <a:pt x="1311" y="53"/>
                  </a:lnTo>
                  <a:lnTo>
                    <a:pt x="1310" y="53"/>
                  </a:lnTo>
                  <a:lnTo>
                    <a:pt x="1310" y="50"/>
                  </a:lnTo>
                  <a:lnTo>
                    <a:pt x="1311" y="49"/>
                  </a:lnTo>
                  <a:lnTo>
                    <a:pt x="1309" y="45"/>
                  </a:lnTo>
                  <a:lnTo>
                    <a:pt x="1309" y="42"/>
                  </a:lnTo>
                  <a:lnTo>
                    <a:pt x="1307" y="41"/>
                  </a:lnTo>
                  <a:lnTo>
                    <a:pt x="1306" y="38"/>
                  </a:lnTo>
                  <a:lnTo>
                    <a:pt x="1302" y="36"/>
                  </a:lnTo>
                  <a:lnTo>
                    <a:pt x="1302" y="34"/>
                  </a:lnTo>
                  <a:lnTo>
                    <a:pt x="1307" y="34"/>
                  </a:lnTo>
                  <a:lnTo>
                    <a:pt x="1310" y="34"/>
                  </a:lnTo>
                  <a:lnTo>
                    <a:pt x="1317" y="34"/>
                  </a:lnTo>
                  <a:lnTo>
                    <a:pt x="1322" y="34"/>
                  </a:lnTo>
                  <a:lnTo>
                    <a:pt x="1322" y="33"/>
                  </a:lnTo>
                  <a:lnTo>
                    <a:pt x="1325" y="32"/>
                  </a:lnTo>
                  <a:lnTo>
                    <a:pt x="1327" y="33"/>
                  </a:lnTo>
                  <a:lnTo>
                    <a:pt x="1330" y="33"/>
                  </a:lnTo>
                  <a:lnTo>
                    <a:pt x="1331" y="33"/>
                  </a:lnTo>
                  <a:lnTo>
                    <a:pt x="1331" y="30"/>
                  </a:lnTo>
                  <a:lnTo>
                    <a:pt x="1334" y="30"/>
                  </a:lnTo>
                  <a:lnTo>
                    <a:pt x="1335" y="32"/>
                  </a:lnTo>
                  <a:lnTo>
                    <a:pt x="1336" y="32"/>
                  </a:lnTo>
                  <a:lnTo>
                    <a:pt x="1338" y="29"/>
                  </a:lnTo>
                  <a:lnTo>
                    <a:pt x="1339" y="30"/>
                  </a:lnTo>
                  <a:lnTo>
                    <a:pt x="1340" y="28"/>
                  </a:lnTo>
                  <a:lnTo>
                    <a:pt x="1350" y="25"/>
                  </a:lnTo>
                  <a:lnTo>
                    <a:pt x="1351" y="28"/>
                  </a:lnTo>
                  <a:lnTo>
                    <a:pt x="1351" y="25"/>
                  </a:lnTo>
                  <a:lnTo>
                    <a:pt x="1352" y="24"/>
                  </a:lnTo>
                  <a:lnTo>
                    <a:pt x="1353" y="24"/>
                  </a:lnTo>
                  <a:lnTo>
                    <a:pt x="1356" y="24"/>
                  </a:lnTo>
                  <a:lnTo>
                    <a:pt x="1359" y="24"/>
                  </a:lnTo>
                  <a:lnTo>
                    <a:pt x="1360" y="25"/>
                  </a:lnTo>
                  <a:lnTo>
                    <a:pt x="1365" y="25"/>
                  </a:lnTo>
                  <a:lnTo>
                    <a:pt x="1367" y="24"/>
                  </a:lnTo>
                  <a:lnTo>
                    <a:pt x="1368" y="25"/>
                  </a:lnTo>
                  <a:lnTo>
                    <a:pt x="1369" y="26"/>
                  </a:lnTo>
                  <a:lnTo>
                    <a:pt x="1372" y="25"/>
                  </a:lnTo>
                  <a:lnTo>
                    <a:pt x="1375" y="24"/>
                  </a:lnTo>
                  <a:lnTo>
                    <a:pt x="1382" y="26"/>
                  </a:lnTo>
                  <a:lnTo>
                    <a:pt x="1385" y="28"/>
                  </a:lnTo>
                  <a:lnTo>
                    <a:pt x="1386" y="28"/>
                  </a:lnTo>
                  <a:lnTo>
                    <a:pt x="1386" y="26"/>
                  </a:lnTo>
                  <a:lnTo>
                    <a:pt x="1389" y="26"/>
                  </a:lnTo>
                  <a:lnTo>
                    <a:pt x="1390" y="28"/>
                  </a:lnTo>
                  <a:lnTo>
                    <a:pt x="1389" y="29"/>
                  </a:lnTo>
                  <a:lnTo>
                    <a:pt x="1390" y="29"/>
                  </a:lnTo>
                  <a:lnTo>
                    <a:pt x="1394" y="29"/>
                  </a:lnTo>
                  <a:lnTo>
                    <a:pt x="1402" y="29"/>
                  </a:lnTo>
                  <a:lnTo>
                    <a:pt x="1409" y="34"/>
                  </a:lnTo>
                  <a:lnTo>
                    <a:pt x="1409" y="36"/>
                  </a:lnTo>
                  <a:lnTo>
                    <a:pt x="1406" y="34"/>
                  </a:lnTo>
                  <a:lnTo>
                    <a:pt x="1402" y="33"/>
                  </a:lnTo>
                  <a:lnTo>
                    <a:pt x="1402" y="33"/>
                  </a:lnTo>
                  <a:lnTo>
                    <a:pt x="1409" y="36"/>
                  </a:lnTo>
                  <a:lnTo>
                    <a:pt x="1413" y="36"/>
                  </a:lnTo>
                  <a:lnTo>
                    <a:pt x="1413" y="34"/>
                  </a:lnTo>
                  <a:lnTo>
                    <a:pt x="1417" y="34"/>
                  </a:lnTo>
                  <a:lnTo>
                    <a:pt x="1419" y="34"/>
                  </a:lnTo>
                  <a:lnTo>
                    <a:pt x="1419" y="32"/>
                  </a:lnTo>
                  <a:lnTo>
                    <a:pt x="1421" y="32"/>
                  </a:lnTo>
                  <a:lnTo>
                    <a:pt x="1423" y="33"/>
                  </a:lnTo>
                  <a:lnTo>
                    <a:pt x="1425" y="34"/>
                  </a:lnTo>
                  <a:lnTo>
                    <a:pt x="1426" y="34"/>
                  </a:lnTo>
                  <a:lnTo>
                    <a:pt x="1426" y="33"/>
                  </a:lnTo>
                  <a:lnTo>
                    <a:pt x="1427" y="33"/>
                  </a:lnTo>
                  <a:lnTo>
                    <a:pt x="1430" y="34"/>
                  </a:lnTo>
                  <a:lnTo>
                    <a:pt x="1430" y="36"/>
                  </a:lnTo>
                  <a:lnTo>
                    <a:pt x="1434" y="37"/>
                  </a:lnTo>
                  <a:lnTo>
                    <a:pt x="1436" y="36"/>
                  </a:lnTo>
                  <a:lnTo>
                    <a:pt x="1447" y="37"/>
                  </a:lnTo>
                  <a:lnTo>
                    <a:pt x="1446" y="36"/>
                  </a:lnTo>
                  <a:lnTo>
                    <a:pt x="1450" y="36"/>
                  </a:lnTo>
                  <a:lnTo>
                    <a:pt x="1451" y="37"/>
                  </a:lnTo>
                  <a:lnTo>
                    <a:pt x="1452" y="38"/>
                  </a:lnTo>
                  <a:lnTo>
                    <a:pt x="1452" y="36"/>
                  </a:lnTo>
                  <a:lnTo>
                    <a:pt x="1452" y="36"/>
                  </a:lnTo>
                  <a:lnTo>
                    <a:pt x="1456" y="37"/>
                  </a:lnTo>
                  <a:lnTo>
                    <a:pt x="1456" y="37"/>
                  </a:lnTo>
                  <a:lnTo>
                    <a:pt x="1457" y="39"/>
                  </a:lnTo>
                  <a:lnTo>
                    <a:pt x="1461" y="38"/>
                  </a:lnTo>
                  <a:lnTo>
                    <a:pt x="1461" y="38"/>
                  </a:lnTo>
                  <a:lnTo>
                    <a:pt x="1460" y="37"/>
                  </a:lnTo>
                  <a:lnTo>
                    <a:pt x="1464" y="37"/>
                  </a:lnTo>
                  <a:lnTo>
                    <a:pt x="1465" y="38"/>
                  </a:lnTo>
                  <a:lnTo>
                    <a:pt x="1464" y="39"/>
                  </a:lnTo>
                  <a:lnTo>
                    <a:pt x="1467" y="42"/>
                  </a:lnTo>
                  <a:lnTo>
                    <a:pt x="1471" y="43"/>
                  </a:lnTo>
                  <a:lnTo>
                    <a:pt x="1473" y="42"/>
                  </a:lnTo>
                  <a:lnTo>
                    <a:pt x="1469" y="41"/>
                  </a:lnTo>
                  <a:lnTo>
                    <a:pt x="1467" y="39"/>
                  </a:lnTo>
                  <a:lnTo>
                    <a:pt x="1467" y="38"/>
                  </a:lnTo>
                  <a:lnTo>
                    <a:pt x="1469" y="37"/>
                  </a:lnTo>
                  <a:lnTo>
                    <a:pt x="1472" y="37"/>
                  </a:lnTo>
                  <a:lnTo>
                    <a:pt x="1477" y="39"/>
                  </a:lnTo>
                  <a:lnTo>
                    <a:pt x="1477" y="42"/>
                  </a:lnTo>
                  <a:lnTo>
                    <a:pt x="1479" y="43"/>
                  </a:lnTo>
                  <a:lnTo>
                    <a:pt x="1480" y="41"/>
                  </a:lnTo>
                  <a:lnTo>
                    <a:pt x="1479" y="41"/>
                  </a:lnTo>
                  <a:lnTo>
                    <a:pt x="1481" y="41"/>
                  </a:lnTo>
                  <a:lnTo>
                    <a:pt x="1483" y="42"/>
                  </a:lnTo>
                  <a:lnTo>
                    <a:pt x="1481" y="43"/>
                  </a:lnTo>
                  <a:lnTo>
                    <a:pt x="1484" y="46"/>
                  </a:lnTo>
                  <a:lnTo>
                    <a:pt x="1488" y="53"/>
                  </a:lnTo>
                  <a:lnTo>
                    <a:pt x="1492" y="54"/>
                  </a:lnTo>
                  <a:lnTo>
                    <a:pt x="1493" y="57"/>
                  </a:lnTo>
                  <a:lnTo>
                    <a:pt x="1494" y="59"/>
                  </a:lnTo>
                  <a:lnTo>
                    <a:pt x="1496" y="61"/>
                  </a:lnTo>
                  <a:lnTo>
                    <a:pt x="1496" y="62"/>
                  </a:lnTo>
                  <a:lnTo>
                    <a:pt x="1496" y="65"/>
                  </a:lnTo>
                  <a:lnTo>
                    <a:pt x="1498" y="66"/>
                  </a:lnTo>
                  <a:lnTo>
                    <a:pt x="1500" y="63"/>
                  </a:lnTo>
                  <a:lnTo>
                    <a:pt x="1504" y="65"/>
                  </a:lnTo>
                  <a:lnTo>
                    <a:pt x="1505" y="67"/>
                  </a:lnTo>
                  <a:lnTo>
                    <a:pt x="1508" y="68"/>
                  </a:lnTo>
                  <a:lnTo>
                    <a:pt x="1508" y="67"/>
                  </a:lnTo>
                  <a:lnTo>
                    <a:pt x="1506" y="66"/>
                  </a:lnTo>
                  <a:lnTo>
                    <a:pt x="1506" y="65"/>
                  </a:lnTo>
                  <a:lnTo>
                    <a:pt x="1508" y="62"/>
                  </a:lnTo>
                  <a:lnTo>
                    <a:pt x="1509" y="63"/>
                  </a:lnTo>
                  <a:lnTo>
                    <a:pt x="1510" y="66"/>
                  </a:lnTo>
                  <a:lnTo>
                    <a:pt x="1513" y="68"/>
                  </a:lnTo>
                  <a:lnTo>
                    <a:pt x="1511" y="67"/>
                  </a:lnTo>
                  <a:lnTo>
                    <a:pt x="1510" y="63"/>
                  </a:lnTo>
                  <a:lnTo>
                    <a:pt x="1510" y="61"/>
                  </a:lnTo>
                  <a:lnTo>
                    <a:pt x="1509" y="59"/>
                  </a:lnTo>
                  <a:lnTo>
                    <a:pt x="1506" y="61"/>
                  </a:lnTo>
                  <a:lnTo>
                    <a:pt x="1502" y="61"/>
                  </a:lnTo>
                  <a:lnTo>
                    <a:pt x="1502" y="59"/>
                  </a:lnTo>
                  <a:lnTo>
                    <a:pt x="1504" y="58"/>
                  </a:lnTo>
                  <a:lnTo>
                    <a:pt x="1504" y="55"/>
                  </a:lnTo>
                  <a:lnTo>
                    <a:pt x="1498" y="51"/>
                  </a:lnTo>
                  <a:lnTo>
                    <a:pt x="1497" y="50"/>
                  </a:lnTo>
                  <a:lnTo>
                    <a:pt x="1496" y="47"/>
                  </a:lnTo>
                  <a:lnTo>
                    <a:pt x="1494" y="47"/>
                  </a:lnTo>
                  <a:lnTo>
                    <a:pt x="1490" y="50"/>
                  </a:lnTo>
                  <a:lnTo>
                    <a:pt x="1490" y="49"/>
                  </a:lnTo>
                  <a:lnTo>
                    <a:pt x="1493" y="46"/>
                  </a:lnTo>
                  <a:lnTo>
                    <a:pt x="1494" y="43"/>
                  </a:lnTo>
                  <a:lnTo>
                    <a:pt x="1497" y="38"/>
                  </a:lnTo>
                  <a:lnTo>
                    <a:pt x="1500" y="38"/>
                  </a:lnTo>
                  <a:lnTo>
                    <a:pt x="1498" y="39"/>
                  </a:lnTo>
                  <a:lnTo>
                    <a:pt x="1501" y="43"/>
                  </a:lnTo>
                  <a:lnTo>
                    <a:pt x="1504" y="45"/>
                  </a:lnTo>
                  <a:lnTo>
                    <a:pt x="1504" y="43"/>
                  </a:lnTo>
                  <a:lnTo>
                    <a:pt x="1501" y="42"/>
                  </a:lnTo>
                  <a:lnTo>
                    <a:pt x="1501" y="39"/>
                  </a:lnTo>
                  <a:lnTo>
                    <a:pt x="1502" y="39"/>
                  </a:lnTo>
                  <a:lnTo>
                    <a:pt x="1505" y="38"/>
                  </a:lnTo>
                  <a:lnTo>
                    <a:pt x="1505" y="36"/>
                  </a:lnTo>
                  <a:lnTo>
                    <a:pt x="1502" y="36"/>
                  </a:lnTo>
                  <a:lnTo>
                    <a:pt x="1504" y="36"/>
                  </a:lnTo>
                  <a:lnTo>
                    <a:pt x="1505" y="34"/>
                  </a:lnTo>
                  <a:lnTo>
                    <a:pt x="1508" y="34"/>
                  </a:lnTo>
                  <a:lnTo>
                    <a:pt x="1509" y="30"/>
                  </a:lnTo>
                  <a:lnTo>
                    <a:pt x="1511" y="30"/>
                  </a:lnTo>
                  <a:lnTo>
                    <a:pt x="1513" y="33"/>
                  </a:lnTo>
                  <a:lnTo>
                    <a:pt x="1514" y="32"/>
                  </a:lnTo>
                  <a:lnTo>
                    <a:pt x="1515" y="33"/>
                  </a:lnTo>
                  <a:lnTo>
                    <a:pt x="1515" y="33"/>
                  </a:lnTo>
                  <a:lnTo>
                    <a:pt x="1518" y="36"/>
                  </a:lnTo>
                  <a:lnTo>
                    <a:pt x="1522" y="36"/>
                  </a:lnTo>
                  <a:lnTo>
                    <a:pt x="1523" y="36"/>
                  </a:lnTo>
                  <a:lnTo>
                    <a:pt x="1530" y="37"/>
                  </a:lnTo>
                  <a:lnTo>
                    <a:pt x="1530" y="39"/>
                  </a:lnTo>
                  <a:lnTo>
                    <a:pt x="1530" y="41"/>
                  </a:lnTo>
                  <a:lnTo>
                    <a:pt x="1531" y="39"/>
                  </a:lnTo>
                  <a:lnTo>
                    <a:pt x="1533" y="38"/>
                  </a:lnTo>
                  <a:lnTo>
                    <a:pt x="1534" y="38"/>
                  </a:lnTo>
                  <a:lnTo>
                    <a:pt x="1534" y="41"/>
                  </a:lnTo>
                  <a:lnTo>
                    <a:pt x="1536" y="39"/>
                  </a:lnTo>
                  <a:lnTo>
                    <a:pt x="1538" y="37"/>
                  </a:lnTo>
                  <a:lnTo>
                    <a:pt x="1540" y="38"/>
                  </a:lnTo>
                  <a:lnTo>
                    <a:pt x="1540" y="39"/>
                  </a:lnTo>
                  <a:lnTo>
                    <a:pt x="1539" y="41"/>
                  </a:lnTo>
                  <a:lnTo>
                    <a:pt x="1539" y="42"/>
                  </a:lnTo>
                  <a:lnTo>
                    <a:pt x="1540" y="49"/>
                  </a:lnTo>
                  <a:lnTo>
                    <a:pt x="1540" y="53"/>
                  </a:lnTo>
                  <a:lnTo>
                    <a:pt x="1540" y="54"/>
                  </a:lnTo>
                  <a:lnTo>
                    <a:pt x="1543" y="53"/>
                  </a:lnTo>
                  <a:lnTo>
                    <a:pt x="1544" y="55"/>
                  </a:lnTo>
                  <a:lnTo>
                    <a:pt x="1547" y="57"/>
                  </a:lnTo>
                  <a:lnTo>
                    <a:pt x="1547" y="59"/>
                  </a:lnTo>
                  <a:lnTo>
                    <a:pt x="1546" y="61"/>
                  </a:lnTo>
                  <a:lnTo>
                    <a:pt x="1543" y="61"/>
                  </a:lnTo>
                  <a:lnTo>
                    <a:pt x="1538" y="61"/>
                  </a:lnTo>
                  <a:lnTo>
                    <a:pt x="1544" y="62"/>
                  </a:lnTo>
                  <a:lnTo>
                    <a:pt x="1546" y="65"/>
                  </a:lnTo>
                  <a:lnTo>
                    <a:pt x="1544" y="67"/>
                  </a:lnTo>
                  <a:lnTo>
                    <a:pt x="1542" y="67"/>
                  </a:lnTo>
                  <a:lnTo>
                    <a:pt x="1539" y="71"/>
                  </a:lnTo>
                  <a:lnTo>
                    <a:pt x="1539" y="70"/>
                  </a:lnTo>
                  <a:lnTo>
                    <a:pt x="1536" y="72"/>
                  </a:lnTo>
                  <a:lnTo>
                    <a:pt x="1533" y="72"/>
                  </a:lnTo>
                  <a:lnTo>
                    <a:pt x="1530" y="74"/>
                  </a:lnTo>
                  <a:lnTo>
                    <a:pt x="1534" y="74"/>
                  </a:lnTo>
                  <a:lnTo>
                    <a:pt x="1535" y="75"/>
                  </a:lnTo>
                  <a:lnTo>
                    <a:pt x="1536" y="76"/>
                  </a:lnTo>
                  <a:lnTo>
                    <a:pt x="1539" y="75"/>
                  </a:lnTo>
                  <a:lnTo>
                    <a:pt x="1539" y="75"/>
                  </a:lnTo>
                  <a:lnTo>
                    <a:pt x="1540" y="76"/>
                  </a:lnTo>
                  <a:lnTo>
                    <a:pt x="1542" y="80"/>
                  </a:lnTo>
                  <a:lnTo>
                    <a:pt x="1540" y="82"/>
                  </a:lnTo>
                  <a:lnTo>
                    <a:pt x="1539" y="84"/>
                  </a:lnTo>
                  <a:lnTo>
                    <a:pt x="1543" y="82"/>
                  </a:lnTo>
                  <a:lnTo>
                    <a:pt x="1546" y="82"/>
                  </a:lnTo>
                  <a:lnTo>
                    <a:pt x="1548" y="84"/>
                  </a:lnTo>
                  <a:lnTo>
                    <a:pt x="1548" y="86"/>
                  </a:lnTo>
                  <a:lnTo>
                    <a:pt x="1550" y="90"/>
                  </a:lnTo>
                  <a:lnTo>
                    <a:pt x="1547" y="91"/>
                  </a:lnTo>
                  <a:lnTo>
                    <a:pt x="1548" y="92"/>
                  </a:lnTo>
                  <a:lnTo>
                    <a:pt x="1550" y="95"/>
                  </a:lnTo>
                  <a:lnTo>
                    <a:pt x="1547" y="96"/>
                  </a:lnTo>
                  <a:lnTo>
                    <a:pt x="1547" y="97"/>
                  </a:lnTo>
                  <a:lnTo>
                    <a:pt x="1547" y="100"/>
                  </a:lnTo>
                  <a:lnTo>
                    <a:pt x="1547" y="97"/>
                  </a:lnTo>
                  <a:lnTo>
                    <a:pt x="1550" y="97"/>
                  </a:lnTo>
                  <a:lnTo>
                    <a:pt x="1551" y="99"/>
                  </a:lnTo>
                  <a:lnTo>
                    <a:pt x="1551" y="101"/>
                  </a:lnTo>
                  <a:lnTo>
                    <a:pt x="1554" y="101"/>
                  </a:lnTo>
                  <a:lnTo>
                    <a:pt x="1554" y="103"/>
                  </a:lnTo>
                  <a:lnTo>
                    <a:pt x="1555" y="101"/>
                  </a:lnTo>
                  <a:lnTo>
                    <a:pt x="1556" y="100"/>
                  </a:lnTo>
                  <a:lnTo>
                    <a:pt x="1558" y="100"/>
                  </a:lnTo>
                  <a:lnTo>
                    <a:pt x="1560" y="101"/>
                  </a:lnTo>
                  <a:lnTo>
                    <a:pt x="1560" y="104"/>
                  </a:lnTo>
                  <a:lnTo>
                    <a:pt x="1558" y="104"/>
                  </a:lnTo>
                  <a:lnTo>
                    <a:pt x="1556" y="103"/>
                  </a:lnTo>
                  <a:lnTo>
                    <a:pt x="1555" y="105"/>
                  </a:lnTo>
                  <a:lnTo>
                    <a:pt x="1558" y="107"/>
                  </a:lnTo>
                  <a:lnTo>
                    <a:pt x="1559" y="107"/>
                  </a:lnTo>
                  <a:lnTo>
                    <a:pt x="1560" y="109"/>
                  </a:lnTo>
                  <a:lnTo>
                    <a:pt x="1560" y="112"/>
                  </a:lnTo>
                  <a:lnTo>
                    <a:pt x="1558" y="113"/>
                  </a:lnTo>
                  <a:lnTo>
                    <a:pt x="1555" y="109"/>
                  </a:lnTo>
                  <a:lnTo>
                    <a:pt x="1554" y="108"/>
                  </a:lnTo>
                  <a:lnTo>
                    <a:pt x="1555" y="113"/>
                  </a:lnTo>
                  <a:lnTo>
                    <a:pt x="1554" y="115"/>
                  </a:lnTo>
                  <a:lnTo>
                    <a:pt x="1552" y="115"/>
                  </a:lnTo>
                  <a:lnTo>
                    <a:pt x="1552" y="113"/>
                  </a:lnTo>
                  <a:lnTo>
                    <a:pt x="1550" y="113"/>
                  </a:lnTo>
                  <a:lnTo>
                    <a:pt x="1548" y="113"/>
                  </a:lnTo>
                  <a:lnTo>
                    <a:pt x="1543" y="112"/>
                  </a:lnTo>
                  <a:lnTo>
                    <a:pt x="1540" y="113"/>
                  </a:lnTo>
                  <a:lnTo>
                    <a:pt x="1538" y="113"/>
                  </a:lnTo>
                  <a:lnTo>
                    <a:pt x="1539" y="112"/>
                  </a:lnTo>
                  <a:lnTo>
                    <a:pt x="1538" y="111"/>
                  </a:lnTo>
                  <a:lnTo>
                    <a:pt x="1536" y="109"/>
                  </a:lnTo>
                  <a:lnTo>
                    <a:pt x="1536" y="113"/>
                  </a:lnTo>
                  <a:lnTo>
                    <a:pt x="1535" y="113"/>
                  </a:lnTo>
                  <a:lnTo>
                    <a:pt x="1535" y="113"/>
                  </a:lnTo>
                  <a:lnTo>
                    <a:pt x="1536" y="116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3" y="116"/>
                  </a:lnTo>
                  <a:lnTo>
                    <a:pt x="1527" y="117"/>
                  </a:lnTo>
                  <a:lnTo>
                    <a:pt x="1526" y="116"/>
                  </a:lnTo>
                  <a:lnTo>
                    <a:pt x="1526" y="115"/>
                  </a:lnTo>
                  <a:lnTo>
                    <a:pt x="1526" y="112"/>
                  </a:lnTo>
                  <a:lnTo>
                    <a:pt x="1525" y="112"/>
                  </a:lnTo>
                  <a:lnTo>
                    <a:pt x="1519" y="108"/>
                  </a:lnTo>
                  <a:lnTo>
                    <a:pt x="1518" y="107"/>
                  </a:lnTo>
                  <a:lnTo>
                    <a:pt x="1519" y="105"/>
                  </a:lnTo>
                  <a:lnTo>
                    <a:pt x="1515" y="104"/>
                  </a:lnTo>
                  <a:lnTo>
                    <a:pt x="1514" y="107"/>
                  </a:lnTo>
                  <a:lnTo>
                    <a:pt x="1510" y="108"/>
                  </a:lnTo>
                  <a:lnTo>
                    <a:pt x="1509" y="109"/>
                  </a:lnTo>
                  <a:lnTo>
                    <a:pt x="1508" y="111"/>
                  </a:lnTo>
                  <a:lnTo>
                    <a:pt x="1506" y="107"/>
                  </a:lnTo>
                  <a:lnTo>
                    <a:pt x="1505" y="105"/>
                  </a:lnTo>
                  <a:lnTo>
                    <a:pt x="1506" y="107"/>
                  </a:lnTo>
                  <a:lnTo>
                    <a:pt x="1506" y="112"/>
                  </a:lnTo>
                  <a:lnTo>
                    <a:pt x="1506" y="115"/>
                  </a:lnTo>
                  <a:lnTo>
                    <a:pt x="1506" y="117"/>
                  </a:lnTo>
                  <a:lnTo>
                    <a:pt x="1501" y="124"/>
                  </a:lnTo>
                  <a:lnTo>
                    <a:pt x="1500" y="124"/>
                  </a:lnTo>
                  <a:lnTo>
                    <a:pt x="1500" y="118"/>
                  </a:lnTo>
                  <a:lnTo>
                    <a:pt x="1497" y="118"/>
                  </a:lnTo>
                  <a:lnTo>
                    <a:pt x="1494" y="120"/>
                  </a:lnTo>
                  <a:lnTo>
                    <a:pt x="1489" y="115"/>
                  </a:lnTo>
                  <a:lnTo>
                    <a:pt x="1489" y="113"/>
                  </a:lnTo>
                  <a:lnTo>
                    <a:pt x="1488" y="108"/>
                  </a:lnTo>
                  <a:lnTo>
                    <a:pt x="1486" y="107"/>
                  </a:lnTo>
                  <a:lnTo>
                    <a:pt x="1485" y="105"/>
                  </a:lnTo>
                  <a:lnTo>
                    <a:pt x="1484" y="104"/>
                  </a:lnTo>
                  <a:lnTo>
                    <a:pt x="1483" y="104"/>
                  </a:lnTo>
                  <a:lnTo>
                    <a:pt x="1484" y="107"/>
                  </a:lnTo>
                  <a:lnTo>
                    <a:pt x="1484" y="108"/>
                  </a:lnTo>
                  <a:lnTo>
                    <a:pt x="1485" y="111"/>
                  </a:lnTo>
                  <a:lnTo>
                    <a:pt x="1484" y="112"/>
                  </a:lnTo>
                  <a:lnTo>
                    <a:pt x="1480" y="109"/>
                  </a:lnTo>
                  <a:lnTo>
                    <a:pt x="1477" y="107"/>
                  </a:lnTo>
                  <a:lnTo>
                    <a:pt x="1477" y="107"/>
                  </a:lnTo>
                  <a:lnTo>
                    <a:pt x="1479" y="109"/>
                  </a:lnTo>
                  <a:lnTo>
                    <a:pt x="1477" y="111"/>
                  </a:lnTo>
                  <a:lnTo>
                    <a:pt x="1479" y="112"/>
                  </a:lnTo>
                  <a:lnTo>
                    <a:pt x="1481" y="112"/>
                  </a:lnTo>
                  <a:lnTo>
                    <a:pt x="1483" y="113"/>
                  </a:lnTo>
                  <a:lnTo>
                    <a:pt x="1481" y="116"/>
                  </a:lnTo>
                  <a:lnTo>
                    <a:pt x="1479" y="117"/>
                  </a:lnTo>
                  <a:lnTo>
                    <a:pt x="1477" y="118"/>
                  </a:lnTo>
                  <a:lnTo>
                    <a:pt x="1480" y="118"/>
                  </a:lnTo>
                  <a:lnTo>
                    <a:pt x="1486" y="126"/>
                  </a:lnTo>
                  <a:lnTo>
                    <a:pt x="1490" y="128"/>
                  </a:lnTo>
                  <a:lnTo>
                    <a:pt x="1493" y="126"/>
                  </a:lnTo>
                  <a:lnTo>
                    <a:pt x="1496" y="128"/>
                  </a:lnTo>
                  <a:lnTo>
                    <a:pt x="1497" y="132"/>
                  </a:lnTo>
                  <a:lnTo>
                    <a:pt x="1497" y="132"/>
                  </a:lnTo>
                  <a:lnTo>
                    <a:pt x="1494" y="129"/>
                  </a:lnTo>
                  <a:lnTo>
                    <a:pt x="1493" y="129"/>
                  </a:lnTo>
                  <a:lnTo>
                    <a:pt x="1494" y="133"/>
                  </a:lnTo>
                  <a:lnTo>
                    <a:pt x="1498" y="134"/>
                  </a:lnTo>
                  <a:lnTo>
                    <a:pt x="1500" y="138"/>
                  </a:lnTo>
                  <a:lnTo>
                    <a:pt x="1501" y="141"/>
                  </a:lnTo>
                  <a:lnTo>
                    <a:pt x="1501" y="146"/>
                  </a:lnTo>
                  <a:lnTo>
                    <a:pt x="1500" y="153"/>
                  </a:lnTo>
                  <a:lnTo>
                    <a:pt x="1501" y="158"/>
                  </a:lnTo>
                  <a:lnTo>
                    <a:pt x="1501" y="161"/>
                  </a:lnTo>
                  <a:lnTo>
                    <a:pt x="1501" y="163"/>
                  </a:lnTo>
                  <a:lnTo>
                    <a:pt x="1498" y="167"/>
                  </a:lnTo>
                  <a:lnTo>
                    <a:pt x="1498" y="170"/>
                  </a:lnTo>
                  <a:lnTo>
                    <a:pt x="1497" y="171"/>
                  </a:lnTo>
                  <a:lnTo>
                    <a:pt x="1497" y="170"/>
                  </a:lnTo>
                  <a:lnTo>
                    <a:pt x="1497" y="168"/>
                  </a:lnTo>
                  <a:lnTo>
                    <a:pt x="1490" y="172"/>
                  </a:lnTo>
                  <a:lnTo>
                    <a:pt x="1489" y="171"/>
                  </a:lnTo>
                  <a:lnTo>
                    <a:pt x="1486" y="172"/>
                  </a:lnTo>
                  <a:lnTo>
                    <a:pt x="1485" y="172"/>
                  </a:lnTo>
                  <a:lnTo>
                    <a:pt x="1484" y="170"/>
                  </a:lnTo>
                  <a:lnTo>
                    <a:pt x="1481" y="170"/>
                  </a:lnTo>
                  <a:lnTo>
                    <a:pt x="1479" y="166"/>
                  </a:lnTo>
                  <a:lnTo>
                    <a:pt x="1476" y="165"/>
                  </a:lnTo>
                  <a:lnTo>
                    <a:pt x="1472" y="163"/>
                  </a:lnTo>
                  <a:lnTo>
                    <a:pt x="1471" y="162"/>
                  </a:lnTo>
                  <a:lnTo>
                    <a:pt x="1468" y="163"/>
                  </a:lnTo>
                  <a:lnTo>
                    <a:pt x="1467" y="166"/>
                  </a:lnTo>
                  <a:lnTo>
                    <a:pt x="1464" y="166"/>
                  </a:lnTo>
                  <a:lnTo>
                    <a:pt x="1467" y="167"/>
                  </a:lnTo>
                  <a:lnTo>
                    <a:pt x="1469" y="167"/>
                  </a:lnTo>
                  <a:lnTo>
                    <a:pt x="1471" y="165"/>
                  </a:lnTo>
                  <a:lnTo>
                    <a:pt x="1477" y="167"/>
                  </a:lnTo>
                  <a:lnTo>
                    <a:pt x="1479" y="170"/>
                  </a:lnTo>
                  <a:lnTo>
                    <a:pt x="1476" y="171"/>
                  </a:lnTo>
                  <a:lnTo>
                    <a:pt x="1473" y="170"/>
                  </a:lnTo>
                  <a:lnTo>
                    <a:pt x="1471" y="170"/>
                  </a:lnTo>
                  <a:lnTo>
                    <a:pt x="1471" y="172"/>
                  </a:lnTo>
                  <a:lnTo>
                    <a:pt x="1468" y="170"/>
                  </a:lnTo>
                  <a:lnTo>
                    <a:pt x="1467" y="171"/>
                  </a:lnTo>
                  <a:lnTo>
                    <a:pt x="1467" y="171"/>
                  </a:lnTo>
                  <a:lnTo>
                    <a:pt x="1468" y="174"/>
                  </a:lnTo>
                  <a:lnTo>
                    <a:pt x="1472" y="175"/>
                  </a:lnTo>
                  <a:lnTo>
                    <a:pt x="1471" y="179"/>
                  </a:lnTo>
                  <a:lnTo>
                    <a:pt x="1472" y="183"/>
                  </a:lnTo>
                  <a:lnTo>
                    <a:pt x="1475" y="184"/>
                  </a:lnTo>
                  <a:lnTo>
                    <a:pt x="1473" y="183"/>
                  </a:lnTo>
                  <a:lnTo>
                    <a:pt x="1473" y="178"/>
                  </a:lnTo>
                  <a:lnTo>
                    <a:pt x="1475" y="178"/>
                  </a:lnTo>
                  <a:lnTo>
                    <a:pt x="1477" y="178"/>
                  </a:lnTo>
                  <a:lnTo>
                    <a:pt x="1477" y="176"/>
                  </a:lnTo>
                  <a:lnTo>
                    <a:pt x="1481" y="172"/>
                  </a:lnTo>
                  <a:lnTo>
                    <a:pt x="1483" y="172"/>
                  </a:lnTo>
                  <a:lnTo>
                    <a:pt x="1484" y="174"/>
                  </a:lnTo>
                  <a:lnTo>
                    <a:pt x="1484" y="175"/>
                  </a:lnTo>
                  <a:lnTo>
                    <a:pt x="1488" y="180"/>
                  </a:lnTo>
                  <a:lnTo>
                    <a:pt x="1490" y="180"/>
                  </a:lnTo>
                  <a:lnTo>
                    <a:pt x="1493" y="183"/>
                  </a:lnTo>
                  <a:lnTo>
                    <a:pt x="1497" y="183"/>
                  </a:lnTo>
                  <a:lnTo>
                    <a:pt x="1497" y="180"/>
                  </a:lnTo>
                  <a:lnTo>
                    <a:pt x="1497" y="179"/>
                  </a:lnTo>
                  <a:lnTo>
                    <a:pt x="1498" y="179"/>
                  </a:lnTo>
                  <a:lnTo>
                    <a:pt x="1504" y="184"/>
                  </a:lnTo>
                  <a:lnTo>
                    <a:pt x="1505" y="187"/>
                  </a:lnTo>
                  <a:lnTo>
                    <a:pt x="1504" y="186"/>
                  </a:lnTo>
                  <a:lnTo>
                    <a:pt x="1502" y="188"/>
                  </a:lnTo>
                  <a:lnTo>
                    <a:pt x="1508" y="192"/>
                  </a:lnTo>
                  <a:lnTo>
                    <a:pt x="1509" y="192"/>
                  </a:lnTo>
                  <a:lnTo>
                    <a:pt x="1509" y="191"/>
                  </a:lnTo>
                  <a:lnTo>
                    <a:pt x="1509" y="188"/>
                  </a:lnTo>
                  <a:lnTo>
                    <a:pt x="1511" y="191"/>
                  </a:lnTo>
                  <a:lnTo>
                    <a:pt x="1517" y="197"/>
                  </a:lnTo>
                  <a:lnTo>
                    <a:pt x="1515" y="196"/>
                  </a:lnTo>
                  <a:lnTo>
                    <a:pt x="1514" y="196"/>
                  </a:lnTo>
                  <a:lnTo>
                    <a:pt x="1513" y="197"/>
                  </a:lnTo>
                  <a:lnTo>
                    <a:pt x="1514" y="200"/>
                  </a:lnTo>
                  <a:lnTo>
                    <a:pt x="1513" y="201"/>
                  </a:lnTo>
                  <a:lnTo>
                    <a:pt x="1511" y="204"/>
                  </a:lnTo>
                  <a:lnTo>
                    <a:pt x="1513" y="205"/>
                  </a:lnTo>
                  <a:lnTo>
                    <a:pt x="1515" y="204"/>
                  </a:lnTo>
                  <a:lnTo>
                    <a:pt x="1515" y="201"/>
                  </a:lnTo>
                  <a:lnTo>
                    <a:pt x="1517" y="201"/>
                  </a:lnTo>
                  <a:lnTo>
                    <a:pt x="1518" y="201"/>
                  </a:lnTo>
                  <a:lnTo>
                    <a:pt x="1519" y="200"/>
                  </a:lnTo>
                  <a:lnTo>
                    <a:pt x="1521" y="203"/>
                  </a:lnTo>
                  <a:lnTo>
                    <a:pt x="1526" y="207"/>
                  </a:lnTo>
                  <a:lnTo>
                    <a:pt x="1531" y="208"/>
                  </a:lnTo>
                  <a:lnTo>
                    <a:pt x="1535" y="211"/>
                  </a:lnTo>
                  <a:lnTo>
                    <a:pt x="1533" y="212"/>
                  </a:lnTo>
                  <a:lnTo>
                    <a:pt x="1536" y="217"/>
                  </a:lnTo>
                  <a:lnTo>
                    <a:pt x="1539" y="217"/>
                  </a:lnTo>
                  <a:lnTo>
                    <a:pt x="1542" y="222"/>
                  </a:lnTo>
                  <a:lnTo>
                    <a:pt x="1542" y="229"/>
                  </a:lnTo>
                  <a:lnTo>
                    <a:pt x="1540" y="230"/>
                  </a:lnTo>
                  <a:lnTo>
                    <a:pt x="1540" y="232"/>
                  </a:lnTo>
                  <a:lnTo>
                    <a:pt x="1543" y="233"/>
                  </a:lnTo>
                  <a:lnTo>
                    <a:pt x="1544" y="236"/>
                  </a:lnTo>
                  <a:lnTo>
                    <a:pt x="1543" y="236"/>
                  </a:lnTo>
                  <a:lnTo>
                    <a:pt x="1542" y="234"/>
                  </a:lnTo>
                  <a:lnTo>
                    <a:pt x="1533" y="234"/>
                  </a:lnTo>
                  <a:lnTo>
                    <a:pt x="1530" y="233"/>
                  </a:lnTo>
                  <a:lnTo>
                    <a:pt x="1529" y="234"/>
                  </a:lnTo>
                  <a:lnTo>
                    <a:pt x="1526" y="233"/>
                  </a:lnTo>
                  <a:lnTo>
                    <a:pt x="1526" y="232"/>
                  </a:lnTo>
                  <a:lnTo>
                    <a:pt x="1525" y="230"/>
                  </a:lnTo>
                  <a:lnTo>
                    <a:pt x="1523" y="232"/>
                  </a:lnTo>
                  <a:lnTo>
                    <a:pt x="1525" y="233"/>
                  </a:lnTo>
                  <a:lnTo>
                    <a:pt x="1521" y="236"/>
                  </a:lnTo>
                  <a:lnTo>
                    <a:pt x="1518" y="236"/>
                  </a:lnTo>
                  <a:lnTo>
                    <a:pt x="1517" y="237"/>
                  </a:lnTo>
                  <a:lnTo>
                    <a:pt x="1519" y="237"/>
                  </a:lnTo>
                  <a:lnTo>
                    <a:pt x="1515" y="241"/>
                  </a:lnTo>
                  <a:lnTo>
                    <a:pt x="1513" y="241"/>
                  </a:lnTo>
                  <a:lnTo>
                    <a:pt x="1513" y="243"/>
                  </a:lnTo>
                  <a:lnTo>
                    <a:pt x="1514" y="243"/>
                  </a:lnTo>
                  <a:lnTo>
                    <a:pt x="1510" y="249"/>
                  </a:lnTo>
                  <a:lnTo>
                    <a:pt x="1509" y="250"/>
                  </a:lnTo>
                  <a:lnTo>
                    <a:pt x="1509" y="249"/>
                  </a:lnTo>
                  <a:lnTo>
                    <a:pt x="1508" y="249"/>
                  </a:lnTo>
                  <a:lnTo>
                    <a:pt x="1508" y="253"/>
                  </a:lnTo>
                  <a:lnTo>
                    <a:pt x="1509" y="255"/>
                  </a:lnTo>
                  <a:lnTo>
                    <a:pt x="1506" y="258"/>
                  </a:lnTo>
                  <a:lnTo>
                    <a:pt x="1505" y="257"/>
                  </a:lnTo>
                  <a:lnTo>
                    <a:pt x="1505" y="259"/>
                  </a:lnTo>
                  <a:lnTo>
                    <a:pt x="1505" y="261"/>
                  </a:lnTo>
                  <a:lnTo>
                    <a:pt x="1502" y="263"/>
                  </a:lnTo>
                  <a:lnTo>
                    <a:pt x="1501" y="265"/>
                  </a:lnTo>
                  <a:lnTo>
                    <a:pt x="1502" y="266"/>
                  </a:lnTo>
                  <a:lnTo>
                    <a:pt x="1501" y="267"/>
                  </a:lnTo>
                  <a:lnTo>
                    <a:pt x="1501" y="268"/>
                  </a:lnTo>
                  <a:lnTo>
                    <a:pt x="1500" y="268"/>
                  </a:lnTo>
                  <a:lnTo>
                    <a:pt x="1497" y="268"/>
                  </a:lnTo>
                  <a:lnTo>
                    <a:pt x="1498" y="271"/>
                  </a:lnTo>
                  <a:lnTo>
                    <a:pt x="1498" y="272"/>
                  </a:lnTo>
                  <a:lnTo>
                    <a:pt x="1497" y="275"/>
                  </a:lnTo>
                  <a:lnTo>
                    <a:pt x="1497" y="276"/>
                  </a:lnTo>
                  <a:lnTo>
                    <a:pt x="1497" y="278"/>
                  </a:lnTo>
                  <a:lnTo>
                    <a:pt x="1496" y="279"/>
                  </a:lnTo>
                  <a:lnTo>
                    <a:pt x="1494" y="278"/>
                  </a:lnTo>
                  <a:lnTo>
                    <a:pt x="1493" y="278"/>
                  </a:lnTo>
                  <a:lnTo>
                    <a:pt x="1494" y="279"/>
                  </a:lnTo>
                  <a:lnTo>
                    <a:pt x="1497" y="282"/>
                  </a:lnTo>
                  <a:lnTo>
                    <a:pt x="1496" y="284"/>
                  </a:lnTo>
                  <a:lnTo>
                    <a:pt x="1493" y="284"/>
                  </a:lnTo>
                  <a:lnTo>
                    <a:pt x="1493" y="286"/>
                  </a:lnTo>
                  <a:lnTo>
                    <a:pt x="1494" y="286"/>
                  </a:lnTo>
                  <a:lnTo>
                    <a:pt x="1496" y="290"/>
                  </a:lnTo>
                  <a:lnTo>
                    <a:pt x="1494" y="291"/>
                  </a:lnTo>
                  <a:lnTo>
                    <a:pt x="1496" y="292"/>
                  </a:lnTo>
                  <a:lnTo>
                    <a:pt x="1493" y="296"/>
                  </a:lnTo>
                  <a:lnTo>
                    <a:pt x="1494" y="299"/>
                  </a:lnTo>
                  <a:lnTo>
                    <a:pt x="1492" y="303"/>
                  </a:lnTo>
                  <a:lnTo>
                    <a:pt x="1492" y="308"/>
                  </a:lnTo>
                  <a:lnTo>
                    <a:pt x="1490" y="311"/>
                  </a:lnTo>
                  <a:lnTo>
                    <a:pt x="1490" y="312"/>
                  </a:lnTo>
                  <a:lnTo>
                    <a:pt x="1492" y="313"/>
                  </a:lnTo>
                  <a:lnTo>
                    <a:pt x="1492" y="315"/>
                  </a:lnTo>
                  <a:lnTo>
                    <a:pt x="1492" y="316"/>
                  </a:lnTo>
                  <a:lnTo>
                    <a:pt x="1494" y="320"/>
                  </a:lnTo>
                  <a:lnTo>
                    <a:pt x="1494" y="322"/>
                  </a:lnTo>
                  <a:lnTo>
                    <a:pt x="1493" y="321"/>
                  </a:lnTo>
                  <a:lnTo>
                    <a:pt x="1490" y="322"/>
                  </a:lnTo>
                  <a:lnTo>
                    <a:pt x="1488" y="320"/>
                  </a:lnTo>
                  <a:lnTo>
                    <a:pt x="1486" y="321"/>
                  </a:lnTo>
                  <a:lnTo>
                    <a:pt x="1484" y="317"/>
                  </a:lnTo>
                  <a:lnTo>
                    <a:pt x="1484" y="316"/>
                  </a:lnTo>
                  <a:lnTo>
                    <a:pt x="1484" y="316"/>
                  </a:lnTo>
                  <a:lnTo>
                    <a:pt x="1481" y="316"/>
                  </a:lnTo>
                  <a:lnTo>
                    <a:pt x="1480" y="316"/>
                  </a:lnTo>
                  <a:lnTo>
                    <a:pt x="1479" y="313"/>
                  </a:lnTo>
                  <a:lnTo>
                    <a:pt x="1473" y="311"/>
                  </a:lnTo>
                  <a:lnTo>
                    <a:pt x="1469" y="309"/>
                  </a:lnTo>
                  <a:lnTo>
                    <a:pt x="1465" y="312"/>
                  </a:lnTo>
                  <a:lnTo>
                    <a:pt x="1464" y="311"/>
                  </a:lnTo>
                  <a:lnTo>
                    <a:pt x="1461" y="312"/>
                  </a:lnTo>
                  <a:lnTo>
                    <a:pt x="1459" y="315"/>
                  </a:lnTo>
                  <a:lnTo>
                    <a:pt x="1456" y="315"/>
                  </a:lnTo>
                  <a:lnTo>
                    <a:pt x="1456" y="320"/>
                  </a:lnTo>
                  <a:lnTo>
                    <a:pt x="1454" y="321"/>
                  </a:lnTo>
                  <a:lnTo>
                    <a:pt x="1452" y="320"/>
                  </a:lnTo>
                  <a:lnTo>
                    <a:pt x="1454" y="322"/>
                  </a:lnTo>
                  <a:lnTo>
                    <a:pt x="1452" y="325"/>
                  </a:lnTo>
                  <a:lnTo>
                    <a:pt x="1452" y="328"/>
                  </a:lnTo>
                  <a:lnTo>
                    <a:pt x="1452" y="329"/>
                  </a:lnTo>
                  <a:lnTo>
                    <a:pt x="1451" y="336"/>
                  </a:lnTo>
                  <a:lnTo>
                    <a:pt x="1450" y="337"/>
                  </a:lnTo>
                  <a:lnTo>
                    <a:pt x="1448" y="336"/>
                  </a:lnTo>
                  <a:lnTo>
                    <a:pt x="1446" y="328"/>
                  </a:lnTo>
                  <a:lnTo>
                    <a:pt x="1446" y="325"/>
                  </a:lnTo>
                  <a:lnTo>
                    <a:pt x="1443" y="324"/>
                  </a:lnTo>
                  <a:lnTo>
                    <a:pt x="1442" y="321"/>
                  </a:lnTo>
                  <a:lnTo>
                    <a:pt x="1442" y="324"/>
                  </a:lnTo>
                  <a:lnTo>
                    <a:pt x="1438" y="329"/>
                  </a:lnTo>
                  <a:lnTo>
                    <a:pt x="1436" y="330"/>
                  </a:lnTo>
                  <a:lnTo>
                    <a:pt x="1436" y="333"/>
                  </a:lnTo>
                  <a:lnTo>
                    <a:pt x="1439" y="333"/>
                  </a:lnTo>
                  <a:lnTo>
                    <a:pt x="1436" y="338"/>
                  </a:lnTo>
                  <a:lnTo>
                    <a:pt x="1434" y="336"/>
                  </a:lnTo>
                  <a:lnTo>
                    <a:pt x="1432" y="336"/>
                  </a:lnTo>
                  <a:lnTo>
                    <a:pt x="1431" y="334"/>
                  </a:lnTo>
                  <a:lnTo>
                    <a:pt x="1430" y="334"/>
                  </a:lnTo>
                  <a:lnTo>
                    <a:pt x="1429" y="338"/>
                  </a:lnTo>
                  <a:lnTo>
                    <a:pt x="1427" y="338"/>
                  </a:lnTo>
                  <a:lnTo>
                    <a:pt x="1426" y="337"/>
                  </a:lnTo>
                  <a:lnTo>
                    <a:pt x="1423" y="337"/>
                  </a:lnTo>
                  <a:lnTo>
                    <a:pt x="1423" y="338"/>
                  </a:lnTo>
                  <a:lnTo>
                    <a:pt x="1425" y="341"/>
                  </a:lnTo>
                  <a:lnTo>
                    <a:pt x="1423" y="342"/>
                  </a:lnTo>
                  <a:lnTo>
                    <a:pt x="1423" y="343"/>
                  </a:lnTo>
                  <a:lnTo>
                    <a:pt x="1422" y="346"/>
                  </a:lnTo>
                  <a:lnTo>
                    <a:pt x="1425" y="349"/>
                  </a:lnTo>
                  <a:lnTo>
                    <a:pt x="1426" y="351"/>
                  </a:lnTo>
                  <a:lnTo>
                    <a:pt x="1425" y="351"/>
                  </a:lnTo>
                  <a:lnTo>
                    <a:pt x="1425" y="353"/>
                  </a:lnTo>
                  <a:lnTo>
                    <a:pt x="1427" y="354"/>
                  </a:lnTo>
                  <a:lnTo>
                    <a:pt x="1429" y="355"/>
                  </a:lnTo>
                  <a:lnTo>
                    <a:pt x="1430" y="358"/>
                  </a:lnTo>
                  <a:lnTo>
                    <a:pt x="1429" y="358"/>
                  </a:lnTo>
                  <a:lnTo>
                    <a:pt x="1427" y="359"/>
                  </a:lnTo>
                  <a:lnTo>
                    <a:pt x="1430" y="361"/>
                  </a:lnTo>
                  <a:lnTo>
                    <a:pt x="1431" y="362"/>
                  </a:lnTo>
                  <a:lnTo>
                    <a:pt x="1431" y="363"/>
                  </a:lnTo>
                  <a:lnTo>
                    <a:pt x="1429" y="362"/>
                  </a:lnTo>
                  <a:lnTo>
                    <a:pt x="1427" y="362"/>
                  </a:lnTo>
                  <a:lnTo>
                    <a:pt x="1427" y="363"/>
                  </a:lnTo>
                  <a:lnTo>
                    <a:pt x="1430" y="366"/>
                  </a:lnTo>
                  <a:lnTo>
                    <a:pt x="1431" y="365"/>
                  </a:lnTo>
                  <a:lnTo>
                    <a:pt x="1431" y="367"/>
                  </a:lnTo>
                  <a:lnTo>
                    <a:pt x="1430" y="370"/>
                  </a:lnTo>
                  <a:lnTo>
                    <a:pt x="1430" y="372"/>
                  </a:lnTo>
                  <a:lnTo>
                    <a:pt x="1429" y="374"/>
                  </a:lnTo>
                  <a:lnTo>
                    <a:pt x="1430" y="378"/>
                  </a:lnTo>
                  <a:lnTo>
                    <a:pt x="1429" y="379"/>
                  </a:lnTo>
                  <a:lnTo>
                    <a:pt x="1430" y="382"/>
                  </a:lnTo>
                  <a:lnTo>
                    <a:pt x="1430" y="383"/>
                  </a:lnTo>
                  <a:lnTo>
                    <a:pt x="1430" y="386"/>
                  </a:lnTo>
                  <a:lnTo>
                    <a:pt x="1432" y="390"/>
                  </a:lnTo>
                  <a:lnTo>
                    <a:pt x="1431" y="391"/>
                  </a:lnTo>
                  <a:lnTo>
                    <a:pt x="1432" y="392"/>
                  </a:lnTo>
                  <a:lnTo>
                    <a:pt x="1435" y="395"/>
                  </a:lnTo>
                  <a:lnTo>
                    <a:pt x="1439" y="399"/>
                  </a:lnTo>
                  <a:lnTo>
                    <a:pt x="1442" y="400"/>
                  </a:lnTo>
                  <a:lnTo>
                    <a:pt x="1442" y="399"/>
                  </a:lnTo>
                  <a:lnTo>
                    <a:pt x="1443" y="397"/>
                  </a:lnTo>
                  <a:lnTo>
                    <a:pt x="1440" y="393"/>
                  </a:lnTo>
                  <a:lnTo>
                    <a:pt x="1439" y="392"/>
                  </a:lnTo>
                  <a:lnTo>
                    <a:pt x="1442" y="391"/>
                  </a:lnTo>
                  <a:lnTo>
                    <a:pt x="1444" y="391"/>
                  </a:lnTo>
                  <a:lnTo>
                    <a:pt x="1448" y="393"/>
                  </a:lnTo>
                  <a:lnTo>
                    <a:pt x="1450" y="393"/>
                  </a:lnTo>
                  <a:lnTo>
                    <a:pt x="1451" y="395"/>
                  </a:lnTo>
                  <a:lnTo>
                    <a:pt x="1451" y="396"/>
                  </a:lnTo>
                  <a:lnTo>
                    <a:pt x="1451" y="397"/>
                  </a:lnTo>
                  <a:lnTo>
                    <a:pt x="1452" y="400"/>
                  </a:lnTo>
                  <a:lnTo>
                    <a:pt x="1451" y="401"/>
                  </a:lnTo>
                  <a:lnTo>
                    <a:pt x="1452" y="404"/>
                  </a:lnTo>
                  <a:lnTo>
                    <a:pt x="1451" y="404"/>
                  </a:lnTo>
                  <a:lnTo>
                    <a:pt x="1450" y="407"/>
                  </a:lnTo>
                  <a:lnTo>
                    <a:pt x="1451" y="411"/>
                  </a:lnTo>
                  <a:lnTo>
                    <a:pt x="1454" y="413"/>
                  </a:lnTo>
                  <a:lnTo>
                    <a:pt x="1452" y="417"/>
                  </a:lnTo>
                  <a:lnTo>
                    <a:pt x="1455" y="420"/>
                  </a:lnTo>
                  <a:lnTo>
                    <a:pt x="1456" y="418"/>
                  </a:lnTo>
                  <a:lnTo>
                    <a:pt x="1456" y="417"/>
                  </a:lnTo>
                  <a:lnTo>
                    <a:pt x="1459" y="416"/>
                  </a:lnTo>
                  <a:lnTo>
                    <a:pt x="1459" y="415"/>
                  </a:lnTo>
                  <a:lnTo>
                    <a:pt x="1460" y="416"/>
                  </a:lnTo>
                  <a:lnTo>
                    <a:pt x="1463" y="417"/>
                  </a:lnTo>
                  <a:lnTo>
                    <a:pt x="1461" y="422"/>
                  </a:lnTo>
                  <a:lnTo>
                    <a:pt x="1467" y="426"/>
                  </a:lnTo>
                  <a:lnTo>
                    <a:pt x="1469" y="430"/>
                  </a:lnTo>
                  <a:lnTo>
                    <a:pt x="1468" y="433"/>
                  </a:lnTo>
                  <a:lnTo>
                    <a:pt x="1468" y="436"/>
                  </a:lnTo>
                  <a:lnTo>
                    <a:pt x="1467" y="436"/>
                  </a:lnTo>
                  <a:lnTo>
                    <a:pt x="1463" y="434"/>
                  </a:lnTo>
                  <a:lnTo>
                    <a:pt x="1460" y="433"/>
                  </a:lnTo>
                  <a:lnTo>
                    <a:pt x="1460" y="429"/>
                  </a:lnTo>
                  <a:lnTo>
                    <a:pt x="1460" y="426"/>
                  </a:lnTo>
                  <a:lnTo>
                    <a:pt x="1461" y="424"/>
                  </a:lnTo>
                  <a:lnTo>
                    <a:pt x="1460" y="421"/>
                  </a:lnTo>
                  <a:lnTo>
                    <a:pt x="1459" y="422"/>
                  </a:lnTo>
                  <a:lnTo>
                    <a:pt x="1460" y="424"/>
                  </a:lnTo>
                  <a:lnTo>
                    <a:pt x="1460" y="425"/>
                  </a:lnTo>
                  <a:lnTo>
                    <a:pt x="1457" y="426"/>
                  </a:lnTo>
                  <a:lnTo>
                    <a:pt x="1455" y="429"/>
                  </a:lnTo>
                  <a:lnTo>
                    <a:pt x="1456" y="430"/>
                  </a:lnTo>
                  <a:lnTo>
                    <a:pt x="1459" y="430"/>
                  </a:lnTo>
                  <a:lnTo>
                    <a:pt x="1459" y="433"/>
                  </a:lnTo>
                  <a:lnTo>
                    <a:pt x="1456" y="436"/>
                  </a:lnTo>
                  <a:lnTo>
                    <a:pt x="1457" y="440"/>
                  </a:lnTo>
                  <a:lnTo>
                    <a:pt x="1457" y="440"/>
                  </a:lnTo>
                  <a:lnTo>
                    <a:pt x="1457" y="449"/>
                  </a:lnTo>
                  <a:lnTo>
                    <a:pt x="1459" y="450"/>
                  </a:lnTo>
                  <a:lnTo>
                    <a:pt x="1459" y="453"/>
                  </a:lnTo>
                  <a:lnTo>
                    <a:pt x="1465" y="461"/>
                  </a:lnTo>
                  <a:lnTo>
                    <a:pt x="1467" y="461"/>
                  </a:lnTo>
                  <a:lnTo>
                    <a:pt x="1471" y="467"/>
                  </a:lnTo>
                  <a:lnTo>
                    <a:pt x="1473" y="468"/>
                  </a:lnTo>
                  <a:lnTo>
                    <a:pt x="1472" y="470"/>
                  </a:lnTo>
                  <a:lnTo>
                    <a:pt x="1472" y="474"/>
                  </a:lnTo>
                  <a:lnTo>
                    <a:pt x="1465" y="476"/>
                  </a:lnTo>
                  <a:lnTo>
                    <a:pt x="1464" y="475"/>
                  </a:lnTo>
                  <a:lnTo>
                    <a:pt x="1460" y="478"/>
                  </a:lnTo>
                  <a:lnTo>
                    <a:pt x="1459" y="476"/>
                  </a:lnTo>
                  <a:lnTo>
                    <a:pt x="1460" y="478"/>
                  </a:lnTo>
                  <a:lnTo>
                    <a:pt x="1457" y="483"/>
                  </a:lnTo>
                  <a:lnTo>
                    <a:pt x="1457" y="486"/>
                  </a:lnTo>
                  <a:lnTo>
                    <a:pt x="1456" y="487"/>
                  </a:lnTo>
                  <a:lnTo>
                    <a:pt x="1457" y="490"/>
                  </a:lnTo>
                  <a:lnTo>
                    <a:pt x="1456" y="495"/>
                  </a:lnTo>
                  <a:lnTo>
                    <a:pt x="1459" y="501"/>
                  </a:lnTo>
                  <a:lnTo>
                    <a:pt x="1461" y="504"/>
                  </a:lnTo>
                  <a:lnTo>
                    <a:pt x="1461" y="507"/>
                  </a:lnTo>
                  <a:lnTo>
                    <a:pt x="1465" y="508"/>
                  </a:lnTo>
                  <a:lnTo>
                    <a:pt x="1467" y="511"/>
                  </a:lnTo>
                  <a:lnTo>
                    <a:pt x="1464" y="511"/>
                  </a:lnTo>
                  <a:lnTo>
                    <a:pt x="1463" y="509"/>
                  </a:lnTo>
                  <a:lnTo>
                    <a:pt x="1461" y="511"/>
                  </a:lnTo>
                  <a:lnTo>
                    <a:pt x="1459" y="513"/>
                  </a:lnTo>
                  <a:lnTo>
                    <a:pt x="1457" y="512"/>
                  </a:lnTo>
                  <a:lnTo>
                    <a:pt x="1454" y="516"/>
                  </a:lnTo>
                  <a:lnTo>
                    <a:pt x="1451" y="513"/>
                  </a:lnTo>
                  <a:lnTo>
                    <a:pt x="1450" y="516"/>
                  </a:lnTo>
                  <a:lnTo>
                    <a:pt x="1452" y="517"/>
                  </a:lnTo>
                  <a:lnTo>
                    <a:pt x="1454" y="517"/>
                  </a:lnTo>
                  <a:lnTo>
                    <a:pt x="1454" y="520"/>
                  </a:lnTo>
                  <a:lnTo>
                    <a:pt x="1454" y="521"/>
                  </a:lnTo>
                  <a:lnTo>
                    <a:pt x="1455" y="524"/>
                  </a:lnTo>
                  <a:lnTo>
                    <a:pt x="1455" y="525"/>
                  </a:lnTo>
                  <a:lnTo>
                    <a:pt x="1454" y="525"/>
                  </a:lnTo>
                  <a:lnTo>
                    <a:pt x="1455" y="528"/>
                  </a:lnTo>
                  <a:lnTo>
                    <a:pt x="1454" y="529"/>
                  </a:lnTo>
                  <a:lnTo>
                    <a:pt x="1455" y="530"/>
                  </a:lnTo>
                  <a:lnTo>
                    <a:pt x="1456" y="529"/>
                  </a:lnTo>
                  <a:lnTo>
                    <a:pt x="1459" y="532"/>
                  </a:lnTo>
                  <a:lnTo>
                    <a:pt x="1457" y="533"/>
                  </a:lnTo>
                  <a:lnTo>
                    <a:pt x="1456" y="537"/>
                  </a:lnTo>
                  <a:lnTo>
                    <a:pt x="1457" y="540"/>
                  </a:lnTo>
                  <a:lnTo>
                    <a:pt x="1457" y="543"/>
                  </a:lnTo>
                  <a:lnTo>
                    <a:pt x="1456" y="546"/>
                  </a:lnTo>
                  <a:lnTo>
                    <a:pt x="1456" y="547"/>
                  </a:lnTo>
                  <a:lnTo>
                    <a:pt x="1456" y="549"/>
                  </a:lnTo>
                  <a:lnTo>
                    <a:pt x="1454" y="551"/>
                  </a:lnTo>
                  <a:lnTo>
                    <a:pt x="1454" y="554"/>
                  </a:lnTo>
                  <a:lnTo>
                    <a:pt x="1452" y="554"/>
                  </a:lnTo>
                  <a:lnTo>
                    <a:pt x="1451" y="559"/>
                  </a:lnTo>
                  <a:lnTo>
                    <a:pt x="1448" y="566"/>
                  </a:lnTo>
                  <a:lnTo>
                    <a:pt x="1450" y="563"/>
                  </a:lnTo>
                  <a:lnTo>
                    <a:pt x="1448" y="561"/>
                  </a:lnTo>
                  <a:lnTo>
                    <a:pt x="1448" y="558"/>
                  </a:lnTo>
                  <a:lnTo>
                    <a:pt x="1448" y="557"/>
                  </a:lnTo>
                  <a:lnTo>
                    <a:pt x="1443" y="557"/>
                  </a:lnTo>
                  <a:lnTo>
                    <a:pt x="1440" y="553"/>
                  </a:lnTo>
                  <a:lnTo>
                    <a:pt x="1440" y="549"/>
                  </a:lnTo>
                  <a:lnTo>
                    <a:pt x="1435" y="538"/>
                  </a:lnTo>
                  <a:lnTo>
                    <a:pt x="1432" y="533"/>
                  </a:lnTo>
                  <a:lnTo>
                    <a:pt x="1434" y="534"/>
                  </a:lnTo>
                  <a:lnTo>
                    <a:pt x="1436" y="533"/>
                  </a:lnTo>
                  <a:lnTo>
                    <a:pt x="1436" y="530"/>
                  </a:lnTo>
                  <a:lnTo>
                    <a:pt x="1435" y="532"/>
                  </a:lnTo>
                  <a:lnTo>
                    <a:pt x="1432" y="532"/>
                  </a:lnTo>
                  <a:lnTo>
                    <a:pt x="1427" y="529"/>
                  </a:lnTo>
                  <a:lnTo>
                    <a:pt x="1419" y="513"/>
                  </a:lnTo>
                  <a:lnTo>
                    <a:pt x="1410" y="503"/>
                  </a:lnTo>
                  <a:lnTo>
                    <a:pt x="1410" y="500"/>
                  </a:lnTo>
                  <a:lnTo>
                    <a:pt x="1407" y="496"/>
                  </a:lnTo>
                  <a:lnTo>
                    <a:pt x="1401" y="486"/>
                  </a:lnTo>
                  <a:lnTo>
                    <a:pt x="1394" y="474"/>
                  </a:lnTo>
                  <a:lnTo>
                    <a:pt x="1389" y="462"/>
                  </a:lnTo>
                  <a:lnTo>
                    <a:pt x="1389" y="457"/>
                  </a:lnTo>
                  <a:lnTo>
                    <a:pt x="1386" y="451"/>
                  </a:lnTo>
                  <a:lnTo>
                    <a:pt x="1385" y="443"/>
                  </a:lnTo>
                  <a:lnTo>
                    <a:pt x="1382" y="440"/>
                  </a:lnTo>
                  <a:lnTo>
                    <a:pt x="1384" y="434"/>
                  </a:lnTo>
                  <a:lnTo>
                    <a:pt x="1386" y="432"/>
                  </a:lnTo>
                  <a:lnTo>
                    <a:pt x="1386" y="428"/>
                  </a:lnTo>
                  <a:lnTo>
                    <a:pt x="1389" y="426"/>
                  </a:lnTo>
                  <a:lnTo>
                    <a:pt x="1388" y="425"/>
                  </a:lnTo>
                  <a:lnTo>
                    <a:pt x="1388" y="424"/>
                  </a:lnTo>
                  <a:lnTo>
                    <a:pt x="1388" y="418"/>
                  </a:lnTo>
                  <a:lnTo>
                    <a:pt x="1384" y="412"/>
                  </a:lnTo>
                  <a:lnTo>
                    <a:pt x="1381" y="412"/>
                  </a:lnTo>
                  <a:lnTo>
                    <a:pt x="1381" y="411"/>
                  </a:lnTo>
                  <a:lnTo>
                    <a:pt x="1382" y="408"/>
                  </a:lnTo>
                  <a:lnTo>
                    <a:pt x="1388" y="411"/>
                  </a:lnTo>
                  <a:lnTo>
                    <a:pt x="1390" y="408"/>
                  </a:lnTo>
                  <a:lnTo>
                    <a:pt x="1389" y="405"/>
                  </a:lnTo>
                  <a:lnTo>
                    <a:pt x="1389" y="401"/>
                  </a:lnTo>
                  <a:lnTo>
                    <a:pt x="1394" y="400"/>
                  </a:lnTo>
                  <a:lnTo>
                    <a:pt x="1396" y="401"/>
                  </a:lnTo>
                  <a:lnTo>
                    <a:pt x="1394" y="399"/>
                  </a:lnTo>
                  <a:lnTo>
                    <a:pt x="1397" y="391"/>
                  </a:lnTo>
                  <a:lnTo>
                    <a:pt x="1396" y="387"/>
                  </a:lnTo>
                  <a:lnTo>
                    <a:pt x="1396" y="382"/>
                  </a:lnTo>
                  <a:lnTo>
                    <a:pt x="1394" y="379"/>
                  </a:lnTo>
                  <a:lnTo>
                    <a:pt x="1397" y="378"/>
                  </a:lnTo>
                  <a:lnTo>
                    <a:pt x="1397" y="375"/>
                  </a:lnTo>
                  <a:lnTo>
                    <a:pt x="1396" y="374"/>
                  </a:lnTo>
                  <a:lnTo>
                    <a:pt x="1397" y="370"/>
                  </a:lnTo>
                  <a:lnTo>
                    <a:pt x="1398" y="370"/>
                  </a:lnTo>
                  <a:lnTo>
                    <a:pt x="1396" y="367"/>
                  </a:lnTo>
                  <a:lnTo>
                    <a:pt x="1396" y="365"/>
                  </a:lnTo>
                  <a:lnTo>
                    <a:pt x="1397" y="365"/>
                  </a:lnTo>
                  <a:lnTo>
                    <a:pt x="1397" y="359"/>
                  </a:lnTo>
                  <a:lnTo>
                    <a:pt x="1396" y="358"/>
                  </a:lnTo>
                  <a:lnTo>
                    <a:pt x="1397" y="357"/>
                  </a:lnTo>
                  <a:lnTo>
                    <a:pt x="1400" y="355"/>
                  </a:lnTo>
                  <a:lnTo>
                    <a:pt x="1401" y="354"/>
                  </a:lnTo>
                  <a:lnTo>
                    <a:pt x="1400" y="350"/>
                  </a:lnTo>
                  <a:lnTo>
                    <a:pt x="1401" y="345"/>
                  </a:lnTo>
                  <a:lnTo>
                    <a:pt x="1400" y="343"/>
                  </a:lnTo>
                  <a:lnTo>
                    <a:pt x="1398" y="342"/>
                  </a:lnTo>
                  <a:lnTo>
                    <a:pt x="1401" y="338"/>
                  </a:lnTo>
                  <a:lnTo>
                    <a:pt x="1401" y="336"/>
                  </a:lnTo>
                  <a:lnTo>
                    <a:pt x="1400" y="336"/>
                  </a:lnTo>
                  <a:lnTo>
                    <a:pt x="1398" y="333"/>
                  </a:lnTo>
                  <a:lnTo>
                    <a:pt x="1400" y="332"/>
                  </a:lnTo>
                  <a:lnTo>
                    <a:pt x="1400" y="329"/>
                  </a:lnTo>
                  <a:lnTo>
                    <a:pt x="1402" y="328"/>
                  </a:lnTo>
                  <a:lnTo>
                    <a:pt x="1402" y="328"/>
                  </a:lnTo>
                  <a:lnTo>
                    <a:pt x="1405" y="325"/>
                  </a:lnTo>
                  <a:lnTo>
                    <a:pt x="1405" y="324"/>
                  </a:lnTo>
                  <a:lnTo>
                    <a:pt x="1407" y="320"/>
                  </a:lnTo>
                  <a:lnTo>
                    <a:pt x="1409" y="321"/>
                  </a:lnTo>
                  <a:lnTo>
                    <a:pt x="1411" y="318"/>
                  </a:lnTo>
                  <a:lnTo>
                    <a:pt x="1413" y="318"/>
                  </a:lnTo>
                  <a:lnTo>
                    <a:pt x="1413" y="317"/>
                  </a:lnTo>
                  <a:lnTo>
                    <a:pt x="1413" y="316"/>
                  </a:lnTo>
                  <a:lnTo>
                    <a:pt x="1410" y="316"/>
                  </a:lnTo>
                  <a:lnTo>
                    <a:pt x="1409" y="317"/>
                  </a:lnTo>
                  <a:lnTo>
                    <a:pt x="1406" y="316"/>
                  </a:lnTo>
                  <a:lnTo>
                    <a:pt x="1407" y="311"/>
                  </a:lnTo>
                  <a:lnTo>
                    <a:pt x="1409" y="308"/>
                  </a:lnTo>
                  <a:lnTo>
                    <a:pt x="1407" y="307"/>
                  </a:lnTo>
                  <a:lnTo>
                    <a:pt x="1406" y="304"/>
                  </a:lnTo>
                  <a:lnTo>
                    <a:pt x="1405" y="304"/>
                  </a:lnTo>
                  <a:lnTo>
                    <a:pt x="1405" y="305"/>
                  </a:lnTo>
                  <a:lnTo>
                    <a:pt x="1404" y="305"/>
                  </a:lnTo>
                  <a:lnTo>
                    <a:pt x="1404" y="299"/>
                  </a:lnTo>
                  <a:lnTo>
                    <a:pt x="1404" y="297"/>
                  </a:lnTo>
                  <a:lnTo>
                    <a:pt x="1404" y="296"/>
                  </a:lnTo>
                  <a:lnTo>
                    <a:pt x="1404" y="293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1"/>
                  </a:lnTo>
                  <a:lnTo>
                    <a:pt x="1398" y="287"/>
                  </a:lnTo>
                  <a:lnTo>
                    <a:pt x="1398" y="286"/>
                  </a:lnTo>
                  <a:lnTo>
                    <a:pt x="1397" y="284"/>
                  </a:lnTo>
                  <a:lnTo>
                    <a:pt x="1397" y="282"/>
                  </a:lnTo>
                  <a:lnTo>
                    <a:pt x="1396" y="279"/>
                  </a:lnTo>
                  <a:lnTo>
                    <a:pt x="1396" y="276"/>
                  </a:lnTo>
                  <a:lnTo>
                    <a:pt x="1398" y="274"/>
                  </a:lnTo>
                  <a:lnTo>
                    <a:pt x="1401" y="274"/>
                  </a:lnTo>
                  <a:lnTo>
                    <a:pt x="1404" y="274"/>
                  </a:lnTo>
                  <a:lnTo>
                    <a:pt x="1402" y="272"/>
                  </a:lnTo>
                  <a:lnTo>
                    <a:pt x="1405" y="271"/>
                  </a:lnTo>
                  <a:lnTo>
                    <a:pt x="1404" y="271"/>
                  </a:lnTo>
                  <a:lnTo>
                    <a:pt x="1401" y="271"/>
                  </a:lnTo>
                  <a:lnTo>
                    <a:pt x="1400" y="270"/>
                  </a:lnTo>
                  <a:lnTo>
                    <a:pt x="1397" y="270"/>
                  </a:lnTo>
                  <a:lnTo>
                    <a:pt x="1393" y="267"/>
                  </a:lnTo>
                  <a:lnTo>
                    <a:pt x="1393" y="268"/>
                  </a:lnTo>
                  <a:lnTo>
                    <a:pt x="1389" y="268"/>
                  </a:lnTo>
                  <a:lnTo>
                    <a:pt x="1388" y="271"/>
                  </a:lnTo>
                  <a:lnTo>
                    <a:pt x="1385" y="271"/>
                  </a:lnTo>
                  <a:lnTo>
                    <a:pt x="1381" y="274"/>
                  </a:lnTo>
                  <a:lnTo>
                    <a:pt x="1382" y="275"/>
                  </a:lnTo>
                  <a:lnTo>
                    <a:pt x="1382" y="276"/>
                  </a:lnTo>
                  <a:lnTo>
                    <a:pt x="1385" y="279"/>
                  </a:lnTo>
                  <a:lnTo>
                    <a:pt x="1385" y="282"/>
                  </a:lnTo>
                  <a:lnTo>
                    <a:pt x="1385" y="283"/>
                  </a:lnTo>
                  <a:lnTo>
                    <a:pt x="1385" y="286"/>
                  </a:lnTo>
                  <a:lnTo>
                    <a:pt x="1388" y="287"/>
                  </a:lnTo>
                  <a:lnTo>
                    <a:pt x="1388" y="288"/>
                  </a:lnTo>
                  <a:lnTo>
                    <a:pt x="1389" y="290"/>
                  </a:lnTo>
                  <a:lnTo>
                    <a:pt x="1390" y="295"/>
                  </a:lnTo>
                  <a:lnTo>
                    <a:pt x="1394" y="296"/>
                  </a:lnTo>
                  <a:lnTo>
                    <a:pt x="1393" y="299"/>
                  </a:lnTo>
                  <a:lnTo>
                    <a:pt x="1396" y="300"/>
                  </a:lnTo>
                  <a:lnTo>
                    <a:pt x="1394" y="301"/>
                  </a:lnTo>
                  <a:lnTo>
                    <a:pt x="1393" y="300"/>
                  </a:lnTo>
                  <a:lnTo>
                    <a:pt x="1392" y="299"/>
                  </a:lnTo>
                  <a:lnTo>
                    <a:pt x="1388" y="299"/>
                  </a:lnTo>
                  <a:lnTo>
                    <a:pt x="1386" y="300"/>
                  </a:lnTo>
                  <a:lnTo>
                    <a:pt x="1385" y="304"/>
                  </a:lnTo>
                  <a:lnTo>
                    <a:pt x="1386" y="305"/>
                  </a:lnTo>
                  <a:lnTo>
                    <a:pt x="1386" y="309"/>
                  </a:lnTo>
                  <a:lnTo>
                    <a:pt x="1385" y="309"/>
                  </a:lnTo>
                  <a:lnTo>
                    <a:pt x="1385" y="311"/>
                  </a:lnTo>
                  <a:lnTo>
                    <a:pt x="1386" y="311"/>
                  </a:lnTo>
                  <a:lnTo>
                    <a:pt x="1386" y="313"/>
                  </a:lnTo>
                  <a:lnTo>
                    <a:pt x="1384" y="315"/>
                  </a:lnTo>
                  <a:lnTo>
                    <a:pt x="1385" y="316"/>
                  </a:lnTo>
                  <a:lnTo>
                    <a:pt x="1384" y="318"/>
                  </a:lnTo>
                  <a:lnTo>
                    <a:pt x="1384" y="324"/>
                  </a:lnTo>
                  <a:lnTo>
                    <a:pt x="1382" y="325"/>
                  </a:lnTo>
                  <a:lnTo>
                    <a:pt x="1382" y="326"/>
                  </a:lnTo>
                  <a:lnTo>
                    <a:pt x="1381" y="328"/>
                  </a:lnTo>
                  <a:lnTo>
                    <a:pt x="1380" y="332"/>
                  </a:lnTo>
                  <a:lnTo>
                    <a:pt x="1378" y="329"/>
                  </a:lnTo>
                  <a:lnTo>
                    <a:pt x="1377" y="326"/>
                  </a:lnTo>
                  <a:lnTo>
                    <a:pt x="1378" y="324"/>
                  </a:lnTo>
                  <a:lnTo>
                    <a:pt x="1377" y="322"/>
                  </a:lnTo>
                  <a:lnTo>
                    <a:pt x="1376" y="322"/>
                  </a:lnTo>
                  <a:lnTo>
                    <a:pt x="1375" y="324"/>
                  </a:lnTo>
                  <a:lnTo>
                    <a:pt x="1375" y="326"/>
                  </a:lnTo>
                  <a:lnTo>
                    <a:pt x="1373" y="326"/>
                  </a:lnTo>
                  <a:lnTo>
                    <a:pt x="1372" y="322"/>
                  </a:lnTo>
                  <a:lnTo>
                    <a:pt x="1371" y="322"/>
                  </a:lnTo>
                  <a:lnTo>
                    <a:pt x="1369" y="320"/>
                  </a:lnTo>
                  <a:lnTo>
                    <a:pt x="1367" y="322"/>
                  </a:lnTo>
                  <a:lnTo>
                    <a:pt x="1367" y="321"/>
                  </a:lnTo>
                  <a:lnTo>
                    <a:pt x="1367" y="320"/>
                  </a:lnTo>
                  <a:lnTo>
                    <a:pt x="1368" y="318"/>
                  </a:lnTo>
                  <a:lnTo>
                    <a:pt x="1368" y="317"/>
                  </a:lnTo>
                  <a:lnTo>
                    <a:pt x="1368" y="316"/>
                  </a:lnTo>
                  <a:lnTo>
                    <a:pt x="1368" y="316"/>
                  </a:lnTo>
                  <a:lnTo>
                    <a:pt x="1368" y="313"/>
                  </a:lnTo>
                  <a:lnTo>
                    <a:pt x="1367" y="312"/>
                  </a:lnTo>
                  <a:lnTo>
                    <a:pt x="1368" y="311"/>
                  </a:lnTo>
                  <a:lnTo>
                    <a:pt x="1367" y="308"/>
                  </a:lnTo>
                  <a:lnTo>
                    <a:pt x="1367" y="308"/>
                  </a:lnTo>
                  <a:lnTo>
                    <a:pt x="1367" y="307"/>
                  </a:lnTo>
                  <a:lnTo>
                    <a:pt x="1367" y="304"/>
                  </a:lnTo>
                  <a:lnTo>
                    <a:pt x="1364" y="301"/>
                  </a:lnTo>
                  <a:lnTo>
                    <a:pt x="1364" y="300"/>
                  </a:lnTo>
                  <a:lnTo>
                    <a:pt x="1363" y="300"/>
                  </a:lnTo>
                  <a:lnTo>
                    <a:pt x="1361" y="303"/>
                  </a:lnTo>
                  <a:lnTo>
                    <a:pt x="1360" y="303"/>
                  </a:lnTo>
                  <a:lnTo>
                    <a:pt x="1360" y="307"/>
                  </a:lnTo>
                  <a:lnTo>
                    <a:pt x="1359" y="309"/>
                  </a:lnTo>
                  <a:lnTo>
                    <a:pt x="1357" y="309"/>
                  </a:lnTo>
                  <a:lnTo>
                    <a:pt x="1356" y="305"/>
                  </a:lnTo>
                  <a:lnTo>
                    <a:pt x="1356" y="305"/>
                  </a:lnTo>
                  <a:lnTo>
                    <a:pt x="1355" y="307"/>
                  </a:lnTo>
                  <a:lnTo>
                    <a:pt x="1353" y="304"/>
                  </a:lnTo>
                  <a:lnTo>
                    <a:pt x="1351" y="304"/>
                  </a:lnTo>
                  <a:lnTo>
                    <a:pt x="1351" y="305"/>
                  </a:lnTo>
                  <a:lnTo>
                    <a:pt x="1350" y="305"/>
                  </a:lnTo>
                  <a:lnTo>
                    <a:pt x="1348" y="307"/>
                  </a:lnTo>
                  <a:lnTo>
                    <a:pt x="1347" y="308"/>
                  </a:lnTo>
                  <a:lnTo>
                    <a:pt x="1347" y="309"/>
                  </a:lnTo>
                  <a:lnTo>
                    <a:pt x="1343" y="309"/>
                  </a:lnTo>
                  <a:lnTo>
                    <a:pt x="1342" y="311"/>
                  </a:lnTo>
                  <a:lnTo>
                    <a:pt x="1339" y="311"/>
                  </a:lnTo>
                  <a:lnTo>
                    <a:pt x="1338" y="312"/>
                  </a:lnTo>
                  <a:lnTo>
                    <a:pt x="1335" y="311"/>
                  </a:lnTo>
                  <a:lnTo>
                    <a:pt x="1332" y="315"/>
                  </a:lnTo>
                  <a:lnTo>
                    <a:pt x="1331" y="316"/>
                  </a:lnTo>
                  <a:lnTo>
                    <a:pt x="1331" y="318"/>
                  </a:lnTo>
                  <a:lnTo>
                    <a:pt x="1330" y="321"/>
                  </a:lnTo>
                  <a:lnTo>
                    <a:pt x="1330" y="322"/>
                  </a:lnTo>
                  <a:lnTo>
                    <a:pt x="1331" y="322"/>
                  </a:lnTo>
                  <a:lnTo>
                    <a:pt x="1331" y="326"/>
                  </a:lnTo>
                  <a:lnTo>
                    <a:pt x="1334" y="329"/>
                  </a:lnTo>
                  <a:lnTo>
                    <a:pt x="1332" y="332"/>
                  </a:lnTo>
                  <a:lnTo>
                    <a:pt x="1331" y="340"/>
                  </a:lnTo>
                  <a:lnTo>
                    <a:pt x="1334" y="342"/>
                  </a:lnTo>
                  <a:lnTo>
                    <a:pt x="1331" y="343"/>
                  </a:lnTo>
                  <a:lnTo>
                    <a:pt x="1332" y="343"/>
                  </a:lnTo>
                  <a:lnTo>
                    <a:pt x="1332" y="346"/>
                  </a:lnTo>
                  <a:lnTo>
                    <a:pt x="1330" y="349"/>
                  </a:lnTo>
                  <a:lnTo>
                    <a:pt x="1330" y="353"/>
                  </a:lnTo>
                  <a:lnTo>
                    <a:pt x="1327" y="355"/>
                  </a:lnTo>
                  <a:lnTo>
                    <a:pt x="1327" y="358"/>
                  </a:lnTo>
                  <a:lnTo>
                    <a:pt x="1326" y="362"/>
                  </a:lnTo>
                  <a:lnTo>
                    <a:pt x="1328" y="365"/>
                  </a:lnTo>
                  <a:lnTo>
                    <a:pt x="1327" y="366"/>
                  </a:lnTo>
                  <a:lnTo>
                    <a:pt x="1330" y="370"/>
                  </a:lnTo>
                  <a:lnTo>
                    <a:pt x="1328" y="371"/>
                  </a:lnTo>
                  <a:lnTo>
                    <a:pt x="1328" y="374"/>
                  </a:lnTo>
                  <a:lnTo>
                    <a:pt x="1330" y="374"/>
                  </a:lnTo>
                  <a:lnTo>
                    <a:pt x="1331" y="374"/>
                  </a:lnTo>
                  <a:lnTo>
                    <a:pt x="1334" y="374"/>
                  </a:lnTo>
                  <a:lnTo>
                    <a:pt x="1332" y="372"/>
                  </a:lnTo>
                  <a:lnTo>
                    <a:pt x="1334" y="371"/>
                  </a:lnTo>
                  <a:lnTo>
                    <a:pt x="1336" y="372"/>
                  </a:lnTo>
                  <a:lnTo>
                    <a:pt x="1338" y="372"/>
                  </a:lnTo>
                  <a:lnTo>
                    <a:pt x="1336" y="372"/>
                  </a:lnTo>
                  <a:lnTo>
                    <a:pt x="1338" y="371"/>
                  </a:lnTo>
                  <a:lnTo>
                    <a:pt x="1339" y="372"/>
                  </a:lnTo>
                  <a:lnTo>
                    <a:pt x="1340" y="374"/>
                  </a:lnTo>
                  <a:lnTo>
                    <a:pt x="1342" y="375"/>
                  </a:lnTo>
                  <a:lnTo>
                    <a:pt x="1340" y="375"/>
                  </a:lnTo>
                  <a:lnTo>
                    <a:pt x="1343" y="378"/>
                  </a:lnTo>
                  <a:lnTo>
                    <a:pt x="1342" y="379"/>
                  </a:lnTo>
                  <a:lnTo>
                    <a:pt x="1340" y="379"/>
                  </a:lnTo>
                  <a:lnTo>
                    <a:pt x="1339" y="379"/>
                  </a:lnTo>
                  <a:lnTo>
                    <a:pt x="1338" y="379"/>
                  </a:lnTo>
                  <a:lnTo>
                    <a:pt x="1336" y="380"/>
                  </a:lnTo>
                  <a:lnTo>
                    <a:pt x="1335" y="380"/>
                  </a:lnTo>
                  <a:lnTo>
                    <a:pt x="1336" y="382"/>
                  </a:lnTo>
                  <a:lnTo>
                    <a:pt x="1334" y="386"/>
                  </a:lnTo>
                  <a:lnTo>
                    <a:pt x="1332" y="384"/>
                  </a:lnTo>
                  <a:lnTo>
                    <a:pt x="1332" y="383"/>
                  </a:lnTo>
                  <a:lnTo>
                    <a:pt x="1331" y="382"/>
                  </a:lnTo>
                  <a:lnTo>
                    <a:pt x="1328" y="382"/>
                  </a:lnTo>
                  <a:lnTo>
                    <a:pt x="1327" y="382"/>
                  </a:lnTo>
                  <a:lnTo>
                    <a:pt x="1326" y="382"/>
                  </a:lnTo>
                  <a:lnTo>
                    <a:pt x="1326" y="383"/>
                  </a:lnTo>
                  <a:lnTo>
                    <a:pt x="1326" y="386"/>
                  </a:lnTo>
                  <a:lnTo>
                    <a:pt x="1326" y="386"/>
                  </a:lnTo>
                  <a:lnTo>
                    <a:pt x="1325" y="387"/>
                  </a:lnTo>
                  <a:lnTo>
                    <a:pt x="1323" y="388"/>
                  </a:lnTo>
                  <a:lnTo>
                    <a:pt x="1325" y="390"/>
                  </a:lnTo>
                  <a:lnTo>
                    <a:pt x="1323" y="391"/>
                  </a:lnTo>
                  <a:lnTo>
                    <a:pt x="1321" y="391"/>
                  </a:lnTo>
                  <a:lnTo>
                    <a:pt x="1318" y="387"/>
                  </a:lnTo>
                  <a:lnTo>
                    <a:pt x="1317" y="387"/>
                  </a:lnTo>
                  <a:lnTo>
                    <a:pt x="1318" y="390"/>
                  </a:lnTo>
                  <a:lnTo>
                    <a:pt x="1317" y="391"/>
                  </a:lnTo>
                  <a:lnTo>
                    <a:pt x="1317" y="392"/>
                  </a:lnTo>
                  <a:lnTo>
                    <a:pt x="1315" y="393"/>
                  </a:lnTo>
                  <a:lnTo>
                    <a:pt x="1311" y="395"/>
                  </a:lnTo>
                  <a:lnTo>
                    <a:pt x="1310" y="396"/>
                  </a:lnTo>
                  <a:lnTo>
                    <a:pt x="1307" y="392"/>
                  </a:lnTo>
                  <a:lnTo>
                    <a:pt x="1306" y="392"/>
                  </a:lnTo>
                  <a:lnTo>
                    <a:pt x="1305" y="391"/>
                  </a:lnTo>
                  <a:lnTo>
                    <a:pt x="1305" y="390"/>
                  </a:lnTo>
                  <a:lnTo>
                    <a:pt x="1307" y="390"/>
                  </a:lnTo>
                  <a:lnTo>
                    <a:pt x="1307" y="388"/>
                  </a:lnTo>
                  <a:lnTo>
                    <a:pt x="1307" y="387"/>
                  </a:lnTo>
                  <a:lnTo>
                    <a:pt x="1311" y="387"/>
                  </a:lnTo>
                  <a:lnTo>
                    <a:pt x="1315" y="383"/>
                  </a:lnTo>
                  <a:lnTo>
                    <a:pt x="1315" y="382"/>
                  </a:lnTo>
                  <a:lnTo>
                    <a:pt x="1313" y="382"/>
                  </a:lnTo>
                  <a:lnTo>
                    <a:pt x="1311" y="384"/>
                  </a:lnTo>
                  <a:lnTo>
                    <a:pt x="1309" y="383"/>
                  </a:lnTo>
                  <a:lnTo>
                    <a:pt x="1307" y="382"/>
                  </a:lnTo>
                  <a:lnTo>
                    <a:pt x="1306" y="380"/>
                  </a:lnTo>
                  <a:lnTo>
                    <a:pt x="1303" y="380"/>
                  </a:lnTo>
                  <a:lnTo>
                    <a:pt x="1299" y="379"/>
                  </a:lnTo>
                  <a:lnTo>
                    <a:pt x="1297" y="379"/>
                  </a:lnTo>
                  <a:lnTo>
                    <a:pt x="1298" y="382"/>
                  </a:lnTo>
                  <a:lnTo>
                    <a:pt x="1296" y="382"/>
                  </a:lnTo>
                  <a:lnTo>
                    <a:pt x="1294" y="380"/>
                  </a:lnTo>
                  <a:lnTo>
                    <a:pt x="1294" y="379"/>
                  </a:lnTo>
                  <a:lnTo>
                    <a:pt x="1292" y="380"/>
                  </a:lnTo>
                  <a:lnTo>
                    <a:pt x="1288" y="379"/>
                  </a:lnTo>
                  <a:lnTo>
                    <a:pt x="1285" y="380"/>
                  </a:lnTo>
                  <a:lnTo>
                    <a:pt x="1284" y="378"/>
                  </a:lnTo>
                  <a:lnTo>
                    <a:pt x="1280" y="378"/>
                  </a:lnTo>
                  <a:lnTo>
                    <a:pt x="1277" y="382"/>
                  </a:lnTo>
                  <a:lnTo>
                    <a:pt x="1276" y="382"/>
                  </a:lnTo>
                  <a:lnTo>
                    <a:pt x="1276" y="383"/>
                  </a:lnTo>
                  <a:lnTo>
                    <a:pt x="1278" y="386"/>
                  </a:lnTo>
                  <a:lnTo>
                    <a:pt x="1276" y="387"/>
                  </a:lnTo>
                  <a:lnTo>
                    <a:pt x="1274" y="386"/>
                  </a:lnTo>
                  <a:lnTo>
                    <a:pt x="1273" y="388"/>
                  </a:lnTo>
                  <a:lnTo>
                    <a:pt x="1276" y="390"/>
                  </a:lnTo>
                  <a:lnTo>
                    <a:pt x="1277" y="388"/>
                  </a:lnTo>
                  <a:lnTo>
                    <a:pt x="1278" y="390"/>
                  </a:lnTo>
                  <a:lnTo>
                    <a:pt x="1278" y="391"/>
                  </a:lnTo>
                  <a:lnTo>
                    <a:pt x="1273" y="393"/>
                  </a:lnTo>
                  <a:lnTo>
                    <a:pt x="1272" y="391"/>
                  </a:lnTo>
                  <a:lnTo>
                    <a:pt x="1268" y="391"/>
                  </a:lnTo>
                  <a:lnTo>
                    <a:pt x="1267" y="392"/>
                  </a:lnTo>
                  <a:lnTo>
                    <a:pt x="1268" y="393"/>
                  </a:lnTo>
                  <a:lnTo>
                    <a:pt x="1265" y="393"/>
                  </a:lnTo>
                  <a:lnTo>
                    <a:pt x="1264" y="395"/>
                  </a:lnTo>
                  <a:lnTo>
                    <a:pt x="1263" y="395"/>
                  </a:lnTo>
                  <a:lnTo>
                    <a:pt x="1263" y="393"/>
                  </a:lnTo>
                  <a:lnTo>
                    <a:pt x="1257" y="393"/>
                  </a:lnTo>
                  <a:lnTo>
                    <a:pt x="1256" y="395"/>
                  </a:lnTo>
                  <a:lnTo>
                    <a:pt x="1251" y="393"/>
                  </a:lnTo>
                  <a:lnTo>
                    <a:pt x="1248" y="395"/>
                  </a:lnTo>
                  <a:lnTo>
                    <a:pt x="1248" y="396"/>
                  </a:lnTo>
                  <a:lnTo>
                    <a:pt x="1252" y="399"/>
                  </a:lnTo>
                  <a:lnTo>
                    <a:pt x="1249" y="400"/>
                  </a:lnTo>
                  <a:lnTo>
                    <a:pt x="1248" y="403"/>
                  </a:lnTo>
                  <a:lnTo>
                    <a:pt x="1247" y="400"/>
                  </a:lnTo>
                  <a:lnTo>
                    <a:pt x="1244" y="400"/>
                  </a:lnTo>
                  <a:lnTo>
                    <a:pt x="1245" y="397"/>
                  </a:lnTo>
                  <a:lnTo>
                    <a:pt x="1244" y="396"/>
                  </a:lnTo>
                  <a:lnTo>
                    <a:pt x="1243" y="397"/>
                  </a:lnTo>
                  <a:lnTo>
                    <a:pt x="1240" y="399"/>
                  </a:lnTo>
                  <a:lnTo>
                    <a:pt x="1239" y="399"/>
                  </a:lnTo>
                  <a:lnTo>
                    <a:pt x="1236" y="400"/>
                  </a:lnTo>
                  <a:lnTo>
                    <a:pt x="1234" y="400"/>
                  </a:lnTo>
                  <a:lnTo>
                    <a:pt x="1230" y="401"/>
                  </a:lnTo>
                  <a:lnTo>
                    <a:pt x="1227" y="401"/>
                  </a:lnTo>
                  <a:lnTo>
                    <a:pt x="1223" y="405"/>
                  </a:lnTo>
                  <a:lnTo>
                    <a:pt x="1220" y="405"/>
                  </a:lnTo>
                  <a:lnTo>
                    <a:pt x="1218" y="404"/>
                  </a:lnTo>
                  <a:lnTo>
                    <a:pt x="1217" y="404"/>
                  </a:lnTo>
                  <a:lnTo>
                    <a:pt x="1217" y="407"/>
                  </a:lnTo>
                  <a:lnTo>
                    <a:pt x="1213" y="409"/>
                  </a:lnTo>
                  <a:lnTo>
                    <a:pt x="1211" y="412"/>
                  </a:lnTo>
                  <a:lnTo>
                    <a:pt x="1209" y="415"/>
                  </a:lnTo>
                  <a:lnTo>
                    <a:pt x="1209" y="417"/>
                  </a:lnTo>
                  <a:lnTo>
                    <a:pt x="1211" y="421"/>
                  </a:lnTo>
                  <a:lnTo>
                    <a:pt x="1211" y="426"/>
                  </a:lnTo>
                  <a:lnTo>
                    <a:pt x="1207" y="430"/>
                  </a:lnTo>
                  <a:lnTo>
                    <a:pt x="1206" y="434"/>
                  </a:lnTo>
                  <a:lnTo>
                    <a:pt x="1206" y="437"/>
                  </a:lnTo>
                  <a:lnTo>
                    <a:pt x="1206" y="442"/>
                  </a:lnTo>
                  <a:lnTo>
                    <a:pt x="1207" y="443"/>
                  </a:lnTo>
                  <a:lnTo>
                    <a:pt x="1207" y="446"/>
                  </a:lnTo>
                  <a:lnTo>
                    <a:pt x="1206" y="446"/>
                  </a:lnTo>
                  <a:lnTo>
                    <a:pt x="1205" y="447"/>
                  </a:lnTo>
                  <a:lnTo>
                    <a:pt x="1205" y="450"/>
                  </a:lnTo>
                  <a:lnTo>
                    <a:pt x="1203" y="450"/>
                  </a:lnTo>
                  <a:lnTo>
                    <a:pt x="1205" y="454"/>
                  </a:lnTo>
                  <a:lnTo>
                    <a:pt x="1202" y="457"/>
                  </a:lnTo>
                  <a:lnTo>
                    <a:pt x="1202" y="459"/>
                  </a:lnTo>
                  <a:lnTo>
                    <a:pt x="1199" y="463"/>
                  </a:lnTo>
                  <a:lnTo>
                    <a:pt x="1199" y="466"/>
                  </a:lnTo>
                  <a:lnTo>
                    <a:pt x="1198" y="467"/>
                  </a:lnTo>
                  <a:lnTo>
                    <a:pt x="1197" y="471"/>
                  </a:lnTo>
                  <a:lnTo>
                    <a:pt x="1197" y="471"/>
                  </a:lnTo>
                  <a:lnTo>
                    <a:pt x="1194" y="476"/>
                  </a:lnTo>
                  <a:lnTo>
                    <a:pt x="1195" y="482"/>
                  </a:lnTo>
                  <a:lnTo>
                    <a:pt x="1194" y="483"/>
                  </a:lnTo>
                  <a:lnTo>
                    <a:pt x="1195" y="486"/>
                  </a:lnTo>
                  <a:lnTo>
                    <a:pt x="1193" y="488"/>
                  </a:lnTo>
                  <a:lnTo>
                    <a:pt x="1193" y="491"/>
                  </a:lnTo>
                  <a:lnTo>
                    <a:pt x="1190" y="493"/>
                  </a:lnTo>
                  <a:lnTo>
                    <a:pt x="1192" y="495"/>
                  </a:lnTo>
                  <a:lnTo>
                    <a:pt x="1190" y="496"/>
                  </a:lnTo>
                  <a:lnTo>
                    <a:pt x="1190" y="499"/>
                  </a:lnTo>
                  <a:lnTo>
                    <a:pt x="1186" y="501"/>
                  </a:lnTo>
                  <a:lnTo>
                    <a:pt x="1186" y="505"/>
                  </a:lnTo>
                  <a:lnTo>
                    <a:pt x="1182" y="509"/>
                  </a:lnTo>
                  <a:lnTo>
                    <a:pt x="1182" y="511"/>
                  </a:lnTo>
                  <a:lnTo>
                    <a:pt x="1181" y="515"/>
                  </a:lnTo>
                  <a:lnTo>
                    <a:pt x="1180" y="517"/>
                  </a:lnTo>
                  <a:lnTo>
                    <a:pt x="1178" y="518"/>
                  </a:lnTo>
                  <a:lnTo>
                    <a:pt x="1180" y="521"/>
                  </a:lnTo>
                  <a:lnTo>
                    <a:pt x="1182" y="522"/>
                  </a:lnTo>
                  <a:lnTo>
                    <a:pt x="1184" y="521"/>
                  </a:lnTo>
                  <a:lnTo>
                    <a:pt x="1186" y="524"/>
                  </a:lnTo>
                  <a:lnTo>
                    <a:pt x="1189" y="524"/>
                  </a:lnTo>
                  <a:lnTo>
                    <a:pt x="1192" y="521"/>
                  </a:lnTo>
                  <a:lnTo>
                    <a:pt x="1193" y="521"/>
                  </a:lnTo>
                  <a:lnTo>
                    <a:pt x="1195" y="520"/>
                  </a:lnTo>
                  <a:lnTo>
                    <a:pt x="1197" y="520"/>
                  </a:lnTo>
                  <a:lnTo>
                    <a:pt x="1199" y="518"/>
                  </a:lnTo>
                  <a:lnTo>
                    <a:pt x="1199" y="525"/>
                  </a:lnTo>
                  <a:lnTo>
                    <a:pt x="1202" y="529"/>
                  </a:lnTo>
                  <a:lnTo>
                    <a:pt x="1202" y="532"/>
                  </a:lnTo>
                  <a:lnTo>
                    <a:pt x="1202" y="536"/>
                  </a:lnTo>
                  <a:lnTo>
                    <a:pt x="1205" y="538"/>
                  </a:lnTo>
                  <a:lnTo>
                    <a:pt x="1207" y="536"/>
                  </a:lnTo>
                  <a:lnTo>
                    <a:pt x="1207" y="536"/>
                  </a:lnTo>
                  <a:lnTo>
                    <a:pt x="1209" y="536"/>
                  </a:lnTo>
                  <a:lnTo>
                    <a:pt x="1210" y="533"/>
                  </a:lnTo>
                  <a:lnTo>
                    <a:pt x="1211" y="532"/>
                  </a:lnTo>
                  <a:lnTo>
                    <a:pt x="1213" y="533"/>
                  </a:lnTo>
                  <a:lnTo>
                    <a:pt x="1214" y="532"/>
                  </a:lnTo>
                  <a:lnTo>
                    <a:pt x="1217" y="533"/>
                  </a:lnTo>
                  <a:lnTo>
                    <a:pt x="1215" y="533"/>
                  </a:lnTo>
                  <a:lnTo>
                    <a:pt x="1214" y="536"/>
                  </a:lnTo>
                  <a:lnTo>
                    <a:pt x="1215" y="538"/>
                  </a:lnTo>
                  <a:lnTo>
                    <a:pt x="1214" y="538"/>
                  </a:lnTo>
                  <a:lnTo>
                    <a:pt x="1211" y="541"/>
                  </a:lnTo>
                  <a:lnTo>
                    <a:pt x="1213" y="542"/>
                  </a:lnTo>
                  <a:lnTo>
                    <a:pt x="1218" y="541"/>
                  </a:lnTo>
                  <a:lnTo>
                    <a:pt x="1220" y="540"/>
                  </a:lnTo>
                  <a:lnTo>
                    <a:pt x="1220" y="536"/>
                  </a:lnTo>
                  <a:lnTo>
                    <a:pt x="1220" y="533"/>
                  </a:lnTo>
                  <a:lnTo>
                    <a:pt x="1222" y="532"/>
                  </a:lnTo>
                  <a:lnTo>
                    <a:pt x="1223" y="534"/>
                  </a:lnTo>
                  <a:lnTo>
                    <a:pt x="1223" y="538"/>
                  </a:lnTo>
                  <a:lnTo>
                    <a:pt x="1223" y="541"/>
                  </a:lnTo>
                  <a:lnTo>
                    <a:pt x="1224" y="540"/>
                  </a:lnTo>
                  <a:lnTo>
                    <a:pt x="1226" y="537"/>
                  </a:lnTo>
                  <a:lnTo>
                    <a:pt x="1224" y="533"/>
                  </a:lnTo>
                  <a:lnTo>
                    <a:pt x="1224" y="530"/>
                  </a:lnTo>
                  <a:lnTo>
                    <a:pt x="1223" y="528"/>
                  </a:lnTo>
                  <a:lnTo>
                    <a:pt x="1222" y="524"/>
                  </a:lnTo>
                  <a:lnTo>
                    <a:pt x="1224" y="524"/>
                  </a:lnTo>
                  <a:lnTo>
                    <a:pt x="1226" y="525"/>
                  </a:lnTo>
                  <a:lnTo>
                    <a:pt x="1226" y="526"/>
                  </a:lnTo>
                  <a:lnTo>
                    <a:pt x="1227" y="528"/>
                  </a:lnTo>
                  <a:lnTo>
                    <a:pt x="1228" y="528"/>
                  </a:lnTo>
                  <a:lnTo>
                    <a:pt x="1230" y="526"/>
                  </a:lnTo>
                  <a:lnTo>
                    <a:pt x="1231" y="526"/>
                  </a:lnTo>
                  <a:lnTo>
                    <a:pt x="1234" y="524"/>
                  </a:lnTo>
                  <a:lnTo>
                    <a:pt x="1238" y="526"/>
                  </a:lnTo>
                  <a:lnTo>
                    <a:pt x="1240" y="526"/>
                  </a:lnTo>
                  <a:lnTo>
                    <a:pt x="1242" y="528"/>
                  </a:lnTo>
                  <a:lnTo>
                    <a:pt x="1243" y="530"/>
                  </a:lnTo>
                  <a:lnTo>
                    <a:pt x="1244" y="532"/>
                  </a:lnTo>
                  <a:lnTo>
                    <a:pt x="1247" y="532"/>
                  </a:lnTo>
                  <a:lnTo>
                    <a:pt x="1248" y="533"/>
                  </a:lnTo>
                  <a:lnTo>
                    <a:pt x="1253" y="536"/>
                  </a:lnTo>
                  <a:lnTo>
                    <a:pt x="1255" y="537"/>
                  </a:lnTo>
                  <a:lnTo>
                    <a:pt x="1256" y="537"/>
                  </a:lnTo>
                  <a:lnTo>
                    <a:pt x="1257" y="540"/>
                  </a:lnTo>
                  <a:lnTo>
                    <a:pt x="1259" y="540"/>
                  </a:lnTo>
                  <a:lnTo>
                    <a:pt x="1261" y="543"/>
                  </a:lnTo>
                  <a:lnTo>
                    <a:pt x="1260" y="545"/>
                  </a:lnTo>
                  <a:lnTo>
                    <a:pt x="1260" y="547"/>
                  </a:lnTo>
                  <a:lnTo>
                    <a:pt x="1259" y="547"/>
                  </a:lnTo>
                  <a:lnTo>
                    <a:pt x="1260" y="550"/>
                  </a:lnTo>
                  <a:lnTo>
                    <a:pt x="1263" y="550"/>
                  </a:lnTo>
                  <a:lnTo>
                    <a:pt x="1265" y="554"/>
                  </a:lnTo>
                  <a:lnTo>
                    <a:pt x="1265" y="557"/>
                  </a:lnTo>
                  <a:lnTo>
                    <a:pt x="1264" y="558"/>
                  </a:lnTo>
                  <a:lnTo>
                    <a:pt x="1264" y="561"/>
                  </a:lnTo>
                  <a:lnTo>
                    <a:pt x="1267" y="563"/>
                  </a:lnTo>
                  <a:lnTo>
                    <a:pt x="1268" y="563"/>
                  </a:lnTo>
                  <a:lnTo>
                    <a:pt x="1271" y="562"/>
                  </a:lnTo>
                  <a:lnTo>
                    <a:pt x="1271" y="565"/>
                  </a:lnTo>
                  <a:lnTo>
                    <a:pt x="1269" y="566"/>
                  </a:lnTo>
                  <a:lnTo>
                    <a:pt x="1269" y="568"/>
                  </a:lnTo>
                  <a:lnTo>
                    <a:pt x="1272" y="570"/>
                  </a:lnTo>
                  <a:lnTo>
                    <a:pt x="1271" y="571"/>
                  </a:lnTo>
                  <a:lnTo>
                    <a:pt x="1271" y="572"/>
                  </a:lnTo>
                  <a:lnTo>
                    <a:pt x="1271" y="575"/>
                  </a:lnTo>
                  <a:lnTo>
                    <a:pt x="1269" y="578"/>
                  </a:lnTo>
                  <a:lnTo>
                    <a:pt x="1271" y="578"/>
                  </a:lnTo>
                  <a:lnTo>
                    <a:pt x="1271" y="580"/>
                  </a:lnTo>
                  <a:lnTo>
                    <a:pt x="1271" y="580"/>
                  </a:lnTo>
                  <a:lnTo>
                    <a:pt x="1272" y="582"/>
                  </a:lnTo>
                  <a:lnTo>
                    <a:pt x="1269" y="583"/>
                  </a:lnTo>
                  <a:lnTo>
                    <a:pt x="1272" y="590"/>
                  </a:lnTo>
                  <a:lnTo>
                    <a:pt x="1271" y="591"/>
                  </a:lnTo>
                  <a:lnTo>
                    <a:pt x="1272" y="595"/>
                  </a:lnTo>
                  <a:lnTo>
                    <a:pt x="1272" y="596"/>
                  </a:lnTo>
                  <a:lnTo>
                    <a:pt x="1272" y="599"/>
                  </a:lnTo>
                  <a:lnTo>
                    <a:pt x="1274" y="607"/>
                  </a:lnTo>
                  <a:lnTo>
                    <a:pt x="1276" y="607"/>
                  </a:lnTo>
                  <a:lnTo>
                    <a:pt x="1278" y="605"/>
                  </a:lnTo>
                  <a:lnTo>
                    <a:pt x="1278" y="607"/>
                  </a:lnTo>
                  <a:lnTo>
                    <a:pt x="1277" y="609"/>
                  </a:lnTo>
                  <a:lnTo>
                    <a:pt x="1276" y="611"/>
                  </a:lnTo>
                  <a:lnTo>
                    <a:pt x="1277" y="613"/>
                  </a:lnTo>
                  <a:lnTo>
                    <a:pt x="1278" y="613"/>
                  </a:lnTo>
                  <a:lnTo>
                    <a:pt x="1281" y="616"/>
                  </a:lnTo>
                  <a:lnTo>
                    <a:pt x="1281" y="621"/>
                  </a:lnTo>
                  <a:lnTo>
                    <a:pt x="1281" y="622"/>
                  </a:lnTo>
                  <a:lnTo>
                    <a:pt x="1281" y="624"/>
                  </a:lnTo>
                  <a:lnTo>
                    <a:pt x="1282" y="629"/>
                  </a:lnTo>
                  <a:lnTo>
                    <a:pt x="1284" y="629"/>
                  </a:lnTo>
                  <a:lnTo>
                    <a:pt x="1284" y="632"/>
                  </a:lnTo>
                  <a:lnTo>
                    <a:pt x="1284" y="633"/>
                  </a:lnTo>
                  <a:lnTo>
                    <a:pt x="1284" y="637"/>
                  </a:lnTo>
                  <a:lnTo>
                    <a:pt x="1285" y="640"/>
                  </a:lnTo>
                  <a:lnTo>
                    <a:pt x="1285" y="642"/>
                  </a:lnTo>
                  <a:lnTo>
                    <a:pt x="1281" y="646"/>
                  </a:lnTo>
                  <a:lnTo>
                    <a:pt x="1281" y="649"/>
                  </a:lnTo>
                  <a:lnTo>
                    <a:pt x="1280" y="653"/>
                  </a:lnTo>
                  <a:lnTo>
                    <a:pt x="1280" y="657"/>
                  </a:lnTo>
                  <a:lnTo>
                    <a:pt x="1281" y="657"/>
                  </a:lnTo>
                  <a:lnTo>
                    <a:pt x="1280" y="661"/>
                  </a:lnTo>
                  <a:lnTo>
                    <a:pt x="1278" y="663"/>
                  </a:lnTo>
                  <a:lnTo>
                    <a:pt x="1278" y="666"/>
                  </a:lnTo>
                  <a:lnTo>
                    <a:pt x="1276" y="670"/>
                  </a:lnTo>
                  <a:lnTo>
                    <a:pt x="1277" y="670"/>
                  </a:lnTo>
                  <a:lnTo>
                    <a:pt x="1277" y="671"/>
                  </a:lnTo>
                  <a:lnTo>
                    <a:pt x="1276" y="674"/>
                  </a:lnTo>
                  <a:lnTo>
                    <a:pt x="1277" y="679"/>
                  </a:lnTo>
                  <a:lnTo>
                    <a:pt x="1274" y="682"/>
                  </a:lnTo>
                  <a:lnTo>
                    <a:pt x="1274" y="686"/>
                  </a:lnTo>
                  <a:lnTo>
                    <a:pt x="1276" y="686"/>
                  </a:lnTo>
                  <a:lnTo>
                    <a:pt x="1276" y="688"/>
                  </a:lnTo>
                  <a:lnTo>
                    <a:pt x="1273" y="691"/>
                  </a:lnTo>
                  <a:lnTo>
                    <a:pt x="1273" y="693"/>
                  </a:lnTo>
                  <a:lnTo>
                    <a:pt x="1271" y="696"/>
                  </a:lnTo>
                  <a:lnTo>
                    <a:pt x="1271" y="699"/>
                  </a:lnTo>
                  <a:lnTo>
                    <a:pt x="1268" y="701"/>
                  </a:lnTo>
                  <a:lnTo>
                    <a:pt x="1265" y="712"/>
                  </a:lnTo>
                  <a:lnTo>
                    <a:pt x="1264" y="712"/>
                  </a:lnTo>
                  <a:lnTo>
                    <a:pt x="1264" y="715"/>
                  </a:lnTo>
                  <a:lnTo>
                    <a:pt x="1264" y="716"/>
                  </a:lnTo>
                  <a:lnTo>
                    <a:pt x="1264" y="717"/>
                  </a:lnTo>
                  <a:lnTo>
                    <a:pt x="1261" y="720"/>
                  </a:lnTo>
                  <a:lnTo>
                    <a:pt x="1261" y="721"/>
                  </a:lnTo>
                  <a:lnTo>
                    <a:pt x="1259" y="722"/>
                  </a:lnTo>
                  <a:lnTo>
                    <a:pt x="1259" y="726"/>
                  </a:lnTo>
                  <a:lnTo>
                    <a:pt x="1257" y="726"/>
                  </a:lnTo>
                  <a:lnTo>
                    <a:pt x="1259" y="729"/>
                  </a:lnTo>
                  <a:lnTo>
                    <a:pt x="1256" y="733"/>
                  </a:lnTo>
                  <a:lnTo>
                    <a:pt x="1256" y="733"/>
                  </a:lnTo>
                  <a:lnTo>
                    <a:pt x="1255" y="732"/>
                  </a:lnTo>
                  <a:lnTo>
                    <a:pt x="1255" y="734"/>
                  </a:lnTo>
                  <a:lnTo>
                    <a:pt x="1255" y="737"/>
                  </a:lnTo>
                  <a:lnTo>
                    <a:pt x="1252" y="738"/>
                  </a:lnTo>
                  <a:lnTo>
                    <a:pt x="1253" y="740"/>
                  </a:lnTo>
                  <a:lnTo>
                    <a:pt x="1249" y="745"/>
                  </a:lnTo>
                  <a:lnTo>
                    <a:pt x="1247" y="747"/>
                  </a:lnTo>
                  <a:lnTo>
                    <a:pt x="1245" y="747"/>
                  </a:lnTo>
                  <a:lnTo>
                    <a:pt x="1245" y="749"/>
                  </a:lnTo>
                  <a:lnTo>
                    <a:pt x="1242" y="750"/>
                  </a:lnTo>
                  <a:lnTo>
                    <a:pt x="1239" y="753"/>
                  </a:lnTo>
                  <a:lnTo>
                    <a:pt x="1238" y="751"/>
                  </a:lnTo>
                  <a:lnTo>
                    <a:pt x="1236" y="753"/>
                  </a:lnTo>
                  <a:lnTo>
                    <a:pt x="1232" y="750"/>
                  </a:lnTo>
                  <a:lnTo>
                    <a:pt x="1228" y="749"/>
                  </a:lnTo>
                  <a:lnTo>
                    <a:pt x="1228" y="745"/>
                  </a:lnTo>
                  <a:lnTo>
                    <a:pt x="1227" y="743"/>
                  </a:lnTo>
                  <a:lnTo>
                    <a:pt x="1224" y="745"/>
                  </a:lnTo>
                  <a:lnTo>
                    <a:pt x="1222" y="743"/>
                  </a:lnTo>
                  <a:lnTo>
                    <a:pt x="1222" y="745"/>
                  </a:lnTo>
                  <a:lnTo>
                    <a:pt x="1222" y="747"/>
                  </a:lnTo>
                  <a:lnTo>
                    <a:pt x="1219" y="749"/>
                  </a:lnTo>
                  <a:lnTo>
                    <a:pt x="1219" y="753"/>
                  </a:lnTo>
                  <a:lnTo>
                    <a:pt x="1218" y="754"/>
                  </a:lnTo>
                  <a:lnTo>
                    <a:pt x="1217" y="758"/>
                  </a:lnTo>
                  <a:lnTo>
                    <a:pt x="1215" y="757"/>
                  </a:lnTo>
                  <a:lnTo>
                    <a:pt x="1213" y="758"/>
                  </a:lnTo>
                  <a:lnTo>
                    <a:pt x="1211" y="761"/>
                  </a:lnTo>
                  <a:lnTo>
                    <a:pt x="1211" y="761"/>
                  </a:lnTo>
                  <a:lnTo>
                    <a:pt x="1210" y="761"/>
                  </a:lnTo>
                  <a:lnTo>
                    <a:pt x="1209" y="758"/>
                  </a:lnTo>
                  <a:lnTo>
                    <a:pt x="1209" y="758"/>
                  </a:lnTo>
                  <a:lnTo>
                    <a:pt x="1209" y="757"/>
                  </a:lnTo>
                  <a:lnTo>
                    <a:pt x="1209" y="755"/>
                  </a:lnTo>
                  <a:lnTo>
                    <a:pt x="1209" y="755"/>
                  </a:lnTo>
                  <a:lnTo>
                    <a:pt x="1207" y="753"/>
                  </a:lnTo>
                  <a:lnTo>
                    <a:pt x="1207" y="753"/>
                  </a:lnTo>
                  <a:lnTo>
                    <a:pt x="1209" y="751"/>
                  </a:lnTo>
                  <a:lnTo>
                    <a:pt x="1213" y="751"/>
                  </a:lnTo>
                  <a:lnTo>
                    <a:pt x="1213" y="751"/>
                  </a:lnTo>
                  <a:lnTo>
                    <a:pt x="1213" y="750"/>
                  </a:lnTo>
                  <a:lnTo>
                    <a:pt x="1213" y="749"/>
                  </a:lnTo>
                  <a:lnTo>
                    <a:pt x="1213" y="747"/>
                  </a:lnTo>
                  <a:lnTo>
                    <a:pt x="1214" y="746"/>
                  </a:lnTo>
                  <a:lnTo>
                    <a:pt x="1213" y="743"/>
                  </a:lnTo>
                  <a:lnTo>
                    <a:pt x="1213" y="741"/>
                  </a:lnTo>
                  <a:lnTo>
                    <a:pt x="1211" y="741"/>
                  </a:lnTo>
                  <a:lnTo>
                    <a:pt x="1211" y="737"/>
                  </a:lnTo>
                  <a:lnTo>
                    <a:pt x="1211" y="734"/>
                  </a:lnTo>
                  <a:lnTo>
                    <a:pt x="1211" y="732"/>
                  </a:lnTo>
                  <a:lnTo>
                    <a:pt x="1211" y="729"/>
                  </a:lnTo>
                  <a:lnTo>
                    <a:pt x="1210" y="728"/>
                  </a:lnTo>
                  <a:lnTo>
                    <a:pt x="1209" y="726"/>
                  </a:lnTo>
                  <a:lnTo>
                    <a:pt x="1209" y="724"/>
                  </a:lnTo>
                  <a:lnTo>
                    <a:pt x="1206" y="720"/>
                  </a:lnTo>
                  <a:lnTo>
                    <a:pt x="1205" y="718"/>
                  </a:lnTo>
                  <a:lnTo>
                    <a:pt x="1205" y="717"/>
                  </a:lnTo>
                  <a:lnTo>
                    <a:pt x="1207" y="716"/>
                  </a:lnTo>
                  <a:lnTo>
                    <a:pt x="1209" y="716"/>
                  </a:lnTo>
                  <a:lnTo>
                    <a:pt x="1209" y="715"/>
                  </a:lnTo>
                  <a:lnTo>
                    <a:pt x="1210" y="713"/>
                  </a:lnTo>
                  <a:lnTo>
                    <a:pt x="1211" y="709"/>
                  </a:lnTo>
                  <a:lnTo>
                    <a:pt x="1213" y="709"/>
                  </a:lnTo>
                  <a:lnTo>
                    <a:pt x="1215" y="709"/>
                  </a:lnTo>
                  <a:lnTo>
                    <a:pt x="1217" y="711"/>
                  </a:lnTo>
                  <a:lnTo>
                    <a:pt x="1223" y="712"/>
                  </a:lnTo>
                  <a:lnTo>
                    <a:pt x="1224" y="712"/>
                  </a:lnTo>
                  <a:lnTo>
                    <a:pt x="1226" y="712"/>
                  </a:lnTo>
                  <a:lnTo>
                    <a:pt x="1227" y="711"/>
                  </a:lnTo>
                  <a:lnTo>
                    <a:pt x="1227" y="709"/>
                  </a:lnTo>
                  <a:lnTo>
                    <a:pt x="1226" y="708"/>
                  </a:lnTo>
                  <a:lnTo>
                    <a:pt x="1226" y="707"/>
                  </a:lnTo>
                  <a:lnTo>
                    <a:pt x="1226" y="705"/>
                  </a:lnTo>
                  <a:lnTo>
                    <a:pt x="1226" y="704"/>
                  </a:lnTo>
                  <a:lnTo>
                    <a:pt x="1226" y="703"/>
                  </a:lnTo>
                  <a:lnTo>
                    <a:pt x="1227" y="700"/>
                  </a:lnTo>
                  <a:lnTo>
                    <a:pt x="1227" y="700"/>
                  </a:lnTo>
                  <a:lnTo>
                    <a:pt x="1227" y="697"/>
                  </a:lnTo>
                  <a:lnTo>
                    <a:pt x="1226" y="696"/>
                  </a:lnTo>
                  <a:lnTo>
                    <a:pt x="1227" y="696"/>
                  </a:lnTo>
                  <a:lnTo>
                    <a:pt x="1228" y="695"/>
                  </a:lnTo>
                  <a:lnTo>
                    <a:pt x="1227" y="693"/>
                  </a:lnTo>
                  <a:lnTo>
                    <a:pt x="1227" y="692"/>
                  </a:lnTo>
                  <a:lnTo>
                    <a:pt x="1227" y="691"/>
                  </a:lnTo>
                  <a:lnTo>
                    <a:pt x="1227" y="690"/>
                  </a:lnTo>
                  <a:lnTo>
                    <a:pt x="1228" y="690"/>
                  </a:lnTo>
                  <a:lnTo>
                    <a:pt x="1228" y="688"/>
                  </a:lnTo>
                  <a:lnTo>
                    <a:pt x="1228" y="687"/>
                  </a:lnTo>
                  <a:lnTo>
                    <a:pt x="1227" y="684"/>
                  </a:lnTo>
                  <a:lnTo>
                    <a:pt x="1227" y="682"/>
                  </a:lnTo>
                  <a:lnTo>
                    <a:pt x="1227" y="682"/>
                  </a:lnTo>
                  <a:lnTo>
                    <a:pt x="1228" y="680"/>
                  </a:lnTo>
                  <a:lnTo>
                    <a:pt x="1228" y="680"/>
                  </a:lnTo>
                  <a:lnTo>
                    <a:pt x="1227" y="679"/>
                  </a:lnTo>
                  <a:lnTo>
                    <a:pt x="1227" y="678"/>
                  </a:lnTo>
                  <a:lnTo>
                    <a:pt x="1227" y="678"/>
                  </a:lnTo>
                  <a:lnTo>
                    <a:pt x="1226" y="676"/>
                  </a:lnTo>
                  <a:lnTo>
                    <a:pt x="1227" y="674"/>
                  </a:lnTo>
                  <a:lnTo>
                    <a:pt x="1227" y="672"/>
                  </a:lnTo>
                  <a:lnTo>
                    <a:pt x="1226" y="671"/>
                  </a:lnTo>
                  <a:lnTo>
                    <a:pt x="1226" y="670"/>
                  </a:lnTo>
                  <a:lnTo>
                    <a:pt x="1226" y="670"/>
                  </a:lnTo>
                  <a:lnTo>
                    <a:pt x="1227" y="667"/>
                  </a:lnTo>
                  <a:lnTo>
                    <a:pt x="1228" y="667"/>
                  </a:lnTo>
                  <a:lnTo>
                    <a:pt x="1230" y="666"/>
                  </a:lnTo>
                  <a:lnTo>
                    <a:pt x="1230" y="665"/>
                  </a:lnTo>
                  <a:lnTo>
                    <a:pt x="1230" y="662"/>
                  </a:lnTo>
                  <a:lnTo>
                    <a:pt x="1228" y="661"/>
                  </a:lnTo>
                  <a:lnTo>
                    <a:pt x="1227" y="659"/>
                  </a:lnTo>
                  <a:lnTo>
                    <a:pt x="1227" y="658"/>
                  </a:lnTo>
                  <a:lnTo>
                    <a:pt x="1224" y="655"/>
                  </a:lnTo>
                  <a:lnTo>
                    <a:pt x="1224" y="654"/>
                  </a:lnTo>
                  <a:lnTo>
                    <a:pt x="1226" y="653"/>
                  </a:lnTo>
                  <a:lnTo>
                    <a:pt x="1224" y="651"/>
                  </a:lnTo>
                  <a:lnTo>
                    <a:pt x="1223" y="650"/>
                  </a:lnTo>
                  <a:lnTo>
                    <a:pt x="1222" y="650"/>
                  </a:lnTo>
                  <a:lnTo>
                    <a:pt x="1220" y="649"/>
                  </a:lnTo>
                  <a:lnTo>
                    <a:pt x="1218" y="647"/>
                  </a:lnTo>
                  <a:lnTo>
                    <a:pt x="1217" y="649"/>
                  </a:lnTo>
                  <a:lnTo>
                    <a:pt x="1215" y="649"/>
                  </a:lnTo>
                  <a:lnTo>
                    <a:pt x="1214" y="650"/>
                  </a:lnTo>
                  <a:lnTo>
                    <a:pt x="1214" y="653"/>
                  </a:lnTo>
                  <a:lnTo>
                    <a:pt x="1213" y="653"/>
                  </a:lnTo>
                  <a:lnTo>
                    <a:pt x="1211" y="653"/>
                  </a:lnTo>
                  <a:lnTo>
                    <a:pt x="1210" y="655"/>
                  </a:lnTo>
                  <a:lnTo>
                    <a:pt x="1209" y="655"/>
                  </a:lnTo>
                  <a:lnTo>
                    <a:pt x="1206" y="655"/>
                  </a:lnTo>
                  <a:lnTo>
                    <a:pt x="1206" y="657"/>
                  </a:lnTo>
                  <a:lnTo>
                    <a:pt x="1206" y="659"/>
                  </a:lnTo>
                  <a:lnTo>
                    <a:pt x="1205" y="661"/>
                  </a:lnTo>
                  <a:lnTo>
                    <a:pt x="1203" y="662"/>
                  </a:lnTo>
                  <a:lnTo>
                    <a:pt x="1203" y="663"/>
                  </a:lnTo>
                  <a:lnTo>
                    <a:pt x="1202" y="665"/>
                  </a:lnTo>
                  <a:lnTo>
                    <a:pt x="1201" y="666"/>
                  </a:lnTo>
                  <a:lnTo>
                    <a:pt x="1198" y="666"/>
                  </a:lnTo>
                  <a:lnTo>
                    <a:pt x="1197" y="666"/>
                  </a:lnTo>
                  <a:lnTo>
                    <a:pt x="1195" y="666"/>
                  </a:lnTo>
                  <a:lnTo>
                    <a:pt x="1194" y="667"/>
                  </a:lnTo>
                  <a:lnTo>
                    <a:pt x="1193" y="667"/>
                  </a:lnTo>
                  <a:lnTo>
                    <a:pt x="1192" y="666"/>
                  </a:lnTo>
                  <a:lnTo>
                    <a:pt x="1192" y="665"/>
                  </a:lnTo>
                  <a:lnTo>
                    <a:pt x="1189" y="665"/>
                  </a:lnTo>
                  <a:lnTo>
                    <a:pt x="1188" y="666"/>
                  </a:lnTo>
                  <a:lnTo>
                    <a:pt x="1186" y="666"/>
                  </a:lnTo>
                  <a:lnTo>
                    <a:pt x="1185" y="665"/>
                  </a:lnTo>
                  <a:lnTo>
                    <a:pt x="1184" y="662"/>
                  </a:lnTo>
                  <a:lnTo>
                    <a:pt x="1182" y="662"/>
                  </a:lnTo>
                  <a:lnTo>
                    <a:pt x="1180" y="659"/>
                  </a:lnTo>
                  <a:lnTo>
                    <a:pt x="1180" y="657"/>
                  </a:lnTo>
                  <a:lnTo>
                    <a:pt x="1181" y="657"/>
                  </a:lnTo>
                  <a:lnTo>
                    <a:pt x="1181" y="654"/>
                  </a:lnTo>
                  <a:lnTo>
                    <a:pt x="1180" y="653"/>
                  </a:lnTo>
                  <a:lnTo>
                    <a:pt x="1180" y="650"/>
                  </a:lnTo>
                  <a:lnTo>
                    <a:pt x="1178" y="650"/>
                  </a:lnTo>
                  <a:lnTo>
                    <a:pt x="1177" y="649"/>
                  </a:lnTo>
                  <a:lnTo>
                    <a:pt x="1177" y="647"/>
                  </a:lnTo>
                  <a:lnTo>
                    <a:pt x="1178" y="646"/>
                  </a:lnTo>
                  <a:lnTo>
                    <a:pt x="1178" y="645"/>
                  </a:lnTo>
                  <a:lnTo>
                    <a:pt x="1178" y="643"/>
                  </a:lnTo>
                  <a:lnTo>
                    <a:pt x="1177" y="645"/>
                  </a:lnTo>
                  <a:lnTo>
                    <a:pt x="1176" y="645"/>
                  </a:lnTo>
                  <a:lnTo>
                    <a:pt x="1174" y="645"/>
                  </a:lnTo>
                  <a:lnTo>
                    <a:pt x="1173" y="646"/>
                  </a:lnTo>
                  <a:lnTo>
                    <a:pt x="1172" y="645"/>
                  </a:lnTo>
                  <a:lnTo>
                    <a:pt x="1170" y="645"/>
                  </a:lnTo>
                  <a:lnTo>
                    <a:pt x="1169" y="645"/>
                  </a:lnTo>
                  <a:lnTo>
                    <a:pt x="1169" y="643"/>
                  </a:lnTo>
                  <a:lnTo>
                    <a:pt x="1166" y="642"/>
                  </a:lnTo>
                  <a:lnTo>
                    <a:pt x="1165" y="641"/>
                  </a:lnTo>
                  <a:lnTo>
                    <a:pt x="1165" y="641"/>
                  </a:lnTo>
                  <a:lnTo>
                    <a:pt x="1164" y="641"/>
                  </a:lnTo>
                  <a:lnTo>
                    <a:pt x="1163" y="640"/>
                  </a:lnTo>
                  <a:lnTo>
                    <a:pt x="1163" y="638"/>
                  </a:lnTo>
                  <a:lnTo>
                    <a:pt x="1161" y="638"/>
                  </a:lnTo>
                  <a:lnTo>
                    <a:pt x="1160" y="637"/>
                  </a:lnTo>
                  <a:lnTo>
                    <a:pt x="1160" y="636"/>
                  </a:lnTo>
                  <a:lnTo>
                    <a:pt x="1159" y="634"/>
                  </a:lnTo>
                  <a:lnTo>
                    <a:pt x="1157" y="634"/>
                  </a:lnTo>
                  <a:lnTo>
                    <a:pt x="1157" y="636"/>
                  </a:lnTo>
                  <a:lnTo>
                    <a:pt x="1156" y="636"/>
                  </a:lnTo>
                  <a:lnTo>
                    <a:pt x="1155" y="636"/>
                  </a:lnTo>
                  <a:lnTo>
                    <a:pt x="1155" y="637"/>
                  </a:lnTo>
                  <a:lnTo>
                    <a:pt x="1152" y="636"/>
                  </a:lnTo>
                  <a:lnTo>
                    <a:pt x="1152" y="636"/>
                  </a:lnTo>
                  <a:lnTo>
                    <a:pt x="1151" y="634"/>
                  </a:lnTo>
                  <a:lnTo>
                    <a:pt x="1148" y="634"/>
                  </a:lnTo>
                  <a:lnTo>
                    <a:pt x="1147" y="634"/>
                  </a:lnTo>
                  <a:lnTo>
                    <a:pt x="1148" y="633"/>
                  </a:lnTo>
                  <a:lnTo>
                    <a:pt x="1148" y="632"/>
                  </a:lnTo>
                  <a:lnTo>
                    <a:pt x="1147" y="632"/>
                  </a:lnTo>
                  <a:lnTo>
                    <a:pt x="1145" y="633"/>
                  </a:lnTo>
                  <a:lnTo>
                    <a:pt x="1143" y="633"/>
                  </a:lnTo>
                  <a:lnTo>
                    <a:pt x="1141" y="633"/>
                  </a:lnTo>
                  <a:lnTo>
                    <a:pt x="1140" y="633"/>
                  </a:lnTo>
                  <a:lnTo>
                    <a:pt x="1139" y="633"/>
                  </a:lnTo>
                  <a:lnTo>
                    <a:pt x="1138" y="633"/>
                  </a:lnTo>
                  <a:lnTo>
                    <a:pt x="1138" y="632"/>
                  </a:lnTo>
                  <a:lnTo>
                    <a:pt x="1135" y="630"/>
                  </a:lnTo>
                  <a:lnTo>
                    <a:pt x="1132" y="628"/>
                  </a:lnTo>
                  <a:lnTo>
                    <a:pt x="1131" y="625"/>
                  </a:lnTo>
                  <a:lnTo>
                    <a:pt x="1131" y="624"/>
                  </a:lnTo>
                  <a:lnTo>
                    <a:pt x="1131" y="622"/>
                  </a:lnTo>
                  <a:lnTo>
                    <a:pt x="1130" y="621"/>
                  </a:lnTo>
                  <a:lnTo>
                    <a:pt x="1128" y="621"/>
                  </a:lnTo>
                  <a:lnTo>
                    <a:pt x="1128" y="618"/>
                  </a:lnTo>
                  <a:lnTo>
                    <a:pt x="1127" y="617"/>
                  </a:lnTo>
                  <a:lnTo>
                    <a:pt x="1127" y="616"/>
                  </a:lnTo>
                  <a:lnTo>
                    <a:pt x="1126" y="613"/>
                  </a:lnTo>
                  <a:lnTo>
                    <a:pt x="1122" y="611"/>
                  </a:lnTo>
                  <a:lnTo>
                    <a:pt x="1119" y="607"/>
                  </a:lnTo>
                  <a:lnTo>
                    <a:pt x="1119" y="605"/>
                  </a:lnTo>
                  <a:lnTo>
                    <a:pt x="1118" y="604"/>
                  </a:lnTo>
                  <a:lnTo>
                    <a:pt x="1116" y="604"/>
                  </a:lnTo>
                  <a:lnTo>
                    <a:pt x="1116" y="604"/>
                  </a:lnTo>
                  <a:lnTo>
                    <a:pt x="1116" y="603"/>
                  </a:lnTo>
                  <a:lnTo>
                    <a:pt x="1116" y="601"/>
                  </a:lnTo>
                  <a:lnTo>
                    <a:pt x="1115" y="600"/>
                  </a:lnTo>
                  <a:lnTo>
                    <a:pt x="1114" y="599"/>
                  </a:lnTo>
                  <a:lnTo>
                    <a:pt x="1114" y="599"/>
                  </a:lnTo>
                  <a:lnTo>
                    <a:pt x="1113" y="596"/>
                  </a:lnTo>
                  <a:lnTo>
                    <a:pt x="1111" y="595"/>
                  </a:lnTo>
                  <a:lnTo>
                    <a:pt x="1110" y="592"/>
                  </a:lnTo>
                  <a:lnTo>
                    <a:pt x="1107" y="591"/>
                  </a:lnTo>
                  <a:lnTo>
                    <a:pt x="1107" y="590"/>
                  </a:lnTo>
                  <a:lnTo>
                    <a:pt x="1109" y="588"/>
                  </a:lnTo>
                  <a:lnTo>
                    <a:pt x="1107" y="587"/>
                  </a:lnTo>
                  <a:lnTo>
                    <a:pt x="1105" y="587"/>
                  </a:lnTo>
                  <a:lnTo>
                    <a:pt x="1105" y="586"/>
                  </a:lnTo>
                  <a:lnTo>
                    <a:pt x="1105" y="584"/>
                  </a:lnTo>
                  <a:lnTo>
                    <a:pt x="1103" y="583"/>
                  </a:lnTo>
                  <a:lnTo>
                    <a:pt x="1103" y="582"/>
                  </a:lnTo>
                  <a:lnTo>
                    <a:pt x="1103" y="580"/>
                  </a:lnTo>
                  <a:lnTo>
                    <a:pt x="1102" y="579"/>
                  </a:lnTo>
                  <a:lnTo>
                    <a:pt x="1102" y="579"/>
                  </a:lnTo>
                  <a:lnTo>
                    <a:pt x="1101" y="578"/>
                  </a:lnTo>
                  <a:lnTo>
                    <a:pt x="1099" y="578"/>
                  </a:lnTo>
                  <a:lnTo>
                    <a:pt x="1098" y="578"/>
                  </a:lnTo>
                  <a:lnTo>
                    <a:pt x="1097" y="576"/>
                  </a:lnTo>
                  <a:lnTo>
                    <a:pt x="1098" y="575"/>
                  </a:lnTo>
                  <a:lnTo>
                    <a:pt x="1097" y="574"/>
                  </a:lnTo>
                  <a:lnTo>
                    <a:pt x="1095" y="574"/>
                  </a:lnTo>
                  <a:lnTo>
                    <a:pt x="1094" y="575"/>
                  </a:lnTo>
                  <a:lnTo>
                    <a:pt x="1094" y="574"/>
                  </a:lnTo>
                  <a:lnTo>
                    <a:pt x="1093" y="574"/>
                  </a:lnTo>
                  <a:lnTo>
                    <a:pt x="1093" y="572"/>
                  </a:lnTo>
                  <a:lnTo>
                    <a:pt x="1093" y="571"/>
                  </a:lnTo>
                  <a:lnTo>
                    <a:pt x="1091" y="570"/>
                  </a:lnTo>
                  <a:lnTo>
                    <a:pt x="1090" y="570"/>
                  </a:lnTo>
                  <a:lnTo>
                    <a:pt x="1089" y="570"/>
                  </a:lnTo>
                  <a:lnTo>
                    <a:pt x="1087" y="568"/>
                  </a:lnTo>
                  <a:lnTo>
                    <a:pt x="1087" y="568"/>
                  </a:lnTo>
                  <a:lnTo>
                    <a:pt x="1085" y="568"/>
                  </a:lnTo>
                  <a:lnTo>
                    <a:pt x="1085" y="568"/>
                  </a:lnTo>
                  <a:lnTo>
                    <a:pt x="1084" y="568"/>
                  </a:lnTo>
                  <a:lnTo>
                    <a:pt x="1084" y="571"/>
                  </a:lnTo>
                  <a:lnTo>
                    <a:pt x="1082" y="571"/>
                  </a:lnTo>
                  <a:lnTo>
                    <a:pt x="1080" y="570"/>
                  </a:lnTo>
                  <a:lnTo>
                    <a:pt x="1080" y="570"/>
                  </a:lnTo>
                  <a:lnTo>
                    <a:pt x="1078" y="570"/>
                  </a:lnTo>
                  <a:lnTo>
                    <a:pt x="1076" y="570"/>
                  </a:lnTo>
                  <a:lnTo>
                    <a:pt x="1074" y="568"/>
                  </a:lnTo>
                  <a:lnTo>
                    <a:pt x="1073" y="567"/>
                  </a:lnTo>
                  <a:lnTo>
                    <a:pt x="1069" y="567"/>
                  </a:lnTo>
                  <a:lnTo>
                    <a:pt x="1068" y="566"/>
                  </a:lnTo>
                  <a:lnTo>
                    <a:pt x="1066" y="566"/>
                  </a:lnTo>
                  <a:lnTo>
                    <a:pt x="1065" y="566"/>
                  </a:lnTo>
                  <a:lnTo>
                    <a:pt x="1064" y="566"/>
                  </a:lnTo>
                  <a:lnTo>
                    <a:pt x="1061" y="566"/>
                  </a:lnTo>
                  <a:lnTo>
                    <a:pt x="1060" y="568"/>
                  </a:lnTo>
                  <a:lnTo>
                    <a:pt x="1059" y="568"/>
                  </a:lnTo>
                  <a:lnTo>
                    <a:pt x="1059" y="568"/>
                  </a:lnTo>
                  <a:lnTo>
                    <a:pt x="1056" y="568"/>
                  </a:lnTo>
                  <a:lnTo>
                    <a:pt x="1055" y="568"/>
                  </a:lnTo>
                  <a:lnTo>
                    <a:pt x="1052" y="568"/>
                  </a:lnTo>
                  <a:lnTo>
                    <a:pt x="1051" y="570"/>
                  </a:lnTo>
                  <a:lnTo>
                    <a:pt x="1048" y="570"/>
                  </a:lnTo>
                  <a:lnTo>
                    <a:pt x="1047" y="572"/>
                  </a:lnTo>
                  <a:lnTo>
                    <a:pt x="1045" y="572"/>
                  </a:lnTo>
                  <a:lnTo>
                    <a:pt x="1044" y="572"/>
                  </a:lnTo>
                  <a:lnTo>
                    <a:pt x="1043" y="572"/>
                  </a:lnTo>
                  <a:lnTo>
                    <a:pt x="1041" y="572"/>
                  </a:lnTo>
                  <a:lnTo>
                    <a:pt x="1040" y="574"/>
                  </a:lnTo>
                  <a:lnTo>
                    <a:pt x="1037" y="574"/>
                  </a:lnTo>
                  <a:lnTo>
                    <a:pt x="1036" y="575"/>
                  </a:lnTo>
                  <a:lnTo>
                    <a:pt x="1036" y="576"/>
                  </a:lnTo>
                  <a:lnTo>
                    <a:pt x="1033" y="579"/>
                  </a:lnTo>
                  <a:lnTo>
                    <a:pt x="1033" y="580"/>
                  </a:lnTo>
                  <a:lnTo>
                    <a:pt x="1032" y="582"/>
                  </a:lnTo>
                  <a:lnTo>
                    <a:pt x="1032" y="583"/>
                  </a:lnTo>
                  <a:lnTo>
                    <a:pt x="1032" y="584"/>
                  </a:lnTo>
                  <a:lnTo>
                    <a:pt x="1032" y="587"/>
                  </a:lnTo>
                  <a:lnTo>
                    <a:pt x="1032" y="588"/>
                  </a:lnTo>
                  <a:lnTo>
                    <a:pt x="1033" y="588"/>
                  </a:lnTo>
                  <a:lnTo>
                    <a:pt x="1036" y="587"/>
                  </a:lnTo>
                  <a:lnTo>
                    <a:pt x="1037" y="586"/>
                  </a:lnTo>
                  <a:lnTo>
                    <a:pt x="1040" y="586"/>
                  </a:lnTo>
                  <a:lnTo>
                    <a:pt x="1041" y="590"/>
                  </a:lnTo>
                  <a:lnTo>
                    <a:pt x="1043" y="591"/>
                  </a:lnTo>
                  <a:lnTo>
                    <a:pt x="1044" y="592"/>
                  </a:lnTo>
                  <a:lnTo>
                    <a:pt x="1044" y="595"/>
                  </a:lnTo>
                  <a:lnTo>
                    <a:pt x="1044" y="596"/>
                  </a:lnTo>
                  <a:lnTo>
                    <a:pt x="1044" y="599"/>
                  </a:lnTo>
                  <a:lnTo>
                    <a:pt x="1043" y="600"/>
                  </a:lnTo>
                  <a:lnTo>
                    <a:pt x="1041" y="601"/>
                  </a:lnTo>
                  <a:lnTo>
                    <a:pt x="1040" y="604"/>
                  </a:lnTo>
                  <a:lnTo>
                    <a:pt x="1039" y="605"/>
                  </a:lnTo>
                  <a:lnTo>
                    <a:pt x="1037" y="608"/>
                  </a:lnTo>
                  <a:lnTo>
                    <a:pt x="1037" y="611"/>
                  </a:lnTo>
                  <a:lnTo>
                    <a:pt x="1039" y="612"/>
                  </a:lnTo>
                  <a:lnTo>
                    <a:pt x="1039" y="613"/>
                  </a:lnTo>
                  <a:lnTo>
                    <a:pt x="1039" y="616"/>
                  </a:lnTo>
                  <a:lnTo>
                    <a:pt x="1040" y="617"/>
                  </a:lnTo>
                  <a:lnTo>
                    <a:pt x="1040" y="620"/>
                  </a:lnTo>
                  <a:lnTo>
                    <a:pt x="1039" y="621"/>
                  </a:lnTo>
                  <a:lnTo>
                    <a:pt x="1037" y="622"/>
                  </a:lnTo>
                  <a:lnTo>
                    <a:pt x="1039" y="624"/>
                  </a:lnTo>
                  <a:lnTo>
                    <a:pt x="1039" y="628"/>
                  </a:lnTo>
                  <a:lnTo>
                    <a:pt x="1039" y="629"/>
                  </a:lnTo>
                  <a:lnTo>
                    <a:pt x="1039" y="632"/>
                  </a:lnTo>
                  <a:lnTo>
                    <a:pt x="1040" y="632"/>
                  </a:lnTo>
                  <a:lnTo>
                    <a:pt x="1040" y="633"/>
                  </a:lnTo>
                  <a:lnTo>
                    <a:pt x="1041" y="632"/>
                  </a:lnTo>
                  <a:lnTo>
                    <a:pt x="1043" y="633"/>
                  </a:lnTo>
                  <a:lnTo>
                    <a:pt x="1043" y="634"/>
                  </a:lnTo>
                  <a:lnTo>
                    <a:pt x="1043" y="637"/>
                  </a:lnTo>
                  <a:lnTo>
                    <a:pt x="1040" y="640"/>
                  </a:lnTo>
                  <a:lnTo>
                    <a:pt x="1036" y="640"/>
                  </a:lnTo>
                  <a:lnTo>
                    <a:pt x="1033" y="642"/>
                  </a:lnTo>
                  <a:lnTo>
                    <a:pt x="1028" y="647"/>
                  </a:lnTo>
                  <a:lnTo>
                    <a:pt x="1027" y="647"/>
                  </a:lnTo>
                  <a:lnTo>
                    <a:pt x="1024" y="646"/>
                  </a:lnTo>
                  <a:lnTo>
                    <a:pt x="1022" y="645"/>
                  </a:lnTo>
                  <a:lnTo>
                    <a:pt x="1019" y="646"/>
                  </a:lnTo>
                  <a:lnTo>
                    <a:pt x="1019" y="645"/>
                  </a:lnTo>
                  <a:lnTo>
                    <a:pt x="1018" y="645"/>
                  </a:lnTo>
                  <a:lnTo>
                    <a:pt x="1016" y="645"/>
                  </a:lnTo>
                  <a:lnTo>
                    <a:pt x="1015" y="643"/>
                  </a:lnTo>
                  <a:lnTo>
                    <a:pt x="1010" y="642"/>
                  </a:lnTo>
                  <a:lnTo>
                    <a:pt x="1006" y="643"/>
                  </a:lnTo>
                  <a:lnTo>
                    <a:pt x="1006" y="645"/>
                  </a:lnTo>
                  <a:lnTo>
                    <a:pt x="1003" y="646"/>
                  </a:lnTo>
                  <a:lnTo>
                    <a:pt x="1002" y="646"/>
                  </a:lnTo>
                  <a:lnTo>
                    <a:pt x="1001" y="645"/>
                  </a:lnTo>
                  <a:lnTo>
                    <a:pt x="998" y="646"/>
                  </a:lnTo>
                  <a:lnTo>
                    <a:pt x="997" y="645"/>
                  </a:lnTo>
                  <a:lnTo>
                    <a:pt x="995" y="643"/>
                  </a:lnTo>
                  <a:lnTo>
                    <a:pt x="993" y="642"/>
                  </a:lnTo>
                  <a:lnTo>
                    <a:pt x="990" y="641"/>
                  </a:lnTo>
                  <a:lnTo>
                    <a:pt x="986" y="642"/>
                  </a:lnTo>
                  <a:lnTo>
                    <a:pt x="986" y="642"/>
                  </a:lnTo>
                  <a:lnTo>
                    <a:pt x="983" y="642"/>
                  </a:lnTo>
                  <a:lnTo>
                    <a:pt x="982" y="643"/>
                  </a:lnTo>
                  <a:lnTo>
                    <a:pt x="981" y="646"/>
                  </a:lnTo>
                  <a:lnTo>
                    <a:pt x="980" y="647"/>
                  </a:lnTo>
                  <a:lnTo>
                    <a:pt x="977" y="649"/>
                  </a:lnTo>
                  <a:lnTo>
                    <a:pt x="976" y="651"/>
                  </a:lnTo>
                  <a:lnTo>
                    <a:pt x="976" y="653"/>
                  </a:lnTo>
                  <a:lnTo>
                    <a:pt x="974" y="654"/>
                  </a:lnTo>
                  <a:lnTo>
                    <a:pt x="972" y="657"/>
                  </a:lnTo>
                  <a:lnTo>
                    <a:pt x="966" y="657"/>
                  </a:lnTo>
                  <a:lnTo>
                    <a:pt x="965" y="657"/>
                  </a:lnTo>
                  <a:lnTo>
                    <a:pt x="962" y="659"/>
                  </a:lnTo>
                  <a:lnTo>
                    <a:pt x="960" y="659"/>
                  </a:lnTo>
                  <a:lnTo>
                    <a:pt x="956" y="662"/>
                  </a:lnTo>
                  <a:lnTo>
                    <a:pt x="953" y="665"/>
                  </a:lnTo>
                  <a:lnTo>
                    <a:pt x="952" y="665"/>
                  </a:lnTo>
                  <a:lnTo>
                    <a:pt x="951" y="663"/>
                  </a:lnTo>
                  <a:lnTo>
                    <a:pt x="948" y="663"/>
                  </a:lnTo>
                  <a:lnTo>
                    <a:pt x="947" y="665"/>
                  </a:lnTo>
                  <a:lnTo>
                    <a:pt x="944" y="665"/>
                  </a:lnTo>
                  <a:lnTo>
                    <a:pt x="936" y="665"/>
                  </a:lnTo>
                  <a:lnTo>
                    <a:pt x="932" y="663"/>
                  </a:lnTo>
                  <a:lnTo>
                    <a:pt x="927" y="663"/>
                  </a:lnTo>
                  <a:lnTo>
                    <a:pt x="924" y="663"/>
                  </a:lnTo>
                  <a:lnTo>
                    <a:pt x="923" y="662"/>
                  </a:lnTo>
                  <a:lnTo>
                    <a:pt x="920" y="661"/>
                  </a:lnTo>
                  <a:lnTo>
                    <a:pt x="919" y="661"/>
                  </a:lnTo>
                  <a:lnTo>
                    <a:pt x="918" y="659"/>
                  </a:lnTo>
                  <a:lnTo>
                    <a:pt x="916" y="655"/>
                  </a:lnTo>
                  <a:lnTo>
                    <a:pt x="915" y="654"/>
                  </a:lnTo>
                  <a:lnTo>
                    <a:pt x="912" y="654"/>
                  </a:lnTo>
                  <a:lnTo>
                    <a:pt x="908" y="654"/>
                  </a:lnTo>
                  <a:lnTo>
                    <a:pt x="904" y="653"/>
                  </a:lnTo>
                  <a:lnTo>
                    <a:pt x="902" y="650"/>
                  </a:lnTo>
                  <a:lnTo>
                    <a:pt x="898" y="650"/>
                  </a:lnTo>
                  <a:lnTo>
                    <a:pt x="894" y="649"/>
                  </a:lnTo>
                  <a:lnTo>
                    <a:pt x="891" y="647"/>
                  </a:lnTo>
                  <a:lnTo>
                    <a:pt x="889" y="649"/>
                  </a:lnTo>
                  <a:lnTo>
                    <a:pt x="885" y="649"/>
                  </a:lnTo>
                  <a:lnTo>
                    <a:pt x="883" y="650"/>
                  </a:lnTo>
                  <a:lnTo>
                    <a:pt x="878" y="650"/>
                  </a:lnTo>
                  <a:lnTo>
                    <a:pt x="874" y="651"/>
                  </a:lnTo>
                  <a:lnTo>
                    <a:pt x="873" y="654"/>
                  </a:lnTo>
                  <a:lnTo>
                    <a:pt x="872" y="654"/>
                  </a:lnTo>
                  <a:lnTo>
                    <a:pt x="870" y="654"/>
                  </a:lnTo>
                  <a:lnTo>
                    <a:pt x="868" y="654"/>
                  </a:lnTo>
                  <a:lnTo>
                    <a:pt x="866" y="655"/>
                  </a:lnTo>
                  <a:lnTo>
                    <a:pt x="862" y="654"/>
                  </a:lnTo>
                  <a:lnTo>
                    <a:pt x="862" y="655"/>
                  </a:lnTo>
                  <a:lnTo>
                    <a:pt x="860" y="655"/>
                  </a:lnTo>
                  <a:lnTo>
                    <a:pt x="857" y="654"/>
                  </a:lnTo>
                  <a:lnTo>
                    <a:pt x="853" y="653"/>
                  </a:lnTo>
                  <a:lnTo>
                    <a:pt x="852" y="651"/>
                  </a:lnTo>
                  <a:lnTo>
                    <a:pt x="850" y="649"/>
                  </a:lnTo>
                  <a:lnTo>
                    <a:pt x="849" y="649"/>
                  </a:lnTo>
                  <a:lnTo>
                    <a:pt x="847" y="647"/>
                  </a:lnTo>
                  <a:lnTo>
                    <a:pt x="848" y="646"/>
                  </a:lnTo>
                  <a:lnTo>
                    <a:pt x="847" y="643"/>
                  </a:lnTo>
                  <a:lnTo>
                    <a:pt x="845" y="642"/>
                  </a:lnTo>
                  <a:lnTo>
                    <a:pt x="845" y="640"/>
                  </a:lnTo>
                  <a:lnTo>
                    <a:pt x="844" y="638"/>
                  </a:lnTo>
                  <a:lnTo>
                    <a:pt x="844" y="637"/>
                  </a:lnTo>
                  <a:lnTo>
                    <a:pt x="843" y="636"/>
                  </a:lnTo>
                  <a:lnTo>
                    <a:pt x="841" y="634"/>
                  </a:lnTo>
                  <a:lnTo>
                    <a:pt x="836" y="634"/>
                  </a:lnTo>
                  <a:lnTo>
                    <a:pt x="833" y="634"/>
                  </a:lnTo>
                  <a:lnTo>
                    <a:pt x="832" y="633"/>
                  </a:lnTo>
                  <a:lnTo>
                    <a:pt x="829" y="633"/>
                  </a:lnTo>
                  <a:lnTo>
                    <a:pt x="828" y="632"/>
                  </a:lnTo>
                  <a:lnTo>
                    <a:pt x="827" y="630"/>
                  </a:lnTo>
                  <a:lnTo>
                    <a:pt x="823" y="630"/>
                  </a:lnTo>
                  <a:lnTo>
                    <a:pt x="819" y="630"/>
                  </a:lnTo>
                  <a:lnTo>
                    <a:pt x="816" y="630"/>
                  </a:lnTo>
                  <a:lnTo>
                    <a:pt x="816" y="629"/>
                  </a:lnTo>
                  <a:lnTo>
                    <a:pt x="812" y="628"/>
                  </a:lnTo>
                  <a:lnTo>
                    <a:pt x="810" y="626"/>
                  </a:lnTo>
                  <a:lnTo>
                    <a:pt x="808" y="625"/>
                  </a:lnTo>
                  <a:lnTo>
                    <a:pt x="806" y="625"/>
                  </a:lnTo>
                  <a:lnTo>
                    <a:pt x="804" y="626"/>
                  </a:lnTo>
                  <a:lnTo>
                    <a:pt x="804" y="629"/>
                  </a:lnTo>
                  <a:lnTo>
                    <a:pt x="804" y="630"/>
                  </a:lnTo>
                  <a:lnTo>
                    <a:pt x="804" y="633"/>
                  </a:lnTo>
                  <a:lnTo>
                    <a:pt x="803" y="632"/>
                  </a:lnTo>
                  <a:lnTo>
                    <a:pt x="800" y="633"/>
                  </a:lnTo>
                  <a:lnTo>
                    <a:pt x="799" y="634"/>
                  </a:lnTo>
                  <a:lnTo>
                    <a:pt x="799" y="637"/>
                  </a:lnTo>
                  <a:lnTo>
                    <a:pt x="798" y="640"/>
                  </a:lnTo>
                  <a:lnTo>
                    <a:pt x="796" y="645"/>
                  </a:lnTo>
                  <a:lnTo>
                    <a:pt x="798" y="647"/>
                  </a:lnTo>
                  <a:lnTo>
                    <a:pt x="802" y="649"/>
                  </a:lnTo>
                  <a:lnTo>
                    <a:pt x="803" y="650"/>
                  </a:lnTo>
                  <a:lnTo>
                    <a:pt x="804" y="651"/>
                  </a:lnTo>
                  <a:lnTo>
                    <a:pt x="806" y="653"/>
                  </a:lnTo>
                  <a:lnTo>
                    <a:pt x="804" y="657"/>
                  </a:lnTo>
                  <a:lnTo>
                    <a:pt x="804" y="661"/>
                  </a:lnTo>
                  <a:lnTo>
                    <a:pt x="807" y="662"/>
                  </a:lnTo>
                  <a:lnTo>
                    <a:pt x="808" y="663"/>
                  </a:lnTo>
                  <a:lnTo>
                    <a:pt x="806" y="667"/>
                  </a:lnTo>
                  <a:lnTo>
                    <a:pt x="802" y="667"/>
                  </a:lnTo>
                  <a:lnTo>
                    <a:pt x="799" y="667"/>
                  </a:lnTo>
                  <a:lnTo>
                    <a:pt x="799" y="667"/>
                  </a:lnTo>
                  <a:lnTo>
                    <a:pt x="796" y="667"/>
                  </a:lnTo>
                  <a:lnTo>
                    <a:pt x="795" y="667"/>
                  </a:lnTo>
                  <a:lnTo>
                    <a:pt x="790" y="667"/>
                  </a:lnTo>
                  <a:lnTo>
                    <a:pt x="789" y="667"/>
                  </a:lnTo>
                  <a:lnTo>
                    <a:pt x="786" y="666"/>
                  </a:lnTo>
                  <a:lnTo>
                    <a:pt x="785" y="666"/>
                  </a:lnTo>
                  <a:lnTo>
                    <a:pt x="782" y="666"/>
                  </a:lnTo>
                  <a:lnTo>
                    <a:pt x="779" y="667"/>
                  </a:lnTo>
                  <a:lnTo>
                    <a:pt x="777" y="668"/>
                  </a:lnTo>
                  <a:lnTo>
                    <a:pt x="775" y="670"/>
                  </a:lnTo>
                  <a:lnTo>
                    <a:pt x="771" y="667"/>
                  </a:lnTo>
                  <a:lnTo>
                    <a:pt x="769" y="666"/>
                  </a:lnTo>
                  <a:lnTo>
                    <a:pt x="764" y="662"/>
                  </a:lnTo>
                  <a:lnTo>
                    <a:pt x="762" y="661"/>
                  </a:lnTo>
                  <a:lnTo>
                    <a:pt x="762" y="659"/>
                  </a:lnTo>
                  <a:lnTo>
                    <a:pt x="761" y="657"/>
                  </a:lnTo>
                  <a:lnTo>
                    <a:pt x="757" y="657"/>
                  </a:lnTo>
                  <a:lnTo>
                    <a:pt x="756" y="658"/>
                  </a:lnTo>
                  <a:lnTo>
                    <a:pt x="753" y="658"/>
                  </a:lnTo>
                  <a:lnTo>
                    <a:pt x="753" y="658"/>
                  </a:lnTo>
                  <a:lnTo>
                    <a:pt x="750" y="659"/>
                  </a:lnTo>
                  <a:lnTo>
                    <a:pt x="749" y="657"/>
                  </a:lnTo>
                  <a:lnTo>
                    <a:pt x="748" y="655"/>
                  </a:lnTo>
                  <a:lnTo>
                    <a:pt x="746" y="654"/>
                  </a:lnTo>
                  <a:lnTo>
                    <a:pt x="746" y="654"/>
                  </a:lnTo>
                  <a:lnTo>
                    <a:pt x="744" y="655"/>
                  </a:lnTo>
                  <a:lnTo>
                    <a:pt x="741" y="655"/>
                  </a:lnTo>
                  <a:lnTo>
                    <a:pt x="740" y="655"/>
                  </a:lnTo>
                  <a:lnTo>
                    <a:pt x="737" y="655"/>
                  </a:lnTo>
                  <a:lnTo>
                    <a:pt x="733" y="657"/>
                  </a:lnTo>
                  <a:lnTo>
                    <a:pt x="732" y="657"/>
                  </a:lnTo>
                  <a:lnTo>
                    <a:pt x="731" y="659"/>
                  </a:lnTo>
                  <a:lnTo>
                    <a:pt x="728" y="661"/>
                  </a:lnTo>
                  <a:lnTo>
                    <a:pt x="724" y="659"/>
                  </a:lnTo>
                  <a:lnTo>
                    <a:pt x="724" y="661"/>
                  </a:lnTo>
                  <a:lnTo>
                    <a:pt x="724" y="662"/>
                  </a:lnTo>
                  <a:lnTo>
                    <a:pt x="725" y="663"/>
                  </a:lnTo>
                  <a:lnTo>
                    <a:pt x="724" y="665"/>
                  </a:lnTo>
                  <a:lnTo>
                    <a:pt x="723" y="666"/>
                  </a:lnTo>
                  <a:lnTo>
                    <a:pt x="720" y="667"/>
                  </a:lnTo>
                  <a:lnTo>
                    <a:pt x="719" y="668"/>
                  </a:lnTo>
                  <a:lnTo>
                    <a:pt x="719" y="671"/>
                  </a:lnTo>
                  <a:lnTo>
                    <a:pt x="716" y="672"/>
                  </a:lnTo>
                  <a:lnTo>
                    <a:pt x="715" y="674"/>
                  </a:lnTo>
                  <a:lnTo>
                    <a:pt x="715" y="676"/>
                  </a:lnTo>
                  <a:lnTo>
                    <a:pt x="711" y="678"/>
                  </a:lnTo>
                  <a:lnTo>
                    <a:pt x="708" y="680"/>
                  </a:lnTo>
                  <a:lnTo>
                    <a:pt x="708" y="682"/>
                  </a:lnTo>
                  <a:lnTo>
                    <a:pt x="703" y="682"/>
                  </a:lnTo>
                  <a:lnTo>
                    <a:pt x="700" y="683"/>
                  </a:lnTo>
                  <a:lnTo>
                    <a:pt x="699" y="687"/>
                  </a:lnTo>
                  <a:lnTo>
                    <a:pt x="699" y="687"/>
                  </a:lnTo>
                  <a:lnTo>
                    <a:pt x="698" y="687"/>
                  </a:lnTo>
                  <a:lnTo>
                    <a:pt x="695" y="686"/>
                  </a:lnTo>
                  <a:lnTo>
                    <a:pt x="694" y="686"/>
                  </a:lnTo>
                  <a:lnTo>
                    <a:pt x="692" y="686"/>
                  </a:lnTo>
                  <a:lnTo>
                    <a:pt x="690" y="684"/>
                  </a:lnTo>
                  <a:lnTo>
                    <a:pt x="687" y="682"/>
                  </a:lnTo>
                  <a:lnTo>
                    <a:pt x="686" y="682"/>
                  </a:lnTo>
                  <a:lnTo>
                    <a:pt x="685" y="679"/>
                  </a:lnTo>
                  <a:lnTo>
                    <a:pt x="686" y="676"/>
                  </a:lnTo>
                  <a:lnTo>
                    <a:pt x="685" y="676"/>
                  </a:lnTo>
                  <a:lnTo>
                    <a:pt x="682" y="678"/>
                  </a:lnTo>
                  <a:lnTo>
                    <a:pt x="681" y="679"/>
                  </a:lnTo>
                  <a:lnTo>
                    <a:pt x="678" y="680"/>
                  </a:lnTo>
                  <a:lnTo>
                    <a:pt x="673" y="680"/>
                  </a:lnTo>
                  <a:lnTo>
                    <a:pt x="671" y="682"/>
                  </a:lnTo>
                  <a:lnTo>
                    <a:pt x="670" y="683"/>
                  </a:lnTo>
                  <a:lnTo>
                    <a:pt x="669" y="682"/>
                  </a:lnTo>
                  <a:lnTo>
                    <a:pt x="666" y="680"/>
                  </a:lnTo>
                  <a:lnTo>
                    <a:pt x="665" y="680"/>
                  </a:lnTo>
                  <a:lnTo>
                    <a:pt x="665" y="680"/>
                  </a:lnTo>
                  <a:lnTo>
                    <a:pt x="663" y="679"/>
                  </a:lnTo>
                  <a:lnTo>
                    <a:pt x="662" y="678"/>
                  </a:lnTo>
                  <a:lnTo>
                    <a:pt x="662" y="675"/>
                  </a:lnTo>
                  <a:lnTo>
                    <a:pt x="663" y="675"/>
                  </a:lnTo>
                  <a:lnTo>
                    <a:pt x="663" y="674"/>
                  </a:lnTo>
                  <a:lnTo>
                    <a:pt x="661" y="672"/>
                  </a:lnTo>
                  <a:lnTo>
                    <a:pt x="661" y="672"/>
                  </a:lnTo>
                  <a:lnTo>
                    <a:pt x="657" y="671"/>
                  </a:lnTo>
                  <a:lnTo>
                    <a:pt x="656" y="670"/>
                  </a:lnTo>
                  <a:lnTo>
                    <a:pt x="654" y="670"/>
                  </a:lnTo>
                  <a:lnTo>
                    <a:pt x="653" y="667"/>
                  </a:lnTo>
                  <a:lnTo>
                    <a:pt x="650" y="663"/>
                  </a:lnTo>
                  <a:lnTo>
                    <a:pt x="648" y="661"/>
                  </a:lnTo>
                  <a:lnTo>
                    <a:pt x="644" y="661"/>
                  </a:lnTo>
                  <a:lnTo>
                    <a:pt x="640" y="661"/>
                  </a:lnTo>
                  <a:lnTo>
                    <a:pt x="636" y="661"/>
                  </a:lnTo>
                  <a:lnTo>
                    <a:pt x="635" y="662"/>
                  </a:lnTo>
                  <a:lnTo>
                    <a:pt x="636" y="663"/>
                  </a:lnTo>
                  <a:lnTo>
                    <a:pt x="635" y="665"/>
                  </a:lnTo>
                  <a:lnTo>
                    <a:pt x="633" y="665"/>
                  </a:lnTo>
                  <a:lnTo>
                    <a:pt x="631" y="665"/>
                  </a:lnTo>
                  <a:lnTo>
                    <a:pt x="628" y="666"/>
                  </a:lnTo>
                  <a:lnTo>
                    <a:pt x="625" y="665"/>
                  </a:lnTo>
                  <a:lnTo>
                    <a:pt x="624" y="665"/>
                  </a:lnTo>
                  <a:lnTo>
                    <a:pt x="621" y="666"/>
                  </a:lnTo>
                  <a:lnTo>
                    <a:pt x="620" y="666"/>
                  </a:lnTo>
                  <a:lnTo>
                    <a:pt x="617" y="663"/>
                  </a:lnTo>
                  <a:lnTo>
                    <a:pt x="615" y="663"/>
                  </a:lnTo>
                  <a:lnTo>
                    <a:pt x="615" y="662"/>
                  </a:lnTo>
                  <a:lnTo>
                    <a:pt x="615" y="659"/>
                  </a:lnTo>
                  <a:lnTo>
                    <a:pt x="612" y="658"/>
                  </a:lnTo>
                  <a:lnTo>
                    <a:pt x="609" y="659"/>
                  </a:lnTo>
                  <a:lnTo>
                    <a:pt x="611" y="662"/>
                  </a:lnTo>
                  <a:lnTo>
                    <a:pt x="611" y="662"/>
                  </a:lnTo>
                  <a:lnTo>
                    <a:pt x="611" y="663"/>
                  </a:lnTo>
                  <a:lnTo>
                    <a:pt x="608" y="665"/>
                  </a:lnTo>
                  <a:lnTo>
                    <a:pt x="606" y="666"/>
                  </a:lnTo>
                  <a:lnTo>
                    <a:pt x="577" y="629"/>
                  </a:lnTo>
                  <a:lnTo>
                    <a:pt x="556" y="613"/>
                  </a:lnTo>
                  <a:lnTo>
                    <a:pt x="554" y="611"/>
                  </a:lnTo>
                  <a:lnTo>
                    <a:pt x="556" y="611"/>
                  </a:lnTo>
                  <a:lnTo>
                    <a:pt x="558" y="608"/>
                  </a:lnTo>
                  <a:lnTo>
                    <a:pt x="558" y="607"/>
                  </a:lnTo>
                  <a:lnTo>
                    <a:pt x="557" y="605"/>
                  </a:lnTo>
                  <a:lnTo>
                    <a:pt x="554" y="607"/>
                  </a:lnTo>
                  <a:lnTo>
                    <a:pt x="552" y="607"/>
                  </a:lnTo>
                  <a:lnTo>
                    <a:pt x="549" y="609"/>
                  </a:lnTo>
                  <a:lnTo>
                    <a:pt x="548" y="609"/>
                  </a:lnTo>
                  <a:lnTo>
                    <a:pt x="545" y="612"/>
                  </a:lnTo>
                  <a:lnTo>
                    <a:pt x="545" y="615"/>
                  </a:lnTo>
                  <a:lnTo>
                    <a:pt x="542" y="616"/>
                  </a:lnTo>
                  <a:lnTo>
                    <a:pt x="542" y="617"/>
                  </a:lnTo>
                  <a:lnTo>
                    <a:pt x="540" y="620"/>
                  </a:lnTo>
                  <a:lnTo>
                    <a:pt x="536" y="620"/>
                  </a:lnTo>
                  <a:lnTo>
                    <a:pt x="534" y="621"/>
                  </a:lnTo>
                  <a:lnTo>
                    <a:pt x="534" y="624"/>
                  </a:lnTo>
                  <a:lnTo>
                    <a:pt x="533" y="624"/>
                  </a:lnTo>
                  <a:lnTo>
                    <a:pt x="532" y="624"/>
                  </a:lnTo>
                  <a:lnTo>
                    <a:pt x="527" y="622"/>
                  </a:lnTo>
                  <a:lnTo>
                    <a:pt x="524" y="622"/>
                  </a:lnTo>
                  <a:lnTo>
                    <a:pt x="523" y="625"/>
                  </a:lnTo>
                  <a:lnTo>
                    <a:pt x="521" y="625"/>
                  </a:lnTo>
                  <a:lnTo>
                    <a:pt x="520" y="622"/>
                  </a:lnTo>
                  <a:lnTo>
                    <a:pt x="520" y="620"/>
                  </a:lnTo>
                  <a:lnTo>
                    <a:pt x="521" y="618"/>
                  </a:lnTo>
                  <a:lnTo>
                    <a:pt x="523" y="616"/>
                  </a:lnTo>
                  <a:lnTo>
                    <a:pt x="521" y="616"/>
                  </a:lnTo>
                  <a:lnTo>
                    <a:pt x="519" y="617"/>
                  </a:lnTo>
                  <a:lnTo>
                    <a:pt x="517" y="617"/>
                  </a:lnTo>
                  <a:lnTo>
                    <a:pt x="513" y="615"/>
                  </a:lnTo>
                  <a:lnTo>
                    <a:pt x="511" y="615"/>
                  </a:lnTo>
                  <a:lnTo>
                    <a:pt x="511" y="616"/>
                  </a:lnTo>
                  <a:lnTo>
                    <a:pt x="512" y="617"/>
                  </a:lnTo>
                  <a:lnTo>
                    <a:pt x="511" y="618"/>
                  </a:lnTo>
                  <a:lnTo>
                    <a:pt x="509" y="618"/>
                  </a:lnTo>
                  <a:lnTo>
                    <a:pt x="508" y="616"/>
                  </a:lnTo>
                  <a:lnTo>
                    <a:pt x="507" y="612"/>
                  </a:lnTo>
                  <a:lnTo>
                    <a:pt x="503" y="609"/>
                  </a:lnTo>
                  <a:lnTo>
                    <a:pt x="503" y="609"/>
                  </a:lnTo>
                  <a:lnTo>
                    <a:pt x="503" y="612"/>
                  </a:lnTo>
                  <a:lnTo>
                    <a:pt x="503" y="615"/>
                  </a:lnTo>
                  <a:lnTo>
                    <a:pt x="502" y="615"/>
                  </a:lnTo>
                  <a:lnTo>
                    <a:pt x="502" y="612"/>
                  </a:lnTo>
                  <a:lnTo>
                    <a:pt x="499" y="612"/>
                  </a:lnTo>
                  <a:lnTo>
                    <a:pt x="499" y="615"/>
                  </a:lnTo>
                  <a:lnTo>
                    <a:pt x="498" y="615"/>
                  </a:lnTo>
                  <a:lnTo>
                    <a:pt x="496" y="613"/>
                  </a:lnTo>
                  <a:lnTo>
                    <a:pt x="494" y="615"/>
                  </a:lnTo>
                  <a:lnTo>
                    <a:pt x="492" y="615"/>
                  </a:lnTo>
                  <a:lnTo>
                    <a:pt x="491" y="612"/>
                  </a:lnTo>
                  <a:lnTo>
                    <a:pt x="492" y="612"/>
                  </a:lnTo>
                  <a:lnTo>
                    <a:pt x="492" y="611"/>
                  </a:lnTo>
                  <a:lnTo>
                    <a:pt x="492" y="608"/>
                  </a:lnTo>
                  <a:lnTo>
                    <a:pt x="492" y="607"/>
                  </a:lnTo>
                  <a:lnTo>
                    <a:pt x="492" y="605"/>
                  </a:lnTo>
                  <a:lnTo>
                    <a:pt x="491" y="604"/>
                  </a:lnTo>
                  <a:lnTo>
                    <a:pt x="490" y="601"/>
                  </a:lnTo>
                  <a:lnTo>
                    <a:pt x="488" y="600"/>
                  </a:lnTo>
                  <a:lnTo>
                    <a:pt x="487" y="599"/>
                  </a:lnTo>
                  <a:lnTo>
                    <a:pt x="487" y="596"/>
                  </a:lnTo>
                  <a:lnTo>
                    <a:pt x="484" y="596"/>
                  </a:lnTo>
                  <a:lnTo>
                    <a:pt x="482" y="597"/>
                  </a:lnTo>
                  <a:lnTo>
                    <a:pt x="479" y="597"/>
                  </a:lnTo>
                  <a:lnTo>
                    <a:pt x="477" y="595"/>
                  </a:lnTo>
                  <a:lnTo>
                    <a:pt x="473" y="595"/>
                  </a:lnTo>
                  <a:lnTo>
                    <a:pt x="470" y="593"/>
                  </a:lnTo>
                  <a:lnTo>
                    <a:pt x="469" y="595"/>
                  </a:lnTo>
                  <a:lnTo>
                    <a:pt x="466" y="595"/>
                  </a:lnTo>
                  <a:lnTo>
                    <a:pt x="465" y="596"/>
                  </a:lnTo>
                  <a:lnTo>
                    <a:pt x="463" y="597"/>
                  </a:lnTo>
                  <a:lnTo>
                    <a:pt x="461" y="599"/>
                  </a:lnTo>
                  <a:lnTo>
                    <a:pt x="459" y="599"/>
                  </a:lnTo>
                  <a:lnTo>
                    <a:pt x="461" y="600"/>
                  </a:lnTo>
                  <a:lnTo>
                    <a:pt x="461" y="603"/>
                  </a:lnTo>
                  <a:lnTo>
                    <a:pt x="457" y="603"/>
                  </a:lnTo>
                  <a:lnTo>
                    <a:pt x="455" y="603"/>
                  </a:lnTo>
                  <a:lnTo>
                    <a:pt x="454" y="604"/>
                  </a:lnTo>
                  <a:lnTo>
                    <a:pt x="451" y="605"/>
                  </a:lnTo>
                  <a:lnTo>
                    <a:pt x="450" y="605"/>
                  </a:lnTo>
                  <a:lnTo>
                    <a:pt x="449" y="605"/>
                  </a:lnTo>
                  <a:lnTo>
                    <a:pt x="444" y="609"/>
                  </a:lnTo>
                  <a:lnTo>
                    <a:pt x="441" y="611"/>
                  </a:lnTo>
                  <a:lnTo>
                    <a:pt x="440" y="612"/>
                  </a:lnTo>
                  <a:lnTo>
                    <a:pt x="437" y="611"/>
                  </a:lnTo>
                  <a:lnTo>
                    <a:pt x="436" y="611"/>
                  </a:lnTo>
                  <a:lnTo>
                    <a:pt x="434" y="611"/>
                  </a:lnTo>
                  <a:lnTo>
                    <a:pt x="434" y="613"/>
                  </a:lnTo>
                  <a:lnTo>
                    <a:pt x="432" y="613"/>
                  </a:lnTo>
                  <a:lnTo>
                    <a:pt x="430" y="615"/>
                  </a:lnTo>
                  <a:lnTo>
                    <a:pt x="430" y="616"/>
                  </a:lnTo>
                  <a:lnTo>
                    <a:pt x="429" y="617"/>
                  </a:lnTo>
                  <a:lnTo>
                    <a:pt x="428" y="617"/>
                  </a:lnTo>
                  <a:lnTo>
                    <a:pt x="426" y="617"/>
                  </a:lnTo>
                  <a:lnTo>
                    <a:pt x="424" y="618"/>
                  </a:lnTo>
                  <a:lnTo>
                    <a:pt x="421" y="618"/>
                  </a:lnTo>
                  <a:lnTo>
                    <a:pt x="419" y="620"/>
                  </a:lnTo>
                  <a:lnTo>
                    <a:pt x="417" y="621"/>
                  </a:lnTo>
                  <a:lnTo>
                    <a:pt x="415" y="621"/>
                  </a:lnTo>
                  <a:lnTo>
                    <a:pt x="412" y="622"/>
                  </a:lnTo>
                  <a:lnTo>
                    <a:pt x="409" y="622"/>
                  </a:lnTo>
                  <a:lnTo>
                    <a:pt x="405" y="624"/>
                  </a:lnTo>
                  <a:lnTo>
                    <a:pt x="404" y="626"/>
                  </a:lnTo>
                  <a:lnTo>
                    <a:pt x="403" y="628"/>
                  </a:lnTo>
                  <a:lnTo>
                    <a:pt x="401" y="625"/>
                  </a:lnTo>
                  <a:lnTo>
                    <a:pt x="400" y="625"/>
                  </a:lnTo>
                  <a:lnTo>
                    <a:pt x="397" y="626"/>
                  </a:lnTo>
                  <a:lnTo>
                    <a:pt x="397" y="628"/>
                  </a:lnTo>
                  <a:lnTo>
                    <a:pt x="397" y="629"/>
                  </a:lnTo>
                  <a:lnTo>
                    <a:pt x="395" y="628"/>
                  </a:lnTo>
                  <a:lnTo>
                    <a:pt x="392" y="628"/>
                  </a:lnTo>
                  <a:lnTo>
                    <a:pt x="391" y="626"/>
                  </a:lnTo>
                  <a:lnTo>
                    <a:pt x="390" y="626"/>
                  </a:lnTo>
                  <a:lnTo>
                    <a:pt x="388" y="628"/>
                  </a:lnTo>
                  <a:lnTo>
                    <a:pt x="386" y="629"/>
                  </a:lnTo>
                  <a:lnTo>
                    <a:pt x="384" y="629"/>
                  </a:lnTo>
                  <a:lnTo>
                    <a:pt x="386" y="632"/>
                  </a:lnTo>
                  <a:lnTo>
                    <a:pt x="386" y="633"/>
                  </a:lnTo>
                  <a:lnTo>
                    <a:pt x="387" y="634"/>
                  </a:lnTo>
                  <a:lnTo>
                    <a:pt x="390" y="633"/>
                  </a:lnTo>
                  <a:lnTo>
                    <a:pt x="391" y="636"/>
                  </a:lnTo>
                  <a:lnTo>
                    <a:pt x="388" y="636"/>
                  </a:lnTo>
                  <a:lnTo>
                    <a:pt x="387" y="637"/>
                  </a:lnTo>
                  <a:lnTo>
                    <a:pt x="387" y="638"/>
                  </a:lnTo>
                  <a:lnTo>
                    <a:pt x="390" y="638"/>
                  </a:lnTo>
                  <a:lnTo>
                    <a:pt x="392" y="640"/>
                  </a:lnTo>
                  <a:lnTo>
                    <a:pt x="394" y="638"/>
                  </a:lnTo>
                  <a:lnTo>
                    <a:pt x="396" y="638"/>
                  </a:lnTo>
                  <a:lnTo>
                    <a:pt x="397" y="641"/>
                  </a:lnTo>
                  <a:lnTo>
                    <a:pt x="400" y="641"/>
                  </a:lnTo>
                  <a:lnTo>
                    <a:pt x="400" y="643"/>
                  </a:lnTo>
                  <a:lnTo>
                    <a:pt x="399" y="645"/>
                  </a:lnTo>
                  <a:lnTo>
                    <a:pt x="396" y="643"/>
                  </a:lnTo>
                  <a:lnTo>
                    <a:pt x="392" y="643"/>
                  </a:lnTo>
                  <a:lnTo>
                    <a:pt x="390" y="646"/>
                  </a:lnTo>
                  <a:lnTo>
                    <a:pt x="387" y="650"/>
                  </a:lnTo>
                  <a:lnTo>
                    <a:pt x="387" y="653"/>
                  </a:lnTo>
                  <a:lnTo>
                    <a:pt x="388" y="653"/>
                  </a:lnTo>
                  <a:lnTo>
                    <a:pt x="390" y="655"/>
                  </a:lnTo>
                  <a:lnTo>
                    <a:pt x="387" y="658"/>
                  </a:lnTo>
                  <a:lnTo>
                    <a:pt x="387" y="661"/>
                  </a:lnTo>
                  <a:lnTo>
                    <a:pt x="384" y="661"/>
                  </a:lnTo>
                  <a:lnTo>
                    <a:pt x="384" y="662"/>
                  </a:lnTo>
                  <a:lnTo>
                    <a:pt x="386" y="663"/>
                  </a:lnTo>
                  <a:lnTo>
                    <a:pt x="386" y="665"/>
                  </a:lnTo>
                  <a:lnTo>
                    <a:pt x="388" y="665"/>
                  </a:lnTo>
                  <a:lnTo>
                    <a:pt x="390" y="666"/>
                  </a:lnTo>
                  <a:lnTo>
                    <a:pt x="392" y="667"/>
                  </a:lnTo>
                  <a:lnTo>
                    <a:pt x="392" y="668"/>
                  </a:lnTo>
                  <a:lnTo>
                    <a:pt x="395" y="670"/>
                  </a:lnTo>
                  <a:lnTo>
                    <a:pt x="399" y="670"/>
                  </a:lnTo>
                  <a:lnTo>
                    <a:pt x="400" y="671"/>
                  </a:lnTo>
                  <a:lnTo>
                    <a:pt x="400" y="680"/>
                  </a:lnTo>
                  <a:lnTo>
                    <a:pt x="399" y="683"/>
                  </a:lnTo>
                  <a:lnTo>
                    <a:pt x="395" y="684"/>
                  </a:lnTo>
                  <a:lnTo>
                    <a:pt x="392" y="683"/>
                  </a:lnTo>
                  <a:lnTo>
                    <a:pt x="388" y="682"/>
                  </a:lnTo>
                  <a:lnTo>
                    <a:pt x="387" y="682"/>
                  </a:lnTo>
                  <a:lnTo>
                    <a:pt x="387" y="684"/>
                  </a:lnTo>
                  <a:lnTo>
                    <a:pt x="386" y="687"/>
                  </a:lnTo>
                  <a:lnTo>
                    <a:pt x="383" y="687"/>
                  </a:lnTo>
                  <a:lnTo>
                    <a:pt x="379" y="686"/>
                  </a:lnTo>
                  <a:lnTo>
                    <a:pt x="375" y="686"/>
                  </a:lnTo>
                  <a:lnTo>
                    <a:pt x="374" y="684"/>
                  </a:lnTo>
                  <a:lnTo>
                    <a:pt x="372" y="686"/>
                  </a:lnTo>
                  <a:lnTo>
                    <a:pt x="370" y="684"/>
                  </a:lnTo>
                  <a:lnTo>
                    <a:pt x="369" y="682"/>
                  </a:lnTo>
                  <a:lnTo>
                    <a:pt x="370" y="680"/>
                  </a:lnTo>
                  <a:lnTo>
                    <a:pt x="371" y="679"/>
                  </a:lnTo>
                  <a:lnTo>
                    <a:pt x="369" y="678"/>
                  </a:lnTo>
                  <a:lnTo>
                    <a:pt x="366" y="676"/>
                  </a:lnTo>
                  <a:lnTo>
                    <a:pt x="365" y="679"/>
                  </a:lnTo>
                  <a:lnTo>
                    <a:pt x="362" y="678"/>
                  </a:lnTo>
                  <a:lnTo>
                    <a:pt x="361" y="679"/>
                  </a:lnTo>
                  <a:lnTo>
                    <a:pt x="361" y="682"/>
                  </a:lnTo>
                  <a:lnTo>
                    <a:pt x="357" y="682"/>
                  </a:lnTo>
                  <a:lnTo>
                    <a:pt x="357" y="680"/>
                  </a:lnTo>
                  <a:lnTo>
                    <a:pt x="353" y="678"/>
                  </a:lnTo>
                  <a:lnTo>
                    <a:pt x="350" y="678"/>
                  </a:lnTo>
                  <a:lnTo>
                    <a:pt x="350" y="680"/>
                  </a:lnTo>
                  <a:lnTo>
                    <a:pt x="347" y="678"/>
                  </a:lnTo>
                  <a:lnTo>
                    <a:pt x="346" y="679"/>
                  </a:lnTo>
                  <a:lnTo>
                    <a:pt x="346" y="680"/>
                  </a:lnTo>
                  <a:lnTo>
                    <a:pt x="344" y="682"/>
                  </a:lnTo>
                  <a:lnTo>
                    <a:pt x="344" y="686"/>
                  </a:lnTo>
                  <a:lnTo>
                    <a:pt x="341" y="688"/>
                  </a:lnTo>
                  <a:lnTo>
                    <a:pt x="338" y="687"/>
                  </a:lnTo>
                  <a:lnTo>
                    <a:pt x="337" y="684"/>
                  </a:lnTo>
                  <a:lnTo>
                    <a:pt x="333" y="684"/>
                  </a:lnTo>
                  <a:lnTo>
                    <a:pt x="332" y="682"/>
                  </a:lnTo>
                  <a:lnTo>
                    <a:pt x="329" y="683"/>
                  </a:lnTo>
                  <a:lnTo>
                    <a:pt x="329" y="687"/>
                  </a:lnTo>
                  <a:lnTo>
                    <a:pt x="328" y="688"/>
                  </a:lnTo>
                  <a:lnTo>
                    <a:pt x="326" y="688"/>
                  </a:lnTo>
                  <a:lnTo>
                    <a:pt x="326" y="686"/>
                  </a:lnTo>
                  <a:lnTo>
                    <a:pt x="325" y="684"/>
                  </a:lnTo>
                  <a:lnTo>
                    <a:pt x="322" y="684"/>
                  </a:lnTo>
                  <a:lnTo>
                    <a:pt x="320" y="682"/>
                  </a:lnTo>
                  <a:lnTo>
                    <a:pt x="318" y="679"/>
                  </a:lnTo>
                  <a:lnTo>
                    <a:pt x="316" y="679"/>
                  </a:lnTo>
                  <a:lnTo>
                    <a:pt x="313" y="675"/>
                  </a:lnTo>
                  <a:lnTo>
                    <a:pt x="312" y="675"/>
                  </a:lnTo>
                  <a:lnTo>
                    <a:pt x="311" y="674"/>
                  </a:lnTo>
                  <a:lnTo>
                    <a:pt x="308" y="674"/>
                  </a:lnTo>
                  <a:lnTo>
                    <a:pt x="304" y="675"/>
                  </a:lnTo>
                  <a:lnTo>
                    <a:pt x="301" y="674"/>
                  </a:lnTo>
                  <a:lnTo>
                    <a:pt x="300" y="670"/>
                  </a:lnTo>
                  <a:lnTo>
                    <a:pt x="297" y="670"/>
                  </a:lnTo>
                  <a:lnTo>
                    <a:pt x="296" y="672"/>
                  </a:lnTo>
                  <a:lnTo>
                    <a:pt x="293" y="672"/>
                  </a:lnTo>
                  <a:lnTo>
                    <a:pt x="293" y="674"/>
                  </a:lnTo>
                  <a:lnTo>
                    <a:pt x="291" y="675"/>
                  </a:lnTo>
                  <a:lnTo>
                    <a:pt x="291" y="674"/>
                  </a:lnTo>
                  <a:lnTo>
                    <a:pt x="290" y="674"/>
                  </a:lnTo>
                  <a:lnTo>
                    <a:pt x="290" y="676"/>
                  </a:lnTo>
                  <a:lnTo>
                    <a:pt x="287" y="678"/>
                  </a:lnTo>
                  <a:lnTo>
                    <a:pt x="286" y="676"/>
                  </a:lnTo>
                  <a:lnTo>
                    <a:pt x="287" y="674"/>
                  </a:lnTo>
                  <a:lnTo>
                    <a:pt x="288" y="672"/>
                  </a:lnTo>
                  <a:lnTo>
                    <a:pt x="284" y="671"/>
                  </a:lnTo>
                  <a:lnTo>
                    <a:pt x="282" y="670"/>
                  </a:lnTo>
                  <a:lnTo>
                    <a:pt x="280" y="671"/>
                  </a:lnTo>
                  <a:lnTo>
                    <a:pt x="282" y="672"/>
                  </a:lnTo>
                  <a:lnTo>
                    <a:pt x="282" y="675"/>
                  </a:lnTo>
                  <a:lnTo>
                    <a:pt x="279" y="675"/>
                  </a:lnTo>
                  <a:lnTo>
                    <a:pt x="276" y="676"/>
                  </a:lnTo>
                  <a:lnTo>
                    <a:pt x="275" y="679"/>
                  </a:lnTo>
                  <a:lnTo>
                    <a:pt x="274" y="679"/>
                  </a:lnTo>
                  <a:lnTo>
                    <a:pt x="271" y="682"/>
                  </a:lnTo>
                  <a:lnTo>
                    <a:pt x="270" y="684"/>
                  </a:lnTo>
                  <a:lnTo>
                    <a:pt x="271" y="686"/>
                  </a:lnTo>
                  <a:lnTo>
                    <a:pt x="271" y="690"/>
                  </a:lnTo>
                  <a:lnTo>
                    <a:pt x="267" y="690"/>
                  </a:lnTo>
                  <a:lnTo>
                    <a:pt x="265" y="690"/>
                  </a:lnTo>
                  <a:lnTo>
                    <a:pt x="267" y="699"/>
                  </a:lnTo>
                  <a:lnTo>
                    <a:pt x="266" y="700"/>
                  </a:lnTo>
                  <a:lnTo>
                    <a:pt x="266" y="704"/>
                  </a:lnTo>
                  <a:lnTo>
                    <a:pt x="262" y="704"/>
                  </a:lnTo>
                  <a:lnTo>
                    <a:pt x="258" y="701"/>
                  </a:lnTo>
                  <a:lnTo>
                    <a:pt x="258" y="700"/>
                  </a:lnTo>
                  <a:lnTo>
                    <a:pt x="251" y="693"/>
                  </a:lnTo>
                  <a:lnTo>
                    <a:pt x="250" y="696"/>
                  </a:lnTo>
                  <a:lnTo>
                    <a:pt x="250" y="699"/>
                  </a:lnTo>
                  <a:lnTo>
                    <a:pt x="246" y="703"/>
                  </a:lnTo>
                  <a:lnTo>
                    <a:pt x="245" y="704"/>
                  </a:lnTo>
                  <a:lnTo>
                    <a:pt x="245" y="709"/>
                  </a:lnTo>
                  <a:lnTo>
                    <a:pt x="246" y="712"/>
                  </a:lnTo>
                  <a:lnTo>
                    <a:pt x="246" y="718"/>
                  </a:lnTo>
                  <a:lnTo>
                    <a:pt x="243" y="724"/>
                  </a:lnTo>
                  <a:lnTo>
                    <a:pt x="249" y="725"/>
                  </a:lnTo>
                  <a:lnTo>
                    <a:pt x="250" y="728"/>
                  </a:lnTo>
                  <a:lnTo>
                    <a:pt x="250" y="730"/>
                  </a:lnTo>
                  <a:lnTo>
                    <a:pt x="254" y="733"/>
                  </a:lnTo>
                  <a:lnTo>
                    <a:pt x="255" y="732"/>
                  </a:lnTo>
                  <a:lnTo>
                    <a:pt x="262" y="734"/>
                  </a:lnTo>
                  <a:lnTo>
                    <a:pt x="267" y="738"/>
                  </a:lnTo>
                  <a:lnTo>
                    <a:pt x="272" y="747"/>
                  </a:lnTo>
                  <a:lnTo>
                    <a:pt x="268" y="747"/>
                  </a:lnTo>
                  <a:lnTo>
                    <a:pt x="267" y="749"/>
                  </a:lnTo>
                  <a:lnTo>
                    <a:pt x="272" y="751"/>
                  </a:lnTo>
                  <a:lnTo>
                    <a:pt x="275" y="750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4"/>
                  </a:lnTo>
                  <a:lnTo>
                    <a:pt x="278" y="755"/>
                  </a:lnTo>
                  <a:lnTo>
                    <a:pt x="276" y="755"/>
                  </a:lnTo>
                  <a:lnTo>
                    <a:pt x="276" y="755"/>
                  </a:lnTo>
                  <a:lnTo>
                    <a:pt x="278" y="757"/>
                  </a:lnTo>
                  <a:lnTo>
                    <a:pt x="276" y="758"/>
                  </a:lnTo>
                  <a:lnTo>
                    <a:pt x="276" y="758"/>
                  </a:lnTo>
                  <a:lnTo>
                    <a:pt x="276" y="759"/>
                  </a:lnTo>
                  <a:lnTo>
                    <a:pt x="275" y="759"/>
                  </a:lnTo>
                  <a:lnTo>
                    <a:pt x="274" y="759"/>
                  </a:lnTo>
                  <a:lnTo>
                    <a:pt x="272" y="759"/>
                  </a:lnTo>
                  <a:lnTo>
                    <a:pt x="270" y="759"/>
                  </a:lnTo>
                  <a:lnTo>
                    <a:pt x="274" y="761"/>
                  </a:lnTo>
                  <a:lnTo>
                    <a:pt x="274" y="762"/>
                  </a:lnTo>
                  <a:lnTo>
                    <a:pt x="274" y="763"/>
                  </a:lnTo>
                  <a:lnTo>
                    <a:pt x="272" y="762"/>
                  </a:lnTo>
                  <a:lnTo>
                    <a:pt x="271" y="762"/>
                  </a:lnTo>
                  <a:lnTo>
                    <a:pt x="270" y="762"/>
                  </a:lnTo>
                  <a:lnTo>
                    <a:pt x="268" y="762"/>
                  </a:lnTo>
                  <a:lnTo>
                    <a:pt x="270" y="763"/>
                  </a:lnTo>
                  <a:lnTo>
                    <a:pt x="270" y="763"/>
                  </a:lnTo>
                  <a:lnTo>
                    <a:pt x="268" y="765"/>
                  </a:lnTo>
                  <a:lnTo>
                    <a:pt x="267" y="765"/>
                  </a:lnTo>
                  <a:lnTo>
                    <a:pt x="266" y="766"/>
                  </a:lnTo>
                  <a:lnTo>
                    <a:pt x="265" y="765"/>
                  </a:lnTo>
                  <a:lnTo>
                    <a:pt x="265" y="766"/>
                  </a:lnTo>
                  <a:lnTo>
                    <a:pt x="263" y="767"/>
                  </a:lnTo>
                  <a:lnTo>
                    <a:pt x="262" y="766"/>
                  </a:lnTo>
                  <a:lnTo>
                    <a:pt x="262" y="766"/>
                  </a:lnTo>
                  <a:lnTo>
                    <a:pt x="261" y="767"/>
                  </a:lnTo>
                  <a:lnTo>
                    <a:pt x="261" y="768"/>
                  </a:lnTo>
                  <a:lnTo>
                    <a:pt x="259" y="771"/>
                  </a:lnTo>
                  <a:lnTo>
                    <a:pt x="258" y="772"/>
                  </a:lnTo>
                  <a:lnTo>
                    <a:pt x="258" y="775"/>
                  </a:lnTo>
                  <a:lnTo>
                    <a:pt x="257" y="776"/>
                  </a:lnTo>
                  <a:lnTo>
                    <a:pt x="257" y="780"/>
                  </a:lnTo>
                  <a:lnTo>
                    <a:pt x="255" y="782"/>
                  </a:lnTo>
                  <a:lnTo>
                    <a:pt x="254" y="784"/>
                  </a:lnTo>
                  <a:lnTo>
                    <a:pt x="255" y="788"/>
                  </a:lnTo>
                  <a:lnTo>
                    <a:pt x="258" y="788"/>
                  </a:lnTo>
                  <a:lnTo>
                    <a:pt x="259" y="788"/>
                  </a:lnTo>
                  <a:lnTo>
                    <a:pt x="261" y="790"/>
                  </a:lnTo>
                  <a:lnTo>
                    <a:pt x="263" y="791"/>
                  </a:lnTo>
                  <a:lnTo>
                    <a:pt x="263" y="795"/>
                  </a:lnTo>
                  <a:lnTo>
                    <a:pt x="266" y="796"/>
                  </a:lnTo>
                  <a:lnTo>
                    <a:pt x="267" y="795"/>
                  </a:lnTo>
                  <a:lnTo>
                    <a:pt x="268" y="795"/>
                  </a:lnTo>
                  <a:lnTo>
                    <a:pt x="267" y="797"/>
                  </a:lnTo>
                  <a:lnTo>
                    <a:pt x="267" y="799"/>
                  </a:lnTo>
                  <a:lnTo>
                    <a:pt x="266" y="799"/>
                  </a:lnTo>
                  <a:lnTo>
                    <a:pt x="265" y="800"/>
                  </a:lnTo>
                  <a:lnTo>
                    <a:pt x="267" y="800"/>
                  </a:lnTo>
                  <a:lnTo>
                    <a:pt x="267" y="801"/>
                  </a:lnTo>
                  <a:lnTo>
                    <a:pt x="267" y="804"/>
                  </a:lnTo>
                  <a:lnTo>
                    <a:pt x="268" y="807"/>
                  </a:lnTo>
                  <a:lnTo>
                    <a:pt x="270" y="809"/>
                  </a:lnTo>
                  <a:lnTo>
                    <a:pt x="271" y="812"/>
                  </a:lnTo>
                  <a:lnTo>
                    <a:pt x="275" y="818"/>
                  </a:lnTo>
                  <a:lnTo>
                    <a:pt x="282" y="822"/>
                  </a:lnTo>
                  <a:lnTo>
                    <a:pt x="283" y="824"/>
                  </a:lnTo>
                  <a:lnTo>
                    <a:pt x="283" y="824"/>
                  </a:lnTo>
                  <a:lnTo>
                    <a:pt x="278" y="829"/>
                  </a:lnTo>
                  <a:lnTo>
                    <a:pt x="275" y="830"/>
                  </a:lnTo>
                  <a:lnTo>
                    <a:pt x="274" y="833"/>
                  </a:lnTo>
                  <a:lnTo>
                    <a:pt x="268" y="832"/>
                  </a:lnTo>
                  <a:lnTo>
                    <a:pt x="267" y="829"/>
                  </a:lnTo>
                  <a:lnTo>
                    <a:pt x="262" y="825"/>
                  </a:lnTo>
                  <a:lnTo>
                    <a:pt x="258" y="825"/>
                  </a:lnTo>
                  <a:lnTo>
                    <a:pt x="257" y="829"/>
                  </a:lnTo>
                  <a:lnTo>
                    <a:pt x="259" y="830"/>
                  </a:lnTo>
                  <a:lnTo>
                    <a:pt x="262" y="833"/>
                  </a:lnTo>
                  <a:lnTo>
                    <a:pt x="261" y="837"/>
                  </a:lnTo>
                  <a:lnTo>
                    <a:pt x="257" y="836"/>
                  </a:lnTo>
                  <a:lnTo>
                    <a:pt x="253" y="836"/>
                  </a:lnTo>
                  <a:lnTo>
                    <a:pt x="246" y="832"/>
                  </a:lnTo>
                  <a:lnTo>
                    <a:pt x="241" y="833"/>
                  </a:lnTo>
                  <a:lnTo>
                    <a:pt x="241" y="834"/>
                  </a:lnTo>
                  <a:lnTo>
                    <a:pt x="241" y="834"/>
                  </a:lnTo>
                  <a:lnTo>
                    <a:pt x="233" y="834"/>
                  </a:lnTo>
                  <a:lnTo>
                    <a:pt x="232" y="834"/>
                  </a:lnTo>
                  <a:lnTo>
                    <a:pt x="226" y="836"/>
                  </a:lnTo>
                  <a:lnTo>
                    <a:pt x="222" y="837"/>
                  </a:lnTo>
                  <a:lnTo>
                    <a:pt x="222" y="837"/>
                  </a:lnTo>
                  <a:lnTo>
                    <a:pt x="221" y="836"/>
                  </a:lnTo>
                  <a:lnTo>
                    <a:pt x="216" y="832"/>
                  </a:lnTo>
                  <a:lnTo>
                    <a:pt x="213" y="832"/>
                  </a:lnTo>
                  <a:lnTo>
                    <a:pt x="212" y="833"/>
                  </a:lnTo>
                  <a:lnTo>
                    <a:pt x="211" y="833"/>
                  </a:lnTo>
                  <a:lnTo>
                    <a:pt x="208" y="832"/>
                  </a:lnTo>
                  <a:lnTo>
                    <a:pt x="207" y="833"/>
                  </a:lnTo>
                  <a:lnTo>
                    <a:pt x="205" y="833"/>
                  </a:lnTo>
                  <a:lnTo>
                    <a:pt x="204" y="830"/>
                  </a:lnTo>
                  <a:lnTo>
                    <a:pt x="203" y="830"/>
                  </a:lnTo>
                  <a:lnTo>
                    <a:pt x="203" y="830"/>
                  </a:lnTo>
                  <a:lnTo>
                    <a:pt x="204" y="830"/>
                  </a:lnTo>
                  <a:lnTo>
                    <a:pt x="203" y="828"/>
                  </a:lnTo>
                  <a:lnTo>
                    <a:pt x="204" y="826"/>
                  </a:lnTo>
                  <a:lnTo>
                    <a:pt x="201" y="822"/>
                  </a:lnTo>
                  <a:lnTo>
                    <a:pt x="201" y="817"/>
                  </a:lnTo>
                  <a:lnTo>
                    <a:pt x="200" y="816"/>
                  </a:lnTo>
                  <a:lnTo>
                    <a:pt x="197" y="812"/>
                  </a:lnTo>
                  <a:lnTo>
                    <a:pt x="195" y="812"/>
                  </a:lnTo>
                  <a:lnTo>
                    <a:pt x="193" y="811"/>
                  </a:lnTo>
                  <a:lnTo>
                    <a:pt x="191" y="808"/>
                  </a:lnTo>
                  <a:lnTo>
                    <a:pt x="189" y="808"/>
                  </a:lnTo>
                  <a:lnTo>
                    <a:pt x="188" y="808"/>
                  </a:lnTo>
                  <a:lnTo>
                    <a:pt x="187" y="808"/>
                  </a:lnTo>
                  <a:lnTo>
                    <a:pt x="184" y="804"/>
                  </a:lnTo>
                  <a:lnTo>
                    <a:pt x="183" y="804"/>
                  </a:lnTo>
                  <a:lnTo>
                    <a:pt x="180" y="804"/>
                  </a:lnTo>
                  <a:lnTo>
                    <a:pt x="180" y="803"/>
                  </a:lnTo>
                  <a:lnTo>
                    <a:pt x="178" y="801"/>
                  </a:lnTo>
                  <a:lnTo>
                    <a:pt x="176" y="800"/>
                  </a:lnTo>
                  <a:lnTo>
                    <a:pt x="176" y="799"/>
                  </a:lnTo>
                  <a:lnTo>
                    <a:pt x="174" y="799"/>
                  </a:lnTo>
                  <a:lnTo>
                    <a:pt x="172" y="795"/>
                  </a:lnTo>
                  <a:lnTo>
                    <a:pt x="164" y="790"/>
                  </a:lnTo>
                  <a:lnTo>
                    <a:pt x="162" y="790"/>
                  </a:lnTo>
                  <a:lnTo>
                    <a:pt x="157" y="786"/>
                  </a:lnTo>
                  <a:lnTo>
                    <a:pt x="153" y="787"/>
                  </a:lnTo>
                  <a:lnTo>
                    <a:pt x="150" y="784"/>
                  </a:lnTo>
                  <a:lnTo>
                    <a:pt x="150" y="782"/>
                  </a:lnTo>
                  <a:lnTo>
                    <a:pt x="146" y="779"/>
                  </a:lnTo>
                  <a:lnTo>
                    <a:pt x="145" y="779"/>
                  </a:lnTo>
                  <a:lnTo>
                    <a:pt x="142" y="779"/>
                  </a:lnTo>
                  <a:lnTo>
                    <a:pt x="143" y="778"/>
                  </a:lnTo>
                  <a:lnTo>
                    <a:pt x="146" y="776"/>
                  </a:lnTo>
                  <a:lnTo>
                    <a:pt x="145" y="775"/>
                  </a:lnTo>
                  <a:lnTo>
                    <a:pt x="145" y="774"/>
                  </a:lnTo>
                  <a:lnTo>
                    <a:pt x="147" y="775"/>
                  </a:lnTo>
                  <a:lnTo>
                    <a:pt x="149" y="776"/>
                  </a:lnTo>
                  <a:lnTo>
                    <a:pt x="150" y="776"/>
                  </a:lnTo>
                  <a:lnTo>
                    <a:pt x="153" y="776"/>
                  </a:lnTo>
                  <a:lnTo>
                    <a:pt x="153" y="772"/>
                  </a:lnTo>
                  <a:lnTo>
                    <a:pt x="151" y="772"/>
                  </a:lnTo>
                  <a:lnTo>
                    <a:pt x="151" y="770"/>
                  </a:lnTo>
                  <a:lnTo>
                    <a:pt x="154" y="767"/>
                  </a:lnTo>
                  <a:lnTo>
                    <a:pt x="154" y="766"/>
                  </a:lnTo>
                  <a:lnTo>
                    <a:pt x="155" y="766"/>
                  </a:lnTo>
                  <a:lnTo>
                    <a:pt x="157" y="766"/>
                  </a:lnTo>
                  <a:lnTo>
                    <a:pt x="158" y="765"/>
                  </a:lnTo>
                  <a:lnTo>
                    <a:pt x="159" y="763"/>
                  </a:lnTo>
                  <a:lnTo>
                    <a:pt x="159" y="763"/>
                  </a:lnTo>
                  <a:lnTo>
                    <a:pt x="157" y="762"/>
                  </a:lnTo>
                  <a:lnTo>
                    <a:pt x="157" y="761"/>
                  </a:lnTo>
                  <a:lnTo>
                    <a:pt x="155" y="762"/>
                  </a:lnTo>
                  <a:lnTo>
                    <a:pt x="153" y="761"/>
                  </a:lnTo>
                  <a:lnTo>
                    <a:pt x="151" y="757"/>
                  </a:lnTo>
                  <a:lnTo>
                    <a:pt x="155" y="757"/>
                  </a:lnTo>
                  <a:lnTo>
                    <a:pt x="158" y="757"/>
                  </a:lnTo>
                  <a:lnTo>
                    <a:pt x="160" y="755"/>
                  </a:lnTo>
                  <a:lnTo>
                    <a:pt x="158" y="755"/>
                  </a:lnTo>
                  <a:lnTo>
                    <a:pt x="158" y="754"/>
                  </a:lnTo>
                  <a:lnTo>
                    <a:pt x="159" y="753"/>
                  </a:lnTo>
                  <a:lnTo>
                    <a:pt x="166" y="749"/>
                  </a:lnTo>
                  <a:lnTo>
                    <a:pt x="167" y="747"/>
                  </a:lnTo>
                  <a:lnTo>
                    <a:pt x="166" y="746"/>
                  </a:lnTo>
                  <a:lnTo>
                    <a:pt x="163" y="746"/>
                  </a:lnTo>
                  <a:lnTo>
                    <a:pt x="160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2"/>
                  </a:lnTo>
                  <a:lnTo>
                    <a:pt x="159" y="742"/>
                  </a:lnTo>
                  <a:lnTo>
                    <a:pt x="162" y="737"/>
                  </a:lnTo>
                  <a:lnTo>
                    <a:pt x="167" y="737"/>
                  </a:lnTo>
                  <a:lnTo>
                    <a:pt x="170" y="736"/>
                  </a:lnTo>
                  <a:lnTo>
                    <a:pt x="170" y="733"/>
                  </a:lnTo>
                  <a:lnTo>
                    <a:pt x="171" y="728"/>
                  </a:lnTo>
                  <a:lnTo>
                    <a:pt x="170" y="725"/>
                  </a:lnTo>
                  <a:lnTo>
                    <a:pt x="167" y="722"/>
                  </a:lnTo>
                  <a:lnTo>
                    <a:pt x="167" y="717"/>
                  </a:lnTo>
                  <a:lnTo>
                    <a:pt x="170" y="717"/>
                  </a:lnTo>
                  <a:lnTo>
                    <a:pt x="172" y="715"/>
                  </a:lnTo>
                  <a:lnTo>
                    <a:pt x="172" y="711"/>
                  </a:lnTo>
                  <a:lnTo>
                    <a:pt x="171" y="711"/>
                  </a:lnTo>
                  <a:lnTo>
                    <a:pt x="170" y="708"/>
                  </a:lnTo>
                  <a:lnTo>
                    <a:pt x="167" y="709"/>
                  </a:lnTo>
                  <a:lnTo>
                    <a:pt x="164" y="708"/>
                  </a:lnTo>
                  <a:lnTo>
                    <a:pt x="160" y="707"/>
                  </a:lnTo>
                  <a:lnTo>
                    <a:pt x="158" y="707"/>
                  </a:lnTo>
                  <a:lnTo>
                    <a:pt x="157" y="705"/>
                  </a:lnTo>
                  <a:lnTo>
                    <a:pt x="153" y="705"/>
                  </a:lnTo>
                  <a:lnTo>
                    <a:pt x="149" y="704"/>
                  </a:lnTo>
                  <a:lnTo>
                    <a:pt x="147" y="707"/>
                  </a:lnTo>
                  <a:lnTo>
                    <a:pt x="146" y="704"/>
                  </a:lnTo>
                  <a:lnTo>
                    <a:pt x="142" y="701"/>
                  </a:lnTo>
                  <a:lnTo>
                    <a:pt x="139" y="696"/>
                  </a:lnTo>
                  <a:lnTo>
                    <a:pt x="138" y="696"/>
                  </a:lnTo>
                  <a:lnTo>
                    <a:pt x="134" y="699"/>
                  </a:lnTo>
                  <a:lnTo>
                    <a:pt x="132" y="699"/>
                  </a:lnTo>
                  <a:lnTo>
                    <a:pt x="129" y="699"/>
                  </a:lnTo>
                  <a:lnTo>
                    <a:pt x="125" y="697"/>
                  </a:lnTo>
                  <a:lnTo>
                    <a:pt x="124" y="700"/>
                  </a:lnTo>
                  <a:lnTo>
                    <a:pt x="118" y="695"/>
                  </a:lnTo>
                  <a:lnTo>
                    <a:pt x="117" y="691"/>
                  </a:lnTo>
                  <a:lnTo>
                    <a:pt x="117" y="688"/>
                  </a:lnTo>
                  <a:lnTo>
                    <a:pt x="114" y="687"/>
                  </a:lnTo>
                  <a:lnTo>
                    <a:pt x="114" y="684"/>
                  </a:lnTo>
                  <a:lnTo>
                    <a:pt x="112" y="683"/>
                  </a:lnTo>
                  <a:lnTo>
                    <a:pt x="105" y="684"/>
                  </a:lnTo>
                  <a:lnTo>
                    <a:pt x="101" y="679"/>
                  </a:lnTo>
                  <a:lnTo>
                    <a:pt x="103" y="676"/>
                  </a:lnTo>
                  <a:lnTo>
                    <a:pt x="100" y="675"/>
                  </a:lnTo>
                  <a:lnTo>
                    <a:pt x="99" y="670"/>
                  </a:lnTo>
                  <a:lnTo>
                    <a:pt x="96" y="670"/>
                  </a:lnTo>
                  <a:lnTo>
                    <a:pt x="93" y="671"/>
                  </a:lnTo>
                  <a:lnTo>
                    <a:pt x="87" y="671"/>
                  </a:lnTo>
                  <a:lnTo>
                    <a:pt x="81" y="668"/>
                  </a:lnTo>
                  <a:lnTo>
                    <a:pt x="79" y="671"/>
                  </a:lnTo>
                  <a:lnTo>
                    <a:pt x="80" y="672"/>
                  </a:lnTo>
                  <a:lnTo>
                    <a:pt x="76" y="674"/>
                  </a:lnTo>
                  <a:lnTo>
                    <a:pt x="75" y="674"/>
                  </a:lnTo>
                  <a:lnTo>
                    <a:pt x="75" y="670"/>
                  </a:lnTo>
                  <a:lnTo>
                    <a:pt x="72" y="667"/>
                  </a:lnTo>
                  <a:lnTo>
                    <a:pt x="72" y="663"/>
                  </a:lnTo>
                  <a:lnTo>
                    <a:pt x="70" y="661"/>
                  </a:lnTo>
                  <a:lnTo>
                    <a:pt x="70" y="657"/>
                  </a:lnTo>
                  <a:lnTo>
                    <a:pt x="71" y="655"/>
                  </a:lnTo>
                  <a:lnTo>
                    <a:pt x="74" y="658"/>
                  </a:lnTo>
                  <a:lnTo>
                    <a:pt x="80" y="657"/>
                  </a:lnTo>
                  <a:lnTo>
                    <a:pt x="81" y="653"/>
                  </a:lnTo>
                  <a:lnTo>
                    <a:pt x="83" y="651"/>
                  </a:lnTo>
                  <a:lnTo>
                    <a:pt x="80" y="650"/>
                  </a:lnTo>
                  <a:lnTo>
                    <a:pt x="80" y="647"/>
                  </a:lnTo>
                  <a:lnTo>
                    <a:pt x="76" y="643"/>
                  </a:lnTo>
                  <a:lnTo>
                    <a:pt x="72" y="642"/>
                  </a:lnTo>
                  <a:lnTo>
                    <a:pt x="71" y="638"/>
                  </a:lnTo>
                  <a:lnTo>
                    <a:pt x="68" y="637"/>
                  </a:lnTo>
                  <a:lnTo>
                    <a:pt x="66" y="633"/>
                  </a:lnTo>
                  <a:lnTo>
                    <a:pt x="64" y="629"/>
                  </a:lnTo>
                  <a:lnTo>
                    <a:pt x="62" y="626"/>
                  </a:lnTo>
                  <a:lnTo>
                    <a:pt x="62" y="622"/>
                  </a:lnTo>
                  <a:lnTo>
                    <a:pt x="59" y="620"/>
                  </a:lnTo>
                  <a:lnTo>
                    <a:pt x="60" y="617"/>
                  </a:lnTo>
                  <a:lnTo>
                    <a:pt x="59" y="615"/>
                  </a:lnTo>
                  <a:lnTo>
                    <a:pt x="54" y="613"/>
                  </a:lnTo>
                  <a:lnTo>
                    <a:pt x="53" y="613"/>
                  </a:lnTo>
                  <a:lnTo>
                    <a:pt x="51" y="611"/>
                  </a:lnTo>
                  <a:lnTo>
                    <a:pt x="47" y="612"/>
                  </a:lnTo>
                  <a:lnTo>
                    <a:pt x="45" y="615"/>
                  </a:lnTo>
                  <a:lnTo>
                    <a:pt x="42" y="611"/>
                  </a:lnTo>
                  <a:lnTo>
                    <a:pt x="39" y="611"/>
                  </a:lnTo>
                  <a:lnTo>
                    <a:pt x="37" y="612"/>
                  </a:lnTo>
                  <a:lnTo>
                    <a:pt x="34" y="608"/>
                  </a:lnTo>
                  <a:lnTo>
                    <a:pt x="31" y="609"/>
                  </a:lnTo>
                  <a:lnTo>
                    <a:pt x="30" y="608"/>
                  </a:lnTo>
                  <a:lnTo>
                    <a:pt x="29" y="608"/>
                  </a:lnTo>
                  <a:lnTo>
                    <a:pt x="29" y="605"/>
                  </a:lnTo>
                  <a:lnTo>
                    <a:pt x="26" y="603"/>
                  </a:lnTo>
                  <a:lnTo>
                    <a:pt x="26" y="599"/>
                  </a:lnTo>
                  <a:lnTo>
                    <a:pt x="25" y="599"/>
                  </a:lnTo>
                  <a:lnTo>
                    <a:pt x="24" y="595"/>
                  </a:lnTo>
                  <a:lnTo>
                    <a:pt x="24" y="593"/>
                  </a:lnTo>
                  <a:lnTo>
                    <a:pt x="24" y="592"/>
                  </a:lnTo>
                  <a:lnTo>
                    <a:pt x="22" y="591"/>
                  </a:lnTo>
                  <a:lnTo>
                    <a:pt x="22" y="590"/>
                  </a:lnTo>
                  <a:lnTo>
                    <a:pt x="22" y="588"/>
                  </a:lnTo>
                  <a:lnTo>
                    <a:pt x="20" y="587"/>
                  </a:lnTo>
                  <a:lnTo>
                    <a:pt x="21" y="584"/>
                  </a:lnTo>
                  <a:lnTo>
                    <a:pt x="21" y="583"/>
                  </a:lnTo>
                  <a:lnTo>
                    <a:pt x="24" y="580"/>
                  </a:lnTo>
                  <a:lnTo>
                    <a:pt x="24" y="579"/>
                  </a:lnTo>
                  <a:lnTo>
                    <a:pt x="17" y="568"/>
                  </a:lnTo>
                  <a:lnTo>
                    <a:pt x="18" y="559"/>
                  </a:lnTo>
                  <a:lnTo>
                    <a:pt x="20" y="559"/>
                  </a:lnTo>
                  <a:lnTo>
                    <a:pt x="21" y="555"/>
                  </a:lnTo>
                  <a:lnTo>
                    <a:pt x="22" y="553"/>
                  </a:lnTo>
                  <a:lnTo>
                    <a:pt x="22" y="553"/>
                  </a:lnTo>
                  <a:lnTo>
                    <a:pt x="22" y="551"/>
                  </a:lnTo>
                  <a:lnTo>
                    <a:pt x="21" y="550"/>
                  </a:lnTo>
                  <a:lnTo>
                    <a:pt x="21" y="550"/>
                  </a:lnTo>
                  <a:lnTo>
                    <a:pt x="22" y="547"/>
                  </a:lnTo>
                  <a:lnTo>
                    <a:pt x="21" y="545"/>
                  </a:lnTo>
                  <a:lnTo>
                    <a:pt x="21" y="543"/>
                  </a:lnTo>
                  <a:lnTo>
                    <a:pt x="22" y="543"/>
                  </a:lnTo>
                  <a:lnTo>
                    <a:pt x="24" y="546"/>
                  </a:lnTo>
                  <a:lnTo>
                    <a:pt x="25" y="545"/>
                  </a:lnTo>
                  <a:lnTo>
                    <a:pt x="25" y="542"/>
                  </a:lnTo>
                  <a:lnTo>
                    <a:pt x="26" y="542"/>
                  </a:lnTo>
                  <a:lnTo>
                    <a:pt x="29" y="543"/>
                  </a:lnTo>
                  <a:lnTo>
                    <a:pt x="31" y="541"/>
                  </a:lnTo>
                  <a:lnTo>
                    <a:pt x="33" y="538"/>
                  </a:lnTo>
                  <a:lnTo>
                    <a:pt x="34" y="538"/>
                  </a:lnTo>
                  <a:lnTo>
                    <a:pt x="37" y="540"/>
                  </a:lnTo>
                  <a:lnTo>
                    <a:pt x="39" y="538"/>
                  </a:lnTo>
                  <a:lnTo>
                    <a:pt x="37" y="534"/>
                  </a:lnTo>
                  <a:lnTo>
                    <a:pt x="35" y="534"/>
                  </a:lnTo>
                  <a:lnTo>
                    <a:pt x="34" y="536"/>
                  </a:lnTo>
                  <a:lnTo>
                    <a:pt x="31" y="536"/>
                  </a:lnTo>
                  <a:lnTo>
                    <a:pt x="30" y="533"/>
                  </a:lnTo>
                  <a:lnTo>
                    <a:pt x="26" y="533"/>
                  </a:lnTo>
                  <a:lnTo>
                    <a:pt x="24" y="529"/>
                  </a:lnTo>
                  <a:lnTo>
                    <a:pt x="25" y="528"/>
                  </a:lnTo>
                  <a:lnTo>
                    <a:pt x="27" y="530"/>
                  </a:lnTo>
                  <a:lnTo>
                    <a:pt x="27" y="528"/>
                  </a:lnTo>
                  <a:lnTo>
                    <a:pt x="26" y="526"/>
                  </a:lnTo>
                  <a:lnTo>
                    <a:pt x="27" y="525"/>
                  </a:lnTo>
                  <a:lnTo>
                    <a:pt x="25" y="525"/>
                  </a:lnTo>
                  <a:lnTo>
                    <a:pt x="25" y="526"/>
                  </a:lnTo>
                  <a:lnTo>
                    <a:pt x="24" y="526"/>
                  </a:lnTo>
                  <a:lnTo>
                    <a:pt x="22" y="528"/>
                  </a:lnTo>
                  <a:lnTo>
                    <a:pt x="22" y="528"/>
                  </a:lnTo>
                  <a:lnTo>
                    <a:pt x="21" y="528"/>
                  </a:lnTo>
                  <a:lnTo>
                    <a:pt x="21" y="528"/>
                  </a:lnTo>
                  <a:lnTo>
                    <a:pt x="21" y="525"/>
                  </a:lnTo>
                  <a:lnTo>
                    <a:pt x="26" y="520"/>
                  </a:lnTo>
                  <a:lnTo>
                    <a:pt x="29" y="518"/>
                  </a:lnTo>
                  <a:lnTo>
                    <a:pt x="33" y="513"/>
                  </a:lnTo>
                  <a:lnTo>
                    <a:pt x="35" y="508"/>
                  </a:lnTo>
                  <a:lnTo>
                    <a:pt x="38" y="501"/>
                  </a:lnTo>
                  <a:lnTo>
                    <a:pt x="43" y="493"/>
                  </a:lnTo>
                  <a:lnTo>
                    <a:pt x="46" y="486"/>
                  </a:lnTo>
                  <a:lnTo>
                    <a:pt x="46" y="482"/>
                  </a:lnTo>
                  <a:lnTo>
                    <a:pt x="41" y="476"/>
                  </a:lnTo>
                  <a:lnTo>
                    <a:pt x="38" y="475"/>
                  </a:lnTo>
                  <a:lnTo>
                    <a:pt x="31" y="467"/>
                  </a:lnTo>
                  <a:lnTo>
                    <a:pt x="33" y="463"/>
                  </a:lnTo>
                  <a:lnTo>
                    <a:pt x="35" y="461"/>
                  </a:lnTo>
                  <a:lnTo>
                    <a:pt x="35" y="457"/>
                  </a:lnTo>
                  <a:lnTo>
                    <a:pt x="31" y="454"/>
                  </a:lnTo>
                  <a:lnTo>
                    <a:pt x="30" y="451"/>
                  </a:lnTo>
                  <a:lnTo>
                    <a:pt x="30" y="447"/>
                  </a:lnTo>
                  <a:lnTo>
                    <a:pt x="30" y="446"/>
                  </a:lnTo>
                  <a:lnTo>
                    <a:pt x="30" y="445"/>
                  </a:lnTo>
                  <a:lnTo>
                    <a:pt x="26" y="443"/>
                  </a:lnTo>
                  <a:lnTo>
                    <a:pt x="25" y="442"/>
                  </a:lnTo>
                  <a:lnTo>
                    <a:pt x="25" y="438"/>
                  </a:lnTo>
                  <a:lnTo>
                    <a:pt x="27" y="436"/>
                  </a:lnTo>
                  <a:lnTo>
                    <a:pt x="25" y="436"/>
                  </a:lnTo>
                  <a:lnTo>
                    <a:pt x="25" y="433"/>
                  </a:lnTo>
                  <a:lnTo>
                    <a:pt x="25" y="425"/>
                  </a:lnTo>
                  <a:lnTo>
                    <a:pt x="27" y="425"/>
                  </a:lnTo>
                  <a:lnTo>
                    <a:pt x="22" y="412"/>
                  </a:lnTo>
                  <a:lnTo>
                    <a:pt x="17" y="404"/>
                  </a:lnTo>
                  <a:lnTo>
                    <a:pt x="16" y="400"/>
                  </a:lnTo>
                  <a:lnTo>
                    <a:pt x="13" y="397"/>
                  </a:lnTo>
                  <a:lnTo>
                    <a:pt x="16" y="392"/>
                  </a:lnTo>
                  <a:lnTo>
                    <a:pt x="17" y="388"/>
                  </a:lnTo>
                  <a:lnTo>
                    <a:pt x="18" y="384"/>
                  </a:lnTo>
                  <a:lnTo>
                    <a:pt x="17" y="383"/>
                  </a:lnTo>
                  <a:lnTo>
                    <a:pt x="12" y="379"/>
                  </a:lnTo>
                  <a:lnTo>
                    <a:pt x="10" y="378"/>
                  </a:lnTo>
                  <a:lnTo>
                    <a:pt x="9" y="375"/>
                  </a:lnTo>
                  <a:lnTo>
                    <a:pt x="6" y="372"/>
                  </a:lnTo>
                  <a:lnTo>
                    <a:pt x="4" y="372"/>
                  </a:lnTo>
                  <a:lnTo>
                    <a:pt x="2" y="367"/>
                  </a:lnTo>
                  <a:lnTo>
                    <a:pt x="1" y="365"/>
                  </a:lnTo>
                  <a:lnTo>
                    <a:pt x="1" y="361"/>
                  </a:lnTo>
                  <a:lnTo>
                    <a:pt x="2" y="358"/>
                  </a:lnTo>
                  <a:lnTo>
                    <a:pt x="0" y="358"/>
                  </a:lnTo>
                  <a:lnTo>
                    <a:pt x="2" y="357"/>
                  </a:lnTo>
                  <a:lnTo>
                    <a:pt x="5" y="355"/>
                  </a:lnTo>
                  <a:lnTo>
                    <a:pt x="5" y="355"/>
                  </a:lnTo>
                  <a:lnTo>
                    <a:pt x="6" y="354"/>
                  </a:lnTo>
                  <a:lnTo>
                    <a:pt x="6" y="350"/>
                  </a:lnTo>
                  <a:lnTo>
                    <a:pt x="9" y="347"/>
                  </a:lnTo>
                  <a:lnTo>
                    <a:pt x="13" y="347"/>
                  </a:lnTo>
                  <a:lnTo>
                    <a:pt x="14" y="345"/>
                  </a:lnTo>
                  <a:lnTo>
                    <a:pt x="14" y="341"/>
                  </a:lnTo>
                  <a:lnTo>
                    <a:pt x="16" y="341"/>
                  </a:lnTo>
                  <a:lnTo>
                    <a:pt x="18" y="342"/>
                  </a:lnTo>
                  <a:lnTo>
                    <a:pt x="20" y="340"/>
                  </a:lnTo>
                  <a:lnTo>
                    <a:pt x="20" y="337"/>
                  </a:lnTo>
                  <a:lnTo>
                    <a:pt x="20" y="337"/>
                  </a:lnTo>
                  <a:lnTo>
                    <a:pt x="22" y="338"/>
                  </a:lnTo>
                  <a:lnTo>
                    <a:pt x="24" y="338"/>
                  </a:lnTo>
                  <a:lnTo>
                    <a:pt x="24" y="341"/>
                  </a:lnTo>
                  <a:lnTo>
                    <a:pt x="25" y="342"/>
                  </a:lnTo>
                  <a:lnTo>
                    <a:pt x="25" y="340"/>
                  </a:lnTo>
                  <a:lnTo>
                    <a:pt x="26" y="338"/>
                  </a:lnTo>
                  <a:lnTo>
                    <a:pt x="27" y="338"/>
                  </a:lnTo>
                  <a:lnTo>
                    <a:pt x="29" y="338"/>
                  </a:lnTo>
                  <a:lnTo>
                    <a:pt x="26" y="336"/>
                  </a:lnTo>
                  <a:lnTo>
                    <a:pt x="26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4"/>
                  </a:lnTo>
                  <a:lnTo>
                    <a:pt x="29" y="334"/>
                  </a:lnTo>
                  <a:lnTo>
                    <a:pt x="27" y="333"/>
                  </a:lnTo>
                  <a:lnTo>
                    <a:pt x="27" y="332"/>
                  </a:lnTo>
                  <a:lnTo>
                    <a:pt x="30" y="332"/>
                  </a:lnTo>
                  <a:lnTo>
                    <a:pt x="33" y="333"/>
                  </a:lnTo>
                  <a:lnTo>
                    <a:pt x="34" y="336"/>
                  </a:lnTo>
                  <a:lnTo>
                    <a:pt x="35" y="336"/>
                  </a:lnTo>
                  <a:lnTo>
                    <a:pt x="37" y="336"/>
                  </a:lnTo>
                  <a:lnTo>
                    <a:pt x="38" y="336"/>
                  </a:lnTo>
                  <a:lnTo>
                    <a:pt x="38" y="337"/>
                  </a:lnTo>
                  <a:lnTo>
                    <a:pt x="39" y="338"/>
                  </a:lnTo>
                  <a:lnTo>
                    <a:pt x="41" y="340"/>
                  </a:lnTo>
                  <a:lnTo>
                    <a:pt x="38" y="341"/>
                  </a:lnTo>
                  <a:lnTo>
                    <a:pt x="37" y="340"/>
                  </a:lnTo>
                  <a:lnTo>
                    <a:pt x="34" y="341"/>
                  </a:lnTo>
                  <a:lnTo>
                    <a:pt x="31" y="338"/>
                  </a:lnTo>
                  <a:lnTo>
                    <a:pt x="31" y="337"/>
                  </a:lnTo>
                  <a:lnTo>
                    <a:pt x="30" y="338"/>
                  </a:lnTo>
                  <a:lnTo>
                    <a:pt x="30" y="341"/>
                  </a:lnTo>
                  <a:lnTo>
                    <a:pt x="31" y="343"/>
                  </a:lnTo>
                  <a:lnTo>
                    <a:pt x="33" y="342"/>
                  </a:lnTo>
                  <a:lnTo>
                    <a:pt x="34" y="342"/>
                  </a:lnTo>
                  <a:lnTo>
                    <a:pt x="34" y="345"/>
                  </a:lnTo>
                  <a:lnTo>
                    <a:pt x="35" y="343"/>
                  </a:lnTo>
                  <a:lnTo>
                    <a:pt x="38" y="343"/>
                  </a:lnTo>
                  <a:lnTo>
                    <a:pt x="38" y="345"/>
                  </a:lnTo>
                  <a:lnTo>
                    <a:pt x="39" y="345"/>
                  </a:lnTo>
                  <a:lnTo>
                    <a:pt x="39" y="343"/>
                  </a:lnTo>
                  <a:lnTo>
                    <a:pt x="41" y="345"/>
                  </a:lnTo>
                  <a:lnTo>
                    <a:pt x="41" y="345"/>
                  </a:lnTo>
                  <a:lnTo>
                    <a:pt x="41" y="346"/>
                  </a:lnTo>
                  <a:lnTo>
                    <a:pt x="42" y="345"/>
                  </a:lnTo>
                  <a:lnTo>
                    <a:pt x="43" y="343"/>
                  </a:lnTo>
                  <a:lnTo>
                    <a:pt x="45" y="343"/>
                  </a:lnTo>
                  <a:lnTo>
                    <a:pt x="43" y="345"/>
                  </a:lnTo>
                  <a:lnTo>
                    <a:pt x="43" y="346"/>
                  </a:lnTo>
                  <a:lnTo>
                    <a:pt x="45" y="346"/>
                  </a:lnTo>
                  <a:lnTo>
                    <a:pt x="46" y="347"/>
                  </a:lnTo>
                  <a:lnTo>
                    <a:pt x="45" y="347"/>
                  </a:lnTo>
                  <a:lnTo>
                    <a:pt x="43" y="350"/>
                  </a:lnTo>
                  <a:lnTo>
                    <a:pt x="46" y="350"/>
                  </a:lnTo>
                  <a:lnTo>
                    <a:pt x="47" y="347"/>
                  </a:lnTo>
                  <a:lnTo>
                    <a:pt x="46" y="345"/>
                  </a:lnTo>
                  <a:lnTo>
                    <a:pt x="47" y="345"/>
                  </a:lnTo>
                  <a:lnTo>
                    <a:pt x="50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0" y="342"/>
                  </a:lnTo>
                  <a:lnTo>
                    <a:pt x="50" y="342"/>
                  </a:lnTo>
                  <a:lnTo>
                    <a:pt x="53" y="343"/>
                  </a:lnTo>
                  <a:lnTo>
                    <a:pt x="54" y="345"/>
                  </a:lnTo>
                  <a:lnTo>
                    <a:pt x="58" y="345"/>
                  </a:lnTo>
                  <a:lnTo>
                    <a:pt x="60" y="346"/>
                  </a:lnTo>
                  <a:lnTo>
                    <a:pt x="62" y="345"/>
                  </a:lnTo>
                  <a:lnTo>
                    <a:pt x="62" y="343"/>
                  </a:lnTo>
                  <a:lnTo>
                    <a:pt x="64" y="345"/>
                  </a:lnTo>
                  <a:lnTo>
                    <a:pt x="67" y="346"/>
                  </a:lnTo>
                  <a:lnTo>
                    <a:pt x="67" y="345"/>
                  </a:lnTo>
                  <a:lnTo>
                    <a:pt x="70" y="346"/>
                  </a:lnTo>
                  <a:lnTo>
                    <a:pt x="81" y="353"/>
                  </a:lnTo>
                  <a:lnTo>
                    <a:pt x="91" y="358"/>
                  </a:lnTo>
                  <a:lnTo>
                    <a:pt x="92" y="361"/>
                  </a:lnTo>
                  <a:lnTo>
                    <a:pt x="95" y="361"/>
                  </a:lnTo>
                  <a:lnTo>
                    <a:pt x="97" y="365"/>
                  </a:lnTo>
                  <a:lnTo>
                    <a:pt x="99" y="366"/>
                  </a:lnTo>
                  <a:lnTo>
                    <a:pt x="99" y="365"/>
                  </a:lnTo>
                  <a:lnTo>
                    <a:pt x="99" y="363"/>
                  </a:lnTo>
                  <a:lnTo>
                    <a:pt x="100" y="363"/>
                  </a:lnTo>
                  <a:lnTo>
                    <a:pt x="103" y="366"/>
                  </a:lnTo>
                  <a:lnTo>
                    <a:pt x="105" y="366"/>
                  </a:lnTo>
                  <a:lnTo>
                    <a:pt x="108" y="368"/>
                  </a:lnTo>
                  <a:lnTo>
                    <a:pt x="109" y="368"/>
                  </a:lnTo>
                  <a:lnTo>
                    <a:pt x="108" y="366"/>
                  </a:lnTo>
                  <a:lnTo>
                    <a:pt x="106" y="365"/>
                  </a:lnTo>
                  <a:lnTo>
                    <a:pt x="108" y="365"/>
                  </a:lnTo>
                  <a:lnTo>
                    <a:pt x="110" y="367"/>
                  </a:lnTo>
                  <a:lnTo>
                    <a:pt x="110" y="370"/>
                  </a:lnTo>
                  <a:lnTo>
                    <a:pt x="116" y="372"/>
                  </a:lnTo>
                  <a:lnTo>
                    <a:pt x="116" y="374"/>
                  </a:lnTo>
                  <a:lnTo>
                    <a:pt x="118" y="375"/>
                  </a:lnTo>
                  <a:lnTo>
                    <a:pt x="118" y="374"/>
                  </a:lnTo>
                  <a:lnTo>
                    <a:pt x="121" y="375"/>
                  </a:lnTo>
                  <a:lnTo>
                    <a:pt x="122" y="378"/>
                  </a:lnTo>
                  <a:lnTo>
                    <a:pt x="124" y="380"/>
                  </a:lnTo>
                  <a:lnTo>
                    <a:pt x="125" y="382"/>
                  </a:lnTo>
                  <a:lnTo>
                    <a:pt x="128" y="384"/>
                  </a:lnTo>
                  <a:lnTo>
                    <a:pt x="128" y="384"/>
                  </a:lnTo>
                  <a:lnTo>
                    <a:pt x="129" y="384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9" y="393"/>
                  </a:lnTo>
                  <a:lnTo>
                    <a:pt x="128" y="396"/>
                  </a:lnTo>
                  <a:lnTo>
                    <a:pt x="128" y="397"/>
                  </a:lnTo>
                  <a:lnTo>
                    <a:pt x="125" y="400"/>
                  </a:lnTo>
                  <a:lnTo>
                    <a:pt x="125" y="403"/>
                  </a:lnTo>
                  <a:lnTo>
                    <a:pt x="120" y="408"/>
                  </a:lnTo>
                  <a:lnTo>
                    <a:pt x="117" y="411"/>
                  </a:lnTo>
                  <a:lnTo>
                    <a:pt x="113" y="411"/>
                  </a:lnTo>
                  <a:lnTo>
                    <a:pt x="112" y="412"/>
                  </a:lnTo>
                  <a:lnTo>
                    <a:pt x="108" y="412"/>
                  </a:lnTo>
                  <a:lnTo>
                    <a:pt x="106" y="413"/>
                  </a:lnTo>
                  <a:lnTo>
                    <a:pt x="101" y="413"/>
                  </a:lnTo>
                  <a:lnTo>
                    <a:pt x="95" y="413"/>
                  </a:lnTo>
                  <a:lnTo>
                    <a:pt x="91" y="412"/>
                  </a:lnTo>
                  <a:lnTo>
                    <a:pt x="88" y="411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1" y="411"/>
                  </a:lnTo>
                  <a:lnTo>
                    <a:pt x="80" y="409"/>
                  </a:lnTo>
                  <a:lnTo>
                    <a:pt x="79" y="409"/>
                  </a:lnTo>
                  <a:lnTo>
                    <a:pt x="78" y="411"/>
                  </a:lnTo>
                  <a:lnTo>
                    <a:pt x="74" y="408"/>
                  </a:lnTo>
                  <a:lnTo>
                    <a:pt x="74" y="405"/>
                  </a:lnTo>
                  <a:lnTo>
                    <a:pt x="72" y="407"/>
                  </a:lnTo>
                  <a:lnTo>
                    <a:pt x="70" y="407"/>
                  </a:lnTo>
                  <a:lnTo>
                    <a:pt x="71" y="405"/>
                  </a:lnTo>
                  <a:lnTo>
                    <a:pt x="67" y="405"/>
                  </a:lnTo>
                  <a:lnTo>
                    <a:pt x="66" y="407"/>
                  </a:lnTo>
                  <a:lnTo>
                    <a:pt x="63" y="407"/>
                  </a:lnTo>
                  <a:lnTo>
                    <a:pt x="63" y="405"/>
                  </a:lnTo>
                  <a:lnTo>
                    <a:pt x="63" y="404"/>
                  </a:lnTo>
                  <a:lnTo>
                    <a:pt x="64" y="404"/>
                  </a:lnTo>
                  <a:lnTo>
                    <a:pt x="63" y="401"/>
                  </a:lnTo>
                  <a:lnTo>
                    <a:pt x="62" y="403"/>
                  </a:lnTo>
                  <a:lnTo>
                    <a:pt x="58" y="403"/>
                  </a:lnTo>
                  <a:lnTo>
                    <a:pt x="56" y="401"/>
                  </a:lnTo>
                  <a:lnTo>
                    <a:pt x="55" y="401"/>
                  </a:lnTo>
                  <a:lnTo>
                    <a:pt x="54" y="401"/>
                  </a:lnTo>
                  <a:lnTo>
                    <a:pt x="49" y="397"/>
                  </a:lnTo>
                  <a:lnTo>
                    <a:pt x="49" y="395"/>
                  </a:lnTo>
                  <a:lnTo>
                    <a:pt x="45" y="395"/>
                  </a:lnTo>
                  <a:lnTo>
                    <a:pt x="45" y="395"/>
                  </a:lnTo>
                  <a:lnTo>
                    <a:pt x="42" y="395"/>
                  </a:lnTo>
                  <a:lnTo>
                    <a:pt x="42" y="395"/>
                  </a:lnTo>
                  <a:lnTo>
                    <a:pt x="45" y="396"/>
                  </a:lnTo>
                  <a:lnTo>
                    <a:pt x="45" y="400"/>
                  </a:lnTo>
                  <a:lnTo>
                    <a:pt x="47" y="401"/>
                  </a:lnTo>
                  <a:lnTo>
                    <a:pt x="49" y="404"/>
                  </a:lnTo>
                  <a:lnTo>
                    <a:pt x="53" y="404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49" y="408"/>
                  </a:lnTo>
                  <a:lnTo>
                    <a:pt x="50" y="408"/>
                  </a:lnTo>
                  <a:lnTo>
                    <a:pt x="54" y="408"/>
                  </a:lnTo>
                  <a:lnTo>
                    <a:pt x="55" y="407"/>
                  </a:lnTo>
                  <a:lnTo>
                    <a:pt x="56" y="408"/>
                  </a:lnTo>
                  <a:lnTo>
                    <a:pt x="55" y="408"/>
                  </a:lnTo>
                  <a:lnTo>
                    <a:pt x="55" y="409"/>
                  </a:lnTo>
                  <a:lnTo>
                    <a:pt x="58" y="409"/>
                  </a:lnTo>
                  <a:lnTo>
                    <a:pt x="56" y="411"/>
                  </a:lnTo>
                  <a:lnTo>
                    <a:pt x="55" y="412"/>
                  </a:lnTo>
                  <a:lnTo>
                    <a:pt x="54" y="413"/>
                  </a:lnTo>
                  <a:lnTo>
                    <a:pt x="56" y="413"/>
                  </a:lnTo>
                  <a:lnTo>
                    <a:pt x="58" y="412"/>
                  </a:lnTo>
                  <a:lnTo>
                    <a:pt x="59" y="412"/>
                  </a:lnTo>
                  <a:lnTo>
                    <a:pt x="60" y="413"/>
                  </a:lnTo>
                  <a:lnTo>
                    <a:pt x="62" y="413"/>
                  </a:lnTo>
                  <a:lnTo>
                    <a:pt x="67" y="415"/>
                  </a:lnTo>
                  <a:lnTo>
                    <a:pt x="70" y="418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0" y="422"/>
                  </a:lnTo>
                  <a:lnTo>
                    <a:pt x="71" y="422"/>
                  </a:lnTo>
                  <a:lnTo>
                    <a:pt x="71" y="425"/>
                  </a:lnTo>
                  <a:lnTo>
                    <a:pt x="71" y="428"/>
                  </a:lnTo>
                  <a:lnTo>
                    <a:pt x="70" y="429"/>
                  </a:lnTo>
                  <a:lnTo>
                    <a:pt x="68" y="430"/>
                  </a:lnTo>
                  <a:lnTo>
                    <a:pt x="71" y="432"/>
                  </a:lnTo>
                  <a:lnTo>
                    <a:pt x="71" y="434"/>
                  </a:lnTo>
                  <a:lnTo>
                    <a:pt x="74" y="437"/>
                  </a:lnTo>
                  <a:lnTo>
                    <a:pt x="74" y="440"/>
                  </a:lnTo>
                  <a:lnTo>
                    <a:pt x="76" y="441"/>
                  </a:lnTo>
                  <a:lnTo>
                    <a:pt x="76" y="443"/>
                  </a:lnTo>
                  <a:lnTo>
                    <a:pt x="76" y="446"/>
                  </a:lnTo>
                  <a:lnTo>
                    <a:pt x="76" y="447"/>
                  </a:lnTo>
                  <a:lnTo>
                    <a:pt x="76" y="449"/>
                  </a:lnTo>
                  <a:lnTo>
                    <a:pt x="78" y="451"/>
                  </a:lnTo>
                  <a:lnTo>
                    <a:pt x="83" y="453"/>
                  </a:lnTo>
                  <a:lnTo>
                    <a:pt x="84" y="451"/>
                  </a:lnTo>
                  <a:lnTo>
                    <a:pt x="85" y="451"/>
                  </a:lnTo>
                  <a:lnTo>
                    <a:pt x="87" y="453"/>
                  </a:lnTo>
                  <a:lnTo>
                    <a:pt x="89" y="454"/>
                  </a:lnTo>
                  <a:lnTo>
                    <a:pt x="89" y="458"/>
                  </a:lnTo>
                  <a:lnTo>
                    <a:pt x="91" y="458"/>
                  </a:lnTo>
                  <a:lnTo>
                    <a:pt x="95" y="458"/>
                  </a:lnTo>
                  <a:lnTo>
                    <a:pt x="96" y="459"/>
                  </a:lnTo>
                  <a:lnTo>
                    <a:pt x="100" y="459"/>
                  </a:lnTo>
                  <a:lnTo>
                    <a:pt x="101" y="462"/>
                  </a:lnTo>
                  <a:lnTo>
                    <a:pt x="103" y="462"/>
                  </a:lnTo>
                  <a:lnTo>
                    <a:pt x="105" y="459"/>
                  </a:lnTo>
                  <a:lnTo>
                    <a:pt x="108" y="459"/>
                  </a:lnTo>
                  <a:lnTo>
                    <a:pt x="109" y="458"/>
                  </a:lnTo>
                  <a:lnTo>
                    <a:pt x="109" y="454"/>
                  </a:lnTo>
                  <a:lnTo>
                    <a:pt x="106" y="453"/>
                  </a:lnTo>
                  <a:lnTo>
                    <a:pt x="108" y="451"/>
                  </a:lnTo>
                  <a:lnTo>
                    <a:pt x="108" y="451"/>
                  </a:lnTo>
                  <a:lnTo>
                    <a:pt x="105" y="450"/>
                  </a:lnTo>
                  <a:lnTo>
                    <a:pt x="105" y="447"/>
                  </a:lnTo>
                  <a:lnTo>
                    <a:pt x="103" y="449"/>
                  </a:lnTo>
                  <a:lnTo>
                    <a:pt x="101" y="449"/>
                  </a:lnTo>
                  <a:lnTo>
                    <a:pt x="100" y="450"/>
                  </a:lnTo>
                  <a:lnTo>
                    <a:pt x="96" y="449"/>
                  </a:lnTo>
                  <a:lnTo>
                    <a:pt x="95" y="446"/>
                  </a:lnTo>
                  <a:lnTo>
                    <a:pt x="91" y="445"/>
                  </a:lnTo>
                  <a:lnTo>
                    <a:pt x="91" y="442"/>
                  </a:lnTo>
                  <a:lnTo>
                    <a:pt x="89" y="438"/>
                  </a:lnTo>
                  <a:lnTo>
                    <a:pt x="91" y="438"/>
                  </a:lnTo>
                  <a:lnTo>
                    <a:pt x="93" y="437"/>
                  </a:lnTo>
                  <a:lnTo>
                    <a:pt x="92" y="436"/>
                  </a:lnTo>
                  <a:lnTo>
                    <a:pt x="92" y="434"/>
                  </a:lnTo>
                  <a:lnTo>
                    <a:pt x="92" y="433"/>
                  </a:lnTo>
                  <a:lnTo>
                    <a:pt x="92" y="432"/>
                  </a:lnTo>
                  <a:lnTo>
                    <a:pt x="95" y="432"/>
                  </a:lnTo>
                  <a:lnTo>
                    <a:pt x="97" y="433"/>
                  </a:lnTo>
                  <a:lnTo>
                    <a:pt x="101" y="434"/>
                  </a:lnTo>
                  <a:lnTo>
                    <a:pt x="103" y="437"/>
                  </a:lnTo>
                  <a:lnTo>
                    <a:pt x="105" y="438"/>
                  </a:lnTo>
                  <a:lnTo>
                    <a:pt x="109" y="438"/>
                  </a:lnTo>
                  <a:lnTo>
                    <a:pt x="109" y="440"/>
                  </a:lnTo>
                  <a:lnTo>
                    <a:pt x="112" y="441"/>
                  </a:lnTo>
                  <a:lnTo>
                    <a:pt x="120" y="443"/>
                  </a:lnTo>
                  <a:lnTo>
                    <a:pt x="122" y="447"/>
                  </a:lnTo>
                  <a:lnTo>
                    <a:pt x="124" y="445"/>
                  </a:lnTo>
                  <a:lnTo>
                    <a:pt x="126" y="443"/>
                  </a:lnTo>
                  <a:lnTo>
                    <a:pt x="126" y="441"/>
                  </a:lnTo>
                  <a:lnTo>
                    <a:pt x="128" y="441"/>
                  </a:lnTo>
                  <a:lnTo>
                    <a:pt x="130" y="438"/>
                  </a:lnTo>
                  <a:lnTo>
                    <a:pt x="126" y="434"/>
                  </a:lnTo>
                  <a:lnTo>
                    <a:pt x="121" y="429"/>
                  </a:lnTo>
                  <a:lnTo>
                    <a:pt x="120" y="425"/>
                  </a:lnTo>
                  <a:lnTo>
                    <a:pt x="121" y="422"/>
                  </a:lnTo>
                  <a:lnTo>
                    <a:pt x="124" y="420"/>
                  </a:lnTo>
                  <a:lnTo>
                    <a:pt x="126" y="417"/>
                  </a:lnTo>
                  <a:lnTo>
                    <a:pt x="128" y="413"/>
                  </a:lnTo>
                  <a:lnTo>
                    <a:pt x="129" y="412"/>
                  </a:lnTo>
                  <a:lnTo>
                    <a:pt x="132" y="412"/>
                  </a:lnTo>
                  <a:lnTo>
                    <a:pt x="135" y="408"/>
                  </a:lnTo>
                  <a:lnTo>
                    <a:pt x="138" y="403"/>
                  </a:lnTo>
                  <a:lnTo>
                    <a:pt x="139" y="401"/>
                  </a:lnTo>
                  <a:lnTo>
                    <a:pt x="143" y="401"/>
                  </a:lnTo>
                  <a:lnTo>
                    <a:pt x="145" y="404"/>
                  </a:lnTo>
                  <a:lnTo>
                    <a:pt x="149" y="403"/>
                  </a:lnTo>
                  <a:lnTo>
                    <a:pt x="153" y="404"/>
                  </a:lnTo>
                  <a:lnTo>
                    <a:pt x="154" y="405"/>
                  </a:lnTo>
                  <a:lnTo>
                    <a:pt x="153" y="408"/>
                  </a:lnTo>
                  <a:lnTo>
                    <a:pt x="157" y="405"/>
                  </a:lnTo>
                  <a:lnTo>
                    <a:pt x="159" y="407"/>
                  </a:lnTo>
                  <a:lnTo>
                    <a:pt x="159" y="411"/>
                  </a:lnTo>
                  <a:lnTo>
                    <a:pt x="162" y="412"/>
                  </a:lnTo>
                  <a:lnTo>
                    <a:pt x="160" y="407"/>
                  </a:lnTo>
                  <a:lnTo>
                    <a:pt x="159" y="404"/>
                  </a:lnTo>
                  <a:lnTo>
                    <a:pt x="160" y="403"/>
                  </a:lnTo>
                  <a:lnTo>
                    <a:pt x="160" y="397"/>
                  </a:lnTo>
                  <a:lnTo>
                    <a:pt x="160" y="396"/>
                  </a:lnTo>
                  <a:lnTo>
                    <a:pt x="160" y="395"/>
                  </a:lnTo>
                  <a:lnTo>
                    <a:pt x="160" y="393"/>
                  </a:lnTo>
                  <a:lnTo>
                    <a:pt x="160" y="392"/>
                  </a:lnTo>
                  <a:lnTo>
                    <a:pt x="160" y="391"/>
                  </a:lnTo>
                  <a:lnTo>
                    <a:pt x="160" y="390"/>
                  </a:lnTo>
                  <a:lnTo>
                    <a:pt x="159" y="388"/>
                  </a:lnTo>
                  <a:lnTo>
                    <a:pt x="157" y="386"/>
                  </a:lnTo>
                  <a:lnTo>
                    <a:pt x="153" y="387"/>
                  </a:lnTo>
                  <a:lnTo>
                    <a:pt x="151" y="383"/>
                  </a:lnTo>
                  <a:lnTo>
                    <a:pt x="153" y="380"/>
                  </a:lnTo>
                  <a:lnTo>
                    <a:pt x="153" y="375"/>
                  </a:lnTo>
                  <a:lnTo>
                    <a:pt x="154" y="374"/>
                  </a:lnTo>
                  <a:lnTo>
                    <a:pt x="153" y="372"/>
                  </a:lnTo>
                  <a:lnTo>
                    <a:pt x="153" y="370"/>
                  </a:lnTo>
                  <a:lnTo>
                    <a:pt x="154" y="370"/>
                  </a:lnTo>
                  <a:lnTo>
                    <a:pt x="153" y="368"/>
                  </a:lnTo>
                  <a:lnTo>
                    <a:pt x="153" y="366"/>
                  </a:lnTo>
                  <a:lnTo>
                    <a:pt x="151" y="361"/>
                  </a:lnTo>
                  <a:lnTo>
                    <a:pt x="147" y="358"/>
                  </a:lnTo>
                  <a:lnTo>
                    <a:pt x="142" y="353"/>
                  </a:lnTo>
                  <a:lnTo>
                    <a:pt x="142" y="351"/>
                  </a:lnTo>
                  <a:lnTo>
                    <a:pt x="145" y="351"/>
                  </a:lnTo>
                  <a:lnTo>
                    <a:pt x="149" y="355"/>
                  </a:lnTo>
                  <a:lnTo>
                    <a:pt x="151" y="355"/>
                  </a:lnTo>
                  <a:lnTo>
                    <a:pt x="154" y="354"/>
                  </a:lnTo>
                  <a:lnTo>
                    <a:pt x="158" y="354"/>
                  </a:lnTo>
                  <a:lnTo>
                    <a:pt x="164" y="354"/>
                  </a:lnTo>
                  <a:lnTo>
                    <a:pt x="167" y="357"/>
                  </a:lnTo>
                  <a:lnTo>
                    <a:pt x="167" y="358"/>
                  </a:lnTo>
                  <a:lnTo>
                    <a:pt x="170" y="361"/>
                  </a:lnTo>
                  <a:lnTo>
                    <a:pt x="172" y="362"/>
                  </a:lnTo>
                  <a:lnTo>
                    <a:pt x="174" y="363"/>
                  </a:lnTo>
                  <a:lnTo>
                    <a:pt x="176" y="367"/>
                  </a:lnTo>
                  <a:lnTo>
                    <a:pt x="176" y="370"/>
                  </a:lnTo>
                  <a:lnTo>
                    <a:pt x="172" y="370"/>
                  </a:lnTo>
                  <a:lnTo>
                    <a:pt x="171" y="371"/>
                  </a:lnTo>
                  <a:lnTo>
                    <a:pt x="167" y="371"/>
                  </a:lnTo>
                  <a:lnTo>
                    <a:pt x="166" y="372"/>
                  </a:lnTo>
                  <a:lnTo>
                    <a:pt x="166" y="374"/>
                  </a:lnTo>
                  <a:lnTo>
                    <a:pt x="166" y="375"/>
                  </a:lnTo>
                  <a:lnTo>
                    <a:pt x="164" y="375"/>
                  </a:lnTo>
                  <a:lnTo>
                    <a:pt x="163" y="376"/>
                  </a:lnTo>
                  <a:lnTo>
                    <a:pt x="163" y="379"/>
                  </a:lnTo>
                  <a:lnTo>
                    <a:pt x="164" y="380"/>
                  </a:lnTo>
                  <a:lnTo>
                    <a:pt x="170" y="384"/>
                  </a:lnTo>
                  <a:lnTo>
                    <a:pt x="175" y="391"/>
                  </a:lnTo>
                  <a:lnTo>
                    <a:pt x="176" y="391"/>
                  </a:lnTo>
                  <a:lnTo>
                    <a:pt x="180" y="388"/>
                  </a:lnTo>
                  <a:lnTo>
                    <a:pt x="182" y="391"/>
                  </a:lnTo>
                  <a:lnTo>
                    <a:pt x="183" y="390"/>
                  </a:lnTo>
                  <a:lnTo>
                    <a:pt x="184" y="390"/>
                  </a:lnTo>
                  <a:lnTo>
                    <a:pt x="186" y="388"/>
                  </a:lnTo>
                  <a:lnTo>
                    <a:pt x="189" y="387"/>
                  </a:lnTo>
                  <a:lnTo>
                    <a:pt x="191" y="384"/>
                  </a:lnTo>
                  <a:lnTo>
                    <a:pt x="189" y="380"/>
                  </a:lnTo>
                  <a:lnTo>
                    <a:pt x="191" y="378"/>
                  </a:lnTo>
                  <a:lnTo>
                    <a:pt x="191" y="375"/>
                  </a:lnTo>
                  <a:lnTo>
                    <a:pt x="189" y="374"/>
                  </a:lnTo>
                  <a:lnTo>
                    <a:pt x="191" y="372"/>
                  </a:lnTo>
                  <a:lnTo>
                    <a:pt x="196" y="371"/>
                  </a:lnTo>
                  <a:lnTo>
                    <a:pt x="197" y="370"/>
                  </a:lnTo>
                  <a:lnTo>
                    <a:pt x="201" y="371"/>
                  </a:lnTo>
                  <a:lnTo>
                    <a:pt x="201" y="370"/>
                  </a:lnTo>
                  <a:lnTo>
                    <a:pt x="197" y="367"/>
                  </a:lnTo>
                  <a:lnTo>
                    <a:pt x="197" y="366"/>
                  </a:lnTo>
                  <a:lnTo>
                    <a:pt x="197" y="366"/>
                  </a:lnTo>
                  <a:lnTo>
                    <a:pt x="200" y="367"/>
                  </a:lnTo>
                  <a:lnTo>
                    <a:pt x="201" y="366"/>
                  </a:lnTo>
                  <a:lnTo>
                    <a:pt x="207" y="361"/>
                  </a:lnTo>
                  <a:lnTo>
                    <a:pt x="208" y="361"/>
                  </a:lnTo>
                  <a:lnTo>
                    <a:pt x="212" y="354"/>
                  </a:lnTo>
                  <a:lnTo>
                    <a:pt x="212" y="353"/>
                  </a:lnTo>
                  <a:lnTo>
                    <a:pt x="213" y="353"/>
                  </a:lnTo>
                  <a:lnTo>
                    <a:pt x="216" y="353"/>
                  </a:lnTo>
                  <a:lnTo>
                    <a:pt x="220" y="351"/>
                  </a:lnTo>
                  <a:lnTo>
                    <a:pt x="220" y="350"/>
                  </a:lnTo>
                  <a:lnTo>
                    <a:pt x="225" y="349"/>
                  </a:lnTo>
                  <a:lnTo>
                    <a:pt x="225" y="350"/>
                  </a:lnTo>
                  <a:lnTo>
                    <a:pt x="226" y="350"/>
                  </a:lnTo>
                  <a:lnTo>
                    <a:pt x="226" y="351"/>
                  </a:lnTo>
                  <a:lnTo>
                    <a:pt x="225" y="353"/>
                  </a:lnTo>
                  <a:lnTo>
                    <a:pt x="226" y="354"/>
                  </a:lnTo>
                  <a:lnTo>
                    <a:pt x="229" y="351"/>
                  </a:lnTo>
                  <a:lnTo>
                    <a:pt x="230" y="350"/>
                  </a:lnTo>
                  <a:lnTo>
                    <a:pt x="229" y="349"/>
                  </a:lnTo>
                  <a:lnTo>
                    <a:pt x="226" y="347"/>
                  </a:lnTo>
                  <a:lnTo>
                    <a:pt x="226" y="346"/>
                  </a:lnTo>
                  <a:lnTo>
                    <a:pt x="230" y="342"/>
                  </a:lnTo>
                  <a:lnTo>
                    <a:pt x="232" y="342"/>
                  </a:lnTo>
                  <a:lnTo>
                    <a:pt x="232" y="343"/>
                  </a:lnTo>
                  <a:lnTo>
                    <a:pt x="232" y="343"/>
                  </a:lnTo>
                  <a:lnTo>
                    <a:pt x="230" y="345"/>
                  </a:lnTo>
                  <a:lnTo>
                    <a:pt x="233" y="347"/>
                  </a:lnTo>
                  <a:lnTo>
                    <a:pt x="234" y="347"/>
                  </a:lnTo>
                  <a:lnTo>
                    <a:pt x="236" y="345"/>
                  </a:lnTo>
                  <a:lnTo>
                    <a:pt x="234" y="343"/>
                  </a:lnTo>
                  <a:lnTo>
                    <a:pt x="234" y="342"/>
                  </a:lnTo>
                  <a:lnTo>
                    <a:pt x="233" y="341"/>
                  </a:lnTo>
                  <a:lnTo>
                    <a:pt x="234" y="340"/>
                  </a:lnTo>
                  <a:lnTo>
                    <a:pt x="241" y="337"/>
                  </a:lnTo>
                  <a:lnTo>
                    <a:pt x="245" y="336"/>
                  </a:lnTo>
                  <a:lnTo>
                    <a:pt x="246" y="337"/>
                  </a:lnTo>
                  <a:lnTo>
                    <a:pt x="243" y="338"/>
                  </a:lnTo>
                  <a:lnTo>
                    <a:pt x="241" y="338"/>
                  </a:lnTo>
                  <a:lnTo>
                    <a:pt x="237" y="340"/>
                  </a:lnTo>
                  <a:lnTo>
                    <a:pt x="238" y="341"/>
                  </a:lnTo>
                  <a:lnTo>
                    <a:pt x="239" y="342"/>
                  </a:lnTo>
                  <a:lnTo>
                    <a:pt x="241" y="341"/>
                  </a:lnTo>
                  <a:lnTo>
                    <a:pt x="243" y="343"/>
                  </a:lnTo>
                  <a:lnTo>
                    <a:pt x="242" y="345"/>
                  </a:lnTo>
                  <a:lnTo>
                    <a:pt x="242" y="345"/>
                  </a:lnTo>
                  <a:lnTo>
                    <a:pt x="243" y="347"/>
                  </a:lnTo>
                  <a:lnTo>
                    <a:pt x="242" y="349"/>
                  </a:lnTo>
                  <a:lnTo>
                    <a:pt x="239" y="350"/>
                  </a:lnTo>
                  <a:lnTo>
                    <a:pt x="237" y="351"/>
                  </a:lnTo>
                  <a:lnTo>
                    <a:pt x="238" y="354"/>
                  </a:lnTo>
                  <a:lnTo>
                    <a:pt x="239" y="354"/>
                  </a:lnTo>
                  <a:lnTo>
                    <a:pt x="241" y="354"/>
                  </a:lnTo>
                  <a:lnTo>
                    <a:pt x="243" y="354"/>
                  </a:lnTo>
                  <a:lnTo>
                    <a:pt x="245" y="353"/>
                  </a:lnTo>
                  <a:lnTo>
                    <a:pt x="247" y="354"/>
                  </a:lnTo>
                  <a:lnTo>
                    <a:pt x="247" y="357"/>
                  </a:lnTo>
                  <a:lnTo>
                    <a:pt x="249" y="354"/>
                  </a:lnTo>
                  <a:lnTo>
                    <a:pt x="250" y="350"/>
                  </a:lnTo>
                  <a:lnTo>
                    <a:pt x="251" y="350"/>
                  </a:lnTo>
                  <a:lnTo>
                    <a:pt x="253" y="351"/>
                  </a:lnTo>
                  <a:lnTo>
                    <a:pt x="255" y="354"/>
                  </a:lnTo>
                  <a:lnTo>
                    <a:pt x="255" y="353"/>
                  </a:lnTo>
                  <a:lnTo>
                    <a:pt x="255" y="351"/>
                  </a:lnTo>
                  <a:lnTo>
                    <a:pt x="255" y="350"/>
                  </a:lnTo>
                  <a:lnTo>
                    <a:pt x="254" y="349"/>
                  </a:lnTo>
                  <a:lnTo>
                    <a:pt x="254" y="347"/>
                  </a:lnTo>
                  <a:lnTo>
                    <a:pt x="255" y="345"/>
                  </a:lnTo>
                  <a:lnTo>
                    <a:pt x="258" y="345"/>
                  </a:lnTo>
                  <a:lnTo>
                    <a:pt x="259" y="343"/>
                  </a:lnTo>
                  <a:lnTo>
                    <a:pt x="262" y="341"/>
                  </a:lnTo>
                  <a:lnTo>
                    <a:pt x="263" y="342"/>
                  </a:lnTo>
                  <a:lnTo>
                    <a:pt x="265" y="342"/>
                  </a:lnTo>
                  <a:lnTo>
                    <a:pt x="266" y="342"/>
                  </a:lnTo>
                  <a:lnTo>
                    <a:pt x="267" y="342"/>
                  </a:lnTo>
                  <a:lnTo>
                    <a:pt x="272" y="342"/>
                  </a:lnTo>
                  <a:lnTo>
                    <a:pt x="275" y="341"/>
                  </a:lnTo>
                  <a:lnTo>
                    <a:pt x="275" y="340"/>
                  </a:lnTo>
                  <a:lnTo>
                    <a:pt x="276" y="338"/>
                  </a:lnTo>
                  <a:lnTo>
                    <a:pt x="279" y="338"/>
                  </a:lnTo>
                  <a:lnTo>
                    <a:pt x="279" y="337"/>
                  </a:lnTo>
                  <a:lnTo>
                    <a:pt x="282" y="336"/>
                  </a:lnTo>
                  <a:lnTo>
                    <a:pt x="283" y="334"/>
                  </a:lnTo>
                  <a:lnTo>
                    <a:pt x="287" y="332"/>
                  </a:lnTo>
                  <a:lnTo>
                    <a:pt x="288" y="332"/>
                  </a:lnTo>
                  <a:lnTo>
                    <a:pt x="290" y="330"/>
                  </a:lnTo>
                  <a:lnTo>
                    <a:pt x="290" y="332"/>
                  </a:lnTo>
                  <a:lnTo>
                    <a:pt x="288" y="333"/>
                  </a:lnTo>
                  <a:lnTo>
                    <a:pt x="290" y="334"/>
                  </a:lnTo>
                  <a:lnTo>
                    <a:pt x="292" y="337"/>
                  </a:lnTo>
                  <a:lnTo>
                    <a:pt x="292" y="338"/>
                  </a:lnTo>
                  <a:lnTo>
                    <a:pt x="291" y="340"/>
                  </a:lnTo>
                  <a:lnTo>
                    <a:pt x="291" y="342"/>
                  </a:lnTo>
                  <a:lnTo>
                    <a:pt x="291" y="343"/>
                  </a:lnTo>
                  <a:lnTo>
                    <a:pt x="292" y="345"/>
                  </a:lnTo>
                  <a:lnTo>
                    <a:pt x="299" y="346"/>
                  </a:lnTo>
                  <a:lnTo>
                    <a:pt x="300" y="345"/>
                  </a:lnTo>
                  <a:lnTo>
                    <a:pt x="300" y="343"/>
                  </a:lnTo>
                  <a:lnTo>
                    <a:pt x="299" y="342"/>
                  </a:lnTo>
                  <a:lnTo>
                    <a:pt x="296" y="340"/>
                  </a:lnTo>
                  <a:lnTo>
                    <a:pt x="296" y="338"/>
                  </a:lnTo>
                  <a:lnTo>
                    <a:pt x="299" y="337"/>
                  </a:lnTo>
                  <a:lnTo>
                    <a:pt x="301" y="338"/>
                  </a:lnTo>
                  <a:lnTo>
                    <a:pt x="304" y="337"/>
                  </a:lnTo>
                  <a:lnTo>
                    <a:pt x="304" y="333"/>
                  </a:lnTo>
                  <a:lnTo>
                    <a:pt x="307" y="332"/>
                  </a:lnTo>
                  <a:lnTo>
                    <a:pt x="308" y="333"/>
                  </a:lnTo>
                  <a:lnTo>
                    <a:pt x="311" y="334"/>
                  </a:lnTo>
                  <a:lnTo>
                    <a:pt x="308" y="330"/>
                  </a:lnTo>
                  <a:lnTo>
                    <a:pt x="304" y="329"/>
                  </a:lnTo>
                  <a:lnTo>
                    <a:pt x="304" y="328"/>
                  </a:lnTo>
                  <a:lnTo>
                    <a:pt x="303" y="324"/>
                  </a:lnTo>
                  <a:lnTo>
                    <a:pt x="301" y="324"/>
                  </a:lnTo>
                  <a:lnTo>
                    <a:pt x="300" y="325"/>
                  </a:lnTo>
                  <a:lnTo>
                    <a:pt x="299" y="324"/>
                  </a:lnTo>
                  <a:lnTo>
                    <a:pt x="299" y="318"/>
                  </a:lnTo>
                  <a:lnTo>
                    <a:pt x="296" y="318"/>
                  </a:lnTo>
                  <a:lnTo>
                    <a:pt x="295" y="316"/>
                  </a:lnTo>
                  <a:lnTo>
                    <a:pt x="295" y="315"/>
                  </a:lnTo>
                  <a:lnTo>
                    <a:pt x="297" y="313"/>
                  </a:lnTo>
                  <a:lnTo>
                    <a:pt x="297" y="312"/>
                  </a:lnTo>
                  <a:lnTo>
                    <a:pt x="296" y="309"/>
                  </a:lnTo>
                  <a:lnTo>
                    <a:pt x="297" y="308"/>
                  </a:lnTo>
                  <a:lnTo>
                    <a:pt x="300" y="308"/>
                  </a:lnTo>
                  <a:lnTo>
                    <a:pt x="300" y="308"/>
                  </a:lnTo>
                  <a:lnTo>
                    <a:pt x="303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16" y="308"/>
                  </a:lnTo>
                  <a:lnTo>
                    <a:pt x="328" y="309"/>
                  </a:lnTo>
                  <a:lnTo>
                    <a:pt x="330" y="311"/>
                  </a:lnTo>
                  <a:lnTo>
                    <a:pt x="338" y="315"/>
                  </a:lnTo>
                  <a:lnTo>
                    <a:pt x="340" y="316"/>
                  </a:lnTo>
                  <a:lnTo>
                    <a:pt x="338" y="317"/>
                  </a:lnTo>
                  <a:lnTo>
                    <a:pt x="340" y="320"/>
                  </a:lnTo>
                  <a:lnTo>
                    <a:pt x="341" y="317"/>
                  </a:lnTo>
                  <a:lnTo>
                    <a:pt x="345" y="316"/>
                  </a:lnTo>
                  <a:lnTo>
                    <a:pt x="347" y="318"/>
                  </a:lnTo>
                  <a:lnTo>
                    <a:pt x="349" y="318"/>
                  </a:lnTo>
                  <a:lnTo>
                    <a:pt x="349" y="320"/>
                  </a:lnTo>
                  <a:lnTo>
                    <a:pt x="353" y="321"/>
                  </a:lnTo>
                  <a:lnTo>
                    <a:pt x="359" y="325"/>
                  </a:lnTo>
                  <a:lnTo>
                    <a:pt x="366" y="325"/>
                  </a:lnTo>
                  <a:lnTo>
                    <a:pt x="369" y="328"/>
                  </a:lnTo>
                  <a:lnTo>
                    <a:pt x="370" y="330"/>
                  </a:lnTo>
                  <a:lnTo>
                    <a:pt x="374" y="332"/>
                  </a:lnTo>
                  <a:lnTo>
                    <a:pt x="376" y="334"/>
                  </a:lnTo>
                  <a:lnTo>
                    <a:pt x="379" y="340"/>
                  </a:lnTo>
                  <a:lnTo>
                    <a:pt x="382" y="340"/>
                  </a:lnTo>
                  <a:lnTo>
                    <a:pt x="382" y="338"/>
                  </a:lnTo>
                  <a:lnTo>
                    <a:pt x="382" y="334"/>
                  </a:lnTo>
                  <a:lnTo>
                    <a:pt x="383" y="334"/>
                  </a:lnTo>
                  <a:lnTo>
                    <a:pt x="383" y="333"/>
                  </a:lnTo>
                  <a:lnTo>
                    <a:pt x="382" y="330"/>
                  </a:lnTo>
                  <a:lnTo>
                    <a:pt x="383" y="329"/>
                  </a:lnTo>
                  <a:lnTo>
                    <a:pt x="383" y="322"/>
                  </a:lnTo>
                  <a:lnTo>
                    <a:pt x="384" y="321"/>
                  </a:lnTo>
                  <a:lnTo>
                    <a:pt x="383" y="321"/>
                  </a:lnTo>
                  <a:lnTo>
                    <a:pt x="382" y="320"/>
                  </a:lnTo>
                  <a:lnTo>
                    <a:pt x="380" y="320"/>
                  </a:lnTo>
                  <a:lnTo>
                    <a:pt x="378" y="321"/>
                  </a:lnTo>
                  <a:lnTo>
                    <a:pt x="376" y="321"/>
                  </a:lnTo>
                  <a:lnTo>
                    <a:pt x="371" y="315"/>
                  </a:lnTo>
                  <a:lnTo>
                    <a:pt x="370" y="315"/>
                  </a:lnTo>
                  <a:lnTo>
                    <a:pt x="367" y="313"/>
                  </a:lnTo>
                  <a:lnTo>
                    <a:pt x="367" y="308"/>
                  </a:lnTo>
                  <a:lnTo>
                    <a:pt x="367" y="307"/>
                  </a:lnTo>
                  <a:lnTo>
                    <a:pt x="365" y="311"/>
                  </a:lnTo>
                  <a:lnTo>
                    <a:pt x="362" y="309"/>
                  </a:lnTo>
                  <a:lnTo>
                    <a:pt x="359" y="308"/>
                  </a:lnTo>
                  <a:lnTo>
                    <a:pt x="357" y="307"/>
                  </a:lnTo>
                  <a:lnTo>
                    <a:pt x="355" y="309"/>
                  </a:lnTo>
                  <a:lnTo>
                    <a:pt x="355" y="305"/>
                  </a:lnTo>
                  <a:lnTo>
                    <a:pt x="353" y="304"/>
                  </a:lnTo>
                  <a:lnTo>
                    <a:pt x="351" y="299"/>
                  </a:lnTo>
                  <a:lnTo>
                    <a:pt x="351" y="296"/>
                  </a:lnTo>
                  <a:lnTo>
                    <a:pt x="353" y="297"/>
                  </a:lnTo>
                  <a:lnTo>
                    <a:pt x="354" y="296"/>
                  </a:lnTo>
                  <a:lnTo>
                    <a:pt x="354" y="293"/>
                  </a:lnTo>
                  <a:lnTo>
                    <a:pt x="351" y="291"/>
                  </a:lnTo>
                  <a:lnTo>
                    <a:pt x="351" y="288"/>
                  </a:lnTo>
                  <a:lnTo>
                    <a:pt x="353" y="286"/>
                  </a:lnTo>
                  <a:lnTo>
                    <a:pt x="354" y="286"/>
                  </a:lnTo>
                  <a:lnTo>
                    <a:pt x="353" y="284"/>
                  </a:lnTo>
                  <a:lnTo>
                    <a:pt x="349" y="284"/>
                  </a:lnTo>
                  <a:lnTo>
                    <a:pt x="347" y="279"/>
                  </a:lnTo>
                  <a:lnTo>
                    <a:pt x="346" y="278"/>
                  </a:lnTo>
                  <a:lnTo>
                    <a:pt x="345" y="279"/>
                  </a:lnTo>
                  <a:lnTo>
                    <a:pt x="342" y="276"/>
                  </a:lnTo>
                  <a:lnTo>
                    <a:pt x="342" y="272"/>
                  </a:lnTo>
                  <a:lnTo>
                    <a:pt x="344" y="270"/>
                  </a:lnTo>
                  <a:lnTo>
                    <a:pt x="342" y="268"/>
                  </a:lnTo>
                  <a:lnTo>
                    <a:pt x="341" y="266"/>
                  </a:lnTo>
                  <a:lnTo>
                    <a:pt x="344" y="265"/>
                  </a:lnTo>
                  <a:lnTo>
                    <a:pt x="347" y="258"/>
                  </a:lnTo>
                  <a:lnTo>
                    <a:pt x="350" y="257"/>
                  </a:lnTo>
                  <a:lnTo>
                    <a:pt x="350" y="255"/>
                  </a:lnTo>
                  <a:lnTo>
                    <a:pt x="349" y="253"/>
                  </a:lnTo>
                  <a:lnTo>
                    <a:pt x="349" y="250"/>
                  </a:lnTo>
                  <a:lnTo>
                    <a:pt x="351" y="247"/>
                  </a:lnTo>
                  <a:lnTo>
                    <a:pt x="349" y="245"/>
                  </a:lnTo>
                  <a:lnTo>
                    <a:pt x="349" y="241"/>
                  </a:lnTo>
                  <a:lnTo>
                    <a:pt x="350" y="240"/>
                  </a:lnTo>
                  <a:lnTo>
                    <a:pt x="349" y="237"/>
                  </a:lnTo>
                  <a:lnTo>
                    <a:pt x="349" y="234"/>
                  </a:lnTo>
                  <a:lnTo>
                    <a:pt x="347" y="233"/>
                  </a:lnTo>
                  <a:lnTo>
                    <a:pt x="349" y="229"/>
                  </a:lnTo>
                  <a:lnTo>
                    <a:pt x="349" y="228"/>
                  </a:lnTo>
                  <a:lnTo>
                    <a:pt x="347" y="225"/>
                  </a:lnTo>
                  <a:lnTo>
                    <a:pt x="347" y="221"/>
                  </a:lnTo>
                  <a:lnTo>
                    <a:pt x="347" y="216"/>
                  </a:lnTo>
                  <a:lnTo>
                    <a:pt x="350" y="216"/>
                  </a:lnTo>
                  <a:lnTo>
                    <a:pt x="351" y="216"/>
                  </a:lnTo>
                  <a:lnTo>
                    <a:pt x="351" y="217"/>
                  </a:lnTo>
                  <a:lnTo>
                    <a:pt x="351" y="218"/>
                  </a:lnTo>
                  <a:lnTo>
                    <a:pt x="354" y="217"/>
                  </a:lnTo>
                  <a:lnTo>
                    <a:pt x="358" y="217"/>
                  </a:lnTo>
                  <a:lnTo>
                    <a:pt x="361" y="216"/>
                  </a:lnTo>
                  <a:lnTo>
                    <a:pt x="362" y="216"/>
                  </a:lnTo>
                  <a:lnTo>
                    <a:pt x="365" y="217"/>
                  </a:lnTo>
                  <a:lnTo>
                    <a:pt x="366" y="216"/>
                  </a:lnTo>
                  <a:lnTo>
                    <a:pt x="369" y="216"/>
                  </a:lnTo>
                  <a:lnTo>
                    <a:pt x="376" y="218"/>
                  </a:lnTo>
                  <a:lnTo>
                    <a:pt x="379" y="218"/>
                  </a:lnTo>
                  <a:lnTo>
                    <a:pt x="382" y="220"/>
                  </a:lnTo>
                  <a:lnTo>
                    <a:pt x="383" y="221"/>
                  </a:lnTo>
                  <a:lnTo>
                    <a:pt x="380" y="222"/>
                  </a:lnTo>
                  <a:lnTo>
                    <a:pt x="382" y="225"/>
                  </a:lnTo>
                  <a:lnTo>
                    <a:pt x="382" y="228"/>
                  </a:lnTo>
                  <a:lnTo>
                    <a:pt x="383" y="229"/>
                  </a:lnTo>
                  <a:lnTo>
                    <a:pt x="383" y="233"/>
                  </a:lnTo>
                  <a:lnTo>
                    <a:pt x="384" y="237"/>
                  </a:lnTo>
                  <a:lnTo>
                    <a:pt x="384" y="243"/>
                  </a:lnTo>
                  <a:lnTo>
                    <a:pt x="386" y="245"/>
                  </a:lnTo>
                  <a:lnTo>
                    <a:pt x="384" y="247"/>
                  </a:lnTo>
                  <a:lnTo>
                    <a:pt x="386" y="249"/>
                  </a:lnTo>
                  <a:lnTo>
                    <a:pt x="386" y="251"/>
                  </a:lnTo>
                  <a:lnTo>
                    <a:pt x="383" y="251"/>
                  </a:lnTo>
                  <a:lnTo>
                    <a:pt x="384" y="254"/>
                  </a:lnTo>
                  <a:lnTo>
                    <a:pt x="387" y="257"/>
                  </a:lnTo>
                  <a:lnTo>
                    <a:pt x="388" y="261"/>
                  </a:lnTo>
                  <a:lnTo>
                    <a:pt x="391" y="261"/>
                  </a:lnTo>
                  <a:lnTo>
                    <a:pt x="391" y="262"/>
                  </a:lnTo>
                  <a:lnTo>
                    <a:pt x="394" y="261"/>
                  </a:lnTo>
                  <a:lnTo>
                    <a:pt x="395" y="262"/>
                  </a:lnTo>
                  <a:lnTo>
                    <a:pt x="395" y="266"/>
                  </a:lnTo>
                  <a:lnTo>
                    <a:pt x="399" y="268"/>
                  </a:lnTo>
                  <a:lnTo>
                    <a:pt x="400" y="271"/>
                  </a:lnTo>
                  <a:lnTo>
                    <a:pt x="400" y="278"/>
                  </a:lnTo>
                  <a:lnTo>
                    <a:pt x="403" y="280"/>
                  </a:lnTo>
                  <a:lnTo>
                    <a:pt x="403" y="282"/>
                  </a:lnTo>
                  <a:lnTo>
                    <a:pt x="401" y="283"/>
                  </a:lnTo>
                  <a:lnTo>
                    <a:pt x="404" y="286"/>
                  </a:lnTo>
                  <a:lnTo>
                    <a:pt x="404" y="290"/>
                  </a:lnTo>
                  <a:lnTo>
                    <a:pt x="408" y="295"/>
                  </a:lnTo>
                  <a:lnTo>
                    <a:pt x="407" y="297"/>
                  </a:lnTo>
                  <a:lnTo>
                    <a:pt x="408" y="300"/>
                  </a:lnTo>
                  <a:lnTo>
                    <a:pt x="411" y="303"/>
                  </a:lnTo>
                  <a:lnTo>
                    <a:pt x="409" y="304"/>
                  </a:lnTo>
                  <a:lnTo>
                    <a:pt x="411" y="305"/>
                  </a:lnTo>
                  <a:lnTo>
                    <a:pt x="412" y="311"/>
                  </a:lnTo>
                  <a:lnTo>
                    <a:pt x="417" y="317"/>
                  </a:lnTo>
                  <a:lnTo>
                    <a:pt x="421" y="318"/>
                  </a:lnTo>
                  <a:lnTo>
                    <a:pt x="423" y="320"/>
                  </a:lnTo>
                  <a:lnTo>
                    <a:pt x="424" y="320"/>
                  </a:lnTo>
                  <a:lnTo>
                    <a:pt x="428" y="324"/>
                  </a:lnTo>
                  <a:lnTo>
                    <a:pt x="428" y="325"/>
                  </a:lnTo>
                  <a:lnTo>
                    <a:pt x="426" y="325"/>
                  </a:lnTo>
                  <a:lnTo>
                    <a:pt x="426" y="328"/>
                  </a:lnTo>
                  <a:lnTo>
                    <a:pt x="425" y="330"/>
                  </a:lnTo>
                  <a:lnTo>
                    <a:pt x="428" y="336"/>
                  </a:lnTo>
                  <a:lnTo>
                    <a:pt x="430" y="338"/>
                  </a:lnTo>
                  <a:lnTo>
                    <a:pt x="430" y="342"/>
                  </a:lnTo>
                  <a:lnTo>
                    <a:pt x="428" y="343"/>
                  </a:lnTo>
                  <a:lnTo>
                    <a:pt x="428" y="345"/>
                  </a:lnTo>
                  <a:lnTo>
                    <a:pt x="426" y="346"/>
                  </a:lnTo>
                  <a:lnTo>
                    <a:pt x="428" y="349"/>
                  </a:lnTo>
                  <a:lnTo>
                    <a:pt x="428" y="353"/>
                  </a:lnTo>
                  <a:lnTo>
                    <a:pt x="425" y="354"/>
                  </a:lnTo>
                  <a:lnTo>
                    <a:pt x="425" y="355"/>
                  </a:lnTo>
                  <a:lnTo>
                    <a:pt x="428" y="355"/>
                  </a:lnTo>
                  <a:lnTo>
                    <a:pt x="428" y="357"/>
                  </a:lnTo>
                  <a:lnTo>
                    <a:pt x="425" y="358"/>
                  </a:lnTo>
                  <a:lnTo>
                    <a:pt x="425" y="363"/>
                  </a:lnTo>
                  <a:lnTo>
                    <a:pt x="424" y="365"/>
                  </a:lnTo>
                  <a:lnTo>
                    <a:pt x="421" y="363"/>
                  </a:lnTo>
                  <a:lnTo>
                    <a:pt x="421" y="365"/>
                  </a:lnTo>
                  <a:lnTo>
                    <a:pt x="423" y="367"/>
                  </a:lnTo>
                  <a:lnTo>
                    <a:pt x="424" y="370"/>
                  </a:lnTo>
                  <a:lnTo>
                    <a:pt x="421" y="370"/>
                  </a:lnTo>
                  <a:lnTo>
                    <a:pt x="419" y="372"/>
                  </a:lnTo>
                  <a:lnTo>
                    <a:pt x="415" y="372"/>
                  </a:lnTo>
                  <a:lnTo>
                    <a:pt x="412" y="371"/>
                  </a:lnTo>
                  <a:lnTo>
                    <a:pt x="416" y="368"/>
                  </a:lnTo>
                  <a:lnTo>
                    <a:pt x="416" y="367"/>
                  </a:lnTo>
                  <a:lnTo>
                    <a:pt x="413" y="367"/>
                  </a:lnTo>
                  <a:lnTo>
                    <a:pt x="413" y="368"/>
                  </a:lnTo>
                  <a:lnTo>
                    <a:pt x="411" y="368"/>
                  </a:lnTo>
                  <a:lnTo>
                    <a:pt x="405" y="366"/>
                  </a:lnTo>
                  <a:lnTo>
                    <a:pt x="405" y="367"/>
                  </a:lnTo>
                  <a:lnTo>
                    <a:pt x="397" y="368"/>
                  </a:lnTo>
                  <a:lnTo>
                    <a:pt x="395" y="368"/>
                  </a:lnTo>
                  <a:lnTo>
                    <a:pt x="392" y="371"/>
                  </a:lnTo>
                  <a:lnTo>
                    <a:pt x="395" y="372"/>
                  </a:lnTo>
                  <a:lnTo>
                    <a:pt x="395" y="372"/>
                  </a:lnTo>
                  <a:lnTo>
                    <a:pt x="396" y="371"/>
                  </a:lnTo>
                  <a:lnTo>
                    <a:pt x="400" y="370"/>
                  </a:lnTo>
                  <a:lnTo>
                    <a:pt x="401" y="372"/>
                  </a:lnTo>
                  <a:lnTo>
                    <a:pt x="404" y="375"/>
                  </a:lnTo>
                  <a:lnTo>
                    <a:pt x="413" y="376"/>
                  </a:lnTo>
                  <a:lnTo>
                    <a:pt x="417" y="378"/>
                  </a:lnTo>
                  <a:lnTo>
                    <a:pt x="421" y="376"/>
                  </a:lnTo>
                  <a:lnTo>
                    <a:pt x="425" y="376"/>
                  </a:lnTo>
                  <a:lnTo>
                    <a:pt x="426" y="378"/>
                  </a:lnTo>
                  <a:lnTo>
                    <a:pt x="430" y="379"/>
                  </a:lnTo>
                  <a:lnTo>
                    <a:pt x="434" y="378"/>
                  </a:lnTo>
                  <a:lnTo>
                    <a:pt x="434" y="375"/>
                  </a:lnTo>
                  <a:lnTo>
                    <a:pt x="433" y="372"/>
                  </a:lnTo>
                  <a:lnTo>
                    <a:pt x="433" y="370"/>
                  </a:lnTo>
                  <a:lnTo>
                    <a:pt x="434" y="368"/>
                  </a:lnTo>
                  <a:lnTo>
                    <a:pt x="437" y="367"/>
                  </a:lnTo>
                  <a:lnTo>
                    <a:pt x="437" y="366"/>
                  </a:lnTo>
                  <a:lnTo>
                    <a:pt x="440" y="362"/>
                  </a:lnTo>
                  <a:lnTo>
                    <a:pt x="441" y="359"/>
                  </a:lnTo>
                  <a:lnTo>
                    <a:pt x="442" y="354"/>
                  </a:lnTo>
                  <a:lnTo>
                    <a:pt x="441" y="351"/>
                  </a:lnTo>
                  <a:lnTo>
                    <a:pt x="441" y="347"/>
                  </a:lnTo>
                  <a:lnTo>
                    <a:pt x="445" y="341"/>
                  </a:lnTo>
                  <a:lnTo>
                    <a:pt x="445" y="338"/>
                  </a:lnTo>
                  <a:lnTo>
                    <a:pt x="441" y="329"/>
                  </a:lnTo>
                  <a:lnTo>
                    <a:pt x="437" y="326"/>
                  </a:lnTo>
                  <a:lnTo>
                    <a:pt x="436" y="325"/>
                  </a:lnTo>
                  <a:lnTo>
                    <a:pt x="434" y="318"/>
                  </a:lnTo>
                  <a:lnTo>
                    <a:pt x="438" y="315"/>
                  </a:lnTo>
                  <a:lnTo>
                    <a:pt x="441" y="312"/>
                  </a:lnTo>
                  <a:lnTo>
                    <a:pt x="444" y="312"/>
                  </a:lnTo>
                  <a:lnTo>
                    <a:pt x="449" y="307"/>
                  </a:lnTo>
                  <a:lnTo>
                    <a:pt x="451" y="307"/>
                  </a:lnTo>
                  <a:lnTo>
                    <a:pt x="455" y="311"/>
                  </a:lnTo>
                  <a:lnTo>
                    <a:pt x="455" y="313"/>
                  </a:lnTo>
                  <a:lnTo>
                    <a:pt x="459" y="316"/>
                  </a:lnTo>
                  <a:lnTo>
                    <a:pt x="461" y="317"/>
                  </a:lnTo>
                  <a:lnTo>
                    <a:pt x="461" y="317"/>
                  </a:lnTo>
                  <a:lnTo>
                    <a:pt x="465" y="321"/>
                  </a:lnTo>
                  <a:lnTo>
                    <a:pt x="463" y="324"/>
                  </a:lnTo>
                  <a:lnTo>
                    <a:pt x="466" y="325"/>
                  </a:lnTo>
                  <a:lnTo>
                    <a:pt x="466" y="328"/>
                  </a:lnTo>
                  <a:lnTo>
                    <a:pt x="469" y="330"/>
                  </a:lnTo>
                  <a:lnTo>
                    <a:pt x="469" y="334"/>
                  </a:lnTo>
                  <a:lnTo>
                    <a:pt x="469" y="334"/>
                  </a:lnTo>
                  <a:lnTo>
                    <a:pt x="470" y="337"/>
                  </a:lnTo>
                  <a:lnTo>
                    <a:pt x="473" y="338"/>
                  </a:lnTo>
                  <a:lnTo>
                    <a:pt x="475" y="340"/>
                  </a:lnTo>
                  <a:lnTo>
                    <a:pt x="479" y="340"/>
                  </a:lnTo>
                  <a:lnTo>
                    <a:pt x="480" y="338"/>
                  </a:lnTo>
                  <a:lnTo>
                    <a:pt x="484" y="338"/>
                  </a:lnTo>
                  <a:lnTo>
                    <a:pt x="486" y="337"/>
                  </a:lnTo>
                  <a:lnTo>
                    <a:pt x="487" y="336"/>
                  </a:lnTo>
                  <a:lnTo>
                    <a:pt x="486" y="336"/>
                  </a:lnTo>
                  <a:lnTo>
                    <a:pt x="483" y="336"/>
                  </a:lnTo>
                  <a:lnTo>
                    <a:pt x="482" y="334"/>
                  </a:lnTo>
                  <a:lnTo>
                    <a:pt x="480" y="337"/>
                  </a:lnTo>
                  <a:lnTo>
                    <a:pt x="477" y="337"/>
                  </a:lnTo>
                  <a:lnTo>
                    <a:pt x="475" y="336"/>
                  </a:lnTo>
                  <a:lnTo>
                    <a:pt x="473" y="336"/>
                  </a:lnTo>
                  <a:lnTo>
                    <a:pt x="471" y="333"/>
                  </a:lnTo>
                  <a:lnTo>
                    <a:pt x="473" y="332"/>
                  </a:lnTo>
                  <a:lnTo>
                    <a:pt x="470" y="330"/>
                  </a:lnTo>
                  <a:lnTo>
                    <a:pt x="469" y="326"/>
                  </a:lnTo>
                  <a:lnTo>
                    <a:pt x="469" y="322"/>
                  </a:lnTo>
                  <a:lnTo>
                    <a:pt x="471" y="322"/>
                  </a:lnTo>
                  <a:lnTo>
                    <a:pt x="474" y="321"/>
                  </a:lnTo>
                  <a:lnTo>
                    <a:pt x="471" y="320"/>
                  </a:lnTo>
                  <a:lnTo>
                    <a:pt x="471" y="317"/>
                  </a:lnTo>
                  <a:lnTo>
                    <a:pt x="470" y="317"/>
                  </a:lnTo>
                  <a:lnTo>
                    <a:pt x="470" y="315"/>
                  </a:lnTo>
                  <a:lnTo>
                    <a:pt x="466" y="313"/>
                  </a:lnTo>
                  <a:lnTo>
                    <a:pt x="466" y="311"/>
                  </a:lnTo>
                  <a:lnTo>
                    <a:pt x="463" y="308"/>
                  </a:lnTo>
                  <a:lnTo>
                    <a:pt x="459" y="308"/>
                  </a:lnTo>
                  <a:lnTo>
                    <a:pt x="453" y="305"/>
                  </a:lnTo>
                  <a:lnTo>
                    <a:pt x="451" y="303"/>
                  </a:lnTo>
                  <a:lnTo>
                    <a:pt x="449" y="304"/>
                  </a:lnTo>
                  <a:lnTo>
                    <a:pt x="445" y="301"/>
                  </a:lnTo>
                  <a:lnTo>
                    <a:pt x="444" y="301"/>
                  </a:lnTo>
                  <a:lnTo>
                    <a:pt x="440" y="301"/>
                  </a:lnTo>
                  <a:lnTo>
                    <a:pt x="437" y="304"/>
                  </a:lnTo>
                  <a:lnTo>
                    <a:pt x="437" y="307"/>
                  </a:lnTo>
                  <a:lnTo>
                    <a:pt x="434" y="308"/>
                  </a:lnTo>
                  <a:lnTo>
                    <a:pt x="430" y="307"/>
                  </a:lnTo>
                  <a:lnTo>
                    <a:pt x="428" y="309"/>
                  </a:lnTo>
                  <a:lnTo>
                    <a:pt x="424" y="308"/>
                  </a:lnTo>
                  <a:lnTo>
                    <a:pt x="423" y="307"/>
                  </a:lnTo>
                  <a:lnTo>
                    <a:pt x="423" y="304"/>
                  </a:lnTo>
                  <a:lnTo>
                    <a:pt x="423" y="301"/>
                  </a:lnTo>
                  <a:lnTo>
                    <a:pt x="419" y="296"/>
                  </a:lnTo>
                  <a:lnTo>
                    <a:pt x="417" y="293"/>
                  </a:lnTo>
                  <a:lnTo>
                    <a:pt x="417" y="288"/>
                  </a:lnTo>
                  <a:lnTo>
                    <a:pt x="415" y="284"/>
                  </a:lnTo>
                  <a:lnTo>
                    <a:pt x="415" y="282"/>
                  </a:lnTo>
                  <a:lnTo>
                    <a:pt x="416" y="274"/>
                  </a:lnTo>
                  <a:lnTo>
                    <a:pt x="413" y="268"/>
                  </a:lnTo>
                  <a:lnTo>
                    <a:pt x="411" y="266"/>
                  </a:lnTo>
                  <a:lnTo>
                    <a:pt x="408" y="266"/>
                  </a:lnTo>
                  <a:lnTo>
                    <a:pt x="407" y="263"/>
                  </a:lnTo>
                  <a:lnTo>
                    <a:pt x="401" y="258"/>
                  </a:lnTo>
                  <a:lnTo>
                    <a:pt x="397" y="255"/>
                  </a:lnTo>
                  <a:lnTo>
                    <a:pt x="396" y="253"/>
                  </a:lnTo>
                  <a:lnTo>
                    <a:pt x="399" y="247"/>
                  </a:lnTo>
                  <a:lnTo>
                    <a:pt x="397" y="245"/>
                  </a:lnTo>
                  <a:lnTo>
                    <a:pt x="396" y="242"/>
                  </a:lnTo>
                  <a:lnTo>
                    <a:pt x="396" y="241"/>
                  </a:lnTo>
                  <a:lnTo>
                    <a:pt x="399" y="238"/>
                  </a:lnTo>
                  <a:lnTo>
                    <a:pt x="403" y="234"/>
                  </a:lnTo>
                  <a:lnTo>
                    <a:pt x="404" y="229"/>
                  </a:lnTo>
                  <a:lnTo>
                    <a:pt x="401" y="222"/>
                  </a:lnTo>
                  <a:lnTo>
                    <a:pt x="397" y="213"/>
                  </a:lnTo>
                  <a:lnTo>
                    <a:pt x="399" y="212"/>
                  </a:lnTo>
                  <a:lnTo>
                    <a:pt x="401" y="215"/>
                  </a:lnTo>
                  <a:lnTo>
                    <a:pt x="403" y="217"/>
                  </a:lnTo>
                  <a:lnTo>
                    <a:pt x="404" y="218"/>
                  </a:lnTo>
                  <a:lnTo>
                    <a:pt x="405" y="220"/>
                  </a:lnTo>
                  <a:lnTo>
                    <a:pt x="405" y="224"/>
                  </a:lnTo>
                  <a:lnTo>
                    <a:pt x="408" y="225"/>
                  </a:lnTo>
                  <a:lnTo>
                    <a:pt x="408" y="230"/>
                  </a:lnTo>
                  <a:lnTo>
                    <a:pt x="409" y="234"/>
                  </a:lnTo>
                  <a:lnTo>
                    <a:pt x="408" y="237"/>
                  </a:lnTo>
                  <a:lnTo>
                    <a:pt x="409" y="240"/>
                  </a:lnTo>
                  <a:lnTo>
                    <a:pt x="413" y="242"/>
                  </a:lnTo>
                  <a:lnTo>
                    <a:pt x="413" y="245"/>
                  </a:lnTo>
                  <a:lnTo>
                    <a:pt x="416" y="246"/>
                  </a:lnTo>
                  <a:lnTo>
                    <a:pt x="416" y="249"/>
                  </a:lnTo>
                  <a:lnTo>
                    <a:pt x="413" y="250"/>
                  </a:lnTo>
                  <a:lnTo>
                    <a:pt x="415" y="251"/>
                  </a:lnTo>
                  <a:lnTo>
                    <a:pt x="417" y="251"/>
                  </a:lnTo>
                  <a:lnTo>
                    <a:pt x="421" y="253"/>
                  </a:lnTo>
                  <a:lnTo>
                    <a:pt x="425" y="253"/>
                  </a:lnTo>
                  <a:lnTo>
                    <a:pt x="428" y="251"/>
                  </a:lnTo>
                  <a:lnTo>
                    <a:pt x="429" y="254"/>
                  </a:lnTo>
                  <a:lnTo>
                    <a:pt x="430" y="255"/>
                  </a:lnTo>
                  <a:lnTo>
                    <a:pt x="432" y="253"/>
                  </a:lnTo>
                  <a:lnTo>
                    <a:pt x="436" y="253"/>
                  </a:lnTo>
                  <a:lnTo>
                    <a:pt x="437" y="251"/>
                  </a:lnTo>
                  <a:lnTo>
                    <a:pt x="440" y="251"/>
                  </a:lnTo>
                  <a:lnTo>
                    <a:pt x="442" y="255"/>
                  </a:lnTo>
                  <a:lnTo>
                    <a:pt x="445" y="255"/>
                  </a:lnTo>
                  <a:lnTo>
                    <a:pt x="448" y="258"/>
                  </a:lnTo>
                  <a:lnTo>
                    <a:pt x="453" y="257"/>
                  </a:lnTo>
                  <a:lnTo>
                    <a:pt x="454" y="254"/>
                  </a:lnTo>
                  <a:lnTo>
                    <a:pt x="453" y="255"/>
                  </a:lnTo>
                  <a:lnTo>
                    <a:pt x="448" y="255"/>
                  </a:lnTo>
                  <a:lnTo>
                    <a:pt x="448" y="253"/>
                  </a:lnTo>
                  <a:lnTo>
                    <a:pt x="445" y="253"/>
                  </a:lnTo>
                  <a:lnTo>
                    <a:pt x="444" y="249"/>
                  </a:lnTo>
                  <a:lnTo>
                    <a:pt x="440" y="249"/>
                  </a:lnTo>
                  <a:lnTo>
                    <a:pt x="440" y="247"/>
                  </a:lnTo>
                  <a:lnTo>
                    <a:pt x="438" y="247"/>
                  </a:lnTo>
                  <a:lnTo>
                    <a:pt x="437" y="249"/>
                  </a:lnTo>
                  <a:lnTo>
                    <a:pt x="432" y="249"/>
                  </a:lnTo>
                  <a:lnTo>
                    <a:pt x="429" y="246"/>
                  </a:lnTo>
                  <a:lnTo>
                    <a:pt x="425" y="246"/>
                  </a:lnTo>
                  <a:lnTo>
                    <a:pt x="421" y="242"/>
                  </a:lnTo>
                  <a:lnTo>
                    <a:pt x="420" y="240"/>
                  </a:lnTo>
                  <a:lnTo>
                    <a:pt x="419" y="240"/>
                  </a:lnTo>
                  <a:lnTo>
                    <a:pt x="415" y="234"/>
                  </a:lnTo>
                  <a:lnTo>
                    <a:pt x="417" y="233"/>
                  </a:lnTo>
                  <a:lnTo>
                    <a:pt x="419" y="232"/>
                  </a:lnTo>
                  <a:lnTo>
                    <a:pt x="421" y="230"/>
                  </a:lnTo>
                  <a:lnTo>
                    <a:pt x="423" y="230"/>
                  </a:lnTo>
                  <a:lnTo>
                    <a:pt x="426" y="233"/>
                  </a:lnTo>
                  <a:lnTo>
                    <a:pt x="432" y="236"/>
                  </a:lnTo>
                  <a:lnTo>
                    <a:pt x="434" y="236"/>
                  </a:lnTo>
                  <a:lnTo>
                    <a:pt x="437" y="230"/>
                  </a:lnTo>
                  <a:lnTo>
                    <a:pt x="436" y="226"/>
                  </a:lnTo>
                  <a:lnTo>
                    <a:pt x="430" y="225"/>
                  </a:lnTo>
                  <a:lnTo>
                    <a:pt x="426" y="228"/>
                  </a:lnTo>
                  <a:lnTo>
                    <a:pt x="425" y="225"/>
                  </a:lnTo>
                  <a:lnTo>
                    <a:pt x="426" y="224"/>
                  </a:lnTo>
                  <a:lnTo>
                    <a:pt x="428" y="225"/>
                  </a:lnTo>
                  <a:lnTo>
                    <a:pt x="429" y="224"/>
                  </a:lnTo>
                  <a:lnTo>
                    <a:pt x="429" y="221"/>
                  </a:lnTo>
                  <a:lnTo>
                    <a:pt x="432" y="217"/>
                  </a:lnTo>
                  <a:lnTo>
                    <a:pt x="434" y="216"/>
                  </a:lnTo>
                  <a:lnTo>
                    <a:pt x="437" y="216"/>
                  </a:lnTo>
                  <a:lnTo>
                    <a:pt x="445" y="216"/>
                  </a:lnTo>
                  <a:lnTo>
                    <a:pt x="448" y="220"/>
                  </a:lnTo>
                  <a:lnTo>
                    <a:pt x="451" y="221"/>
                  </a:lnTo>
                  <a:lnTo>
                    <a:pt x="458" y="222"/>
                  </a:lnTo>
                  <a:lnTo>
                    <a:pt x="458" y="225"/>
                  </a:lnTo>
                  <a:lnTo>
                    <a:pt x="461" y="226"/>
                  </a:lnTo>
                  <a:lnTo>
                    <a:pt x="466" y="230"/>
                  </a:lnTo>
                  <a:lnTo>
                    <a:pt x="470" y="232"/>
                  </a:lnTo>
                  <a:lnTo>
                    <a:pt x="475" y="230"/>
                  </a:lnTo>
                  <a:lnTo>
                    <a:pt x="480" y="228"/>
                  </a:lnTo>
                  <a:lnTo>
                    <a:pt x="483" y="229"/>
                  </a:lnTo>
                  <a:lnTo>
                    <a:pt x="483" y="229"/>
                  </a:lnTo>
                  <a:lnTo>
                    <a:pt x="486" y="229"/>
                  </a:lnTo>
                  <a:lnTo>
                    <a:pt x="486" y="233"/>
                  </a:lnTo>
                  <a:lnTo>
                    <a:pt x="486" y="236"/>
                  </a:lnTo>
                  <a:lnTo>
                    <a:pt x="486" y="237"/>
                  </a:lnTo>
                  <a:lnTo>
                    <a:pt x="483" y="240"/>
                  </a:lnTo>
                  <a:lnTo>
                    <a:pt x="482" y="242"/>
                  </a:lnTo>
                  <a:lnTo>
                    <a:pt x="484" y="245"/>
                  </a:lnTo>
                  <a:lnTo>
                    <a:pt x="484" y="249"/>
                  </a:lnTo>
                  <a:lnTo>
                    <a:pt x="488" y="253"/>
                  </a:lnTo>
                  <a:lnTo>
                    <a:pt x="488" y="255"/>
                  </a:lnTo>
                  <a:lnTo>
                    <a:pt x="487" y="257"/>
                  </a:lnTo>
                  <a:lnTo>
                    <a:pt x="487" y="265"/>
                  </a:lnTo>
                  <a:lnTo>
                    <a:pt x="490" y="265"/>
                  </a:lnTo>
                  <a:lnTo>
                    <a:pt x="490" y="262"/>
                  </a:lnTo>
                  <a:lnTo>
                    <a:pt x="490" y="261"/>
                  </a:lnTo>
                  <a:lnTo>
                    <a:pt x="491" y="258"/>
                  </a:lnTo>
                  <a:lnTo>
                    <a:pt x="490" y="255"/>
                  </a:lnTo>
                  <a:lnTo>
                    <a:pt x="492" y="254"/>
                  </a:lnTo>
                  <a:lnTo>
                    <a:pt x="494" y="251"/>
                  </a:lnTo>
                  <a:lnTo>
                    <a:pt x="495" y="253"/>
                  </a:lnTo>
                  <a:lnTo>
                    <a:pt x="496" y="257"/>
                  </a:lnTo>
                  <a:lnTo>
                    <a:pt x="498" y="262"/>
                  </a:lnTo>
                  <a:lnTo>
                    <a:pt x="498" y="263"/>
                  </a:lnTo>
                  <a:lnTo>
                    <a:pt x="496" y="265"/>
                  </a:lnTo>
                  <a:lnTo>
                    <a:pt x="496" y="267"/>
                  </a:lnTo>
                  <a:lnTo>
                    <a:pt x="495" y="268"/>
                  </a:lnTo>
                  <a:lnTo>
                    <a:pt x="499" y="271"/>
                  </a:lnTo>
                  <a:lnTo>
                    <a:pt x="503" y="271"/>
                  </a:lnTo>
                  <a:lnTo>
                    <a:pt x="507" y="272"/>
                  </a:lnTo>
                  <a:lnTo>
                    <a:pt x="509" y="275"/>
                  </a:lnTo>
                  <a:lnTo>
                    <a:pt x="508" y="278"/>
                  </a:lnTo>
                  <a:lnTo>
                    <a:pt x="511" y="279"/>
                  </a:lnTo>
                  <a:lnTo>
                    <a:pt x="516" y="279"/>
                  </a:lnTo>
                  <a:lnTo>
                    <a:pt x="521" y="284"/>
                  </a:lnTo>
                  <a:lnTo>
                    <a:pt x="520" y="283"/>
                  </a:lnTo>
                  <a:lnTo>
                    <a:pt x="520" y="279"/>
                  </a:lnTo>
                  <a:lnTo>
                    <a:pt x="524" y="275"/>
                  </a:lnTo>
                  <a:lnTo>
                    <a:pt x="527" y="275"/>
                  </a:lnTo>
                  <a:lnTo>
                    <a:pt x="532" y="279"/>
                  </a:lnTo>
                  <a:lnTo>
                    <a:pt x="536" y="279"/>
                  </a:lnTo>
                  <a:lnTo>
                    <a:pt x="537" y="282"/>
                  </a:lnTo>
                  <a:lnTo>
                    <a:pt x="538" y="287"/>
                  </a:lnTo>
                  <a:lnTo>
                    <a:pt x="538" y="282"/>
                  </a:lnTo>
                  <a:lnTo>
                    <a:pt x="537" y="279"/>
                  </a:lnTo>
                  <a:lnTo>
                    <a:pt x="534" y="279"/>
                  </a:lnTo>
                  <a:lnTo>
                    <a:pt x="530" y="278"/>
                  </a:lnTo>
                  <a:lnTo>
                    <a:pt x="527" y="274"/>
                  </a:lnTo>
                  <a:lnTo>
                    <a:pt x="523" y="275"/>
                  </a:lnTo>
                  <a:lnTo>
                    <a:pt x="519" y="278"/>
                  </a:lnTo>
                  <a:lnTo>
                    <a:pt x="517" y="278"/>
                  </a:lnTo>
                  <a:lnTo>
                    <a:pt x="516" y="278"/>
                  </a:lnTo>
                  <a:lnTo>
                    <a:pt x="512" y="276"/>
                  </a:lnTo>
                  <a:lnTo>
                    <a:pt x="508" y="271"/>
                  </a:lnTo>
                  <a:lnTo>
                    <a:pt x="505" y="270"/>
                  </a:lnTo>
                  <a:lnTo>
                    <a:pt x="502" y="270"/>
                  </a:lnTo>
                  <a:lnTo>
                    <a:pt x="499" y="266"/>
                  </a:lnTo>
                  <a:lnTo>
                    <a:pt x="502" y="267"/>
                  </a:lnTo>
                  <a:lnTo>
                    <a:pt x="503" y="266"/>
                  </a:lnTo>
                  <a:lnTo>
                    <a:pt x="505" y="261"/>
                  </a:lnTo>
                  <a:lnTo>
                    <a:pt x="504" y="259"/>
                  </a:lnTo>
                  <a:lnTo>
                    <a:pt x="502" y="255"/>
                  </a:lnTo>
                  <a:lnTo>
                    <a:pt x="500" y="250"/>
                  </a:lnTo>
                  <a:lnTo>
                    <a:pt x="496" y="245"/>
                  </a:lnTo>
                  <a:lnTo>
                    <a:pt x="494" y="243"/>
                  </a:lnTo>
                  <a:lnTo>
                    <a:pt x="491" y="241"/>
                  </a:lnTo>
                  <a:lnTo>
                    <a:pt x="492" y="238"/>
                  </a:lnTo>
                  <a:lnTo>
                    <a:pt x="491" y="236"/>
                  </a:lnTo>
                  <a:lnTo>
                    <a:pt x="491" y="229"/>
                  </a:lnTo>
                  <a:lnTo>
                    <a:pt x="488" y="226"/>
                  </a:lnTo>
                  <a:lnTo>
                    <a:pt x="487" y="226"/>
                  </a:lnTo>
                  <a:lnTo>
                    <a:pt x="482" y="224"/>
                  </a:lnTo>
                  <a:lnTo>
                    <a:pt x="477" y="224"/>
                  </a:lnTo>
                  <a:lnTo>
                    <a:pt x="474" y="220"/>
                  </a:lnTo>
                  <a:lnTo>
                    <a:pt x="471" y="218"/>
                  </a:lnTo>
                  <a:lnTo>
                    <a:pt x="471" y="215"/>
                  </a:lnTo>
                  <a:lnTo>
                    <a:pt x="470" y="213"/>
                  </a:lnTo>
                  <a:lnTo>
                    <a:pt x="470" y="212"/>
                  </a:lnTo>
                  <a:lnTo>
                    <a:pt x="467" y="213"/>
                  </a:lnTo>
                  <a:lnTo>
                    <a:pt x="458" y="213"/>
                  </a:lnTo>
                  <a:lnTo>
                    <a:pt x="455" y="213"/>
                  </a:lnTo>
                  <a:lnTo>
                    <a:pt x="453" y="211"/>
                  </a:lnTo>
                  <a:lnTo>
                    <a:pt x="451" y="208"/>
                  </a:lnTo>
                  <a:lnTo>
                    <a:pt x="451" y="208"/>
                  </a:lnTo>
                  <a:lnTo>
                    <a:pt x="450" y="205"/>
                  </a:lnTo>
                  <a:lnTo>
                    <a:pt x="450" y="201"/>
                  </a:lnTo>
                  <a:lnTo>
                    <a:pt x="448" y="196"/>
                  </a:lnTo>
                  <a:lnTo>
                    <a:pt x="444" y="193"/>
                  </a:lnTo>
                  <a:lnTo>
                    <a:pt x="444" y="192"/>
                  </a:lnTo>
                  <a:lnTo>
                    <a:pt x="444" y="191"/>
                  </a:lnTo>
                  <a:lnTo>
                    <a:pt x="441" y="190"/>
                  </a:lnTo>
                  <a:lnTo>
                    <a:pt x="440" y="188"/>
                  </a:lnTo>
                  <a:lnTo>
                    <a:pt x="441" y="186"/>
                  </a:lnTo>
                  <a:lnTo>
                    <a:pt x="441" y="183"/>
                  </a:lnTo>
                  <a:lnTo>
                    <a:pt x="438" y="182"/>
                  </a:lnTo>
                  <a:lnTo>
                    <a:pt x="440" y="180"/>
                  </a:lnTo>
                  <a:lnTo>
                    <a:pt x="444" y="180"/>
                  </a:lnTo>
                  <a:lnTo>
                    <a:pt x="446" y="176"/>
                  </a:lnTo>
                  <a:lnTo>
                    <a:pt x="449" y="176"/>
                  </a:lnTo>
                  <a:lnTo>
                    <a:pt x="455" y="175"/>
                  </a:lnTo>
                  <a:lnTo>
                    <a:pt x="465" y="172"/>
                  </a:lnTo>
                  <a:lnTo>
                    <a:pt x="467" y="170"/>
                  </a:lnTo>
                  <a:lnTo>
                    <a:pt x="471" y="168"/>
                  </a:lnTo>
                  <a:lnTo>
                    <a:pt x="473" y="170"/>
                  </a:lnTo>
                  <a:lnTo>
                    <a:pt x="477" y="168"/>
                  </a:lnTo>
                  <a:lnTo>
                    <a:pt x="478" y="166"/>
                  </a:lnTo>
                  <a:lnTo>
                    <a:pt x="482" y="165"/>
                  </a:lnTo>
                  <a:lnTo>
                    <a:pt x="490" y="161"/>
                  </a:lnTo>
                  <a:lnTo>
                    <a:pt x="491" y="162"/>
                  </a:lnTo>
                  <a:lnTo>
                    <a:pt x="490" y="165"/>
                  </a:lnTo>
                  <a:lnTo>
                    <a:pt x="490" y="166"/>
                  </a:lnTo>
                  <a:lnTo>
                    <a:pt x="488" y="167"/>
                  </a:lnTo>
                  <a:lnTo>
                    <a:pt x="486" y="172"/>
                  </a:lnTo>
                  <a:lnTo>
                    <a:pt x="486" y="174"/>
                  </a:lnTo>
                  <a:lnTo>
                    <a:pt x="491" y="178"/>
                  </a:lnTo>
                  <a:lnTo>
                    <a:pt x="495" y="178"/>
                  </a:lnTo>
                  <a:lnTo>
                    <a:pt x="492" y="178"/>
                  </a:lnTo>
                  <a:lnTo>
                    <a:pt x="488" y="172"/>
                  </a:lnTo>
                  <a:lnTo>
                    <a:pt x="488" y="171"/>
                  </a:lnTo>
                  <a:lnTo>
                    <a:pt x="490" y="168"/>
                  </a:lnTo>
                  <a:lnTo>
                    <a:pt x="495" y="166"/>
                  </a:lnTo>
                  <a:lnTo>
                    <a:pt x="496" y="162"/>
                  </a:lnTo>
                  <a:lnTo>
                    <a:pt x="495" y="158"/>
                  </a:lnTo>
                  <a:lnTo>
                    <a:pt x="492" y="158"/>
                  </a:lnTo>
                  <a:lnTo>
                    <a:pt x="488" y="155"/>
                  </a:lnTo>
                  <a:lnTo>
                    <a:pt x="490" y="154"/>
                  </a:lnTo>
                  <a:lnTo>
                    <a:pt x="486" y="154"/>
                  </a:lnTo>
                  <a:lnTo>
                    <a:pt x="484" y="155"/>
                  </a:lnTo>
                  <a:lnTo>
                    <a:pt x="483" y="154"/>
                  </a:lnTo>
                  <a:lnTo>
                    <a:pt x="482" y="150"/>
                  </a:lnTo>
                  <a:lnTo>
                    <a:pt x="478" y="151"/>
                  </a:lnTo>
                  <a:lnTo>
                    <a:pt x="477" y="151"/>
                  </a:lnTo>
                  <a:lnTo>
                    <a:pt x="473" y="149"/>
                  </a:lnTo>
                  <a:lnTo>
                    <a:pt x="474" y="147"/>
                  </a:lnTo>
                  <a:lnTo>
                    <a:pt x="475" y="146"/>
                  </a:lnTo>
                  <a:lnTo>
                    <a:pt x="477" y="145"/>
                  </a:lnTo>
                  <a:lnTo>
                    <a:pt x="478" y="147"/>
                  </a:lnTo>
                  <a:lnTo>
                    <a:pt x="480" y="147"/>
                  </a:lnTo>
                  <a:lnTo>
                    <a:pt x="483" y="146"/>
                  </a:lnTo>
                  <a:lnTo>
                    <a:pt x="483" y="145"/>
                  </a:lnTo>
                  <a:lnTo>
                    <a:pt x="482" y="145"/>
                  </a:lnTo>
                  <a:lnTo>
                    <a:pt x="479" y="146"/>
                  </a:lnTo>
                  <a:lnTo>
                    <a:pt x="477" y="143"/>
                  </a:lnTo>
                  <a:lnTo>
                    <a:pt x="477" y="141"/>
                  </a:lnTo>
                  <a:lnTo>
                    <a:pt x="474" y="141"/>
                  </a:lnTo>
                  <a:lnTo>
                    <a:pt x="470" y="140"/>
                  </a:lnTo>
                  <a:lnTo>
                    <a:pt x="467" y="141"/>
                  </a:lnTo>
                  <a:lnTo>
                    <a:pt x="466" y="138"/>
                  </a:lnTo>
                  <a:lnTo>
                    <a:pt x="467" y="137"/>
                  </a:lnTo>
                  <a:lnTo>
                    <a:pt x="467" y="134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3"/>
                  </a:lnTo>
                  <a:lnTo>
                    <a:pt x="470" y="137"/>
                  </a:lnTo>
                  <a:lnTo>
                    <a:pt x="473" y="136"/>
                  </a:lnTo>
                  <a:lnTo>
                    <a:pt x="475" y="140"/>
                  </a:lnTo>
                  <a:lnTo>
                    <a:pt x="475" y="137"/>
                  </a:lnTo>
                  <a:lnTo>
                    <a:pt x="475" y="136"/>
                  </a:lnTo>
                  <a:lnTo>
                    <a:pt x="478" y="134"/>
                  </a:lnTo>
                  <a:lnTo>
                    <a:pt x="478" y="129"/>
                  </a:lnTo>
                  <a:lnTo>
                    <a:pt x="477" y="128"/>
                  </a:lnTo>
                  <a:lnTo>
                    <a:pt x="477" y="126"/>
                  </a:lnTo>
                  <a:lnTo>
                    <a:pt x="479" y="128"/>
                  </a:lnTo>
                  <a:lnTo>
                    <a:pt x="480" y="125"/>
                  </a:lnTo>
                  <a:lnTo>
                    <a:pt x="475" y="124"/>
                  </a:lnTo>
                  <a:lnTo>
                    <a:pt x="474" y="126"/>
                  </a:lnTo>
                  <a:lnTo>
                    <a:pt x="471" y="126"/>
                  </a:lnTo>
                  <a:lnTo>
                    <a:pt x="471" y="124"/>
                  </a:lnTo>
                  <a:lnTo>
                    <a:pt x="474" y="121"/>
                  </a:lnTo>
                  <a:lnTo>
                    <a:pt x="478" y="121"/>
                  </a:lnTo>
                  <a:lnTo>
                    <a:pt x="480" y="120"/>
                  </a:lnTo>
                  <a:lnTo>
                    <a:pt x="480" y="118"/>
                  </a:lnTo>
                  <a:lnTo>
                    <a:pt x="483" y="116"/>
                  </a:lnTo>
                  <a:lnTo>
                    <a:pt x="483" y="113"/>
                  </a:lnTo>
                  <a:lnTo>
                    <a:pt x="483" y="112"/>
                  </a:lnTo>
                  <a:lnTo>
                    <a:pt x="483" y="112"/>
                  </a:lnTo>
                  <a:lnTo>
                    <a:pt x="486" y="108"/>
                  </a:lnTo>
                  <a:lnTo>
                    <a:pt x="487" y="108"/>
                  </a:lnTo>
                  <a:lnTo>
                    <a:pt x="487" y="109"/>
                  </a:lnTo>
                  <a:lnTo>
                    <a:pt x="488" y="109"/>
                  </a:lnTo>
                  <a:lnTo>
                    <a:pt x="490" y="107"/>
                  </a:lnTo>
                  <a:lnTo>
                    <a:pt x="491" y="107"/>
                  </a:lnTo>
                  <a:lnTo>
                    <a:pt x="490" y="105"/>
                  </a:lnTo>
                  <a:lnTo>
                    <a:pt x="490" y="104"/>
                  </a:lnTo>
                  <a:lnTo>
                    <a:pt x="494" y="103"/>
                  </a:lnTo>
                  <a:lnTo>
                    <a:pt x="495" y="101"/>
                  </a:lnTo>
                  <a:lnTo>
                    <a:pt x="495" y="100"/>
                  </a:lnTo>
                  <a:lnTo>
                    <a:pt x="496" y="100"/>
                  </a:lnTo>
                  <a:lnTo>
                    <a:pt x="499" y="100"/>
                  </a:lnTo>
                  <a:lnTo>
                    <a:pt x="503" y="100"/>
                  </a:lnTo>
                  <a:lnTo>
                    <a:pt x="502" y="97"/>
                  </a:lnTo>
                  <a:lnTo>
                    <a:pt x="502" y="96"/>
                  </a:lnTo>
                  <a:lnTo>
                    <a:pt x="507" y="95"/>
                  </a:lnTo>
                  <a:lnTo>
                    <a:pt x="509" y="93"/>
                  </a:lnTo>
                  <a:lnTo>
                    <a:pt x="511" y="91"/>
                  </a:lnTo>
                  <a:lnTo>
                    <a:pt x="517" y="88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3" y="88"/>
                  </a:lnTo>
                  <a:lnTo>
                    <a:pt x="512" y="87"/>
                  </a:lnTo>
                  <a:lnTo>
                    <a:pt x="509" y="90"/>
                  </a:lnTo>
                  <a:lnTo>
                    <a:pt x="507" y="88"/>
                  </a:lnTo>
                  <a:lnTo>
                    <a:pt x="507" y="83"/>
                  </a:lnTo>
                  <a:lnTo>
                    <a:pt x="509" y="82"/>
                  </a:lnTo>
                  <a:lnTo>
                    <a:pt x="509" y="80"/>
                  </a:lnTo>
                  <a:lnTo>
                    <a:pt x="511" y="80"/>
                  </a:lnTo>
                  <a:lnTo>
                    <a:pt x="511" y="82"/>
                  </a:lnTo>
                  <a:lnTo>
                    <a:pt x="512" y="82"/>
                  </a:lnTo>
                  <a:lnTo>
                    <a:pt x="513" y="80"/>
                  </a:lnTo>
                  <a:lnTo>
                    <a:pt x="511" y="78"/>
                  </a:lnTo>
                  <a:lnTo>
                    <a:pt x="513" y="78"/>
                  </a:lnTo>
                  <a:lnTo>
                    <a:pt x="516" y="79"/>
                  </a:lnTo>
                  <a:lnTo>
                    <a:pt x="519" y="79"/>
                  </a:lnTo>
                  <a:lnTo>
                    <a:pt x="521" y="76"/>
                  </a:lnTo>
                  <a:lnTo>
                    <a:pt x="524" y="78"/>
                  </a:lnTo>
                  <a:lnTo>
                    <a:pt x="530" y="75"/>
                  </a:lnTo>
                  <a:lnTo>
                    <a:pt x="533" y="75"/>
                  </a:lnTo>
                  <a:lnTo>
                    <a:pt x="533" y="78"/>
                  </a:lnTo>
                  <a:lnTo>
                    <a:pt x="532" y="83"/>
                  </a:lnTo>
                  <a:lnTo>
                    <a:pt x="532" y="84"/>
                  </a:lnTo>
                  <a:lnTo>
                    <a:pt x="533" y="86"/>
                  </a:lnTo>
                  <a:lnTo>
                    <a:pt x="534" y="83"/>
                  </a:lnTo>
                  <a:lnTo>
                    <a:pt x="537" y="79"/>
                  </a:lnTo>
                  <a:lnTo>
                    <a:pt x="536" y="76"/>
                  </a:lnTo>
                  <a:lnTo>
                    <a:pt x="537" y="76"/>
                  </a:lnTo>
                  <a:lnTo>
                    <a:pt x="538" y="78"/>
                  </a:lnTo>
                  <a:lnTo>
                    <a:pt x="540" y="82"/>
                  </a:lnTo>
                  <a:lnTo>
                    <a:pt x="541" y="82"/>
                  </a:lnTo>
                  <a:lnTo>
                    <a:pt x="542" y="79"/>
                  </a:lnTo>
                  <a:lnTo>
                    <a:pt x="541" y="76"/>
                  </a:lnTo>
                  <a:lnTo>
                    <a:pt x="542" y="75"/>
                  </a:lnTo>
                  <a:lnTo>
                    <a:pt x="544" y="75"/>
                  </a:lnTo>
                  <a:lnTo>
                    <a:pt x="544" y="78"/>
                  </a:lnTo>
                  <a:lnTo>
                    <a:pt x="548" y="75"/>
                  </a:lnTo>
                  <a:lnTo>
                    <a:pt x="548" y="74"/>
                  </a:lnTo>
                  <a:lnTo>
                    <a:pt x="546" y="72"/>
                  </a:lnTo>
                  <a:lnTo>
                    <a:pt x="549" y="72"/>
                  </a:lnTo>
                  <a:lnTo>
                    <a:pt x="550" y="71"/>
                  </a:lnTo>
                  <a:lnTo>
                    <a:pt x="548" y="70"/>
                  </a:lnTo>
                  <a:lnTo>
                    <a:pt x="550" y="67"/>
                  </a:lnTo>
                  <a:lnTo>
                    <a:pt x="554" y="67"/>
                  </a:lnTo>
                  <a:lnTo>
                    <a:pt x="556" y="66"/>
                  </a:lnTo>
                  <a:lnTo>
                    <a:pt x="557" y="66"/>
                  </a:lnTo>
                  <a:lnTo>
                    <a:pt x="557" y="67"/>
                  </a:lnTo>
                  <a:lnTo>
                    <a:pt x="558" y="68"/>
                  </a:lnTo>
                  <a:lnTo>
                    <a:pt x="562" y="68"/>
                  </a:lnTo>
                  <a:lnTo>
                    <a:pt x="562" y="72"/>
                  </a:lnTo>
                  <a:lnTo>
                    <a:pt x="563" y="74"/>
                  </a:lnTo>
                  <a:lnTo>
                    <a:pt x="561" y="79"/>
                  </a:lnTo>
                  <a:lnTo>
                    <a:pt x="565" y="78"/>
                  </a:lnTo>
                  <a:lnTo>
                    <a:pt x="567" y="72"/>
                  </a:lnTo>
                  <a:lnTo>
                    <a:pt x="565" y="67"/>
                  </a:lnTo>
                  <a:lnTo>
                    <a:pt x="561" y="66"/>
                  </a:lnTo>
                  <a:lnTo>
                    <a:pt x="559" y="63"/>
                  </a:lnTo>
                  <a:lnTo>
                    <a:pt x="557" y="65"/>
                  </a:lnTo>
                  <a:lnTo>
                    <a:pt x="556" y="63"/>
                  </a:lnTo>
                  <a:lnTo>
                    <a:pt x="553" y="63"/>
                  </a:lnTo>
                  <a:lnTo>
                    <a:pt x="552" y="62"/>
                  </a:lnTo>
                  <a:lnTo>
                    <a:pt x="549" y="61"/>
                  </a:lnTo>
                  <a:lnTo>
                    <a:pt x="549" y="61"/>
                  </a:lnTo>
                  <a:lnTo>
                    <a:pt x="550" y="58"/>
                  </a:lnTo>
                  <a:lnTo>
                    <a:pt x="556" y="58"/>
                  </a:lnTo>
                  <a:lnTo>
                    <a:pt x="557" y="57"/>
                  </a:lnTo>
                  <a:lnTo>
                    <a:pt x="559" y="57"/>
                  </a:lnTo>
                  <a:lnTo>
                    <a:pt x="562" y="57"/>
                  </a:lnTo>
                  <a:lnTo>
                    <a:pt x="563" y="55"/>
                  </a:lnTo>
                  <a:lnTo>
                    <a:pt x="566" y="57"/>
                  </a:lnTo>
                  <a:lnTo>
                    <a:pt x="571" y="55"/>
                  </a:lnTo>
                  <a:lnTo>
                    <a:pt x="574" y="57"/>
                  </a:lnTo>
                  <a:lnTo>
                    <a:pt x="575" y="55"/>
                  </a:lnTo>
                  <a:lnTo>
                    <a:pt x="578" y="57"/>
                  </a:lnTo>
                  <a:lnTo>
                    <a:pt x="579" y="55"/>
                  </a:lnTo>
                  <a:lnTo>
                    <a:pt x="579" y="54"/>
                  </a:lnTo>
                  <a:lnTo>
                    <a:pt x="575" y="53"/>
                  </a:lnTo>
                  <a:lnTo>
                    <a:pt x="571" y="51"/>
                  </a:lnTo>
                  <a:lnTo>
                    <a:pt x="569" y="53"/>
                  </a:lnTo>
                  <a:lnTo>
                    <a:pt x="563" y="53"/>
                  </a:lnTo>
                  <a:lnTo>
                    <a:pt x="563" y="51"/>
                  </a:lnTo>
                  <a:lnTo>
                    <a:pt x="563" y="47"/>
                  </a:lnTo>
                  <a:lnTo>
                    <a:pt x="566" y="46"/>
                  </a:lnTo>
                  <a:lnTo>
                    <a:pt x="563" y="45"/>
                  </a:lnTo>
                  <a:lnTo>
                    <a:pt x="561" y="41"/>
                  </a:lnTo>
                  <a:lnTo>
                    <a:pt x="558" y="42"/>
                  </a:lnTo>
                  <a:lnTo>
                    <a:pt x="556" y="38"/>
                  </a:lnTo>
                  <a:lnTo>
                    <a:pt x="556" y="36"/>
                  </a:lnTo>
                  <a:lnTo>
                    <a:pt x="558" y="36"/>
                  </a:lnTo>
                  <a:lnTo>
                    <a:pt x="558" y="33"/>
                  </a:lnTo>
                  <a:lnTo>
                    <a:pt x="554" y="30"/>
                  </a:lnTo>
                  <a:lnTo>
                    <a:pt x="556" y="20"/>
                  </a:lnTo>
                  <a:lnTo>
                    <a:pt x="558" y="17"/>
                  </a:lnTo>
                  <a:lnTo>
                    <a:pt x="557" y="13"/>
                  </a:lnTo>
                  <a:lnTo>
                    <a:pt x="557" y="9"/>
                  </a:lnTo>
                  <a:lnTo>
                    <a:pt x="559" y="8"/>
                  </a:lnTo>
                  <a:lnTo>
                    <a:pt x="558" y="5"/>
                  </a:lnTo>
                  <a:lnTo>
                    <a:pt x="559" y="4"/>
                  </a:lnTo>
                  <a:lnTo>
                    <a:pt x="561" y="3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4" name="Freeform 342">
              <a:extLst>
                <a:ext uri="{FF2B5EF4-FFF2-40B4-BE49-F238E27FC236}">
                  <a16:creationId xmlns:a16="http://schemas.microsoft.com/office/drawing/2014/main" id="{AF77E038-6CAE-4F33-926D-4080D5F101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90627" y="729163"/>
              <a:ext cx="6999893" cy="5168313"/>
            </a:xfrm>
            <a:custGeom>
              <a:avLst/>
              <a:gdLst>
                <a:gd name="T0" fmla="*/ 578 w 772"/>
                <a:gd name="T1" fmla="*/ 566 h 570"/>
                <a:gd name="T2" fmla="*/ 573 w 772"/>
                <a:gd name="T3" fmla="*/ 547 h 570"/>
                <a:gd name="T4" fmla="*/ 658 w 772"/>
                <a:gd name="T5" fmla="*/ 497 h 570"/>
                <a:gd name="T6" fmla="*/ 708 w 772"/>
                <a:gd name="T7" fmla="*/ 488 h 570"/>
                <a:gd name="T8" fmla="*/ 702 w 772"/>
                <a:gd name="T9" fmla="*/ 514 h 570"/>
                <a:gd name="T10" fmla="*/ 697 w 772"/>
                <a:gd name="T11" fmla="*/ 483 h 570"/>
                <a:gd name="T12" fmla="*/ 701 w 772"/>
                <a:gd name="T13" fmla="*/ 400 h 570"/>
                <a:gd name="T14" fmla="*/ 687 w 772"/>
                <a:gd name="T15" fmla="*/ 378 h 570"/>
                <a:gd name="T16" fmla="*/ 627 w 772"/>
                <a:gd name="T17" fmla="*/ 2 h 570"/>
                <a:gd name="T18" fmla="*/ 639 w 772"/>
                <a:gd name="T19" fmla="*/ 10 h 570"/>
                <a:gd name="T20" fmla="*/ 649 w 772"/>
                <a:gd name="T21" fmla="*/ 25 h 570"/>
                <a:gd name="T22" fmla="*/ 668 w 772"/>
                <a:gd name="T23" fmla="*/ 47 h 570"/>
                <a:gd name="T24" fmla="*/ 683 w 772"/>
                <a:gd name="T25" fmla="*/ 67 h 570"/>
                <a:gd name="T26" fmla="*/ 699 w 772"/>
                <a:gd name="T27" fmla="*/ 68 h 570"/>
                <a:gd name="T28" fmla="*/ 715 w 772"/>
                <a:gd name="T29" fmla="*/ 80 h 570"/>
                <a:gd name="T30" fmla="*/ 722 w 772"/>
                <a:gd name="T31" fmla="*/ 93 h 570"/>
                <a:gd name="T32" fmla="*/ 744 w 772"/>
                <a:gd name="T33" fmla="*/ 99 h 570"/>
                <a:gd name="T34" fmla="*/ 760 w 772"/>
                <a:gd name="T35" fmla="*/ 81 h 570"/>
                <a:gd name="T36" fmla="*/ 769 w 772"/>
                <a:gd name="T37" fmla="*/ 101 h 570"/>
                <a:gd name="T38" fmla="*/ 770 w 772"/>
                <a:gd name="T39" fmla="*/ 121 h 570"/>
                <a:gd name="T40" fmla="*/ 768 w 772"/>
                <a:gd name="T41" fmla="*/ 139 h 570"/>
                <a:gd name="T42" fmla="*/ 749 w 772"/>
                <a:gd name="T43" fmla="*/ 150 h 570"/>
                <a:gd name="T44" fmla="*/ 755 w 772"/>
                <a:gd name="T45" fmla="*/ 181 h 570"/>
                <a:gd name="T46" fmla="*/ 697 w 772"/>
                <a:gd name="T47" fmla="*/ 246 h 570"/>
                <a:gd name="T48" fmla="*/ 669 w 772"/>
                <a:gd name="T49" fmla="*/ 262 h 570"/>
                <a:gd name="T50" fmla="*/ 669 w 772"/>
                <a:gd name="T51" fmla="*/ 256 h 570"/>
                <a:gd name="T52" fmla="*/ 669 w 772"/>
                <a:gd name="T53" fmla="*/ 237 h 570"/>
                <a:gd name="T54" fmla="*/ 643 w 772"/>
                <a:gd name="T55" fmla="*/ 246 h 570"/>
                <a:gd name="T56" fmla="*/ 622 w 772"/>
                <a:gd name="T57" fmla="*/ 267 h 570"/>
                <a:gd name="T58" fmla="*/ 639 w 772"/>
                <a:gd name="T59" fmla="*/ 283 h 570"/>
                <a:gd name="T60" fmla="*/ 657 w 772"/>
                <a:gd name="T61" fmla="*/ 283 h 570"/>
                <a:gd name="T62" fmla="*/ 685 w 772"/>
                <a:gd name="T63" fmla="*/ 288 h 570"/>
                <a:gd name="T64" fmla="*/ 669 w 772"/>
                <a:gd name="T65" fmla="*/ 300 h 570"/>
                <a:gd name="T66" fmla="*/ 655 w 772"/>
                <a:gd name="T67" fmla="*/ 317 h 570"/>
                <a:gd name="T68" fmla="*/ 674 w 772"/>
                <a:gd name="T69" fmla="*/ 354 h 570"/>
                <a:gd name="T70" fmla="*/ 681 w 772"/>
                <a:gd name="T71" fmla="*/ 374 h 570"/>
                <a:gd name="T72" fmla="*/ 660 w 772"/>
                <a:gd name="T73" fmla="*/ 371 h 570"/>
                <a:gd name="T74" fmla="*/ 690 w 772"/>
                <a:gd name="T75" fmla="*/ 393 h 570"/>
                <a:gd name="T76" fmla="*/ 689 w 772"/>
                <a:gd name="T77" fmla="*/ 399 h 570"/>
                <a:gd name="T78" fmla="*/ 699 w 772"/>
                <a:gd name="T79" fmla="*/ 408 h 570"/>
                <a:gd name="T80" fmla="*/ 697 w 772"/>
                <a:gd name="T81" fmla="*/ 420 h 570"/>
                <a:gd name="T82" fmla="*/ 691 w 772"/>
                <a:gd name="T83" fmla="*/ 433 h 570"/>
                <a:gd name="T84" fmla="*/ 689 w 772"/>
                <a:gd name="T85" fmla="*/ 447 h 570"/>
                <a:gd name="T86" fmla="*/ 681 w 772"/>
                <a:gd name="T87" fmla="*/ 458 h 570"/>
                <a:gd name="T88" fmla="*/ 681 w 772"/>
                <a:gd name="T89" fmla="*/ 471 h 570"/>
                <a:gd name="T90" fmla="*/ 673 w 772"/>
                <a:gd name="T91" fmla="*/ 475 h 570"/>
                <a:gd name="T92" fmla="*/ 665 w 772"/>
                <a:gd name="T93" fmla="*/ 487 h 570"/>
                <a:gd name="T94" fmla="*/ 656 w 772"/>
                <a:gd name="T95" fmla="*/ 495 h 570"/>
                <a:gd name="T96" fmla="*/ 641 w 772"/>
                <a:gd name="T97" fmla="*/ 508 h 570"/>
                <a:gd name="T98" fmla="*/ 624 w 772"/>
                <a:gd name="T99" fmla="*/ 513 h 570"/>
                <a:gd name="T100" fmla="*/ 612 w 772"/>
                <a:gd name="T101" fmla="*/ 517 h 570"/>
                <a:gd name="T102" fmla="*/ 590 w 772"/>
                <a:gd name="T103" fmla="*/ 526 h 570"/>
                <a:gd name="T104" fmla="*/ 581 w 772"/>
                <a:gd name="T105" fmla="*/ 530 h 570"/>
                <a:gd name="T106" fmla="*/ 577 w 772"/>
                <a:gd name="T107" fmla="*/ 539 h 570"/>
                <a:gd name="T108" fmla="*/ 564 w 772"/>
                <a:gd name="T109" fmla="*/ 525 h 570"/>
                <a:gd name="T110" fmla="*/ 474 w 772"/>
                <a:gd name="T111" fmla="*/ 537 h 570"/>
                <a:gd name="T112" fmla="*/ 554 w 772"/>
                <a:gd name="T113" fmla="*/ 80 h 570"/>
                <a:gd name="T114" fmla="*/ 582 w 772"/>
                <a:gd name="T115" fmla="*/ 67 h 570"/>
                <a:gd name="T116" fmla="*/ 581 w 772"/>
                <a:gd name="T117" fmla="*/ 39 h 570"/>
                <a:gd name="T118" fmla="*/ 574 w 772"/>
                <a:gd name="T119" fmla="*/ 21 h 570"/>
                <a:gd name="T120" fmla="*/ 590 w 772"/>
                <a:gd name="T121" fmla="*/ 4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72" h="570">
                  <a:moveTo>
                    <a:pt x="586" y="545"/>
                  </a:moveTo>
                  <a:lnTo>
                    <a:pt x="589" y="545"/>
                  </a:lnTo>
                  <a:lnTo>
                    <a:pt x="590" y="547"/>
                  </a:lnTo>
                  <a:lnTo>
                    <a:pt x="591" y="550"/>
                  </a:lnTo>
                  <a:lnTo>
                    <a:pt x="590" y="553"/>
                  </a:lnTo>
                  <a:lnTo>
                    <a:pt x="589" y="554"/>
                  </a:lnTo>
                  <a:lnTo>
                    <a:pt x="589" y="555"/>
                  </a:lnTo>
                  <a:lnTo>
                    <a:pt x="587" y="559"/>
                  </a:lnTo>
                  <a:lnTo>
                    <a:pt x="587" y="560"/>
                  </a:lnTo>
                  <a:lnTo>
                    <a:pt x="586" y="563"/>
                  </a:lnTo>
                  <a:lnTo>
                    <a:pt x="583" y="563"/>
                  </a:lnTo>
                  <a:lnTo>
                    <a:pt x="583" y="564"/>
                  </a:lnTo>
                  <a:lnTo>
                    <a:pt x="582" y="567"/>
                  </a:lnTo>
                  <a:lnTo>
                    <a:pt x="579" y="566"/>
                  </a:lnTo>
                  <a:lnTo>
                    <a:pt x="578" y="566"/>
                  </a:lnTo>
                  <a:lnTo>
                    <a:pt x="577" y="568"/>
                  </a:lnTo>
                  <a:lnTo>
                    <a:pt x="575" y="570"/>
                  </a:lnTo>
                  <a:lnTo>
                    <a:pt x="574" y="568"/>
                  </a:lnTo>
                  <a:lnTo>
                    <a:pt x="572" y="568"/>
                  </a:lnTo>
                  <a:lnTo>
                    <a:pt x="570" y="567"/>
                  </a:lnTo>
                  <a:lnTo>
                    <a:pt x="568" y="567"/>
                  </a:lnTo>
                  <a:lnTo>
                    <a:pt x="566" y="564"/>
                  </a:lnTo>
                  <a:lnTo>
                    <a:pt x="566" y="563"/>
                  </a:lnTo>
                  <a:lnTo>
                    <a:pt x="565" y="560"/>
                  </a:lnTo>
                  <a:lnTo>
                    <a:pt x="565" y="556"/>
                  </a:lnTo>
                  <a:lnTo>
                    <a:pt x="564" y="555"/>
                  </a:lnTo>
                  <a:lnTo>
                    <a:pt x="566" y="551"/>
                  </a:lnTo>
                  <a:lnTo>
                    <a:pt x="570" y="550"/>
                  </a:lnTo>
                  <a:lnTo>
                    <a:pt x="570" y="547"/>
                  </a:lnTo>
                  <a:lnTo>
                    <a:pt x="573" y="547"/>
                  </a:lnTo>
                  <a:lnTo>
                    <a:pt x="575" y="546"/>
                  </a:lnTo>
                  <a:lnTo>
                    <a:pt x="577" y="546"/>
                  </a:lnTo>
                  <a:lnTo>
                    <a:pt x="579" y="545"/>
                  </a:lnTo>
                  <a:lnTo>
                    <a:pt x="579" y="545"/>
                  </a:lnTo>
                  <a:lnTo>
                    <a:pt x="582" y="545"/>
                  </a:lnTo>
                  <a:lnTo>
                    <a:pt x="583" y="546"/>
                  </a:lnTo>
                  <a:lnTo>
                    <a:pt x="586" y="545"/>
                  </a:lnTo>
                  <a:close/>
                  <a:moveTo>
                    <a:pt x="585" y="531"/>
                  </a:moveTo>
                  <a:lnTo>
                    <a:pt x="587" y="533"/>
                  </a:lnTo>
                  <a:lnTo>
                    <a:pt x="587" y="534"/>
                  </a:lnTo>
                  <a:lnTo>
                    <a:pt x="585" y="533"/>
                  </a:lnTo>
                  <a:lnTo>
                    <a:pt x="583" y="534"/>
                  </a:lnTo>
                  <a:lnTo>
                    <a:pt x="582" y="533"/>
                  </a:lnTo>
                  <a:lnTo>
                    <a:pt x="585" y="531"/>
                  </a:lnTo>
                  <a:close/>
                  <a:moveTo>
                    <a:pt x="658" y="497"/>
                  </a:moveTo>
                  <a:lnTo>
                    <a:pt x="660" y="499"/>
                  </a:lnTo>
                  <a:lnTo>
                    <a:pt x="658" y="500"/>
                  </a:lnTo>
                  <a:lnTo>
                    <a:pt x="657" y="500"/>
                  </a:lnTo>
                  <a:lnTo>
                    <a:pt x="656" y="499"/>
                  </a:lnTo>
                  <a:lnTo>
                    <a:pt x="658" y="497"/>
                  </a:lnTo>
                  <a:close/>
                  <a:moveTo>
                    <a:pt x="706" y="470"/>
                  </a:moveTo>
                  <a:lnTo>
                    <a:pt x="708" y="470"/>
                  </a:lnTo>
                  <a:lnTo>
                    <a:pt x="710" y="472"/>
                  </a:lnTo>
                  <a:lnTo>
                    <a:pt x="710" y="472"/>
                  </a:lnTo>
                  <a:lnTo>
                    <a:pt x="712" y="475"/>
                  </a:lnTo>
                  <a:lnTo>
                    <a:pt x="712" y="476"/>
                  </a:lnTo>
                  <a:lnTo>
                    <a:pt x="711" y="476"/>
                  </a:lnTo>
                  <a:lnTo>
                    <a:pt x="711" y="480"/>
                  </a:lnTo>
                  <a:lnTo>
                    <a:pt x="710" y="485"/>
                  </a:lnTo>
                  <a:lnTo>
                    <a:pt x="708" y="488"/>
                  </a:lnTo>
                  <a:lnTo>
                    <a:pt x="710" y="492"/>
                  </a:lnTo>
                  <a:lnTo>
                    <a:pt x="710" y="495"/>
                  </a:lnTo>
                  <a:lnTo>
                    <a:pt x="708" y="500"/>
                  </a:lnTo>
                  <a:lnTo>
                    <a:pt x="710" y="500"/>
                  </a:lnTo>
                  <a:lnTo>
                    <a:pt x="708" y="501"/>
                  </a:lnTo>
                  <a:lnTo>
                    <a:pt x="708" y="504"/>
                  </a:lnTo>
                  <a:lnTo>
                    <a:pt x="706" y="508"/>
                  </a:lnTo>
                  <a:lnTo>
                    <a:pt x="703" y="510"/>
                  </a:lnTo>
                  <a:lnTo>
                    <a:pt x="705" y="514"/>
                  </a:lnTo>
                  <a:lnTo>
                    <a:pt x="705" y="517"/>
                  </a:lnTo>
                  <a:lnTo>
                    <a:pt x="705" y="520"/>
                  </a:lnTo>
                  <a:lnTo>
                    <a:pt x="703" y="518"/>
                  </a:lnTo>
                  <a:lnTo>
                    <a:pt x="702" y="520"/>
                  </a:lnTo>
                  <a:lnTo>
                    <a:pt x="702" y="517"/>
                  </a:lnTo>
                  <a:lnTo>
                    <a:pt x="702" y="514"/>
                  </a:lnTo>
                  <a:lnTo>
                    <a:pt x="699" y="512"/>
                  </a:lnTo>
                  <a:lnTo>
                    <a:pt x="697" y="510"/>
                  </a:lnTo>
                  <a:lnTo>
                    <a:pt x="697" y="509"/>
                  </a:lnTo>
                  <a:lnTo>
                    <a:pt x="695" y="509"/>
                  </a:lnTo>
                  <a:lnTo>
                    <a:pt x="694" y="508"/>
                  </a:lnTo>
                  <a:lnTo>
                    <a:pt x="694" y="505"/>
                  </a:lnTo>
                  <a:lnTo>
                    <a:pt x="694" y="505"/>
                  </a:lnTo>
                  <a:lnTo>
                    <a:pt x="694" y="504"/>
                  </a:lnTo>
                  <a:lnTo>
                    <a:pt x="693" y="504"/>
                  </a:lnTo>
                  <a:lnTo>
                    <a:pt x="693" y="499"/>
                  </a:lnTo>
                  <a:lnTo>
                    <a:pt x="693" y="495"/>
                  </a:lnTo>
                  <a:lnTo>
                    <a:pt x="691" y="493"/>
                  </a:lnTo>
                  <a:lnTo>
                    <a:pt x="693" y="492"/>
                  </a:lnTo>
                  <a:lnTo>
                    <a:pt x="694" y="488"/>
                  </a:lnTo>
                  <a:lnTo>
                    <a:pt x="697" y="483"/>
                  </a:lnTo>
                  <a:lnTo>
                    <a:pt x="697" y="483"/>
                  </a:lnTo>
                  <a:lnTo>
                    <a:pt x="698" y="480"/>
                  </a:lnTo>
                  <a:lnTo>
                    <a:pt x="697" y="479"/>
                  </a:lnTo>
                  <a:lnTo>
                    <a:pt x="699" y="475"/>
                  </a:lnTo>
                  <a:lnTo>
                    <a:pt x="702" y="472"/>
                  </a:lnTo>
                  <a:lnTo>
                    <a:pt x="705" y="472"/>
                  </a:lnTo>
                  <a:lnTo>
                    <a:pt x="703" y="470"/>
                  </a:lnTo>
                  <a:lnTo>
                    <a:pt x="706" y="470"/>
                  </a:lnTo>
                  <a:close/>
                  <a:moveTo>
                    <a:pt x="682" y="467"/>
                  </a:moveTo>
                  <a:lnTo>
                    <a:pt x="683" y="468"/>
                  </a:lnTo>
                  <a:lnTo>
                    <a:pt x="683" y="470"/>
                  </a:lnTo>
                  <a:lnTo>
                    <a:pt x="682" y="471"/>
                  </a:lnTo>
                  <a:lnTo>
                    <a:pt x="682" y="468"/>
                  </a:lnTo>
                  <a:lnTo>
                    <a:pt x="682" y="467"/>
                  </a:lnTo>
                  <a:close/>
                  <a:moveTo>
                    <a:pt x="701" y="400"/>
                  </a:moveTo>
                  <a:lnTo>
                    <a:pt x="701" y="400"/>
                  </a:lnTo>
                  <a:lnTo>
                    <a:pt x="702" y="400"/>
                  </a:lnTo>
                  <a:lnTo>
                    <a:pt x="705" y="401"/>
                  </a:lnTo>
                  <a:lnTo>
                    <a:pt x="705" y="403"/>
                  </a:lnTo>
                  <a:lnTo>
                    <a:pt x="703" y="403"/>
                  </a:lnTo>
                  <a:lnTo>
                    <a:pt x="701" y="401"/>
                  </a:lnTo>
                  <a:lnTo>
                    <a:pt x="701" y="400"/>
                  </a:lnTo>
                  <a:close/>
                  <a:moveTo>
                    <a:pt x="687" y="376"/>
                  </a:moveTo>
                  <a:lnTo>
                    <a:pt x="690" y="376"/>
                  </a:lnTo>
                  <a:lnTo>
                    <a:pt x="691" y="378"/>
                  </a:lnTo>
                  <a:lnTo>
                    <a:pt x="693" y="378"/>
                  </a:lnTo>
                  <a:lnTo>
                    <a:pt x="693" y="380"/>
                  </a:lnTo>
                  <a:lnTo>
                    <a:pt x="690" y="379"/>
                  </a:lnTo>
                  <a:lnTo>
                    <a:pt x="689" y="379"/>
                  </a:lnTo>
                  <a:lnTo>
                    <a:pt x="687" y="378"/>
                  </a:lnTo>
                  <a:lnTo>
                    <a:pt x="687" y="376"/>
                  </a:lnTo>
                  <a:close/>
                  <a:moveTo>
                    <a:pt x="607" y="0"/>
                  </a:moveTo>
                  <a:lnTo>
                    <a:pt x="608" y="0"/>
                  </a:lnTo>
                  <a:lnTo>
                    <a:pt x="610" y="0"/>
                  </a:lnTo>
                  <a:lnTo>
                    <a:pt x="611" y="1"/>
                  </a:lnTo>
                  <a:lnTo>
                    <a:pt x="615" y="1"/>
                  </a:lnTo>
                  <a:lnTo>
                    <a:pt x="616" y="2"/>
                  </a:lnTo>
                  <a:lnTo>
                    <a:pt x="618" y="4"/>
                  </a:lnTo>
                  <a:lnTo>
                    <a:pt x="620" y="4"/>
                  </a:lnTo>
                  <a:lnTo>
                    <a:pt x="622" y="4"/>
                  </a:lnTo>
                  <a:lnTo>
                    <a:pt x="622" y="4"/>
                  </a:lnTo>
                  <a:lnTo>
                    <a:pt x="624" y="5"/>
                  </a:lnTo>
                  <a:lnTo>
                    <a:pt x="626" y="5"/>
                  </a:lnTo>
                  <a:lnTo>
                    <a:pt x="626" y="2"/>
                  </a:lnTo>
                  <a:lnTo>
                    <a:pt x="627" y="2"/>
                  </a:lnTo>
                  <a:lnTo>
                    <a:pt x="627" y="2"/>
                  </a:lnTo>
                  <a:lnTo>
                    <a:pt x="629" y="2"/>
                  </a:lnTo>
                  <a:lnTo>
                    <a:pt x="629" y="2"/>
                  </a:lnTo>
                  <a:lnTo>
                    <a:pt x="631" y="4"/>
                  </a:lnTo>
                  <a:lnTo>
                    <a:pt x="632" y="4"/>
                  </a:lnTo>
                  <a:lnTo>
                    <a:pt x="633" y="4"/>
                  </a:lnTo>
                  <a:lnTo>
                    <a:pt x="635" y="5"/>
                  </a:lnTo>
                  <a:lnTo>
                    <a:pt x="635" y="6"/>
                  </a:lnTo>
                  <a:lnTo>
                    <a:pt x="635" y="8"/>
                  </a:lnTo>
                  <a:lnTo>
                    <a:pt x="636" y="8"/>
                  </a:lnTo>
                  <a:lnTo>
                    <a:pt x="636" y="9"/>
                  </a:lnTo>
                  <a:lnTo>
                    <a:pt x="637" y="8"/>
                  </a:lnTo>
                  <a:lnTo>
                    <a:pt x="639" y="8"/>
                  </a:lnTo>
                  <a:lnTo>
                    <a:pt x="640" y="9"/>
                  </a:lnTo>
                  <a:lnTo>
                    <a:pt x="639" y="10"/>
                  </a:lnTo>
                  <a:lnTo>
                    <a:pt x="640" y="12"/>
                  </a:lnTo>
                  <a:lnTo>
                    <a:pt x="641" y="12"/>
                  </a:lnTo>
                  <a:lnTo>
                    <a:pt x="643" y="12"/>
                  </a:lnTo>
                  <a:lnTo>
                    <a:pt x="644" y="13"/>
                  </a:lnTo>
                  <a:lnTo>
                    <a:pt x="644" y="13"/>
                  </a:lnTo>
                  <a:lnTo>
                    <a:pt x="645" y="14"/>
                  </a:lnTo>
                  <a:lnTo>
                    <a:pt x="645" y="16"/>
                  </a:lnTo>
                  <a:lnTo>
                    <a:pt x="645" y="17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1"/>
                  </a:lnTo>
                  <a:lnTo>
                    <a:pt x="649" y="21"/>
                  </a:lnTo>
                  <a:lnTo>
                    <a:pt x="651" y="22"/>
                  </a:lnTo>
                  <a:lnTo>
                    <a:pt x="649" y="24"/>
                  </a:lnTo>
                  <a:lnTo>
                    <a:pt x="649" y="25"/>
                  </a:lnTo>
                  <a:lnTo>
                    <a:pt x="652" y="26"/>
                  </a:lnTo>
                  <a:lnTo>
                    <a:pt x="653" y="29"/>
                  </a:lnTo>
                  <a:lnTo>
                    <a:pt x="655" y="30"/>
                  </a:lnTo>
                  <a:lnTo>
                    <a:pt x="656" y="33"/>
                  </a:lnTo>
                  <a:lnTo>
                    <a:pt x="656" y="33"/>
                  </a:lnTo>
                  <a:lnTo>
                    <a:pt x="657" y="34"/>
                  </a:lnTo>
                  <a:lnTo>
                    <a:pt x="658" y="35"/>
                  </a:lnTo>
                  <a:lnTo>
                    <a:pt x="658" y="37"/>
                  </a:lnTo>
                  <a:lnTo>
                    <a:pt x="658" y="38"/>
                  </a:lnTo>
                  <a:lnTo>
                    <a:pt x="658" y="38"/>
                  </a:lnTo>
                  <a:lnTo>
                    <a:pt x="660" y="38"/>
                  </a:lnTo>
                  <a:lnTo>
                    <a:pt x="661" y="39"/>
                  </a:lnTo>
                  <a:lnTo>
                    <a:pt x="661" y="41"/>
                  </a:lnTo>
                  <a:lnTo>
                    <a:pt x="664" y="45"/>
                  </a:lnTo>
                  <a:lnTo>
                    <a:pt x="668" y="47"/>
                  </a:lnTo>
                  <a:lnTo>
                    <a:pt x="669" y="50"/>
                  </a:lnTo>
                  <a:lnTo>
                    <a:pt x="669" y="51"/>
                  </a:lnTo>
                  <a:lnTo>
                    <a:pt x="670" y="52"/>
                  </a:lnTo>
                  <a:lnTo>
                    <a:pt x="670" y="55"/>
                  </a:lnTo>
                  <a:lnTo>
                    <a:pt x="672" y="55"/>
                  </a:lnTo>
                  <a:lnTo>
                    <a:pt x="673" y="56"/>
                  </a:lnTo>
                  <a:lnTo>
                    <a:pt x="673" y="58"/>
                  </a:lnTo>
                  <a:lnTo>
                    <a:pt x="673" y="59"/>
                  </a:lnTo>
                  <a:lnTo>
                    <a:pt x="674" y="62"/>
                  </a:lnTo>
                  <a:lnTo>
                    <a:pt x="677" y="64"/>
                  </a:lnTo>
                  <a:lnTo>
                    <a:pt x="680" y="66"/>
                  </a:lnTo>
                  <a:lnTo>
                    <a:pt x="680" y="67"/>
                  </a:lnTo>
                  <a:lnTo>
                    <a:pt x="681" y="67"/>
                  </a:lnTo>
                  <a:lnTo>
                    <a:pt x="682" y="67"/>
                  </a:lnTo>
                  <a:lnTo>
                    <a:pt x="683" y="67"/>
                  </a:lnTo>
                  <a:lnTo>
                    <a:pt x="685" y="67"/>
                  </a:lnTo>
                  <a:lnTo>
                    <a:pt x="687" y="67"/>
                  </a:lnTo>
                  <a:lnTo>
                    <a:pt x="689" y="66"/>
                  </a:lnTo>
                  <a:lnTo>
                    <a:pt x="690" y="66"/>
                  </a:lnTo>
                  <a:lnTo>
                    <a:pt x="690" y="67"/>
                  </a:lnTo>
                  <a:lnTo>
                    <a:pt x="689" y="68"/>
                  </a:lnTo>
                  <a:lnTo>
                    <a:pt x="690" y="68"/>
                  </a:lnTo>
                  <a:lnTo>
                    <a:pt x="693" y="68"/>
                  </a:lnTo>
                  <a:lnTo>
                    <a:pt x="694" y="70"/>
                  </a:lnTo>
                  <a:lnTo>
                    <a:pt x="694" y="70"/>
                  </a:lnTo>
                  <a:lnTo>
                    <a:pt x="697" y="71"/>
                  </a:lnTo>
                  <a:lnTo>
                    <a:pt x="697" y="70"/>
                  </a:lnTo>
                  <a:lnTo>
                    <a:pt x="698" y="70"/>
                  </a:lnTo>
                  <a:lnTo>
                    <a:pt x="699" y="70"/>
                  </a:lnTo>
                  <a:lnTo>
                    <a:pt x="699" y="68"/>
                  </a:lnTo>
                  <a:lnTo>
                    <a:pt x="701" y="68"/>
                  </a:lnTo>
                  <a:lnTo>
                    <a:pt x="702" y="70"/>
                  </a:lnTo>
                  <a:lnTo>
                    <a:pt x="702" y="71"/>
                  </a:lnTo>
                  <a:lnTo>
                    <a:pt x="703" y="72"/>
                  </a:lnTo>
                  <a:lnTo>
                    <a:pt x="705" y="72"/>
                  </a:lnTo>
                  <a:lnTo>
                    <a:pt x="705" y="74"/>
                  </a:lnTo>
                  <a:lnTo>
                    <a:pt x="706" y="75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8" y="76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2" y="79"/>
                  </a:lnTo>
                  <a:lnTo>
                    <a:pt x="714" y="79"/>
                  </a:lnTo>
                  <a:lnTo>
                    <a:pt x="715" y="80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9" y="79"/>
                  </a:lnTo>
                  <a:lnTo>
                    <a:pt x="720" y="77"/>
                  </a:lnTo>
                  <a:lnTo>
                    <a:pt x="720" y="79"/>
                  </a:lnTo>
                  <a:lnTo>
                    <a:pt x="720" y="80"/>
                  </a:lnTo>
                  <a:lnTo>
                    <a:pt x="719" y="81"/>
                  </a:lnTo>
                  <a:lnTo>
                    <a:pt x="719" y="83"/>
                  </a:lnTo>
                  <a:lnTo>
                    <a:pt x="720" y="84"/>
                  </a:lnTo>
                  <a:lnTo>
                    <a:pt x="722" y="84"/>
                  </a:lnTo>
                  <a:lnTo>
                    <a:pt x="722" y="87"/>
                  </a:lnTo>
                  <a:lnTo>
                    <a:pt x="723" y="88"/>
                  </a:lnTo>
                  <a:lnTo>
                    <a:pt x="723" y="91"/>
                  </a:lnTo>
                  <a:lnTo>
                    <a:pt x="722" y="91"/>
                  </a:lnTo>
                  <a:lnTo>
                    <a:pt x="722" y="93"/>
                  </a:lnTo>
                  <a:lnTo>
                    <a:pt x="724" y="96"/>
                  </a:lnTo>
                  <a:lnTo>
                    <a:pt x="726" y="96"/>
                  </a:lnTo>
                  <a:lnTo>
                    <a:pt x="727" y="99"/>
                  </a:lnTo>
                  <a:lnTo>
                    <a:pt x="728" y="100"/>
                  </a:lnTo>
                  <a:lnTo>
                    <a:pt x="730" y="100"/>
                  </a:lnTo>
                  <a:lnTo>
                    <a:pt x="731" y="99"/>
                  </a:lnTo>
                  <a:lnTo>
                    <a:pt x="734" y="99"/>
                  </a:lnTo>
                  <a:lnTo>
                    <a:pt x="734" y="100"/>
                  </a:lnTo>
                  <a:lnTo>
                    <a:pt x="735" y="101"/>
                  </a:lnTo>
                  <a:lnTo>
                    <a:pt x="736" y="101"/>
                  </a:lnTo>
                  <a:lnTo>
                    <a:pt x="737" y="100"/>
                  </a:lnTo>
                  <a:lnTo>
                    <a:pt x="739" y="100"/>
                  </a:lnTo>
                  <a:lnTo>
                    <a:pt x="740" y="100"/>
                  </a:lnTo>
                  <a:lnTo>
                    <a:pt x="743" y="100"/>
                  </a:lnTo>
                  <a:lnTo>
                    <a:pt x="744" y="99"/>
                  </a:lnTo>
                  <a:lnTo>
                    <a:pt x="745" y="97"/>
                  </a:lnTo>
                  <a:lnTo>
                    <a:pt x="745" y="96"/>
                  </a:lnTo>
                  <a:lnTo>
                    <a:pt x="747" y="95"/>
                  </a:lnTo>
                  <a:lnTo>
                    <a:pt x="748" y="93"/>
                  </a:lnTo>
                  <a:lnTo>
                    <a:pt x="748" y="91"/>
                  </a:lnTo>
                  <a:lnTo>
                    <a:pt x="748" y="89"/>
                  </a:lnTo>
                  <a:lnTo>
                    <a:pt x="751" y="89"/>
                  </a:lnTo>
                  <a:lnTo>
                    <a:pt x="752" y="89"/>
                  </a:lnTo>
                  <a:lnTo>
                    <a:pt x="753" y="87"/>
                  </a:lnTo>
                  <a:lnTo>
                    <a:pt x="755" y="87"/>
                  </a:lnTo>
                  <a:lnTo>
                    <a:pt x="756" y="87"/>
                  </a:lnTo>
                  <a:lnTo>
                    <a:pt x="756" y="84"/>
                  </a:lnTo>
                  <a:lnTo>
                    <a:pt x="757" y="83"/>
                  </a:lnTo>
                  <a:lnTo>
                    <a:pt x="759" y="83"/>
                  </a:lnTo>
                  <a:lnTo>
                    <a:pt x="760" y="81"/>
                  </a:lnTo>
                  <a:lnTo>
                    <a:pt x="762" y="83"/>
                  </a:lnTo>
                  <a:lnTo>
                    <a:pt x="764" y="84"/>
                  </a:lnTo>
                  <a:lnTo>
                    <a:pt x="765" y="84"/>
                  </a:lnTo>
                  <a:lnTo>
                    <a:pt x="766" y="85"/>
                  </a:lnTo>
                  <a:lnTo>
                    <a:pt x="768" y="87"/>
                  </a:lnTo>
                  <a:lnTo>
                    <a:pt x="766" y="88"/>
                  </a:lnTo>
                  <a:lnTo>
                    <a:pt x="766" y="89"/>
                  </a:lnTo>
                  <a:lnTo>
                    <a:pt x="769" y="92"/>
                  </a:lnTo>
                  <a:lnTo>
                    <a:pt x="769" y="93"/>
                  </a:lnTo>
                  <a:lnTo>
                    <a:pt x="770" y="95"/>
                  </a:lnTo>
                  <a:lnTo>
                    <a:pt x="772" y="96"/>
                  </a:lnTo>
                  <a:lnTo>
                    <a:pt x="772" y="99"/>
                  </a:lnTo>
                  <a:lnTo>
                    <a:pt x="772" y="100"/>
                  </a:lnTo>
                  <a:lnTo>
                    <a:pt x="770" y="101"/>
                  </a:lnTo>
                  <a:lnTo>
                    <a:pt x="769" y="101"/>
                  </a:lnTo>
                  <a:lnTo>
                    <a:pt x="768" y="104"/>
                  </a:lnTo>
                  <a:lnTo>
                    <a:pt x="768" y="104"/>
                  </a:lnTo>
                  <a:lnTo>
                    <a:pt x="768" y="105"/>
                  </a:lnTo>
                  <a:lnTo>
                    <a:pt x="769" y="106"/>
                  </a:lnTo>
                  <a:lnTo>
                    <a:pt x="769" y="108"/>
                  </a:lnTo>
                  <a:lnTo>
                    <a:pt x="768" y="110"/>
                  </a:lnTo>
                  <a:lnTo>
                    <a:pt x="769" y="112"/>
                  </a:lnTo>
                  <a:lnTo>
                    <a:pt x="769" y="112"/>
                  </a:lnTo>
                  <a:lnTo>
                    <a:pt x="769" y="113"/>
                  </a:lnTo>
                  <a:lnTo>
                    <a:pt x="770" y="114"/>
                  </a:lnTo>
                  <a:lnTo>
                    <a:pt x="770" y="114"/>
                  </a:lnTo>
                  <a:lnTo>
                    <a:pt x="769" y="116"/>
                  </a:lnTo>
                  <a:lnTo>
                    <a:pt x="769" y="116"/>
                  </a:lnTo>
                  <a:lnTo>
                    <a:pt x="769" y="118"/>
                  </a:lnTo>
                  <a:lnTo>
                    <a:pt x="770" y="121"/>
                  </a:lnTo>
                  <a:lnTo>
                    <a:pt x="770" y="122"/>
                  </a:lnTo>
                  <a:lnTo>
                    <a:pt x="770" y="124"/>
                  </a:lnTo>
                  <a:lnTo>
                    <a:pt x="769" y="124"/>
                  </a:lnTo>
                  <a:lnTo>
                    <a:pt x="769" y="125"/>
                  </a:lnTo>
                  <a:lnTo>
                    <a:pt x="769" y="126"/>
                  </a:lnTo>
                  <a:lnTo>
                    <a:pt x="769" y="127"/>
                  </a:lnTo>
                  <a:lnTo>
                    <a:pt x="770" y="129"/>
                  </a:lnTo>
                  <a:lnTo>
                    <a:pt x="769" y="130"/>
                  </a:lnTo>
                  <a:lnTo>
                    <a:pt x="768" y="130"/>
                  </a:lnTo>
                  <a:lnTo>
                    <a:pt x="769" y="131"/>
                  </a:lnTo>
                  <a:lnTo>
                    <a:pt x="769" y="134"/>
                  </a:lnTo>
                  <a:lnTo>
                    <a:pt x="769" y="134"/>
                  </a:lnTo>
                  <a:lnTo>
                    <a:pt x="768" y="137"/>
                  </a:lnTo>
                  <a:lnTo>
                    <a:pt x="768" y="138"/>
                  </a:lnTo>
                  <a:lnTo>
                    <a:pt x="768" y="139"/>
                  </a:lnTo>
                  <a:lnTo>
                    <a:pt x="768" y="141"/>
                  </a:lnTo>
                  <a:lnTo>
                    <a:pt x="768" y="142"/>
                  </a:lnTo>
                  <a:lnTo>
                    <a:pt x="769" y="143"/>
                  </a:lnTo>
                  <a:lnTo>
                    <a:pt x="769" y="145"/>
                  </a:lnTo>
                  <a:lnTo>
                    <a:pt x="768" y="146"/>
                  </a:lnTo>
                  <a:lnTo>
                    <a:pt x="766" y="146"/>
                  </a:lnTo>
                  <a:lnTo>
                    <a:pt x="765" y="146"/>
                  </a:lnTo>
                  <a:lnTo>
                    <a:pt x="759" y="145"/>
                  </a:lnTo>
                  <a:lnTo>
                    <a:pt x="757" y="143"/>
                  </a:lnTo>
                  <a:lnTo>
                    <a:pt x="755" y="143"/>
                  </a:lnTo>
                  <a:lnTo>
                    <a:pt x="753" y="143"/>
                  </a:lnTo>
                  <a:lnTo>
                    <a:pt x="752" y="147"/>
                  </a:lnTo>
                  <a:lnTo>
                    <a:pt x="751" y="149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7" y="151"/>
                  </a:lnTo>
                  <a:lnTo>
                    <a:pt x="747" y="152"/>
                  </a:lnTo>
                  <a:lnTo>
                    <a:pt x="748" y="154"/>
                  </a:lnTo>
                  <a:lnTo>
                    <a:pt x="751" y="158"/>
                  </a:lnTo>
                  <a:lnTo>
                    <a:pt x="751" y="160"/>
                  </a:lnTo>
                  <a:lnTo>
                    <a:pt x="752" y="162"/>
                  </a:lnTo>
                  <a:lnTo>
                    <a:pt x="753" y="163"/>
                  </a:lnTo>
                  <a:lnTo>
                    <a:pt x="753" y="166"/>
                  </a:lnTo>
                  <a:lnTo>
                    <a:pt x="753" y="168"/>
                  </a:lnTo>
                  <a:lnTo>
                    <a:pt x="753" y="171"/>
                  </a:lnTo>
                  <a:lnTo>
                    <a:pt x="753" y="175"/>
                  </a:lnTo>
                  <a:lnTo>
                    <a:pt x="755" y="175"/>
                  </a:lnTo>
                  <a:lnTo>
                    <a:pt x="755" y="177"/>
                  </a:lnTo>
                  <a:lnTo>
                    <a:pt x="756" y="180"/>
                  </a:lnTo>
                  <a:lnTo>
                    <a:pt x="755" y="181"/>
                  </a:lnTo>
                  <a:lnTo>
                    <a:pt x="755" y="183"/>
                  </a:lnTo>
                  <a:lnTo>
                    <a:pt x="755" y="184"/>
                  </a:lnTo>
                  <a:lnTo>
                    <a:pt x="755" y="185"/>
                  </a:lnTo>
                  <a:lnTo>
                    <a:pt x="755" y="185"/>
                  </a:lnTo>
                  <a:lnTo>
                    <a:pt x="751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91"/>
                  </a:lnTo>
                  <a:lnTo>
                    <a:pt x="751" y="192"/>
                  </a:lnTo>
                  <a:lnTo>
                    <a:pt x="740" y="201"/>
                  </a:lnTo>
                  <a:lnTo>
                    <a:pt x="737" y="218"/>
                  </a:lnTo>
                  <a:lnTo>
                    <a:pt x="703" y="243"/>
                  </a:lnTo>
                  <a:lnTo>
                    <a:pt x="697" y="246"/>
                  </a:lnTo>
                  <a:lnTo>
                    <a:pt x="697" y="246"/>
                  </a:lnTo>
                  <a:lnTo>
                    <a:pt x="695" y="243"/>
                  </a:lnTo>
                  <a:lnTo>
                    <a:pt x="693" y="247"/>
                  </a:lnTo>
                  <a:lnTo>
                    <a:pt x="690" y="247"/>
                  </a:lnTo>
                  <a:lnTo>
                    <a:pt x="689" y="249"/>
                  </a:lnTo>
                  <a:lnTo>
                    <a:pt x="687" y="247"/>
                  </a:lnTo>
                  <a:lnTo>
                    <a:pt x="683" y="250"/>
                  </a:lnTo>
                  <a:lnTo>
                    <a:pt x="681" y="250"/>
                  </a:lnTo>
                  <a:lnTo>
                    <a:pt x="681" y="251"/>
                  </a:lnTo>
                  <a:lnTo>
                    <a:pt x="680" y="251"/>
                  </a:lnTo>
                  <a:lnTo>
                    <a:pt x="674" y="255"/>
                  </a:lnTo>
                  <a:lnTo>
                    <a:pt x="672" y="258"/>
                  </a:lnTo>
                  <a:lnTo>
                    <a:pt x="672" y="260"/>
                  </a:lnTo>
                  <a:lnTo>
                    <a:pt x="672" y="260"/>
                  </a:lnTo>
                  <a:lnTo>
                    <a:pt x="669" y="262"/>
                  </a:lnTo>
                  <a:lnTo>
                    <a:pt x="666" y="266"/>
                  </a:lnTo>
                  <a:lnTo>
                    <a:pt x="665" y="266"/>
                  </a:lnTo>
                  <a:lnTo>
                    <a:pt x="664" y="267"/>
                  </a:lnTo>
                  <a:lnTo>
                    <a:pt x="662" y="267"/>
                  </a:lnTo>
                  <a:lnTo>
                    <a:pt x="662" y="266"/>
                  </a:lnTo>
                  <a:lnTo>
                    <a:pt x="660" y="264"/>
                  </a:lnTo>
                  <a:lnTo>
                    <a:pt x="661" y="262"/>
                  </a:lnTo>
                  <a:lnTo>
                    <a:pt x="662" y="262"/>
                  </a:lnTo>
                  <a:lnTo>
                    <a:pt x="664" y="260"/>
                  </a:lnTo>
                  <a:lnTo>
                    <a:pt x="666" y="260"/>
                  </a:lnTo>
                  <a:lnTo>
                    <a:pt x="668" y="260"/>
                  </a:lnTo>
                  <a:lnTo>
                    <a:pt x="668" y="259"/>
                  </a:lnTo>
                  <a:lnTo>
                    <a:pt x="666" y="259"/>
                  </a:lnTo>
                  <a:lnTo>
                    <a:pt x="666" y="258"/>
                  </a:lnTo>
                  <a:lnTo>
                    <a:pt x="669" y="256"/>
                  </a:lnTo>
                  <a:lnTo>
                    <a:pt x="670" y="254"/>
                  </a:lnTo>
                  <a:lnTo>
                    <a:pt x="668" y="256"/>
                  </a:lnTo>
                  <a:lnTo>
                    <a:pt x="665" y="256"/>
                  </a:lnTo>
                  <a:lnTo>
                    <a:pt x="664" y="255"/>
                  </a:lnTo>
                  <a:lnTo>
                    <a:pt x="664" y="254"/>
                  </a:lnTo>
                  <a:lnTo>
                    <a:pt x="665" y="254"/>
                  </a:lnTo>
                  <a:lnTo>
                    <a:pt x="665" y="252"/>
                  </a:lnTo>
                  <a:lnTo>
                    <a:pt x="662" y="250"/>
                  </a:lnTo>
                  <a:lnTo>
                    <a:pt x="662" y="246"/>
                  </a:lnTo>
                  <a:lnTo>
                    <a:pt x="662" y="246"/>
                  </a:lnTo>
                  <a:lnTo>
                    <a:pt x="665" y="246"/>
                  </a:lnTo>
                  <a:lnTo>
                    <a:pt x="665" y="242"/>
                  </a:lnTo>
                  <a:lnTo>
                    <a:pt x="668" y="239"/>
                  </a:lnTo>
                  <a:lnTo>
                    <a:pt x="668" y="238"/>
                  </a:lnTo>
                  <a:lnTo>
                    <a:pt x="669" y="237"/>
                  </a:lnTo>
                  <a:lnTo>
                    <a:pt x="669" y="235"/>
                  </a:lnTo>
                  <a:lnTo>
                    <a:pt x="664" y="231"/>
                  </a:lnTo>
                  <a:lnTo>
                    <a:pt x="660" y="227"/>
                  </a:lnTo>
                  <a:lnTo>
                    <a:pt x="660" y="230"/>
                  </a:lnTo>
                  <a:lnTo>
                    <a:pt x="657" y="230"/>
                  </a:lnTo>
                  <a:lnTo>
                    <a:pt x="656" y="229"/>
                  </a:lnTo>
                  <a:lnTo>
                    <a:pt x="653" y="229"/>
                  </a:lnTo>
                  <a:lnTo>
                    <a:pt x="652" y="231"/>
                  </a:lnTo>
                  <a:lnTo>
                    <a:pt x="651" y="233"/>
                  </a:lnTo>
                  <a:lnTo>
                    <a:pt x="651" y="235"/>
                  </a:lnTo>
                  <a:lnTo>
                    <a:pt x="648" y="238"/>
                  </a:lnTo>
                  <a:lnTo>
                    <a:pt x="648" y="242"/>
                  </a:lnTo>
                  <a:lnTo>
                    <a:pt x="647" y="242"/>
                  </a:lnTo>
                  <a:lnTo>
                    <a:pt x="644" y="246"/>
                  </a:lnTo>
                  <a:lnTo>
                    <a:pt x="643" y="246"/>
                  </a:lnTo>
                  <a:lnTo>
                    <a:pt x="637" y="249"/>
                  </a:lnTo>
                  <a:lnTo>
                    <a:pt x="636" y="254"/>
                  </a:lnTo>
                  <a:lnTo>
                    <a:pt x="636" y="255"/>
                  </a:lnTo>
                  <a:lnTo>
                    <a:pt x="636" y="256"/>
                  </a:lnTo>
                  <a:lnTo>
                    <a:pt x="637" y="259"/>
                  </a:lnTo>
                  <a:lnTo>
                    <a:pt x="635" y="259"/>
                  </a:lnTo>
                  <a:lnTo>
                    <a:pt x="636" y="260"/>
                  </a:lnTo>
                  <a:lnTo>
                    <a:pt x="635" y="263"/>
                  </a:lnTo>
                  <a:lnTo>
                    <a:pt x="632" y="263"/>
                  </a:lnTo>
                  <a:lnTo>
                    <a:pt x="628" y="263"/>
                  </a:lnTo>
                  <a:lnTo>
                    <a:pt x="623" y="262"/>
                  </a:lnTo>
                  <a:lnTo>
                    <a:pt x="623" y="263"/>
                  </a:lnTo>
                  <a:lnTo>
                    <a:pt x="622" y="263"/>
                  </a:lnTo>
                  <a:lnTo>
                    <a:pt x="622" y="266"/>
                  </a:lnTo>
                  <a:lnTo>
                    <a:pt x="622" y="267"/>
                  </a:lnTo>
                  <a:lnTo>
                    <a:pt x="622" y="268"/>
                  </a:lnTo>
                  <a:lnTo>
                    <a:pt x="620" y="270"/>
                  </a:lnTo>
                  <a:lnTo>
                    <a:pt x="622" y="272"/>
                  </a:lnTo>
                  <a:lnTo>
                    <a:pt x="622" y="275"/>
                  </a:lnTo>
                  <a:lnTo>
                    <a:pt x="624" y="276"/>
                  </a:lnTo>
                  <a:lnTo>
                    <a:pt x="628" y="279"/>
                  </a:lnTo>
                  <a:lnTo>
                    <a:pt x="628" y="280"/>
                  </a:lnTo>
                  <a:lnTo>
                    <a:pt x="631" y="284"/>
                  </a:lnTo>
                  <a:lnTo>
                    <a:pt x="631" y="283"/>
                  </a:lnTo>
                  <a:lnTo>
                    <a:pt x="631" y="284"/>
                  </a:lnTo>
                  <a:lnTo>
                    <a:pt x="632" y="283"/>
                  </a:lnTo>
                  <a:lnTo>
                    <a:pt x="633" y="283"/>
                  </a:lnTo>
                  <a:lnTo>
                    <a:pt x="633" y="283"/>
                  </a:lnTo>
                  <a:lnTo>
                    <a:pt x="635" y="283"/>
                  </a:lnTo>
                  <a:lnTo>
                    <a:pt x="639" y="283"/>
                  </a:lnTo>
                  <a:lnTo>
                    <a:pt x="639" y="285"/>
                  </a:lnTo>
                  <a:lnTo>
                    <a:pt x="639" y="288"/>
                  </a:lnTo>
                  <a:lnTo>
                    <a:pt x="641" y="295"/>
                  </a:lnTo>
                  <a:lnTo>
                    <a:pt x="645" y="295"/>
                  </a:lnTo>
                  <a:lnTo>
                    <a:pt x="647" y="293"/>
                  </a:lnTo>
                  <a:lnTo>
                    <a:pt x="649" y="293"/>
                  </a:lnTo>
                  <a:lnTo>
                    <a:pt x="651" y="293"/>
                  </a:lnTo>
                  <a:lnTo>
                    <a:pt x="652" y="291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53" y="288"/>
                  </a:lnTo>
                  <a:lnTo>
                    <a:pt x="655" y="287"/>
                  </a:lnTo>
                  <a:lnTo>
                    <a:pt x="655" y="284"/>
                  </a:lnTo>
                  <a:lnTo>
                    <a:pt x="655" y="283"/>
                  </a:lnTo>
                  <a:lnTo>
                    <a:pt x="657" y="283"/>
                  </a:lnTo>
                  <a:lnTo>
                    <a:pt x="662" y="280"/>
                  </a:lnTo>
                  <a:lnTo>
                    <a:pt x="664" y="281"/>
                  </a:lnTo>
                  <a:lnTo>
                    <a:pt x="665" y="283"/>
                  </a:lnTo>
                  <a:lnTo>
                    <a:pt x="666" y="284"/>
                  </a:lnTo>
                  <a:lnTo>
                    <a:pt x="668" y="285"/>
                  </a:lnTo>
                  <a:lnTo>
                    <a:pt x="669" y="287"/>
                  </a:lnTo>
                  <a:lnTo>
                    <a:pt x="677" y="285"/>
                  </a:lnTo>
                  <a:lnTo>
                    <a:pt x="677" y="285"/>
                  </a:lnTo>
                  <a:lnTo>
                    <a:pt x="680" y="285"/>
                  </a:lnTo>
                  <a:lnTo>
                    <a:pt x="680" y="285"/>
                  </a:lnTo>
                  <a:lnTo>
                    <a:pt x="683" y="285"/>
                  </a:lnTo>
                  <a:lnTo>
                    <a:pt x="686" y="285"/>
                  </a:lnTo>
                  <a:lnTo>
                    <a:pt x="687" y="285"/>
                  </a:lnTo>
                  <a:lnTo>
                    <a:pt x="685" y="287"/>
                  </a:lnTo>
                  <a:lnTo>
                    <a:pt x="685" y="288"/>
                  </a:lnTo>
                  <a:lnTo>
                    <a:pt x="686" y="291"/>
                  </a:lnTo>
                  <a:lnTo>
                    <a:pt x="685" y="291"/>
                  </a:lnTo>
                  <a:lnTo>
                    <a:pt x="683" y="292"/>
                  </a:lnTo>
                  <a:lnTo>
                    <a:pt x="683" y="295"/>
                  </a:lnTo>
                  <a:lnTo>
                    <a:pt x="686" y="295"/>
                  </a:lnTo>
                  <a:lnTo>
                    <a:pt x="686" y="296"/>
                  </a:lnTo>
                  <a:lnTo>
                    <a:pt x="683" y="299"/>
                  </a:lnTo>
                  <a:lnTo>
                    <a:pt x="680" y="296"/>
                  </a:lnTo>
                  <a:lnTo>
                    <a:pt x="680" y="295"/>
                  </a:lnTo>
                  <a:lnTo>
                    <a:pt x="678" y="296"/>
                  </a:lnTo>
                  <a:lnTo>
                    <a:pt x="678" y="295"/>
                  </a:lnTo>
                  <a:lnTo>
                    <a:pt x="676" y="299"/>
                  </a:lnTo>
                  <a:lnTo>
                    <a:pt x="674" y="299"/>
                  </a:lnTo>
                  <a:lnTo>
                    <a:pt x="672" y="300"/>
                  </a:lnTo>
                  <a:lnTo>
                    <a:pt x="669" y="300"/>
                  </a:lnTo>
                  <a:lnTo>
                    <a:pt x="669" y="301"/>
                  </a:lnTo>
                  <a:lnTo>
                    <a:pt x="666" y="300"/>
                  </a:lnTo>
                  <a:lnTo>
                    <a:pt x="664" y="300"/>
                  </a:lnTo>
                  <a:lnTo>
                    <a:pt x="666" y="301"/>
                  </a:lnTo>
                  <a:lnTo>
                    <a:pt x="668" y="304"/>
                  </a:lnTo>
                  <a:lnTo>
                    <a:pt x="664" y="304"/>
                  </a:lnTo>
                  <a:lnTo>
                    <a:pt x="664" y="306"/>
                  </a:lnTo>
                  <a:lnTo>
                    <a:pt x="661" y="306"/>
                  </a:lnTo>
                  <a:lnTo>
                    <a:pt x="658" y="309"/>
                  </a:lnTo>
                  <a:lnTo>
                    <a:pt x="660" y="310"/>
                  </a:lnTo>
                  <a:lnTo>
                    <a:pt x="662" y="312"/>
                  </a:lnTo>
                  <a:lnTo>
                    <a:pt x="660" y="314"/>
                  </a:lnTo>
                  <a:lnTo>
                    <a:pt x="658" y="313"/>
                  </a:lnTo>
                  <a:lnTo>
                    <a:pt x="657" y="317"/>
                  </a:lnTo>
                  <a:lnTo>
                    <a:pt x="655" y="317"/>
                  </a:lnTo>
                  <a:lnTo>
                    <a:pt x="655" y="317"/>
                  </a:lnTo>
                  <a:lnTo>
                    <a:pt x="653" y="320"/>
                  </a:lnTo>
                  <a:lnTo>
                    <a:pt x="655" y="322"/>
                  </a:lnTo>
                  <a:lnTo>
                    <a:pt x="653" y="326"/>
                  </a:lnTo>
                  <a:lnTo>
                    <a:pt x="653" y="333"/>
                  </a:lnTo>
                  <a:lnTo>
                    <a:pt x="655" y="333"/>
                  </a:lnTo>
                  <a:lnTo>
                    <a:pt x="661" y="335"/>
                  </a:lnTo>
                  <a:lnTo>
                    <a:pt x="661" y="337"/>
                  </a:lnTo>
                  <a:lnTo>
                    <a:pt x="662" y="337"/>
                  </a:lnTo>
                  <a:lnTo>
                    <a:pt x="669" y="339"/>
                  </a:lnTo>
                  <a:lnTo>
                    <a:pt x="673" y="347"/>
                  </a:lnTo>
                  <a:lnTo>
                    <a:pt x="673" y="347"/>
                  </a:lnTo>
                  <a:lnTo>
                    <a:pt x="672" y="350"/>
                  </a:lnTo>
                  <a:lnTo>
                    <a:pt x="674" y="351"/>
                  </a:lnTo>
                  <a:lnTo>
                    <a:pt x="674" y="354"/>
                  </a:lnTo>
                  <a:lnTo>
                    <a:pt x="680" y="358"/>
                  </a:lnTo>
                  <a:lnTo>
                    <a:pt x="680" y="360"/>
                  </a:lnTo>
                  <a:lnTo>
                    <a:pt x="682" y="366"/>
                  </a:lnTo>
                  <a:lnTo>
                    <a:pt x="685" y="366"/>
                  </a:lnTo>
                  <a:lnTo>
                    <a:pt x="687" y="366"/>
                  </a:lnTo>
                  <a:lnTo>
                    <a:pt x="689" y="367"/>
                  </a:lnTo>
                  <a:lnTo>
                    <a:pt x="689" y="368"/>
                  </a:lnTo>
                  <a:lnTo>
                    <a:pt x="691" y="371"/>
                  </a:lnTo>
                  <a:lnTo>
                    <a:pt x="693" y="372"/>
                  </a:lnTo>
                  <a:lnTo>
                    <a:pt x="694" y="375"/>
                  </a:lnTo>
                  <a:lnTo>
                    <a:pt x="693" y="376"/>
                  </a:lnTo>
                  <a:lnTo>
                    <a:pt x="687" y="375"/>
                  </a:lnTo>
                  <a:lnTo>
                    <a:pt x="685" y="376"/>
                  </a:lnTo>
                  <a:lnTo>
                    <a:pt x="682" y="374"/>
                  </a:lnTo>
                  <a:lnTo>
                    <a:pt x="681" y="374"/>
                  </a:lnTo>
                  <a:lnTo>
                    <a:pt x="678" y="372"/>
                  </a:lnTo>
                  <a:lnTo>
                    <a:pt x="674" y="372"/>
                  </a:lnTo>
                  <a:lnTo>
                    <a:pt x="673" y="374"/>
                  </a:lnTo>
                  <a:lnTo>
                    <a:pt x="670" y="374"/>
                  </a:lnTo>
                  <a:lnTo>
                    <a:pt x="669" y="372"/>
                  </a:lnTo>
                  <a:lnTo>
                    <a:pt x="668" y="368"/>
                  </a:lnTo>
                  <a:lnTo>
                    <a:pt x="664" y="370"/>
                  </a:lnTo>
                  <a:lnTo>
                    <a:pt x="662" y="370"/>
                  </a:lnTo>
                  <a:lnTo>
                    <a:pt x="661" y="370"/>
                  </a:lnTo>
                  <a:lnTo>
                    <a:pt x="660" y="370"/>
                  </a:lnTo>
                  <a:lnTo>
                    <a:pt x="658" y="370"/>
                  </a:lnTo>
                  <a:lnTo>
                    <a:pt x="657" y="371"/>
                  </a:lnTo>
                  <a:lnTo>
                    <a:pt x="655" y="376"/>
                  </a:lnTo>
                  <a:lnTo>
                    <a:pt x="657" y="372"/>
                  </a:lnTo>
                  <a:lnTo>
                    <a:pt x="660" y="371"/>
                  </a:lnTo>
                  <a:lnTo>
                    <a:pt x="662" y="371"/>
                  </a:lnTo>
                  <a:lnTo>
                    <a:pt x="665" y="371"/>
                  </a:lnTo>
                  <a:lnTo>
                    <a:pt x="666" y="371"/>
                  </a:lnTo>
                  <a:lnTo>
                    <a:pt x="666" y="372"/>
                  </a:lnTo>
                  <a:lnTo>
                    <a:pt x="670" y="375"/>
                  </a:lnTo>
                  <a:lnTo>
                    <a:pt x="672" y="375"/>
                  </a:lnTo>
                  <a:lnTo>
                    <a:pt x="676" y="372"/>
                  </a:lnTo>
                  <a:lnTo>
                    <a:pt x="678" y="372"/>
                  </a:lnTo>
                  <a:lnTo>
                    <a:pt x="682" y="378"/>
                  </a:lnTo>
                  <a:lnTo>
                    <a:pt x="686" y="380"/>
                  </a:lnTo>
                  <a:lnTo>
                    <a:pt x="693" y="384"/>
                  </a:lnTo>
                  <a:lnTo>
                    <a:pt x="695" y="388"/>
                  </a:lnTo>
                  <a:lnTo>
                    <a:pt x="695" y="389"/>
                  </a:lnTo>
                  <a:lnTo>
                    <a:pt x="693" y="391"/>
                  </a:lnTo>
                  <a:lnTo>
                    <a:pt x="690" y="393"/>
                  </a:lnTo>
                  <a:lnTo>
                    <a:pt x="687" y="393"/>
                  </a:lnTo>
                  <a:lnTo>
                    <a:pt x="687" y="395"/>
                  </a:lnTo>
                  <a:lnTo>
                    <a:pt x="686" y="396"/>
                  </a:lnTo>
                  <a:lnTo>
                    <a:pt x="685" y="397"/>
                  </a:lnTo>
                  <a:lnTo>
                    <a:pt x="682" y="396"/>
                  </a:lnTo>
                  <a:lnTo>
                    <a:pt x="681" y="397"/>
                  </a:lnTo>
                  <a:lnTo>
                    <a:pt x="678" y="397"/>
                  </a:lnTo>
                  <a:lnTo>
                    <a:pt x="676" y="400"/>
                  </a:lnTo>
                  <a:lnTo>
                    <a:pt x="676" y="403"/>
                  </a:lnTo>
                  <a:lnTo>
                    <a:pt x="677" y="400"/>
                  </a:lnTo>
                  <a:lnTo>
                    <a:pt x="678" y="399"/>
                  </a:lnTo>
                  <a:lnTo>
                    <a:pt x="681" y="397"/>
                  </a:lnTo>
                  <a:lnTo>
                    <a:pt x="683" y="401"/>
                  </a:lnTo>
                  <a:lnTo>
                    <a:pt x="686" y="401"/>
                  </a:lnTo>
                  <a:lnTo>
                    <a:pt x="689" y="399"/>
                  </a:lnTo>
                  <a:lnTo>
                    <a:pt x="691" y="399"/>
                  </a:lnTo>
                  <a:lnTo>
                    <a:pt x="695" y="404"/>
                  </a:lnTo>
                  <a:lnTo>
                    <a:pt x="697" y="403"/>
                  </a:lnTo>
                  <a:lnTo>
                    <a:pt x="698" y="404"/>
                  </a:lnTo>
                  <a:lnTo>
                    <a:pt x="699" y="404"/>
                  </a:lnTo>
                  <a:lnTo>
                    <a:pt x="701" y="405"/>
                  </a:lnTo>
                  <a:lnTo>
                    <a:pt x="695" y="409"/>
                  </a:lnTo>
                  <a:lnTo>
                    <a:pt x="691" y="410"/>
                  </a:lnTo>
                  <a:lnTo>
                    <a:pt x="691" y="413"/>
                  </a:lnTo>
                  <a:lnTo>
                    <a:pt x="693" y="413"/>
                  </a:lnTo>
                  <a:lnTo>
                    <a:pt x="697" y="410"/>
                  </a:lnTo>
                  <a:lnTo>
                    <a:pt x="699" y="410"/>
                  </a:lnTo>
                  <a:lnTo>
                    <a:pt x="699" y="409"/>
                  </a:lnTo>
                  <a:lnTo>
                    <a:pt x="698" y="409"/>
                  </a:lnTo>
                  <a:lnTo>
                    <a:pt x="699" y="408"/>
                  </a:lnTo>
                  <a:lnTo>
                    <a:pt x="701" y="408"/>
                  </a:lnTo>
                  <a:lnTo>
                    <a:pt x="702" y="412"/>
                  </a:lnTo>
                  <a:lnTo>
                    <a:pt x="702" y="413"/>
                  </a:lnTo>
                  <a:lnTo>
                    <a:pt x="701" y="414"/>
                  </a:lnTo>
                  <a:lnTo>
                    <a:pt x="701" y="413"/>
                  </a:lnTo>
                  <a:lnTo>
                    <a:pt x="699" y="413"/>
                  </a:lnTo>
                  <a:lnTo>
                    <a:pt x="699" y="414"/>
                  </a:lnTo>
                  <a:lnTo>
                    <a:pt x="698" y="414"/>
                  </a:lnTo>
                  <a:lnTo>
                    <a:pt x="695" y="414"/>
                  </a:lnTo>
                  <a:lnTo>
                    <a:pt x="693" y="416"/>
                  </a:lnTo>
                  <a:lnTo>
                    <a:pt x="693" y="417"/>
                  </a:lnTo>
                  <a:lnTo>
                    <a:pt x="697" y="417"/>
                  </a:lnTo>
                  <a:lnTo>
                    <a:pt x="698" y="418"/>
                  </a:lnTo>
                  <a:lnTo>
                    <a:pt x="698" y="420"/>
                  </a:lnTo>
                  <a:lnTo>
                    <a:pt x="697" y="420"/>
                  </a:lnTo>
                  <a:lnTo>
                    <a:pt x="695" y="421"/>
                  </a:lnTo>
                  <a:lnTo>
                    <a:pt x="697" y="421"/>
                  </a:lnTo>
                  <a:lnTo>
                    <a:pt x="698" y="422"/>
                  </a:lnTo>
                  <a:lnTo>
                    <a:pt x="697" y="424"/>
                  </a:lnTo>
                  <a:lnTo>
                    <a:pt x="695" y="424"/>
                  </a:lnTo>
                  <a:lnTo>
                    <a:pt x="694" y="424"/>
                  </a:lnTo>
                  <a:lnTo>
                    <a:pt x="695" y="425"/>
                  </a:lnTo>
                  <a:lnTo>
                    <a:pt x="698" y="425"/>
                  </a:lnTo>
                  <a:lnTo>
                    <a:pt x="699" y="428"/>
                  </a:lnTo>
                  <a:lnTo>
                    <a:pt x="697" y="429"/>
                  </a:lnTo>
                  <a:lnTo>
                    <a:pt x="697" y="431"/>
                  </a:lnTo>
                  <a:lnTo>
                    <a:pt x="695" y="430"/>
                  </a:lnTo>
                  <a:lnTo>
                    <a:pt x="695" y="429"/>
                  </a:lnTo>
                  <a:lnTo>
                    <a:pt x="694" y="429"/>
                  </a:lnTo>
                  <a:lnTo>
                    <a:pt x="691" y="433"/>
                  </a:lnTo>
                  <a:lnTo>
                    <a:pt x="690" y="434"/>
                  </a:lnTo>
                  <a:lnTo>
                    <a:pt x="687" y="433"/>
                  </a:lnTo>
                  <a:lnTo>
                    <a:pt x="690" y="434"/>
                  </a:lnTo>
                  <a:lnTo>
                    <a:pt x="690" y="435"/>
                  </a:lnTo>
                  <a:lnTo>
                    <a:pt x="690" y="437"/>
                  </a:lnTo>
                  <a:lnTo>
                    <a:pt x="689" y="438"/>
                  </a:lnTo>
                  <a:lnTo>
                    <a:pt x="689" y="439"/>
                  </a:lnTo>
                  <a:lnTo>
                    <a:pt x="690" y="441"/>
                  </a:lnTo>
                  <a:lnTo>
                    <a:pt x="689" y="442"/>
                  </a:lnTo>
                  <a:lnTo>
                    <a:pt x="689" y="443"/>
                  </a:lnTo>
                  <a:lnTo>
                    <a:pt x="687" y="445"/>
                  </a:lnTo>
                  <a:lnTo>
                    <a:pt x="686" y="443"/>
                  </a:lnTo>
                  <a:lnTo>
                    <a:pt x="685" y="445"/>
                  </a:lnTo>
                  <a:lnTo>
                    <a:pt x="687" y="445"/>
                  </a:lnTo>
                  <a:lnTo>
                    <a:pt x="689" y="447"/>
                  </a:lnTo>
                  <a:lnTo>
                    <a:pt x="686" y="447"/>
                  </a:lnTo>
                  <a:lnTo>
                    <a:pt x="686" y="449"/>
                  </a:lnTo>
                  <a:lnTo>
                    <a:pt x="682" y="451"/>
                  </a:lnTo>
                  <a:lnTo>
                    <a:pt x="681" y="451"/>
                  </a:lnTo>
                  <a:lnTo>
                    <a:pt x="681" y="449"/>
                  </a:lnTo>
                  <a:lnTo>
                    <a:pt x="680" y="449"/>
                  </a:lnTo>
                  <a:lnTo>
                    <a:pt x="680" y="449"/>
                  </a:lnTo>
                  <a:lnTo>
                    <a:pt x="678" y="451"/>
                  </a:lnTo>
                  <a:lnTo>
                    <a:pt x="677" y="451"/>
                  </a:lnTo>
                  <a:lnTo>
                    <a:pt x="678" y="453"/>
                  </a:lnTo>
                  <a:lnTo>
                    <a:pt x="677" y="453"/>
                  </a:lnTo>
                  <a:lnTo>
                    <a:pt x="680" y="453"/>
                  </a:lnTo>
                  <a:lnTo>
                    <a:pt x="681" y="455"/>
                  </a:lnTo>
                  <a:lnTo>
                    <a:pt x="678" y="455"/>
                  </a:lnTo>
                  <a:lnTo>
                    <a:pt x="681" y="458"/>
                  </a:lnTo>
                  <a:lnTo>
                    <a:pt x="682" y="456"/>
                  </a:lnTo>
                  <a:lnTo>
                    <a:pt x="683" y="458"/>
                  </a:lnTo>
                  <a:lnTo>
                    <a:pt x="680" y="459"/>
                  </a:lnTo>
                  <a:lnTo>
                    <a:pt x="677" y="462"/>
                  </a:lnTo>
                  <a:lnTo>
                    <a:pt x="677" y="463"/>
                  </a:lnTo>
                  <a:lnTo>
                    <a:pt x="678" y="462"/>
                  </a:lnTo>
                  <a:lnTo>
                    <a:pt x="680" y="462"/>
                  </a:lnTo>
                  <a:lnTo>
                    <a:pt x="681" y="463"/>
                  </a:lnTo>
                  <a:lnTo>
                    <a:pt x="678" y="466"/>
                  </a:lnTo>
                  <a:lnTo>
                    <a:pt x="680" y="466"/>
                  </a:lnTo>
                  <a:lnTo>
                    <a:pt x="680" y="468"/>
                  </a:lnTo>
                  <a:lnTo>
                    <a:pt x="678" y="468"/>
                  </a:lnTo>
                  <a:lnTo>
                    <a:pt x="678" y="470"/>
                  </a:lnTo>
                  <a:lnTo>
                    <a:pt x="680" y="470"/>
                  </a:lnTo>
                  <a:lnTo>
                    <a:pt x="681" y="471"/>
                  </a:lnTo>
                  <a:lnTo>
                    <a:pt x="681" y="474"/>
                  </a:lnTo>
                  <a:lnTo>
                    <a:pt x="680" y="472"/>
                  </a:lnTo>
                  <a:lnTo>
                    <a:pt x="678" y="472"/>
                  </a:lnTo>
                  <a:lnTo>
                    <a:pt x="678" y="471"/>
                  </a:lnTo>
                  <a:lnTo>
                    <a:pt x="677" y="470"/>
                  </a:lnTo>
                  <a:lnTo>
                    <a:pt x="676" y="471"/>
                  </a:lnTo>
                  <a:lnTo>
                    <a:pt x="674" y="471"/>
                  </a:lnTo>
                  <a:lnTo>
                    <a:pt x="674" y="472"/>
                  </a:lnTo>
                  <a:lnTo>
                    <a:pt x="676" y="474"/>
                  </a:lnTo>
                  <a:lnTo>
                    <a:pt x="676" y="476"/>
                  </a:lnTo>
                  <a:lnTo>
                    <a:pt x="676" y="475"/>
                  </a:lnTo>
                  <a:lnTo>
                    <a:pt x="674" y="475"/>
                  </a:lnTo>
                  <a:lnTo>
                    <a:pt x="673" y="474"/>
                  </a:lnTo>
                  <a:lnTo>
                    <a:pt x="672" y="474"/>
                  </a:lnTo>
                  <a:lnTo>
                    <a:pt x="673" y="475"/>
                  </a:lnTo>
                  <a:lnTo>
                    <a:pt x="673" y="478"/>
                  </a:lnTo>
                  <a:lnTo>
                    <a:pt x="674" y="478"/>
                  </a:lnTo>
                  <a:lnTo>
                    <a:pt x="674" y="478"/>
                  </a:lnTo>
                  <a:lnTo>
                    <a:pt x="673" y="479"/>
                  </a:lnTo>
                  <a:lnTo>
                    <a:pt x="672" y="478"/>
                  </a:lnTo>
                  <a:lnTo>
                    <a:pt x="670" y="479"/>
                  </a:lnTo>
                  <a:lnTo>
                    <a:pt x="672" y="480"/>
                  </a:lnTo>
                  <a:lnTo>
                    <a:pt x="673" y="481"/>
                  </a:lnTo>
                  <a:lnTo>
                    <a:pt x="673" y="483"/>
                  </a:lnTo>
                  <a:lnTo>
                    <a:pt x="669" y="481"/>
                  </a:lnTo>
                  <a:lnTo>
                    <a:pt x="668" y="483"/>
                  </a:lnTo>
                  <a:lnTo>
                    <a:pt x="668" y="481"/>
                  </a:lnTo>
                  <a:lnTo>
                    <a:pt x="665" y="484"/>
                  </a:lnTo>
                  <a:lnTo>
                    <a:pt x="661" y="484"/>
                  </a:lnTo>
                  <a:lnTo>
                    <a:pt x="665" y="487"/>
                  </a:lnTo>
                  <a:lnTo>
                    <a:pt x="666" y="485"/>
                  </a:lnTo>
                  <a:lnTo>
                    <a:pt x="668" y="487"/>
                  </a:lnTo>
                  <a:lnTo>
                    <a:pt x="668" y="488"/>
                  </a:lnTo>
                  <a:lnTo>
                    <a:pt x="666" y="488"/>
                  </a:lnTo>
                  <a:lnTo>
                    <a:pt x="665" y="491"/>
                  </a:lnTo>
                  <a:lnTo>
                    <a:pt x="664" y="489"/>
                  </a:lnTo>
                  <a:lnTo>
                    <a:pt x="662" y="492"/>
                  </a:lnTo>
                  <a:lnTo>
                    <a:pt x="662" y="492"/>
                  </a:lnTo>
                  <a:lnTo>
                    <a:pt x="662" y="491"/>
                  </a:lnTo>
                  <a:lnTo>
                    <a:pt x="661" y="491"/>
                  </a:lnTo>
                  <a:lnTo>
                    <a:pt x="661" y="493"/>
                  </a:lnTo>
                  <a:lnTo>
                    <a:pt x="660" y="493"/>
                  </a:lnTo>
                  <a:lnTo>
                    <a:pt x="658" y="496"/>
                  </a:lnTo>
                  <a:lnTo>
                    <a:pt x="657" y="496"/>
                  </a:lnTo>
                  <a:lnTo>
                    <a:pt x="656" y="495"/>
                  </a:lnTo>
                  <a:lnTo>
                    <a:pt x="653" y="495"/>
                  </a:lnTo>
                  <a:lnTo>
                    <a:pt x="653" y="496"/>
                  </a:lnTo>
                  <a:lnTo>
                    <a:pt x="652" y="496"/>
                  </a:lnTo>
                  <a:lnTo>
                    <a:pt x="652" y="499"/>
                  </a:lnTo>
                  <a:lnTo>
                    <a:pt x="652" y="501"/>
                  </a:lnTo>
                  <a:lnTo>
                    <a:pt x="651" y="503"/>
                  </a:lnTo>
                  <a:lnTo>
                    <a:pt x="652" y="504"/>
                  </a:lnTo>
                  <a:lnTo>
                    <a:pt x="649" y="505"/>
                  </a:lnTo>
                  <a:lnTo>
                    <a:pt x="648" y="504"/>
                  </a:lnTo>
                  <a:lnTo>
                    <a:pt x="648" y="505"/>
                  </a:lnTo>
                  <a:lnTo>
                    <a:pt x="648" y="504"/>
                  </a:lnTo>
                  <a:lnTo>
                    <a:pt x="647" y="505"/>
                  </a:lnTo>
                  <a:lnTo>
                    <a:pt x="645" y="506"/>
                  </a:lnTo>
                  <a:lnTo>
                    <a:pt x="643" y="506"/>
                  </a:lnTo>
                  <a:lnTo>
                    <a:pt x="641" y="508"/>
                  </a:lnTo>
                  <a:lnTo>
                    <a:pt x="640" y="508"/>
                  </a:lnTo>
                  <a:lnTo>
                    <a:pt x="640" y="508"/>
                  </a:lnTo>
                  <a:lnTo>
                    <a:pt x="639" y="508"/>
                  </a:lnTo>
                  <a:lnTo>
                    <a:pt x="639" y="509"/>
                  </a:lnTo>
                  <a:lnTo>
                    <a:pt x="637" y="510"/>
                  </a:lnTo>
                  <a:lnTo>
                    <a:pt x="635" y="508"/>
                  </a:lnTo>
                  <a:lnTo>
                    <a:pt x="635" y="506"/>
                  </a:lnTo>
                  <a:lnTo>
                    <a:pt x="633" y="508"/>
                  </a:lnTo>
                  <a:lnTo>
                    <a:pt x="632" y="509"/>
                  </a:lnTo>
                  <a:lnTo>
                    <a:pt x="632" y="510"/>
                  </a:lnTo>
                  <a:lnTo>
                    <a:pt x="629" y="510"/>
                  </a:lnTo>
                  <a:lnTo>
                    <a:pt x="628" y="509"/>
                  </a:lnTo>
                  <a:lnTo>
                    <a:pt x="627" y="510"/>
                  </a:lnTo>
                  <a:lnTo>
                    <a:pt x="624" y="512"/>
                  </a:lnTo>
                  <a:lnTo>
                    <a:pt x="624" y="513"/>
                  </a:lnTo>
                  <a:lnTo>
                    <a:pt x="620" y="516"/>
                  </a:lnTo>
                  <a:lnTo>
                    <a:pt x="620" y="514"/>
                  </a:lnTo>
                  <a:lnTo>
                    <a:pt x="622" y="514"/>
                  </a:lnTo>
                  <a:lnTo>
                    <a:pt x="623" y="512"/>
                  </a:lnTo>
                  <a:lnTo>
                    <a:pt x="622" y="513"/>
                  </a:lnTo>
                  <a:lnTo>
                    <a:pt x="619" y="510"/>
                  </a:lnTo>
                  <a:lnTo>
                    <a:pt x="618" y="509"/>
                  </a:lnTo>
                  <a:lnTo>
                    <a:pt x="615" y="508"/>
                  </a:lnTo>
                  <a:lnTo>
                    <a:pt x="614" y="506"/>
                  </a:lnTo>
                  <a:lnTo>
                    <a:pt x="615" y="508"/>
                  </a:lnTo>
                  <a:lnTo>
                    <a:pt x="615" y="509"/>
                  </a:lnTo>
                  <a:lnTo>
                    <a:pt x="615" y="512"/>
                  </a:lnTo>
                  <a:lnTo>
                    <a:pt x="615" y="514"/>
                  </a:lnTo>
                  <a:lnTo>
                    <a:pt x="614" y="516"/>
                  </a:lnTo>
                  <a:lnTo>
                    <a:pt x="612" y="517"/>
                  </a:lnTo>
                  <a:lnTo>
                    <a:pt x="611" y="518"/>
                  </a:lnTo>
                  <a:lnTo>
                    <a:pt x="611" y="517"/>
                  </a:lnTo>
                  <a:lnTo>
                    <a:pt x="610" y="517"/>
                  </a:lnTo>
                  <a:lnTo>
                    <a:pt x="610" y="517"/>
                  </a:lnTo>
                  <a:lnTo>
                    <a:pt x="608" y="520"/>
                  </a:lnTo>
                  <a:lnTo>
                    <a:pt x="606" y="522"/>
                  </a:lnTo>
                  <a:lnTo>
                    <a:pt x="603" y="524"/>
                  </a:lnTo>
                  <a:lnTo>
                    <a:pt x="602" y="524"/>
                  </a:lnTo>
                  <a:lnTo>
                    <a:pt x="599" y="522"/>
                  </a:lnTo>
                  <a:lnTo>
                    <a:pt x="597" y="524"/>
                  </a:lnTo>
                  <a:lnTo>
                    <a:pt x="595" y="524"/>
                  </a:lnTo>
                  <a:lnTo>
                    <a:pt x="597" y="525"/>
                  </a:lnTo>
                  <a:lnTo>
                    <a:pt x="594" y="526"/>
                  </a:lnTo>
                  <a:lnTo>
                    <a:pt x="591" y="526"/>
                  </a:lnTo>
                  <a:lnTo>
                    <a:pt x="590" y="526"/>
                  </a:lnTo>
                  <a:lnTo>
                    <a:pt x="589" y="528"/>
                  </a:lnTo>
                  <a:lnTo>
                    <a:pt x="586" y="529"/>
                  </a:lnTo>
                  <a:lnTo>
                    <a:pt x="585" y="530"/>
                  </a:lnTo>
                  <a:lnTo>
                    <a:pt x="585" y="529"/>
                  </a:lnTo>
                  <a:lnTo>
                    <a:pt x="585" y="529"/>
                  </a:lnTo>
                  <a:lnTo>
                    <a:pt x="583" y="529"/>
                  </a:lnTo>
                  <a:lnTo>
                    <a:pt x="583" y="528"/>
                  </a:lnTo>
                  <a:lnTo>
                    <a:pt x="585" y="528"/>
                  </a:lnTo>
                  <a:lnTo>
                    <a:pt x="583" y="528"/>
                  </a:lnTo>
                  <a:lnTo>
                    <a:pt x="583" y="526"/>
                  </a:lnTo>
                  <a:lnTo>
                    <a:pt x="582" y="526"/>
                  </a:lnTo>
                  <a:lnTo>
                    <a:pt x="582" y="528"/>
                  </a:lnTo>
                  <a:lnTo>
                    <a:pt x="581" y="528"/>
                  </a:lnTo>
                  <a:lnTo>
                    <a:pt x="582" y="529"/>
                  </a:lnTo>
                  <a:lnTo>
                    <a:pt x="581" y="530"/>
                  </a:lnTo>
                  <a:lnTo>
                    <a:pt x="579" y="531"/>
                  </a:lnTo>
                  <a:lnTo>
                    <a:pt x="579" y="533"/>
                  </a:lnTo>
                  <a:lnTo>
                    <a:pt x="579" y="534"/>
                  </a:lnTo>
                  <a:lnTo>
                    <a:pt x="581" y="534"/>
                  </a:lnTo>
                  <a:lnTo>
                    <a:pt x="582" y="537"/>
                  </a:lnTo>
                  <a:lnTo>
                    <a:pt x="582" y="538"/>
                  </a:lnTo>
                  <a:lnTo>
                    <a:pt x="583" y="538"/>
                  </a:lnTo>
                  <a:lnTo>
                    <a:pt x="585" y="539"/>
                  </a:lnTo>
                  <a:lnTo>
                    <a:pt x="582" y="541"/>
                  </a:lnTo>
                  <a:lnTo>
                    <a:pt x="581" y="541"/>
                  </a:lnTo>
                  <a:lnTo>
                    <a:pt x="581" y="541"/>
                  </a:lnTo>
                  <a:lnTo>
                    <a:pt x="578" y="541"/>
                  </a:lnTo>
                  <a:lnTo>
                    <a:pt x="577" y="542"/>
                  </a:lnTo>
                  <a:lnTo>
                    <a:pt x="577" y="542"/>
                  </a:lnTo>
                  <a:lnTo>
                    <a:pt x="577" y="539"/>
                  </a:lnTo>
                  <a:lnTo>
                    <a:pt x="577" y="538"/>
                  </a:lnTo>
                  <a:lnTo>
                    <a:pt x="574" y="538"/>
                  </a:lnTo>
                  <a:lnTo>
                    <a:pt x="572" y="534"/>
                  </a:lnTo>
                  <a:lnTo>
                    <a:pt x="572" y="533"/>
                  </a:lnTo>
                  <a:lnTo>
                    <a:pt x="574" y="530"/>
                  </a:lnTo>
                  <a:lnTo>
                    <a:pt x="574" y="528"/>
                  </a:lnTo>
                  <a:lnTo>
                    <a:pt x="575" y="528"/>
                  </a:lnTo>
                  <a:lnTo>
                    <a:pt x="575" y="528"/>
                  </a:lnTo>
                  <a:lnTo>
                    <a:pt x="574" y="526"/>
                  </a:lnTo>
                  <a:lnTo>
                    <a:pt x="573" y="528"/>
                  </a:lnTo>
                  <a:lnTo>
                    <a:pt x="572" y="525"/>
                  </a:lnTo>
                  <a:lnTo>
                    <a:pt x="570" y="528"/>
                  </a:lnTo>
                  <a:lnTo>
                    <a:pt x="568" y="528"/>
                  </a:lnTo>
                  <a:lnTo>
                    <a:pt x="566" y="528"/>
                  </a:lnTo>
                  <a:lnTo>
                    <a:pt x="564" y="525"/>
                  </a:lnTo>
                  <a:lnTo>
                    <a:pt x="562" y="526"/>
                  </a:lnTo>
                  <a:lnTo>
                    <a:pt x="561" y="524"/>
                  </a:lnTo>
                  <a:lnTo>
                    <a:pt x="560" y="521"/>
                  </a:lnTo>
                  <a:lnTo>
                    <a:pt x="558" y="524"/>
                  </a:lnTo>
                  <a:lnTo>
                    <a:pt x="558" y="525"/>
                  </a:lnTo>
                  <a:lnTo>
                    <a:pt x="557" y="526"/>
                  </a:lnTo>
                  <a:lnTo>
                    <a:pt x="556" y="525"/>
                  </a:lnTo>
                  <a:lnTo>
                    <a:pt x="554" y="526"/>
                  </a:lnTo>
                  <a:lnTo>
                    <a:pt x="554" y="525"/>
                  </a:lnTo>
                  <a:lnTo>
                    <a:pt x="554" y="526"/>
                  </a:lnTo>
                  <a:lnTo>
                    <a:pt x="553" y="525"/>
                  </a:lnTo>
                  <a:lnTo>
                    <a:pt x="552" y="525"/>
                  </a:lnTo>
                  <a:lnTo>
                    <a:pt x="540" y="526"/>
                  </a:lnTo>
                  <a:lnTo>
                    <a:pt x="515" y="517"/>
                  </a:lnTo>
                  <a:lnTo>
                    <a:pt x="474" y="537"/>
                  </a:lnTo>
                  <a:lnTo>
                    <a:pt x="444" y="528"/>
                  </a:lnTo>
                  <a:lnTo>
                    <a:pt x="375" y="476"/>
                  </a:lnTo>
                  <a:lnTo>
                    <a:pt x="228" y="463"/>
                  </a:lnTo>
                  <a:lnTo>
                    <a:pt x="150" y="389"/>
                  </a:lnTo>
                  <a:lnTo>
                    <a:pt x="0" y="325"/>
                  </a:lnTo>
                  <a:lnTo>
                    <a:pt x="12" y="199"/>
                  </a:lnTo>
                  <a:lnTo>
                    <a:pt x="111" y="146"/>
                  </a:lnTo>
                  <a:lnTo>
                    <a:pt x="224" y="122"/>
                  </a:lnTo>
                  <a:lnTo>
                    <a:pt x="233" y="120"/>
                  </a:lnTo>
                  <a:lnTo>
                    <a:pt x="237" y="120"/>
                  </a:lnTo>
                  <a:lnTo>
                    <a:pt x="240" y="121"/>
                  </a:lnTo>
                  <a:lnTo>
                    <a:pt x="241" y="121"/>
                  </a:lnTo>
                  <a:lnTo>
                    <a:pt x="346" y="124"/>
                  </a:lnTo>
                  <a:lnTo>
                    <a:pt x="532" y="104"/>
                  </a:lnTo>
                  <a:lnTo>
                    <a:pt x="554" y="80"/>
                  </a:lnTo>
                  <a:lnTo>
                    <a:pt x="560" y="79"/>
                  </a:lnTo>
                  <a:lnTo>
                    <a:pt x="561" y="79"/>
                  </a:lnTo>
                  <a:lnTo>
                    <a:pt x="561" y="80"/>
                  </a:lnTo>
                  <a:lnTo>
                    <a:pt x="564" y="79"/>
                  </a:lnTo>
                  <a:lnTo>
                    <a:pt x="566" y="80"/>
                  </a:lnTo>
                  <a:lnTo>
                    <a:pt x="569" y="81"/>
                  </a:lnTo>
                  <a:lnTo>
                    <a:pt x="570" y="81"/>
                  </a:lnTo>
                  <a:lnTo>
                    <a:pt x="575" y="76"/>
                  </a:lnTo>
                  <a:lnTo>
                    <a:pt x="578" y="74"/>
                  </a:lnTo>
                  <a:lnTo>
                    <a:pt x="582" y="74"/>
                  </a:lnTo>
                  <a:lnTo>
                    <a:pt x="585" y="71"/>
                  </a:lnTo>
                  <a:lnTo>
                    <a:pt x="585" y="68"/>
                  </a:lnTo>
                  <a:lnTo>
                    <a:pt x="585" y="67"/>
                  </a:lnTo>
                  <a:lnTo>
                    <a:pt x="583" y="66"/>
                  </a:lnTo>
                  <a:lnTo>
                    <a:pt x="582" y="67"/>
                  </a:lnTo>
                  <a:lnTo>
                    <a:pt x="582" y="66"/>
                  </a:lnTo>
                  <a:lnTo>
                    <a:pt x="581" y="66"/>
                  </a:lnTo>
                  <a:lnTo>
                    <a:pt x="581" y="63"/>
                  </a:lnTo>
                  <a:lnTo>
                    <a:pt x="581" y="62"/>
                  </a:lnTo>
                  <a:lnTo>
                    <a:pt x="581" y="58"/>
                  </a:lnTo>
                  <a:lnTo>
                    <a:pt x="579" y="56"/>
                  </a:lnTo>
                  <a:lnTo>
                    <a:pt x="581" y="55"/>
                  </a:lnTo>
                  <a:lnTo>
                    <a:pt x="582" y="54"/>
                  </a:lnTo>
                  <a:lnTo>
                    <a:pt x="582" y="51"/>
                  </a:lnTo>
                  <a:lnTo>
                    <a:pt x="581" y="50"/>
                  </a:lnTo>
                  <a:lnTo>
                    <a:pt x="581" y="47"/>
                  </a:lnTo>
                  <a:lnTo>
                    <a:pt x="581" y="46"/>
                  </a:lnTo>
                  <a:lnTo>
                    <a:pt x="579" y="45"/>
                  </a:lnTo>
                  <a:lnTo>
                    <a:pt x="579" y="42"/>
                  </a:lnTo>
                  <a:lnTo>
                    <a:pt x="581" y="39"/>
                  </a:lnTo>
                  <a:lnTo>
                    <a:pt x="582" y="38"/>
                  </a:lnTo>
                  <a:lnTo>
                    <a:pt x="583" y="35"/>
                  </a:lnTo>
                  <a:lnTo>
                    <a:pt x="585" y="34"/>
                  </a:lnTo>
                  <a:lnTo>
                    <a:pt x="586" y="33"/>
                  </a:lnTo>
                  <a:lnTo>
                    <a:pt x="586" y="30"/>
                  </a:lnTo>
                  <a:lnTo>
                    <a:pt x="586" y="29"/>
                  </a:lnTo>
                  <a:lnTo>
                    <a:pt x="586" y="26"/>
                  </a:lnTo>
                  <a:lnTo>
                    <a:pt x="585" y="25"/>
                  </a:lnTo>
                  <a:lnTo>
                    <a:pt x="583" y="24"/>
                  </a:lnTo>
                  <a:lnTo>
                    <a:pt x="582" y="20"/>
                  </a:lnTo>
                  <a:lnTo>
                    <a:pt x="579" y="20"/>
                  </a:lnTo>
                  <a:lnTo>
                    <a:pt x="578" y="21"/>
                  </a:lnTo>
                  <a:lnTo>
                    <a:pt x="575" y="22"/>
                  </a:lnTo>
                  <a:lnTo>
                    <a:pt x="574" y="22"/>
                  </a:lnTo>
                  <a:lnTo>
                    <a:pt x="574" y="21"/>
                  </a:lnTo>
                  <a:lnTo>
                    <a:pt x="574" y="18"/>
                  </a:lnTo>
                  <a:lnTo>
                    <a:pt x="574" y="17"/>
                  </a:lnTo>
                  <a:lnTo>
                    <a:pt x="574" y="16"/>
                  </a:lnTo>
                  <a:lnTo>
                    <a:pt x="575" y="14"/>
                  </a:lnTo>
                  <a:lnTo>
                    <a:pt x="575" y="13"/>
                  </a:lnTo>
                  <a:lnTo>
                    <a:pt x="578" y="10"/>
                  </a:lnTo>
                  <a:lnTo>
                    <a:pt x="578" y="9"/>
                  </a:lnTo>
                  <a:lnTo>
                    <a:pt x="579" y="8"/>
                  </a:lnTo>
                  <a:lnTo>
                    <a:pt x="582" y="8"/>
                  </a:lnTo>
                  <a:lnTo>
                    <a:pt x="583" y="6"/>
                  </a:lnTo>
                  <a:lnTo>
                    <a:pt x="585" y="6"/>
                  </a:lnTo>
                  <a:lnTo>
                    <a:pt x="586" y="6"/>
                  </a:lnTo>
                  <a:lnTo>
                    <a:pt x="587" y="6"/>
                  </a:lnTo>
                  <a:lnTo>
                    <a:pt x="589" y="6"/>
                  </a:lnTo>
                  <a:lnTo>
                    <a:pt x="590" y="4"/>
                  </a:lnTo>
                  <a:lnTo>
                    <a:pt x="593" y="4"/>
                  </a:lnTo>
                  <a:lnTo>
                    <a:pt x="594" y="2"/>
                  </a:lnTo>
                  <a:lnTo>
                    <a:pt x="597" y="2"/>
                  </a:lnTo>
                  <a:lnTo>
                    <a:pt x="598" y="2"/>
                  </a:lnTo>
                  <a:lnTo>
                    <a:pt x="601" y="2"/>
                  </a:lnTo>
                  <a:lnTo>
                    <a:pt x="601" y="2"/>
                  </a:lnTo>
                  <a:lnTo>
                    <a:pt x="602" y="2"/>
                  </a:lnTo>
                  <a:lnTo>
                    <a:pt x="603" y="0"/>
                  </a:lnTo>
                  <a:lnTo>
                    <a:pt x="606" y="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5" name="Freeform 344">
              <a:extLst>
                <a:ext uri="{FF2B5EF4-FFF2-40B4-BE49-F238E27FC236}">
                  <a16:creationId xmlns:a16="http://schemas.microsoft.com/office/drawing/2014/main" id="{4194C0A5-2106-46A4-B3DD-13963A9518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73782" y="1880699"/>
              <a:ext cx="1695573" cy="3264198"/>
            </a:xfrm>
            <a:custGeom>
              <a:avLst/>
              <a:gdLst>
                <a:gd name="T0" fmla="*/ 4 w 187"/>
                <a:gd name="T1" fmla="*/ 357 h 360"/>
                <a:gd name="T2" fmla="*/ 46 w 187"/>
                <a:gd name="T3" fmla="*/ 324 h 360"/>
                <a:gd name="T4" fmla="*/ 54 w 187"/>
                <a:gd name="T5" fmla="*/ 306 h 360"/>
                <a:gd name="T6" fmla="*/ 55 w 187"/>
                <a:gd name="T7" fmla="*/ 299 h 360"/>
                <a:gd name="T8" fmla="*/ 67 w 187"/>
                <a:gd name="T9" fmla="*/ 266 h 360"/>
                <a:gd name="T10" fmla="*/ 70 w 187"/>
                <a:gd name="T11" fmla="*/ 264 h 360"/>
                <a:gd name="T12" fmla="*/ 54 w 187"/>
                <a:gd name="T13" fmla="*/ 233 h 360"/>
                <a:gd name="T14" fmla="*/ 51 w 187"/>
                <a:gd name="T15" fmla="*/ 232 h 360"/>
                <a:gd name="T16" fmla="*/ 39 w 187"/>
                <a:gd name="T17" fmla="*/ 227 h 360"/>
                <a:gd name="T18" fmla="*/ 42 w 187"/>
                <a:gd name="T19" fmla="*/ 222 h 360"/>
                <a:gd name="T20" fmla="*/ 103 w 187"/>
                <a:gd name="T21" fmla="*/ 207 h 360"/>
                <a:gd name="T22" fmla="*/ 85 w 187"/>
                <a:gd name="T23" fmla="*/ 220 h 360"/>
                <a:gd name="T24" fmla="*/ 79 w 187"/>
                <a:gd name="T25" fmla="*/ 220 h 360"/>
                <a:gd name="T26" fmla="*/ 87 w 187"/>
                <a:gd name="T27" fmla="*/ 208 h 360"/>
                <a:gd name="T28" fmla="*/ 103 w 187"/>
                <a:gd name="T29" fmla="*/ 198 h 360"/>
                <a:gd name="T30" fmla="*/ 76 w 187"/>
                <a:gd name="T31" fmla="*/ 174 h 360"/>
                <a:gd name="T32" fmla="*/ 129 w 187"/>
                <a:gd name="T33" fmla="*/ 133 h 360"/>
                <a:gd name="T34" fmla="*/ 128 w 187"/>
                <a:gd name="T35" fmla="*/ 139 h 360"/>
                <a:gd name="T36" fmla="*/ 147 w 187"/>
                <a:gd name="T37" fmla="*/ 79 h 360"/>
                <a:gd name="T38" fmla="*/ 163 w 187"/>
                <a:gd name="T39" fmla="*/ 111 h 360"/>
                <a:gd name="T40" fmla="*/ 164 w 187"/>
                <a:gd name="T41" fmla="*/ 129 h 360"/>
                <a:gd name="T42" fmla="*/ 162 w 187"/>
                <a:gd name="T43" fmla="*/ 166 h 360"/>
                <a:gd name="T44" fmla="*/ 158 w 187"/>
                <a:gd name="T45" fmla="*/ 189 h 360"/>
                <a:gd name="T46" fmla="*/ 153 w 187"/>
                <a:gd name="T47" fmla="*/ 181 h 360"/>
                <a:gd name="T48" fmla="*/ 141 w 187"/>
                <a:gd name="T49" fmla="*/ 190 h 360"/>
                <a:gd name="T50" fmla="*/ 129 w 187"/>
                <a:gd name="T51" fmla="*/ 193 h 360"/>
                <a:gd name="T52" fmla="*/ 120 w 187"/>
                <a:gd name="T53" fmla="*/ 194 h 360"/>
                <a:gd name="T54" fmla="*/ 118 w 187"/>
                <a:gd name="T55" fmla="*/ 207 h 360"/>
                <a:gd name="T56" fmla="*/ 105 w 187"/>
                <a:gd name="T57" fmla="*/ 202 h 360"/>
                <a:gd name="T58" fmla="*/ 92 w 187"/>
                <a:gd name="T59" fmla="*/ 200 h 360"/>
                <a:gd name="T60" fmla="*/ 74 w 187"/>
                <a:gd name="T61" fmla="*/ 206 h 360"/>
                <a:gd name="T62" fmla="*/ 66 w 187"/>
                <a:gd name="T63" fmla="*/ 214 h 360"/>
                <a:gd name="T64" fmla="*/ 74 w 187"/>
                <a:gd name="T65" fmla="*/ 224 h 360"/>
                <a:gd name="T66" fmla="*/ 68 w 187"/>
                <a:gd name="T67" fmla="*/ 248 h 360"/>
                <a:gd name="T68" fmla="*/ 64 w 187"/>
                <a:gd name="T69" fmla="*/ 245 h 360"/>
                <a:gd name="T70" fmla="*/ 59 w 187"/>
                <a:gd name="T71" fmla="*/ 249 h 360"/>
                <a:gd name="T72" fmla="*/ 52 w 187"/>
                <a:gd name="T73" fmla="*/ 222 h 360"/>
                <a:gd name="T74" fmla="*/ 51 w 187"/>
                <a:gd name="T75" fmla="*/ 228 h 360"/>
                <a:gd name="T76" fmla="*/ 49 w 187"/>
                <a:gd name="T77" fmla="*/ 227 h 360"/>
                <a:gd name="T78" fmla="*/ 56 w 187"/>
                <a:gd name="T79" fmla="*/ 211 h 360"/>
                <a:gd name="T80" fmla="*/ 67 w 187"/>
                <a:gd name="T81" fmla="*/ 195 h 360"/>
                <a:gd name="T82" fmla="*/ 92 w 187"/>
                <a:gd name="T83" fmla="*/ 181 h 360"/>
                <a:gd name="T84" fmla="*/ 108 w 187"/>
                <a:gd name="T85" fmla="*/ 179 h 360"/>
                <a:gd name="T86" fmla="*/ 113 w 187"/>
                <a:gd name="T87" fmla="*/ 161 h 360"/>
                <a:gd name="T88" fmla="*/ 114 w 187"/>
                <a:gd name="T89" fmla="*/ 153 h 360"/>
                <a:gd name="T90" fmla="*/ 135 w 187"/>
                <a:gd name="T91" fmla="*/ 139 h 360"/>
                <a:gd name="T92" fmla="*/ 133 w 187"/>
                <a:gd name="T93" fmla="*/ 102 h 360"/>
                <a:gd name="T94" fmla="*/ 135 w 187"/>
                <a:gd name="T95" fmla="*/ 82 h 360"/>
                <a:gd name="T96" fmla="*/ 145 w 187"/>
                <a:gd name="T97" fmla="*/ 83 h 360"/>
                <a:gd name="T98" fmla="*/ 120 w 187"/>
                <a:gd name="T99" fmla="*/ 62 h 360"/>
                <a:gd name="T100" fmla="*/ 139 w 187"/>
                <a:gd name="T101" fmla="*/ 6 h 360"/>
                <a:gd name="T102" fmla="*/ 167 w 187"/>
                <a:gd name="T103" fmla="*/ 25 h 360"/>
                <a:gd name="T104" fmla="*/ 179 w 187"/>
                <a:gd name="T105" fmla="*/ 31 h 360"/>
                <a:gd name="T106" fmla="*/ 184 w 187"/>
                <a:gd name="T107" fmla="*/ 37 h 360"/>
                <a:gd name="T108" fmla="*/ 166 w 187"/>
                <a:gd name="T109" fmla="*/ 48 h 360"/>
                <a:gd name="T110" fmla="*/ 149 w 187"/>
                <a:gd name="T111" fmla="*/ 53 h 360"/>
                <a:gd name="T112" fmla="*/ 129 w 187"/>
                <a:gd name="T113" fmla="*/ 58 h 360"/>
                <a:gd name="T114" fmla="*/ 137 w 187"/>
                <a:gd name="T115" fmla="*/ 69 h 360"/>
                <a:gd name="T116" fmla="*/ 124 w 187"/>
                <a:gd name="T117" fmla="*/ 62 h 360"/>
                <a:gd name="T118" fmla="*/ 128 w 187"/>
                <a:gd name="T119" fmla="*/ 47 h 360"/>
                <a:gd name="T120" fmla="*/ 135 w 187"/>
                <a:gd name="T121" fmla="*/ 39 h 360"/>
                <a:gd name="T122" fmla="*/ 133 w 187"/>
                <a:gd name="T123" fmla="*/ 18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360">
                  <a:moveTo>
                    <a:pt x="2" y="358"/>
                  </a:moveTo>
                  <a:lnTo>
                    <a:pt x="2" y="360"/>
                  </a:lnTo>
                  <a:lnTo>
                    <a:pt x="2" y="360"/>
                  </a:lnTo>
                  <a:lnTo>
                    <a:pt x="0" y="360"/>
                  </a:lnTo>
                  <a:lnTo>
                    <a:pt x="1" y="358"/>
                  </a:lnTo>
                  <a:lnTo>
                    <a:pt x="2" y="358"/>
                  </a:lnTo>
                  <a:close/>
                  <a:moveTo>
                    <a:pt x="5" y="356"/>
                  </a:moveTo>
                  <a:lnTo>
                    <a:pt x="6" y="357"/>
                  </a:lnTo>
                  <a:lnTo>
                    <a:pt x="6" y="360"/>
                  </a:lnTo>
                  <a:lnTo>
                    <a:pt x="5" y="358"/>
                  </a:lnTo>
                  <a:lnTo>
                    <a:pt x="4" y="357"/>
                  </a:lnTo>
                  <a:lnTo>
                    <a:pt x="5" y="356"/>
                  </a:lnTo>
                  <a:close/>
                  <a:moveTo>
                    <a:pt x="16" y="349"/>
                  </a:moveTo>
                  <a:lnTo>
                    <a:pt x="18" y="351"/>
                  </a:lnTo>
                  <a:lnTo>
                    <a:pt x="18" y="353"/>
                  </a:lnTo>
                  <a:lnTo>
                    <a:pt x="16" y="353"/>
                  </a:lnTo>
                  <a:lnTo>
                    <a:pt x="16" y="352"/>
                  </a:lnTo>
                  <a:lnTo>
                    <a:pt x="16" y="349"/>
                  </a:lnTo>
                  <a:close/>
                  <a:moveTo>
                    <a:pt x="46" y="319"/>
                  </a:moveTo>
                  <a:lnTo>
                    <a:pt x="46" y="320"/>
                  </a:lnTo>
                  <a:lnTo>
                    <a:pt x="46" y="323"/>
                  </a:lnTo>
                  <a:lnTo>
                    <a:pt x="46" y="324"/>
                  </a:lnTo>
                  <a:lnTo>
                    <a:pt x="42" y="326"/>
                  </a:lnTo>
                  <a:lnTo>
                    <a:pt x="42" y="328"/>
                  </a:lnTo>
                  <a:lnTo>
                    <a:pt x="41" y="328"/>
                  </a:lnTo>
                  <a:lnTo>
                    <a:pt x="41" y="326"/>
                  </a:lnTo>
                  <a:lnTo>
                    <a:pt x="42" y="324"/>
                  </a:lnTo>
                  <a:lnTo>
                    <a:pt x="43" y="323"/>
                  </a:lnTo>
                  <a:lnTo>
                    <a:pt x="42" y="322"/>
                  </a:lnTo>
                  <a:lnTo>
                    <a:pt x="45" y="320"/>
                  </a:lnTo>
                  <a:lnTo>
                    <a:pt x="46" y="319"/>
                  </a:lnTo>
                  <a:close/>
                  <a:moveTo>
                    <a:pt x="52" y="304"/>
                  </a:moveTo>
                  <a:lnTo>
                    <a:pt x="54" y="306"/>
                  </a:lnTo>
                  <a:lnTo>
                    <a:pt x="54" y="308"/>
                  </a:lnTo>
                  <a:lnTo>
                    <a:pt x="52" y="308"/>
                  </a:lnTo>
                  <a:lnTo>
                    <a:pt x="51" y="307"/>
                  </a:lnTo>
                  <a:lnTo>
                    <a:pt x="51" y="306"/>
                  </a:lnTo>
                  <a:lnTo>
                    <a:pt x="52" y="304"/>
                  </a:lnTo>
                  <a:close/>
                  <a:moveTo>
                    <a:pt x="60" y="294"/>
                  </a:moveTo>
                  <a:lnTo>
                    <a:pt x="59" y="297"/>
                  </a:lnTo>
                  <a:lnTo>
                    <a:pt x="58" y="298"/>
                  </a:lnTo>
                  <a:lnTo>
                    <a:pt x="58" y="299"/>
                  </a:lnTo>
                  <a:lnTo>
                    <a:pt x="56" y="301"/>
                  </a:lnTo>
                  <a:lnTo>
                    <a:pt x="55" y="299"/>
                  </a:lnTo>
                  <a:lnTo>
                    <a:pt x="54" y="299"/>
                  </a:lnTo>
                  <a:lnTo>
                    <a:pt x="54" y="299"/>
                  </a:lnTo>
                  <a:lnTo>
                    <a:pt x="54" y="298"/>
                  </a:lnTo>
                  <a:lnTo>
                    <a:pt x="56" y="297"/>
                  </a:lnTo>
                  <a:lnTo>
                    <a:pt x="56" y="297"/>
                  </a:lnTo>
                  <a:lnTo>
                    <a:pt x="58" y="295"/>
                  </a:lnTo>
                  <a:lnTo>
                    <a:pt x="59" y="295"/>
                  </a:lnTo>
                  <a:lnTo>
                    <a:pt x="59" y="295"/>
                  </a:lnTo>
                  <a:lnTo>
                    <a:pt x="60" y="294"/>
                  </a:lnTo>
                  <a:close/>
                  <a:moveTo>
                    <a:pt x="66" y="264"/>
                  </a:moveTo>
                  <a:lnTo>
                    <a:pt x="67" y="266"/>
                  </a:lnTo>
                  <a:lnTo>
                    <a:pt x="68" y="268"/>
                  </a:lnTo>
                  <a:lnTo>
                    <a:pt x="67" y="269"/>
                  </a:lnTo>
                  <a:lnTo>
                    <a:pt x="66" y="268"/>
                  </a:lnTo>
                  <a:lnTo>
                    <a:pt x="64" y="266"/>
                  </a:lnTo>
                  <a:lnTo>
                    <a:pt x="64" y="265"/>
                  </a:lnTo>
                  <a:lnTo>
                    <a:pt x="66" y="264"/>
                  </a:lnTo>
                  <a:close/>
                  <a:moveTo>
                    <a:pt x="70" y="258"/>
                  </a:moveTo>
                  <a:lnTo>
                    <a:pt x="71" y="258"/>
                  </a:lnTo>
                  <a:lnTo>
                    <a:pt x="71" y="261"/>
                  </a:lnTo>
                  <a:lnTo>
                    <a:pt x="70" y="262"/>
                  </a:lnTo>
                  <a:lnTo>
                    <a:pt x="70" y="264"/>
                  </a:lnTo>
                  <a:lnTo>
                    <a:pt x="70" y="260"/>
                  </a:lnTo>
                  <a:lnTo>
                    <a:pt x="70" y="258"/>
                  </a:lnTo>
                  <a:close/>
                  <a:moveTo>
                    <a:pt x="52" y="237"/>
                  </a:moveTo>
                  <a:lnTo>
                    <a:pt x="54" y="237"/>
                  </a:lnTo>
                  <a:lnTo>
                    <a:pt x="52" y="239"/>
                  </a:lnTo>
                  <a:lnTo>
                    <a:pt x="52" y="237"/>
                  </a:lnTo>
                  <a:lnTo>
                    <a:pt x="52" y="237"/>
                  </a:lnTo>
                  <a:close/>
                  <a:moveTo>
                    <a:pt x="55" y="232"/>
                  </a:moveTo>
                  <a:lnTo>
                    <a:pt x="55" y="232"/>
                  </a:lnTo>
                  <a:lnTo>
                    <a:pt x="55" y="233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5" y="232"/>
                  </a:lnTo>
                  <a:close/>
                  <a:moveTo>
                    <a:pt x="51" y="232"/>
                  </a:moveTo>
                  <a:lnTo>
                    <a:pt x="51" y="232"/>
                  </a:lnTo>
                  <a:lnTo>
                    <a:pt x="51" y="232"/>
                  </a:lnTo>
                  <a:lnTo>
                    <a:pt x="52" y="235"/>
                  </a:lnTo>
                  <a:lnTo>
                    <a:pt x="52" y="236"/>
                  </a:lnTo>
                  <a:lnTo>
                    <a:pt x="51" y="236"/>
                  </a:lnTo>
                  <a:lnTo>
                    <a:pt x="51" y="235"/>
                  </a:lnTo>
                  <a:lnTo>
                    <a:pt x="50" y="232"/>
                  </a:lnTo>
                  <a:lnTo>
                    <a:pt x="51" y="232"/>
                  </a:lnTo>
                  <a:close/>
                  <a:moveTo>
                    <a:pt x="37" y="228"/>
                  </a:moveTo>
                  <a:lnTo>
                    <a:pt x="37" y="229"/>
                  </a:lnTo>
                  <a:lnTo>
                    <a:pt x="38" y="229"/>
                  </a:lnTo>
                  <a:lnTo>
                    <a:pt x="39" y="232"/>
                  </a:lnTo>
                  <a:lnTo>
                    <a:pt x="38" y="233"/>
                  </a:lnTo>
                  <a:lnTo>
                    <a:pt x="37" y="232"/>
                  </a:lnTo>
                  <a:lnTo>
                    <a:pt x="35" y="229"/>
                  </a:lnTo>
                  <a:lnTo>
                    <a:pt x="35" y="228"/>
                  </a:lnTo>
                  <a:lnTo>
                    <a:pt x="37" y="228"/>
                  </a:lnTo>
                  <a:close/>
                  <a:moveTo>
                    <a:pt x="38" y="227"/>
                  </a:moveTo>
                  <a:lnTo>
                    <a:pt x="39" y="227"/>
                  </a:lnTo>
                  <a:lnTo>
                    <a:pt x="38" y="228"/>
                  </a:lnTo>
                  <a:lnTo>
                    <a:pt x="38" y="227"/>
                  </a:lnTo>
                  <a:close/>
                  <a:moveTo>
                    <a:pt x="41" y="226"/>
                  </a:moveTo>
                  <a:lnTo>
                    <a:pt x="41" y="226"/>
                  </a:lnTo>
                  <a:lnTo>
                    <a:pt x="39" y="226"/>
                  </a:lnTo>
                  <a:lnTo>
                    <a:pt x="41" y="226"/>
                  </a:lnTo>
                  <a:close/>
                  <a:moveTo>
                    <a:pt x="41" y="224"/>
                  </a:moveTo>
                  <a:lnTo>
                    <a:pt x="42" y="224"/>
                  </a:lnTo>
                  <a:lnTo>
                    <a:pt x="41" y="224"/>
                  </a:lnTo>
                  <a:lnTo>
                    <a:pt x="41" y="224"/>
                  </a:lnTo>
                  <a:close/>
                  <a:moveTo>
                    <a:pt x="42" y="222"/>
                  </a:moveTo>
                  <a:lnTo>
                    <a:pt x="43" y="223"/>
                  </a:lnTo>
                  <a:lnTo>
                    <a:pt x="42" y="223"/>
                  </a:lnTo>
                  <a:lnTo>
                    <a:pt x="41" y="223"/>
                  </a:lnTo>
                  <a:lnTo>
                    <a:pt x="41" y="222"/>
                  </a:lnTo>
                  <a:lnTo>
                    <a:pt x="42" y="222"/>
                  </a:lnTo>
                  <a:close/>
                  <a:moveTo>
                    <a:pt x="92" y="203"/>
                  </a:moveTo>
                  <a:lnTo>
                    <a:pt x="96" y="203"/>
                  </a:lnTo>
                  <a:lnTo>
                    <a:pt x="97" y="204"/>
                  </a:lnTo>
                  <a:lnTo>
                    <a:pt x="99" y="204"/>
                  </a:lnTo>
                  <a:lnTo>
                    <a:pt x="101" y="206"/>
                  </a:lnTo>
                  <a:lnTo>
                    <a:pt x="103" y="207"/>
                  </a:lnTo>
                  <a:lnTo>
                    <a:pt x="103" y="208"/>
                  </a:lnTo>
                  <a:lnTo>
                    <a:pt x="103" y="210"/>
                  </a:lnTo>
                  <a:lnTo>
                    <a:pt x="100" y="212"/>
                  </a:lnTo>
                  <a:lnTo>
                    <a:pt x="99" y="216"/>
                  </a:lnTo>
                  <a:lnTo>
                    <a:pt x="97" y="218"/>
                  </a:lnTo>
                  <a:lnTo>
                    <a:pt x="96" y="216"/>
                  </a:lnTo>
                  <a:lnTo>
                    <a:pt x="93" y="214"/>
                  </a:lnTo>
                  <a:lnTo>
                    <a:pt x="91" y="214"/>
                  </a:lnTo>
                  <a:lnTo>
                    <a:pt x="89" y="215"/>
                  </a:lnTo>
                  <a:lnTo>
                    <a:pt x="87" y="216"/>
                  </a:lnTo>
                  <a:lnTo>
                    <a:pt x="85" y="220"/>
                  </a:lnTo>
                  <a:lnTo>
                    <a:pt x="85" y="222"/>
                  </a:lnTo>
                  <a:lnTo>
                    <a:pt x="87" y="224"/>
                  </a:lnTo>
                  <a:lnTo>
                    <a:pt x="87" y="226"/>
                  </a:lnTo>
                  <a:lnTo>
                    <a:pt x="87" y="226"/>
                  </a:lnTo>
                  <a:lnTo>
                    <a:pt x="84" y="226"/>
                  </a:lnTo>
                  <a:lnTo>
                    <a:pt x="84" y="227"/>
                  </a:lnTo>
                  <a:lnTo>
                    <a:pt x="83" y="226"/>
                  </a:lnTo>
                  <a:lnTo>
                    <a:pt x="83" y="224"/>
                  </a:lnTo>
                  <a:lnTo>
                    <a:pt x="80" y="224"/>
                  </a:lnTo>
                  <a:lnTo>
                    <a:pt x="79" y="222"/>
                  </a:lnTo>
                  <a:lnTo>
                    <a:pt x="79" y="220"/>
                  </a:lnTo>
                  <a:lnTo>
                    <a:pt x="79" y="219"/>
                  </a:lnTo>
                  <a:lnTo>
                    <a:pt x="79" y="218"/>
                  </a:lnTo>
                  <a:lnTo>
                    <a:pt x="75" y="216"/>
                  </a:lnTo>
                  <a:lnTo>
                    <a:pt x="76" y="214"/>
                  </a:lnTo>
                  <a:lnTo>
                    <a:pt x="78" y="211"/>
                  </a:lnTo>
                  <a:lnTo>
                    <a:pt x="78" y="210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3" y="210"/>
                  </a:lnTo>
                  <a:lnTo>
                    <a:pt x="84" y="210"/>
                  </a:lnTo>
                  <a:lnTo>
                    <a:pt x="87" y="208"/>
                  </a:lnTo>
                  <a:lnTo>
                    <a:pt x="88" y="208"/>
                  </a:lnTo>
                  <a:lnTo>
                    <a:pt x="89" y="206"/>
                  </a:lnTo>
                  <a:lnTo>
                    <a:pt x="89" y="204"/>
                  </a:lnTo>
                  <a:lnTo>
                    <a:pt x="92" y="203"/>
                  </a:lnTo>
                  <a:close/>
                  <a:moveTo>
                    <a:pt x="96" y="199"/>
                  </a:moveTo>
                  <a:lnTo>
                    <a:pt x="97" y="199"/>
                  </a:lnTo>
                  <a:lnTo>
                    <a:pt x="97" y="200"/>
                  </a:lnTo>
                  <a:lnTo>
                    <a:pt x="96" y="202"/>
                  </a:lnTo>
                  <a:lnTo>
                    <a:pt x="93" y="200"/>
                  </a:lnTo>
                  <a:lnTo>
                    <a:pt x="96" y="199"/>
                  </a:lnTo>
                  <a:close/>
                  <a:moveTo>
                    <a:pt x="103" y="198"/>
                  </a:moveTo>
                  <a:lnTo>
                    <a:pt x="104" y="199"/>
                  </a:lnTo>
                  <a:lnTo>
                    <a:pt x="104" y="200"/>
                  </a:lnTo>
                  <a:lnTo>
                    <a:pt x="104" y="202"/>
                  </a:lnTo>
                  <a:lnTo>
                    <a:pt x="104" y="203"/>
                  </a:lnTo>
                  <a:lnTo>
                    <a:pt x="103" y="203"/>
                  </a:lnTo>
                  <a:lnTo>
                    <a:pt x="101" y="200"/>
                  </a:lnTo>
                  <a:lnTo>
                    <a:pt x="101" y="199"/>
                  </a:lnTo>
                  <a:lnTo>
                    <a:pt x="103" y="198"/>
                  </a:lnTo>
                  <a:lnTo>
                    <a:pt x="103" y="198"/>
                  </a:lnTo>
                  <a:close/>
                  <a:moveTo>
                    <a:pt x="75" y="173"/>
                  </a:moveTo>
                  <a:lnTo>
                    <a:pt x="76" y="174"/>
                  </a:lnTo>
                  <a:lnTo>
                    <a:pt x="75" y="175"/>
                  </a:lnTo>
                  <a:lnTo>
                    <a:pt x="75" y="174"/>
                  </a:lnTo>
                  <a:lnTo>
                    <a:pt x="75" y="173"/>
                  </a:lnTo>
                  <a:close/>
                  <a:moveTo>
                    <a:pt x="79" y="170"/>
                  </a:moveTo>
                  <a:lnTo>
                    <a:pt x="79" y="173"/>
                  </a:lnTo>
                  <a:lnTo>
                    <a:pt x="78" y="173"/>
                  </a:lnTo>
                  <a:lnTo>
                    <a:pt x="78" y="173"/>
                  </a:lnTo>
                  <a:lnTo>
                    <a:pt x="76" y="173"/>
                  </a:lnTo>
                  <a:lnTo>
                    <a:pt x="78" y="172"/>
                  </a:lnTo>
                  <a:lnTo>
                    <a:pt x="79" y="170"/>
                  </a:lnTo>
                  <a:close/>
                  <a:moveTo>
                    <a:pt x="129" y="133"/>
                  </a:moveTo>
                  <a:lnTo>
                    <a:pt x="129" y="135"/>
                  </a:lnTo>
                  <a:lnTo>
                    <a:pt x="129" y="136"/>
                  </a:lnTo>
                  <a:lnTo>
                    <a:pt x="132" y="137"/>
                  </a:lnTo>
                  <a:lnTo>
                    <a:pt x="132" y="139"/>
                  </a:lnTo>
                  <a:lnTo>
                    <a:pt x="130" y="141"/>
                  </a:lnTo>
                  <a:lnTo>
                    <a:pt x="129" y="143"/>
                  </a:lnTo>
                  <a:lnTo>
                    <a:pt x="129" y="143"/>
                  </a:lnTo>
                  <a:lnTo>
                    <a:pt x="129" y="140"/>
                  </a:lnTo>
                  <a:lnTo>
                    <a:pt x="129" y="139"/>
                  </a:lnTo>
                  <a:lnTo>
                    <a:pt x="129" y="139"/>
                  </a:lnTo>
                  <a:lnTo>
                    <a:pt x="128" y="139"/>
                  </a:lnTo>
                  <a:lnTo>
                    <a:pt x="128" y="137"/>
                  </a:lnTo>
                  <a:lnTo>
                    <a:pt x="129" y="133"/>
                  </a:lnTo>
                  <a:lnTo>
                    <a:pt x="129" y="133"/>
                  </a:lnTo>
                  <a:close/>
                  <a:moveTo>
                    <a:pt x="141" y="74"/>
                  </a:moveTo>
                  <a:lnTo>
                    <a:pt x="142" y="74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6" y="75"/>
                  </a:lnTo>
                  <a:lnTo>
                    <a:pt x="147" y="75"/>
                  </a:lnTo>
                  <a:lnTo>
                    <a:pt x="147" y="77"/>
                  </a:lnTo>
                  <a:lnTo>
                    <a:pt x="147" y="79"/>
                  </a:lnTo>
                  <a:lnTo>
                    <a:pt x="149" y="83"/>
                  </a:lnTo>
                  <a:lnTo>
                    <a:pt x="150" y="86"/>
                  </a:lnTo>
                  <a:lnTo>
                    <a:pt x="155" y="91"/>
                  </a:lnTo>
                  <a:lnTo>
                    <a:pt x="157" y="94"/>
                  </a:lnTo>
                  <a:lnTo>
                    <a:pt x="158" y="98"/>
                  </a:lnTo>
                  <a:lnTo>
                    <a:pt x="158" y="99"/>
                  </a:lnTo>
                  <a:lnTo>
                    <a:pt x="159" y="99"/>
                  </a:lnTo>
                  <a:lnTo>
                    <a:pt x="162" y="103"/>
                  </a:lnTo>
                  <a:lnTo>
                    <a:pt x="163" y="107"/>
                  </a:lnTo>
                  <a:lnTo>
                    <a:pt x="163" y="110"/>
                  </a:lnTo>
                  <a:lnTo>
                    <a:pt x="163" y="111"/>
                  </a:lnTo>
                  <a:lnTo>
                    <a:pt x="163" y="114"/>
                  </a:lnTo>
                  <a:lnTo>
                    <a:pt x="164" y="115"/>
                  </a:lnTo>
                  <a:lnTo>
                    <a:pt x="163" y="116"/>
                  </a:lnTo>
                  <a:lnTo>
                    <a:pt x="163" y="118"/>
                  </a:lnTo>
                  <a:lnTo>
                    <a:pt x="163" y="119"/>
                  </a:lnTo>
                  <a:lnTo>
                    <a:pt x="163" y="120"/>
                  </a:lnTo>
                  <a:lnTo>
                    <a:pt x="163" y="122"/>
                  </a:lnTo>
                  <a:lnTo>
                    <a:pt x="163" y="124"/>
                  </a:lnTo>
                  <a:lnTo>
                    <a:pt x="164" y="124"/>
                  </a:lnTo>
                  <a:lnTo>
                    <a:pt x="164" y="127"/>
                  </a:lnTo>
                  <a:lnTo>
                    <a:pt x="164" y="129"/>
                  </a:lnTo>
                  <a:lnTo>
                    <a:pt x="164" y="131"/>
                  </a:lnTo>
                  <a:lnTo>
                    <a:pt x="163" y="128"/>
                  </a:lnTo>
                  <a:lnTo>
                    <a:pt x="162" y="128"/>
                  </a:lnTo>
                  <a:lnTo>
                    <a:pt x="158" y="131"/>
                  </a:lnTo>
                  <a:lnTo>
                    <a:pt x="158" y="135"/>
                  </a:lnTo>
                  <a:lnTo>
                    <a:pt x="158" y="137"/>
                  </a:lnTo>
                  <a:lnTo>
                    <a:pt x="160" y="141"/>
                  </a:lnTo>
                  <a:lnTo>
                    <a:pt x="162" y="149"/>
                  </a:lnTo>
                  <a:lnTo>
                    <a:pt x="162" y="154"/>
                  </a:lnTo>
                  <a:lnTo>
                    <a:pt x="162" y="161"/>
                  </a:lnTo>
                  <a:lnTo>
                    <a:pt x="162" y="166"/>
                  </a:lnTo>
                  <a:lnTo>
                    <a:pt x="163" y="169"/>
                  </a:lnTo>
                  <a:lnTo>
                    <a:pt x="166" y="173"/>
                  </a:lnTo>
                  <a:lnTo>
                    <a:pt x="167" y="174"/>
                  </a:lnTo>
                  <a:lnTo>
                    <a:pt x="167" y="175"/>
                  </a:lnTo>
                  <a:lnTo>
                    <a:pt x="164" y="178"/>
                  </a:lnTo>
                  <a:lnTo>
                    <a:pt x="166" y="179"/>
                  </a:lnTo>
                  <a:lnTo>
                    <a:pt x="164" y="183"/>
                  </a:lnTo>
                  <a:lnTo>
                    <a:pt x="162" y="186"/>
                  </a:lnTo>
                  <a:lnTo>
                    <a:pt x="160" y="186"/>
                  </a:lnTo>
                  <a:lnTo>
                    <a:pt x="159" y="187"/>
                  </a:lnTo>
                  <a:lnTo>
                    <a:pt x="158" y="189"/>
                  </a:lnTo>
                  <a:lnTo>
                    <a:pt x="157" y="189"/>
                  </a:lnTo>
                  <a:lnTo>
                    <a:pt x="157" y="182"/>
                  </a:lnTo>
                  <a:lnTo>
                    <a:pt x="157" y="178"/>
                  </a:lnTo>
                  <a:lnTo>
                    <a:pt x="158" y="177"/>
                  </a:lnTo>
                  <a:lnTo>
                    <a:pt x="158" y="175"/>
                  </a:lnTo>
                  <a:lnTo>
                    <a:pt x="155" y="175"/>
                  </a:lnTo>
                  <a:lnTo>
                    <a:pt x="154" y="175"/>
                  </a:lnTo>
                  <a:lnTo>
                    <a:pt x="153" y="178"/>
                  </a:lnTo>
                  <a:lnTo>
                    <a:pt x="154" y="179"/>
                  </a:lnTo>
                  <a:lnTo>
                    <a:pt x="154" y="181"/>
                  </a:lnTo>
                  <a:lnTo>
                    <a:pt x="153" y="181"/>
                  </a:lnTo>
                  <a:lnTo>
                    <a:pt x="149" y="183"/>
                  </a:lnTo>
                  <a:lnTo>
                    <a:pt x="149" y="186"/>
                  </a:lnTo>
                  <a:lnTo>
                    <a:pt x="150" y="190"/>
                  </a:lnTo>
                  <a:lnTo>
                    <a:pt x="147" y="193"/>
                  </a:lnTo>
                  <a:lnTo>
                    <a:pt x="146" y="193"/>
                  </a:lnTo>
                  <a:lnTo>
                    <a:pt x="145" y="191"/>
                  </a:lnTo>
                  <a:lnTo>
                    <a:pt x="146" y="189"/>
                  </a:lnTo>
                  <a:lnTo>
                    <a:pt x="146" y="186"/>
                  </a:lnTo>
                  <a:lnTo>
                    <a:pt x="143" y="186"/>
                  </a:lnTo>
                  <a:lnTo>
                    <a:pt x="141" y="187"/>
                  </a:lnTo>
                  <a:lnTo>
                    <a:pt x="141" y="190"/>
                  </a:lnTo>
                  <a:lnTo>
                    <a:pt x="141" y="193"/>
                  </a:lnTo>
                  <a:lnTo>
                    <a:pt x="142" y="194"/>
                  </a:lnTo>
                  <a:lnTo>
                    <a:pt x="138" y="194"/>
                  </a:lnTo>
                  <a:lnTo>
                    <a:pt x="133" y="193"/>
                  </a:lnTo>
                  <a:lnTo>
                    <a:pt x="130" y="195"/>
                  </a:lnTo>
                  <a:lnTo>
                    <a:pt x="128" y="195"/>
                  </a:lnTo>
                  <a:lnTo>
                    <a:pt x="128" y="195"/>
                  </a:lnTo>
                  <a:lnTo>
                    <a:pt x="128" y="194"/>
                  </a:lnTo>
                  <a:lnTo>
                    <a:pt x="130" y="194"/>
                  </a:lnTo>
                  <a:lnTo>
                    <a:pt x="130" y="193"/>
                  </a:lnTo>
                  <a:lnTo>
                    <a:pt x="129" y="193"/>
                  </a:lnTo>
                  <a:lnTo>
                    <a:pt x="128" y="193"/>
                  </a:lnTo>
                  <a:lnTo>
                    <a:pt x="126" y="193"/>
                  </a:lnTo>
                  <a:lnTo>
                    <a:pt x="125" y="191"/>
                  </a:lnTo>
                  <a:lnTo>
                    <a:pt x="125" y="193"/>
                  </a:lnTo>
                  <a:lnTo>
                    <a:pt x="124" y="193"/>
                  </a:lnTo>
                  <a:lnTo>
                    <a:pt x="122" y="193"/>
                  </a:lnTo>
                  <a:lnTo>
                    <a:pt x="122" y="190"/>
                  </a:lnTo>
                  <a:lnTo>
                    <a:pt x="124" y="189"/>
                  </a:lnTo>
                  <a:lnTo>
                    <a:pt x="122" y="189"/>
                  </a:lnTo>
                  <a:lnTo>
                    <a:pt x="121" y="190"/>
                  </a:lnTo>
                  <a:lnTo>
                    <a:pt x="120" y="194"/>
                  </a:lnTo>
                  <a:lnTo>
                    <a:pt x="121" y="195"/>
                  </a:lnTo>
                  <a:lnTo>
                    <a:pt x="125" y="197"/>
                  </a:lnTo>
                  <a:lnTo>
                    <a:pt x="125" y="199"/>
                  </a:lnTo>
                  <a:lnTo>
                    <a:pt x="126" y="199"/>
                  </a:lnTo>
                  <a:lnTo>
                    <a:pt x="125" y="200"/>
                  </a:lnTo>
                  <a:lnTo>
                    <a:pt x="124" y="200"/>
                  </a:lnTo>
                  <a:lnTo>
                    <a:pt x="121" y="202"/>
                  </a:lnTo>
                  <a:lnTo>
                    <a:pt x="120" y="204"/>
                  </a:lnTo>
                  <a:lnTo>
                    <a:pt x="120" y="206"/>
                  </a:lnTo>
                  <a:lnTo>
                    <a:pt x="120" y="207"/>
                  </a:lnTo>
                  <a:lnTo>
                    <a:pt x="118" y="207"/>
                  </a:lnTo>
                  <a:lnTo>
                    <a:pt x="118" y="210"/>
                  </a:lnTo>
                  <a:lnTo>
                    <a:pt x="116" y="214"/>
                  </a:lnTo>
                  <a:lnTo>
                    <a:pt x="114" y="214"/>
                  </a:lnTo>
                  <a:lnTo>
                    <a:pt x="112" y="214"/>
                  </a:lnTo>
                  <a:lnTo>
                    <a:pt x="109" y="211"/>
                  </a:lnTo>
                  <a:lnTo>
                    <a:pt x="106" y="210"/>
                  </a:lnTo>
                  <a:lnTo>
                    <a:pt x="106" y="207"/>
                  </a:lnTo>
                  <a:lnTo>
                    <a:pt x="106" y="206"/>
                  </a:lnTo>
                  <a:lnTo>
                    <a:pt x="106" y="204"/>
                  </a:lnTo>
                  <a:lnTo>
                    <a:pt x="106" y="202"/>
                  </a:lnTo>
                  <a:lnTo>
                    <a:pt x="105" y="202"/>
                  </a:lnTo>
                  <a:lnTo>
                    <a:pt x="105" y="199"/>
                  </a:lnTo>
                  <a:lnTo>
                    <a:pt x="106" y="197"/>
                  </a:lnTo>
                  <a:lnTo>
                    <a:pt x="106" y="195"/>
                  </a:lnTo>
                  <a:lnTo>
                    <a:pt x="106" y="194"/>
                  </a:lnTo>
                  <a:lnTo>
                    <a:pt x="104" y="194"/>
                  </a:lnTo>
                  <a:lnTo>
                    <a:pt x="101" y="194"/>
                  </a:lnTo>
                  <a:lnTo>
                    <a:pt x="97" y="195"/>
                  </a:lnTo>
                  <a:lnTo>
                    <a:pt x="95" y="197"/>
                  </a:lnTo>
                  <a:lnTo>
                    <a:pt x="95" y="198"/>
                  </a:lnTo>
                  <a:lnTo>
                    <a:pt x="92" y="199"/>
                  </a:lnTo>
                  <a:lnTo>
                    <a:pt x="92" y="200"/>
                  </a:lnTo>
                  <a:lnTo>
                    <a:pt x="91" y="200"/>
                  </a:lnTo>
                  <a:lnTo>
                    <a:pt x="89" y="200"/>
                  </a:lnTo>
                  <a:lnTo>
                    <a:pt x="87" y="200"/>
                  </a:lnTo>
                  <a:lnTo>
                    <a:pt x="84" y="202"/>
                  </a:lnTo>
                  <a:lnTo>
                    <a:pt x="80" y="203"/>
                  </a:lnTo>
                  <a:lnTo>
                    <a:pt x="78" y="203"/>
                  </a:lnTo>
                  <a:lnTo>
                    <a:pt x="76" y="203"/>
                  </a:lnTo>
                  <a:lnTo>
                    <a:pt x="75" y="202"/>
                  </a:lnTo>
                  <a:lnTo>
                    <a:pt x="74" y="202"/>
                  </a:lnTo>
                  <a:lnTo>
                    <a:pt x="72" y="203"/>
                  </a:lnTo>
                  <a:lnTo>
                    <a:pt x="74" y="206"/>
                  </a:lnTo>
                  <a:lnTo>
                    <a:pt x="74" y="207"/>
                  </a:lnTo>
                  <a:lnTo>
                    <a:pt x="74" y="210"/>
                  </a:lnTo>
                  <a:lnTo>
                    <a:pt x="72" y="210"/>
                  </a:lnTo>
                  <a:lnTo>
                    <a:pt x="71" y="210"/>
                  </a:lnTo>
                  <a:lnTo>
                    <a:pt x="67" y="208"/>
                  </a:lnTo>
                  <a:lnTo>
                    <a:pt x="64" y="208"/>
                  </a:lnTo>
                  <a:lnTo>
                    <a:pt x="60" y="211"/>
                  </a:lnTo>
                  <a:lnTo>
                    <a:pt x="60" y="211"/>
                  </a:lnTo>
                  <a:lnTo>
                    <a:pt x="63" y="215"/>
                  </a:lnTo>
                  <a:lnTo>
                    <a:pt x="64" y="215"/>
                  </a:lnTo>
                  <a:lnTo>
                    <a:pt x="66" y="214"/>
                  </a:lnTo>
                  <a:lnTo>
                    <a:pt x="66" y="214"/>
                  </a:lnTo>
                  <a:lnTo>
                    <a:pt x="68" y="214"/>
                  </a:lnTo>
                  <a:lnTo>
                    <a:pt x="70" y="214"/>
                  </a:lnTo>
                  <a:lnTo>
                    <a:pt x="70" y="218"/>
                  </a:lnTo>
                  <a:lnTo>
                    <a:pt x="70" y="219"/>
                  </a:lnTo>
                  <a:lnTo>
                    <a:pt x="67" y="220"/>
                  </a:lnTo>
                  <a:lnTo>
                    <a:pt x="68" y="220"/>
                  </a:lnTo>
                  <a:lnTo>
                    <a:pt x="72" y="220"/>
                  </a:lnTo>
                  <a:lnTo>
                    <a:pt x="72" y="222"/>
                  </a:lnTo>
                  <a:lnTo>
                    <a:pt x="74" y="223"/>
                  </a:lnTo>
                  <a:lnTo>
                    <a:pt x="74" y="224"/>
                  </a:lnTo>
                  <a:lnTo>
                    <a:pt x="74" y="226"/>
                  </a:lnTo>
                  <a:lnTo>
                    <a:pt x="75" y="227"/>
                  </a:lnTo>
                  <a:lnTo>
                    <a:pt x="72" y="229"/>
                  </a:lnTo>
                  <a:lnTo>
                    <a:pt x="71" y="231"/>
                  </a:lnTo>
                  <a:lnTo>
                    <a:pt x="71" y="235"/>
                  </a:lnTo>
                  <a:lnTo>
                    <a:pt x="71" y="241"/>
                  </a:lnTo>
                  <a:lnTo>
                    <a:pt x="72" y="243"/>
                  </a:lnTo>
                  <a:lnTo>
                    <a:pt x="72" y="247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68" y="248"/>
                  </a:lnTo>
                  <a:lnTo>
                    <a:pt x="67" y="249"/>
                  </a:lnTo>
                  <a:lnTo>
                    <a:pt x="68" y="251"/>
                  </a:lnTo>
                  <a:lnTo>
                    <a:pt x="70" y="252"/>
                  </a:lnTo>
                  <a:lnTo>
                    <a:pt x="67" y="256"/>
                  </a:lnTo>
                  <a:lnTo>
                    <a:pt x="66" y="257"/>
                  </a:lnTo>
                  <a:lnTo>
                    <a:pt x="66" y="254"/>
                  </a:lnTo>
                  <a:lnTo>
                    <a:pt x="66" y="253"/>
                  </a:lnTo>
                  <a:lnTo>
                    <a:pt x="64" y="251"/>
                  </a:lnTo>
                  <a:lnTo>
                    <a:pt x="63" y="248"/>
                  </a:lnTo>
                  <a:lnTo>
                    <a:pt x="63" y="247"/>
                  </a:lnTo>
                  <a:lnTo>
                    <a:pt x="64" y="245"/>
                  </a:lnTo>
                  <a:lnTo>
                    <a:pt x="63" y="245"/>
                  </a:lnTo>
                  <a:lnTo>
                    <a:pt x="62" y="247"/>
                  </a:lnTo>
                  <a:lnTo>
                    <a:pt x="62" y="251"/>
                  </a:lnTo>
                  <a:lnTo>
                    <a:pt x="63" y="253"/>
                  </a:lnTo>
                  <a:lnTo>
                    <a:pt x="63" y="254"/>
                  </a:lnTo>
                  <a:lnTo>
                    <a:pt x="63" y="254"/>
                  </a:lnTo>
                  <a:lnTo>
                    <a:pt x="60" y="254"/>
                  </a:lnTo>
                  <a:lnTo>
                    <a:pt x="59" y="254"/>
                  </a:lnTo>
                  <a:lnTo>
                    <a:pt x="58" y="252"/>
                  </a:lnTo>
                  <a:lnTo>
                    <a:pt x="59" y="251"/>
                  </a:lnTo>
                  <a:lnTo>
                    <a:pt x="59" y="249"/>
                  </a:lnTo>
                  <a:lnTo>
                    <a:pt x="56" y="247"/>
                  </a:lnTo>
                  <a:lnTo>
                    <a:pt x="56" y="243"/>
                  </a:lnTo>
                  <a:lnTo>
                    <a:pt x="54" y="240"/>
                  </a:lnTo>
                  <a:lnTo>
                    <a:pt x="54" y="239"/>
                  </a:lnTo>
                  <a:lnTo>
                    <a:pt x="55" y="237"/>
                  </a:lnTo>
                  <a:lnTo>
                    <a:pt x="58" y="235"/>
                  </a:lnTo>
                  <a:lnTo>
                    <a:pt x="58" y="229"/>
                  </a:lnTo>
                  <a:lnTo>
                    <a:pt x="56" y="229"/>
                  </a:lnTo>
                  <a:lnTo>
                    <a:pt x="56" y="227"/>
                  </a:lnTo>
                  <a:lnTo>
                    <a:pt x="54" y="223"/>
                  </a:lnTo>
                  <a:lnTo>
                    <a:pt x="52" y="222"/>
                  </a:lnTo>
                  <a:lnTo>
                    <a:pt x="51" y="223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7"/>
                  </a:lnTo>
                  <a:lnTo>
                    <a:pt x="52" y="227"/>
                  </a:lnTo>
                  <a:lnTo>
                    <a:pt x="54" y="228"/>
                  </a:lnTo>
                  <a:lnTo>
                    <a:pt x="54" y="229"/>
                  </a:lnTo>
                  <a:lnTo>
                    <a:pt x="52" y="231"/>
                  </a:lnTo>
                  <a:lnTo>
                    <a:pt x="51" y="229"/>
                  </a:lnTo>
                  <a:lnTo>
                    <a:pt x="52" y="229"/>
                  </a:lnTo>
                  <a:lnTo>
                    <a:pt x="51" y="228"/>
                  </a:lnTo>
                  <a:lnTo>
                    <a:pt x="50" y="229"/>
                  </a:lnTo>
                  <a:lnTo>
                    <a:pt x="49" y="231"/>
                  </a:lnTo>
                  <a:lnTo>
                    <a:pt x="47" y="231"/>
                  </a:lnTo>
                  <a:lnTo>
                    <a:pt x="49" y="229"/>
                  </a:lnTo>
                  <a:lnTo>
                    <a:pt x="49" y="228"/>
                  </a:lnTo>
                  <a:lnTo>
                    <a:pt x="47" y="228"/>
                  </a:lnTo>
                  <a:lnTo>
                    <a:pt x="46" y="226"/>
                  </a:lnTo>
                  <a:lnTo>
                    <a:pt x="47" y="224"/>
                  </a:lnTo>
                  <a:lnTo>
                    <a:pt x="47" y="226"/>
                  </a:lnTo>
                  <a:lnTo>
                    <a:pt x="49" y="227"/>
                  </a:lnTo>
                  <a:lnTo>
                    <a:pt x="49" y="227"/>
                  </a:lnTo>
                  <a:lnTo>
                    <a:pt x="47" y="223"/>
                  </a:lnTo>
                  <a:lnTo>
                    <a:pt x="47" y="222"/>
                  </a:lnTo>
                  <a:lnTo>
                    <a:pt x="46" y="222"/>
                  </a:lnTo>
                  <a:lnTo>
                    <a:pt x="45" y="222"/>
                  </a:lnTo>
                  <a:lnTo>
                    <a:pt x="47" y="220"/>
                  </a:lnTo>
                  <a:lnTo>
                    <a:pt x="49" y="220"/>
                  </a:lnTo>
                  <a:lnTo>
                    <a:pt x="50" y="218"/>
                  </a:lnTo>
                  <a:lnTo>
                    <a:pt x="52" y="216"/>
                  </a:lnTo>
                  <a:lnTo>
                    <a:pt x="54" y="215"/>
                  </a:lnTo>
                  <a:lnTo>
                    <a:pt x="54" y="214"/>
                  </a:lnTo>
                  <a:lnTo>
                    <a:pt x="56" y="211"/>
                  </a:lnTo>
                  <a:lnTo>
                    <a:pt x="59" y="211"/>
                  </a:lnTo>
                  <a:lnTo>
                    <a:pt x="59" y="210"/>
                  </a:lnTo>
                  <a:lnTo>
                    <a:pt x="59" y="208"/>
                  </a:lnTo>
                  <a:lnTo>
                    <a:pt x="58" y="208"/>
                  </a:lnTo>
                  <a:lnTo>
                    <a:pt x="56" y="204"/>
                  </a:lnTo>
                  <a:lnTo>
                    <a:pt x="58" y="203"/>
                  </a:lnTo>
                  <a:lnTo>
                    <a:pt x="62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6" y="197"/>
                  </a:lnTo>
                  <a:lnTo>
                    <a:pt x="67" y="195"/>
                  </a:lnTo>
                  <a:lnTo>
                    <a:pt x="71" y="191"/>
                  </a:lnTo>
                  <a:lnTo>
                    <a:pt x="71" y="190"/>
                  </a:lnTo>
                  <a:lnTo>
                    <a:pt x="72" y="189"/>
                  </a:lnTo>
                  <a:lnTo>
                    <a:pt x="74" y="186"/>
                  </a:lnTo>
                  <a:lnTo>
                    <a:pt x="78" y="183"/>
                  </a:lnTo>
                  <a:lnTo>
                    <a:pt x="80" y="183"/>
                  </a:lnTo>
                  <a:lnTo>
                    <a:pt x="81" y="183"/>
                  </a:lnTo>
                  <a:lnTo>
                    <a:pt x="84" y="182"/>
                  </a:lnTo>
                  <a:lnTo>
                    <a:pt x="87" y="182"/>
                  </a:lnTo>
                  <a:lnTo>
                    <a:pt x="89" y="181"/>
                  </a:lnTo>
                  <a:lnTo>
                    <a:pt x="92" y="181"/>
                  </a:lnTo>
                  <a:lnTo>
                    <a:pt x="97" y="178"/>
                  </a:lnTo>
                  <a:lnTo>
                    <a:pt x="99" y="179"/>
                  </a:lnTo>
                  <a:lnTo>
                    <a:pt x="100" y="179"/>
                  </a:lnTo>
                  <a:lnTo>
                    <a:pt x="101" y="178"/>
                  </a:lnTo>
                  <a:lnTo>
                    <a:pt x="103" y="178"/>
                  </a:lnTo>
                  <a:lnTo>
                    <a:pt x="103" y="181"/>
                  </a:lnTo>
                  <a:lnTo>
                    <a:pt x="104" y="181"/>
                  </a:lnTo>
                  <a:lnTo>
                    <a:pt x="105" y="179"/>
                  </a:lnTo>
                  <a:lnTo>
                    <a:pt x="106" y="181"/>
                  </a:lnTo>
                  <a:lnTo>
                    <a:pt x="108" y="179"/>
                  </a:lnTo>
                  <a:lnTo>
                    <a:pt x="108" y="179"/>
                  </a:lnTo>
                  <a:lnTo>
                    <a:pt x="109" y="179"/>
                  </a:lnTo>
                  <a:lnTo>
                    <a:pt x="109" y="177"/>
                  </a:lnTo>
                  <a:lnTo>
                    <a:pt x="109" y="177"/>
                  </a:lnTo>
                  <a:lnTo>
                    <a:pt x="109" y="175"/>
                  </a:lnTo>
                  <a:lnTo>
                    <a:pt x="109" y="174"/>
                  </a:lnTo>
                  <a:lnTo>
                    <a:pt x="108" y="173"/>
                  </a:lnTo>
                  <a:lnTo>
                    <a:pt x="109" y="169"/>
                  </a:lnTo>
                  <a:lnTo>
                    <a:pt x="109" y="168"/>
                  </a:lnTo>
                  <a:lnTo>
                    <a:pt x="109" y="166"/>
                  </a:lnTo>
                  <a:lnTo>
                    <a:pt x="112" y="164"/>
                  </a:lnTo>
                  <a:lnTo>
                    <a:pt x="113" y="161"/>
                  </a:lnTo>
                  <a:lnTo>
                    <a:pt x="112" y="156"/>
                  </a:lnTo>
                  <a:lnTo>
                    <a:pt x="110" y="153"/>
                  </a:lnTo>
                  <a:lnTo>
                    <a:pt x="112" y="150"/>
                  </a:lnTo>
                  <a:lnTo>
                    <a:pt x="113" y="149"/>
                  </a:lnTo>
                  <a:lnTo>
                    <a:pt x="116" y="148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9"/>
                  </a:lnTo>
                  <a:lnTo>
                    <a:pt x="117" y="150"/>
                  </a:lnTo>
                  <a:lnTo>
                    <a:pt x="116" y="152"/>
                  </a:lnTo>
                  <a:lnTo>
                    <a:pt x="114" y="153"/>
                  </a:lnTo>
                  <a:lnTo>
                    <a:pt x="114" y="154"/>
                  </a:lnTo>
                  <a:lnTo>
                    <a:pt x="117" y="157"/>
                  </a:lnTo>
                  <a:lnTo>
                    <a:pt x="121" y="160"/>
                  </a:lnTo>
                  <a:lnTo>
                    <a:pt x="121" y="157"/>
                  </a:lnTo>
                  <a:lnTo>
                    <a:pt x="124" y="156"/>
                  </a:lnTo>
                  <a:lnTo>
                    <a:pt x="129" y="153"/>
                  </a:lnTo>
                  <a:lnTo>
                    <a:pt x="133" y="150"/>
                  </a:lnTo>
                  <a:lnTo>
                    <a:pt x="133" y="148"/>
                  </a:lnTo>
                  <a:lnTo>
                    <a:pt x="134" y="145"/>
                  </a:lnTo>
                  <a:lnTo>
                    <a:pt x="134" y="141"/>
                  </a:lnTo>
                  <a:lnTo>
                    <a:pt x="135" y="139"/>
                  </a:lnTo>
                  <a:lnTo>
                    <a:pt x="138" y="136"/>
                  </a:lnTo>
                  <a:lnTo>
                    <a:pt x="139" y="133"/>
                  </a:lnTo>
                  <a:lnTo>
                    <a:pt x="138" y="129"/>
                  </a:lnTo>
                  <a:lnTo>
                    <a:pt x="141" y="122"/>
                  </a:lnTo>
                  <a:lnTo>
                    <a:pt x="141" y="116"/>
                  </a:lnTo>
                  <a:lnTo>
                    <a:pt x="141" y="112"/>
                  </a:lnTo>
                  <a:lnTo>
                    <a:pt x="139" y="107"/>
                  </a:lnTo>
                  <a:lnTo>
                    <a:pt x="138" y="102"/>
                  </a:lnTo>
                  <a:lnTo>
                    <a:pt x="135" y="103"/>
                  </a:lnTo>
                  <a:lnTo>
                    <a:pt x="134" y="104"/>
                  </a:lnTo>
                  <a:lnTo>
                    <a:pt x="133" y="102"/>
                  </a:lnTo>
                  <a:lnTo>
                    <a:pt x="133" y="100"/>
                  </a:lnTo>
                  <a:lnTo>
                    <a:pt x="134" y="100"/>
                  </a:lnTo>
                  <a:lnTo>
                    <a:pt x="137" y="100"/>
                  </a:lnTo>
                  <a:lnTo>
                    <a:pt x="137" y="97"/>
                  </a:lnTo>
                  <a:lnTo>
                    <a:pt x="137" y="95"/>
                  </a:lnTo>
                  <a:lnTo>
                    <a:pt x="133" y="93"/>
                  </a:lnTo>
                  <a:lnTo>
                    <a:pt x="133" y="90"/>
                  </a:lnTo>
                  <a:lnTo>
                    <a:pt x="135" y="89"/>
                  </a:lnTo>
                  <a:lnTo>
                    <a:pt x="137" y="87"/>
                  </a:lnTo>
                  <a:lnTo>
                    <a:pt x="137" y="86"/>
                  </a:lnTo>
                  <a:lnTo>
                    <a:pt x="135" y="82"/>
                  </a:lnTo>
                  <a:lnTo>
                    <a:pt x="135" y="81"/>
                  </a:lnTo>
                  <a:lnTo>
                    <a:pt x="137" y="81"/>
                  </a:lnTo>
                  <a:lnTo>
                    <a:pt x="138" y="81"/>
                  </a:lnTo>
                  <a:lnTo>
                    <a:pt x="139" y="82"/>
                  </a:lnTo>
                  <a:lnTo>
                    <a:pt x="139" y="85"/>
                  </a:lnTo>
                  <a:lnTo>
                    <a:pt x="139" y="86"/>
                  </a:lnTo>
                  <a:lnTo>
                    <a:pt x="142" y="87"/>
                  </a:lnTo>
                  <a:lnTo>
                    <a:pt x="143" y="86"/>
                  </a:lnTo>
                  <a:lnTo>
                    <a:pt x="142" y="83"/>
                  </a:lnTo>
                  <a:lnTo>
                    <a:pt x="142" y="83"/>
                  </a:lnTo>
                  <a:lnTo>
                    <a:pt x="145" y="83"/>
                  </a:lnTo>
                  <a:lnTo>
                    <a:pt x="146" y="83"/>
                  </a:lnTo>
                  <a:lnTo>
                    <a:pt x="146" y="81"/>
                  </a:lnTo>
                  <a:lnTo>
                    <a:pt x="145" y="78"/>
                  </a:lnTo>
                  <a:lnTo>
                    <a:pt x="142" y="81"/>
                  </a:lnTo>
                  <a:lnTo>
                    <a:pt x="142" y="81"/>
                  </a:lnTo>
                  <a:lnTo>
                    <a:pt x="141" y="79"/>
                  </a:lnTo>
                  <a:lnTo>
                    <a:pt x="141" y="78"/>
                  </a:lnTo>
                  <a:lnTo>
                    <a:pt x="142" y="75"/>
                  </a:lnTo>
                  <a:lnTo>
                    <a:pt x="141" y="74"/>
                  </a:lnTo>
                  <a:close/>
                  <a:moveTo>
                    <a:pt x="120" y="60"/>
                  </a:moveTo>
                  <a:lnTo>
                    <a:pt x="120" y="62"/>
                  </a:lnTo>
                  <a:lnTo>
                    <a:pt x="120" y="64"/>
                  </a:lnTo>
                  <a:lnTo>
                    <a:pt x="118" y="65"/>
                  </a:lnTo>
                  <a:lnTo>
                    <a:pt x="117" y="64"/>
                  </a:lnTo>
                  <a:lnTo>
                    <a:pt x="117" y="62"/>
                  </a:lnTo>
                  <a:lnTo>
                    <a:pt x="118" y="61"/>
                  </a:lnTo>
                  <a:lnTo>
                    <a:pt x="120" y="60"/>
                  </a:lnTo>
                  <a:close/>
                  <a:moveTo>
                    <a:pt x="129" y="0"/>
                  </a:moveTo>
                  <a:lnTo>
                    <a:pt x="132" y="0"/>
                  </a:lnTo>
                  <a:lnTo>
                    <a:pt x="133" y="3"/>
                  </a:lnTo>
                  <a:lnTo>
                    <a:pt x="137" y="6"/>
                  </a:lnTo>
                  <a:lnTo>
                    <a:pt x="139" y="6"/>
                  </a:lnTo>
                  <a:lnTo>
                    <a:pt x="142" y="10"/>
                  </a:lnTo>
                  <a:lnTo>
                    <a:pt x="147" y="15"/>
                  </a:lnTo>
                  <a:lnTo>
                    <a:pt x="150" y="16"/>
                  </a:lnTo>
                  <a:lnTo>
                    <a:pt x="151" y="19"/>
                  </a:lnTo>
                  <a:lnTo>
                    <a:pt x="153" y="19"/>
                  </a:lnTo>
                  <a:lnTo>
                    <a:pt x="155" y="22"/>
                  </a:lnTo>
                  <a:lnTo>
                    <a:pt x="159" y="23"/>
                  </a:lnTo>
                  <a:lnTo>
                    <a:pt x="162" y="23"/>
                  </a:lnTo>
                  <a:lnTo>
                    <a:pt x="164" y="25"/>
                  </a:lnTo>
                  <a:lnTo>
                    <a:pt x="166" y="25"/>
                  </a:lnTo>
                  <a:lnTo>
                    <a:pt x="167" y="25"/>
                  </a:lnTo>
                  <a:lnTo>
                    <a:pt x="170" y="25"/>
                  </a:lnTo>
                  <a:lnTo>
                    <a:pt x="174" y="23"/>
                  </a:lnTo>
                  <a:lnTo>
                    <a:pt x="175" y="20"/>
                  </a:lnTo>
                  <a:lnTo>
                    <a:pt x="176" y="18"/>
                  </a:lnTo>
                  <a:lnTo>
                    <a:pt x="176" y="18"/>
                  </a:lnTo>
                  <a:lnTo>
                    <a:pt x="176" y="19"/>
                  </a:lnTo>
                  <a:lnTo>
                    <a:pt x="176" y="20"/>
                  </a:lnTo>
                  <a:lnTo>
                    <a:pt x="176" y="24"/>
                  </a:lnTo>
                  <a:lnTo>
                    <a:pt x="176" y="27"/>
                  </a:lnTo>
                  <a:lnTo>
                    <a:pt x="176" y="28"/>
                  </a:lnTo>
                  <a:lnTo>
                    <a:pt x="179" y="31"/>
                  </a:lnTo>
                  <a:lnTo>
                    <a:pt x="182" y="32"/>
                  </a:lnTo>
                  <a:lnTo>
                    <a:pt x="182" y="35"/>
                  </a:lnTo>
                  <a:lnTo>
                    <a:pt x="182" y="36"/>
                  </a:lnTo>
                  <a:lnTo>
                    <a:pt x="183" y="36"/>
                  </a:lnTo>
                  <a:lnTo>
                    <a:pt x="184" y="33"/>
                  </a:lnTo>
                  <a:lnTo>
                    <a:pt x="185" y="32"/>
                  </a:lnTo>
                  <a:lnTo>
                    <a:pt x="187" y="32"/>
                  </a:lnTo>
                  <a:lnTo>
                    <a:pt x="187" y="33"/>
                  </a:lnTo>
                  <a:lnTo>
                    <a:pt x="185" y="35"/>
                  </a:lnTo>
                  <a:lnTo>
                    <a:pt x="185" y="36"/>
                  </a:lnTo>
                  <a:lnTo>
                    <a:pt x="184" y="37"/>
                  </a:lnTo>
                  <a:lnTo>
                    <a:pt x="182" y="39"/>
                  </a:lnTo>
                  <a:lnTo>
                    <a:pt x="182" y="40"/>
                  </a:lnTo>
                  <a:lnTo>
                    <a:pt x="180" y="41"/>
                  </a:lnTo>
                  <a:lnTo>
                    <a:pt x="179" y="41"/>
                  </a:lnTo>
                  <a:lnTo>
                    <a:pt x="178" y="41"/>
                  </a:lnTo>
                  <a:lnTo>
                    <a:pt x="176" y="43"/>
                  </a:lnTo>
                  <a:lnTo>
                    <a:pt x="176" y="44"/>
                  </a:lnTo>
                  <a:lnTo>
                    <a:pt x="174" y="44"/>
                  </a:lnTo>
                  <a:lnTo>
                    <a:pt x="171" y="43"/>
                  </a:lnTo>
                  <a:lnTo>
                    <a:pt x="170" y="44"/>
                  </a:lnTo>
                  <a:lnTo>
                    <a:pt x="166" y="48"/>
                  </a:lnTo>
                  <a:lnTo>
                    <a:pt x="164" y="53"/>
                  </a:lnTo>
                  <a:lnTo>
                    <a:pt x="164" y="57"/>
                  </a:lnTo>
                  <a:lnTo>
                    <a:pt x="164" y="60"/>
                  </a:lnTo>
                  <a:lnTo>
                    <a:pt x="164" y="61"/>
                  </a:lnTo>
                  <a:lnTo>
                    <a:pt x="164" y="64"/>
                  </a:lnTo>
                  <a:lnTo>
                    <a:pt x="163" y="62"/>
                  </a:lnTo>
                  <a:lnTo>
                    <a:pt x="162" y="61"/>
                  </a:lnTo>
                  <a:lnTo>
                    <a:pt x="158" y="60"/>
                  </a:lnTo>
                  <a:lnTo>
                    <a:pt x="154" y="58"/>
                  </a:lnTo>
                  <a:lnTo>
                    <a:pt x="151" y="54"/>
                  </a:lnTo>
                  <a:lnTo>
                    <a:pt x="149" y="53"/>
                  </a:lnTo>
                  <a:lnTo>
                    <a:pt x="147" y="53"/>
                  </a:lnTo>
                  <a:lnTo>
                    <a:pt x="145" y="53"/>
                  </a:lnTo>
                  <a:lnTo>
                    <a:pt x="145" y="52"/>
                  </a:lnTo>
                  <a:lnTo>
                    <a:pt x="142" y="52"/>
                  </a:lnTo>
                  <a:lnTo>
                    <a:pt x="139" y="53"/>
                  </a:lnTo>
                  <a:lnTo>
                    <a:pt x="137" y="57"/>
                  </a:lnTo>
                  <a:lnTo>
                    <a:pt x="135" y="57"/>
                  </a:lnTo>
                  <a:lnTo>
                    <a:pt x="133" y="54"/>
                  </a:lnTo>
                  <a:lnTo>
                    <a:pt x="130" y="54"/>
                  </a:lnTo>
                  <a:lnTo>
                    <a:pt x="129" y="56"/>
                  </a:lnTo>
                  <a:lnTo>
                    <a:pt x="129" y="58"/>
                  </a:lnTo>
                  <a:lnTo>
                    <a:pt x="130" y="61"/>
                  </a:lnTo>
                  <a:lnTo>
                    <a:pt x="133" y="62"/>
                  </a:lnTo>
                  <a:lnTo>
                    <a:pt x="135" y="61"/>
                  </a:lnTo>
                  <a:lnTo>
                    <a:pt x="138" y="65"/>
                  </a:lnTo>
                  <a:lnTo>
                    <a:pt x="141" y="65"/>
                  </a:lnTo>
                  <a:lnTo>
                    <a:pt x="143" y="65"/>
                  </a:lnTo>
                  <a:lnTo>
                    <a:pt x="145" y="66"/>
                  </a:lnTo>
                  <a:lnTo>
                    <a:pt x="142" y="69"/>
                  </a:lnTo>
                  <a:lnTo>
                    <a:pt x="142" y="70"/>
                  </a:lnTo>
                  <a:lnTo>
                    <a:pt x="141" y="69"/>
                  </a:lnTo>
                  <a:lnTo>
                    <a:pt x="137" y="69"/>
                  </a:lnTo>
                  <a:lnTo>
                    <a:pt x="135" y="70"/>
                  </a:lnTo>
                  <a:lnTo>
                    <a:pt x="135" y="72"/>
                  </a:lnTo>
                  <a:lnTo>
                    <a:pt x="135" y="74"/>
                  </a:lnTo>
                  <a:lnTo>
                    <a:pt x="133" y="77"/>
                  </a:lnTo>
                  <a:lnTo>
                    <a:pt x="130" y="75"/>
                  </a:lnTo>
                  <a:lnTo>
                    <a:pt x="129" y="74"/>
                  </a:lnTo>
                  <a:lnTo>
                    <a:pt x="130" y="73"/>
                  </a:lnTo>
                  <a:lnTo>
                    <a:pt x="129" y="69"/>
                  </a:lnTo>
                  <a:lnTo>
                    <a:pt x="128" y="65"/>
                  </a:lnTo>
                  <a:lnTo>
                    <a:pt x="126" y="64"/>
                  </a:lnTo>
                  <a:lnTo>
                    <a:pt x="124" y="62"/>
                  </a:lnTo>
                  <a:lnTo>
                    <a:pt x="122" y="62"/>
                  </a:lnTo>
                  <a:lnTo>
                    <a:pt x="122" y="60"/>
                  </a:lnTo>
                  <a:lnTo>
                    <a:pt x="122" y="57"/>
                  </a:lnTo>
                  <a:lnTo>
                    <a:pt x="122" y="54"/>
                  </a:lnTo>
                  <a:lnTo>
                    <a:pt x="124" y="53"/>
                  </a:lnTo>
                  <a:lnTo>
                    <a:pt x="125" y="52"/>
                  </a:lnTo>
                  <a:lnTo>
                    <a:pt x="125" y="50"/>
                  </a:lnTo>
                  <a:lnTo>
                    <a:pt x="126" y="50"/>
                  </a:lnTo>
                  <a:lnTo>
                    <a:pt x="128" y="48"/>
                  </a:lnTo>
                  <a:lnTo>
                    <a:pt x="129" y="47"/>
                  </a:lnTo>
                  <a:lnTo>
                    <a:pt x="128" y="47"/>
                  </a:lnTo>
                  <a:lnTo>
                    <a:pt x="126" y="44"/>
                  </a:lnTo>
                  <a:lnTo>
                    <a:pt x="125" y="44"/>
                  </a:lnTo>
                  <a:lnTo>
                    <a:pt x="124" y="44"/>
                  </a:lnTo>
                  <a:lnTo>
                    <a:pt x="125" y="41"/>
                  </a:lnTo>
                  <a:lnTo>
                    <a:pt x="126" y="41"/>
                  </a:lnTo>
                  <a:lnTo>
                    <a:pt x="130" y="43"/>
                  </a:lnTo>
                  <a:lnTo>
                    <a:pt x="134" y="44"/>
                  </a:lnTo>
                  <a:lnTo>
                    <a:pt x="135" y="43"/>
                  </a:lnTo>
                  <a:lnTo>
                    <a:pt x="135" y="41"/>
                  </a:lnTo>
                  <a:lnTo>
                    <a:pt x="137" y="40"/>
                  </a:lnTo>
                  <a:lnTo>
                    <a:pt x="135" y="39"/>
                  </a:lnTo>
                  <a:lnTo>
                    <a:pt x="134" y="37"/>
                  </a:lnTo>
                  <a:lnTo>
                    <a:pt x="134" y="37"/>
                  </a:lnTo>
                  <a:lnTo>
                    <a:pt x="133" y="35"/>
                  </a:lnTo>
                  <a:lnTo>
                    <a:pt x="133" y="32"/>
                  </a:lnTo>
                  <a:lnTo>
                    <a:pt x="134" y="31"/>
                  </a:lnTo>
                  <a:lnTo>
                    <a:pt x="135" y="31"/>
                  </a:lnTo>
                  <a:lnTo>
                    <a:pt x="135" y="29"/>
                  </a:lnTo>
                  <a:lnTo>
                    <a:pt x="134" y="27"/>
                  </a:lnTo>
                  <a:lnTo>
                    <a:pt x="133" y="23"/>
                  </a:lnTo>
                  <a:lnTo>
                    <a:pt x="134" y="22"/>
                  </a:lnTo>
                  <a:lnTo>
                    <a:pt x="133" y="18"/>
                  </a:lnTo>
                  <a:lnTo>
                    <a:pt x="133" y="15"/>
                  </a:lnTo>
                  <a:lnTo>
                    <a:pt x="129" y="8"/>
                  </a:lnTo>
                  <a:lnTo>
                    <a:pt x="128" y="6"/>
                  </a:lnTo>
                  <a:lnTo>
                    <a:pt x="126" y="4"/>
                  </a:lnTo>
                  <a:lnTo>
                    <a:pt x="128" y="3"/>
                  </a:lnTo>
                  <a:lnTo>
                    <a:pt x="129" y="3"/>
                  </a:lnTo>
                  <a:lnTo>
                    <a:pt x="130" y="2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6" name="Freeform 345">
              <a:extLst>
                <a:ext uri="{FF2B5EF4-FFF2-40B4-BE49-F238E27FC236}">
                  <a16:creationId xmlns:a16="http://schemas.microsoft.com/office/drawing/2014/main" id="{95D992F7-0E18-4AD1-A6EC-A9E5ADEE9B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37771" y="3122906"/>
              <a:ext cx="489631" cy="779781"/>
            </a:xfrm>
            <a:custGeom>
              <a:avLst/>
              <a:gdLst>
                <a:gd name="T0" fmla="*/ 28 w 54"/>
                <a:gd name="T1" fmla="*/ 81 h 86"/>
                <a:gd name="T2" fmla="*/ 27 w 54"/>
                <a:gd name="T3" fmla="*/ 85 h 86"/>
                <a:gd name="T4" fmla="*/ 20 w 54"/>
                <a:gd name="T5" fmla="*/ 86 h 86"/>
                <a:gd name="T6" fmla="*/ 20 w 54"/>
                <a:gd name="T7" fmla="*/ 82 h 86"/>
                <a:gd name="T8" fmla="*/ 52 w 54"/>
                <a:gd name="T9" fmla="*/ 70 h 86"/>
                <a:gd name="T10" fmla="*/ 53 w 54"/>
                <a:gd name="T11" fmla="*/ 71 h 86"/>
                <a:gd name="T12" fmla="*/ 52 w 54"/>
                <a:gd name="T13" fmla="*/ 73 h 86"/>
                <a:gd name="T14" fmla="*/ 52 w 54"/>
                <a:gd name="T15" fmla="*/ 70 h 86"/>
                <a:gd name="T16" fmla="*/ 19 w 54"/>
                <a:gd name="T17" fmla="*/ 67 h 86"/>
                <a:gd name="T18" fmla="*/ 17 w 54"/>
                <a:gd name="T19" fmla="*/ 69 h 86"/>
                <a:gd name="T20" fmla="*/ 16 w 54"/>
                <a:gd name="T21" fmla="*/ 69 h 86"/>
                <a:gd name="T22" fmla="*/ 17 w 54"/>
                <a:gd name="T23" fmla="*/ 67 h 86"/>
                <a:gd name="T24" fmla="*/ 54 w 54"/>
                <a:gd name="T25" fmla="*/ 63 h 86"/>
                <a:gd name="T26" fmla="*/ 54 w 54"/>
                <a:gd name="T27" fmla="*/ 66 h 86"/>
                <a:gd name="T28" fmla="*/ 53 w 54"/>
                <a:gd name="T29" fmla="*/ 69 h 86"/>
                <a:gd name="T30" fmla="*/ 52 w 54"/>
                <a:gd name="T31" fmla="*/ 65 h 86"/>
                <a:gd name="T32" fmla="*/ 54 w 54"/>
                <a:gd name="T33" fmla="*/ 63 h 86"/>
                <a:gd name="T34" fmla="*/ 36 w 54"/>
                <a:gd name="T35" fmla="*/ 62 h 86"/>
                <a:gd name="T36" fmla="*/ 33 w 54"/>
                <a:gd name="T37" fmla="*/ 61 h 86"/>
                <a:gd name="T38" fmla="*/ 44 w 54"/>
                <a:gd name="T39" fmla="*/ 57 h 86"/>
                <a:gd name="T40" fmla="*/ 45 w 54"/>
                <a:gd name="T41" fmla="*/ 60 h 86"/>
                <a:gd name="T42" fmla="*/ 42 w 54"/>
                <a:gd name="T43" fmla="*/ 62 h 86"/>
                <a:gd name="T44" fmla="*/ 42 w 54"/>
                <a:gd name="T45" fmla="*/ 58 h 86"/>
                <a:gd name="T46" fmla="*/ 27 w 54"/>
                <a:gd name="T47" fmla="*/ 0 h 86"/>
                <a:gd name="T48" fmla="*/ 37 w 54"/>
                <a:gd name="T49" fmla="*/ 15 h 86"/>
                <a:gd name="T50" fmla="*/ 44 w 54"/>
                <a:gd name="T51" fmla="*/ 28 h 86"/>
                <a:gd name="T52" fmla="*/ 48 w 54"/>
                <a:gd name="T53" fmla="*/ 38 h 86"/>
                <a:gd name="T54" fmla="*/ 49 w 54"/>
                <a:gd name="T55" fmla="*/ 41 h 86"/>
                <a:gd name="T56" fmla="*/ 50 w 54"/>
                <a:gd name="T57" fmla="*/ 49 h 86"/>
                <a:gd name="T58" fmla="*/ 49 w 54"/>
                <a:gd name="T59" fmla="*/ 52 h 86"/>
                <a:gd name="T60" fmla="*/ 44 w 54"/>
                <a:gd name="T61" fmla="*/ 56 h 86"/>
                <a:gd name="T62" fmla="*/ 41 w 54"/>
                <a:gd name="T63" fmla="*/ 60 h 86"/>
                <a:gd name="T64" fmla="*/ 39 w 54"/>
                <a:gd name="T65" fmla="*/ 60 h 86"/>
                <a:gd name="T66" fmla="*/ 36 w 54"/>
                <a:gd name="T67" fmla="*/ 58 h 86"/>
                <a:gd name="T68" fmla="*/ 33 w 54"/>
                <a:gd name="T69" fmla="*/ 60 h 86"/>
                <a:gd name="T70" fmla="*/ 31 w 54"/>
                <a:gd name="T71" fmla="*/ 60 h 86"/>
                <a:gd name="T72" fmla="*/ 23 w 54"/>
                <a:gd name="T73" fmla="*/ 66 h 86"/>
                <a:gd name="T74" fmla="*/ 23 w 54"/>
                <a:gd name="T75" fmla="*/ 67 h 86"/>
                <a:gd name="T76" fmla="*/ 20 w 54"/>
                <a:gd name="T77" fmla="*/ 67 h 86"/>
                <a:gd name="T78" fmla="*/ 19 w 54"/>
                <a:gd name="T79" fmla="*/ 63 h 86"/>
                <a:gd name="T80" fmla="*/ 15 w 54"/>
                <a:gd name="T81" fmla="*/ 58 h 86"/>
                <a:gd name="T82" fmla="*/ 15 w 54"/>
                <a:gd name="T83" fmla="*/ 56 h 86"/>
                <a:gd name="T84" fmla="*/ 16 w 54"/>
                <a:gd name="T85" fmla="*/ 53 h 86"/>
                <a:gd name="T86" fmla="*/ 15 w 54"/>
                <a:gd name="T87" fmla="*/ 49 h 86"/>
                <a:gd name="T88" fmla="*/ 19 w 54"/>
                <a:gd name="T89" fmla="*/ 45 h 86"/>
                <a:gd name="T90" fmla="*/ 16 w 54"/>
                <a:gd name="T91" fmla="*/ 42 h 86"/>
                <a:gd name="T92" fmla="*/ 14 w 54"/>
                <a:gd name="T93" fmla="*/ 36 h 86"/>
                <a:gd name="T94" fmla="*/ 12 w 54"/>
                <a:gd name="T95" fmla="*/ 33 h 86"/>
                <a:gd name="T96" fmla="*/ 8 w 54"/>
                <a:gd name="T97" fmla="*/ 28 h 86"/>
                <a:gd name="T98" fmla="*/ 11 w 54"/>
                <a:gd name="T99" fmla="*/ 27 h 86"/>
                <a:gd name="T100" fmla="*/ 16 w 54"/>
                <a:gd name="T101" fmla="*/ 29 h 86"/>
                <a:gd name="T102" fmla="*/ 14 w 54"/>
                <a:gd name="T103" fmla="*/ 24 h 86"/>
                <a:gd name="T104" fmla="*/ 12 w 54"/>
                <a:gd name="T105" fmla="*/ 23 h 86"/>
                <a:gd name="T106" fmla="*/ 4 w 54"/>
                <a:gd name="T107" fmla="*/ 15 h 86"/>
                <a:gd name="T108" fmla="*/ 3 w 54"/>
                <a:gd name="T109" fmla="*/ 13 h 86"/>
                <a:gd name="T110" fmla="*/ 0 w 54"/>
                <a:gd name="T111" fmla="*/ 15 h 86"/>
                <a:gd name="T112" fmla="*/ 6 w 54"/>
                <a:gd name="T113" fmla="*/ 8 h 86"/>
                <a:gd name="T114" fmla="*/ 14 w 54"/>
                <a:gd name="T115" fmla="*/ 3 h 86"/>
                <a:gd name="T116" fmla="*/ 27 w 54"/>
                <a:gd name="T1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" h="86">
                  <a:moveTo>
                    <a:pt x="25" y="81"/>
                  </a:moveTo>
                  <a:lnTo>
                    <a:pt x="28" y="81"/>
                  </a:lnTo>
                  <a:lnTo>
                    <a:pt x="28" y="82"/>
                  </a:lnTo>
                  <a:lnTo>
                    <a:pt x="27" y="85"/>
                  </a:lnTo>
                  <a:lnTo>
                    <a:pt x="21" y="86"/>
                  </a:lnTo>
                  <a:lnTo>
                    <a:pt x="20" y="86"/>
                  </a:lnTo>
                  <a:lnTo>
                    <a:pt x="19" y="83"/>
                  </a:lnTo>
                  <a:lnTo>
                    <a:pt x="20" y="82"/>
                  </a:lnTo>
                  <a:lnTo>
                    <a:pt x="25" y="81"/>
                  </a:lnTo>
                  <a:close/>
                  <a:moveTo>
                    <a:pt x="52" y="70"/>
                  </a:moveTo>
                  <a:lnTo>
                    <a:pt x="54" y="70"/>
                  </a:lnTo>
                  <a:lnTo>
                    <a:pt x="53" y="71"/>
                  </a:lnTo>
                  <a:lnTo>
                    <a:pt x="53" y="73"/>
                  </a:lnTo>
                  <a:lnTo>
                    <a:pt x="52" y="73"/>
                  </a:lnTo>
                  <a:lnTo>
                    <a:pt x="52" y="71"/>
                  </a:lnTo>
                  <a:lnTo>
                    <a:pt x="52" y="70"/>
                  </a:lnTo>
                  <a:close/>
                  <a:moveTo>
                    <a:pt x="17" y="66"/>
                  </a:moveTo>
                  <a:lnTo>
                    <a:pt x="19" y="67"/>
                  </a:lnTo>
                  <a:lnTo>
                    <a:pt x="19" y="69"/>
                  </a:lnTo>
                  <a:lnTo>
                    <a:pt x="17" y="69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6" y="67"/>
                  </a:lnTo>
                  <a:lnTo>
                    <a:pt x="17" y="67"/>
                  </a:lnTo>
                  <a:lnTo>
                    <a:pt x="17" y="66"/>
                  </a:lnTo>
                  <a:close/>
                  <a:moveTo>
                    <a:pt x="54" y="63"/>
                  </a:moveTo>
                  <a:lnTo>
                    <a:pt x="54" y="63"/>
                  </a:lnTo>
                  <a:lnTo>
                    <a:pt x="54" y="66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2" y="67"/>
                  </a:lnTo>
                  <a:lnTo>
                    <a:pt x="52" y="65"/>
                  </a:lnTo>
                  <a:lnTo>
                    <a:pt x="53" y="63"/>
                  </a:lnTo>
                  <a:lnTo>
                    <a:pt x="54" y="63"/>
                  </a:lnTo>
                  <a:close/>
                  <a:moveTo>
                    <a:pt x="35" y="61"/>
                  </a:moveTo>
                  <a:lnTo>
                    <a:pt x="36" y="62"/>
                  </a:lnTo>
                  <a:lnTo>
                    <a:pt x="35" y="62"/>
                  </a:lnTo>
                  <a:lnTo>
                    <a:pt x="33" y="61"/>
                  </a:lnTo>
                  <a:lnTo>
                    <a:pt x="35" y="61"/>
                  </a:lnTo>
                  <a:close/>
                  <a:moveTo>
                    <a:pt x="44" y="57"/>
                  </a:moveTo>
                  <a:lnTo>
                    <a:pt x="45" y="58"/>
                  </a:lnTo>
                  <a:lnTo>
                    <a:pt x="45" y="60"/>
                  </a:lnTo>
                  <a:lnTo>
                    <a:pt x="44" y="61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2" y="58"/>
                  </a:lnTo>
                  <a:lnTo>
                    <a:pt x="44" y="57"/>
                  </a:lnTo>
                  <a:close/>
                  <a:moveTo>
                    <a:pt x="27" y="0"/>
                  </a:moveTo>
                  <a:lnTo>
                    <a:pt x="31" y="8"/>
                  </a:lnTo>
                  <a:lnTo>
                    <a:pt x="37" y="15"/>
                  </a:lnTo>
                  <a:lnTo>
                    <a:pt x="44" y="23"/>
                  </a:lnTo>
                  <a:lnTo>
                    <a:pt x="44" y="28"/>
                  </a:lnTo>
                  <a:lnTo>
                    <a:pt x="46" y="31"/>
                  </a:lnTo>
                  <a:lnTo>
                    <a:pt x="48" y="38"/>
                  </a:lnTo>
                  <a:lnTo>
                    <a:pt x="48" y="41"/>
                  </a:lnTo>
                  <a:lnTo>
                    <a:pt x="49" y="41"/>
                  </a:lnTo>
                  <a:lnTo>
                    <a:pt x="49" y="41"/>
                  </a:lnTo>
                  <a:lnTo>
                    <a:pt x="50" y="49"/>
                  </a:lnTo>
                  <a:lnTo>
                    <a:pt x="48" y="50"/>
                  </a:lnTo>
                  <a:lnTo>
                    <a:pt x="49" y="52"/>
                  </a:lnTo>
                  <a:lnTo>
                    <a:pt x="46" y="56"/>
                  </a:lnTo>
                  <a:lnTo>
                    <a:pt x="44" y="56"/>
                  </a:lnTo>
                  <a:lnTo>
                    <a:pt x="40" y="58"/>
                  </a:lnTo>
                  <a:lnTo>
                    <a:pt x="41" y="60"/>
                  </a:lnTo>
                  <a:lnTo>
                    <a:pt x="40" y="61"/>
                  </a:lnTo>
                  <a:lnTo>
                    <a:pt x="39" y="60"/>
                  </a:lnTo>
                  <a:lnTo>
                    <a:pt x="37" y="61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3" y="60"/>
                  </a:lnTo>
                  <a:lnTo>
                    <a:pt x="32" y="58"/>
                  </a:lnTo>
                  <a:lnTo>
                    <a:pt x="31" y="60"/>
                  </a:lnTo>
                  <a:lnTo>
                    <a:pt x="25" y="63"/>
                  </a:lnTo>
                  <a:lnTo>
                    <a:pt x="23" y="66"/>
                  </a:lnTo>
                  <a:lnTo>
                    <a:pt x="23" y="65"/>
                  </a:lnTo>
                  <a:lnTo>
                    <a:pt x="23" y="67"/>
                  </a:lnTo>
                  <a:lnTo>
                    <a:pt x="20" y="69"/>
                  </a:lnTo>
                  <a:lnTo>
                    <a:pt x="20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7" y="63"/>
                  </a:lnTo>
                  <a:lnTo>
                    <a:pt x="15" y="58"/>
                  </a:lnTo>
                  <a:lnTo>
                    <a:pt x="16" y="58"/>
                  </a:lnTo>
                  <a:lnTo>
                    <a:pt x="15" y="56"/>
                  </a:lnTo>
                  <a:lnTo>
                    <a:pt x="15" y="53"/>
                  </a:lnTo>
                  <a:lnTo>
                    <a:pt x="16" y="53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9" y="45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4" y="41"/>
                  </a:lnTo>
                  <a:lnTo>
                    <a:pt x="14" y="36"/>
                  </a:lnTo>
                  <a:lnTo>
                    <a:pt x="14" y="33"/>
                  </a:lnTo>
                  <a:lnTo>
                    <a:pt x="12" y="33"/>
                  </a:lnTo>
                  <a:lnTo>
                    <a:pt x="7" y="32"/>
                  </a:lnTo>
                  <a:lnTo>
                    <a:pt x="8" y="28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2" y="28"/>
                  </a:lnTo>
                  <a:lnTo>
                    <a:pt x="16" y="29"/>
                  </a:lnTo>
                  <a:lnTo>
                    <a:pt x="15" y="27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2" y="23"/>
                  </a:lnTo>
                  <a:lnTo>
                    <a:pt x="10" y="19"/>
                  </a:lnTo>
                  <a:lnTo>
                    <a:pt x="4" y="15"/>
                  </a:lnTo>
                  <a:lnTo>
                    <a:pt x="7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6" y="8"/>
                  </a:lnTo>
                  <a:lnTo>
                    <a:pt x="10" y="7"/>
                  </a:lnTo>
                  <a:lnTo>
                    <a:pt x="14" y="3"/>
                  </a:lnTo>
                  <a:lnTo>
                    <a:pt x="21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7" name="Freeform 346">
              <a:extLst>
                <a:ext uri="{FF2B5EF4-FFF2-40B4-BE49-F238E27FC236}">
                  <a16:creationId xmlns:a16="http://schemas.microsoft.com/office/drawing/2014/main" id="{65C9C865-DCE6-4B9E-8BB7-4AE9CEA2B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9224" y="2406595"/>
              <a:ext cx="507766" cy="870451"/>
            </a:xfrm>
            <a:custGeom>
              <a:avLst/>
              <a:gdLst>
                <a:gd name="T0" fmla="*/ 48 w 56"/>
                <a:gd name="T1" fmla="*/ 2 h 96"/>
                <a:gd name="T2" fmla="*/ 50 w 56"/>
                <a:gd name="T3" fmla="*/ 6 h 96"/>
                <a:gd name="T4" fmla="*/ 56 w 56"/>
                <a:gd name="T5" fmla="*/ 10 h 96"/>
                <a:gd name="T6" fmla="*/ 51 w 56"/>
                <a:gd name="T7" fmla="*/ 14 h 96"/>
                <a:gd name="T8" fmla="*/ 50 w 56"/>
                <a:gd name="T9" fmla="*/ 16 h 96"/>
                <a:gd name="T10" fmla="*/ 48 w 56"/>
                <a:gd name="T11" fmla="*/ 25 h 96"/>
                <a:gd name="T12" fmla="*/ 51 w 56"/>
                <a:gd name="T13" fmla="*/ 35 h 96"/>
                <a:gd name="T14" fmla="*/ 52 w 56"/>
                <a:gd name="T15" fmla="*/ 39 h 96"/>
                <a:gd name="T16" fmla="*/ 50 w 56"/>
                <a:gd name="T17" fmla="*/ 41 h 96"/>
                <a:gd name="T18" fmla="*/ 44 w 56"/>
                <a:gd name="T19" fmla="*/ 49 h 96"/>
                <a:gd name="T20" fmla="*/ 42 w 56"/>
                <a:gd name="T21" fmla="*/ 53 h 96"/>
                <a:gd name="T22" fmla="*/ 38 w 56"/>
                <a:gd name="T23" fmla="*/ 54 h 96"/>
                <a:gd name="T24" fmla="*/ 34 w 56"/>
                <a:gd name="T25" fmla="*/ 58 h 96"/>
                <a:gd name="T26" fmla="*/ 34 w 56"/>
                <a:gd name="T27" fmla="*/ 64 h 96"/>
                <a:gd name="T28" fmla="*/ 34 w 56"/>
                <a:gd name="T29" fmla="*/ 69 h 96"/>
                <a:gd name="T30" fmla="*/ 39 w 56"/>
                <a:gd name="T31" fmla="*/ 71 h 96"/>
                <a:gd name="T32" fmla="*/ 50 w 56"/>
                <a:gd name="T33" fmla="*/ 79 h 96"/>
                <a:gd name="T34" fmla="*/ 37 w 56"/>
                <a:gd name="T35" fmla="*/ 82 h 96"/>
                <a:gd name="T36" fmla="*/ 29 w 56"/>
                <a:gd name="T37" fmla="*/ 87 h 96"/>
                <a:gd name="T38" fmla="*/ 23 w 56"/>
                <a:gd name="T39" fmla="*/ 94 h 96"/>
                <a:gd name="T40" fmla="*/ 19 w 56"/>
                <a:gd name="T41" fmla="*/ 91 h 96"/>
                <a:gd name="T42" fmla="*/ 18 w 56"/>
                <a:gd name="T43" fmla="*/ 95 h 96"/>
                <a:gd name="T44" fmla="*/ 14 w 56"/>
                <a:gd name="T45" fmla="*/ 96 h 96"/>
                <a:gd name="T46" fmla="*/ 15 w 56"/>
                <a:gd name="T47" fmla="*/ 91 h 96"/>
                <a:gd name="T48" fmla="*/ 11 w 56"/>
                <a:gd name="T49" fmla="*/ 92 h 96"/>
                <a:gd name="T50" fmla="*/ 10 w 56"/>
                <a:gd name="T51" fmla="*/ 90 h 96"/>
                <a:gd name="T52" fmla="*/ 13 w 56"/>
                <a:gd name="T53" fmla="*/ 81 h 96"/>
                <a:gd name="T54" fmla="*/ 18 w 56"/>
                <a:gd name="T55" fmla="*/ 79 h 96"/>
                <a:gd name="T56" fmla="*/ 11 w 56"/>
                <a:gd name="T57" fmla="*/ 79 h 96"/>
                <a:gd name="T58" fmla="*/ 10 w 56"/>
                <a:gd name="T59" fmla="*/ 73 h 96"/>
                <a:gd name="T60" fmla="*/ 11 w 56"/>
                <a:gd name="T61" fmla="*/ 66 h 96"/>
                <a:gd name="T62" fmla="*/ 14 w 56"/>
                <a:gd name="T63" fmla="*/ 64 h 96"/>
                <a:gd name="T64" fmla="*/ 11 w 56"/>
                <a:gd name="T65" fmla="*/ 65 h 96"/>
                <a:gd name="T66" fmla="*/ 6 w 56"/>
                <a:gd name="T67" fmla="*/ 64 h 96"/>
                <a:gd name="T68" fmla="*/ 4 w 56"/>
                <a:gd name="T69" fmla="*/ 65 h 96"/>
                <a:gd name="T70" fmla="*/ 1 w 56"/>
                <a:gd name="T71" fmla="*/ 61 h 96"/>
                <a:gd name="T72" fmla="*/ 0 w 56"/>
                <a:gd name="T73" fmla="*/ 61 h 96"/>
                <a:gd name="T74" fmla="*/ 2 w 56"/>
                <a:gd name="T75" fmla="*/ 52 h 96"/>
                <a:gd name="T76" fmla="*/ 4 w 56"/>
                <a:gd name="T77" fmla="*/ 46 h 96"/>
                <a:gd name="T78" fmla="*/ 9 w 56"/>
                <a:gd name="T79" fmla="*/ 40 h 96"/>
                <a:gd name="T80" fmla="*/ 13 w 56"/>
                <a:gd name="T81" fmla="*/ 33 h 96"/>
                <a:gd name="T82" fmla="*/ 14 w 56"/>
                <a:gd name="T83" fmla="*/ 31 h 96"/>
                <a:gd name="T84" fmla="*/ 17 w 56"/>
                <a:gd name="T85" fmla="*/ 24 h 96"/>
                <a:gd name="T86" fmla="*/ 21 w 56"/>
                <a:gd name="T87" fmla="*/ 28 h 96"/>
                <a:gd name="T88" fmla="*/ 25 w 56"/>
                <a:gd name="T89" fmla="*/ 28 h 96"/>
                <a:gd name="T90" fmla="*/ 31 w 56"/>
                <a:gd name="T91" fmla="*/ 29 h 96"/>
                <a:gd name="T92" fmla="*/ 37 w 56"/>
                <a:gd name="T93" fmla="*/ 27 h 96"/>
                <a:gd name="T94" fmla="*/ 34 w 56"/>
                <a:gd name="T95" fmla="*/ 23 h 96"/>
                <a:gd name="T96" fmla="*/ 33 w 56"/>
                <a:gd name="T97" fmla="*/ 19 h 96"/>
                <a:gd name="T98" fmla="*/ 40 w 56"/>
                <a:gd name="T99" fmla="*/ 15 h 96"/>
                <a:gd name="T100" fmla="*/ 42 w 56"/>
                <a:gd name="T101" fmla="*/ 10 h 96"/>
                <a:gd name="T102" fmla="*/ 46 w 56"/>
                <a:gd name="T103" fmla="*/ 7 h 96"/>
                <a:gd name="T104" fmla="*/ 44 w 56"/>
                <a:gd name="T105" fmla="*/ 3 h 96"/>
                <a:gd name="T106" fmla="*/ 47 w 56"/>
                <a:gd name="T10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96">
                  <a:moveTo>
                    <a:pt x="47" y="0"/>
                  </a:moveTo>
                  <a:lnTo>
                    <a:pt x="48" y="2"/>
                  </a:lnTo>
                  <a:lnTo>
                    <a:pt x="48" y="4"/>
                  </a:lnTo>
                  <a:lnTo>
                    <a:pt x="50" y="6"/>
                  </a:lnTo>
                  <a:lnTo>
                    <a:pt x="54" y="6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1" y="14"/>
                  </a:lnTo>
                  <a:lnTo>
                    <a:pt x="50" y="14"/>
                  </a:lnTo>
                  <a:lnTo>
                    <a:pt x="50" y="16"/>
                  </a:lnTo>
                  <a:lnTo>
                    <a:pt x="48" y="23"/>
                  </a:lnTo>
                  <a:lnTo>
                    <a:pt x="48" y="25"/>
                  </a:lnTo>
                  <a:lnTo>
                    <a:pt x="51" y="28"/>
                  </a:lnTo>
                  <a:lnTo>
                    <a:pt x="51" y="35"/>
                  </a:lnTo>
                  <a:lnTo>
                    <a:pt x="54" y="36"/>
                  </a:lnTo>
                  <a:lnTo>
                    <a:pt x="52" y="39"/>
                  </a:lnTo>
                  <a:lnTo>
                    <a:pt x="48" y="41"/>
                  </a:lnTo>
                  <a:lnTo>
                    <a:pt x="50" y="41"/>
                  </a:lnTo>
                  <a:lnTo>
                    <a:pt x="43" y="48"/>
                  </a:lnTo>
                  <a:lnTo>
                    <a:pt x="44" y="49"/>
                  </a:lnTo>
                  <a:lnTo>
                    <a:pt x="43" y="52"/>
                  </a:lnTo>
                  <a:lnTo>
                    <a:pt x="42" y="53"/>
                  </a:lnTo>
                  <a:lnTo>
                    <a:pt x="39" y="53"/>
                  </a:lnTo>
                  <a:lnTo>
                    <a:pt x="38" y="54"/>
                  </a:lnTo>
                  <a:lnTo>
                    <a:pt x="37" y="57"/>
                  </a:lnTo>
                  <a:lnTo>
                    <a:pt x="34" y="58"/>
                  </a:lnTo>
                  <a:lnTo>
                    <a:pt x="34" y="61"/>
                  </a:lnTo>
                  <a:lnTo>
                    <a:pt x="34" y="64"/>
                  </a:lnTo>
                  <a:lnTo>
                    <a:pt x="33" y="65"/>
                  </a:lnTo>
                  <a:lnTo>
                    <a:pt x="34" y="69"/>
                  </a:lnTo>
                  <a:lnTo>
                    <a:pt x="38" y="69"/>
                  </a:lnTo>
                  <a:lnTo>
                    <a:pt x="39" y="71"/>
                  </a:lnTo>
                  <a:lnTo>
                    <a:pt x="48" y="77"/>
                  </a:lnTo>
                  <a:lnTo>
                    <a:pt x="50" y="79"/>
                  </a:lnTo>
                  <a:lnTo>
                    <a:pt x="44" y="82"/>
                  </a:lnTo>
                  <a:lnTo>
                    <a:pt x="37" y="82"/>
                  </a:lnTo>
                  <a:lnTo>
                    <a:pt x="33" y="86"/>
                  </a:lnTo>
                  <a:lnTo>
                    <a:pt x="29" y="87"/>
                  </a:lnTo>
                  <a:lnTo>
                    <a:pt x="25" y="91"/>
                  </a:lnTo>
                  <a:lnTo>
                    <a:pt x="23" y="94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21" y="92"/>
                  </a:lnTo>
                  <a:lnTo>
                    <a:pt x="18" y="95"/>
                  </a:lnTo>
                  <a:lnTo>
                    <a:pt x="17" y="95"/>
                  </a:lnTo>
                  <a:lnTo>
                    <a:pt x="14" y="96"/>
                  </a:lnTo>
                  <a:lnTo>
                    <a:pt x="13" y="95"/>
                  </a:lnTo>
                  <a:lnTo>
                    <a:pt x="15" y="91"/>
                  </a:lnTo>
                  <a:lnTo>
                    <a:pt x="13" y="91"/>
                  </a:lnTo>
                  <a:lnTo>
                    <a:pt x="11" y="92"/>
                  </a:lnTo>
                  <a:lnTo>
                    <a:pt x="10" y="91"/>
                  </a:lnTo>
                  <a:lnTo>
                    <a:pt x="10" y="90"/>
                  </a:lnTo>
                  <a:lnTo>
                    <a:pt x="10" y="85"/>
                  </a:lnTo>
                  <a:lnTo>
                    <a:pt x="13" y="81"/>
                  </a:lnTo>
                  <a:lnTo>
                    <a:pt x="15" y="81"/>
                  </a:lnTo>
                  <a:lnTo>
                    <a:pt x="18" y="79"/>
                  </a:lnTo>
                  <a:lnTo>
                    <a:pt x="15" y="79"/>
                  </a:lnTo>
                  <a:lnTo>
                    <a:pt x="11" y="79"/>
                  </a:lnTo>
                  <a:lnTo>
                    <a:pt x="10" y="79"/>
                  </a:lnTo>
                  <a:lnTo>
                    <a:pt x="10" y="73"/>
                  </a:lnTo>
                  <a:lnTo>
                    <a:pt x="13" y="69"/>
                  </a:lnTo>
                  <a:lnTo>
                    <a:pt x="11" y="66"/>
                  </a:lnTo>
                  <a:lnTo>
                    <a:pt x="13" y="65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1" y="65"/>
                  </a:lnTo>
                  <a:lnTo>
                    <a:pt x="8" y="65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4" y="65"/>
                  </a:lnTo>
                  <a:lnTo>
                    <a:pt x="1" y="65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2" y="52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8" y="44"/>
                  </a:lnTo>
                  <a:lnTo>
                    <a:pt x="9" y="40"/>
                  </a:lnTo>
                  <a:lnTo>
                    <a:pt x="11" y="39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4" y="27"/>
                  </a:lnTo>
                  <a:lnTo>
                    <a:pt x="17" y="24"/>
                  </a:lnTo>
                  <a:lnTo>
                    <a:pt x="18" y="27"/>
                  </a:lnTo>
                  <a:lnTo>
                    <a:pt x="21" y="28"/>
                  </a:lnTo>
                  <a:lnTo>
                    <a:pt x="22" y="29"/>
                  </a:lnTo>
                  <a:lnTo>
                    <a:pt x="25" y="28"/>
                  </a:lnTo>
                  <a:lnTo>
                    <a:pt x="27" y="29"/>
                  </a:lnTo>
                  <a:lnTo>
                    <a:pt x="31" y="29"/>
                  </a:lnTo>
                  <a:lnTo>
                    <a:pt x="35" y="29"/>
                  </a:lnTo>
                  <a:lnTo>
                    <a:pt x="37" y="27"/>
                  </a:lnTo>
                  <a:lnTo>
                    <a:pt x="37" y="24"/>
                  </a:lnTo>
                  <a:lnTo>
                    <a:pt x="34" y="23"/>
                  </a:lnTo>
                  <a:lnTo>
                    <a:pt x="31" y="20"/>
                  </a:lnTo>
                  <a:lnTo>
                    <a:pt x="33" y="19"/>
                  </a:lnTo>
                  <a:lnTo>
                    <a:pt x="35" y="19"/>
                  </a:lnTo>
                  <a:lnTo>
                    <a:pt x="40" y="15"/>
                  </a:lnTo>
                  <a:lnTo>
                    <a:pt x="40" y="12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7"/>
                  </a:lnTo>
                  <a:lnTo>
                    <a:pt x="44" y="6"/>
                  </a:lnTo>
                  <a:lnTo>
                    <a:pt x="44" y="3"/>
                  </a:lnTo>
                  <a:lnTo>
                    <a:pt x="44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8" name="Freeform 347">
              <a:extLst>
                <a:ext uri="{FF2B5EF4-FFF2-40B4-BE49-F238E27FC236}">
                  <a16:creationId xmlns:a16="http://schemas.microsoft.com/office/drawing/2014/main" id="{5D6DC3B0-9837-4595-997E-E4A7404A3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576" y="1264125"/>
              <a:ext cx="3309538" cy="1559561"/>
            </a:xfrm>
            <a:custGeom>
              <a:avLst/>
              <a:gdLst>
                <a:gd name="T0" fmla="*/ 117 w 365"/>
                <a:gd name="T1" fmla="*/ 5 h 172"/>
                <a:gd name="T2" fmla="*/ 133 w 365"/>
                <a:gd name="T3" fmla="*/ 8 h 172"/>
                <a:gd name="T4" fmla="*/ 145 w 365"/>
                <a:gd name="T5" fmla="*/ 13 h 172"/>
                <a:gd name="T6" fmla="*/ 150 w 365"/>
                <a:gd name="T7" fmla="*/ 24 h 172"/>
                <a:gd name="T8" fmla="*/ 163 w 365"/>
                <a:gd name="T9" fmla="*/ 30 h 172"/>
                <a:gd name="T10" fmla="*/ 174 w 365"/>
                <a:gd name="T11" fmla="*/ 29 h 172"/>
                <a:gd name="T12" fmla="*/ 192 w 365"/>
                <a:gd name="T13" fmla="*/ 22 h 172"/>
                <a:gd name="T14" fmla="*/ 213 w 365"/>
                <a:gd name="T15" fmla="*/ 29 h 172"/>
                <a:gd name="T16" fmla="*/ 224 w 365"/>
                <a:gd name="T17" fmla="*/ 37 h 172"/>
                <a:gd name="T18" fmla="*/ 248 w 365"/>
                <a:gd name="T19" fmla="*/ 40 h 172"/>
                <a:gd name="T20" fmla="*/ 261 w 365"/>
                <a:gd name="T21" fmla="*/ 34 h 172"/>
                <a:gd name="T22" fmla="*/ 277 w 365"/>
                <a:gd name="T23" fmla="*/ 28 h 172"/>
                <a:gd name="T24" fmla="*/ 284 w 365"/>
                <a:gd name="T25" fmla="*/ 17 h 172"/>
                <a:gd name="T26" fmla="*/ 298 w 365"/>
                <a:gd name="T27" fmla="*/ 20 h 172"/>
                <a:gd name="T28" fmla="*/ 307 w 365"/>
                <a:gd name="T29" fmla="*/ 18 h 172"/>
                <a:gd name="T30" fmla="*/ 313 w 365"/>
                <a:gd name="T31" fmla="*/ 46 h 172"/>
                <a:gd name="T32" fmla="*/ 329 w 365"/>
                <a:gd name="T33" fmla="*/ 57 h 172"/>
                <a:gd name="T34" fmla="*/ 342 w 365"/>
                <a:gd name="T35" fmla="*/ 50 h 172"/>
                <a:gd name="T36" fmla="*/ 363 w 365"/>
                <a:gd name="T37" fmla="*/ 66 h 172"/>
                <a:gd name="T38" fmla="*/ 363 w 365"/>
                <a:gd name="T39" fmla="*/ 75 h 172"/>
                <a:gd name="T40" fmla="*/ 350 w 365"/>
                <a:gd name="T41" fmla="*/ 74 h 172"/>
                <a:gd name="T42" fmla="*/ 340 w 365"/>
                <a:gd name="T43" fmla="*/ 82 h 172"/>
                <a:gd name="T44" fmla="*/ 333 w 365"/>
                <a:gd name="T45" fmla="*/ 91 h 172"/>
                <a:gd name="T46" fmla="*/ 319 w 365"/>
                <a:gd name="T47" fmla="*/ 99 h 172"/>
                <a:gd name="T48" fmla="*/ 308 w 365"/>
                <a:gd name="T49" fmla="*/ 112 h 172"/>
                <a:gd name="T50" fmla="*/ 292 w 365"/>
                <a:gd name="T51" fmla="*/ 107 h 172"/>
                <a:gd name="T52" fmla="*/ 283 w 365"/>
                <a:gd name="T53" fmla="*/ 121 h 172"/>
                <a:gd name="T54" fmla="*/ 284 w 365"/>
                <a:gd name="T55" fmla="*/ 140 h 172"/>
                <a:gd name="T56" fmla="*/ 269 w 365"/>
                <a:gd name="T57" fmla="*/ 153 h 172"/>
                <a:gd name="T58" fmla="*/ 241 w 365"/>
                <a:gd name="T59" fmla="*/ 161 h 172"/>
                <a:gd name="T60" fmla="*/ 217 w 365"/>
                <a:gd name="T61" fmla="*/ 171 h 172"/>
                <a:gd name="T62" fmla="*/ 200 w 365"/>
                <a:gd name="T63" fmla="*/ 168 h 172"/>
                <a:gd name="T64" fmla="*/ 163 w 365"/>
                <a:gd name="T65" fmla="*/ 157 h 172"/>
                <a:gd name="T66" fmla="*/ 140 w 365"/>
                <a:gd name="T67" fmla="*/ 161 h 172"/>
                <a:gd name="T68" fmla="*/ 115 w 365"/>
                <a:gd name="T69" fmla="*/ 155 h 172"/>
                <a:gd name="T70" fmla="*/ 107 w 365"/>
                <a:gd name="T71" fmla="*/ 140 h 172"/>
                <a:gd name="T72" fmla="*/ 101 w 365"/>
                <a:gd name="T73" fmla="*/ 136 h 172"/>
                <a:gd name="T74" fmla="*/ 86 w 365"/>
                <a:gd name="T75" fmla="*/ 130 h 172"/>
                <a:gd name="T76" fmla="*/ 69 w 365"/>
                <a:gd name="T77" fmla="*/ 125 h 172"/>
                <a:gd name="T78" fmla="*/ 46 w 365"/>
                <a:gd name="T79" fmla="*/ 115 h 172"/>
                <a:gd name="T80" fmla="*/ 47 w 365"/>
                <a:gd name="T81" fmla="*/ 104 h 172"/>
                <a:gd name="T82" fmla="*/ 41 w 365"/>
                <a:gd name="T83" fmla="*/ 92 h 172"/>
                <a:gd name="T84" fmla="*/ 33 w 365"/>
                <a:gd name="T85" fmla="*/ 83 h 172"/>
                <a:gd name="T86" fmla="*/ 25 w 365"/>
                <a:gd name="T87" fmla="*/ 82 h 172"/>
                <a:gd name="T88" fmla="*/ 16 w 365"/>
                <a:gd name="T89" fmla="*/ 83 h 172"/>
                <a:gd name="T90" fmla="*/ 8 w 365"/>
                <a:gd name="T91" fmla="*/ 75 h 172"/>
                <a:gd name="T92" fmla="*/ 3 w 365"/>
                <a:gd name="T93" fmla="*/ 67 h 172"/>
                <a:gd name="T94" fmla="*/ 0 w 365"/>
                <a:gd name="T95" fmla="*/ 63 h 172"/>
                <a:gd name="T96" fmla="*/ 12 w 365"/>
                <a:gd name="T97" fmla="*/ 53 h 172"/>
                <a:gd name="T98" fmla="*/ 21 w 365"/>
                <a:gd name="T99" fmla="*/ 42 h 172"/>
                <a:gd name="T100" fmla="*/ 25 w 365"/>
                <a:gd name="T101" fmla="*/ 34 h 172"/>
                <a:gd name="T102" fmla="*/ 41 w 365"/>
                <a:gd name="T103" fmla="*/ 30 h 172"/>
                <a:gd name="T104" fmla="*/ 50 w 365"/>
                <a:gd name="T105" fmla="*/ 32 h 172"/>
                <a:gd name="T106" fmla="*/ 62 w 365"/>
                <a:gd name="T107" fmla="*/ 32 h 172"/>
                <a:gd name="T108" fmla="*/ 76 w 365"/>
                <a:gd name="T109" fmla="*/ 45 h 172"/>
                <a:gd name="T110" fmla="*/ 90 w 365"/>
                <a:gd name="T111" fmla="*/ 42 h 172"/>
                <a:gd name="T112" fmla="*/ 103 w 365"/>
                <a:gd name="T113" fmla="*/ 42 h 172"/>
                <a:gd name="T114" fmla="*/ 107 w 365"/>
                <a:gd name="T115" fmla="*/ 28 h 172"/>
                <a:gd name="T116" fmla="*/ 99 w 365"/>
                <a:gd name="T117" fmla="*/ 15 h 172"/>
                <a:gd name="T118" fmla="*/ 105 w 365"/>
                <a:gd name="T119" fmla="*/ 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5" h="172">
                  <a:moveTo>
                    <a:pt x="107" y="0"/>
                  </a:moveTo>
                  <a:lnTo>
                    <a:pt x="109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7" y="4"/>
                  </a:lnTo>
                  <a:lnTo>
                    <a:pt x="117" y="5"/>
                  </a:lnTo>
                  <a:lnTo>
                    <a:pt x="120" y="5"/>
                  </a:lnTo>
                  <a:lnTo>
                    <a:pt x="124" y="5"/>
                  </a:lnTo>
                  <a:lnTo>
                    <a:pt x="128" y="5"/>
                  </a:lnTo>
                  <a:lnTo>
                    <a:pt x="129" y="7"/>
                  </a:lnTo>
                  <a:lnTo>
                    <a:pt x="130" y="8"/>
                  </a:lnTo>
                  <a:lnTo>
                    <a:pt x="133" y="8"/>
                  </a:lnTo>
                  <a:lnTo>
                    <a:pt x="134" y="9"/>
                  </a:lnTo>
                  <a:lnTo>
                    <a:pt x="137" y="9"/>
                  </a:lnTo>
                  <a:lnTo>
                    <a:pt x="142" y="9"/>
                  </a:lnTo>
                  <a:lnTo>
                    <a:pt x="144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6" y="15"/>
                  </a:lnTo>
                  <a:lnTo>
                    <a:pt x="146" y="17"/>
                  </a:lnTo>
                  <a:lnTo>
                    <a:pt x="148" y="18"/>
                  </a:lnTo>
                  <a:lnTo>
                    <a:pt x="149" y="21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3" y="26"/>
                  </a:lnTo>
                  <a:lnTo>
                    <a:pt x="154" y="28"/>
                  </a:lnTo>
                  <a:lnTo>
                    <a:pt x="158" y="29"/>
                  </a:lnTo>
                  <a:lnTo>
                    <a:pt x="161" y="30"/>
                  </a:lnTo>
                  <a:lnTo>
                    <a:pt x="163" y="30"/>
                  </a:lnTo>
                  <a:lnTo>
                    <a:pt x="163" y="29"/>
                  </a:lnTo>
                  <a:lnTo>
                    <a:pt x="167" y="30"/>
                  </a:lnTo>
                  <a:lnTo>
                    <a:pt x="169" y="29"/>
                  </a:lnTo>
                  <a:lnTo>
                    <a:pt x="171" y="29"/>
                  </a:lnTo>
                  <a:lnTo>
                    <a:pt x="173" y="29"/>
                  </a:lnTo>
                  <a:lnTo>
                    <a:pt x="174" y="29"/>
                  </a:lnTo>
                  <a:lnTo>
                    <a:pt x="175" y="26"/>
                  </a:lnTo>
                  <a:lnTo>
                    <a:pt x="179" y="25"/>
                  </a:lnTo>
                  <a:lnTo>
                    <a:pt x="184" y="25"/>
                  </a:lnTo>
                  <a:lnTo>
                    <a:pt x="186" y="24"/>
                  </a:lnTo>
                  <a:lnTo>
                    <a:pt x="190" y="24"/>
                  </a:lnTo>
                  <a:lnTo>
                    <a:pt x="192" y="22"/>
                  </a:lnTo>
                  <a:lnTo>
                    <a:pt x="195" y="24"/>
                  </a:lnTo>
                  <a:lnTo>
                    <a:pt x="199" y="25"/>
                  </a:lnTo>
                  <a:lnTo>
                    <a:pt x="203" y="25"/>
                  </a:lnTo>
                  <a:lnTo>
                    <a:pt x="205" y="28"/>
                  </a:lnTo>
                  <a:lnTo>
                    <a:pt x="209" y="29"/>
                  </a:lnTo>
                  <a:lnTo>
                    <a:pt x="213" y="29"/>
                  </a:lnTo>
                  <a:lnTo>
                    <a:pt x="216" y="29"/>
                  </a:lnTo>
                  <a:lnTo>
                    <a:pt x="217" y="30"/>
                  </a:lnTo>
                  <a:lnTo>
                    <a:pt x="219" y="34"/>
                  </a:lnTo>
                  <a:lnTo>
                    <a:pt x="220" y="36"/>
                  </a:lnTo>
                  <a:lnTo>
                    <a:pt x="221" y="36"/>
                  </a:lnTo>
                  <a:lnTo>
                    <a:pt x="224" y="37"/>
                  </a:lnTo>
                  <a:lnTo>
                    <a:pt x="225" y="38"/>
                  </a:lnTo>
                  <a:lnTo>
                    <a:pt x="228" y="38"/>
                  </a:lnTo>
                  <a:lnTo>
                    <a:pt x="233" y="38"/>
                  </a:lnTo>
                  <a:lnTo>
                    <a:pt x="237" y="40"/>
                  </a:lnTo>
                  <a:lnTo>
                    <a:pt x="245" y="40"/>
                  </a:lnTo>
                  <a:lnTo>
                    <a:pt x="248" y="40"/>
                  </a:lnTo>
                  <a:lnTo>
                    <a:pt x="249" y="38"/>
                  </a:lnTo>
                  <a:lnTo>
                    <a:pt x="252" y="38"/>
                  </a:lnTo>
                  <a:lnTo>
                    <a:pt x="253" y="40"/>
                  </a:lnTo>
                  <a:lnTo>
                    <a:pt x="254" y="40"/>
                  </a:lnTo>
                  <a:lnTo>
                    <a:pt x="257" y="37"/>
                  </a:lnTo>
                  <a:lnTo>
                    <a:pt x="261" y="34"/>
                  </a:lnTo>
                  <a:lnTo>
                    <a:pt x="263" y="34"/>
                  </a:lnTo>
                  <a:lnTo>
                    <a:pt x="266" y="32"/>
                  </a:lnTo>
                  <a:lnTo>
                    <a:pt x="267" y="32"/>
                  </a:lnTo>
                  <a:lnTo>
                    <a:pt x="273" y="32"/>
                  </a:lnTo>
                  <a:lnTo>
                    <a:pt x="275" y="29"/>
                  </a:lnTo>
                  <a:lnTo>
                    <a:pt x="277" y="28"/>
                  </a:lnTo>
                  <a:lnTo>
                    <a:pt x="277" y="26"/>
                  </a:lnTo>
                  <a:lnTo>
                    <a:pt x="278" y="24"/>
                  </a:lnTo>
                  <a:lnTo>
                    <a:pt x="281" y="22"/>
                  </a:lnTo>
                  <a:lnTo>
                    <a:pt x="282" y="21"/>
                  </a:lnTo>
                  <a:lnTo>
                    <a:pt x="283" y="18"/>
                  </a:lnTo>
                  <a:lnTo>
                    <a:pt x="284" y="17"/>
                  </a:lnTo>
                  <a:lnTo>
                    <a:pt x="287" y="17"/>
                  </a:lnTo>
                  <a:lnTo>
                    <a:pt x="287" y="17"/>
                  </a:lnTo>
                  <a:lnTo>
                    <a:pt x="291" y="16"/>
                  </a:lnTo>
                  <a:lnTo>
                    <a:pt x="294" y="17"/>
                  </a:lnTo>
                  <a:lnTo>
                    <a:pt x="296" y="18"/>
                  </a:lnTo>
                  <a:lnTo>
                    <a:pt x="298" y="20"/>
                  </a:lnTo>
                  <a:lnTo>
                    <a:pt x="299" y="21"/>
                  </a:lnTo>
                  <a:lnTo>
                    <a:pt x="302" y="20"/>
                  </a:lnTo>
                  <a:lnTo>
                    <a:pt x="303" y="21"/>
                  </a:lnTo>
                  <a:lnTo>
                    <a:pt x="304" y="21"/>
                  </a:lnTo>
                  <a:lnTo>
                    <a:pt x="307" y="20"/>
                  </a:lnTo>
                  <a:lnTo>
                    <a:pt x="307" y="18"/>
                  </a:lnTo>
                  <a:lnTo>
                    <a:pt x="311" y="17"/>
                  </a:lnTo>
                  <a:lnTo>
                    <a:pt x="316" y="18"/>
                  </a:lnTo>
                  <a:lnTo>
                    <a:pt x="317" y="20"/>
                  </a:lnTo>
                  <a:lnTo>
                    <a:pt x="315" y="38"/>
                  </a:lnTo>
                  <a:lnTo>
                    <a:pt x="315" y="42"/>
                  </a:lnTo>
                  <a:lnTo>
                    <a:pt x="313" y="46"/>
                  </a:lnTo>
                  <a:lnTo>
                    <a:pt x="315" y="49"/>
                  </a:lnTo>
                  <a:lnTo>
                    <a:pt x="312" y="53"/>
                  </a:lnTo>
                  <a:lnTo>
                    <a:pt x="315" y="57"/>
                  </a:lnTo>
                  <a:lnTo>
                    <a:pt x="320" y="59"/>
                  </a:lnTo>
                  <a:lnTo>
                    <a:pt x="324" y="57"/>
                  </a:lnTo>
                  <a:lnTo>
                    <a:pt x="329" y="57"/>
                  </a:lnTo>
                  <a:lnTo>
                    <a:pt x="334" y="58"/>
                  </a:lnTo>
                  <a:lnTo>
                    <a:pt x="336" y="61"/>
                  </a:lnTo>
                  <a:lnTo>
                    <a:pt x="340" y="55"/>
                  </a:lnTo>
                  <a:lnTo>
                    <a:pt x="338" y="53"/>
                  </a:lnTo>
                  <a:lnTo>
                    <a:pt x="338" y="51"/>
                  </a:lnTo>
                  <a:lnTo>
                    <a:pt x="342" y="50"/>
                  </a:lnTo>
                  <a:lnTo>
                    <a:pt x="344" y="49"/>
                  </a:lnTo>
                  <a:lnTo>
                    <a:pt x="349" y="50"/>
                  </a:lnTo>
                  <a:lnTo>
                    <a:pt x="352" y="54"/>
                  </a:lnTo>
                  <a:lnTo>
                    <a:pt x="356" y="58"/>
                  </a:lnTo>
                  <a:lnTo>
                    <a:pt x="360" y="62"/>
                  </a:lnTo>
                  <a:lnTo>
                    <a:pt x="363" y="66"/>
                  </a:lnTo>
                  <a:lnTo>
                    <a:pt x="363" y="67"/>
                  </a:lnTo>
                  <a:lnTo>
                    <a:pt x="365" y="68"/>
                  </a:lnTo>
                  <a:lnTo>
                    <a:pt x="365" y="71"/>
                  </a:lnTo>
                  <a:lnTo>
                    <a:pt x="363" y="72"/>
                  </a:lnTo>
                  <a:lnTo>
                    <a:pt x="363" y="74"/>
                  </a:lnTo>
                  <a:lnTo>
                    <a:pt x="363" y="75"/>
                  </a:lnTo>
                  <a:lnTo>
                    <a:pt x="361" y="75"/>
                  </a:lnTo>
                  <a:lnTo>
                    <a:pt x="360" y="74"/>
                  </a:lnTo>
                  <a:lnTo>
                    <a:pt x="357" y="74"/>
                  </a:lnTo>
                  <a:lnTo>
                    <a:pt x="356" y="75"/>
                  </a:lnTo>
                  <a:lnTo>
                    <a:pt x="353" y="74"/>
                  </a:lnTo>
                  <a:lnTo>
                    <a:pt x="350" y="74"/>
                  </a:lnTo>
                  <a:lnTo>
                    <a:pt x="349" y="78"/>
                  </a:lnTo>
                  <a:lnTo>
                    <a:pt x="345" y="80"/>
                  </a:lnTo>
                  <a:lnTo>
                    <a:pt x="344" y="80"/>
                  </a:lnTo>
                  <a:lnTo>
                    <a:pt x="341" y="79"/>
                  </a:lnTo>
                  <a:lnTo>
                    <a:pt x="341" y="80"/>
                  </a:lnTo>
                  <a:lnTo>
                    <a:pt x="340" y="82"/>
                  </a:lnTo>
                  <a:lnTo>
                    <a:pt x="340" y="83"/>
                  </a:lnTo>
                  <a:lnTo>
                    <a:pt x="338" y="83"/>
                  </a:lnTo>
                  <a:lnTo>
                    <a:pt x="337" y="83"/>
                  </a:lnTo>
                  <a:lnTo>
                    <a:pt x="336" y="84"/>
                  </a:lnTo>
                  <a:lnTo>
                    <a:pt x="333" y="88"/>
                  </a:lnTo>
                  <a:lnTo>
                    <a:pt x="333" y="91"/>
                  </a:lnTo>
                  <a:lnTo>
                    <a:pt x="333" y="93"/>
                  </a:lnTo>
                  <a:lnTo>
                    <a:pt x="332" y="95"/>
                  </a:lnTo>
                  <a:lnTo>
                    <a:pt x="329" y="96"/>
                  </a:lnTo>
                  <a:lnTo>
                    <a:pt x="324" y="100"/>
                  </a:lnTo>
                  <a:lnTo>
                    <a:pt x="321" y="100"/>
                  </a:lnTo>
                  <a:lnTo>
                    <a:pt x="319" y="99"/>
                  </a:lnTo>
                  <a:lnTo>
                    <a:pt x="317" y="100"/>
                  </a:lnTo>
                  <a:lnTo>
                    <a:pt x="315" y="105"/>
                  </a:lnTo>
                  <a:lnTo>
                    <a:pt x="312" y="107"/>
                  </a:lnTo>
                  <a:lnTo>
                    <a:pt x="309" y="108"/>
                  </a:lnTo>
                  <a:lnTo>
                    <a:pt x="308" y="111"/>
                  </a:lnTo>
                  <a:lnTo>
                    <a:pt x="308" y="112"/>
                  </a:lnTo>
                  <a:lnTo>
                    <a:pt x="307" y="112"/>
                  </a:lnTo>
                  <a:lnTo>
                    <a:pt x="304" y="111"/>
                  </a:lnTo>
                  <a:lnTo>
                    <a:pt x="302" y="111"/>
                  </a:lnTo>
                  <a:lnTo>
                    <a:pt x="298" y="109"/>
                  </a:lnTo>
                  <a:lnTo>
                    <a:pt x="295" y="107"/>
                  </a:lnTo>
                  <a:lnTo>
                    <a:pt x="292" y="107"/>
                  </a:lnTo>
                  <a:lnTo>
                    <a:pt x="287" y="108"/>
                  </a:lnTo>
                  <a:lnTo>
                    <a:pt x="284" y="109"/>
                  </a:lnTo>
                  <a:lnTo>
                    <a:pt x="283" y="112"/>
                  </a:lnTo>
                  <a:lnTo>
                    <a:pt x="283" y="117"/>
                  </a:lnTo>
                  <a:lnTo>
                    <a:pt x="283" y="120"/>
                  </a:lnTo>
                  <a:lnTo>
                    <a:pt x="283" y="121"/>
                  </a:lnTo>
                  <a:lnTo>
                    <a:pt x="288" y="125"/>
                  </a:lnTo>
                  <a:lnTo>
                    <a:pt x="292" y="128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90" y="134"/>
                  </a:lnTo>
                  <a:lnTo>
                    <a:pt x="284" y="140"/>
                  </a:lnTo>
                  <a:lnTo>
                    <a:pt x="282" y="145"/>
                  </a:lnTo>
                  <a:lnTo>
                    <a:pt x="281" y="149"/>
                  </a:lnTo>
                  <a:lnTo>
                    <a:pt x="278" y="149"/>
                  </a:lnTo>
                  <a:lnTo>
                    <a:pt x="274" y="150"/>
                  </a:lnTo>
                  <a:lnTo>
                    <a:pt x="271" y="150"/>
                  </a:lnTo>
                  <a:lnTo>
                    <a:pt x="269" y="153"/>
                  </a:lnTo>
                  <a:lnTo>
                    <a:pt x="265" y="155"/>
                  </a:lnTo>
                  <a:lnTo>
                    <a:pt x="262" y="155"/>
                  </a:lnTo>
                  <a:lnTo>
                    <a:pt x="257" y="155"/>
                  </a:lnTo>
                  <a:lnTo>
                    <a:pt x="254" y="157"/>
                  </a:lnTo>
                  <a:lnTo>
                    <a:pt x="250" y="158"/>
                  </a:lnTo>
                  <a:lnTo>
                    <a:pt x="241" y="161"/>
                  </a:lnTo>
                  <a:lnTo>
                    <a:pt x="234" y="163"/>
                  </a:lnTo>
                  <a:lnTo>
                    <a:pt x="232" y="167"/>
                  </a:lnTo>
                  <a:lnTo>
                    <a:pt x="227" y="171"/>
                  </a:lnTo>
                  <a:lnTo>
                    <a:pt x="224" y="172"/>
                  </a:lnTo>
                  <a:lnTo>
                    <a:pt x="221" y="172"/>
                  </a:lnTo>
                  <a:lnTo>
                    <a:pt x="217" y="171"/>
                  </a:lnTo>
                  <a:lnTo>
                    <a:pt x="217" y="170"/>
                  </a:lnTo>
                  <a:lnTo>
                    <a:pt x="217" y="168"/>
                  </a:lnTo>
                  <a:lnTo>
                    <a:pt x="212" y="170"/>
                  </a:lnTo>
                  <a:lnTo>
                    <a:pt x="208" y="171"/>
                  </a:lnTo>
                  <a:lnTo>
                    <a:pt x="204" y="168"/>
                  </a:lnTo>
                  <a:lnTo>
                    <a:pt x="200" y="168"/>
                  </a:lnTo>
                  <a:lnTo>
                    <a:pt x="194" y="166"/>
                  </a:lnTo>
                  <a:lnTo>
                    <a:pt x="186" y="162"/>
                  </a:lnTo>
                  <a:lnTo>
                    <a:pt x="182" y="158"/>
                  </a:lnTo>
                  <a:lnTo>
                    <a:pt x="179" y="158"/>
                  </a:lnTo>
                  <a:lnTo>
                    <a:pt x="170" y="157"/>
                  </a:lnTo>
                  <a:lnTo>
                    <a:pt x="163" y="157"/>
                  </a:lnTo>
                  <a:lnTo>
                    <a:pt x="161" y="157"/>
                  </a:lnTo>
                  <a:lnTo>
                    <a:pt x="159" y="158"/>
                  </a:lnTo>
                  <a:lnTo>
                    <a:pt x="159" y="159"/>
                  </a:lnTo>
                  <a:lnTo>
                    <a:pt x="155" y="161"/>
                  </a:lnTo>
                  <a:lnTo>
                    <a:pt x="149" y="161"/>
                  </a:lnTo>
                  <a:lnTo>
                    <a:pt x="140" y="161"/>
                  </a:lnTo>
                  <a:lnTo>
                    <a:pt x="133" y="161"/>
                  </a:lnTo>
                  <a:lnTo>
                    <a:pt x="126" y="161"/>
                  </a:lnTo>
                  <a:lnTo>
                    <a:pt x="122" y="161"/>
                  </a:lnTo>
                  <a:lnTo>
                    <a:pt x="120" y="161"/>
                  </a:lnTo>
                  <a:lnTo>
                    <a:pt x="119" y="161"/>
                  </a:lnTo>
                  <a:lnTo>
                    <a:pt x="115" y="155"/>
                  </a:lnTo>
                  <a:lnTo>
                    <a:pt x="115" y="153"/>
                  </a:lnTo>
                  <a:lnTo>
                    <a:pt x="112" y="149"/>
                  </a:lnTo>
                  <a:lnTo>
                    <a:pt x="109" y="146"/>
                  </a:lnTo>
                  <a:lnTo>
                    <a:pt x="108" y="143"/>
                  </a:lnTo>
                  <a:lnTo>
                    <a:pt x="108" y="141"/>
                  </a:lnTo>
                  <a:lnTo>
                    <a:pt x="107" y="140"/>
                  </a:lnTo>
                  <a:lnTo>
                    <a:pt x="104" y="140"/>
                  </a:lnTo>
                  <a:lnTo>
                    <a:pt x="104" y="138"/>
                  </a:lnTo>
                  <a:lnTo>
                    <a:pt x="103" y="137"/>
                  </a:lnTo>
                  <a:lnTo>
                    <a:pt x="103" y="136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97" y="136"/>
                  </a:lnTo>
                  <a:lnTo>
                    <a:pt x="95" y="134"/>
                  </a:lnTo>
                  <a:lnTo>
                    <a:pt x="91" y="130"/>
                  </a:lnTo>
                  <a:lnTo>
                    <a:pt x="88" y="130"/>
                  </a:lnTo>
                  <a:lnTo>
                    <a:pt x="88" y="130"/>
                  </a:lnTo>
                  <a:lnTo>
                    <a:pt x="86" y="130"/>
                  </a:lnTo>
                  <a:lnTo>
                    <a:pt x="84" y="129"/>
                  </a:lnTo>
                  <a:lnTo>
                    <a:pt x="80" y="126"/>
                  </a:lnTo>
                  <a:lnTo>
                    <a:pt x="72" y="124"/>
                  </a:lnTo>
                  <a:lnTo>
                    <a:pt x="72" y="125"/>
                  </a:lnTo>
                  <a:lnTo>
                    <a:pt x="71" y="125"/>
                  </a:lnTo>
                  <a:lnTo>
                    <a:pt x="69" y="125"/>
                  </a:lnTo>
                  <a:lnTo>
                    <a:pt x="63" y="126"/>
                  </a:lnTo>
                  <a:lnTo>
                    <a:pt x="51" y="124"/>
                  </a:lnTo>
                  <a:lnTo>
                    <a:pt x="49" y="122"/>
                  </a:lnTo>
                  <a:lnTo>
                    <a:pt x="46" y="117"/>
                  </a:lnTo>
                  <a:lnTo>
                    <a:pt x="46" y="116"/>
                  </a:lnTo>
                  <a:lnTo>
                    <a:pt x="46" y="115"/>
                  </a:lnTo>
                  <a:lnTo>
                    <a:pt x="46" y="113"/>
                  </a:lnTo>
                  <a:lnTo>
                    <a:pt x="47" y="112"/>
                  </a:lnTo>
                  <a:lnTo>
                    <a:pt x="49" y="109"/>
                  </a:lnTo>
                  <a:lnTo>
                    <a:pt x="47" y="108"/>
                  </a:lnTo>
                  <a:lnTo>
                    <a:pt x="46" y="105"/>
                  </a:lnTo>
                  <a:lnTo>
                    <a:pt x="47" y="104"/>
                  </a:lnTo>
                  <a:lnTo>
                    <a:pt x="47" y="101"/>
                  </a:lnTo>
                  <a:lnTo>
                    <a:pt x="46" y="100"/>
                  </a:lnTo>
                  <a:lnTo>
                    <a:pt x="45" y="97"/>
                  </a:lnTo>
                  <a:lnTo>
                    <a:pt x="43" y="96"/>
                  </a:lnTo>
                  <a:lnTo>
                    <a:pt x="41" y="95"/>
                  </a:lnTo>
                  <a:lnTo>
                    <a:pt x="41" y="92"/>
                  </a:lnTo>
                  <a:lnTo>
                    <a:pt x="40" y="91"/>
                  </a:lnTo>
                  <a:lnTo>
                    <a:pt x="38" y="88"/>
                  </a:lnTo>
                  <a:lnTo>
                    <a:pt x="38" y="87"/>
                  </a:lnTo>
                  <a:lnTo>
                    <a:pt x="37" y="86"/>
                  </a:lnTo>
                  <a:lnTo>
                    <a:pt x="34" y="83"/>
                  </a:lnTo>
                  <a:lnTo>
                    <a:pt x="33" y="83"/>
                  </a:lnTo>
                  <a:lnTo>
                    <a:pt x="32" y="82"/>
                  </a:lnTo>
                  <a:lnTo>
                    <a:pt x="30" y="80"/>
                  </a:lnTo>
                  <a:lnTo>
                    <a:pt x="29" y="80"/>
                  </a:lnTo>
                  <a:lnTo>
                    <a:pt x="28" y="82"/>
                  </a:lnTo>
                  <a:lnTo>
                    <a:pt x="26" y="83"/>
                  </a:lnTo>
                  <a:lnTo>
                    <a:pt x="25" y="82"/>
                  </a:lnTo>
                  <a:lnTo>
                    <a:pt x="22" y="80"/>
                  </a:lnTo>
                  <a:lnTo>
                    <a:pt x="22" y="79"/>
                  </a:lnTo>
                  <a:lnTo>
                    <a:pt x="20" y="79"/>
                  </a:lnTo>
                  <a:lnTo>
                    <a:pt x="17" y="80"/>
                  </a:lnTo>
                  <a:lnTo>
                    <a:pt x="17" y="82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6"/>
                  </a:lnTo>
                  <a:lnTo>
                    <a:pt x="8" y="75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0" y="62"/>
                  </a:lnTo>
                  <a:lnTo>
                    <a:pt x="1" y="58"/>
                  </a:lnTo>
                  <a:lnTo>
                    <a:pt x="4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12" y="53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7" y="47"/>
                  </a:lnTo>
                  <a:lnTo>
                    <a:pt x="20" y="46"/>
                  </a:lnTo>
                  <a:lnTo>
                    <a:pt x="20" y="43"/>
                  </a:lnTo>
                  <a:lnTo>
                    <a:pt x="21" y="42"/>
                  </a:lnTo>
                  <a:lnTo>
                    <a:pt x="24" y="41"/>
                  </a:lnTo>
                  <a:lnTo>
                    <a:pt x="25" y="40"/>
                  </a:lnTo>
                  <a:lnTo>
                    <a:pt x="26" y="38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9" y="36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8" y="30"/>
                  </a:lnTo>
                  <a:lnTo>
                    <a:pt x="41" y="30"/>
                  </a:lnTo>
                  <a:lnTo>
                    <a:pt x="42" y="30"/>
                  </a:lnTo>
                  <a:lnTo>
                    <a:pt x="45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9" y="30"/>
                  </a:lnTo>
                  <a:lnTo>
                    <a:pt x="50" y="32"/>
                  </a:lnTo>
                  <a:lnTo>
                    <a:pt x="51" y="34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7" y="33"/>
                  </a:lnTo>
                  <a:lnTo>
                    <a:pt x="58" y="32"/>
                  </a:lnTo>
                  <a:lnTo>
                    <a:pt x="62" y="32"/>
                  </a:lnTo>
                  <a:lnTo>
                    <a:pt x="63" y="34"/>
                  </a:lnTo>
                  <a:lnTo>
                    <a:pt x="63" y="36"/>
                  </a:lnTo>
                  <a:lnTo>
                    <a:pt x="65" y="37"/>
                  </a:lnTo>
                  <a:lnTo>
                    <a:pt x="70" y="41"/>
                  </a:lnTo>
                  <a:lnTo>
                    <a:pt x="72" y="42"/>
                  </a:lnTo>
                  <a:lnTo>
                    <a:pt x="76" y="45"/>
                  </a:lnTo>
                  <a:lnTo>
                    <a:pt x="78" y="43"/>
                  </a:lnTo>
                  <a:lnTo>
                    <a:pt x="80" y="42"/>
                  </a:lnTo>
                  <a:lnTo>
                    <a:pt x="83" y="41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90" y="42"/>
                  </a:lnTo>
                  <a:lnTo>
                    <a:pt x="91" y="42"/>
                  </a:lnTo>
                  <a:lnTo>
                    <a:pt x="96" y="42"/>
                  </a:lnTo>
                  <a:lnTo>
                    <a:pt x="97" y="4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103" y="42"/>
                  </a:lnTo>
                  <a:lnTo>
                    <a:pt x="107" y="42"/>
                  </a:lnTo>
                  <a:lnTo>
                    <a:pt x="109" y="38"/>
                  </a:lnTo>
                  <a:lnTo>
                    <a:pt x="108" y="37"/>
                  </a:lnTo>
                  <a:lnTo>
                    <a:pt x="105" y="36"/>
                  </a:lnTo>
                  <a:lnTo>
                    <a:pt x="105" y="32"/>
                  </a:lnTo>
                  <a:lnTo>
                    <a:pt x="107" y="28"/>
                  </a:lnTo>
                  <a:lnTo>
                    <a:pt x="105" y="26"/>
                  </a:lnTo>
                  <a:lnTo>
                    <a:pt x="104" y="25"/>
                  </a:lnTo>
                  <a:lnTo>
                    <a:pt x="103" y="24"/>
                  </a:lnTo>
                  <a:lnTo>
                    <a:pt x="99" y="22"/>
                  </a:lnTo>
                  <a:lnTo>
                    <a:pt x="97" y="20"/>
                  </a:lnTo>
                  <a:lnTo>
                    <a:pt x="99" y="15"/>
                  </a:lnTo>
                  <a:lnTo>
                    <a:pt x="100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4" y="7"/>
                  </a:lnTo>
                  <a:lnTo>
                    <a:pt x="105" y="8"/>
                  </a:lnTo>
                  <a:lnTo>
                    <a:pt x="105" y="5"/>
                  </a:lnTo>
                  <a:lnTo>
                    <a:pt x="105" y="4"/>
                  </a:lnTo>
                  <a:lnTo>
                    <a:pt x="105" y="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9" name="Freeform 348">
              <a:extLst>
                <a:ext uri="{FF2B5EF4-FFF2-40B4-BE49-F238E27FC236}">
                  <a16:creationId xmlns:a16="http://schemas.microsoft.com/office/drawing/2014/main" id="{8A643643-F3D1-4AE8-B895-865B64CC1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-2440077" y="973973"/>
              <a:ext cx="4089320" cy="2148932"/>
            </a:xfrm>
            <a:custGeom>
              <a:avLst/>
              <a:gdLst>
                <a:gd name="T0" fmla="*/ 245 w 451"/>
                <a:gd name="T1" fmla="*/ 7 h 237"/>
                <a:gd name="T2" fmla="*/ 249 w 451"/>
                <a:gd name="T3" fmla="*/ 22 h 237"/>
                <a:gd name="T4" fmla="*/ 260 w 451"/>
                <a:gd name="T5" fmla="*/ 19 h 237"/>
                <a:gd name="T6" fmla="*/ 268 w 451"/>
                <a:gd name="T7" fmla="*/ 22 h 237"/>
                <a:gd name="T8" fmla="*/ 278 w 451"/>
                <a:gd name="T9" fmla="*/ 32 h 237"/>
                <a:gd name="T10" fmla="*/ 297 w 451"/>
                <a:gd name="T11" fmla="*/ 27 h 237"/>
                <a:gd name="T12" fmla="*/ 314 w 451"/>
                <a:gd name="T13" fmla="*/ 12 h 237"/>
                <a:gd name="T14" fmla="*/ 368 w 451"/>
                <a:gd name="T15" fmla="*/ 70 h 237"/>
                <a:gd name="T16" fmla="*/ 377 w 451"/>
                <a:gd name="T17" fmla="*/ 73 h 237"/>
                <a:gd name="T18" fmla="*/ 392 w 451"/>
                <a:gd name="T19" fmla="*/ 69 h 237"/>
                <a:gd name="T20" fmla="*/ 414 w 451"/>
                <a:gd name="T21" fmla="*/ 78 h 237"/>
                <a:gd name="T22" fmla="*/ 422 w 451"/>
                <a:gd name="T23" fmla="*/ 87 h 237"/>
                <a:gd name="T24" fmla="*/ 442 w 451"/>
                <a:gd name="T25" fmla="*/ 83 h 237"/>
                <a:gd name="T26" fmla="*/ 447 w 451"/>
                <a:gd name="T27" fmla="*/ 97 h 237"/>
                <a:gd name="T28" fmla="*/ 439 w 451"/>
                <a:gd name="T29" fmla="*/ 122 h 237"/>
                <a:gd name="T30" fmla="*/ 428 w 451"/>
                <a:gd name="T31" fmla="*/ 131 h 237"/>
                <a:gd name="T32" fmla="*/ 409 w 451"/>
                <a:gd name="T33" fmla="*/ 148 h 237"/>
                <a:gd name="T34" fmla="*/ 406 w 451"/>
                <a:gd name="T35" fmla="*/ 162 h 237"/>
                <a:gd name="T36" fmla="*/ 384 w 451"/>
                <a:gd name="T37" fmla="*/ 168 h 237"/>
                <a:gd name="T38" fmla="*/ 393 w 451"/>
                <a:gd name="T39" fmla="*/ 181 h 237"/>
                <a:gd name="T40" fmla="*/ 398 w 451"/>
                <a:gd name="T41" fmla="*/ 202 h 237"/>
                <a:gd name="T42" fmla="*/ 369 w 451"/>
                <a:gd name="T43" fmla="*/ 199 h 237"/>
                <a:gd name="T44" fmla="*/ 332 w 451"/>
                <a:gd name="T45" fmla="*/ 200 h 237"/>
                <a:gd name="T46" fmla="*/ 319 w 451"/>
                <a:gd name="T47" fmla="*/ 208 h 237"/>
                <a:gd name="T48" fmla="*/ 289 w 451"/>
                <a:gd name="T49" fmla="*/ 214 h 237"/>
                <a:gd name="T50" fmla="*/ 268 w 451"/>
                <a:gd name="T51" fmla="*/ 236 h 237"/>
                <a:gd name="T52" fmla="*/ 230 w 451"/>
                <a:gd name="T53" fmla="*/ 206 h 237"/>
                <a:gd name="T54" fmla="*/ 126 w 451"/>
                <a:gd name="T55" fmla="*/ 236 h 237"/>
                <a:gd name="T56" fmla="*/ 81 w 451"/>
                <a:gd name="T57" fmla="*/ 225 h 237"/>
                <a:gd name="T58" fmla="*/ 74 w 451"/>
                <a:gd name="T59" fmla="*/ 216 h 237"/>
                <a:gd name="T60" fmla="*/ 65 w 451"/>
                <a:gd name="T61" fmla="*/ 208 h 237"/>
                <a:gd name="T62" fmla="*/ 53 w 451"/>
                <a:gd name="T63" fmla="*/ 194 h 237"/>
                <a:gd name="T64" fmla="*/ 62 w 451"/>
                <a:gd name="T65" fmla="*/ 190 h 237"/>
                <a:gd name="T66" fmla="*/ 60 w 451"/>
                <a:gd name="T67" fmla="*/ 182 h 237"/>
                <a:gd name="T68" fmla="*/ 73 w 451"/>
                <a:gd name="T69" fmla="*/ 175 h 237"/>
                <a:gd name="T70" fmla="*/ 79 w 451"/>
                <a:gd name="T71" fmla="*/ 174 h 237"/>
                <a:gd name="T72" fmla="*/ 79 w 451"/>
                <a:gd name="T73" fmla="*/ 160 h 237"/>
                <a:gd name="T74" fmla="*/ 70 w 451"/>
                <a:gd name="T75" fmla="*/ 152 h 237"/>
                <a:gd name="T76" fmla="*/ 62 w 451"/>
                <a:gd name="T77" fmla="*/ 154 h 237"/>
                <a:gd name="T78" fmla="*/ 52 w 451"/>
                <a:gd name="T79" fmla="*/ 154 h 237"/>
                <a:gd name="T80" fmla="*/ 41 w 451"/>
                <a:gd name="T81" fmla="*/ 160 h 237"/>
                <a:gd name="T82" fmla="*/ 29 w 451"/>
                <a:gd name="T83" fmla="*/ 158 h 237"/>
                <a:gd name="T84" fmla="*/ 7 w 451"/>
                <a:gd name="T85" fmla="*/ 135 h 237"/>
                <a:gd name="T86" fmla="*/ 7 w 451"/>
                <a:gd name="T87" fmla="*/ 103 h 237"/>
                <a:gd name="T88" fmla="*/ 24 w 451"/>
                <a:gd name="T89" fmla="*/ 97 h 237"/>
                <a:gd name="T90" fmla="*/ 39 w 451"/>
                <a:gd name="T91" fmla="*/ 82 h 237"/>
                <a:gd name="T92" fmla="*/ 47 w 451"/>
                <a:gd name="T93" fmla="*/ 83 h 237"/>
                <a:gd name="T94" fmla="*/ 58 w 451"/>
                <a:gd name="T95" fmla="*/ 81 h 237"/>
                <a:gd name="T96" fmla="*/ 79 w 451"/>
                <a:gd name="T97" fmla="*/ 91 h 237"/>
                <a:gd name="T98" fmla="*/ 94 w 451"/>
                <a:gd name="T99" fmla="*/ 91 h 237"/>
                <a:gd name="T100" fmla="*/ 107 w 451"/>
                <a:gd name="T101" fmla="*/ 85 h 237"/>
                <a:gd name="T102" fmla="*/ 126 w 451"/>
                <a:gd name="T103" fmla="*/ 85 h 237"/>
                <a:gd name="T104" fmla="*/ 140 w 451"/>
                <a:gd name="T105" fmla="*/ 94 h 237"/>
                <a:gd name="T106" fmla="*/ 157 w 451"/>
                <a:gd name="T107" fmla="*/ 78 h 237"/>
                <a:gd name="T108" fmla="*/ 141 w 451"/>
                <a:gd name="T109" fmla="*/ 69 h 237"/>
                <a:gd name="T110" fmla="*/ 149 w 451"/>
                <a:gd name="T111" fmla="*/ 50 h 237"/>
                <a:gd name="T112" fmla="*/ 147 w 451"/>
                <a:gd name="T113" fmla="*/ 45 h 237"/>
                <a:gd name="T114" fmla="*/ 141 w 451"/>
                <a:gd name="T115" fmla="*/ 36 h 237"/>
                <a:gd name="T116" fmla="*/ 154 w 451"/>
                <a:gd name="T117" fmla="*/ 33 h 237"/>
                <a:gd name="T118" fmla="*/ 174 w 451"/>
                <a:gd name="T119" fmla="*/ 28 h 237"/>
                <a:gd name="T120" fmla="*/ 189 w 451"/>
                <a:gd name="T121" fmla="*/ 20 h 237"/>
                <a:gd name="T122" fmla="*/ 207 w 451"/>
                <a:gd name="T123" fmla="*/ 12 h 237"/>
                <a:gd name="T124" fmla="*/ 220 w 451"/>
                <a:gd name="T125" fmla="*/ 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1" h="237">
                  <a:moveTo>
                    <a:pt x="227" y="0"/>
                  </a:moveTo>
                  <a:lnTo>
                    <a:pt x="230" y="2"/>
                  </a:lnTo>
                  <a:lnTo>
                    <a:pt x="234" y="2"/>
                  </a:lnTo>
                  <a:lnTo>
                    <a:pt x="236" y="4"/>
                  </a:lnTo>
                  <a:lnTo>
                    <a:pt x="239" y="4"/>
                  </a:lnTo>
                  <a:lnTo>
                    <a:pt x="241" y="3"/>
                  </a:lnTo>
                  <a:lnTo>
                    <a:pt x="244" y="3"/>
                  </a:lnTo>
                  <a:lnTo>
                    <a:pt x="244" y="6"/>
                  </a:lnTo>
                  <a:lnTo>
                    <a:pt x="245" y="7"/>
                  </a:lnTo>
                  <a:lnTo>
                    <a:pt x="247" y="8"/>
                  </a:lnTo>
                  <a:lnTo>
                    <a:pt x="248" y="11"/>
                  </a:lnTo>
                  <a:lnTo>
                    <a:pt x="249" y="12"/>
                  </a:lnTo>
                  <a:lnTo>
                    <a:pt x="249" y="14"/>
                  </a:lnTo>
                  <a:lnTo>
                    <a:pt x="249" y="15"/>
                  </a:lnTo>
                  <a:lnTo>
                    <a:pt x="249" y="18"/>
                  </a:lnTo>
                  <a:lnTo>
                    <a:pt x="249" y="19"/>
                  </a:lnTo>
                  <a:lnTo>
                    <a:pt x="248" y="19"/>
                  </a:lnTo>
                  <a:lnTo>
                    <a:pt x="249" y="22"/>
                  </a:lnTo>
                  <a:lnTo>
                    <a:pt x="251" y="22"/>
                  </a:lnTo>
                  <a:lnTo>
                    <a:pt x="253" y="20"/>
                  </a:lnTo>
                  <a:lnTo>
                    <a:pt x="255" y="22"/>
                  </a:lnTo>
                  <a:lnTo>
                    <a:pt x="256" y="22"/>
                  </a:lnTo>
                  <a:lnTo>
                    <a:pt x="256" y="19"/>
                  </a:lnTo>
                  <a:lnTo>
                    <a:pt x="259" y="19"/>
                  </a:lnTo>
                  <a:lnTo>
                    <a:pt x="259" y="22"/>
                  </a:lnTo>
                  <a:lnTo>
                    <a:pt x="260" y="22"/>
                  </a:lnTo>
                  <a:lnTo>
                    <a:pt x="260" y="19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4" y="19"/>
                  </a:lnTo>
                  <a:lnTo>
                    <a:pt x="265" y="23"/>
                  </a:lnTo>
                  <a:lnTo>
                    <a:pt x="266" y="25"/>
                  </a:lnTo>
                  <a:lnTo>
                    <a:pt x="268" y="25"/>
                  </a:lnTo>
                  <a:lnTo>
                    <a:pt x="269" y="24"/>
                  </a:lnTo>
                  <a:lnTo>
                    <a:pt x="268" y="23"/>
                  </a:lnTo>
                  <a:lnTo>
                    <a:pt x="268" y="22"/>
                  </a:lnTo>
                  <a:lnTo>
                    <a:pt x="270" y="22"/>
                  </a:lnTo>
                  <a:lnTo>
                    <a:pt x="274" y="24"/>
                  </a:lnTo>
                  <a:lnTo>
                    <a:pt x="276" y="24"/>
                  </a:lnTo>
                  <a:lnTo>
                    <a:pt x="278" y="23"/>
                  </a:lnTo>
                  <a:lnTo>
                    <a:pt x="280" y="23"/>
                  </a:lnTo>
                  <a:lnTo>
                    <a:pt x="278" y="25"/>
                  </a:lnTo>
                  <a:lnTo>
                    <a:pt x="277" y="27"/>
                  </a:lnTo>
                  <a:lnTo>
                    <a:pt x="277" y="29"/>
                  </a:lnTo>
                  <a:lnTo>
                    <a:pt x="278" y="32"/>
                  </a:lnTo>
                  <a:lnTo>
                    <a:pt x="280" y="32"/>
                  </a:lnTo>
                  <a:lnTo>
                    <a:pt x="281" y="29"/>
                  </a:lnTo>
                  <a:lnTo>
                    <a:pt x="284" y="29"/>
                  </a:lnTo>
                  <a:lnTo>
                    <a:pt x="289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28"/>
                  </a:lnTo>
                  <a:lnTo>
                    <a:pt x="293" y="27"/>
                  </a:lnTo>
                  <a:lnTo>
                    <a:pt x="297" y="27"/>
                  </a:lnTo>
                  <a:lnTo>
                    <a:pt x="299" y="24"/>
                  </a:lnTo>
                  <a:lnTo>
                    <a:pt x="299" y="23"/>
                  </a:lnTo>
                  <a:lnTo>
                    <a:pt x="302" y="22"/>
                  </a:lnTo>
                  <a:lnTo>
                    <a:pt x="302" y="19"/>
                  </a:lnTo>
                  <a:lnTo>
                    <a:pt x="305" y="16"/>
                  </a:lnTo>
                  <a:lnTo>
                    <a:pt x="306" y="16"/>
                  </a:lnTo>
                  <a:lnTo>
                    <a:pt x="309" y="14"/>
                  </a:lnTo>
                  <a:lnTo>
                    <a:pt x="311" y="14"/>
                  </a:lnTo>
                  <a:lnTo>
                    <a:pt x="314" y="12"/>
                  </a:lnTo>
                  <a:lnTo>
                    <a:pt x="315" y="14"/>
                  </a:lnTo>
                  <a:lnTo>
                    <a:pt x="315" y="15"/>
                  </a:lnTo>
                  <a:lnTo>
                    <a:pt x="313" y="18"/>
                  </a:lnTo>
                  <a:lnTo>
                    <a:pt x="311" y="18"/>
                  </a:lnTo>
                  <a:lnTo>
                    <a:pt x="313" y="20"/>
                  </a:lnTo>
                  <a:lnTo>
                    <a:pt x="334" y="36"/>
                  </a:lnTo>
                  <a:lnTo>
                    <a:pt x="363" y="73"/>
                  </a:lnTo>
                  <a:lnTo>
                    <a:pt x="365" y="72"/>
                  </a:lnTo>
                  <a:lnTo>
                    <a:pt x="368" y="70"/>
                  </a:lnTo>
                  <a:lnTo>
                    <a:pt x="368" y="69"/>
                  </a:lnTo>
                  <a:lnTo>
                    <a:pt x="368" y="69"/>
                  </a:lnTo>
                  <a:lnTo>
                    <a:pt x="366" y="66"/>
                  </a:lnTo>
                  <a:lnTo>
                    <a:pt x="369" y="65"/>
                  </a:lnTo>
                  <a:lnTo>
                    <a:pt x="372" y="66"/>
                  </a:lnTo>
                  <a:lnTo>
                    <a:pt x="372" y="69"/>
                  </a:lnTo>
                  <a:lnTo>
                    <a:pt x="372" y="70"/>
                  </a:lnTo>
                  <a:lnTo>
                    <a:pt x="374" y="70"/>
                  </a:lnTo>
                  <a:lnTo>
                    <a:pt x="377" y="73"/>
                  </a:lnTo>
                  <a:lnTo>
                    <a:pt x="378" y="73"/>
                  </a:lnTo>
                  <a:lnTo>
                    <a:pt x="381" y="72"/>
                  </a:lnTo>
                  <a:lnTo>
                    <a:pt x="382" y="72"/>
                  </a:lnTo>
                  <a:lnTo>
                    <a:pt x="385" y="73"/>
                  </a:lnTo>
                  <a:lnTo>
                    <a:pt x="388" y="72"/>
                  </a:lnTo>
                  <a:lnTo>
                    <a:pt x="390" y="72"/>
                  </a:lnTo>
                  <a:lnTo>
                    <a:pt x="392" y="72"/>
                  </a:lnTo>
                  <a:lnTo>
                    <a:pt x="393" y="70"/>
                  </a:lnTo>
                  <a:lnTo>
                    <a:pt x="392" y="69"/>
                  </a:lnTo>
                  <a:lnTo>
                    <a:pt x="393" y="68"/>
                  </a:lnTo>
                  <a:lnTo>
                    <a:pt x="397" y="68"/>
                  </a:lnTo>
                  <a:lnTo>
                    <a:pt x="401" y="68"/>
                  </a:lnTo>
                  <a:lnTo>
                    <a:pt x="405" y="68"/>
                  </a:lnTo>
                  <a:lnTo>
                    <a:pt x="407" y="70"/>
                  </a:lnTo>
                  <a:lnTo>
                    <a:pt x="410" y="74"/>
                  </a:lnTo>
                  <a:lnTo>
                    <a:pt x="411" y="77"/>
                  </a:lnTo>
                  <a:lnTo>
                    <a:pt x="413" y="77"/>
                  </a:lnTo>
                  <a:lnTo>
                    <a:pt x="414" y="78"/>
                  </a:lnTo>
                  <a:lnTo>
                    <a:pt x="418" y="79"/>
                  </a:lnTo>
                  <a:lnTo>
                    <a:pt x="418" y="79"/>
                  </a:lnTo>
                  <a:lnTo>
                    <a:pt x="420" y="81"/>
                  </a:lnTo>
                  <a:lnTo>
                    <a:pt x="420" y="82"/>
                  </a:lnTo>
                  <a:lnTo>
                    <a:pt x="419" y="82"/>
                  </a:lnTo>
                  <a:lnTo>
                    <a:pt x="419" y="85"/>
                  </a:lnTo>
                  <a:lnTo>
                    <a:pt x="420" y="86"/>
                  </a:lnTo>
                  <a:lnTo>
                    <a:pt x="422" y="87"/>
                  </a:lnTo>
                  <a:lnTo>
                    <a:pt x="422" y="87"/>
                  </a:lnTo>
                  <a:lnTo>
                    <a:pt x="423" y="87"/>
                  </a:lnTo>
                  <a:lnTo>
                    <a:pt x="426" y="89"/>
                  </a:lnTo>
                  <a:lnTo>
                    <a:pt x="427" y="90"/>
                  </a:lnTo>
                  <a:lnTo>
                    <a:pt x="428" y="89"/>
                  </a:lnTo>
                  <a:lnTo>
                    <a:pt x="430" y="87"/>
                  </a:lnTo>
                  <a:lnTo>
                    <a:pt x="435" y="87"/>
                  </a:lnTo>
                  <a:lnTo>
                    <a:pt x="438" y="86"/>
                  </a:lnTo>
                  <a:lnTo>
                    <a:pt x="439" y="85"/>
                  </a:lnTo>
                  <a:lnTo>
                    <a:pt x="442" y="83"/>
                  </a:lnTo>
                  <a:lnTo>
                    <a:pt x="443" y="83"/>
                  </a:lnTo>
                  <a:lnTo>
                    <a:pt x="442" y="86"/>
                  </a:lnTo>
                  <a:lnTo>
                    <a:pt x="443" y="89"/>
                  </a:lnTo>
                  <a:lnTo>
                    <a:pt x="444" y="89"/>
                  </a:lnTo>
                  <a:lnTo>
                    <a:pt x="447" y="91"/>
                  </a:lnTo>
                  <a:lnTo>
                    <a:pt x="449" y="93"/>
                  </a:lnTo>
                  <a:lnTo>
                    <a:pt x="451" y="94"/>
                  </a:lnTo>
                  <a:lnTo>
                    <a:pt x="448" y="95"/>
                  </a:lnTo>
                  <a:lnTo>
                    <a:pt x="447" y="97"/>
                  </a:lnTo>
                  <a:lnTo>
                    <a:pt x="444" y="100"/>
                  </a:lnTo>
                  <a:lnTo>
                    <a:pt x="444" y="102"/>
                  </a:lnTo>
                  <a:lnTo>
                    <a:pt x="444" y="103"/>
                  </a:lnTo>
                  <a:lnTo>
                    <a:pt x="443" y="106"/>
                  </a:lnTo>
                  <a:lnTo>
                    <a:pt x="439" y="107"/>
                  </a:lnTo>
                  <a:lnTo>
                    <a:pt x="438" y="108"/>
                  </a:lnTo>
                  <a:lnTo>
                    <a:pt x="436" y="111"/>
                  </a:lnTo>
                  <a:lnTo>
                    <a:pt x="438" y="116"/>
                  </a:lnTo>
                  <a:lnTo>
                    <a:pt x="439" y="122"/>
                  </a:lnTo>
                  <a:lnTo>
                    <a:pt x="442" y="124"/>
                  </a:lnTo>
                  <a:lnTo>
                    <a:pt x="442" y="125"/>
                  </a:lnTo>
                  <a:lnTo>
                    <a:pt x="438" y="129"/>
                  </a:lnTo>
                  <a:lnTo>
                    <a:pt x="436" y="129"/>
                  </a:lnTo>
                  <a:lnTo>
                    <a:pt x="434" y="132"/>
                  </a:lnTo>
                  <a:lnTo>
                    <a:pt x="432" y="133"/>
                  </a:lnTo>
                  <a:lnTo>
                    <a:pt x="431" y="132"/>
                  </a:lnTo>
                  <a:lnTo>
                    <a:pt x="430" y="131"/>
                  </a:lnTo>
                  <a:lnTo>
                    <a:pt x="428" y="131"/>
                  </a:lnTo>
                  <a:lnTo>
                    <a:pt x="423" y="132"/>
                  </a:lnTo>
                  <a:lnTo>
                    <a:pt x="420" y="132"/>
                  </a:lnTo>
                  <a:lnTo>
                    <a:pt x="415" y="131"/>
                  </a:lnTo>
                  <a:lnTo>
                    <a:pt x="413" y="129"/>
                  </a:lnTo>
                  <a:lnTo>
                    <a:pt x="411" y="131"/>
                  </a:lnTo>
                  <a:lnTo>
                    <a:pt x="411" y="136"/>
                  </a:lnTo>
                  <a:lnTo>
                    <a:pt x="410" y="139"/>
                  </a:lnTo>
                  <a:lnTo>
                    <a:pt x="410" y="141"/>
                  </a:lnTo>
                  <a:lnTo>
                    <a:pt x="409" y="148"/>
                  </a:lnTo>
                  <a:lnTo>
                    <a:pt x="409" y="153"/>
                  </a:lnTo>
                  <a:lnTo>
                    <a:pt x="407" y="156"/>
                  </a:lnTo>
                  <a:lnTo>
                    <a:pt x="409" y="157"/>
                  </a:lnTo>
                  <a:lnTo>
                    <a:pt x="411" y="157"/>
                  </a:lnTo>
                  <a:lnTo>
                    <a:pt x="411" y="160"/>
                  </a:lnTo>
                  <a:lnTo>
                    <a:pt x="410" y="162"/>
                  </a:lnTo>
                  <a:lnTo>
                    <a:pt x="409" y="162"/>
                  </a:lnTo>
                  <a:lnTo>
                    <a:pt x="407" y="162"/>
                  </a:lnTo>
                  <a:lnTo>
                    <a:pt x="406" y="162"/>
                  </a:lnTo>
                  <a:lnTo>
                    <a:pt x="405" y="161"/>
                  </a:lnTo>
                  <a:lnTo>
                    <a:pt x="403" y="162"/>
                  </a:lnTo>
                  <a:lnTo>
                    <a:pt x="399" y="162"/>
                  </a:lnTo>
                  <a:lnTo>
                    <a:pt x="394" y="164"/>
                  </a:lnTo>
                  <a:lnTo>
                    <a:pt x="392" y="165"/>
                  </a:lnTo>
                  <a:lnTo>
                    <a:pt x="389" y="165"/>
                  </a:lnTo>
                  <a:lnTo>
                    <a:pt x="388" y="165"/>
                  </a:lnTo>
                  <a:lnTo>
                    <a:pt x="386" y="165"/>
                  </a:lnTo>
                  <a:lnTo>
                    <a:pt x="384" y="168"/>
                  </a:lnTo>
                  <a:lnTo>
                    <a:pt x="384" y="169"/>
                  </a:lnTo>
                  <a:lnTo>
                    <a:pt x="386" y="170"/>
                  </a:lnTo>
                  <a:lnTo>
                    <a:pt x="389" y="170"/>
                  </a:lnTo>
                  <a:lnTo>
                    <a:pt x="392" y="170"/>
                  </a:lnTo>
                  <a:lnTo>
                    <a:pt x="392" y="172"/>
                  </a:lnTo>
                  <a:lnTo>
                    <a:pt x="390" y="174"/>
                  </a:lnTo>
                  <a:lnTo>
                    <a:pt x="392" y="177"/>
                  </a:lnTo>
                  <a:lnTo>
                    <a:pt x="392" y="179"/>
                  </a:lnTo>
                  <a:lnTo>
                    <a:pt x="393" y="181"/>
                  </a:lnTo>
                  <a:lnTo>
                    <a:pt x="393" y="183"/>
                  </a:lnTo>
                  <a:lnTo>
                    <a:pt x="395" y="186"/>
                  </a:lnTo>
                  <a:lnTo>
                    <a:pt x="395" y="189"/>
                  </a:lnTo>
                  <a:lnTo>
                    <a:pt x="398" y="190"/>
                  </a:lnTo>
                  <a:lnTo>
                    <a:pt x="399" y="195"/>
                  </a:lnTo>
                  <a:lnTo>
                    <a:pt x="398" y="197"/>
                  </a:lnTo>
                  <a:lnTo>
                    <a:pt x="397" y="199"/>
                  </a:lnTo>
                  <a:lnTo>
                    <a:pt x="399" y="200"/>
                  </a:lnTo>
                  <a:lnTo>
                    <a:pt x="398" y="202"/>
                  </a:lnTo>
                  <a:lnTo>
                    <a:pt x="398" y="203"/>
                  </a:lnTo>
                  <a:lnTo>
                    <a:pt x="395" y="204"/>
                  </a:lnTo>
                  <a:lnTo>
                    <a:pt x="395" y="207"/>
                  </a:lnTo>
                  <a:lnTo>
                    <a:pt x="393" y="208"/>
                  </a:lnTo>
                  <a:lnTo>
                    <a:pt x="388" y="207"/>
                  </a:lnTo>
                  <a:lnTo>
                    <a:pt x="382" y="202"/>
                  </a:lnTo>
                  <a:lnTo>
                    <a:pt x="381" y="202"/>
                  </a:lnTo>
                  <a:lnTo>
                    <a:pt x="376" y="200"/>
                  </a:lnTo>
                  <a:lnTo>
                    <a:pt x="369" y="199"/>
                  </a:lnTo>
                  <a:lnTo>
                    <a:pt x="365" y="200"/>
                  </a:lnTo>
                  <a:lnTo>
                    <a:pt x="359" y="199"/>
                  </a:lnTo>
                  <a:lnTo>
                    <a:pt x="353" y="200"/>
                  </a:lnTo>
                  <a:lnTo>
                    <a:pt x="351" y="200"/>
                  </a:lnTo>
                  <a:lnTo>
                    <a:pt x="348" y="200"/>
                  </a:lnTo>
                  <a:lnTo>
                    <a:pt x="345" y="202"/>
                  </a:lnTo>
                  <a:lnTo>
                    <a:pt x="343" y="203"/>
                  </a:lnTo>
                  <a:lnTo>
                    <a:pt x="336" y="202"/>
                  </a:lnTo>
                  <a:lnTo>
                    <a:pt x="332" y="200"/>
                  </a:lnTo>
                  <a:lnTo>
                    <a:pt x="330" y="199"/>
                  </a:lnTo>
                  <a:lnTo>
                    <a:pt x="326" y="199"/>
                  </a:lnTo>
                  <a:lnTo>
                    <a:pt x="324" y="200"/>
                  </a:lnTo>
                  <a:lnTo>
                    <a:pt x="322" y="200"/>
                  </a:lnTo>
                  <a:lnTo>
                    <a:pt x="319" y="199"/>
                  </a:lnTo>
                  <a:lnTo>
                    <a:pt x="318" y="200"/>
                  </a:lnTo>
                  <a:lnTo>
                    <a:pt x="318" y="203"/>
                  </a:lnTo>
                  <a:lnTo>
                    <a:pt x="319" y="206"/>
                  </a:lnTo>
                  <a:lnTo>
                    <a:pt x="319" y="208"/>
                  </a:lnTo>
                  <a:lnTo>
                    <a:pt x="315" y="210"/>
                  </a:lnTo>
                  <a:lnTo>
                    <a:pt x="309" y="210"/>
                  </a:lnTo>
                  <a:lnTo>
                    <a:pt x="299" y="208"/>
                  </a:lnTo>
                  <a:lnTo>
                    <a:pt x="297" y="207"/>
                  </a:lnTo>
                  <a:lnTo>
                    <a:pt x="293" y="207"/>
                  </a:lnTo>
                  <a:lnTo>
                    <a:pt x="291" y="210"/>
                  </a:lnTo>
                  <a:lnTo>
                    <a:pt x="291" y="211"/>
                  </a:lnTo>
                  <a:lnTo>
                    <a:pt x="289" y="212"/>
                  </a:lnTo>
                  <a:lnTo>
                    <a:pt x="289" y="214"/>
                  </a:lnTo>
                  <a:lnTo>
                    <a:pt x="289" y="214"/>
                  </a:lnTo>
                  <a:lnTo>
                    <a:pt x="286" y="216"/>
                  </a:lnTo>
                  <a:lnTo>
                    <a:pt x="284" y="218"/>
                  </a:lnTo>
                  <a:lnTo>
                    <a:pt x="280" y="223"/>
                  </a:lnTo>
                  <a:lnTo>
                    <a:pt x="278" y="225"/>
                  </a:lnTo>
                  <a:lnTo>
                    <a:pt x="276" y="228"/>
                  </a:lnTo>
                  <a:lnTo>
                    <a:pt x="274" y="232"/>
                  </a:lnTo>
                  <a:lnTo>
                    <a:pt x="269" y="236"/>
                  </a:lnTo>
                  <a:lnTo>
                    <a:pt x="268" y="236"/>
                  </a:lnTo>
                  <a:lnTo>
                    <a:pt x="262" y="233"/>
                  </a:lnTo>
                  <a:lnTo>
                    <a:pt x="259" y="232"/>
                  </a:lnTo>
                  <a:lnTo>
                    <a:pt x="255" y="233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3" y="222"/>
                  </a:lnTo>
                  <a:lnTo>
                    <a:pt x="234" y="222"/>
                  </a:lnTo>
                  <a:lnTo>
                    <a:pt x="234" y="204"/>
                  </a:lnTo>
                  <a:lnTo>
                    <a:pt x="230" y="206"/>
                  </a:lnTo>
                  <a:lnTo>
                    <a:pt x="227" y="198"/>
                  </a:lnTo>
                  <a:lnTo>
                    <a:pt x="220" y="194"/>
                  </a:lnTo>
                  <a:lnTo>
                    <a:pt x="201" y="194"/>
                  </a:lnTo>
                  <a:lnTo>
                    <a:pt x="183" y="195"/>
                  </a:lnTo>
                  <a:lnTo>
                    <a:pt x="173" y="190"/>
                  </a:lnTo>
                  <a:lnTo>
                    <a:pt x="166" y="187"/>
                  </a:lnTo>
                  <a:lnTo>
                    <a:pt x="147" y="174"/>
                  </a:lnTo>
                  <a:lnTo>
                    <a:pt x="116" y="179"/>
                  </a:lnTo>
                  <a:lnTo>
                    <a:pt x="126" y="236"/>
                  </a:lnTo>
                  <a:lnTo>
                    <a:pt x="124" y="236"/>
                  </a:lnTo>
                  <a:lnTo>
                    <a:pt x="119" y="237"/>
                  </a:lnTo>
                  <a:lnTo>
                    <a:pt x="111" y="228"/>
                  </a:lnTo>
                  <a:lnTo>
                    <a:pt x="103" y="224"/>
                  </a:lnTo>
                  <a:lnTo>
                    <a:pt x="95" y="223"/>
                  </a:lnTo>
                  <a:lnTo>
                    <a:pt x="90" y="224"/>
                  </a:lnTo>
                  <a:lnTo>
                    <a:pt x="82" y="231"/>
                  </a:lnTo>
                  <a:lnTo>
                    <a:pt x="82" y="228"/>
                  </a:lnTo>
                  <a:lnTo>
                    <a:pt x="81" y="225"/>
                  </a:lnTo>
                  <a:lnTo>
                    <a:pt x="82" y="222"/>
                  </a:lnTo>
                  <a:lnTo>
                    <a:pt x="83" y="219"/>
                  </a:lnTo>
                  <a:lnTo>
                    <a:pt x="83" y="218"/>
                  </a:lnTo>
                  <a:lnTo>
                    <a:pt x="83" y="216"/>
                  </a:lnTo>
                  <a:lnTo>
                    <a:pt x="82" y="216"/>
                  </a:lnTo>
                  <a:lnTo>
                    <a:pt x="79" y="216"/>
                  </a:lnTo>
                  <a:lnTo>
                    <a:pt x="78" y="215"/>
                  </a:lnTo>
                  <a:lnTo>
                    <a:pt x="75" y="215"/>
                  </a:lnTo>
                  <a:lnTo>
                    <a:pt x="74" y="216"/>
                  </a:lnTo>
                  <a:lnTo>
                    <a:pt x="73" y="215"/>
                  </a:lnTo>
                  <a:lnTo>
                    <a:pt x="72" y="214"/>
                  </a:lnTo>
                  <a:lnTo>
                    <a:pt x="72" y="212"/>
                  </a:lnTo>
                  <a:lnTo>
                    <a:pt x="70" y="211"/>
                  </a:lnTo>
                  <a:lnTo>
                    <a:pt x="69" y="210"/>
                  </a:lnTo>
                  <a:lnTo>
                    <a:pt x="69" y="210"/>
                  </a:lnTo>
                  <a:lnTo>
                    <a:pt x="66" y="211"/>
                  </a:lnTo>
                  <a:lnTo>
                    <a:pt x="65" y="211"/>
                  </a:lnTo>
                  <a:lnTo>
                    <a:pt x="65" y="208"/>
                  </a:lnTo>
                  <a:lnTo>
                    <a:pt x="65" y="206"/>
                  </a:lnTo>
                  <a:lnTo>
                    <a:pt x="62" y="202"/>
                  </a:lnTo>
                  <a:lnTo>
                    <a:pt x="61" y="200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58" y="197"/>
                  </a:lnTo>
                  <a:lnTo>
                    <a:pt x="57" y="195"/>
                  </a:lnTo>
                  <a:lnTo>
                    <a:pt x="56" y="194"/>
                  </a:lnTo>
                  <a:lnTo>
                    <a:pt x="53" y="194"/>
                  </a:lnTo>
                  <a:lnTo>
                    <a:pt x="52" y="193"/>
                  </a:lnTo>
                  <a:lnTo>
                    <a:pt x="52" y="191"/>
                  </a:lnTo>
                  <a:lnTo>
                    <a:pt x="53" y="190"/>
                  </a:lnTo>
                  <a:lnTo>
                    <a:pt x="54" y="190"/>
                  </a:lnTo>
                  <a:lnTo>
                    <a:pt x="57" y="190"/>
                  </a:lnTo>
                  <a:lnTo>
                    <a:pt x="58" y="190"/>
                  </a:lnTo>
                  <a:lnTo>
                    <a:pt x="60" y="190"/>
                  </a:lnTo>
                  <a:lnTo>
                    <a:pt x="61" y="191"/>
                  </a:lnTo>
                  <a:lnTo>
                    <a:pt x="62" y="190"/>
                  </a:lnTo>
                  <a:lnTo>
                    <a:pt x="64" y="189"/>
                  </a:lnTo>
                  <a:lnTo>
                    <a:pt x="65" y="190"/>
                  </a:lnTo>
                  <a:lnTo>
                    <a:pt x="66" y="190"/>
                  </a:lnTo>
                  <a:lnTo>
                    <a:pt x="65" y="189"/>
                  </a:lnTo>
                  <a:lnTo>
                    <a:pt x="64" y="189"/>
                  </a:lnTo>
                  <a:lnTo>
                    <a:pt x="62" y="189"/>
                  </a:lnTo>
                  <a:lnTo>
                    <a:pt x="62" y="186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1" y="182"/>
                  </a:lnTo>
                  <a:lnTo>
                    <a:pt x="61" y="179"/>
                  </a:lnTo>
                  <a:lnTo>
                    <a:pt x="61" y="178"/>
                  </a:lnTo>
                  <a:lnTo>
                    <a:pt x="62" y="177"/>
                  </a:lnTo>
                  <a:lnTo>
                    <a:pt x="65" y="177"/>
                  </a:lnTo>
                  <a:lnTo>
                    <a:pt x="66" y="175"/>
                  </a:lnTo>
                  <a:lnTo>
                    <a:pt x="69" y="177"/>
                  </a:lnTo>
                  <a:lnTo>
                    <a:pt x="70" y="175"/>
                  </a:lnTo>
                  <a:lnTo>
                    <a:pt x="73" y="175"/>
                  </a:lnTo>
                  <a:lnTo>
                    <a:pt x="74" y="177"/>
                  </a:lnTo>
                  <a:lnTo>
                    <a:pt x="74" y="175"/>
                  </a:lnTo>
                  <a:lnTo>
                    <a:pt x="77" y="175"/>
                  </a:lnTo>
                  <a:lnTo>
                    <a:pt x="78" y="178"/>
                  </a:lnTo>
                  <a:lnTo>
                    <a:pt x="81" y="178"/>
                  </a:lnTo>
                  <a:lnTo>
                    <a:pt x="82" y="177"/>
                  </a:lnTo>
                  <a:lnTo>
                    <a:pt x="83" y="175"/>
                  </a:lnTo>
                  <a:lnTo>
                    <a:pt x="81" y="175"/>
                  </a:lnTo>
                  <a:lnTo>
                    <a:pt x="79" y="174"/>
                  </a:lnTo>
                  <a:lnTo>
                    <a:pt x="78" y="172"/>
                  </a:lnTo>
                  <a:lnTo>
                    <a:pt x="78" y="169"/>
                  </a:lnTo>
                  <a:lnTo>
                    <a:pt x="79" y="168"/>
                  </a:lnTo>
                  <a:lnTo>
                    <a:pt x="81" y="168"/>
                  </a:lnTo>
                  <a:lnTo>
                    <a:pt x="79" y="166"/>
                  </a:lnTo>
                  <a:lnTo>
                    <a:pt x="79" y="165"/>
                  </a:lnTo>
                  <a:lnTo>
                    <a:pt x="78" y="164"/>
                  </a:lnTo>
                  <a:lnTo>
                    <a:pt x="79" y="162"/>
                  </a:lnTo>
                  <a:lnTo>
                    <a:pt x="79" y="160"/>
                  </a:lnTo>
                  <a:lnTo>
                    <a:pt x="78" y="158"/>
                  </a:lnTo>
                  <a:lnTo>
                    <a:pt x="78" y="157"/>
                  </a:lnTo>
                  <a:lnTo>
                    <a:pt x="78" y="156"/>
                  </a:lnTo>
                  <a:lnTo>
                    <a:pt x="78" y="154"/>
                  </a:lnTo>
                  <a:lnTo>
                    <a:pt x="77" y="154"/>
                  </a:lnTo>
                  <a:lnTo>
                    <a:pt x="75" y="153"/>
                  </a:lnTo>
                  <a:lnTo>
                    <a:pt x="75" y="152"/>
                  </a:lnTo>
                  <a:lnTo>
                    <a:pt x="72" y="152"/>
                  </a:lnTo>
                  <a:lnTo>
                    <a:pt x="70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8" y="153"/>
                  </a:lnTo>
                  <a:lnTo>
                    <a:pt x="68" y="154"/>
                  </a:lnTo>
                  <a:lnTo>
                    <a:pt x="66" y="154"/>
                  </a:lnTo>
                  <a:lnTo>
                    <a:pt x="64" y="154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4"/>
                  </a:lnTo>
                  <a:lnTo>
                    <a:pt x="61" y="153"/>
                  </a:lnTo>
                  <a:lnTo>
                    <a:pt x="61" y="150"/>
                  </a:lnTo>
                  <a:lnTo>
                    <a:pt x="60" y="150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7" y="150"/>
                  </a:lnTo>
                  <a:lnTo>
                    <a:pt x="53" y="150"/>
                  </a:lnTo>
                  <a:lnTo>
                    <a:pt x="52" y="152"/>
                  </a:lnTo>
                  <a:lnTo>
                    <a:pt x="52" y="154"/>
                  </a:lnTo>
                  <a:lnTo>
                    <a:pt x="50" y="154"/>
                  </a:lnTo>
                  <a:lnTo>
                    <a:pt x="50" y="153"/>
                  </a:lnTo>
                  <a:lnTo>
                    <a:pt x="49" y="153"/>
                  </a:lnTo>
                  <a:lnTo>
                    <a:pt x="48" y="156"/>
                  </a:lnTo>
                  <a:lnTo>
                    <a:pt x="47" y="156"/>
                  </a:lnTo>
                  <a:lnTo>
                    <a:pt x="45" y="157"/>
                  </a:lnTo>
                  <a:lnTo>
                    <a:pt x="44" y="158"/>
                  </a:lnTo>
                  <a:lnTo>
                    <a:pt x="43" y="158"/>
                  </a:lnTo>
                  <a:lnTo>
                    <a:pt x="41" y="160"/>
                  </a:lnTo>
                  <a:lnTo>
                    <a:pt x="41" y="161"/>
                  </a:lnTo>
                  <a:lnTo>
                    <a:pt x="40" y="160"/>
                  </a:lnTo>
                  <a:lnTo>
                    <a:pt x="39" y="160"/>
                  </a:lnTo>
                  <a:lnTo>
                    <a:pt x="39" y="161"/>
                  </a:lnTo>
                  <a:lnTo>
                    <a:pt x="36" y="161"/>
                  </a:lnTo>
                  <a:lnTo>
                    <a:pt x="36" y="160"/>
                  </a:lnTo>
                  <a:lnTo>
                    <a:pt x="35" y="160"/>
                  </a:lnTo>
                  <a:lnTo>
                    <a:pt x="32" y="157"/>
                  </a:lnTo>
                  <a:lnTo>
                    <a:pt x="29" y="158"/>
                  </a:lnTo>
                  <a:lnTo>
                    <a:pt x="24" y="156"/>
                  </a:lnTo>
                  <a:lnTo>
                    <a:pt x="25" y="154"/>
                  </a:lnTo>
                  <a:lnTo>
                    <a:pt x="29" y="154"/>
                  </a:lnTo>
                  <a:lnTo>
                    <a:pt x="24" y="145"/>
                  </a:lnTo>
                  <a:lnTo>
                    <a:pt x="19" y="141"/>
                  </a:lnTo>
                  <a:lnTo>
                    <a:pt x="12" y="139"/>
                  </a:lnTo>
                  <a:lnTo>
                    <a:pt x="11" y="140"/>
                  </a:lnTo>
                  <a:lnTo>
                    <a:pt x="7" y="137"/>
                  </a:lnTo>
                  <a:lnTo>
                    <a:pt x="7" y="135"/>
                  </a:lnTo>
                  <a:lnTo>
                    <a:pt x="6" y="132"/>
                  </a:lnTo>
                  <a:lnTo>
                    <a:pt x="0" y="131"/>
                  </a:lnTo>
                  <a:lnTo>
                    <a:pt x="3" y="125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2" y="111"/>
                  </a:lnTo>
                  <a:lnTo>
                    <a:pt x="3" y="110"/>
                  </a:lnTo>
                  <a:lnTo>
                    <a:pt x="7" y="106"/>
                  </a:lnTo>
                  <a:lnTo>
                    <a:pt x="7" y="103"/>
                  </a:lnTo>
                  <a:lnTo>
                    <a:pt x="8" y="100"/>
                  </a:lnTo>
                  <a:lnTo>
                    <a:pt x="15" y="107"/>
                  </a:lnTo>
                  <a:lnTo>
                    <a:pt x="15" y="108"/>
                  </a:lnTo>
                  <a:lnTo>
                    <a:pt x="19" y="111"/>
                  </a:lnTo>
                  <a:lnTo>
                    <a:pt x="23" y="111"/>
                  </a:lnTo>
                  <a:lnTo>
                    <a:pt x="23" y="107"/>
                  </a:lnTo>
                  <a:lnTo>
                    <a:pt x="24" y="106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8" y="97"/>
                  </a:lnTo>
                  <a:lnTo>
                    <a:pt x="28" y="93"/>
                  </a:lnTo>
                  <a:lnTo>
                    <a:pt x="27" y="91"/>
                  </a:lnTo>
                  <a:lnTo>
                    <a:pt x="28" y="89"/>
                  </a:lnTo>
                  <a:lnTo>
                    <a:pt x="31" y="86"/>
                  </a:lnTo>
                  <a:lnTo>
                    <a:pt x="32" y="86"/>
                  </a:lnTo>
                  <a:lnTo>
                    <a:pt x="33" y="83"/>
                  </a:lnTo>
                  <a:lnTo>
                    <a:pt x="36" y="82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7" y="78"/>
                  </a:lnTo>
                  <a:lnTo>
                    <a:pt x="39" y="77"/>
                  </a:lnTo>
                  <a:lnTo>
                    <a:pt x="41" y="78"/>
                  </a:lnTo>
                  <a:lnTo>
                    <a:pt x="45" y="79"/>
                  </a:lnTo>
                  <a:lnTo>
                    <a:pt x="44" y="81"/>
                  </a:lnTo>
                  <a:lnTo>
                    <a:pt x="43" y="83"/>
                  </a:lnTo>
                  <a:lnTo>
                    <a:pt x="44" y="85"/>
                  </a:lnTo>
                  <a:lnTo>
                    <a:pt x="47" y="83"/>
                  </a:lnTo>
                  <a:lnTo>
                    <a:pt x="47" y="81"/>
                  </a:lnTo>
                  <a:lnTo>
                    <a:pt x="48" y="81"/>
                  </a:lnTo>
                  <a:lnTo>
                    <a:pt x="48" y="82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4" y="77"/>
                  </a:lnTo>
                  <a:lnTo>
                    <a:pt x="57" y="77"/>
                  </a:lnTo>
                  <a:lnTo>
                    <a:pt x="58" y="81"/>
                  </a:lnTo>
                  <a:lnTo>
                    <a:pt x="61" y="82"/>
                  </a:lnTo>
                  <a:lnTo>
                    <a:pt x="65" y="81"/>
                  </a:lnTo>
                  <a:lnTo>
                    <a:pt x="68" y="81"/>
                  </a:lnTo>
                  <a:lnTo>
                    <a:pt x="69" y="82"/>
                  </a:lnTo>
                  <a:lnTo>
                    <a:pt x="70" y="82"/>
                  </a:lnTo>
                  <a:lnTo>
                    <a:pt x="73" y="86"/>
                  </a:lnTo>
                  <a:lnTo>
                    <a:pt x="75" y="86"/>
                  </a:lnTo>
                  <a:lnTo>
                    <a:pt x="77" y="89"/>
                  </a:lnTo>
                  <a:lnTo>
                    <a:pt x="79" y="91"/>
                  </a:lnTo>
                  <a:lnTo>
                    <a:pt x="82" y="91"/>
                  </a:lnTo>
                  <a:lnTo>
                    <a:pt x="83" y="93"/>
                  </a:lnTo>
                  <a:lnTo>
                    <a:pt x="83" y="95"/>
                  </a:lnTo>
                  <a:lnTo>
                    <a:pt x="85" y="95"/>
                  </a:lnTo>
                  <a:lnTo>
                    <a:pt x="86" y="94"/>
                  </a:lnTo>
                  <a:lnTo>
                    <a:pt x="86" y="90"/>
                  </a:lnTo>
                  <a:lnTo>
                    <a:pt x="89" y="89"/>
                  </a:lnTo>
                  <a:lnTo>
                    <a:pt x="90" y="91"/>
                  </a:lnTo>
                  <a:lnTo>
                    <a:pt x="94" y="91"/>
                  </a:lnTo>
                  <a:lnTo>
                    <a:pt x="95" y="94"/>
                  </a:lnTo>
                  <a:lnTo>
                    <a:pt x="98" y="95"/>
                  </a:lnTo>
                  <a:lnTo>
                    <a:pt x="101" y="93"/>
                  </a:lnTo>
                  <a:lnTo>
                    <a:pt x="101" y="89"/>
                  </a:lnTo>
                  <a:lnTo>
                    <a:pt x="103" y="87"/>
                  </a:lnTo>
                  <a:lnTo>
                    <a:pt x="103" y="86"/>
                  </a:lnTo>
                  <a:lnTo>
                    <a:pt x="104" y="85"/>
                  </a:lnTo>
                  <a:lnTo>
                    <a:pt x="107" y="87"/>
                  </a:lnTo>
                  <a:lnTo>
                    <a:pt x="107" y="85"/>
                  </a:lnTo>
                  <a:lnTo>
                    <a:pt x="110" y="85"/>
                  </a:lnTo>
                  <a:lnTo>
                    <a:pt x="114" y="87"/>
                  </a:lnTo>
                  <a:lnTo>
                    <a:pt x="114" y="89"/>
                  </a:lnTo>
                  <a:lnTo>
                    <a:pt x="118" y="89"/>
                  </a:lnTo>
                  <a:lnTo>
                    <a:pt x="118" y="86"/>
                  </a:lnTo>
                  <a:lnTo>
                    <a:pt x="119" y="85"/>
                  </a:lnTo>
                  <a:lnTo>
                    <a:pt x="122" y="86"/>
                  </a:lnTo>
                  <a:lnTo>
                    <a:pt x="123" y="83"/>
                  </a:lnTo>
                  <a:lnTo>
                    <a:pt x="126" y="85"/>
                  </a:lnTo>
                  <a:lnTo>
                    <a:pt x="128" y="86"/>
                  </a:lnTo>
                  <a:lnTo>
                    <a:pt x="127" y="87"/>
                  </a:lnTo>
                  <a:lnTo>
                    <a:pt x="126" y="89"/>
                  </a:lnTo>
                  <a:lnTo>
                    <a:pt x="127" y="91"/>
                  </a:lnTo>
                  <a:lnTo>
                    <a:pt x="129" y="93"/>
                  </a:lnTo>
                  <a:lnTo>
                    <a:pt x="131" y="91"/>
                  </a:lnTo>
                  <a:lnTo>
                    <a:pt x="132" y="93"/>
                  </a:lnTo>
                  <a:lnTo>
                    <a:pt x="136" y="93"/>
                  </a:lnTo>
                  <a:lnTo>
                    <a:pt x="140" y="94"/>
                  </a:lnTo>
                  <a:lnTo>
                    <a:pt x="143" y="94"/>
                  </a:lnTo>
                  <a:lnTo>
                    <a:pt x="144" y="91"/>
                  </a:lnTo>
                  <a:lnTo>
                    <a:pt x="144" y="89"/>
                  </a:lnTo>
                  <a:lnTo>
                    <a:pt x="145" y="89"/>
                  </a:lnTo>
                  <a:lnTo>
                    <a:pt x="149" y="90"/>
                  </a:lnTo>
                  <a:lnTo>
                    <a:pt x="152" y="91"/>
                  </a:lnTo>
                  <a:lnTo>
                    <a:pt x="156" y="90"/>
                  </a:lnTo>
                  <a:lnTo>
                    <a:pt x="157" y="87"/>
                  </a:lnTo>
                  <a:lnTo>
                    <a:pt x="157" y="78"/>
                  </a:lnTo>
                  <a:lnTo>
                    <a:pt x="156" y="77"/>
                  </a:lnTo>
                  <a:lnTo>
                    <a:pt x="152" y="77"/>
                  </a:lnTo>
                  <a:lnTo>
                    <a:pt x="149" y="75"/>
                  </a:lnTo>
                  <a:lnTo>
                    <a:pt x="149" y="74"/>
                  </a:lnTo>
                  <a:lnTo>
                    <a:pt x="147" y="73"/>
                  </a:lnTo>
                  <a:lnTo>
                    <a:pt x="145" y="72"/>
                  </a:lnTo>
                  <a:lnTo>
                    <a:pt x="143" y="72"/>
                  </a:lnTo>
                  <a:lnTo>
                    <a:pt x="143" y="70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44" y="68"/>
                  </a:lnTo>
                  <a:lnTo>
                    <a:pt x="144" y="65"/>
                  </a:lnTo>
                  <a:lnTo>
                    <a:pt x="147" y="62"/>
                  </a:lnTo>
                  <a:lnTo>
                    <a:pt x="145" y="60"/>
                  </a:lnTo>
                  <a:lnTo>
                    <a:pt x="144" y="60"/>
                  </a:lnTo>
                  <a:lnTo>
                    <a:pt x="144" y="57"/>
                  </a:lnTo>
                  <a:lnTo>
                    <a:pt x="147" y="53"/>
                  </a:lnTo>
                  <a:lnTo>
                    <a:pt x="149" y="50"/>
                  </a:lnTo>
                  <a:lnTo>
                    <a:pt x="153" y="50"/>
                  </a:lnTo>
                  <a:lnTo>
                    <a:pt x="156" y="52"/>
                  </a:lnTo>
                  <a:lnTo>
                    <a:pt x="157" y="50"/>
                  </a:lnTo>
                  <a:lnTo>
                    <a:pt x="157" y="48"/>
                  </a:lnTo>
                  <a:lnTo>
                    <a:pt x="154" y="48"/>
                  </a:lnTo>
                  <a:lnTo>
                    <a:pt x="153" y="45"/>
                  </a:lnTo>
                  <a:lnTo>
                    <a:pt x="151" y="45"/>
                  </a:lnTo>
                  <a:lnTo>
                    <a:pt x="149" y="47"/>
                  </a:lnTo>
                  <a:lnTo>
                    <a:pt x="147" y="45"/>
                  </a:lnTo>
                  <a:lnTo>
                    <a:pt x="144" y="45"/>
                  </a:lnTo>
                  <a:lnTo>
                    <a:pt x="144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47" y="40"/>
                  </a:lnTo>
                  <a:lnTo>
                    <a:pt x="144" y="41"/>
                  </a:lnTo>
                  <a:lnTo>
                    <a:pt x="143" y="40"/>
                  </a:lnTo>
                  <a:lnTo>
                    <a:pt x="143" y="39"/>
                  </a:lnTo>
                  <a:lnTo>
                    <a:pt x="141" y="36"/>
                  </a:lnTo>
                  <a:lnTo>
                    <a:pt x="143" y="36"/>
                  </a:lnTo>
                  <a:lnTo>
                    <a:pt x="145" y="35"/>
                  </a:lnTo>
                  <a:lnTo>
                    <a:pt x="147" y="33"/>
                  </a:lnTo>
                  <a:lnTo>
                    <a:pt x="148" y="33"/>
                  </a:lnTo>
                  <a:lnTo>
                    <a:pt x="149" y="35"/>
                  </a:lnTo>
                  <a:lnTo>
                    <a:pt x="152" y="35"/>
                  </a:lnTo>
                  <a:lnTo>
                    <a:pt x="154" y="36"/>
                  </a:lnTo>
                  <a:lnTo>
                    <a:pt x="154" y="35"/>
                  </a:lnTo>
                  <a:lnTo>
                    <a:pt x="154" y="33"/>
                  </a:lnTo>
                  <a:lnTo>
                    <a:pt x="157" y="32"/>
                  </a:lnTo>
                  <a:lnTo>
                    <a:pt x="158" y="32"/>
                  </a:lnTo>
                  <a:lnTo>
                    <a:pt x="160" y="35"/>
                  </a:lnTo>
                  <a:lnTo>
                    <a:pt x="161" y="33"/>
                  </a:lnTo>
                  <a:lnTo>
                    <a:pt x="162" y="31"/>
                  </a:lnTo>
                  <a:lnTo>
                    <a:pt x="166" y="29"/>
                  </a:lnTo>
                  <a:lnTo>
                    <a:pt x="169" y="29"/>
                  </a:lnTo>
                  <a:lnTo>
                    <a:pt x="172" y="28"/>
                  </a:lnTo>
                  <a:lnTo>
                    <a:pt x="174" y="28"/>
                  </a:lnTo>
                  <a:lnTo>
                    <a:pt x="176" y="27"/>
                  </a:lnTo>
                  <a:lnTo>
                    <a:pt x="178" y="25"/>
                  </a:lnTo>
                  <a:lnTo>
                    <a:pt x="181" y="25"/>
                  </a:lnTo>
                  <a:lnTo>
                    <a:pt x="183" y="24"/>
                  </a:lnTo>
                  <a:lnTo>
                    <a:pt x="185" y="24"/>
                  </a:lnTo>
                  <a:lnTo>
                    <a:pt x="186" y="24"/>
                  </a:lnTo>
                  <a:lnTo>
                    <a:pt x="187" y="23"/>
                  </a:lnTo>
                  <a:lnTo>
                    <a:pt x="187" y="22"/>
                  </a:lnTo>
                  <a:lnTo>
                    <a:pt x="189" y="20"/>
                  </a:lnTo>
                  <a:lnTo>
                    <a:pt x="191" y="20"/>
                  </a:lnTo>
                  <a:lnTo>
                    <a:pt x="191" y="18"/>
                  </a:lnTo>
                  <a:lnTo>
                    <a:pt x="193" y="18"/>
                  </a:lnTo>
                  <a:lnTo>
                    <a:pt x="194" y="18"/>
                  </a:lnTo>
                  <a:lnTo>
                    <a:pt x="197" y="19"/>
                  </a:lnTo>
                  <a:lnTo>
                    <a:pt x="198" y="18"/>
                  </a:lnTo>
                  <a:lnTo>
                    <a:pt x="201" y="16"/>
                  </a:lnTo>
                  <a:lnTo>
                    <a:pt x="206" y="12"/>
                  </a:lnTo>
                  <a:lnTo>
                    <a:pt x="207" y="12"/>
                  </a:lnTo>
                  <a:lnTo>
                    <a:pt x="208" y="12"/>
                  </a:lnTo>
                  <a:lnTo>
                    <a:pt x="211" y="11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8" y="10"/>
                  </a:lnTo>
                  <a:lnTo>
                    <a:pt x="218" y="7"/>
                  </a:lnTo>
                  <a:lnTo>
                    <a:pt x="216" y="6"/>
                  </a:lnTo>
                  <a:lnTo>
                    <a:pt x="218" y="6"/>
                  </a:lnTo>
                  <a:lnTo>
                    <a:pt x="220" y="4"/>
                  </a:lnTo>
                  <a:lnTo>
                    <a:pt x="222" y="3"/>
                  </a:lnTo>
                  <a:lnTo>
                    <a:pt x="223" y="2"/>
                  </a:lnTo>
                  <a:lnTo>
                    <a:pt x="226" y="2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0" name="Freeform 349">
              <a:extLst>
                <a:ext uri="{FF2B5EF4-FFF2-40B4-BE49-F238E27FC236}">
                  <a16:creationId xmlns:a16="http://schemas.microsoft.com/office/drawing/2014/main" id="{11751C08-0C33-4877-AF0F-E9E72FF9B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-1388278" y="2551671"/>
              <a:ext cx="1731841" cy="1079002"/>
            </a:xfrm>
            <a:custGeom>
              <a:avLst/>
              <a:gdLst>
                <a:gd name="T0" fmla="*/ 50 w 191"/>
                <a:gd name="T1" fmla="*/ 13 h 119"/>
                <a:gd name="T2" fmla="*/ 67 w 191"/>
                <a:gd name="T3" fmla="*/ 21 h 119"/>
                <a:gd name="T4" fmla="*/ 104 w 191"/>
                <a:gd name="T5" fmla="*/ 20 h 119"/>
                <a:gd name="T6" fmla="*/ 114 w 191"/>
                <a:gd name="T7" fmla="*/ 32 h 119"/>
                <a:gd name="T8" fmla="*/ 118 w 191"/>
                <a:gd name="T9" fmla="*/ 48 h 119"/>
                <a:gd name="T10" fmla="*/ 131 w 191"/>
                <a:gd name="T11" fmla="*/ 62 h 119"/>
                <a:gd name="T12" fmla="*/ 139 w 191"/>
                <a:gd name="T13" fmla="*/ 59 h 119"/>
                <a:gd name="T14" fmla="*/ 146 w 191"/>
                <a:gd name="T15" fmla="*/ 59 h 119"/>
                <a:gd name="T16" fmla="*/ 153 w 191"/>
                <a:gd name="T17" fmla="*/ 62 h 119"/>
                <a:gd name="T18" fmla="*/ 160 w 191"/>
                <a:gd name="T19" fmla="*/ 54 h 119"/>
                <a:gd name="T20" fmla="*/ 164 w 191"/>
                <a:gd name="T21" fmla="*/ 49 h 119"/>
                <a:gd name="T22" fmla="*/ 170 w 191"/>
                <a:gd name="T23" fmla="*/ 42 h 119"/>
                <a:gd name="T24" fmla="*/ 174 w 191"/>
                <a:gd name="T25" fmla="*/ 40 h 119"/>
                <a:gd name="T26" fmla="*/ 170 w 191"/>
                <a:gd name="T27" fmla="*/ 48 h 119"/>
                <a:gd name="T28" fmla="*/ 171 w 191"/>
                <a:gd name="T29" fmla="*/ 53 h 119"/>
                <a:gd name="T30" fmla="*/ 178 w 191"/>
                <a:gd name="T31" fmla="*/ 55 h 119"/>
                <a:gd name="T32" fmla="*/ 183 w 191"/>
                <a:gd name="T33" fmla="*/ 54 h 119"/>
                <a:gd name="T34" fmla="*/ 185 w 191"/>
                <a:gd name="T35" fmla="*/ 51 h 119"/>
                <a:gd name="T36" fmla="*/ 191 w 191"/>
                <a:gd name="T37" fmla="*/ 58 h 119"/>
                <a:gd name="T38" fmla="*/ 183 w 191"/>
                <a:gd name="T39" fmla="*/ 62 h 119"/>
                <a:gd name="T40" fmla="*/ 177 w 191"/>
                <a:gd name="T41" fmla="*/ 61 h 119"/>
                <a:gd name="T42" fmla="*/ 170 w 191"/>
                <a:gd name="T43" fmla="*/ 62 h 119"/>
                <a:gd name="T44" fmla="*/ 165 w 191"/>
                <a:gd name="T45" fmla="*/ 65 h 119"/>
                <a:gd name="T46" fmla="*/ 162 w 191"/>
                <a:gd name="T47" fmla="*/ 69 h 119"/>
                <a:gd name="T48" fmla="*/ 165 w 191"/>
                <a:gd name="T49" fmla="*/ 73 h 119"/>
                <a:gd name="T50" fmla="*/ 156 w 191"/>
                <a:gd name="T51" fmla="*/ 75 h 119"/>
                <a:gd name="T52" fmla="*/ 158 w 191"/>
                <a:gd name="T53" fmla="*/ 78 h 119"/>
                <a:gd name="T54" fmla="*/ 153 w 191"/>
                <a:gd name="T55" fmla="*/ 83 h 119"/>
                <a:gd name="T56" fmla="*/ 145 w 191"/>
                <a:gd name="T57" fmla="*/ 82 h 119"/>
                <a:gd name="T58" fmla="*/ 144 w 191"/>
                <a:gd name="T59" fmla="*/ 88 h 119"/>
                <a:gd name="T60" fmla="*/ 149 w 191"/>
                <a:gd name="T61" fmla="*/ 91 h 119"/>
                <a:gd name="T62" fmla="*/ 153 w 191"/>
                <a:gd name="T63" fmla="*/ 94 h 119"/>
                <a:gd name="T64" fmla="*/ 153 w 191"/>
                <a:gd name="T65" fmla="*/ 99 h 119"/>
                <a:gd name="T66" fmla="*/ 156 w 191"/>
                <a:gd name="T67" fmla="*/ 104 h 119"/>
                <a:gd name="T68" fmla="*/ 152 w 191"/>
                <a:gd name="T69" fmla="*/ 111 h 119"/>
                <a:gd name="T70" fmla="*/ 150 w 191"/>
                <a:gd name="T71" fmla="*/ 117 h 119"/>
                <a:gd name="T72" fmla="*/ 146 w 191"/>
                <a:gd name="T73" fmla="*/ 119 h 119"/>
                <a:gd name="T74" fmla="*/ 143 w 191"/>
                <a:gd name="T75" fmla="*/ 116 h 119"/>
                <a:gd name="T76" fmla="*/ 137 w 191"/>
                <a:gd name="T77" fmla="*/ 116 h 119"/>
                <a:gd name="T78" fmla="*/ 136 w 191"/>
                <a:gd name="T79" fmla="*/ 108 h 119"/>
                <a:gd name="T80" fmla="*/ 131 w 191"/>
                <a:gd name="T81" fmla="*/ 105 h 119"/>
                <a:gd name="T82" fmla="*/ 123 w 191"/>
                <a:gd name="T83" fmla="*/ 103 h 119"/>
                <a:gd name="T84" fmla="*/ 106 w 191"/>
                <a:gd name="T85" fmla="*/ 94 h 119"/>
                <a:gd name="T86" fmla="*/ 90 w 191"/>
                <a:gd name="T87" fmla="*/ 82 h 119"/>
                <a:gd name="T88" fmla="*/ 83 w 191"/>
                <a:gd name="T89" fmla="*/ 75 h 119"/>
                <a:gd name="T90" fmla="*/ 79 w 191"/>
                <a:gd name="T91" fmla="*/ 71 h 119"/>
                <a:gd name="T92" fmla="*/ 73 w 191"/>
                <a:gd name="T93" fmla="*/ 61 h 119"/>
                <a:gd name="T94" fmla="*/ 69 w 191"/>
                <a:gd name="T95" fmla="*/ 61 h 119"/>
                <a:gd name="T96" fmla="*/ 53 w 191"/>
                <a:gd name="T97" fmla="*/ 53 h 119"/>
                <a:gd name="T98" fmla="*/ 45 w 191"/>
                <a:gd name="T99" fmla="*/ 46 h 119"/>
                <a:gd name="T100" fmla="*/ 31 w 191"/>
                <a:gd name="T101" fmla="*/ 41 h 119"/>
                <a:gd name="T102" fmla="*/ 32 w 191"/>
                <a:gd name="T103" fmla="*/ 45 h 119"/>
                <a:gd name="T104" fmla="*/ 27 w 191"/>
                <a:gd name="T105" fmla="*/ 45 h 119"/>
                <a:gd name="T106" fmla="*/ 21 w 191"/>
                <a:gd name="T107" fmla="*/ 49 h 119"/>
                <a:gd name="T108" fmla="*/ 19 w 191"/>
                <a:gd name="T109" fmla="*/ 58 h 119"/>
                <a:gd name="T110" fmla="*/ 20 w 191"/>
                <a:gd name="T111" fmla="*/ 62 h 119"/>
                <a:gd name="T112" fmla="*/ 10 w 191"/>
                <a:gd name="T113" fmla="*/ 62 h 119"/>
                <a:gd name="T114" fmla="*/ 31 w 191"/>
                <a:gd name="T11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1" h="119">
                  <a:moveTo>
                    <a:pt x="31" y="0"/>
                  </a:moveTo>
                  <a:lnTo>
                    <a:pt x="50" y="13"/>
                  </a:lnTo>
                  <a:lnTo>
                    <a:pt x="57" y="16"/>
                  </a:lnTo>
                  <a:lnTo>
                    <a:pt x="67" y="21"/>
                  </a:lnTo>
                  <a:lnTo>
                    <a:pt x="85" y="20"/>
                  </a:lnTo>
                  <a:lnTo>
                    <a:pt x="104" y="20"/>
                  </a:lnTo>
                  <a:lnTo>
                    <a:pt x="111" y="24"/>
                  </a:lnTo>
                  <a:lnTo>
                    <a:pt x="114" y="32"/>
                  </a:lnTo>
                  <a:lnTo>
                    <a:pt x="118" y="30"/>
                  </a:lnTo>
                  <a:lnTo>
                    <a:pt x="118" y="48"/>
                  </a:lnTo>
                  <a:lnTo>
                    <a:pt x="127" y="48"/>
                  </a:lnTo>
                  <a:lnTo>
                    <a:pt x="131" y="62"/>
                  </a:lnTo>
                  <a:lnTo>
                    <a:pt x="133" y="62"/>
                  </a:lnTo>
                  <a:lnTo>
                    <a:pt x="139" y="59"/>
                  </a:lnTo>
                  <a:lnTo>
                    <a:pt x="143" y="58"/>
                  </a:lnTo>
                  <a:lnTo>
                    <a:pt x="146" y="59"/>
                  </a:lnTo>
                  <a:lnTo>
                    <a:pt x="152" y="62"/>
                  </a:lnTo>
                  <a:lnTo>
                    <a:pt x="153" y="62"/>
                  </a:lnTo>
                  <a:lnTo>
                    <a:pt x="158" y="58"/>
                  </a:lnTo>
                  <a:lnTo>
                    <a:pt x="160" y="54"/>
                  </a:lnTo>
                  <a:lnTo>
                    <a:pt x="162" y="51"/>
                  </a:lnTo>
                  <a:lnTo>
                    <a:pt x="164" y="49"/>
                  </a:lnTo>
                  <a:lnTo>
                    <a:pt x="168" y="44"/>
                  </a:lnTo>
                  <a:lnTo>
                    <a:pt x="170" y="42"/>
                  </a:lnTo>
                  <a:lnTo>
                    <a:pt x="173" y="40"/>
                  </a:lnTo>
                  <a:lnTo>
                    <a:pt x="174" y="40"/>
                  </a:lnTo>
                  <a:lnTo>
                    <a:pt x="174" y="42"/>
                  </a:lnTo>
                  <a:lnTo>
                    <a:pt x="170" y="48"/>
                  </a:lnTo>
                  <a:lnTo>
                    <a:pt x="169" y="51"/>
                  </a:lnTo>
                  <a:lnTo>
                    <a:pt x="171" y="53"/>
                  </a:lnTo>
                  <a:lnTo>
                    <a:pt x="177" y="54"/>
                  </a:lnTo>
                  <a:lnTo>
                    <a:pt x="178" y="55"/>
                  </a:lnTo>
                  <a:lnTo>
                    <a:pt x="181" y="57"/>
                  </a:lnTo>
                  <a:lnTo>
                    <a:pt x="183" y="54"/>
                  </a:lnTo>
                  <a:lnTo>
                    <a:pt x="183" y="51"/>
                  </a:lnTo>
                  <a:lnTo>
                    <a:pt x="185" y="51"/>
                  </a:lnTo>
                  <a:lnTo>
                    <a:pt x="190" y="55"/>
                  </a:lnTo>
                  <a:lnTo>
                    <a:pt x="191" y="58"/>
                  </a:lnTo>
                  <a:lnTo>
                    <a:pt x="187" y="62"/>
                  </a:lnTo>
                  <a:lnTo>
                    <a:pt x="183" y="62"/>
                  </a:lnTo>
                  <a:lnTo>
                    <a:pt x="178" y="63"/>
                  </a:lnTo>
                  <a:lnTo>
                    <a:pt x="177" y="61"/>
                  </a:lnTo>
                  <a:lnTo>
                    <a:pt x="174" y="58"/>
                  </a:lnTo>
                  <a:lnTo>
                    <a:pt x="170" y="62"/>
                  </a:lnTo>
                  <a:lnTo>
                    <a:pt x="168" y="62"/>
                  </a:lnTo>
                  <a:lnTo>
                    <a:pt x="165" y="65"/>
                  </a:lnTo>
                  <a:lnTo>
                    <a:pt x="162" y="66"/>
                  </a:lnTo>
                  <a:lnTo>
                    <a:pt x="162" y="69"/>
                  </a:lnTo>
                  <a:lnTo>
                    <a:pt x="165" y="70"/>
                  </a:lnTo>
                  <a:lnTo>
                    <a:pt x="165" y="73"/>
                  </a:lnTo>
                  <a:lnTo>
                    <a:pt x="161" y="74"/>
                  </a:lnTo>
                  <a:lnTo>
                    <a:pt x="156" y="75"/>
                  </a:lnTo>
                  <a:lnTo>
                    <a:pt x="157" y="76"/>
                  </a:lnTo>
                  <a:lnTo>
                    <a:pt x="158" y="78"/>
                  </a:lnTo>
                  <a:lnTo>
                    <a:pt x="153" y="79"/>
                  </a:lnTo>
                  <a:lnTo>
                    <a:pt x="153" y="83"/>
                  </a:lnTo>
                  <a:lnTo>
                    <a:pt x="150" y="83"/>
                  </a:lnTo>
                  <a:lnTo>
                    <a:pt x="145" y="82"/>
                  </a:lnTo>
                  <a:lnTo>
                    <a:pt x="144" y="84"/>
                  </a:lnTo>
                  <a:lnTo>
                    <a:pt x="144" y="88"/>
                  </a:lnTo>
                  <a:lnTo>
                    <a:pt x="146" y="92"/>
                  </a:lnTo>
                  <a:lnTo>
                    <a:pt x="149" y="91"/>
                  </a:lnTo>
                  <a:lnTo>
                    <a:pt x="152" y="91"/>
                  </a:lnTo>
                  <a:lnTo>
                    <a:pt x="153" y="94"/>
                  </a:lnTo>
                  <a:lnTo>
                    <a:pt x="152" y="96"/>
                  </a:lnTo>
                  <a:lnTo>
                    <a:pt x="153" y="99"/>
                  </a:lnTo>
                  <a:lnTo>
                    <a:pt x="154" y="100"/>
                  </a:lnTo>
                  <a:lnTo>
                    <a:pt x="156" y="104"/>
                  </a:lnTo>
                  <a:lnTo>
                    <a:pt x="154" y="105"/>
                  </a:lnTo>
                  <a:lnTo>
                    <a:pt x="152" y="111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48" y="117"/>
                  </a:lnTo>
                  <a:lnTo>
                    <a:pt x="146" y="119"/>
                  </a:lnTo>
                  <a:lnTo>
                    <a:pt x="144" y="119"/>
                  </a:lnTo>
                  <a:lnTo>
                    <a:pt x="143" y="116"/>
                  </a:lnTo>
                  <a:lnTo>
                    <a:pt x="140" y="115"/>
                  </a:lnTo>
                  <a:lnTo>
                    <a:pt x="137" y="116"/>
                  </a:lnTo>
                  <a:lnTo>
                    <a:pt x="136" y="111"/>
                  </a:lnTo>
                  <a:lnTo>
                    <a:pt x="136" y="108"/>
                  </a:lnTo>
                  <a:lnTo>
                    <a:pt x="132" y="104"/>
                  </a:lnTo>
                  <a:lnTo>
                    <a:pt x="131" y="105"/>
                  </a:lnTo>
                  <a:lnTo>
                    <a:pt x="128" y="103"/>
                  </a:lnTo>
                  <a:lnTo>
                    <a:pt x="123" y="103"/>
                  </a:lnTo>
                  <a:lnTo>
                    <a:pt x="115" y="98"/>
                  </a:lnTo>
                  <a:lnTo>
                    <a:pt x="106" y="94"/>
                  </a:lnTo>
                  <a:lnTo>
                    <a:pt x="98" y="87"/>
                  </a:lnTo>
                  <a:lnTo>
                    <a:pt x="90" y="82"/>
                  </a:lnTo>
                  <a:lnTo>
                    <a:pt x="86" y="80"/>
                  </a:lnTo>
                  <a:lnTo>
                    <a:pt x="83" y="75"/>
                  </a:lnTo>
                  <a:lnTo>
                    <a:pt x="82" y="73"/>
                  </a:lnTo>
                  <a:lnTo>
                    <a:pt x="79" y="71"/>
                  </a:lnTo>
                  <a:lnTo>
                    <a:pt x="78" y="63"/>
                  </a:lnTo>
                  <a:lnTo>
                    <a:pt x="73" y="61"/>
                  </a:lnTo>
                  <a:lnTo>
                    <a:pt x="70" y="59"/>
                  </a:lnTo>
                  <a:lnTo>
                    <a:pt x="69" y="61"/>
                  </a:lnTo>
                  <a:lnTo>
                    <a:pt x="61" y="57"/>
                  </a:lnTo>
                  <a:lnTo>
                    <a:pt x="53" y="53"/>
                  </a:lnTo>
                  <a:lnTo>
                    <a:pt x="52" y="50"/>
                  </a:lnTo>
                  <a:lnTo>
                    <a:pt x="45" y="46"/>
                  </a:lnTo>
                  <a:lnTo>
                    <a:pt x="37" y="42"/>
                  </a:lnTo>
                  <a:lnTo>
                    <a:pt x="31" y="41"/>
                  </a:lnTo>
                  <a:lnTo>
                    <a:pt x="33" y="44"/>
                  </a:lnTo>
                  <a:lnTo>
                    <a:pt x="32" y="45"/>
                  </a:lnTo>
                  <a:lnTo>
                    <a:pt x="29" y="44"/>
                  </a:lnTo>
                  <a:lnTo>
                    <a:pt x="27" y="45"/>
                  </a:lnTo>
                  <a:lnTo>
                    <a:pt x="24" y="48"/>
                  </a:lnTo>
                  <a:lnTo>
                    <a:pt x="21" y="49"/>
                  </a:lnTo>
                  <a:lnTo>
                    <a:pt x="19" y="53"/>
                  </a:lnTo>
                  <a:lnTo>
                    <a:pt x="19" y="58"/>
                  </a:lnTo>
                  <a:lnTo>
                    <a:pt x="21" y="59"/>
                  </a:lnTo>
                  <a:lnTo>
                    <a:pt x="20" y="62"/>
                  </a:lnTo>
                  <a:lnTo>
                    <a:pt x="15" y="62"/>
                  </a:lnTo>
                  <a:lnTo>
                    <a:pt x="10" y="62"/>
                  </a:lnTo>
                  <a:lnTo>
                    <a:pt x="0" y="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1" name="Freeform 361">
              <a:extLst>
                <a:ext uri="{FF2B5EF4-FFF2-40B4-BE49-F238E27FC236}">
                  <a16:creationId xmlns:a16="http://schemas.microsoft.com/office/drawing/2014/main" id="{83B3F734-479E-41BF-96E1-211BD9F84D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88841" y="5289972"/>
              <a:ext cx="888586" cy="1713706"/>
            </a:xfrm>
            <a:custGeom>
              <a:avLst/>
              <a:gdLst>
                <a:gd name="T0" fmla="*/ 35 w 98"/>
                <a:gd name="T1" fmla="*/ 172 h 189"/>
                <a:gd name="T2" fmla="*/ 37 w 98"/>
                <a:gd name="T3" fmla="*/ 0 h 189"/>
                <a:gd name="T4" fmla="*/ 49 w 98"/>
                <a:gd name="T5" fmla="*/ 5 h 189"/>
                <a:gd name="T6" fmla="*/ 53 w 98"/>
                <a:gd name="T7" fmla="*/ 9 h 189"/>
                <a:gd name="T8" fmla="*/ 60 w 98"/>
                <a:gd name="T9" fmla="*/ 19 h 189"/>
                <a:gd name="T10" fmla="*/ 69 w 98"/>
                <a:gd name="T11" fmla="*/ 22 h 189"/>
                <a:gd name="T12" fmla="*/ 69 w 98"/>
                <a:gd name="T13" fmla="*/ 26 h 189"/>
                <a:gd name="T14" fmla="*/ 61 w 98"/>
                <a:gd name="T15" fmla="*/ 28 h 189"/>
                <a:gd name="T16" fmla="*/ 57 w 98"/>
                <a:gd name="T17" fmla="*/ 31 h 189"/>
                <a:gd name="T18" fmla="*/ 54 w 98"/>
                <a:gd name="T19" fmla="*/ 32 h 189"/>
                <a:gd name="T20" fmla="*/ 53 w 98"/>
                <a:gd name="T21" fmla="*/ 39 h 189"/>
                <a:gd name="T22" fmla="*/ 49 w 98"/>
                <a:gd name="T23" fmla="*/ 44 h 189"/>
                <a:gd name="T24" fmla="*/ 45 w 98"/>
                <a:gd name="T25" fmla="*/ 48 h 189"/>
                <a:gd name="T26" fmla="*/ 45 w 98"/>
                <a:gd name="T27" fmla="*/ 57 h 189"/>
                <a:gd name="T28" fmla="*/ 50 w 98"/>
                <a:gd name="T29" fmla="*/ 64 h 189"/>
                <a:gd name="T30" fmla="*/ 56 w 98"/>
                <a:gd name="T31" fmla="*/ 72 h 189"/>
                <a:gd name="T32" fmla="*/ 65 w 98"/>
                <a:gd name="T33" fmla="*/ 82 h 189"/>
                <a:gd name="T34" fmla="*/ 85 w 98"/>
                <a:gd name="T35" fmla="*/ 100 h 189"/>
                <a:gd name="T36" fmla="*/ 89 w 98"/>
                <a:gd name="T37" fmla="*/ 106 h 189"/>
                <a:gd name="T38" fmla="*/ 92 w 98"/>
                <a:gd name="T39" fmla="*/ 117 h 189"/>
                <a:gd name="T40" fmla="*/ 95 w 98"/>
                <a:gd name="T41" fmla="*/ 126 h 189"/>
                <a:gd name="T42" fmla="*/ 96 w 98"/>
                <a:gd name="T43" fmla="*/ 134 h 189"/>
                <a:gd name="T44" fmla="*/ 96 w 98"/>
                <a:gd name="T45" fmla="*/ 136 h 189"/>
                <a:gd name="T46" fmla="*/ 95 w 98"/>
                <a:gd name="T47" fmla="*/ 142 h 189"/>
                <a:gd name="T48" fmla="*/ 95 w 98"/>
                <a:gd name="T49" fmla="*/ 150 h 189"/>
                <a:gd name="T50" fmla="*/ 87 w 98"/>
                <a:gd name="T51" fmla="*/ 157 h 189"/>
                <a:gd name="T52" fmla="*/ 79 w 98"/>
                <a:gd name="T53" fmla="*/ 164 h 189"/>
                <a:gd name="T54" fmla="*/ 67 w 98"/>
                <a:gd name="T55" fmla="*/ 167 h 189"/>
                <a:gd name="T56" fmla="*/ 65 w 98"/>
                <a:gd name="T57" fmla="*/ 165 h 189"/>
                <a:gd name="T58" fmla="*/ 66 w 98"/>
                <a:gd name="T59" fmla="*/ 169 h 189"/>
                <a:gd name="T60" fmla="*/ 65 w 98"/>
                <a:gd name="T61" fmla="*/ 173 h 189"/>
                <a:gd name="T62" fmla="*/ 61 w 98"/>
                <a:gd name="T63" fmla="*/ 175 h 189"/>
                <a:gd name="T64" fmla="*/ 60 w 98"/>
                <a:gd name="T65" fmla="*/ 178 h 189"/>
                <a:gd name="T66" fmla="*/ 53 w 98"/>
                <a:gd name="T67" fmla="*/ 182 h 189"/>
                <a:gd name="T68" fmla="*/ 45 w 98"/>
                <a:gd name="T69" fmla="*/ 189 h 189"/>
                <a:gd name="T70" fmla="*/ 46 w 98"/>
                <a:gd name="T71" fmla="*/ 186 h 189"/>
                <a:gd name="T72" fmla="*/ 45 w 98"/>
                <a:gd name="T73" fmla="*/ 180 h 189"/>
                <a:gd name="T74" fmla="*/ 49 w 98"/>
                <a:gd name="T75" fmla="*/ 169 h 189"/>
                <a:gd name="T76" fmla="*/ 41 w 98"/>
                <a:gd name="T77" fmla="*/ 169 h 189"/>
                <a:gd name="T78" fmla="*/ 45 w 98"/>
                <a:gd name="T79" fmla="*/ 163 h 189"/>
                <a:gd name="T80" fmla="*/ 58 w 98"/>
                <a:gd name="T81" fmla="*/ 160 h 189"/>
                <a:gd name="T82" fmla="*/ 60 w 98"/>
                <a:gd name="T83" fmla="*/ 155 h 189"/>
                <a:gd name="T84" fmla="*/ 65 w 98"/>
                <a:gd name="T85" fmla="*/ 147 h 189"/>
                <a:gd name="T86" fmla="*/ 75 w 98"/>
                <a:gd name="T87" fmla="*/ 138 h 189"/>
                <a:gd name="T88" fmla="*/ 73 w 98"/>
                <a:gd name="T89" fmla="*/ 121 h 189"/>
                <a:gd name="T90" fmla="*/ 71 w 98"/>
                <a:gd name="T91" fmla="*/ 111 h 189"/>
                <a:gd name="T92" fmla="*/ 71 w 98"/>
                <a:gd name="T93" fmla="*/ 101 h 189"/>
                <a:gd name="T94" fmla="*/ 70 w 98"/>
                <a:gd name="T95" fmla="*/ 94 h 189"/>
                <a:gd name="T96" fmla="*/ 65 w 98"/>
                <a:gd name="T97" fmla="*/ 88 h 189"/>
                <a:gd name="T98" fmla="*/ 58 w 98"/>
                <a:gd name="T99" fmla="*/ 82 h 189"/>
                <a:gd name="T100" fmla="*/ 49 w 98"/>
                <a:gd name="T101" fmla="*/ 72 h 189"/>
                <a:gd name="T102" fmla="*/ 35 w 98"/>
                <a:gd name="T103" fmla="*/ 61 h 189"/>
                <a:gd name="T104" fmla="*/ 29 w 98"/>
                <a:gd name="T105" fmla="*/ 55 h 189"/>
                <a:gd name="T106" fmla="*/ 33 w 98"/>
                <a:gd name="T107" fmla="*/ 48 h 189"/>
                <a:gd name="T108" fmla="*/ 35 w 98"/>
                <a:gd name="T109" fmla="*/ 39 h 189"/>
                <a:gd name="T110" fmla="*/ 25 w 98"/>
                <a:gd name="T111" fmla="*/ 32 h 189"/>
                <a:gd name="T112" fmla="*/ 8 w 98"/>
                <a:gd name="T113" fmla="*/ 25 h 189"/>
                <a:gd name="T114" fmla="*/ 2 w 98"/>
                <a:gd name="T115" fmla="*/ 14 h 189"/>
                <a:gd name="T116" fmla="*/ 4 w 98"/>
                <a:gd name="T117" fmla="*/ 9 h 189"/>
                <a:gd name="T118" fmla="*/ 11 w 98"/>
                <a:gd name="T119" fmla="*/ 11 h 189"/>
                <a:gd name="T120" fmla="*/ 17 w 98"/>
                <a:gd name="T121" fmla="*/ 9 h 189"/>
                <a:gd name="T122" fmla="*/ 27 w 98"/>
                <a:gd name="T123" fmla="*/ 7 h 189"/>
                <a:gd name="T124" fmla="*/ 37 w 98"/>
                <a:gd name="T12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8" h="189">
                  <a:moveTo>
                    <a:pt x="35" y="165"/>
                  </a:moveTo>
                  <a:lnTo>
                    <a:pt x="36" y="167"/>
                  </a:lnTo>
                  <a:lnTo>
                    <a:pt x="37" y="168"/>
                  </a:lnTo>
                  <a:lnTo>
                    <a:pt x="36" y="171"/>
                  </a:lnTo>
                  <a:lnTo>
                    <a:pt x="35" y="172"/>
                  </a:lnTo>
                  <a:lnTo>
                    <a:pt x="33" y="169"/>
                  </a:lnTo>
                  <a:lnTo>
                    <a:pt x="35" y="168"/>
                  </a:lnTo>
                  <a:lnTo>
                    <a:pt x="33" y="167"/>
                  </a:lnTo>
                  <a:lnTo>
                    <a:pt x="35" y="165"/>
                  </a:lnTo>
                  <a:close/>
                  <a:moveTo>
                    <a:pt x="37" y="0"/>
                  </a:moveTo>
                  <a:lnTo>
                    <a:pt x="40" y="1"/>
                  </a:lnTo>
                  <a:lnTo>
                    <a:pt x="40" y="2"/>
                  </a:lnTo>
                  <a:lnTo>
                    <a:pt x="42" y="3"/>
                  </a:lnTo>
                  <a:lnTo>
                    <a:pt x="44" y="5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3" y="5"/>
                  </a:lnTo>
                  <a:lnTo>
                    <a:pt x="56" y="6"/>
                  </a:lnTo>
                  <a:lnTo>
                    <a:pt x="54" y="9"/>
                  </a:lnTo>
                  <a:lnTo>
                    <a:pt x="53" y="9"/>
                  </a:lnTo>
                  <a:lnTo>
                    <a:pt x="52" y="13"/>
                  </a:lnTo>
                  <a:lnTo>
                    <a:pt x="53" y="14"/>
                  </a:lnTo>
                  <a:lnTo>
                    <a:pt x="54" y="1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2" y="21"/>
                  </a:lnTo>
                  <a:lnTo>
                    <a:pt x="64" y="22"/>
                  </a:lnTo>
                  <a:lnTo>
                    <a:pt x="66" y="21"/>
                  </a:lnTo>
                  <a:lnTo>
                    <a:pt x="67" y="22"/>
                  </a:lnTo>
                  <a:lnTo>
                    <a:pt x="69" y="22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0" y="25"/>
                  </a:lnTo>
                  <a:lnTo>
                    <a:pt x="69" y="26"/>
                  </a:lnTo>
                  <a:lnTo>
                    <a:pt x="69" y="26"/>
                  </a:lnTo>
                  <a:lnTo>
                    <a:pt x="66" y="27"/>
                  </a:lnTo>
                  <a:lnTo>
                    <a:pt x="65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2" y="30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60" y="31"/>
                  </a:lnTo>
                  <a:lnTo>
                    <a:pt x="57" y="31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3" y="36"/>
                  </a:lnTo>
                  <a:lnTo>
                    <a:pt x="53" y="38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53" y="42"/>
                  </a:lnTo>
                  <a:lnTo>
                    <a:pt x="52" y="42"/>
                  </a:lnTo>
                  <a:lnTo>
                    <a:pt x="50" y="44"/>
                  </a:lnTo>
                  <a:lnTo>
                    <a:pt x="49" y="44"/>
                  </a:lnTo>
                  <a:lnTo>
                    <a:pt x="48" y="43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47"/>
                  </a:lnTo>
                  <a:lnTo>
                    <a:pt x="45" y="48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8" y="52"/>
                  </a:lnTo>
                  <a:lnTo>
                    <a:pt x="46" y="56"/>
                  </a:lnTo>
                  <a:lnTo>
                    <a:pt x="45" y="57"/>
                  </a:lnTo>
                  <a:lnTo>
                    <a:pt x="48" y="60"/>
                  </a:lnTo>
                  <a:lnTo>
                    <a:pt x="46" y="61"/>
                  </a:lnTo>
                  <a:lnTo>
                    <a:pt x="45" y="61"/>
                  </a:lnTo>
                  <a:lnTo>
                    <a:pt x="46" y="63"/>
                  </a:lnTo>
                  <a:lnTo>
                    <a:pt x="50" y="64"/>
                  </a:lnTo>
                  <a:lnTo>
                    <a:pt x="53" y="67"/>
                  </a:lnTo>
                  <a:lnTo>
                    <a:pt x="54" y="67"/>
                  </a:lnTo>
                  <a:lnTo>
                    <a:pt x="57" y="69"/>
                  </a:lnTo>
                  <a:lnTo>
                    <a:pt x="57" y="71"/>
                  </a:lnTo>
                  <a:lnTo>
                    <a:pt x="56" y="72"/>
                  </a:lnTo>
                  <a:lnTo>
                    <a:pt x="57" y="75"/>
                  </a:lnTo>
                  <a:lnTo>
                    <a:pt x="57" y="76"/>
                  </a:lnTo>
                  <a:lnTo>
                    <a:pt x="62" y="80"/>
                  </a:lnTo>
                  <a:lnTo>
                    <a:pt x="65" y="81"/>
                  </a:lnTo>
                  <a:lnTo>
                    <a:pt x="65" y="82"/>
                  </a:lnTo>
                  <a:lnTo>
                    <a:pt x="71" y="85"/>
                  </a:lnTo>
                  <a:lnTo>
                    <a:pt x="77" y="90"/>
                  </a:lnTo>
                  <a:lnTo>
                    <a:pt x="78" y="92"/>
                  </a:lnTo>
                  <a:lnTo>
                    <a:pt x="83" y="96"/>
                  </a:lnTo>
                  <a:lnTo>
                    <a:pt x="85" y="100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9" y="105"/>
                  </a:lnTo>
                  <a:lnTo>
                    <a:pt x="89" y="106"/>
                  </a:lnTo>
                  <a:lnTo>
                    <a:pt x="90" y="107"/>
                  </a:lnTo>
                  <a:lnTo>
                    <a:pt x="89" y="109"/>
                  </a:lnTo>
                  <a:lnTo>
                    <a:pt x="91" y="111"/>
                  </a:lnTo>
                  <a:lnTo>
                    <a:pt x="91" y="115"/>
                  </a:lnTo>
                  <a:lnTo>
                    <a:pt x="92" y="117"/>
                  </a:lnTo>
                  <a:lnTo>
                    <a:pt x="94" y="119"/>
                  </a:lnTo>
                  <a:lnTo>
                    <a:pt x="94" y="121"/>
                  </a:lnTo>
                  <a:lnTo>
                    <a:pt x="94" y="123"/>
                  </a:lnTo>
                  <a:lnTo>
                    <a:pt x="94" y="125"/>
                  </a:lnTo>
                  <a:lnTo>
                    <a:pt x="95" y="126"/>
                  </a:lnTo>
                  <a:lnTo>
                    <a:pt x="94" y="127"/>
                  </a:lnTo>
                  <a:lnTo>
                    <a:pt x="95" y="130"/>
                  </a:lnTo>
                  <a:lnTo>
                    <a:pt x="95" y="131"/>
                  </a:lnTo>
                  <a:lnTo>
                    <a:pt x="96" y="131"/>
                  </a:lnTo>
                  <a:lnTo>
                    <a:pt x="96" y="134"/>
                  </a:lnTo>
                  <a:lnTo>
                    <a:pt x="98" y="136"/>
                  </a:lnTo>
                  <a:lnTo>
                    <a:pt x="98" y="138"/>
                  </a:lnTo>
                  <a:lnTo>
                    <a:pt x="98" y="138"/>
                  </a:lnTo>
                  <a:lnTo>
                    <a:pt x="98" y="136"/>
                  </a:lnTo>
                  <a:lnTo>
                    <a:pt x="96" y="136"/>
                  </a:lnTo>
                  <a:lnTo>
                    <a:pt x="95" y="136"/>
                  </a:lnTo>
                  <a:lnTo>
                    <a:pt x="95" y="138"/>
                  </a:lnTo>
                  <a:lnTo>
                    <a:pt x="96" y="139"/>
                  </a:lnTo>
                  <a:lnTo>
                    <a:pt x="96" y="140"/>
                  </a:lnTo>
                  <a:lnTo>
                    <a:pt x="95" y="142"/>
                  </a:lnTo>
                  <a:lnTo>
                    <a:pt x="95" y="143"/>
                  </a:lnTo>
                  <a:lnTo>
                    <a:pt x="94" y="144"/>
                  </a:lnTo>
                  <a:lnTo>
                    <a:pt x="95" y="147"/>
                  </a:lnTo>
                  <a:lnTo>
                    <a:pt x="94" y="148"/>
                  </a:lnTo>
                  <a:lnTo>
                    <a:pt x="95" y="150"/>
                  </a:lnTo>
                  <a:lnTo>
                    <a:pt x="94" y="151"/>
                  </a:lnTo>
                  <a:lnTo>
                    <a:pt x="92" y="152"/>
                  </a:lnTo>
                  <a:lnTo>
                    <a:pt x="91" y="155"/>
                  </a:lnTo>
                  <a:lnTo>
                    <a:pt x="90" y="155"/>
                  </a:lnTo>
                  <a:lnTo>
                    <a:pt x="87" y="157"/>
                  </a:lnTo>
                  <a:lnTo>
                    <a:pt x="86" y="159"/>
                  </a:lnTo>
                  <a:lnTo>
                    <a:pt x="83" y="160"/>
                  </a:lnTo>
                  <a:lnTo>
                    <a:pt x="83" y="163"/>
                  </a:lnTo>
                  <a:lnTo>
                    <a:pt x="81" y="163"/>
                  </a:lnTo>
                  <a:lnTo>
                    <a:pt x="79" y="164"/>
                  </a:lnTo>
                  <a:lnTo>
                    <a:pt x="74" y="167"/>
                  </a:lnTo>
                  <a:lnTo>
                    <a:pt x="71" y="167"/>
                  </a:lnTo>
                  <a:lnTo>
                    <a:pt x="70" y="167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7" y="165"/>
                  </a:lnTo>
                  <a:lnTo>
                    <a:pt x="67" y="164"/>
                  </a:lnTo>
                  <a:lnTo>
                    <a:pt x="67" y="165"/>
                  </a:lnTo>
                  <a:lnTo>
                    <a:pt x="66" y="165"/>
                  </a:lnTo>
                  <a:lnTo>
                    <a:pt x="65" y="165"/>
                  </a:lnTo>
                  <a:lnTo>
                    <a:pt x="66" y="167"/>
                  </a:lnTo>
                  <a:lnTo>
                    <a:pt x="66" y="167"/>
                  </a:lnTo>
                  <a:lnTo>
                    <a:pt x="65" y="168"/>
                  </a:lnTo>
                  <a:lnTo>
                    <a:pt x="64" y="168"/>
                  </a:lnTo>
                  <a:lnTo>
                    <a:pt x="66" y="169"/>
                  </a:lnTo>
                  <a:lnTo>
                    <a:pt x="66" y="169"/>
                  </a:lnTo>
                  <a:lnTo>
                    <a:pt x="67" y="172"/>
                  </a:lnTo>
                  <a:lnTo>
                    <a:pt x="65" y="173"/>
                  </a:lnTo>
                  <a:lnTo>
                    <a:pt x="62" y="171"/>
                  </a:lnTo>
                  <a:lnTo>
                    <a:pt x="65" y="173"/>
                  </a:lnTo>
                  <a:lnTo>
                    <a:pt x="65" y="175"/>
                  </a:lnTo>
                  <a:lnTo>
                    <a:pt x="64" y="176"/>
                  </a:lnTo>
                  <a:lnTo>
                    <a:pt x="62" y="175"/>
                  </a:lnTo>
                  <a:lnTo>
                    <a:pt x="62" y="173"/>
                  </a:lnTo>
                  <a:lnTo>
                    <a:pt x="61" y="175"/>
                  </a:lnTo>
                  <a:lnTo>
                    <a:pt x="61" y="176"/>
                  </a:lnTo>
                  <a:lnTo>
                    <a:pt x="61" y="176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0" y="178"/>
                  </a:lnTo>
                  <a:lnTo>
                    <a:pt x="58" y="178"/>
                  </a:lnTo>
                  <a:lnTo>
                    <a:pt x="56" y="181"/>
                  </a:lnTo>
                  <a:lnTo>
                    <a:pt x="56" y="181"/>
                  </a:lnTo>
                  <a:lnTo>
                    <a:pt x="54" y="181"/>
                  </a:lnTo>
                  <a:lnTo>
                    <a:pt x="53" y="182"/>
                  </a:lnTo>
                  <a:lnTo>
                    <a:pt x="53" y="185"/>
                  </a:lnTo>
                  <a:lnTo>
                    <a:pt x="52" y="186"/>
                  </a:lnTo>
                  <a:lnTo>
                    <a:pt x="50" y="186"/>
                  </a:lnTo>
                  <a:lnTo>
                    <a:pt x="50" y="186"/>
                  </a:lnTo>
                  <a:lnTo>
                    <a:pt x="45" y="189"/>
                  </a:lnTo>
                  <a:lnTo>
                    <a:pt x="42" y="189"/>
                  </a:lnTo>
                  <a:lnTo>
                    <a:pt x="45" y="188"/>
                  </a:lnTo>
                  <a:lnTo>
                    <a:pt x="46" y="186"/>
                  </a:lnTo>
                  <a:lnTo>
                    <a:pt x="48" y="185"/>
                  </a:lnTo>
                  <a:lnTo>
                    <a:pt x="46" y="186"/>
                  </a:lnTo>
                  <a:lnTo>
                    <a:pt x="45" y="185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0"/>
                  </a:lnTo>
                  <a:lnTo>
                    <a:pt x="45" y="176"/>
                  </a:lnTo>
                  <a:lnTo>
                    <a:pt x="46" y="173"/>
                  </a:lnTo>
                  <a:lnTo>
                    <a:pt x="50" y="171"/>
                  </a:lnTo>
                  <a:lnTo>
                    <a:pt x="52" y="169"/>
                  </a:lnTo>
                  <a:lnTo>
                    <a:pt x="49" y="169"/>
                  </a:lnTo>
                  <a:lnTo>
                    <a:pt x="48" y="169"/>
                  </a:lnTo>
                  <a:lnTo>
                    <a:pt x="45" y="169"/>
                  </a:lnTo>
                  <a:lnTo>
                    <a:pt x="44" y="169"/>
                  </a:lnTo>
                  <a:lnTo>
                    <a:pt x="42" y="169"/>
                  </a:lnTo>
                  <a:lnTo>
                    <a:pt x="41" y="169"/>
                  </a:lnTo>
                  <a:lnTo>
                    <a:pt x="41" y="168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42" y="163"/>
                  </a:lnTo>
                  <a:lnTo>
                    <a:pt x="45" y="163"/>
                  </a:lnTo>
                  <a:lnTo>
                    <a:pt x="46" y="160"/>
                  </a:lnTo>
                  <a:lnTo>
                    <a:pt x="49" y="159"/>
                  </a:lnTo>
                  <a:lnTo>
                    <a:pt x="50" y="160"/>
                  </a:lnTo>
                  <a:lnTo>
                    <a:pt x="56" y="159"/>
                  </a:lnTo>
                  <a:lnTo>
                    <a:pt x="58" y="160"/>
                  </a:lnTo>
                  <a:lnTo>
                    <a:pt x="58" y="161"/>
                  </a:lnTo>
                  <a:lnTo>
                    <a:pt x="62" y="161"/>
                  </a:lnTo>
                  <a:lnTo>
                    <a:pt x="61" y="159"/>
                  </a:lnTo>
                  <a:lnTo>
                    <a:pt x="62" y="157"/>
                  </a:lnTo>
                  <a:lnTo>
                    <a:pt x="60" y="155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60" y="148"/>
                  </a:lnTo>
                  <a:lnTo>
                    <a:pt x="64" y="148"/>
                  </a:lnTo>
                  <a:lnTo>
                    <a:pt x="65" y="147"/>
                  </a:lnTo>
                  <a:lnTo>
                    <a:pt x="67" y="144"/>
                  </a:lnTo>
                  <a:lnTo>
                    <a:pt x="71" y="143"/>
                  </a:lnTo>
                  <a:lnTo>
                    <a:pt x="71" y="142"/>
                  </a:lnTo>
                  <a:lnTo>
                    <a:pt x="74" y="142"/>
                  </a:lnTo>
                  <a:lnTo>
                    <a:pt x="75" y="138"/>
                  </a:lnTo>
                  <a:lnTo>
                    <a:pt x="75" y="135"/>
                  </a:lnTo>
                  <a:lnTo>
                    <a:pt x="75" y="131"/>
                  </a:lnTo>
                  <a:lnTo>
                    <a:pt x="74" y="130"/>
                  </a:lnTo>
                  <a:lnTo>
                    <a:pt x="75" y="126"/>
                  </a:lnTo>
                  <a:lnTo>
                    <a:pt x="73" y="121"/>
                  </a:lnTo>
                  <a:lnTo>
                    <a:pt x="71" y="119"/>
                  </a:lnTo>
                  <a:lnTo>
                    <a:pt x="70" y="117"/>
                  </a:lnTo>
                  <a:lnTo>
                    <a:pt x="70" y="117"/>
                  </a:lnTo>
                  <a:lnTo>
                    <a:pt x="73" y="115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0" y="106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1" y="101"/>
                  </a:lnTo>
                  <a:lnTo>
                    <a:pt x="71" y="100"/>
                  </a:lnTo>
                  <a:lnTo>
                    <a:pt x="71" y="97"/>
                  </a:lnTo>
                  <a:lnTo>
                    <a:pt x="73" y="94"/>
                  </a:lnTo>
                  <a:lnTo>
                    <a:pt x="73" y="93"/>
                  </a:lnTo>
                  <a:lnTo>
                    <a:pt x="70" y="94"/>
                  </a:lnTo>
                  <a:lnTo>
                    <a:pt x="69" y="93"/>
                  </a:lnTo>
                  <a:lnTo>
                    <a:pt x="67" y="92"/>
                  </a:lnTo>
                  <a:lnTo>
                    <a:pt x="65" y="92"/>
                  </a:lnTo>
                  <a:lnTo>
                    <a:pt x="64" y="90"/>
                  </a:lnTo>
                  <a:lnTo>
                    <a:pt x="65" y="88"/>
                  </a:lnTo>
                  <a:lnTo>
                    <a:pt x="62" y="88"/>
                  </a:lnTo>
                  <a:lnTo>
                    <a:pt x="61" y="88"/>
                  </a:lnTo>
                  <a:lnTo>
                    <a:pt x="60" y="86"/>
                  </a:lnTo>
                  <a:lnTo>
                    <a:pt x="60" y="84"/>
                  </a:lnTo>
                  <a:lnTo>
                    <a:pt x="58" y="82"/>
                  </a:lnTo>
                  <a:lnTo>
                    <a:pt x="56" y="82"/>
                  </a:lnTo>
                  <a:lnTo>
                    <a:pt x="54" y="81"/>
                  </a:lnTo>
                  <a:lnTo>
                    <a:pt x="53" y="78"/>
                  </a:lnTo>
                  <a:lnTo>
                    <a:pt x="49" y="75"/>
                  </a:lnTo>
                  <a:lnTo>
                    <a:pt x="49" y="72"/>
                  </a:lnTo>
                  <a:lnTo>
                    <a:pt x="46" y="69"/>
                  </a:lnTo>
                  <a:lnTo>
                    <a:pt x="44" y="68"/>
                  </a:lnTo>
                  <a:lnTo>
                    <a:pt x="41" y="64"/>
                  </a:lnTo>
                  <a:lnTo>
                    <a:pt x="39" y="63"/>
                  </a:lnTo>
                  <a:lnTo>
                    <a:pt x="35" y="61"/>
                  </a:lnTo>
                  <a:lnTo>
                    <a:pt x="31" y="61"/>
                  </a:lnTo>
                  <a:lnTo>
                    <a:pt x="29" y="57"/>
                  </a:lnTo>
                  <a:lnTo>
                    <a:pt x="28" y="57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27" y="52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1" y="48"/>
                  </a:lnTo>
                  <a:lnTo>
                    <a:pt x="33" y="48"/>
                  </a:lnTo>
                  <a:lnTo>
                    <a:pt x="35" y="47"/>
                  </a:lnTo>
                  <a:lnTo>
                    <a:pt x="36" y="42"/>
                  </a:lnTo>
                  <a:lnTo>
                    <a:pt x="37" y="42"/>
                  </a:lnTo>
                  <a:lnTo>
                    <a:pt x="37" y="40"/>
                  </a:lnTo>
                  <a:lnTo>
                    <a:pt x="35" y="39"/>
                  </a:lnTo>
                  <a:lnTo>
                    <a:pt x="35" y="38"/>
                  </a:lnTo>
                  <a:lnTo>
                    <a:pt x="35" y="35"/>
                  </a:lnTo>
                  <a:lnTo>
                    <a:pt x="31" y="34"/>
                  </a:lnTo>
                  <a:lnTo>
                    <a:pt x="29" y="32"/>
                  </a:lnTo>
                  <a:lnTo>
                    <a:pt x="25" y="32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5" y="32"/>
                  </a:lnTo>
                  <a:lnTo>
                    <a:pt x="13" y="28"/>
                  </a:lnTo>
                  <a:lnTo>
                    <a:pt x="8" y="25"/>
                  </a:lnTo>
                  <a:lnTo>
                    <a:pt x="10" y="23"/>
                  </a:lnTo>
                  <a:lnTo>
                    <a:pt x="10" y="21"/>
                  </a:lnTo>
                  <a:lnTo>
                    <a:pt x="7" y="18"/>
                  </a:lnTo>
                  <a:lnTo>
                    <a:pt x="6" y="15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2" y="7"/>
                  </a:lnTo>
                  <a:lnTo>
                    <a:pt x="15" y="10"/>
                  </a:lnTo>
                  <a:lnTo>
                    <a:pt x="16" y="7"/>
                  </a:lnTo>
                  <a:lnTo>
                    <a:pt x="17" y="9"/>
                  </a:lnTo>
                  <a:lnTo>
                    <a:pt x="19" y="10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4" y="6"/>
                  </a:lnTo>
                  <a:lnTo>
                    <a:pt x="27" y="7"/>
                  </a:lnTo>
                  <a:lnTo>
                    <a:pt x="31" y="6"/>
                  </a:lnTo>
                  <a:lnTo>
                    <a:pt x="31" y="2"/>
                  </a:lnTo>
                  <a:lnTo>
                    <a:pt x="33" y="1"/>
                  </a:lnTo>
                  <a:lnTo>
                    <a:pt x="3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2" name="Freeform 362">
              <a:extLst>
                <a:ext uri="{FF2B5EF4-FFF2-40B4-BE49-F238E27FC236}">
                  <a16:creationId xmlns:a16="http://schemas.microsoft.com/office/drawing/2014/main" id="{F1D8E4DE-75D3-4167-A30A-C18F64810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712" y="6314568"/>
              <a:ext cx="562167" cy="489631"/>
            </a:xfrm>
            <a:custGeom>
              <a:avLst/>
              <a:gdLst>
                <a:gd name="T0" fmla="*/ 51 w 62"/>
                <a:gd name="T1" fmla="*/ 1 h 54"/>
                <a:gd name="T2" fmla="*/ 54 w 62"/>
                <a:gd name="T3" fmla="*/ 4 h 54"/>
                <a:gd name="T4" fmla="*/ 58 w 62"/>
                <a:gd name="T5" fmla="*/ 6 h 54"/>
                <a:gd name="T6" fmla="*/ 62 w 62"/>
                <a:gd name="T7" fmla="*/ 13 h 54"/>
                <a:gd name="T8" fmla="*/ 62 w 62"/>
                <a:gd name="T9" fmla="*/ 18 h 54"/>
                <a:gd name="T10" fmla="*/ 62 w 62"/>
                <a:gd name="T11" fmla="*/ 25 h 54"/>
                <a:gd name="T12" fmla="*/ 58 w 62"/>
                <a:gd name="T13" fmla="*/ 29 h 54"/>
                <a:gd name="T14" fmla="*/ 54 w 62"/>
                <a:gd name="T15" fmla="*/ 31 h 54"/>
                <a:gd name="T16" fmla="*/ 51 w 62"/>
                <a:gd name="T17" fmla="*/ 35 h 54"/>
                <a:gd name="T18" fmla="*/ 44 w 62"/>
                <a:gd name="T19" fmla="*/ 38 h 54"/>
                <a:gd name="T20" fmla="*/ 47 w 62"/>
                <a:gd name="T21" fmla="*/ 42 h 54"/>
                <a:gd name="T22" fmla="*/ 48 w 62"/>
                <a:gd name="T23" fmla="*/ 46 h 54"/>
                <a:gd name="T24" fmla="*/ 45 w 62"/>
                <a:gd name="T25" fmla="*/ 48 h 54"/>
                <a:gd name="T26" fmla="*/ 43 w 62"/>
                <a:gd name="T27" fmla="*/ 46 h 54"/>
                <a:gd name="T28" fmla="*/ 36 w 62"/>
                <a:gd name="T29" fmla="*/ 46 h 54"/>
                <a:gd name="T30" fmla="*/ 32 w 62"/>
                <a:gd name="T31" fmla="*/ 50 h 54"/>
                <a:gd name="T32" fmla="*/ 28 w 62"/>
                <a:gd name="T33" fmla="*/ 54 h 54"/>
                <a:gd name="T34" fmla="*/ 24 w 62"/>
                <a:gd name="T35" fmla="*/ 52 h 54"/>
                <a:gd name="T36" fmla="*/ 22 w 62"/>
                <a:gd name="T37" fmla="*/ 50 h 54"/>
                <a:gd name="T38" fmla="*/ 19 w 62"/>
                <a:gd name="T39" fmla="*/ 52 h 54"/>
                <a:gd name="T40" fmla="*/ 18 w 62"/>
                <a:gd name="T41" fmla="*/ 51 h 54"/>
                <a:gd name="T42" fmla="*/ 18 w 62"/>
                <a:gd name="T43" fmla="*/ 48 h 54"/>
                <a:gd name="T44" fmla="*/ 18 w 62"/>
                <a:gd name="T45" fmla="*/ 46 h 54"/>
                <a:gd name="T46" fmla="*/ 16 w 62"/>
                <a:gd name="T47" fmla="*/ 44 h 54"/>
                <a:gd name="T48" fmla="*/ 15 w 62"/>
                <a:gd name="T49" fmla="*/ 48 h 54"/>
                <a:gd name="T50" fmla="*/ 11 w 62"/>
                <a:gd name="T51" fmla="*/ 48 h 54"/>
                <a:gd name="T52" fmla="*/ 11 w 62"/>
                <a:gd name="T53" fmla="*/ 44 h 54"/>
                <a:gd name="T54" fmla="*/ 10 w 62"/>
                <a:gd name="T55" fmla="*/ 42 h 54"/>
                <a:gd name="T56" fmla="*/ 7 w 62"/>
                <a:gd name="T57" fmla="*/ 39 h 54"/>
                <a:gd name="T58" fmla="*/ 6 w 62"/>
                <a:gd name="T59" fmla="*/ 35 h 54"/>
                <a:gd name="T60" fmla="*/ 4 w 62"/>
                <a:gd name="T61" fmla="*/ 31 h 54"/>
                <a:gd name="T62" fmla="*/ 4 w 62"/>
                <a:gd name="T63" fmla="*/ 30 h 54"/>
                <a:gd name="T64" fmla="*/ 3 w 62"/>
                <a:gd name="T65" fmla="*/ 23 h 54"/>
                <a:gd name="T66" fmla="*/ 0 w 62"/>
                <a:gd name="T67" fmla="*/ 17 h 54"/>
                <a:gd name="T68" fmla="*/ 2 w 62"/>
                <a:gd name="T69" fmla="*/ 10 h 54"/>
                <a:gd name="T70" fmla="*/ 6 w 62"/>
                <a:gd name="T71" fmla="*/ 2 h 54"/>
                <a:gd name="T72" fmla="*/ 14 w 62"/>
                <a:gd name="T73" fmla="*/ 1 h 54"/>
                <a:gd name="T74" fmla="*/ 18 w 62"/>
                <a:gd name="T75" fmla="*/ 2 h 54"/>
                <a:gd name="T76" fmla="*/ 24 w 62"/>
                <a:gd name="T77" fmla="*/ 1 h 54"/>
                <a:gd name="T78" fmla="*/ 29 w 62"/>
                <a:gd name="T79" fmla="*/ 1 h 54"/>
                <a:gd name="T80" fmla="*/ 33 w 62"/>
                <a:gd name="T81" fmla="*/ 2 h 54"/>
                <a:gd name="T82" fmla="*/ 37 w 62"/>
                <a:gd name="T83" fmla="*/ 6 h 54"/>
                <a:gd name="T84" fmla="*/ 43 w 62"/>
                <a:gd name="T85" fmla="*/ 9 h 54"/>
                <a:gd name="T86" fmla="*/ 47 w 62"/>
                <a:gd name="T87" fmla="*/ 9 h 54"/>
                <a:gd name="T88" fmla="*/ 47 w 62"/>
                <a:gd name="T89" fmla="*/ 5 h 54"/>
                <a:gd name="T90" fmla="*/ 45 w 62"/>
                <a:gd name="T9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2" h="54">
                  <a:moveTo>
                    <a:pt x="49" y="0"/>
                  </a:moveTo>
                  <a:lnTo>
                    <a:pt x="51" y="1"/>
                  </a:lnTo>
                  <a:lnTo>
                    <a:pt x="52" y="2"/>
                  </a:lnTo>
                  <a:lnTo>
                    <a:pt x="54" y="4"/>
                  </a:lnTo>
                  <a:lnTo>
                    <a:pt x="57" y="4"/>
                  </a:lnTo>
                  <a:lnTo>
                    <a:pt x="58" y="6"/>
                  </a:lnTo>
                  <a:lnTo>
                    <a:pt x="60" y="8"/>
                  </a:lnTo>
                  <a:lnTo>
                    <a:pt x="62" y="13"/>
                  </a:lnTo>
                  <a:lnTo>
                    <a:pt x="61" y="17"/>
                  </a:lnTo>
                  <a:lnTo>
                    <a:pt x="62" y="18"/>
                  </a:lnTo>
                  <a:lnTo>
                    <a:pt x="62" y="22"/>
                  </a:lnTo>
                  <a:lnTo>
                    <a:pt x="62" y="25"/>
                  </a:lnTo>
                  <a:lnTo>
                    <a:pt x="61" y="29"/>
                  </a:lnTo>
                  <a:lnTo>
                    <a:pt x="58" y="29"/>
                  </a:lnTo>
                  <a:lnTo>
                    <a:pt x="58" y="30"/>
                  </a:lnTo>
                  <a:lnTo>
                    <a:pt x="54" y="31"/>
                  </a:lnTo>
                  <a:lnTo>
                    <a:pt x="52" y="34"/>
                  </a:lnTo>
                  <a:lnTo>
                    <a:pt x="51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4" y="42"/>
                  </a:lnTo>
                  <a:lnTo>
                    <a:pt x="47" y="42"/>
                  </a:lnTo>
                  <a:lnTo>
                    <a:pt x="49" y="44"/>
                  </a:lnTo>
                  <a:lnTo>
                    <a:pt x="48" y="46"/>
                  </a:lnTo>
                  <a:lnTo>
                    <a:pt x="49" y="48"/>
                  </a:lnTo>
                  <a:lnTo>
                    <a:pt x="45" y="48"/>
                  </a:lnTo>
                  <a:lnTo>
                    <a:pt x="45" y="47"/>
                  </a:lnTo>
                  <a:lnTo>
                    <a:pt x="43" y="46"/>
                  </a:lnTo>
                  <a:lnTo>
                    <a:pt x="37" y="47"/>
                  </a:lnTo>
                  <a:lnTo>
                    <a:pt x="36" y="46"/>
                  </a:lnTo>
                  <a:lnTo>
                    <a:pt x="33" y="47"/>
                  </a:lnTo>
                  <a:lnTo>
                    <a:pt x="32" y="50"/>
                  </a:lnTo>
                  <a:lnTo>
                    <a:pt x="29" y="50"/>
                  </a:lnTo>
                  <a:lnTo>
                    <a:pt x="28" y="54"/>
                  </a:lnTo>
                  <a:lnTo>
                    <a:pt x="26" y="51"/>
                  </a:lnTo>
                  <a:lnTo>
                    <a:pt x="24" y="52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1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8" y="48"/>
                  </a:lnTo>
                  <a:lnTo>
                    <a:pt x="18" y="47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5" y="46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1" y="48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2" y="22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10"/>
                  </a:lnTo>
                  <a:lnTo>
                    <a:pt x="3" y="6"/>
                  </a:lnTo>
                  <a:lnTo>
                    <a:pt x="6" y="2"/>
                  </a:lnTo>
                  <a:lnTo>
                    <a:pt x="8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8" y="2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9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7" y="6"/>
                  </a:lnTo>
                  <a:lnTo>
                    <a:pt x="40" y="6"/>
                  </a:lnTo>
                  <a:lnTo>
                    <a:pt x="43" y="9"/>
                  </a:lnTo>
                  <a:lnTo>
                    <a:pt x="47" y="10"/>
                  </a:lnTo>
                  <a:lnTo>
                    <a:pt x="47" y="9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4" y="2"/>
                  </a:lnTo>
                  <a:lnTo>
                    <a:pt x="45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3" name="Freeform 363">
              <a:extLst>
                <a:ext uri="{FF2B5EF4-FFF2-40B4-BE49-F238E27FC236}">
                  <a16:creationId xmlns:a16="http://schemas.microsoft.com/office/drawing/2014/main" id="{353F496C-D792-4231-A3CC-94E36E013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364" y="5407848"/>
              <a:ext cx="870451" cy="997394"/>
            </a:xfrm>
            <a:custGeom>
              <a:avLst/>
              <a:gdLst>
                <a:gd name="T0" fmla="*/ 28 w 96"/>
                <a:gd name="T1" fmla="*/ 2 h 110"/>
                <a:gd name="T2" fmla="*/ 32 w 96"/>
                <a:gd name="T3" fmla="*/ 10 h 110"/>
                <a:gd name="T4" fmla="*/ 37 w 96"/>
                <a:gd name="T5" fmla="*/ 19 h 110"/>
                <a:gd name="T6" fmla="*/ 47 w 96"/>
                <a:gd name="T7" fmla="*/ 19 h 110"/>
                <a:gd name="T8" fmla="*/ 57 w 96"/>
                <a:gd name="T9" fmla="*/ 22 h 110"/>
                <a:gd name="T10" fmla="*/ 59 w 96"/>
                <a:gd name="T11" fmla="*/ 27 h 110"/>
                <a:gd name="T12" fmla="*/ 57 w 96"/>
                <a:gd name="T13" fmla="*/ 34 h 110"/>
                <a:gd name="T14" fmla="*/ 50 w 96"/>
                <a:gd name="T15" fmla="*/ 37 h 110"/>
                <a:gd name="T16" fmla="*/ 51 w 96"/>
                <a:gd name="T17" fmla="*/ 42 h 110"/>
                <a:gd name="T18" fmla="*/ 51 w 96"/>
                <a:gd name="T19" fmla="*/ 44 h 110"/>
                <a:gd name="T20" fmla="*/ 61 w 96"/>
                <a:gd name="T21" fmla="*/ 50 h 110"/>
                <a:gd name="T22" fmla="*/ 68 w 96"/>
                <a:gd name="T23" fmla="*/ 56 h 110"/>
                <a:gd name="T24" fmla="*/ 75 w 96"/>
                <a:gd name="T25" fmla="*/ 65 h 110"/>
                <a:gd name="T26" fmla="*/ 80 w 96"/>
                <a:gd name="T27" fmla="*/ 69 h 110"/>
                <a:gd name="T28" fmla="*/ 83 w 96"/>
                <a:gd name="T29" fmla="*/ 75 h 110"/>
                <a:gd name="T30" fmla="*/ 86 w 96"/>
                <a:gd name="T31" fmla="*/ 77 h 110"/>
                <a:gd name="T32" fmla="*/ 91 w 96"/>
                <a:gd name="T33" fmla="*/ 80 h 110"/>
                <a:gd name="T34" fmla="*/ 95 w 96"/>
                <a:gd name="T35" fmla="*/ 81 h 110"/>
                <a:gd name="T36" fmla="*/ 93 w 96"/>
                <a:gd name="T37" fmla="*/ 88 h 110"/>
                <a:gd name="T38" fmla="*/ 92 w 96"/>
                <a:gd name="T39" fmla="*/ 93 h 110"/>
                <a:gd name="T40" fmla="*/ 95 w 96"/>
                <a:gd name="T41" fmla="*/ 102 h 110"/>
                <a:gd name="T42" fmla="*/ 87 w 96"/>
                <a:gd name="T43" fmla="*/ 102 h 110"/>
                <a:gd name="T44" fmla="*/ 80 w 96"/>
                <a:gd name="T45" fmla="*/ 100 h 110"/>
                <a:gd name="T46" fmla="*/ 80 w 96"/>
                <a:gd name="T47" fmla="*/ 106 h 110"/>
                <a:gd name="T48" fmla="*/ 78 w 96"/>
                <a:gd name="T49" fmla="*/ 109 h 110"/>
                <a:gd name="T50" fmla="*/ 71 w 96"/>
                <a:gd name="T51" fmla="*/ 104 h 110"/>
                <a:gd name="T52" fmla="*/ 71 w 96"/>
                <a:gd name="T53" fmla="*/ 100 h 110"/>
                <a:gd name="T54" fmla="*/ 71 w 96"/>
                <a:gd name="T55" fmla="*/ 92 h 110"/>
                <a:gd name="T56" fmla="*/ 71 w 96"/>
                <a:gd name="T57" fmla="*/ 85 h 110"/>
                <a:gd name="T58" fmla="*/ 67 w 96"/>
                <a:gd name="T59" fmla="*/ 81 h 110"/>
                <a:gd name="T60" fmla="*/ 61 w 96"/>
                <a:gd name="T61" fmla="*/ 77 h 110"/>
                <a:gd name="T62" fmla="*/ 59 w 96"/>
                <a:gd name="T63" fmla="*/ 69 h 110"/>
                <a:gd name="T64" fmla="*/ 61 w 96"/>
                <a:gd name="T65" fmla="*/ 63 h 110"/>
                <a:gd name="T66" fmla="*/ 50 w 96"/>
                <a:gd name="T67" fmla="*/ 54 h 110"/>
                <a:gd name="T68" fmla="*/ 38 w 96"/>
                <a:gd name="T69" fmla="*/ 59 h 110"/>
                <a:gd name="T70" fmla="*/ 29 w 96"/>
                <a:gd name="T71" fmla="*/ 56 h 110"/>
                <a:gd name="T72" fmla="*/ 21 w 96"/>
                <a:gd name="T73" fmla="*/ 59 h 110"/>
                <a:gd name="T74" fmla="*/ 14 w 96"/>
                <a:gd name="T75" fmla="*/ 55 h 110"/>
                <a:gd name="T76" fmla="*/ 14 w 96"/>
                <a:gd name="T77" fmla="*/ 46 h 110"/>
                <a:gd name="T78" fmla="*/ 14 w 96"/>
                <a:gd name="T79" fmla="*/ 39 h 110"/>
                <a:gd name="T80" fmla="*/ 8 w 96"/>
                <a:gd name="T81" fmla="*/ 39 h 110"/>
                <a:gd name="T82" fmla="*/ 7 w 96"/>
                <a:gd name="T83" fmla="*/ 34 h 110"/>
                <a:gd name="T84" fmla="*/ 1 w 96"/>
                <a:gd name="T85" fmla="*/ 27 h 110"/>
                <a:gd name="T86" fmla="*/ 3 w 96"/>
                <a:gd name="T87" fmla="*/ 22 h 110"/>
                <a:gd name="T88" fmla="*/ 5 w 96"/>
                <a:gd name="T89" fmla="*/ 17 h 110"/>
                <a:gd name="T90" fmla="*/ 10 w 96"/>
                <a:gd name="T91" fmla="*/ 12 h 110"/>
                <a:gd name="T92" fmla="*/ 16 w 96"/>
                <a:gd name="T93" fmla="*/ 14 h 110"/>
                <a:gd name="T94" fmla="*/ 17 w 96"/>
                <a:gd name="T95" fmla="*/ 9 h 110"/>
                <a:gd name="T96" fmla="*/ 18 w 96"/>
                <a:gd name="T97" fmla="*/ 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110">
                  <a:moveTo>
                    <a:pt x="22" y="0"/>
                  </a:moveTo>
                  <a:lnTo>
                    <a:pt x="24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0" y="12"/>
                  </a:lnTo>
                  <a:lnTo>
                    <a:pt x="35" y="15"/>
                  </a:lnTo>
                  <a:lnTo>
                    <a:pt x="37" y="19"/>
                  </a:lnTo>
                  <a:lnTo>
                    <a:pt x="42" y="19"/>
                  </a:lnTo>
                  <a:lnTo>
                    <a:pt x="45" y="21"/>
                  </a:lnTo>
                  <a:lnTo>
                    <a:pt x="47" y="19"/>
                  </a:lnTo>
                  <a:lnTo>
                    <a:pt x="51" y="19"/>
                  </a:lnTo>
                  <a:lnTo>
                    <a:pt x="53" y="21"/>
                  </a:lnTo>
                  <a:lnTo>
                    <a:pt x="57" y="22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9" y="27"/>
                  </a:lnTo>
                  <a:lnTo>
                    <a:pt x="59" y="29"/>
                  </a:lnTo>
                  <a:lnTo>
                    <a:pt x="58" y="29"/>
                  </a:lnTo>
                  <a:lnTo>
                    <a:pt x="57" y="34"/>
                  </a:lnTo>
                  <a:lnTo>
                    <a:pt x="55" y="35"/>
                  </a:lnTo>
                  <a:lnTo>
                    <a:pt x="53" y="35"/>
                  </a:lnTo>
                  <a:lnTo>
                    <a:pt x="50" y="37"/>
                  </a:lnTo>
                  <a:lnTo>
                    <a:pt x="47" y="37"/>
                  </a:lnTo>
                  <a:lnTo>
                    <a:pt x="49" y="39"/>
                  </a:lnTo>
                  <a:lnTo>
                    <a:pt x="51" y="42"/>
                  </a:lnTo>
                  <a:lnTo>
                    <a:pt x="49" y="43"/>
                  </a:lnTo>
                  <a:lnTo>
                    <a:pt x="50" y="44"/>
                  </a:lnTo>
                  <a:lnTo>
                    <a:pt x="51" y="44"/>
                  </a:lnTo>
                  <a:lnTo>
                    <a:pt x="53" y="48"/>
                  </a:lnTo>
                  <a:lnTo>
                    <a:pt x="57" y="48"/>
                  </a:lnTo>
                  <a:lnTo>
                    <a:pt x="61" y="50"/>
                  </a:lnTo>
                  <a:lnTo>
                    <a:pt x="63" y="51"/>
                  </a:lnTo>
                  <a:lnTo>
                    <a:pt x="66" y="55"/>
                  </a:lnTo>
                  <a:lnTo>
                    <a:pt x="68" y="56"/>
                  </a:lnTo>
                  <a:lnTo>
                    <a:pt x="71" y="59"/>
                  </a:lnTo>
                  <a:lnTo>
                    <a:pt x="71" y="62"/>
                  </a:lnTo>
                  <a:lnTo>
                    <a:pt x="75" y="65"/>
                  </a:lnTo>
                  <a:lnTo>
                    <a:pt x="76" y="68"/>
                  </a:lnTo>
                  <a:lnTo>
                    <a:pt x="78" y="69"/>
                  </a:lnTo>
                  <a:lnTo>
                    <a:pt x="80" y="69"/>
                  </a:lnTo>
                  <a:lnTo>
                    <a:pt x="82" y="71"/>
                  </a:lnTo>
                  <a:lnTo>
                    <a:pt x="82" y="73"/>
                  </a:lnTo>
                  <a:lnTo>
                    <a:pt x="83" y="75"/>
                  </a:lnTo>
                  <a:lnTo>
                    <a:pt x="84" y="75"/>
                  </a:lnTo>
                  <a:lnTo>
                    <a:pt x="87" y="75"/>
                  </a:lnTo>
                  <a:lnTo>
                    <a:pt x="86" y="77"/>
                  </a:lnTo>
                  <a:lnTo>
                    <a:pt x="87" y="79"/>
                  </a:lnTo>
                  <a:lnTo>
                    <a:pt x="89" y="79"/>
                  </a:lnTo>
                  <a:lnTo>
                    <a:pt x="91" y="80"/>
                  </a:lnTo>
                  <a:lnTo>
                    <a:pt x="92" y="81"/>
                  </a:lnTo>
                  <a:lnTo>
                    <a:pt x="95" y="80"/>
                  </a:lnTo>
                  <a:lnTo>
                    <a:pt x="95" y="81"/>
                  </a:lnTo>
                  <a:lnTo>
                    <a:pt x="93" y="84"/>
                  </a:lnTo>
                  <a:lnTo>
                    <a:pt x="93" y="87"/>
                  </a:lnTo>
                  <a:lnTo>
                    <a:pt x="93" y="88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2" y="93"/>
                  </a:lnTo>
                  <a:lnTo>
                    <a:pt x="93" y="97"/>
                  </a:lnTo>
                  <a:lnTo>
                    <a:pt x="93" y="98"/>
                  </a:lnTo>
                  <a:lnTo>
                    <a:pt x="95" y="102"/>
                  </a:lnTo>
                  <a:lnTo>
                    <a:pt x="92" y="104"/>
                  </a:lnTo>
                  <a:lnTo>
                    <a:pt x="89" y="104"/>
                  </a:lnTo>
                  <a:lnTo>
                    <a:pt x="87" y="102"/>
                  </a:lnTo>
                  <a:lnTo>
                    <a:pt x="86" y="101"/>
                  </a:lnTo>
                  <a:lnTo>
                    <a:pt x="84" y="100"/>
                  </a:lnTo>
                  <a:lnTo>
                    <a:pt x="80" y="100"/>
                  </a:lnTo>
                  <a:lnTo>
                    <a:pt x="79" y="102"/>
                  </a:lnTo>
                  <a:lnTo>
                    <a:pt x="82" y="105"/>
                  </a:lnTo>
                  <a:lnTo>
                    <a:pt x="80" y="106"/>
                  </a:lnTo>
                  <a:lnTo>
                    <a:pt x="82" y="109"/>
                  </a:lnTo>
                  <a:lnTo>
                    <a:pt x="82" y="110"/>
                  </a:lnTo>
                  <a:lnTo>
                    <a:pt x="78" y="109"/>
                  </a:lnTo>
                  <a:lnTo>
                    <a:pt x="75" y="106"/>
                  </a:lnTo>
                  <a:lnTo>
                    <a:pt x="72" y="106"/>
                  </a:lnTo>
                  <a:lnTo>
                    <a:pt x="71" y="104"/>
                  </a:lnTo>
                  <a:lnTo>
                    <a:pt x="68" y="102"/>
                  </a:lnTo>
                  <a:lnTo>
                    <a:pt x="70" y="101"/>
                  </a:lnTo>
                  <a:lnTo>
                    <a:pt x="71" y="100"/>
                  </a:lnTo>
                  <a:lnTo>
                    <a:pt x="71" y="96"/>
                  </a:lnTo>
                  <a:lnTo>
                    <a:pt x="71" y="93"/>
                  </a:lnTo>
                  <a:lnTo>
                    <a:pt x="71" y="92"/>
                  </a:lnTo>
                  <a:lnTo>
                    <a:pt x="71" y="90"/>
                  </a:lnTo>
                  <a:lnTo>
                    <a:pt x="72" y="88"/>
                  </a:lnTo>
                  <a:lnTo>
                    <a:pt x="71" y="85"/>
                  </a:lnTo>
                  <a:lnTo>
                    <a:pt x="68" y="84"/>
                  </a:lnTo>
                  <a:lnTo>
                    <a:pt x="70" y="83"/>
                  </a:lnTo>
                  <a:lnTo>
                    <a:pt x="67" y="81"/>
                  </a:lnTo>
                  <a:lnTo>
                    <a:pt x="64" y="81"/>
                  </a:lnTo>
                  <a:lnTo>
                    <a:pt x="62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2"/>
                  </a:lnTo>
                  <a:lnTo>
                    <a:pt x="59" y="69"/>
                  </a:lnTo>
                  <a:lnTo>
                    <a:pt x="61" y="68"/>
                  </a:lnTo>
                  <a:lnTo>
                    <a:pt x="61" y="65"/>
                  </a:lnTo>
                  <a:lnTo>
                    <a:pt x="61" y="63"/>
                  </a:lnTo>
                  <a:lnTo>
                    <a:pt x="57" y="62"/>
                  </a:lnTo>
                  <a:lnTo>
                    <a:pt x="51" y="58"/>
                  </a:lnTo>
                  <a:lnTo>
                    <a:pt x="50" y="54"/>
                  </a:lnTo>
                  <a:lnTo>
                    <a:pt x="45" y="52"/>
                  </a:lnTo>
                  <a:lnTo>
                    <a:pt x="41" y="54"/>
                  </a:lnTo>
                  <a:lnTo>
                    <a:pt x="38" y="59"/>
                  </a:lnTo>
                  <a:lnTo>
                    <a:pt x="33" y="59"/>
                  </a:lnTo>
                  <a:lnTo>
                    <a:pt x="32" y="56"/>
                  </a:lnTo>
                  <a:lnTo>
                    <a:pt x="29" y="56"/>
                  </a:lnTo>
                  <a:lnTo>
                    <a:pt x="25" y="55"/>
                  </a:lnTo>
                  <a:lnTo>
                    <a:pt x="21" y="56"/>
                  </a:lnTo>
                  <a:lnTo>
                    <a:pt x="21" y="59"/>
                  </a:lnTo>
                  <a:lnTo>
                    <a:pt x="18" y="59"/>
                  </a:lnTo>
                  <a:lnTo>
                    <a:pt x="14" y="62"/>
                  </a:lnTo>
                  <a:lnTo>
                    <a:pt x="14" y="55"/>
                  </a:lnTo>
                  <a:lnTo>
                    <a:pt x="14" y="51"/>
                  </a:lnTo>
                  <a:lnTo>
                    <a:pt x="13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3" y="42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5" y="35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4" y="27"/>
                  </a:lnTo>
                  <a:lnTo>
                    <a:pt x="1" y="27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4"/>
                  </a:lnTo>
                  <a:lnTo>
                    <a:pt x="8" y="14"/>
                  </a:lnTo>
                  <a:lnTo>
                    <a:pt x="10" y="12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7" y="12"/>
                  </a:lnTo>
                  <a:lnTo>
                    <a:pt x="17" y="9"/>
                  </a:lnTo>
                  <a:lnTo>
                    <a:pt x="16" y="6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4" name="Freeform 364">
              <a:extLst>
                <a:ext uri="{FF2B5EF4-FFF2-40B4-BE49-F238E27FC236}">
                  <a16:creationId xmlns:a16="http://schemas.microsoft.com/office/drawing/2014/main" id="{0867CB0A-C96F-4F87-A4EB-E5D19DEECD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6409" y="5634524"/>
              <a:ext cx="915791" cy="1695573"/>
            </a:xfrm>
            <a:custGeom>
              <a:avLst/>
              <a:gdLst>
                <a:gd name="T0" fmla="*/ 36 w 101"/>
                <a:gd name="T1" fmla="*/ 175 h 187"/>
                <a:gd name="T2" fmla="*/ 28 w 101"/>
                <a:gd name="T3" fmla="*/ 165 h 187"/>
                <a:gd name="T4" fmla="*/ 18 w 101"/>
                <a:gd name="T5" fmla="*/ 162 h 187"/>
                <a:gd name="T6" fmla="*/ 39 w 101"/>
                <a:gd name="T7" fmla="*/ 139 h 187"/>
                <a:gd name="T8" fmla="*/ 38 w 101"/>
                <a:gd name="T9" fmla="*/ 135 h 187"/>
                <a:gd name="T10" fmla="*/ 66 w 101"/>
                <a:gd name="T11" fmla="*/ 109 h 187"/>
                <a:gd name="T12" fmla="*/ 30 w 101"/>
                <a:gd name="T13" fmla="*/ 2 h 187"/>
                <a:gd name="T14" fmla="*/ 36 w 101"/>
                <a:gd name="T15" fmla="*/ 13 h 187"/>
                <a:gd name="T16" fmla="*/ 42 w 101"/>
                <a:gd name="T17" fmla="*/ 17 h 187"/>
                <a:gd name="T18" fmla="*/ 43 w 101"/>
                <a:gd name="T19" fmla="*/ 30 h 187"/>
                <a:gd name="T20" fmla="*/ 54 w 101"/>
                <a:gd name="T21" fmla="*/ 30 h 187"/>
                <a:gd name="T22" fmla="*/ 70 w 101"/>
                <a:gd name="T23" fmla="*/ 29 h 187"/>
                <a:gd name="T24" fmla="*/ 90 w 101"/>
                <a:gd name="T25" fmla="*/ 38 h 187"/>
                <a:gd name="T26" fmla="*/ 90 w 101"/>
                <a:gd name="T27" fmla="*/ 50 h 187"/>
                <a:gd name="T28" fmla="*/ 99 w 101"/>
                <a:gd name="T29" fmla="*/ 58 h 187"/>
                <a:gd name="T30" fmla="*/ 100 w 101"/>
                <a:gd name="T31" fmla="*/ 67 h 187"/>
                <a:gd name="T32" fmla="*/ 96 w 101"/>
                <a:gd name="T33" fmla="*/ 77 h 187"/>
                <a:gd name="T34" fmla="*/ 82 w 101"/>
                <a:gd name="T35" fmla="*/ 77 h 187"/>
                <a:gd name="T36" fmla="*/ 67 w 101"/>
                <a:gd name="T37" fmla="*/ 81 h 187"/>
                <a:gd name="T38" fmla="*/ 67 w 101"/>
                <a:gd name="T39" fmla="*/ 98 h 187"/>
                <a:gd name="T40" fmla="*/ 67 w 101"/>
                <a:gd name="T41" fmla="*/ 108 h 187"/>
                <a:gd name="T42" fmla="*/ 62 w 101"/>
                <a:gd name="T43" fmla="*/ 105 h 187"/>
                <a:gd name="T44" fmla="*/ 55 w 101"/>
                <a:gd name="T45" fmla="*/ 101 h 187"/>
                <a:gd name="T46" fmla="*/ 47 w 101"/>
                <a:gd name="T47" fmla="*/ 101 h 187"/>
                <a:gd name="T48" fmla="*/ 46 w 101"/>
                <a:gd name="T49" fmla="*/ 93 h 187"/>
                <a:gd name="T50" fmla="*/ 43 w 101"/>
                <a:gd name="T51" fmla="*/ 90 h 187"/>
                <a:gd name="T52" fmla="*/ 37 w 101"/>
                <a:gd name="T53" fmla="*/ 90 h 187"/>
                <a:gd name="T54" fmla="*/ 37 w 101"/>
                <a:gd name="T55" fmla="*/ 94 h 187"/>
                <a:gd name="T56" fmla="*/ 36 w 101"/>
                <a:gd name="T57" fmla="*/ 102 h 187"/>
                <a:gd name="T58" fmla="*/ 32 w 101"/>
                <a:gd name="T59" fmla="*/ 122 h 187"/>
                <a:gd name="T60" fmla="*/ 29 w 101"/>
                <a:gd name="T61" fmla="*/ 131 h 187"/>
                <a:gd name="T62" fmla="*/ 32 w 101"/>
                <a:gd name="T63" fmla="*/ 142 h 187"/>
                <a:gd name="T64" fmla="*/ 33 w 101"/>
                <a:gd name="T65" fmla="*/ 142 h 187"/>
                <a:gd name="T66" fmla="*/ 38 w 101"/>
                <a:gd name="T67" fmla="*/ 147 h 187"/>
                <a:gd name="T68" fmla="*/ 42 w 101"/>
                <a:gd name="T69" fmla="*/ 152 h 187"/>
                <a:gd name="T70" fmla="*/ 45 w 101"/>
                <a:gd name="T71" fmla="*/ 158 h 187"/>
                <a:gd name="T72" fmla="*/ 42 w 101"/>
                <a:gd name="T73" fmla="*/ 164 h 187"/>
                <a:gd name="T74" fmla="*/ 47 w 101"/>
                <a:gd name="T75" fmla="*/ 168 h 187"/>
                <a:gd name="T76" fmla="*/ 57 w 101"/>
                <a:gd name="T77" fmla="*/ 173 h 187"/>
                <a:gd name="T78" fmla="*/ 64 w 101"/>
                <a:gd name="T79" fmla="*/ 181 h 187"/>
                <a:gd name="T80" fmla="*/ 58 w 101"/>
                <a:gd name="T81" fmla="*/ 184 h 187"/>
                <a:gd name="T82" fmla="*/ 54 w 101"/>
                <a:gd name="T83" fmla="*/ 179 h 187"/>
                <a:gd name="T84" fmla="*/ 43 w 101"/>
                <a:gd name="T85" fmla="*/ 173 h 187"/>
                <a:gd name="T86" fmla="*/ 36 w 101"/>
                <a:gd name="T87" fmla="*/ 172 h 187"/>
                <a:gd name="T88" fmla="*/ 32 w 101"/>
                <a:gd name="T89" fmla="*/ 167 h 187"/>
                <a:gd name="T90" fmla="*/ 24 w 101"/>
                <a:gd name="T91" fmla="*/ 158 h 187"/>
                <a:gd name="T92" fmla="*/ 21 w 101"/>
                <a:gd name="T93" fmla="*/ 156 h 187"/>
                <a:gd name="T94" fmla="*/ 18 w 101"/>
                <a:gd name="T95" fmla="*/ 146 h 187"/>
                <a:gd name="T96" fmla="*/ 20 w 101"/>
                <a:gd name="T97" fmla="*/ 139 h 187"/>
                <a:gd name="T98" fmla="*/ 22 w 101"/>
                <a:gd name="T99" fmla="*/ 129 h 187"/>
                <a:gd name="T100" fmla="*/ 29 w 101"/>
                <a:gd name="T101" fmla="*/ 113 h 187"/>
                <a:gd name="T102" fmla="*/ 29 w 101"/>
                <a:gd name="T103" fmla="*/ 100 h 187"/>
                <a:gd name="T104" fmla="*/ 28 w 101"/>
                <a:gd name="T105" fmla="*/ 89 h 187"/>
                <a:gd name="T106" fmla="*/ 16 w 101"/>
                <a:gd name="T107" fmla="*/ 72 h 187"/>
                <a:gd name="T108" fmla="*/ 16 w 101"/>
                <a:gd name="T109" fmla="*/ 56 h 187"/>
                <a:gd name="T110" fmla="*/ 14 w 101"/>
                <a:gd name="T111" fmla="*/ 46 h 187"/>
                <a:gd name="T112" fmla="*/ 4 w 101"/>
                <a:gd name="T113" fmla="*/ 34 h 187"/>
                <a:gd name="T114" fmla="*/ 5 w 101"/>
                <a:gd name="T115" fmla="*/ 25 h 187"/>
                <a:gd name="T116" fmla="*/ 8 w 101"/>
                <a:gd name="T117" fmla="*/ 12 h 187"/>
                <a:gd name="T118" fmla="*/ 18 w 101"/>
                <a:gd name="T119" fmla="*/ 6 h 187"/>
                <a:gd name="T120" fmla="*/ 22 w 101"/>
                <a:gd name="T121" fmla="*/ 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1" h="187">
                  <a:moveTo>
                    <a:pt x="36" y="175"/>
                  </a:moveTo>
                  <a:lnTo>
                    <a:pt x="37" y="175"/>
                  </a:lnTo>
                  <a:lnTo>
                    <a:pt x="37" y="176"/>
                  </a:lnTo>
                  <a:lnTo>
                    <a:pt x="36" y="176"/>
                  </a:lnTo>
                  <a:lnTo>
                    <a:pt x="36" y="175"/>
                  </a:lnTo>
                  <a:lnTo>
                    <a:pt x="36" y="175"/>
                  </a:lnTo>
                  <a:close/>
                  <a:moveTo>
                    <a:pt x="28" y="163"/>
                  </a:moveTo>
                  <a:lnTo>
                    <a:pt x="28" y="163"/>
                  </a:lnTo>
                  <a:lnTo>
                    <a:pt x="28" y="164"/>
                  </a:lnTo>
                  <a:lnTo>
                    <a:pt x="28" y="165"/>
                  </a:lnTo>
                  <a:lnTo>
                    <a:pt x="28" y="163"/>
                  </a:lnTo>
                  <a:close/>
                  <a:moveTo>
                    <a:pt x="18" y="158"/>
                  </a:moveTo>
                  <a:lnTo>
                    <a:pt x="21" y="158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8"/>
                  </a:lnTo>
                  <a:close/>
                  <a:moveTo>
                    <a:pt x="39" y="138"/>
                  </a:moveTo>
                  <a:lnTo>
                    <a:pt x="39" y="139"/>
                  </a:lnTo>
                  <a:lnTo>
                    <a:pt x="39" y="142"/>
                  </a:lnTo>
                  <a:lnTo>
                    <a:pt x="38" y="140"/>
                  </a:lnTo>
                  <a:lnTo>
                    <a:pt x="38" y="139"/>
                  </a:lnTo>
                  <a:lnTo>
                    <a:pt x="39" y="138"/>
                  </a:lnTo>
                  <a:close/>
                  <a:moveTo>
                    <a:pt x="38" y="135"/>
                  </a:moveTo>
                  <a:lnTo>
                    <a:pt x="38" y="137"/>
                  </a:lnTo>
                  <a:lnTo>
                    <a:pt x="37" y="137"/>
                  </a:lnTo>
                  <a:lnTo>
                    <a:pt x="38" y="135"/>
                  </a:lnTo>
                  <a:close/>
                  <a:moveTo>
                    <a:pt x="62" y="106"/>
                  </a:moveTo>
                  <a:lnTo>
                    <a:pt x="66" y="109"/>
                  </a:lnTo>
                  <a:lnTo>
                    <a:pt x="64" y="109"/>
                  </a:lnTo>
                  <a:lnTo>
                    <a:pt x="62" y="108"/>
                  </a:lnTo>
                  <a:lnTo>
                    <a:pt x="62" y="106"/>
                  </a:lnTo>
                  <a:close/>
                  <a:moveTo>
                    <a:pt x="29" y="0"/>
                  </a:moveTo>
                  <a:lnTo>
                    <a:pt x="30" y="2"/>
                  </a:lnTo>
                  <a:lnTo>
                    <a:pt x="33" y="2"/>
                  </a:lnTo>
                  <a:lnTo>
                    <a:pt x="36" y="5"/>
                  </a:lnTo>
                  <a:lnTo>
                    <a:pt x="36" y="9"/>
                  </a:lnTo>
                  <a:lnTo>
                    <a:pt x="34" y="10"/>
                  </a:lnTo>
                  <a:lnTo>
                    <a:pt x="36" y="13"/>
                  </a:lnTo>
                  <a:lnTo>
                    <a:pt x="37" y="14"/>
                  </a:lnTo>
                  <a:lnTo>
                    <a:pt x="39" y="13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2" y="17"/>
                  </a:lnTo>
                  <a:lnTo>
                    <a:pt x="43" y="19"/>
                  </a:lnTo>
                  <a:lnTo>
                    <a:pt x="43" y="21"/>
                  </a:lnTo>
                  <a:lnTo>
                    <a:pt x="42" y="23"/>
                  </a:lnTo>
                  <a:lnTo>
                    <a:pt x="43" y="26"/>
                  </a:lnTo>
                  <a:lnTo>
                    <a:pt x="43" y="30"/>
                  </a:lnTo>
                  <a:lnTo>
                    <a:pt x="43" y="37"/>
                  </a:lnTo>
                  <a:lnTo>
                    <a:pt x="47" y="34"/>
                  </a:lnTo>
                  <a:lnTo>
                    <a:pt x="50" y="34"/>
                  </a:lnTo>
                  <a:lnTo>
                    <a:pt x="50" y="31"/>
                  </a:lnTo>
                  <a:lnTo>
                    <a:pt x="54" y="30"/>
                  </a:lnTo>
                  <a:lnTo>
                    <a:pt x="58" y="31"/>
                  </a:lnTo>
                  <a:lnTo>
                    <a:pt x="61" y="31"/>
                  </a:lnTo>
                  <a:lnTo>
                    <a:pt x="62" y="34"/>
                  </a:lnTo>
                  <a:lnTo>
                    <a:pt x="67" y="34"/>
                  </a:lnTo>
                  <a:lnTo>
                    <a:pt x="70" y="29"/>
                  </a:lnTo>
                  <a:lnTo>
                    <a:pt x="74" y="27"/>
                  </a:lnTo>
                  <a:lnTo>
                    <a:pt x="79" y="29"/>
                  </a:lnTo>
                  <a:lnTo>
                    <a:pt x="80" y="33"/>
                  </a:lnTo>
                  <a:lnTo>
                    <a:pt x="86" y="37"/>
                  </a:lnTo>
                  <a:lnTo>
                    <a:pt x="90" y="38"/>
                  </a:lnTo>
                  <a:lnTo>
                    <a:pt x="90" y="40"/>
                  </a:lnTo>
                  <a:lnTo>
                    <a:pt x="90" y="43"/>
                  </a:lnTo>
                  <a:lnTo>
                    <a:pt x="88" y="44"/>
                  </a:lnTo>
                  <a:lnTo>
                    <a:pt x="90" y="47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1" y="54"/>
                  </a:lnTo>
                  <a:lnTo>
                    <a:pt x="93" y="56"/>
                  </a:lnTo>
                  <a:lnTo>
                    <a:pt x="96" y="56"/>
                  </a:lnTo>
                  <a:lnTo>
                    <a:pt x="99" y="58"/>
                  </a:lnTo>
                  <a:lnTo>
                    <a:pt x="97" y="59"/>
                  </a:lnTo>
                  <a:lnTo>
                    <a:pt x="100" y="60"/>
                  </a:lnTo>
                  <a:lnTo>
                    <a:pt x="101" y="63"/>
                  </a:lnTo>
                  <a:lnTo>
                    <a:pt x="100" y="65"/>
                  </a:lnTo>
                  <a:lnTo>
                    <a:pt x="100" y="67"/>
                  </a:lnTo>
                  <a:lnTo>
                    <a:pt x="100" y="68"/>
                  </a:lnTo>
                  <a:lnTo>
                    <a:pt x="100" y="71"/>
                  </a:lnTo>
                  <a:lnTo>
                    <a:pt x="100" y="75"/>
                  </a:lnTo>
                  <a:lnTo>
                    <a:pt x="99" y="76"/>
                  </a:lnTo>
                  <a:lnTo>
                    <a:pt x="96" y="77"/>
                  </a:lnTo>
                  <a:lnTo>
                    <a:pt x="93" y="76"/>
                  </a:lnTo>
                  <a:lnTo>
                    <a:pt x="91" y="77"/>
                  </a:lnTo>
                  <a:lnTo>
                    <a:pt x="88" y="76"/>
                  </a:lnTo>
                  <a:lnTo>
                    <a:pt x="86" y="76"/>
                  </a:lnTo>
                  <a:lnTo>
                    <a:pt x="82" y="77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2" y="77"/>
                  </a:lnTo>
                  <a:lnTo>
                    <a:pt x="70" y="77"/>
                  </a:lnTo>
                  <a:lnTo>
                    <a:pt x="67" y="81"/>
                  </a:lnTo>
                  <a:lnTo>
                    <a:pt x="66" y="85"/>
                  </a:lnTo>
                  <a:lnTo>
                    <a:pt x="64" y="88"/>
                  </a:lnTo>
                  <a:lnTo>
                    <a:pt x="64" y="92"/>
                  </a:lnTo>
                  <a:lnTo>
                    <a:pt x="66" y="97"/>
                  </a:lnTo>
                  <a:lnTo>
                    <a:pt x="67" y="98"/>
                  </a:lnTo>
                  <a:lnTo>
                    <a:pt x="68" y="100"/>
                  </a:lnTo>
                  <a:lnTo>
                    <a:pt x="68" y="105"/>
                  </a:lnTo>
                  <a:lnTo>
                    <a:pt x="68" y="106"/>
                  </a:lnTo>
                  <a:lnTo>
                    <a:pt x="67" y="106"/>
                  </a:lnTo>
                  <a:lnTo>
                    <a:pt x="67" y="108"/>
                  </a:lnTo>
                  <a:lnTo>
                    <a:pt x="66" y="108"/>
                  </a:lnTo>
                  <a:lnTo>
                    <a:pt x="66" y="108"/>
                  </a:lnTo>
                  <a:lnTo>
                    <a:pt x="63" y="105"/>
                  </a:lnTo>
                  <a:lnTo>
                    <a:pt x="62" y="105"/>
                  </a:lnTo>
                  <a:lnTo>
                    <a:pt x="62" y="105"/>
                  </a:lnTo>
                  <a:lnTo>
                    <a:pt x="61" y="104"/>
                  </a:lnTo>
                  <a:lnTo>
                    <a:pt x="58" y="101"/>
                  </a:lnTo>
                  <a:lnTo>
                    <a:pt x="57" y="100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55" y="102"/>
                  </a:lnTo>
                  <a:lnTo>
                    <a:pt x="54" y="101"/>
                  </a:lnTo>
                  <a:lnTo>
                    <a:pt x="51" y="101"/>
                  </a:lnTo>
                  <a:lnTo>
                    <a:pt x="49" y="101"/>
                  </a:lnTo>
                  <a:lnTo>
                    <a:pt x="47" y="101"/>
                  </a:lnTo>
                  <a:lnTo>
                    <a:pt x="46" y="101"/>
                  </a:lnTo>
                  <a:lnTo>
                    <a:pt x="46" y="98"/>
                  </a:lnTo>
                  <a:lnTo>
                    <a:pt x="47" y="98"/>
                  </a:lnTo>
                  <a:lnTo>
                    <a:pt x="46" y="96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6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2" y="89"/>
                  </a:lnTo>
                  <a:lnTo>
                    <a:pt x="41" y="90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37" y="90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36" y="92"/>
                  </a:lnTo>
                  <a:lnTo>
                    <a:pt x="34" y="93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6" y="98"/>
                  </a:lnTo>
                  <a:lnTo>
                    <a:pt x="36" y="101"/>
                  </a:lnTo>
                  <a:lnTo>
                    <a:pt x="36" y="102"/>
                  </a:lnTo>
                  <a:lnTo>
                    <a:pt x="36" y="102"/>
                  </a:lnTo>
                  <a:lnTo>
                    <a:pt x="36" y="106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2" y="113"/>
                  </a:lnTo>
                  <a:lnTo>
                    <a:pt x="32" y="122"/>
                  </a:lnTo>
                  <a:lnTo>
                    <a:pt x="29" y="126"/>
                  </a:lnTo>
                  <a:lnTo>
                    <a:pt x="29" y="129"/>
                  </a:lnTo>
                  <a:lnTo>
                    <a:pt x="28" y="130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8" y="133"/>
                  </a:lnTo>
                  <a:lnTo>
                    <a:pt x="28" y="134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2" y="142"/>
                  </a:lnTo>
                  <a:lnTo>
                    <a:pt x="30" y="143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2" y="143"/>
                  </a:lnTo>
                  <a:lnTo>
                    <a:pt x="33" y="142"/>
                  </a:lnTo>
                  <a:lnTo>
                    <a:pt x="34" y="142"/>
                  </a:lnTo>
                  <a:lnTo>
                    <a:pt x="36" y="143"/>
                  </a:lnTo>
                  <a:lnTo>
                    <a:pt x="37" y="143"/>
                  </a:lnTo>
                  <a:lnTo>
                    <a:pt x="37" y="146"/>
                  </a:lnTo>
                  <a:lnTo>
                    <a:pt x="38" y="147"/>
                  </a:lnTo>
                  <a:lnTo>
                    <a:pt x="38" y="150"/>
                  </a:lnTo>
                  <a:lnTo>
                    <a:pt x="39" y="151"/>
                  </a:lnTo>
                  <a:lnTo>
                    <a:pt x="41" y="154"/>
                  </a:lnTo>
                  <a:lnTo>
                    <a:pt x="42" y="154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2" y="152"/>
                  </a:lnTo>
                  <a:lnTo>
                    <a:pt x="43" y="155"/>
                  </a:lnTo>
                  <a:lnTo>
                    <a:pt x="43" y="156"/>
                  </a:lnTo>
                  <a:lnTo>
                    <a:pt x="45" y="158"/>
                  </a:lnTo>
                  <a:lnTo>
                    <a:pt x="46" y="162"/>
                  </a:lnTo>
                  <a:lnTo>
                    <a:pt x="45" y="163"/>
                  </a:lnTo>
                  <a:lnTo>
                    <a:pt x="45" y="164"/>
                  </a:lnTo>
                  <a:lnTo>
                    <a:pt x="45" y="163"/>
                  </a:lnTo>
                  <a:lnTo>
                    <a:pt x="42" y="164"/>
                  </a:lnTo>
                  <a:lnTo>
                    <a:pt x="42" y="165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7" y="168"/>
                  </a:lnTo>
                  <a:lnTo>
                    <a:pt x="49" y="169"/>
                  </a:lnTo>
                  <a:lnTo>
                    <a:pt x="51" y="172"/>
                  </a:lnTo>
                  <a:lnTo>
                    <a:pt x="53" y="173"/>
                  </a:lnTo>
                  <a:lnTo>
                    <a:pt x="54" y="173"/>
                  </a:lnTo>
                  <a:lnTo>
                    <a:pt x="57" y="173"/>
                  </a:lnTo>
                  <a:lnTo>
                    <a:pt x="59" y="173"/>
                  </a:lnTo>
                  <a:lnTo>
                    <a:pt x="61" y="177"/>
                  </a:lnTo>
                  <a:lnTo>
                    <a:pt x="62" y="179"/>
                  </a:lnTo>
                  <a:lnTo>
                    <a:pt x="63" y="180"/>
                  </a:lnTo>
                  <a:lnTo>
                    <a:pt x="64" y="181"/>
                  </a:lnTo>
                  <a:lnTo>
                    <a:pt x="63" y="183"/>
                  </a:lnTo>
                  <a:lnTo>
                    <a:pt x="63" y="184"/>
                  </a:lnTo>
                  <a:lnTo>
                    <a:pt x="62" y="185"/>
                  </a:lnTo>
                  <a:lnTo>
                    <a:pt x="61" y="184"/>
                  </a:lnTo>
                  <a:lnTo>
                    <a:pt x="58" y="184"/>
                  </a:lnTo>
                  <a:lnTo>
                    <a:pt x="55" y="187"/>
                  </a:lnTo>
                  <a:lnTo>
                    <a:pt x="53" y="187"/>
                  </a:lnTo>
                  <a:lnTo>
                    <a:pt x="53" y="184"/>
                  </a:lnTo>
                  <a:lnTo>
                    <a:pt x="54" y="183"/>
                  </a:lnTo>
                  <a:lnTo>
                    <a:pt x="54" y="179"/>
                  </a:lnTo>
                  <a:lnTo>
                    <a:pt x="53" y="177"/>
                  </a:lnTo>
                  <a:lnTo>
                    <a:pt x="50" y="177"/>
                  </a:lnTo>
                  <a:lnTo>
                    <a:pt x="50" y="176"/>
                  </a:lnTo>
                  <a:lnTo>
                    <a:pt x="46" y="175"/>
                  </a:lnTo>
                  <a:lnTo>
                    <a:pt x="43" y="173"/>
                  </a:lnTo>
                  <a:lnTo>
                    <a:pt x="42" y="175"/>
                  </a:lnTo>
                  <a:lnTo>
                    <a:pt x="42" y="177"/>
                  </a:lnTo>
                  <a:lnTo>
                    <a:pt x="41" y="176"/>
                  </a:lnTo>
                  <a:lnTo>
                    <a:pt x="36" y="172"/>
                  </a:lnTo>
                  <a:lnTo>
                    <a:pt x="36" y="172"/>
                  </a:lnTo>
                  <a:lnTo>
                    <a:pt x="37" y="171"/>
                  </a:lnTo>
                  <a:lnTo>
                    <a:pt x="37" y="169"/>
                  </a:lnTo>
                  <a:lnTo>
                    <a:pt x="36" y="169"/>
                  </a:lnTo>
                  <a:lnTo>
                    <a:pt x="34" y="167"/>
                  </a:lnTo>
                  <a:lnTo>
                    <a:pt x="32" y="167"/>
                  </a:lnTo>
                  <a:lnTo>
                    <a:pt x="32" y="165"/>
                  </a:lnTo>
                  <a:lnTo>
                    <a:pt x="29" y="162"/>
                  </a:lnTo>
                  <a:lnTo>
                    <a:pt x="28" y="162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5"/>
                  </a:lnTo>
                  <a:lnTo>
                    <a:pt x="22" y="154"/>
                  </a:lnTo>
                  <a:lnTo>
                    <a:pt x="24" y="154"/>
                  </a:lnTo>
                  <a:lnTo>
                    <a:pt x="21" y="154"/>
                  </a:lnTo>
                  <a:lnTo>
                    <a:pt x="21" y="156"/>
                  </a:lnTo>
                  <a:lnTo>
                    <a:pt x="20" y="156"/>
                  </a:lnTo>
                  <a:lnTo>
                    <a:pt x="18" y="155"/>
                  </a:lnTo>
                  <a:lnTo>
                    <a:pt x="17" y="151"/>
                  </a:lnTo>
                  <a:lnTo>
                    <a:pt x="18" y="150"/>
                  </a:lnTo>
                  <a:lnTo>
                    <a:pt x="18" y="146"/>
                  </a:lnTo>
                  <a:lnTo>
                    <a:pt x="20" y="146"/>
                  </a:lnTo>
                  <a:lnTo>
                    <a:pt x="20" y="140"/>
                  </a:lnTo>
                  <a:lnTo>
                    <a:pt x="21" y="140"/>
                  </a:lnTo>
                  <a:lnTo>
                    <a:pt x="21" y="139"/>
                  </a:lnTo>
                  <a:lnTo>
                    <a:pt x="20" y="139"/>
                  </a:lnTo>
                  <a:lnTo>
                    <a:pt x="22" y="137"/>
                  </a:lnTo>
                  <a:lnTo>
                    <a:pt x="21" y="135"/>
                  </a:lnTo>
                  <a:lnTo>
                    <a:pt x="22" y="134"/>
                  </a:lnTo>
                  <a:lnTo>
                    <a:pt x="21" y="133"/>
                  </a:lnTo>
                  <a:lnTo>
                    <a:pt x="22" y="129"/>
                  </a:lnTo>
                  <a:lnTo>
                    <a:pt x="22" y="127"/>
                  </a:lnTo>
                  <a:lnTo>
                    <a:pt x="24" y="126"/>
                  </a:lnTo>
                  <a:lnTo>
                    <a:pt x="24" y="122"/>
                  </a:lnTo>
                  <a:lnTo>
                    <a:pt x="26" y="121"/>
                  </a:lnTo>
                  <a:lnTo>
                    <a:pt x="29" y="113"/>
                  </a:lnTo>
                  <a:lnTo>
                    <a:pt x="30" y="113"/>
                  </a:lnTo>
                  <a:lnTo>
                    <a:pt x="30" y="109"/>
                  </a:lnTo>
                  <a:lnTo>
                    <a:pt x="29" y="106"/>
                  </a:lnTo>
                  <a:lnTo>
                    <a:pt x="29" y="102"/>
                  </a:lnTo>
                  <a:lnTo>
                    <a:pt x="29" y="100"/>
                  </a:lnTo>
                  <a:lnTo>
                    <a:pt x="28" y="97"/>
                  </a:lnTo>
                  <a:lnTo>
                    <a:pt x="26" y="96"/>
                  </a:lnTo>
                  <a:lnTo>
                    <a:pt x="26" y="93"/>
                  </a:lnTo>
                  <a:lnTo>
                    <a:pt x="26" y="90"/>
                  </a:lnTo>
                  <a:lnTo>
                    <a:pt x="28" y="89"/>
                  </a:lnTo>
                  <a:lnTo>
                    <a:pt x="26" y="84"/>
                  </a:lnTo>
                  <a:lnTo>
                    <a:pt x="22" y="80"/>
                  </a:lnTo>
                  <a:lnTo>
                    <a:pt x="18" y="77"/>
                  </a:lnTo>
                  <a:lnTo>
                    <a:pt x="16" y="73"/>
                  </a:lnTo>
                  <a:lnTo>
                    <a:pt x="16" y="72"/>
                  </a:lnTo>
                  <a:lnTo>
                    <a:pt x="14" y="68"/>
                  </a:lnTo>
                  <a:lnTo>
                    <a:pt x="17" y="65"/>
                  </a:lnTo>
                  <a:lnTo>
                    <a:pt x="17" y="64"/>
                  </a:lnTo>
                  <a:lnTo>
                    <a:pt x="16" y="58"/>
                  </a:lnTo>
                  <a:lnTo>
                    <a:pt x="16" y="56"/>
                  </a:lnTo>
                  <a:lnTo>
                    <a:pt x="18" y="55"/>
                  </a:lnTo>
                  <a:lnTo>
                    <a:pt x="18" y="52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9" y="39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0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3" y="26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4" y="19"/>
                  </a:lnTo>
                  <a:lnTo>
                    <a:pt x="7" y="18"/>
                  </a:lnTo>
                  <a:lnTo>
                    <a:pt x="5" y="14"/>
                  </a:lnTo>
                  <a:lnTo>
                    <a:pt x="8" y="12"/>
                  </a:lnTo>
                  <a:lnTo>
                    <a:pt x="12" y="13"/>
                  </a:lnTo>
                  <a:lnTo>
                    <a:pt x="14" y="10"/>
                  </a:lnTo>
                  <a:lnTo>
                    <a:pt x="17" y="12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20" y="5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5" name="Freeform 365">
              <a:extLst>
                <a:ext uri="{FF2B5EF4-FFF2-40B4-BE49-F238E27FC236}">
                  <a16:creationId xmlns:a16="http://schemas.microsoft.com/office/drawing/2014/main" id="{545EFAD4-9F56-46D1-B35F-B1000CA7D9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7046" y="4709670"/>
              <a:ext cx="961126" cy="2148932"/>
            </a:xfrm>
            <a:custGeom>
              <a:avLst/>
              <a:gdLst>
                <a:gd name="T0" fmla="*/ 18 w 106"/>
                <a:gd name="T1" fmla="*/ 125 h 237"/>
                <a:gd name="T2" fmla="*/ 61 w 106"/>
                <a:gd name="T3" fmla="*/ 6 h 237"/>
                <a:gd name="T4" fmla="*/ 68 w 106"/>
                <a:gd name="T5" fmla="*/ 23 h 237"/>
                <a:gd name="T6" fmla="*/ 62 w 106"/>
                <a:gd name="T7" fmla="*/ 35 h 237"/>
                <a:gd name="T8" fmla="*/ 58 w 106"/>
                <a:gd name="T9" fmla="*/ 44 h 237"/>
                <a:gd name="T10" fmla="*/ 62 w 106"/>
                <a:gd name="T11" fmla="*/ 53 h 237"/>
                <a:gd name="T12" fmla="*/ 72 w 106"/>
                <a:gd name="T13" fmla="*/ 58 h 237"/>
                <a:gd name="T14" fmla="*/ 81 w 106"/>
                <a:gd name="T15" fmla="*/ 65 h 237"/>
                <a:gd name="T16" fmla="*/ 87 w 106"/>
                <a:gd name="T17" fmla="*/ 70 h 237"/>
                <a:gd name="T18" fmla="*/ 83 w 106"/>
                <a:gd name="T19" fmla="*/ 81 h 237"/>
                <a:gd name="T20" fmla="*/ 91 w 106"/>
                <a:gd name="T21" fmla="*/ 87 h 237"/>
                <a:gd name="T22" fmla="*/ 106 w 106"/>
                <a:gd name="T23" fmla="*/ 87 h 237"/>
                <a:gd name="T24" fmla="*/ 97 w 106"/>
                <a:gd name="T25" fmla="*/ 99 h 237"/>
                <a:gd name="T26" fmla="*/ 89 w 106"/>
                <a:gd name="T27" fmla="*/ 107 h 237"/>
                <a:gd name="T28" fmla="*/ 79 w 106"/>
                <a:gd name="T29" fmla="*/ 112 h 237"/>
                <a:gd name="T30" fmla="*/ 69 w 106"/>
                <a:gd name="T31" fmla="*/ 125 h 237"/>
                <a:gd name="T32" fmla="*/ 69 w 106"/>
                <a:gd name="T33" fmla="*/ 136 h 237"/>
                <a:gd name="T34" fmla="*/ 81 w 106"/>
                <a:gd name="T35" fmla="*/ 152 h 237"/>
                <a:gd name="T36" fmla="*/ 82 w 106"/>
                <a:gd name="T37" fmla="*/ 166 h 237"/>
                <a:gd name="T38" fmla="*/ 87 w 106"/>
                <a:gd name="T39" fmla="*/ 182 h 237"/>
                <a:gd name="T40" fmla="*/ 93 w 106"/>
                <a:gd name="T41" fmla="*/ 199 h 237"/>
                <a:gd name="T42" fmla="*/ 94 w 106"/>
                <a:gd name="T43" fmla="*/ 215 h 237"/>
                <a:gd name="T44" fmla="*/ 87 w 106"/>
                <a:gd name="T45" fmla="*/ 231 h 237"/>
                <a:gd name="T46" fmla="*/ 83 w 106"/>
                <a:gd name="T47" fmla="*/ 227 h 237"/>
                <a:gd name="T48" fmla="*/ 86 w 106"/>
                <a:gd name="T49" fmla="*/ 219 h 237"/>
                <a:gd name="T50" fmla="*/ 85 w 106"/>
                <a:gd name="T51" fmla="*/ 208 h 237"/>
                <a:gd name="T52" fmla="*/ 82 w 106"/>
                <a:gd name="T53" fmla="*/ 192 h 237"/>
                <a:gd name="T54" fmla="*/ 77 w 106"/>
                <a:gd name="T55" fmla="*/ 187 h 237"/>
                <a:gd name="T56" fmla="*/ 74 w 106"/>
                <a:gd name="T57" fmla="*/ 171 h 237"/>
                <a:gd name="T58" fmla="*/ 70 w 106"/>
                <a:gd name="T59" fmla="*/ 157 h 237"/>
                <a:gd name="T60" fmla="*/ 65 w 106"/>
                <a:gd name="T61" fmla="*/ 154 h 237"/>
                <a:gd name="T62" fmla="*/ 60 w 106"/>
                <a:gd name="T63" fmla="*/ 142 h 237"/>
                <a:gd name="T64" fmla="*/ 60 w 106"/>
                <a:gd name="T65" fmla="*/ 149 h 237"/>
                <a:gd name="T66" fmla="*/ 52 w 106"/>
                <a:gd name="T67" fmla="*/ 152 h 237"/>
                <a:gd name="T68" fmla="*/ 49 w 106"/>
                <a:gd name="T69" fmla="*/ 156 h 237"/>
                <a:gd name="T70" fmla="*/ 40 w 106"/>
                <a:gd name="T71" fmla="*/ 161 h 237"/>
                <a:gd name="T72" fmla="*/ 32 w 106"/>
                <a:gd name="T73" fmla="*/ 164 h 237"/>
                <a:gd name="T74" fmla="*/ 29 w 106"/>
                <a:gd name="T75" fmla="*/ 162 h 237"/>
                <a:gd name="T76" fmla="*/ 32 w 106"/>
                <a:gd name="T77" fmla="*/ 144 h 237"/>
                <a:gd name="T78" fmla="*/ 27 w 106"/>
                <a:gd name="T79" fmla="*/ 129 h 237"/>
                <a:gd name="T80" fmla="*/ 22 w 106"/>
                <a:gd name="T81" fmla="*/ 121 h 237"/>
                <a:gd name="T82" fmla="*/ 14 w 106"/>
                <a:gd name="T83" fmla="*/ 116 h 237"/>
                <a:gd name="T84" fmla="*/ 16 w 106"/>
                <a:gd name="T85" fmla="*/ 116 h 237"/>
                <a:gd name="T86" fmla="*/ 15 w 106"/>
                <a:gd name="T87" fmla="*/ 111 h 237"/>
                <a:gd name="T88" fmla="*/ 8 w 106"/>
                <a:gd name="T89" fmla="*/ 108 h 237"/>
                <a:gd name="T90" fmla="*/ 3 w 106"/>
                <a:gd name="T91" fmla="*/ 103 h 237"/>
                <a:gd name="T92" fmla="*/ 3 w 106"/>
                <a:gd name="T93" fmla="*/ 91 h 237"/>
                <a:gd name="T94" fmla="*/ 8 w 106"/>
                <a:gd name="T95" fmla="*/ 82 h 237"/>
                <a:gd name="T96" fmla="*/ 11 w 106"/>
                <a:gd name="T97" fmla="*/ 66 h 237"/>
                <a:gd name="T98" fmla="*/ 20 w 106"/>
                <a:gd name="T99" fmla="*/ 54 h 237"/>
                <a:gd name="T100" fmla="*/ 25 w 106"/>
                <a:gd name="T101" fmla="*/ 29 h 237"/>
                <a:gd name="T102" fmla="*/ 35 w 106"/>
                <a:gd name="T103" fmla="*/ 11 h 237"/>
                <a:gd name="T104" fmla="*/ 47 w 106"/>
                <a:gd name="T105" fmla="*/ 6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237">
                  <a:moveTo>
                    <a:pt x="18" y="125"/>
                  </a:moveTo>
                  <a:lnTo>
                    <a:pt x="19" y="127"/>
                  </a:lnTo>
                  <a:lnTo>
                    <a:pt x="19" y="129"/>
                  </a:lnTo>
                  <a:lnTo>
                    <a:pt x="16" y="128"/>
                  </a:lnTo>
                  <a:lnTo>
                    <a:pt x="16" y="125"/>
                  </a:lnTo>
                  <a:lnTo>
                    <a:pt x="18" y="125"/>
                  </a:lnTo>
                  <a:close/>
                  <a:moveTo>
                    <a:pt x="49" y="0"/>
                  </a:moveTo>
                  <a:lnTo>
                    <a:pt x="52" y="2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8" y="3"/>
                  </a:lnTo>
                  <a:lnTo>
                    <a:pt x="61" y="6"/>
                  </a:lnTo>
                  <a:lnTo>
                    <a:pt x="61" y="8"/>
                  </a:lnTo>
                  <a:lnTo>
                    <a:pt x="64" y="8"/>
                  </a:lnTo>
                  <a:lnTo>
                    <a:pt x="65" y="11"/>
                  </a:lnTo>
                  <a:lnTo>
                    <a:pt x="65" y="15"/>
                  </a:lnTo>
                  <a:lnTo>
                    <a:pt x="68" y="19"/>
                  </a:lnTo>
                  <a:lnTo>
                    <a:pt x="68" y="23"/>
                  </a:lnTo>
                  <a:lnTo>
                    <a:pt x="68" y="27"/>
                  </a:lnTo>
                  <a:lnTo>
                    <a:pt x="68" y="29"/>
                  </a:lnTo>
                  <a:lnTo>
                    <a:pt x="66" y="31"/>
                  </a:lnTo>
                  <a:lnTo>
                    <a:pt x="65" y="32"/>
                  </a:lnTo>
                  <a:lnTo>
                    <a:pt x="64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2" y="40"/>
                  </a:lnTo>
                  <a:lnTo>
                    <a:pt x="61" y="40"/>
                  </a:lnTo>
                  <a:lnTo>
                    <a:pt x="60" y="41"/>
                  </a:lnTo>
                  <a:lnTo>
                    <a:pt x="58" y="44"/>
                  </a:lnTo>
                  <a:lnTo>
                    <a:pt x="60" y="45"/>
                  </a:lnTo>
                  <a:lnTo>
                    <a:pt x="58" y="46"/>
                  </a:lnTo>
                  <a:lnTo>
                    <a:pt x="58" y="49"/>
                  </a:lnTo>
                  <a:lnTo>
                    <a:pt x="60" y="49"/>
                  </a:lnTo>
                  <a:lnTo>
                    <a:pt x="61" y="50"/>
                  </a:lnTo>
                  <a:lnTo>
                    <a:pt x="62" y="53"/>
                  </a:lnTo>
                  <a:lnTo>
                    <a:pt x="62" y="56"/>
                  </a:lnTo>
                  <a:lnTo>
                    <a:pt x="64" y="58"/>
                  </a:lnTo>
                  <a:lnTo>
                    <a:pt x="66" y="56"/>
                  </a:lnTo>
                  <a:lnTo>
                    <a:pt x="72" y="54"/>
                  </a:lnTo>
                  <a:lnTo>
                    <a:pt x="73" y="57"/>
                  </a:lnTo>
                  <a:lnTo>
                    <a:pt x="72" y="58"/>
                  </a:lnTo>
                  <a:lnTo>
                    <a:pt x="73" y="60"/>
                  </a:lnTo>
                  <a:lnTo>
                    <a:pt x="76" y="58"/>
                  </a:lnTo>
                  <a:lnTo>
                    <a:pt x="77" y="61"/>
                  </a:lnTo>
                  <a:lnTo>
                    <a:pt x="76" y="62"/>
                  </a:lnTo>
                  <a:lnTo>
                    <a:pt x="77" y="65"/>
                  </a:lnTo>
                  <a:lnTo>
                    <a:pt x="81" y="65"/>
                  </a:lnTo>
                  <a:lnTo>
                    <a:pt x="79" y="66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85" y="66"/>
                  </a:lnTo>
                  <a:lnTo>
                    <a:pt x="87" y="67"/>
                  </a:lnTo>
                  <a:lnTo>
                    <a:pt x="87" y="70"/>
                  </a:lnTo>
                  <a:lnTo>
                    <a:pt x="86" y="71"/>
                  </a:lnTo>
                  <a:lnTo>
                    <a:pt x="86" y="74"/>
                  </a:lnTo>
                  <a:lnTo>
                    <a:pt x="83" y="78"/>
                  </a:lnTo>
                  <a:lnTo>
                    <a:pt x="81" y="79"/>
                  </a:lnTo>
                  <a:lnTo>
                    <a:pt x="81" y="81"/>
                  </a:lnTo>
                  <a:lnTo>
                    <a:pt x="83" y="81"/>
                  </a:lnTo>
                  <a:lnTo>
                    <a:pt x="87" y="81"/>
                  </a:lnTo>
                  <a:lnTo>
                    <a:pt x="87" y="82"/>
                  </a:lnTo>
                  <a:lnTo>
                    <a:pt x="89" y="79"/>
                  </a:lnTo>
                  <a:lnTo>
                    <a:pt x="91" y="82"/>
                  </a:lnTo>
                  <a:lnTo>
                    <a:pt x="90" y="85"/>
                  </a:lnTo>
                  <a:lnTo>
                    <a:pt x="91" y="87"/>
                  </a:lnTo>
                  <a:lnTo>
                    <a:pt x="94" y="89"/>
                  </a:lnTo>
                  <a:lnTo>
                    <a:pt x="95" y="87"/>
                  </a:lnTo>
                  <a:lnTo>
                    <a:pt x="98" y="87"/>
                  </a:lnTo>
                  <a:lnTo>
                    <a:pt x="103" y="85"/>
                  </a:lnTo>
                  <a:lnTo>
                    <a:pt x="106" y="86"/>
                  </a:lnTo>
                  <a:lnTo>
                    <a:pt x="106" y="87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9" y="94"/>
                  </a:lnTo>
                  <a:lnTo>
                    <a:pt x="98" y="95"/>
                  </a:lnTo>
                  <a:lnTo>
                    <a:pt x="98" y="96"/>
                  </a:lnTo>
                  <a:lnTo>
                    <a:pt x="97" y="99"/>
                  </a:lnTo>
                  <a:lnTo>
                    <a:pt x="95" y="99"/>
                  </a:lnTo>
                  <a:lnTo>
                    <a:pt x="93" y="102"/>
                  </a:lnTo>
                  <a:lnTo>
                    <a:pt x="90" y="103"/>
                  </a:lnTo>
                  <a:lnTo>
                    <a:pt x="87" y="103"/>
                  </a:lnTo>
                  <a:lnTo>
                    <a:pt x="87" y="104"/>
                  </a:lnTo>
                  <a:lnTo>
                    <a:pt x="89" y="107"/>
                  </a:lnTo>
                  <a:lnTo>
                    <a:pt x="87" y="108"/>
                  </a:lnTo>
                  <a:lnTo>
                    <a:pt x="85" y="107"/>
                  </a:lnTo>
                  <a:lnTo>
                    <a:pt x="83" y="108"/>
                  </a:lnTo>
                  <a:lnTo>
                    <a:pt x="83" y="112"/>
                  </a:lnTo>
                  <a:lnTo>
                    <a:pt x="82" y="114"/>
                  </a:lnTo>
                  <a:lnTo>
                    <a:pt x="79" y="112"/>
                  </a:lnTo>
                  <a:lnTo>
                    <a:pt x="77" y="115"/>
                  </a:lnTo>
                  <a:lnTo>
                    <a:pt x="73" y="114"/>
                  </a:lnTo>
                  <a:lnTo>
                    <a:pt x="70" y="116"/>
                  </a:lnTo>
                  <a:lnTo>
                    <a:pt x="72" y="120"/>
                  </a:lnTo>
                  <a:lnTo>
                    <a:pt x="69" y="121"/>
                  </a:lnTo>
                  <a:lnTo>
                    <a:pt x="69" y="125"/>
                  </a:lnTo>
                  <a:lnTo>
                    <a:pt x="70" y="127"/>
                  </a:lnTo>
                  <a:lnTo>
                    <a:pt x="68" y="128"/>
                  </a:lnTo>
                  <a:lnTo>
                    <a:pt x="65" y="129"/>
                  </a:lnTo>
                  <a:lnTo>
                    <a:pt x="65" y="132"/>
                  </a:lnTo>
                  <a:lnTo>
                    <a:pt x="68" y="132"/>
                  </a:lnTo>
                  <a:lnTo>
                    <a:pt x="69" y="136"/>
                  </a:lnTo>
                  <a:lnTo>
                    <a:pt x="70" y="137"/>
                  </a:lnTo>
                  <a:lnTo>
                    <a:pt x="72" y="139"/>
                  </a:lnTo>
                  <a:lnTo>
                    <a:pt x="74" y="141"/>
                  </a:lnTo>
                  <a:lnTo>
                    <a:pt x="77" y="148"/>
                  </a:lnTo>
                  <a:lnTo>
                    <a:pt x="79" y="148"/>
                  </a:lnTo>
                  <a:lnTo>
                    <a:pt x="81" y="152"/>
                  </a:lnTo>
                  <a:lnTo>
                    <a:pt x="81" y="154"/>
                  </a:lnTo>
                  <a:lnTo>
                    <a:pt x="83" y="154"/>
                  </a:lnTo>
                  <a:lnTo>
                    <a:pt x="83" y="157"/>
                  </a:lnTo>
                  <a:lnTo>
                    <a:pt x="81" y="158"/>
                  </a:lnTo>
                  <a:lnTo>
                    <a:pt x="81" y="160"/>
                  </a:lnTo>
                  <a:lnTo>
                    <a:pt x="82" y="166"/>
                  </a:lnTo>
                  <a:lnTo>
                    <a:pt x="82" y="167"/>
                  </a:lnTo>
                  <a:lnTo>
                    <a:pt x="79" y="170"/>
                  </a:lnTo>
                  <a:lnTo>
                    <a:pt x="81" y="174"/>
                  </a:lnTo>
                  <a:lnTo>
                    <a:pt x="81" y="175"/>
                  </a:lnTo>
                  <a:lnTo>
                    <a:pt x="83" y="179"/>
                  </a:lnTo>
                  <a:lnTo>
                    <a:pt x="87" y="182"/>
                  </a:lnTo>
                  <a:lnTo>
                    <a:pt x="91" y="186"/>
                  </a:lnTo>
                  <a:lnTo>
                    <a:pt x="93" y="191"/>
                  </a:lnTo>
                  <a:lnTo>
                    <a:pt x="91" y="192"/>
                  </a:lnTo>
                  <a:lnTo>
                    <a:pt x="91" y="195"/>
                  </a:lnTo>
                  <a:lnTo>
                    <a:pt x="91" y="198"/>
                  </a:lnTo>
                  <a:lnTo>
                    <a:pt x="93" y="199"/>
                  </a:lnTo>
                  <a:lnTo>
                    <a:pt x="94" y="202"/>
                  </a:lnTo>
                  <a:lnTo>
                    <a:pt x="94" y="204"/>
                  </a:lnTo>
                  <a:lnTo>
                    <a:pt x="94" y="208"/>
                  </a:lnTo>
                  <a:lnTo>
                    <a:pt x="95" y="211"/>
                  </a:lnTo>
                  <a:lnTo>
                    <a:pt x="95" y="215"/>
                  </a:lnTo>
                  <a:lnTo>
                    <a:pt x="94" y="215"/>
                  </a:lnTo>
                  <a:lnTo>
                    <a:pt x="91" y="223"/>
                  </a:lnTo>
                  <a:lnTo>
                    <a:pt x="89" y="224"/>
                  </a:lnTo>
                  <a:lnTo>
                    <a:pt x="89" y="228"/>
                  </a:lnTo>
                  <a:lnTo>
                    <a:pt x="87" y="229"/>
                  </a:lnTo>
                  <a:lnTo>
                    <a:pt x="87" y="231"/>
                  </a:lnTo>
                  <a:lnTo>
                    <a:pt x="87" y="231"/>
                  </a:lnTo>
                  <a:lnTo>
                    <a:pt x="86" y="233"/>
                  </a:lnTo>
                  <a:lnTo>
                    <a:pt x="86" y="237"/>
                  </a:lnTo>
                  <a:lnTo>
                    <a:pt x="85" y="233"/>
                  </a:lnTo>
                  <a:lnTo>
                    <a:pt x="85" y="229"/>
                  </a:lnTo>
                  <a:lnTo>
                    <a:pt x="83" y="228"/>
                  </a:lnTo>
                  <a:lnTo>
                    <a:pt x="83" y="227"/>
                  </a:lnTo>
                  <a:lnTo>
                    <a:pt x="85" y="228"/>
                  </a:lnTo>
                  <a:lnTo>
                    <a:pt x="85" y="227"/>
                  </a:lnTo>
                  <a:lnTo>
                    <a:pt x="87" y="224"/>
                  </a:lnTo>
                  <a:lnTo>
                    <a:pt x="87" y="223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7" y="219"/>
                  </a:lnTo>
                  <a:lnTo>
                    <a:pt x="87" y="217"/>
                  </a:lnTo>
                  <a:lnTo>
                    <a:pt x="86" y="214"/>
                  </a:lnTo>
                  <a:lnTo>
                    <a:pt x="89" y="212"/>
                  </a:lnTo>
                  <a:lnTo>
                    <a:pt x="86" y="211"/>
                  </a:lnTo>
                  <a:lnTo>
                    <a:pt x="85" y="208"/>
                  </a:lnTo>
                  <a:lnTo>
                    <a:pt x="85" y="206"/>
                  </a:lnTo>
                  <a:lnTo>
                    <a:pt x="86" y="204"/>
                  </a:lnTo>
                  <a:lnTo>
                    <a:pt x="85" y="203"/>
                  </a:lnTo>
                  <a:lnTo>
                    <a:pt x="85" y="202"/>
                  </a:lnTo>
                  <a:lnTo>
                    <a:pt x="83" y="194"/>
                  </a:lnTo>
                  <a:lnTo>
                    <a:pt x="82" y="192"/>
                  </a:lnTo>
                  <a:lnTo>
                    <a:pt x="81" y="190"/>
                  </a:lnTo>
                  <a:lnTo>
                    <a:pt x="79" y="187"/>
                  </a:lnTo>
                  <a:lnTo>
                    <a:pt x="79" y="191"/>
                  </a:lnTo>
                  <a:lnTo>
                    <a:pt x="78" y="191"/>
                  </a:lnTo>
                  <a:lnTo>
                    <a:pt x="78" y="190"/>
                  </a:lnTo>
                  <a:lnTo>
                    <a:pt x="77" y="187"/>
                  </a:lnTo>
                  <a:lnTo>
                    <a:pt x="78" y="182"/>
                  </a:lnTo>
                  <a:lnTo>
                    <a:pt x="76" y="181"/>
                  </a:lnTo>
                  <a:lnTo>
                    <a:pt x="76" y="178"/>
                  </a:lnTo>
                  <a:lnTo>
                    <a:pt x="77" y="177"/>
                  </a:lnTo>
                  <a:lnTo>
                    <a:pt x="74" y="175"/>
                  </a:lnTo>
                  <a:lnTo>
                    <a:pt x="74" y="171"/>
                  </a:lnTo>
                  <a:lnTo>
                    <a:pt x="73" y="171"/>
                  </a:lnTo>
                  <a:lnTo>
                    <a:pt x="72" y="162"/>
                  </a:lnTo>
                  <a:lnTo>
                    <a:pt x="70" y="161"/>
                  </a:lnTo>
                  <a:lnTo>
                    <a:pt x="70" y="160"/>
                  </a:lnTo>
                  <a:lnTo>
                    <a:pt x="70" y="158"/>
                  </a:lnTo>
                  <a:lnTo>
                    <a:pt x="70" y="157"/>
                  </a:lnTo>
                  <a:lnTo>
                    <a:pt x="69" y="154"/>
                  </a:lnTo>
                  <a:lnTo>
                    <a:pt x="70" y="153"/>
                  </a:lnTo>
                  <a:lnTo>
                    <a:pt x="70" y="152"/>
                  </a:lnTo>
                  <a:lnTo>
                    <a:pt x="69" y="153"/>
                  </a:lnTo>
                  <a:lnTo>
                    <a:pt x="68" y="154"/>
                  </a:lnTo>
                  <a:lnTo>
                    <a:pt x="65" y="154"/>
                  </a:lnTo>
                  <a:lnTo>
                    <a:pt x="65" y="152"/>
                  </a:lnTo>
                  <a:lnTo>
                    <a:pt x="64" y="150"/>
                  </a:lnTo>
                  <a:lnTo>
                    <a:pt x="61" y="145"/>
                  </a:lnTo>
                  <a:lnTo>
                    <a:pt x="61" y="144"/>
                  </a:lnTo>
                  <a:lnTo>
                    <a:pt x="60" y="144"/>
                  </a:lnTo>
                  <a:lnTo>
                    <a:pt x="60" y="142"/>
                  </a:lnTo>
                  <a:lnTo>
                    <a:pt x="58" y="141"/>
                  </a:lnTo>
                  <a:lnTo>
                    <a:pt x="60" y="142"/>
                  </a:lnTo>
                  <a:lnTo>
                    <a:pt x="58" y="144"/>
                  </a:lnTo>
                  <a:lnTo>
                    <a:pt x="58" y="145"/>
                  </a:lnTo>
                  <a:lnTo>
                    <a:pt x="60" y="146"/>
                  </a:lnTo>
                  <a:lnTo>
                    <a:pt x="60" y="149"/>
                  </a:lnTo>
                  <a:lnTo>
                    <a:pt x="58" y="150"/>
                  </a:lnTo>
                  <a:lnTo>
                    <a:pt x="58" y="152"/>
                  </a:lnTo>
                  <a:lnTo>
                    <a:pt x="56" y="154"/>
                  </a:lnTo>
                  <a:lnTo>
                    <a:pt x="54" y="153"/>
                  </a:lnTo>
                  <a:lnTo>
                    <a:pt x="53" y="152"/>
                  </a:lnTo>
                  <a:lnTo>
                    <a:pt x="52" y="152"/>
                  </a:lnTo>
                  <a:lnTo>
                    <a:pt x="53" y="153"/>
                  </a:lnTo>
                  <a:lnTo>
                    <a:pt x="53" y="154"/>
                  </a:lnTo>
                  <a:lnTo>
                    <a:pt x="54" y="154"/>
                  </a:lnTo>
                  <a:lnTo>
                    <a:pt x="52" y="157"/>
                  </a:lnTo>
                  <a:lnTo>
                    <a:pt x="50" y="157"/>
                  </a:lnTo>
                  <a:lnTo>
                    <a:pt x="49" y="156"/>
                  </a:lnTo>
                  <a:lnTo>
                    <a:pt x="48" y="158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61"/>
                  </a:lnTo>
                  <a:lnTo>
                    <a:pt x="40" y="162"/>
                  </a:lnTo>
                  <a:lnTo>
                    <a:pt x="39" y="162"/>
                  </a:lnTo>
                  <a:lnTo>
                    <a:pt x="37" y="161"/>
                  </a:lnTo>
                  <a:lnTo>
                    <a:pt x="33" y="162"/>
                  </a:lnTo>
                  <a:lnTo>
                    <a:pt x="33" y="164"/>
                  </a:lnTo>
                  <a:lnTo>
                    <a:pt x="32" y="164"/>
                  </a:lnTo>
                  <a:lnTo>
                    <a:pt x="32" y="161"/>
                  </a:lnTo>
                  <a:lnTo>
                    <a:pt x="35" y="157"/>
                  </a:lnTo>
                  <a:lnTo>
                    <a:pt x="35" y="153"/>
                  </a:lnTo>
                  <a:lnTo>
                    <a:pt x="33" y="157"/>
                  </a:lnTo>
                  <a:lnTo>
                    <a:pt x="31" y="160"/>
                  </a:lnTo>
                  <a:lnTo>
                    <a:pt x="29" y="162"/>
                  </a:lnTo>
                  <a:lnTo>
                    <a:pt x="29" y="161"/>
                  </a:lnTo>
                  <a:lnTo>
                    <a:pt x="29" y="160"/>
                  </a:lnTo>
                  <a:lnTo>
                    <a:pt x="29" y="158"/>
                  </a:lnTo>
                  <a:lnTo>
                    <a:pt x="31" y="146"/>
                  </a:lnTo>
                  <a:lnTo>
                    <a:pt x="33" y="144"/>
                  </a:lnTo>
                  <a:lnTo>
                    <a:pt x="32" y="144"/>
                  </a:lnTo>
                  <a:lnTo>
                    <a:pt x="31" y="139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8" y="132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4"/>
                  </a:lnTo>
                  <a:lnTo>
                    <a:pt x="24" y="123"/>
                  </a:lnTo>
                  <a:lnTo>
                    <a:pt x="24" y="120"/>
                  </a:lnTo>
                  <a:lnTo>
                    <a:pt x="22" y="119"/>
                  </a:lnTo>
                  <a:lnTo>
                    <a:pt x="22" y="121"/>
                  </a:lnTo>
                  <a:lnTo>
                    <a:pt x="23" y="125"/>
                  </a:lnTo>
                  <a:lnTo>
                    <a:pt x="19" y="124"/>
                  </a:lnTo>
                  <a:lnTo>
                    <a:pt x="16" y="121"/>
                  </a:lnTo>
                  <a:lnTo>
                    <a:pt x="16" y="120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6" y="116"/>
                  </a:lnTo>
                  <a:lnTo>
                    <a:pt x="16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6" y="116"/>
                  </a:lnTo>
                  <a:lnTo>
                    <a:pt x="19" y="116"/>
                  </a:lnTo>
                  <a:lnTo>
                    <a:pt x="20" y="117"/>
                  </a:lnTo>
                  <a:lnTo>
                    <a:pt x="22" y="116"/>
                  </a:lnTo>
                  <a:lnTo>
                    <a:pt x="22" y="115"/>
                  </a:lnTo>
                  <a:lnTo>
                    <a:pt x="19" y="111"/>
                  </a:lnTo>
                  <a:lnTo>
                    <a:pt x="15" y="111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1" y="107"/>
                  </a:lnTo>
                  <a:lnTo>
                    <a:pt x="11" y="108"/>
                  </a:lnTo>
                  <a:lnTo>
                    <a:pt x="10" y="108"/>
                  </a:lnTo>
                  <a:lnTo>
                    <a:pt x="8" y="108"/>
                  </a:lnTo>
                  <a:lnTo>
                    <a:pt x="11" y="106"/>
                  </a:lnTo>
                  <a:lnTo>
                    <a:pt x="8" y="106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8" y="107"/>
                  </a:lnTo>
                  <a:lnTo>
                    <a:pt x="3" y="103"/>
                  </a:lnTo>
                  <a:lnTo>
                    <a:pt x="2" y="9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3" y="91"/>
                  </a:lnTo>
                  <a:lnTo>
                    <a:pt x="4" y="92"/>
                  </a:lnTo>
                  <a:lnTo>
                    <a:pt x="4" y="89"/>
                  </a:lnTo>
                  <a:lnTo>
                    <a:pt x="4" y="85"/>
                  </a:lnTo>
                  <a:lnTo>
                    <a:pt x="6" y="83"/>
                  </a:lnTo>
                  <a:lnTo>
                    <a:pt x="7" y="83"/>
                  </a:lnTo>
                  <a:lnTo>
                    <a:pt x="8" y="82"/>
                  </a:lnTo>
                  <a:lnTo>
                    <a:pt x="10" y="79"/>
                  </a:lnTo>
                  <a:lnTo>
                    <a:pt x="8" y="77"/>
                  </a:lnTo>
                  <a:lnTo>
                    <a:pt x="10" y="73"/>
                  </a:lnTo>
                  <a:lnTo>
                    <a:pt x="8" y="70"/>
                  </a:lnTo>
                  <a:lnTo>
                    <a:pt x="11" y="70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0" y="57"/>
                  </a:lnTo>
                  <a:lnTo>
                    <a:pt x="12" y="57"/>
                  </a:lnTo>
                  <a:lnTo>
                    <a:pt x="15" y="58"/>
                  </a:lnTo>
                  <a:lnTo>
                    <a:pt x="18" y="58"/>
                  </a:lnTo>
                  <a:lnTo>
                    <a:pt x="20" y="54"/>
                  </a:lnTo>
                  <a:lnTo>
                    <a:pt x="20" y="49"/>
                  </a:lnTo>
                  <a:lnTo>
                    <a:pt x="23" y="42"/>
                  </a:lnTo>
                  <a:lnTo>
                    <a:pt x="20" y="41"/>
                  </a:lnTo>
                  <a:lnTo>
                    <a:pt x="20" y="40"/>
                  </a:lnTo>
                  <a:lnTo>
                    <a:pt x="24" y="35"/>
                  </a:lnTo>
                  <a:lnTo>
                    <a:pt x="25" y="29"/>
                  </a:lnTo>
                  <a:lnTo>
                    <a:pt x="24" y="28"/>
                  </a:lnTo>
                  <a:lnTo>
                    <a:pt x="24" y="25"/>
                  </a:lnTo>
                  <a:lnTo>
                    <a:pt x="28" y="19"/>
                  </a:lnTo>
                  <a:lnTo>
                    <a:pt x="31" y="17"/>
                  </a:lnTo>
                  <a:lnTo>
                    <a:pt x="35" y="15"/>
                  </a:lnTo>
                  <a:lnTo>
                    <a:pt x="35" y="11"/>
                  </a:lnTo>
                  <a:lnTo>
                    <a:pt x="39" y="11"/>
                  </a:lnTo>
                  <a:lnTo>
                    <a:pt x="43" y="8"/>
                  </a:lnTo>
                  <a:lnTo>
                    <a:pt x="44" y="10"/>
                  </a:lnTo>
                  <a:lnTo>
                    <a:pt x="47" y="11"/>
                  </a:lnTo>
                  <a:lnTo>
                    <a:pt x="47" y="8"/>
                  </a:lnTo>
                  <a:lnTo>
                    <a:pt x="47" y="6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8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6" name="Freeform 367">
              <a:extLst>
                <a:ext uri="{FF2B5EF4-FFF2-40B4-BE49-F238E27FC236}">
                  <a16:creationId xmlns:a16="http://schemas.microsoft.com/office/drawing/2014/main" id="{504CFC55-70C1-4C9D-8175-4BBBD52422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954" y="4120302"/>
              <a:ext cx="3010315" cy="2946850"/>
            </a:xfrm>
            <a:custGeom>
              <a:avLst/>
              <a:gdLst>
                <a:gd name="T0" fmla="*/ 236 w 332"/>
                <a:gd name="T1" fmla="*/ 154 h 325"/>
                <a:gd name="T2" fmla="*/ 234 w 332"/>
                <a:gd name="T3" fmla="*/ 155 h 325"/>
                <a:gd name="T4" fmla="*/ 99 w 332"/>
                <a:gd name="T5" fmla="*/ 7 h 325"/>
                <a:gd name="T6" fmla="*/ 111 w 332"/>
                <a:gd name="T7" fmla="*/ 23 h 325"/>
                <a:gd name="T8" fmla="*/ 122 w 332"/>
                <a:gd name="T9" fmla="*/ 31 h 325"/>
                <a:gd name="T10" fmla="*/ 133 w 332"/>
                <a:gd name="T11" fmla="*/ 50 h 325"/>
                <a:gd name="T12" fmla="*/ 149 w 332"/>
                <a:gd name="T13" fmla="*/ 69 h 325"/>
                <a:gd name="T14" fmla="*/ 186 w 332"/>
                <a:gd name="T15" fmla="*/ 80 h 325"/>
                <a:gd name="T16" fmla="*/ 228 w 332"/>
                <a:gd name="T17" fmla="*/ 89 h 325"/>
                <a:gd name="T18" fmla="*/ 233 w 332"/>
                <a:gd name="T19" fmla="*/ 75 h 325"/>
                <a:gd name="T20" fmla="*/ 252 w 332"/>
                <a:gd name="T21" fmla="*/ 88 h 325"/>
                <a:gd name="T22" fmla="*/ 267 w 332"/>
                <a:gd name="T23" fmla="*/ 76 h 325"/>
                <a:gd name="T24" fmla="*/ 280 w 332"/>
                <a:gd name="T25" fmla="*/ 64 h 325"/>
                <a:gd name="T26" fmla="*/ 299 w 332"/>
                <a:gd name="T27" fmla="*/ 50 h 325"/>
                <a:gd name="T28" fmla="*/ 320 w 332"/>
                <a:gd name="T29" fmla="*/ 48 h 325"/>
                <a:gd name="T30" fmla="*/ 323 w 332"/>
                <a:gd name="T31" fmla="*/ 61 h 325"/>
                <a:gd name="T32" fmla="*/ 331 w 332"/>
                <a:gd name="T33" fmla="*/ 76 h 325"/>
                <a:gd name="T34" fmla="*/ 308 w 332"/>
                <a:gd name="T35" fmla="*/ 93 h 325"/>
                <a:gd name="T36" fmla="*/ 299 w 332"/>
                <a:gd name="T37" fmla="*/ 123 h 325"/>
                <a:gd name="T38" fmla="*/ 294 w 332"/>
                <a:gd name="T39" fmla="*/ 144 h 325"/>
                <a:gd name="T40" fmla="*/ 287 w 332"/>
                <a:gd name="T41" fmla="*/ 148 h 325"/>
                <a:gd name="T42" fmla="*/ 279 w 332"/>
                <a:gd name="T43" fmla="*/ 127 h 325"/>
                <a:gd name="T44" fmla="*/ 275 w 332"/>
                <a:gd name="T45" fmla="*/ 135 h 325"/>
                <a:gd name="T46" fmla="*/ 273 w 332"/>
                <a:gd name="T47" fmla="*/ 121 h 325"/>
                <a:gd name="T48" fmla="*/ 279 w 332"/>
                <a:gd name="T49" fmla="*/ 109 h 325"/>
                <a:gd name="T50" fmla="*/ 254 w 332"/>
                <a:gd name="T51" fmla="*/ 105 h 325"/>
                <a:gd name="T52" fmla="*/ 245 w 332"/>
                <a:gd name="T53" fmla="*/ 94 h 325"/>
                <a:gd name="T54" fmla="*/ 236 w 332"/>
                <a:gd name="T55" fmla="*/ 90 h 325"/>
                <a:gd name="T56" fmla="*/ 229 w 332"/>
                <a:gd name="T57" fmla="*/ 97 h 325"/>
                <a:gd name="T58" fmla="*/ 234 w 332"/>
                <a:gd name="T59" fmla="*/ 107 h 325"/>
                <a:gd name="T60" fmla="*/ 241 w 332"/>
                <a:gd name="T61" fmla="*/ 132 h 325"/>
                <a:gd name="T62" fmla="*/ 244 w 332"/>
                <a:gd name="T63" fmla="*/ 152 h 325"/>
                <a:gd name="T64" fmla="*/ 238 w 332"/>
                <a:gd name="T65" fmla="*/ 152 h 325"/>
                <a:gd name="T66" fmla="*/ 234 w 332"/>
                <a:gd name="T67" fmla="*/ 147 h 325"/>
                <a:gd name="T68" fmla="*/ 221 w 332"/>
                <a:gd name="T69" fmla="*/ 163 h 325"/>
                <a:gd name="T70" fmla="*/ 215 w 332"/>
                <a:gd name="T71" fmla="*/ 177 h 325"/>
                <a:gd name="T72" fmla="*/ 204 w 332"/>
                <a:gd name="T73" fmla="*/ 181 h 325"/>
                <a:gd name="T74" fmla="*/ 173 w 332"/>
                <a:gd name="T75" fmla="*/ 213 h 325"/>
                <a:gd name="T76" fmla="*/ 155 w 332"/>
                <a:gd name="T77" fmla="*/ 230 h 325"/>
                <a:gd name="T78" fmla="*/ 149 w 332"/>
                <a:gd name="T79" fmla="*/ 259 h 325"/>
                <a:gd name="T80" fmla="*/ 146 w 332"/>
                <a:gd name="T81" fmla="*/ 298 h 325"/>
                <a:gd name="T82" fmla="*/ 142 w 332"/>
                <a:gd name="T83" fmla="*/ 311 h 325"/>
                <a:gd name="T84" fmla="*/ 128 w 332"/>
                <a:gd name="T85" fmla="*/ 318 h 325"/>
                <a:gd name="T86" fmla="*/ 105 w 332"/>
                <a:gd name="T87" fmla="*/ 300 h 325"/>
                <a:gd name="T88" fmla="*/ 90 w 332"/>
                <a:gd name="T89" fmla="*/ 275 h 325"/>
                <a:gd name="T90" fmla="*/ 80 w 332"/>
                <a:gd name="T91" fmla="*/ 246 h 325"/>
                <a:gd name="T92" fmla="*/ 68 w 332"/>
                <a:gd name="T93" fmla="*/ 229 h 325"/>
                <a:gd name="T94" fmla="*/ 61 w 332"/>
                <a:gd name="T95" fmla="*/ 193 h 325"/>
                <a:gd name="T96" fmla="*/ 55 w 332"/>
                <a:gd name="T97" fmla="*/ 168 h 325"/>
                <a:gd name="T98" fmla="*/ 51 w 332"/>
                <a:gd name="T99" fmla="*/ 155 h 325"/>
                <a:gd name="T100" fmla="*/ 53 w 332"/>
                <a:gd name="T101" fmla="*/ 146 h 325"/>
                <a:gd name="T102" fmla="*/ 46 w 332"/>
                <a:gd name="T103" fmla="*/ 161 h 325"/>
                <a:gd name="T104" fmla="*/ 13 w 332"/>
                <a:gd name="T105" fmla="*/ 154 h 325"/>
                <a:gd name="T106" fmla="*/ 15 w 332"/>
                <a:gd name="T107" fmla="*/ 148 h 325"/>
                <a:gd name="T108" fmla="*/ 25 w 332"/>
                <a:gd name="T109" fmla="*/ 138 h 325"/>
                <a:gd name="T110" fmla="*/ 1 w 332"/>
                <a:gd name="T111" fmla="*/ 135 h 325"/>
                <a:gd name="T112" fmla="*/ 5 w 332"/>
                <a:gd name="T113" fmla="*/ 122 h 325"/>
                <a:gd name="T114" fmla="*/ 28 w 332"/>
                <a:gd name="T115" fmla="*/ 121 h 325"/>
                <a:gd name="T116" fmla="*/ 17 w 332"/>
                <a:gd name="T117" fmla="*/ 101 h 325"/>
                <a:gd name="T118" fmla="*/ 9 w 332"/>
                <a:gd name="T119" fmla="*/ 81 h 325"/>
                <a:gd name="T120" fmla="*/ 28 w 332"/>
                <a:gd name="T121" fmla="*/ 73 h 325"/>
                <a:gd name="T122" fmla="*/ 54 w 332"/>
                <a:gd name="T123" fmla="*/ 43 h 325"/>
                <a:gd name="T124" fmla="*/ 61 w 332"/>
                <a:gd name="T125" fmla="*/ 1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2" h="325">
                  <a:moveTo>
                    <a:pt x="241" y="154"/>
                  </a:moveTo>
                  <a:lnTo>
                    <a:pt x="241" y="155"/>
                  </a:lnTo>
                  <a:lnTo>
                    <a:pt x="241" y="156"/>
                  </a:lnTo>
                  <a:lnTo>
                    <a:pt x="241" y="154"/>
                  </a:lnTo>
                  <a:close/>
                  <a:moveTo>
                    <a:pt x="236" y="154"/>
                  </a:moveTo>
                  <a:lnTo>
                    <a:pt x="237" y="155"/>
                  </a:lnTo>
                  <a:lnTo>
                    <a:pt x="238" y="156"/>
                  </a:lnTo>
                  <a:lnTo>
                    <a:pt x="237" y="155"/>
                  </a:lnTo>
                  <a:lnTo>
                    <a:pt x="236" y="154"/>
                  </a:lnTo>
                  <a:close/>
                  <a:moveTo>
                    <a:pt x="240" y="152"/>
                  </a:moveTo>
                  <a:lnTo>
                    <a:pt x="240" y="154"/>
                  </a:lnTo>
                  <a:lnTo>
                    <a:pt x="240" y="155"/>
                  </a:lnTo>
                  <a:lnTo>
                    <a:pt x="238" y="155"/>
                  </a:lnTo>
                  <a:lnTo>
                    <a:pt x="238" y="154"/>
                  </a:lnTo>
                  <a:lnTo>
                    <a:pt x="240" y="152"/>
                  </a:lnTo>
                  <a:close/>
                  <a:moveTo>
                    <a:pt x="234" y="151"/>
                  </a:moveTo>
                  <a:lnTo>
                    <a:pt x="234" y="152"/>
                  </a:lnTo>
                  <a:lnTo>
                    <a:pt x="234" y="155"/>
                  </a:lnTo>
                  <a:lnTo>
                    <a:pt x="233" y="155"/>
                  </a:lnTo>
                  <a:lnTo>
                    <a:pt x="233" y="154"/>
                  </a:lnTo>
                  <a:lnTo>
                    <a:pt x="234" y="151"/>
                  </a:lnTo>
                  <a:close/>
                  <a:moveTo>
                    <a:pt x="82" y="0"/>
                  </a:moveTo>
                  <a:lnTo>
                    <a:pt x="84" y="0"/>
                  </a:lnTo>
                  <a:lnTo>
                    <a:pt x="91" y="5"/>
                  </a:lnTo>
                  <a:lnTo>
                    <a:pt x="94" y="2"/>
                  </a:lnTo>
                  <a:lnTo>
                    <a:pt x="97" y="4"/>
                  </a:lnTo>
                  <a:lnTo>
                    <a:pt x="99" y="7"/>
                  </a:lnTo>
                  <a:lnTo>
                    <a:pt x="101" y="6"/>
                  </a:lnTo>
                  <a:lnTo>
                    <a:pt x="107" y="10"/>
                  </a:lnTo>
                  <a:lnTo>
                    <a:pt x="107" y="10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11" y="15"/>
                  </a:lnTo>
                  <a:lnTo>
                    <a:pt x="109" y="19"/>
                  </a:lnTo>
                  <a:lnTo>
                    <a:pt x="111" y="22"/>
                  </a:lnTo>
                  <a:lnTo>
                    <a:pt x="111" y="23"/>
                  </a:lnTo>
                  <a:lnTo>
                    <a:pt x="112" y="25"/>
                  </a:lnTo>
                  <a:lnTo>
                    <a:pt x="113" y="26"/>
                  </a:lnTo>
                  <a:lnTo>
                    <a:pt x="113" y="27"/>
                  </a:lnTo>
                  <a:lnTo>
                    <a:pt x="115" y="29"/>
                  </a:lnTo>
                  <a:lnTo>
                    <a:pt x="115" y="31"/>
                  </a:lnTo>
                  <a:lnTo>
                    <a:pt x="117" y="32"/>
                  </a:lnTo>
                  <a:lnTo>
                    <a:pt x="119" y="30"/>
                  </a:lnTo>
                  <a:lnTo>
                    <a:pt x="121" y="30"/>
                  </a:lnTo>
                  <a:lnTo>
                    <a:pt x="122" y="31"/>
                  </a:lnTo>
                  <a:lnTo>
                    <a:pt x="125" y="31"/>
                  </a:lnTo>
                  <a:lnTo>
                    <a:pt x="128" y="34"/>
                  </a:lnTo>
                  <a:lnTo>
                    <a:pt x="129" y="35"/>
                  </a:lnTo>
                  <a:lnTo>
                    <a:pt x="130" y="38"/>
                  </a:lnTo>
                  <a:lnTo>
                    <a:pt x="133" y="38"/>
                  </a:lnTo>
                  <a:lnTo>
                    <a:pt x="134" y="40"/>
                  </a:lnTo>
                  <a:lnTo>
                    <a:pt x="134" y="39"/>
                  </a:lnTo>
                  <a:lnTo>
                    <a:pt x="134" y="43"/>
                  </a:lnTo>
                  <a:lnTo>
                    <a:pt x="133" y="50"/>
                  </a:lnTo>
                  <a:lnTo>
                    <a:pt x="133" y="54"/>
                  </a:lnTo>
                  <a:lnTo>
                    <a:pt x="129" y="57"/>
                  </a:lnTo>
                  <a:lnTo>
                    <a:pt x="130" y="61"/>
                  </a:lnTo>
                  <a:lnTo>
                    <a:pt x="133" y="61"/>
                  </a:lnTo>
                  <a:lnTo>
                    <a:pt x="136" y="63"/>
                  </a:lnTo>
                  <a:lnTo>
                    <a:pt x="137" y="63"/>
                  </a:lnTo>
                  <a:lnTo>
                    <a:pt x="140" y="64"/>
                  </a:lnTo>
                  <a:lnTo>
                    <a:pt x="144" y="65"/>
                  </a:lnTo>
                  <a:lnTo>
                    <a:pt x="149" y="69"/>
                  </a:lnTo>
                  <a:lnTo>
                    <a:pt x="153" y="73"/>
                  </a:lnTo>
                  <a:lnTo>
                    <a:pt x="157" y="75"/>
                  </a:lnTo>
                  <a:lnTo>
                    <a:pt x="159" y="76"/>
                  </a:lnTo>
                  <a:lnTo>
                    <a:pt x="162" y="76"/>
                  </a:lnTo>
                  <a:lnTo>
                    <a:pt x="166" y="79"/>
                  </a:lnTo>
                  <a:lnTo>
                    <a:pt x="173" y="79"/>
                  </a:lnTo>
                  <a:lnTo>
                    <a:pt x="174" y="80"/>
                  </a:lnTo>
                  <a:lnTo>
                    <a:pt x="180" y="79"/>
                  </a:lnTo>
                  <a:lnTo>
                    <a:pt x="186" y="80"/>
                  </a:lnTo>
                  <a:lnTo>
                    <a:pt x="187" y="82"/>
                  </a:lnTo>
                  <a:lnTo>
                    <a:pt x="190" y="85"/>
                  </a:lnTo>
                  <a:lnTo>
                    <a:pt x="196" y="88"/>
                  </a:lnTo>
                  <a:lnTo>
                    <a:pt x="199" y="86"/>
                  </a:lnTo>
                  <a:lnTo>
                    <a:pt x="203" y="86"/>
                  </a:lnTo>
                  <a:lnTo>
                    <a:pt x="213" y="89"/>
                  </a:lnTo>
                  <a:lnTo>
                    <a:pt x="216" y="88"/>
                  </a:lnTo>
                  <a:lnTo>
                    <a:pt x="220" y="90"/>
                  </a:lnTo>
                  <a:lnTo>
                    <a:pt x="228" y="89"/>
                  </a:lnTo>
                  <a:lnTo>
                    <a:pt x="228" y="84"/>
                  </a:lnTo>
                  <a:lnTo>
                    <a:pt x="227" y="79"/>
                  </a:lnTo>
                  <a:lnTo>
                    <a:pt x="227" y="73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9" y="69"/>
                  </a:lnTo>
                  <a:lnTo>
                    <a:pt x="232" y="69"/>
                  </a:lnTo>
                  <a:lnTo>
                    <a:pt x="233" y="71"/>
                  </a:lnTo>
                  <a:lnTo>
                    <a:pt x="233" y="75"/>
                  </a:lnTo>
                  <a:lnTo>
                    <a:pt x="236" y="76"/>
                  </a:lnTo>
                  <a:lnTo>
                    <a:pt x="236" y="76"/>
                  </a:lnTo>
                  <a:lnTo>
                    <a:pt x="234" y="79"/>
                  </a:lnTo>
                  <a:lnTo>
                    <a:pt x="234" y="80"/>
                  </a:lnTo>
                  <a:lnTo>
                    <a:pt x="237" y="84"/>
                  </a:lnTo>
                  <a:lnTo>
                    <a:pt x="241" y="85"/>
                  </a:lnTo>
                  <a:lnTo>
                    <a:pt x="242" y="84"/>
                  </a:lnTo>
                  <a:lnTo>
                    <a:pt x="248" y="88"/>
                  </a:lnTo>
                  <a:lnTo>
                    <a:pt x="252" y="88"/>
                  </a:lnTo>
                  <a:lnTo>
                    <a:pt x="253" y="84"/>
                  </a:lnTo>
                  <a:lnTo>
                    <a:pt x="255" y="84"/>
                  </a:lnTo>
                  <a:lnTo>
                    <a:pt x="258" y="85"/>
                  </a:lnTo>
                  <a:lnTo>
                    <a:pt x="263" y="84"/>
                  </a:lnTo>
                  <a:lnTo>
                    <a:pt x="266" y="84"/>
                  </a:lnTo>
                  <a:lnTo>
                    <a:pt x="271" y="82"/>
                  </a:lnTo>
                  <a:lnTo>
                    <a:pt x="271" y="81"/>
                  </a:lnTo>
                  <a:lnTo>
                    <a:pt x="271" y="77"/>
                  </a:lnTo>
                  <a:lnTo>
                    <a:pt x="267" y="76"/>
                  </a:lnTo>
                  <a:lnTo>
                    <a:pt x="267" y="73"/>
                  </a:lnTo>
                  <a:lnTo>
                    <a:pt x="267" y="71"/>
                  </a:lnTo>
                  <a:lnTo>
                    <a:pt x="269" y="71"/>
                  </a:lnTo>
                  <a:lnTo>
                    <a:pt x="274" y="69"/>
                  </a:lnTo>
                  <a:lnTo>
                    <a:pt x="275" y="69"/>
                  </a:lnTo>
                  <a:lnTo>
                    <a:pt x="277" y="67"/>
                  </a:lnTo>
                  <a:lnTo>
                    <a:pt x="278" y="65"/>
                  </a:lnTo>
                  <a:lnTo>
                    <a:pt x="280" y="65"/>
                  </a:lnTo>
                  <a:lnTo>
                    <a:pt x="280" y="64"/>
                  </a:lnTo>
                  <a:lnTo>
                    <a:pt x="283" y="64"/>
                  </a:lnTo>
                  <a:lnTo>
                    <a:pt x="283" y="61"/>
                  </a:lnTo>
                  <a:lnTo>
                    <a:pt x="286" y="59"/>
                  </a:lnTo>
                  <a:lnTo>
                    <a:pt x="288" y="59"/>
                  </a:lnTo>
                  <a:lnTo>
                    <a:pt x="292" y="57"/>
                  </a:lnTo>
                  <a:lnTo>
                    <a:pt x="295" y="54"/>
                  </a:lnTo>
                  <a:lnTo>
                    <a:pt x="295" y="51"/>
                  </a:lnTo>
                  <a:lnTo>
                    <a:pt x="296" y="51"/>
                  </a:lnTo>
                  <a:lnTo>
                    <a:pt x="299" y="50"/>
                  </a:lnTo>
                  <a:lnTo>
                    <a:pt x="302" y="52"/>
                  </a:lnTo>
                  <a:lnTo>
                    <a:pt x="304" y="51"/>
                  </a:lnTo>
                  <a:lnTo>
                    <a:pt x="309" y="52"/>
                  </a:lnTo>
                  <a:lnTo>
                    <a:pt x="311" y="51"/>
                  </a:lnTo>
                  <a:lnTo>
                    <a:pt x="309" y="50"/>
                  </a:lnTo>
                  <a:lnTo>
                    <a:pt x="315" y="47"/>
                  </a:lnTo>
                  <a:lnTo>
                    <a:pt x="317" y="47"/>
                  </a:lnTo>
                  <a:lnTo>
                    <a:pt x="319" y="48"/>
                  </a:lnTo>
                  <a:lnTo>
                    <a:pt x="320" y="48"/>
                  </a:lnTo>
                  <a:lnTo>
                    <a:pt x="320" y="50"/>
                  </a:lnTo>
                  <a:lnTo>
                    <a:pt x="319" y="52"/>
                  </a:lnTo>
                  <a:lnTo>
                    <a:pt x="320" y="55"/>
                  </a:lnTo>
                  <a:lnTo>
                    <a:pt x="321" y="54"/>
                  </a:lnTo>
                  <a:lnTo>
                    <a:pt x="323" y="54"/>
                  </a:lnTo>
                  <a:lnTo>
                    <a:pt x="323" y="55"/>
                  </a:lnTo>
                  <a:lnTo>
                    <a:pt x="325" y="57"/>
                  </a:lnTo>
                  <a:lnTo>
                    <a:pt x="325" y="59"/>
                  </a:lnTo>
                  <a:lnTo>
                    <a:pt x="323" y="61"/>
                  </a:lnTo>
                  <a:lnTo>
                    <a:pt x="324" y="63"/>
                  </a:lnTo>
                  <a:lnTo>
                    <a:pt x="327" y="64"/>
                  </a:lnTo>
                  <a:lnTo>
                    <a:pt x="328" y="63"/>
                  </a:lnTo>
                  <a:lnTo>
                    <a:pt x="329" y="64"/>
                  </a:lnTo>
                  <a:lnTo>
                    <a:pt x="332" y="67"/>
                  </a:lnTo>
                  <a:lnTo>
                    <a:pt x="332" y="68"/>
                  </a:lnTo>
                  <a:lnTo>
                    <a:pt x="331" y="71"/>
                  </a:lnTo>
                  <a:lnTo>
                    <a:pt x="331" y="73"/>
                  </a:lnTo>
                  <a:lnTo>
                    <a:pt x="331" y="76"/>
                  </a:lnTo>
                  <a:lnTo>
                    <a:pt x="328" y="75"/>
                  </a:lnTo>
                  <a:lnTo>
                    <a:pt x="327" y="73"/>
                  </a:lnTo>
                  <a:lnTo>
                    <a:pt x="323" y="76"/>
                  </a:lnTo>
                  <a:lnTo>
                    <a:pt x="319" y="76"/>
                  </a:lnTo>
                  <a:lnTo>
                    <a:pt x="319" y="80"/>
                  </a:lnTo>
                  <a:lnTo>
                    <a:pt x="315" y="82"/>
                  </a:lnTo>
                  <a:lnTo>
                    <a:pt x="312" y="84"/>
                  </a:lnTo>
                  <a:lnTo>
                    <a:pt x="308" y="90"/>
                  </a:lnTo>
                  <a:lnTo>
                    <a:pt x="308" y="93"/>
                  </a:lnTo>
                  <a:lnTo>
                    <a:pt x="309" y="94"/>
                  </a:lnTo>
                  <a:lnTo>
                    <a:pt x="308" y="100"/>
                  </a:lnTo>
                  <a:lnTo>
                    <a:pt x="304" y="105"/>
                  </a:lnTo>
                  <a:lnTo>
                    <a:pt x="304" y="106"/>
                  </a:lnTo>
                  <a:lnTo>
                    <a:pt x="307" y="107"/>
                  </a:lnTo>
                  <a:lnTo>
                    <a:pt x="304" y="114"/>
                  </a:lnTo>
                  <a:lnTo>
                    <a:pt x="304" y="119"/>
                  </a:lnTo>
                  <a:lnTo>
                    <a:pt x="302" y="123"/>
                  </a:lnTo>
                  <a:lnTo>
                    <a:pt x="299" y="123"/>
                  </a:lnTo>
                  <a:lnTo>
                    <a:pt x="296" y="122"/>
                  </a:lnTo>
                  <a:lnTo>
                    <a:pt x="294" y="122"/>
                  </a:lnTo>
                  <a:lnTo>
                    <a:pt x="295" y="129"/>
                  </a:lnTo>
                  <a:lnTo>
                    <a:pt x="295" y="131"/>
                  </a:lnTo>
                  <a:lnTo>
                    <a:pt x="295" y="135"/>
                  </a:lnTo>
                  <a:lnTo>
                    <a:pt x="292" y="135"/>
                  </a:lnTo>
                  <a:lnTo>
                    <a:pt x="294" y="138"/>
                  </a:lnTo>
                  <a:lnTo>
                    <a:pt x="292" y="142"/>
                  </a:lnTo>
                  <a:lnTo>
                    <a:pt x="294" y="144"/>
                  </a:lnTo>
                  <a:lnTo>
                    <a:pt x="292" y="147"/>
                  </a:lnTo>
                  <a:lnTo>
                    <a:pt x="291" y="148"/>
                  </a:lnTo>
                  <a:lnTo>
                    <a:pt x="290" y="148"/>
                  </a:lnTo>
                  <a:lnTo>
                    <a:pt x="288" y="150"/>
                  </a:lnTo>
                  <a:lnTo>
                    <a:pt x="288" y="151"/>
                  </a:lnTo>
                  <a:lnTo>
                    <a:pt x="288" y="151"/>
                  </a:lnTo>
                  <a:lnTo>
                    <a:pt x="288" y="150"/>
                  </a:lnTo>
                  <a:lnTo>
                    <a:pt x="288" y="148"/>
                  </a:lnTo>
                  <a:lnTo>
                    <a:pt x="287" y="148"/>
                  </a:lnTo>
                  <a:lnTo>
                    <a:pt x="287" y="146"/>
                  </a:lnTo>
                  <a:lnTo>
                    <a:pt x="286" y="143"/>
                  </a:lnTo>
                  <a:lnTo>
                    <a:pt x="284" y="138"/>
                  </a:lnTo>
                  <a:lnTo>
                    <a:pt x="284" y="136"/>
                  </a:lnTo>
                  <a:lnTo>
                    <a:pt x="284" y="134"/>
                  </a:lnTo>
                  <a:lnTo>
                    <a:pt x="283" y="130"/>
                  </a:lnTo>
                  <a:lnTo>
                    <a:pt x="282" y="129"/>
                  </a:lnTo>
                  <a:lnTo>
                    <a:pt x="282" y="127"/>
                  </a:lnTo>
                  <a:lnTo>
                    <a:pt x="279" y="127"/>
                  </a:lnTo>
                  <a:lnTo>
                    <a:pt x="278" y="127"/>
                  </a:lnTo>
                  <a:lnTo>
                    <a:pt x="277" y="127"/>
                  </a:lnTo>
                  <a:lnTo>
                    <a:pt x="278" y="129"/>
                  </a:lnTo>
                  <a:lnTo>
                    <a:pt x="277" y="130"/>
                  </a:lnTo>
                  <a:lnTo>
                    <a:pt x="277" y="131"/>
                  </a:lnTo>
                  <a:lnTo>
                    <a:pt x="275" y="132"/>
                  </a:lnTo>
                  <a:lnTo>
                    <a:pt x="277" y="134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4" y="132"/>
                  </a:lnTo>
                  <a:lnTo>
                    <a:pt x="271" y="131"/>
                  </a:lnTo>
                  <a:lnTo>
                    <a:pt x="271" y="130"/>
                  </a:lnTo>
                  <a:lnTo>
                    <a:pt x="270" y="129"/>
                  </a:lnTo>
                  <a:lnTo>
                    <a:pt x="269" y="126"/>
                  </a:lnTo>
                  <a:lnTo>
                    <a:pt x="269" y="125"/>
                  </a:lnTo>
                  <a:lnTo>
                    <a:pt x="270" y="123"/>
                  </a:lnTo>
                  <a:lnTo>
                    <a:pt x="270" y="122"/>
                  </a:lnTo>
                  <a:lnTo>
                    <a:pt x="273" y="121"/>
                  </a:lnTo>
                  <a:lnTo>
                    <a:pt x="273" y="121"/>
                  </a:lnTo>
                  <a:lnTo>
                    <a:pt x="274" y="122"/>
                  </a:lnTo>
                  <a:lnTo>
                    <a:pt x="275" y="121"/>
                  </a:lnTo>
                  <a:lnTo>
                    <a:pt x="275" y="119"/>
                  </a:lnTo>
                  <a:lnTo>
                    <a:pt x="277" y="118"/>
                  </a:lnTo>
                  <a:lnTo>
                    <a:pt x="278" y="114"/>
                  </a:lnTo>
                  <a:lnTo>
                    <a:pt x="279" y="111"/>
                  </a:lnTo>
                  <a:lnTo>
                    <a:pt x="280" y="109"/>
                  </a:lnTo>
                  <a:lnTo>
                    <a:pt x="279" y="109"/>
                  </a:lnTo>
                  <a:lnTo>
                    <a:pt x="277" y="106"/>
                  </a:lnTo>
                  <a:lnTo>
                    <a:pt x="275" y="106"/>
                  </a:lnTo>
                  <a:lnTo>
                    <a:pt x="274" y="106"/>
                  </a:lnTo>
                  <a:lnTo>
                    <a:pt x="273" y="106"/>
                  </a:lnTo>
                  <a:lnTo>
                    <a:pt x="269" y="106"/>
                  </a:lnTo>
                  <a:lnTo>
                    <a:pt x="265" y="106"/>
                  </a:lnTo>
                  <a:lnTo>
                    <a:pt x="261" y="106"/>
                  </a:lnTo>
                  <a:lnTo>
                    <a:pt x="257" y="106"/>
                  </a:lnTo>
                  <a:lnTo>
                    <a:pt x="254" y="105"/>
                  </a:lnTo>
                  <a:lnTo>
                    <a:pt x="253" y="105"/>
                  </a:lnTo>
                  <a:lnTo>
                    <a:pt x="250" y="105"/>
                  </a:lnTo>
                  <a:lnTo>
                    <a:pt x="250" y="102"/>
                  </a:lnTo>
                  <a:lnTo>
                    <a:pt x="249" y="100"/>
                  </a:lnTo>
                  <a:lnTo>
                    <a:pt x="249" y="98"/>
                  </a:lnTo>
                  <a:lnTo>
                    <a:pt x="249" y="96"/>
                  </a:lnTo>
                  <a:lnTo>
                    <a:pt x="246" y="93"/>
                  </a:lnTo>
                  <a:lnTo>
                    <a:pt x="246" y="93"/>
                  </a:lnTo>
                  <a:lnTo>
                    <a:pt x="245" y="94"/>
                  </a:lnTo>
                  <a:lnTo>
                    <a:pt x="244" y="93"/>
                  </a:lnTo>
                  <a:lnTo>
                    <a:pt x="242" y="92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2"/>
                  </a:lnTo>
                  <a:lnTo>
                    <a:pt x="241" y="93"/>
                  </a:lnTo>
                  <a:lnTo>
                    <a:pt x="240" y="93"/>
                  </a:lnTo>
                  <a:lnTo>
                    <a:pt x="237" y="93"/>
                  </a:lnTo>
                  <a:lnTo>
                    <a:pt x="236" y="90"/>
                  </a:lnTo>
                  <a:lnTo>
                    <a:pt x="236" y="89"/>
                  </a:lnTo>
                  <a:lnTo>
                    <a:pt x="233" y="88"/>
                  </a:lnTo>
                  <a:lnTo>
                    <a:pt x="233" y="86"/>
                  </a:lnTo>
                  <a:lnTo>
                    <a:pt x="232" y="88"/>
                  </a:lnTo>
                  <a:lnTo>
                    <a:pt x="230" y="88"/>
                  </a:lnTo>
                  <a:lnTo>
                    <a:pt x="230" y="90"/>
                  </a:lnTo>
                  <a:lnTo>
                    <a:pt x="232" y="90"/>
                  </a:lnTo>
                  <a:lnTo>
                    <a:pt x="230" y="94"/>
                  </a:lnTo>
                  <a:lnTo>
                    <a:pt x="229" y="97"/>
                  </a:lnTo>
                  <a:lnTo>
                    <a:pt x="228" y="100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40" y="101"/>
                  </a:lnTo>
                  <a:lnTo>
                    <a:pt x="238" y="102"/>
                  </a:lnTo>
                  <a:lnTo>
                    <a:pt x="240" y="105"/>
                  </a:lnTo>
                  <a:lnTo>
                    <a:pt x="238" y="106"/>
                  </a:lnTo>
                  <a:lnTo>
                    <a:pt x="237" y="106"/>
                  </a:lnTo>
                  <a:lnTo>
                    <a:pt x="234" y="107"/>
                  </a:lnTo>
                  <a:lnTo>
                    <a:pt x="233" y="110"/>
                  </a:lnTo>
                  <a:lnTo>
                    <a:pt x="232" y="110"/>
                  </a:lnTo>
                  <a:lnTo>
                    <a:pt x="232" y="115"/>
                  </a:lnTo>
                  <a:lnTo>
                    <a:pt x="234" y="118"/>
                  </a:lnTo>
                  <a:lnTo>
                    <a:pt x="237" y="119"/>
                  </a:lnTo>
                  <a:lnTo>
                    <a:pt x="240" y="123"/>
                  </a:lnTo>
                  <a:lnTo>
                    <a:pt x="240" y="127"/>
                  </a:lnTo>
                  <a:lnTo>
                    <a:pt x="241" y="130"/>
                  </a:lnTo>
                  <a:lnTo>
                    <a:pt x="241" y="132"/>
                  </a:lnTo>
                  <a:lnTo>
                    <a:pt x="241" y="136"/>
                  </a:lnTo>
                  <a:lnTo>
                    <a:pt x="245" y="140"/>
                  </a:lnTo>
                  <a:lnTo>
                    <a:pt x="245" y="144"/>
                  </a:lnTo>
                  <a:lnTo>
                    <a:pt x="245" y="146"/>
                  </a:lnTo>
                  <a:lnTo>
                    <a:pt x="246" y="150"/>
                  </a:lnTo>
                  <a:lnTo>
                    <a:pt x="245" y="150"/>
                  </a:lnTo>
                  <a:lnTo>
                    <a:pt x="246" y="152"/>
                  </a:lnTo>
                  <a:lnTo>
                    <a:pt x="245" y="155"/>
                  </a:lnTo>
                  <a:lnTo>
                    <a:pt x="244" y="152"/>
                  </a:lnTo>
                  <a:lnTo>
                    <a:pt x="244" y="154"/>
                  </a:lnTo>
                  <a:lnTo>
                    <a:pt x="242" y="154"/>
                  </a:lnTo>
                  <a:lnTo>
                    <a:pt x="241" y="151"/>
                  </a:lnTo>
                  <a:lnTo>
                    <a:pt x="241" y="150"/>
                  </a:lnTo>
                  <a:lnTo>
                    <a:pt x="241" y="151"/>
                  </a:lnTo>
                  <a:lnTo>
                    <a:pt x="240" y="152"/>
                  </a:lnTo>
                  <a:lnTo>
                    <a:pt x="240" y="151"/>
                  </a:lnTo>
                  <a:lnTo>
                    <a:pt x="240" y="152"/>
                  </a:lnTo>
                  <a:lnTo>
                    <a:pt x="238" y="152"/>
                  </a:lnTo>
                  <a:lnTo>
                    <a:pt x="237" y="152"/>
                  </a:lnTo>
                  <a:lnTo>
                    <a:pt x="236" y="152"/>
                  </a:lnTo>
                  <a:lnTo>
                    <a:pt x="234" y="148"/>
                  </a:lnTo>
                  <a:lnTo>
                    <a:pt x="236" y="147"/>
                  </a:lnTo>
                  <a:lnTo>
                    <a:pt x="233" y="146"/>
                  </a:lnTo>
                  <a:lnTo>
                    <a:pt x="232" y="146"/>
                  </a:lnTo>
                  <a:lnTo>
                    <a:pt x="232" y="146"/>
                  </a:lnTo>
                  <a:lnTo>
                    <a:pt x="233" y="147"/>
                  </a:lnTo>
                  <a:lnTo>
                    <a:pt x="234" y="147"/>
                  </a:lnTo>
                  <a:lnTo>
                    <a:pt x="233" y="148"/>
                  </a:lnTo>
                  <a:lnTo>
                    <a:pt x="233" y="150"/>
                  </a:lnTo>
                  <a:lnTo>
                    <a:pt x="233" y="151"/>
                  </a:lnTo>
                  <a:lnTo>
                    <a:pt x="230" y="154"/>
                  </a:lnTo>
                  <a:lnTo>
                    <a:pt x="224" y="156"/>
                  </a:lnTo>
                  <a:lnTo>
                    <a:pt x="223" y="157"/>
                  </a:lnTo>
                  <a:lnTo>
                    <a:pt x="221" y="159"/>
                  </a:lnTo>
                  <a:lnTo>
                    <a:pt x="220" y="161"/>
                  </a:lnTo>
                  <a:lnTo>
                    <a:pt x="221" y="163"/>
                  </a:lnTo>
                  <a:lnTo>
                    <a:pt x="223" y="165"/>
                  </a:lnTo>
                  <a:lnTo>
                    <a:pt x="223" y="165"/>
                  </a:lnTo>
                  <a:lnTo>
                    <a:pt x="223" y="167"/>
                  </a:lnTo>
                  <a:lnTo>
                    <a:pt x="220" y="168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9" y="172"/>
                  </a:lnTo>
                  <a:lnTo>
                    <a:pt x="215" y="176"/>
                  </a:lnTo>
                  <a:lnTo>
                    <a:pt x="215" y="177"/>
                  </a:lnTo>
                  <a:lnTo>
                    <a:pt x="208" y="180"/>
                  </a:lnTo>
                  <a:lnTo>
                    <a:pt x="207" y="180"/>
                  </a:lnTo>
                  <a:lnTo>
                    <a:pt x="207" y="179"/>
                  </a:lnTo>
                  <a:lnTo>
                    <a:pt x="207" y="177"/>
                  </a:lnTo>
                  <a:lnTo>
                    <a:pt x="205" y="177"/>
                  </a:lnTo>
                  <a:lnTo>
                    <a:pt x="204" y="180"/>
                  </a:lnTo>
                  <a:lnTo>
                    <a:pt x="203" y="180"/>
                  </a:lnTo>
                  <a:lnTo>
                    <a:pt x="201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198" y="189"/>
                  </a:lnTo>
                  <a:lnTo>
                    <a:pt x="195" y="194"/>
                  </a:lnTo>
                  <a:lnTo>
                    <a:pt x="184" y="202"/>
                  </a:lnTo>
                  <a:lnTo>
                    <a:pt x="183" y="206"/>
                  </a:lnTo>
                  <a:lnTo>
                    <a:pt x="180" y="209"/>
                  </a:lnTo>
                  <a:lnTo>
                    <a:pt x="176" y="210"/>
                  </a:lnTo>
                  <a:lnTo>
                    <a:pt x="173" y="213"/>
                  </a:lnTo>
                  <a:lnTo>
                    <a:pt x="173" y="215"/>
                  </a:lnTo>
                  <a:lnTo>
                    <a:pt x="173" y="218"/>
                  </a:lnTo>
                  <a:lnTo>
                    <a:pt x="171" y="221"/>
                  </a:lnTo>
                  <a:lnTo>
                    <a:pt x="169" y="222"/>
                  </a:lnTo>
                  <a:lnTo>
                    <a:pt x="163" y="222"/>
                  </a:lnTo>
                  <a:lnTo>
                    <a:pt x="161" y="223"/>
                  </a:lnTo>
                  <a:lnTo>
                    <a:pt x="161" y="226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4" y="229"/>
                  </a:lnTo>
                  <a:lnTo>
                    <a:pt x="153" y="229"/>
                  </a:lnTo>
                  <a:lnTo>
                    <a:pt x="149" y="232"/>
                  </a:lnTo>
                  <a:lnTo>
                    <a:pt x="149" y="234"/>
                  </a:lnTo>
                  <a:lnTo>
                    <a:pt x="149" y="239"/>
                  </a:lnTo>
                  <a:lnTo>
                    <a:pt x="150" y="244"/>
                  </a:lnTo>
                  <a:lnTo>
                    <a:pt x="149" y="247"/>
                  </a:lnTo>
                  <a:lnTo>
                    <a:pt x="149" y="250"/>
                  </a:lnTo>
                  <a:lnTo>
                    <a:pt x="149" y="259"/>
                  </a:lnTo>
                  <a:lnTo>
                    <a:pt x="151" y="260"/>
                  </a:lnTo>
                  <a:lnTo>
                    <a:pt x="153" y="265"/>
                  </a:lnTo>
                  <a:lnTo>
                    <a:pt x="150" y="273"/>
                  </a:lnTo>
                  <a:lnTo>
                    <a:pt x="146" y="279"/>
                  </a:lnTo>
                  <a:lnTo>
                    <a:pt x="146" y="284"/>
                  </a:lnTo>
                  <a:lnTo>
                    <a:pt x="148" y="285"/>
                  </a:lnTo>
                  <a:lnTo>
                    <a:pt x="149" y="296"/>
                  </a:lnTo>
                  <a:lnTo>
                    <a:pt x="149" y="298"/>
                  </a:lnTo>
                  <a:lnTo>
                    <a:pt x="146" y="298"/>
                  </a:lnTo>
                  <a:lnTo>
                    <a:pt x="145" y="298"/>
                  </a:lnTo>
                  <a:lnTo>
                    <a:pt x="142" y="298"/>
                  </a:lnTo>
                  <a:lnTo>
                    <a:pt x="141" y="301"/>
                  </a:lnTo>
                  <a:lnTo>
                    <a:pt x="141" y="302"/>
                  </a:lnTo>
                  <a:lnTo>
                    <a:pt x="138" y="306"/>
                  </a:lnTo>
                  <a:lnTo>
                    <a:pt x="137" y="307"/>
                  </a:lnTo>
                  <a:lnTo>
                    <a:pt x="137" y="309"/>
                  </a:lnTo>
                  <a:lnTo>
                    <a:pt x="141" y="311"/>
                  </a:lnTo>
                  <a:lnTo>
                    <a:pt x="142" y="311"/>
                  </a:lnTo>
                  <a:lnTo>
                    <a:pt x="142" y="313"/>
                  </a:lnTo>
                  <a:lnTo>
                    <a:pt x="141" y="311"/>
                  </a:lnTo>
                  <a:lnTo>
                    <a:pt x="140" y="310"/>
                  </a:lnTo>
                  <a:lnTo>
                    <a:pt x="134" y="313"/>
                  </a:lnTo>
                  <a:lnTo>
                    <a:pt x="133" y="313"/>
                  </a:lnTo>
                  <a:lnTo>
                    <a:pt x="129" y="314"/>
                  </a:lnTo>
                  <a:lnTo>
                    <a:pt x="128" y="317"/>
                  </a:lnTo>
                  <a:lnTo>
                    <a:pt x="128" y="318"/>
                  </a:lnTo>
                  <a:lnTo>
                    <a:pt x="128" y="318"/>
                  </a:lnTo>
                  <a:lnTo>
                    <a:pt x="128" y="319"/>
                  </a:lnTo>
                  <a:lnTo>
                    <a:pt x="126" y="322"/>
                  </a:lnTo>
                  <a:lnTo>
                    <a:pt x="122" y="325"/>
                  </a:lnTo>
                  <a:lnTo>
                    <a:pt x="119" y="325"/>
                  </a:lnTo>
                  <a:lnTo>
                    <a:pt x="115" y="322"/>
                  </a:lnTo>
                  <a:lnTo>
                    <a:pt x="111" y="318"/>
                  </a:lnTo>
                  <a:lnTo>
                    <a:pt x="107" y="309"/>
                  </a:lnTo>
                  <a:lnTo>
                    <a:pt x="107" y="305"/>
                  </a:lnTo>
                  <a:lnTo>
                    <a:pt x="105" y="300"/>
                  </a:lnTo>
                  <a:lnTo>
                    <a:pt x="103" y="294"/>
                  </a:lnTo>
                  <a:lnTo>
                    <a:pt x="103" y="293"/>
                  </a:lnTo>
                  <a:lnTo>
                    <a:pt x="101" y="293"/>
                  </a:lnTo>
                  <a:lnTo>
                    <a:pt x="100" y="289"/>
                  </a:lnTo>
                  <a:lnTo>
                    <a:pt x="100" y="285"/>
                  </a:lnTo>
                  <a:lnTo>
                    <a:pt x="96" y="281"/>
                  </a:lnTo>
                  <a:lnTo>
                    <a:pt x="94" y="277"/>
                  </a:lnTo>
                  <a:lnTo>
                    <a:pt x="94" y="277"/>
                  </a:lnTo>
                  <a:lnTo>
                    <a:pt x="90" y="275"/>
                  </a:lnTo>
                  <a:lnTo>
                    <a:pt x="88" y="271"/>
                  </a:lnTo>
                  <a:lnTo>
                    <a:pt x="87" y="271"/>
                  </a:lnTo>
                  <a:lnTo>
                    <a:pt x="87" y="265"/>
                  </a:lnTo>
                  <a:lnTo>
                    <a:pt x="86" y="263"/>
                  </a:lnTo>
                  <a:lnTo>
                    <a:pt x="84" y="257"/>
                  </a:lnTo>
                  <a:lnTo>
                    <a:pt x="83" y="255"/>
                  </a:lnTo>
                  <a:lnTo>
                    <a:pt x="82" y="252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9" y="246"/>
                  </a:lnTo>
                  <a:lnTo>
                    <a:pt x="76" y="242"/>
                  </a:lnTo>
                  <a:lnTo>
                    <a:pt x="76" y="240"/>
                  </a:lnTo>
                  <a:lnTo>
                    <a:pt x="75" y="240"/>
                  </a:lnTo>
                  <a:lnTo>
                    <a:pt x="72" y="235"/>
                  </a:lnTo>
                  <a:lnTo>
                    <a:pt x="72" y="234"/>
                  </a:lnTo>
                  <a:lnTo>
                    <a:pt x="71" y="232"/>
                  </a:lnTo>
                  <a:lnTo>
                    <a:pt x="70" y="230"/>
                  </a:lnTo>
                  <a:lnTo>
                    <a:pt x="68" y="229"/>
                  </a:lnTo>
                  <a:lnTo>
                    <a:pt x="67" y="223"/>
                  </a:lnTo>
                  <a:lnTo>
                    <a:pt x="66" y="21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59" y="200"/>
                  </a:lnTo>
                  <a:lnTo>
                    <a:pt x="62" y="200"/>
                  </a:lnTo>
                  <a:lnTo>
                    <a:pt x="58" y="196"/>
                  </a:lnTo>
                  <a:lnTo>
                    <a:pt x="58" y="193"/>
                  </a:lnTo>
                  <a:lnTo>
                    <a:pt x="61" y="193"/>
                  </a:lnTo>
                  <a:lnTo>
                    <a:pt x="59" y="190"/>
                  </a:lnTo>
                  <a:lnTo>
                    <a:pt x="58" y="189"/>
                  </a:lnTo>
                  <a:lnTo>
                    <a:pt x="55" y="182"/>
                  </a:lnTo>
                  <a:lnTo>
                    <a:pt x="54" y="179"/>
                  </a:lnTo>
                  <a:lnTo>
                    <a:pt x="57" y="177"/>
                  </a:lnTo>
                  <a:lnTo>
                    <a:pt x="55" y="176"/>
                  </a:lnTo>
                  <a:lnTo>
                    <a:pt x="54" y="175"/>
                  </a:lnTo>
                  <a:lnTo>
                    <a:pt x="55" y="172"/>
                  </a:lnTo>
                  <a:lnTo>
                    <a:pt x="55" y="168"/>
                  </a:lnTo>
                  <a:lnTo>
                    <a:pt x="54" y="164"/>
                  </a:lnTo>
                  <a:lnTo>
                    <a:pt x="53" y="164"/>
                  </a:lnTo>
                  <a:lnTo>
                    <a:pt x="53" y="157"/>
                  </a:lnTo>
                  <a:lnTo>
                    <a:pt x="55" y="156"/>
                  </a:lnTo>
                  <a:lnTo>
                    <a:pt x="55" y="155"/>
                  </a:lnTo>
                  <a:lnTo>
                    <a:pt x="58" y="155"/>
                  </a:lnTo>
                  <a:lnTo>
                    <a:pt x="55" y="155"/>
                  </a:lnTo>
                  <a:lnTo>
                    <a:pt x="53" y="155"/>
                  </a:lnTo>
                  <a:lnTo>
                    <a:pt x="51" y="155"/>
                  </a:lnTo>
                  <a:lnTo>
                    <a:pt x="51" y="152"/>
                  </a:lnTo>
                  <a:lnTo>
                    <a:pt x="50" y="15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53" y="148"/>
                  </a:lnTo>
                  <a:lnTo>
                    <a:pt x="55" y="147"/>
                  </a:lnTo>
                  <a:lnTo>
                    <a:pt x="55" y="144"/>
                  </a:lnTo>
                  <a:lnTo>
                    <a:pt x="54" y="146"/>
                  </a:lnTo>
                  <a:lnTo>
                    <a:pt x="53" y="146"/>
                  </a:lnTo>
                  <a:lnTo>
                    <a:pt x="50" y="146"/>
                  </a:lnTo>
                  <a:lnTo>
                    <a:pt x="49" y="144"/>
                  </a:lnTo>
                  <a:lnTo>
                    <a:pt x="49" y="146"/>
                  </a:lnTo>
                  <a:lnTo>
                    <a:pt x="49" y="148"/>
                  </a:lnTo>
                  <a:lnTo>
                    <a:pt x="46" y="152"/>
                  </a:lnTo>
                  <a:lnTo>
                    <a:pt x="49" y="155"/>
                  </a:lnTo>
                  <a:lnTo>
                    <a:pt x="47" y="159"/>
                  </a:lnTo>
                  <a:lnTo>
                    <a:pt x="46" y="160"/>
                  </a:lnTo>
                  <a:lnTo>
                    <a:pt x="46" y="161"/>
                  </a:lnTo>
                  <a:lnTo>
                    <a:pt x="42" y="164"/>
                  </a:lnTo>
                  <a:lnTo>
                    <a:pt x="36" y="168"/>
                  </a:lnTo>
                  <a:lnTo>
                    <a:pt x="33" y="168"/>
                  </a:lnTo>
                  <a:lnTo>
                    <a:pt x="29" y="168"/>
                  </a:lnTo>
                  <a:lnTo>
                    <a:pt x="20" y="160"/>
                  </a:lnTo>
                  <a:lnTo>
                    <a:pt x="16" y="155"/>
                  </a:lnTo>
                  <a:lnTo>
                    <a:pt x="16" y="155"/>
                  </a:lnTo>
                  <a:lnTo>
                    <a:pt x="15" y="155"/>
                  </a:lnTo>
                  <a:lnTo>
                    <a:pt x="13" y="154"/>
                  </a:lnTo>
                  <a:lnTo>
                    <a:pt x="8" y="148"/>
                  </a:lnTo>
                  <a:lnTo>
                    <a:pt x="8" y="147"/>
                  </a:lnTo>
                  <a:lnTo>
                    <a:pt x="8" y="146"/>
                  </a:lnTo>
                  <a:lnTo>
                    <a:pt x="9" y="146"/>
                  </a:lnTo>
                  <a:lnTo>
                    <a:pt x="9" y="147"/>
                  </a:lnTo>
                  <a:lnTo>
                    <a:pt x="11" y="146"/>
                  </a:lnTo>
                  <a:lnTo>
                    <a:pt x="11" y="148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7"/>
                  </a:lnTo>
                  <a:lnTo>
                    <a:pt x="16" y="148"/>
                  </a:lnTo>
                  <a:lnTo>
                    <a:pt x="17" y="147"/>
                  </a:lnTo>
                  <a:lnTo>
                    <a:pt x="21" y="143"/>
                  </a:lnTo>
                  <a:lnTo>
                    <a:pt x="22" y="143"/>
                  </a:lnTo>
                  <a:lnTo>
                    <a:pt x="25" y="140"/>
                  </a:lnTo>
                  <a:lnTo>
                    <a:pt x="26" y="140"/>
                  </a:lnTo>
                  <a:lnTo>
                    <a:pt x="26" y="138"/>
                  </a:lnTo>
                  <a:lnTo>
                    <a:pt x="25" y="138"/>
                  </a:lnTo>
                  <a:lnTo>
                    <a:pt x="24" y="138"/>
                  </a:lnTo>
                  <a:lnTo>
                    <a:pt x="24" y="138"/>
                  </a:lnTo>
                  <a:lnTo>
                    <a:pt x="24" y="139"/>
                  </a:lnTo>
                  <a:lnTo>
                    <a:pt x="18" y="142"/>
                  </a:lnTo>
                  <a:lnTo>
                    <a:pt x="16" y="142"/>
                  </a:lnTo>
                  <a:lnTo>
                    <a:pt x="15" y="142"/>
                  </a:lnTo>
                  <a:lnTo>
                    <a:pt x="7" y="139"/>
                  </a:lnTo>
                  <a:lnTo>
                    <a:pt x="3" y="135"/>
                  </a:lnTo>
                  <a:lnTo>
                    <a:pt x="1" y="135"/>
                  </a:lnTo>
                  <a:lnTo>
                    <a:pt x="1" y="132"/>
                  </a:lnTo>
                  <a:lnTo>
                    <a:pt x="4" y="130"/>
                  </a:lnTo>
                  <a:lnTo>
                    <a:pt x="7" y="129"/>
                  </a:lnTo>
                  <a:lnTo>
                    <a:pt x="3" y="129"/>
                  </a:lnTo>
                  <a:lnTo>
                    <a:pt x="0" y="131"/>
                  </a:lnTo>
                  <a:lnTo>
                    <a:pt x="0" y="127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5" y="122"/>
                  </a:lnTo>
                  <a:lnTo>
                    <a:pt x="7" y="123"/>
                  </a:lnTo>
                  <a:lnTo>
                    <a:pt x="8" y="122"/>
                  </a:lnTo>
                  <a:lnTo>
                    <a:pt x="17" y="122"/>
                  </a:lnTo>
                  <a:lnTo>
                    <a:pt x="21" y="121"/>
                  </a:lnTo>
                  <a:lnTo>
                    <a:pt x="22" y="119"/>
                  </a:lnTo>
                  <a:lnTo>
                    <a:pt x="25" y="119"/>
                  </a:lnTo>
                  <a:lnTo>
                    <a:pt x="24" y="121"/>
                  </a:lnTo>
                  <a:lnTo>
                    <a:pt x="25" y="122"/>
                  </a:lnTo>
                  <a:lnTo>
                    <a:pt x="28" y="121"/>
                  </a:lnTo>
                  <a:lnTo>
                    <a:pt x="30" y="119"/>
                  </a:lnTo>
                  <a:lnTo>
                    <a:pt x="29" y="118"/>
                  </a:lnTo>
                  <a:lnTo>
                    <a:pt x="29" y="117"/>
                  </a:lnTo>
                  <a:lnTo>
                    <a:pt x="26" y="109"/>
                  </a:lnTo>
                  <a:lnTo>
                    <a:pt x="25" y="106"/>
                  </a:lnTo>
                  <a:lnTo>
                    <a:pt x="25" y="105"/>
                  </a:lnTo>
                  <a:lnTo>
                    <a:pt x="24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7" y="97"/>
                  </a:lnTo>
                  <a:lnTo>
                    <a:pt x="17" y="93"/>
                  </a:lnTo>
                  <a:lnTo>
                    <a:pt x="16" y="90"/>
                  </a:lnTo>
                  <a:lnTo>
                    <a:pt x="13" y="89"/>
                  </a:lnTo>
                  <a:lnTo>
                    <a:pt x="12" y="90"/>
                  </a:lnTo>
                  <a:lnTo>
                    <a:pt x="9" y="89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9" y="81"/>
                  </a:lnTo>
                  <a:lnTo>
                    <a:pt x="11" y="81"/>
                  </a:lnTo>
                  <a:lnTo>
                    <a:pt x="13" y="77"/>
                  </a:lnTo>
                  <a:lnTo>
                    <a:pt x="15" y="75"/>
                  </a:lnTo>
                  <a:lnTo>
                    <a:pt x="16" y="73"/>
                  </a:lnTo>
                  <a:lnTo>
                    <a:pt x="18" y="72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2" y="76"/>
                  </a:lnTo>
                  <a:lnTo>
                    <a:pt x="28" y="73"/>
                  </a:lnTo>
                  <a:lnTo>
                    <a:pt x="33" y="73"/>
                  </a:lnTo>
                  <a:lnTo>
                    <a:pt x="37" y="69"/>
                  </a:lnTo>
                  <a:lnTo>
                    <a:pt x="40" y="63"/>
                  </a:lnTo>
                  <a:lnTo>
                    <a:pt x="45" y="59"/>
                  </a:lnTo>
                  <a:lnTo>
                    <a:pt x="46" y="56"/>
                  </a:lnTo>
                  <a:lnTo>
                    <a:pt x="47" y="52"/>
                  </a:lnTo>
                  <a:lnTo>
                    <a:pt x="50" y="48"/>
                  </a:lnTo>
                  <a:lnTo>
                    <a:pt x="53" y="47"/>
                  </a:lnTo>
                  <a:lnTo>
                    <a:pt x="54" y="43"/>
                  </a:lnTo>
                  <a:lnTo>
                    <a:pt x="54" y="42"/>
                  </a:lnTo>
                  <a:lnTo>
                    <a:pt x="53" y="40"/>
                  </a:lnTo>
                  <a:lnTo>
                    <a:pt x="57" y="36"/>
                  </a:lnTo>
                  <a:lnTo>
                    <a:pt x="58" y="35"/>
                  </a:lnTo>
                  <a:lnTo>
                    <a:pt x="59" y="32"/>
                  </a:lnTo>
                  <a:lnTo>
                    <a:pt x="59" y="26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61" y="17"/>
                  </a:lnTo>
                  <a:lnTo>
                    <a:pt x="63" y="17"/>
                  </a:lnTo>
                  <a:lnTo>
                    <a:pt x="66" y="15"/>
                  </a:lnTo>
                  <a:lnTo>
                    <a:pt x="67" y="15"/>
                  </a:lnTo>
                  <a:lnTo>
                    <a:pt x="70" y="11"/>
                  </a:lnTo>
                  <a:lnTo>
                    <a:pt x="74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7" name="Freeform 368">
              <a:extLst>
                <a:ext uri="{FF2B5EF4-FFF2-40B4-BE49-F238E27FC236}">
                  <a16:creationId xmlns:a16="http://schemas.microsoft.com/office/drawing/2014/main" id="{45FC4AAF-F12C-4AC9-9C54-1D9E096C2E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9280" y="4900082"/>
              <a:ext cx="544034" cy="716314"/>
            </a:xfrm>
            <a:custGeom>
              <a:avLst/>
              <a:gdLst>
                <a:gd name="T0" fmla="*/ 45 w 60"/>
                <a:gd name="T1" fmla="*/ 57 h 79"/>
                <a:gd name="T2" fmla="*/ 45 w 60"/>
                <a:gd name="T3" fmla="*/ 54 h 79"/>
                <a:gd name="T4" fmla="*/ 42 w 60"/>
                <a:gd name="T5" fmla="*/ 58 h 79"/>
                <a:gd name="T6" fmla="*/ 41 w 60"/>
                <a:gd name="T7" fmla="*/ 57 h 79"/>
                <a:gd name="T8" fmla="*/ 37 w 60"/>
                <a:gd name="T9" fmla="*/ 53 h 79"/>
                <a:gd name="T10" fmla="*/ 35 w 60"/>
                <a:gd name="T11" fmla="*/ 58 h 79"/>
                <a:gd name="T12" fmla="*/ 37 w 60"/>
                <a:gd name="T13" fmla="*/ 53 h 79"/>
                <a:gd name="T14" fmla="*/ 8 w 60"/>
                <a:gd name="T15" fmla="*/ 3 h 79"/>
                <a:gd name="T16" fmla="*/ 12 w 60"/>
                <a:gd name="T17" fmla="*/ 7 h 79"/>
                <a:gd name="T18" fmla="*/ 12 w 60"/>
                <a:gd name="T19" fmla="*/ 4 h 79"/>
                <a:gd name="T20" fmla="*/ 16 w 60"/>
                <a:gd name="T21" fmla="*/ 7 h 79"/>
                <a:gd name="T22" fmla="*/ 18 w 60"/>
                <a:gd name="T23" fmla="*/ 7 h 79"/>
                <a:gd name="T24" fmla="*/ 21 w 60"/>
                <a:gd name="T25" fmla="*/ 14 h 79"/>
                <a:gd name="T26" fmla="*/ 25 w 60"/>
                <a:gd name="T27" fmla="*/ 19 h 79"/>
                <a:gd name="T28" fmla="*/ 33 w 60"/>
                <a:gd name="T29" fmla="*/ 20 h 79"/>
                <a:gd name="T30" fmla="*/ 45 w 60"/>
                <a:gd name="T31" fmla="*/ 20 h 79"/>
                <a:gd name="T32" fmla="*/ 49 w 60"/>
                <a:gd name="T33" fmla="*/ 20 h 79"/>
                <a:gd name="T34" fmla="*/ 51 w 60"/>
                <a:gd name="T35" fmla="*/ 25 h 79"/>
                <a:gd name="T36" fmla="*/ 47 w 60"/>
                <a:gd name="T37" fmla="*/ 33 h 79"/>
                <a:gd name="T38" fmla="*/ 45 w 60"/>
                <a:gd name="T39" fmla="*/ 35 h 79"/>
                <a:gd name="T40" fmla="*/ 42 w 60"/>
                <a:gd name="T41" fmla="*/ 37 h 79"/>
                <a:gd name="T42" fmla="*/ 42 w 60"/>
                <a:gd name="T43" fmla="*/ 43 h 79"/>
                <a:gd name="T44" fmla="*/ 46 w 60"/>
                <a:gd name="T45" fmla="*/ 46 h 79"/>
                <a:gd name="T46" fmla="*/ 49 w 60"/>
                <a:gd name="T47" fmla="*/ 48 h 79"/>
                <a:gd name="T48" fmla="*/ 49 w 60"/>
                <a:gd name="T49" fmla="*/ 44 h 79"/>
                <a:gd name="T50" fmla="*/ 50 w 60"/>
                <a:gd name="T51" fmla="*/ 41 h 79"/>
                <a:gd name="T52" fmla="*/ 54 w 60"/>
                <a:gd name="T53" fmla="*/ 43 h 79"/>
                <a:gd name="T54" fmla="*/ 56 w 60"/>
                <a:gd name="T55" fmla="*/ 50 h 79"/>
                <a:gd name="T56" fmla="*/ 59 w 60"/>
                <a:gd name="T57" fmla="*/ 60 h 79"/>
                <a:gd name="T58" fmla="*/ 60 w 60"/>
                <a:gd name="T59" fmla="*/ 64 h 79"/>
                <a:gd name="T60" fmla="*/ 60 w 60"/>
                <a:gd name="T61" fmla="*/ 68 h 79"/>
                <a:gd name="T62" fmla="*/ 56 w 60"/>
                <a:gd name="T63" fmla="*/ 73 h 79"/>
                <a:gd name="T64" fmla="*/ 56 w 60"/>
                <a:gd name="T65" fmla="*/ 77 h 79"/>
                <a:gd name="T66" fmla="*/ 55 w 60"/>
                <a:gd name="T67" fmla="*/ 75 h 79"/>
                <a:gd name="T68" fmla="*/ 52 w 60"/>
                <a:gd name="T69" fmla="*/ 70 h 79"/>
                <a:gd name="T70" fmla="*/ 50 w 60"/>
                <a:gd name="T71" fmla="*/ 70 h 79"/>
                <a:gd name="T72" fmla="*/ 50 w 60"/>
                <a:gd name="T73" fmla="*/ 65 h 79"/>
                <a:gd name="T74" fmla="*/ 49 w 60"/>
                <a:gd name="T75" fmla="*/ 60 h 79"/>
                <a:gd name="T76" fmla="*/ 45 w 60"/>
                <a:gd name="T77" fmla="*/ 53 h 79"/>
                <a:gd name="T78" fmla="*/ 37 w 60"/>
                <a:gd name="T79" fmla="*/ 52 h 79"/>
                <a:gd name="T80" fmla="*/ 33 w 60"/>
                <a:gd name="T81" fmla="*/ 49 h 79"/>
                <a:gd name="T82" fmla="*/ 34 w 60"/>
                <a:gd name="T83" fmla="*/ 52 h 79"/>
                <a:gd name="T84" fmla="*/ 33 w 60"/>
                <a:gd name="T85" fmla="*/ 54 h 79"/>
                <a:gd name="T86" fmla="*/ 31 w 60"/>
                <a:gd name="T87" fmla="*/ 61 h 79"/>
                <a:gd name="T88" fmla="*/ 29 w 60"/>
                <a:gd name="T89" fmla="*/ 61 h 79"/>
                <a:gd name="T90" fmla="*/ 29 w 60"/>
                <a:gd name="T91" fmla="*/ 61 h 79"/>
                <a:gd name="T92" fmla="*/ 27 w 60"/>
                <a:gd name="T93" fmla="*/ 57 h 79"/>
                <a:gd name="T94" fmla="*/ 27 w 60"/>
                <a:gd name="T95" fmla="*/ 57 h 79"/>
                <a:gd name="T96" fmla="*/ 25 w 60"/>
                <a:gd name="T97" fmla="*/ 61 h 79"/>
                <a:gd name="T98" fmla="*/ 25 w 60"/>
                <a:gd name="T99" fmla="*/ 66 h 79"/>
                <a:gd name="T100" fmla="*/ 22 w 60"/>
                <a:gd name="T101" fmla="*/ 65 h 79"/>
                <a:gd name="T102" fmla="*/ 20 w 60"/>
                <a:gd name="T103" fmla="*/ 66 h 79"/>
                <a:gd name="T104" fmla="*/ 17 w 60"/>
                <a:gd name="T105" fmla="*/ 60 h 79"/>
                <a:gd name="T106" fmla="*/ 13 w 60"/>
                <a:gd name="T107" fmla="*/ 50 h 79"/>
                <a:gd name="T108" fmla="*/ 12 w 60"/>
                <a:gd name="T109" fmla="*/ 41 h 79"/>
                <a:gd name="T110" fmla="*/ 6 w 60"/>
                <a:gd name="T111" fmla="*/ 32 h 79"/>
                <a:gd name="T112" fmla="*/ 5 w 60"/>
                <a:gd name="T113" fmla="*/ 24 h 79"/>
                <a:gd name="T114" fmla="*/ 10 w 60"/>
                <a:gd name="T115" fmla="*/ 20 h 79"/>
                <a:gd name="T116" fmla="*/ 12 w 60"/>
                <a:gd name="T117" fmla="*/ 15 h 79"/>
                <a:gd name="T118" fmla="*/ 0 w 60"/>
                <a:gd name="T119" fmla="*/ 14 h 79"/>
                <a:gd name="T120" fmla="*/ 4 w 60"/>
                <a:gd name="T121" fmla="*/ 4 h 79"/>
                <a:gd name="T122" fmla="*/ 4 w 60"/>
                <a:gd name="T123" fmla="*/ 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" h="79">
                  <a:moveTo>
                    <a:pt x="45" y="54"/>
                  </a:moveTo>
                  <a:lnTo>
                    <a:pt x="45" y="56"/>
                  </a:lnTo>
                  <a:lnTo>
                    <a:pt x="45" y="57"/>
                  </a:lnTo>
                  <a:lnTo>
                    <a:pt x="43" y="58"/>
                  </a:lnTo>
                  <a:lnTo>
                    <a:pt x="43" y="56"/>
                  </a:lnTo>
                  <a:lnTo>
                    <a:pt x="45" y="54"/>
                  </a:lnTo>
                  <a:close/>
                  <a:moveTo>
                    <a:pt x="39" y="54"/>
                  </a:moveTo>
                  <a:lnTo>
                    <a:pt x="42" y="56"/>
                  </a:lnTo>
                  <a:lnTo>
                    <a:pt x="42" y="58"/>
                  </a:lnTo>
                  <a:lnTo>
                    <a:pt x="41" y="61"/>
                  </a:lnTo>
                  <a:lnTo>
                    <a:pt x="39" y="60"/>
                  </a:lnTo>
                  <a:lnTo>
                    <a:pt x="41" y="57"/>
                  </a:lnTo>
                  <a:lnTo>
                    <a:pt x="39" y="56"/>
                  </a:lnTo>
                  <a:lnTo>
                    <a:pt x="39" y="54"/>
                  </a:lnTo>
                  <a:close/>
                  <a:moveTo>
                    <a:pt x="37" y="53"/>
                  </a:moveTo>
                  <a:lnTo>
                    <a:pt x="38" y="56"/>
                  </a:lnTo>
                  <a:lnTo>
                    <a:pt x="38" y="60"/>
                  </a:lnTo>
                  <a:lnTo>
                    <a:pt x="35" y="58"/>
                  </a:lnTo>
                  <a:lnTo>
                    <a:pt x="34" y="56"/>
                  </a:lnTo>
                  <a:lnTo>
                    <a:pt x="34" y="54"/>
                  </a:lnTo>
                  <a:lnTo>
                    <a:pt x="37" y="53"/>
                  </a:lnTo>
                  <a:close/>
                  <a:moveTo>
                    <a:pt x="5" y="0"/>
                  </a:moveTo>
                  <a:lnTo>
                    <a:pt x="5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7"/>
                  </a:lnTo>
                  <a:lnTo>
                    <a:pt x="17" y="8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1" y="14"/>
                  </a:lnTo>
                  <a:lnTo>
                    <a:pt x="22" y="16"/>
                  </a:lnTo>
                  <a:lnTo>
                    <a:pt x="22" y="19"/>
                  </a:lnTo>
                  <a:lnTo>
                    <a:pt x="25" y="19"/>
                  </a:lnTo>
                  <a:lnTo>
                    <a:pt x="26" y="19"/>
                  </a:lnTo>
                  <a:lnTo>
                    <a:pt x="29" y="20"/>
                  </a:lnTo>
                  <a:lnTo>
                    <a:pt x="33" y="20"/>
                  </a:lnTo>
                  <a:lnTo>
                    <a:pt x="37" y="20"/>
                  </a:lnTo>
                  <a:lnTo>
                    <a:pt x="41" y="20"/>
                  </a:lnTo>
                  <a:lnTo>
                    <a:pt x="45" y="20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51" y="23"/>
                  </a:lnTo>
                  <a:lnTo>
                    <a:pt x="52" y="23"/>
                  </a:lnTo>
                  <a:lnTo>
                    <a:pt x="51" y="25"/>
                  </a:lnTo>
                  <a:lnTo>
                    <a:pt x="50" y="28"/>
                  </a:lnTo>
                  <a:lnTo>
                    <a:pt x="49" y="32"/>
                  </a:lnTo>
                  <a:lnTo>
                    <a:pt x="47" y="33"/>
                  </a:lnTo>
                  <a:lnTo>
                    <a:pt x="47" y="35"/>
                  </a:lnTo>
                  <a:lnTo>
                    <a:pt x="46" y="36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2" y="36"/>
                  </a:lnTo>
                  <a:lnTo>
                    <a:pt x="42" y="37"/>
                  </a:lnTo>
                  <a:lnTo>
                    <a:pt x="41" y="39"/>
                  </a:lnTo>
                  <a:lnTo>
                    <a:pt x="41" y="40"/>
                  </a:lnTo>
                  <a:lnTo>
                    <a:pt x="42" y="43"/>
                  </a:lnTo>
                  <a:lnTo>
                    <a:pt x="43" y="44"/>
                  </a:lnTo>
                  <a:lnTo>
                    <a:pt x="43" y="45"/>
                  </a:lnTo>
                  <a:lnTo>
                    <a:pt x="46" y="46"/>
                  </a:lnTo>
                  <a:lnTo>
                    <a:pt x="47" y="49"/>
                  </a:lnTo>
                  <a:lnTo>
                    <a:pt x="49" y="49"/>
                  </a:lnTo>
                  <a:lnTo>
                    <a:pt x="49" y="48"/>
                  </a:lnTo>
                  <a:lnTo>
                    <a:pt x="47" y="46"/>
                  </a:lnTo>
                  <a:lnTo>
                    <a:pt x="49" y="45"/>
                  </a:lnTo>
                  <a:lnTo>
                    <a:pt x="49" y="44"/>
                  </a:lnTo>
                  <a:lnTo>
                    <a:pt x="50" y="43"/>
                  </a:lnTo>
                  <a:lnTo>
                    <a:pt x="49" y="41"/>
                  </a:lnTo>
                  <a:lnTo>
                    <a:pt x="50" y="41"/>
                  </a:lnTo>
                  <a:lnTo>
                    <a:pt x="51" y="41"/>
                  </a:lnTo>
                  <a:lnTo>
                    <a:pt x="54" y="41"/>
                  </a:lnTo>
                  <a:lnTo>
                    <a:pt x="54" y="43"/>
                  </a:lnTo>
                  <a:lnTo>
                    <a:pt x="55" y="44"/>
                  </a:lnTo>
                  <a:lnTo>
                    <a:pt x="56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8" y="57"/>
                  </a:lnTo>
                  <a:lnTo>
                    <a:pt x="59" y="60"/>
                  </a:lnTo>
                  <a:lnTo>
                    <a:pt x="59" y="62"/>
                  </a:lnTo>
                  <a:lnTo>
                    <a:pt x="60" y="62"/>
                  </a:lnTo>
                  <a:lnTo>
                    <a:pt x="60" y="64"/>
                  </a:lnTo>
                  <a:lnTo>
                    <a:pt x="60" y="65"/>
                  </a:lnTo>
                  <a:lnTo>
                    <a:pt x="60" y="65"/>
                  </a:lnTo>
                  <a:lnTo>
                    <a:pt x="60" y="68"/>
                  </a:lnTo>
                  <a:lnTo>
                    <a:pt x="60" y="71"/>
                  </a:lnTo>
                  <a:lnTo>
                    <a:pt x="59" y="70"/>
                  </a:lnTo>
                  <a:lnTo>
                    <a:pt x="56" y="73"/>
                  </a:lnTo>
                  <a:lnTo>
                    <a:pt x="56" y="75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5" y="75"/>
                  </a:lnTo>
                  <a:lnTo>
                    <a:pt x="52" y="73"/>
                  </a:lnTo>
                  <a:lnTo>
                    <a:pt x="51" y="71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1" y="69"/>
                  </a:lnTo>
                  <a:lnTo>
                    <a:pt x="50" y="70"/>
                  </a:lnTo>
                  <a:lnTo>
                    <a:pt x="50" y="69"/>
                  </a:lnTo>
                  <a:lnTo>
                    <a:pt x="51" y="66"/>
                  </a:lnTo>
                  <a:lnTo>
                    <a:pt x="50" y="65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49" y="60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5" y="53"/>
                  </a:lnTo>
                  <a:lnTo>
                    <a:pt x="43" y="52"/>
                  </a:lnTo>
                  <a:lnTo>
                    <a:pt x="41" y="53"/>
                  </a:lnTo>
                  <a:lnTo>
                    <a:pt x="37" y="52"/>
                  </a:lnTo>
                  <a:lnTo>
                    <a:pt x="37" y="50"/>
                  </a:lnTo>
                  <a:lnTo>
                    <a:pt x="35" y="50"/>
                  </a:lnTo>
                  <a:lnTo>
                    <a:pt x="33" y="49"/>
                  </a:lnTo>
                  <a:lnTo>
                    <a:pt x="33" y="45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4" y="57"/>
                  </a:lnTo>
                  <a:lnTo>
                    <a:pt x="34" y="61"/>
                  </a:lnTo>
                  <a:lnTo>
                    <a:pt x="31" y="61"/>
                  </a:lnTo>
                  <a:lnTo>
                    <a:pt x="30" y="65"/>
                  </a:lnTo>
                  <a:lnTo>
                    <a:pt x="29" y="64"/>
                  </a:lnTo>
                  <a:lnTo>
                    <a:pt x="29" y="61"/>
                  </a:lnTo>
                  <a:lnTo>
                    <a:pt x="30" y="61"/>
                  </a:lnTo>
                  <a:lnTo>
                    <a:pt x="31" y="60"/>
                  </a:lnTo>
                  <a:lnTo>
                    <a:pt x="29" y="61"/>
                  </a:lnTo>
                  <a:lnTo>
                    <a:pt x="27" y="64"/>
                  </a:lnTo>
                  <a:lnTo>
                    <a:pt x="26" y="61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6" y="56"/>
                  </a:lnTo>
                  <a:lnTo>
                    <a:pt x="27" y="57"/>
                  </a:lnTo>
                  <a:lnTo>
                    <a:pt x="26" y="58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6" y="64"/>
                  </a:lnTo>
                  <a:lnTo>
                    <a:pt x="26" y="65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4" y="65"/>
                  </a:lnTo>
                  <a:lnTo>
                    <a:pt x="22" y="65"/>
                  </a:lnTo>
                  <a:lnTo>
                    <a:pt x="22" y="66"/>
                  </a:lnTo>
                  <a:lnTo>
                    <a:pt x="21" y="66"/>
                  </a:lnTo>
                  <a:lnTo>
                    <a:pt x="20" y="66"/>
                  </a:lnTo>
                  <a:lnTo>
                    <a:pt x="20" y="64"/>
                  </a:lnTo>
                  <a:lnTo>
                    <a:pt x="18" y="64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4"/>
                  </a:lnTo>
                  <a:lnTo>
                    <a:pt x="13" y="50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2" y="41"/>
                  </a:lnTo>
                  <a:lnTo>
                    <a:pt x="12" y="37"/>
                  </a:lnTo>
                  <a:lnTo>
                    <a:pt x="9" y="33"/>
                  </a:lnTo>
                  <a:lnTo>
                    <a:pt x="6" y="32"/>
                  </a:lnTo>
                  <a:lnTo>
                    <a:pt x="4" y="29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6" y="21"/>
                  </a:lnTo>
                  <a:lnTo>
                    <a:pt x="9" y="20"/>
                  </a:lnTo>
                  <a:lnTo>
                    <a:pt x="10" y="20"/>
                  </a:lnTo>
                  <a:lnTo>
                    <a:pt x="12" y="19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0" y="14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8" name="Freeform 369">
              <a:extLst>
                <a:ext uri="{FF2B5EF4-FFF2-40B4-BE49-F238E27FC236}">
                  <a16:creationId xmlns:a16="http://schemas.microsoft.com/office/drawing/2014/main" id="{F6163C06-6A54-49AC-A175-E227B1EB8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683" y="4709670"/>
              <a:ext cx="335489" cy="208548"/>
            </a:xfrm>
            <a:custGeom>
              <a:avLst/>
              <a:gdLst>
                <a:gd name="T0" fmla="*/ 16 w 37"/>
                <a:gd name="T1" fmla="*/ 0 h 23"/>
                <a:gd name="T2" fmla="*/ 18 w 37"/>
                <a:gd name="T3" fmla="*/ 3 h 23"/>
                <a:gd name="T4" fmla="*/ 23 w 37"/>
                <a:gd name="T5" fmla="*/ 3 h 23"/>
                <a:gd name="T6" fmla="*/ 25 w 37"/>
                <a:gd name="T7" fmla="*/ 4 h 23"/>
                <a:gd name="T8" fmla="*/ 28 w 37"/>
                <a:gd name="T9" fmla="*/ 3 h 23"/>
                <a:gd name="T10" fmla="*/ 31 w 37"/>
                <a:gd name="T11" fmla="*/ 3 h 23"/>
                <a:gd name="T12" fmla="*/ 33 w 37"/>
                <a:gd name="T13" fmla="*/ 6 h 23"/>
                <a:gd name="T14" fmla="*/ 33 w 37"/>
                <a:gd name="T15" fmla="*/ 6 h 23"/>
                <a:gd name="T16" fmla="*/ 33 w 37"/>
                <a:gd name="T17" fmla="*/ 8 h 23"/>
                <a:gd name="T18" fmla="*/ 33 w 37"/>
                <a:gd name="T19" fmla="*/ 11 h 23"/>
                <a:gd name="T20" fmla="*/ 37 w 37"/>
                <a:gd name="T21" fmla="*/ 12 h 23"/>
                <a:gd name="T22" fmla="*/ 37 w 37"/>
                <a:gd name="T23" fmla="*/ 16 h 23"/>
                <a:gd name="T24" fmla="*/ 37 w 37"/>
                <a:gd name="T25" fmla="*/ 17 h 23"/>
                <a:gd name="T26" fmla="*/ 32 w 37"/>
                <a:gd name="T27" fmla="*/ 19 h 23"/>
                <a:gd name="T28" fmla="*/ 29 w 37"/>
                <a:gd name="T29" fmla="*/ 19 h 23"/>
                <a:gd name="T30" fmla="*/ 24 w 37"/>
                <a:gd name="T31" fmla="*/ 20 h 23"/>
                <a:gd name="T32" fmla="*/ 21 w 37"/>
                <a:gd name="T33" fmla="*/ 19 h 23"/>
                <a:gd name="T34" fmla="*/ 19 w 37"/>
                <a:gd name="T35" fmla="*/ 19 h 23"/>
                <a:gd name="T36" fmla="*/ 18 w 37"/>
                <a:gd name="T37" fmla="*/ 23 h 23"/>
                <a:gd name="T38" fmla="*/ 14 w 37"/>
                <a:gd name="T39" fmla="*/ 23 h 23"/>
                <a:gd name="T40" fmla="*/ 8 w 37"/>
                <a:gd name="T41" fmla="*/ 19 h 23"/>
                <a:gd name="T42" fmla="*/ 7 w 37"/>
                <a:gd name="T43" fmla="*/ 20 h 23"/>
                <a:gd name="T44" fmla="*/ 3 w 37"/>
                <a:gd name="T45" fmla="*/ 19 h 23"/>
                <a:gd name="T46" fmla="*/ 0 w 37"/>
                <a:gd name="T47" fmla="*/ 15 h 23"/>
                <a:gd name="T48" fmla="*/ 0 w 37"/>
                <a:gd name="T49" fmla="*/ 14 h 23"/>
                <a:gd name="T50" fmla="*/ 2 w 37"/>
                <a:gd name="T51" fmla="*/ 11 h 23"/>
                <a:gd name="T52" fmla="*/ 3 w 37"/>
                <a:gd name="T53" fmla="*/ 10 h 23"/>
                <a:gd name="T54" fmla="*/ 6 w 37"/>
                <a:gd name="T55" fmla="*/ 4 h 23"/>
                <a:gd name="T56" fmla="*/ 12 w 37"/>
                <a:gd name="T57" fmla="*/ 2 h 23"/>
                <a:gd name="T58" fmla="*/ 16 w 37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" h="23">
                  <a:moveTo>
                    <a:pt x="16" y="0"/>
                  </a:moveTo>
                  <a:lnTo>
                    <a:pt x="18" y="3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8" y="3"/>
                  </a:lnTo>
                  <a:lnTo>
                    <a:pt x="31" y="3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8"/>
                  </a:lnTo>
                  <a:lnTo>
                    <a:pt x="33" y="11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17"/>
                  </a:lnTo>
                  <a:lnTo>
                    <a:pt x="32" y="19"/>
                  </a:lnTo>
                  <a:lnTo>
                    <a:pt x="29" y="19"/>
                  </a:lnTo>
                  <a:lnTo>
                    <a:pt x="24" y="20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19"/>
                  </a:lnTo>
                  <a:lnTo>
                    <a:pt x="7" y="20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9" name="Freeform 370">
              <a:extLst>
                <a:ext uri="{FF2B5EF4-FFF2-40B4-BE49-F238E27FC236}">
                  <a16:creationId xmlns:a16="http://schemas.microsoft.com/office/drawing/2014/main" id="{F4DF1A2B-E9E2-436C-93B5-EBD455E04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620" y="4473923"/>
              <a:ext cx="897659" cy="462432"/>
            </a:xfrm>
            <a:custGeom>
              <a:avLst/>
              <a:gdLst>
                <a:gd name="T0" fmla="*/ 9 w 99"/>
                <a:gd name="T1" fmla="*/ 1 h 51"/>
                <a:gd name="T2" fmla="*/ 12 w 99"/>
                <a:gd name="T3" fmla="*/ 3 h 51"/>
                <a:gd name="T4" fmla="*/ 15 w 99"/>
                <a:gd name="T5" fmla="*/ 1 h 51"/>
                <a:gd name="T6" fmla="*/ 22 w 99"/>
                <a:gd name="T7" fmla="*/ 3 h 51"/>
                <a:gd name="T8" fmla="*/ 26 w 99"/>
                <a:gd name="T9" fmla="*/ 4 h 51"/>
                <a:gd name="T10" fmla="*/ 32 w 99"/>
                <a:gd name="T11" fmla="*/ 9 h 51"/>
                <a:gd name="T12" fmla="*/ 37 w 99"/>
                <a:gd name="T13" fmla="*/ 11 h 51"/>
                <a:gd name="T14" fmla="*/ 40 w 99"/>
                <a:gd name="T15" fmla="*/ 15 h 51"/>
                <a:gd name="T16" fmla="*/ 42 w 99"/>
                <a:gd name="T17" fmla="*/ 16 h 51"/>
                <a:gd name="T18" fmla="*/ 44 w 99"/>
                <a:gd name="T19" fmla="*/ 12 h 51"/>
                <a:gd name="T20" fmla="*/ 47 w 99"/>
                <a:gd name="T21" fmla="*/ 13 h 51"/>
                <a:gd name="T22" fmla="*/ 50 w 99"/>
                <a:gd name="T23" fmla="*/ 17 h 51"/>
                <a:gd name="T24" fmla="*/ 57 w 99"/>
                <a:gd name="T25" fmla="*/ 18 h 51"/>
                <a:gd name="T26" fmla="*/ 59 w 99"/>
                <a:gd name="T27" fmla="*/ 24 h 51"/>
                <a:gd name="T28" fmla="*/ 62 w 99"/>
                <a:gd name="T29" fmla="*/ 26 h 51"/>
                <a:gd name="T30" fmla="*/ 67 w 99"/>
                <a:gd name="T31" fmla="*/ 26 h 51"/>
                <a:gd name="T32" fmla="*/ 71 w 99"/>
                <a:gd name="T33" fmla="*/ 24 h 51"/>
                <a:gd name="T34" fmla="*/ 79 w 99"/>
                <a:gd name="T35" fmla="*/ 25 h 51"/>
                <a:gd name="T36" fmla="*/ 83 w 99"/>
                <a:gd name="T37" fmla="*/ 30 h 51"/>
                <a:gd name="T38" fmla="*/ 87 w 99"/>
                <a:gd name="T39" fmla="*/ 33 h 51"/>
                <a:gd name="T40" fmla="*/ 92 w 99"/>
                <a:gd name="T41" fmla="*/ 33 h 51"/>
                <a:gd name="T42" fmla="*/ 98 w 99"/>
                <a:gd name="T43" fmla="*/ 32 h 51"/>
                <a:gd name="T44" fmla="*/ 98 w 99"/>
                <a:gd name="T45" fmla="*/ 40 h 51"/>
                <a:gd name="T46" fmla="*/ 99 w 99"/>
                <a:gd name="T47" fmla="*/ 50 h 51"/>
                <a:gd name="T48" fmla="*/ 87 w 99"/>
                <a:gd name="T49" fmla="*/ 49 h 51"/>
                <a:gd name="T50" fmla="*/ 74 w 99"/>
                <a:gd name="T51" fmla="*/ 47 h 51"/>
                <a:gd name="T52" fmla="*/ 67 w 99"/>
                <a:gd name="T53" fmla="*/ 49 h 51"/>
                <a:gd name="T54" fmla="*/ 58 w 99"/>
                <a:gd name="T55" fmla="*/ 43 h 51"/>
                <a:gd name="T56" fmla="*/ 51 w 99"/>
                <a:gd name="T57" fmla="*/ 40 h 51"/>
                <a:gd name="T58" fmla="*/ 44 w 99"/>
                <a:gd name="T59" fmla="*/ 40 h 51"/>
                <a:gd name="T60" fmla="*/ 33 w 99"/>
                <a:gd name="T61" fmla="*/ 37 h 51"/>
                <a:gd name="T62" fmla="*/ 28 w 99"/>
                <a:gd name="T63" fmla="*/ 36 h 51"/>
                <a:gd name="T64" fmla="*/ 20 w 99"/>
                <a:gd name="T65" fmla="*/ 30 h 51"/>
                <a:gd name="T66" fmla="*/ 11 w 99"/>
                <a:gd name="T67" fmla="*/ 25 h 51"/>
                <a:gd name="T68" fmla="*/ 7 w 99"/>
                <a:gd name="T69" fmla="*/ 24 h 51"/>
                <a:gd name="T70" fmla="*/ 1 w 99"/>
                <a:gd name="T71" fmla="*/ 22 h 51"/>
                <a:gd name="T72" fmla="*/ 4 w 99"/>
                <a:gd name="T73" fmla="*/ 15 h 51"/>
                <a:gd name="T74" fmla="*/ 5 w 99"/>
                <a:gd name="T75" fmla="*/ 4 h 51"/>
                <a:gd name="T76" fmla="*/ 5 w 99"/>
                <a:gd name="T7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9" h="51">
                  <a:moveTo>
                    <a:pt x="5" y="0"/>
                  </a:moveTo>
                  <a:lnTo>
                    <a:pt x="9" y="1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5" y="1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8" y="5"/>
                  </a:lnTo>
                  <a:lnTo>
                    <a:pt x="32" y="9"/>
                  </a:lnTo>
                  <a:lnTo>
                    <a:pt x="34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40" y="15"/>
                  </a:lnTo>
                  <a:lnTo>
                    <a:pt x="41" y="17"/>
                  </a:lnTo>
                  <a:lnTo>
                    <a:pt x="42" y="16"/>
                  </a:lnTo>
                  <a:lnTo>
                    <a:pt x="42" y="13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7" y="13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3" y="20"/>
                  </a:lnTo>
                  <a:lnTo>
                    <a:pt x="57" y="18"/>
                  </a:lnTo>
                  <a:lnTo>
                    <a:pt x="59" y="20"/>
                  </a:lnTo>
                  <a:lnTo>
                    <a:pt x="59" y="24"/>
                  </a:lnTo>
                  <a:lnTo>
                    <a:pt x="61" y="26"/>
                  </a:lnTo>
                  <a:lnTo>
                    <a:pt x="62" y="26"/>
                  </a:lnTo>
                  <a:lnTo>
                    <a:pt x="66" y="28"/>
                  </a:lnTo>
                  <a:lnTo>
                    <a:pt x="67" y="26"/>
                  </a:lnTo>
                  <a:lnTo>
                    <a:pt x="70" y="26"/>
                  </a:lnTo>
                  <a:lnTo>
                    <a:pt x="71" y="24"/>
                  </a:lnTo>
                  <a:lnTo>
                    <a:pt x="76" y="24"/>
                  </a:lnTo>
                  <a:lnTo>
                    <a:pt x="79" y="25"/>
                  </a:lnTo>
                  <a:lnTo>
                    <a:pt x="79" y="29"/>
                  </a:lnTo>
                  <a:lnTo>
                    <a:pt x="83" y="30"/>
                  </a:lnTo>
                  <a:lnTo>
                    <a:pt x="86" y="33"/>
                  </a:lnTo>
                  <a:lnTo>
                    <a:pt x="87" y="33"/>
                  </a:lnTo>
                  <a:lnTo>
                    <a:pt x="91" y="32"/>
                  </a:lnTo>
                  <a:lnTo>
                    <a:pt x="92" y="33"/>
                  </a:lnTo>
                  <a:lnTo>
                    <a:pt x="95" y="32"/>
                  </a:lnTo>
                  <a:lnTo>
                    <a:pt x="98" y="32"/>
                  </a:lnTo>
                  <a:lnTo>
                    <a:pt x="98" y="34"/>
                  </a:lnTo>
                  <a:lnTo>
                    <a:pt x="98" y="40"/>
                  </a:lnTo>
                  <a:lnTo>
                    <a:pt x="99" y="45"/>
                  </a:lnTo>
                  <a:lnTo>
                    <a:pt x="99" y="50"/>
                  </a:lnTo>
                  <a:lnTo>
                    <a:pt x="91" y="51"/>
                  </a:lnTo>
                  <a:lnTo>
                    <a:pt x="87" y="49"/>
                  </a:lnTo>
                  <a:lnTo>
                    <a:pt x="84" y="50"/>
                  </a:lnTo>
                  <a:lnTo>
                    <a:pt x="74" y="47"/>
                  </a:lnTo>
                  <a:lnTo>
                    <a:pt x="70" y="47"/>
                  </a:lnTo>
                  <a:lnTo>
                    <a:pt x="67" y="49"/>
                  </a:lnTo>
                  <a:lnTo>
                    <a:pt x="61" y="46"/>
                  </a:lnTo>
                  <a:lnTo>
                    <a:pt x="58" y="43"/>
                  </a:lnTo>
                  <a:lnTo>
                    <a:pt x="57" y="41"/>
                  </a:lnTo>
                  <a:lnTo>
                    <a:pt x="51" y="40"/>
                  </a:lnTo>
                  <a:lnTo>
                    <a:pt x="45" y="41"/>
                  </a:lnTo>
                  <a:lnTo>
                    <a:pt x="44" y="40"/>
                  </a:lnTo>
                  <a:lnTo>
                    <a:pt x="37" y="40"/>
                  </a:lnTo>
                  <a:lnTo>
                    <a:pt x="33" y="37"/>
                  </a:lnTo>
                  <a:lnTo>
                    <a:pt x="30" y="37"/>
                  </a:lnTo>
                  <a:lnTo>
                    <a:pt x="28" y="36"/>
                  </a:lnTo>
                  <a:lnTo>
                    <a:pt x="24" y="34"/>
                  </a:lnTo>
                  <a:lnTo>
                    <a:pt x="20" y="30"/>
                  </a:lnTo>
                  <a:lnTo>
                    <a:pt x="15" y="26"/>
                  </a:lnTo>
                  <a:lnTo>
                    <a:pt x="11" y="25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4" y="22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5" y="4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0" name="Freeform 371">
              <a:extLst>
                <a:ext uri="{FF2B5EF4-FFF2-40B4-BE49-F238E27FC236}">
                  <a16:creationId xmlns:a16="http://schemas.microsoft.com/office/drawing/2014/main" id="{558C1933-2E7E-422E-8B1A-BC6B57CCC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-608498" y="3676005"/>
              <a:ext cx="1505160" cy="1632101"/>
            </a:xfrm>
            <a:custGeom>
              <a:avLst/>
              <a:gdLst>
                <a:gd name="T0" fmla="*/ 129 w 166"/>
                <a:gd name="T1" fmla="*/ 2 h 180"/>
                <a:gd name="T2" fmla="*/ 126 w 166"/>
                <a:gd name="T3" fmla="*/ 12 h 180"/>
                <a:gd name="T4" fmla="*/ 138 w 166"/>
                <a:gd name="T5" fmla="*/ 18 h 180"/>
                <a:gd name="T6" fmla="*/ 139 w 166"/>
                <a:gd name="T7" fmla="*/ 28 h 180"/>
                <a:gd name="T8" fmla="*/ 139 w 166"/>
                <a:gd name="T9" fmla="*/ 38 h 180"/>
                <a:gd name="T10" fmla="*/ 150 w 166"/>
                <a:gd name="T11" fmla="*/ 54 h 180"/>
                <a:gd name="T12" fmla="*/ 162 w 166"/>
                <a:gd name="T13" fmla="*/ 58 h 180"/>
                <a:gd name="T14" fmla="*/ 162 w 166"/>
                <a:gd name="T15" fmla="*/ 64 h 180"/>
                <a:gd name="T16" fmla="*/ 154 w 166"/>
                <a:gd name="T17" fmla="*/ 71 h 180"/>
                <a:gd name="T18" fmla="*/ 153 w 166"/>
                <a:gd name="T19" fmla="*/ 85 h 180"/>
                <a:gd name="T20" fmla="*/ 149 w 166"/>
                <a:gd name="T21" fmla="*/ 96 h 180"/>
                <a:gd name="T22" fmla="*/ 141 w 166"/>
                <a:gd name="T23" fmla="*/ 108 h 180"/>
                <a:gd name="T24" fmla="*/ 124 w 166"/>
                <a:gd name="T25" fmla="*/ 122 h 180"/>
                <a:gd name="T26" fmla="*/ 114 w 166"/>
                <a:gd name="T27" fmla="*/ 121 h 180"/>
                <a:gd name="T28" fmla="*/ 107 w 166"/>
                <a:gd name="T29" fmla="*/ 130 h 180"/>
                <a:gd name="T30" fmla="*/ 105 w 166"/>
                <a:gd name="T31" fmla="*/ 138 h 180"/>
                <a:gd name="T32" fmla="*/ 113 w 166"/>
                <a:gd name="T33" fmla="*/ 142 h 180"/>
                <a:gd name="T34" fmla="*/ 120 w 166"/>
                <a:gd name="T35" fmla="*/ 153 h 180"/>
                <a:gd name="T36" fmla="*/ 125 w 166"/>
                <a:gd name="T37" fmla="*/ 166 h 180"/>
                <a:gd name="T38" fmla="*/ 121 w 166"/>
                <a:gd name="T39" fmla="*/ 171 h 180"/>
                <a:gd name="T40" fmla="*/ 117 w 166"/>
                <a:gd name="T41" fmla="*/ 170 h 180"/>
                <a:gd name="T42" fmla="*/ 101 w 166"/>
                <a:gd name="T43" fmla="*/ 171 h 180"/>
                <a:gd name="T44" fmla="*/ 96 w 166"/>
                <a:gd name="T45" fmla="*/ 180 h 180"/>
                <a:gd name="T46" fmla="*/ 87 w 166"/>
                <a:gd name="T47" fmla="*/ 178 h 180"/>
                <a:gd name="T48" fmla="*/ 82 w 166"/>
                <a:gd name="T49" fmla="*/ 175 h 180"/>
                <a:gd name="T50" fmla="*/ 82 w 166"/>
                <a:gd name="T51" fmla="*/ 168 h 180"/>
                <a:gd name="T52" fmla="*/ 74 w 166"/>
                <a:gd name="T53" fmla="*/ 164 h 180"/>
                <a:gd name="T54" fmla="*/ 74 w 166"/>
                <a:gd name="T55" fmla="*/ 160 h 180"/>
                <a:gd name="T56" fmla="*/ 64 w 166"/>
                <a:gd name="T57" fmla="*/ 156 h 180"/>
                <a:gd name="T58" fmla="*/ 58 w 166"/>
                <a:gd name="T59" fmla="*/ 156 h 180"/>
                <a:gd name="T60" fmla="*/ 49 w 166"/>
                <a:gd name="T61" fmla="*/ 160 h 180"/>
                <a:gd name="T62" fmla="*/ 42 w 166"/>
                <a:gd name="T63" fmla="*/ 158 h 180"/>
                <a:gd name="T64" fmla="*/ 37 w 166"/>
                <a:gd name="T65" fmla="*/ 156 h 180"/>
                <a:gd name="T66" fmla="*/ 33 w 166"/>
                <a:gd name="T67" fmla="*/ 159 h 180"/>
                <a:gd name="T68" fmla="*/ 25 w 166"/>
                <a:gd name="T69" fmla="*/ 160 h 180"/>
                <a:gd name="T70" fmla="*/ 18 w 166"/>
                <a:gd name="T71" fmla="*/ 162 h 180"/>
                <a:gd name="T72" fmla="*/ 16 w 166"/>
                <a:gd name="T73" fmla="*/ 158 h 180"/>
                <a:gd name="T74" fmla="*/ 16 w 166"/>
                <a:gd name="T75" fmla="*/ 146 h 180"/>
                <a:gd name="T76" fmla="*/ 28 w 166"/>
                <a:gd name="T77" fmla="*/ 139 h 180"/>
                <a:gd name="T78" fmla="*/ 29 w 166"/>
                <a:gd name="T79" fmla="*/ 133 h 180"/>
                <a:gd name="T80" fmla="*/ 25 w 166"/>
                <a:gd name="T81" fmla="*/ 125 h 180"/>
                <a:gd name="T82" fmla="*/ 18 w 166"/>
                <a:gd name="T83" fmla="*/ 118 h 180"/>
                <a:gd name="T84" fmla="*/ 8 w 166"/>
                <a:gd name="T85" fmla="*/ 112 h 180"/>
                <a:gd name="T86" fmla="*/ 16 w 166"/>
                <a:gd name="T87" fmla="*/ 105 h 180"/>
                <a:gd name="T88" fmla="*/ 39 w 166"/>
                <a:gd name="T89" fmla="*/ 103 h 180"/>
                <a:gd name="T90" fmla="*/ 58 w 166"/>
                <a:gd name="T91" fmla="*/ 101 h 180"/>
                <a:gd name="T92" fmla="*/ 62 w 166"/>
                <a:gd name="T93" fmla="*/ 92 h 180"/>
                <a:gd name="T94" fmla="*/ 64 w 166"/>
                <a:gd name="T95" fmla="*/ 83 h 180"/>
                <a:gd name="T96" fmla="*/ 70 w 166"/>
                <a:gd name="T97" fmla="*/ 79 h 180"/>
                <a:gd name="T98" fmla="*/ 79 w 166"/>
                <a:gd name="T99" fmla="*/ 71 h 180"/>
                <a:gd name="T100" fmla="*/ 87 w 166"/>
                <a:gd name="T101" fmla="*/ 71 h 180"/>
                <a:gd name="T102" fmla="*/ 93 w 166"/>
                <a:gd name="T103" fmla="*/ 68 h 180"/>
                <a:gd name="T104" fmla="*/ 93 w 166"/>
                <a:gd name="T105" fmla="*/ 58 h 180"/>
                <a:gd name="T106" fmla="*/ 100 w 166"/>
                <a:gd name="T107" fmla="*/ 50 h 180"/>
                <a:gd name="T108" fmla="*/ 96 w 166"/>
                <a:gd name="T109" fmla="*/ 41 h 180"/>
                <a:gd name="T110" fmla="*/ 111 w 166"/>
                <a:gd name="T111" fmla="*/ 35 h 180"/>
                <a:gd name="T112" fmla="*/ 113 w 166"/>
                <a:gd name="T113" fmla="*/ 17 h 180"/>
                <a:gd name="T114" fmla="*/ 114 w 166"/>
                <a:gd name="T115" fmla="*/ 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6" h="180">
                  <a:moveTo>
                    <a:pt x="122" y="0"/>
                  </a:moveTo>
                  <a:lnTo>
                    <a:pt x="125" y="1"/>
                  </a:lnTo>
                  <a:lnTo>
                    <a:pt x="128" y="0"/>
                  </a:lnTo>
                  <a:lnTo>
                    <a:pt x="129" y="2"/>
                  </a:lnTo>
                  <a:lnTo>
                    <a:pt x="122" y="6"/>
                  </a:lnTo>
                  <a:lnTo>
                    <a:pt x="124" y="10"/>
                  </a:lnTo>
                  <a:lnTo>
                    <a:pt x="125" y="13"/>
                  </a:lnTo>
                  <a:lnTo>
                    <a:pt x="126" y="12"/>
                  </a:lnTo>
                  <a:lnTo>
                    <a:pt x="129" y="12"/>
                  </a:lnTo>
                  <a:lnTo>
                    <a:pt x="132" y="13"/>
                  </a:lnTo>
                  <a:lnTo>
                    <a:pt x="136" y="17"/>
                  </a:lnTo>
                  <a:lnTo>
                    <a:pt x="138" y="18"/>
                  </a:lnTo>
                  <a:lnTo>
                    <a:pt x="138" y="21"/>
                  </a:lnTo>
                  <a:lnTo>
                    <a:pt x="142" y="22"/>
                  </a:lnTo>
                  <a:lnTo>
                    <a:pt x="142" y="25"/>
                  </a:lnTo>
                  <a:lnTo>
                    <a:pt x="139" y="28"/>
                  </a:lnTo>
                  <a:lnTo>
                    <a:pt x="138" y="30"/>
                  </a:lnTo>
                  <a:lnTo>
                    <a:pt x="137" y="30"/>
                  </a:lnTo>
                  <a:lnTo>
                    <a:pt x="137" y="34"/>
                  </a:lnTo>
                  <a:lnTo>
                    <a:pt x="139" y="38"/>
                  </a:lnTo>
                  <a:lnTo>
                    <a:pt x="141" y="46"/>
                  </a:lnTo>
                  <a:lnTo>
                    <a:pt x="141" y="49"/>
                  </a:lnTo>
                  <a:lnTo>
                    <a:pt x="146" y="53"/>
                  </a:lnTo>
                  <a:lnTo>
                    <a:pt x="150" y="54"/>
                  </a:lnTo>
                  <a:lnTo>
                    <a:pt x="154" y="55"/>
                  </a:lnTo>
                  <a:lnTo>
                    <a:pt x="155" y="59"/>
                  </a:lnTo>
                  <a:lnTo>
                    <a:pt x="159" y="59"/>
                  </a:lnTo>
                  <a:lnTo>
                    <a:pt x="162" y="58"/>
                  </a:lnTo>
                  <a:lnTo>
                    <a:pt x="164" y="59"/>
                  </a:lnTo>
                  <a:lnTo>
                    <a:pt x="166" y="62"/>
                  </a:lnTo>
                  <a:lnTo>
                    <a:pt x="163" y="64"/>
                  </a:lnTo>
                  <a:lnTo>
                    <a:pt x="162" y="64"/>
                  </a:lnTo>
                  <a:lnTo>
                    <a:pt x="159" y="66"/>
                  </a:lnTo>
                  <a:lnTo>
                    <a:pt x="157" y="66"/>
                  </a:lnTo>
                  <a:lnTo>
                    <a:pt x="154" y="70"/>
                  </a:lnTo>
                  <a:lnTo>
                    <a:pt x="154" y="71"/>
                  </a:lnTo>
                  <a:lnTo>
                    <a:pt x="155" y="75"/>
                  </a:lnTo>
                  <a:lnTo>
                    <a:pt x="155" y="81"/>
                  </a:lnTo>
                  <a:lnTo>
                    <a:pt x="154" y="84"/>
                  </a:lnTo>
                  <a:lnTo>
                    <a:pt x="153" y="85"/>
                  </a:lnTo>
                  <a:lnTo>
                    <a:pt x="149" y="89"/>
                  </a:lnTo>
                  <a:lnTo>
                    <a:pt x="150" y="91"/>
                  </a:lnTo>
                  <a:lnTo>
                    <a:pt x="150" y="92"/>
                  </a:lnTo>
                  <a:lnTo>
                    <a:pt x="149" y="96"/>
                  </a:lnTo>
                  <a:lnTo>
                    <a:pt x="146" y="97"/>
                  </a:lnTo>
                  <a:lnTo>
                    <a:pt x="143" y="101"/>
                  </a:lnTo>
                  <a:lnTo>
                    <a:pt x="142" y="105"/>
                  </a:lnTo>
                  <a:lnTo>
                    <a:pt x="141" y="108"/>
                  </a:lnTo>
                  <a:lnTo>
                    <a:pt x="136" y="112"/>
                  </a:lnTo>
                  <a:lnTo>
                    <a:pt x="133" y="118"/>
                  </a:lnTo>
                  <a:lnTo>
                    <a:pt x="129" y="122"/>
                  </a:lnTo>
                  <a:lnTo>
                    <a:pt x="124" y="122"/>
                  </a:lnTo>
                  <a:lnTo>
                    <a:pt x="118" y="125"/>
                  </a:lnTo>
                  <a:lnTo>
                    <a:pt x="117" y="125"/>
                  </a:lnTo>
                  <a:lnTo>
                    <a:pt x="117" y="122"/>
                  </a:lnTo>
                  <a:lnTo>
                    <a:pt x="114" y="121"/>
                  </a:lnTo>
                  <a:lnTo>
                    <a:pt x="112" y="122"/>
                  </a:lnTo>
                  <a:lnTo>
                    <a:pt x="111" y="124"/>
                  </a:lnTo>
                  <a:lnTo>
                    <a:pt x="109" y="126"/>
                  </a:lnTo>
                  <a:lnTo>
                    <a:pt x="107" y="130"/>
                  </a:lnTo>
                  <a:lnTo>
                    <a:pt x="105" y="130"/>
                  </a:lnTo>
                  <a:lnTo>
                    <a:pt x="103" y="135"/>
                  </a:lnTo>
                  <a:lnTo>
                    <a:pt x="103" y="138"/>
                  </a:lnTo>
                  <a:lnTo>
                    <a:pt x="105" y="138"/>
                  </a:lnTo>
                  <a:lnTo>
                    <a:pt x="108" y="139"/>
                  </a:lnTo>
                  <a:lnTo>
                    <a:pt x="109" y="138"/>
                  </a:lnTo>
                  <a:lnTo>
                    <a:pt x="112" y="139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3" y="150"/>
                  </a:lnTo>
                  <a:lnTo>
                    <a:pt x="117" y="153"/>
                  </a:lnTo>
                  <a:lnTo>
                    <a:pt x="120" y="153"/>
                  </a:lnTo>
                  <a:lnTo>
                    <a:pt x="121" y="154"/>
                  </a:lnTo>
                  <a:lnTo>
                    <a:pt x="121" y="155"/>
                  </a:lnTo>
                  <a:lnTo>
                    <a:pt x="122" y="158"/>
                  </a:lnTo>
                  <a:lnTo>
                    <a:pt x="125" y="166"/>
                  </a:lnTo>
                  <a:lnTo>
                    <a:pt x="125" y="167"/>
                  </a:lnTo>
                  <a:lnTo>
                    <a:pt x="126" y="168"/>
                  </a:lnTo>
                  <a:lnTo>
                    <a:pt x="124" y="170"/>
                  </a:lnTo>
                  <a:lnTo>
                    <a:pt x="121" y="171"/>
                  </a:lnTo>
                  <a:lnTo>
                    <a:pt x="120" y="170"/>
                  </a:lnTo>
                  <a:lnTo>
                    <a:pt x="121" y="168"/>
                  </a:lnTo>
                  <a:lnTo>
                    <a:pt x="118" y="168"/>
                  </a:lnTo>
                  <a:lnTo>
                    <a:pt x="117" y="170"/>
                  </a:lnTo>
                  <a:lnTo>
                    <a:pt x="113" y="171"/>
                  </a:lnTo>
                  <a:lnTo>
                    <a:pt x="104" y="171"/>
                  </a:lnTo>
                  <a:lnTo>
                    <a:pt x="103" y="172"/>
                  </a:lnTo>
                  <a:lnTo>
                    <a:pt x="101" y="171"/>
                  </a:lnTo>
                  <a:lnTo>
                    <a:pt x="100" y="175"/>
                  </a:lnTo>
                  <a:lnTo>
                    <a:pt x="99" y="175"/>
                  </a:lnTo>
                  <a:lnTo>
                    <a:pt x="96" y="176"/>
                  </a:lnTo>
                  <a:lnTo>
                    <a:pt x="96" y="180"/>
                  </a:lnTo>
                  <a:lnTo>
                    <a:pt x="93" y="180"/>
                  </a:lnTo>
                  <a:lnTo>
                    <a:pt x="93" y="179"/>
                  </a:lnTo>
                  <a:lnTo>
                    <a:pt x="89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3" y="175"/>
                  </a:lnTo>
                  <a:lnTo>
                    <a:pt x="83" y="175"/>
                  </a:lnTo>
                  <a:lnTo>
                    <a:pt x="82" y="175"/>
                  </a:lnTo>
                  <a:lnTo>
                    <a:pt x="83" y="174"/>
                  </a:lnTo>
                  <a:lnTo>
                    <a:pt x="83" y="172"/>
                  </a:lnTo>
                  <a:lnTo>
                    <a:pt x="82" y="172"/>
                  </a:lnTo>
                  <a:lnTo>
                    <a:pt x="82" y="168"/>
                  </a:lnTo>
                  <a:lnTo>
                    <a:pt x="79" y="164"/>
                  </a:lnTo>
                  <a:lnTo>
                    <a:pt x="79" y="163"/>
                  </a:lnTo>
                  <a:lnTo>
                    <a:pt x="75" y="164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0"/>
                  </a:lnTo>
                  <a:lnTo>
                    <a:pt x="72" y="158"/>
                  </a:lnTo>
                  <a:lnTo>
                    <a:pt x="71" y="156"/>
                  </a:lnTo>
                  <a:lnTo>
                    <a:pt x="67" y="156"/>
                  </a:lnTo>
                  <a:lnTo>
                    <a:pt x="64" y="156"/>
                  </a:lnTo>
                  <a:lnTo>
                    <a:pt x="60" y="156"/>
                  </a:lnTo>
                  <a:lnTo>
                    <a:pt x="59" y="156"/>
                  </a:lnTo>
                  <a:lnTo>
                    <a:pt x="59" y="156"/>
                  </a:lnTo>
                  <a:lnTo>
                    <a:pt x="58" y="156"/>
                  </a:lnTo>
                  <a:lnTo>
                    <a:pt x="55" y="158"/>
                  </a:lnTo>
                  <a:lnTo>
                    <a:pt x="54" y="158"/>
                  </a:lnTo>
                  <a:lnTo>
                    <a:pt x="51" y="158"/>
                  </a:lnTo>
                  <a:lnTo>
                    <a:pt x="49" y="160"/>
                  </a:lnTo>
                  <a:lnTo>
                    <a:pt x="46" y="160"/>
                  </a:lnTo>
                  <a:lnTo>
                    <a:pt x="45" y="159"/>
                  </a:lnTo>
                  <a:lnTo>
                    <a:pt x="43" y="159"/>
                  </a:lnTo>
                  <a:lnTo>
                    <a:pt x="42" y="158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39" y="158"/>
                  </a:lnTo>
                  <a:lnTo>
                    <a:pt x="37" y="156"/>
                  </a:lnTo>
                  <a:lnTo>
                    <a:pt x="35" y="158"/>
                  </a:lnTo>
                  <a:lnTo>
                    <a:pt x="35" y="159"/>
                  </a:lnTo>
                  <a:lnTo>
                    <a:pt x="34" y="159"/>
                  </a:lnTo>
                  <a:lnTo>
                    <a:pt x="33" y="159"/>
                  </a:lnTo>
                  <a:lnTo>
                    <a:pt x="30" y="159"/>
                  </a:lnTo>
                  <a:lnTo>
                    <a:pt x="29" y="159"/>
                  </a:lnTo>
                  <a:lnTo>
                    <a:pt x="26" y="159"/>
                  </a:lnTo>
                  <a:lnTo>
                    <a:pt x="25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7" y="162"/>
                  </a:lnTo>
                  <a:lnTo>
                    <a:pt x="17" y="160"/>
                  </a:lnTo>
                  <a:lnTo>
                    <a:pt x="16" y="160"/>
                  </a:lnTo>
                  <a:lnTo>
                    <a:pt x="16" y="158"/>
                  </a:lnTo>
                  <a:lnTo>
                    <a:pt x="16" y="154"/>
                  </a:lnTo>
                  <a:lnTo>
                    <a:pt x="14" y="151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7" y="145"/>
                  </a:lnTo>
                  <a:lnTo>
                    <a:pt x="21" y="142"/>
                  </a:lnTo>
                  <a:lnTo>
                    <a:pt x="22" y="141"/>
                  </a:lnTo>
                  <a:lnTo>
                    <a:pt x="28" y="139"/>
                  </a:lnTo>
                  <a:lnTo>
                    <a:pt x="30" y="141"/>
                  </a:lnTo>
                  <a:lnTo>
                    <a:pt x="33" y="139"/>
                  </a:lnTo>
                  <a:lnTo>
                    <a:pt x="32" y="134"/>
                  </a:lnTo>
                  <a:lnTo>
                    <a:pt x="29" y="133"/>
                  </a:lnTo>
                  <a:lnTo>
                    <a:pt x="26" y="133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5"/>
                  </a:lnTo>
                  <a:lnTo>
                    <a:pt x="25" y="121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18" y="118"/>
                  </a:lnTo>
                  <a:lnTo>
                    <a:pt x="14" y="118"/>
                  </a:lnTo>
                  <a:lnTo>
                    <a:pt x="13" y="117"/>
                  </a:lnTo>
                  <a:lnTo>
                    <a:pt x="10" y="114"/>
                  </a:lnTo>
                  <a:lnTo>
                    <a:pt x="8" y="112"/>
                  </a:lnTo>
                  <a:lnTo>
                    <a:pt x="6" y="109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16" y="105"/>
                  </a:lnTo>
                  <a:lnTo>
                    <a:pt x="30" y="105"/>
                  </a:lnTo>
                  <a:lnTo>
                    <a:pt x="34" y="104"/>
                  </a:lnTo>
                  <a:lnTo>
                    <a:pt x="38" y="104"/>
                  </a:lnTo>
                  <a:lnTo>
                    <a:pt x="39" y="103"/>
                  </a:lnTo>
                  <a:lnTo>
                    <a:pt x="43" y="101"/>
                  </a:lnTo>
                  <a:lnTo>
                    <a:pt x="50" y="101"/>
                  </a:lnTo>
                  <a:lnTo>
                    <a:pt x="54" y="101"/>
                  </a:lnTo>
                  <a:lnTo>
                    <a:pt x="58" y="101"/>
                  </a:lnTo>
                  <a:lnTo>
                    <a:pt x="62" y="99"/>
                  </a:lnTo>
                  <a:lnTo>
                    <a:pt x="63" y="97"/>
                  </a:lnTo>
                  <a:lnTo>
                    <a:pt x="62" y="95"/>
                  </a:lnTo>
                  <a:lnTo>
                    <a:pt x="62" y="92"/>
                  </a:lnTo>
                  <a:lnTo>
                    <a:pt x="60" y="88"/>
                  </a:lnTo>
                  <a:lnTo>
                    <a:pt x="60" y="85"/>
                  </a:lnTo>
                  <a:lnTo>
                    <a:pt x="63" y="83"/>
                  </a:lnTo>
                  <a:lnTo>
                    <a:pt x="64" y="83"/>
                  </a:lnTo>
                  <a:lnTo>
                    <a:pt x="66" y="80"/>
                  </a:lnTo>
                  <a:lnTo>
                    <a:pt x="66" y="79"/>
                  </a:lnTo>
                  <a:lnTo>
                    <a:pt x="68" y="78"/>
                  </a:lnTo>
                  <a:lnTo>
                    <a:pt x="70" y="79"/>
                  </a:lnTo>
                  <a:lnTo>
                    <a:pt x="75" y="78"/>
                  </a:lnTo>
                  <a:lnTo>
                    <a:pt x="76" y="75"/>
                  </a:lnTo>
                  <a:lnTo>
                    <a:pt x="74" y="75"/>
                  </a:lnTo>
                  <a:lnTo>
                    <a:pt x="79" y="71"/>
                  </a:lnTo>
                  <a:lnTo>
                    <a:pt x="79" y="70"/>
                  </a:lnTo>
                  <a:lnTo>
                    <a:pt x="82" y="70"/>
                  </a:lnTo>
                  <a:lnTo>
                    <a:pt x="83" y="71"/>
                  </a:lnTo>
                  <a:lnTo>
                    <a:pt x="87" y="71"/>
                  </a:lnTo>
                  <a:lnTo>
                    <a:pt x="87" y="70"/>
                  </a:lnTo>
                  <a:lnTo>
                    <a:pt x="88" y="70"/>
                  </a:lnTo>
                  <a:lnTo>
                    <a:pt x="91" y="72"/>
                  </a:lnTo>
                  <a:lnTo>
                    <a:pt x="93" y="68"/>
                  </a:lnTo>
                  <a:lnTo>
                    <a:pt x="92" y="63"/>
                  </a:lnTo>
                  <a:lnTo>
                    <a:pt x="92" y="62"/>
                  </a:lnTo>
                  <a:lnTo>
                    <a:pt x="93" y="60"/>
                  </a:lnTo>
                  <a:lnTo>
                    <a:pt x="93" y="58"/>
                  </a:lnTo>
                  <a:lnTo>
                    <a:pt x="93" y="54"/>
                  </a:lnTo>
                  <a:lnTo>
                    <a:pt x="95" y="51"/>
                  </a:lnTo>
                  <a:lnTo>
                    <a:pt x="97" y="51"/>
                  </a:lnTo>
                  <a:lnTo>
                    <a:pt x="100" y="50"/>
                  </a:lnTo>
                  <a:lnTo>
                    <a:pt x="101" y="47"/>
                  </a:lnTo>
                  <a:lnTo>
                    <a:pt x="100" y="45"/>
                  </a:lnTo>
                  <a:lnTo>
                    <a:pt x="97" y="43"/>
                  </a:lnTo>
                  <a:lnTo>
                    <a:pt x="96" y="41"/>
                  </a:lnTo>
                  <a:lnTo>
                    <a:pt x="99" y="38"/>
                  </a:lnTo>
                  <a:lnTo>
                    <a:pt x="103" y="39"/>
                  </a:lnTo>
                  <a:lnTo>
                    <a:pt x="108" y="39"/>
                  </a:lnTo>
                  <a:lnTo>
                    <a:pt x="111" y="35"/>
                  </a:lnTo>
                  <a:lnTo>
                    <a:pt x="111" y="31"/>
                  </a:lnTo>
                  <a:lnTo>
                    <a:pt x="108" y="29"/>
                  </a:lnTo>
                  <a:lnTo>
                    <a:pt x="113" y="22"/>
                  </a:lnTo>
                  <a:lnTo>
                    <a:pt x="113" y="17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12" y="4"/>
                  </a:lnTo>
                  <a:lnTo>
                    <a:pt x="114" y="4"/>
                  </a:lnTo>
                  <a:lnTo>
                    <a:pt x="118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1" name="Freeform 372">
              <a:extLst>
                <a:ext uri="{FF2B5EF4-FFF2-40B4-BE49-F238E27FC236}">
                  <a16:creationId xmlns:a16="http://schemas.microsoft.com/office/drawing/2014/main" id="{8E1585B7-5272-4153-AB41-F49697D20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01" y="3594403"/>
              <a:ext cx="788852" cy="643776"/>
            </a:xfrm>
            <a:custGeom>
              <a:avLst/>
              <a:gdLst>
                <a:gd name="T0" fmla="*/ 33 w 87"/>
                <a:gd name="T1" fmla="*/ 0 h 71"/>
                <a:gd name="T2" fmla="*/ 37 w 87"/>
                <a:gd name="T3" fmla="*/ 5 h 71"/>
                <a:gd name="T4" fmla="*/ 45 w 87"/>
                <a:gd name="T5" fmla="*/ 15 h 71"/>
                <a:gd name="T6" fmla="*/ 48 w 87"/>
                <a:gd name="T7" fmla="*/ 19 h 71"/>
                <a:gd name="T8" fmla="*/ 53 w 87"/>
                <a:gd name="T9" fmla="*/ 22 h 71"/>
                <a:gd name="T10" fmla="*/ 61 w 87"/>
                <a:gd name="T11" fmla="*/ 22 h 71"/>
                <a:gd name="T12" fmla="*/ 66 w 87"/>
                <a:gd name="T13" fmla="*/ 26 h 71"/>
                <a:gd name="T14" fmla="*/ 71 w 87"/>
                <a:gd name="T15" fmla="*/ 34 h 71"/>
                <a:gd name="T16" fmla="*/ 78 w 87"/>
                <a:gd name="T17" fmla="*/ 39 h 71"/>
                <a:gd name="T18" fmla="*/ 81 w 87"/>
                <a:gd name="T19" fmla="*/ 48 h 71"/>
                <a:gd name="T20" fmla="*/ 86 w 87"/>
                <a:gd name="T21" fmla="*/ 55 h 71"/>
                <a:gd name="T22" fmla="*/ 87 w 87"/>
                <a:gd name="T23" fmla="*/ 64 h 71"/>
                <a:gd name="T24" fmla="*/ 86 w 87"/>
                <a:gd name="T25" fmla="*/ 64 h 71"/>
                <a:gd name="T26" fmla="*/ 81 w 87"/>
                <a:gd name="T27" fmla="*/ 68 h 71"/>
                <a:gd name="T28" fmla="*/ 73 w 87"/>
                <a:gd name="T29" fmla="*/ 65 h 71"/>
                <a:gd name="T30" fmla="*/ 68 w 87"/>
                <a:gd name="T31" fmla="*/ 60 h 71"/>
                <a:gd name="T32" fmla="*/ 58 w 87"/>
                <a:gd name="T33" fmla="*/ 58 h 71"/>
                <a:gd name="T34" fmla="*/ 54 w 87"/>
                <a:gd name="T35" fmla="*/ 60 h 71"/>
                <a:gd name="T36" fmla="*/ 48 w 87"/>
                <a:gd name="T37" fmla="*/ 64 h 71"/>
                <a:gd name="T38" fmla="*/ 44 w 87"/>
                <a:gd name="T39" fmla="*/ 71 h 71"/>
                <a:gd name="T40" fmla="*/ 40 w 87"/>
                <a:gd name="T41" fmla="*/ 67 h 71"/>
                <a:gd name="T42" fmla="*/ 33 w 87"/>
                <a:gd name="T43" fmla="*/ 68 h 71"/>
                <a:gd name="T44" fmla="*/ 28 w 87"/>
                <a:gd name="T45" fmla="*/ 63 h 71"/>
                <a:gd name="T46" fmla="*/ 19 w 87"/>
                <a:gd name="T47" fmla="*/ 58 h 71"/>
                <a:gd name="T48" fmla="*/ 17 w 87"/>
                <a:gd name="T49" fmla="*/ 47 h 71"/>
                <a:gd name="T50" fmla="*/ 15 w 87"/>
                <a:gd name="T51" fmla="*/ 39 h 71"/>
                <a:gd name="T52" fmla="*/ 17 w 87"/>
                <a:gd name="T53" fmla="*/ 37 h 71"/>
                <a:gd name="T54" fmla="*/ 20 w 87"/>
                <a:gd name="T55" fmla="*/ 31 h 71"/>
                <a:gd name="T56" fmla="*/ 16 w 87"/>
                <a:gd name="T57" fmla="*/ 27 h 71"/>
                <a:gd name="T58" fmla="*/ 10 w 87"/>
                <a:gd name="T59" fmla="*/ 22 h 71"/>
                <a:gd name="T60" fmla="*/ 4 w 87"/>
                <a:gd name="T61" fmla="*/ 21 h 71"/>
                <a:gd name="T62" fmla="*/ 2 w 87"/>
                <a:gd name="T63" fmla="*/ 19 h 71"/>
                <a:gd name="T64" fmla="*/ 7 w 87"/>
                <a:gd name="T65" fmla="*/ 11 h 71"/>
                <a:gd name="T66" fmla="*/ 15 w 87"/>
                <a:gd name="T67" fmla="*/ 8 h 71"/>
                <a:gd name="T68" fmla="*/ 21 w 87"/>
                <a:gd name="T69" fmla="*/ 1 h 71"/>
                <a:gd name="T70" fmla="*/ 23 w 87"/>
                <a:gd name="T71" fmla="*/ 1 h 71"/>
                <a:gd name="T72" fmla="*/ 27 w 87"/>
                <a:gd name="T73" fmla="*/ 2 h 71"/>
                <a:gd name="T74" fmla="*/ 31 w 87"/>
                <a:gd name="T75" fmla="*/ 1 h 71"/>
                <a:gd name="T76" fmla="*/ 32 w 87"/>
                <a:gd name="T7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71">
                  <a:moveTo>
                    <a:pt x="32" y="0"/>
                  </a:moveTo>
                  <a:lnTo>
                    <a:pt x="33" y="0"/>
                  </a:lnTo>
                  <a:lnTo>
                    <a:pt x="36" y="1"/>
                  </a:lnTo>
                  <a:lnTo>
                    <a:pt x="37" y="5"/>
                  </a:lnTo>
                  <a:lnTo>
                    <a:pt x="42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8" y="19"/>
                  </a:lnTo>
                  <a:lnTo>
                    <a:pt x="49" y="21"/>
                  </a:lnTo>
                  <a:lnTo>
                    <a:pt x="53" y="22"/>
                  </a:lnTo>
                  <a:lnTo>
                    <a:pt x="58" y="22"/>
                  </a:lnTo>
                  <a:lnTo>
                    <a:pt x="61" y="22"/>
                  </a:lnTo>
                  <a:lnTo>
                    <a:pt x="61" y="25"/>
                  </a:lnTo>
                  <a:lnTo>
                    <a:pt x="66" y="26"/>
                  </a:lnTo>
                  <a:lnTo>
                    <a:pt x="70" y="29"/>
                  </a:lnTo>
                  <a:lnTo>
                    <a:pt x="71" y="34"/>
                  </a:lnTo>
                  <a:lnTo>
                    <a:pt x="74" y="38"/>
                  </a:lnTo>
                  <a:lnTo>
                    <a:pt x="78" y="39"/>
                  </a:lnTo>
                  <a:lnTo>
                    <a:pt x="81" y="43"/>
                  </a:lnTo>
                  <a:lnTo>
                    <a:pt x="81" y="48"/>
                  </a:lnTo>
                  <a:lnTo>
                    <a:pt x="82" y="54"/>
                  </a:lnTo>
                  <a:lnTo>
                    <a:pt x="86" y="55"/>
                  </a:lnTo>
                  <a:lnTo>
                    <a:pt x="87" y="60"/>
                  </a:lnTo>
                  <a:lnTo>
                    <a:pt x="87" y="64"/>
                  </a:lnTo>
                  <a:lnTo>
                    <a:pt x="86" y="67"/>
                  </a:lnTo>
                  <a:lnTo>
                    <a:pt x="86" y="64"/>
                  </a:lnTo>
                  <a:lnTo>
                    <a:pt x="83" y="64"/>
                  </a:lnTo>
                  <a:lnTo>
                    <a:pt x="81" y="68"/>
                  </a:lnTo>
                  <a:lnTo>
                    <a:pt x="75" y="64"/>
                  </a:lnTo>
                  <a:lnTo>
                    <a:pt x="73" y="65"/>
                  </a:lnTo>
                  <a:lnTo>
                    <a:pt x="71" y="62"/>
                  </a:lnTo>
                  <a:lnTo>
                    <a:pt x="68" y="60"/>
                  </a:lnTo>
                  <a:lnTo>
                    <a:pt x="65" y="63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4" y="60"/>
                  </a:lnTo>
                  <a:lnTo>
                    <a:pt x="52" y="62"/>
                  </a:lnTo>
                  <a:lnTo>
                    <a:pt x="48" y="64"/>
                  </a:lnTo>
                  <a:lnTo>
                    <a:pt x="44" y="69"/>
                  </a:lnTo>
                  <a:lnTo>
                    <a:pt x="44" y="71"/>
                  </a:lnTo>
                  <a:lnTo>
                    <a:pt x="42" y="68"/>
                  </a:lnTo>
                  <a:lnTo>
                    <a:pt x="40" y="67"/>
                  </a:lnTo>
                  <a:lnTo>
                    <a:pt x="37" y="68"/>
                  </a:lnTo>
                  <a:lnTo>
                    <a:pt x="33" y="68"/>
                  </a:lnTo>
                  <a:lnTo>
                    <a:pt x="32" y="64"/>
                  </a:lnTo>
                  <a:lnTo>
                    <a:pt x="28" y="63"/>
                  </a:lnTo>
                  <a:lnTo>
                    <a:pt x="24" y="62"/>
                  </a:lnTo>
                  <a:lnTo>
                    <a:pt x="19" y="58"/>
                  </a:lnTo>
                  <a:lnTo>
                    <a:pt x="19" y="55"/>
                  </a:lnTo>
                  <a:lnTo>
                    <a:pt x="17" y="47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6" y="39"/>
                  </a:lnTo>
                  <a:lnTo>
                    <a:pt x="17" y="37"/>
                  </a:lnTo>
                  <a:lnTo>
                    <a:pt x="20" y="34"/>
                  </a:lnTo>
                  <a:lnTo>
                    <a:pt x="20" y="31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4" y="26"/>
                  </a:lnTo>
                  <a:lnTo>
                    <a:pt x="10" y="22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3" y="22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7" y="11"/>
                  </a:lnTo>
                  <a:lnTo>
                    <a:pt x="6" y="9"/>
                  </a:lnTo>
                  <a:lnTo>
                    <a:pt x="15" y="8"/>
                  </a:lnTo>
                  <a:lnTo>
                    <a:pt x="20" y="5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8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2" name="Freeform 373">
              <a:extLst>
                <a:ext uri="{FF2B5EF4-FFF2-40B4-BE49-F238E27FC236}">
                  <a16:creationId xmlns:a16="http://schemas.microsoft.com/office/drawing/2014/main" id="{1817DBD3-B2EE-440C-B362-C77D7D384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-717303" y="3449329"/>
              <a:ext cx="1432622" cy="1178738"/>
            </a:xfrm>
            <a:custGeom>
              <a:avLst/>
              <a:gdLst>
                <a:gd name="T0" fmla="*/ 113 w 158"/>
                <a:gd name="T1" fmla="*/ 1 h 130"/>
                <a:gd name="T2" fmla="*/ 116 w 158"/>
                <a:gd name="T3" fmla="*/ 6 h 130"/>
                <a:gd name="T4" fmla="*/ 119 w 158"/>
                <a:gd name="T5" fmla="*/ 10 h 130"/>
                <a:gd name="T6" fmla="*/ 120 w 158"/>
                <a:gd name="T7" fmla="*/ 21 h 130"/>
                <a:gd name="T8" fmla="*/ 124 w 158"/>
                <a:gd name="T9" fmla="*/ 26 h 130"/>
                <a:gd name="T10" fmla="*/ 129 w 158"/>
                <a:gd name="T11" fmla="*/ 24 h 130"/>
                <a:gd name="T12" fmla="*/ 136 w 158"/>
                <a:gd name="T13" fmla="*/ 17 h 130"/>
                <a:gd name="T14" fmla="*/ 146 w 158"/>
                <a:gd name="T15" fmla="*/ 12 h 130"/>
                <a:gd name="T16" fmla="*/ 151 w 158"/>
                <a:gd name="T17" fmla="*/ 12 h 130"/>
                <a:gd name="T18" fmla="*/ 154 w 158"/>
                <a:gd name="T19" fmla="*/ 17 h 130"/>
                <a:gd name="T20" fmla="*/ 149 w 158"/>
                <a:gd name="T21" fmla="*/ 24 h 130"/>
                <a:gd name="T22" fmla="*/ 130 w 158"/>
                <a:gd name="T23" fmla="*/ 26 h 130"/>
                <a:gd name="T24" fmla="*/ 121 w 158"/>
                <a:gd name="T25" fmla="*/ 33 h 130"/>
                <a:gd name="T26" fmla="*/ 125 w 158"/>
                <a:gd name="T27" fmla="*/ 47 h 130"/>
                <a:gd name="T28" fmla="*/ 123 w 158"/>
                <a:gd name="T29" fmla="*/ 60 h 130"/>
                <a:gd name="T30" fmla="*/ 111 w 158"/>
                <a:gd name="T31" fmla="*/ 63 h 130"/>
                <a:gd name="T32" fmla="*/ 112 w 158"/>
                <a:gd name="T33" fmla="*/ 70 h 130"/>
                <a:gd name="T34" fmla="*/ 109 w 158"/>
                <a:gd name="T35" fmla="*/ 76 h 130"/>
                <a:gd name="T36" fmla="*/ 105 w 158"/>
                <a:gd name="T37" fmla="*/ 83 h 130"/>
                <a:gd name="T38" fmla="*/ 104 w 158"/>
                <a:gd name="T39" fmla="*/ 88 h 130"/>
                <a:gd name="T40" fmla="*/ 100 w 158"/>
                <a:gd name="T41" fmla="*/ 95 h 130"/>
                <a:gd name="T42" fmla="*/ 95 w 158"/>
                <a:gd name="T43" fmla="*/ 96 h 130"/>
                <a:gd name="T44" fmla="*/ 91 w 158"/>
                <a:gd name="T45" fmla="*/ 96 h 130"/>
                <a:gd name="T46" fmla="*/ 87 w 158"/>
                <a:gd name="T47" fmla="*/ 103 h 130"/>
                <a:gd name="T48" fmla="*/ 78 w 158"/>
                <a:gd name="T49" fmla="*/ 104 h 130"/>
                <a:gd name="T50" fmla="*/ 75 w 158"/>
                <a:gd name="T51" fmla="*/ 108 h 130"/>
                <a:gd name="T52" fmla="*/ 74 w 158"/>
                <a:gd name="T53" fmla="*/ 117 h 130"/>
                <a:gd name="T54" fmla="*/ 74 w 158"/>
                <a:gd name="T55" fmla="*/ 124 h 130"/>
                <a:gd name="T56" fmla="*/ 62 w 158"/>
                <a:gd name="T57" fmla="*/ 126 h 130"/>
                <a:gd name="T58" fmla="*/ 50 w 158"/>
                <a:gd name="T59" fmla="*/ 129 h 130"/>
                <a:gd name="T60" fmla="*/ 28 w 158"/>
                <a:gd name="T61" fmla="*/ 130 h 130"/>
                <a:gd name="T62" fmla="*/ 22 w 158"/>
                <a:gd name="T63" fmla="*/ 112 h 130"/>
                <a:gd name="T64" fmla="*/ 18 w 158"/>
                <a:gd name="T65" fmla="*/ 100 h 130"/>
                <a:gd name="T66" fmla="*/ 7 w 158"/>
                <a:gd name="T67" fmla="*/ 93 h 130"/>
                <a:gd name="T68" fmla="*/ 3 w 158"/>
                <a:gd name="T69" fmla="*/ 80 h 130"/>
                <a:gd name="T70" fmla="*/ 7 w 158"/>
                <a:gd name="T71" fmla="*/ 72 h 130"/>
                <a:gd name="T72" fmla="*/ 1 w 158"/>
                <a:gd name="T73" fmla="*/ 66 h 130"/>
                <a:gd name="T74" fmla="*/ 1 w 158"/>
                <a:gd name="T75" fmla="*/ 60 h 130"/>
                <a:gd name="T76" fmla="*/ 5 w 158"/>
                <a:gd name="T77" fmla="*/ 55 h 130"/>
                <a:gd name="T78" fmla="*/ 5 w 158"/>
                <a:gd name="T79" fmla="*/ 51 h 130"/>
                <a:gd name="T80" fmla="*/ 5 w 158"/>
                <a:gd name="T81" fmla="*/ 45 h 130"/>
                <a:gd name="T82" fmla="*/ 9 w 158"/>
                <a:gd name="T83" fmla="*/ 45 h 130"/>
                <a:gd name="T84" fmla="*/ 15 w 158"/>
                <a:gd name="T85" fmla="*/ 45 h 130"/>
                <a:gd name="T86" fmla="*/ 20 w 158"/>
                <a:gd name="T87" fmla="*/ 49 h 130"/>
                <a:gd name="T88" fmla="*/ 25 w 158"/>
                <a:gd name="T89" fmla="*/ 47 h 130"/>
                <a:gd name="T90" fmla="*/ 29 w 158"/>
                <a:gd name="T91" fmla="*/ 43 h 130"/>
                <a:gd name="T92" fmla="*/ 37 w 158"/>
                <a:gd name="T93" fmla="*/ 38 h 130"/>
                <a:gd name="T94" fmla="*/ 41 w 158"/>
                <a:gd name="T95" fmla="*/ 35 h 130"/>
                <a:gd name="T96" fmla="*/ 45 w 158"/>
                <a:gd name="T97" fmla="*/ 26 h 130"/>
                <a:gd name="T98" fmla="*/ 44 w 158"/>
                <a:gd name="T99" fmla="*/ 21 h 130"/>
                <a:gd name="T100" fmla="*/ 49 w 158"/>
                <a:gd name="T101" fmla="*/ 18 h 130"/>
                <a:gd name="T102" fmla="*/ 57 w 158"/>
                <a:gd name="T103" fmla="*/ 16 h 130"/>
                <a:gd name="T104" fmla="*/ 62 w 158"/>
                <a:gd name="T105" fmla="*/ 17 h 130"/>
                <a:gd name="T106" fmla="*/ 70 w 158"/>
                <a:gd name="T107" fmla="*/ 20 h 130"/>
                <a:gd name="T108" fmla="*/ 76 w 158"/>
                <a:gd name="T109" fmla="*/ 18 h 130"/>
                <a:gd name="T110" fmla="*/ 84 w 158"/>
                <a:gd name="T111" fmla="*/ 21 h 130"/>
                <a:gd name="T112" fmla="*/ 90 w 158"/>
                <a:gd name="T113" fmla="*/ 18 h 130"/>
                <a:gd name="T114" fmla="*/ 94 w 158"/>
                <a:gd name="T115" fmla="*/ 20 h 130"/>
                <a:gd name="T116" fmla="*/ 96 w 158"/>
                <a:gd name="T117" fmla="*/ 17 h 130"/>
                <a:gd name="T118" fmla="*/ 100 w 158"/>
                <a:gd name="T119" fmla="*/ 13 h 130"/>
                <a:gd name="T120" fmla="*/ 104 w 158"/>
                <a:gd name="T121" fmla="*/ 14 h 130"/>
                <a:gd name="T122" fmla="*/ 105 w 158"/>
                <a:gd name="T123" fmla="*/ 6 h 130"/>
                <a:gd name="T124" fmla="*/ 109 w 158"/>
                <a:gd name="T12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8" h="130">
                  <a:moveTo>
                    <a:pt x="109" y="0"/>
                  </a:moveTo>
                  <a:lnTo>
                    <a:pt x="112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6" y="4"/>
                  </a:lnTo>
                  <a:lnTo>
                    <a:pt x="116" y="6"/>
                  </a:lnTo>
                  <a:lnTo>
                    <a:pt x="116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9" y="14"/>
                  </a:lnTo>
                  <a:lnTo>
                    <a:pt x="119" y="17"/>
                  </a:lnTo>
                  <a:lnTo>
                    <a:pt x="120" y="21"/>
                  </a:lnTo>
                  <a:lnTo>
                    <a:pt x="121" y="24"/>
                  </a:lnTo>
                  <a:lnTo>
                    <a:pt x="121" y="25"/>
                  </a:lnTo>
                  <a:lnTo>
                    <a:pt x="124" y="26"/>
                  </a:lnTo>
                  <a:lnTo>
                    <a:pt x="126" y="26"/>
                  </a:lnTo>
                  <a:lnTo>
                    <a:pt x="128" y="25"/>
                  </a:lnTo>
                  <a:lnTo>
                    <a:pt x="129" y="24"/>
                  </a:lnTo>
                  <a:lnTo>
                    <a:pt x="133" y="21"/>
                  </a:lnTo>
                  <a:lnTo>
                    <a:pt x="134" y="20"/>
                  </a:lnTo>
                  <a:lnTo>
                    <a:pt x="136" y="17"/>
                  </a:lnTo>
                  <a:lnTo>
                    <a:pt x="137" y="16"/>
                  </a:lnTo>
                  <a:lnTo>
                    <a:pt x="142" y="13"/>
                  </a:lnTo>
                  <a:lnTo>
                    <a:pt x="146" y="12"/>
                  </a:lnTo>
                  <a:lnTo>
                    <a:pt x="146" y="14"/>
                  </a:lnTo>
                  <a:lnTo>
                    <a:pt x="150" y="14"/>
                  </a:lnTo>
                  <a:lnTo>
                    <a:pt x="151" y="12"/>
                  </a:lnTo>
                  <a:lnTo>
                    <a:pt x="157" y="12"/>
                  </a:lnTo>
                  <a:lnTo>
                    <a:pt x="158" y="14"/>
                  </a:lnTo>
                  <a:lnTo>
                    <a:pt x="154" y="17"/>
                  </a:lnTo>
                  <a:lnTo>
                    <a:pt x="155" y="17"/>
                  </a:lnTo>
                  <a:lnTo>
                    <a:pt x="154" y="21"/>
                  </a:lnTo>
                  <a:lnTo>
                    <a:pt x="149" y="24"/>
                  </a:lnTo>
                  <a:lnTo>
                    <a:pt x="137" y="26"/>
                  </a:lnTo>
                  <a:lnTo>
                    <a:pt x="134" y="25"/>
                  </a:lnTo>
                  <a:lnTo>
                    <a:pt x="130" y="26"/>
                  </a:lnTo>
                  <a:lnTo>
                    <a:pt x="126" y="29"/>
                  </a:lnTo>
                  <a:lnTo>
                    <a:pt x="124" y="29"/>
                  </a:lnTo>
                  <a:lnTo>
                    <a:pt x="121" y="33"/>
                  </a:lnTo>
                  <a:lnTo>
                    <a:pt x="120" y="34"/>
                  </a:lnTo>
                  <a:lnTo>
                    <a:pt x="125" y="42"/>
                  </a:lnTo>
                  <a:lnTo>
                    <a:pt x="125" y="47"/>
                  </a:lnTo>
                  <a:lnTo>
                    <a:pt x="120" y="54"/>
                  </a:lnTo>
                  <a:lnTo>
                    <a:pt x="123" y="56"/>
                  </a:lnTo>
                  <a:lnTo>
                    <a:pt x="123" y="60"/>
                  </a:lnTo>
                  <a:lnTo>
                    <a:pt x="120" y="64"/>
                  </a:lnTo>
                  <a:lnTo>
                    <a:pt x="115" y="64"/>
                  </a:lnTo>
                  <a:lnTo>
                    <a:pt x="111" y="63"/>
                  </a:lnTo>
                  <a:lnTo>
                    <a:pt x="108" y="66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7" y="76"/>
                  </a:lnTo>
                  <a:lnTo>
                    <a:pt x="105" y="79"/>
                  </a:lnTo>
                  <a:lnTo>
                    <a:pt x="105" y="83"/>
                  </a:lnTo>
                  <a:lnTo>
                    <a:pt x="105" y="85"/>
                  </a:lnTo>
                  <a:lnTo>
                    <a:pt x="104" y="87"/>
                  </a:lnTo>
                  <a:lnTo>
                    <a:pt x="104" y="88"/>
                  </a:lnTo>
                  <a:lnTo>
                    <a:pt x="105" y="93"/>
                  </a:lnTo>
                  <a:lnTo>
                    <a:pt x="103" y="97"/>
                  </a:lnTo>
                  <a:lnTo>
                    <a:pt x="100" y="95"/>
                  </a:lnTo>
                  <a:lnTo>
                    <a:pt x="99" y="95"/>
                  </a:lnTo>
                  <a:lnTo>
                    <a:pt x="99" y="96"/>
                  </a:lnTo>
                  <a:lnTo>
                    <a:pt x="95" y="96"/>
                  </a:lnTo>
                  <a:lnTo>
                    <a:pt x="94" y="95"/>
                  </a:lnTo>
                  <a:lnTo>
                    <a:pt x="91" y="95"/>
                  </a:lnTo>
                  <a:lnTo>
                    <a:pt x="91" y="96"/>
                  </a:lnTo>
                  <a:lnTo>
                    <a:pt x="86" y="100"/>
                  </a:lnTo>
                  <a:lnTo>
                    <a:pt x="88" y="100"/>
                  </a:lnTo>
                  <a:lnTo>
                    <a:pt x="87" y="103"/>
                  </a:lnTo>
                  <a:lnTo>
                    <a:pt x="82" y="104"/>
                  </a:lnTo>
                  <a:lnTo>
                    <a:pt x="80" y="103"/>
                  </a:lnTo>
                  <a:lnTo>
                    <a:pt x="78" y="104"/>
                  </a:lnTo>
                  <a:lnTo>
                    <a:pt x="78" y="105"/>
                  </a:lnTo>
                  <a:lnTo>
                    <a:pt x="76" y="108"/>
                  </a:lnTo>
                  <a:lnTo>
                    <a:pt x="75" y="108"/>
                  </a:lnTo>
                  <a:lnTo>
                    <a:pt x="72" y="110"/>
                  </a:lnTo>
                  <a:lnTo>
                    <a:pt x="72" y="113"/>
                  </a:lnTo>
                  <a:lnTo>
                    <a:pt x="74" y="117"/>
                  </a:lnTo>
                  <a:lnTo>
                    <a:pt x="74" y="120"/>
                  </a:lnTo>
                  <a:lnTo>
                    <a:pt x="75" y="122"/>
                  </a:lnTo>
                  <a:lnTo>
                    <a:pt x="74" y="124"/>
                  </a:lnTo>
                  <a:lnTo>
                    <a:pt x="70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55" y="126"/>
                  </a:lnTo>
                  <a:lnTo>
                    <a:pt x="51" y="128"/>
                  </a:lnTo>
                  <a:lnTo>
                    <a:pt x="50" y="129"/>
                  </a:lnTo>
                  <a:lnTo>
                    <a:pt x="46" y="129"/>
                  </a:lnTo>
                  <a:lnTo>
                    <a:pt x="42" y="130"/>
                  </a:lnTo>
                  <a:lnTo>
                    <a:pt x="28" y="130"/>
                  </a:lnTo>
                  <a:lnTo>
                    <a:pt x="12" y="126"/>
                  </a:lnTo>
                  <a:lnTo>
                    <a:pt x="21" y="114"/>
                  </a:lnTo>
                  <a:lnTo>
                    <a:pt x="22" y="112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18" y="100"/>
                  </a:lnTo>
                  <a:lnTo>
                    <a:pt x="9" y="100"/>
                  </a:lnTo>
                  <a:lnTo>
                    <a:pt x="8" y="96"/>
                  </a:lnTo>
                  <a:lnTo>
                    <a:pt x="7" y="93"/>
                  </a:lnTo>
                  <a:lnTo>
                    <a:pt x="8" y="92"/>
                  </a:lnTo>
                  <a:lnTo>
                    <a:pt x="7" y="87"/>
                  </a:lnTo>
                  <a:lnTo>
                    <a:pt x="3" y="80"/>
                  </a:lnTo>
                  <a:lnTo>
                    <a:pt x="4" y="78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3" y="72"/>
                  </a:lnTo>
                  <a:lnTo>
                    <a:pt x="3" y="70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3" y="62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3" y="58"/>
                  </a:lnTo>
                  <a:lnTo>
                    <a:pt x="5" y="55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7" y="45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6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1" y="50"/>
                  </a:lnTo>
                  <a:lnTo>
                    <a:pt x="22" y="49"/>
                  </a:lnTo>
                  <a:lnTo>
                    <a:pt x="25" y="47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9" y="43"/>
                  </a:lnTo>
                  <a:lnTo>
                    <a:pt x="29" y="41"/>
                  </a:lnTo>
                  <a:lnTo>
                    <a:pt x="33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2" y="31"/>
                  </a:lnTo>
                  <a:lnTo>
                    <a:pt x="42" y="29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5" y="21"/>
                  </a:lnTo>
                  <a:lnTo>
                    <a:pt x="46" y="20"/>
                  </a:lnTo>
                  <a:lnTo>
                    <a:pt x="49" y="18"/>
                  </a:lnTo>
                  <a:lnTo>
                    <a:pt x="50" y="20"/>
                  </a:lnTo>
                  <a:lnTo>
                    <a:pt x="54" y="17"/>
                  </a:lnTo>
                  <a:lnTo>
                    <a:pt x="57" y="16"/>
                  </a:lnTo>
                  <a:lnTo>
                    <a:pt x="59" y="17"/>
                  </a:lnTo>
                  <a:lnTo>
                    <a:pt x="62" y="17"/>
                  </a:lnTo>
                  <a:lnTo>
                    <a:pt x="62" y="17"/>
                  </a:lnTo>
                  <a:lnTo>
                    <a:pt x="66" y="16"/>
                  </a:lnTo>
                  <a:lnTo>
                    <a:pt x="69" y="17"/>
                  </a:lnTo>
                  <a:lnTo>
                    <a:pt x="70" y="20"/>
                  </a:lnTo>
                  <a:lnTo>
                    <a:pt x="72" y="20"/>
                  </a:lnTo>
                  <a:lnTo>
                    <a:pt x="74" y="18"/>
                  </a:lnTo>
                  <a:lnTo>
                    <a:pt x="76" y="18"/>
                  </a:lnTo>
                  <a:lnTo>
                    <a:pt x="79" y="21"/>
                  </a:lnTo>
                  <a:lnTo>
                    <a:pt x="80" y="22"/>
                  </a:lnTo>
                  <a:lnTo>
                    <a:pt x="84" y="21"/>
                  </a:lnTo>
                  <a:lnTo>
                    <a:pt x="87" y="20"/>
                  </a:lnTo>
                  <a:lnTo>
                    <a:pt x="88" y="18"/>
                  </a:lnTo>
                  <a:lnTo>
                    <a:pt x="90" y="18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4" y="20"/>
                  </a:lnTo>
                  <a:lnTo>
                    <a:pt x="97" y="20"/>
                  </a:lnTo>
                  <a:lnTo>
                    <a:pt x="97" y="17"/>
                  </a:lnTo>
                  <a:lnTo>
                    <a:pt x="96" y="17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0" y="13"/>
                  </a:lnTo>
                  <a:lnTo>
                    <a:pt x="101" y="13"/>
                  </a:lnTo>
                  <a:lnTo>
                    <a:pt x="101" y="14"/>
                  </a:lnTo>
                  <a:lnTo>
                    <a:pt x="104" y="14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6"/>
                  </a:lnTo>
                  <a:lnTo>
                    <a:pt x="107" y="5"/>
                  </a:lnTo>
                  <a:lnTo>
                    <a:pt x="108" y="1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3" name="자유형: 도형 2">
            <a:extLst>
              <a:ext uri="{FF2B5EF4-FFF2-40B4-BE49-F238E27FC236}">
                <a16:creationId xmlns:a16="http://schemas.microsoft.com/office/drawing/2014/main" id="{41A388D0-3D79-4D41-8143-DEEEC01AA4B7}"/>
              </a:ext>
            </a:extLst>
          </p:cNvPr>
          <p:cNvSpPr/>
          <p:nvPr/>
        </p:nvSpPr>
        <p:spPr>
          <a:xfrm>
            <a:off x="3801574" y="2679397"/>
            <a:ext cx="4607581" cy="1418560"/>
          </a:xfrm>
          <a:custGeom>
            <a:avLst/>
            <a:gdLst>
              <a:gd name="connsiteX0" fmla="*/ 4875 w 2013537"/>
              <a:gd name="connsiteY0" fmla="*/ 1080226 h 1242639"/>
              <a:gd name="connsiteX1" fmla="*/ 143421 w 2013537"/>
              <a:gd name="connsiteY1" fmla="*/ 1218771 h 1242639"/>
              <a:gd name="connsiteX2" fmla="*/ 956221 w 2013537"/>
              <a:gd name="connsiteY2" fmla="*/ 646117 h 1242639"/>
              <a:gd name="connsiteX3" fmla="*/ 1612002 w 2013537"/>
              <a:gd name="connsiteY3" fmla="*/ 110408 h 1242639"/>
              <a:gd name="connsiteX4" fmla="*/ 1999930 w 2013537"/>
              <a:gd name="connsiteY4" fmla="*/ 8808 h 1242639"/>
              <a:gd name="connsiteX5" fmla="*/ 1907566 w 2013537"/>
              <a:gd name="connsiteY5" fmla="*/ 248953 h 1242639"/>
              <a:gd name="connsiteX6" fmla="*/ 1732075 w 2013537"/>
              <a:gd name="connsiteY6" fmla="*/ 258189 h 1242639"/>
              <a:gd name="connsiteX7" fmla="*/ 1676657 w 2013537"/>
              <a:gd name="connsiteY7" fmla="*/ 165826 h 1242639"/>
              <a:gd name="connsiteX8" fmla="*/ 1334911 w 2013537"/>
              <a:gd name="connsiteY8" fmla="*/ 461389 h 1242639"/>
              <a:gd name="connsiteX9" fmla="*/ 771493 w 2013537"/>
              <a:gd name="connsiteY9" fmla="*/ 987862 h 1242639"/>
              <a:gd name="connsiteX10" fmla="*/ 88002 w 2013537"/>
              <a:gd name="connsiteY10" fmla="*/ 941680 h 1242639"/>
              <a:gd name="connsiteX11" fmla="*/ 4875 w 2013537"/>
              <a:gd name="connsiteY11" fmla="*/ 1024808 h 1242639"/>
              <a:gd name="connsiteX0" fmla="*/ 5790 w 2014452"/>
              <a:gd name="connsiteY0" fmla="*/ 1080226 h 1242639"/>
              <a:gd name="connsiteX1" fmla="*/ 144336 w 2014452"/>
              <a:gd name="connsiteY1" fmla="*/ 1218771 h 1242639"/>
              <a:gd name="connsiteX2" fmla="*/ 957136 w 2014452"/>
              <a:gd name="connsiteY2" fmla="*/ 646117 h 1242639"/>
              <a:gd name="connsiteX3" fmla="*/ 1612917 w 2014452"/>
              <a:gd name="connsiteY3" fmla="*/ 110408 h 1242639"/>
              <a:gd name="connsiteX4" fmla="*/ 2000845 w 2014452"/>
              <a:gd name="connsiteY4" fmla="*/ 8808 h 1242639"/>
              <a:gd name="connsiteX5" fmla="*/ 1908481 w 2014452"/>
              <a:gd name="connsiteY5" fmla="*/ 248953 h 1242639"/>
              <a:gd name="connsiteX6" fmla="*/ 1732990 w 2014452"/>
              <a:gd name="connsiteY6" fmla="*/ 258189 h 1242639"/>
              <a:gd name="connsiteX7" fmla="*/ 1677572 w 2014452"/>
              <a:gd name="connsiteY7" fmla="*/ 165826 h 1242639"/>
              <a:gd name="connsiteX8" fmla="*/ 1335826 w 2014452"/>
              <a:gd name="connsiteY8" fmla="*/ 461389 h 1242639"/>
              <a:gd name="connsiteX9" fmla="*/ 772408 w 2014452"/>
              <a:gd name="connsiteY9" fmla="*/ 987862 h 1242639"/>
              <a:gd name="connsiteX10" fmla="*/ 88917 w 2014452"/>
              <a:gd name="connsiteY10" fmla="*/ 941680 h 1242639"/>
              <a:gd name="connsiteX11" fmla="*/ 5790 w 2014452"/>
              <a:gd name="connsiteY11" fmla="*/ 1024808 h 1242639"/>
              <a:gd name="connsiteX12" fmla="*/ 7112 w 2014452"/>
              <a:gd name="connsiteY12" fmla="*/ 1009506 h 1242639"/>
              <a:gd name="connsiteX0" fmla="*/ 5790 w 2014452"/>
              <a:gd name="connsiteY0" fmla="*/ 1080226 h 1242639"/>
              <a:gd name="connsiteX1" fmla="*/ 144336 w 2014452"/>
              <a:gd name="connsiteY1" fmla="*/ 1218771 h 1242639"/>
              <a:gd name="connsiteX2" fmla="*/ 957136 w 2014452"/>
              <a:gd name="connsiteY2" fmla="*/ 646117 h 1242639"/>
              <a:gd name="connsiteX3" fmla="*/ 1612917 w 2014452"/>
              <a:gd name="connsiteY3" fmla="*/ 110408 h 1242639"/>
              <a:gd name="connsiteX4" fmla="*/ 2000845 w 2014452"/>
              <a:gd name="connsiteY4" fmla="*/ 8808 h 1242639"/>
              <a:gd name="connsiteX5" fmla="*/ 1908481 w 2014452"/>
              <a:gd name="connsiteY5" fmla="*/ 248953 h 1242639"/>
              <a:gd name="connsiteX6" fmla="*/ 1732990 w 2014452"/>
              <a:gd name="connsiteY6" fmla="*/ 258189 h 1242639"/>
              <a:gd name="connsiteX7" fmla="*/ 1677572 w 2014452"/>
              <a:gd name="connsiteY7" fmla="*/ 165826 h 1242639"/>
              <a:gd name="connsiteX8" fmla="*/ 1335826 w 2014452"/>
              <a:gd name="connsiteY8" fmla="*/ 461389 h 1242639"/>
              <a:gd name="connsiteX9" fmla="*/ 772408 w 2014452"/>
              <a:gd name="connsiteY9" fmla="*/ 987862 h 1242639"/>
              <a:gd name="connsiteX10" fmla="*/ 88917 w 2014452"/>
              <a:gd name="connsiteY10" fmla="*/ 941680 h 1242639"/>
              <a:gd name="connsiteX11" fmla="*/ 75692 w 2014452"/>
              <a:gd name="connsiteY11" fmla="*/ 925686 h 1242639"/>
              <a:gd name="connsiteX12" fmla="*/ 5790 w 2014452"/>
              <a:gd name="connsiteY12" fmla="*/ 1024808 h 1242639"/>
              <a:gd name="connsiteX13" fmla="*/ 7112 w 2014452"/>
              <a:gd name="connsiteY13" fmla="*/ 1009506 h 1242639"/>
              <a:gd name="connsiteX0" fmla="*/ 4876 w 2013538"/>
              <a:gd name="connsiteY0" fmla="*/ 1080226 h 1242639"/>
              <a:gd name="connsiteX1" fmla="*/ 143422 w 2013538"/>
              <a:gd name="connsiteY1" fmla="*/ 1218771 h 1242639"/>
              <a:gd name="connsiteX2" fmla="*/ 956222 w 2013538"/>
              <a:gd name="connsiteY2" fmla="*/ 646117 h 1242639"/>
              <a:gd name="connsiteX3" fmla="*/ 1612003 w 2013538"/>
              <a:gd name="connsiteY3" fmla="*/ 110408 h 1242639"/>
              <a:gd name="connsiteX4" fmla="*/ 1999931 w 2013538"/>
              <a:gd name="connsiteY4" fmla="*/ 8808 h 1242639"/>
              <a:gd name="connsiteX5" fmla="*/ 1907567 w 2013538"/>
              <a:gd name="connsiteY5" fmla="*/ 248953 h 1242639"/>
              <a:gd name="connsiteX6" fmla="*/ 1732076 w 2013538"/>
              <a:gd name="connsiteY6" fmla="*/ 258189 h 1242639"/>
              <a:gd name="connsiteX7" fmla="*/ 1676658 w 2013538"/>
              <a:gd name="connsiteY7" fmla="*/ 165826 h 1242639"/>
              <a:gd name="connsiteX8" fmla="*/ 1334912 w 2013538"/>
              <a:gd name="connsiteY8" fmla="*/ 461389 h 1242639"/>
              <a:gd name="connsiteX9" fmla="*/ 771494 w 2013538"/>
              <a:gd name="connsiteY9" fmla="*/ 987862 h 1242639"/>
              <a:gd name="connsiteX10" fmla="*/ 88003 w 2013538"/>
              <a:gd name="connsiteY10" fmla="*/ 941680 h 1242639"/>
              <a:gd name="connsiteX11" fmla="*/ 74778 w 2013538"/>
              <a:gd name="connsiteY11" fmla="*/ 925686 h 1242639"/>
              <a:gd name="connsiteX12" fmla="*/ 4876 w 2013538"/>
              <a:gd name="connsiteY12" fmla="*/ 1024808 h 1242639"/>
              <a:gd name="connsiteX0" fmla="*/ 4876 w 2013538"/>
              <a:gd name="connsiteY0" fmla="*/ 1080226 h 1242639"/>
              <a:gd name="connsiteX1" fmla="*/ 143422 w 2013538"/>
              <a:gd name="connsiteY1" fmla="*/ 1218771 h 1242639"/>
              <a:gd name="connsiteX2" fmla="*/ 956222 w 2013538"/>
              <a:gd name="connsiteY2" fmla="*/ 646117 h 1242639"/>
              <a:gd name="connsiteX3" fmla="*/ 1612003 w 2013538"/>
              <a:gd name="connsiteY3" fmla="*/ 110408 h 1242639"/>
              <a:gd name="connsiteX4" fmla="*/ 1999931 w 2013538"/>
              <a:gd name="connsiteY4" fmla="*/ 8808 h 1242639"/>
              <a:gd name="connsiteX5" fmla="*/ 1907567 w 2013538"/>
              <a:gd name="connsiteY5" fmla="*/ 248953 h 1242639"/>
              <a:gd name="connsiteX6" fmla="*/ 1732076 w 2013538"/>
              <a:gd name="connsiteY6" fmla="*/ 258189 h 1242639"/>
              <a:gd name="connsiteX7" fmla="*/ 1676658 w 2013538"/>
              <a:gd name="connsiteY7" fmla="*/ 165826 h 1242639"/>
              <a:gd name="connsiteX8" fmla="*/ 1334912 w 2013538"/>
              <a:gd name="connsiteY8" fmla="*/ 461389 h 1242639"/>
              <a:gd name="connsiteX9" fmla="*/ 771494 w 2013538"/>
              <a:gd name="connsiteY9" fmla="*/ 987862 h 1242639"/>
              <a:gd name="connsiteX10" fmla="*/ 88003 w 2013538"/>
              <a:gd name="connsiteY10" fmla="*/ 941680 h 1242639"/>
              <a:gd name="connsiteX11" fmla="*/ 4876 w 2013538"/>
              <a:gd name="connsiteY11" fmla="*/ 1024808 h 1242639"/>
              <a:gd name="connsiteX0" fmla="*/ 4876 w 2013538"/>
              <a:gd name="connsiteY0" fmla="*/ 1080226 h 1242639"/>
              <a:gd name="connsiteX1" fmla="*/ 143422 w 2013538"/>
              <a:gd name="connsiteY1" fmla="*/ 1218771 h 1242639"/>
              <a:gd name="connsiteX2" fmla="*/ 956222 w 2013538"/>
              <a:gd name="connsiteY2" fmla="*/ 646117 h 1242639"/>
              <a:gd name="connsiteX3" fmla="*/ 1612003 w 2013538"/>
              <a:gd name="connsiteY3" fmla="*/ 110408 h 1242639"/>
              <a:gd name="connsiteX4" fmla="*/ 1999931 w 2013538"/>
              <a:gd name="connsiteY4" fmla="*/ 8808 h 1242639"/>
              <a:gd name="connsiteX5" fmla="*/ 1907567 w 2013538"/>
              <a:gd name="connsiteY5" fmla="*/ 248953 h 1242639"/>
              <a:gd name="connsiteX6" fmla="*/ 1732076 w 2013538"/>
              <a:gd name="connsiteY6" fmla="*/ 258189 h 1242639"/>
              <a:gd name="connsiteX7" fmla="*/ 1676658 w 2013538"/>
              <a:gd name="connsiteY7" fmla="*/ 165826 h 1242639"/>
              <a:gd name="connsiteX8" fmla="*/ 1334912 w 2013538"/>
              <a:gd name="connsiteY8" fmla="*/ 461389 h 1242639"/>
              <a:gd name="connsiteX9" fmla="*/ 771494 w 2013538"/>
              <a:gd name="connsiteY9" fmla="*/ 987862 h 1242639"/>
              <a:gd name="connsiteX10" fmla="*/ 88003 w 2013538"/>
              <a:gd name="connsiteY10" fmla="*/ 941680 h 1242639"/>
              <a:gd name="connsiteX0" fmla="*/ 4876 w 2013538"/>
              <a:gd name="connsiteY0" fmla="*/ 1080226 h 1242639"/>
              <a:gd name="connsiteX1" fmla="*/ 143422 w 2013538"/>
              <a:gd name="connsiteY1" fmla="*/ 1218771 h 1242639"/>
              <a:gd name="connsiteX2" fmla="*/ 956222 w 2013538"/>
              <a:gd name="connsiteY2" fmla="*/ 646117 h 1242639"/>
              <a:gd name="connsiteX3" fmla="*/ 1612003 w 2013538"/>
              <a:gd name="connsiteY3" fmla="*/ 110408 h 1242639"/>
              <a:gd name="connsiteX4" fmla="*/ 1999931 w 2013538"/>
              <a:gd name="connsiteY4" fmla="*/ 8808 h 1242639"/>
              <a:gd name="connsiteX5" fmla="*/ 1907567 w 2013538"/>
              <a:gd name="connsiteY5" fmla="*/ 248953 h 1242639"/>
              <a:gd name="connsiteX6" fmla="*/ 1732076 w 2013538"/>
              <a:gd name="connsiteY6" fmla="*/ 258189 h 1242639"/>
              <a:gd name="connsiteX7" fmla="*/ 1676658 w 2013538"/>
              <a:gd name="connsiteY7" fmla="*/ 165826 h 1242639"/>
              <a:gd name="connsiteX8" fmla="*/ 1334912 w 2013538"/>
              <a:gd name="connsiteY8" fmla="*/ 461389 h 1242639"/>
              <a:gd name="connsiteX9" fmla="*/ 771494 w 2013538"/>
              <a:gd name="connsiteY9" fmla="*/ 987862 h 1242639"/>
              <a:gd name="connsiteX0" fmla="*/ 4876 w 2013538"/>
              <a:gd name="connsiteY0" fmla="*/ 1080226 h 1242639"/>
              <a:gd name="connsiteX1" fmla="*/ 143422 w 2013538"/>
              <a:gd name="connsiteY1" fmla="*/ 1218771 h 1242639"/>
              <a:gd name="connsiteX2" fmla="*/ 956222 w 2013538"/>
              <a:gd name="connsiteY2" fmla="*/ 646117 h 1242639"/>
              <a:gd name="connsiteX3" fmla="*/ 1612003 w 2013538"/>
              <a:gd name="connsiteY3" fmla="*/ 110408 h 1242639"/>
              <a:gd name="connsiteX4" fmla="*/ 1999931 w 2013538"/>
              <a:gd name="connsiteY4" fmla="*/ 8808 h 1242639"/>
              <a:gd name="connsiteX5" fmla="*/ 1907567 w 2013538"/>
              <a:gd name="connsiteY5" fmla="*/ 248953 h 1242639"/>
              <a:gd name="connsiteX6" fmla="*/ 1732076 w 2013538"/>
              <a:gd name="connsiteY6" fmla="*/ 258189 h 1242639"/>
              <a:gd name="connsiteX7" fmla="*/ 1676658 w 2013538"/>
              <a:gd name="connsiteY7" fmla="*/ 165826 h 1242639"/>
              <a:gd name="connsiteX8" fmla="*/ 1334912 w 2013538"/>
              <a:gd name="connsiteY8" fmla="*/ 461389 h 1242639"/>
              <a:gd name="connsiteX0" fmla="*/ 4876 w 2013538"/>
              <a:gd name="connsiteY0" fmla="*/ 1080226 h 1242639"/>
              <a:gd name="connsiteX1" fmla="*/ 143422 w 2013538"/>
              <a:gd name="connsiteY1" fmla="*/ 1218771 h 1242639"/>
              <a:gd name="connsiteX2" fmla="*/ 956222 w 2013538"/>
              <a:gd name="connsiteY2" fmla="*/ 646117 h 1242639"/>
              <a:gd name="connsiteX3" fmla="*/ 1612003 w 2013538"/>
              <a:gd name="connsiteY3" fmla="*/ 110408 h 1242639"/>
              <a:gd name="connsiteX4" fmla="*/ 1999931 w 2013538"/>
              <a:gd name="connsiteY4" fmla="*/ 8808 h 1242639"/>
              <a:gd name="connsiteX5" fmla="*/ 1907567 w 2013538"/>
              <a:gd name="connsiteY5" fmla="*/ 248953 h 1242639"/>
              <a:gd name="connsiteX6" fmla="*/ 1732076 w 2013538"/>
              <a:gd name="connsiteY6" fmla="*/ 258189 h 1242639"/>
              <a:gd name="connsiteX7" fmla="*/ 1676658 w 2013538"/>
              <a:gd name="connsiteY7" fmla="*/ 165826 h 1242639"/>
              <a:gd name="connsiteX0" fmla="*/ 4876 w 2013538"/>
              <a:gd name="connsiteY0" fmla="*/ 1080226 h 1242639"/>
              <a:gd name="connsiteX1" fmla="*/ 143422 w 2013538"/>
              <a:gd name="connsiteY1" fmla="*/ 1218771 h 1242639"/>
              <a:gd name="connsiteX2" fmla="*/ 956222 w 2013538"/>
              <a:gd name="connsiteY2" fmla="*/ 646117 h 1242639"/>
              <a:gd name="connsiteX3" fmla="*/ 1612003 w 2013538"/>
              <a:gd name="connsiteY3" fmla="*/ 110408 h 1242639"/>
              <a:gd name="connsiteX4" fmla="*/ 1999931 w 2013538"/>
              <a:gd name="connsiteY4" fmla="*/ 8808 h 1242639"/>
              <a:gd name="connsiteX5" fmla="*/ 1907567 w 2013538"/>
              <a:gd name="connsiteY5" fmla="*/ 248953 h 1242639"/>
              <a:gd name="connsiteX6" fmla="*/ 1732076 w 2013538"/>
              <a:gd name="connsiteY6" fmla="*/ 258189 h 1242639"/>
              <a:gd name="connsiteX0" fmla="*/ 4876 w 2013538"/>
              <a:gd name="connsiteY0" fmla="*/ 1080226 h 1242639"/>
              <a:gd name="connsiteX1" fmla="*/ 143422 w 2013538"/>
              <a:gd name="connsiteY1" fmla="*/ 1218771 h 1242639"/>
              <a:gd name="connsiteX2" fmla="*/ 956222 w 2013538"/>
              <a:gd name="connsiteY2" fmla="*/ 646117 h 1242639"/>
              <a:gd name="connsiteX3" fmla="*/ 1612003 w 2013538"/>
              <a:gd name="connsiteY3" fmla="*/ 110408 h 1242639"/>
              <a:gd name="connsiteX4" fmla="*/ 1999931 w 2013538"/>
              <a:gd name="connsiteY4" fmla="*/ 8808 h 1242639"/>
              <a:gd name="connsiteX5" fmla="*/ 1907567 w 2013538"/>
              <a:gd name="connsiteY5" fmla="*/ 248953 h 1242639"/>
              <a:gd name="connsiteX0" fmla="*/ 4876 w 1999931"/>
              <a:gd name="connsiteY0" fmla="*/ 1080226 h 1242639"/>
              <a:gd name="connsiteX1" fmla="*/ 143422 w 1999931"/>
              <a:gd name="connsiteY1" fmla="*/ 1218771 h 1242639"/>
              <a:gd name="connsiteX2" fmla="*/ 956222 w 1999931"/>
              <a:gd name="connsiteY2" fmla="*/ 646117 h 1242639"/>
              <a:gd name="connsiteX3" fmla="*/ 1612003 w 1999931"/>
              <a:gd name="connsiteY3" fmla="*/ 110408 h 1242639"/>
              <a:gd name="connsiteX4" fmla="*/ 1999931 w 1999931"/>
              <a:gd name="connsiteY4" fmla="*/ 8808 h 1242639"/>
              <a:gd name="connsiteX0" fmla="*/ 74 w 3206709"/>
              <a:gd name="connsiteY0" fmla="*/ 150586 h 1228402"/>
              <a:gd name="connsiteX1" fmla="*/ 1350200 w 3206709"/>
              <a:gd name="connsiteY1" fmla="*/ 1218771 h 1228402"/>
              <a:gd name="connsiteX2" fmla="*/ 2163000 w 3206709"/>
              <a:gd name="connsiteY2" fmla="*/ 646117 h 1228402"/>
              <a:gd name="connsiteX3" fmla="*/ 2818781 w 3206709"/>
              <a:gd name="connsiteY3" fmla="*/ 110408 h 1228402"/>
              <a:gd name="connsiteX4" fmla="*/ 3206709 w 3206709"/>
              <a:gd name="connsiteY4" fmla="*/ 8808 h 1228402"/>
              <a:gd name="connsiteX0" fmla="*/ 46 w 3206681"/>
              <a:gd name="connsiteY0" fmla="*/ 1031344 h 1555488"/>
              <a:gd name="connsiteX1" fmla="*/ 1997872 w 3206681"/>
              <a:gd name="connsiteY1" fmla="*/ 4029 h 1555488"/>
              <a:gd name="connsiteX2" fmla="*/ 2162972 w 3206681"/>
              <a:gd name="connsiteY2" fmla="*/ 1526875 h 1555488"/>
              <a:gd name="connsiteX3" fmla="*/ 2818753 w 3206681"/>
              <a:gd name="connsiteY3" fmla="*/ 991166 h 1555488"/>
              <a:gd name="connsiteX4" fmla="*/ 3206681 w 3206681"/>
              <a:gd name="connsiteY4" fmla="*/ 889566 h 1555488"/>
              <a:gd name="connsiteX0" fmla="*/ 44 w 3206679"/>
              <a:gd name="connsiteY0" fmla="*/ 1052275 h 1059909"/>
              <a:gd name="connsiteX1" fmla="*/ 1997870 w 3206679"/>
              <a:gd name="connsiteY1" fmla="*/ 24960 h 1059909"/>
              <a:gd name="connsiteX2" fmla="*/ 1660050 w 3206679"/>
              <a:gd name="connsiteY2" fmla="*/ 374326 h 1059909"/>
              <a:gd name="connsiteX3" fmla="*/ 2818751 w 3206679"/>
              <a:gd name="connsiteY3" fmla="*/ 1012097 h 1059909"/>
              <a:gd name="connsiteX4" fmla="*/ 3206679 w 3206679"/>
              <a:gd name="connsiteY4" fmla="*/ 910497 h 1059909"/>
              <a:gd name="connsiteX0" fmla="*/ 44 w 3206679"/>
              <a:gd name="connsiteY0" fmla="*/ 1046324 h 1053958"/>
              <a:gd name="connsiteX1" fmla="*/ 1997870 w 3206679"/>
              <a:gd name="connsiteY1" fmla="*/ 19009 h 1053958"/>
              <a:gd name="connsiteX2" fmla="*/ 1660050 w 3206679"/>
              <a:gd name="connsiteY2" fmla="*/ 368375 h 1053958"/>
              <a:gd name="connsiteX3" fmla="*/ 1904351 w 3206679"/>
              <a:gd name="connsiteY3" fmla="*/ 236526 h 1053958"/>
              <a:gd name="connsiteX4" fmla="*/ 3206679 w 3206679"/>
              <a:gd name="connsiteY4" fmla="*/ 904546 h 1053958"/>
              <a:gd name="connsiteX0" fmla="*/ 44 w 3206679"/>
              <a:gd name="connsiteY0" fmla="*/ 1046324 h 1053958"/>
              <a:gd name="connsiteX1" fmla="*/ 1997870 w 3206679"/>
              <a:gd name="connsiteY1" fmla="*/ 19009 h 1053958"/>
              <a:gd name="connsiteX2" fmla="*/ 1660050 w 3206679"/>
              <a:gd name="connsiteY2" fmla="*/ 368375 h 1053958"/>
              <a:gd name="connsiteX3" fmla="*/ 1904351 w 3206679"/>
              <a:gd name="connsiteY3" fmla="*/ 236526 h 1053958"/>
              <a:gd name="connsiteX4" fmla="*/ 2218787 w 3206679"/>
              <a:gd name="connsiteY4" fmla="*/ 388864 h 1053958"/>
              <a:gd name="connsiteX5" fmla="*/ 3206679 w 3206679"/>
              <a:gd name="connsiteY5" fmla="*/ 904546 h 1053958"/>
              <a:gd name="connsiteX0" fmla="*/ 44 w 3206679"/>
              <a:gd name="connsiteY0" fmla="*/ 1046324 h 1053958"/>
              <a:gd name="connsiteX1" fmla="*/ 1997870 w 3206679"/>
              <a:gd name="connsiteY1" fmla="*/ 19009 h 1053958"/>
              <a:gd name="connsiteX2" fmla="*/ 1660050 w 3206679"/>
              <a:gd name="connsiteY2" fmla="*/ 368375 h 1053958"/>
              <a:gd name="connsiteX3" fmla="*/ 1904351 w 3206679"/>
              <a:gd name="connsiteY3" fmla="*/ 236526 h 1053958"/>
              <a:gd name="connsiteX4" fmla="*/ 54707 w 3206679"/>
              <a:gd name="connsiteY4" fmla="*/ 945124 h 1053958"/>
              <a:gd name="connsiteX5" fmla="*/ 3206679 w 3206679"/>
              <a:gd name="connsiteY5" fmla="*/ 904546 h 1053958"/>
              <a:gd name="connsiteX0" fmla="*/ 44 w 3206679"/>
              <a:gd name="connsiteY0" fmla="*/ 1046324 h 1053958"/>
              <a:gd name="connsiteX1" fmla="*/ 1997870 w 3206679"/>
              <a:gd name="connsiteY1" fmla="*/ 19009 h 1053958"/>
              <a:gd name="connsiteX2" fmla="*/ 1660050 w 3206679"/>
              <a:gd name="connsiteY2" fmla="*/ 368375 h 1053958"/>
              <a:gd name="connsiteX3" fmla="*/ 1904351 w 3206679"/>
              <a:gd name="connsiteY3" fmla="*/ 236526 h 1053958"/>
              <a:gd name="connsiteX4" fmla="*/ 54707 w 3206679"/>
              <a:gd name="connsiteY4" fmla="*/ 945124 h 1053958"/>
              <a:gd name="connsiteX5" fmla="*/ 984347 w 3206679"/>
              <a:gd name="connsiteY5" fmla="*/ 929884 h 1053958"/>
              <a:gd name="connsiteX6" fmla="*/ 3206679 w 3206679"/>
              <a:gd name="connsiteY6" fmla="*/ 904546 h 1053958"/>
              <a:gd name="connsiteX0" fmla="*/ 29157 w 3235792"/>
              <a:gd name="connsiteY0" fmla="*/ 1046324 h 1059424"/>
              <a:gd name="connsiteX1" fmla="*/ 2026983 w 3235792"/>
              <a:gd name="connsiteY1" fmla="*/ 19009 h 1059424"/>
              <a:gd name="connsiteX2" fmla="*/ 1689163 w 3235792"/>
              <a:gd name="connsiteY2" fmla="*/ 368375 h 1059424"/>
              <a:gd name="connsiteX3" fmla="*/ 1933464 w 3235792"/>
              <a:gd name="connsiteY3" fmla="*/ 236526 h 1059424"/>
              <a:gd name="connsiteX4" fmla="*/ 83820 w 3235792"/>
              <a:gd name="connsiteY4" fmla="*/ 945124 h 1059424"/>
              <a:gd name="connsiteX5" fmla="*/ 0 w 3235792"/>
              <a:gd name="connsiteY5" fmla="*/ 1059424 h 1059424"/>
              <a:gd name="connsiteX6" fmla="*/ 3235792 w 3235792"/>
              <a:gd name="connsiteY6" fmla="*/ 904546 h 1059424"/>
              <a:gd name="connsiteX0" fmla="*/ 2653145 w 4723868"/>
              <a:gd name="connsiteY0" fmla="*/ 1046324 h 1059424"/>
              <a:gd name="connsiteX1" fmla="*/ 4650971 w 4723868"/>
              <a:gd name="connsiteY1" fmla="*/ 19009 h 1059424"/>
              <a:gd name="connsiteX2" fmla="*/ 4313151 w 4723868"/>
              <a:gd name="connsiteY2" fmla="*/ 368375 h 1059424"/>
              <a:gd name="connsiteX3" fmla="*/ 4557452 w 4723868"/>
              <a:gd name="connsiteY3" fmla="*/ 236526 h 1059424"/>
              <a:gd name="connsiteX4" fmla="*/ 2707808 w 4723868"/>
              <a:gd name="connsiteY4" fmla="*/ 945124 h 1059424"/>
              <a:gd name="connsiteX5" fmla="*/ 2623988 w 4723868"/>
              <a:gd name="connsiteY5" fmla="*/ 1059424 h 1059424"/>
              <a:gd name="connsiteX6" fmla="*/ 0 w 4723868"/>
              <a:gd name="connsiteY6" fmla="*/ 5386 h 1059424"/>
              <a:gd name="connsiteX0" fmla="*/ 2653145 w 4684783"/>
              <a:gd name="connsiteY0" fmla="*/ 1040938 h 1054038"/>
              <a:gd name="connsiteX1" fmla="*/ 3327886 w 4684783"/>
              <a:gd name="connsiteY1" fmla="*/ 731141 h 1054038"/>
              <a:gd name="connsiteX2" fmla="*/ 4650971 w 4684783"/>
              <a:gd name="connsiteY2" fmla="*/ 13623 h 1054038"/>
              <a:gd name="connsiteX3" fmla="*/ 4313151 w 4684783"/>
              <a:gd name="connsiteY3" fmla="*/ 362989 h 1054038"/>
              <a:gd name="connsiteX4" fmla="*/ 4557452 w 4684783"/>
              <a:gd name="connsiteY4" fmla="*/ 231140 h 1054038"/>
              <a:gd name="connsiteX5" fmla="*/ 2707808 w 4684783"/>
              <a:gd name="connsiteY5" fmla="*/ 939738 h 1054038"/>
              <a:gd name="connsiteX6" fmla="*/ 2623988 w 4684783"/>
              <a:gd name="connsiteY6" fmla="*/ 1054038 h 1054038"/>
              <a:gd name="connsiteX7" fmla="*/ 0 w 4684783"/>
              <a:gd name="connsiteY7" fmla="*/ 0 h 1054038"/>
              <a:gd name="connsiteX0" fmla="*/ 2653145 w 4681800"/>
              <a:gd name="connsiteY0" fmla="*/ 1043150 h 1056250"/>
              <a:gd name="connsiteX1" fmla="*/ 3385036 w 4681800"/>
              <a:gd name="connsiteY1" fmla="*/ 971478 h 1056250"/>
              <a:gd name="connsiteX2" fmla="*/ 4650971 w 4681800"/>
              <a:gd name="connsiteY2" fmla="*/ 15835 h 1056250"/>
              <a:gd name="connsiteX3" fmla="*/ 4313151 w 4681800"/>
              <a:gd name="connsiteY3" fmla="*/ 365201 h 1056250"/>
              <a:gd name="connsiteX4" fmla="*/ 4557452 w 4681800"/>
              <a:gd name="connsiteY4" fmla="*/ 233352 h 1056250"/>
              <a:gd name="connsiteX5" fmla="*/ 2707808 w 4681800"/>
              <a:gd name="connsiteY5" fmla="*/ 941950 h 1056250"/>
              <a:gd name="connsiteX6" fmla="*/ 2623988 w 4681800"/>
              <a:gd name="connsiteY6" fmla="*/ 1056250 h 1056250"/>
              <a:gd name="connsiteX7" fmla="*/ 0 w 4681800"/>
              <a:gd name="connsiteY7" fmla="*/ 2212 h 1056250"/>
              <a:gd name="connsiteX0" fmla="*/ 2653145 w 4674579"/>
              <a:gd name="connsiteY0" fmla="*/ 1040938 h 1054038"/>
              <a:gd name="connsiteX1" fmla="*/ 3529816 w 4674579"/>
              <a:gd name="connsiteY1" fmla="*/ 496826 h 1054038"/>
              <a:gd name="connsiteX2" fmla="*/ 4650971 w 4674579"/>
              <a:gd name="connsiteY2" fmla="*/ 13623 h 1054038"/>
              <a:gd name="connsiteX3" fmla="*/ 4313151 w 4674579"/>
              <a:gd name="connsiteY3" fmla="*/ 362989 h 1054038"/>
              <a:gd name="connsiteX4" fmla="*/ 4557452 w 4674579"/>
              <a:gd name="connsiteY4" fmla="*/ 231140 h 1054038"/>
              <a:gd name="connsiteX5" fmla="*/ 2707808 w 4674579"/>
              <a:gd name="connsiteY5" fmla="*/ 939738 h 1054038"/>
              <a:gd name="connsiteX6" fmla="*/ 2623988 w 4674579"/>
              <a:gd name="connsiteY6" fmla="*/ 1054038 h 1054038"/>
              <a:gd name="connsiteX7" fmla="*/ 0 w 4674579"/>
              <a:gd name="connsiteY7" fmla="*/ 0 h 1054038"/>
              <a:gd name="connsiteX0" fmla="*/ 2653145 w 4674579"/>
              <a:gd name="connsiteY0" fmla="*/ 1040938 h 1054038"/>
              <a:gd name="connsiteX1" fmla="*/ 3529816 w 4674579"/>
              <a:gd name="connsiteY1" fmla="*/ 496826 h 1054038"/>
              <a:gd name="connsiteX2" fmla="*/ 4650971 w 4674579"/>
              <a:gd name="connsiteY2" fmla="*/ 13623 h 1054038"/>
              <a:gd name="connsiteX3" fmla="*/ 4313151 w 4674579"/>
              <a:gd name="connsiteY3" fmla="*/ 362989 h 1054038"/>
              <a:gd name="connsiteX4" fmla="*/ 4557452 w 4674579"/>
              <a:gd name="connsiteY4" fmla="*/ 231140 h 1054038"/>
              <a:gd name="connsiteX5" fmla="*/ 3667930 w 4674579"/>
              <a:gd name="connsiteY5" fmla="*/ 551118 h 1054038"/>
              <a:gd name="connsiteX6" fmla="*/ 2707808 w 4674579"/>
              <a:gd name="connsiteY6" fmla="*/ 939738 h 1054038"/>
              <a:gd name="connsiteX7" fmla="*/ 2623988 w 4674579"/>
              <a:gd name="connsiteY7" fmla="*/ 1054038 h 1054038"/>
              <a:gd name="connsiteX8" fmla="*/ 0 w 4674579"/>
              <a:gd name="connsiteY8" fmla="*/ 0 h 1054038"/>
              <a:gd name="connsiteX0" fmla="*/ 2653145 w 4674579"/>
              <a:gd name="connsiteY0" fmla="*/ 1040938 h 1054038"/>
              <a:gd name="connsiteX1" fmla="*/ 3529816 w 4674579"/>
              <a:gd name="connsiteY1" fmla="*/ 496826 h 1054038"/>
              <a:gd name="connsiteX2" fmla="*/ 4650971 w 4674579"/>
              <a:gd name="connsiteY2" fmla="*/ 13623 h 1054038"/>
              <a:gd name="connsiteX3" fmla="*/ 4313151 w 4674579"/>
              <a:gd name="connsiteY3" fmla="*/ 362989 h 1054038"/>
              <a:gd name="connsiteX4" fmla="*/ 4557452 w 4674579"/>
              <a:gd name="connsiteY4" fmla="*/ 231140 h 1054038"/>
              <a:gd name="connsiteX5" fmla="*/ 3286930 w 4674579"/>
              <a:gd name="connsiteY5" fmla="*/ 932118 h 1054038"/>
              <a:gd name="connsiteX6" fmla="*/ 2707808 w 4674579"/>
              <a:gd name="connsiteY6" fmla="*/ 939738 h 1054038"/>
              <a:gd name="connsiteX7" fmla="*/ 2623988 w 4674579"/>
              <a:gd name="connsiteY7" fmla="*/ 1054038 h 1054038"/>
              <a:gd name="connsiteX8" fmla="*/ 0 w 4674579"/>
              <a:gd name="connsiteY8" fmla="*/ 0 h 1054038"/>
              <a:gd name="connsiteX0" fmla="*/ 2653145 w 4640243"/>
              <a:gd name="connsiteY0" fmla="*/ 1045007 h 1058107"/>
              <a:gd name="connsiteX1" fmla="*/ 3529816 w 4640243"/>
              <a:gd name="connsiteY1" fmla="*/ 500895 h 1058107"/>
              <a:gd name="connsiteX2" fmla="*/ 4615253 w 4640243"/>
              <a:gd name="connsiteY2" fmla="*/ 1023 h 1058107"/>
              <a:gd name="connsiteX3" fmla="*/ 4313151 w 4640243"/>
              <a:gd name="connsiteY3" fmla="*/ 367058 h 1058107"/>
              <a:gd name="connsiteX4" fmla="*/ 4557452 w 4640243"/>
              <a:gd name="connsiteY4" fmla="*/ 235209 h 1058107"/>
              <a:gd name="connsiteX5" fmla="*/ 3286930 w 4640243"/>
              <a:gd name="connsiteY5" fmla="*/ 936187 h 1058107"/>
              <a:gd name="connsiteX6" fmla="*/ 2707808 w 4640243"/>
              <a:gd name="connsiteY6" fmla="*/ 943807 h 1058107"/>
              <a:gd name="connsiteX7" fmla="*/ 2623988 w 4640243"/>
              <a:gd name="connsiteY7" fmla="*/ 1058107 h 1058107"/>
              <a:gd name="connsiteX8" fmla="*/ 0 w 4640243"/>
              <a:gd name="connsiteY8" fmla="*/ 4069 h 1058107"/>
              <a:gd name="connsiteX0" fmla="*/ 2653145 w 4639546"/>
              <a:gd name="connsiteY0" fmla="*/ 1044744 h 1057844"/>
              <a:gd name="connsiteX1" fmla="*/ 3529816 w 4639546"/>
              <a:gd name="connsiteY1" fmla="*/ 500632 h 1057844"/>
              <a:gd name="connsiteX2" fmla="*/ 4615253 w 4639546"/>
              <a:gd name="connsiteY2" fmla="*/ 760 h 1057844"/>
              <a:gd name="connsiteX3" fmla="*/ 4306007 w 4639546"/>
              <a:gd name="connsiteY3" fmla="*/ 383464 h 1057844"/>
              <a:gd name="connsiteX4" fmla="*/ 4557452 w 4639546"/>
              <a:gd name="connsiteY4" fmla="*/ 234946 h 1057844"/>
              <a:gd name="connsiteX5" fmla="*/ 3286930 w 4639546"/>
              <a:gd name="connsiteY5" fmla="*/ 935924 h 1057844"/>
              <a:gd name="connsiteX6" fmla="*/ 2707808 w 4639546"/>
              <a:gd name="connsiteY6" fmla="*/ 943544 h 1057844"/>
              <a:gd name="connsiteX7" fmla="*/ 2623988 w 4639546"/>
              <a:gd name="connsiteY7" fmla="*/ 1057844 h 1057844"/>
              <a:gd name="connsiteX8" fmla="*/ 0 w 4639546"/>
              <a:gd name="connsiteY8" fmla="*/ 3806 h 1057844"/>
              <a:gd name="connsiteX0" fmla="*/ 2653145 w 4639688"/>
              <a:gd name="connsiteY0" fmla="*/ 1044737 h 1057837"/>
              <a:gd name="connsiteX1" fmla="*/ 3529816 w 4639688"/>
              <a:gd name="connsiteY1" fmla="*/ 500625 h 1057837"/>
              <a:gd name="connsiteX2" fmla="*/ 4615253 w 4639688"/>
              <a:gd name="connsiteY2" fmla="*/ 753 h 1057837"/>
              <a:gd name="connsiteX3" fmla="*/ 4306007 w 4639688"/>
              <a:gd name="connsiteY3" fmla="*/ 383457 h 1057837"/>
              <a:gd name="connsiteX4" fmla="*/ 4538402 w 4639688"/>
              <a:gd name="connsiteY4" fmla="*/ 213508 h 1057837"/>
              <a:gd name="connsiteX5" fmla="*/ 3286930 w 4639688"/>
              <a:gd name="connsiteY5" fmla="*/ 935917 h 1057837"/>
              <a:gd name="connsiteX6" fmla="*/ 2707808 w 4639688"/>
              <a:gd name="connsiteY6" fmla="*/ 943537 h 1057837"/>
              <a:gd name="connsiteX7" fmla="*/ 2623988 w 4639688"/>
              <a:gd name="connsiteY7" fmla="*/ 1057837 h 1057837"/>
              <a:gd name="connsiteX8" fmla="*/ 0 w 4639688"/>
              <a:gd name="connsiteY8" fmla="*/ 3799 h 1057837"/>
              <a:gd name="connsiteX0" fmla="*/ 2653145 w 4639688"/>
              <a:gd name="connsiteY0" fmla="*/ 1044737 h 1057837"/>
              <a:gd name="connsiteX1" fmla="*/ 3529816 w 4639688"/>
              <a:gd name="connsiteY1" fmla="*/ 500625 h 1057837"/>
              <a:gd name="connsiteX2" fmla="*/ 4615253 w 4639688"/>
              <a:gd name="connsiteY2" fmla="*/ 753 h 1057837"/>
              <a:gd name="connsiteX3" fmla="*/ 4306007 w 4639688"/>
              <a:gd name="connsiteY3" fmla="*/ 383457 h 1057837"/>
              <a:gd name="connsiteX4" fmla="*/ 4538402 w 4639688"/>
              <a:gd name="connsiteY4" fmla="*/ 213508 h 1057837"/>
              <a:gd name="connsiteX5" fmla="*/ 3286930 w 4639688"/>
              <a:gd name="connsiteY5" fmla="*/ 935917 h 1057837"/>
              <a:gd name="connsiteX6" fmla="*/ 2707808 w 4639688"/>
              <a:gd name="connsiteY6" fmla="*/ 943537 h 1057837"/>
              <a:gd name="connsiteX7" fmla="*/ 2623988 w 4639688"/>
              <a:gd name="connsiteY7" fmla="*/ 1057837 h 1057837"/>
              <a:gd name="connsiteX8" fmla="*/ 0 w 4639688"/>
              <a:gd name="connsiteY8" fmla="*/ 3799 h 1057837"/>
              <a:gd name="connsiteX0" fmla="*/ 2653145 w 4622558"/>
              <a:gd name="connsiteY0" fmla="*/ 1059993 h 1073093"/>
              <a:gd name="connsiteX1" fmla="*/ 3529816 w 4622558"/>
              <a:gd name="connsiteY1" fmla="*/ 515881 h 1073093"/>
              <a:gd name="connsiteX2" fmla="*/ 4615253 w 4622558"/>
              <a:gd name="connsiteY2" fmla="*/ 16009 h 1073093"/>
              <a:gd name="connsiteX3" fmla="*/ 4306007 w 4622558"/>
              <a:gd name="connsiteY3" fmla="*/ 398713 h 1073093"/>
              <a:gd name="connsiteX4" fmla="*/ 4538402 w 4622558"/>
              <a:gd name="connsiteY4" fmla="*/ 228764 h 1073093"/>
              <a:gd name="connsiteX5" fmla="*/ 3286930 w 4622558"/>
              <a:gd name="connsiteY5" fmla="*/ 951173 h 1073093"/>
              <a:gd name="connsiteX6" fmla="*/ 2707808 w 4622558"/>
              <a:gd name="connsiteY6" fmla="*/ 958793 h 1073093"/>
              <a:gd name="connsiteX7" fmla="*/ 2623988 w 4622558"/>
              <a:gd name="connsiteY7" fmla="*/ 1073093 h 1073093"/>
              <a:gd name="connsiteX8" fmla="*/ 0 w 4622558"/>
              <a:gd name="connsiteY8" fmla="*/ 19055 h 1073093"/>
              <a:gd name="connsiteX0" fmla="*/ 2653145 w 4666822"/>
              <a:gd name="connsiteY0" fmla="*/ 1057461 h 1070561"/>
              <a:gd name="connsiteX1" fmla="*/ 3529816 w 4666822"/>
              <a:gd name="connsiteY1" fmla="*/ 513349 h 1070561"/>
              <a:gd name="connsiteX2" fmla="*/ 4615253 w 4666822"/>
              <a:gd name="connsiteY2" fmla="*/ 13477 h 1070561"/>
              <a:gd name="connsiteX3" fmla="*/ 4473269 w 4666822"/>
              <a:gd name="connsiteY3" fmla="*/ 164257 h 1070561"/>
              <a:gd name="connsiteX4" fmla="*/ 4306007 w 4666822"/>
              <a:gd name="connsiteY4" fmla="*/ 396181 h 1070561"/>
              <a:gd name="connsiteX5" fmla="*/ 4538402 w 4666822"/>
              <a:gd name="connsiteY5" fmla="*/ 226232 h 1070561"/>
              <a:gd name="connsiteX6" fmla="*/ 3286930 w 4666822"/>
              <a:gd name="connsiteY6" fmla="*/ 948641 h 1070561"/>
              <a:gd name="connsiteX7" fmla="*/ 2707808 w 4666822"/>
              <a:gd name="connsiteY7" fmla="*/ 956261 h 1070561"/>
              <a:gd name="connsiteX8" fmla="*/ 2623988 w 4666822"/>
              <a:gd name="connsiteY8" fmla="*/ 1070561 h 1070561"/>
              <a:gd name="connsiteX9" fmla="*/ 0 w 4666822"/>
              <a:gd name="connsiteY9" fmla="*/ 16523 h 1070561"/>
              <a:gd name="connsiteX0" fmla="*/ 2653145 w 4659905"/>
              <a:gd name="connsiteY0" fmla="*/ 1058716 h 1071816"/>
              <a:gd name="connsiteX1" fmla="*/ 3529816 w 4659905"/>
              <a:gd name="connsiteY1" fmla="*/ 514604 h 1071816"/>
              <a:gd name="connsiteX2" fmla="*/ 4615253 w 4659905"/>
              <a:gd name="connsiteY2" fmla="*/ 14732 h 1071816"/>
              <a:gd name="connsiteX3" fmla="*/ 4437550 w 4659905"/>
              <a:gd name="connsiteY3" fmla="*/ 155987 h 1071816"/>
              <a:gd name="connsiteX4" fmla="*/ 4306007 w 4659905"/>
              <a:gd name="connsiteY4" fmla="*/ 397436 h 1071816"/>
              <a:gd name="connsiteX5" fmla="*/ 4538402 w 4659905"/>
              <a:gd name="connsiteY5" fmla="*/ 227487 h 1071816"/>
              <a:gd name="connsiteX6" fmla="*/ 3286930 w 4659905"/>
              <a:gd name="connsiteY6" fmla="*/ 949896 h 1071816"/>
              <a:gd name="connsiteX7" fmla="*/ 2707808 w 4659905"/>
              <a:gd name="connsiteY7" fmla="*/ 957516 h 1071816"/>
              <a:gd name="connsiteX8" fmla="*/ 2623988 w 4659905"/>
              <a:gd name="connsiteY8" fmla="*/ 1071816 h 1071816"/>
              <a:gd name="connsiteX9" fmla="*/ 0 w 4659905"/>
              <a:gd name="connsiteY9" fmla="*/ 17778 h 1071816"/>
              <a:gd name="connsiteX0" fmla="*/ 2653145 w 4635875"/>
              <a:gd name="connsiteY0" fmla="*/ 1051592 h 1064692"/>
              <a:gd name="connsiteX1" fmla="*/ 3529816 w 4635875"/>
              <a:gd name="connsiteY1" fmla="*/ 507480 h 1064692"/>
              <a:gd name="connsiteX2" fmla="*/ 4615253 w 4635875"/>
              <a:gd name="connsiteY2" fmla="*/ 7608 h 1064692"/>
              <a:gd name="connsiteX3" fmla="*/ 4437550 w 4635875"/>
              <a:gd name="connsiteY3" fmla="*/ 148863 h 1064692"/>
              <a:gd name="connsiteX4" fmla="*/ 4306007 w 4635875"/>
              <a:gd name="connsiteY4" fmla="*/ 390312 h 1064692"/>
              <a:gd name="connsiteX5" fmla="*/ 4538402 w 4635875"/>
              <a:gd name="connsiteY5" fmla="*/ 220363 h 1064692"/>
              <a:gd name="connsiteX6" fmla="*/ 3286930 w 4635875"/>
              <a:gd name="connsiteY6" fmla="*/ 942772 h 1064692"/>
              <a:gd name="connsiteX7" fmla="*/ 2707808 w 4635875"/>
              <a:gd name="connsiteY7" fmla="*/ 950392 h 1064692"/>
              <a:gd name="connsiteX8" fmla="*/ 2623988 w 4635875"/>
              <a:gd name="connsiteY8" fmla="*/ 1064692 h 1064692"/>
              <a:gd name="connsiteX9" fmla="*/ 0 w 4635875"/>
              <a:gd name="connsiteY9" fmla="*/ 10654 h 1064692"/>
              <a:gd name="connsiteX0" fmla="*/ 2653145 w 4635875"/>
              <a:gd name="connsiteY0" fmla="*/ 1051592 h 1064692"/>
              <a:gd name="connsiteX1" fmla="*/ 3529816 w 4635875"/>
              <a:gd name="connsiteY1" fmla="*/ 507480 h 1064692"/>
              <a:gd name="connsiteX2" fmla="*/ 4615253 w 4635875"/>
              <a:gd name="connsiteY2" fmla="*/ 7608 h 1064692"/>
              <a:gd name="connsiteX3" fmla="*/ 4437550 w 4635875"/>
              <a:gd name="connsiteY3" fmla="*/ 148863 h 1064692"/>
              <a:gd name="connsiteX4" fmla="*/ 4308389 w 4635875"/>
              <a:gd name="connsiteY4" fmla="*/ 397455 h 1064692"/>
              <a:gd name="connsiteX5" fmla="*/ 4538402 w 4635875"/>
              <a:gd name="connsiteY5" fmla="*/ 220363 h 1064692"/>
              <a:gd name="connsiteX6" fmla="*/ 3286930 w 4635875"/>
              <a:gd name="connsiteY6" fmla="*/ 942772 h 1064692"/>
              <a:gd name="connsiteX7" fmla="*/ 2707808 w 4635875"/>
              <a:gd name="connsiteY7" fmla="*/ 950392 h 1064692"/>
              <a:gd name="connsiteX8" fmla="*/ 2623988 w 4635875"/>
              <a:gd name="connsiteY8" fmla="*/ 1064692 h 1064692"/>
              <a:gd name="connsiteX9" fmla="*/ 0 w 4635875"/>
              <a:gd name="connsiteY9" fmla="*/ 10654 h 1064692"/>
              <a:gd name="connsiteX0" fmla="*/ 2653145 w 4635875"/>
              <a:gd name="connsiteY0" fmla="*/ 1051592 h 1064692"/>
              <a:gd name="connsiteX1" fmla="*/ 3529816 w 4635875"/>
              <a:gd name="connsiteY1" fmla="*/ 507480 h 1064692"/>
              <a:gd name="connsiteX2" fmla="*/ 4615253 w 4635875"/>
              <a:gd name="connsiteY2" fmla="*/ 7608 h 1064692"/>
              <a:gd name="connsiteX3" fmla="*/ 4437550 w 4635875"/>
              <a:gd name="connsiteY3" fmla="*/ 148863 h 1064692"/>
              <a:gd name="connsiteX4" fmla="*/ 4308389 w 4635875"/>
              <a:gd name="connsiteY4" fmla="*/ 397455 h 1064692"/>
              <a:gd name="connsiteX5" fmla="*/ 4531259 w 4635875"/>
              <a:gd name="connsiteY5" fmla="*/ 213220 h 1064692"/>
              <a:gd name="connsiteX6" fmla="*/ 3286930 w 4635875"/>
              <a:gd name="connsiteY6" fmla="*/ 942772 h 1064692"/>
              <a:gd name="connsiteX7" fmla="*/ 2707808 w 4635875"/>
              <a:gd name="connsiteY7" fmla="*/ 950392 h 1064692"/>
              <a:gd name="connsiteX8" fmla="*/ 2623988 w 4635875"/>
              <a:gd name="connsiteY8" fmla="*/ 1064692 h 1064692"/>
              <a:gd name="connsiteX9" fmla="*/ 0 w 4635875"/>
              <a:gd name="connsiteY9" fmla="*/ 10654 h 1064692"/>
              <a:gd name="connsiteX0" fmla="*/ 2653145 w 4635875"/>
              <a:gd name="connsiteY0" fmla="*/ 1051592 h 1064692"/>
              <a:gd name="connsiteX1" fmla="*/ 3529816 w 4635875"/>
              <a:gd name="connsiteY1" fmla="*/ 507480 h 1064692"/>
              <a:gd name="connsiteX2" fmla="*/ 4615253 w 4635875"/>
              <a:gd name="connsiteY2" fmla="*/ 7608 h 1064692"/>
              <a:gd name="connsiteX3" fmla="*/ 4437550 w 4635875"/>
              <a:gd name="connsiteY3" fmla="*/ 148863 h 1064692"/>
              <a:gd name="connsiteX4" fmla="*/ 4308389 w 4635875"/>
              <a:gd name="connsiteY4" fmla="*/ 397455 h 1064692"/>
              <a:gd name="connsiteX5" fmla="*/ 4531259 w 4635875"/>
              <a:gd name="connsiteY5" fmla="*/ 213220 h 1064692"/>
              <a:gd name="connsiteX6" fmla="*/ 3286930 w 4635875"/>
              <a:gd name="connsiteY6" fmla="*/ 942772 h 1064692"/>
              <a:gd name="connsiteX7" fmla="*/ 2707808 w 4635875"/>
              <a:gd name="connsiteY7" fmla="*/ 950392 h 1064692"/>
              <a:gd name="connsiteX8" fmla="*/ 2623988 w 4635875"/>
              <a:gd name="connsiteY8" fmla="*/ 1064692 h 1064692"/>
              <a:gd name="connsiteX9" fmla="*/ 0 w 4635875"/>
              <a:gd name="connsiteY9" fmla="*/ 10654 h 1064692"/>
              <a:gd name="connsiteX0" fmla="*/ 2653145 w 4635875"/>
              <a:gd name="connsiteY0" fmla="*/ 1051592 h 1064692"/>
              <a:gd name="connsiteX1" fmla="*/ 3529816 w 4635875"/>
              <a:gd name="connsiteY1" fmla="*/ 507480 h 1064692"/>
              <a:gd name="connsiteX2" fmla="*/ 4615253 w 4635875"/>
              <a:gd name="connsiteY2" fmla="*/ 7608 h 1064692"/>
              <a:gd name="connsiteX3" fmla="*/ 4437550 w 4635875"/>
              <a:gd name="connsiteY3" fmla="*/ 148863 h 1064692"/>
              <a:gd name="connsiteX4" fmla="*/ 4308389 w 4635875"/>
              <a:gd name="connsiteY4" fmla="*/ 397455 h 1064692"/>
              <a:gd name="connsiteX5" fmla="*/ 4531259 w 4635875"/>
              <a:gd name="connsiteY5" fmla="*/ 213220 h 1064692"/>
              <a:gd name="connsiteX6" fmla="*/ 3286930 w 4635875"/>
              <a:gd name="connsiteY6" fmla="*/ 942772 h 1064692"/>
              <a:gd name="connsiteX7" fmla="*/ 2707808 w 4635875"/>
              <a:gd name="connsiteY7" fmla="*/ 950392 h 1064692"/>
              <a:gd name="connsiteX8" fmla="*/ 2623988 w 4635875"/>
              <a:gd name="connsiteY8" fmla="*/ 1064692 h 1064692"/>
              <a:gd name="connsiteX9" fmla="*/ 0 w 4635875"/>
              <a:gd name="connsiteY9" fmla="*/ 10654 h 1064692"/>
              <a:gd name="connsiteX0" fmla="*/ 2653145 w 4635875"/>
              <a:gd name="connsiteY0" fmla="*/ 1051592 h 1064692"/>
              <a:gd name="connsiteX1" fmla="*/ 3529816 w 4635875"/>
              <a:gd name="connsiteY1" fmla="*/ 507480 h 1064692"/>
              <a:gd name="connsiteX2" fmla="*/ 4615253 w 4635875"/>
              <a:gd name="connsiteY2" fmla="*/ 7608 h 1064692"/>
              <a:gd name="connsiteX3" fmla="*/ 4437550 w 4635875"/>
              <a:gd name="connsiteY3" fmla="*/ 148863 h 1064692"/>
              <a:gd name="connsiteX4" fmla="*/ 4308389 w 4635875"/>
              <a:gd name="connsiteY4" fmla="*/ 397455 h 1064692"/>
              <a:gd name="connsiteX5" fmla="*/ 4531259 w 4635875"/>
              <a:gd name="connsiteY5" fmla="*/ 213220 h 1064692"/>
              <a:gd name="connsiteX6" fmla="*/ 3286930 w 4635875"/>
              <a:gd name="connsiteY6" fmla="*/ 942772 h 1064692"/>
              <a:gd name="connsiteX7" fmla="*/ 2707808 w 4635875"/>
              <a:gd name="connsiteY7" fmla="*/ 950392 h 1064692"/>
              <a:gd name="connsiteX8" fmla="*/ 2623988 w 4635875"/>
              <a:gd name="connsiteY8" fmla="*/ 1064692 h 1064692"/>
              <a:gd name="connsiteX9" fmla="*/ 0 w 4635875"/>
              <a:gd name="connsiteY9" fmla="*/ 10654 h 1064692"/>
              <a:gd name="connsiteX0" fmla="*/ 2653145 w 4635875"/>
              <a:gd name="connsiteY0" fmla="*/ 1051592 h 1064692"/>
              <a:gd name="connsiteX1" fmla="*/ 3529816 w 4635875"/>
              <a:gd name="connsiteY1" fmla="*/ 507480 h 1064692"/>
              <a:gd name="connsiteX2" fmla="*/ 4615253 w 4635875"/>
              <a:gd name="connsiteY2" fmla="*/ 7608 h 1064692"/>
              <a:gd name="connsiteX3" fmla="*/ 4437550 w 4635875"/>
              <a:gd name="connsiteY3" fmla="*/ 148863 h 1064692"/>
              <a:gd name="connsiteX4" fmla="*/ 4308389 w 4635875"/>
              <a:gd name="connsiteY4" fmla="*/ 397455 h 1064692"/>
              <a:gd name="connsiteX5" fmla="*/ 4531259 w 4635875"/>
              <a:gd name="connsiteY5" fmla="*/ 213220 h 1064692"/>
              <a:gd name="connsiteX6" fmla="*/ 3286930 w 4635875"/>
              <a:gd name="connsiteY6" fmla="*/ 942772 h 1064692"/>
              <a:gd name="connsiteX7" fmla="*/ 2722096 w 4635875"/>
              <a:gd name="connsiteY7" fmla="*/ 955154 h 1064692"/>
              <a:gd name="connsiteX8" fmla="*/ 2623988 w 4635875"/>
              <a:gd name="connsiteY8" fmla="*/ 1064692 h 1064692"/>
              <a:gd name="connsiteX9" fmla="*/ 0 w 4635875"/>
              <a:gd name="connsiteY9" fmla="*/ 10654 h 1064692"/>
              <a:gd name="connsiteX0" fmla="*/ 2653145 w 4635875"/>
              <a:gd name="connsiteY0" fmla="*/ 1051592 h 1064692"/>
              <a:gd name="connsiteX1" fmla="*/ 3529816 w 4635875"/>
              <a:gd name="connsiteY1" fmla="*/ 507480 h 1064692"/>
              <a:gd name="connsiteX2" fmla="*/ 4615253 w 4635875"/>
              <a:gd name="connsiteY2" fmla="*/ 7608 h 1064692"/>
              <a:gd name="connsiteX3" fmla="*/ 4437550 w 4635875"/>
              <a:gd name="connsiteY3" fmla="*/ 148863 h 1064692"/>
              <a:gd name="connsiteX4" fmla="*/ 4308389 w 4635875"/>
              <a:gd name="connsiteY4" fmla="*/ 397455 h 1064692"/>
              <a:gd name="connsiteX5" fmla="*/ 4531259 w 4635875"/>
              <a:gd name="connsiteY5" fmla="*/ 213220 h 1064692"/>
              <a:gd name="connsiteX6" fmla="*/ 3286930 w 4635875"/>
              <a:gd name="connsiteY6" fmla="*/ 942772 h 1064692"/>
              <a:gd name="connsiteX7" fmla="*/ 2722096 w 4635875"/>
              <a:gd name="connsiteY7" fmla="*/ 955154 h 1064692"/>
              <a:gd name="connsiteX8" fmla="*/ 2623988 w 4635875"/>
              <a:gd name="connsiteY8" fmla="*/ 1064692 h 1064692"/>
              <a:gd name="connsiteX9" fmla="*/ 1537189 w 4635875"/>
              <a:gd name="connsiteY9" fmla="*/ 613207 h 1064692"/>
              <a:gd name="connsiteX10" fmla="*/ 0 w 4635875"/>
              <a:gd name="connsiteY10" fmla="*/ 10654 h 1064692"/>
              <a:gd name="connsiteX0" fmla="*/ 2653145 w 4635875"/>
              <a:gd name="connsiteY0" fmla="*/ 1051592 h 1064692"/>
              <a:gd name="connsiteX1" fmla="*/ 3529816 w 4635875"/>
              <a:gd name="connsiteY1" fmla="*/ 507480 h 1064692"/>
              <a:gd name="connsiteX2" fmla="*/ 4615253 w 4635875"/>
              <a:gd name="connsiteY2" fmla="*/ 7608 h 1064692"/>
              <a:gd name="connsiteX3" fmla="*/ 4437550 w 4635875"/>
              <a:gd name="connsiteY3" fmla="*/ 148863 h 1064692"/>
              <a:gd name="connsiteX4" fmla="*/ 4308389 w 4635875"/>
              <a:gd name="connsiteY4" fmla="*/ 397455 h 1064692"/>
              <a:gd name="connsiteX5" fmla="*/ 4531259 w 4635875"/>
              <a:gd name="connsiteY5" fmla="*/ 213220 h 1064692"/>
              <a:gd name="connsiteX6" fmla="*/ 3286930 w 4635875"/>
              <a:gd name="connsiteY6" fmla="*/ 942772 h 1064692"/>
              <a:gd name="connsiteX7" fmla="*/ 2722096 w 4635875"/>
              <a:gd name="connsiteY7" fmla="*/ 955154 h 1064692"/>
              <a:gd name="connsiteX8" fmla="*/ 2623988 w 4635875"/>
              <a:gd name="connsiteY8" fmla="*/ 1064692 h 1064692"/>
              <a:gd name="connsiteX9" fmla="*/ 1041889 w 4635875"/>
              <a:gd name="connsiteY9" fmla="*/ 317932 h 1064692"/>
              <a:gd name="connsiteX10" fmla="*/ 0 w 4635875"/>
              <a:gd name="connsiteY10" fmla="*/ 10654 h 1064692"/>
              <a:gd name="connsiteX0" fmla="*/ 2653145 w 4635875"/>
              <a:gd name="connsiteY0" fmla="*/ 1051592 h 1064692"/>
              <a:gd name="connsiteX1" fmla="*/ 3529816 w 4635875"/>
              <a:gd name="connsiteY1" fmla="*/ 507480 h 1064692"/>
              <a:gd name="connsiteX2" fmla="*/ 4615253 w 4635875"/>
              <a:gd name="connsiteY2" fmla="*/ 7608 h 1064692"/>
              <a:gd name="connsiteX3" fmla="*/ 4437550 w 4635875"/>
              <a:gd name="connsiteY3" fmla="*/ 148863 h 1064692"/>
              <a:gd name="connsiteX4" fmla="*/ 4308389 w 4635875"/>
              <a:gd name="connsiteY4" fmla="*/ 397455 h 1064692"/>
              <a:gd name="connsiteX5" fmla="*/ 4531259 w 4635875"/>
              <a:gd name="connsiteY5" fmla="*/ 213220 h 1064692"/>
              <a:gd name="connsiteX6" fmla="*/ 3286930 w 4635875"/>
              <a:gd name="connsiteY6" fmla="*/ 942772 h 1064692"/>
              <a:gd name="connsiteX7" fmla="*/ 2722096 w 4635875"/>
              <a:gd name="connsiteY7" fmla="*/ 955154 h 1064692"/>
              <a:gd name="connsiteX8" fmla="*/ 2623988 w 4635875"/>
              <a:gd name="connsiteY8" fmla="*/ 1064692 h 1064692"/>
              <a:gd name="connsiteX9" fmla="*/ 1942001 w 4635875"/>
              <a:gd name="connsiteY9" fmla="*/ 741795 h 1064692"/>
              <a:gd name="connsiteX10" fmla="*/ 1041889 w 4635875"/>
              <a:gd name="connsiteY10" fmla="*/ 317932 h 1064692"/>
              <a:gd name="connsiteX11" fmla="*/ 0 w 4635875"/>
              <a:gd name="connsiteY11" fmla="*/ 10654 h 1064692"/>
              <a:gd name="connsiteX0" fmla="*/ 2653145 w 4635875"/>
              <a:gd name="connsiteY0" fmla="*/ 1051592 h 1384733"/>
              <a:gd name="connsiteX1" fmla="*/ 3529816 w 4635875"/>
              <a:gd name="connsiteY1" fmla="*/ 507480 h 1384733"/>
              <a:gd name="connsiteX2" fmla="*/ 4615253 w 4635875"/>
              <a:gd name="connsiteY2" fmla="*/ 7608 h 1384733"/>
              <a:gd name="connsiteX3" fmla="*/ 4437550 w 4635875"/>
              <a:gd name="connsiteY3" fmla="*/ 148863 h 1384733"/>
              <a:gd name="connsiteX4" fmla="*/ 4308389 w 4635875"/>
              <a:gd name="connsiteY4" fmla="*/ 397455 h 1384733"/>
              <a:gd name="connsiteX5" fmla="*/ 4531259 w 4635875"/>
              <a:gd name="connsiteY5" fmla="*/ 213220 h 1384733"/>
              <a:gd name="connsiteX6" fmla="*/ 3286930 w 4635875"/>
              <a:gd name="connsiteY6" fmla="*/ 942772 h 1384733"/>
              <a:gd name="connsiteX7" fmla="*/ 2722096 w 4635875"/>
              <a:gd name="connsiteY7" fmla="*/ 955154 h 1384733"/>
              <a:gd name="connsiteX8" fmla="*/ 2623988 w 4635875"/>
              <a:gd name="connsiteY8" fmla="*/ 1064692 h 1384733"/>
              <a:gd name="connsiteX9" fmla="*/ 1889614 w 4635875"/>
              <a:gd name="connsiteY9" fmla="*/ 1384733 h 1384733"/>
              <a:gd name="connsiteX10" fmla="*/ 1041889 w 4635875"/>
              <a:gd name="connsiteY10" fmla="*/ 317932 h 1384733"/>
              <a:gd name="connsiteX11" fmla="*/ 0 w 4635875"/>
              <a:gd name="connsiteY11" fmla="*/ 10654 h 1384733"/>
              <a:gd name="connsiteX0" fmla="*/ 2653145 w 4635875"/>
              <a:gd name="connsiteY0" fmla="*/ 1051592 h 1384733"/>
              <a:gd name="connsiteX1" fmla="*/ 3529816 w 4635875"/>
              <a:gd name="connsiteY1" fmla="*/ 507480 h 1384733"/>
              <a:gd name="connsiteX2" fmla="*/ 4615253 w 4635875"/>
              <a:gd name="connsiteY2" fmla="*/ 7608 h 1384733"/>
              <a:gd name="connsiteX3" fmla="*/ 4437550 w 4635875"/>
              <a:gd name="connsiteY3" fmla="*/ 148863 h 1384733"/>
              <a:gd name="connsiteX4" fmla="*/ 4308389 w 4635875"/>
              <a:gd name="connsiteY4" fmla="*/ 397455 h 1384733"/>
              <a:gd name="connsiteX5" fmla="*/ 4531259 w 4635875"/>
              <a:gd name="connsiteY5" fmla="*/ 213220 h 1384733"/>
              <a:gd name="connsiteX6" fmla="*/ 3286930 w 4635875"/>
              <a:gd name="connsiteY6" fmla="*/ 942772 h 1384733"/>
              <a:gd name="connsiteX7" fmla="*/ 2722096 w 4635875"/>
              <a:gd name="connsiteY7" fmla="*/ 955154 h 1384733"/>
              <a:gd name="connsiteX8" fmla="*/ 2623988 w 4635875"/>
              <a:gd name="connsiteY8" fmla="*/ 1064692 h 1384733"/>
              <a:gd name="connsiteX9" fmla="*/ 2351576 w 4635875"/>
              <a:gd name="connsiteY9" fmla="*/ 1184707 h 1384733"/>
              <a:gd name="connsiteX10" fmla="*/ 1889614 w 4635875"/>
              <a:gd name="connsiteY10" fmla="*/ 1384733 h 1384733"/>
              <a:gd name="connsiteX11" fmla="*/ 1041889 w 4635875"/>
              <a:gd name="connsiteY11" fmla="*/ 317932 h 1384733"/>
              <a:gd name="connsiteX12" fmla="*/ 0 w 4635875"/>
              <a:gd name="connsiteY12" fmla="*/ 10654 h 1384733"/>
              <a:gd name="connsiteX0" fmla="*/ 2653145 w 4635875"/>
              <a:gd name="connsiteY0" fmla="*/ 1051592 h 1403782"/>
              <a:gd name="connsiteX1" fmla="*/ 3529816 w 4635875"/>
              <a:gd name="connsiteY1" fmla="*/ 507480 h 1403782"/>
              <a:gd name="connsiteX2" fmla="*/ 4615253 w 4635875"/>
              <a:gd name="connsiteY2" fmla="*/ 7608 h 1403782"/>
              <a:gd name="connsiteX3" fmla="*/ 4437550 w 4635875"/>
              <a:gd name="connsiteY3" fmla="*/ 148863 h 1403782"/>
              <a:gd name="connsiteX4" fmla="*/ 4308389 w 4635875"/>
              <a:gd name="connsiteY4" fmla="*/ 397455 h 1403782"/>
              <a:gd name="connsiteX5" fmla="*/ 4531259 w 4635875"/>
              <a:gd name="connsiteY5" fmla="*/ 213220 h 1403782"/>
              <a:gd name="connsiteX6" fmla="*/ 3286930 w 4635875"/>
              <a:gd name="connsiteY6" fmla="*/ 942772 h 1403782"/>
              <a:gd name="connsiteX7" fmla="*/ 2722096 w 4635875"/>
              <a:gd name="connsiteY7" fmla="*/ 955154 h 1403782"/>
              <a:gd name="connsiteX8" fmla="*/ 2623988 w 4635875"/>
              <a:gd name="connsiteY8" fmla="*/ 1064692 h 1403782"/>
              <a:gd name="connsiteX9" fmla="*/ 2394438 w 4635875"/>
              <a:gd name="connsiteY9" fmla="*/ 1403782 h 1403782"/>
              <a:gd name="connsiteX10" fmla="*/ 1889614 w 4635875"/>
              <a:gd name="connsiteY10" fmla="*/ 1384733 h 1403782"/>
              <a:gd name="connsiteX11" fmla="*/ 1041889 w 4635875"/>
              <a:gd name="connsiteY11" fmla="*/ 317932 h 1403782"/>
              <a:gd name="connsiteX12" fmla="*/ 0 w 4635875"/>
              <a:gd name="connsiteY12" fmla="*/ 10654 h 1403782"/>
              <a:gd name="connsiteX0" fmla="*/ 2653145 w 4635875"/>
              <a:gd name="connsiteY0" fmla="*/ 1051592 h 1403782"/>
              <a:gd name="connsiteX1" fmla="*/ 3529816 w 4635875"/>
              <a:gd name="connsiteY1" fmla="*/ 507480 h 1403782"/>
              <a:gd name="connsiteX2" fmla="*/ 4615253 w 4635875"/>
              <a:gd name="connsiteY2" fmla="*/ 7608 h 1403782"/>
              <a:gd name="connsiteX3" fmla="*/ 4437550 w 4635875"/>
              <a:gd name="connsiteY3" fmla="*/ 148863 h 1403782"/>
              <a:gd name="connsiteX4" fmla="*/ 4308389 w 4635875"/>
              <a:gd name="connsiteY4" fmla="*/ 397455 h 1403782"/>
              <a:gd name="connsiteX5" fmla="*/ 4531259 w 4635875"/>
              <a:gd name="connsiteY5" fmla="*/ 213220 h 1403782"/>
              <a:gd name="connsiteX6" fmla="*/ 3286930 w 4635875"/>
              <a:gd name="connsiteY6" fmla="*/ 942772 h 1403782"/>
              <a:gd name="connsiteX7" fmla="*/ 2722096 w 4635875"/>
              <a:gd name="connsiteY7" fmla="*/ 955154 h 1403782"/>
              <a:gd name="connsiteX8" fmla="*/ 2623988 w 4635875"/>
              <a:gd name="connsiteY8" fmla="*/ 1064692 h 1403782"/>
              <a:gd name="connsiteX9" fmla="*/ 2394438 w 4635875"/>
              <a:gd name="connsiteY9" fmla="*/ 1403782 h 1403782"/>
              <a:gd name="connsiteX10" fmla="*/ 1903901 w 4635875"/>
              <a:gd name="connsiteY10" fmla="*/ 1337108 h 1403782"/>
              <a:gd name="connsiteX11" fmla="*/ 1041889 w 4635875"/>
              <a:gd name="connsiteY11" fmla="*/ 317932 h 1403782"/>
              <a:gd name="connsiteX12" fmla="*/ 0 w 4635875"/>
              <a:gd name="connsiteY12" fmla="*/ 10654 h 1403782"/>
              <a:gd name="connsiteX0" fmla="*/ 2653145 w 4635875"/>
              <a:gd name="connsiteY0" fmla="*/ 1051592 h 1403782"/>
              <a:gd name="connsiteX1" fmla="*/ 3529816 w 4635875"/>
              <a:gd name="connsiteY1" fmla="*/ 507480 h 1403782"/>
              <a:gd name="connsiteX2" fmla="*/ 4615253 w 4635875"/>
              <a:gd name="connsiteY2" fmla="*/ 7608 h 1403782"/>
              <a:gd name="connsiteX3" fmla="*/ 4437550 w 4635875"/>
              <a:gd name="connsiteY3" fmla="*/ 148863 h 1403782"/>
              <a:gd name="connsiteX4" fmla="*/ 4308389 w 4635875"/>
              <a:gd name="connsiteY4" fmla="*/ 397455 h 1403782"/>
              <a:gd name="connsiteX5" fmla="*/ 4531259 w 4635875"/>
              <a:gd name="connsiteY5" fmla="*/ 213220 h 1403782"/>
              <a:gd name="connsiteX6" fmla="*/ 3286930 w 4635875"/>
              <a:gd name="connsiteY6" fmla="*/ 942772 h 1403782"/>
              <a:gd name="connsiteX7" fmla="*/ 2722096 w 4635875"/>
              <a:gd name="connsiteY7" fmla="*/ 955154 h 1403782"/>
              <a:gd name="connsiteX8" fmla="*/ 2623988 w 4635875"/>
              <a:gd name="connsiteY8" fmla="*/ 1064692 h 1403782"/>
              <a:gd name="connsiteX9" fmla="*/ 2394438 w 4635875"/>
              <a:gd name="connsiteY9" fmla="*/ 1403782 h 1403782"/>
              <a:gd name="connsiteX10" fmla="*/ 1903901 w 4635875"/>
              <a:gd name="connsiteY10" fmla="*/ 1337108 h 1403782"/>
              <a:gd name="connsiteX11" fmla="*/ 1041889 w 4635875"/>
              <a:gd name="connsiteY11" fmla="*/ 317932 h 1403782"/>
              <a:gd name="connsiteX12" fmla="*/ 0 w 4635875"/>
              <a:gd name="connsiteY12" fmla="*/ 10654 h 1403782"/>
              <a:gd name="connsiteX0" fmla="*/ 2653145 w 4635875"/>
              <a:gd name="connsiteY0" fmla="*/ 1051592 h 1403897"/>
              <a:gd name="connsiteX1" fmla="*/ 3529816 w 4635875"/>
              <a:gd name="connsiteY1" fmla="*/ 507480 h 1403897"/>
              <a:gd name="connsiteX2" fmla="*/ 4615253 w 4635875"/>
              <a:gd name="connsiteY2" fmla="*/ 7608 h 1403897"/>
              <a:gd name="connsiteX3" fmla="*/ 4437550 w 4635875"/>
              <a:gd name="connsiteY3" fmla="*/ 148863 h 1403897"/>
              <a:gd name="connsiteX4" fmla="*/ 4308389 w 4635875"/>
              <a:gd name="connsiteY4" fmla="*/ 397455 h 1403897"/>
              <a:gd name="connsiteX5" fmla="*/ 4531259 w 4635875"/>
              <a:gd name="connsiteY5" fmla="*/ 213220 h 1403897"/>
              <a:gd name="connsiteX6" fmla="*/ 3286930 w 4635875"/>
              <a:gd name="connsiteY6" fmla="*/ 942772 h 1403897"/>
              <a:gd name="connsiteX7" fmla="*/ 2722096 w 4635875"/>
              <a:gd name="connsiteY7" fmla="*/ 955154 h 1403897"/>
              <a:gd name="connsiteX8" fmla="*/ 2623988 w 4635875"/>
              <a:gd name="connsiteY8" fmla="*/ 1064692 h 1403897"/>
              <a:gd name="connsiteX9" fmla="*/ 2394438 w 4635875"/>
              <a:gd name="connsiteY9" fmla="*/ 1403782 h 1403897"/>
              <a:gd name="connsiteX10" fmla="*/ 1903901 w 4635875"/>
              <a:gd name="connsiteY10" fmla="*/ 1337108 h 1403897"/>
              <a:gd name="connsiteX11" fmla="*/ 1041889 w 4635875"/>
              <a:gd name="connsiteY11" fmla="*/ 317932 h 1403897"/>
              <a:gd name="connsiteX12" fmla="*/ 0 w 4635875"/>
              <a:gd name="connsiteY12" fmla="*/ 10654 h 1403897"/>
              <a:gd name="connsiteX0" fmla="*/ 2653145 w 4635875"/>
              <a:gd name="connsiteY0" fmla="*/ 1051592 h 1403897"/>
              <a:gd name="connsiteX1" fmla="*/ 3529816 w 4635875"/>
              <a:gd name="connsiteY1" fmla="*/ 507480 h 1403897"/>
              <a:gd name="connsiteX2" fmla="*/ 4615253 w 4635875"/>
              <a:gd name="connsiteY2" fmla="*/ 7608 h 1403897"/>
              <a:gd name="connsiteX3" fmla="*/ 4437550 w 4635875"/>
              <a:gd name="connsiteY3" fmla="*/ 148863 h 1403897"/>
              <a:gd name="connsiteX4" fmla="*/ 4308389 w 4635875"/>
              <a:gd name="connsiteY4" fmla="*/ 397455 h 1403897"/>
              <a:gd name="connsiteX5" fmla="*/ 4531259 w 4635875"/>
              <a:gd name="connsiteY5" fmla="*/ 213220 h 1403897"/>
              <a:gd name="connsiteX6" fmla="*/ 3286930 w 4635875"/>
              <a:gd name="connsiteY6" fmla="*/ 942772 h 1403897"/>
              <a:gd name="connsiteX7" fmla="*/ 2722096 w 4635875"/>
              <a:gd name="connsiteY7" fmla="*/ 955154 h 1403897"/>
              <a:gd name="connsiteX8" fmla="*/ 2623988 w 4635875"/>
              <a:gd name="connsiteY8" fmla="*/ 1064692 h 1403897"/>
              <a:gd name="connsiteX9" fmla="*/ 2394438 w 4635875"/>
              <a:gd name="connsiteY9" fmla="*/ 1403782 h 1403897"/>
              <a:gd name="connsiteX10" fmla="*/ 1903901 w 4635875"/>
              <a:gd name="connsiteY10" fmla="*/ 1337108 h 1403897"/>
              <a:gd name="connsiteX11" fmla="*/ 1041889 w 4635875"/>
              <a:gd name="connsiteY11" fmla="*/ 317932 h 1403897"/>
              <a:gd name="connsiteX12" fmla="*/ 0 w 4635875"/>
              <a:gd name="connsiteY12" fmla="*/ 10654 h 1403897"/>
              <a:gd name="connsiteX0" fmla="*/ 2653145 w 4635875"/>
              <a:gd name="connsiteY0" fmla="*/ 1051592 h 1403897"/>
              <a:gd name="connsiteX1" fmla="*/ 3529816 w 4635875"/>
              <a:gd name="connsiteY1" fmla="*/ 507480 h 1403897"/>
              <a:gd name="connsiteX2" fmla="*/ 4615253 w 4635875"/>
              <a:gd name="connsiteY2" fmla="*/ 7608 h 1403897"/>
              <a:gd name="connsiteX3" fmla="*/ 4437550 w 4635875"/>
              <a:gd name="connsiteY3" fmla="*/ 148863 h 1403897"/>
              <a:gd name="connsiteX4" fmla="*/ 4308389 w 4635875"/>
              <a:gd name="connsiteY4" fmla="*/ 397455 h 1403897"/>
              <a:gd name="connsiteX5" fmla="*/ 4531259 w 4635875"/>
              <a:gd name="connsiteY5" fmla="*/ 213220 h 1403897"/>
              <a:gd name="connsiteX6" fmla="*/ 3286930 w 4635875"/>
              <a:gd name="connsiteY6" fmla="*/ 942772 h 1403897"/>
              <a:gd name="connsiteX7" fmla="*/ 2722096 w 4635875"/>
              <a:gd name="connsiteY7" fmla="*/ 955154 h 1403897"/>
              <a:gd name="connsiteX8" fmla="*/ 2623988 w 4635875"/>
              <a:gd name="connsiteY8" fmla="*/ 1064692 h 1403897"/>
              <a:gd name="connsiteX9" fmla="*/ 2394438 w 4635875"/>
              <a:gd name="connsiteY9" fmla="*/ 1403782 h 1403897"/>
              <a:gd name="connsiteX10" fmla="*/ 1903901 w 4635875"/>
              <a:gd name="connsiteY10" fmla="*/ 1337108 h 1403897"/>
              <a:gd name="connsiteX11" fmla="*/ 1041889 w 4635875"/>
              <a:gd name="connsiteY11" fmla="*/ 317932 h 1403897"/>
              <a:gd name="connsiteX12" fmla="*/ 0 w 4635875"/>
              <a:gd name="connsiteY12" fmla="*/ 10654 h 1403897"/>
              <a:gd name="connsiteX0" fmla="*/ 2653145 w 4635875"/>
              <a:gd name="connsiteY0" fmla="*/ 1051592 h 1403897"/>
              <a:gd name="connsiteX1" fmla="*/ 3529816 w 4635875"/>
              <a:gd name="connsiteY1" fmla="*/ 507480 h 1403897"/>
              <a:gd name="connsiteX2" fmla="*/ 4615253 w 4635875"/>
              <a:gd name="connsiteY2" fmla="*/ 7608 h 1403897"/>
              <a:gd name="connsiteX3" fmla="*/ 4437550 w 4635875"/>
              <a:gd name="connsiteY3" fmla="*/ 148863 h 1403897"/>
              <a:gd name="connsiteX4" fmla="*/ 4308389 w 4635875"/>
              <a:gd name="connsiteY4" fmla="*/ 397455 h 1403897"/>
              <a:gd name="connsiteX5" fmla="*/ 4531259 w 4635875"/>
              <a:gd name="connsiteY5" fmla="*/ 213220 h 1403897"/>
              <a:gd name="connsiteX6" fmla="*/ 3286930 w 4635875"/>
              <a:gd name="connsiteY6" fmla="*/ 942772 h 1403897"/>
              <a:gd name="connsiteX7" fmla="*/ 2722096 w 4635875"/>
              <a:gd name="connsiteY7" fmla="*/ 955154 h 1403897"/>
              <a:gd name="connsiteX8" fmla="*/ 2623988 w 4635875"/>
              <a:gd name="connsiteY8" fmla="*/ 1064692 h 1403897"/>
              <a:gd name="connsiteX9" fmla="*/ 2394438 w 4635875"/>
              <a:gd name="connsiteY9" fmla="*/ 1403782 h 1403897"/>
              <a:gd name="connsiteX10" fmla="*/ 1903901 w 4635875"/>
              <a:gd name="connsiteY10" fmla="*/ 1337108 h 1403897"/>
              <a:gd name="connsiteX11" fmla="*/ 1041889 w 4635875"/>
              <a:gd name="connsiteY11" fmla="*/ 317932 h 1403897"/>
              <a:gd name="connsiteX12" fmla="*/ 0 w 4635875"/>
              <a:gd name="connsiteY12" fmla="*/ 10654 h 1403897"/>
              <a:gd name="connsiteX0" fmla="*/ 2653145 w 4635875"/>
              <a:gd name="connsiteY0" fmla="*/ 1051592 h 1406202"/>
              <a:gd name="connsiteX1" fmla="*/ 3529816 w 4635875"/>
              <a:gd name="connsiteY1" fmla="*/ 507480 h 1406202"/>
              <a:gd name="connsiteX2" fmla="*/ 4615253 w 4635875"/>
              <a:gd name="connsiteY2" fmla="*/ 7608 h 1406202"/>
              <a:gd name="connsiteX3" fmla="*/ 4437550 w 4635875"/>
              <a:gd name="connsiteY3" fmla="*/ 148863 h 1406202"/>
              <a:gd name="connsiteX4" fmla="*/ 4308389 w 4635875"/>
              <a:gd name="connsiteY4" fmla="*/ 397455 h 1406202"/>
              <a:gd name="connsiteX5" fmla="*/ 4531259 w 4635875"/>
              <a:gd name="connsiteY5" fmla="*/ 213220 h 1406202"/>
              <a:gd name="connsiteX6" fmla="*/ 3286930 w 4635875"/>
              <a:gd name="connsiteY6" fmla="*/ 942772 h 1406202"/>
              <a:gd name="connsiteX7" fmla="*/ 2722096 w 4635875"/>
              <a:gd name="connsiteY7" fmla="*/ 955154 h 1406202"/>
              <a:gd name="connsiteX8" fmla="*/ 2623988 w 4635875"/>
              <a:gd name="connsiteY8" fmla="*/ 1064692 h 1406202"/>
              <a:gd name="connsiteX9" fmla="*/ 2394438 w 4635875"/>
              <a:gd name="connsiteY9" fmla="*/ 1403782 h 1406202"/>
              <a:gd name="connsiteX10" fmla="*/ 1903901 w 4635875"/>
              <a:gd name="connsiteY10" fmla="*/ 1337108 h 1406202"/>
              <a:gd name="connsiteX11" fmla="*/ 1041889 w 4635875"/>
              <a:gd name="connsiteY11" fmla="*/ 317932 h 1406202"/>
              <a:gd name="connsiteX12" fmla="*/ 0 w 4635875"/>
              <a:gd name="connsiteY12" fmla="*/ 10654 h 1406202"/>
              <a:gd name="connsiteX0" fmla="*/ 2653145 w 4635875"/>
              <a:gd name="connsiteY0" fmla="*/ 1051592 h 1403897"/>
              <a:gd name="connsiteX1" fmla="*/ 3529816 w 4635875"/>
              <a:gd name="connsiteY1" fmla="*/ 507480 h 1403897"/>
              <a:gd name="connsiteX2" fmla="*/ 4615253 w 4635875"/>
              <a:gd name="connsiteY2" fmla="*/ 7608 h 1403897"/>
              <a:gd name="connsiteX3" fmla="*/ 4437550 w 4635875"/>
              <a:gd name="connsiteY3" fmla="*/ 148863 h 1403897"/>
              <a:gd name="connsiteX4" fmla="*/ 4308389 w 4635875"/>
              <a:gd name="connsiteY4" fmla="*/ 397455 h 1403897"/>
              <a:gd name="connsiteX5" fmla="*/ 4531259 w 4635875"/>
              <a:gd name="connsiteY5" fmla="*/ 213220 h 1403897"/>
              <a:gd name="connsiteX6" fmla="*/ 3286930 w 4635875"/>
              <a:gd name="connsiteY6" fmla="*/ 942772 h 1403897"/>
              <a:gd name="connsiteX7" fmla="*/ 2722096 w 4635875"/>
              <a:gd name="connsiteY7" fmla="*/ 955154 h 1403897"/>
              <a:gd name="connsiteX8" fmla="*/ 2623988 w 4635875"/>
              <a:gd name="connsiteY8" fmla="*/ 1064692 h 1403897"/>
              <a:gd name="connsiteX9" fmla="*/ 2394438 w 4635875"/>
              <a:gd name="connsiteY9" fmla="*/ 1403782 h 1403897"/>
              <a:gd name="connsiteX10" fmla="*/ 1903901 w 4635875"/>
              <a:gd name="connsiteY10" fmla="*/ 1337108 h 1403897"/>
              <a:gd name="connsiteX11" fmla="*/ 1041889 w 4635875"/>
              <a:gd name="connsiteY11" fmla="*/ 317932 h 1403897"/>
              <a:gd name="connsiteX12" fmla="*/ 0 w 4635875"/>
              <a:gd name="connsiteY12" fmla="*/ 10654 h 1403897"/>
              <a:gd name="connsiteX0" fmla="*/ 2653145 w 4635875"/>
              <a:gd name="connsiteY0" fmla="*/ 1051592 h 1403897"/>
              <a:gd name="connsiteX1" fmla="*/ 3529816 w 4635875"/>
              <a:gd name="connsiteY1" fmla="*/ 507480 h 1403897"/>
              <a:gd name="connsiteX2" fmla="*/ 4615253 w 4635875"/>
              <a:gd name="connsiteY2" fmla="*/ 7608 h 1403897"/>
              <a:gd name="connsiteX3" fmla="*/ 4437550 w 4635875"/>
              <a:gd name="connsiteY3" fmla="*/ 148863 h 1403897"/>
              <a:gd name="connsiteX4" fmla="*/ 4308389 w 4635875"/>
              <a:gd name="connsiteY4" fmla="*/ 397455 h 1403897"/>
              <a:gd name="connsiteX5" fmla="*/ 4531259 w 4635875"/>
              <a:gd name="connsiteY5" fmla="*/ 213220 h 1403897"/>
              <a:gd name="connsiteX6" fmla="*/ 3286930 w 4635875"/>
              <a:gd name="connsiteY6" fmla="*/ 942772 h 1403897"/>
              <a:gd name="connsiteX7" fmla="*/ 2722096 w 4635875"/>
              <a:gd name="connsiteY7" fmla="*/ 955154 h 1403897"/>
              <a:gd name="connsiteX8" fmla="*/ 2623988 w 4635875"/>
              <a:gd name="connsiteY8" fmla="*/ 1064692 h 1403897"/>
              <a:gd name="connsiteX9" fmla="*/ 2394438 w 4635875"/>
              <a:gd name="connsiteY9" fmla="*/ 1403782 h 1403897"/>
              <a:gd name="connsiteX10" fmla="*/ 1903901 w 4635875"/>
              <a:gd name="connsiteY10" fmla="*/ 1337108 h 1403897"/>
              <a:gd name="connsiteX11" fmla="*/ 1041889 w 4635875"/>
              <a:gd name="connsiteY11" fmla="*/ 317932 h 1403897"/>
              <a:gd name="connsiteX12" fmla="*/ 0 w 4635875"/>
              <a:gd name="connsiteY12" fmla="*/ 10654 h 1403897"/>
              <a:gd name="connsiteX0" fmla="*/ 2653145 w 4635875"/>
              <a:gd name="connsiteY0" fmla="*/ 1051592 h 1403897"/>
              <a:gd name="connsiteX1" fmla="*/ 3529816 w 4635875"/>
              <a:gd name="connsiteY1" fmla="*/ 507480 h 1403897"/>
              <a:gd name="connsiteX2" fmla="*/ 4615253 w 4635875"/>
              <a:gd name="connsiteY2" fmla="*/ 7608 h 1403897"/>
              <a:gd name="connsiteX3" fmla="*/ 4437550 w 4635875"/>
              <a:gd name="connsiteY3" fmla="*/ 148863 h 1403897"/>
              <a:gd name="connsiteX4" fmla="*/ 4308389 w 4635875"/>
              <a:gd name="connsiteY4" fmla="*/ 397455 h 1403897"/>
              <a:gd name="connsiteX5" fmla="*/ 4531259 w 4635875"/>
              <a:gd name="connsiteY5" fmla="*/ 213220 h 1403897"/>
              <a:gd name="connsiteX6" fmla="*/ 3286930 w 4635875"/>
              <a:gd name="connsiteY6" fmla="*/ 942772 h 1403897"/>
              <a:gd name="connsiteX7" fmla="*/ 2722096 w 4635875"/>
              <a:gd name="connsiteY7" fmla="*/ 955154 h 1403897"/>
              <a:gd name="connsiteX8" fmla="*/ 2623988 w 4635875"/>
              <a:gd name="connsiteY8" fmla="*/ 1064692 h 1403897"/>
              <a:gd name="connsiteX9" fmla="*/ 2394438 w 4635875"/>
              <a:gd name="connsiteY9" fmla="*/ 1403782 h 1403897"/>
              <a:gd name="connsiteX10" fmla="*/ 1903901 w 4635875"/>
              <a:gd name="connsiteY10" fmla="*/ 1337108 h 1403897"/>
              <a:gd name="connsiteX11" fmla="*/ 1041889 w 4635875"/>
              <a:gd name="connsiteY11" fmla="*/ 317932 h 1403897"/>
              <a:gd name="connsiteX12" fmla="*/ 0 w 4635875"/>
              <a:gd name="connsiteY12" fmla="*/ 10654 h 1403897"/>
              <a:gd name="connsiteX0" fmla="*/ 2653145 w 4635875"/>
              <a:gd name="connsiteY0" fmla="*/ 1051592 h 1403897"/>
              <a:gd name="connsiteX1" fmla="*/ 3529816 w 4635875"/>
              <a:gd name="connsiteY1" fmla="*/ 507480 h 1403897"/>
              <a:gd name="connsiteX2" fmla="*/ 4615253 w 4635875"/>
              <a:gd name="connsiteY2" fmla="*/ 7608 h 1403897"/>
              <a:gd name="connsiteX3" fmla="*/ 4437550 w 4635875"/>
              <a:gd name="connsiteY3" fmla="*/ 148863 h 1403897"/>
              <a:gd name="connsiteX4" fmla="*/ 4308389 w 4635875"/>
              <a:gd name="connsiteY4" fmla="*/ 397455 h 1403897"/>
              <a:gd name="connsiteX5" fmla="*/ 4531259 w 4635875"/>
              <a:gd name="connsiteY5" fmla="*/ 213220 h 1403897"/>
              <a:gd name="connsiteX6" fmla="*/ 3286930 w 4635875"/>
              <a:gd name="connsiteY6" fmla="*/ 942772 h 1403897"/>
              <a:gd name="connsiteX7" fmla="*/ 2722096 w 4635875"/>
              <a:gd name="connsiteY7" fmla="*/ 955154 h 1403897"/>
              <a:gd name="connsiteX8" fmla="*/ 2623988 w 4635875"/>
              <a:gd name="connsiteY8" fmla="*/ 1064692 h 1403897"/>
              <a:gd name="connsiteX9" fmla="*/ 2394438 w 4635875"/>
              <a:gd name="connsiteY9" fmla="*/ 1403782 h 1403897"/>
              <a:gd name="connsiteX10" fmla="*/ 1903901 w 4635875"/>
              <a:gd name="connsiteY10" fmla="*/ 1337108 h 1403897"/>
              <a:gd name="connsiteX11" fmla="*/ 1041889 w 4635875"/>
              <a:gd name="connsiteY11" fmla="*/ 317932 h 1403897"/>
              <a:gd name="connsiteX12" fmla="*/ 0 w 4635875"/>
              <a:gd name="connsiteY12" fmla="*/ 10654 h 1403897"/>
              <a:gd name="connsiteX0" fmla="*/ 2653145 w 4635875"/>
              <a:gd name="connsiteY0" fmla="*/ 1051592 h 1403897"/>
              <a:gd name="connsiteX1" fmla="*/ 3529816 w 4635875"/>
              <a:gd name="connsiteY1" fmla="*/ 507480 h 1403897"/>
              <a:gd name="connsiteX2" fmla="*/ 4615253 w 4635875"/>
              <a:gd name="connsiteY2" fmla="*/ 7608 h 1403897"/>
              <a:gd name="connsiteX3" fmla="*/ 4437550 w 4635875"/>
              <a:gd name="connsiteY3" fmla="*/ 148863 h 1403897"/>
              <a:gd name="connsiteX4" fmla="*/ 4308389 w 4635875"/>
              <a:gd name="connsiteY4" fmla="*/ 397455 h 1403897"/>
              <a:gd name="connsiteX5" fmla="*/ 4531259 w 4635875"/>
              <a:gd name="connsiteY5" fmla="*/ 213220 h 1403897"/>
              <a:gd name="connsiteX6" fmla="*/ 3286930 w 4635875"/>
              <a:gd name="connsiteY6" fmla="*/ 942772 h 1403897"/>
              <a:gd name="connsiteX7" fmla="*/ 2722096 w 4635875"/>
              <a:gd name="connsiteY7" fmla="*/ 955154 h 1403897"/>
              <a:gd name="connsiteX8" fmla="*/ 2623988 w 4635875"/>
              <a:gd name="connsiteY8" fmla="*/ 1064692 h 1403897"/>
              <a:gd name="connsiteX9" fmla="*/ 2394438 w 4635875"/>
              <a:gd name="connsiteY9" fmla="*/ 1403782 h 1403897"/>
              <a:gd name="connsiteX10" fmla="*/ 1903901 w 4635875"/>
              <a:gd name="connsiteY10" fmla="*/ 1337108 h 1403897"/>
              <a:gd name="connsiteX11" fmla="*/ 989501 w 4635875"/>
              <a:gd name="connsiteY11" fmla="*/ 403657 h 1403897"/>
              <a:gd name="connsiteX12" fmla="*/ 0 w 4635875"/>
              <a:gd name="connsiteY12" fmla="*/ 10654 h 1403897"/>
              <a:gd name="connsiteX0" fmla="*/ 2653145 w 4635875"/>
              <a:gd name="connsiteY0" fmla="*/ 1051592 h 1403897"/>
              <a:gd name="connsiteX1" fmla="*/ 3529816 w 4635875"/>
              <a:gd name="connsiteY1" fmla="*/ 507480 h 1403897"/>
              <a:gd name="connsiteX2" fmla="*/ 4615253 w 4635875"/>
              <a:gd name="connsiteY2" fmla="*/ 7608 h 1403897"/>
              <a:gd name="connsiteX3" fmla="*/ 4437550 w 4635875"/>
              <a:gd name="connsiteY3" fmla="*/ 148863 h 1403897"/>
              <a:gd name="connsiteX4" fmla="*/ 4308389 w 4635875"/>
              <a:gd name="connsiteY4" fmla="*/ 397455 h 1403897"/>
              <a:gd name="connsiteX5" fmla="*/ 4531259 w 4635875"/>
              <a:gd name="connsiteY5" fmla="*/ 213220 h 1403897"/>
              <a:gd name="connsiteX6" fmla="*/ 3286930 w 4635875"/>
              <a:gd name="connsiteY6" fmla="*/ 942772 h 1403897"/>
              <a:gd name="connsiteX7" fmla="*/ 2722096 w 4635875"/>
              <a:gd name="connsiteY7" fmla="*/ 955154 h 1403897"/>
              <a:gd name="connsiteX8" fmla="*/ 2623988 w 4635875"/>
              <a:gd name="connsiteY8" fmla="*/ 1064692 h 1403897"/>
              <a:gd name="connsiteX9" fmla="*/ 2394438 w 4635875"/>
              <a:gd name="connsiteY9" fmla="*/ 1403782 h 1403897"/>
              <a:gd name="connsiteX10" fmla="*/ 1903901 w 4635875"/>
              <a:gd name="connsiteY10" fmla="*/ 1337108 h 1403897"/>
              <a:gd name="connsiteX11" fmla="*/ 989501 w 4635875"/>
              <a:gd name="connsiteY11" fmla="*/ 403657 h 1403897"/>
              <a:gd name="connsiteX12" fmla="*/ 0 w 4635875"/>
              <a:gd name="connsiteY12" fmla="*/ 10654 h 1403897"/>
              <a:gd name="connsiteX0" fmla="*/ 2653145 w 4635875"/>
              <a:gd name="connsiteY0" fmla="*/ 1051592 h 1403897"/>
              <a:gd name="connsiteX1" fmla="*/ 3529816 w 4635875"/>
              <a:gd name="connsiteY1" fmla="*/ 507480 h 1403897"/>
              <a:gd name="connsiteX2" fmla="*/ 4615253 w 4635875"/>
              <a:gd name="connsiteY2" fmla="*/ 7608 h 1403897"/>
              <a:gd name="connsiteX3" fmla="*/ 4437550 w 4635875"/>
              <a:gd name="connsiteY3" fmla="*/ 148863 h 1403897"/>
              <a:gd name="connsiteX4" fmla="*/ 4308389 w 4635875"/>
              <a:gd name="connsiteY4" fmla="*/ 397455 h 1403897"/>
              <a:gd name="connsiteX5" fmla="*/ 4531259 w 4635875"/>
              <a:gd name="connsiteY5" fmla="*/ 213220 h 1403897"/>
              <a:gd name="connsiteX6" fmla="*/ 3286930 w 4635875"/>
              <a:gd name="connsiteY6" fmla="*/ 942772 h 1403897"/>
              <a:gd name="connsiteX7" fmla="*/ 2722096 w 4635875"/>
              <a:gd name="connsiteY7" fmla="*/ 955154 h 1403897"/>
              <a:gd name="connsiteX8" fmla="*/ 2623988 w 4635875"/>
              <a:gd name="connsiteY8" fmla="*/ 1064692 h 1403897"/>
              <a:gd name="connsiteX9" fmla="*/ 2394438 w 4635875"/>
              <a:gd name="connsiteY9" fmla="*/ 1403782 h 1403897"/>
              <a:gd name="connsiteX10" fmla="*/ 1903901 w 4635875"/>
              <a:gd name="connsiteY10" fmla="*/ 1337108 h 1403897"/>
              <a:gd name="connsiteX11" fmla="*/ 0 w 4635875"/>
              <a:gd name="connsiteY11" fmla="*/ 10654 h 1403897"/>
              <a:gd name="connsiteX0" fmla="*/ 2643620 w 4626350"/>
              <a:gd name="connsiteY0" fmla="*/ 1055225 h 1407530"/>
              <a:gd name="connsiteX1" fmla="*/ 3520291 w 4626350"/>
              <a:gd name="connsiteY1" fmla="*/ 511113 h 1407530"/>
              <a:gd name="connsiteX2" fmla="*/ 4605728 w 4626350"/>
              <a:gd name="connsiteY2" fmla="*/ 11241 h 1407530"/>
              <a:gd name="connsiteX3" fmla="*/ 4428025 w 4626350"/>
              <a:gd name="connsiteY3" fmla="*/ 152496 h 1407530"/>
              <a:gd name="connsiteX4" fmla="*/ 4298864 w 4626350"/>
              <a:gd name="connsiteY4" fmla="*/ 401088 h 1407530"/>
              <a:gd name="connsiteX5" fmla="*/ 4521734 w 4626350"/>
              <a:gd name="connsiteY5" fmla="*/ 216853 h 1407530"/>
              <a:gd name="connsiteX6" fmla="*/ 3277405 w 4626350"/>
              <a:gd name="connsiteY6" fmla="*/ 946405 h 1407530"/>
              <a:gd name="connsiteX7" fmla="*/ 2712571 w 4626350"/>
              <a:gd name="connsiteY7" fmla="*/ 958787 h 1407530"/>
              <a:gd name="connsiteX8" fmla="*/ 2614463 w 4626350"/>
              <a:gd name="connsiteY8" fmla="*/ 1068325 h 1407530"/>
              <a:gd name="connsiteX9" fmla="*/ 2384913 w 4626350"/>
              <a:gd name="connsiteY9" fmla="*/ 1407415 h 1407530"/>
              <a:gd name="connsiteX10" fmla="*/ 1894376 w 4626350"/>
              <a:gd name="connsiteY10" fmla="*/ 1340741 h 1407530"/>
              <a:gd name="connsiteX11" fmla="*/ 0 w 4626350"/>
              <a:gd name="connsiteY11" fmla="*/ 0 h 1407530"/>
              <a:gd name="connsiteX0" fmla="*/ 2643620 w 4626350"/>
              <a:gd name="connsiteY0" fmla="*/ 1055225 h 1407530"/>
              <a:gd name="connsiteX1" fmla="*/ 3520291 w 4626350"/>
              <a:gd name="connsiteY1" fmla="*/ 511113 h 1407530"/>
              <a:gd name="connsiteX2" fmla="*/ 4605728 w 4626350"/>
              <a:gd name="connsiteY2" fmla="*/ 11241 h 1407530"/>
              <a:gd name="connsiteX3" fmla="*/ 4428025 w 4626350"/>
              <a:gd name="connsiteY3" fmla="*/ 152496 h 1407530"/>
              <a:gd name="connsiteX4" fmla="*/ 4298864 w 4626350"/>
              <a:gd name="connsiteY4" fmla="*/ 401088 h 1407530"/>
              <a:gd name="connsiteX5" fmla="*/ 4521734 w 4626350"/>
              <a:gd name="connsiteY5" fmla="*/ 216853 h 1407530"/>
              <a:gd name="connsiteX6" fmla="*/ 3277405 w 4626350"/>
              <a:gd name="connsiteY6" fmla="*/ 946405 h 1407530"/>
              <a:gd name="connsiteX7" fmla="*/ 2712571 w 4626350"/>
              <a:gd name="connsiteY7" fmla="*/ 958787 h 1407530"/>
              <a:gd name="connsiteX8" fmla="*/ 2614463 w 4626350"/>
              <a:gd name="connsiteY8" fmla="*/ 1068325 h 1407530"/>
              <a:gd name="connsiteX9" fmla="*/ 2384913 w 4626350"/>
              <a:gd name="connsiteY9" fmla="*/ 1407415 h 1407530"/>
              <a:gd name="connsiteX10" fmla="*/ 1894376 w 4626350"/>
              <a:gd name="connsiteY10" fmla="*/ 1340741 h 1407530"/>
              <a:gd name="connsiteX11" fmla="*/ 0 w 4626350"/>
              <a:gd name="connsiteY11" fmla="*/ 0 h 1407530"/>
              <a:gd name="connsiteX0" fmla="*/ 2643620 w 4626350"/>
              <a:gd name="connsiteY0" fmla="*/ 1055225 h 1407530"/>
              <a:gd name="connsiteX1" fmla="*/ 3520291 w 4626350"/>
              <a:gd name="connsiteY1" fmla="*/ 511113 h 1407530"/>
              <a:gd name="connsiteX2" fmla="*/ 4605728 w 4626350"/>
              <a:gd name="connsiteY2" fmla="*/ 11241 h 1407530"/>
              <a:gd name="connsiteX3" fmla="*/ 4428025 w 4626350"/>
              <a:gd name="connsiteY3" fmla="*/ 152496 h 1407530"/>
              <a:gd name="connsiteX4" fmla="*/ 4298864 w 4626350"/>
              <a:gd name="connsiteY4" fmla="*/ 401088 h 1407530"/>
              <a:gd name="connsiteX5" fmla="*/ 4521734 w 4626350"/>
              <a:gd name="connsiteY5" fmla="*/ 216853 h 1407530"/>
              <a:gd name="connsiteX6" fmla="*/ 3277405 w 4626350"/>
              <a:gd name="connsiteY6" fmla="*/ 946405 h 1407530"/>
              <a:gd name="connsiteX7" fmla="*/ 2712571 w 4626350"/>
              <a:gd name="connsiteY7" fmla="*/ 958787 h 1407530"/>
              <a:gd name="connsiteX8" fmla="*/ 2614463 w 4626350"/>
              <a:gd name="connsiteY8" fmla="*/ 1068325 h 1407530"/>
              <a:gd name="connsiteX9" fmla="*/ 2384913 w 4626350"/>
              <a:gd name="connsiteY9" fmla="*/ 1407415 h 1407530"/>
              <a:gd name="connsiteX10" fmla="*/ 1894376 w 4626350"/>
              <a:gd name="connsiteY10" fmla="*/ 1340741 h 1407530"/>
              <a:gd name="connsiteX11" fmla="*/ 1032363 w 4626350"/>
              <a:gd name="connsiteY11" fmla="*/ 650177 h 1407530"/>
              <a:gd name="connsiteX12" fmla="*/ 0 w 4626350"/>
              <a:gd name="connsiteY12" fmla="*/ 0 h 1407530"/>
              <a:gd name="connsiteX0" fmla="*/ 2643620 w 4626350"/>
              <a:gd name="connsiteY0" fmla="*/ 1055225 h 1407530"/>
              <a:gd name="connsiteX1" fmla="*/ 3520291 w 4626350"/>
              <a:gd name="connsiteY1" fmla="*/ 511113 h 1407530"/>
              <a:gd name="connsiteX2" fmla="*/ 4605728 w 4626350"/>
              <a:gd name="connsiteY2" fmla="*/ 11241 h 1407530"/>
              <a:gd name="connsiteX3" fmla="*/ 4428025 w 4626350"/>
              <a:gd name="connsiteY3" fmla="*/ 152496 h 1407530"/>
              <a:gd name="connsiteX4" fmla="*/ 4298864 w 4626350"/>
              <a:gd name="connsiteY4" fmla="*/ 401088 h 1407530"/>
              <a:gd name="connsiteX5" fmla="*/ 4521734 w 4626350"/>
              <a:gd name="connsiteY5" fmla="*/ 216853 h 1407530"/>
              <a:gd name="connsiteX6" fmla="*/ 3277405 w 4626350"/>
              <a:gd name="connsiteY6" fmla="*/ 946405 h 1407530"/>
              <a:gd name="connsiteX7" fmla="*/ 2712571 w 4626350"/>
              <a:gd name="connsiteY7" fmla="*/ 958787 h 1407530"/>
              <a:gd name="connsiteX8" fmla="*/ 2614463 w 4626350"/>
              <a:gd name="connsiteY8" fmla="*/ 1068325 h 1407530"/>
              <a:gd name="connsiteX9" fmla="*/ 2384913 w 4626350"/>
              <a:gd name="connsiteY9" fmla="*/ 1407415 h 1407530"/>
              <a:gd name="connsiteX10" fmla="*/ 1894376 w 4626350"/>
              <a:gd name="connsiteY10" fmla="*/ 1340741 h 1407530"/>
              <a:gd name="connsiteX11" fmla="*/ 1065700 w 4626350"/>
              <a:gd name="connsiteY11" fmla="*/ 583502 h 1407530"/>
              <a:gd name="connsiteX12" fmla="*/ 0 w 4626350"/>
              <a:gd name="connsiteY12" fmla="*/ 0 h 1407530"/>
              <a:gd name="connsiteX0" fmla="*/ 2643620 w 4626350"/>
              <a:gd name="connsiteY0" fmla="*/ 1055225 h 1407530"/>
              <a:gd name="connsiteX1" fmla="*/ 3520291 w 4626350"/>
              <a:gd name="connsiteY1" fmla="*/ 511113 h 1407530"/>
              <a:gd name="connsiteX2" fmla="*/ 4605728 w 4626350"/>
              <a:gd name="connsiteY2" fmla="*/ 11241 h 1407530"/>
              <a:gd name="connsiteX3" fmla="*/ 4428025 w 4626350"/>
              <a:gd name="connsiteY3" fmla="*/ 152496 h 1407530"/>
              <a:gd name="connsiteX4" fmla="*/ 4298864 w 4626350"/>
              <a:gd name="connsiteY4" fmla="*/ 401088 h 1407530"/>
              <a:gd name="connsiteX5" fmla="*/ 4521734 w 4626350"/>
              <a:gd name="connsiteY5" fmla="*/ 216853 h 1407530"/>
              <a:gd name="connsiteX6" fmla="*/ 3277405 w 4626350"/>
              <a:gd name="connsiteY6" fmla="*/ 946405 h 1407530"/>
              <a:gd name="connsiteX7" fmla="*/ 2712571 w 4626350"/>
              <a:gd name="connsiteY7" fmla="*/ 958787 h 1407530"/>
              <a:gd name="connsiteX8" fmla="*/ 2614463 w 4626350"/>
              <a:gd name="connsiteY8" fmla="*/ 1068325 h 1407530"/>
              <a:gd name="connsiteX9" fmla="*/ 2384913 w 4626350"/>
              <a:gd name="connsiteY9" fmla="*/ 1407415 h 1407530"/>
              <a:gd name="connsiteX10" fmla="*/ 1894376 w 4626350"/>
              <a:gd name="connsiteY10" fmla="*/ 1340741 h 1407530"/>
              <a:gd name="connsiteX11" fmla="*/ 1065700 w 4626350"/>
              <a:gd name="connsiteY11" fmla="*/ 583502 h 1407530"/>
              <a:gd name="connsiteX12" fmla="*/ 0 w 4626350"/>
              <a:gd name="connsiteY12" fmla="*/ 0 h 1407530"/>
              <a:gd name="connsiteX0" fmla="*/ 2643620 w 4626350"/>
              <a:gd name="connsiteY0" fmla="*/ 1055225 h 1407530"/>
              <a:gd name="connsiteX1" fmla="*/ 3520291 w 4626350"/>
              <a:gd name="connsiteY1" fmla="*/ 511113 h 1407530"/>
              <a:gd name="connsiteX2" fmla="*/ 4605728 w 4626350"/>
              <a:gd name="connsiteY2" fmla="*/ 11241 h 1407530"/>
              <a:gd name="connsiteX3" fmla="*/ 4428025 w 4626350"/>
              <a:gd name="connsiteY3" fmla="*/ 152496 h 1407530"/>
              <a:gd name="connsiteX4" fmla="*/ 4298864 w 4626350"/>
              <a:gd name="connsiteY4" fmla="*/ 401088 h 1407530"/>
              <a:gd name="connsiteX5" fmla="*/ 4521734 w 4626350"/>
              <a:gd name="connsiteY5" fmla="*/ 216853 h 1407530"/>
              <a:gd name="connsiteX6" fmla="*/ 3277405 w 4626350"/>
              <a:gd name="connsiteY6" fmla="*/ 946405 h 1407530"/>
              <a:gd name="connsiteX7" fmla="*/ 2712571 w 4626350"/>
              <a:gd name="connsiteY7" fmla="*/ 958787 h 1407530"/>
              <a:gd name="connsiteX8" fmla="*/ 2614463 w 4626350"/>
              <a:gd name="connsiteY8" fmla="*/ 1068325 h 1407530"/>
              <a:gd name="connsiteX9" fmla="*/ 2384913 w 4626350"/>
              <a:gd name="connsiteY9" fmla="*/ 1407415 h 1407530"/>
              <a:gd name="connsiteX10" fmla="*/ 1894376 w 4626350"/>
              <a:gd name="connsiteY10" fmla="*/ 1340741 h 1407530"/>
              <a:gd name="connsiteX11" fmla="*/ 1065700 w 4626350"/>
              <a:gd name="connsiteY11" fmla="*/ 583502 h 1407530"/>
              <a:gd name="connsiteX12" fmla="*/ 0 w 4626350"/>
              <a:gd name="connsiteY12" fmla="*/ 0 h 1407530"/>
              <a:gd name="connsiteX0" fmla="*/ 2643620 w 4626350"/>
              <a:gd name="connsiteY0" fmla="*/ 1055225 h 1407530"/>
              <a:gd name="connsiteX1" fmla="*/ 3520291 w 4626350"/>
              <a:gd name="connsiteY1" fmla="*/ 511113 h 1407530"/>
              <a:gd name="connsiteX2" fmla="*/ 4605728 w 4626350"/>
              <a:gd name="connsiteY2" fmla="*/ 11241 h 1407530"/>
              <a:gd name="connsiteX3" fmla="*/ 4428025 w 4626350"/>
              <a:gd name="connsiteY3" fmla="*/ 152496 h 1407530"/>
              <a:gd name="connsiteX4" fmla="*/ 4298864 w 4626350"/>
              <a:gd name="connsiteY4" fmla="*/ 401088 h 1407530"/>
              <a:gd name="connsiteX5" fmla="*/ 4521734 w 4626350"/>
              <a:gd name="connsiteY5" fmla="*/ 216853 h 1407530"/>
              <a:gd name="connsiteX6" fmla="*/ 3277405 w 4626350"/>
              <a:gd name="connsiteY6" fmla="*/ 946405 h 1407530"/>
              <a:gd name="connsiteX7" fmla="*/ 2712571 w 4626350"/>
              <a:gd name="connsiteY7" fmla="*/ 958787 h 1407530"/>
              <a:gd name="connsiteX8" fmla="*/ 2614463 w 4626350"/>
              <a:gd name="connsiteY8" fmla="*/ 1068325 h 1407530"/>
              <a:gd name="connsiteX9" fmla="*/ 2384913 w 4626350"/>
              <a:gd name="connsiteY9" fmla="*/ 1407415 h 1407530"/>
              <a:gd name="connsiteX10" fmla="*/ 1894376 w 4626350"/>
              <a:gd name="connsiteY10" fmla="*/ 1340741 h 1407530"/>
              <a:gd name="connsiteX11" fmla="*/ 1118088 w 4626350"/>
              <a:gd name="connsiteY11" fmla="*/ 483490 h 1407530"/>
              <a:gd name="connsiteX12" fmla="*/ 0 w 4626350"/>
              <a:gd name="connsiteY12" fmla="*/ 0 h 1407530"/>
              <a:gd name="connsiteX0" fmla="*/ 2643620 w 4626350"/>
              <a:gd name="connsiteY0" fmla="*/ 1055225 h 1407415"/>
              <a:gd name="connsiteX1" fmla="*/ 3520291 w 4626350"/>
              <a:gd name="connsiteY1" fmla="*/ 511113 h 1407415"/>
              <a:gd name="connsiteX2" fmla="*/ 4605728 w 4626350"/>
              <a:gd name="connsiteY2" fmla="*/ 11241 h 1407415"/>
              <a:gd name="connsiteX3" fmla="*/ 4428025 w 4626350"/>
              <a:gd name="connsiteY3" fmla="*/ 152496 h 1407415"/>
              <a:gd name="connsiteX4" fmla="*/ 4298864 w 4626350"/>
              <a:gd name="connsiteY4" fmla="*/ 401088 h 1407415"/>
              <a:gd name="connsiteX5" fmla="*/ 4521734 w 4626350"/>
              <a:gd name="connsiteY5" fmla="*/ 216853 h 1407415"/>
              <a:gd name="connsiteX6" fmla="*/ 3277405 w 4626350"/>
              <a:gd name="connsiteY6" fmla="*/ 946405 h 1407415"/>
              <a:gd name="connsiteX7" fmla="*/ 2712571 w 4626350"/>
              <a:gd name="connsiteY7" fmla="*/ 958787 h 1407415"/>
              <a:gd name="connsiteX8" fmla="*/ 2614463 w 4626350"/>
              <a:gd name="connsiteY8" fmla="*/ 1068325 h 1407415"/>
              <a:gd name="connsiteX9" fmla="*/ 2384913 w 4626350"/>
              <a:gd name="connsiteY9" fmla="*/ 1407415 h 1407415"/>
              <a:gd name="connsiteX10" fmla="*/ 1894376 w 4626350"/>
              <a:gd name="connsiteY10" fmla="*/ 1340741 h 1407415"/>
              <a:gd name="connsiteX11" fmla="*/ 1118088 w 4626350"/>
              <a:gd name="connsiteY11" fmla="*/ 483490 h 1407415"/>
              <a:gd name="connsiteX12" fmla="*/ 0 w 4626350"/>
              <a:gd name="connsiteY12" fmla="*/ 0 h 1407415"/>
              <a:gd name="connsiteX0" fmla="*/ 2643620 w 4626350"/>
              <a:gd name="connsiteY0" fmla="*/ 1055225 h 1407415"/>
              <a:gd name="connsiteX1" fmla="*/ 3520291 w 4626350"/>
              <a:gd name="connsiteY1" fmla="*/ 511113 h 1407415"/>
              <a:gd name="connsiteX2" fmla="*/ 4605728 w 4626350"/>
              <a:gd name="connsiteY2" fmla="*/ 11241 h 1407415"/>
              <a:gd name="connsiteX3" fmla="*/ 4428025 w 4626350"/>
              <a:gd name="connsiteY3" fmla="*/ 152496 h 1407415"/>
              <a:gd name="connsiteX4" fmla="*/ 4298864 w 4626350"/>
              <a:gd name="connsiteY4" fmla="*/ 401088 h 1407415"/>
              <a:gd name="connsiteX5" fmla="*/ 4521734 w 4626350"/>
              <a:gd name="connsiteY5" fmla="*/ 216853 h 1407415"/>
              <a:gd name="connsiteX6" fmla="*/ 3277405 w 4626350"/>
              <a:gd name="connsiteY6" fmla="*/ 946405 h 1407415"/>
              <a:gd name="connsiteX7" fmla="*/ 2712571 w 4626350"/>
              <a:gd name="connsiteY7" fmla="*/ 958787 h 1407415"/>
              <a:gd name="connsiteX8" fmla="*/ 2614463 w 4626350"/>
              <a:gd name="connsiteY8" fmla="*/ 1068325 h 1407415"/>
              <a:gd name="connsiteX9" fmla="*/ 2384913 w 4626350"/>
              <a:gd name="connsiteY9" fmla="*/ 1407415 h 1407415"/>
              <a:gd name="connsiteX10" fmla="*/ 1894376 w 4626350"/>
              <a:gd name="connsiteY10" fmla="*/ 1340741 h 1407415"/>
              <a:gd name="connsiteX11" fmla="*/ 1118088 w 4626350"/>
              <a:gd name="connsiteY11" fmla="*/ 483490 h 1407415"/>
              <a:gd name="connsiteX12" fmla="*/ 0 w 4626350"/>
              <a:gd name="connsiteY12" fmla="*/ 0 h 1407415"/>
              <a:gd name="connsiteX0" fmla="*/ 2643620 w 4626350"/>
              <a:gd name="connsiteY0" fmla="*/ 1055225 h 1409621"/>
              <a:gd name="connsiteX1" fmla="*/ 3520291 w 4626350"/>
              <a:gd name="connsiteY1" fmla="*/ 511113 h 1409621"/>
              <a:gd name="connsiteX2" fmla="*/ 4605728 w 4626350"/>
              <a:gd name="connsiteY2" fmla="*/ 11241 h 1409621"/>
              <a:gd name="connsiteX3" fmla="*/ 4428025 w 4626350"/>
              <a:gd name="connsiteY3" fmla="*/ 152496 h 1409621"/>
              <a:gd name="connsiteX4" fmla="*/ 4298864 w 4626350"/>
              <a:gd name="connsiteY4" fmla="*/ 401088 h 1409621"/>
              <a:gd name="connsiteX5" fmla="*/ 4521734 w 4626350"/>
              <a:gd name="connsiteY5" fmla="*/ 216853 h 1409621"/>
              <a:gd name="connsiteX6" fmla="*/ 3277405 w 4626350"/>
              <a:gd name="connsiteY6" fmla="*/ 946405 h 1409621"/>
              <a:gd name="connsiteX7" fmla="*/ 2712571 w 4626350"/>
              <a:gd name="connsiteY7" fmla="*/ 958787 h 1409621"/>
              <a:gd name="connsiteX8" fmla="*/ 2614463 w 4626350"/>
              <a:gd name="connsiteY8" fmla="*/ 1068325 h 1409621"/>
              <a:gd name="connsiteX9" fmla="*/ 2384913 w 4626350"/>
              <a:gd name="connsiteY9" fmla="*/ 1407415 h 1409621"/>
              <a:gd name="connsiteX10" fmla="*/ 1894376 w 4626350"/>
              <a:gd name="connsiteY10" fmla="*/ 1340741 h 1409621"/>
              <a:gd name="connsiteX11" fmla="*/ 1118088 w 4626350"/>
              <a:gd name="connsiteY11" fmla="*/ 483490 h 1409621"/>
              <a:gd name="connsiteX12" fmla="*/ 0 w 4626350"/>
              <a:gd name="connsiteY12" fmla="*/ 0 h 1409621"/>
              <a:gd name="connsiteX0" fmla="*/ 2643620 w 4626350"/>
              <a:gd name="connsiteY0" fmla="*/ 1055225 h 1409621"/>
              <a:gd name="connsiteX1" fmla="*/ 3520291 w 4626350"/>
              <a:gd name="connsiteY1" fmla="*/ 511113 h 1409621"/>
              <a:gd name="connsiteX2" fmla="*/ 4605728 w 4626350"/>
              <a:gd name="connsiteY2" fmla="*/ 11241 h 1409621"/>
              <a:gd name="connsiteX3" fmla="*/ 4428025 w 4626350"/>
              <a:gd name="connsiteY3" fmla="*/ 152496 h 1409621"/>
              <a:gd name="connsiteX4" fmla="*/ 4298864 w 4626350"/>
              <a:gd name="connsiteY4" fmla="*/ 401088 h 1409621"/>
              <a:gd name="connsiteX5" fmla="*/ 4521734 w 4626350"/>
              <a:gd name="connsiteY5" fmla="*/ 216853 h 1409621"/>
              <a:gd name="connsiteX6" fmla="*/ 3277405 w 4626350"/>
              <a:gd name="connsiteY6" fmla="*/ 946405 h 1409621"/>
              <a:gd name="connsiteX7" fmla="*/ 2712571 w 4626350"/>
              <a:gd name="connsiteY7" fmla="*/ 958787 h 1409621"/>
              <a:gd name="connsiteX8" fmla="*/ 2614463 w 4626350"/>
              <a:gd name="connsiteY8" fmla="*/ 1068325 h 1409621"/>
              <a:gd name="connsiteX9" fmla="*/ 2384913 w 4626350"/>
              <a:gd name="connsiteY9" fmla="*/ 1407415 h 1409621"/>
              <a:gd name="connsiteX10" fmla="*/ 1894376 w 4626350"/>
              <a:gd name="connsiteY10" fmla="*/ 1340741 h 1409621"/>
              <a:gd name="connsiteX11" fmla="*/ 1118088 w 4626350"/>
              <a:gd name="connsiteY11" fmla="*/ 483490 h 1409621"/>
              <a:gd name="connsiteX12" fmla="*/ 0 w 4626350"/>
              <a:gd name="connsiteY12" fmla="*/ 0 h 1409621"/>
              <a:gd name="connsiteX0" fmla="*/ 2643620 w 4549791"/>
              <a:gd name="connsiteY0" fmla="*/ 1055225 h 1409621"/>
              <a:gd name="connsiteX1" fmla="*/ 3520291 w 4549791"/>
              <a:gd name="connsiteY1" fmla="*/ 511113 h 1409621"/>
              <a:gd name="connsiteX2" fmla="*/ 3927548 w 4549791"/>
              <a:gd name="connsiteY2" fmla="*/ 41721 h 1409621"/>
              <a:gd name="connsiteX3" fmla="*/ 4428025 w 4549791"/>
              <a:gd name="connsiteY3" fmla="*/ 152496 h 1409621"/>
              <a:gd name="connsiteX4" fmla="*/ 4298864 w 4549791"/>
              <a:gd name="connsiteY4" fmla="*/ 401088 h 1409621"/>
              <a:gd name="connsiteX5" fmla="*/ 4521734 w 4549791"/>
              <a:gd name="connsiteY5" fmla="*/ 216853 h 1409621"/>
              <a:gd name="connsiteX6" fmla="*/ 3277405 w 4549791"/>
              <a:gd name="connsiteY6" fmla="*/ 946405 h 1409621"/>
              <a:gd name="connsiteX7" fmla="*/ 2712571 w 4549791"/>
              <a:gd name="connsiteY7" fmla="*/ 958787 h 1409621"/>
              <a:gd name="connsiteX8" fmla="*/ 2614463 w 4549791"/>
              <a:gd name="connsiteY8" fmla="*/ 1068325 h 1409621"/>
              <a:gd name="connsiteX9" fmla="*/ 2384913 w 4549791"/>
              <a:gd name="connsiteY9" fmla="*/ 1407415 h 1409621"/>
              <a:gd name="connsiteX10" fmla="*/ 1894376 w 4549791"/>
              <a:gd name="connsiteY10" fmla="*/ 1340741 h 1409621"/>
              <a:gd name="connsiteX11" fmla="*/ 1118088 w 4549791"/>
              <a:gd name="connsiteY11" fmla="*/ 483490 h 1409621"/>
              <a:gd name="connsiteX12" fmla="*/ 0 w 4549791"/>
              <a:gd name="connsiteY12" fmla="*/ 0 h 1409621"/>
              <a:gd name="connsiteX0" fmla="*/ 2643620 w 4514016"/>
              <a:gd name="connsiteY0" fmla="*/ 1055225 h 1409621"/>
              <a:gd name="connsiteX1" fmla="*/ 3520291 w 4514016"/>
              <a:gd name="connsiteY1" fmla="*/ 511113 h 1409621"/>
              <a:gd name="connsiteX2" fmla="*/ 3927548 w 4514016"/>
              <a:gd name="connsiteY2" fmla="*/ 41721 h 1409621"/>
              <a:gd name="connsiteX3" fmla="*/ 4428025 w 4514016"/>
              <a:gd name="connsiteY3" fmla="*/ 152496 h 1409621"/>
              <a:gd name="connsiteX4" fmla="*/ 4298864 w 4514016"/>
              <a:gd name="connsiteY4" fmla="*/ 401088 h 1409621"/>
              <a:gd name="connsiteX5" fmla="*/ 4483634 w 4514016"/>
              <a:gd name="connsiteY5" fmla="*/ 506413 h 1409621"/>
              <a:gd name="connsiteX6" fmla="*/ 3277405 w 4514016"/>
              <a:gd name="connsiteY6" fmla="*/ 946405 h 1409621"/>
              <a:gd name="connsiteX7" fmla="*/ 2712571 w 4514016"/>
              <a:gd name="connsiteY7" fmla="*/ 958787 h 1409621"/>
              <a:gd name="connsiteX8" fmla="*/ 2614463 w 4514016"/>
              <a:gd name="connsiteY8" fmla="*/ 1068325 h 1409621"/>
              <a:gd name="connsiteX9" fmla="*/ 2384913 w 4514016"/>
              <a:gd name="connsiteY9" fmla="*/ 1407415 h 1409621"/>
              <a:gd name="connsiteX10" fmla="*/ 1894376 w 4514016"/>
              <a:gd name="connsiteY10" fmla="*/ 1340741 h 1409621"/>
              <a:gd name="connsiteX11" fmla="*/ 1118088 w 4514016"/>
              <a:gd name="connsiteY11" fmla="*/ 483490 h 1409621"/>
              <a:gd name="connsiteX12" fmla="*/ 0 w 4514016"/>
              <a:gd name="connsiteY12" fmla="*/ 0 h 1409621"/>
              <a:gd name="connsiteX0" fmla="*/ 2643620 w 4622272"/>
              <a:gd name="connsiteY0" fmla="*/ 1055225 h 1409621"/>
              <a:gd name="connsiteX1" fmla="*/ 3520291 w 4622272"/>
              <a:gd name="connsiteY1" fmla="*/ 511113 h 1409621"/>
              <a:gd name="connsiteX2" fmla="*/ 3927548 w 4622272"/>
              <a:gd name="connsiteY2" fmla="*/ 41721 h 1409621"/>
              <a:gd name="connsiteX3" fmla="*/ 4428025 w 4622272"/>
              <a:gd name="connsiteY3" fmla="*/ 152496 h 1409621"/>
              <a:gd name="connsiteX4" fmla="*/ 4298864 w 4622272"/>
              <a:gd name="connsiteY4" fmla="*/ 401088 h 1409621"/>
              <a:gd name="connsiteX5" fmla="*/ 4597934 w 4622272"/>
              <a:gd name="connsiteY5" fmla="*/ 1001713 h 1409621"/>
              <a:gd name="connsiteX6" fmla="*/ 3277405 w 4622272"/>
              <a:gd name="connsiteY6" fmla="*/ 946405 h 1409621"/>
              <a:gd name="connsiteX7" fmla="*/ 2712571 w 4622272"/>
              <a:gd name="connsiteY7" fmla="*/ 958787 h 1409621"/>
              <a:gd name="connsiteX8" fmla="*/ 2614463 w 4622272"/>
              <a:gd name="connsiteY8" fmla="*/ 1068325 h 1409621"/>
              <a:gd name="connsiteX9" fmla="*/ 2384913 w 4622272"/>
              <a:gd name="connsiteY9" fmla="*/ 1407415 h 1409621"/>
              <a:gd name="connsiteX10" fmla="*/ 1894376 w 4622272"/>
              <a:gd name="connsiteY10" fmla="*/ 1340741 h 1409621"/>
              <a:gd name="connsiteX11" fmla="*/ 1118088 w 4622272"/>
              <a:gd name="connsiteY11" fmla="*/ 483490 h 1409621"/>
              <a:gd name="connsiteX12" fmla="*/ 0 w 4622272"/>
              <a:gd name="connsiteY12" fmla="*/ 0 h 1409621"/>
              <a:gd name="connsiteX0" fmla="*/ 2643620 w 5011003"/>
              <a:gd name="connsiteY0" fmla="*/ 1055225 h 1409621"/>
              <a:gd name="connsiteX1" fmla="*/ 3520291 w 5011003"/>
              <a:gd name="connsiteY1" fmla="*/ 511113 h 1409621"/>
              <a:gd name="connsiteX2" fmla="*/ 3927548 w 5011003"/>
              <a:gd name="connsiteY2" fmla="*/ 41721 h 1409621"/>
              <a:gd name="connsiteX3" fmla="*/ 5007145 w 5011003"/>
              <a:gd name="connsiteY3" fmla="*/ 571596 h 1409621"/>
              <a:gd name="connsiteX4" fmla="*/ 4298864 w 5011003"/>
              <a:gd name="connsiteY4" fmla="*/ 401088 h 1409621"/>
              <a:gd name="connsiteX5" fmla="*/ 4597934 w 5011003"/>
              <a:gd name="connsiteY5" fmla="*/ 1001713 h 1409621"/>
              <a:gd name="connsiteX6" fmla="*/ 3277405 w 5011003"/>
              <a:gd name="connsiteY6" fmla="*/ 946405 h 1409621"/>
              <a:gd name="connsiteX7" fmla="*/ 2712571 w 5011003"/>
              <a:gd name="connsiteY7" fmla="*/ 958787 h 1409621"/>
              <a:gd name="connsiteX8" fmla="*/ 2614463 w 5011003"/>
              <a:gd name="connsiteY8" fmla="*/ 1068325 h 1409621"/>
              <a:gd name="connsiteX9" fmla="*/ 2384913 w 5011003"/>
              <a:gd name="connsiteY9" fmla="*/ 1407415 h 1409621"/>
              <a:gd name="connsiteX10" fmla="*/ 1894376 w 5011003"/>
              <a:gd name="connsiteY10" fmla="*/ 1340741 h 1409621"/>
              <a:gd name="connsiteX11" fmla="*/ 1118088 w 5011003"/>
              <a:gd name="connsiteY11" fmla="*/ 483490 h 1409621"/>
              <a:gd name="connsiteX12" fmla="*/ 0 w 5011003"/>
              <a:gd name="connsiteY12" fmla="*/ 0 h 1409621"/>
              <a:gd name="connsiteX0" fmla="*/ 2643620 w 5056755"/>
              <a:gd name="connsiteY0" fmla="*/ 1055225 h 1409621"/>
              <a:gd name="connsiteX1" fmla="*/ 3520291 w 5056755"/>
              <a:gd name="connsiteY1" fmla="*/ 511113 h 1409621"/>
              <a:gd name="connsiteX2" fmla="*/ 3927548 w 5056755"/>
              <a:gd name="connsiteY2" fmla="*/ 41721 h 1409621"/>
              <a:gd name="connsiteX3" fmla="*/ 5007145 w 5056755"/>
              <a:gd name="connsiteY3" fmla="*/ 571596 h 1409621"/>
              <a:gd name="connsiteX4" fmla="*/ 4847504 w 5056755"/>
              <a:gd name="connsiteY4" fmla="*/ 782088 h 1409621"/>
              <a:gd name="connsiteX5" fmla="*/ 4597934 w 5056755"/>
              <a:gd name="connsiteY5" fmla="*/ 1001713 h 1409621"/>
              <a:gd name="connsiteX6" fmla="*/ 3277405 w 5056755"/>
              <a:gd name="connsiteY6" fmla="*/ 946405 h 1409621"/>
              <a:gd name="connsiteX7" fmla="*/ 2712571 w 5056755"/>
              <a:gd name="connsiteY7" fmla="*/ 958787 h 1409621"/>
              <a:gd name="connsiteX8" fmla="*/ 2614463 w 5056755"/>
              <a:gd name="connsiteY8" fmla="*/ 1068325 h 1409621"/>
              <a:gd name="connsiteX9" fmla="*/ 2384913 w 5056755"/>
              <a:gd name="connsiteY9" fmla="*/ 1407415 h 1409621"/>
              <a:gd name="connsiteX10" fmla="*/ 1894376 w 5056755"/>
              <a:gd name="connsiteY10" fmla="*/ 1340741 h 1409621"/>
              <a:gd name="connsiteX11" fmla="*/ 1118088 w 5056755"/>
              <a:gd name="connsiteY11" fmla="*/ 483490 h 1409621"/>
              <a:gd name="connsiteX12" fmla="*/ 0 w 5056755"/>
              <a:gd name="connsiteY12" fmla="*/ 0 h 1409621"/>
              <a:gd name="connsiteX0" fmla="*/ 2643620 w 5018179"/>
              <a:gd name="connsiteY0" fmla="*/ 1055225 h 1409621"/>
              <a:gd name="connsiteX1" fmla="*/ 3520291 w 5018179"/>
              <a:gd name="connsiteY1" fmla="*/ 511113 h 1409621"/>
              <a:gd name="connsiteX2" fmla="*/ 4537148 w 5018179"/>
              <a:gd name="connsiteY2" fmla="*/ 216981 h 1409621"/>
              <a:gd name="connsiteX3" fmla="*/ 5007145 w 5018179"/>
              <a:gd name="connsiteY3" fmla="*/ 571596 h 1409621"/>
              <a:gd name="connsiteX4" fmla="*/ 4847504 w 5018179"/>
              <a:gd name="connsiteY4" fmla="*/ 782088 h 1409621"/>
              <a:gd name="connsiteX5" fmla="*/ 4597934 w 5018179"/>
              <a:gd name="connsiteY5" fmla="*/ 1001713 h 1409621"/>
              <a:gd name="connsiteX6" fmla="*/ 3277405 w 5018179"/>
              <a:gd name="connsiteY6" fmla="*/ 946405 h 1409621"/>
              <a:gd name="connsiteX7" fmla="*/ 2712571 w 5018179"/>
              <a:gd name="connsiteY7" fmla="*/ 958787 h 1409621"/>
              <a:gd name="connsiteX8" fmla="*/ 2614463 w 5018179"/>
              <a:gd name="connsiteY8" fmla="*/ 1068325 h 1409621"/>
              <a:gd name="connsiteX9" fmla="*/ 2384913 w 5018179"/>
              <a:gd name="connsiteY9" fmla="*/ 1407415 h 1409621"/>
              <a:gd name="connsiteX10" fmla="*/ 1894376 w 5018179"/>
              <a:gd name="connsiteY10" fmla="*/ 1340741 h 1409621"/>
              <a:gd name="connsiteX11" fmla="*/ 1118088 w 5018179"/>
              <a:gd name="connsiteY11" fmla="*/ 483490 h 1409621"/>
              <a:gd name="connsiteX12" fmla="*/ 0 w 5018179"/>
              <a:gd name="connsiteY12" fmla="*/ 0 h 1409621"/>
              <a:gd name="connsiteX0" fmla="*/ 2643620 w 4864295"/>
              <a:gd name="connsiteY0" fmla="*/ 1055225 h 1409621"/>
              <a:gd name="connsiteX1" fmla="*/ 3520291 w 4864295"/>
              <a:gd name="connsiteY1" fmla="*/ 511113 h 1409621"/>
              <a:gd name="connsiteX2" fmla="*/ 4537148 w 4864295"/>
              <a:gd name="connsiteY2" fmla="*/ 216981 h 1409621"/>
              <a:gd name="connsiteX3" fmla="*/ 4328965 w 4864295"/>
              <a:gd name="connsiteY3" fmla="*/ 403956 h 1409621"/>
              <a:gd name="connsiteX4" fmla="*/ 4847504 w 4864295"/>
              <a:gd name="connsiteY4" fmla="*/ 782088 h 1409621"/>
              <a:gd name="connsiteX5" fmla="*/ 4597934 w 4864295"/>
              <a:gd name="connsiteY5" fmla="*/ 1001713 h 1409621"/>
              <a:gd name="connsiteX6" fmla="*/ 3277405 w 4864295"/>
              <a:gd name="connsiteY6" fmla="*/ 946405 h 1409621"/>
              <a:gd name="connsiteX7" fmla="*/ 2712571 w 4864295"/>
              <a:gd name="connsiteY7" fmla="*/ 958787 h 1409621"/>
              <a:gd name="connsiteX8" fmla="*/ 2614463 w 4864295"/>
              <a:gd name="connsiteY8" fmla="*/ 1068325 h 1409621"/>
              <a:gd name="connsiteX9" fmla="*/ 2384913 w 4864295"/>
              <a:gd name="connsiteY9" fmla="*/ 1407415 h 1409621"/>
              <a:gd name="connsiteX10" fmla="*/ 1894376 w 4864295"/>
              <a:gd name="connsiteY10" fmla="*/ 1340741 h 1409621"/>
              <a:gd name="connsiteX11" fmla="*/ 1118088 w 4864295"/>
              <a:gd name="connsiteY11" fmla="*/ 483490 h 1409621"/>
              <a:gd name="connsiteX12" fmla="*/ 0 w 4864295"/>
              <a:gd name="connsiteY12" fmla="*/ 0 h 1409621"/>
              <a:gd name="connsiteX0" fmla="*/ 2643620 w 4708704"/>
              <a:gd name="connsiteY0" fmla="*/ 1055225 h 1409621"/>
              <a:gd name="connsiteX1" fmla="*/ 3520291 w 4708704"/>
              <a:gd name="connsiteY1" fmla="*/ 511113 h 1409621"/>
              <a:gd name="connsiteX2" fmla="*/ 4537148 w 4708704"/>
              <a:gd name="connsiteY2" fmla="*/ 216981 h 1409621"/>
              <a:gd name="connsiteX3" fmla="*/ 4328965 w 4708704"/>
              <a:gd name="connsiteY3" fmla="*/ 403956 h 1409621"/>
              <a:gd name="connsiteX4" fmla="*/ 4603664 w 4708704"/>
              <a:gd name="connsiteY4" fmla="*/ 35328 h 1409621"/>
              <a:gd name="connsiteX5" fmla="*/ 4597934 w 4708704"/>
              <a:gd name="connsiteY5" fmla="*/ 1001713 h 1409621"/>
              <a:gd name="connsiteX6" fmla="*/ 3277405 w 4708704"/>
              <a:gd name="connsiteY6" fmla="*/ 946405 h 1409621"/>
              <a:gd name="connsiteX7" fmla="*/ 2712571 w 4708704"/>
              <a:gd name="connsiteY7" fmla="*/ 958787 h 1409621"/>
              <a:gd name="connsiteX8" fmla="*/ 2614463 w 4708704"/>
              <a:gd name="connsiteY8" fmla="*/ 1068325 h 1409621"/>
              <a:gd name="connsiteX9" fmla="*/ 2384913 w 4708704"/>
              <a:gd name="connsiteY9" fmla="*/ 1407415 h 1409621"/>
              <a:gd name="connsiteX10" fmla="*/ 1894376 w 4708704"/>
              <a:gd name="connsiteY10" fmla="*/ 1340741 h 1409621"/>
              <a:gd name="connsiteX11" fmla="*/ 1118088 w 4708704"/>
              <a:gd name="connsiteY11" fmla="*/ 483490 h 1409621"/>
              <a:gd name="connsiteX12" fmla="*/ 0 w 4708704"/>
              <a:gd name="connsiteY12" fmla="*/ 0 h 1409621"/>
              <a:gd name="connsiteX0" fmla="*/ 2643620 w 4644940"/>
              <a:gd name="connsiteY0" fmla="*/ 1055225 h 1409621"/>
              <a:gd name="connsiteX1" fmla="*/ 3520291 w 4644940"/>
              <a:gd name="connsiteY1" fmla="*/ 511113 h 1409621"/>
              <a:gd name="connsiteX2" fmla="*/ 4537148 w 4644940"/>
              <a:gd name="connsiteY2" fmla="*/ 216981 h 1409621"/>
              <a:gd name="connsiteX3" fmla="*/ 4328965 w 4644940"/>
              <a:gd name="connsiteY3" fmla="*/ 403956 h 1409621"/>
              <a:gd name="connsiteX4" fmla="*/ 4603664 w 4644940"/>
              <a:gd name="connsiteY4" fmla="*/ 35328 h 1409621"/>
              <a:gd name="connsiteX5" fmla="*/ 3277405 w 4644940"/>
              <a:gd name="connsiteY5" fmla="*/ 946405 h 1409621"/>
              <a:gd name="connsiteX6" fmla="*/ 2712571 w 4644940"/>
              <a:gd name="connsiteY6" fmla="*/ 958787 h 1409621"/>
              <a:gd name="connsiteX7" fmla="*/ 2614463 w 4644940"/>
              <a:gd name="connsiteY7" fmla="*/ 1068325 h 1409621"/>
              <a:gd name="connsiteX8" fmla="*/ 2384913 w 4644940"/>
              <a:gd name="connsiteY8" fmla="*/ 1407415 h 1409621"/>
              <a:gd name="connsiteX9" fmla="*/ 1894376 w 4644940"/>
              <a:gd name="connsiteY9" fmla="*/ 1340741 h 1409621"/>
              <a:gd name="connsiteX10" fmla="*/ 1118088 w 4644940"/>
              <a:gd name="connsiteY10" fmla="*/ 483490 h 1409621"/>
              <a:gd name="connsiteX11" fmla="*/ 0 w 4644940"/>
              <a:gd name="connsiteY11" fmla="*/ 0 h 1409621"/>
              <a:gd name="connsiteX0" fmla="*/ 2643620 w 4644940"/>
              <a:gd name="connsiteY0" fmla="*/ 1055225 h 1409621"/>
              <a:gd name="connsiteX1" fmla="*/ 3520291 w 4644940"/>
              <a:gd name="connsiteY1" fmla="*/ 511113 h 1409621"/>
              <a:gd name="connsiteX2" fmla="*/ 4537148 w 4644940"/>
              <a:gd name="connsiteY2" fmla="*/ 236031 h 1409621"/>
              <a:gd name="connsiteX3" fmla="*/ 4328965 w 4644940"/>
              <a:gd name="connsiteY3" fmla="*/ 403956 h 1409621"/>
              <a:gd name="connsiteX4" fmla="*/ 4603664 w 4644940"/>
              <a:gd name="connsiteY4" fmla="*/ 35328 h 1409621"/>
              <a:gd name="connsiteX5" fmla="*/ 3277405 w 4644940"/>
              <a:gd name="connsiteY5" fmla="*/ 946405 h 1409621"/>
              <a:gd name="connsiteX6" fmla="*/ 2712571 w 4644940"/>
              <a:gd name="connsiteY6" fmla="*/ 958787 h 1409621"/>
              <a:gd name="connsiteX7" fmla="*/ 2614463 w 4644940"/>
              <a:gd name="connsiteY7" fmla="*/ 1068325 h 1409621"/>
              <a:gd name="connsiteX8" fmla="*/ 2384913 w 4644940"/>
              <a:gd name="connsiteY8" fmla="*/ 1407415 h 1409621"/>
              <a:gd name="connsiteX9" fmla="*/ 1894376 w 4644940"/>
              <a:gd name="connsiteY9" fmla="*/ 1340741 h 1409621"/>
              <a:gd name="connsiteX10" fmla="*/ 1118088 w 4644940"/>
              <a:gd name="connsiteY10" fmla="*/ 483490 h 1409621"/>
              <a:gd name="connsiteX11" fmla="*/ 0 w 4644940"/>
              <a:gd name="connsiteY11" fmla="*/ 0 h 1409621"/>
              <a:gd name="connsiteX0" fmla="*/ 2643620 w 4645327"/>
              <a:gd name="connsiteY0" fmla="*/ 1055225 h 1409621"/>
              <a:gd name="connsiteX1" fmla="*/ 3520291 w 4645327"/>
              <a:gd name="connsiteY1" fmla="*/ 511113 h 1409621"/>
              <a:gd name="connsiteX2" fmla="*/ 4503810 w 4645327"/>
              <a:gd name="connsiteY2" fmla="*/ 424150 h 1409621"/>
              <a:gd name="connsiteX3" fmla="*/ 4328965 w 4645327"/>
              <a:gd name="connsiteY3" fmla="*/ 403956 h 1409621"/>
              <a:gd name="connsiteX4" fmla="*/ 4603664 w 4645327"/>
              <a:gd name="connsiteY4" fmla="*/ 35328 h 1409621"/>
              <a:gd name="connsiteX5" fmla="*/ 3277405 w 4645327"/>
              <a:gd name="connsiteY5" fmla="*/ 946405 h 1409621"/>
              <a:gd name="connsiteX6" fmla="*/ 2712571 w 4645327"/>
              <a:gd name="connsiteY6" fmla="*/ 958787 h 1409621"/>
              <a:gd name="connsiteX7" fmla="*/ 2614463 w 4645327"/>
              <a:gd name="connsiteY7" fmla="*/ 1068325 h 1409621"/>
              <a:gd name="connsiteX8" fmla="*/ 2384913 w 4645327"/>
              <a:gd name="connsiteY8" fmla="*/ 1407415 h 1409621"/>
              <a:gd name="connsiteX9" fmla="*/ 1894376 w 4645327"/>
              <a:gd name="connsiteY9" fmla="*/ 1340741 h 1409621"/>
              <a:gd name="connsiteX10" fmla="*/ 1118088 w 4645327"/>
              <a:gd name="connsiteY10" fmla="*/ 483490 h 1409621"/>
              <a:gd name="connsiteX11" fmla="*/ 0 w 4645327"/>
              <a:gd name="connsiteY11" fmla="*/ 0 h 1409621"/>
              <a:gd name="connsiteX0" fmla="*/ 2643620 w 4645105"/>
              <a:gd name="connsiteY0" fmla="*/ 1055225 h 1409621"/>
              <a:gd name="connsiteX1" fmla="*/ 3520291 w 4645105"/>
              <a:gd name="connsiteY1" fmla="*/ 511113 h 1409621"/>
              <a:gd name="connsiteX2" fmla="*/ 4522860 w 4645105"/>
              <a:gd name="connsiteY2" fmla="*/ 228887 h 1409621"/>
              <a:gd name="connsiteX3" fmla="*/ 4328965 w 4645105"/>
              <a:gd name="connsiteY3" fmla="*/ 403956 h 1409621"/>
              <a:gd name="connsiteX4" fmla="*/ 4603664 w 4645105"/>
              <a:gd name="connsiteY4" fmla="*/ 35328 h 1409621"/>
              <a:gd name="connsiteX5" fmla="*/ 3277405 w 4645105"/>
              <a:gd name="connsiteY5" fmla="*/ 946405 h 1409621"/>
              <a:gd name="connsiteX6" fmla="*/ 2712571 w 4645105"/>
              <a:gd name="connsiteY6" fmla="*/ 958787 h 1409621"/>
              <a:gd name="connsiteX7" fmla="*/ 2614463 w 4645105"/>
              <a:gd name="connsiteY7" fmla="*/ 1068325 h 1409621"/>
              <a:gd name="connsiteX8" fmla="*/ 2384913 w 4645105"/>
              <a:gd name="connsiteY8" fmla="*/ 1407415 h 1409621"/>
              <a:gd name="connsiteX9" fmla="*/ 1894376 w 4645105"/>
              <a:gd name="connsiteY9" fmla="*/ 1340741 h 1409621"/>
              <a:gd name="connsiteX10" fmla="*/ 1118088 w 4645105"/>
              <a:gd name="connsiteY10" fmla="*/ 483490 h 1409621"/>
              <a:gd name="connsiteX11" fmla="*/ 0 w 4645105"/>
              <a:gd name="connsiteY11" fmla="*/ 0 h 1409621"/>
              <a:gd name="connsiteX0" fmla="*/ 2643620 w 4645105"/>
              <a:gd name="connsiteY0" fmla="*/ 1055225 h 1409621"/>
              <a:gd name="connsiteX1" fmla="*/ 3520291 w 4645105"/>
              <a:gd name="connsiteY1" fmla="*/ 511113 h 1409621"/>
              <a:gd name="connsiteX2" fmla="*/ 4522860 w 4645105"/>
              <a:gd name="connsiteY2" fmla="*/ 228887 h 1409621"/>
              <a:gd name="connsiteX3" fmla="*/ 4328965 w 4645105"/>
              <a:gd name="connsiteY3" fmla="*/ 403956 h 1409621"/>
              <a:gd name="connsiteX4" fmla="*/ 4603664 w 4645105"/>
              <a:gd name="connsiteY4" fmla="*/ 35328 h 1409621"/>
              <a:gd name="connsiteX5" fmla="*/ 3277405 w 4645105"/>
              <a:gd name="connsiteY5" fmla="*/ 946405 h 1409621"/>
              <a:gd name="connsiteX6" fmla="*/ 2712571 w 4645105"/>
              <a:gd name="connsiteY6" fmla="*/ 958787 h 1409621"/>
              <a:gd name="connsiteX7" fmla="*/ 2614463 w 4645105"/>
              <a:gd name="connsiteY7" fmla="*/ 1068325 h 1409621"/>
              <a:gd name="connsiteX8" fmla="*/ 2384913 w 4645105"/>
              <a:gd name="connsiteY8" fmla="*/ 1407415 h 1409621"/>
              <a:gd name="connsiteX9" fmla="*/ 1894376 w 4645105"/>
              <a:gd name="connsiteY9" fmla="*/ 1340741 h 1409621"/>
              <a:gd name="connsiteX10" fmla="*/ 1118088 w 4645105"/>
              <a:gd name="connsiteY10" fmla="*/ 483490 h 1409621"/>
              <a:gd name="connsiteX11" fmla="*/ 0 w 4645105"/>
              <a:gd name="connsiteY11" fmla="*/ 0 h 1409621"/>
              <a:gd name="connsiteX0" fmla="*/ 2643620 w 4645105"/>
              <a:gd name="connsiteY0" fmla="*/ 1055225 h 1409621"/>
              <a:gd name="connsiteX1" fmla="*/ 3520291 w 4645105"/>
              <a:gd name="connsiteY1" fmla="*/ 511113 h 1409621"/>
              <a:gd name="connsiteX2" fmla="*/ 4522860 w 4645105"/>
              <a:gd name="connsiteY2" fmla="*/ 228887 h 1409621"/>
              <a:gd name="connsiteX3" fmla="*/ 4328965 w 4645105"/>
              <a:gd name="connsiteY3" fmla="*/ 403956 h 1409621"/>
              <a:gd name="connsiteX4" fmla="*/ 4603664 w 4645105"/>
              <a:gd name="connsiteY4" fmla="*/ 35328 h 1409621"/>
              <a:gd name="connsiteX5" fmla="*/ 3277405 w 4645105"/>
              <a:gd name="connsiteY5" fmla="*/ 946405 h 1409621"/>
              <a:gd name="connsiteX6" fmla="*/ 2712571 w 4645105"/>
              <a:gd name="connsiteY6" fmla="*/ 958787 h 1409621"/>
              <a:gd name="connsiteX7" fmla="*/ 2614463 w 4645105"/>
              <a:gd name="connsiteY7" fmla="*/ 1068325 h 1409621"/>
              <a:gd name="connsiteX8" fmla="*/ 2384913 w 4645105"/>
              <a:gd name="connsiteY8" fmla="*/ 1407415 h 1409621"/>
              <a:gd name="connsiteX9" fmla="*/ 1894376 w 4645105"/>
              <a:gd name="connsiteY9" fmla="*/ 1340741 h 1409621"/>
              <a:gd name="connsiteX10" fmla="*/ 1118088 w 4645105"/>
              <a:gd name="connsiteY10" fmla="*/ 483490 h 1409621"/>
              <a:gd name="connsiteX11" fmla="*/ 0 w 4645105"/>
              <a:gd name="connsiteY11" fmla="*/ 0 h 1409621"/>
              <a:gd name="connsiteX0" fmla="*/ 2643620 w 4645105"/>
              <a:gd name="connsiteY0" fmla="*/ 1055225 h 1409621"/>
              <a:gd name="connsiteX1" fmla="*/ 3520291 w 4645105"/>
              <a:gd name="connsiteY1" fmla="*/ 511113 h 1409621"/>
              <a:gd name="connsiteX2" fmla="*/ 4522860 w 4645105"/>
              <a:gd name="connsiteY2" fmla="*/ 228887 h 1409621"/>
              <a:gd name="connsiteX3" fmla="*/ 4328965 w 4645105"/>
              <a:gd name="connsiteY3" fmla="*/ 403956 h 1409621"/>
              <a:gd name="connsiteX4" fmla="*/ 4603664 w 4645105"/>
              <a:gd name="connsiteY4" fmla="*/ 35328 h 1409621"/>
              <a:gd name="connsiteX5" fmla="*/ 3277405 w 4645105"/>
              <a:gd name="connsiteY5" fmla="*/ 946405 h 1409621"/>
              <a:gd name="connsiteX6" fmla="*/ 2712571 w 4645105"/>
              <a:gd name="connsiteY6" fmla="*/ 958787 h 1409621"/>
              <a:gd name="connsiteX7" fmla="*/ 2614463 w 4645105"/>
              <a:gd name="connsiteY7" fmla="*/ 1068325 h 1409621"/>
              <a:gd name="connsiteX8" fmla="*/ 2384913 w 4645105"/>
              <a:gd name="connsiteY8" fmla="*/ 1407415 h 1409621"/>
              <a:gd name="connsiteX9" fmla="*/ 1894376 w 4645105"/>
              <a:gd name="connsiteY9" fmla="*/ 1340741 h 1409621"/>
              <a:gd name="connsiteX10" fmla="*/ 1118088 w 4645105"/>
              <a:gd name="connsiteY10" fmla="*/ 483490 h 1409621"/>
              <a:gd name="connsiteX11" fmla="*/ 0 w 4645105"/>
              <a:gd name="connsiteY11" fmla="*/ 0 h 1409621"/>
              <a:gd name="connsiteX0" fmla="*/ 2643620 w 4641494"/>
              <a:gd name="connsiteY0" fmla="*/ 1055225 h 1409621"/>
              <a:gd name="connsiteX1" fmla="*/ 3520291 w 4641494"/>
              <a:gd name="connsiteY1" fmla="*/ 511113 h 1409621"/>
              <a:gd name="connsiteX2" fmla="*/ 4522860 w 4641494"/>
              <a:gd name="connsiteY2" fmla="*/ 228887 h 1409621"/>
              <a:gd name="connsiteX3" fmla="*/ 4300390 w 4641494"/>
              <a:gd name="connsiteY3" fmla="*/ 403956 h 1409621"/>
              <a:gd name="connsiteX4" fmla="*/ 4603664 w 4641494"/>
              <a:gd name="connsiteY4" fmla="*/ 35328 h 1409621"/>
              <a:gd name="connsiteX5" fmla="*/ 3277405 w 4641494"/>
              <a:gd name="connsiteY5" fmla="*/ 946405 h 1409621"/>
              <a:gd name="connsiteX6" fmla="*/ 2712571 w 4641494"/>
              <a:gd name="connsiteY6" fmla="*/ 958787 h 1409621"/>
              <a:gd name="connsiteX7" fmla="*/ 2614463 w 4641494"/>
              <a:gd name="connsiteY7" fmla="*/ 1068325 h 1409621"/>
              <a:gd name="connsiteX8" fmla="*/ 2384913 w 4641494"/>
              <a:gd name="connsiteY8" fmla="*/ 1407415 h 1409621"/>
              <a:gd name="connsiteX9" fmla="*/ 1894376 w 4641494"/>
              <a:gd name="connsiteY9" fmla="*/ 1340741 h 1409621"/>
              <a:gd name="connsiteX10" fmla="*/ 1118088 w 4641494"/>
              <a:gd name="connsiteY10" fmla="*/ 483490 h 1409621"/>
              <a:gd name="connsiteX11" fmla="*/ 0 w 4641494"/>
              <a:gd name="connsiteY11" fmla="*/ 0 h 1409621"/>
              <a:gd name="connsiteX0" fmla="*/ 2643620 w 4641299"/>
              <a:gd name="connsiteY0" fmla="*/ 1055225 h 1409621"/>
              <a:gd name="connsiteX1" fmla="*/ 3520291 w 4641299"/>
              <a:gd name="connsiteY1" fmla="*/ 511113 h 1409621"/>
              <a:gd name="connsiteX2" fmla="*/ 4541910 w 4641299"/>
              <a:gd name="connsiteY2" fmla="*/ 250318 h 1409621"/>
              <a:gd name="connsiteX3" fmla="*/ 4300390 w 4641299"/>
              <a:gd name="connsiteY3" fmla="*/ 403956 h 1409621"/>
              <a:gd name="connsiteX4" fmla="*/ 4603664 w 4641299"/>
              <a:gd name="connsiteY4" fmla="*/ 35328 h 1409621"/>
              <a:gd name="connsiteX5" fmla="*/ 3277405 w 4641299"/>
              <a:gd name="connsiteY5" fmla="*/ 946405 h 1409621"/>
              <a:gd name="connsiteX6" fmla="*/ 2712571 w 4641299"/>
              <a:gd name="connsiteY6" fmla="*/ 958787 h 1409621"/>
              <a:gd name="connsiteX7" fmla="*/ 2614463 w 4641299"/>
              <a:gd name="connsiteY7" fmla="*/ 1068325 h 1409621"/>
              <a:gd name="connsiteX8" fmla="*/ 2384913 w 4641299"/>
              <a:gd name="connsiteY8" fmla="*/ 1407415 h 1409621"/>
              <a:gd name="connsiteX9" fmla="*/ 1894376 w 4641299"/>
              <a:gd name="connsiteY9" fmla="*/ 1340741 h 1409621"/>
              <a:gd name="connsiteX10" fmla="*/ 1118088 w 4641299"/>
              <a:gd name="connsiteY10" fmla="*/ 483490 h 1409621"/>
              <a:gd name="connsiteX11" fmla="*/ 0 w 4641299"/>
              <a:gd name="connsiteY11" fmla="*/ 0 h 1409621"/>
              <a:gd name="connsiteX0" fmla="*/ 2643620 w 4639348"/>
              <a:gd name="connsiteY0" fmla="*/ 1055225 h 1409621"/>
              <a:gd name="connsiteX1" fmla="*/ 3520291 w 4639348"/>
              <a:gd name="connsiteY1" fmla="*/ 511113 h 1409621"/>
              <a:gd name="connsiteX2" fmla="*/ 4541910 w 4639348"/>
              <a:gd name="connsiteY2" fmla="*/ 250318 h 1409621"/>
              <a:gd name="connsiteX3" fmla="*/ 4283722 w 4639348"/>
              <a:gd name="connsiteY3" fmla="*/ 413481 h 1409621"/>
              <a:gd name="connsiteX4" fmla="*/ 4603664 w 4639348"/>
              <a:gd name="connsiteY4" fmla="*/ 35328 h 1409621"/>
              <a:gd name="connsiteX5" fmla="*/ 3277405 w 4639348"/>
              <a:gd name="connsiteY5" fmla="*/ 946405 h 1409621"/>
              <a:gd name="connsiteX6" fmla="*/ 2712571 w 4639348"/>
              <a:gd name="connsiteY6" fmla="*/ 958787 h 1409621"/>
              <a:gd name="connsiteX7" fmla="*/ 2614463 w 4639348"/>
              <a:gd name="connsiteY7" fmla="*/ 1068325 h 1409621"/>
              <a:gd name="connsiteX8" fmla="*/ 2384913 w 4639348"/>
              <a:gd name="connsiteY8" fmla="*/ 1407415 h 1409621"/>
              <a:gd name="connsiteX9" fmla="*/ 1894376 w 4639348"/>
              <a:gd name="connsiteY9" fmla="*/ 1340741 h 1409621"/>
              <a:gd name="connsiteX10" fmla="*/ 1118088 w 4639348"/>
              <a:gd name="connsiteY10" fmla="*/ 483490 h 1409621"/>
              <a:gd name="connsiteX11" fmla="*/ 0 w 4639348"/>
              <a:gd name="connsiteY11" fmla="*/ 0 h 1409621"/>
              <a:gd name="connsiteX0" fmla="*/ 2643620 w 4635462"/>
              <a:gd name="connsiteY0" fmla="*/ 1055225 h 1409621"/>
              <a:gd name="connsiteX1" fmla="*/ 3520291 w 4635462"/>
              <a:gd name="connsiteY1" fmla="*/ 511113 h 1409621"/>
              <a:gd name="connsiteX2" fmla="*/ 4541910 w 4635462"/>
              <a:gd name="connsiteY2" fmla="*/ 250318 h 1409621"/>
              <a:gd name="connsiteX3" fmla="*/ 4283722 w 4635462"/>
              <a:gd name="connsiteY3" fmla="*/ 413481 h 1409621"/>
              <a:gd name="connsiteX4" fmla="*/ 4603664 w 4635462"/>
              <a:gd name="connsiteY4" fmla="*/ 35328 h 1409621"/>
              <a:gd name="connsiteX5" fmla="*/ 3277405 w 4635462"/>
              <a:gd name="connsiteY5" fmla="*/ 946405 h 1409621"/>
              <a:gd name="connsiteX6" fmla="*/ 2712571 w 4635462"/>
              <a:gd name="connsiteY6" fmla="*/ 958787 h 1409621"/>
              <a:gd name="connsiteX7" fmla="*/ 2614463 w 4635462"/>
              <a:gd name="connsiteY7" fmla="*/ 1068325 h 1409621"/>
              <a:gd name="connsiteX8" fmla="*/ 2384913 w 4635462"/>
              <a:gd name="connsiteY8" fmla="*/ 1407415 h 1409621"/>
              <a:gd name="connsiteX9" fmla="*/ 1894376 w 4635462"/>
              <a:gd name="connsiteY9" fmla="*/ 1340741 h 1409621"/>
              <a:gd name="connsiteX10" fmla="*/ 1118088 w 4635462"/>
              <a:gd name="connsiteY10" fmla="*/ 483490 h 1409621"/>
              <a:gd name="connsiteX11" fmla="*/ 0 w 4635462"/>
              <a:gd name="connsiteY11" fmla="*/ 0 h 1409621"/>
              <a:gd name="connsiteX0" fmla="*/ 2643620 w 4632570"/>
              <a:gd name="connsiteY0" fmla="*/ 1069291 h 1423687"/>
              <a:gd name="connsiteX1" fmla="*/ 3520291 w 4632570"/>
              <a:gd name="connsiteY1" fmla="*/ 525179 h 1423687"/>
              <a:gd name="connsiteX2" fmla="*/ 4541910 w 4632570"/>
              <a:gd name="connsiteY2" fmla="*/ 264384 h 1423687"/>
              <a:gd name="connsiteX3" fmla="*/ 4283722 w 4632570"/>
              <a:gd name="connsiteY3" fmla="*/ 427547 h 1423687"/>
              <a:gd name="connsiteX4" fmla="*/ 4596520 w 4632570"/>
              <a:gd name="connsiteY4" fmla="*/ 11294 h 1423687"/>
              <a:gd name="connsiteX5" fmla="*/ 3277405 w 4632570"/>
              <a:gd name="connsiteY5" fmla="*/ 960471 h 1423687"/>
              <a:gd name="connsiteX6" fmla="*/ 2712571 w 4632570"/>
              <a:gd name="connsiteY6" fmla="*/ 972853 h 1423687"/>
              <a:gd name="connsiteX7" fmla="*/ 2614463 w 4632570"/>
              <a:gd name="connsiteY7" fmla="*/ 1082391 h 1423687"/>
              <a:gd name="connsiteX8" fmla="*/ 2384913 w 4632570"/>
              <a:gd name="connsiteY8" fmla="*/ 1421481 h 1423687"/>
              <a:gd name="connsiteX9" fmla="*/ 1894376 w 4632570"/>
              <a:gd name="connsiteY9" fmla="*/ 1354807 h 1423687"/>
              <a:gd name="connsiteX10" fmla="*/ 1118088 w 4632570"/>
              <a:gd name="connsiteY10" fmla="*/ 497556 h 1423687"/>
              <a:gd name="connsiteX11" fmla="*/ 0 w 4632570"/>
              <a:gd name="connsiteY11" fmla="*/ 14066 h 1423687"/>
              <a:gd name="connsiteX0" fmla="*/ 2643620 w 4653029"/>
              <a:gd name="connsiteY0" fmla="*/ 1069291 h 1423687"/>
              <a:gd name="connsiteX1" fmla="*/ 3520291 w 4653029"/>
              <a:gd name="connsiteY1" fmla="*/ 525179 h 1423687"/>
              <a:gd name="connsiteX2" fmla="*/ 4541910 w 4653029"/>
              <a:gd name="connsiteY2" fmla="*/ 264384 h 1423687"/>
              <a:gd name="connsiteX3" fmla="*/ 4283722 w 4653029"/>
              <a:gd name="connsiteY3" fmla="*/ 427547 h 1423687"/>
              <a:gd name="connsiteX4" fmla="*/ 4596520 w 4653029"/>
              <a:gd name="connsiteY4" fmla="*/ 11294 h 1423687"/>
              <a:gd name="connsiteX5" fmla="*/ 3277405 w 4653029"/>
              <a:gd name="connsiteY5" fmla="*/ 960471 h 1423687"/>
              <a:gd name="connsiteX6" fmla="*/ 2712571 w 4653029"/>
              <a:gd name="connsiteY6" fmla="*/ 972853 h 1423687"/>
              <a:gd name="connsiteX7" fmla="*/ 2614463 w 4653029"/>
              <a:gd name="connsiteY7" fmla="*/ 1082391 h 1423687"/>
              <a:gd name="connsiteX8" fmla="*/ 2384913 w 4653029"/>
              <a:gd name="connsiteY8" fmla="*/ 1421481 h 1423687"/>
              <a:gd name="connsiteX9" fmla="*/ 1894376 w 4653029"/>
              <a:gd name="connsiteY9" fmla="*/ 1354807 h 1423687"/>
              <a:gd name="connsiteX10" fmla="*/ 1118088 w 4653029"/>
              <a:gd name="connsiteY10" fmla="*/ 497556 h 1423687"/>
              <a:gd name="connsiteX11" fmla="*/ 0 w 4653029"/>
              <a:gd name="connsiteY11" fmla="*/ 14066 h 1423687"/>
              <a:gd name="connsiteX0" fmla="*/ 2643620 w 4613335"/>
              <a:gd name="connsiteY0" fmla="*/ 1061180 h 1415576"/>
              <a:gd name="connsiteX1" fmla="*/ 3520291 w 4613335"/>
              <a:gd name="connsiteY1" fmla="*/ 517068 h 1415576"/>
              <a:gd name="connsiteX2" fmla="*/ 4541910 w 4613335"/>
              <a:gd name="connsiteY2" fmla="*/ 256273 h 1415576"/>
              <a:gd name="connsiteX3" fmla="*/ 4283722 w 4613335"/>
              <a:gd name="connsiteY3" fmla="*/ 419436 h 1415576"/>
              <a:gd name="connsiteX4" fmla="*/ 4596520 w 4613335"/>
              <a:gd name="connsiteY4" fmla="*/ 3183 h 1415576"/>
              <a:gd name="connsiteX5" fmla="*/ 3277405 w 4613335"/>
              <a:gd name="connsiteY5" fmla="*/ 952360 h 1415576"/>
              <a:gd name="connsiteX6" fmla="*/ 2712571 w 4613335"/>
              <a:gd name="connsiteY6" fmla="*/ 964742 h 1415576"/>
              <a:gd name="connsiteX7" fmla="*/ 2614463 w 4613335"/>
              <a:gd name="connsiteY7" fmla="*/ 1074280 h 1415576"/>
              <a:gd name="connsiteX8" fmla="*/ 2384913 w 4613335"/>
              <a:gd name="connsiteY8" fmla="*/ 1413370 h 1415576"/>
              <a:gd name="connsiteX9" fmla="*/ 1894376 w 4613335"/>
              <a:gd name="connsiteY9" fmla="*/ 1346696 h 1415576"/>
              <a:gd name="connsiteX10" fmla="*/ 1118088 w 4613335"/>
              <a:gd name="connsiteY10" fmla="*/ 489445 h 1415576"/>
              <a:gd name="connsiteX11" fmla="*/ 0 w 4613335"/>
              <a:gd name="connsiteY11" fmla="*/ 5955 h 1415576"/>
              <a:gd name="connsiteX0" fmla="*/ 2643620 w 4613402"/>
              <a:gd name="connsiteY0" fmla="*/ 1061158 h 1415554"/>
              <a:gd name="connsiteX1" fmla="*/ 3520291 w 4613402"/>
              <a:gd name="connsiteY1" fmla="*/ 517046 h 1415554"/>
              <a:gd name="connsiteX2" fmla="*/ 4530003 w 4613402"/>
              <a:gd name="connsiteY2" fmla="*/ 237201 h 1415554"/>
              <a:gd name="connsiteX3" fmla="*/ 4283722 w 4613402"/>
              <a:gd name="connsiteY3" fmla="*/ 419414 h 1415554"/>
              <a:gd name="connsiteX4" fmla="*/ 4596520 w 4613402"/>
              <a:gd name="connsiteY4" fmla="*/ 3161 h 1415554"/>
              <a:gd name="connsiteX5" fmla="*/ 3277405 w 4613402"/>
              <a:gd name="connsiteY5" fmla="*/ 952338 h 1415554"/>
              <a:gd name="connsiteX6" fmla="*/ 2712571 w 4613402"/>
              <a:gd name="connsiteY6" fmla="*/ 964720 h 1415554"/>
              <a:gd name="connsiteX7" fmla="*/ 2614463 w 4613402"/>
              <a:gd name="connsiteY7" fmla="*/ 1074258 h 1415554"/>
              <a:gd name="connsiteX8" fmla="*/ 2384913 w 4613402"/>
              <a:gd name="connsiteY8" fmla="*/ 1413348 h 1415554"/>
              <a:gd name="connsiteX9" fmla="*/ 1894376 w 4613402"/>
              <a:gd name="connsiteY9" fmla="*/ 1346674 h 1415554"/>
              <a:gd name="connsiteX10" fmla="*/ 1118088 w 4613402"/>
              <a:gd name="connsiteY10" fmla="*/ 489423 h 1415554"/>
              <a:gd name="connsiteX11" fmla="*/ 0 w 4613402"/>
              <a:gd name="connsiteY11" fmla="*/ 5933 h 1415554"/>
              <a:gd name="connsiteX0" fmla="*/ 2643620 w 4634966"/>
              <a:gd name="connsiteY0" fmla="*/ 1069926 h 1424322"/>
              <a:gd name="connsiteX1" fmla="*/ 3520291 w 4634966"/>
              <a:gd name="connsiteY1" fmla="*/ 525814 h 1424322"/>
              <a:gd name="connsiteX2" fmla="*/ 4530003 w 4634966"/>
              <a:gd name="connsiteY2" fmla="*/ 245969 h 1424322"/>
              <a:gd name="connsiteX3" fmla="*/ 4302772 w 4634966"/>
              <a:gd name="connsiteY3" fmla="*/ 416276 h 1424322"/>
              <a:gd name="connsiteX4" fmla="*/ 4596520 w 4634966"/>
              <a:gd name="connsiteY4" fmla="*/ 11929 h 1424322"/>
              <a:gd name="connsiteX5" fmla="*/ 3277405 w 4634966"/>
              <a:gd name="connsiteY5" fmla="*/ 961106 h 1424322"/>
              <a:gd name="connsiteX6" fmla="*/ 2712571 w 4634966"/>
              <a:gd name="connsiteY6" fmla="*/ 973488 h 1424322"/>
              <a:gd name="connsiteX7" fmla="*/ 2614463 w 4634966"/>
              <a:gd name="connsiteY7" fmla="*/ 1083026 h 1424322"/>
              <a:gd name="connsiteX8" fmla="*/ 2384913 w 4634966"/>
              <a:gd name="connsiteY8" fmla="*/ 1422116 h 1424322"/>
              <a:gd name="connsiteX9" fmla="*/ 1894376 w 4634966"/>
              <a:gd name="connsiteY9" fmla="*/ 1355442 h 1424322"/>
              <a:gd name="connsiteX10" fmla="*/ 1118088 w 4634966"/>
              <a:gd name="connsiteY10" fmla="*/ 498191 h 1424322"/>
              <a:gd name="connsiteX11" fmla="*/ 0 w 4634966"/>
              <a:gd name="connsiteY11" fmla="*/ 14701 h 1424322"/>
              <a:gd name="connsiteX0" fmla="*/ 2643620 w 4632290"/>
              <a:gd name="connsiteY0" fmla="*/ 1069719 h 1424115"/>
              <a:gd name="connsiteX1" fmla="*/ 3520291 w 4632290"/>
              <a:gd name="connsiteY1" fmla="*/ 525607 h 1424115"/>
              <a:gd name="connsiteX2" fmla="*/ 4530003 w 4632290"/>
              <a:gd name="connsiteY2" fmla="*/ 245762 h 1424115"/>
              <a:gd name="connsiteX3" fmla="*/ 4302772 w 4632290"/>
              <a:gd name="connsiteY3" fmla="*/ 416069 h 1424115"/>
              <a:gd name="connsiteX4" fmla="*/ 4596520 w 4632290"/>
              <a:gd name="connsiteY4" fmla="*/ 11722 h 1424115"/>
              <a:gd name="connsiteX5" fmla="*/ 3277405 w 4632290"/>
              <a:gd name="connsiteY5" fmla="*/ 960899 h 1424115"/>
              <a:gd name="connsiteX6" fmla="*/ 2712571 w 4632290"/>
              <a:gd name="connsiteY6" fmla="*/ 973281 h 1424115"/>
              <a:gd name="connsiteX7" fmla="*/ 2614463 w 4632290"/>
              <a:gd name="connsiteY7" fmla="*/ 1082819 h 1424115"/>
              <a:gd name="connsiteX8" fmla="*/ 2384913 w 4632290"/>
              <a:gd name="connsiteY8" fmla="*/ 1421909 h 1424115"/>
              <a:gd name="connsiteX9" fmla="*/ 1894376 w 4632290"/>
              <a:gd name="connsiteY9" fmla="*/ 1355235 h 1424115"/>
              <a:gd name="connsiteX10" fmla="*/ 1118088 w 4632290"/>
              <a:gd name="connsiteY10" fmla="*/ 497984 h 1424115"/>
              <a:gd name="connsiteX11" fmla="*/ 0 w 4632290"/>
              <a:gd name="connsiteY11" fmla="*/ 14494 h 1424115"/>
              <a:gd name="connsiteX0" fmla="*/ 2643620 w 4598928"/>
              <a:gd name="connsiteY0" fmla="*/ 1058166 h 1412562"/>
              <a:gd name="connsiteX1" fmla="*/ 3520291 w 4598928"/>
              <a:gd name="connsiteY1" fmla="*/ 514054 h 1412562"/>
              <a:gd name="connsiteX2" fmla="*/ 4530003 w 4598928"/>
              <a:gd name="connsiteY2" fmla="*/ 234209 h 1412562"/>
              <a:gd name="connsiteX3" fmla="*/ 4302772 w 4598928"/>
              <a:gd name="connsiteY3" fmla="*/ 404516 h 1412562"/>
              <a:gd name="connsiteX4" fmla="*/ 4596520 w 4598928"/>
              <a:gd name="connsiteY4" fmla="*/ 169 h 1412562"/>
              <a:gd name="connsiteX5" fmla="*/ 4091476 w 4598928"/>
              <a:gd name="connsiteY5" fmla="*/ 362605 h 1412562"/>
              <a:gd name="connsiteX6" fmla="*/ 3277405 w 4598928"/>
              <a:gd name="connsiteY6" fmla="*/ 949346 h 1412562"/>
              <a:gd name="connsiteX7" fmla="*/ 2712571 w 4598928"/>
              <a:gd name="connsiteY7" fmla="*/ 961728 h 1412562"/>
              <a:gd name="connsiteX8" fmla="*/ 2614463 w 4598928"/>
              <a:gd name="connsiteY8" fmla="*/ 1071266 h 1412562"/>
              <a:gd name="connsiteX9" fmla="*/ 2384913 w 4598928"/>
              <a:gd name="connsiteY9" fmla="*/ 1410356 h 1412562"/>
              <a:gd name="connsiteX10" fmla="*/ 1894376 w 4598928"/>
              <a:gd name="connsiteY10" fmla="*/ 1343682 h 1412562"/>
              <a:gd name="connsiteX11" fmla="*/ 1118088 w 4598928"/>
              <a:gd name="connsiteY11" fmla="*/ 486431 h 1412562"/>
              <a:gd name="connsiteX12" fmla="*/ 0 w 4598928"/>
              <a:gd name="connsiteY12" fmla="*/ 2941 h 1412562"/>
              <a:gd name="connsiteX0" fmla="*/ 2643620 w 4604827"/>
              <a:gd name="connsiteY0" fmla="*/ 1061085 h 1415481"/>
              <a:gd name="connsiteX1" fmla="*/ 3520291 w 4604827"/>
              <a:gd name="connsiteY1" fmla="*/ 516973 h 1415481"/>
              <a:gd name="connsiteX2" fmla="*/ 4530003 w 4604827"/>
              <a:gd name="connsiteY2" fmla="*/ 237128 h 1415481"/>
              <a:gd name="connsiteX3" fmla="*/ 4302772 w 4604827"/>
              <a:gd name="connsiteY3" fmla="*/ 407435 h 1415481"/>
              <a:gd name="connsiteX4" fmla="*/ 4596520 w 4604827"/>
              <a:gd name="connsiteY4" fmla="*/ 3088 h 1415481"/>
              <a:gd name="connsiteX5" fmla="*/ 3881926 w 4604827"/>
              <a:gd name="connsiteY5" fmla="*/ 260749 h 1415481"/>
              <a:gd name="connsiteX6" fmla="*/ 3277405 w 4604827"/>
              <a:gd name="connsiteY6" fmla="*/ 952265 h 1415481"/>
              <a:gd name="connsiteX7" fmla="*/ 2712571 w 4604827"/>
              <a:gd name="connsiteY7" fmla="*/ 964647 h 1415481"/>
              <a:gd name="connsiteX8" fmla="*/ 2614463 w 4604827"/>
              <a:gd name="connsiteY8" fmla="*/ 1074185 h 1415481"/>
              <a:gd name="connsiteX9" fmla="*/ 2384913 w 4604827"/>
              <a:gd name="connsiteY9" fmla="*/ 1413275 h 1415481"/>
              <a:gd name="connsiteX10" fmla="*/ 1894376 w 4604827"/>
              <a:gd name="connsiteY10" fmla="*/ 1346601 h 1415481"/>
              <a:gd name="connsiteX11" fmla="*/ 1118088 w 4604827"/>
              <a:gd name="connsiteY11" fmla="*/ 489350 h 1415481"/>
              <a:gd name="connsiteX12" fmla="*/ 0 w 4604827"/>
              <a:gd name="connsiteY12" fmla="*/ 5860 h 1415481"/>
              <a:gd name="connsiteX0" fmla="*/ 2643620 w 4604183"/>
              <a:gd name="connsiteY0" fmla="*/ 1059767 h 1414163"/>
              <a:gd name="connsiteX1" fmla="*/ 3520291 w 4604183"/>
              <a:gd name="connsiteY1" fmla="*/ 515655 h 1414163"/>
              <a:gd name="connsiteX2" fmla="*/ 4530003 w 4604183"/>
              <a:gd name="connsiteY2" fmla="*/ 235810 h 1414163"/>
              <a:gd name="connsiteX3" fmla="*/ 4302772 w 4604183"/>
              <a:gd name="connsiteY3" fmla="*/ 406117 h 1414163"/>
              <a:gd name="connsiteX4" fmla="*/ 4596520 w 4604183"/>
              <a:gd name="connsiteY4" fmla="*/ 1770 h 1414163"/>
              <a:gd name="connsiteX5" fmla="*/ 3900976 w 4604183"/>
              <a:gd name="connsiteY5" fmla="*/ 288006 h 1414163"/>
              <a:gd name="connsiteX6" fmla="*/ 3277405 w 4604183"/>
              <a:gd name="connsiteY6" fmla="*/ 950947 h 1414163"/>
              <a:gd name="connsiteX7" fmla="*/ 2712571 w 4604183"/>
              <a:gd name="connsiteY7" fmla="*/ 963329 h 1414163"/>
              <a:gd name="connsiteX8" fmla="*/ 2614463 w 4604183"/>
              <a:gd name="connsiteY8" fmla="*/ 1072867 h 1414163"/>
              <a:gd name="connsiteX9" fmla="*/ 2384913 w 4604183"/>
              <a:gd name="connsiteY9" fmla="*/ 1411957 h 1414163"/>
              <a:gd name="connsiteX10" fmla="*/ 1894376 w 4604183"/>
              <a:gd name="connsiteY10" fmla="*/ 1345283 h 1414163"/>
              <a:gd name="connsiteX11" fmla="*/ 1118088 w 4604183"/>
              <a:gd name="connsiteY11" fmla="*/ 488032 h 1414163"/>
              <a:gd name="connsiteX12" fmla="*/ 0 w 4604183"/>
              <a:gd name="connsiteY12" fmla="*/ 4542 h 1414163"/>
              <a:gd name="connsiteX0" fmla="*/ 2643620 w 4607581"/>
              <a:gd name="connsiteY0" fmla="*/ 1064164 h 1418560"/>
              <a:gd name="connsiteX1" fmla="*/ 3520291 w 4607581"/>
              <a:gd name="connsiteY1" fmla="*/ 520052 h 1418560"/>
              <a:gd name="connsiteX2" fmla="*/ 4530003 w 4607581"/>
              <a:gd name="connsiteY2" fmla="*/ 240207 h 1418560"/>
              <a:gd name="connsiteX3" fmla="*/ 4302772 w 4607581"/>
              <a:gd name="connsiteY3" fmla="*/ 410514 h 1418560"/>
              <a:gd name="connsiteX4" fmla="*/ 4596520 w 4607581"/>
              <a:gd name="connsiteY4" fmla="*/ 6167 h 1418560"/>
              <a:gd name="connsiteX5" fmla="*/ 3900976 w 4607581"/>
              <a:gd name="connsiteY5" fmla="*/ 292403 h 1418560"/>
              <a:gd name="connsiteX6" fmla="*/ 3277405 w 4607581"/>
              <a:gd name="connsiteY6" fmla="*/ 955344 h 1418560"/>
              <a:gd name="connsiteX7" fmla="*/ 2712571 w 4607581"/>
              <a:gd name="connsiteY7" fmla="*/ 967726 h 1418560"/>
              <a:gd name="connsiteX8" fmla="*/ 2614463 w 4607581"/>
              <a:gd name="connsiteY8" fmla="*/ 1077264 h 1418560"/>
              <a:gd name="connsiteX9" fmla="*/ 2384913 w 4607581"/>
              <a:gd name="connsiteY9" fmla="*/ 1416354 h 1418560"/>
              <a:gd name="connsiteX10" fmla="*/ 1894376 w 4607581"/>
              <a:gd name="connsiteY10" fmla="*/ 1349680 h 1418560"/>
              <a:gd name="connsiteX11" fmla="*/ 1118088 w 4607581"/>
              <a:gd name="connsiteY11" fmla="*/ 492429 h 1418560"/>
              <a:gd name="connsiteX12" fmla="*/ 0 w 4607581"/>
              <a:gd name="connsiteY12" fmla="*/ 8939 h 1418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07581" h="1418560">
                <a:moveTo>
                  <a:pt x="2643620" y="1064164"/>
                </a:moveTo>
                <a:cubicBezTo>
                  <a:pt x="2756077" y="1012531"/>
                  <a:pt x="3205894" y="657378"/>
                  <a:pt x="3520291" y="520052"/>
                </a:cubicBezTo>
                <a:cubicBezTo>
                  <a:pt x="3834688" y="382726"/>
                  <a:pt x="4399590" y="258463"/>
                  <a:pt x="4530003" y="240207"/>
                </a:cubicBezTo>
                <a:cubicBezTo>
                  <a:pt x="4660416" y="221951"/>
                  <a:pt x="4336930" y="439996"/>
                  <a:pt x="4302772" y="410514"/>
                </a:cubicBezTo>
                <a:cubicBezTo>
                  <a:pt x="4268614" y="381032"/>
                  <a:pt x="4679361" y="-56698"/>
                  <a:pt x="4596520" y="6167"/>
                </a:cubicBezTo>
                <a:cubicBezTo>
                  <a:pt x="4513679" y="69032"/>
                  <a:pt x="4120828" y="134207"/>
                  <a:pt x="3900976" y="292403"/>
                </a:cubicBezTo>
                <a:cubicBezTo>
                  <a:pt x="3681124" y="450599"/>
                  <a:pt x="3475472" y="842790"/>
                  <a:pt x="3277405" y="955344"/>
                </a:cubicBezTo>
                <a:cubicBezTo>
                  <a:pt x="3079338" y="1067898"/>
                  <a:pt x="2886561" y="883906"/>
                  <a:pt x="2712571" y="967726"/>
                </a:cubicBezTo>
                <a:lnTo>
                  <a:pt x="2614463" y="1077264"/>
                </a:lnTo>
                <a:cubicBezTo>
                  <a:pt x="2537946" y="1190294"/>
                  <a:pt x="2539217" y="1403337"/>
                  <a:pt x="2384913" y="1416354"/>
                </a:cubicBezTo>
                <a:cubicBezTo>
                  <a:pt x="2196001" y="1413179"/>
                  <a:pt x="2038838" y="1443342"/>
                  <a:pt x="1894376" y="1349680"/>
                </a:cubicBezTo>
                <a:cubicBezTo>
                  <a:pt x="1668951" y="1223474"/>
                  <a:pt x="1271892" y="868286"/>
                  <a:pt x="1118088" y="492429"/>
                </a:cubicBezTo>
                <a:cubicBezTo>
                  <a:pt x="873796" y="211822"/>
                  <a:pt x="172060" y="117302"/>
                  <a:pt x="0" y="8939"/>
                </a:cubicBezTo>
              </a:path>
            </a:pathLst>
          </a:cu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자유형: 도형 1">
            <a:extLst>
              <a:ext uri="{FF2B5EF4-FFF2-40B4-BE49-F238E27FC236}">
                <a16:creationId xmlns:a16="http://schemas.microsoft.com/office/drawing/2014/main" id="{7841E130-EAE8-4B95-AC20-73F910E37F4B}"/>
              </a:ext>
            </a:extLst>
          </p:cNvPr>
          <p:cNvSpPr/>
          <p:nvPr/>
        </p:nvSpPr>
        <p:spPr>
          <a:xfrm>
            <a:off x="3805243" y="2661012"/>
            <a:ext cx="2763003" cy="1335487"/>
          </a:xfrm>
          <a:custGeom>
            <a:avLst/>
            <a:gdLst>
              <a:gd name="connsiteX0" fmla="*/ 2640849 w 2949050"/>
              <a:gd name="connsiteY0" fmla="*/ 1126025 h 1995604"/>
              <a:gd name="connsiteX1" fmla="*/ 2577475 w 2949050"/>
              <a:gd name="connsiteY1" fmla="*/ 1397629 h 1995604"/>
              <a:gd name="connsiteX2" fmla="*/ 1816984 w 2949050"/>
              <a:gd name="connsiteY2" fmla="*/ 1479110 h 1995604"/>
              <a:gd name="connsiteX3" fmla="*/ 1400525 w 2949050"/>
              <a:gd name="connsiteY3" fmla="*/ 519443 h 1995604"/>
              <a:gd name="connsiteX4" fmla="*/ 413697 w 2949050"/>
              <a:gd name="connsiteY4" fmla="*/ 238786 h 1995604"/>
              <a:gd name="connsiteX5" fmla="*/ 6291 w 2949050"/>
              <a:gd name="connsiteY5" fmla="*/ 66770 h 1995604"/>
              <a:gd name="connsiteX6" fmla="*/ 694354 w 2949050"/>
              <a:gd name="connsiteY6" fmla="*/ 48663 h 1995604"/>
              <a:gd name="connsiteX7" fmla="*/ 1373364 w 2949050"/>
              <a:gd name="connsiteY7" fmla="*/ 691459 h 1995604"/>
              <a:gd name="connsiteX8" fmla="*/ 1862251 w 2949050"/>
              <a:gd name="connsiteY8" fmla="*/ 1977051 h 1995604"/>
              <a:gd name="connsiteX9" fmla="*/ 2903400 w 2949050"/>
              <a:gd name="connsiteY9" fmla="*/ 1415736 h 1995604"/>
              <a:gd name="connsiteX10" fmla="*/ 2767598 w 2949050"/>
              <a:gd name="connsiteY10" fmla="*/ 890635 h 1995604"/>
              <a:gd name="connsiteX11" fmla="*/ 2803812 w 2949050"/>
              <a:gd name="connsiteY11" fmla="*/ 1162239 h 1995604"/>
              <a:gd name="connsiteX12" fmla="*/ 2640849 w 2949050"/>
              <a:gd name="connsiteY12" fmla="*/ 1126025 h 1995604"/>
              <a:gd name="connsiteX0" fmla="*/ 2650195 w 2958396"/>
              <a:gd name="connsiteY0" fmla="*/ 1138676 h 2008255"/>
              <a:gd name="connsiteX1" fmla="*/ 2586821 w 2958396"/>
              <a:gd name="connsiteY1" fmla="*/ 1410280 h 2008255"/>
              <a:gd name="connsiteX2" fmla="*/ 1826330 w 2958396"/>
              <a:gd name="connsiteY2" fmla="*/ 1491761 h 2008255"/>
              <a:gd name="connsiteX3" fmla="*/ 1409871 w 2958396"/>
              <a:gd name="connsiteY3" fmla="*/ 532094 h 2008255"/>
              <a:gd name="connsiteX4" fmla="*/ 15637 w 2958396"/>
              <a:gd name="connsiteY4" fmla="*/ 79421 h 2008255"/>
              <a:gd name="connsiteX5" fmla="*/ 703700 w 2958396"/>
              <a:gd name="connsiteY5" fmla="*/ 61314 h 2008255"/>
              <a:gd name="connsiteX6" fmla="*/ 1382710 w 2958396"/>
              <a:gd name="connsiteY6" fmla="*/ 704110 h 2008255"/>
              <a:gd name="connsiteX7" fmla="*/ 1871597 w 2958396"/>
              <a:gd name="connsiteY7" fmla="*/ 1989702 h 2008255"/>
              <a:gd name="connsiteX8" fmla="*/ 2912746 w 2958396"/>
              <a:gd name="connsiteY8" fmla="*/ 1428387 h 2008255"/>
              <a:gd name="connsiteX9" fmla="*/ 2776944 w 2958396"/>
              <a:gd name="connsiteY9" fmla="*/ 903286 h 2008255"/>
              <a:gd name="connsiteX10" fmla="*/ 2813158 w 2958396"/>
              <a:gd name="connsiteY10" fmla="*/ 1174890 h 2008255"/>
              <a:gd name="connsiteX11" fmla="*/ 2650195 w 2958396"/>
              <a:gd name="connsiteY11" fmla="*/ 1138676 h 2008255"/>
              <a:gd name="connsiteX0" fmla="*/ 2668061 w 2976262"/>
              <a:gd name="connsiteY0" fmla="*/ 1199266 h 2068845"/>
              <a:gd name="connsiteX1" fmla="*/ 2604687 w 2976262"/>
              <a:gd name="connsiteY1" fmla="*/ 1470870 h 2068845"/>
              <a:gd name="connsiteX2" fmla="*/ 1844196 w 2976262"/>
              <a:gd name="connsiteY2" fmla="*/ 1552351 h 2068845"/>
              <a:gd name="connsiteX3" fmla="*/ 33503 w 2976262"/>
              <a:gd name="connsiteY3" fmla="*/ 140011 h 2068845"/>
              <a:gd name="connsiteX4" fmla="*/ 721566 w 2976262"/>
              <a:gd name="connsiteY4" fmla="*/ 121904 h 2068845"/>
              <a:gd name="connsiteX5" fmla="*/ 1400576 w 2976262"/>
              <a:gd name="connsiteY5" fmla="*/ 764700 h 2068845"/>
              <a:gd name="connsiteX6" fmla="*/ 1889463 w 2976262"/>
              <a:gd name="connsiteY6" fmla="*/ 2050292 h 2068845"/>
              <a:gd name="connsiteX7" fmla="*/ 2930612 w 2976262"/>
              <a:gd name="connsiteY7" fmla="*/ 1488977 h 2068845"/>
              <a:gd name="connsiteX8" fmla="*/ 2794810 w 2976262"/>
              <a:gd name="connsiteY8" fmla="*/ 963876 h 2068845"/>
              <a:gd name="connsiteX9" fmla="*/ 2831024 w 2976262"/>
              <a:gd name="connsiteY9" fmla="*/ 1235480 h 2068845"/>
              <a:gd name="connsiteX10" fmla="*/ 2668061 w 2976262"/>
              <a:gd name="connsiteY10" fmla="*/ 1199266 h 2068845"/>
              <a:gd name="connsiteX0" fmla="*/ 2708400 w 3016601"/>
              <a:gd name="connsiteY0" fmla="*/ 1193619 h 2063198"/>
              <a:gd name="connsiteX1" fmla="*/ 2645026 w 3016601"/>
              <a:gd name="connsiteY1" fmla="*/ 1465223 h 2063198"/>
              <a:gd name="connsiteX2" fmla="*/ 73842 w 3016601"/>
              <a:gd name="connsiteY2" fmla="*/ 134364 h 2063198"/>
              <a:gd name="connsiteX3" fmla="*/ 761905 w 3016601"/>
              <a:gd name="connsiteY3" fmla="*/ 116257 h 2063198"/>
              <a:gd name="connsiteX4" fmla="*/ 1440915 w 3016601"/>
              <a:gd name="connsiteY4" fmla="*/ 759053 h 2063198"/>
              <a:gd name="connsiteX5" fmla="*/ 1929802 w 3016601"/>
              <a:gd name="connsiteY5" fmla="*/ 2044645 h 2063198"/>
              <a:gd name="connsiteX6" fmla="*/ 2970951 w 3016601"/>
              <a:gd name="connsiteY6" fmla="*/ 1483330 h 2063198"/>
              <a:gd name="connsiteX7" fmla="*/ 2835149 w 3016601"/>
              <a:gd name="connsiteY7" fmla="*/ 958229 h 2063198"/>
              <a:gd name="connsiteX8" fmla="*/ 2871363 w 3016601"/>
              <a:gd name="connsiteY8" fmla="*/ 1229833 h 2063198"/>
              <a:gd name="connsiteX9" fmla="*/ 2708400 w 3016601"/>
              <a:gd name="connsiteY9" fmla="*/ 1193619 h 2063198"/>
              <a:gd name="connsiteX0" fmla="*/ 2712058 w 3020259"/>
              <a:gd name="connsiteY0" fmla="*/ 1175188 h 2044767"/>
              <a:gd name="connsiteX1" fmla="*/ 77500 w 3020259"/>
              <a:gd name="connsiteY1" fmla="*/ 115933 h 2044767"/>
              <a:gd name="connsiteX2" fmla="*/ 765563 w 3020259"/>
              <a:gd name="connsiteY2" fmla="*/ 97826 h 2044767"/>
              <a:gd name="connsiteX3" fmla="*/ 1444573 w 3020259"/>
              <a:gd name="connsiteY3" fmla="*/ 740622 h 2044767"/>
              <a:gd name="connsiteX4" fmla="*/ 1933460 w 3020259"/>
              <a:gd name="connsiteY4" fmla="*/ 2026214 h 2044767"/>
              <a:gd name="connsiteX5" fmla="*/ 2974609 w 3020259"/>
              <a:gd name="connsiteY5" fmla="*/ 1464899 h 2044767"/>
              <a:gd name="connsiteX6" fmla="*/ 2838807 w 3020259"/>
              <a:gd name="connsiteY6" fmla="*/ 939798 h 2044767"/>
              <a:gd name="connsiteX7" fmla="*/ 2875021 w 3020259"/>
              <a:gd name="connsiteY7" fmla="*/ 1211402 h 2044767"/>
              <a:gd name="connsiteX8" fmla="*/ 2712058 w 3020259"/>
              <a:gd name="connsiteY8" fmla="*/ 1175188 h 2044767"/>
              <a:gd name="connsiteX0" fmla="*/ 1985998 w 2294199"/>
              <a:gd name="connsiteY0" fmla="*/ 1086072 h 1955651"/>
              <a:gd name="connsiteX1" fmla="*/ 39503 w 2294199"/>
              <a:gd name="connsiteY1" fmla="*/ 8710 h 1955651"/>
              <a:gd name="connsiteX2" fmla="*/ 718513 w 2294199"/>
              <a:gd name="connsiteY2" fmla="*/ 651506 h 1955651"/>
              <a:gd name="connsiteX3" fmla="*/ 1207400 w 2294199"/>
              <a:gd name="connsiteY3" fmla="*/ 1937098 h 1955651"/>
              <a:gd name="connsiteX4" fmla="*/ 2248549 w 2294199"/>
              <a:gd name="connsiteY4" fmla="*/ 1375783 h 1955651"/>
              <a:gd name="connsiteX5" fmla="*/ 2112747 w 2294199"/>
              <a:gd name="connsiteY5" fmla="*/ 850682 h 1955651"/>
              <a:gd name="connsiteX6" fmla="*/ 2148961 w 2294199"/>
              <a:gd name="connsiteY6" fmla="*/ 1122286 h 1955651"/>
              <a:gd name="connsiteX7" fmla="*/ 1985998 w 2294199"/>
              <a:gd name="connsiteY7" fmla="*/ 1086072 h 1955651"/>
              <a:gd name="connsiteX0" fmla="*/ 1386506 w 1694707"/>
              <a:gd name="connsiteY0" fmla="*/ 1479225 h 2348804"/>
              <a:gd name="connsiteX1" fmla="*/ 112871 w 1694707"/>
              <a:gd name="connsiteY1" fmla="*/ 5048 h 2348804"/>
              <a:gd name="connsiteX2" fmla="*/ 119021 w 1694707"/>
              <a:gd name="connsiteY2" fmla="*/ 1044659 h 2348804"/>
              <a:gd name="connsiteX3" fmla="*/ 607908 w 1694707"/>
              <a:gd name="connsiteY3" fmla="*/ 2330251 h 2348804"/>
              <a:gd name="connsiteX4" fmla="*/ 1649057 w 1694707"/>
              <a:gd name="connsiteY4" fmla="*/ 1768936 h 2348804"/>
              <a:gd name="connsiteX5" fmla="*/ 1513255 w 1694707"/>
              <a:gd name="connsiteY5" fmla="*/ 1243835 h 2348804"/>
              <a:gd name="connsiteX6" fmla="*/ 1549469 w 1694707"/>
              <a:gd name="connsiteY6" fmla="*/ 1515439 h 2348804"/>
              <a:gd name="connsiteX7" fmla="*/ 1386506 w 1694707"/>
              <a:gd name="connsiteY7" fmla="*/ 1479225 h 2348804"/>
              <a:gd name="connsiteX0" fmla="*/ 1386506 w 1694707"/>
              <a:gd name="connsiteY0" fmla="*/ 1479225 h 2348804"/>
              <a:gd name="connsiteX1" fmla="*/ 112871 w 1694707"/>
              <a:gd name="connsiteY1" fmla="*/ 5048 h 2348804"/>
              <a:gd name="connsiteX2" fmla="*/ 119021 w 1694707"/>
              <a:gd name="connsiteY2" fmla="*/ 1044659 h 2348804"/>
              <a:gd name="connsiteX3" fmla="*/ 607908 w 1694707"/>
              <a:gd name="connsiteY3" fmla="*/ 2330251 h 2348804"/>
              <a:gd name="connsiteX4" fmla="*/ 1649057 w 1694707"/>
              <a:gd name="connsiteY4" fmla="*/ 1768936 h 2348804"/>
              <a:gd name="connsiteX5" fmla="*/ 1513255 w 1694707"/>
              <a:gd name="connsiteY5" fmla="*/ 1243835 h 2348804"/>
              <a:gd name="connsiteX6" fmla="*/ 1549469 w 1694707"/>
              <a:gd name="connsiteY6" fmla="*/ 1515439 h 2348804"/>
              <a:gd name="connsiteX7" fmla="*/ 1386506 w 1694707"/>
              <a:gd name="connsiteY7" fmla="*/ 1479225 h 2348804"/>
              <a:gd name="connsiteX0" fmla="*/ 1329481 w 1637682"/>
              <a:gd name="connsiteY0" fmla="*/ 1493834 h 2363413"/>
              <a:gd name="connsiteX1" fmla="*/ 509500 w 1637682"/>
              <a:gd name="connsiteY1" fmla="*/ 463190 h 2363413"/>
              <a:gd name="connsiteX2" fmla="*/ 55846 w 1637682"/>
              <a:gd name="connsiteY2" fmla="*/ 19657 h 2363413"/>
              <a:gd name="connsiteX3" fmla="*/ 61996 w 1637682"/>
              <a:gd name="connsiteY3" fmla="*/ 1059268 h 2363413"/>
              <a:gd name="connsiteX4" fmla="*/ 550883 w 1637682"/>
              <a:gd name="connsiteY4" fmla="*/ 2344860 h 2363413"/>
              <a:gd name="connsiteX5" fmla="*/ 1592032 w 1637682"/>
              <a:gd name="connsiteY5" fmla="*/ 1783545 h 2363413"/>
              <a:gd name="connsiteX6" fmla="*/ 1456230 w 1637682"/>
              <a:gd name="connsiteY6" fmla="*/ 1258444 h 2363413"/>
              <a:gd name="connsiteX7" fmla="*/ 1492444 w 1637682"/>
              <a:gd name="connsiteY7" fmla="*/ 1530048 h 2363413"/>
              <a:gd name="connsiteX8" fmla="*/ 1329481 w 1637682"/>
              <a:gd name="connsiteY8" fmla="*/ 1493834 h 2363413"/>
              <a:gd name="connsiteX0" fmla="*/ 1345492 w 1653693"/>
              <a:gd name="connsiteY0" fmla="*/ 1630230 h 2499809"/>
              <a:gd name="connsiteX1" fmla="*/ 767051 w 1653693"/>
              <a:gd name="connsiteY1" fmla="*/ 159639 h 2499809"/>
              <a:gd name="connsiteX2" fmla="*/ 71857 w 1653693"/>
              <a:gd name="connsiteY2" fmla="*/ 156053 h 2499809"/>
              <a:gd name="connsiteX3" fmla="*/ 78007 w 1653693"/>
              <a:gd name="connsiteY3" fmla="*/ 1195664 h 2499809"/>
              <a:gd name="connsiteX4" fmla="*/ 566894 w 1653693"/>
              <a:gd name="connsiteY4" fmla="*/ 2481256 h 2499809"/>
              <a:gd name="connsiteX5" fmla="*/ 1608043 w 1653693"/>
              <a:gd name="connsiteY5" fmla="*/ 1919941 h 2499809"/>
              <a:gd name="connsiteX6" fmla="*/ 1472241 w 1653693"/>
              <a:gd name="connsiteY6" fmla="*/ 1394840 h 2499809"/>
              <a:gd name="connsiteX7" fmla="*/ 1508455 w 1653693"/>
              <a:gd name="connsiteY7" fmla="*/ 1666444 h 2499809"/>
              <a:gd name="connsiteX8" fmla="*/ 1345492 w 1653693"/>
              <a:gd name="connsiteY8" fmla="*/ 1630230 h 2499809"/>
              <a:gd name="connsiteX0" fmla="*/ 1500767 w 1653693"/>
              <a:gd name="connsiteY0" fmla="*/ 1638856 h 2499809"/>
              <a:gd name="connsiteX1" fmla="*/ 767051 w 1653693"/>
              <a:gd name="connsiteY1" fmla="*/ 159639 h 2499809"/>
              <a:gd name="connsiteX2" fmla="*/ 71857 w 1653693"/>
              <a:gd name="connsiteY2" fmla="*/ 156053 h 2499809"/>
              <a:gd name="connsiteX3" fmla="*/ 78007 w 1653693"/>
              <a:gd name="connsiteY3" fmla="*/ 1195664 h 2499809"/>
              <a:gd name="connsiteX4" fmla="*/ 566894 w 1653693"/>
              <a:gd name="connsiteY4" fmla="*/ 2481256 h 2499809"/>
              <a:gd name="connsiteX5" fmla="*/ 1608043 w 1653693"/>
              <a:gd name="connsiteY5" fmla="*/ 1919941 h 2499809"/>
              <a:gd name="connsiteX6" fmla="*/ 1472241 w 1653693"/>
              <a:gd name="connsiteY6" fmla="*/ 1394840 h 2499809"/>
              <a:gd name="connsiteX7" fmla="*/ 1508455 w 1653693"/>
              <a:gd name="connsiteY7" fmla="*/ 1666444 h 2499809"/>
              <a:gd name="connsiteX8" fmla="*/ 1500767 w 1653693"/>
              <a:gd name="connsiteY8" fmla="*/ 1638856 h 2499809"/>
              <a:gd name="connsiteX0" fmla="*/ 1336865 w 1653693"/>
              <a:gd name="connsiteY0" fmla="*/ 1802758 h 2499809"/>
              <a:gd name="connsiteX1" fmla="*/ 767051 w 1653693"/>
              <a:gd name="connsiteY1" fmla="*/ 159639 h 2499809"/>
              <a:gd name="connsiteX2" fmla="*/ 71857 w 1653693"/>
              <a:gd name="connsiteY2" fmla="*/ 156053 h 2499809"/>
              <a:gd name="connsiteX3" fmla="*/ 78007 w 1653693"/>
              <a:gd name="connsiteY3" fmla="*/ 1195664 h 2499809"/>
              <a:gd name="connsiteX4" fmla="*/ 566894 w 1653693"/>
              <a:gd name="connsiteY4" fmla="*/ 2481256 h 2499809"/>
              <a:gd name="connsiteX5" fmla="*/ 1608043 w 1653693"/>
              <a:gd name="connsiteY5" fmla="*/ 1919941 h 2499809"/>
              <a:gd name="connsiteX6" fmla="*/ 1472241 w 1653693"/>
              <a:gd name="connsiteY6" fmla="*/ 1394840 h 2499809"/>
              <a:gd name="connsiteX7" fmla="*/ 1508455 w 1653693"/>
              <a:gd name="connsiteY7" fmla="*/ 1666444 h 2499809"/>
              <a:gd name="connsiteX8" fmla="*/ 1336865 w 1653693"/>
              <a:gd name="connsiteY8" fmla="*/ 1802758 h 2499809"/>
              <a:gd name="connsiteX0" fmla="*/ 2786103 w 2795129"/>
              <a:gd name="connsiteY0" fmla="*/ 991875 h 2499809"/>
              <a:gd name="connsiteX1" fmla="*/ 767051 w 2795129"/>
              <a:gd name="connsiteY1" fmla="*/ 159639 h 2499809"/>
              <a:gd name="connsiteX2" fmla="*/ 71857 w 2795129"/>
              <a:gd name="connsiteY2" fmla="*/ 156053 h 2499809"/>
              <a:gd name="connsiteX3" fmla="*/ 78007 w 2795129"/>
              <a:gd name="connsiteY3" fmla="*/ 1195664 h 2499809"/>
              <a:gd name="connsiteX4" fmla="*/ 566894 w 2795129"/>
              <a:gd name="connsiteY4" fmla="*/ 2481256 h 2499809"/>
              <a:gd name="connsiteX5" fmla="*/ 1608043 w 2795129"/>
              <a:gd name="connsiteY5" fmla="*/ 1919941 h 2499809"/>
              <a:gd name="connsiteX6" fmla="*/ 1472241 w 2795129"/>
              <a:gd name="connsiteY6" fmla="*/ 1394840 h 2499809"/>
              <a:gd name="connsiteX7" fmla="*/ 1508455 w 2795129"/>
              <a:gd name="connsiteY7" fmla="*/ 1666444 h 2499809"/>
              <a:gd name="connsiteX8" fmla="*/ 2786103 w 2795129"/>
              <a:gd name="connsiteY8" fmla="*/ 991875 h 2499809"/>
              <a:gd name="connsiteX0" fmla="*/ 2786103 w 2793912"/>
              <a:gd name="connsiteY0" fmla="*/ 991875 h 2500707"/>
              <a:gd name="connsiteX1" fmla="*/ 767051 w 2793912"/>
              <a:gd name="connsiteY1" fmla="*/ 159639 h 2500707"/>
              <a:gd name="connsiteX2" fmla="*/ 71857 w 2793912"/>
              <a:gd name="connsiteY2" fmla="*/ 156053 h 2500707"/>
              <a:gd name="connsiteX3" fmla="*/ 78007 w 2793912"/>
              <a:gd name="connsiteY3" fmla="*/ 1195664 h 2500707"/>
              <a:gd name="connsiteX4" fmla="*/ 566894 w 2793912"/>
              <a:gd name="connsiteY4" fmla="*/ 2481256 h 2500707"/>
              <a:gd name="connsiteX5" fmla="*/ 1608043 w 2793912"/>
              <a:gd name="connsiteY5" fmla="*/ 1919941 h 2500707"/>
              <a:gd name="connsiteX6" fmla="*/ 2679939 w 2793912"/>
              <a:gd name="connsiteY6" fmla="*/ 1222312 h 2500707"/>
              <a:gd name="connsiteX7" fmla="*/ 1508455 w 2793912"/>
              <a:gd name="connsiteY7" fmla="*/ 1666444 h 2500707"/>
              <a:gd name="connsiteX8" fmla="*/ 2786103 w 2793912"/>
              <a:gd name="connsiteY8" fmla="*/ 991875 h 2500707"/>
              <a:gd name="connsiteX0" fmla="*/ 2786103 w 2944622"/>
              <a:gd name="connsiteY0" fmla="*/ 991875 h 2500707"/>
              <a:gd name="connsiteX1" fmla="*/ 767051 w 2944622"/>
              <a:gd name="connsiteY1" fmla="*/ 159639 h 2500707"/>
              <a:gd name="connsiteX2" fmla="*/ 71857 w 2944622"/>
              <a:gd name="connsiteY2" fmla="*/ 156053 h 2500707"/>
              <a:gd name="connsiteX3" fmla="*/ 78007 w 2944622"/>
              <a:gd name="connsiteY3" fmla="*/ 1195664 h 2500707"/>
              <a:gd name="connsiteX4" fmla="*/ 566894 w 2944622"/>
              <a:gd name="connsiteY4" fmla="*/ 2481256 h 2500707"/>
              <a:gd name="connsiteX5" fmla="*/ 1608043 w 2944622"/>
              <a:gd name="connsiteY5" fmla="*/ 1919941 h 2500707"/>
              <a:gd name="connsiteX6" fmla="*/ 2679939 w 2944622"/>
              <a:gd name="connsiteY6" fmla="*/ 1222312 h 2500707"/>
              <a:gd name="connsiteX7" fmla="*/ 2786103 w 2944622"/>
              <a:gd name="connsiteY7" fmla="*/ 991875 h 2500707"/>
              <a:gd name="connsiteX0" fmla="*/ 2786103 w 2994806"/>
              <a:gd name="connsiteY0" fmla="*/ 991875 h 2481270"/>
              <a:gd name="connsiteX1" fmla="*/ 767051 w 2994806"/>
              <a:gd name="connsiteY1" fmla="*/ 159639 h 2481270"/>
              <a:gd name="connsiteX2" fmla="*/ 71857 w 2994806"/>
              <a:gd name="connsiteY2" fmla="*/ 156053 h 2481270"/>
              <a:gd name="connsiteX3" fmla="*/ 78007 w 2994806"/>
              <a:gd name="connsiteY3" fmla="*/ 1195664 h 2481270"/>
              <a:gd name="connsiteX4" fmla="*/ 566894 w 2994806"/>
              <a:gd name="connsiteY4" fmla="*/ 2481256 h 2481270"/>
              <a:gd name="connsiteX5" fmla="*/ 2679939 w 2994806"/>
              <a:gd name="connsiteY5" fmla="*/ 1222312 h 2481270"/>
              <a:gd name="connsiteX6" fmla="*/ 2786103 w 2994806"/>
              <a:gd name="connsiteY6" fmla="*/ 991875 h 2481270"/>
              <a:gd name="connsiteX0" fmla="*/ 2931427 w 3167934"/>
              <a:gd name="connsiteY0" fmla="*/ 991875 h 1291625"/>
              <a:gd name="connsiteX1" fmla="*/ 912375 w 3167934"/>
              <a:gd name="connsiteY1" fmla="*/ 159639 h 1291625"/>
              <a:gd name="connsiteX2" fmla="*/ 217181 w 3167934"/>
              <a:gd name="connsiteY2" fmla="*/ 156053 h 1291625"/>
              <a:gd name="connsiteX3" fmla="*/ 223331 w 3167934"/>
              <a:gd name="connsiteY3" fmla="*/ 1195664 h 1291625"/>
              <a:gd name="connsiteX4" fmla="*/ 2825263 w 3167934"/>
              <a:gd name="connsiteY4" fmla="*/ 1222312 h 1291625"/>
              <a:gd name="connsiteX5" fmla="*/ 2931427 w 3167934"/>
              <a:gd name="connsiteY5" fmla="*/ 991875 h 1291625"/>
              <a:gd name="connsiteX0" fmla="*/ 2788238 w 3025109"/>
              <a:gd name="connsiteY0" fmla="*/ 993408 h 1271589"/>
              <a:gd name="connsiteX1" fmla="*/ 769186 w 3025109"/>
              <a:gd name="connsiteY1" fmla="*/ 161172 h 1271589"/>
              <a:gd name="connsiteX2" fmla="*/ 73992 w 3025109"/>
              <a:gd name="connsiteY2" fmla="*/ 157586 h 1271589"/>
              <a:gd name="connsiteX3" fmla="*/ 2682074 w 3025109"/>
              <a:gd name="connsiteY3" fmla="*/ 1223845 h 1271589"/>
              <a:gd name="connsiteX4" fmla="*/ 2788238 w 3025109"/>
              <a:gd name="connsiteY4" fmla="*/ 993408 h 1271589"/>
              <a:gd name="connsiteX0" fmla="*/ 23692 w 2974809"/>
              <a:gd name="connsiteY0" fmla="*/ 149547 h 1263550"/>
              <a:gd name="connsiteX1" fmla="*/ 2631774 w 2974809"/>
              <a:gd name="connsiteY1" fmla="*/ 1215806 h 1263550"/>
              <a:gd name="connsiteX2" fmla="*/ 2737938 w 2974809"/>
              <a:gd name="connsiteY2" fmla="*/ 985369 h 1263550"/>
              <a:gd name="connsiteX3" fmla="*/ 718886 w 2974809"/>
              <a:gd name="connsiteY3" fmla="*/ 153133 h 1263550"/>
              <a:gd name="connsiteX4" fmla="*/ 115132 w 2974809"/>
              <a:gd name="connsiteY4" fmla="*/ 240987 h 1263550"/>
              <a:gd name="connsiteX0" fmla="*/ 496521 w 3447638"/>
              <a:gd name="connsiteY0" fmla="*/ 63571 h 1177574"/>
              <a:gd name="connsiteX1" fmla="*/ 3104603 w 3447638"/>
              <a:gd name="connsiteY1" fmla="*/ 1129830 h 1177574"/>
              <a:gd name="connsiteX2" fmla="*/ 3210767 w 3447638"/>
              <a:gd name="connsiteY2" fmla="*/ 899393 h 1177574"/>
              <a:gd name="connsiteX3" fmla="*/ 1191715 w 3447638"/>
              <a:gd name="connsiteY3" fmla="*/ 67157 h 1177574"/>
              <a:gd name="connsiteX4" fmla="*/ 79002 w 3447638"/>
              <a:gd name="connsiteY4" fmla="*/ 577705 h 1177574"/>
              <a:gd name="connsiteX0" fmla="*/ 164931 w 3116048"/>
              <a:gd name="connsiteY0" fmla="*/ 744569 h 1858572"/>
              <a:gd name="connsiteX1" fmla="*/ 2773013 w 3116048"/>
              <a:gd name="connsiteY1" fmla="*/ 1810828 h 1858572"/>
              <a:gd name="connsiteX2" fmla="*/ 2879177 w 3116048"/>
              <a:gd name="connsiteY2" fmla="*/ 1580391 h 1858572"/>
              <a:gd name="connsiteX3" fmla="*/ 860125 w 3116048"/>
              <a:gd name="connsiteY3" fmla="*/ 748155 h 1858572"/>
              <a:gd name="connsiteX4" fmla="*/ 101095 w 3116048"/>
              <a:gd name="connsiteY4" fmla="*/ 59631 h 1858572"/>
              <a:gd name="connsiteX0" fmla="*/ 2773013 w 3116048"/>
              <a:gd name="connsiteY0" fmla="*/ 1810828 h 1858572"/>
              <a:gd name="connsiteX1" fmla="*/ 2879177 w 3116048"/>
              <a:gd name="connsiteY1" fmla="*/ 1580391 h 1858572"/>
              <a:gd name="connsiteX2" fmla="*/ 860125 w 3116048"/>
              <a:gd name="connsiteY2" fmla="*/ 748155 h 1858572"/>
              <a:gd name="connsiteX3" fmla="*/ 101095 w 3116048"/>
              <a:gd name="connsiteY3" fmla="*/ 59631 h 1858572"/>
              <a:gd name="connsiteX0" fmla="*/ 2741330 w 3084365"/>
              <a:gd name="connsiteY0" fmla="*/ 1246136 h 1293880"/>
              <a:gd name="connsiteX1" fmla="*/ 2847494 w 3084365"/>
              <a:gd name="connsiteY1" fmla="*/ 1015699 h 1293880"/>
              <a:gd name="connsiteX2" fmla="*/ 828442 w 3084365"/>
              <a:gd name="connsiteY2" fmla="*/ 183463 h 1293880"/>
              <a:gd name="connsiteX3" fmla="*/ 103917 w 3084365"/>
              <a:gd name="connsiteY3" fmla="*/ 202305 h 1293880"/>
              <a:gd name="connsiteX0" fmla="*/ 2732611 w 3075646"/>
              <a:gd name="connsiteY0" fmla="*/ 1255718 h 1303462"/>
              <a:gd name="connsiteX1" fmla="*/ 2838775 w 3075646"/>
              <a:gd name="connsiteY1" fmla="*/ 1025281 h 1303462"/>
              <a:gd name="connsiteX2" fmla="*/ 819723 w 3075646"/>
              <a:gd name="connsiteY2" fmla="*/ 193045 h 1303462"/>
              <a:gd name="connsiteX3" fmla="*/ 104723 w 3075646"/>
              <a:gd name="connsiteY3" fmla="*/ 192837 h 1303462"/>
              <a:gd name="connsiteX0" fmla="*/ 2627888 w 2970923"/>
              <a:gd name="connsiteY0" fmla="*/ 1118070 h 1165814"/>
              <a:gd name="connsiteX1" fmla="*/ 2734052 w 2970923"/>
              <a:gd name="connsiteY1" fmla="*/ 887633 h 1165814"/>
              <a:gd name="connsiteX2" fmla="*/ 715000 w 2970923"/>
              <a:gd name="connsiteY2" fmla="*/ 55397 h 1165814"/>
              <a:gd name="connsiteX3" fmla="*/ 0 w 2970923"/>
              <a:gd name="connsiteY3" fmla="*/ 55189 h 1165814"/>
              <a:gd name="connsiteX0" fmla="*/ 2627888 w 2970923"/>
              <a:gd name="connsiteY0" fmla="*/ 1154693 h 1202437"/>
              <a:gd name="connsiteX1" fmla="*/ 2734052 w 2970923"/>
              <a:gd name="connsiteY1" fmla="*/ 924256 h 1202437"/>
              <a:gd name="connsiteX2" fmla="*/ 715000 w 2970923"/>
              <a:gd name="connsiteY2" fmla="*/ 92020 h 1202437"/>
              <a:gd name="connsiteX3" fmla="*/ 0 w 2970923"/>
              <a:gd name="connsiteY3" fmla="*/ 91812 h 1202437"/>
              <a:gd name="connsiteX0" fmla="*/ 2627888 w 2970923"/>
              <a:gd name="connsiteY0" fmla="*/ 1171280 h 1219024"/>
              <a:gd name="connsiteX1" fmla="*/ 2734052 w 2970923"/>
              <a:gd name="connsiteY1" fmla="*/ 940843 h 1219024"/>
              <a:gd name="connsiteX2" fmla="*/ 715000 w 2970923"/>
              <a:gd name="connsiteY2" fmla="*/ 108607 h 1219024"/>
              <a:gd name="connsiteX3" fmla="*/ 0 w 2970923"/>
              <a:gd name="connsiteY3" fmla="*/ 108399 h 1219024"/>
              <a:gd name="connsiteX0" fmla="*/ 2627888 w 2970923"/>
              <a:gd name="connsiteY0" fmla="*/ 1181365 h 1229109"/>
              <a:gd name="connsiteX1" fmla="*/ 2734052 w 2970923"/>
              <a:gd name="connsiteY1" fmla="*/ 950928 h 1229109"/>
              <a:gd name="connsiteX2" fmla="*/ 715000 w 2970923"/>
              <a:gd name="connsiteY2" fmla="*/ 118692 h 1229109"/>
              <a:gd name="connsiteX3" fmla="*/ 0 w 2970923"/>
              <a:gd name="connsiteY3" fmla="*/ 118484 h 1229109"/>
              <a:gd name="connsiteX0" fmla="*/ 2627888 w 2970923"/>
              <a:gd name="connsiteY0" fmla="*/ 1093100 h 1140844"/>
              <a:gd name="connsiteX1" fmla="*/ 2734052 w 2970923"/>
              <a:gd name="connsiteY1" fmla="*/ 862663 h 1140844"/>
              <a:gd name="connsiteX2" fmla="*/ 715000 w 2970923"/>
              <a:gd name="connsiteY2" fmla="*/ 30427 h 1140844"/>
              <a:gd name="connsiteX3" fmla="*/ 0 w 2970923"/>
              <a:gd name="connsiteY3" fmla="*/ 30219 h 1140844"/>
              <a:gd name="connsiteX0" fmla="*/ 2627888 w 3078613"/>
              <a:gd name="connsiteY0" fmla="*/ 1093100 h 1109403"/>
              <a:gd name="connsiteX1" fmla="*/ 2734052 w 3078613"/>
              <a:gd name="connsiteY1" fmla="*/ 862663 h 1109403"/>
              <a:gd name="connsiteX2" fmla="*/ 715000 w 3078613"/>
              <a:gd name="connsiteY2" fmla="*/ 30427 h 1109403"/>
              <a:gd name="connsiteX3" fmla="*/ 0 w 3078613"/>
              <a:gd name="connsiteY3" fmla="*/ 30219 h 1109403"/>
              <a:gd name="connsiteX0" fmla="*/ 2627888 w 3078613"/>
              <a:gd name="connsiteY0" fmla="*/ 1093100 h 1109403"/>
              <a:gd name="connsiteX1" fmla="*/ 2734052 w 3078613"/>
              <a:gd name="connsiteY1" fmla="*/ 862663 h 1109403"/>
              <a:gd name="connsiteX2" fmla="*/ 1990720 w 3078613"/>
              <a:gd name="connsiteY2" fmla="*/ 882289 h 1109403"/>
              <a:gd name="connsiteX3" fmla="*/ 715000 w 3078613"/>
              <a:gd name="connsiteY3" fmla="*/ 30427 h 1109403"/>
              <a:gd name="connsiteX4" fmla="*/ 0 w 3078613"/>
              <a:gd name="connsiteY4" fmla="*/ 30219 h 1109403"/>
              <a:gd name="connsiteX0" fmla="*/ 2627888 w 2889905"/>
              <a:gd name="connsiteY0" fmla="*/ 1093100 h 1300940"/>
              <a:gd name="connsiteX1" fmla="*/ 2734052 w 2889905"/>
              <a:gd name="connsiteY1" fmla="*/ 862663 h 1300940"/>
              <a:gd name="connsiteX2" fmla="*/ 2052632 w 2889905"/>
              <a:gd name="connsiteY2" fmla="*/ 1277576 h 1300940"/>
              <a:gd name="connsiteX3" fmla="*/ 715000 w 2889905"/>
              <a:gd name="connsiteY3" fmla="*/ 30427 h 1300940"/>
              <a:gd name="connsiteX4" fmla="*/ 0 w 2889905"/>
              <a:gd name="connsiteY4" fmla="*/ 30219 h 1300940"/>
              <a:gd name="connsiteX0" fmla="*/ 2627888 w 2889905"/>
              <a:gd name="connsiteY0" fmla="*/ 1093100 h 1328957"/>
              <a:gd name="connsiteX1" fmla="*/ 2734052 w 2889905"/>
              <a:gd name="connsiteY1" fmla="*/ 862663 h 1328957"/>
              <a:gd name="connsiteX2" fmla="*/ 2538407 w 2889905"/>
              <a:gd name="connsiteY2" fmla="*/ 1068026 h 1328957"/>
              <a:gd name="connsiteX3" fmla="*/ 2052632 w 2889905"/>
              <a:gd name="connsiteY3" fmla="*/ 1277576 h 1328957"/>
              <a:gd name="connsiteX4" fmla="*/ 715000 w 2889905"/>
              <a:gd name="connsiteY4" fmla="*/ 30427 h 1328957"/>
              <a:gd name="connsiteX5" fmla="*/ 0 w 2889905"/>
              <a:gd name="connsiteY5" fmla="*/ 30219 h 1328957"/>
              <a:gd name="connsiteX0" fmla="*/ 2627888 w 2855345"/>
              <a:gd name="connsiteY0" fmla="*/ 1093100 h 1342768"/>
              <a:gd name="connsiteX1" fmla="*/ 2734052 w 2855345"/>
              <a:gd name="connsiteY1" fmla="*/ 862663 h 1342768"/>
              <a:gd name="connsiteX2" fmla="*/ 2743194 w 2855345"/>
              <a:gd name="connsiteY2" fmla="*/ 1163276 h 1342768"/>
              <a:gd name="connsiteX3" fmla="*/ 2052632 w 2855345"/>
              <a:gd name="connsiteY3" fmla="*/ 1277576 h 1342768"/>
              <a:gd name="connsiteX4" fmla="*/ 715000 w 2855345"/>
              <a:gd name="connsiteY4" fmla="*/ 30427 h 1342768"/>
              <a:gd name="connsiteX5" fmla="*/ 0 w 2855345"/>
              <a:gd name="connsiteY5" fmla="*/ 30219 h 1342768"/>
              <a:gd name="connsiteX0" fmla="*/ 2627888 w 2855345"/>
              <a:gd name="connsiteY0" fmla="*/ 1093100 h 1342768"/>
              <a:gd name="connsiteX1" fmla="*/ 2734052 w 2855345"/>
              <a:gd name="connsiteY1" fmla="*/ 862663 h 1342768"/>
              <a:gd name="connsiteX2" fmla="*/ 2743194 w 2855345"/>
              <a:gd name="connsiteY2" fmla="*/ 1163276 h 1342768"/>
              <a:gd name="connsiteX3" fmla="*/ 2052632 w 2855345"/>
              <a:gd name="connsiteY3" fmla="*/ 1277576 h 1342768"/>
              <a:gd name="connsiteX4" fmla="*/ 715000 w 2855345"/>
              <a:gd name="connsiteY4" fmla="*/ 30427 h 1342768"/>
              <a:gd name="connsiteX5" fmla="*/ 0 w 2855345"/>
              <a:gd name="connsiteY5" fmla="*/ 30219 h 1342768"/>
              <a:gd name="connsiteX0" fmla="*/ 2627888 w 2853178"/>
              <a:gd name="connsiteY0" fmla="*/ 1093100 h 1330077"/>
              <a:gd name="connsiteX1" fmla="*/ 2734052 w 2853178"/>
              <a:gd name="connsiteY1" fmla="*/ 862663 h 1330077"/>
              <a:gd name="connsiteX2" fmla="*/ 2790819 w 2853178"/>
              <a:gd name="connsiteY2" fmla="*/ 1077551 h 1330077"/>
              <a:gd name="connsiteX3" fmla="*/ 2052632 w 2853178"/>
              <a:gd name="connsiteY3" fmla="*/ 1277576 h 1330077"/>
              <a:gd name="connsiteX4" fmla="*/ 715000 w 2853178"/>
              <a:gd name="connsiteY4" fmla="*/ 30427 h 1330077"/>
              <a:gd name="connsiteX5" fmla="*/ 0 w 2853178"/>
              <a:gd name="connsiteY5" fmla="*/ 30219 h 1330077"/>
              <a:gd name="connsiteX0" fmla="*/ 2627888 w 2875383"/>
              <a:gd name="connsiteY0" fmla="*/ 1093100 h 1315813"/>
              <a:gd name="connsiteX1" fmla="*/ 2734052 w 2875383"/>
              <a:gd name="connsiteY1" fmla="*/ 862663 h 1315813"/>
              <a:gd name="connsiteX2" fmla="*/ 2328856 w 2875383"/>
              <a:gd name="connsiteY2" fmla="*/ 915626 h 1315813"/>
              <a:gd name="connsiteX3" fmla="*/ 2052632 w 2875383"/>
              <a:gd name="connsiteY3" fmla="*/ 1277576 h 1315813"/>
              <a:gd name="connsiteX4" fmla="*/ 715000 w 2875383"/>
              <a:gd name="connsiteY4" fmla="*/ 30427 h 1315813"/>
              <a:gd name="connsiteX5" fmla="*/ 0 w 2875383"/>
              <a:gd name="connsiteY5" fmla="*/ 30219 h 1315813"/>
              <a:gd name="connsiteX0" fmla="*/ 2627888 w 2866833"/>
              <a:gd name="connsiteY0" fmla="*/ 1093100 h 1353249"/>
              <a:gd name="connsiteX1" fmla="*/ 2734052 w 2866833"/>
              <a:gd name="connsiteY1" fmla="*/ 862663 h 1353249"/>
              <a:gd name="connsiteX2" fmla="*/ 2500306 w 2866833"/>
              <a:gd name="connsiteY2" fmla="*/ 1213282 h 1353249"/>
              <a:gd name="connsiteX3" fmla="*/ 2052632 w 2866833"/>
              <a:gd name="connsiteY3" fmla="*/ 1277576 h 1353249"/>
              <a:gd name="connsiteX4" fmla="*/ 715000 w 2866833"/>
              <a:gd name="connsiteY4" fmla="*/ 30427 h 1353249"/>
              <a:gd name="connsiteX5" fmla="*/ 0 w 2866833"/>
              <a:gd name="connsiteY5" fmla="*/ 30219 h 1353249"/>
              <a:gd name="connsiteX0" fmla="*/ 2627888 w 2869054"/>
              <a:gd name="connsiteY0" fmla="*/ 1093100 h 1341491"/>
              <a:gd name="connsiteX1" fmla="*/ 2734052 w 2869054"/>
              <a:gd name="connsiteY1" fmla="*/ 862663 h 1341491"/>
              <a:gd name="connsiteX2" fmla="*/ 2455062 w 2869054"/>
              <a:gd name="connsiteY2" fmla="*/ 1156132 h 1341491"/>
              <a:gd name="connsiteX3" fmla="*/ 2052632 w 2869054"/>
              <a:gd name="connsiteY3" fmla="*/ 1277576 h 1341491"/>
              <a:gd name="connsiteX4" fmla="*/ 715000 w 2869054"/>
              <a:gd name="connsiteY4" fmla="*/ 30427 h 1341491"/>
              <a:gd name="connsiteX5" fmla="*/ 0 w 2869054"/>
              <a:gd name="connsiteY5" fmla="*/ 30219 h 1341491"/>
              <a:gd name="connsiteX0" fmla="*/ 2627888 w 2889905"/>
              <a:gd name="connsiteY0" fmla="*/ 1093100 h 1300940"/>
              <a:gd name="connsiteX1" fmla="*/ 2734052 w 2889905"/>
              <a:gd name="connsiteY1" fmla="*/ 862663 h 1300940"/>
              <a:gd name="connsiteX2" fmla="*/ 2052632 w 2889905"/>
              <a:gd name="connsiteY2" fmla="*/ 1277576 h 1300940"/>
              <a:gd name="connsiteX3" fmla="*/ 715000 w 2889905"/>
              <a:gd name="connsiteY3" fmla="*/ 30427 h 1300940"/>
              <a:gd name="connsiteX4" fmla="*/ 0 w 2889905"/>
              <a:gd name="connsiteY4" fmla="*/ 30219 h 1300940"/>
              <a:gd name="connsiteX0" fmla="*/ 2627888 w 2891872"/>
              <a:gd name="connsiteY0" fmla="*/ 1093100 h 1301681"/>
              <a:gd name="connsiteX1" fmla="*/ 2738815 w 2891872"/>
              <a:gd name="connsiteY1" fmla="*/ 881713 h 1301681"/>
              <a:gd name="connsiteX2" fmla="*/ 2052632 w 2891872"/>
              <a:gd name="connsiteY2" fmla="*/ 1277576 h 1301681"/>
              <a:gd name="connsiteX3" fmla="*/ 715000 w 2891872"/>
              <a:gd name="connsiteY3" fmla="*/ 30427 h 1301681"/>
              <a:gd name="connsiteX4" fmla="*/ 0 w 2891872"/>
              <a:gd name="connsiteY4" fmla="*/ 30219 h 1301681"/>
              <a:gd name="connsiteX0" fmla="*/ 2627888 w 2849394"/>
              <a:gd name="connsiteY0" fmla="*/ 1093100 h 1311456"/>
              <a:gd name="connsiteX1" fmla="*/ 2738815 w 2849394"/>
              <a:gd name="connsiteY1" fmla="*/ 881713 h 1311456"/>
              <a:gd name="connsiteX2" fmla="*/ 2052632 w 2849394"/>
              <a:gd name="connsiteY2" fmla="*/ 1277576 h 1311456"/>
              <a:gd name="connsiteX3" fmla="*/ 715000 w 2849394"/>
              <a:gd name="connsiteY3" fmla="*/ 30427 h 1311456"/>
              <a:gd name="connsiteX4" fmla="*/ 0 w 2849394"/>
              <a:gd name="connsiteY4" fmla="*/ 30219 h 1311456"/>
              <a:gd name="connsiteX0" fmla="*/ 2627888 w 2847509"/>
              <a:gd name="connsiteY0" fmla="*/ 1093100 h 1305689"/>
              <a:gd name="connsiteX1" fmla="*/ 2738815 w 2847509"/>
              <a:gd name="connsiteY1" fmla="*/ 881713 h 1305689"/>
              <a:gd name="connsiteX2" fmla="*/ 2052632 w 2847509"/>
              <a:gd name="connsiteY2" fmla="*/ 1277576 h 1305689"/>
              <a:gd name="connsiteX3" fmla="*/ 715000 w 2847509"/>
              <a:gd name="connsiteY3" fmla="*/ 30427 h 1305689"/>
              <a:gd name="connsiteX4" fmla="*/ 0 w 2847509"/>
              <a:gd name="connsiteY4" fmla="*/ 30219 h 1305689"/>
              <a:gd name="connsiteX0" fmla="*/ 2627888 w 2821893"/>
              <a:gd name="connsiteY0" fmla="*/ 1093100 h 1314980"/>
              <a:gd name="connsiteX1" fmla="*/ 2738815 w 2821893"/>
              <a:gd name="connsiteY1" fmla="*/ 881713 h 1314980"/>
              <a:gd name="connsiteX2" fmla="*/ 2052632 w 2821893"/>
              <a:gd name="connsiteY2" fmla="*/ 1277576 h 1314980"/>
              <a:gd name="connsiteX3" fmla="*/ 715000 w 2821893"/>
              <a:gd name="connsiteY3" fmla="*/ 30427 h 1314980"/>
              <a:gd name="connsiteX4" fmla="*/ 0 w 2821893"/>
              <a:gd name="connsiteY4" fmla="*/ 30219 h 1314980"/>
              <a:gd name="connsiteX0" fmla="*/ 2627888 w 2769498"/>
              <a:gd name="connsiteY0" fmla="*/ 1093100 h 1314980"/>
              <a:gd name="connsiteX1" fmla="*/ 2738815 w 2769498"/>
              <a:gd name="connsiteY1" fmla="*/ 881713 h 1314980"/>
              <a:gd name="connsiteX2" fmla="*/ 2052632 w 2769498"/>
              <a:gd name="connsiteY2" fmla="*/ 1277576 h 1314980"/>
              <a:gd name="connsiteX3" fmla="*/ 715000 w 2769498"/>
              <a:gd name="connsiteY3" fmla="*/ 30427 h 1314980"/>
              <a:gd name="connsiteX4" fmla="*/ 0 w 2769498"/>
              <a:gd name="connsiteY4" fmla="*/ 30219 h 1314980"/>
              <a:gd name="connsiteX0" fmla="*/ 2627888 w 2750147"/>
              <a:gd name="connsiteY0" fmla="*/ 1093100 h 1303437"/>
              <a:gd name="connsiteX1" fmla="*/ 2738815 w 2750147"/>
              <a:gd name="connsiteY1" fmla="*/ 881713 h 1303437"/>
              <a:gd name="connsiteX2" fmla="*/ 2052632 w 2750147"/>
              <a:gd name="connsiteY2" fmla="*/ 1277576 h 1303437"/>
              <a:gd name="connsiteX3" fmla="*/ 715000 w 2750147"/>
              <a:gd name="connsiteY3" fmla="*/ 30427 h 1303437"/>
              <a:gd name="connsiteX4" fmla="*/ 0 w 2750147"/>
              <a:gd name="connsiteY4" fmla="*/ 30219 h 1303437"/>
              <a:gd name="connsiteX0" fmla="*/ 2627888 w 2750147"/>
              <a:gd name="connsiteY0" fmla="*/ 1093100 h 1303437"/>
              <a:gd name="connsiteX1" fmla="*/ 2738815 w 2750147"/>
              <a:gd name="connsiteY1" fmla="*/ 881713 h 1303437"/>
              <a:gd name="connsiteX2" fmla="*/ 2052632 w 2750147"/>
              <a:gd name="connsiteY2" fmla="*/ 1277576 h 1303437"/>
              <a:gd name="connsiteX3" fmla="*/ 715000 w 2750147"/>
              <a:gd name="connsiteY3" fmla="*/ 30427 h 1303437"/>
              <a:gd name="connsiteX4" fmla="*/ 0 w 2750147"/>
              <a:gd name="connsiteY4" fmla="*/ 30219 h 1303437"/>
              <a:gd name="connsiteX0" fmla="*/ 2627888 w 2763003"/>
              <a:gd name="connsiteY0" fmla="*/ 1093100 h 1335487"/>
              <a:gd name="connsiteX1" fmla="*/ 2738815 w 2763003"/>
              <a:gd name="connsiteY1" fmla="*/ 881713 h 1335487"/>
              <a:gd name="connsiteX2" fmla="*/ 2052632 w 2763003"/>
              <a:gd name="connsiteY2" fmla="*/ 1277576 h 1335487"/>
              <a:gd name="connsiteX3" fmla="*/ 715000 w 2763003"/>
              <a:gd name="connsiteY3" fmla="*/ 30427 h 1335487"/>
              <a:gd name="connsiteX4" fmla="*/ 0 w 2763003"/>
              <a:gd name="connsiteY4" fmla="*/ 30219 h 1335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63003" h="1335487">
                <a:moveTo>
                  <a:pt x="2627888" y="1093100"/>
                </a:moveTo>
                <a:cubicBezTo>
                  <a:pt x="2675449" y="1139535"/>
                  <a:pt x="2651334" y="808104"/>
                  <a:pt x="2738815" y="881713"/>
                </a:cubicBezTo>
                <a:cubicBezTo>
                  <a:pt x="2826296" y="955322"/>
                  <a:pt x="2693941" y="1513913"/>
                  <a:pt x="2052632" y="1277576"/>
                </a:cubicBezTo>
                <a:cubicBezTo>
                  <a:pt x="1748731" y="1104643"/>
                  <a:pt x="1046787" y="172439"/>
                  <a:pt x="715000" y="30427"/>
                </a:cubicBezTo>
                <a:cubicBezTo>
                  <a:pt x="445578" y="-10481"/>
                  <a:pt x="308883" y="-9732"/>
                  <a:pt x="0" y="30219"/>
                </a:cubicBezTo>
              </a:path>
            </a:pathLst>
          </a:custGeom>
          <a:noFill/>
          <a:ln w="38100"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48E279C2-02F2-4373-AA12-309AF71D6794}"/>
              </a:ext>
            </a:extLst>
          </p:cNvPr>
          <p:cNvGrpSpPr/>
          <p:nvPr/>
        </p:nvGrpSpPr>
        <p:grpSpPr>
          <a:xfrm>
            <a:off x="3977597" y="2357229"/>
            <a:ext cx="197643" cy="261610"/>
            <a:chOff x="1477817" y="2799261"/>
            <a:chExt cx="197643" cy="261610"/>
          </a:xfrm>
        </p:grpSpPr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9C46D0A3-AE6E-4480-BB20-A180C443DC6C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3494B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8DB0AF70-FC31-4A99-B949-981A385AEA31}"/>
                </a:ext>
              </a:extLst>
            </p:cNvPr>
            <p:cNvSpPr txBox="1"/>
            <p:nvPr/>
          </p:nvSpPr>
          <p:spPr>
            <a:xfrm>
              <a:off x="1553778" y="2799261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1</a:t>
              </a: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CFAF6588-642E-41CF-880F-4F5312FF1F85}"/>
              </a:ext>
            </a:extLst>
          </p:cNvPr>
          <p:cNvGrpSpPr/>
          <p:nvPr/>
        </p:nvGrpSpPr>
        <p:grpSpPr>
          <a:xfrm>
            <a:off x="6792778" y="3051899"/>
            <a:ext cx="197643" cy="261610"/>
            <a:chOff x="1477817" y="2788120"/>
            <a:chExt cx="197643" cy="261610"/>
          </a:xfrm>
        </p:grpSpPr>
        <p:sp>
          <p:nvSpPr>
            <p:cNvPr id="99" name="타원 98">
              <a:extLst>
                <a:ext uri="{FF2B5EF4-FFF2-40B4-BE49-F238E27FC236}">
                  <a16:creationId xmlns:a16="http://schemas.microsoft.com/office/drawing/2014/main" id="{6908B0AE-EC46-4043-9C94-07E0F01863A8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AB932E1-EE75-4368-9E9A-F3FBA6A6472F}"/>
                </a:ext>
              </a:extLst>
            </p:cNvPr>
            <p:cNvSpPr txBox="1"/>
            <p:nvPr/>
          </p:nvSpPr>
          <p:spPr>
            <a:xfrm>
              <a:off x="1553777" y="278812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2</a:t>
              </a:r>
              <a:endParaRPr lang="ko-KR" altLang="en-US" sz="1100" b="1" dirty="0">
                <a:solidFill>
                  <a:schemeClr val="bg1"/>
                </a:solidFill>
                <a:latin typeface="Arial" pitchFamily="34" charset="0"/>
                <a:ea typeface="HY견고딕" pitchFamily="18" charset="-127"/>
                <a:cs typeface="Arial" pitchFamily="34" charset="0"/>
              </a:endParaRPr>
            </a:p>
          </p:txBody>
        </p:sp>
      </p:grpSp>
      <p:sp>
        <p:nvSpPr>
          <p:cNvPr id="101" name="이등변 삼각형 100">
            <a:extLst>
              <a:ext uri="{FF2B5EF4-FFF2-40B4-BE49-F238E27FC236}">
                <a16:creationId xmlns:a16="http://schemas.microsoft.com/office/drawing/2014/main" id="{448F06D1-D41F-495F-B9ED-F0FF6571B524}"/>
              </a:ext>
            </a:extLst>
          </p:cNvPr>
          <p:cNvSpPr/>
          <p:nvPr/>
        </p:nvSpPr>
        <p:spPr>
          <a:xfrm rot="8147563">
            <a:off x="5453307" y="3586196"/>
            <a:ext cx="162000" cy="127683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3" name="组合 80">
            <a:extLst>
              <a:ext uri="{FF2B5EF4-FFF2-40B4-BE49-F238E27FC236}">
                <a16:creationId xmlns:a16="http://schemas.microsoft.com/office/drawing/2014/main" id="{7B75B55E-A3AF-4B5B-B2C4-9670D4A1A922}"/>
              </a:ext>
            </a:extLst>
          </p:cNvPr>
          <p:cNvGrpSpPr/>
          <p:nvPr/>
        </p:nvGrpSpPr>
        <p:grpSpPr>
          <a:xfrm>
            <a:off x="5804498" y="3677551"/>
            <a:ext cx="683249" cy="183886"/>
            <a:chOff x="7076721" y="4096780"/>
            <a:chExt cx="683249" cy="183886"/>
          </a:xfrm>
        </p:grpSpPr>
        <p:sp>
          <p:nvSpPr>
            <p:cNvPr id="104" name="Rectangle 2">
              <a:extLst>
                <a:ext uri="{FF2B5EF4-FFF2-40B4-BE49-F238E27FC236}">
                  <a16:creationId xmlns:a16="http://schemas.microsoft.com/office/drawing/2014/main" id="{9E288FCF-3D21-44BB-867C-B07B942C5947}"/>
                </a:ext>
              </a:extLst>
            </p:cNvPr>
            <p:cNvSpPr/>
            <p:nvPr/>
          </p:nvSpPr>
          <p:spPr>
            <a:xfrm>
              <a:off x="7076721" y="4096780"/>
              <a:ext cx="683249" cy="18388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rgbClr val="00B05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Busan</a:t>
              </a:r>
            </a:p>
          </p:txBody>
        </p:sp>
        <p:sp>
          <p:nvSpPr>
            <p:cNvPr id="105" name="Oval 213">
              <a:extLst>
                <a:ext uri="{FF2B5EF4-FFF2-40B4-BE49-F238E27FC236}">
                  <a16:creationId xmlns:a16="http://schemas.microsoft.com/office/drawing/2014/main" id="{81F25C4A-D729-4944-A432-0C776DF1F2D6}"/>
                </a:ext>
              </a:extLst>
            </p:cNvPr>
            <p:cNvSpPr/>
            <p:nvPr/>
          </p:nvSpPr>
          <p:spPr>
            <a:xfrm flipH="1" flipV="1">
              <a:off x="7660045" y="4128176"/>
              <a:ext cx="87854" cy="75304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106" name="组合 94">
            <a:extLst>
              <a:ext uri="{FF2B5EF4-FFF2-40B4-BE49-F238E27FC236}">
                <a16:creationId xmlns:a16="http://schemas.microsoft.com/office/drawing/2014/main" id="{D06D3C5A-A39F-45A9-8DD6-891F4E575D59}"/>
              </a:ext>
            </a:extLst>
          </p:cNvPr>
          <p:cNvGrpSpPr/>
          <p:nvPr/>
        </p:nvGrpSpPr>
        <p:grpSpPr>
          <a:xfrm>
            <a:off x="5931119" y="3505161"/>
            <a:ext cx="619044" cy="182529"/>
            <a:chOff x="7128855" y="4020951"/>
            <a:chExt cx="619044" cy="182529"/>
          </a:xfrm>
        </p:grpSpPr>
        <p:sp>
          <p:nvSpPr>
            <p:cNvPr id="107" name="Rectangle 2">
              <a:extLst>
                <a:ext uri="{FF2B5EF4-FFF2-40B4-BE49-F238E27FC236}">
                  <a16:creationId xmlns:a16="http://schemas.microsoft.com/office/drawing/2014/main" id="{42318E1D-20D6-496A-A783-D0288E2AC6E8}"/>
                </a:ext>
              </a:extLst>
            </p:cNvPr>
            <p:cNvSpPr/>
            <p:nvPr/>
          </p:nvSpPr>
          <p:spPr>
            <a:xfrm>
              <a:off x="7128855" y="4020951"/>
              <a:ext cx="529887" cy="16594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Ulsan</a:t>
              </a:r>
            </a:p>
          </p:txBody>
        </p:sp>
        <p:sp>
          <p:nvSpPr>
            <p:cNvPr id="108" name="Oval 213">
              <a:extLst>
                <a:ext uri="{FF2B5EF4-FFF2-40B4-BE49-F238E27FC236}">
                  <a16:creationId xmlns:a16="http://schemas.microsoft.com/office/drawing/2014/main" id="{02B29341-BFB3-4E6E-88A3-E818FD810BC1}"/>
                </a:ext>
              </a:extLst>
            </p:cNvPr>
            <p:cNvSpPr/>
            <p:nvPr/>
          </p:nvSpPr>
          <p:spPr>
            <a:xfrm flipH="1" flipV="1">
              <a:off x="7660045" y="4128176"/>
              <a:ext cx="87854" cy="7530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109" name="Group 1588">
            <a:extLst>
              <a:ext uri="{FF2B5EF4-FFF2-40B4-BE49-F238E27FC236}">
                <a16:creationId xmlns:a16="http://schemas.microsoft.com/office/drawing/2014/main" id="{3FC9162B-5F67-4960-A2BA-9605B94CB951}"/>
              </a:ext>
            </a:extLst>
          </p:cNvPr>
          <p:cNvGrpSpPr/>
          <p:nvPr/>
        </p:nvGrpSpPr>
        <p:grpSpPr>
          <a:xfrm>
            <a:off x="4272606" y="2404568"/>
            <a:ext cx="1069748" cy="331241"/>
            <a:chOff x="10153186" y="3908942"/>
            <a:chExt cx="306845" cy="95013"/>
          </a:xfrm>
        </p:grpSpPr>
        <p:sp>
          <p:nvSpPr>
            <p:cNvPr id="110" name="Oval 1589">
              <a:extLst>
                <a:ext uri="{FF2B5EF4-FFF2-40B4-BE49-F238E27FC236}">
                  <a16:creationId xmlns:a16="http://schemas.microsoft.com/office/drawing/2014/main" id="{5917F0EF-9D60-457F-8C9A-40E38DD7699A}"/>
                </a:ext>
              </a:extLst>
            </p:cNvPr>
            <p:cNvSpPr/>
            <p:nvPr/>
          </p:nvSpPr>
          <p:spPr>
            <a:xfrm flipH="1" flipV="1">
              <a:off x="10217327" y="3982355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1" name="Rectangle 1590">
              <a:extLst>
                <a:ext uri="{FF2B5EF4-FFF2-40B4-BE49-F238E27FC236}">
                  <a16:creationId xmlns:a16="http://schemas.microsoft.com/office/drawing/2014/main" id="{3AABBECF-C6B0-48F6-93C3-CD324513E98D}"/>
                </a:ext>
              </a:extLst>
            </p:cNvPr>
            <p:cNvSpPr/>
            <p:nvPr/>
          </p:nvSpPr>
          <p:spPr>
            <a:xfrm>
              <a:off x="10153186" y="3908942"/>
              <a:ext cx="306845" cy="7603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Dalian</a:t>
              </a:r>
            </a:p>
          </p:txBody>
        </p:sp>
      </p:grpSp>
      <p:grpSp>
        <p:nvGrpSpPr>
          <p:cNvPr id="112" name="Group 1607">
            <a:extLst>
              <a:ext uri="{FF2B5EF4-FFF2-40B4-BE49-F238E27FC236}">
                <a16:creationId xmlns:a16="http://schemas.microsoft.com/office/drawing/2014/main" id="{3D26BAD0-5D85-494A-8A31-C88AC88B987F}"/>
              </a:ext>
            </a:extLst>
          </p:cNvPr>
          <p:cNvGrpSpPr/>
          <p:nvPr/>
        </p:nvGrpSpPr>
        <p:grpSpPr>
          <a:xfrm>
            <a:off x="7568535" y="2497061"/>
            <a:ext cx="880052" cy="238778"/>
            <a:chOff x="9894597" y="3872089"/>
            <a:chExt cx="252433" cy="68491"/>
          </a:xfrm>
        </p:grpSpPr>
        <p:sp>
          <p:nvSpPr>
            <p:cNvPr id="113" name="Oval 1608">
              <a:extLst>
                <a:ext uri="{FF2B5EF4-FFF2-40B4-BE49-F238E27FC236}">
                  <a16:creationId xmlns:a16="http://schemas.microsoft.com/office/drawing/2014/main" id="{418E09D0-40A2-4491-85A9-6B1E69931E04}"/>
                </a:ext>
              </a:extLst>
            </p:cNvPr>
            <p:cNvSpPr/>
            <p:nvPr/>
          </p:nvSpPr>
          <p:spPr>
            <a:xfrm flipH="1" flipV="1">
              <a:off x="10121830" y="3918980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4" name="Rectangle 1609">
              <a:extLst>
                <a:ext uri="{FF2B5EF4-FFF2-40B4-BE49-F238E27FC236}">
                  <a16:creationId xmlns:a16="http://schemas.microsoft.com/office/drawing/2014/main" id="{DC48029D-0C7F-40A3-B74D-6EC46C2CAD11}"/>
                </a:ext>
              </a:extLst>
            </p:cNvPr>
            <p:cNvSpPr/>
            <p:nvPr/>
          </p:nvSpPr>
          <p:spPr>
            <a:xfrm>
              <a:off x="9894597" y="3872089"/>
              <a:ext cx="212836" cy="4689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Niigata</a:t>
              </a:r>
            </a:p>
          </p:txBody>
        </p:sp>
      </p:grpSp>
      <p:sp>
        <p:nvSpPr>
          <p:cNvPr id="121" name="이등변 삼각형 120">
            <a:extLst>
              <a:ext uri="{FF2B5EF4-FFF2-40B4-BE49-F238E27FC236}">
                <a16:creationId xmlns:a16="http://schemas.microsoft.com/office/drawing/2014/main" id="{8A37C8A8-E4AE-4A72-B05B-26485186EDD4}"/>
              </a:ext>
            </a:extLst>
          </p:cNvPr>
          <p:cNvSpPr/>
          <p:nvPr/>
        </p:nvSpPr>
        <p:spPr>
          <a:xfrm rot="3573953">
            <a:off x="6828194" y="3370445"/>
            <a:ext cx="162000" cy="1296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이등변 삼각형 121">
            <a:extLst>
              <a:ext uri="{FF2B5EF4-FFF2-40B4-BE49-F238E27FC236}">
                <a16:creationId xmlns:a16="http://schemas.microsoft.com/office/drawing/2014/main" id="{EC876079-6AF3-4179-84F8-935C6072A933}"/>
              </a:ext>
            </a:extLst>
          </p:cNvPr>
          <p:cNvSpPr/>
          <p:nvPr/>
        </p:nvSpPr>
        <p:spPr>
          <a:xfrm rot="14850135">
            <a:off x="7973924" y="2740616"/>
            <a:ext cx="162000" cy="1296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이등변 삼각형 123">
            <a:extLst>
              <a:ext uri="{FF2B5EF4-FFF2-40B4-BE49-F238E27FC236}">
                <a16:creationId xmlns:a16="http://schemas.microsoft.com/office/drawing/2014/main" id="{9FE309CC-33A7-4BE3-B468-4FF13CACE27F}"/>
              </a:ext>
            </a:extLst>
          </p:cNvPr>
          <p:cNvSpPr/>
          <p:nvPr/>
        </p:nvSpPr>
        <p:spPr>
          <a:xfrm rot="5400000">
            <a:off x="4159040" y="2595959"/>
            <a:ext cx="162000" cy="129600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41" name="Group 140"/>
          <p:cNvGrpSpPr/>
          <p:nvPr/>
        </p:nvGrpSpPr>
        <p:grpSpPr>
          <a:xfrm>
            <a:off x="336176" y="147918"/>
            <a:ext cx="11393548" cy="900000"/>
            <a:chOff x="336176" y="147918"/>
            <a:chExt cx="11393548" cy="900000"/>
          </a:xfrm>
        </p:grpSpPr>
        <p:sp>
          <p:nvSpPr>
            <p:cNvPr id="142" name="Rectangle 141"/>
            <p:cNvSpPr/>
            <p:nvPr/>
          </p:nvSpPr>
          <p:spPr>
            <a:xfrm>
              <a:off x="336176" y="147918"/>
              <a:ext cx="2700000" cy="900000"/>
            </a:xfrm>
            <a:prstGeom prst="rect">
              <a:avLst/>
            </a:prstGeom>
            <a:solidFill>
              <a:srgbClr val="0033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800" b="1" dirty="0">
                  <a:solidFill>
                    <a:prstClr val="white"/>
                  </a:solidFill>
                  <a:latin typeface="Arial" pitchFamily="34" charset="0"/>
                  <a:cs typeface="Arial" pitchFamily="34" charset="0"/>
                </a:rPr>
                <a:t>2_K/C/J</a:t>
              </a:r>
            </a:p>
          </p:txBody>
        </p:sp>
        <p:sp>
          <p:nvSpPr>
            <p:cNvPr id="143" name="Rectangle 142"/>
            <p:cNvSpPr/>
            <p:nvPr/>
          </p:nvSpPr>
          <p:spPr>
            <a:xfrm>
              <a:off x="3089724" y="147918"/>
              <a:ext cx="8640000" cy="672815"/>
            </a:xfrm>
            <a:prstGeom prst="rect">
              <a:avLst/>
            </a:prstGeom>
            <a:solidFill>
              <a:srgbClr val="E6EE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4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[KMTC]</a:t>
              </a:r>
            </a:p>
            <a:p>
              <a:pPr algn="ctr"/>
              <a:r>
                <a:rPr lang="en-US" altLang="ko-KR" sz="24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Korea-North China-Japan service (CKJ) - China leg</a:t>
              </a:r>
            </a:p>
          </p:txBody>
        </p:sp>
      </p:grpSp>
      <p:graphicFrame>
        <p:nvGraphicFramePr>
          <p:cNvPr id="133" name="Table 205">
            <a:extLst>
              <a:ext uri="{FF2B5EF4-FFF2-40B4-BE49-F238E27FC236}">
                <a16:creationId xmlns:a16="http://schemas.microsoft.com/office/drawing/2014/main" id="{0F376338-FAAD-45BB-AFE3-8066808ABC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753634" y="5580000"/>
          <a:ext cx="8684732" cy="10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9599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51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60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7063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1685"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Carriers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Dur</a:t>
                      </a:r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Freq.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Ships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Rotation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3831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KMTC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2 x 1,005 teu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 </a:t>
                      </a:r>
                      <a:r>
                        <a:rPr lang="en-US" altLang="ko-KR" sz="1200" b="1" i="0" u="none" strike="noStrike" dirty="0">
                          <a:solidFill>
                            <a:srgbClr val="BC8F00"/>
                          </a:solidFill>
                          <a:effectLst/>
                          <a:latin typeface="Arial"/>
                        </a:rPr>
                        <a:t>Xingang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Dalian, Pohang, </a:t>
                      </a:r>
                      <a:r>
                        <a:rPr lang="en-US" altLang="ko-KR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/>
                        </a:rPr>
                        <a:t>Busan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Naoetsu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Toyama, Niigata,</a:t>
                      </a:r>
                      <a:b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</a:b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 Ulsan, </a:t>
                      </a:r>
                      <a:r>
                        <a:rPr lang="en-US" altLang="ko-KR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/>
                        </a:rPr>
                        <a:t>Busan, </a:t>
                      </a:r>
                      <a:r>
                        <a:rPr lang="en-US" altLang="ko-KR" sz="1200" b="1" i="0" u="none" strike="noStrike" dirty="0">
                          <a:solidFill>
                            <a:srgbClr val="BC8F00"/>
                          </a:solidFill>
                          <a:effectLst/>
                          <a:latin typeface="Arial"/>
                        </a:rPr>
                        <a:t>Xingang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34" name="표 133">
            <a:extLst>
              <a:ext uri="{FF2B5EF4-FFF2-40B4-BE49-F238E27FC236}">
                <a16:creationId xmlns:a16="http://schemas.microsoft.com/office/drawing/2014/main" id="{D5C6C801-95EC-45A3-9BFC-82C7A4981CB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9766800" y="1029600"/>
          <a:ext cx="1963806" cy="111118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125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12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704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Terminal</a:t>
                      </a: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HKT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Weekly throughput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 800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Schedule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Wed 13 ~ Thu 10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54" name="组合 97">
            <a:extLst>
              <a:ext uri="{FF2B5EF4-FFF2-40B4-BE49-F238E27FC236}">
                <a16:creationId xmlns:a16="http://schemas.microsoft.com/office/drawing/2014/main" id="{A2263510-E1E5-46A1-8322-ACD1D19CE203}"/>
              </a:ext>
            </a:extLst>
          </p:cNvPr>
          <p:cNvGrpSpPr/>
          <p:nvPr/>
        </p:nvGrpSpPr>
        <p:grpSpPr>
          <a:xfrm>
            <a:off x="2789584" y="2528430"/>
            <a:ext cx="1040552" cy="193005"/>
            <a:chOff x="4959776" y="2679771"/>
            <a:chExt cx="1040552" cy="193005"/>
          </a:xfrm>
        </p:grpSpPr>
        <p:sp>
          <p:nvSpPr>
            <p:cNvPr id="155" name="Oval 836">
              <a:extLst>
                <a:ext uri="{FF2B5EF4-FFF2-40B4-BE49-F238E27FC236}">
                  <a16:creationId xmlns:a16="http://schemas.microsoft.com/office/drawing/2014/main" id="{C61054DF-5DD2-4A36-9076-77C369F209B1}"/>
                </a:ext>
              </a:extLst>
            </p:cNvPr>
            <p:cNvSpPr/>
            <p:nvPr/>
          </p:nvSpPr>
          <p:spPr>
            <a:xfrm flipH="1" flipV="1">
              <a:off x="5912474" y="2797472"/>
              <a:ext cx="87854" cy="75304"/>
            </a:xfrm>
            <a:prstGeom prst="ellipse">
              <a:avLst/>
            </a:prstGeom>
            <a:solidFill>
              <a:srgbClr val="BC9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7" name="Rectangle 837">
              <a:extLst>
                <a:ext uri="{FF2B5EF4-FFF2-40B4-BE49-F238E27FC236}">
                  <a16:creationId xmlns:a16="http://schemas.microsoft.com/office/drawing/2014/main" id="{77703D7E-5B72-4978-AE04-A9B79D13463C}"/>
                </a:ext>
              </a:extLst>
            </p:cNvPr>
            <p:cNvSpPr/>
            <p:nvPr/>
          </p:nvSpPr>
          <p:spPr>
            <a:xfrm>
              <a:off x="4959776" y="2679771"/>
              <a:ext cx="836623" cy="1808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rgbClr val="BC900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Xingang</a:t>
              </a:r>
            </a:p>
          </p:txBody>
        </p:sp>
      </p:grpSp>
      <p:grpSp>
        <p:nvGrpSpPr>
          <p:cNvPr id="158" name="组合 79">
            <a:extLst>
              <a:ext uri="{FF2B5EF4-FFF2-40B4-BE49-F238E27FC236}">
                <a16:creationId xmlns:a16="http://schemas.microsoft.com/office/drawing/2014/main" id="{0C038720-2FBC-4732-88A7-18FDB049B96D}"/>
              </a:ext>
            </a:extLst>
          </p:cNvPr>
          <p:cNvGrpSpPr/>
          <p:nvPr/>
        </p:nvGrpSpPr>
        <p:grpSpPr>
          <a:xfrm>
            <a:off x="8096962" y="2848892"/>
            <a:ext cx="1045080" cy="138768"/>
            <a:chOff x="7213240" y="1707657"/>
            <a:chExt cx="1118422" cy="148508"/>
          </a:xfrm>
        </p:grpSpPr>
        <p:sp>
          <p:nvSpPr>
            <p:cNvPr id="159" name="Oval 1">
              <a:extLst>
                <a:ext uri="{FF2B5EF4-FFF2-40B4-BE49-F238E27FC236}">
                  <a16:creationId xmlns:a16="http://schemas.microsoft.com/office/drawing/2014/main" id="{37E2740A-C80D-4DD5-B24C-3A5FFDBA9C7D}"/>
                </a:ext>
              </a:extLst>
            </p:cNvPr>
            <p:cNvSpPr/>
            <p:nvPr/>
          </p:nvSpPr>
          <p:spPr>
            <a:xfrm flipH="1" flipV="1">
              <a:off x="7412328" y="1747336"/>
              <a:ext cx="99508" cy="8529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60" name="Rectangle 214">
              <a:extLst>
                <a:ext uri="{FF2B5EF4-FFF2-40B4-BE49-F238E27FC236}">
                  <a16:creationId xmlns:a16="http://schemas.microsoft.com/office/drawing/2014/main" id="{AC7B52CC-C19E-4C39-9B45-75DBBC96AAD5}"/>
                </a:ext>
              </a:extLst>
            </p:cNvPr>
            <p:cNvSpPr/>
            <p:nvPr/>
          </p:nvSpPr>
          <p:spPr>
            <a:xfrm>
              <a:off x="7213240" y="1707657"/>
              <a:ext cx="1118422" cy="1485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altLang="ko-KR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Naoetsu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162" name="组合 94">
            <a:extLst>
              <a:ext uri="{FF2B5EF4-FFF2-40B4-BE49-F238E27FC236}">
                <a16:creationId xmlns:a16="http://schemas.microsoft.com/office/drawing/2014/main" id="{96A0AC3B-B302-4EFB-8282-7EDB7B01EA1B}"/>
              </a:ext>
            </a:extLst>
          </p:cNvPr>
          <p:cNvGrpSpPr/>
          <p:nvPr/>
        </p:nvGrpSpPr>
        <p:grpSpPr>
          <a:xfrm>
            <a:off x="5959866" y="3306411"/>
            <a:ext cx="683248" cy="280705"/>
            <a:chOff x="7127846" y="3922775"/>
            <a:chExt cx="683248" cy="280705"/>
          </a:xfrm>
        </p:grpSpPr>
        <p:sp>
          <p:nvSpPr>
            <p:cNvPr id="163" name="Rectangle 2">
              <a:extLst>
                <a:ext uri="{FF2B5EF4-FFF2-40B4-BE49-F238E27FC236}">
                  <a16:creationId xmlns:a16="http://schemas.microsoft.com/office/drawing/2014/main" id="{AF13FE67-84FC-437A-863B-46D6B3436B49}"/>
                </a:ext>
              </a:extLst>
            </p:cNvPr>
            <p:cNvSpPr/>
            <p:nvPr/>
          </p:nvSpPr>
          <p:spPr>
            <a:xfrm>
              <a:off x="7127846" y="3922775"/>
              <a:ext cx="683248" cy="22878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Pohang</a:t>
              </a:r>
            </a:p>
          </p:txBody>
        </p:sp>
        <p:sp>
          <p:nvSpPr>
            <p:cNvPr id="164" name="Oval 213">
              <a:extLst>
                <a:ext uri="{FF2B5EF4-FFF2-40B4-BE49-F238E27FC236}">
                  <a16:creationId xmlns:a16="http://schemas.microsoft.com/office/drawing/2014/main" id="{C70E67E1-B340-4215-8534-279E4EDB9A84}"/>
                </a:ext>
              </a:extLst>
            </p:cNvPr>
            <p:cNvSpPr/>
            <p:nvPr/>
          </p:nvSpPr>
          <p:spPr>
            <a:xfrm flipH="1" flipV="1">
              <a:off x="7660045" y="4128176"/>
              <a:ext cx="87854" cy="7530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66" name="Group 1607">
            <a:extLst>
              <a:ext uri="{FF2B5EF4-FFF2-40B4-BE49-F238E27FC236}">
                <a16:creationId xmlns:a16="http://schemas.microsoft.com/office/drawing/2014/main" id="{CC618820-EF12-4934-876E-8288306A1B39}"/>
              </a:ext>
            </a:extLst>
          </p:cNvPr>
          <p:cNvGrpSpPr/>
          <p:nvPr/>
        </p:nvGrpSpPr>
        <p:grpSpPr>
          <a:xfrm>
            <a:off x="7869413" y="3050401"/>
            <a:ext cx="742006" cy="280153"/>
            <a:chOff x="10065632" y="3918980"/>
            <a:chExt cx="212836" cy="80359"/>
          </a:xfrm>
        </p:grpSpPr>
        <p:sp>
          <p:nvSpPr>
            <p:cNvPr id="67" name="Oval 1608">
              <a:extLst>
                <a:ext uri="{FF2B5EF4-FFF2-40B4-BE49-F238E27FC236}">
                  <a16:creationId xmlns:a16="http://schemas.microsoft.com/office/drawing/2014/main" id="{737EDEEF-5066-471E-A5C1-414ED750E284}"/>
                </a:ext>
              </a:extLst>
            </p:cNvPr>
            <p:cNvSpPr/>
            <p:nvPr/>
          </p:nvSpPr>
          <p:spPr>
            <a:xfrm flipH="1" flipV="1">
              <a:off x="10121830" y="3918980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8" name="Rectangle 1609">
              <a:extLst>
                <a:ext uri="{FF2B5EF4-FFF2-40B4-BE49-F238E27FC236}">
                  <a16:creationId xmlns:a16="http://schemas.microsoft.com/office/drawing/2014/main" id="{3D42E4F6-58A8-41B8-B53C-D98ADA9DB27D}"/>
                </a:ext>
              </a:extLst>
            </p:cNvPr>
            <p:cNvSpPr/>
            <p:nvPr/>
          </p:nvSpPr>
          <p:spPr>
            <a:xfrm>
              <a:off x="10065632" y="3952448"/>
              <a:ext cx="212836" cy="4689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Toyama</a:t>
              </a:r>
            </a:p>
          </p:txBody>
        </p:sp>
      </p:grpSp>
      <p:sp>
        <p:nvSpPr>
          <p:cNvPr id="69" name="이등변 삼각형 68">
            <a:extLst>
              <a:ext uri="{FF2B5EF4-FFF2-40B4-BE49-F238E27FC236}">
                <a16:creationId xmlns:a16="http://schemas.microsoft.com/office/drawing/2014/main" id="{7C6A8311-E1D6-42B1-A484-E923AEBCBFE8}"/>
              </a:ext>
            </a:extLst>
          </p:cNvPr>
          <p:cNvSpPr/>
          <p:nvPr/>
        </p:nvSpPr>
        <p:spPr>
          <a:xfrm rot="19096138">
            <a:off x="5196633" y="3627374"/>
            <a:ext cx="162000" cy="1296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이등변 삼각형 64">
            <a:extLst>
              <a:ext uri="{FF2B5EF4-FFF2-40B4-BE49-F238E27FC236}">
                <a16:creationId xmlns:a16="http://schemas.microsoft.com/office/drawing/2014/main" id="{165B9E61-7989-48B8-88C8-EF078E5A5F6B}"/>
              </a:ext>
            </a:extLst>
          </p:cNvPr>
          <p:cNvSpPr/>
          <p:nvPr/>
        </p:nvSpPr>
        <p:spPr>
          <a:xfrm rot="13645409">
            <a:off x="7188805" y="3405622"/>
            <a:ext cx="162000" cy="1296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이등변 삼각형 69">
            <a:extLst>
              <a:ext uri="{FF2B5EF4-FFF2-40B4-BE49-F238E27FC236}">
                <a16:creationId xmlns:a16="http://schemas.microsoft.com/office/drawing/2014/main" id="{37724784-5058-4DD0-AD25-E6EFD438FFF9}"/>
              </a:ext>
            </a:extLst>
          </p:cNvPr>
          <p:cNvSpPr/>
          <p:nvPr/>
        </p:nvSpPr>
        <p:spPr>
          <a:xfrm rot="4653134">
            <a:off x="7856309" y="2941644"/>
            <a:ext cx="162000" cy="1296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4261259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" name="组合 53">
            <a:extLst>
              <a:ext uri="{FF2B5EF4-FFF2-40B4-BE49-F238E27FC236}">
                <a16:creationId xmlns:a16="http://schemas.microsoft.com/office/drawing/2014/main" id="{C44DD81F-FD88-47B0-87F5-3F87F78CBEA9}"/>
              </a:ext>
            </a:extLst>
          </p:cNvPr>
          <p:cNvGrpSpPr/>
          <p:nvPr/>
        </p:nvGrpSpPr>
        <p:grpSpPr>
          <a:xfrm>
            <a:off x="-16521664" y="-13474336"/>
            <a:ext cx="29264269" cy="25184556"/>
            <a:chOff x="-4643412" y="-4402880"/>
            <a:chExt cx="14144860" cy="11732977"/>
          </a:xfrm>
        </p:grpSpPr>
        <p:sp>
          <p:nvSpPr>
            <p:cNvPr id="131" name="Freeform 340">
              <a:extLst>
                <a:ext uri="{FF2B5EF4-FFF2-40B4-BE49-F238E27FC236}">
                  <a16:creationId xmlns:a16="http://schemas.microsoft.com/office/drawing/2014/main" id="{8E507062-8DA6-4A60-9932-C7178F9199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643412" y="-4402880"/>
              <a:ext cx="14144860" cy="7589263"/>
            </a:xfrm>
            <a:custGeom>
              <a:avLst/>
              <a:gdLst>
                <a:gd name="T0" fmla="*/ 1431 w 1560"/>
                <a:gd name="T1" fmla="*/ 645 h 837"/>
                <a:gd name="T2" fmla="*/ 1209 w 1560"/>
                <a:gd name="T3" fmla="*/ 533 h 837"/>
                <a:gd name="T4" fmla="*/ 1315 w 1560"/>
                <a:gd name="T5" fmla="*/ 646 h 837"/>
                <a:gd name="T6" fmla="*/ 1269 w 1560"/>
                <a:gd name="T7" fmla="*/ 526 h 837"/>
                <a:gd name="T8" fmla="*/ 83 w 1560"/>
                <a:gd name="T9" fmla="*/ 433 h 837"/>
                <a:gd name="T10" fmla="*/ 276 w 1560"/>
                <a:gd name="T11" fmla="*/ 337 h 837"/>
                <a:gd name="T12" fmla="*/ 280 w 1560"/>
                <a:gd name="T13" fmla="*/ 309 h 837"/>
                <a:gd name="T14" fmla="*/ 258 w 1560"/>
                <a:gd name="T15" fmla="*/ 287 h 837"/>
                <a:gd name="T16" fmla="*/ 205 w 1560"/>
                <a:gd name="T17" fmla="*/ 255 h 837"/>
                <a:gd name="T18" fmla="*/ 400 w 1560"/>
                <a:gd name="T19" fmla="*/ 197 h 837"/>
                <a:gd name="T20" fmla="*/ 469 w 1560"/>
                <a:gd name="T21" fmla="*/ 145 h 837"/>
                <a:gd name="T22" fmla="*/ 292 w 1560"/>
                <a:gd name="T23" fmla="*/ 100 h 837"/>
                <a:gd name="T24" fmla="*/ 229 w 1560"/>
                <a:gd name="T25" fmla="*/ 225 h 837"/>
                <a:gd name="T26" fmla="*/ 205 w 1560"/>
                <a:gd name="T27" fmla="*/ 171 h 837"/>
                <a:gd name="T28" fmla="*/ 974 w 1560"/>
                <a:gd name="T29" fmla="*/ 103 h 837"/>
                <a:gd name="T30" fmla="*/ 513 w 1560"/>
                <a:gd name="T31" fmla="*/ 58 h 837"/>
                <a:gd name="T32" fmla="*/ 1199 w 1560"/>
                <a:gd name="T33" fmla="*/ 42 h 837"/>
                <a:gd name="T34" fmla="*/ 956 w 1560"/>
                <a:gd name="T35" fmla="*/ 36 h 837"/>
                <a:gd name="T36" fmla="*/ 143 w 1560"/>
                <a:gd name="T37" fmla="*/ 4 h 837"/>
                <a:gd name="T38" fmla="*/ 600 w 1560"/>
                <a:gd name="T39" fmla="*/ 16 h 837"/>
                <a:gd name="T40" fmla="*/ 691 w 1560"/>
                <a:gd name="T41" fmla="*/ 55 h 837"/>
                <a:gd name="T42" fmla="*/ 710 w 1560"/>
                <a:gd name="T43" fmla="*/ 112 h 837"/>
                <a:gd name="T44" fmla="*/ 844 w 1560"/>
                <a:gd name="T45" fmla="*/ 82 h 837"/>
                <a:gd name="T46" fmla="*/ 926 w 1560"/>
                <a:gd name="T47" fmla="*/ 108 h 837"/>
                <a:gd name="T48" fmla="*/ 1022 w 1560"/>
                <a:gd name="T49" fmla="*/ 53 h 837"/>
                <a:gd name="T50" fmla="*/ 1188 w 1560"/>
                <a:gd name="T51" fmla="*/ 57 h 837"/>
                <a:gd name="T52" fmla="*/ 1314 w 1560"/>
                <a:gd name="T53" fmla="*/ 51 h 837"/>
                <a:gd name="T54" fmla="*/ 1472 w 1560"/>
                <a:gd name="T55" fmla="*/ 37 h 837"/>
                <a:gd name="T56" fmla="*/ 1544 w 1560"/>
                <a:gd name="T57" fmla="*/ 67 h 837"/>
                <a:gd name="T58" fmla="*/ 1486 w 1560"/>
                <a:gd name="T59" fmla="*/ 107 h 837"/>
                <a:gd name="T60" fmla="*/ 1509 w 1560"/>
                <a:gd name="T61" fmla="*/ 188 h 837"/>
                <a:gd name="T62" fmla="*/ 1484 w 1560"/>
                <a:gd name="T63" fmla="*/ 317 h 837"/>
                <a:gd name="T64" fmla="*/ 1454 w 1560"/>
                <a:gd name="T65" fmla="*/ 413 h 837"/>
                <a:gd name="T66" fmla="*/ 1435 w 1560"/>
                <a:gd name="T67" fmla="*/ 538 h 837"/>
                <a:gd name="T68" fmla="*/ 1397 w 1560"/>
                <a:gd name="T69" fmla="*/ 282 h 837"/>
                <a:gd name="T70" fmla="*/ 1342 w 1560"/>
                <a:gd name="T71" fmla="*/ 311 h 837"/>
                <a:gd name="T72" fmla="*/ 1288 w 1560"/>
                <a:gd name="T73" fmla="*/ 379 h 837"/>
                <a:gd name="T74" fmla="*/ 1193 w 1560"/>
                <a:gd name="T75" fmla="*/ 521 h 837"/>
                <a:gd name="T76" fmla="*/ 1278 w 1560"/>
                <a:gd name="T77" fmla="*/ 613 h 837"/>
                <a:gd name="T78" fmla="*/ 1211 w 1560"/>
                <a:gd name="T79" fmla="*/ 734 h 837"/>
                <a:gd name="T80" fmla="*/ 1186 w 1560"/>
                <a:gd name="T81" fmla="*/ 666 h 837"/>
                <a:gd name="T82" fmla="*/ 1098 w 1560"/>
                <a:gd name="T83" fmla="*/ 575 h 837"/>
                <a:gd name="T84" fmla="*/ 1019 w 1560"/>
                <a:gd name="T85" fmla="*/ 645 h 837"/>
                <a:gd name="T86" fmla="*/ 804 w 1560"/>
                <a:gd name="T87" fmla="*/ 626 h 837"/>
                <a:gd name="T88" fmla="*/ 663 w 1560"/>
                <a:gd name="T89" fmla="*/ 679 h 837"/>
                <a:gd name="T90" fmla="*/ 491 w 1560"/>
                <a:gd name="T91" fmla="*/ 604 h 837"/>
                <a:gd name="T92" fmla="*/ 400 w 1560"/>
                <a:gd name="T93" fmla="*/ 671 h 837"/>
                <a:gd name="T94" fmla="*/ 246 w 1560"/>
                <a:gd name="T95" fmla="*/ 712 h 837"/>
                <a:gd name="T96" fmla="*/ 241 w 1560"/>
                <a:gd name="T97" fmla="*/ 834 h 837"/>
                <a:gd name="T98" fmla="*/ 170 w 1560"/>
                <a:gd name="T99" fmla="*/ 717 h 837"/>
                <a:gd name="T100" fmla="*/ 22 w 1560"/>
                <a:gd name="T101" fmla="*/ 553 h 837"/>
                <a:gd name="T102" fmla="*/ 20 w 1560"/>
                <a:gd name="T103" fmla="*/ 340 h 837"/>
                <a:gd name="T104" fmla="*/ 118 w 1560"/>
                <a:gd name="T105" fmla="*/ 375 h 837"/>
                <a:gd name="T106" fmla="*/ 76 w 1560"/>
                <a:gd name="T107" fmla="*/ 447 h 837"/>
                <a:gd name="T108" fmla="*/ 153 w 1560"/>
                <a:gd name="T109" fmla="*/ 368 h 837"/>
                <a:gd name="T110" fmla="*/ 242 w 1560"/>
                <a:gd name="T111" fmla="*/ 345 h 837"/>
                <a:gd name="T112" fmla="*/ 353 w 1560"/>
                <a:gd name="T113" fmla="*/ 321 h 837"/>
                <a:gd name="T114" fmla="*/ 386 w 1560"/>
                <a:gd name="T115" fmla="*/ 249 h 837"/>
                <a:gd name="T116" fmla="*/ 437 w 1560"/>
                <a:gd name="T117" fmla="*/ 326 h 837"/>
                <a:gd name="T118" fmla="*/ 409 w 1560"/>
                <a:gd name="T119" fmla="*/ 234 h 837"/>
                <a:gd name="T120" fmla="*/ 496 w 1560"/>
                <a:gd name="T121" fmla="*/ 267 h 837"/>
                <a:gd name="T122" fmla="*/ 495 w 1560"/>
                <a:gd name="T123" fmla="*/ 166 h 837"/>
                <a:gd name="T124" fmla="*/ 530 w 1560"/>
                <a:gd name="T125" fmla="*/ 75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0" h="837">
                  <a:moveTo>
                    <a:pt x="241" y="834"/>
                  </a:moveTo>
                  <a:lnTo>
                    <a:pt x="243" y="837"/>
                  </a:lnTo>
                  <a:lnTo>
                    <a:pt x="241" y="834"/>
                  </a:lnTo>
                  <a:lnTo>
                    <a:pt x="241" y="834"/>
                  </a:lnTo>
                  <a:close/>
                  <a:moveTo>
                    <a:pt x="390" y="767"/>
                  </a:moveTo>
                  <a:lnTo>
                    <a:pt x="394" y="768"/>
                  </a:lnTo>
                  <a:lnTo>
                    <a:pt x="376" y="770"/>
                  </a:lnTo>
                  <a:lnTo>
                    <a:pt x="390" y="767"/>
                  </a:lnTo>
                  <a:close/>
                  <a:moveTo>
                    <a:pt x="1389" y="716"/>
                  </a:moveTo>
                  <a:lnTo>
                    <a:pt x="1389" y="718"/>
                  </a:lnTo>
                  <a:lnTo>
                    <a:pt x="1386" y="720"/>
                  </a:lnTo>
                  <a:lnTo>
                    <a:pt x="1385" y="718"/>
                  </a:lnTo>
                  <a:lnTo>
                    <a:pt x="1388" y="717"/>
                  </a:lnTo>
                  <a:lnTo>
                    <a:pt x="1389" y="716"/>
                  </a:lnTo>
                  <a:close/>
                  <a:moveTo>
                    <a:pt x="1376" y="707"/>
                  </a:moveTo>
                  <a:lnTo>
                    <a:pt x="1377" y="708"/>
                  </a:lnTo>
                  <a:lnTo>
                    <a:pt x="1378" y="708"/>
                  </a:lnTo>
                  <a:lnTo>
                    <a:pt x="1380" y="708"/>
                  </a:lnTo>
                  <a:lnTo>
                    <a:pt x="1381" y="708"/>
                  </a:lnTo>
                  <a:lnTo>
                    <a:pt x="1380" y="709"/>
                  </a:lnTo>
                  <a:lnTo>
                    <a:pt x="1377" y="713"/>
                  </a:lnTo>
                  <a:lnTo>
                    <a:pt x="1376" y="713"/>
                  </a:lnTo>
                  <a:lnTo>
                    <a:pt x="1376" y="718"/>
                  </a:lnTo>
                  <a:lnTo>
                    <a:pt x="1376" y="722"/>
                  </a:lnTo>
                  <a:lnTo>
                    <a:pt x="1373" y="720"/>
                  </a:lnTo>
                  <a:lnTo>
                    <a:pt x="1373" y="718"/>
                  </a:lnTo>
                  <a:lnTo>
                    <a:pt x="1373" y="716"/>
                  </a:lnTo>
                  <a:lnTo>
                    <a:pt x="1375" y="712"/>
                  </a:lnTo>
                  <a:lnTo>
                    <a:pt x="1375" y="709"/>
                  </a:lnTo>
                  <a:lnTo>
                    <a:pt x="1376" y="707"/>
                  </a:lnTo>
                  <a:lnTo>
                    <a:pt x="1376" y="707"/>
                  </a:lnTo>
                  <a:close/>
                  <a:moveTo>
                    <a:pt x="1401" y="682"/>
                  </a:moveTo>
                  <a:lnTo>
                    <a:pt x="1402" y="684"/>
                  </a:lnTo>
                  <a:lnTo>
                    <a:pt x="1402" y="687"/>
                  </a:lnTo>
                  <a:lnTo>
                    <a:pt x="1400" y="688"/>
                  </a:lnTo>
                  <a:lnTo>
                    <a:pt x="1397" y="688"/>
                  </a:lnTo>
                  <a:lnTo>
                    <a:pt x="1396" y="691"/>
                  </a:lnTo>
                  <a:lnTo>
                    <a:pt x="1393" y="695"/>
                  </a:lnTo>
                  <a:lnTo>
                    <a:pt x="1392" y="696"/>
                  </a:lnTo>
                  <a:lnTo>
                    <a:pt x="1390" y="696"/>
                  </a:lnTo>
                  <a:lnTo>
                    <a:pt x="1389" y="696"/>
                  </a:lnTo>
                  <a:lnTo>
                    <a:pt x="1389" y="697"/>
                  </a:lnTo>
                  <a:lnTo>
                    <a:pt x="1388" y="699"/>
                  </a:lnTo>
                  <a:lnTo>
                    <a:pt x="1389" y="701"/>
                  </a:lnTo>
                  <a:lnTo>
                    <a:pt x="1386" y="704"/>
                  </a:lnTo>
                  <a:lnTo>
                    <a:pt x="1386" y="705"/>
                  </a:lnTo>
                  <a:lnTo>
                    <a:pt x="1385" y="707"/>
                  </a:lnTo>
                  <a:lnTo>
                    <a:pt x="1385" y="704"/>
                  </a:lnTo>
                  <a:lnTo>
                    <a:pt x="1385" y="701"/>
                  </a:lnTo>
                  <a:lnTo>
                    <a:pt x="1386" y="701"/>
                  </a:lnTo>
                  <a:lnTo>
                    <a:pt x="1385" y="700"/>
                  </a:lnTo>
                  <a:lnTo>
                    <a:pt x="1385" y="699"/>
                  </a:lnTo>
                  <a:lnTo>
                    <a:pt x="1386" y="697"/>
                  </a:lnTo>
                  <a:lnTo>
                    <a:pt x="1388" y="695"/>
                  </a:lnTo>
                  <a:lnTo>
                    <a:pt x="1388" y="693"/>
                  </a:lnTo>
                  <a:lnTo>
                    <a:pt x="1388" y="693"/>
                  </a:lnTo>
                  <a:lnTo>
                    <a:pt x="1390" y="692"/>
                  </a:lnTo>
                  <a:lnTo>
                    <a:pt x="1390" y="690"/>
                  </a:lnTo>
                  <a:lnTo>
                    <a:pt x="1390" y="688"/>
                  </a:lnTo>
                  <a:lnTo>
                    <a:pt x="1390" y="687"/>
                  </a:lnTo>
                  <a:lnTo>
                    <a:pt x="1392" y="687"/>
                  </a:lnTo>
                  <a:lnTo>
                    <a:pt x="1392" y="688"/>
                  </a:lnTo>
                  <a:lnTo>
                    <a:pt x="1393" y="688"/>
                  </a:lnTo>
                  <a:lnTo>
                    <a:pt x="1396" y="687"/>
                  </a:lnTo>
                  <a:lnTo>
                    <a:pt x="1397" y="687"/>
                  </a:lnTo>
                  <a:lnTo>
                    <a:pt x="1397" y="686"/>
                  </a:lnTo>
                  <a:lnTo>
                    <a:pt x="1400" y="683"/>
                  </a:lnTo>
                  <a:lnTo>
                    <a:pt x="1401" y="682"/>
                  </a:lnTo>
                  <a:close/>
                  <a:moveTo>
                    <a:pt x="1418" y="666"/>
                  </a:moveTo>
                  <a:lnTo>
                    <a:pt x="1415" y="670"/>
                  </a:lnTo>
                  <a:lnTo>
                    <a:pt x="1414" y="672"/>
                  </a:lnTo>
                  <a:lnTo>
                    <a:pt x="1414" y="674"/>
                  </a:lnTo>
                  <a:lnTo>
                    <a:pt x="1413" y="675"/>
                  </a:lnTo>
                  <a:lnTo>
                    <a:pt x="1411" y="678"/>
                  </a:lnTo>
                  <a:lnTo>
                    <a:pt x="1409" y="680"/>
                  </a:lnTo>
                  <a:lnTo>
                    <a:pt x="1407" y="680"/>
                  </a:lnTo>
                  <a:lnTo>
                    <a:pt x="1407" y="676"/>
                  </a:lnTo>
                  <a:lnTo>
                    <a:pt x="1410" y="675"/>
                  </a:lnTo>
                  <a:lnTo>
                    <a:pt x="1410" y="674"/>
                  </a:lnTo>
                  <a:lnTo>
                    <a:pt x="1411" y="672"/>
                  </a:lnTo>
                  <a:lnTo>
                    <a:pt x="1411" y="671"/>
                  </a:lnTo>
                  <a:lnTo>
                    <a:pt x="1413" y="670"/>
                  </a:lnTo>
                  <a:lnTo>
                    <a:pt x="1414" y="667"/>
                  </a:lnTo>
                  <a:lnTo>
                    <a:pt x="1417" y="667"/>
                  </a:lnTo>
                  <a:lnTo>
                    <a:pt x="1418" y="666"/>
                  </a:lnTo>
                  <a:close/>
                  <a:moveTo>
                    <a:pt x="1429" y="649"/>
                  </a:moveTo>
                  <a:lnTo>
                    <a:pt x="1429" y="649"/>
                  </a:lnTo>
                  <a:lnTo>
                    <a:pt x="1429" y="653"/>
                  </a:lnTo>
                  <a:lnTo>
                    <a:pt x="1427" y="654"/>
                  </a:lnTo>
                  <a:lnTo>
                    <a:pt x="1427" y="653"/>
                  </a:lnTo>
                  <a:lnTo>
                    <a:pt x="1427" y="650"/>
                  </a:lnTo>
                  <a:lnTo>
                    <a:pt x="1429" y="649"/>
                  </a:lnTo>
                  <a:close/>
                  <a:moveTo>
                    <a:pt x="1430" y="643"/>
                  </a:moveTo>
                  <a:lnTo>
                    <a:pt x="1431" y="643"/>
                  </a:lnTo>
                  <a:lnTo>
                    <a:pt x="1431" y="645"/>
                  </a:lnTo>
                  <a:lnTo>
                    <a:pt x="1430" y="645"/>
                  </a:lnTo>
                  <a:lnTo>
                    <a:pt x="1430" y="643"/>
                  </a:lnTo>
                  <a:lnTo>
                    <a:pt x="1430" y="643"/>
                  </a:lnTo>
                  <a:close/>
                  <a:moveTo>
                    <a:pt x="1431" y="640"/>
                  </a:moveTo>
                  <a:lnTo>
                    <a:pt x="1432" y="640"/>
                  </a:lnTo>
                  <a:lnTo>
                    <a:pt x="1432" y="641"/>
                  </a:lnTo>
                  <a:lnTo>
                    <a:pt x="1431" y="640"/>
                  </a:lnTo>
                  <a:close/>
                  <a:moveTo>
                    <a:pt x="1432" y="634"/>
                  </a:moveTo>
                  <a:lnTo>
                    <a:pt x="1432" y="636"/>
                  </a:lnTo>
                  <a:lnTo>
                    <a:pt x="1432" y="638"/>
                  </a:lnTo>
                  <a:lnTo>
                    <a:pt x="1431" y="636"/>
                  </a:lnTo>
                  <a:lnTo>
                    <a:pt x="1432" y="634"/>
                  </a:lnTo>
                  <a:close/>
                  <a:moveTo>
                    <a:pt x="1432" y="628"/>
                  </a:moveTo>
                  <a:lnTo>
                    <a:pt x="1434" y="629"/>
                  </a:lnTo>
                  <a:lnTo>
                    <a:pt x="1432" y="629"/>
                  </a:lnTo>
                  <a:lnTo>
                    <a:pt x="1432" y="628"/>
                  </a:lnTo>
                  <a:lnTo>
                    <a:pt x="1432" y="628"/>
                  </a:lnTo>
                  <a:close/>
                  <a:moveTo>
                    <a:pt x="1438" y="611"/>
                  </a:moveTo>
                  <a:lnTo>
                    <a:pt x="1438" y="611"/>
                  </a:lnTo>
                  <a:lnTo>
                    <a:pt x="1438" y="613"/>
                  </a:lnTo>
                  <a:lnTo>
                    <a:pt x="1436" y="615"/>
                  </a:lnTo>
                  <a:lnTo>
                    <a:pt x="1436" y="615"/>
                  </a:lnTo>
                  <a:lnTo>
                    <a:pt x="1436" y="612"/>
                  </a:lnTo>
                  <a:lnTo>
                    <a:pt x="1438" y="611"/>
                  </a:lnTo>
                  <a:close/>
                  <a:moveTo>
                    <a:pt x="1434" y="608"/>
                  </a:moveTo>
                  <a:lnTo>
                    <a:pt x="1435" y="608"/>
                  </a:lnTo>
                  <a:lnTo>
                    <a:pt x="1435" y="609"/>
                  </a:lnTo>
                  <a:lnTo>
                    <a:pt x="1435" y="609"/>
                  </a:lnTo>
                  <a:lnTo>
                    <a:pt x="1434" y="609"/>
                  </a:lnTo>
                  <a:lnTo>
                    <a:pt x="1434" y="608"/>
                  </a:lnTo>
                  <a:close/>
                  <a:moveTo>
                    <a:pt x="1438" y="603"/>
                  </a:moveTo>
                  <a:lnTo>
                    <a:pt x="1439" y="604"/>
                  </a:lnTo>
                  <a:lnTo>
                    <a:pt x="1440" y="605"/>
                  </a:lnTo>
                  <a:lnTo>
                    <a:pt x="1439" y="605"/>
                  </a:lnTo>
                  <a:lnTo>
                    <a:pt x="1438" y="605"/>
                  </a:lnTo>
                  <a:lnTo>
                    <a:pt x="1438" y="604"/>
                  </a:lnTo>
                  <a:lnTo>
                    <a:pt x="1438" y="603"/>
                  </a:lnTo>
                  <a:close/>
                  <a:moveTo>
                    <a:pt x="1438" y="595"/>
                  </a:moveTo>
                  <a:lnTo>
                    <a:pt x="1438" y="596"/>
                  </a:lnTo>
                  <a:lnTo>
                    <a:pt x="1438" y="597"/>
                  </a:lnTo>
                  <a:lnTo>
                    <a:pt x="1439" y="600"/>
                  </a:lnTo>
                  <a:lnTo>
                    <a:pt x="1438" y="601"/>
                  </a:lnTo>
                  <a:lnTo>
                    <a:pt x="1436" y="600"/>
                  </a:lnTo>
                  <a:lnTo>
                    <a:pt x="1438" y="597"/>
                  </a:lnTo>
                  <a:lnTo>
                    <a:pt x="1438" y="595"/>
                  </a:lnTo>
                  <a:close/>
                  <a:moveTo>
                    <a:pt x="1442" y="568"/>
                  </a:moveTo>
                  <a:lnTo>
                    <a:pt x="1446" y="571"/>
                  </a:lnTo>
                  <a:lnTo>
                    <a:pt x="1447" y="574"/>
                  </a:lnTo>
                  <a:lnTo>
                    <a:pt x="1446" y="575"/>
                  </a:lnTo>
                  <a:lnTo>
                    <a:pt x="1444" y="576"/>
                  </a:lnTo>
                  <a:lnTo>
                    <a:pt x="1446" y="579"/>
                  </a:lnTo>
                  <a:lnTo>
                    <a:pt x="1443" y="582"/>
                  </a:lnTo>
                  <a:lnTo>
                    <a:pt x="1442" y="583"/>
                  </a:lnTo>
                  <a:lnTo>
                    <a:pt x="1442" y="584"/>
                  </a:lnTo>
                  <a:lnTo>
                    <a:pt x="1442" y="587"/>
                  </a:lnTo>
                  <a:lnTo>
                    <a:pt x="1440" y="587"/>
                  </a:lnTo>
                  <a:lnTo>
                    <a:pt x="1439" y="586"/>
                  </a:lnTo>
                  <a:lnTo>
                    <a:pt x="1438" y="586"/>
                  </a:lnTo>
                  <a:lnTo>
                    <a:pt x="1436" y="584"/>
                  </a:lnTo>
                  <a:lnTo>
                    <a:pt x="1438" y="584"/>
                  </a:lnTo>
                  <a:lnTo>
                    <a:pt x="1438" y="583"/>
                  </a:lnTo>
                  <a:lnTo>
                    <a:pt x="1436" y="580"/>
                  </a:lnTo>
                  <a:lnTo>
                    <a:pt x="1436" y="579"/>
                  </a:lnTo>
                  <a:lnTo>
                    <a:pt x="1438" y="579"/>
                  </a:lnTo>
                  <a:lnTo>
                    <a:pt x="1439" y="578"/>
                  </a:lnTo>
                  <a:lnTo>
                    <a:pt x="1442" y="576"/>
                  </a:lnTo>
                  <a:lnTo>
                    <a:pt x="1442" y="574"/>
                  </a:lnTo>
                  <a:lnTo>
                    <a:pt x="1442" y="570"/>
                  </a:lnTo>
                  <a:lnTo>
                    <a:pt x="1442" y="568"/>
                  </a:lnTo>
                  <a:close/>
                  <a:moveTo>
                    <a:pt x="1435" y="566"/>
                  </a:moveTo>
                  <a:lnTo>
                    <a:pt x="1438" y="568"/>
                  </a:lnTo>
                  <a:lnTo>
                    <a:pt x="1438" y="570"/>
                  </a:lnTo>
                  <a:lnTo>
                    <a:pt x="1435" y="570"/>
                  </a:lnTo>
                  <a:lnTo>
                    <a:pt x="1434" y="568"/>
                  </a:lnTo>
                  <a:lnTo>
                    <a:pt x="1434" y="567"/>
                  </a:lnTo>
                  <a:lnTo>
                    <a:pt x="1435" y="566"/>
                  </a:lnTo>
                  <a:close/>
                  <a:moveTo>
                    <a:pt x="1447" y="566"/>
                  </a:moveTo>
                  <a:lnTo>
                    <a:pt x="1448" y="567"/>
                  </a:lnTo>
                  <a:lnTo>
                    <a:pt x="1448" y="568"/>
                  </a:lnTo>
                  <a:lnTo>
                    <a:pt x="1447" y="570"/>
                  </a:lnTo>
                  <a:lnTo>
                    <a:pt x="1447" y="570"/>
                  </a:lnTo>
                  <a:lnTo>
                    <a:pt x="1444" y="568"/>
                  </a:lnTo>
                  <a:lnTo>
                    <a:pt x="1444" y="567"/>
                  </a:lnTo>
                  <a:lnTo>
                    <a:pt x="1447" y="566"/>
                  </a:lnTo>
                  <a:close/>
                  <a:moveTo>
                    <a:pt x="25" y="532"/>
                  </a:moveTo>
                  <a:lnTo>
                    <a:pt x="26" y="534"/>
                  </a:lnTo>
                  <a:lnTo>
                    <a:pt x="26" y="536"/>
                  </a:lnTo>
                  <a:lnTo>
                    <a:pt x="24" y="534"/>
                  </a:lnTo>
                  <a:lnTo>
                    <a:pt x="25" y="532"/>
                  </a:lnTo>
                  <a:close/>
                  <a:moveTo>
                    <a:pt x="1211" y="526"/>
                  </a:moveTo>
                  <a:lnTo>
                    <a:pt x="1211" y="528"/>
                  </a:lnTo>
                  <a:lnTo>
                    <a:pt x="1211" y="528"/>
                  </a:lnTo>
                  <a:lnTo>
                    <a:pt x="1211" y="530"/>
                  </a:lnTo>
                  <a:lnTo>
                    <a:pt x="1210" y="530"/>
                  </a:lnTo>
                  <a:lnTo>
                    <a:pt x="1209" y="533"/>
                  </a:lnTo>
                  <a:lnTo>
                    <a:pt x="1207" y="532"/>
                  </a:lnTo>
                  <a:lnTo>
                    <a:pt x="1206" y="529"/>
                  </a:lnTo>
                  <a:lnTo>
                    <a:pt x="1209" y="526"/>
                  </a:lnTo>
                  <a:lnTo>
                    <a:pt x="1211" y="526"/>
                  </a:lnTo>
                  <a:close/>
                  <a:moveTo>
                    <a:pt x="1211" y="521"/>
                  </a:moveTo>
                  <a:lnTo>
                    <a:pt x="1213" y="522"/>
                  </a:lnTo>
                  <a:lnTo>
                    <a:pt x="1213" y="524"/>
                  </a:lnTo>
                  <a:lnTo>
                    <a:pt x="1211" y="525"/>
                  </a:lnTo>
                  <a:lnTo>
                    <a:pt x="1210" y="524"/>
                  </a:lnTo>
                  <a:lnTo>
                    <a:pt x="1211" y="522"/>
                  </a:lnTo>
                  <a:lnTo>
                    <a:pt x="1211" y="522"/>
                  </a:lnTo>
                  <a:lnTo>
                    <a:pt x="1211" y="521"/>
                  </a:lnTo>
                  <a:close/>
                  <a:moveTo>
                    <a:pt x="1209" y="521"/>
                  </a:moveTo>
                  <a:lnTo>
                    <a:pt x="1209" y="521"/>
                  </a:lnTo>
                  <a:lnTo>
                    <a:pt x="1209" y="524"/>
                  </a:lnTo>
                  <a:lnTo>
                    <a:pt x="1209" y="525"/>
                  </a:lnTo>
                  <a:lnTo>
                    <a:pt x="1207" y="522"/>
                  </a:lnTo>
                  <a:lnTo>
                    <a:pt x="1207" y="521"/>
                  </a:lnTo>
                  <a:lnTo>
                    <a:pt x="1209" y="521"/>
                  </a:lnTo>
                  <a:close/>
                  <a:moveTo>
                    <a:pt x="1264" y="515"/>
                  </a:moveTo>
                  <a:lnTo>
                    <a:pt x="1265" y="516"/>
                  </a:lnTo>
                  <a:lnTo>
                    <a:pt x="1267" y="518"/>
                  </a:lnTo>
                  <a:lnTo>
                    <a:pt x="1271" y="520"/>
                  </a:lnTo>
                  <a:lnTo>
                    <a:pt x="1272" y="522"/>
                  </a:lnTo>
                  <a:lnTo>
                    <a:pt x="1272" y="526"/>
                  </a:lnTo>
                  <a:lnTo>
                    <a:pt x="1273" y="529"/>
                  </a:lnTo>
                  <a:lnTo>
                    <a:pt x="1278" y="532"/>
                  </a:lnTo>
                  <a:lnTo>
                    <a:pt x="1278" y="534"/>
                  </a:lnTo>
                  <a:lnTo>
                    <a:pt x="1280" y="534"/>
                  </a:lnTo>
                  <a:lnTo>
                    <a:pt x="1282" y="537"/>
                  </a:lnTo>
                  <a:lnTo>
                    <a:pt x="1285" y="541"/>
                  </a:lnTo>
                  <a:lnTo>
                    <a:pt x="1286" y="545"/>
                  </a:lnTo>
                  <a:lnTo>
                    <a:pt x="1284" y="541"/>
                  </a:lnTo>
                  <a:lnTo>
                    <a:pt x="1281" y="538"/>
                  </a:lnTo>
                  <a:lnTo>
                    <a:pt x="1281" y="540"/>
                  </a:lnTo>
                  <a:lnTo>
                    <a:pt x="1281" y="541"/>
                  </a:lnTo>
                  <a:lnTo>
                    <a:pt x="1282" y="541"/>
                  </a:lnTo>
                  <a:lnTo>
                    <a:pt x="1282" y="543"/>
                  </a:lnTo>
                  <a:lnTo>
                    <a:pt x="1285" y="546"/>
                  </a:lnTo>
                  <a:lnTo>
                    <a:pt x="1288" y="547"/>
                  </a:lnTo>
                  <a:lnTo>
                    <a:pt x="1288" y="550"/>
                  </a:lnTo>
                  <a:lnTo>
                    <a:pt x="1288" y="553"/>
                  </a:lnTo>
                  <a:lnTo>
                    <a:pt x="1289" y="557"/>
                  </a:lnTo>
                  <a:lnTo>
                    <a:pt x="1288" y="557"/>
                  </a:lnTo>
                  <a:lnTo>
                    <a:pt x="1288" y="558"/>
                  </a:lnTo>
                  <a:lnTo>
                    <a:pt x="1288" y="561"/>
                  </a:lnTo>
                  <a:lnTo>
                    <a:pt x="1289" y="562"/>
                  </a:lnTo>
                  <a:lnTo>
                    <a:pt x="1290" y="566"/>
                  </a:lnTo>
                  <a:lnTo>
                    <a:pt x="1293" y="568"/>
                  </a:lnTo>
                  <a:lnTo>
                    <a:pt x="1294" y="570"/>
                  </a:lnTo>
                  <a:lnTo>
                    <a:pt x="1296" y="571"/>
                  </a:lnTo>
                  <a:lnTo>
                    <a:pt x="1296" y="574"/>
                  </a:lnTo>
                  <a:lnTo>
                    <a:pt x="1296" y="574"/>
                  </a:lnTo>
                  <a:lnTo>
                    <a:pt x="1297" y="575"/>
                  </a:lnTo>
                  <a:lnTo>
                    <a:pt x="1297" y="574"/>
                  </a:lnTo>
                  <a:lnTo>
                    <a:pt x="1298" y="574"/>
                  </a:lnTo>
                  <a:lnTo>
                    <a:pt x="1299" y="576"/>
                  </a:lnTo>
                  <a:lnTo>
                    <a:pt x="1299" y="579"/>
                  </a:lnTo>
                  <a:lnTo>
                    <a:pt x="1302" y="580"/>
                  </a:lnTo>
                  <a:lnTo>
                    <a:pt x="1303" y="584"/>
                  </a:lnTo>
                  <a:lnTo>
                    <a:pt x="1307" y="590"/>
                  </a:lnTo>
                  <a:lnTo>
                    <a:pt x="1309" y="592"/>
                  </a:lnTo>
                  <a:lnTo>
                    <a:pt x="1311" y="599"/>
                  </a:lnTo>
                  <a:lnTo>
                    <a:pt x="1315" y="603"/>
                  </a:lnTo>
                  <a:lnTo>
                    <a:pt x="1315" y="605"/>
                  </a:lnTo>
                  <a:lnTo>
                    <a:pt x="1318" y="605"/>
                  </a:lnTo>
                  <a:lnTo>
                    <a:pt x="1318" y="608"/>
                  </a:lnTo>
                  <a:lnTo>
                    <a:pt x="1321" y="612"/>
                  </a:lnTo>
                  <a:lnTo>
                    <a:pt x="1322" y="613"/>
                  </a:lnTo>
                  <a:lnTo>
                    <a:pt x="1322" y="615"/>
                  </a:lnTo>
                  <a:lnTo>
                    <a:pt x="1325" y="618"/>
                  </a:lnTo>
                  <a:lnTo>
                    <a:pt x="1326" y="621"/>
                  </a:lnTo>
                  <a:lnTo>
                    <a:pt x="1330" y="624"/>
                  </a:lnTo>
                  <a:lnTo>
                    <a:pt x="1331" y="626"/>
                  </a:lnTo>
                  <a:lnTo>
                    <a:pt x="1332" y="630"/>
                  </a:lnTo>
                  <a:lnTo>
                    <a:pt x="1331" y="629"/>
                  </a:lnTo>
                  <a:lnTo>
                    <a:pt x="1330" y="626"/>
                  </a:lnTo>
                  <a:lnTo>
                    <a:pt x="1327" y="625"/>
                  </a:lnTo>
                  <a:lnTo>
                    <a:pt x="1325" y="624"/>
                  </a:lnTo>
                  <a:lnTo>
                    <a:pt x="1323" y="620"/>
                  </a:lnTo>
                  <a:lnTo>
                    <a:pt x="1321" y="618"/>
                  </a:lnTo>
                  <a:lnTo>
                    <a:pt x="1318" y="618"/>
                  </a:lnTo>
                  <a:lnTo>
                    <a:pt x="1315" y="618"/>
                  </a:lnTo>
                  <a:lnTo>
                    <a:pt x="1314" y="618"/>
                  </a:lnTo>
                  <a:lnTo>
                    <a:pt x="1313" y="618"/>
                  </a:lnTo>
                  <a:lnTo>
                    <a:pt x="1313" y="620"/>
                  </a:lnTo>
                  <a:lnTo>
                    <a:pt x="1313" y="622"/>
                  </a:lnTo>
                  <a:lnTo>
                    <a:pt x="1311" y="624"/>
                  </a:lnTo>
                  <a:lnTo>
                    <a:pt x="1313" y="626"/>
                  </a:lnTo>
                  <a:lnTo>
                    <a:pt x="1313" y="629"/>
                  </a:lnTo>
                  <a:lnTo>
                    <a:pt x="1313" y="633"/>
                  </a:lnTo>
                  <a:lnTo>
                    <a:pt x="1314" y="636"/>
                  </a:lnTo>
                  <a:lnTo>
                    <a:pt x="1314" y="640"/>
                  </a:lnTo>
                  <a:lnTo>
                    <a:pt x="1314" y="643"/>
                  </a:lnTo>
                  <a:lnTo>
                    <a:pt x="1315" y="646"/>
                  </a:lnTo>
                  <a:lnTo>
                    <a:pt x="1317" y="650"/>
                  </a:lnTo>
                  <a:lnTo>
                    <a:pt x="1318" y="654"/>
                  </a:lnTo>
                  <a:lnTo>
                    <a:pt x="1319" y="655"/>
                  </a:lnTo>
                  <a:lnTo>
                    <a:pt x="1322" y="657"/>
                  </a:lnTo>
                  <a:lnTo>
                    <a:pt x="1325" y="659"/>
                  </a:lnTo>
                  <a:lnTo>
                    <a:pt x="1326" y="662"/>
                  </a:lnTo>
                  <a:lnTo>
                    <a:pt x="1326" y="665"/>
                  </a:lnTo>
                  <a:lnTo>
                    <a:pt x="1330" y="667"/>
                  </a:lnTo>
                  <a:lnTo>
                    <a:pt x="1331" y="667"/>
                  </a:lnTo>
                  <a:lnTo>
                    <a:pt x="1332" y="666"/>
                  </a:lnTo>
                  <a:lnTo>
                    <a:pt x="1334" y="668"/>
                  </a:lnTo>
                  <a:lnTo>
                    <a:pt x="1335" y="671"/>
                  </a:lnTo>
                  <a:lnTo>
                    <a:pt x="1336" y="674"/>
                  </a:lnTo>
                  <a:lnTo>
                    <a:pt x="1336" y="676"/>
                  </a:lnTo>
                  <a:lnTo>
                    <a:pt x="1336" y="679"/>
                  </a:lnTo>
                  <a:lnTo>
                    <a:pt x="1336" y="680"/>
                  </a:lnTo>
                  <a:lnTo>
                    <a:pt x="1336" y="682"/>
                  </a:lnTo>
                  <a:lnTo>
                    <a:pt x="1335" y="680"/>
                  </a:lnTo>
                  <a:lnTo>
                    <a:pt x="1335" y="678"/>
                  </a:lnTo>
                  <a:lnTo>
                    <a:pt x="1332" y="675"/>
                  </a:lnTo>
                  <a:lnTo>
                    <a:pt x="1332" y="674"/>
                  </a:lnTo>
                  <a:lnTo>
                    <a:pt x="1334" y="672"/>
                  </a:lnTo>
                  <a:lnTo>
                    <a:pt x="1332" y="671"/>
                  </a:lnTo>
                  <a:lnTo>
                    <a:pt x="1331" y="671"/>
                  </a:lnTo>
                  <a:lnTo>
                    <a:pt x="1331" y="672"/>
                  </a:lnTo>
                  <a:lnTo>
                    <a:pt x="1326" y="672"/>
                  </a:lnTo>
                  <a:lnTo>
                    <a:pt x="1325" y="672"/>
                  </a:lnTo>
                  <a:lnTo>
                    <a:pt x="1325" y="670"/>
                  </a:lnTo>
                  <a:lnTo>
                    <a:pt x="1323" y="670"/>
                  </a:lnTo>
                  <a:lnTo>
                    <a:pt x="1322" y="672"/>
                  </a:lnTo>
                  <a:lnTo>
                    <a:pt x="1321" y="675"/>
                  </a:lnTo>
                  <a:lnTo>
                    <a:pt x="1322" y="679"/>
                  </a:lnTo>
                  <a:lnTo>
                    <a:pt x="1323" y="680"/>
                  </a:lnTo>
                  <a:lnTo>
                    <a:pt x="1322" y="683"/>
                  </a:lnTo>
                  <a:lnTo>
                    <a:pt x="1323" y="686"/>
                  </a:lnTo>
                  <a:lnTo>
                    <a:pt x="1319" y="684"/>
                  </a:lnTo>
                  <a:lnTo>
                    <a:pt x="1318" y="680"/>
                  </a:lnTo>
                  <a:lnTo>
                    <a:pt x="1315" y="679"/>
                  </a:lnTo>
                  <a:lnTo>
                    <a:pt x="1314" y="675"/>
                  </a:lnTo>
                  <a:lnTo>
                    <a:pt x="1315" y="671"/>
                  </a:lnTo>
                  <a:lnTo>
                    <a:pt x="1315" y="667"/>
                  </a:lnTo>
                  <a:lnTo>
                    <a:pt x="1315" y="665"/>
                  </a:lnTo>
                  <a:lnTo>
                    <a:pt x="1313" y="661"/>
                  </a:lnTo>
                  <a:lnTo>
                    <a:pt x="1311" y="658"/>
                  </a:lnTo>
                  <a:lnTo>
                    <a:pt x="1310" y="655"/>
                  </a:lnTo>
                  <a:lnTo>
                    <a:pt x="1309" y="651"/>
                  </a:lnTo>
                  <a:lnTo>
                    <a:pt x="1309" y="646"/>
                  </a:lnTo>
                  <a:lnTo>
                    <a:pt x="1307" y="642"/>
                  </a:lnTo>
                  <a:lnTo>
                    <a:pt x="1307" y="641"/>
                  </a:lnTo>
                  <a:lnTo>
                    <a:pt x="1303" y="636"/>
                  </a:lnTo>
                  <a:lnTo>
                    <a:pt x="1301" y="633"/>
                  </a:lnTo>
                  <a:lnTo>
                    <a:pt x="1301" y="630"/>
                  </a:lnTo>
                  <a:lnTo>
                    <a:pt x="1301" y="628"/>
                  </a:lnTo>
                  <a:lnTo>
                    <a:pt x="1299" y="624"/>
                  </a:lnTo>
                  <a:lnTo>
                    <a:pt x="1298" y="620"/>
                  </a:lnTo>
                  <a:lnTo>
                    <a:pt x="1299" y="617"/>
                  </a:lnTo>
                  <a:lnTo>
                    <a:pt x="1298" y="616"/>
                  </a:lnTo>
                  <a:lnTo>
                    <a:pt x="1298" y="612"/>
                  </a:lnTo>
                  <a:lnTo>
                    <a:pt x="1297" y="608"/>
                  </a:lnTo>
                  <a:lnTo>
                    <a:pt x="1296" y="605"/>
                  </a:lnTo>
                  <a:lnTo>
                    <a:pt x="1293" y="601"/>
                  </a:lnTo>
                  <a:lnTo>
                    <a:pt x="1293" y="600"/>
                  </a:lnTo>
                  <a:lnTo>
                    <a:pt x="1294" y="599"/>
                  </a:lnTo>
                  <a:lnTo>
                    <a:pt x="1292" y="596"/>
                  </a:lnTo>
                  <a:lnTo>
                    <a:pt x="1289" y="595"/>
                  </a:lnTo>
                  <a:lnTo>
                    <a:pt x="1289" y="592"/>
                  </a:lnTo>
                  <a:lnTo>
                    <a:pt x="1288" y="590"/>
                  </a:lnTo>
                  <a:lnTo>
                    <a:pt x="1288" y="587"/>
                  </a:lnTo>
                  <a:lnTo>
                    <a:pt x="1288" y="583"/>
                  </a:lnTo>
                  <a:lnTo>
                    <a:pt x="1285" y="579"/>
                  </a:lnTo>
                  <a:lnTo>
                    <a:pt x="1282" y="578"/>
                  </a:lnTo>
                  <a:lnTo>
                    <a:pt x="1277" y="572"/>
                  </a:lnTo>
                  <a:lnTo>
                    <a:pt x="1278" y="571"/>
                  </a:lnTo>
                  <a:lnTo>
                    <a:pt x="1277" y="570"/>
                  </a:lnTo>
                  <a:lnTo>
                    <a:pt x="1274" y="568"/>
                  </a:lnTo>
                  <a:lnTo>
                    <a:pt x="1273" y="565"/>
                  </a:lnTo>
                  <a:lnTo>
                    <a:pt x="1272" y="559"/>
                  </a:lnTo>
                  <a:lnTo>
                    <a:pt x="1271" y="555"/>
                  </a:lnTo>
                  <a:lnTo>
                    <a:pt x="1271" y="554"/>
                  </a:lnTo>
                  <a:lnTo>
                    <a:pt x="1271" y="550"/>
                  </a:lnTo>
                  <a:lnTo>
                    <a:pt x="1268" y="546"/>
                  </a:lnTo>
                  <a:lnTo>
                    <a:pt x="1265" y="543"/>
                  </a:lnTo>
                  <a:lnTo>
                    <a:pt x="1265" y="540"/>
                  </a:lnTo>
                  <a:lnTo>
                    <a:pt x="1263" y="538"/>
                  </a:lnTo>
                  <a:lnTo>
                    <a:pt x="1264" y="534"/>
                  </a:lnTo>
                  <a:lnTo>
                    <a:pt x="1265" y="533"/>
                  </a:lnTo>
                  <a:lnTo>
                    <a:pt x="1267" y="536"/>
                  </a:lnTo>
                  <a:lnTo>
                    <a:pt x="1269" y="536"/>
                  </a:lnTo>
                  <a:lnTo>
                    <a:pt x="1271" y="534"/>
                  </a:lnTo>
                  <a:lnTo>
                    <a:pt x="1271" y="532"/>
                  </a:lnTo>
                  <a:lnTo>
                    <a:pt x="1268" y="532"/>
                  </a:lnTo>
                  <a:lnTo>
                    <a:pt x="1268" y="530"/>
                  </a:lnTo>
                  <a:lnTo>
                    <a:pt x="1269" y="529"/>
                  </a:lnTo>
                  <a:lnTo>
                    <a:pt x="1271" y="529"/>
                  </a:lnTo>
                  <a:lnTo>
                    <a:pt x="1269" y="526"/>
                  </a:lnTo>
                  <a:lnTo>
                    <a:pt x="1268" y="528"/>
                  </a:lnTo>
                  <a:lnTo>
                    <a:pt x="1268" y="528"/>
                  </a:lnTo>
                  <a:lnTo>
                    <a:pt x="1268" y="525"/>
                  </a:lnTo>
                  <a:lnTo>
                    <a:pt x="1267" y="524"/>
                  </a:lnTo>
                  <a:lnTo>
                    <a:pt x="1263" y="521"/>
                  </a:lnTo>
                  <a:lnTo>
                    <a:pt x="1259" y="518"/>
                  </a:lnTo>
                  <a:lnTo>
                    <a:pt x="1261" y="517"/>
                  </a:lnTo>
                  <a:lnTo>
                    <a:pt x="1263" y="518"/>
                  </a:lnTo>
                  <a:lnTo>
                    <a:pt x="1264" y="518"/>
                  </a:lnTo>
                  <a:lnTo>
                    <a:pt x="1264" y="517"/>
                  </a:lnTo>
                  <a:lnTo>
                    <a:pt x="1264" y="516"/>
                  </a:lnTo>
                  <a:lnTo>
                    <a:pt x="1264" y="515"/>
                  </a:lnTo>
                  <a:close/>
                  <a:moveTo>
                    <a:pt x="1198" y="511"/>
                  </a:moveTo>
                  <a:lnTo>
                    <a:pt x="1198" y="512"/>
                  </a:lnTo>
                  <a:lnTo>
                    <a:pt x="1197" y="513"/>
                  </a:lnTo>
                  <a:lnTo>
                    <a:pt x="1198" y="515"/>
                  </a:lnTo>
                  <a:lnTo>
                    <a:pt x="1197" y="516"/>
                  </a:lnTo>
                  <a:lnTo>
                    <a:pt x="1195" y="515"/>
                  </a:lnTo>
                  <a:lnTo>
                    <a:pt x="1195" y="516"/>
                  </a:lnTo>
                  <a:lnTo>
                    <a:pt x="1195" y="516"/>
                  </a:lnTo>
                  <a:lnTo>
                    <a:pt x="1194" y="516"/>
                  </a:lnTo>
                  <a:lnTo>
                    <a:pt x="1193" y="515"/>
                  </a:lnTo>
                  <a:lnTo>
                    <a:pt x="1193" y="513"/>
                  </a:lnTo>
                  <a:lnTo>
                    <a:pt x="1195" y="512"/>
                  </a:lnTo>
                  <a:lnTo>
                    <a:pt x="1197" y="511"/>
                  </a:lnTo>
                  <a:lnTo>
                    <a:pt x="1198" y="511"/>
                  </a:lnTo>
                  <a:close/>
                  <a:moveTo>
                    <a:pt x="1203" y="509"/>
                  </a:moveTo>
                  <a:lnTo>
                    <a:pt x="1205" y="509"/>
                  </a:lnTo>
                  <a:lnTo>
                    <a:pt x="1207" y="509"/>
                  </a:lnTo>
                  <a:lnTo>
                    <a:pt x="1209" y="509"/>
                  </a:lnTo>
                  <a:lnTo>
                    <a:pt x="1209" y="511"/>
                  </a:lnTo>
                  <a:lnTo>
                    <a:pt x="1207" y="512"/>
                  </a:lnTo>
                  <a:lnTo>
                    <a:pt x="1207" y="513"/>
                  </a:lnTo>
                  <a:lnTo>
                    <a:pt x="1209" y="512"/>
                  </a:lnTo>
                  <a:lnTo>
                    <a:pt x="1209" y="511"/>
                  </a:lnTo>
                  <a:lnTo>
                    <a:pt x="1211" y="511"/>
                  </a:lnTo>
                  <a:lnTo>
                    <a:pt x="1211" y="512"/>
                  </a:lnTo>
                  <a:lnTo>
                    <a:pt x="1210" y="513"/>
                  </a:lnTo>
                  <a:lnTo>
                    <a:pt x="1210" y="515"/>
                  </a:lnTo>
                  <a:lnTo>
                    <a:pt x="1210" y="516"/>
                  </a:lnTo>
                  <a:lnTo>
                    <a:pt x="1210" y="517"/>
                  </a:lnTo>
                  <a:lnTo>
                    <a:pt x="1209" y="518"/>
                  </a:lnTo>
                  <a:lnTo>
                    <a:pt x="1206" y="518"/>
                  </a:lnTo>
                  <a:lnTo>
                    <a:pt x="1205" y="516"/>
                  </a:lnTo>
                  <a:lnTo>
                    <a:pt x="1203" y="516"/>
                  </a:lnTo>
                  <a:lnTo>
                    <a:pt x="1203" y="517"/>
                  </a:lnTo>
                  <a:lnTo>
                    <a:pt x="1202" y="518"/>
                  </a:lnTo>
                  <a:lnTo>
                    <a:pt x="1202" y="518"/>
                  </a:lnTo>
                  <a:lnTo>
                    <a:pt x="1199" y="515"/>
                  </a:lnTo>
                  <a:lnTo>
                    <a:pt x="1199" y="513"/>
                  </a:lnTo>
                  <a:lnTo>
                    <a:pt x="1202" y="512"/>
                  </a:lnTo>
                  <a:lnTo>
                    <a:pt x="1202" y="509"/>
                  </a:lnTo>
                  <a:lnTo>
                    <a:pt x="1203" y="509"/>
                  </a:lnTo>
                  <a:close/>
                  <a:moveTo>
                    <a:pt x="1530" y="453"/>
                  </a:moveTo>
                  <a:lnTo>
                    <a:pt x="1533" y="454"/>
                  </a:lnTo>
                  <a:lnTo>
                    <a:pt x="1535" y="455"/>
                  </a:lnTo>
                  <a:lnTo>
                    <a:pt x="1536" y="455"/>
                  </a:lnTo>
                  <a:lnTo>
                    <a:pt x="1539" y="457"/>
                  </a:lnTo>
                  <a:lnTo>
                    <a:pt x="1542" y="459"/>
                  </a:lnTo>
                  <a:lnTo>
                    <a:pt x="1543" y="459"/>
                  </a:lnTo>
                  <a:lnTo>
                    <a:pt x="1540" y="461"/>
                  </a:lnTo>
                  <a:lnTo>
                    <a:pt x="1539" y="459"/>
                  </a:lnTo>
                  <a:lnTo>
                    <a:pt x="1535" y="458"/>
                  </a:lnTo>
                  <a:lnTo>
                    <a:pt x="1533" y="455"/>
                  </a:lnTo>
                  <a:lnTo>
                    <a:pt x="1530" y="455"/>
                  </a:lnTo>
                  <a:lnTo>
                    <a:pt x="1529" y="454"/>
                  </a:lnTo>
                  <a:lnTo>
                    <a:pt x="1530" y="453"/>
                  </a:lnTo>
                  <a:close/>
                  <a:moveTo>
                    <a:pt x="1509" y="443"/>
                  </a:moveTo>
                  <a:lnTo>
                    <a:pt x="1511" y="445"/>
                  </a:lnTo>
                  <a:lnTo>
                    <a:pt x="1510" y="445"/>
                  </a:lnTo>
                  <a:lnTo>
                    <a:pt x="1510" y="446"/>
                  </a:lnTo>
                  <a:lnTo>
                    <a:pt x="1513" y="449"/>
                  </a:lnTo>
                  <a:lnTo>
                    <a:pt x="1515" y="450"/>
                  </a:lnTo>
                  <a:lnTo>
                    <a:pt x="1515" y="451"/>
                  </a:lnTo>
                  <a:lnTo>
                    <a:pt x="1519" y="454"/>
                  </a:lnTo>
                  <a:lnTo>
                    <a:pt x="1522" y="455"/>
                  </a:lnTo>
                  <a:lnTo>
                    <a:pt x="1523" y="458"/>
                  </a:lnTo>
                  <a:lnTo>
                    <a:pt x="1522" y="458"/>
                  </a:lnTo>
                  <a:lnTo>
                    <a:pt x="1519" y="458"/>
                  </a:lnTo>
                  <a:lnTo>
                    <a:pt x="1518" y="455"/>
                  </a:lnTo>
                  <a:lnTo>
                    <a:pt x="1517" y="457"/>
                  </a:lnTo>
                  <a:lnTo>
                    <a:pt x="1515" y="457"/>
                  </a:lnTo>
                  <a:lnTo>
                    <a:pt x="1514" y="454"/>
                  </a:lnTo>
                  <a:lnTo>
                    <a:pt x="1511" y="454"/>
                  </a:lnTo>
                  <a:lnTo>
                    <a:pt x="1510" y="451"/>
                  </a:lnTo>
                  <a:lnTo>
                    <a:pt x="1510" y="450"/>
                  </a:lnTo>
                  <a:lnTo>
                    <a:pt x="1509" y="449"/>
                  </a:lnTo>
                  <a:lnTo>
                    <a:pt x="1506" y="449"/>
                  </a:lnTo>
                  <a:lnTo>
                    <a:pt x="1505" y="447"/>
                  </a:lnTo>
                  <a:lnTo>
                    <a:pt x="1505" y="446"/>
                  </a:lnTo>
                  <a:lnTo>
                    <a:pt x="1506" y="445"/>
                  </a:lnTo>
                  <a:lnTo>
                    <a:pt x="1508" y="445"/>
                  </a:lnTo>
                  <a:lnTo>
                    <a:pt x="1509" y="443"/>
                  </a:lnTo>
                  <a:close/>
                  <a:moveTo>
                    <a:pt x="80" y="433"/>
                  </a:moveTo>
                  <a:lnTo>
                    <a:pt x="83" y="433"/>
                  </a:lnTo>
                  <a:lnTo>
                    <a:pt x="83" y="434"/>
                  </a:lnTo>
                  <a:lnTo>
                    <a:pt x="81" y="436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1" y="438"/>
                  </a:lnTo>
                  <a:lnTo>
                    <a:pt x="81" y="437"/>
                  </a:lnTo>
                  <a:lnTo>
                    <a:pt x="79" y="436"/>
                  </a:lnTo>
                  <a:lnTo>
                    <a:pt x="79" y="434"/>
                  </a:lnTo>
                  <a:lnTo>
                    <a:pt x="80" y="433"/>
                  </a:lnTo>
                  <a:close/>
                  <a:moveTo>
                    <a:pt x="143" y="395"/>
                  </a:moveTo>
                  <a:lnTo>
                    <a:pt x="145" y="397"/>
                  </a:lnTo>
                  <a:lnTo>
                    <a:pt x="146" y="399"/>
                  </a:lnTo>
                  <a:lnTo>
                    <a:pt x="145" y="399"/>
                  </a:lnTo>
                  <a:lnTo>
                    <a:pt x="143" y="397"/>
                  </a:lnTo>
                  <a:lnTo>
                    <a:pt x="143" y="396"/>
                  </a:lnTo>
                  <a:lnTo>
                    <a:pt x="143" y="395"/>
                  </a:lnTo>
                  <a:close/>
                  <a:moveTo>
                    <a:pt x="1302" y="390"/>
                  </a:moveTo>
                  <a:lnTo>
                    <a:pt x="1302" y="392"/>
                  </a:lnTo>
                  <a:lnTo>
                    <a:pt x="1301" y="393"/>
                  </a:lnTo>
                  <a:lnTo>
                    <a:pt x="1299" y="393"/>
                  </a:lnTo>
                  <a:lnTo>
                    <a:pt x="1299" y="392"/>
                  </a:lnTo>
                  <a:lnTo>
                    <a:pt x="1301" y="391"/>
                  </a:lnTo>
                  <a:lnTo>
                    <a:pt x="1302" y="390"/>
                  </a:lnTo>
                  <a:close/>
                  <a:moveTo>
                    <a:pt x="401" y="368"/>
                  </a:moveTo>
                  <a:lnTo>
                    <a:pt x="404" y="368"/>
                  </a:lnTo>
                  <a:lnTo>
                    <a:pt x="405" y="370"/>
                  </a:lnTo>
                  <a:lnTo>
                    <a:pt x="407" y="368"/>
                  </a:lnTo>
                  <a:lnTo>
                    <a:pt x="409" y="370"/>
                  </a:lnTo>
                  <a:lnTo>
                    <a:pt x="409" y="372"/>
                  </a:lnTo>
                  <a:lnTo>
                    <a:pt x="409" y="372"/>
                  </a:lnTo>
                  <a:lnTo>
                    <a:pt x="407" y="374"/>
                  </a:lnTo>
                  <a:lnTo>
                    <a:pt x="404" y="372"/>
                  </a:lnTo>
                  <a:lnTo>
                    <a:pt x="404" y="371"/>
                  </a:lnTo>
                  <a:lnTo>
                    <a:pt x="403" y="370"/>
                  </a:lnTo>
                  <a:lnTo>
                    <a:pt x="401" y="368"/>
                  </a:lnTo>
                  <a:close/>
                  <a:moveTo>
                    <a:pt x="1446" y="355"/>
                  </a:moveTo>
                  <a:lnTo>
                    <a:pt x="1447" y="355"/>
                  </a:lnTo>
                  <a:lnTo>
                    <a:pt x="1450" y="358"/>
                  </a:lnTo>
                  <a:lnTo>
                    <a:pt x="1451" y="362"/>
                  </a:lnTo>
                  <a:lnTo>
                    <a:pt x="1451" y="365"/>
                  </a:lnTo>
                  <a:lnTo>
                    <a:pt x="1450" y="365"/>
                  </a:lnTo>
                  <a:lnTo>
                    <a:pt x="1447" y="367"/>
                  </a:lnTo>
                  <a:lnTo>
                    <a:pt x="1446" y="368"/>
                  </a:lnTo>
                  <a:lnTo>
                    <a:pt x="1444" y="371"/>
                  </a:lnTo>
                  <a:lnTo>
                    <a:pt x="1444" y="374"/>
                  </a:lnTo>
                  <a:lnTo>
                    <a:pt x="1443" y="374"/>
                  </a:lnTo>
                  <a:lnTo>
                    <a:pt x="1444" y="376"/>
                  </a:lnTo>
                  <a:lnTo>
                    <a:pt x="1444" y="379"/>
                  </a:lnTo>
                  <a:lnTo>
                    <a:pt x="1444" y="379"/>
                  </a:lnTo>
                  <a:lnTo>
                    <a:pt x="1442" y="376"/>
                  </a:lnTo>
                  <a:lnTo>
                    <a:pt x="1442" y="375"/>
                  </a:lnTo>
                  <a:lnTo>
                    <a:pt x="1443" y="374"/>
                  </a:lnTo>
                  <a:lnTo>
                    <a:pt x="1442" y="371"/>
                  </a:lnTo>
                  <a:lnTo>
                    <a:pt x="1442" y="370"/>
                  </a:lnTo>
                  <a:lnTo>
                    <a:pt x="1440" y="366"/>
                  </a:lnTo>
                  <a:lnTo>
                    <a:pt x="1440" y="363"/>
                  </a:lnTo>
                  <a:lnTo>
                    <a:pt x="1440" y="363"/>
                  </a:lnTo>
                  <a:lnTo>
                    <a:pt x="1439" y="365"/>
                  </a:lnTo>
                  <a:lnTo>
                    <a:pt x="1438" y="365"/>
                  </a:lnTo>
                  <a:lnTo>
                    <a:pt x="1439" y="362"/>
                  </a:lnTo>
                  <a:lnTo>
                    <a:pt x="1439" y="362"/>
                  </a:lnTo>
                  <a:lnTo>
                    <a:pt x="1443" y="358"/>
                  </a:lnTo>
                  <a:lnTo>
                    <a:pt x="1443" y="358"/>
                  </a:lnTo>
                  <a:lnTo>
                    <a:pt x="1444" y="357"/>
                  </a:lnTo>
                  <a:lnTo>
                    <a:pt x="1446" y="355"/>
                  </a:lnTo>
                  <a:close/>
                  <a:moveTo>
                    <a:pt x="216" y="349"/>
                  </a:moveTo>
                  <a:lnTo>
                    <a:pt x="218" y="349"/>
                  </a:lnTo>
                  <a:lnTo>
                    <a:pt x="217" y="350"/>
                  </a:lnTo>
                  <a:lnTo>
                    <a:pt x="214" y="350"/>
                  </a:lnTo>
                  <a:lnTo>
                    <a:pt x="214" y="351"/>
                  </a:lnTo>
                  <a:lnTo>
                    <a:pt x="213" y="351"/>
                  </a:lnTo>
                  <a:lnTo>
                    <a:pt x="213" y="350"/>
                  </a:lnTo>
                  <a:lnTo>
                    <a:pt x="216" y="349"/>
                  </a:lnTo>
                  <a:close/>
                  <a:moveTo>
                    <a:pt x="245" y="349"/>
                  </a:moveTo>
                  <a:lnTo>
                    <a:pt x="246" y="350"/>
                  </a:lnTo>
                  <a:lnTo>
                    <a:pt x="245" y="351"/>
                  </a:lnTo>
                  <a:lnTo>
                    <a:pt x="242" y="351"/>
                  </a:lnTo>
                  <a:lnTo>
                    <a:pt x="243" y="349"/>
                  </a:lnTo>
                  <a:lnTo>
                    <a:pt x="245" y="349"/>
                  </a:lnTo>
                  <a:close/>
                  <a:moveTo>
                    <a:pt x="250" y="347"/>
                  </a:moveTo>
                  <a:lnTo>
                    <a:pt x="250" y="349"/>
                  </a:lnTo>
                  <a:lnTo>
                    <a:pt x="249" y="351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9" y="347"/>
                  </a:lnTo>
                  <a:lnTo>
                    <a:pt x="250" y="347"/>
                  </a:lnTo>
                  <a:close/>
                  <a:moveTo>
                    <a:pt x="261" y="336"/>
                  </a:moveTo>
                  <a:lnTo>
                    <a:pt x="262" y="337"/>
                  </a:lnTo>
                  <a:lnTo>
                    <a:pt x="262" y="338"/>
                  </a:lnTo>
                  <a:lnTo>
                    <a:pt x="261" y="338"/>
                  </a:lnTo>
                  <a:lnTo>
                    <a:pt x="259" y="337"/>
                  </a:lnTo>
                  <a:lnTo>
                    <a:pt x="261" y="336"/>
                  </a:lnTo>
                  <a:close/>
                  <a:moveTo>
                    <a:pt x="275" y="336"/>
                  </a:moveTo>
                  <a:lnTo>
                    <a:pt x="278" y="337"/>
                  </a:lnTo>
                  <a:lnTo>
                    <a:pt x="276" y="337"/>
                  </a:lnTo>
                  <a:lnTo>
                    <a:pt x="274" y="338"/>
                  </a:lnTo>
                  <a:lnTo>
                    <a:pt x="272" y="340"/>
                  </a:lnTo>
                  <a:lnTo>
                    <a:pt x="271" y="340"/>
                  </a:lnTo>
                  <a:lnTo>
                    <a:pt x="272" y="337"/>
                  </a:lnTo>
                  <a:lnTo>
                    <a:pt x="275" y="336"/>
                  </a:lnTo>
                  <a:close/>
                  <a:moveTo>
                    <a:pt x="250" y="336"/>
                  </a:moveTo>
                  <a:lnTo>
                    <a:pt x="251" y="336"/>
                  </a:lnTo>
                  <a:lnTo>
                    <a:pt x="250" y="337"/>
                  </a:lnTo>
                  <a:lnTo>
                    <a:pt x="249" y="337"/>
                  </a:lnTo>
                  <a:lnTo>
                    <a:pt x="249" y="337"/>
                  </a:lnTo>
                  <a:lnTo>
                    <a:pt x="250" y="336"/>
                  </a:lnTo>
                  <a:close/>
                  <a:moveTo>
                    <a:pt x="254" y="336"/>
                  </a:moveTo>
                  <a:lnTo>
                    <a:pt x="257" y="336"/>
                  </a:lnTo>
                  <a:lnTo>
                    <a:pt x="257" y="338"/>
                  </a:lnTo>
                  <a:lnTo>
                    <a:pt x="255" y="338"/>
                  </a:lnTo>
                  <a:lnTo>
                    <a:pt x="254" y="337"/>
                  </a:lnTo>
                  <a:lnTo>
                    <a:pt x="253" y="336"/>
                  </a:lnTo>
                  <a:lnTo>
                    <a:pt x="254" y="336"/>
                  </a:lnTo>
                  <a:close/>
                  <a:moveTo>
                    <a:pt x="188" y="329"/>
                  </a:moveTo>
                  <a:lnTo>
                    <a:pt x="192" y="329"/>
                  </a:lnTo>
                  <a:lnTo>
                    <a:pt x="201" y="333"/>
                  </a:lnTo>
                  <a:lnTo>
                    <a:pt x="203" y="336"/>
                  </a:lnTo>
                  <a:lnTo>
                    <a:pt x="203" y="338"/>
                  </a:lnTo>
                  <a:lnTo>
                    <a:pt x="201" y="341"/>
                  </a:lnTo>
                  <a:lnTo>
                    <a:pt x="203" y="338"/>
                  </a:lnTo>
                  <a:lnTo>
                    <a:pt x="201" y="336"/>
                  </a:lnTo>
                  <a:lnTo>
                    <a:pt x="200" y="337"/>
                  </a:lnTo>
                  <a:lnTo>
                    <a:pt x="200" y="341"/>
                  </a:lnTo>
                  <a:lnTo>
                    <a:pt x="197" y="343"/>
                  </a:lnTo>
                  <a:lnTo>
                    <a:pt x="195" y="346"/>
                  </a:lnTo>
                  <a:lnTo>
                    <a:pt x="192" y="347"/>
                  </a:lnTo>
                  <a:lnTo>
                    <a:pt x="191" y="349"/>
                  </a:lnTo>
                  <a:lnTo>
                    <a:pt x="188" y="349"/>
                  </a:lnTo>
                  <a:lnTo>
                    <a:pt x="189" y="347"/>
                  </a:lnTo>
                  <a:lnTo>
                    <a:pt x="187" y="346"/>
                  </a:lnTo>
                  <a:lnTo>
                    <a:pt x="187" y="346"/>
                  </a:lnTo>
                  <a:lnTo>
                    <a:pt x="186" y="343"/>
                  </a:lnTo>
                  <a:lnTo>
                    <a:pt x="184" y="341"/>
                  </a:lnTo>
                  <a:lnTo>
                    <a:pt x="184" y="336"/>
                  </a:lnTo>
                  <a:lnTo>
                    <a:pt x="186" y="330"/>
                  </a:lnTo>
                  <a:lnTo>
                    <a:pt x="188" y="329"/>
                  </a:lnTo>
                  <a:close/>
                  <a:moveTo>
                    <a:pt x="292" y="326"/>
                  </a:moveTo>
                  <a:lnTo>
                    <a:pt x="290" y="329"/>
                  </a:lnTo>
                  <a:lnTo>
                    <a:pt x="290" y="328"/>
                  </a:lnTo>
                  <a:lnTo>
                    <a:pt x="292" y="326"/>
                  </a:lnTo>
                  <a:close/>
                  <a:moveTo>
                    <a:pt x="283" y="318"/>
                  </a:moveTo>
                  <a:lnTo>
                    <a:pt x="284" y="321"/>
                  </a:lnTo>
                  <a:lnTo>
                    <a:pt x="288" y="322"/>
                  </a:lnTo>
                  <a:lnTo>
                    <a:pt x="288" y="325"/>
                  </a:lnTo>
                  <a:lnTo>
                    <a:pt x="284" y="322"/>
                  </a:lnTo>
                  <a:lnTo>
                    <a:pt x="282" y="320"/>
                  </a:lnTo>
                  <a:lnTo>
                    <a:pt x="283" y="318"/>
                  </a:lnTo>
                  <a:close/>
                  <a:moveTo>
                    <a:pt x="279" y="316"/>
                  </a:moveTo>
                  <a:lnTo>
                    <a:pt x="280" y="317"/>
                  </a:lnTo>
                  <a:lnTo>
                    <a:pt x="279" y="318"/>
                  </a:lnTo>
                  <a:lnTo>
                    <a:pt x="279" y="318"/>
                  </a:lnTo>
                  <a:lnTo>
                    <a:pt x="279" y="316"/>
                  </a:lnTo>
                  <a:close/>
                  <a:moveTo>
                    <a:pt x="359" y="309"/>
                  </a:moveTo>
                  <a:lnTo>
                    <a:pt x="361" y="311"/>
                  </a:lnTo>
                  <a:lnTo>
                    <a:pt x="361" y="313"/>
                  </a:lnTo>
                  <a:lnTo>
                    <a:pt x="359" y="315"/>
                  </a:lnTo>
                  <a:lnTo>
                    <a:pt x="358" y="313"/>
                  </a:lnTo>
                  <a:lnTo>
                    <a:pt x="358" y="313"/>
                  </a:lnTo>
                  <a:lnTo>
                    <a:pt x="358" y="312"/>
                  </a:lnTo>
                  <a:lnTo>
                    <a:pt x="358" y="311"/>
                  </a:lnTo>
                  <a:lnTo>
                    <a:pt x="359" y="309"/>
                  </a:lnTo>
                  <a:close/>
                  <a:moveTo>
                    <a:pt x="1398" y="297"/>
                  </a:moveTo>
                  <a:lnTo>
                    <a:pt x="1398" y="297"/>
                  </a:lnTo>
                  <a:lnTo>
                    <a:pt x="1398" y="299"/>
                  </a:lnTo>
                  <a:lnTo>
                    <a:pt x="1397" y="300"/>
                  </a:lnTo>
                  <a:lnTo>
                    <a:pt x="1397" y="299"/>
                  </a:lnTo>
                  <a:lnTo>
                    <a:pt x="1397" y="297"/>
                  </a:lnTo>
                  <a:lnTo>
                    <a:pt x="1398" y="297"/>
                  </a:lnTo>
                  <a:close/>
                  <a:moveTo>
                    <a:pt x="275" y="293"/>
                  </a:moveTo>
                  <a:lnTo>
                    <a:pt x="276" y="293"/>
                  </a:lnTo>
                  <a:lnTo>
                    <a:pt x="279" y="296"/>
                  </a:lnTo>
                  <a:lnTo>
                    <a:pt x="280" y="297"/>
                  </a:lnTo>
                  <a:lnTo>
                    <a:pt x="283" y="299"/>
                  </a:lnTo>
                  <a:lnTo>
                    <a:pt x="286" y="301"/>
                  </a:lnTo>
                  <a:lnTo>
                    <a:pt x="288" y="301"/>
                  </a:lnTo>
                  <a:lnTo>
                    <a:pt x="291" y="305"/>
                  </a:lnTo>
                  <a:lnTo>
                    <a:pt x="295" y="308"/>
                  </a:lnTo>
                  <a:lnTo>
                    <a:pt x="295" y="312"/>
                  </a:lnTo>
                  <a:lnTo>
                    <a:pt x="293" y="313"/>
                  </a:lnTo>
                  <a:lnTo>
                    <a:pt x="292" y="313"/>
                  </a:lnTo>
                  <a:lnTo>
                    <a:pt x="291" y="315"/>
                  </a:lnTo>
                  <a:lnTo>
                    <a:pt x="287" y="315"/>
                  </a:lnTo>
                  <a:lnTo>
                    <a:pt x="286" y="313"/>
                  </a:lnTo>
                  <a:lnTo>
                    <a:pt x="287" y="312"/>
                  </a:lnTo>
                  <a:lnTo>
                    <a:pt x="286" y="309"/>
                  </a:lnTo>
                  <a:lnTo>
                    <a:pt x="286" y="308"/>
                  </a:lnTo>
                  <a:lnTo>
                    <a:pt x="283" y="308"/>
                  </a:lnTo>
                  <a:lnTo>
                    <a:pt x="282" y="308"/>
                  </a:lnTo>
                  <a:lnTo>
                    <a:pt x="282" y="311"/>
                  </a:lnTo>
                  <a:lnTo>
                    <a:pt x="280" y="309"/>
                  </a:lnTo>
                  <a:lnTo>
                    <a:pt x="279" y="308"/>
                  </a:lnTo>
                  <a:lnTo>
                    <a:pt x="276" y="307"/>
                  </a:lnTo>
                  <a:lnTo>
                    <a:pt x="272" y="301"/>
                  </a:lnTo>
                  <a:lnTo>
                    <a:pt x="271" y="300"/>
                  </a:lnTo>
                  <a:lnTo>
                    <a:pt x="272" y="300"/>
                  </a:lnTo>
                  <a:lnTo>
                    <a:pt x="274" y="301"/>
                  </a:lnTo>
                  <a:lnTo>
                    <a:pt x="275" y="301"/>
                  </a:lnTo>
                  <a:lnTo>
                    <a:pt x="275" y="300"/>
                  </a:lnTo>
                  <a:lnTo>
                    <a:pt x="274" y="299"/>
                  </a:lnTo>
                  <a:lnTo>
                    <a:pt x="272" y="297"/>
                  </a:lnTo>
                  <a:lnTo>
                    <a:pt x="274" y="296"/>
                  </a:lnTo>
                  <a:lnTo>
                    <a:pt x="274" y="295"/>
                  </a:lnTo>
                  <a:lnTo>
                    <a:pt x="275" y="293"/>
                  </a:lnTo>
                  <a:close/>
                  <a:moveTo>
                    <a:pt x="1397" y="292"/>
                  </a:moveTo>
                  <a:lnTo>
                    <a:pt x="1398" y="293"/>
                  </a:lnTo>
                  <a:lnTo>
                    <a:pt x="1398" y="295"/>
                  </a:lnTo>
                  <a:lnTo>
                    <a:pt x="1397" y="296"/>
                  </a:lnTo>
                  <a:lnTo>
                    <a:pt x="1394" y="293"/>
                  </a:lnTo>
                  <a:lnTo>
                    <a:pt x="1394" y="292"/>
                  </a:lnTo>
                  <a:lnTo>
                    <a:pt x="1397" y="292"/>
                  </a:lnTo>
                  <a:close/>
                  <a:moveTo>
                    <a:pt x="214" y="280"/>
                  </a:moveTo>
                  <a:lnTo>
                    <a:pt x="216" y="282"/>
                  </a:lnTo>
                  <a:lnTo>
                    <a:pt x="216" y="283"/>
                  </a:lnTo>
                  <a:lnTo>
                    <a:pt x="218" y="283"/>
                  </a:lnTo>
                  <a:lnTo>
                    <a:pt x="220" y="286"/>
                  </a:lnTo>
                  <a:lnTo>
                    <a:pt x="218" y="287"/>
                  </a:lnTo>
                  <a:lnTo>
                    <a:pt x="220" y="288"/>
                  </a:lnTo>
                  <a:lnTo>
                    <a:pt x="220" y="290"/>
                  </a:lnTo>
                  <a:lnTo>
                    <a:pt x="218" y="290"/>
                  </a:lnTo>
                  <a:lnTo>
                    <a:pt x="217" y="287"/>
                  </a:lnTo>
                  <a:lnTo>
                    <a:pt x="214" y="287"/>
                  </a:lnTo>
                  <a:lnTo>
                    <a:pt x="214" y="284"/>
                  </a:lnTo>
                  <a:lnTo>
                    <a:pt x="213" y="284"/>
                  </a:lnTo>
                  <a:lnTo>
                    <a:pt x="212" y="284"/>
                  </a:lnTo>
                  <a:lnTo>
                    <a:pt x="211" y="283"/>
                  </a:lnTo>
                  <a:lnTo>
                    <a:pt x="209" y="282"/>
                  </a:lnTo>
                  <a:lnTo>
                    <a:pt x="212" y="280"/>
                  </a:lnTo>
                  <a:lnTo>
                    <a:pt x="214" y="280"/>
                  </a:lnTo>
                  <a:close/>
                  <a:moveTo>
                    <a:pt x="502" y="259"/>
                  </a:moveTo>
                  <a:lnTo>
                    <a:pt x="503" y="259"/>
                  </a:lnTo>
                  <a:lnTo>
                    <a:pt x="504" y="262"/>
                  </a:lnTo>
                  <a:lnTo>
                    <a:pt x="503" y="263"/>
                  </a:lnTo>
                  <a:lnTo>
                    <a:pt x="502" y="262"/>
                  </a:lnTo>
                  <a:lnTo>
                    <a:pt x="502" y="259"/>
                  </a:lnTo>
                  <a:close/>
                  <a:moveTo>
                    <a:pt x="498" y="253"/>
                  </a:moveTo>
                  <a:lnTo>
                    <a:pt x="500" y="255"/>
                  </a:lnTo>
                  <a:lnTo>
                    <a:pt x="500" y="262"/>
                  </a:lnTo>
                  <a:lnTo>
                    <a:pt x="499" y="263"/>
                  </a:lnTo>
                  <a:lnTo>
                    <a:pt x="499" y="263"/>
                  </a:lnTo>
                  <a:lnTo>
                    <a:pt x="499" y="259"/>
                  </a:lnTo>
                  <a:lnTo>
                    <a:pt x="498" y="257"/>
                  </a:lnTo>
                  <a:lnTo>
                    <a:pt x="498" y="253"/>
                  </a:lnTo>
                  <a:lnTo>
                    <a:pt x="498" y="253"/>
                  </a:lnTo>
                  <a:close/>
                  <a:moveTo>
                    <a:pt x="495" y="247"/>
                  </a:moveTo>
                  <a:lnTo>
                    <a:pt x="496" y="249"/>
                  </a:lnTo>
                  <a:lnTo>
                    <a:pt x="496" y="251"/>
                  </a:lnTo>
                  <a:lnTo>
                    <a:pt x="495" y="250"/>
                  </a:lnTo>
                  <a:lnTo>
                    <a:pt x="494" y="247"/>
                  </a:lnTo>
                  <a:lnTo>
                    <a:pt x="495" y="247"/>
                  </a:lnTo>
                  <a:close/>
                  <a:moveTo>
                    <a:pt x="216" y="224"/>
                  </a:moveTo>
                  <a:lnTo>
                    <a:pt x="218" y="224"/>
                  </a:lnTo>
                  <a:lnTo>
                    <a:pt x="220" y="225"/>
                  </a:lnTo>
                  <a:lnTo>
                    <a:pt x="226" y="226"/>
                  </a:lnTo>
                  <a:lnTo>
                    <a:pt x="230" y="226"/>
                  </a:lnTo>
                  <a:lnTo>
                    <a:pt x="232" y="228"/>
                  </a:lnTo>
                  <a:lnTo>
                    <a:pt x="230" y="229"/>
                  </a:lnTo>
                  <a:lnTo>
                    <a:pt x="228" y="230"/>
                  </a:lnTo>
                  <a:lnTo>
                    <a:pt x="226" y="230"/>
                  </a:lnTo>
                  <a:lnTo>
                    <a:pt x="229" y="230"/>
                  </a:lnTo>
                  <a:lnTo>
                    <a:pt x="230" y="230"/>
                  </a:lnTo>
                  <a:lnTo>
                    <a:pt x="232" y="232"/>
                  </a:lnTo>
                  <a:lnTo>
                    <a:pt x="230" y="237"/>
                  </a:lnTo>
                  <a:lnTo>
                    <a:pt x="228" y="238"/>
                  </a:lnTo>
                  <a:lnTo>
                    <a:pt x="225" y="238"/>
                  </a:lnTo>
                  <a:lnTo>
                    <a:pt x="225" y="238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40"/>
                  </a:lnTo>
                  <a:lnTo>
                    <a:pt x="230" y="241"/>
                  </a:lnTo>
                  <a:lnTo>
                    <a:pt x="229" y="242"/>
                  </a:lnTo>
                  <a:lnTo>
                    <a:pt x="229" y="245"/>
                  </a:lnTo>
                  <a:lnTo>
                    <a:pt x="230" y="251"/>
                  </a:lnTo>
                  <a:lnTo>
                    <a:pt x="232" y="254"/>
                  </a:lnTo>
                  <a:lnTo>
                    <a:pt x="233" y="261"/>
                  </a:lnTo>
                  <a:lnTo>
                    <a:pt x="234" y="263"/>
                  </a:lnTo>
                  <a:lnTo>
                    <a:pt x="236" y="268"/>
                  </a:lnTo>
                  <a:lnTo>
                    <a:pt x="241" y="274"/>
                  </a:lnTo>
                  <a:lnTo>
                    <a:pt x="243" y="279"/>
                  </a:lnTo>
                  <a:lnTo>
                    <a:pt x="246" y="279"/>
                  </a:lnTo>
                  <a:lnTo>
                    <a:pt x="247" y="282"/>
                  </a:lnTo>
                  <a:lnTo>
                    <a:pt x="251" y="284"/>
                  </a:lnTo>
                  <a:lnTo>
                    <a:pt x="254" y="284"/>
                  </a:lnTo>
                  <a:lnTo>
                    <a:pt x="255" y="287"/>
                  </a:lnTo>
                  <a:lnTo>
                    <a:pt x="257" y="288"/>
                  </a:lnTo>
                  <a:lnTo>
                    <a:pt x="258" y="287"/>
                  </a:lnTo>
                  <a:lnTo>
                    <a:pt x="261" y="290"/>
                  </a:lnTo>
                  <a:lnTo>
                    <a:pt x="261" y="291"/>
                  </a:lnTo>
                  <a:lnTo>
                    <a:pt x="261" y="292"/>
                  </a:lnTo>
                  <a:lnTo>
                    <a:pt x="259" y="293"/>
                  </a:lnTo>
                  <a:lnTo>
                    <a:pt x="258" y="293"/>
                  </a:lnTo>
                  <a:lnTo>
                    <a:pt x="257" y="293"/>
                  </a:lnTo>
                  <a:lnTo>
                    <a:pt x="257" y="295"/>
                  </a:lnTo>
                  <a:lnTo>
                    <a:pt x="257" y="295"/>
                  </a:lnTo>
                  <a:lnTo>
                    <a:pt x="259" y="295"/>
                  </a:lnTo>
                  <a:lnTo>
                    <a:pt x="259" y="297"/>
                  </a:lnTo>
                  <a:lnTo>
                    <a:pt x="259" y="299"/>
                  </a:lnTo>
                  <a:lnTo>
                    <a:pt x="258" y="300"/>
                  </a:lnTo>
                  <a:lnTo>
                    <a:pt x="257" y="299"/>
                  </a:lnTo>
                  <a:lnTo>
                    <a:pt x="255" y="296"/>
                  </a:lnTo>
                  <a:lnTo>
                    <a:pt x="255" y="296"/>
                  </a:lnTo>
                  <a:lnTo>
                    <a:pt x="254" y="295"/>
                  </a:lnTo>
                  <a:lnTo>
                    <a:pt x="251" y="293"/>
                  </a:lnTo>
                  <a:lnTo>
                    <a:pt x="251" y="295"/>
                  </a:lnTo>
                  <a:lnTo>
                    <a:pt x="251" y="295"/>
                  </a:lnTo>
                  <a:lnTo>
                    <a:pt x="253" y="297"/>
                  </a:lnTo>
                  <a:lnTo>
                    <a:pt x="253" y="299"/>
                  </a:lnTo>
                  <a:lnTo>
                    <a:pt x="251" y="299"/>
                  </a:lnTo>
                  <a:lnTo>
                    <a:pt x="249" y="297"/>
                  </a:lnTo>
                  <a:lnTo>
                    <a:pt x="247" y="295"/>
                  </a:lnTo>
                  <a:lnTo>
                    <a:pt x="246" y="296"/>
                  </a:lnTo>
                  <a:lnTo>
                    <a:pt x="246" y="297"/>
                  </a:lnTo>
                  <a:lnTo>
                    <a:pt x="245" y="297"/>
                  </a:lnTo>
                  <a:lnTo>
                    <a:pt x="243" y="295"/>
                  </a:lnTo>
                  <a:lnTo>
                    <a:pt x="243" y="293"/>
                  </a:lnTo>
                  <a:lnTo>
                    <a:pt x="241" y="292"/>
                  </a:lnTo>
                  <a:lnTo>
                    <a:pt x="238" y="292"/>
                  </a:lnTo>
                  <a:lnTo>
                    <a:pt x="238" y="292"/>
                  </a:lnTo>
                  <a:lnTo>
                    <a:pt x="238" y="293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1" y="299"/>
                  </a:lnTo>
                  <a:lnTo>
                    <a:pt x="239" y="299"/>
                  </a:lnTo>
                  <a:lnTo>
                    <a:pt x="237" y="297"/>
                  </a:lnTo>
                  <a:lnTo>
                    <a:pt x="237" y="295"/>
                  </a:lnTo>
                  <a:lnTo>
                    <a:pt x="236" y="293"/>
                  </a:lnTo>
                  <a:lnTo>
                    <a:pt x="234" y="292"/>
                  </a:lnTo>
                  <a:lnTo>
                    <a:pt x="234" y="295"/>
                  </a:lnTo>
                  <a:lnTo>
                    <a:pt x="232" y="293"/>
                  </a:lnTo>
                  <a:lnTo>
                    <a:pt x="229" y="293"/>
                  </a:lnTo>
                  <a:lnTo>
                    <a:pt x="226" y="293"/>
                  </a:lnTo>
                  <a:lnTo>
                    <a:pt x="224" y="292"/>
                  </a:lnTo>
                  <a:lnTo>
                    <a:pt x="222" y="291"/>
                  </a:lnTo>
                  <a:lnTo>
                    <a:pt x="222" y="290"/>
                  </a:lnTo>
                  <a:lnTo>
                    <a:pt x="224" y="291"/>
                  </a:lnTo>
                  <a:lnTo>
                    <a:pt x="225" y="290"/>
                  </a:lnTo>
                  <a:lnTo>
                    <a:pt x="225" y="288"/>
                  </a:lnTo>
                  <a:lnTo>
                    <a:pt x="222" y="287"/>
                  </a:lnTo>
                  <a:lnTo>
                    <a:pt x="222" y="286"/>
                  </a:lnTo>
                  <a:lnTo>
                    <a:pt x="224" y="284"/>
                  </a:lnTo>
                  <a:lnTo>
                    <a:pt x="225" y="283"/>
                  </a:lnTo>
                  <a:lnTo>
                    <a:pt x="226" y="283"/>
                  </a:lnTo>
                  <a:lnTo>
                    <a:pt x="226" y="282"/>
                  </a:lnTo>
                  <a:lnTo>
                    <a:pt x="226" y="282"/>
                  </a:lnTo>
                  <a:lnTo>
                    <a:pt x="224" y="282"/>
                  </a:lnTo>
                  <a:lnTo>
                    <a:pt x="222" y="283"/>
                  </a:lnTo>
                  <a:lnTo>
                    <a:pt x="220" y="280"/>
                  </a:lnTo>
                  <a:lnTo>
                    <a:pt x="217" y="278"/>
                  </a:lnTo>
                  <a:lnTo>
                    <a:pt x="217" y="275"/>
                  </a:lnTo>
                  <a:lnTo>
                    <a:pt x="217" y="274"/>
                  </a:lnTo>
                  <a:lnTo>
                    <a:pt x="217" y="272"/>
                  </a:lnTo>
                  <a:lnTo>
                    <a:pt x="216" y="275"/>
                  </a:lnTo>
                  <a:lnTo>
                    <a:pt x="216" y="276"/>
                  </a:lnTo>
                  <a:lnTo>
                    <a:pt x="214" y="278"/>
                  </a:lnTo>
                  <a:lnTo>
                    <a:pt x="213" y="278"/>
                  </a:lnTo>
                  <a:lnTo>
                    <a:pt x="212" y="275"/>
                  </a:lnTo>
                  <a:lnTo>
                    <a:pt x="211" y="272"/>
                  </a:lnTo>
                  <a:lnTo>
                    <a:pt x="211" y="271"/>
                  </a:lnTo>
                  <a:lnTo>
                    <a:pt x="212" y="268"/>
                  </a:lnTo>
                  <a:lnTo>
                    <a:pt x="211" y="271"/>
                  </a:lnTo>
                  <a:lnTo>
                    <a:pt x="211" y="272"/>
                  </a:lnTo>
                  <a:lnTo>
                    <a:pt x="211" y="276"/>
                  </a:lnTo>
                  <a:lnTo>
                    <a:pt x="209" y="279"/>
                  </a:lnTo>
                  <a:lnTo>
                    <a:pt x="207" y="279"/>
                  </a:lnTo>
                  <a:lnTo>
                    <a:pt x="205" y="280"/>
                  </a:lnTo>
                  <a:lnTo>
                    <a:pt x="204" y="279"/>
                  </a:lnTo>
                  <a:lnTo>
                    <a:pt x="200" y="276"/>
                  </a:lnTo>
                  <a:lnTo>
                    <a:pt x="200" y="275"/>
                  </a:lnTo>
                  <a:lnTo>
                    <a:pt x="197" y="272"/>
                  </a:lnTo>
                  <a:lnTo>
                    <a:pt x="196" y="271"/>
                  </a:lnTo>
                  <a:lnTo>
                    <a:pt x="197" y="268"/>
                  </a:lnTo>
                  <a:lnTo>
                    <a:pt x="196" y="265"/>
                  </a:lnTo>
                  <a:lnTo>
                    <a:pt x="196" y="263"/>
                  </a:lnTo>
                  <a:lnTo>
                    <a:pt x="199" y="261"/>
                  </a:lnTo>
                  <a:lnTo>
                    <a:pt x="200" y="259"/>
                  </a:lnTo>
                  <a:lnTo>
                    <a:pt x="201" y="261"/>
                  </a:lnTo>
                  <a:lnTo>
                    <a:pt x="204" y="261"/>
                  </a:lnTo>
                  <a:lnTo>
                    <a:pt x="205" y="261"/>
                  </a:lnTo>
                  <a:lnTo>
                    <a:pt x="207" y="261"/>
                  </a:lnTo>
                  <a:lnTo>
                    <a:pt x="205" y="258"/>
                  </a:lnTo>
                  <a:lnTo>
                    <a:pt x="205" y="255"/>
                  </a:lnTo>
                  <a:lnTo>
                    <a:pt x="207" y="254"/>
                  </a:lnTo>
                  <a:lnTo>
                    <a:pt x="208" y="254"/>
                  </a:lnTo>
                  <a:lnTo>
                    <a:pt x="209" y="254"/>
                  </a:lnTo>
                  <a:lnTo>
                    <a:pt x="207" y="254"/>
                  </a:lnTo>
                  <a:lnTo>
                    <a:pt x="205" y="251"/>
                  </a:lnTo>
                  <a:lnTo>
                    <a:pt x="205" y="250"/>
                  </a:lnTo>
                  <a:lnTo>
                    <a:pt x="208" y="249"/>
                  </a:lnTo>
                  <a:lnTo>
                    <a:pt x="207" y="247"/>
                  </a:lnTo>
                  <a:lnTo>
                    <a:pt x="205" y="247"/>
                  </a:lnTo>
                  <a:lnTo>
                    <a:pt x="204" y="250"/>
                  </a:lnTo>
                  <a:lnTo>
                    <a:pt x="203" y="250"/>
                  </a:lnTo>
                  <a:lnTo>
                    <a:pt x="203" y="247"/>
                  </a:lnTo>
                  <a:lnTo>
                    <a:pt x="205" y="246"/>
                  </a:lnTo>
                  <a:lnTo>
                    <a:pt x="205" y="245"/>
                  </a:lnTo>
                  <a:lnTo>
                    <a:pt x="201" y="246"/>
                  </a:lnTo>
                  <a:lnTo>
                    <a:pt x="200" y="247"/>
                  </a:lnTo>
                  <a:lnTo>
                    <a:pt x="199" y="246"/>
                  </a:lnTo>
                  <a:lnTo>
                    <a:pt x="199" y="243"/>
                  </a:lnTo>
                  <a:lnTo>
                    <a:pt x="201" y="240"/>
                  </a:lnTo>
                  <a:lnTo>
                    <a:pt x="203" y="240"/>
                  </a:lnTo>
                  <a:lnTo>
                    <a:pt x="205" y="240"/>
                  </a:lnTo>
                  <a:lnTo>
                    <a:pt x="205" y="238"/>
                  </a:lnTo>
                  <a:lnTo>
                    <a:pt x="205" y="237"/>
                  </a:lnTo>
                  <a:lnTo>
                    <a:pt x="203" y="237"/>
                  </a:lnTo>
                  <a:lnTo>
                    <a:pt x="203" y="234"/>
                  </a:lnTo>
                  <a:lnTo>
                    <a:pt x="203" y="233"/>
                  </a:lnTo>
                  <a:lnTo>
                    <a:pt x="204" y="230"/>
                  </a:lnTo>
                  <a:lnTo>
                    <a:pt x="207" y="228"/>
                  </a:lnTo>
                  <a:lnTo>
                    <a:pt x="208" y="226"/>
                  </a:lnTo>
                  <a:lnTo>
                    <a:pt x="212" y="226"/>
                  </a:lnTo>
                  <a:lnTo>
                    <a:pt x="216" y="224"/>
                  </a:lnTo>
                  <a:close/>
                  <a:moveTo>
                    <a:pt x="428" y="212"/>
                  </a:moveTo>
                  <a:lnTo>
                    <a:pt x="430" y="212"/>
                  </a:lnTo>
                  <a:lnTo>
                    <a:pt x="432" y="212"/>
                  </a:lnTo>
                  <a:lnTo>
                    <a:pt x="432" y="215"/>
                  </a:lnTo>
                  <a:lnTo>
                    <a:pt x="430" y="217"/>
                  </a:lnTo>
                  <a:lnTo>
                    <a:pt x="428" y="217"/>
                  </a:lnTo>
                  <a:lnTo>
                    <a:pt x="426" y="220"/>
                  </a:lnTo>
                  <a:lnTo>
                    <a:pt x="425" y="221"/>
                  </a:lnTo>
                  <a:lnTo>
                    <a:pt x="423" y="224"/>
                  </a:lnTo>
                  <a:lnTo>
                    <a:pt x="421" y="224"/>
                  </a:lnTo>
                  <a:lnTo>
                    <a:pt x="420" y="222"/>
                  </a:lnTo>
                  <a:lnTo>
                    <a:pt x="420" y="220"/>
                  </a:lnTo>
                  <a:lnTo>
                    <a:pt x="421" y="218"/>
                  </a:lnTo>
                  <a:lnTo>
                    <a:pt x="424" y="217"/>
                  </a:lnTo>
                  <a:lnTo>
                    <a:pt x="423" y="215"/>
                  </a:lnTo>
                  <a:lnTo>
                    <a:pt x="425" y="212"/>
                  </a:lnTo>
                  <a:lnTo>
                    <a:pt x="428" y="212"/>
                  </a:lnTo>
                  <a:close/>
                  <a:moveTo>
                    <a:pt x="391" y="204"/>
                  </a:moveTo>
                  <a:lnTo>
                    <a:pt x="392" y="204"/>
                  </a:lnTo>
                  <a:lnTo>
                    <a:pt x="394" y="205"/>
                  </a:lnTo>
                  <a:lnTo>
                    <a:pt x="392" y="207"/>
                  </a:lnTo>
                  <a:lnTo>
                    <a:pt x="392" y="208"/>
                  </a:lnTo>
                  <a:lnTo>
                    <a:pt x="394" y="209"/>
                  </a:lnTo>
                  <a:lnTo>
                    <a:pt x="394" y="212"/>
                  </a:lnTo>
                  <a:lnTo>
                    <a:pt x="392" y="212"/>
                  </a:lnTo>
                  <a:lnTo>
                    <a:pt x="391" y="211"/>
                  </a:lnTo>
                  <a:lnTo>
                    <a:pt x="390" y="211"/>
                  </a:lnTo>
                  <a:lnTo>
                    <a:pt x="388" y="208"/>
                  </a:lnTo>
                  <a:lnTo>
                    <a:pt x="388" y="204"/>
                  </a:lnTo>
                  <a:lnTo>
                    <a:pt x="391" y="204"/>
                  </a:lnTo>
                  <a:close/>
                  <a:moveTo>
                    <a:pt x="355" y="197"/>
                  </a:moveTo>
                  <a:lnTo>
                    <a:pt x="357" y="197"/>
                  </a:lnTo>
                  <a:lnTo>
                    <a:pt x="358" y="200"/>
                  </a:lnTo>
                  <a:lnTo>
                    <a:pt x="359" y="203"/>
                  </a:lnTo>
                  <a:lnTo>
                    <a:pt x="362" y="204"/>
                  </a:lnTo>
                  <a:lnTo>
                    <a:pt x="363" y="207"/>
                  </a:lnTo>
                  <a:lnTo>
                    <a:pt x="363" y="208"/>
                  </a:lnTo>
                  <a:lnTo>
                    <a:pt x="361" y="208"/>
                  </a:lnTo>
                  <a:lnTo>
                    <a:pt x="358" y="211"/>
                  </a:lnTo>
                  <a:lnTo>
                    <a:pt x="357" y="212"/>
                  </a:lnTo>
                  <a:lnTo>
                    <a:pt x="355" y="213"/>
                  </a:lnTo>
                  <a:lnTo>
                    <a:pt x="354" y="212"/>
                  </a:lnTo>
                  <a:lnTo>
                    <a:pt x="353" y="213"/>
                  </a:lnTo>
                  <a:lnTo>
                    <a:pt x="353" y="211"/>
                  </a:lnTo>
                  <a:lnTo>
                    <a:pt x="351" y="211"/>
                  </a:lnTo>
                  <a:lnTo>
                    <a:pt x="351" y="212"/>
                  </a:lnTo>
                  <a:lnTo>
                    <a:pt x="351" y="213"/>
                  </a:lnTo>
                  <a:lnTo>
                    <a:pt x="350" y="213"/>
                  </a:lnTo>
                  <a:lnTo>
                    <a:pt x="349" y="212"/>
                  </a:lnTo>
                  <a:lnTo>
                    <a:pt x="349" y="208"/>
                  </a:lnTo>
                  <a:lnTo>
                    <a:pt x="349" y="205"/>
                  </a:lnTo>
                  <a:lnTo>
                    <a:pt x="347" y="204"/>
                  </a:lnTo>
                  <a:lnTo>
                    <a:pt x="346" y="201"/>
                  </a:lnTo>
                  <a:lnTo>
                    <a:pt x="349" y="200"/>
                  </a:lnTo>
                  <a:lnTo>
                    <a:pt x="351" y="200"/>
                  </a:lnTo>
                  <a:lnTo>
                    <a:pt x="353" y="197"/>
                  </a:lnTo>
                  <a:lnTo>
                    <a:pt x="355" y="197"/>
                  </a:lnTo>
                  <a:close/>
                  <a:moveTo>
                    <a:pt x="401" y="197"/>
                  </a:moveTo>
                  <a:lnTo>
                    <a:pt x="404" y="197"/>
                  </a:lnTo>
                  <a:lnTo>
                    <a:pt x="407" y="199"/>
                  </a:lnTo>
                  <a:lnTo>
                    <a:pt x="407" y="200"/>
                  </a:lnTo>
                  <a:lnTo>
                    <a:pt x="405" y="200"/>
                  </a:lnTo>
                  <a:lnTo>
                    <a:pt x="403" y="200"/>
                  </a:lnTo>
                  <a:lnTo>
                    <a:pt x="400" y="197"/>
                  </a:lnTo>
                  <a:lnTo>
                    <a:pt x="401" y="197"/>
                  </a:lnTo>
                  <a:close/>
                  <a:moveTo>
                    <a:pt x="432" y="192"/>
                  </a:moveTo>
                  <a:lnTo>
                    <a:pt x="433" y="195"/>
                  </a:lnTo>
                  <a:lnTo>
                    <a:pt x="436" y="197"/>
                  </a:lnTo>
                  <a:lnTo>
                    <a:pt x="436" y="201"/>
                  </a:lnTo>
                  <a:lnTo>
                    <a:pt x="438" y="204"/>
                  </a:lnTo>
                  <a:lnTo>
                    <a:pt x="438" y="205"/>
                  </a:lnTo>
                  <a:lnTo>
                    <a:pt x="436" y="207"/>
                  </a:lnTo>
                  <a:lnTo>
                    <a:pt x="434" y="205"/>
                  </a:lnTo>
                  <a:lnTo>
                    <a:pt x="432" y="205"/>
                  </a:lnTo>
                  <a:lnTo>
                    <a:pt x="430" y="204"/>
                  </a:lnTo>
                  <a:lnTo>
                    <a:pt x="428" y="204"/>
                  </a:lnTo>
                  <a:lnTo>
                    <a:pt x="428" y="203"/>
                  </a:lnTo>
                  <a:lnTo>
                    <a:pt x="429" y="199"/>
                  </a:lnTo>
                  <a:lnTo>
                    <a:pt x="429" y="196"/>
                  </a:lnTo>
                  <a:lnTo>
                    <a:pt x="432" y="192"/>
                  </a:lnTo>
                  <a:close/>
                  <a:moveTo>
                    <a:pt x="396" y="188"/>
                  </a:moveTo>
                  <a:lnTo>
                    <a:pt x="396" y="188"/>
                  </a:lnTo>
                  <a:lnTo>
                    <a:pt x="395" y="190"/>
                  </a:lnTo>
                  <a:lnTo>
                    <a:pt x="395" y="191"/>
                  </a:lnTo>
                  <a:lnTo>
                    <a:pt x="396" y="192"/>
                  </a:lnTo>
                  <a:lnTo>
                    <a:pt x="394" y="193"/>
                  </a:lnTo>
                  <a:lnTo>
                    <a:pt x="392" y="192"/>
                  </a:lnTo>
                  <a:lnTo>
                    <a:pt x="390" y="195"/>
                  </a:lnTo>
                  <a:lnTo>
                    <a:pt x="390" y="193"/>
                  </a:lnTo>
                  <a:lnTo>
                    <a:pt x="391" y="190"/>
                  </a:lnTo>
                  <a:lnTo>
                    <a:pt x="395" y="188"/>
                  </a:lnTo>
                  <a:lnTo>
                    <a:pt x="396" y="188"/>
                  </a:lnTo>
                  <a:close/>
                  <a:moveTo>
                    <a:pt x="462" y="162"/>
                  </a:moveTo>
                  <a:lnTo>
                    <a:pt x="465" y="163"/>
                  </a:lnTo>
                  <a:lnTo>
                    <a:pt x="463" y="163"/>
                  </a:lnTo>
                  <a:lnTo>
                    <a:pt x="461" y="163"/>
                  </a:lnTo>
                  <a:lnTo>
                    <a:pt x="459" y="163"/>
                  </a:lnTo>
                  <a:lnTo>
                    <a:pt x="462" y="162"/>
                  </a:lnTo>
                  <a:close/>
                  <a:moveTo>
                    <a:pt x="446" y="161"/>
                  </a:moveTo>
                  <a:lnTo>
                    <a:pt x="448" y="162"/>
                  </a:lnTo>
                  <a:lnTo>
                    <a:pt x="446" y="165"/>
                  </a:lnTo>
                  <a:lnTo>
                    <a:pt x="444" y="163"/>
                  </a:lnTo>
                  <a:lnTo>
                    <a:pt x="444" y="162"/>
                  </a:lnTo>
                  <a:lnTo>
                    <a:pt x="445" y="161"/>
                  </a:lnTo>
                  <a:lnTo>
                    <a:pt x="446" y="161"/>
                  </a:lnTo>
                  <a:close/>
                  <a:moveTo>
                    <a:pt x="453" y="159"/>
                  </a:moveTo>
                  <a:lnTo>
                    <a:pt x="455" y="159"/>
                  </a:lnTo>
                  <a:lnTo>
                    <a:pt x="454" y="161"/>
                  </a:lnTo>
                  <a:lnTo>
                    <a:pt x="453" y="162"/>
                  </a:lnTo>
                  <a:lnTo>
                    <a:pt x="450" y="162"/>
                  </a:lnTo>
                  <a:lnTo>
                    <a:pt x="450" y="161"/>
                  </a:lnTo>
                  <a:lnTo>
                    <a:pt x="451" y="159"/>
                  </a:lnTo>
                  <a:lnTo>
                    <a:pt x="453" y="159"/>
                  </a:lnTo>
                  <a:close/>
                  <a:moveTo>
                    <a:pt x="480" y="158"/>
                  </a:moveTo>
                  <a:lnTo>
                    <a:pt x="482" y="159"/>
                  </a:lnTo>
                  <a:lnTo>
                    <a:pt x="484" y="161"/>
                  </a:lnTo>
                  <a:lnTo>
                    <a:pt x="483" y="162"/>
                  </a:lnTo>
                  <a:lnTo>
                    <a:pt x="482" y="162"/>
                  </a:lnTo>
                  <a:lnTo>
                    <a:pt x="480" y="158"/>
                  </a:lnTo>
                  <a:close/>
                  <a:moveTo>
                    <a:pt x="473" y="154"/>
                  </a:moveTo>
                  <a:lnTo>
                    <a:pt x="475" y="155"/>
                  </a:lnTo>
                  <a:lnTo>
                    <a:pt x="473" y="157"/>
                  </a:lnTo>
                  <a:lnTo>
                    <a:pt x="471" y="157"/>
                  </a:lnTo>
                  <a:lnTo>
                    <a:pt x="471" y="155"/>
                  </a:lnTo>
                  <a:lnTo>
                    <a:pt x="471" y="154"/>
                  </a:lnTo>
                  <a:lnTo>
                    <a:pt x="473" y="154"/>
                  </a:lnTo>
                  <a:close/>
                  <a:moveTo>
                    <a:pt x="413" y="149"/>
                  </a:moveTo>
                  <a:lnTo>
                    <a:pt x="415" y="150"/>
                  </a:lnTo>
                  <a:lnTo>
                    <a:pt x="415" y="151"/>
                  </a:lnTo>
                  <a:lnTo>
                    <a:pt x="416" y="153"/>
                  </a:lnTo>
                  <a:lnTo>
                    <a:pt x="413" y="154"/>
                  </a:lnTo>
                  <a:lnTo>
                    <a:pt x="412" y="153"/>
                  </a:lnTo>
                  <a:lnTo>
                    <a:pt x="412" y="151"/>
                  </a:lnTo>
                  <a:lnTo>
                    <a:pt x="411" y="151"/>
                  </a:lnTo>
                  <a:lnTo>
                    <a:pt x="411" y="150"/>
                  </a:lnTo>
                  <a:lnTo>
                    <a:pt x="413" y="149"/>
                  </a:lnTo>
                  <a:close/>
                  <a:moveTo>
                    <a:pt x="462" y="145"/>
                  </a:moveTo>
                  <a:lnTo>
                    <a:pt x="463" y="146"/>
                  </a:lnTo>
                  <a:lnTo>
                    <a:pt x="463" y="146"/>
                  </a:lnTo>
                  <a:lnTo>
                    <a:pt x="462" y="147"/>
                  </a:lnTo>
                  <a:lnTo>
                    <a:pt x="461" y="149"/>
                  </a:lnTo>
                  <a:lnTo>
                    <a:pt x="462" y="149"/>
                  </a:lnTo>
                  <a:lnTo>
                    <a:pt x="461" y="150"/>
                  </a:lnTo>
                  <a:lnTo>
                    <a:pt x="459" y="149"/>
                  </a:lnTo>
                  <a:lnTo>
                    <a:pt x="459" y="147"/>
                  </a:lnTo>
                  <a:lnTo>
                    <a:pt x="462" y="145"/>
                  </a:lnTo>
                  <a:close/>
                  <a:moveTo>
                    <a:pt x="226" y="143"/>
                  </a:moveTo>
                  <a:lnTo>
                    <a:pt x="228" y="145"/>
                  </a:lnTo>
                  <a:lnTo>
                    <a:pt x="228" y="146"/>
                  </a:lnTo>
                  <a:lnTo>
                    <a:pt x="224" y="147"/>
                  </a:lnTo>
                  <a:lnTo>
                    <a:pt x="224" y="149"/>
                  </a:lnTo>
                  <a:lnTo>
                    <a:pt x="222" y="150"/>
                  </a:lnTo>
                  <a:lnTo>
                    <a:pt x="221" y="147"/>
                  </a:lnTo>
                  <a:lnTo>
                    <a:pt x="222" y="146"/>
                  </a:lnTo>
                  <a:lnTo>
                    <a:pt x="224" y="146"/>
                  </a:lnTo>
                  <a:lnTo>
                    <a:pt x="226" y="143"/>
                  </a:lnTo>
                  <a:close/>
                  <a:moveTo>
                    <a:pt x="466" y="143"/>
                  </a:move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7" y="146"/>
                  </a:lnTo>
                  <a:lnTo>
                    <a:pt x="466" y="146"/>
                  </a:lnTo>
                  <a:lnTo>
                    <a:pt x="466" y="145"/>
                  </a:lnTo>
                  <a:lnTo>
                    <a:pt x="466" y="143"/>
                  </a:lnTo>
                  <a:close/>
                  <a:moveTo>
                    <a:pt x="473" y="142"/>
                  </a:moveTo>
                  <a:lnTo>
                    <a:pt x="474" y="143"/>
                  </a:lnTo>
                  <a:lnTo>
                    <a:pt x="474" y="145"/>
                  </a:lnTo>
                  <a:lnTo>
                    <a:pt x="471" y="146"/>
                  </a:lnTo>
                  <a:lnTo>
                    <a:pt x="471" y="146"/>
                  </a:lnTo>
                  <a:lnTo>
                    <a:pt x="470" y="146"/>
                  </a:lnTo>
                  <a:lnTo>
                    <a:pt x="471" y="145"/>
                  </a:lnTo>
                  <a:lnTo>
                    <a:pt x="470" y="143"/>
                  </a:lnTo>
                  <a:lnTo>
                    <a:pt x="471" y="142"/>
                  </a:lnTo>
                  <a:lnTo>
                    <a:pt x="473" y="142"/>
                  </a:lnTo>
                  <a:close/>
                  <a:moveTo>
                    <a:pt x="462" y="136"/>
                  </a:moveTo>
                  <a:lnTo>
                    <a:pt x="465" y="136"/>
                  </a:lnTo>
                  <a:lnTo>
                    <a:pt x="465" y="137"/>
                  </a:lnTo>
                  <a:lnTo>
                    <a:pt x="463" y="140"/>
                  </a:lnTo>
                  <a:lnTo>
                    <a:pt x="462" y="138"/>
                  </a:lnTo>
                  <a:lnTo>
                    <a:pt x="459" y="137"/>
                  </a:lnTo>
                  <a:lnTo>
                    <a:pt x="459" y="137"/>
                  </a:lnTo>
                  <a:lnTo>
                    <a:pt x="461" y="136"/>
                  </a:lnTo>
                  <a:lnTo>
                    <a:pt x="462" y="136"/>
                  </a:lnTo>
                  <a:close/>
                  <a:moveTo>
                    <a:pt x="471" y="128"/>
                  </a:moveTo>
                  <a:lnTo>
                    <a:pt x="475" y="128"/>
                  </a:lnTo>
                  <a:lnTo>
                    <a:pt x="477" y="129"/>
                  </a:lnTo>
                  <a:lnTo>
                    <a:pt x="477" y="130"/>
                  </a:lnTo>
                  <a:lnTo>
                    <a:pt x="474" y="130"/>
                  </a:lnTo>
                  <a:lnTo>
                    <a:pt x="475" y="132"/>
                  </a:lnTo>
                  <a:lnTo>
                    <a:pt x="475" y="133"/>
                  </a:lnTo>
                  <a:lnTo>
                    <a:pt x="474" y="133"/>
                  </a:lnTo>
                  <a:lnTo>
                    <a:pt x="473" y="133"/>
                  </a:lnTo>
                  <a:lnTo>
                    <a:pt x="470" y="132"/>
                  </a:lnTo>
                  <a:lnTo>
                    <a:pt x="469" y="132"/>
                  </a:lnTo>
                  <a:lnTo>
                    <a:pt x="467" y="129"/>
                  </a:lnTo>
                  <a:lnTo>
                    <a:pt x="469" y="129"/>
                  </a:lnTo>
                  <a:lnTo>
                    <a:pt x="470" y="130"/>
                  </a:lnTo>
                  <a:lnTo>
                    <a:pt x="471" y="130"/>
                  </a:lnTo>
                  <a:lnTo>
                    <a:pt x="470" y="128"/>
                  </a:lnTo>
                  <a:lnTo>
                    <a:pt x="471" y="128"/>
                  </a:lnTo>
                  <a:close/>
                  <a:moveTo>
                    <a:pt x="425" y="118"/>
                  </a:moveTo>
                  <a:lnTo>
                    <a:pt x="425" y="120"/>
                  </a:lnTo>
                  <a:lnTo>
                    <a:pt x="425" y="121"/>
                  </a:lnTo>
                  <a:lnTo>
                    <a:pt x="426" y="122"/>
                  </a:lnTo>
                  <a:lnTo>
                    <a:pt x="426" y="124"/>
                  </a:lnTo>
                  <a:lnTo>
                    <a:pt x="425" y="125"/>
                  </a:lnTo>
                  <a:lnTo>
                    <a:pt x="426" y="128"/>
                  </a:lnTo>
                  <a:lnTo>
                    <a:pt x="425" y="130"/>
                  </a:lnTo>
                  <a:lnTo>
                    <a:pt x="425" y="129"/>
                  </a:lnTo>
                  <a:lnTo>
                    <a:pt x="424" y="126"/>
                  </a:lnTo>
                  <a:lnTo>
                    <a:pt x="424" y="126"/>
                  </a:lnTo>
                  <a:lnTo>
                    <a:pt x="423" y="126"/>
                  </a:lnTo>
                  <a:lnTo>
                    <a:pt x="421" y="126"/>
                  </a:lnTo>
                  <a:lnTo>
                    <a:pt x="420" y="122"/>
                  </a:lnTo>
                  <a:lnTo>
                    <a:pt x="421" y="124"/>
                  </a:lnTo>
                  <a:lnTo>
                    <a:pt x="423" y="124"/>
                  </a:lnTo>
                  <a:lnTo>
                    <a:pt x="423" y="122"/>
                  </a:lnTo>
                  <a:lnTo>
                    <a:pt x="421" y="120"/>
                  </a:lnTo>
                  <a:lnTo>
                    <a:pt x="421" y="118"/>
                  </a:lnTo>
                  <a:lnTo>
                    <a:pt x="423" y="118"/>
                  </a:lnTo>
                  <a:lnTo>
                    <a:pt x="425" y="118"/>
                  </a:lnTo>
                  <a:close/>
                  <a:moveTo>
                    <a:pt x="413" y="107"/>
                  </a:moveTo>
                  <a:lnTo>
                    <a:pt x="415" y="108"/>
                  </a:lnTo>
                  <a:lnTo>
                    <a:pt x="416" y="109"/>
                  </a:lnTo>
                  <a:lnTo>
                    <a:pt x="419" y="109"/>
                  </a:lnTo>
                  <a:lnTo>
                    <a:pt x="417" y="111"/>
                  </a:lnTo>
                  <a:lnTo>
                    <a:pt x="416" y="111"/>
                  </a:lnTo>
                  <a:lnTo>
                    <a:pt x="413" y="109"/>
                  </a:lnTo>
                  <a:lnTo>
                    <a:pt x="412" y="108"/>
                  </a:lnTo>
                  <a:lnTo>
                    <a:pt x="413" y="107"/>
                  </a:lnTo>
                  <a:close/>
                  <a:moveTo>
                    <a:pt x="423" y="104"/>
                  </a:moveTo>
                  <a:lnTo>
                    <a:pt x="424" y="105"/>
                  </a:lnTo>
                  <a:lnTo>
                    <a:pt x="426" y="105"/>
                  </a:lnTo>
                  <a:lnTo>
                    <a:pt x="426" y="107"/>
                  </a:lnTo>
                  <a:lnTo>
                    <a:pt x="425" y="108"/>
                  </a:lnTo>
                  <a:lnTo>
                    <a:pt x="423" y="107"/>
                  </a:lnTo>
                  <a:lnTo>
                    <a:pt x="420" y="108"/>
                  </a:lnTo>
                  <a:lnTo>
                    <a:pt x="419" y="107"/>
                  </a:lnTo>
                  <a:lnTo>
                    <a:pt x="420" y="104"/>
                  </a:lnTo>
                  <a:lnTo>
                    <a:pt x="423" y="104"/>
                  </a:lnTo>
                  <a:close/>
                  <a:moveTo>
                    <a:pt x="786" y="103"/>
                  </a:moveTo>
                  <a:lnTo>
                    <a:pt x="787" y="103"/>
                  </a:lnTo>
                  <a:lnTo>
                    <a:pt x="790" y="105"/>
                  </a:lnTo>
                  <a:lnTo>
                    <a:pt x="791" y="107"/>
                  </a:lnTo>
                  <a:lnTo>
                    <a:pt x="791" y="108"/>
                  </a:lnTo>
                  <a:lnTo>
                    <a:pt x="790" y="107"/>
                  </a:lnTo>
                  <a:lnTo>
                    <a:pt x="790" y="108"/>
                  </a:lnTo>
                  <a:lnTo>
                    <a:pt x="786" y="108"/>
                  </a:lnTo>
                  <a:lnTo>
                    <a:pt x="786" y="107"/>
                  </a:lnTo>
                  <a:lnTo>
                    <a:pt x="785" y="105"/>
                  </a:lnTo>
                  <a:lnTo>
                    <a:pt x="785" y="104"/>
                  </a:lnTo>
                  <a:lnTo>
                    <a:pt x="786" y="103"/>
                  </a:lnTo>
                  <a:close/>
                  <a:moveTo>
                    <a:pt x="291" y="99"/>
                  </a:moveTo>
                  <a:lnTo>
                    <a:pt x="292" y="100"/>
                  </a:lnTo>
                  <a:lnTo>
                    <a:pt x="292" y="103"/>
                  </a:lnTo>
                  <a:lnTo>
                    <a:pt x="293" y="104"/>
                  </a:lnTo>
                  <a:lnTo>
                    <a:pt x="295" y="104"/>
                  </a:lnTo>
                  <a:lnTo>
                    <a:pt x="296" y="105"/>
                  </a:lnTo>
                  <a:lnTo>
                    <a:pt x="299" y="105"/>
                  </a:lnTo>
                  <a:lnTo>
                    <a:pt x="300" y="107"/>
                  </a:lnTo>
                  <a:lnTo>
                    <a:pt x="299" y="109"/>
                  </a:lnTo>
                  <a:lnTo>
                    <a:pt x="299" y="113"/>
                  </a:lnTo>
                  <a:lnTo>
                    <a:pt x="300" y="113"/>
                  </a:lnTo>
                  <a:lnTo>
                    <a:pt x="301" y="113"/>
                  </a:lnTo>
                  <a:lnTo>
                    <a:pt x="301" y="117"/>
                  </a:lnTo>
                  <a:lnTo>
                    <a:pt x="301" y="118"/>
                  </a:lnTo>
                  <a:lnTo>
                    <a:pt x="300" y="121"/>
                  </a:lnTo>
                  <a:lnTo>
                    <a:pt x="301" y="122"/>
                  </a:lnTo>
                  <a:lnTo>
                    <a:pt x="301" y="124"/>
                  </a:lnTo>
                  <a:lnTo>
                    <a:pt x="299" y="125"/>
                  </a:lnTo>
                  <a:lnTo>
                    <a:pt x="297" y="124"/>
                  </a:lnTo>
                  <a:lnTo>
                    <a:pt x="296" y="125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87" y="133"/>
                  </a:lnTo>
                  <a:lnTo>
                    <a:pt x="283" y="136"/>
                  </a:lnTo>
                  <a:lnTo>
                    <a:pt x="282" y="136"/>
                  </a:lnTo>
                  <a:lnTo>
                    <a:pt x="278" y="138"/>
                  </a:lnTo>
                  <a:lnTo>
                    <a:pt x="274" y="143"/>
                  </a:lnTo>
                  <a:lnTo>
                    <a:pt x="268" y="147"/>
                  </a:lnTo>
                  <a:lnTo>
                    <a:pt x="267" y="147"/>
                  </a:lnTo>
                  <a:lnTo>
                    <a:pt x="266" y="151"/>
                  </a:lnTo>
                  <a:lnTo>
                    <a:pt x="265" y="155"/>
                  </a:lnTo>
                  <a:lnTo>
                    <a:pt x="261" y="157"/>
                  </a:lnTo>
                  <a:lnTo>
                    <a:pt x="261" y="161"/>
                  </a:lnTo>
                  <a:lnTo>
                    <a:pt x="259" y="162"/>
                  </a:lnTo>
                  <a:lnTo>
                    <a:pt x="258" y="165"/>
                  </a:lnTo>
                  <a:lnTo>
                    <a:pt x="254" y="168"/>
                  </a:lnTo>
                  <a:lnTo>
                    <a:pt x="253" y="170"/>
                  </a:lnTo>
                  <a:lnTo>
                    <a:pt x="253" y="167"/>
                  </a:lnTo>
                  <a:lnTo>
                    <a:pt x="251" y="170"/>
                  </a:lnTo>
                  <a:lnTo>
                    <a:pt x="251" y="171"/>
                  </a:lnTo>
                  <a:lnTo>
                    <a:pt x="254" y="172"/>
                  </a:lnTo>
                  <a:lnTo>
                    <a:pt x="253" y="174"/>
                  </a:lnTo>
                  <a:lnTo>
                    <a:pt x="250" y="175"/>
                  </a:lnTo>
                  <a:lnTo>
                    <a:pt x="250" y="176"/>
                  </a:lnTo>
                  <a:lnTo>
                    <a:pt x="250" y="178"/>
                  </a:lnTo>
                  <a:lnTo>
                    <a:pt x="250" y="180"/>
                  </a:lnTo>
                  <a:lnTo>
                    <a:pt x="249" y="182"/>
                  </a:lnTo>
                  <a:lnTo>
                    <a:pt x="247" y="180"/>
                  </a:lnTo>
                  <a:lnTo>
                    <a:pt x="245" y="180"/>
                  </a:lnTo>
                  <a:lnTo>
                    <a:pt x="246" y="182"/>
                  </a:lnTo>
                  <a:lnTo>
                    <a:pt x="247" y="183"/>
                  </a:lnTo>
                  <a:lnTo>
                    <a:pt x="246" y="184"/>
                  </a:lnTo>
                  <a:lnTo>
                    <a:pt x="243" y="183"/>
                  </a:lnTo>
                  <a:lnTo>
                    <a:pt x="241" y="182"/>
                  </a:lnTo>
                  <a:lnTo>
                    <a:pt x="239" y="182"/>
                  </a:lnTo>
                  <a:lnTo>
                    <a:pt x="239" y="186"/>
                  </a:lnTo>
                  <a:lnTo>
                    <a:pt x="241" y="186"/>
                  </a:lnTo>
                  <a:lnTo>
                    <a:pt x="242" y="186"/>
                  </a:lnTo>
                  <a:lnTo>
                    <a:pt x="241" y="188"/>
                  </a:lnTo>
                  <a:lnTo>
                    <a:pt x="239" y="188"/>
                  </a:lnTo>
                  <a:lnTo>
                    <a:pt x="237" y="187"/>
                  </a:lnTo>
                  <a:lnTo>
                    <a:pt x="236" y="187"/>
                  </a:lnTo>
                  <a:lnTo>
                    <a:pt x="238" y="191"/>
                  </a:lnTo>
                  <a:lnTo>
                    <a:pt x="239" y="192"/>
                  </a:lnTo>
                  <a:lnTo>
                    <a:pt x="239" y="195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9" y="200"/>
                  </a:lnTo>
                  <a:lnTo>
                    <a:pt x="239" y="201"/>
                  </a:lnTo>
                  <a:lnTo>
                    <a:pt x="239" y="203"/>
                  </a:lnTo>
                  <a:lnTo>
                    <a:pt x="237" y="201"/>
                  </a:lnTo>
                  <a:lnTo>
                    <a:pt x="236" y="201"/>
                  </a:lnTo>
                  <a:lnTo>
                    <a:pt x="234" y="199"/>
                  </a:lnTo>
                  <a:lnTo>
                    <a:pt x="233" y="197"/>
                  </a:lnTo>
                  <a:lnTo>
                    <a:pt x="233" y="199"/>
                  </a:lnTo>
                  <a:lnTo>
                    <a:pt x="234" y="201"/>
                  </a:lnTo>
                  <a:lnTo>
                    <a:pt x="237" y="205"/>
                  </a:lnTo>
                  <a:lnTo>
                    <a:pt x="238" y="209"/>
                  </a:lnTo>
                  <a:lnTo>
                    <a:pt x="237" y="211"/>
                  </a:lnTo>
                  <a:lnTo>
                    <a:pt x="236" y="209"/>
                  </a:lnTo>
                  <a:lnTo>
                    <a:pt x="236" y="208"/>
                  </a:lnTo>
                  <a:lnTo>
                    <a:pt x="234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0" y="207"/>
                  </a:lnTo>
                  <a:lnTo>
                    <a:pt x="230" y="208"/>
                  </a:lnTo>
                  <a:lnTo>
                    <a:pt x="232" y="208"/>
                  </a:lnTo>
                  <a:lnTo>
                    <a:pt x="234" y="208"/>
                  </a:lnTo>
                  <a:lnTo>
                    <a:pt x="236" y="212"/>
                  </a:lnTo>
                  <a:lnTo>
                    <a:pt x="237" y="213"/>
                  </a:lnTo>
                  <a:lnTo>
                    <a:pt x="237" y="215"/>
                  </a:lnTo>
                  <a:lnTo>
                    <a:pt x="236" y="217"/>
                  </a:lnTo>
                  <a:lnTo>
                    <a:pt x="236" y="220"/>
                  </a:lnTo>
                  <a:lnTo>
                    <a:pt x="234" y="222"/>
                  </a:lnTo>
                  <a:lnTo>
                    <a:pt x="233" y="224"/>
                  </a:lnTo>
                  <a:lnTo>
                    <a:pt x="232" y="225"/>
                  </a:lnTo>
                  <a:lnTo>
                    <a:pt x="229" y="225"/>
                  </a:lnTo>
                  <a:lnTo>
                    <a:pt x="226" y="224"/>
                  </a:lnTo>
                  <a:lnTo>
                    <a:pt x="225" y="221"/>
                  </a:lnTo>
                  <a:lnTo>
                    <a:pt x="225" y="221"/>
                  </a:lnTo>
                  <a:lnTo>
                    <a:pt x="224" y="222"/>
                  </a:lnTo>
                  <a:lnTo>
                    <a:pt x="225" y="224"/>
                  </a:lnTo>
                  <a:lnTo>
                    <a:pt x="224" y="225"/>
                  </a:lnTo>
                  <a:lnTo>
                    <a:pt x="221" y="224"/>
                  </a:lnTo>
                  <a:lnTo>
                    <a:pt x="220" y="222"/>
                  </a:lnTo>
                  <a:lnTo>
                    <a:pt x="217" y="222"/>
                  </a:lnTo>
                  <a:lnTo>
                    <a:pt x="214" y="224"/>
                  </a:lnTo>
                  <a:lnTo>
                    <a:pt x="212" y="225"/>
                  </a:lnTo>
                  <a:lnTo>
                    <a:pt x="208" y="225"/>
                  </a:lnTo>
                  <a:lnTo>
                    <a:pt x="208" y="224"/>
                  </a:lnTo>
                  <a:lnTo>
                    <a:pt x="208" y="224"/>
                  </a:lnTo>
                  <a:lnTo>
                    <a:pt x="208" y="221"/>
                  </a:lnTo>
                  <a:lnTo>
                    <a:pt x="208" y="220"/>
                  </a:lnTo>
                  <a:lnTo>
                    <a:pt x="209" y="217"/>
                  </a:lnTo>
                  <a:lnTo>
                    <a:pt x="213" y="216"/>
                  </a:lnTo>
                  <a:lnTo>
                    <a:pt x="213" y="215"/>
                  </a:lnTo>
                  <a:lnTo>
                    <a:pt x="214" y="215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7" y="215"/>
                  </a:lnTo>
                  <a:lnTo>
                    <a:pt x="216" y="213"/>
                  </a:lnTo>
                  <a:lnTo>
                    <a:pt x="214" y="213"/>
                  </a:lnTo>
                  <a:lnTo>
                    <a:pt x="212" y="213"/>
                  </a:lnTo>
                  <a:lnTo>
                    <a:pt x="208" y="216"/>
                  </a:lnTo>
                  <a:lnTo>
                    <a:pt x="207" y="217"/>
                  </a:lnTo>
                  <a:lnTo>
                    <a:pt x="207" y="218"/>
                  </a:lnTo>
                  <a:lnTo>
                    <a:pt x="205" y="218"/>
                  </a:lnTo>
                  <a:lnTo>
                    <a:pt x="203" y="218"/>
                  </a:lnTo>
                  <a:lnTo>
                    <a:pt x="200" y="216"/>
                  </a:lnTo>
                  <a:lnTo>
                    <a:pt x="201" y="215"/>
                  </a:lnTo>
                  <a:lnTo>
                    <a:pt x="203" y="215"/>
                  </a:lnTo>
                  <a:lnTo>
                    <a:pt x="204" y="213"/>
                  </a:lnTo>
                  <a:lnTo>
                    <a:pt x="203" y="212"/>
                  </a:lnTo>
                  <a:lnTo>
                    <a:pt x="204" y="211"/>
                  </a:lnTo>
                  <a:lnTo>
                    <a:pt x="205" y="208"/>
                  </a:lnTo>
                  <a:lnTo>
                    <a:pt x="207" y="209"/>
                  </a:lnTo>
                  <a:lnTo>
                    <a:pt x="207" y="208"/>
                  </a:lnTo>
                  <a:lnTo>
                    <a:pt x="208" y="208"/>
                  </a:lnTo>
                  <a:lnTo>
                    <a:pt x="207" y="207"/>
                  </a:lnTo>
                  <a:lnTo>
                    <a:pt x="207" y="205"/>
                  </a:lnTo>
                  <a:lnTo>
                    <a:pt x="208" y="204"/>
                  </a:lnTo>
                  <a:lnTo>
                    <a:pt x="208" y="203"/>
                  </a:lnTo>
                  <a:lnTo>
                    <a:pt x="209" y="201"/>
                  </a:lnTo>
                  <a:lnTo>
                    <a:pt x="212" y="201"/>
                  </a:lnTo>
                  <a:lnTo>
                    <a:pt x="213" y="203"/>
                  </a:lnTo>
                  <a:lnTo>
                    <a:pt x="216" y="203"/>
                  </a:lnTo>
                  <a:lnTo>
                    <a:pt x="217" y="204"/>
                  </a:lnTo>
                  <a:lnTo>
                    <a:pt x="220" y="205"/>
                  </a:lnTo>
                  <a:lnTo>
                    <a:pt x="218" y="204"/>
                  </a:lnTo>
                  <a:lnTo>
                    <a:pt x="218" y="203"/>
                  </a:lnTo>
                  <a:lnTo>
                    <a:pt x="217" y="203"/>
                  </a:lnTo>
                  <a:lnTo>
                    <a:pt x="214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1" y="199"/>
                  </a:lnTo>
                  <a:lnTo>
                    <a:pt x="212" y="197"/>
                  </a:lnTo>
                  <a:lnTo>
                    <a:pt x="214" y="197"/>
                  </a:lnTo>
                  <a:lnTo>
                    <a:pt x="214" y="196"/>
                  </a:lnTo>
                  <a:lnTo>
                    <a:pt x="212" y="196"/>
                  </a:lnTo>
                  <a:lnTo>
                    <a:pt x="209" y="196"/>
                  </a:lnTo>
                  <a:lnTo>
                    <a:pt x="208" y="196"/>
                  </a:lnTo>
                  <a:lnTo>
                    <a:pt x="209" y="195"/>
                  </a:lnTo>
                  <a:lnTo>
                    <a:pt x="211" y="193"/>
                  </a:lnTo>
                  <a:lnTo>
                    <a:pt x="213" y="193"/>
                  </a:lnTo>
                  <a:lnTo>
                    <a:pt x="216" y="192"/>
                  </a:lnTo>
                  <a:lnTo>
                    <a:pt x="216" y="192"/>
                  </a:lnTo>
                  <a:lnTo>
                    <a:pt x="216" y="191"/>
                  </a:lnTo>
                  <a:lnTo>
                    <a:pt x="213" y="192"/>
                  </a:lnTo>
                  <a:lnTo>
                    <a:pt x="212" y="191"/>
                  </a:lnTo>
                  <a:lnTo>
                    <a:pt x="211" y="191"/>
                  </a:lnTo>
                  <a:lnTo>
                    <a:pt x="209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3" y="186"/>
                  </a:lnTo>
                  <a:lnTo>
                    <a:pt x="216" y="186"/>
                  </a:lnTo>
                  <a:lnTo>
                    <a:pt x="217" y="186"/>
                  </a:lnTo>
                  <a:lnTo>
                    <a:pt x="218" y="183"/>
                  </a:lnTo>
                  <a:lnTo>
                    <a:pt x="217" y="183"/>
                  </a:lnTo>
                  <a:lnTo>
                    <a:pt x="216" y="184"/>
                  </a:lnTo>
                  <a:lnTo>
                    <a:pt x="213" y="184"/>
                  </a:lnTo>
                  <a:lnTo>
                    <a:pt x="213" y="183"/>
                  </a:lnTo>
                  <a:lnTo>
                    <a:pt x="212" y="183"/>
                  </a:lnTo>
                  <a:lnTo>
                    <a:pt x="211" y="184"/>
                  </a:lnTo>
                  <a:lnTo>
                    <a:pt x="209" y="184"/>
                  </a:lnTo>
                  <a:lnTo>
                    <a:pt x="209" y="183"/>
                  </a:lnTo>
                  <a:lnTo>
                    <a:pt x="209" y="180"/>
                  </a:lnTo>
                  <a:lnTo>
                    <a:pt x="209" y="179"/>
                  </a:lnTo>
                  <a:lnTo>
                    <a:pt x="209" y="179"/>
                  </a:lnTo>
                  <a:lnTo>
                    <a:pt x="208" y="179"/>
                  </a:lnTo>
                  <a:lnTo>
                    <a:pt x="205" y="178"/>
                  </a:lnTo>
                  <a:lnTo>
                    <a:pt x="205" y="175"/>
                  </a:lnTo>
                  <a:lnTo>
                    <a:pt x="205" y="171"/>
                  </a:lnTo>
                  <a:lnTo>
                    <a:pt x="207" y="171"/>
                  </a:lnTo>
                  <a:lnTo>
                    <a:pt x="207" y="172"/>
                  </a:lnTo>
                  <a:lnTo>
                    <a:pt x="208" y="174"/>
                  </a:lnTo>
                  <a:lnTo>
                    <a:pt x="211" y="175"/>
                  </a:lnTo>
                  <a:lnTo>
                    <a:pt x="212" y="174"/>
                  </a:lnTo>
                  <a:lnTo>
                    <a:pt x="213" y="171"/>
                  </a:lnTo>
                  <a:lnTo>
                    <a:pt x="213" y="170"/>
                  </a:lnTo>
                  <a:lnTo>
                    <a:pt x="213" y="168"/>
                  </a:lnTo>
                  <a:lnTo>
                    <a:pt x="216" y="167"/>
                  </a:lnTo>
                  <a:lnTo>
                    <a:pt x="218" y="167"/>
                  </a:lnTo>
                  <a:lnTo>
                    <a:pt x="221" y="168"/>
                  </a:lnTo>
                  <a:lnTo>
                    <a:pt x="222" y="167"/>
                  </a:lnTo>
                  <a:lnTo>
                    <a:pt x="222" y="165"/>
                  </a:lnTo>
                  <a:lnTo>
                    <a:pt x="222" y="163"/>
                  </a:lnTo>
                  <a:lnTo>
                    <a:pt x="221" y="162"/>
                  </a:lnTo>
                  <a:lnTo>
                    <a:pt x="220" y="163"/>
                  </a:lnTo>
                  <a:lnTo>
                    <a:pt x="218" y="163"/>
                  </a:lnTo>
                  <a:lnTo>
                    <a:pt x="218" y="161"/>
                  </a:lnTo>
                  <a:lnTo>
                    <a:pt x="218" y="158"/>
                  </a:lnTo>
                  <a:lnTo>
                    <a:pt x="220" y="157"/>
                  </a:lnTo>
                  <a:lnTo>
                    <a:pt x="224" y="157"/>
                  </a:lnTo>
                  <a:lnTo>
                    <a:pt x="225" y="155"/>
                  </a:lnTo>
                  <a:lnTo>
                    <a:pt x="224" y="155"/>
                  </a:lnTo>
                  <a:lnTo>
                    <a:pt x="224" y="154"/>
                  </a:lnTo>
                  <a:lnTo>
                    <a:pt x="224" y="151"/>
                  </a:lnTo>
                  <a:lnTo>
                    <a:pt x="225" y="150"/>
                  </a:lnTo>
                  <a:lnTo>
                    <a:pt x="228" y="149"/>
                  </a:lnTo>
                  <a:lnTo>
                    <a:pt x="228" y="147"/>
                  </a:lnTo>
                  <a:lnTo>
                    <a:pt x="229" y="146"/>
                  </a:lnTo>
                  <a:lnTo>
                    <a:pt x="232" y="146"/>
                  </a:lnTo>
                  <a:lnTo>
                    <a:pt x="233" y="145"/>
                  </a:lnTo>
                  <a:lnTo>
                    <a:pt x="234" y="143"/>
                  </a:lnTo>
                  <a:lnTo>
                    <a:pt x="232" y="142"/>
                  </a:lnTo>
                  <a:lnTo>
                    <a:pt x="232" y="141"/>
                  </a:lnTo>
                  <a:lnTo>
                    <a:pt x="234" y="140"/>
                  </a:lnTo>
                  <a:lnTo>
                    <a:pt x="236" y="137"/>
                  </a:lnTo>
                  <a:lnTo>
                    <a:pt x="237" y="137"/>
                  </a:lnTo>
                  <a:lnTo>
                    <a:pt x="237" y="138"/>
                  </a:lnTo>
                  <a:lnTo>
                    <a:pt x="237" y="140"/>
                  </a:lnTo>
                  <a:lnTo>
                    <a:pt x="237" y="141"/>
                  </a:lnTo>
                  <a:lnTo>
                    <a:pt x="237" y="141"/>
                  </a:lnTo>
                  <a:lnTo>
                    <a:pt x="238" y="140"/>
                  </a:lnTo>
                  <a:lnTo>
                    <a:pt x="239" y="138"/>
                  </a:lnTo>
                  <a:lnTo>
                    <a:pt x="239" y="138"/>
                  </a:lnTo>
                  <a:lnTo>
                    <a:pt x="239" y="137"/>
                  </a:lnTo>
                  <a:lnTo>
                    <a:pt x="238" y="134"/>
                  </a:lnTo>
                  <a:lnTo>
                    <a:pt x="238" y="133"/>
                  </a:lnTo>
                  <a:lnTo>
                    <a:pt x="239" y="132"/>
                  </a:lnTo>
                  <a:lnTo>
                    <a:pt x="241" y="132"/>
                  </a:lnTo>
                  <a:lnTo>
                    <a:pt x="245" y="130"/>
                  </a:lnTo>
                  <a:lnTo>
                    <a:pt x="249" y="130"/>
                  </a:lnTo>
                  <a:lnTo>
                    <a:pt x="250" y="132"/>
                  </a:lnTo>
                  <a:lnTo>
                    <a:pt x="251" y="134"/>
                  </a:lnTo>
                  <a:lnTo>
                    <a:pt x="251" y="133"/>
                  </a:lnTo>
                  <a:lnTo>
                    <a:pt x="251" y="130"/>
                  </a:lnTo>
                  <a:lnTo>
                    <a:pt x="251" y="129"/>
                  </a:lnTo>
                  <a:lnTo>
                    <a:pt x="253" y="129"/>
                  </a:lnTo>
                  <a:lnTo>
                    <a:pt x="253" y="130"/>
                  </a:lnTo>
                  <a:lnTo>
                    <a:pt x="254" y="132"/>
                  </a:lnTo>
                  <a:lnTo>
                    <a:pt x="257" y="130"/>
                  </a:lnTo>
                  <a:lnTo>
                    <a:pt x="258" y="126"/>
                  </a:lnTo>
                  <a:lnTo>
                    <a:pt x="259" y="125"/>
                  </a:lnTo>
                  <a:lnTo>
                    <a:pt x="262" y="126"/>
                  </a:lnTo>
                  <a:lnTo>
                    <a:pt x="263" y="126"/>
                  </a:lnTo>
                  <a:lnTo>
                    <a:pt x="265" y="125"/>
                  </a:lnTo>
                  <a:lnTo>
                    <a:pt x="268" y="122"/>
                  </a:lnTo>
                  <a:lnTo>
                    <a:pt x="270" y="121"/>
                  </a:lnTo>
                  <a:lnTo>
                    <a:pt x="271" y="120"/>
                  </a:lnTo>
                  <a:lnTo>
                    <a:pt x="271" y="118"/>
                  </a:lnTo>
                  <a:lnTo>
                    <a:pt x="271" y="117"/>
                  </a:lnTo>
                  <a:lnTo>
                    <a:pt x="274" y="117"/>
                  </a:lnTo>
                  <a:lnTo>
                    <a:pt x="274" y="116"/>
                  </a:lnTo>
                  <a:lnTo>
                    <a:pt x="272" y="113"/>
                  </a:lnTo>
                  <a:lnTo>
                    <a:pt x="272" y="112"/>
                  </a:lnTo>
                  <a:lnTo>
                    <a:pt x="274" y="109"/>
                  </a:lnTo>
                  <a:lnTo>
                    <a:pt x="275" y="108"/>
                  </a:lnTo>
                  <a:lnTo>
                    <a:pt x="276" y="107"/>
                  </a:lnTo>
                  <a:lnTo>
                    <a:pt x="278" y="107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3" y="101"/>
                  </a:lnTo>
                  <a:lnTo>
                    <a:pt x="284" y="100"/>
                  </a:lnTo>
                  <a:lnTo>
                    <a:pt x="287" y="101"/>
                  </a:lnTo>
                  <a:lnTo>
                    <a:pt x="288" y="103"/>
                  </a:lnTo>
                  <a:lnTo>
                    <a:pt x="288" y="101"/>
                  </a:lnTo>
                  <a:lnTo>
                    <a:pt x="291" y="99"/>
                  </a:lnTo>
                  <a:close/>
                  <a:moveTo>
                    <a:pt x="977" y="99"/>
                  </a:moveTo>
                  <a:lnTo>
                    <a:pt x="978" y="101"/>
                  </a:lnTo>
                  <a:lnTo>
                    <a:pt x="980" y="103"/>
                  </a:lnTo>
                  <a:lnTo>
                    <a:pt x="978" y="104"/>
                  </a:lnTo>
                  <a:lnTo>
                    <a:pt x="976" y="105"/>
                  </a:lnTo>
                  <a:lnTo>
                    <a:pt x="976" y="105"/>
                  </a:lnTo>
                  <a:lnTo>
                    <a:pt x="973" y="105"/>
                  </a:lnTo>
                  <a:lnTo>
                    <a:pt x="972" y="103"/>
                  </a:lnTo>
                  <a:lnTo>
                    <a:pt x="974" y="103"/>
                  </a:lnTo>
                  <a:lnTo>
                    <a:pt x="976" y="101"/>
                  </a:lnTo>
                  <a:lnTo>
                    <a:pt x="977" y="99"/>
                  </a:lnTo>
                  <a:lnTo>
                    <a:pt x="977" y="99"/>
                  </a:lnTo>
                  <a:close/>
                  <a:moveTo>
                    <a:pt x="1232" y="84"/>
                  </a:moveTo>
                  <a:lnTo>
                    <a:pt x="1235" y="86"/>
                  </a:lnTo>
                  <a:lnTo>
                    <a:pt x="1235" y="88"/>
                  </a:lnTo>
                  <a:lnTo>
                    <a:pt x="1235" y="90"/>
                  </a:lnTo>
                  <a:lnTo>
                    <a:pt x="1234" y="88"/>
                  </a:lnTo>
                  <a:lnTo>
                    <a:pt x="1232" y="86"/>
                  </a:lnTo>
                  <a:lnTo>
                    <a:pt x="1232" y="84"/>
                  </a:lnTo>
                  <a:lnTo>
                    <a:pt x="1232" y="84"/>
                  </a:lnTo>
                  <a:close/>
                  <a:moveTo>
                    <a:pt x="1228" y="82"/>
                  </a:moveTo>
                  <a:lnTo>
                    <a:pt x="1230" y="83"/>
                  </a:lnTo>
                  <a:lnTo>
                    <a:pt x="1230" y="86"/>
                  </a:lnTo>
                  <a:lnTo>
                    <a:pt x="1230" y="86"/>
                  </a:lnTo>
                  <a:lnTo>
                    <a:pt x="1228" y="87"/>
                  </a:lnTo>
                  <a:lnTo>
                    <a:pt x="1227" y="86"/>
                  </a:lnTo>
                  <a:lnTo>
                    <a:pt x="1226" y="83"/>
                  </a:lnTo>
                  <a:lnTo>
                    <a:pt x="1227" y="83"/>
                  </a:lnTo>
                  <a:lnTo>
                    <a:pt x="1228" y="82"/>
                  </a:lnTo>
                  <a:close/>
                  <a:moveTo>
                    <a:pt x="1232" y="80"/>
                  </a:moveTo>
                  <a:lnTo>
                    <a:pt x="1234" y="80"/>
                  </a:lnTo>
                  <a:lnTo>
                    <a:pt x="1235" y="83"/>
                  </a:lnTo>
                  <a:lnTo>
                    <a:pt x="1235" y="84"/>
                  </a:lnTo>
                  <a:lnTo>
                    <a:pt x="1234" y="84"/>
                  </a:lnTo>
                  <a:lnTo>
                    <a:pt x="1232" y="82"/>
                  </a:lnTo>
                  <a:lnTo>
                    <a:pt x="1232" y="80"/>
                  </a:lnTo>
                  <a:close/>
                  <a:moveTo>
                    <a:pt x="706" y="78"/>
                  </a:moveTo>
                  <a:lnTo>
                    <a:pt x="707" y="79"/>
                  </a:lnTo>
                  <a:lnTo>
                    <a:pt x="707" y="80"/>
                  </a:lnTo>
                  <a:lnTo>
                    <a:pt x="708" y="83"/>
                  </a:lnTo>
                  <a:lnTo>
                    <a:pt x="710" y="84"/>
                  </a:lnTo>
                  <a:lnTo>
                    <a:pt x="710" y="88"/>
                  </a:lnTo>
                  <a:lnTo>
                    <a:pt x="711" y="90"/>
                  </a:lnTo>
                  <a:lnTo>
                    <a:pt x="711" y="91"/>
                  </a:lnTo>
                  <a:lnTo>
                    <a:pt x="710" y="92"/>
                  </a:lnTo>
                  <a:lnTo>
                    <a:pt x="710" y="93"/>
                  </a:lnTo>
                  <a:lnTo>
                    <a:pt x="708" y="95"/>
                  </a:lnTo>
                  <a:lnTo>
                    <a:pt x="707" y="93"/>
                  </a:lnTo>
                  <a:lnTo>
                    <a:pt x="704" y="93"/>
                  </a:lnTo>
                  <a:lnTo>
                    <a:pt x="698" y="92"/>
                  </a:lnTo>
                  <a:lnTo>
                    <a:pt x="695" y="92"/>
                  </a:lnTo>
                  <a:lnTo>
                    <a:pt x="694" y="91"/>
                  </a:lnTo>
                  <a:lnTo>
                    <a:pt x="694" y="90"/>
                  </a:lnTo>
                  <a:lnTo>
                    <a:pt x="696" y="90"/>
                  </a:lnTo>
                  <a:lnTo>
                    <a:pt x="698" y="88"/>
                  </a:lnTo>
                  <a:lnTo>
                    <a:pt x="696" y="87"/>
                  </a:lnTo>
                  <a:lnTo>
                    <a:pt x="695" y="86"/>
                  </a:lnTo>
                  <a:lnTo>
                    <a:pt x="694" y="83"/>
                  </a:lnTo>
                  <a:lnTo>
                    <a:pt x="695" y="82"/>
                  </a:lnTo>
                  <a:lnTo>
                    <a:pt x="698" y="82"/>
                  </a:lnTo>
                  <a:lnTo>
                    <a:pt x="702" y="79"/>
                  </a:lnTo>
                  <a:lnTo>
                    <a:pt x="706" y="78"/>
                  </a:lnTo>
                  <a:close/>
                  <a:moveTo>
                    <a:pt x="1235" y="78"/>
                  </a:moveTo>
                  <a:lnTo>
                    <a:pt x="1236" y="78"/>
                  </a:lnTo>
                  <a:lnTo>
                    <a:pt x="1236" y="80"/>
                  </a:lnTo>
                  <a:lnTo>
                    <a:pt x="1236" y="82"/>
                  </a:lnTo>
                  <a:lnTo>
                    <a:pt x="1235" y="82"/>
                  </a:lnTo>
                  <a:lnTo>
                    <a:pt x="1235" y="79"/>
                  </a:lnTo>
                  <a:lnTo>
                    <a:pt x="1235" y="78"/>
                  </a:lnTo>
                  <a:close/>
                  <a:moveTo>
                    <a:pt x="818" y="70"/>
                  </a:moveTo>
                  <a:lnTo>
                    <a:pt x="818" y="72"/>
                  </a:lnTo>
                  <a:lnTo>
                    <a:pt x="818" y="75"/>
                  </a:lnTo>
                  <a:lnTo>
                    <a:pt x="816" y="75"/>
                  </a:lnTo>
                  <a:lnTo>
                    <a:pt x="815" y="74"/>
                  </a:lnTo>
                  <a:lnTo>
                    <a:pt x="814" y="74"/>
                  </a:lnTo>
                  <a:lnTo>
                    <a:pt x="814" y="72"/>
                  </a:lnTo>
                  <a:lnTo>
                    <a:pt x="814" y="71"/>
                  </a:lnTo>
                  <a:lnTo>
                    <a:pt x="818" y="70"/>
                  </a:lnTo>
                  <a:close/>
                  <a:moveTo>
                    <a:pt x="534" y="67"/>
                  </a:moveTo>
                  <a:lnTo>
                    <a:pt x="536" y="70"/>
                  </a:lnTo>
                  <a:lnTo>
                    <a:pt x="536" y="70"/>
                  </a:lnTo>
                  <a:lnTo>
                    <a:pt x="536" y="71"/>
                  </a:lnTo>
                  <a:lnTo>
                    <a:pt x="536" y="71"/>
                  </a:lnTo>
                  <a:lnTo>
                    <a:pt x="534" y="72"/>
                  </a:lnTo>
                  <a:lnTo>
                    <a:pt x="533" y="74"/>
                  </a:lnTo>
                  <a:lnTo>
                    <a:pt x="530" y="74"/>
                  </a:lnTo>
                  <a:lnTo>
                    <a:pt x="529" y="74"/>
                  </a:lnTo>
                  <a:lnTo>
                    <a:pt x="527" y="74"/>
                  </a:lnTo>
                  <a:lnTo>
                    <a:pt x="527" y="72"/>
                  </a:lnTo>
                  <a:lnTo>
                    <a:pt x="524" y="72"/>
                  </a:lnTo>
                  <a:lnTo>
                    <a:pt x="524" y="72"/>
                  </a:lnTo>
                  <a:lnTo>
                    <a:pt x="524" y="70"/>
                  </a:lnTo>
                  <a:lnTo>
                    <a:pt x="527" y="71"/>
                  </a:lnTo>
                  <a:lnTo>
                    <a:pt x="528" y="70"/>
                  </a:lnTo>
                  <a:lnTo>
                    <a:pt x="528" y="68"/>
                  </a:lnTo>
                  <a:lnTo>
                    <a:pt x="529" y="68"/>
                  </a:lnTo>
                  <a:lnTo>
                    <a:pt x="530" y="70"/>
                  </a:lnTo>
                  <a:lnTo>
                    <a:pt x="532" y="70"/>
                  </a:lnTo>
                  <a:lnTo>
                    <a:pt x="532" y="70"/>
                  </a:lnTo>
                  <a:lnTo>
                    <a:pt x="532" y="68"/>
                  </a:lnTo>
                  <a:lnTo>
                    <a:pt x="533" y="67"/>
                  </a:lnTo>
                  <a:lnTo>
                    <a:pt x="534" y="67"/>
                  </a:lnTo>
                  <a:close/>
                  <a:moveTo>
                    <a:pt x="512" y="58"/>
                  </a:moveTo>
                  <a:lnTo>
                    <a:pt x="513" y="58"/>
                  </a:lnTo>
                  <a:lnTo>
                    <a:pt x="513" y="59"/>
                  </a:lnTo>
                  <a:lnTo>
                    <a:pt x="511" y="61"/>
                  </a:lnTo>
                  <a:lnTo>
                    <a:pt x="509" y="61"/>
                  </a:lnTo>
                  <a:lnTo>
                    <a:pt x="508" y="61"/>
                  </a:lnTo>
                  <a:lnTo>
                    <a:pt x="511" y="59"/>
                  </a:lnTo>
                  <a:lnTo>
                    <a:pt x="512" y="58"/>
                  </a:lnTo>
                  <a:close/>
                  <a:moveTo>
                    <a:pt x="523" y="55"/>
                  </a:moveTo>
                  <a:lnTo>
                    <a:pt x="524" y="55"/>
                  </a:lnTo>
                  <a:lnTo>
                    <a:pt x="524" y="58"/>
                  </a:lnTo>
                  <a:lnTo>
                    <a:pt x="524" y="58"/>
                  </a:lnTo>
                  <a:lnTo>
                    <a:pt x="524" y="61"/>
                  </a:lnTo>
                  <a:lnTo>
                    <a:pt x="523" y="61"/>
                  </a:lnTo>
                  <a:lnTo>
                    <a:pt x="523" y="59"/>
                  </a:lnTo>
                  <a:lnTo>
                    <a:pt x="521" y="58"/>
                  </a:lnTo>
                  <a:lnTo>
                    <a:pt x="520" y="59"/>
                  </a:lnTo>
                  <a:lnTo>
                    <a:pt x="519" y="61"/>
                  </a:lnTo>
                  <a:lnTo>
                    <a:pt x="519" y="59"/>
                  </a:lnTo>
                  <a:lnTo>
                    <a:pt x="520" y="58"/>
                  </a:lnTo>
                  <a:lnTo>
                    <a:pt x="521" y="55"/>
                  </a:lnTo>
                  <a:lnTo>
                    <a:pt x="523" y="55"/>
                  </a:lnTo>
                  <a:close/>
                  <a:moveTo>
                    <a:pt x="530" y="50"/>
                  </a:moveTo>
                  <a:lnTo>
                    <a:pt x="532" y="51"/>
                  </a:lnTo>
                  <a:lnTo>
                    <a:pt x="532" y="53"/>
                  </a:lnTo>
                  <a:lnTo>
                    <a:pt x="534" y="53"/>
                  </a:lnTo>
                  <a:lnTo>
                    <a:pt x="534" y="54"/>
                  </a:lnTo>
                  <a:lnTo>
                    <a:pt x="533" y="55"/>
                  </a:lnTo>
                  <a:lnTo>
                    <a:pt x="532" y="55"/>
                  </a:lnTo>
                  <a:lnTo>
                    <a:pt x="532" y="53"/>
                  </a:lnTo>
                  <a:lnTo>
                    <a:pt x="530" y="51"/>
                  </a:lnTo>
                  <a:lnTo>
                    <a:pt x="530" y="50"/>
                  </a:lnTo>
                  <a:close/>
                  <a:moveTo>
                    <a:pt x="1309" y="47"/>
                  </a:moveTo>
                  <a:lnTo>
                    <a:pt x="1307" y="50"/>
                  </a:lnTo>
                  <a:lnTo>
                    <a:pt x="1306" y="51"/>
                  </a:lnTo>
                  <a:lnTo>
                    <a:pt x="1306" y="50"/>
                  </a:lnTo>
                  <a:lnTo>
                    <a:pt x="1306" y="49"/>
                  </a:lnTo>
                  <a:lnTo>
                    <a:pt x="1309" y="47"/>
                  </a:lnTo>
                  <a:close/>
                  <a:moveTo>
                    <a:pt x="530" y="47"/>
                  </a:moveTo>
                  <a:lnTo>
                    <a:pt x="532" y="47"/>
                  </a:lnTo>
                  <a:lnTo>
                    <a:pt x="530" y="50"/>
                  </a:lnTo>
                  <a:lnTo>
                    <a:pt x="528" y="50"/>
                  </a:lnTo>
                  <a:lnTo>
                    <a:pt x="528" y="49"/>
                  </a:lnTo>
                  <a:lnTo>
                    <a:pt x="528" y="47"/>
                  </a:lnTo>
                  <a:lnTo>
                    <a:pt x="530" y="47"/>
                  </a:lnTo>
                  <a:close/>
                  <a:moveTo>
                    <a:pt x="454" y="47"/>
                  </a:moveTo>
                  <a:lnTo>
                    <a:pt x="455" y="47"/>
                  </a:lnTo>
                  <a:lnTo>
                    <a:pt x="457" y="49"/>
                  </a:lnTo>
                  <a:lnTo>
                    <a:pt x="457" y="51"/>
                  </a:lnTo>
                  <a:lnTo>
                    <a:pt x="457" y="53"/>
                  </a:lnTo>
                  <a:lnTo>
                    <a:pt x="454" y="54"/>
                  </a:lnTo>
                  <a:lnTo>
                    <a:pt x="453" y="54"/>
                  </a:lnTo>
                  <a:lnTo>
                    <a:pt x="453" y="53"/>
                  </a:lnTo>
                  <a:lnTo>
                    <a:pt x="453" y="50"/>
                  </a:lnTo>
                  <a:lnTo>
                    <a:pt x="453" y="47"/>
                  </a:lnTo>
                  <a:lnTo>
                    <a:pt x="454" y="47"/>
                  </a:lnTo>
                  <a:close/>
                  <a:moveTo>
                    <a:pt x="1286" y="45"/>
                  </a:moveTo>
                  <a:lnTo>
                    <a:pt x="1289" y="45"/>
                  </a:lnTo>
                  <a:lnTo>
                    <a:pt x="1292" y="46"/>
                  </a:lnTo>
                  <a:lnTo>
                    <a:pt x="1293" y="46"/>
                  </a:lnTo>
                  <a:lnTo>
                    <a:pt x="1293" y="45"/>
                  </a:lnTo>
                  <a:lnTo>
                    <a:pt x="1296" y="47"/>
                  </a:lnTo>
                  <a:lnTo>
                    <a:pt x="1297" y="49"/>
                  </a:lnTo>
                  <a:lnTo>
                    <a:pt x="1296" y="50"/>
                  </a:lnTo>
                  <a:lnTo>
                    <a:pt x="1298" y="53"/>
                  </a:lnTo>
                  <a:lnTo>
                    <a:pt x="1298" y="55"/>
                  </a:lnTo>
                  <a:lnTo>
                    <a:pt x="1297" y="57"/>
                  </a:lnTo>
                  <a:lnTo>
                    <a:pt x="1294" y="58"/>
                  </a:lnTo>
                  <a:lnTo>
                    <a:pt x="1292" y="57"/>
                  </a:lnTo>
                  <a:lnTo>
                    <a:pt x="1289" y="54"/>
                  </a:lnTo>
                  <a:lnTo>
                    <a:pt x="1286" y="54"/>
                  </a:lnTo>
                  <a:lnTo>
                    <a:pt x="1284" y="54"/>
                  </a:lnTo>
                  <a:lnTo>
                    <a:pt x="1282" y="53"/>
                  </a:lnTo>
                  <a:lnTo>
                    <a:pt x="1282" y="49"/>
                  </a:lnTo>
                  <a:lnTo>
                    <a:pt x="1284" y="47"/>
                  </a:lnTo>
                  <a:lnTo>
                    <a:pt x="1285" y="47"/>
                  </a:lnTo>
                  <a:lnTo>
                    <a:pt x="1285" y="46"/>
                  </a:lnTo>
                  <a:lnTo>
                    <a:pt x="1286" y="46"/>
                  </a:lnTo>
                  <a:lnTo>
                    <a:pt x="1286" y="45"/>
                  </a:lnTo>
                  <a:close/>
                  <a:moveTo>
                    <a:pt x="1192" y="43"/>
                  </a:moveTo>
                  <a:lnTo>
                    <a:pt x="1193" y="43"/>
                  </a:lnTo>
                  <a:lnTo>
                    <a:pt x="1194" y="46"/>
                  </a:lnTo>
                  <a:lnTo>
                    <a:pt x="1193" y="46"/>
                  </a:lnTo>
                  <a:lnTo>
                    <a:pt x="1192" y="46"/>
                  </a:lnTo>
                  <a:lnTo>
                    <a:pt x="1190" y="45"/>
                  </a:lnTo>
                  <a:lnTo>
                    <a:pt x="1192" y="43"/>
                  </a:lnTo>
                  <a:close/>
                  <a:moveTo>
                    <a:pt x="1210" y="42"/>
                  </a:moveTo>
                  <a:lnTo>
                    <a:pt x="1211" y="43"/>
                  </a:lnTo>
                  <a:lnTo>
                    <a:pt x="1211" y="45"/>
                  </a:lnTo>
                  <a:lnTo>
                    <a:pt x="1210" y="45"/>
                  </a:lnTo>
                  <a:lnTo>
                    <a:pt x="1209" y="43"/>
                  </a:lnTo>
                  <a:lnTo>
                    <a:pt x="1210" y="42"/>
                  </a:lnTo>
                  <a:close/>
                  <a:moveTo>
                    <a:pt x="1201" y="41"/>
                  </a:moveTo>
                  <a:lnTo>
                    <a:pt x="1203" y="42"/>
                  </a:lnTo>
                  <a:lnTo>
                    <a:pt x="1202" y="43"/>
                  </a:lnTo>
                  <a:lnTo>
                    <a:pt x="1201" y="43"/>
                  </a:lnTo>
                  <a:lnTo>
                    <a:pt x="1199" y="42"/>
                  </a:lnTo>
                  <a:lnTo>
                    <a:pt x="1201" y="41"/>
                  </a:lnTo>
                  <a:close/>
                  <a:moveTo>
                    <a:pt x="516" y="37"/>
                  </a:moveTo>
                  <a:lnTo>
                    <a:pt x="516" y="38"/>
                  </a:lnTo>
                  <a:lnTo>
                    <a:pt x="516" y="41"/>
                  </a:lnTo>
                  <a:lnTo>
                    <a:pt x="515" y="42"/>
                  </a:lnTo>
                  <a:lnTo>
                    <a:pt x="515" y="43"/>
                  </a:lnTo>
                  <a:lnTo>
                    <a:pt x="513" y="46"/>
                  </a:lnTo>
                  <a:lnTo>
                    <a:pt x="511" y="47"/>
                  </a:lnTo>
                  <a:lnTo>
                    <a:pt x="511" y="46"/>
                  </a:lnTo>
                  <a:lnTo>
                    <a:pt x="511" y="45"/>
                  </a:lnTo>
                  <a:lnTo>
                    <a:pt x="509" y="46"/>
                  </a:lnTo>
                  <a:lnTo>
                    <a:pt x="508" y="47"/>
                  </a:lnTo>
                  <a:lnTo>
                    <a:pt x="507" y="49"/>
                  </a:lnTo>
                  <a:lnTo>
                    <a:pt x="505" y="49"/>
                  </a:lnTo>
                  <a:lnTo>
                    <a:pt x="505" y="46"/>
                  </a:lnTo>
                  <a:lnTo>
                    <a:pt x="508" y="42"/>
                  </a:lnTo>
                  <a:lnTo>
                    <a:pt x="511" y="41"/>
                  </a:lnTo>
                  <a:lnTo>
                    <a:pt x="513" y="39"/>
                  </a:lnTo>
                  <a:lnTo>
                    <a:pt x="515" y="38"/>
                  </a:lnTo>
                  <a:lnTo>
                    <a:pt x="516" y="37"/>
                  </a:lnTo>
                  <a:close/>
                  <a:moveTo>
                    <a:pt x="465" y="29"/>
                  </a:moveTo>
                  <a:lnTo>
                    <a:pt x="467" y="30"/>
                  </a:lnTo>
                  <a:lnTo>
                    <a:pt x="467" y="32"/>
                  </a:lnTo>
                  <a:lnTo>
                    <a:pt x="466" y="32"/>
                  </a:lnTo>
                  <a:lnTo>
                    <a:pt x="465" y="30"/>
                  </a:lnTo>
                  <a:lnTo>
                    <a:pt x="465" y="29"/>
                  </a:lnTo>
                  <a:close/>
                  <a:moveTo>
                    <a:pt x="897" y="26"/>
                  </a:moveTo>
                  <a:lnTo>
                    <a:pt x="898" y="28"/>
                  </a:lnTo>
                  <a:lnTo>
                    <a:pt x="901" y="30"/>
                  </a:lnTo>
                  <a:lnTo>
                    <a:pt x="903" y="30"/>
                  </a:lnTo>
                  <a:lnTo>
                    <a:pt x="906" y="30"/>
                  </a:lnTo>
                  <a:lnTo>
                    <a:pt x="910" y="34"/>
                  </a:lnTo>
                  <a:lnTo>
                    <a:pt x="910" y="36"/>
                  </a:lnTo>
                  <a:lnTo>
                    <a:pt x="908" y="36"/>
                  </a:lnTo>
                  <a:lnTo>
                    <a:pt x="906" y="33"/>
                  </a:lnTo>
                  <a:lnTo>
                    <a:pt x="903" y="33"/>
                  </a:lnTo>
                  <a:lnTo>
                    <a:pt x="901" y="32"/>
                  </a:lnTo>
                  <a:lnTo>
                    <a:pt x="898" y="32"/>
                  </a:lnTo>
                  <a:lnTo>
                    <a:pt x="897" y="30"/>
                  </a:lnTo>
                  <a:lnTo>
                    <a:pt x="895" y="28"/>
                  </a:lnTo>
                  <a:lnTo>
                    <a:pt x="897" y="26"/>
                  </a:lnTo>
                  <a:close/>
                  <a:moveTo>
                    <a:pt x="113" y="21"/>
                  </a:moveTo>
                  <a:lnTo>
                    <a:pt x="116" y="25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18" y="29"/>
                  </a:lnTo>
                  <a:lnTo>
                    <a:pt x="118" y="32"/>
                  </a:lnTo>
                  <a:lnTo>
                    <a:pt x="114" y="30"/>
                  </a:lnTo>
                  <a:lnTo>
                    <a:pt x="113" y="32"/>
                  </a:lnTo>
                  <a:lnTo>
                    <a:pt x="110" y="32"/>
                  </a:lnTo>
                  <a:lnTo>
                    <a:pt x="110" y="30"/>
                  </a:lnTo>
                  <a:lnTo>
                    <a:pt x="108" y="29"/>
                  </a:lnTo>
                  <a:lnTo>
                    <a:pt x="109" y="28"/>
                  </a:lnTo>
                  <a:lnTo>
                    <a:pt x="112" y="28"/>
                  </a:lnTo>
                  <a:lnTo>
                    <a:pt x="112" y="26"/>
                  </a:lnTo>
                  <a:lnTo>
                    <a:pt x="112" y="22"/>
                  </a:lnTo>
                  <a:lnTo>
                    <a:pt x="113" y="21"/>
                  </a:lnTo>
                  <a:close/>
                  <a:moveTo>
                    <a:pt x="172" y="20"/>
                  </a:moveTo>
                  <a:lnTo>
                    <a:pt x="174" y="20"/>
                  </a:lnTo>
                  <a:lnTo>
                    <a:pt x="176" y="22"/>
                  </a:lnTo>
                  <a:lnTo>
                    <a:pt x="175" y="24"/>
                  </a:lnTo>
                  <a:lnTo>
                    <a:pt x="174" y="22"/>
                  </a:lnTo>
                  <a:lnTo>
                    <a:pt x="171" y="22"/>
                  </a:lnTo>
                  <a:lnTo>
                    <a:pt x="172" y="20"/>
                  </a:lnTo>
                  <a:close/>
                  <a:moveTo>
                    <a:pt x="104" y="17"/>
                  </a:moveTo>
                  <a:lnTo>
                    <a:pt x="106" y="18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08" y="24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3" y="22"/>
                  </a:lnTo>
                  <a:lnTo>
                    <a:pt x="104" y="21"/>
                  </a:lnTo>
                  <a:lnTo>
                    <a:pt x="104" y="17"/>
                  </a:lnTo>
                  <a:close/>
                  <a:moveTo>
                    <a:pt x="958" y="16"/>
                  </a:moveTo>
                  <a:lnTo>
                    <a:pt x="960" y="16"/>
                  </a:lnTo>
                  <a:lnTo>
                    <a:pt x="964" y="17"/>
                  </a:lnTo>
                  <a:lnTo>
                    <a:pt x="965" y="16"/>
                  </a:lnTo>
                  <a:lnTo>
                    <a:pt x="968" y="16"/>
                  </a:lnTo>
                  <a:lnTo>
                    <a:pt x="969" y="18"/>
                  </a:lnTo>
                  <a:lnTo>
                    <a:pt x="973" y="18"/>
                  </a:lnTo>
                  <a:lnTo>
                    <a:pt x="976" y="20"/>
                  </a:lnTo>
                  <a:lnTo>
                    <a:pt x="981" y="22"/>
                  </a:lnTo>
                  <a:lnTo>
                    <a:pt x="983" y="26"/>
                  </a:lnTo>
                  <a:lnTo>
                    <a:pt x="985" y="29"/>
                  </a:lnTo>
                  <a:lnTo>
                    <a:pt x="986" y="30"/>
                  </a:lnTo>
                  <a:lnTo>
                    <a:pt x="985" y="33"/>
                  </a:lnTo>
                  <a:lnTo>
                    <a:pt x="982" y="32"/>
                  </a:lnTo>
                  <a:lnTo>
                    <a:pt x="978" y="33"/>
                  </a:lnTo>
                  <a:lnTo>
                    <a:pt x="976" y="34"/>
                  </a:lnTo>
                  <a:lnTo>
                    <a:pt x="970" y="34"/>
                  </a:lnTo>
                  <a:lnTo>
                    <a:pt x="968" y="34"/>
                  </a:lnTo>
                  <a:lnTo>
                    <a:pt x="962" y="34"/>
                  </a:lnTo>
                  <a:lnTo>
                    <a:pt x="960" y="33"/>
                  </a:lnTo>
                  <a:lnTo>
                    <a:pt x="956" y="36"/>
                  </a:lnTo>
                  <a:lnTo>
                    <a:pt x="953" y="38"/>
                  </a:lnTo>
                  <a:lnTo>
                    <a:pt x="952" y="39"/>
                  </a:lnTo>
                  <a:lnTo>
                    <a:pt x="951" y="39"/>
                  </a:lnTo>
                  <a:lnTo>
                    <a:pt x="951" y="37"/>
                  </a:lnTo>
                  <a:lnTo>
                    <a:pt x="953" y="34"/>
                  </a:lnTo>
                  <a:lnTo>
                    <a:pt x="954" y="29"/>
                  </a:lnTo>
                  <a:lnTo>
                    <a:pt x="954" y="24"/>
                  </a:lnTo>
                  <a:lnTo>
                    <a:pt x="954" y="22"/>
                  </a:lnTo>
                  <a:lnTo>
                    <a:pt x="957" y="18"/>
                  </a:lnTo>
                  <a:lnTo>
                    <a:pt x="958" y="16"/>
                  </a:lnTo>
                  <a:close/>
                  <a:moveTo>
                    <a:pt x="179" y="13"/>
                  </a:moveTo>
                  <a:lnTo>
                    <a:pt x="182" y="13"/>
                  </a:lnTo>
                  <a:lnTo>
                    <a:pt x="182" y="17"/>
                  </a:lnTo>
                  <a:lnTo>
                    <a:pt x="180" y="21"/>
                  </a:lnTo>
                  <a:lnTo>
                    <a:pt x="178" y="20"/>
                  </a:lnTo>
                  <a:lnTo>
                    <a:pt x="175" y="18"/>
                  </a:lnTo>
                  <a:lnTo>
                    <a:pt x="172" y="17"/>
                  </a:lnTo>
                  <a:lnTo>
                    <a:pt x="172" y="16"/>
                  </a:lnTo>
                  <a:lnTo>
                    <a:pt x="176" y="13"/>
                  </a:lnTo>
                  <a:lnTo>
                    <a:pt x="179" y="13"/>
                  </a:lnTo>
                  <a:close/>
                  <a:moveTo>
                    <a:pt x="135" y="12"/>
                  </a:moveTo>
                  <a:lnTo>
                    <a:pt x="137" y="13"/>
                  </a:lnTo>
                  <a:lnTo>
                    <a:pt x="137" y="14"/>
                  </a:lnTo>
                  <a:lnTo>
                    <a:pt x="137" y="17"/>
                  </a:lnTo>
                  <a:lnTo>
                    <a:pt x="135" y="16"/>
                  </a:lnTo>
                  <a:lnTo>
                    <a:pt x="135" y="14"/>
                  </a:lnTo>
                  <a:lnTo>
                    <a:pt x="135" y="12"/>
                  </a:lnTo>
                  <a:close/>
                  <a:moveTo>
                    <a:pt x="129" y="12"/>
                  </a:moveTo>
                  <a:lnTo>
                    <a:pt x="132" y="14"/>
                  </a:lnTo>
                  <a:lnTo>
                    <a:pt x="133" y="14"/>
                  </a:lnTo>
                  <a:lnTo>
                    <a:pt x="133" y="16"/>
                  </a:lnTo>
                  <a:lnTo>
                    <a:pt x="132" y="18"/>
                  </a:lnTo>
                  <a:lnTo>
                    <a:pt x="130" y="21"/>
                  </a:lnTo>
                  <a:lnTo>
                    <a:pt x="126" y="20"/>
                  </a:lnTo>
                  <a:lnTo>
                    <a:pt x="125" y="18"/>
                  </a:lnTo>
                  <a:lnTo>
                    <a:pt x="128" y="17"/>
                  </a:lnTo>
                  <a:lnTo>
                    <a:pt x="128" y="16"/>
                  </a:lnTo>
                  <a:lnTo>
                    <a:pt x="126" y="13"/>
                  </a:lnTo>
                  <a:lnTo>
                    <a:pt x="128" y="12"/>
                  </a:lnTo>
                  <a:lnTo>
                    <a:pt x="129" y="12"/>
                  </a:lnTo>
                  <a:close/>
                  <a:moveTo>
                    <a:pt x="143" y="9"/>
                  </a:moveTo>
                  <a:lnTo>
                    <a:pt x="145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3" y="14"/>
                  </a:lnTo>
                  <a:lnTo>
                    <a:pt x="141" y="13"/>
                  </a:lnTo>
                  <a:lnTo>
                    <a:pt x="139" y="12"/>
                  </a:lnTo>
                  <a:lnTo>
                    <a:pt x="141" y="11"/>
                  </a:lnTo>
                  <a:lnTo>
                    <a:pt x="142" y="9"/>
                  </a:lnTo>
                  <a:lnTo>
                    <a:pt x="143" y="9"/>
                  </a:lnTo>
                  <a:close/>
                  <a:moveTo>
                    <a:pt x="941" y="7"/>
                  </a:moveTo>
                  <a:lnTo>
                    <a:pt x="943" y="7"/>
                  </a:lnTo>
                  <a:lnTo>
                    <a:pt x="944" y="11"/>
                  </a:lnTo>
                  <a:lnTo>
                    <a:pt x="948" y="13"/>
                  </a:lnTo>
                  <a:lnTo>
                    <a:pt x="948" y="16"/>
                  </a:lnTo>
                  <a:lnTo>
                    <a:pt x="947" y="17"/>
                  </a:lnTo>
                  <a:lnTo>
                    <a:pt x="945" y="20"/>
                  </a:lnTo>
                  <a:lnTo>
                    <a:pt x="947" y="21"/>
                  </a:lnTo>
                  <a:lnTo>
                    <a:pt x="945" y="21"/>
                  </a:lnTo>
                  <a:lnTo>
                    <a:pt x="943" y="21"/>
                  </a:lnTo>
                  <a:lnTo>
                    <a:pt x="941" y="17"/>
                  </a:lnTo>
                  <a:lnTo>
                    <a:pt x="939" y="17"/>
                  </a:lnTo>
                  <a:lnTo>
                    <a:pt x="939" y="16"/>
                  </a:lnTo>
                  <a:lnTo>
                    <a:pt x="939" y="14"/>
                  </a:lnTo>
                  <a:lnTo>
                    <a:pt x="937" y="12"/>
                  </a:lnTo>
                  <a:lnTo>
                    <a:pt x="936" y="9"/>
                  </a:lnTo>
                  <a:lnTo>
                    <a:pt x="939" y="8"/>
                  </a:lnTo>
                  <a:lnTo>
                    <a:pt x="941" y="7"/>
                  </a:lnTo>
                  <a:close/>
                  <a:moveTo>
                    <a:pt x="135" y="5"/>
                  </a:moveTo>
                  <a:lnTo>
                    <a:pt x="138" y="5"/>
                  </a:lnTo>
                  <a:lnTo>
                    <a:pt x="138" y="7"/>
                  </a:lnTo>
                  <a:lnTo>
                    <a:pt x="137" y="9"/>
                  </a:lnTo>
                  <a:lnTo>
                    <a:pt x="135" y="11"/>
                  </a:lnTo>
                  <a:lnTo>
                    <a:pt x="134" y="9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5" y="5"/>
                  </a:lnTo>
                  <a:close/>
                  <a:moveTo>
                    <a:pt x="154" y="5"/>
                  </a:moveTo>
                  <a:lnTo>
                    <a:pt x="157" y="7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3"/>
                  </a:lnTo>
                  <a:lnTo>
                    <a:pt x="159" y="16"/>
                  </a:lnTo>
                  <a:lnTo>
                    <a:pt x="159" y="17"/>
                  </a:lnTo>
                  <a:lnTo>
                    <a:pt x="157" y="17"/>
                  </a:lnTo>
                  <a:lnTo>
                    <a:pt x="153" y="18"/>
                  </a:lnTo>
                  <a:lnTo>
                    <a:pt x="151" y="18"/>
                  </a:lnTo>
                  <a:lnTo>
                    <a:pt x="150" y="16"/>
                  </a:lnTo>
                  <a:lnTo>
                    <a:pt x="149" y="13"/>
                  </a:lnTo>
                  <a:lnTo>
                    <a:pt x="147" y="9"/>
                  </a:lnTo>
                  <a:lnTo>
                    <a:pt x="147" y="8"/>
                  </a:lnTo>
                  <a:lnTo>
                    <a:pt x="150" y="7"/>
                  </a:lnTo>
                  <a:lnTo>
                    <a:pt x="153" y="5"/>
                  </a:lnTo>
                  <a:lnTo>
                    <a:pt x="154" y="5"/>
                  </a:lnTo>
                  <a:close/>
                  <a:moveTo>
                    <a:pt x="143" y="4"/>
                  </a:moveTo>
                  <a:lnTo>
                    <a:pt x="142" y="5"/>
                  </a:lnTo>
                  <a:lnTo>
                    <a:pt x="142" y="7"/>
                  </a:lnTo>
                  <a:lnTo>
                    <a:pt x="141" y="8"/>
                  </a:lnTo>
                  <a:lnTo>
                    <a:pt x="141" y="5"/>
                  </a:lnTo>
                  <a:lnTo>
                    <a:pt x="143" y="4"/>
                  </a:lnTo>
                  <a:close/>
                  <a:moveTo>
                    <a:pt x="147" y="4"/>
                  </a:moveTo>
                  <a:lnTo>
                    <a:pt x="149" y="5"/>
                  </a:lnTo>
                  <a:lnTo>
                    <a:pt x="147" y="7"/>
                  </a:lnTo>
                  <a:lnTo>
                    <a:pt x="146" y="7"/>
                  </a:lnTo>
                  <a:lnTo>
                    <a:pt x="145" y="7"/>
                  </a:lnTo>
                  <a:lnTo>
                    <a:pt x="145" y="5"/>
                  </a:lnTo>
                  <a:lnTo>
                    <a:pt x="146" y="5"/>
                  </a:lnTo>
                  <a:lnTo>
                    <a:pt x="146" y="4"/>
                  </a:lnTo>
                  <a:lnTo>
                    <a:pt x="147" y="4"/>
                  </a:lnTo>
                  <a:close/>
                  <a:moveTo>
                    <a:pt x="596" y="3"/>
                  </a:moveTo>
                  <a:lnTo>
                    <a:pt x="599" y="4"/>
                  </a:lnTo>
                  <a:lnTo>
                    <a:pt x="600" y="7"/>
                  </a:lnTo>
                  <a:lnTo>
                    <a:pt x="599" y="9"/>
                  </a:lnTo>
                  <a:lnTo>
                    <a:pt x="598" y="11"/>
                  </a:lnTo>
                  <a:lnTo>
                    <a:pt x="596" y="9"/>
                  </a:lnTo>
                  <a:lnTo>
                    <a:pt x="598" y="8"/>
                  </a:lnTo>
                  <a:lnTo>
                    <a:pt x="595" y="5"/>
                  </a:lnTo>
                  <a:lnTo>
                    <a:pt x="595" y="4"/>
                  </a:lnTo>
                  <a:lnTo>
                    <a:pt x="596" y="3"/>
                  </a:lnTo>
                  <a:close/>
                  <a:moveTo>
                    <a:pt x="128" y="1"/>
                  </a:moveTo>
                  <a:lnTo>
                    <a:pt x="129" y="3"/>
                  </a:lnTo>
                  <a:lnTo>
                    <a:pt x="129" y="5"/>
                  </a:lnTo>
                  <a:lnTo>
                    <a:pt x="130" y="8"/>
                  </a:lnTo>
                  <a:lnTo>
                    <a:pt x="129" y="8"/>
                  </a:lnTo>
                  <a:lnTo>
                    <a:pt x="126" y="8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8" y="1"/>
                  </a:lnTo>
                  <a:close/>
                  <a:moveTo>
                    <a:pt x="135" y="1"/>
                  </a:moveTo>
                  <a:lnTo>
                    <a:pt x="138" y="1"/>
                  </a:lnTo>
                  <a:lnTo>
                    <a:pt x="139" y="4"/>
                  </a:lnTo>
                  <a:lnTo>
                    <a:pt x="139" y="5"/>
                  </a:lnTo>
                  <a:lnTo>
                    <a:pt x="137" y="4"/>
                  </a:lnTo>
                  <a:lnTo>
                    <a:pt x="135" y="3"/>
                  </a:lnTo>
                  <a:lnTo>
                    <a:pt x="135" y="1"/>
                  </a:lnTo>
                  <a:close/>
                  <a:moveTo>
                    <a:pt x="132" y="1"/>
                  </a:moveTo>
                  <a:lnTo>
                    <a:pt x="133" y="4"/>
                  </a:lnTo>
                  <a:lnTo>
                    <a:pt x="134" y="5"/>
                  </a:lnTo>
                  <a:lnTo>
                    <a:pt x="133" y="7"/>
                  </a:lnTo>
                  <a:lnTo>
                    <a:pt x="132" y="7"/>
                  </a:lnTo>
                  <a:lnTo>
                    <a:pt x="130" y="4"/>
                  </a:lnTo>
                  <a:lnTo>
                    <a:pt x="130" y="1"/>
                  </a:lnTo>
                  <a:lnTo>
                    <a:pt x="132" y="1"/>
                  </a:lnTo>
                  <a:close/>
                  <a:moveTo>
                    <a:pt x="313" y="0"/>
                  </a:moveTo>
                  <a:lnTo>
                    <a:pt x="315" y="1"/>
                  </a:lnTo>
                  <a:lnTo>
                    <a:pt x="316" y="3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0" y="3"/>
                  </a:lnTo>
                  <a:lnTo>
                    <a:pt x="317" y="5"/>
                  </a:lnTo>
                  <a:lnTo>
                    <a:pt x="316" y="5"/>
                  </a:lnTo>
                  <a:lnTo>
                    <a:pt x="315" y="4"/>
                  </a:lnTo>
                  <a:lnTo>
                    <a:pt x="312" y="3"/>
                  </a:lnTo>
                  <a:lnTo>
                    <a:pt x="311" y="3"/>
                  </a:lnTo>
                  <a:lnTo>
                    <a:pt x="312" y="1"/>
                  </a:lnTo>
                  <a:lnTo>
                    <a:pt x="313" y="0"/>
                  </a:lnTo>
                  <a:close/>
                  <a:moveTo>
                    <a:pt x="563" y="0"/>
                  </a:moveTo>
                  <a:lnTo>
                    <a:pt x="566" y="0"/>
                  </a:lnTo>
                  <a:lnTo>
                    <a:pt x="569" y="3"/>
                  </a:lnTo>
                  <a:lnTo>
                    <a:pt x="571" y="1"/>
                  </a:lnTo>
                  <a:lnTo>
                    <a:pt x="573" y="1"/>
                  </a:lnTo>
                  <a:lnTo>
                    <a:pt x="574" y="4"/>
                  </a:lnTo>
                  <a:lnTo>
                    <a:pt x="577" y="5"/>
                  </a:lnTo>
                  <a:lnTo>
                    <a:pt x="581" y="3"/>
                  </a:lnTo>
                  <a:lnTo>
                    <a:pt x="582" y="3"/>
                  </a:lnTo>
                  <a:lnTo>
                    <a:pt x="582" y="5"/>
                  </a:lnTo>
                  <a:lnTo>
                    <a:pt x="583" y="7"/>
                  </a:lnTo>
                  <a:lnTo>
                    <a:pt x="586" y="8"/>
                  </a:lnTo>
                  <a:lnTo>
                    <a:pt x="586" y="9"/>
                  </a:lnTo>
                  <a:lnTo>
                    <a:pt x="584" y="11"/>
                  </a:lnTo>
                  <a:lnTo>
                    <a:pt x="584" y="12"/>
                  </a:lnTo>
                  <a:lnTo>
                    <a:pt x="583" y="13"/>
                  </a:lnTo>
                  <a:lnTo>
                    <a:pt x="583" y="16"/>
                  </a:lnTo>
                  <a:lnTo>
                    <a:pt x="581" y="20"/>
                  </a:lnTo>
                  <a:lnTo>
                    <a:pt x="578" y="20"/>
                  </a:lnTo>
                  <a:lnTo>
                    <a:pt x="577" y="24"/>
                  </a:lnTo>
                  <a:lnTo>
                    <a:pt x="578" y="24"/>
                  </a:lnTo>
                  <a:lnTo>
                    <a:pt x="584" y="21"/>
                  </a:lnTo>
                  <a:lnTo>
                    <a:pt x="587" y="16"/>
                  </a:lnTo>
                  <a:lnTo>
                    <a:pt x="590" y="16"/>
                  </a:lnTo>
                  <a:lnTo>
                    <a:pt x="590" y="18"/>
                  </a:lnTo>
                  <a:lnTo>
                    <a:pt x="588" y="21"/>
                  </a:lnTo>
                  <a:lnTo>
                    <a:pt x="588" y="22"/>
                  </a:lnTo>
                  <a:lnTo>
                    <a:pt x="590" y="22"/>
                  </a:lnTo>
                  <a:lnTo>
                    <a:pt x="592" y="18"/>
                  </a:lnTo>
                  <a:lnTo>
                    <a:pt x="595" y="18"/>
                  </a:lnTo>
                  <a:lnTo>
                    <a:pt x="596" y="18"/>
                  </a:lnTo>
                  <a:lnTo>
                    <a:pt x="599" y="18"/>
                  </a:lnTo>
                  <a:lnTo>
                    <a:pt x="599" y="16"/>
                  </a:lnTo>
                  <a:lnTo>
                    <a:pt x="600" y="16"/>
                  </a:lnTo>
                  <a:lnTo>
                    <a:pt x="603" y="17"/>
                  </a:lnTo>
                  <a:lnTo>
                    <a:pt x="604" y="16"/>
                  </a:lnTo>
                  <a:lnTo>
                    <a:pt x="607" y="18"/>
                  </a:lnTo>
                  <a:lnTo>
                    <a:pt x="607" y="21"/>
                  </a:lnTo>
                  <a:lnTo>
                    <a:pt x="608" y="25"/>
                  </a:lnTo>
                  <a:lnTo>
                    <a:pt x="608" y="26"/>
                  </a:lnTo>
                  <a:lnTo>
                    <a:pt x="608" y="29"/>
                  </a:lnTo>
                  <a:lnTo>
                    <a:pt x="606" y="32"/>
                  </a:lnTo>
                  <a:lnTo>
                    <a:pt x="609" y="37"/>
                  </a:lnTo>
                  <a:lnTo>
                    <a:pt x="608" y="39"/>
                  </a:lnTo>
                  <a:lnTo>
                    <a:pt x="607" y="39"/>
                  </a:lnTo>
                  <a:lnTo>
                    <a:pt x="604" y="42"/>
                  </a:lnTo>
                  <a:lnTo>
                    <a:pt x="607" y="42"/>
                  </a:lnTo>
                  <a:lnTo>
                    <a:pt x="611" y="41"/>
                  </a:lnTo>
                  <a:lnTo>
                    <a:pt x="613" y="38"/>
                  </a:lnTo>
                  <a:lnTo>
                    <a:pt x="617" y="38"/>
                  </a:lnTo>
                  <a:lnTo>
                    <a:pt x="619" y="34"/>
                  </a:lnTo>
                  <a:lnTo>
                    <a:pt x="619" y="30"/>
                  </a:lnTo>
                  <a:lnTo>
                    <a:pt x="617" y="28"/>
                  </a:lnTo>
                  <a:lnTo>
                    <a:pt x="616" y="28"/>
                  </a:lnTo>
                  <a:lnTo>
                    <a:pt x="615" y="26"/>
                  </a:lnTo>
                  <a:lnTo>
                    <a:pt x="615" y="24"/>
                  </a:lnTo>
                  <a:lnTo>
                    <a:pt x="615" y="24"/>
                  </a:lnTo>
                  <a:lnTo>
                    <a:pt x="617" y="24"/>
                  </a:lnTo>
                  <a:lnTo>
                    <a:pt x="619" y="24"/>
                  </a:lnTo>
                  <a:lnTo>
                    <a:pt x="620" y="24"/>
                  </a:lnTo>
                  <a:lnTo>
                    <a:pt x="624" y="22"/>
                  </a:lnTo>
                  <a:lnTo>
                    <a:pt x="627" y="20"/>
                  </a:lnTo>
                  <a:lnTo>
                    <a:pt x="628" y="20"/>
                  </a:lnTo>
                  <a:lnTo>
                    <a:pt x="632" y="20"/>
                  </a:lnTo>
                  <a:lnTo>
                    <a:pt x="632" y="17"/>
                  </a:lnTo>
                  <a:lnTo>
                    <a:pt x="635" y="16"/>
                  </a:lnTo>
                  <a:lnTo>
                    <a:pt x="636" y="16"/>
                  </a:lnTo>
                  <a:lnTo>
                    <a:pt x="637" y="14"/>
                  </a:lnTo>
                  <a:lnTo>
                    <a:pt x="640" y="13"/>
                  </a:lnTo>
                  <a:lnTo>
                    <a:pt x="641" y="14"/>
                  </a:lnTo>
                  <a:lnTo>
                    <a:pt x="644" y="14"/>
                  </a:lnTo>
                  <a:lnTo>
                    <a:pt x="644" y="16"/>
                  </a:lnTo>
                  <a:lnTo>
                    <a:pt x="642" y="17"/>
                  </a:lnTo>
                  <a:lnTo>
                    <a:pt x="644" y="18"/>
                  </a:lnTo>
                  <a:lnTo>
                    <a:pt x="649" y="18"/>
                  </a:lnTo>
                  <a:lnTo>
                    <a:pt x="649" y="20"/>
                  </a:lnTo>
                  <a:lnTo>
                    <a:pt x="652" y="20"/>
                  </a:lnTo>
                  <a:lnTo>
                    <a:pt x="661" y="25"/>
                  </a:lnTo>
                  <a:lnTo>
                    <a:pt x="662" y="25"/>
                  </a:lnTo>
                  <a:lnTo>
                    <a:pt x="663" y="28"/>
                  </a:lnTo>
                  <a:lnTo>
                    <a:pt x="663" y="30"/>
                  </a:lnTo>
                  <a:lnTo>
                    <a:pt x="667" y="34"/>
                  </a:lnTo>
                  <a:lnTo>
                    <a:pt x="669" y="34"/>
                  </a:lnTo>
                  <a:lnTo>
                    <a:pt x="669" y="33"/>
                  </a:lnTo>
                  <a:lnTo>
                    <a:pt x="670" y="32"/>
                  </a:lnTo>
                  <a:lnTo>
                    <a:pt x="670" y="30"/>
                  </a:lnTo>
                  <a:lnTo>
                    <a:pt x="669" y="29"/>
                  </a:lnTo>
                  <a:lnTo>
                    <a:pt x="666" y="29"/>
                  </a:lnTo>
                  <a:lnTo>
                    <a:pt x="666" y="26"/>
                  </a:lnTo>
                  <a:lnTo>
                    <a:pt x="669" y="25"/>
                  </a:lnTo>
                  <a:lnTo>
                    <a:pt x="670" y="25"/>
                  </a:lnTo>
                  <a:lnTo>
                    <a:pt x="671" y="28"/>
                  </a:lnTo>
                  <a:lnTo>
                    <a:pt x="673" y="29"/>
                  </a:lnTo>
                  <a:lnTo>
                    <a:pt x="673" y="30"/>
                  </a:lnTo>
                  <a:lnTo>
                    <a:pt x="677" y="34"/>
                  </a:lnTo>
                  <a:lnTo>
                    <a:pt x="677" y="37"/>
                  </a:lnTo>
                  <a:lnTo>
                    <a:pt x="679" y="37"/>
                  </a:lnTo>
                  <a:lnTo>
                    <a:pt x="681" y="37"/>
                  </a:lnTo>
                  <a:lnTo>
                    <a:pt x="681" y="37"/>
                  </a:lnTo>
                  <a:lnTo>
                    <a:pt x="682" y="37"/>
                  </a:lnTo>
                  <a:lnTo>
                    <a:pt x="685" y="39"/>
                  </a:lnTo>
                  <a:lnTo>
                    <a:pt x="685" y="42"/>
                  </a:lnTo>
                  <a:lnTo>
                    <a:pt x="686" y="45"/>
                  </a:lnTo>
                  <a:lnTo>
                    <a:pt x="686" y="46"/>
                  </a:lnTo>
                  <a:lnTo>
                    <a:pt x="685" y="46"/>
                  </a:lnTo>
                  <a:lnTo>
                    <a:pt x="685" y="45"/>
                  </a:lnTo>
                  <a:lnTo>
                    <a:pt x="683" y="43"/>
                  </a:lnTo>
                  <a:lnTo>
                    <a:pt x="683" y="43"/>
                  </a:lnTo>
                  <a:lnTo>
                    <a:pt x="682" y="45"/>
                  </a:lnTo>
                  <a:lnTo>
                    <a:pt x="679" y="43"/>
                  </a:lnTo>
                  <a:lnTo>
                    <a:pt x="675" y="41"/>
                  </a:lnTo>
                  <a:lnTo>
                    <a:pt x="673" y="41"/>
                  </a:lnTo>
                  <a:lnTo>
                    <a:pt x="673" y="42"/>
                  </a:lnTo>
                  <a:lnTo>
                    <a:pt x="674" y="45"/>
                  </a:lnTo>
                  <a:lnTo>
                    <a:pt x="677" y="45"/>
                  </a:lnTo>
                  <a:lnTo>
                    <a:pt x="678" y="45"/>
                  </a:lnTo>
                  <a:lnTo>
                    <a:pt x="678" y="46"/>
                  </a:lnTo>
                  <a:lnTo>
                    <a:pt x="679" y="49"/>
                  </a:lnTo>
                  <a:lnTo>
                    <a:pt x="681" y="50"/>
                  </a:lnTo>
                  <a:lnTo>
                    <a:pt x="681" y="49"/>
                  </a:lnTo>
                  <a:lnTo>
                    <a:pt x="682" y="46"/>
                  </a:lnTo>
                  <a:lnTo>
                    <a:pt x="683" y="46"/>
                  </a:lnTo>
                  <a:lnTo>
                    <a:pt x="685" y="49"/>
                  </a:lnTo>
                  <a:lnTo>
                    <a:pt x="686" y="49"/>
                  </a:lnTo>
                  <a:lnTo>
                    <a:pt x="687" y="49"/>
                  </a:lnTo>
                  <a:lnTo>
                    <a:pt x="689" y="49"/>
                  </a:lnTo>
                  <a:lnTo>
                    <a:pt x="689" y="50"/>
                  </a:lnTo>
                  <a:lnTo>
                    <a:pt x="689" y="51"/>
                  </a:lnTo>
                  <a:lnTo>
                    <a:pt x="691" y="55"/>
                  </a:lnTo>
                  <a:lnTo>
                    <a:pt x="691" y="59"/>
                  </a:lnTo>
                  <a:lnTo>
                    <a:pt x="691" y="65"/>
                  </a:lnTo>
                  <a:lnTo>
                    <a:pt x="690" y="68"/>
                  </a:lnTo>
                  <a:lnTo>
                    <a:pt x="689" y="68"/>
                  </a:lnTo>
                  <a:lnTo>
                    <a:pt x="687" y="70"/>
                  </a:lnTo>
                  <a:lnTo>
                    <a:pt x="689" y="72"/>
                  </a:lnTo>
                  <a:lnTo>
                    <a:pt x="686" y="75"/>
                  </a:lnTo>
                  <a:lnTo>
                    <a:pt x="687" y="76"/>
                  </a:lnTo>
                  <a:lnTo>
                    <a:pt x="689" y="78"/>
                  </a:lnTo>
                  <a:lnTo>
                    <a:pt x="689" y="80"/>
                  </a:lnTo>
                  <a:lnTo>
                    <a:pt x="686" y="82"/>
                  </a:lnTo>
                  <a:lnTo>
                    <a:pt x="685" y="84"/>
                  </a:lnTo>
                  <a:lnTo>
                    <a:pt x="685" y="86"/>
                  </a:lnTo>
                  <a:lnTo>
                    <a:pt x="683" y="88"/>
                  </a:lnTo>
                  <a:lnTo>
                    <a:pt x="682" y="91"/>
                  </a:lnTo>
                  <a:lnTo>
                    <a:pt x="682" y="92"/>
                  </a:lnTo>
                  <a:lnTo>
                    <a:pt x="681" y="93"/>
                  </a:lnTo>
                  <a:lnTo>
                    <a:pt x="679" y="95"/>
                  </a:lnTo>
                  <a:lnTo>
                    <a:pt x="677" y="97"/>
                  </a:lnTo>
                  <a:lnTo>
                    <a:pt x="674" y="97"/>
                  </a:lnTo>
                  <a:lnTo>
                    <a:pt x="677" y="99"/>
                  </a:lnTo>
                  <a:lnTo>
                    <a:pt x="678" y="99"/>
                  </a:lnTo>
                  <a:lnTo>
                    <a:pt x="679" y="96"/>
                  </a:lnTo>
                  <a:lnTo>
                    <a:pt x="681" y="96"/>
                  </a:lnTo>
                  <a:lnTo>
                    <a:pt x="682" y="100"/>
                  </a:lnTo>
                  <a:lnTo>
                    <a:pt x="679" y="104"/>
                  </a:lnTo>
                  <a:lnTo>
                    <a:pt x="678" y="107"/>
                  </a:lnTo>
                  <a:lnTo>
                    <a:pt x="677" y="112"/>
                  </a:lnTo>
                  <a:lnTo>
                    <a:pt x="678" y="115"/>
                  </a:lnTo>
                  <a:lnTo>
                    <a:pt x="678" y="117"/>
                  </a:lnTo>
                  <a:lnTo>
                    <a:pt x="677" y="122"/>
                  </a:lnTo>
                  <a:lnTo>
                    <a:pt x="673" y="122"/>
                  </a:lnTo>
                  <a:lnTo>
                    <a:pt x="673" y="122"/>
                  </a:lnTo>
                  <a:lnTo>
                    <a:pt x="670" y="122"/>
                  </a:lnTo>
                  <a:lnTo>
                    <a:pt x="670" y="124"/>
                  </a:lnTo>
                  <a:lnTo>
                    <a:pt x="670" y="125"/>
                  </a:lnTo>
                  <a:lnTo>
                    <a:pt x="671" y="130"/>
                  </a:lnTo>
                  <a:lnTo>
                    <a:pt x="671" y="133"/>
                  </a:lnTo>
                  <a:lnTo>
                    <a:pt x="669" y="134"/>
                  </a:lnTo>
                  <a:lnTo>
                    <a:pt x="667" y="137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7" y="145"/>
                  </a:lnTo>
                  <a:lnTo>
                    <a:pt x="667" y="146"/>
                  </a:lnTo>
                  <a:lnTo>
                    <a:pt x="670" y="147"/>
                  </a:lnTo>
                  <a:lnTo>
                    <a:pt x="667" y="154"/>
                  </a:lnTo>
                  <a:lnTo>
                    <a:pt x="666" y="155"/>
                  </a:lnTo>
                  <a:lnTo>
                    <a:pt x="666" y="158"/>
                  </a:lnTo>
                  <a:lnTo>
                    <a:pt x="666" y="155"/>
                  </a:lnTo>
                  <a:lnTo>
                    <a:pt x="669" y="155"/>
                  </a:lnTo>
                  <a:lnTo>
                    <a:pt x="671" y="154"/>
                  </a:lnTo>
                  <a:lnTo>
                    <a:pt x="671" y="151"/>
                  </a:lnTo>
                  <a:lnTo>
                    <a:pt x="671" y="150"/>
                  </a:lnTo>
                  <a:lnTo>
                    <a:pt x="673" y="149"/>
                  </a:lnTo>
                  <a:lnTo>
                    <a:pt x="675" y="149"/>
                  </a:lnTo>
                  <a:lnTo>
                    <a:pt x="677" y="147"/>
                  </a:lnTo>
                  <a:lnTo>
                    <a:pt x="675" y="147"/>
                  </a:lnTo>
                  <a:lnTo>
                    <a:pt x="671" y="143"/>
                  </a:lnTo>
                  <a:lnTo>
                    <a:pt x="670" y="141"/>
                  </a:lnTo>
                  <a:lnTo>
                    <a:pt x="671" y="138"/>
                  </a:lnTo>
                  <a:lnTo>
                    <a:pt x="675" y="137"/>
                  </a:lnTo>
                  <a:lnTo>
                    <a:pt x="679" y="137"/>
                  </a:lnTo>
                  <a:lnTo>
                    <a:pt x="683" y="134"/>
                  </a:lnTo>
                  <a:lnTo>
                    <a:pt x="685" y="134"/>
                  </a:lnTo>
                  <a:lnTo>
                    <a:pt x="686" y="133"/>
                  </a:lnTo>
                  <a:lnTo>
                    <a:pt x="685" y="130"/>
                  </a:lnTo>
                  <a:lnTo>
                    <a:pt x="689" y="128"/>
                  </a:lnTo>
                  <a:lnTo>
                    <a:pt x="690" y="125"/>
                  </a:lnTo>
                  <a:lnTo>
                    <a:pt x="689" y="122"/>
                  </a:lnTo>
                  <a:lnTo>
                    <a:pt x="689" y="121"/>
                  </a:lnTo>
                  <a:lnTo>
                    <a:pt x="691" y="122"/>
                  </a:lnTo>
                  <a:lnTo>
                    <a:pt x="694" y="122"/>
                  </a:lnTo>
                  <a:lnTo>
                    <a:pt x="696" y="120"/>
                  </a:lnTo>
                  <a:lnTo>
                    <a:pt x="695" y="117"/>
                  </a:lnTo>
                  <a:lnTo>
                    <a:pt x="699" y="115"/>
                  </a:lnTo>
                  <a:lnTo>
                    <a:pt x="699" y="112"/>
                  </a:lnTo>
                  <a:lnTo>
                    <a:pt x="698" y="111"/>
                  </a:lnTo>
                  <a:lnTo>
                    <a:pt x="694" y="112"/>
                  </a:lnTo>
                  <a:lnTo>
                    <a:pt x="694" y="115"/>
                  </a:lnTo>
                  <a:lnTo>
                    <a:pt x="690" y="117"/>
                  </a:lnTo>
                  <a:lnTo>
                    <a:pt x="687" y="116"/>
                  </a:lnTo>
                  <a:lnTo>
                    <a:pt x="686" y="112"/>
                  </a:lnTo>
                  <a:lnTo>
                    <a:pt x="687" y="109"/>
                  </a:lnTo>
                  <a:lnTo>
                    <a:pt x="687" y="105"/>
                  </a:lnTo>
                  <a:lnTo>
                    <a:pt x="690" y="104"/>
                  </a:lnTo>
                  <a:lnTo>
                    <a:pt x="692" y="104"/>
                  </a:lnTo>
                  <a:lnTo>
                    <a:pt x="696" y="107"/>
                  </a:lnTo>
                  <a:lnTo>
                    <a:pt x="698" y="104"/>
                  </a:lnTo>
                  <a:lnTo>
                    <a:pt x="698" y="101"/>
                  </a:lnTo>
                  <a:lnTo>
                    <a:pt x="702" y="100"/>
                  </a:lnTo>
                  <a:lnTo>
                    <a:pt x="702" y="103"/>
                  </a:lnTo>
                  <a:lnTo>
                    <a:pt x="700" y="104"/>
                  </a:lnTo>
                  <a:lnTo>
                    <a:pt x="700" y="107"/>
                  </a:lnTo>
                  <a:lnTo>
                    <a:pt x="707" y="112"/>
                  </a:lnTo>
                  <a:lnTo>
                    <a:pt x="710" y="112"/>
                  </a:lnTo>
                  <a:lnTo>
                    <a:pt x="712" y="111"/>
                  </a:lnTo>
                  <a:lnTo>
                    <a:pt x="716" y="109"/>
                  </a:lnTo>
                  <a:lnTo>
                    <a:pt x="719" y="108"/>
                  </a:lnTo>
                  <a:lnTo>
                    <a:pt x="717" y="105"/>
                  </a:lnTo>
                  <a:lnTo>
                    <a:pt x="714" y="101"/>
                  </a:lnTo>
                  <a:lnTo>
                    <a:pt x="714" y="100"/>
                  </a:lnTo>
                  <a:lnTo>
                    <a:pt x="715" y="100"/>
                  </a:lnTo>
                  <a:lnTo>
                    <a:pt x="720" y="104"/>
                  </a:lnTo>
                  <a:lnTo>
                    <a:pt x="721" y="104"/>
                  </a:lnTo>
                  <a:lnTo>
                    <a:pt x="724" y="107"/>
                  </a:lnTo>
                  <a:lnTo>
                    <a:pt x="724" y="108"/>
                  </a:lnTo>
                  <a:lnTo>
                    <a:pt x="724" y="111"/>
                  </a:lnTo>
                  <a:lnTo>
                    <a:pt x="727" y="113"/>
                  </a:lnTo>
                  <a:lnTo>
                    <a:pt x="728" y="117"/>
                  </a:lnTo>
                  <a:lnTo>
                    <a:pt x="728" y="118"/>
                  </a:lnTo>
                  <a:lnTo>
                    <a:pt x="728" y="117"/>
                  </a:lnTo>
                  <a:lnTo>
                    <a:pt x="731" y="115"/>
                  </a:lnTo>
                  <a:lnTo>
                    <a:pt x="732" y="115"/>
                  </a:lnTo>
                  <a:lnTo>
                    <a:pt x="733" y="112"/>
                  </a:lnTo>
                  <a:lnTo>
                    <a:pt x="732" y="112"/>
                  </a:lnTo>
                  <a:lnTo>
                    <a:pt x="731" y="113"/>
                  </a:lnTo>
                  <a:lnTo>
                    <a:pt x="728" y="112"/>
                  </a:lnTo>
                  <a:lnTo>
                    <a:pt x="727" y="109"/>
                  </a:lnTo>
                  <a:lnTo>
                    <a:pt x="729" y="107"/>
                  </a:lnTo>
                  <a:lnTo>
                    <a:pt x="732" y="105"/>
                  </a:lnTo>
                  <a:lnTo>
                    <a:pt x="733" y="103"/>
                  </a:lnTo>
                  <a:lnTo>
                    <a:pt x="735" y="103"/>
                  </a:lnTo>
                  <a:lnTo>
                    <a:pt x="736" y="101"/>
                  </a:lnTo>
                  <a:lnTo>
                    <a:pt x="741" y="100"/>
                  </a:lnTo>
                  <a:lnTo>
                    <a:pt x="749" y="99"/>
                  </a:lnTo>
                  <a:lnTo>
                    <a:pt x="758" y="99"/>
                  </a:lnTo>
                  <a:lnTo>
                    <a:pt x="765" y="95"/>
                  </a:lnTo>
                  <a:lnTo>
                    <a:pt x="769" y="95"/>
                  </a:lnTo>
                  <a:lnTo>
                    <a:pt x="773" y="96"/>
                  </a:lnTo>
                  <a:lnTo>
                    <a:pt x="771" y="97"/>
                  </a:lnTo>
                  <a:lnTo>
                    <a:pt x="771" y="99"/>
                  </a:lnTo>
                  <a:lnTo>
                    <a:pt x="770" y="101"/>
                  </a:lnTo>
                  <a:lnTo>
                    <a:pt x="771" y="105"/>
                  </a:lnTo>
                  <a:lnTo>
                    <a:pt x="774" y="108"/>
                  </a:lnTo>
                  <a:lnTo>
                    <a:pt x="785" y="109"/>
                  </a:lnTo>
                  <a:lnTo>
                    <a:pt x="787" y="109"/>
                  </a:lnTo>
                  <a:lnTo>
                    <a:pt x="787" y="109"/>
                  </a:lnTo>
                  <a:lnTo>
                    <a:pt x="791" y="109"/>
                  </a:lnTo>
                  <a:lnTo>
                    <a:pt x="794" y="109"/>
                  </a:lnTo>
                  <a:lnTo>
                    <a:pt x="802" y="109"/>
                  </a:lnTo>
                  <a:lnTo>
                    <a:pt x="807" y="105"/>
                  </a:lnTo>
                  <a:lnTo>
                    <a:pt x="808" y="107"/>
                  </a:lnTo>
                  <a:lnTo>
                    <a:pt x="811" y="107"/>
                  </a:lnTo>
                  <a:lnTo>
                    <a:pt x="812" y="104"/>
                  </a:lnTo>
                  <a:lnTo>
                    <a:pt x="811" y="103"/>
                  </a:lnTo>
                  <a:lnTo>
                    <a:pt x="814" y="101"/>
                  </a:lnTo>
                  <a:lnTo>
                    <a:pt x="816" y="103"/>
                  </a:lnTo>
                  <a:lnTo>
                    <a:pt x="819" y="101"/>
                  </a:lnTo>
                  <a:lnTo>
                    <a:pt x="820" y="103"/>
                  </a:lnTo>
                  <a:lnTo>
                    <a:pt x="821" y="104"/>
                  </a:lnTo>
                  <a:lnTo>
                    <a:pt x="823" y="101"/>
                  </a:lnTo>
                  <a:lnTo>
                    <a:pt x="821" y="100"/>
                  </a:lnTo>
                  <a:lnTo>
                    <a:pt x="820" y="97"/>
                  </a:lnTo>
                  <a:lnTo>
                    <a:pt x="820" y="95"/>
                  </a:lnTo>
                  <a:lnTo>
                    <a:pt x="819" y="93"/>
                  </a:lnTo>
                  <a:lnTo>
                    <a:pt x="816" y="93"/>
                  </a:lnTo>
                  <a:lnTo>
                    <a:pt x="816" y="90"/>
                  </a:lnTo>
                  <a:lnTo>
                    <a:pt x="815" y="90"/>
                  </a:lnTo>
                  <a:lnTo>
                    <a:pt x="814" y="87"/>
                  </a:lnTo>
                  <a:lnTo>
                    <a:pt x="812" y="86"/>
                  </a:lnTo>
                  <a:lnTo>
                    <a:pt x="812" y="82"/>
                  </a:lnTo>
                  <a:lnTo>
                    <a:pt x="814" y="80"/>
                  </a:lnTo>
                  <a:lnTo>
                    <a:pt x="814" y="82"/>
                  </a:lnTo>
                  <a:lnTo>
                    <a:pt x="815" y="82"/>
                  </a:lnTo>
                  <a:lnTo>
                    <a:pt x="818" y="80"/>
                  </a:lnTo>
                  <a:lnTo>
                    <a:pt x="816" y="79"/>
                  </a:lnTo>
                  <a:lnTo>
                    <a:pt x="816" y="76"/>
                  </a:lnTo>
                  <a:lnTo>
                    <a:pt x="818" y="76"/>
                  </a:lnTo>
                  <a:lnTo>
                    <a:pt x="821" y="79"/>
                  </a:lnTo>
                  <a:lnTo>
                    <a:pt x="823" y="78"/>
                  </a:lnTo>
                  <a:lnTo>
                    <a:pt x="823" y="76"/>
                  </a:lnTo>
                  <a:lnTo>
                    <a:pt x="824" y="78"/>
                  </a:lnTo>
                  <a:lnTo>
                    <a:pt x="827" y="78"/>
                  </a:lnTo>
                  <a:lnTo>
                    <a:pt x="828" y="76"/>
                  </a:lnTo>
                  <a:lnTo>
                    <a:pt x="829" y="75"/>
                  </a:lnTo>
                  <a:lnTo>
                    <a:pt x="832" y="78"/>
                  </a:lnTo>
                  <a:lnTo>
                    <a:pt x="833" y="78"/>
                  </a:lnTo>
                  <a:lnTo>
                    <a:pt x="835" y="80"/>
                  </a:lnTo>
                  <a:lnTo>
                    <a:pt x="836" y="79"/>
                  </a:lnTo>
                  <a:lnTo>
                    <a:pt x="836" y="76"/>
                  </a:lnTo>
                  <a:lnTo>
                    <a:pt x="839" y="78"/>
                  </a:lnTo>
                  <a:lnTo>
                    <a:pt x="840" y="79"/>
                  </a:lnTo>
                  <a:lnTo>
                    <a:pt x="839" y="80"/>
                  </a:lnTo>
                  <a:lnTo>
                    <a:pt x="837" y="83"/>
                  </a:lnTo>
                  <a:lnTo>
                    <a:pt x="839" y="83"/>
                  </a:lnTo>
                  <a:lnTo>
                    <a:pt x="841" y="83"/>
                  </a:lnTo>
                  <a:lnTo>
                    <a:pt x="841" y="83"/>
                  </a:lnTo>
                  <a:lnTo>
                    <a:pt x="841" y="82"/>
                  </a:lnTo>
                  <a:lnTo>
                    <a:pt x="843" y="82"/>
                  </a:lnTo>
                  <a:lnTo>
                    <a:pt x="844" y="82"/>
                  </a:lnTo>
                  <a:lnTo>
                    <a:pt x="844" y="79"/>
                  </a:lnTo>
                  <a:lnTo>
                    <a:pt x="843" y="78"/>
                  </a:lnTo>
                  <a:lnTo>
                    <a:pt x="843" y="76"/>
                  </a:lnTo>
                  <a:lnTo>
                    <a:pt x="845" y="76"/>
                  </a:lnTo>
                  <a:lnTo>
                    <a:pt x="848" y="76"/>
                  </a:lnTo>
                  <a:lnTo>
                    <a:pt x="849" y="76"/>
                  </a:lnTo>
                  <a:lnTo>
                    <a:pt x="850" y="76"/>
                  </a:lnTo>
                  <a:lnTo>
                    <a:pt x="854" y="76"/>
                  </a:lnTo>
                  <a:lnTo>
                    <a:pt x="854" y="78"/>
                  </a:lnTo>
                  <a:lnTo>
                    <a:pt x="854" y="82"/>
                  </a:lnTo>
                  <a:lnTo>
                    <a:pt x="856" y="79"/>
                  </a:lnTo>
                  <a:lnTo>
                    <a:pt x="856" y="79"/>
                  </a:lnTo>
                  <a:lnTo>
                    <a:pt x="858" y="78"/>
                  </a:lnTo>
                  <a:lnTo>
                    <a:pt x="860" y="80"/>
                  </a:lnTo>
                  <a:lnTo>
                    <a:pt x="861" y="80"/>
                  </a:lnTo>
                  <a:lnTo>
                    <a:pt x="862" y="79"/>
                  </a:lnTo>
                  <a:lnTo>
                    <a:pt x="865" y="82"/>
                  </a:lnTo>
                  <a:lnTo>
                    <a:pt x="866" y="86"/>
                  </a:lnTo>
                  <a:lnTo>
                    <a:pt x="868" y="83"/>
                  </a:lnTo>
                  <a:lnTo>
                    <a:pt x="869" y="82"/>
                  </a:lnTo>
                  <a:lnTo>
                    <a:pt x="870" y="83"/>
                  </a:lnTo>
                  <a:lnTo>
                    <a:pt x="869" y="86"/>
                  </a:lnTo>
                  <a:lnTo>
                    <a:pt x="870" y="87"/>
                  </a:lnTo>
                  <a:lnTo>
                    <a:pt x="872" y="88"/>
                  </a:lnTo>
                  <a:lnTo>
                    <a:pt x="873" y="88"/>
                  </a:lnTo>
                  <a:lnTo>
                    <a:pt x="874" y="91"/>
                  </a:lnTo>
                  <a:lnTo>
                    <a:pt x="875" y="90"/>
                  </a:lnTo>
                  <a:lnTo>
                    <a:pt x="875" y="90"/>
                  </a:lnTo>
                  <a:lnTo>
                    <a:pt x="877" y="92"/>
                  </a:lnTo>
                  <a:lnTo>
                    <a:pt x="875" y="93"/>
                  </a:lnTo>
                  <a:lnTo>
                    <a:pt x="875" y="96"/>
                  </a:lnTo>
                  <a:lnTo>
                    <a:pt x="878" y="93"/>
                  </a:lnTo>
                  <a:lnTo>
                    <a:pt x="881" y="93"/>
                  </a:lnTo>
                  <a:lnTo>
                    <a:pt x="881" y="95"/>
                  </a:lnTo>
                  <a:lnTo>
                    <a:pt x="877" y="99"/>
                  </a:lnTo>
                  <a:lnTo>
                    <a:pt x="877" y="103"/>
                  </a:lnTo>
                  <a:lnTo>
                    <a:pt x="881" y="103"/>
                  </a:lnTo>
                  <a:lnTo>
                    <a:pt x="882" y="101"/>
                  </a:lnTo>
                  <a:lnTo>
                    <a:pt x="883" y="100"/>
                  </a:lnTo>
                  <a:lnTo>
                    <a:pt x="885" y="101"/>
                  </a:lnTo>
                  <a:lnTo>
                    <a:pt x="885" y="104"/>
                  </a:lnTo>
                  <a:lnTo>
                    <a:pt x="886" y="103"/>
                  </a:lnTo>
                  <a:lnTo>
                    <a:pt x="889" y="105"/>
                  </a:lnTo>
                  <a:lnTo>
                    <a:pt x="889" y="109"/>
                  </a:lnTo>
                  <a:lnTo>
                    <a:pt x="891" y="108"/>
                  </a:lnTo>
                  <a:lnTo>
                    <a:pt x="891" y="111"/>
                  </a:lnTo>
                  <a:lnTo>
                    <a:pt x="893" y="109"/>
                  </a:lnTo>
                  <a:lnTo>
                    <a:pt x="894" y="111"/>
                  </a:lnTo>
                  <a:lnTo>
                    <a:pt x="891" y="115"/>
                  </a:lnTo>
                  <a:lnTo>
                    <a:pt x="889" y="116"/>
                  </a:lnTo>
                  <a:lnTo>
                    <a:pt x="886" y="115"/>
                  </a:lnTo>
                  <a:lnTo>
                    <a:pt x="882" y="113"/>
                  </a:lnTo>
                  <a:lnTo>
                    <a:pt x="877" y="113"/>
                  </a:lnTo>
                  <a:lnTo>
                    <a:pt x="879" y="115"/>
                  </a:lnTo>
                  <a:lnTo>
                    <a:pt x="879" y="117"/>
                  </a:lnTo>
                  <a:lnTo>
                    <a:pt x="885" y="117"/>
                  </a:lnTo>
                  <a:lnTo>
                    <a:pt x="885" y="120"/>
                  </a:lnTo>
                  <a:lnTo>
                    <a:pt x="890" y="122"/>
                  </a:lnTo>
                  <a:lnTo>
                    <a:pt x="894" y="124"/>
                  </a:lnTo>
                  <a:lnTo>
                    <a:pt x="897" y="122"/>
                  </a:lnTo>
                  <a:lnTo>
                    <a:pt x="897" y="120"/>
                  </a:lnTo>
                  <a:lnTo>
                    <a:pt x="895" y="117"/>
                  </a:lnTo>
                  <a:lnTo>
                    <a:pt x="894" y="116"/>
                  </a:lnTo>
                  <a:lnTo>
                    <a:pt x="895" y="116"/>
                  </a:lnTo>
                  <a:lnTo>
                    <a:pt x="898" y="118"/>
                  </a:lnTo>
                  <a:lnTo>
                    <a:pt x="901" y="120"/>
                  </a:lnTo>
                  <a:lnTo>
                    <a:pt x="902" y="121"/>
                  </a:lnTo>
                  <a:lnTo>
                    <a:pt x="899" y="121"/>
                  </a:lnTo>
                  <a:lnTo>
                    <a:pt x="895" y="125"/>
                  </a:lnTo>
                  <a:lnTo>
                    <a:pt x="897" y="126"/>
                  </a:lnTo>
                  <a:lnTo>
                    <a:pt x="898" y="126"/>
                  </a:lnTo>
                  <a:lnTo>
                    <a:pt x="899" y="125"/>
                  </a:lnTo>
                  <a:lnTo>
                    <a:pt x="902" y="125"/>
                  </a:lnTo>
                  <a:lnTo>
                    <a:pt x="908" y="133"/>
                  </a:lnTo>
                  <a:lnTo>
                    <a:pt x="911" y="133"/>
                  </a:lnTo>
                  <a:lnTo>
                    <a:pt x="914" y="137"/>
                  </a:lnTo>
                  <a:lnTo>
                    <a:pt x="919" y="137"/>
                  </a:lnTo>
                  <a:lnTo>
                    <a:pt x="923" y="141"/>
                  </a:lnTo>
                  <a:lnTo>
                    <a:pt x="926" y="142"/>
                  </a:lnTo>
                  <a:lnTo>
                    <a:pt x="927" y="141"/>
                  </a:lnTo>
                  <a:lnTo>
                    <a:pt x="926" y="138"/>
                  </a:lnTo>
                  <a:lnTo>
                    <a:pt x="927" y="138"/>
                  </a:lnTo>
                  <a:lnTo>
                    <a:pt x="929" y="140"/>
                  </a:lnTo>
                  <a:lnTo>
                    <a:pt x="929" y="142"/>
                  </a:lnTo>
                  <a:lnTo>
                    <a:pt x="931" y="143"/>
                  </a:lnTo>
                  <a:lnTo>
                    <a:pt x="932" y="143"/>
                  </a:lnTo>
                  <a:lnTo>
                    <a:pt x="933" y="141"/>
                  </a:lnTo>
                  <a:lnTo>
                    <a:pt x="931" y="129"/>
                  </a:lnTo>
                  <a:lnTo>
                    <a:pt x="928" y="124"/>
                  </a:lnTo>
                  <a:lnTo>
                    <a:pt x="926" y="116"/>
                  </a:lnTo>
                  <a:lnTo>
                    <a:pt x="924" y="109"/>
                  </a:lnTo>
                  <a:lnTo>
                    <a:pt x="923" y="107"/>
                  </a:lnTo>
                  <a:lnTo>
                    <a:pt x="922" y="104"/>
                  </a:lnTo>
                  <a:lnTo>
                    <a:pt x="924" y="105"/>
                  </a:lnTo>
                  <a:lnTo>
                    <a:pt x="926" y="108"/>
                  </a:lnTo>
                  <a:lnTo>
                    <a:pt x="928" y="111"/>
                  </a:lnTo>
                  <a:lnTo>
                    <a:pt x="931" y="112"/>
                  </a:lnTo>
                  <a:lnTo>
                    <a:pt x="933" y="115"/>
                  </a:lnTo>
                  <a:lnTo>
                    <a:pt x="939" y="115"/>
                  </a:lnTo>
                  <a:lnTo>
                    <a:pt x="948" y="113"/>
                  </a:lnTo>
                  <a:lnTo>
                    <a:pt x="949" y="115"/>
                  </a:lnTo>
                  <a:lnTo>
                    <a:pt x="952" y="113"/>
                  </a:lnTo>
                  <a:lnTo>
                    <a:pt x="953" y="116"/>
                  </a:lnTo>
                  <a:lnTo>
                    <a:pt x="954" y="115"/>
                  </a:lnTo>
                  <a:lnTo>
                    <a:pt x="952" y="112"/>
                  </a:lnTo>
                  <a:lnTo>
                    <a:pt x="953" y="111"/>
                  </a:lnTo>
                  <a:lnTo>
                    <a:pt x="951" y="109"/>
                  </a:lnTo>
                  <a:lnTo>
                    <a:pt x="952" y="108"/>
                  </a:lnTo>
                  <a:lnTo>
                    <a:pt x="952" y="105"/>
                  </a:lnTo>
                  <a:lnTo>
                    <a:pt x="960" y="103"/>
                  </a:lnTo>
                  <a:lnTo>
                    <a:pt x="961" y="103"/>
                  </a:lnTo>
                  <a:lnTo>
                    <a:pt x="964" y="103"/>
                  </a:lnTo>
                  <a:lnTo>
                    <a:pt x="966" y="104"/>
                  </a:lnTo>
                  <a:lnTo>
                    <a:pt x="970" y="104"/>
                  </a:lnTo>
                  <a:lnTo>
                    <a:pt x="973" y="107"/>
                  </a:lnTo>
                  <a:lnTo>
                    <a:pt x="976" y="108"/>
                  </a:lnTo>
                  <a:lnTo>
                    <a:pt x="977" y="111"/>
                  </a:lnTo>
                  <a:lnTo>
                    <a:pt x="981" y="111"/>
                  </a:lnTo>
                  <a:lnTo>
                    <a:pt x="982" y="113"/>
                  </a:lnTo>
                  <a:lnTo>
                    <a:pt x="987" y="113"/>
                  </a:lnTo>
                  <a:lnTo>
                    <a:pt x="983" y="111"/>
                  </a:lnTo>
                  <a:lnTo>
                    <a:pt x="983" y="109"/>
                  </a:lnTo>
                  <a:lnTo>
                    <a:pt x="987" y="111"/>
                  </a:lnTo>
                  <a:lnTo>
                    <a:pt x="989" y="109"/>
                  </a:lnTo>
                  <a:lnTo>
                    <a:pt x="986" y="108"/>
                  </a:lnTo>
                  <a:lnTo>
                    <a:pt x="989" y="105"/>
                  </a:lnTo>
                  <a:lnTo>
                    <a:pt x="986" y="104"/>
                  </a:lnTo>
                  <a:lnTo>
                    <a:pt x="983" y="105"/>
                  </a:lnTo>
                  <a:lnTo>
                    <a:pt x="981" y="104"/>
                  </a:lnTo>
                  <a:lnTo>
                    <a:pt x="981" y="101"/>
                  </a:lnTo>
                  <a:lnTo>
                    <a:pt x="980" y="99"/>
                  </a:lnTo>
                  <a:lnTo>
                    <a:pt x="981" y="97"/>
                  </a:lnTo>
                  <a:lnTo>
                    <a:pt x="982" y="99"/>
                  </a:lnTo>
                  <a:lnTo>
                    <a:pt x="985" y="97"/>
                  </a:lnTo>
                  <a:lnTo>
                    <a:pt x="983" y="95"/>
                  </a:lnTo>
                  <a:lnTo>
                    <a:pt x="985" y="95"/>
                  </a:lnTo>
                  <a:lnTo>
                    <a:pt x="989" y="97"/>
                  </a:lnTo>
                  <a:lnTo>
                    <a:pt x="989" y="100"/>
                  </a:lnTo>
                  <a:lnTo>
                    <a:pt x="991" y="99"/>
                  </a:lnTo>
                  <a:lnTo>
                    <a:pt x="993" y="100"/>
                  </a:lnTo>
                  <a:lnTo>
                    <a:pt x="994" y="100"/>
                  </a:lnTo>
                  <a:lnTo>
                    <a:pt x="993" y="97"/>
                  </a:lnTo>
                  <a:lnTo>
                    <a:pt x="995" y="96"/>
                  </a:lnTo>
                  <a:lnTo>
                    <a:pt x="997" y="97"/>
                  </a:lnTo>
                  <a:lnTo>
                    <a:pt x="998" y="95"/>
                  </a:lnTo>
                  <a:lnTo>
                    <a:pt x="994" y="91"/>
                  </a:lnTo>
                  <a:lnTo>
                    <a:pt x="991" y="91"/>
                  </a:lnTo>
                  <a:lnTo>
                    <a:pt x="989" y="87"/>
                  </a:lnTo>
                  <a:lnTo>
                    <a:pt x="989" y="84"/>
                  </a:lnTo>
                  <a:lnTo>
                    <a:pt x="987" y="83"/>
                  </a:lnTo>
                  <a:lnTo>
                    <a:pt x="985" y="84"/>
                  </a:lnTo>
                  <a:lnTo>
                    <a:pt x="982" y="83"/>
                  </a:lnTo>
                  <a:lnTo>
                    <a:pt x="986" y="82"/>
                  </a:lnTo>
                  <a:lnTo>
                    <a:pt x="985" y="79"/>
                  </a:lnTo>
                  <a:lnTo>
                    <a:pt x="985" y="79"/>
                  </a:lnTo>
                  <a:lnTo>
                    <a:pt x="983" y="76"/>
                  </a:lnTo>
                  <a:lnTo>
                    <a:pt x="987" y="76"/>
                  </a:lnTo>
                  <a:lnTo>
                    <a:pt x="989" y="71"/>
                  </a:lnTo>
                  <a:lnTo>
                    <a:pt x="983" y="72"/>
                  </a:lnTo>
                  <a:lnTo>
                    <a:pt x="981" y="75"/>
                  </a:lnTo>
                  <a:lnTo>
                    <a:pt x="981" y="78"/>
                  </a:lnTo>
                  <a:lnTo>
                    <a:pt x="977" y="76"/>
                  </a:lnTo>
                  <a:lnTo>
                    <a:pt x="974" y="72"/>
                  </a:lnTo>
                  <a:lnTo>
                    <a:pt x="976" y="70"/>
                  </a:lnTo>
                  <a:lnTo>
                    <a:pt x="976" y="67"/>
                  </a:lnTo>
                  <a:lnTo>
                    <a:pt x="980" y="66"/>
                  </a:lnTo>
                  <a:lnTo>
                    <a:pt x="982" y="66"/>
                  </a:lnTo>
                  <a:lnTo>
                    <a:pt x="986" y="62"/>
                  </a:lnTo>
                  <a:lnTo>
                    <a:pt x="986" y="61"/>
                  </a:lnTo>
                  <a:lnTo>
                    <a:pt x="985" y="58"/>
                  </a:lnTo>
                  <a:lnTo>
                    <a:pt x="982" y="58"/>
                  </a:lnTo>
                  <a:lnTo>
                    <a:pt x="980" y="57"/>
                  </a:lnTo>
                  <a:lnTo>
                    <a:pt x="976" y="57"/>
                  </a:lnTo>
                  <a:lnTo>
                    <a:pt x="973" y="54"/>
                  </a:lnTo>
                  <a:lnTo>
                    <a:pt x="977" y="53"/>
                  </a:lnTo>
                  <a:lnTo>
                    <a:pt x="981" y="51"/>
                  </a:lnTo>
                  <a:lnTo>
                    <a:pt x="986" y="54"/>
                  </a:lnTo>
                  <a:lnTo>
                    <a:pt x="991" y="53"/>
                  </a:lnTo>
                  <a:lnTo>
                    <a:pt x="999" y="53"/>
                  </a:lnTo>
                  <a:lnTo>
                    <a:pt x="1014" y="51"/>
                  </a:lnTo>
                  <a:lnTo>
                    <a:pt x="1015" y="50"/>
                  </a:lnTo>
                  <a:lnTo>
                    <a:pt x="1026" y="50"/>
                  </a:lnTo>
                  <a:lnTo>
                    <a:pt x="1030" y="51"/>
                  </a:lnTo>
                  <a:lnTo>
                    <a:pt x="1033" y="50"/>
                  </a:lnTo>
                  <a:lnTo>
                    <a:pt x="1039" y="50"/>
                  </a:lnTo>
                  <a:lnTo>
                    <a:pt x="1036" y="51"/>
                  </a:lnTo>
                  <a:lnTo>
                    <a:pt x="1028" y="55"/>
                  </a:lnTo>
                  <a:lnTo>
                    <a:pt x="1026" y="54"/>
                  </a:lnTo>
                  <a:lnTo>
                    <a:pt x="1024" y="54"/>
                  </a:lnTo>
                  <a:lnTo>
                    <a:pt x="1022" y="53"/>
                  </a:lnTo>
                  <a:lnTo>
                    <a:pt x="1020" y="58"/>
                  </a:lnTo>
                  <a:lnTo>
                    <a:pt x="1023" y="61"/>
                  </a:lnTo>
                  <a:lnTo>
                    <a:pt x="1020" y="62"/>
                  </a:lnTo>
                  <a:lnTo>
                    <a:pt x="1020" y="63"/>
                  </a:lnTo>
                  <a:lnTo>
                    <a:pt x="1023" y="65"/>
                  </a:lnTo>
                  <a:lnTo>
                    <a:pt x="1026" y="62"/>
                  </a:lnTo>
                  <a:lnTo>
                    <a:pt x="1027" y="59"/>
                  </a:lnTo>
                  <a:lnTo>
                    <a:pt x="1032" y="55"/>
                  </a:lnTo>
                  <a:lnTo>
                    <a:pt x="1040" y="53"/>
                  </a:lnTo>
                  <a:lnTo>
                    <a:pt x="1041" y="57"/>
                  </a:lnTo>
                  <a:lnTo>
                    <a:pt x="1041" y="63"/>
                  </a:lnTo>
                  <a:lnTo>
                    <a:pt x="1041" y="65"/>
                  </a:lnTo>
                  <a:lnTo>
                    <a:pt x="1040" y="61"/>
                  </a:lnTo>
                  <a:lnTo>
                    <a:pt x="1037" y="58"/>
                  </a:lnTo>
                  <a:lnTo>
                    <a:pt x="1037" y="55"/>
                  </a:lnTo>
                  <a:lnTo>
                    <a:pt x="1035" y="58"/>
                  </a:lnTo>
                  <a:lnTo>
                    <a:pt x="1033" y="57"/>
                  </a:lnTo>
                  <a:lnTo>
                    <a:pt x="1035" y="61"/>
                  </a:lnTo>
                  <a:lnTo>
                    <a:pt x="1037" y="62"/>
                  </a:lnTo>
                  <a:lnTo>
                    <a:pt x="1039" y="67"/>
                  </a:lnTo>
                  <a:lnTo>
                    <a:pt x="1036" y="71"/>
                  </a:lnTo>
                  <a:lnTo>
                    <a:pt x="1035" y="70"/>
                  </a:lnTo>
                  <a:lnTo>
                    <a:pt x="1033" y="71"/>
                  </a:lnTo>
                  <a:lnTo>
                    <a:pt x="1036" y="74"/>
                  </a:lnTo>
                  <a:lnTo>
                    <a:pt x="1036" y="75"/>
                  </a:lnTo>
                  <a:lnTo>
                    <a:pt x="1037" y="76"/>
                  </a:lnTo>
                  <a:lnTo>
                    <a:pt x="1039" y="76"/>
                  </a:lnTo>
                  <a:lnTo>
                    <a:pt x="1041" y="74"/>
                  </a:lnTo>
                  <a:lnTo>
                    <a:pt x="1041" y="71"/>
                  </a:lnTo>
                  <a:lnTo>
                    <a:pt x="1044" y="67"/>
                  </a:lnTo>
                  <a:lnTo>
                    <a:pt x="1043" y="65"/>
                  </a:lnTo>
                  <a:lnTo>
                    <a:pt x="1044" y="62"/>
                  </a:lnTo>
                  <a:lnTo>
                    <a:pt x="1043" y="50"/>
                  </a:lnTo>
                  <a:lnTo>
                    <a:pt x="1047" y="46"/>
                  </a:lnTo>
                  <a:lnTo>
                    <a:pt x="1053" y="45"/>
                  </a:lnTo>
                  <a:lnTo>
                    <a:pt x="1060" y="43"/>
                  </a:lnTo>
                  <a:lnTo>
                    <a:pt x="1066" y="43"/>
                  </a:lnTo>
                  <a:lnTo>
                    <a:pt x="1074" y="46"/>
                  </a:lnTo>
                  <a:lnTo>
                    <a:pt x="1078" y="51"/>
                  </a:lnTo>
                  <a:lnTo>
                    <a:pt x="1078" y="54"/>
                  </a:lnTo>
                  <a:lnTo>
                    <a:pt x="1076" y="55"/>
                  </a:lnTo>
                  <a:lnTo>
                    <a:pt x="1072" y="53"/>
                  </a:lnTo>
                  <a:lnTo>
                    <a:pt x="1072" y="54"/>
                  </a:lnTo>
                  <a:lnTo>
                    <a:pt x="1072" y="55"/>
                  </a:lnTo>
                  <a:lnTo>
                    <a:pt x="1072" y="58"/>
                  </a:lnTo>
                  <a:lnTo>
                    <a:pt x="1072" y="61"/>
                  </a:lnTo>
                  <a:lnTo>
                    <a:pt x="1070" y="62"/>
                  </a:lnTo>
                  <a:lnTo>
                    <a:pt x="1072" y="63"/>
                  </a:lnTo>
                  <a:lnTo>
                    <a:pt x="1074" y="61"/>
                  </a:lnTo>
                  <a:lnTo>
                    <a:pt x="1078" y="61"/>
                  </a:lnTo>
                  <a:lnTo>
                    <a:pt x="1081" y="58"/>
                  </a:lnTo>
                  <a:lnTo>
                    <a:pt x="1082" y="62"/>
                  </a:lnTo>
                  <a:lnTo>
                    <a:pt x="1084" y="65"/>
                  </a:lnTo>
                  <a:lnTo>
                    <a:pt x="1084" y="67"/>
                  </a:lnTo>
                  <a:lnTo>
                    <a:pt x="1085" y="68"/>
                  </a:lnTo>
                  <a:lnTo>
                    <a:pt x="1086" y="66"/>
                  </a:lnTo>
                  <a:lnTo>
                    <a:pt x="1086" y="65"/>
                  </a:lnTo>
                  <a:lnTo>
                    <a:pt x="1089" y="62"/>
                  </a:lnTo>
                  <a:lnTo>
                    <a:pt x="1091" y="63"/>
                  </a:lnTo>
                  <a:lnTo>
                    <a:pt x="1093" y="67"/>
                  </a:lnTo>
                  <a:lnTo>
                    <a:pt x="1091" y="68"/>
                  </a:lnTo>
                  <a:lnTo>
                    <a:pt x="1091" y="71"/>
                  </a:lnTo>
                  <a:lnTo>
                    <a:pt x="1091" y="72"/>
                  </a:lnTo>
                  <a:lnTo>
                    <a:pt x="1094" y="71"/>
                  </a:lnTo>
                  <a:lnTo>
                    <a:pt x="1095" y="68"/>
                  </a:lnTo>
                  <a:lnTo>
                    <a:pt x="1095" y="68"/>
                  </a:lnTo>
                  <a:lnTo>
                    <a:pt x="1097" y="70"/>
                  </a:lnTo>
                  <a:lnTo>
                    <a:pt x="1097" y="67"/>
                  </a:lnTo>
                  <a:lnTo>
                    <a:pt x="1099" y="63"/>
                  </a:lnTo>
                  <a:lnTo>
                    <a:pt x="1101" y="62"/>
                  </a:lnTo>
                  <a:lnTo>
                    <a:pt x="1102" y="62"/>
                  </a:lnTo>
                  <a:lnTo>
                    <a:pt x="1107" y="66"/>
                  </a:lnTo>
                  <a:lnTo>
                    <a:pt x="1114" y="67"/>
                  </a:lnTo>
                  <a:lnTo>
                    <a:pt x="1116" y="71"/>
                  </a:lnTo>
                  <a:lnTo>
                    <a:pt x="1116" y="74"/>
                  </a:lnTo>
                  <a:lnTo>
                    <a:pt x="1113" y="76"/>
                  </a:lnTo>
                  <a:lnTo>
                    <a:pt x="1110" y="79"/>
                  </a:lnTo>
                  <a:lnTo>
                    <a:pt x="1114" y="76"/>
                  </a:lnTo>
                  <a:lnTo>
                    <a:pt x="1118" y="76"/>
                  </a:lnTo>
                  <a:lnTo>
                    <a:pt x="1122" y="78"/>
                  </a:lnTo>
                  <a:lnTo>
                    <a:pt x="1126" y="76"/>
                  </a:lnTo>
                  <a:lnTo>
                    <a:pt x="1128" y="74"/>
                  </a:lnTo>
                  <a:lnTo>
                    <a:pt x="1131" y="72"/>
                  </a:lnTo>
                  <a:lnTo>
                    <a:pt x="1136" y="68"/>
                  </a:lnTo>
                  <a:lnTo>
                    <a:pt x="1139" y="67"/>
                  </a:lnTo>
                  <a:lnTo>
                    <a:pt x="1141" y="63"/>
                  </a:lnTo>
                  <a:lnTo>
                    <a:pt x="1145" y="63"/>
                  </a:lnTo>
                  <a:lnTo>
                    <a:pt x="1155" y="58"/>
                  </a:lnTo>
                  <a:lnTo>
                    <a:pt x="1159" y="57"/>
                  </a:lnTo>
                  <a:lnTo>
                    <a:pt x="1161" y="58"/>
                  </a:lnTo>
                  <a:lnTo>
                    <a:pt x="1161" y="57"/>
                  </a:lnTo>
                  <a:lnTo>
                    <a:pt x="1166" y="53"/>
                  </a:lnTo>
                  <a:lnTo>
                    <a:pt x="1169" y="53"/>
                  </a:lnTo>
                  <a:lnTo>
                    <a:pt x="1176" y="53"/>
                  </a:lnTo>
                  <a:lnTo>
                    <a:pt x="1188" y="57"/>
                  </a:lnTo>
                  <a:lnTo>
                    <a:pt x="1192" y="62"/>
                  </a:lnTo>
                  <a:lnTo>
                    <a:pt x="1197" y="65"/>
                  </a:lnTo>
                  <a:lnTo>
                    <a:pt x="1201" y="68"/>
                  </a:lnTo>
                  <a:lnTo>
                    <a:pt x="1203" y="74"/>
                  </a:lnTo>
                  <a:lnTo>
                    <a:pt x="1203" y="75"/>
                  </a:lnTo>
                  <a:lnTo>
                    <a:pt x="1205" y="76"/>
                  </a:lnTo>
                  <a:lnTo>
                    <a:pt x="1205" y="80"/>
                  </a:lnTo>
                  <a:lnTo>
                    <a:pt x="1207" y="84"/>
                  </a:lnTo>
                  <a:lnTo>
                    <a:pt x="1207" y="87"/>
                  </a:lnTo>
                  <a:lnTo>
                    <a:pt x="1206" y="90"/>
                  </a:lnTo>
                  <a:lnTo>
                    <a:pt x="1209" y="90"/>
                  </a:lnTo>
                  <a:lnTo>
                    <a:pt x="1211" y="86"/>
                  </a:lnTo>
                  <a:lnTo>
                    <a:pt x="1214" y="86"/>
                  </a:lnTo>
                  <a:lnTo>
                    <a:pt x="1215" y="87"/>
                  </a:lnTo>
                  <a:lnTo>
                    <a:pt x="1215" y="86"/>
                  </a:lnTo>
                  <a:lnTo>
                    <a:pt x="1219" y="86"/>
                  </a:lnTo>
                  <a:lnTo>
                    <a:pt x="1222" y="87"/>
                  </a:lnTo>
                  <a:lnTo>
                    <a:pt x="1223" y="90"/>
                  </a:lnTo>
                  <a:lnTo>
                    <a:pt x="1223" y="87"/>
                  </a:lnTo>
                  <a:lnTo>
                    <a:pt x="1222" y="83"/>
                  </a:lnTo>
                  <a:lnTo>
                    <a:pt x="1224" y="83"/>
                  </a:lnTo>
                  <a:lnTo>
                    <a:pt x="1226" y="87"/>
                  </a:lnTo>
                  <a:lnTo>
                    <a:pt x="1230" y="90"/>
                  </a:lnTo>
                  <a:lnTo>
                    <a:pt x="1231" y="95"/>
                  </a:lnTo>
                  <a:lnTo>
                    <a:pt x="1232" y="95"/>
                  </a:lnTo>
                  <a:lnTo>
                    <a:pt x="1236" y="99"/>
                  </a:lnTo>
                  <a:lnTo>
                    <a:pt x="1236" y="97"/>
                  </a:lnTo>
                  <a:lnTo>
                    <a:pt x="1235" y="93"/>
                  </a:lnTo>
                  <a:lnTo>
                    <a:pt x="1232" y="92"/>
                  </a:lnTo>
                  <a:lnTo>
                    <a:pt x="1232" y="91"/>
                  </a:lnTo>
                  <a:lnTo>
                    <a:pt x="1235" y="92"/>
                  </a:lnTo>
                  <a:lnTo>
                    <a:pt x="1236" y="92"/>
                  </a:lnTo>
                  <a:lnTo>
                    <a:pt x="1239" y="93"/>
                  </a:lnTo>
                  <a:lnTo>
                    <a:pt x="1243" y="99"/>
                  </a:lnTo>
                  <a:lnTo>
                    <a:pt x="1242" y="95"/>
                  </a:lnTo>
                  <a:lnTo>
                    <a:pt x="1238" y="88"/>
                  </a:lnTo>
                  <a:lnTo>
                    <a:pt x="1238" y="83"/>
                  </a:lnTo>
                  <a:lnTo>
                    <a:pt x="1238" y="79"/>
                  </a:lnTo>
                  <a:lnTo>
                    <a:pt x="1240" y="75"/>
                  </a:lnTo>
                  <a:lnTo>
                    <a:pt x="1245" y="75"/>
                  </a:lnTo>
                  <a:lnTo>
                    <a:pt x="1247" y="74"/>
                  </a:lnTo>
                  <a:lnTo>
                    <a:pt x="1252" y="71"/>
                  </a:lnTo>
                  <a:lnTo>
                    <a:pt x="1251" y="70"/>
                  </a:lnTo>
                  <a:lnTo>
                    <a:pt x="1252" y="68"/>
                  </a:lnTo>
                  <a:lnTo>
                    <a:pt x="1253" y="68"/>
                  </a:lnTo>
                  <a:lnTo>
                    <a:pt x="1256" y="71"/>
                  </a:lnTo>
                  <a:lnTo>
                    <a:pt x="1259" y="72"/>
                  </a:lnTo>
                  <a:lnTo>
                    <a:pt x="1261" y="71"/>
                  </a:lnTo>
                  <a:lnTo>
                    <a:pt x="1265" y="68"/>
                  </a:lnTo>
                  <a:lnTo>
                    <a:pt x="1267" y="70"/>
                  </a:lnTo>
                  <a:lnTo>
                    <a:pt x="1271" y="67"/>
                  </a:lnTo>
                  <a:lnTo>
                    <a:pt x="1276" y="68"/>
                  </a:lnTo>
                  <a:lnTo>
                    <a:pt x="1278" y="67"/>
                  </a:lnTo>
                  <a:lnTo>
                    <a:pt x="1278" y="66"/>
                  </a:lnTo>
                  <a:lnTo>
                    <a:pt x="1280" y="68"/>
                  </a:lnTo>
                  <a:lnTo>
                    <a:pt x="1281" y="70"/>
                  </a:lnTo>
                  <a:lnTo>
                    <a:pt x="1282" y="67"/>
                  </a:lnTo>
                  <a:lnTo>
                    <a:pt x="1285" y="63"/>
                  </a:lnTo>
                  <a:lnTo>
                    <a:pt x="1284" y="62"/>
                  </a:lnTo>
                  <a:lnTo>
                    <a:pt x="1284" y="58"/>
                  </a:lnTo>
                  <a:lnTo>
                    <a:pt x="1284" y="55"/>
                  </a:lnTo>
                  <a:lnTo>
                    <a:pt x="1285" y="54"/>
                  </a:lnTo>
                  <a:lnTo>
                    <a:pt x="1289" y="55"/>
                  </a:lnTo>
                  <a:lnTo>
                    <a:pt x="1290" y="58"/>
                  </a:lnTo>
                  <a:lnTo>
                    <a:pt x="1292" y="59"/>
                  </a:lnTo>
                  <a:lnTo>
                    <a:pt x="1294" y="59"/>
                  </a:lnTo>
                  <a:lnTo>
                    <a:pt x="1297" y="62"/>
                  </a:lnTo>
                  <a:lnTo>
                    <a:pt x="1297" y="65"/>
                  </a:lnTo>
                  <a:lnTo>
                    <a:pt x="1299" y="68"/>
                  </a:lnTo>
                  <a:lnTo>
                    <a:pt x="1301" y="70"/>
                  </a:lnTo>
                  <a:lnTo>
                    <a:pt x="1305" y="68"/>
                  </a:lnTo>
                  <a:lnTo>
                    <a:pt x="1310" y="70"/>
                  </a:lnTo>
                  <a:lnTo>
                    <a:pt x="1311" y="70"/>
                  </a:lnTo>
                  <a:lnTo>
                    <a:pt x="1313" y="70"/>
                  </a:lnTo>
                  <a:lnTo>
                    <a:pt x="1317" y="75"/>
                  </a:lnTo>
                  <a:lnTo>
                    <a:pt x="1317" y="78"/>
                  </a:lnTo>
                  <a:lnTo>
                    <a:pt x="1318" y="79"/>
                  </a:lnTo>
                  <a:lnTo>
                    <a:pt x="1322" y="79"/>
                  </a:lnTo>
                  <a:lnTo>
                    <a:pt x="1325" y="78"/>
                  </a:lnTo>
                  <a:lnTo>
                    <a:pt x="1327" y="78"/>
                  </a:lnTo>
                  <a:lnTo>
                    <a:pt x="1327" y="76"/>
                  </a:lnTo>
                  <a:lnTo>
                    <a:pt x="1330" y="74"/>
                  </a:lnTo>
                  <a:lnTo>
                    <a:pt x="1331" y="75"/>
                  </a:lnTo>
                  <a:lnTo>
                    <a:pt x="1332" y="74"/>
                  </a:lnTo>
                  <a:lnTo>
                    <a:pt x="1331" y="71"/>
                  </a:lnTo>
                  <a:lnTo>
                    <a:pt x="1332" y="71"/>
                  </a:lnTo>
                  <a:lnTo>
                    <a:pt x="1331" y="68"/>
                  </a:lnTo>
                  <a:lnTo>
                    <a:pt x="1331" y="67"/>
                  </a:lnTo>
                  <a:lnTo>
                    <a:pt x="1328" y="65"/>
                  </a:lnTo>
                  <a:lnTo>
                    <a:pt x="1326" y="63"/>
                  </a:lnTo>
                  <a:lnTo>
                    <a:pt x="1325" y="59"/>
                  </a:lnTo>
                  <a:lnTo>
                    <a:pt x="1321" y="55"/>
                  </a:lnTo>
                  <a:lnTo>
                    <a:pt x="1319" y="55"/>
                  </a:lnTo>
                  <a:lnTo>
                    <a:pt x="1318" y="53"/>
                  </a:lnTo>
                  <a:lnTo>
                    <a:pt x="1314" y="51"/>
                  </a:lnTo>
                  <a:lnTo>
                    <a:pt x="1311" y="53"/>
                  </a:lnTo>
                  <a:lnTo>
                    <a:pt x="1310" y="53"/>
                  </a:lnTo>
                  <a:lnTo>
                    <a:pt x="1310" y="50"/>
                  </a:lnTo>
                  <a:lnTo>
                    <a:pt x="1311" y="49"/>
                  </a:lnTo>
                  <a:lnTo>
                    <a:pt x="1309" y="45"/>
                  </a:lnTo>
                  <a:lnTo>
                    <a:pt x="1309" y="42"/>
                  </a:lnTo>
                  <a:lnTo>
                    <a:pt x="1307" y="41"/>
                  </a:lnTo>
                  <a:lnTo>
                    <a:pt x="1306" y="38"/>
                  </a:lnTo>
                  <a:lnTo>
                    <a:pt x="1302" y="36"/>
                  </a:lnTo>
                  <a:lnTo>
                    <a:pt x="1302" y="34"/>
                  </a:lnTo>
                  <a:lnTo>
                    <a:pt x="1307" y="34"/>
                  </a:lnTo>
                  <a:lnTo>
                    <a:pt x="1310" y="34"/>
                  </a:lnTo>
                  <a:lnTo>
                    <a:pt x="1317" y="34"/>
                  </a:lnTo>
                  <a:lnTo>
                    <a:pt x="1322" y="34"/>
                  </a:lnTo>
                  <a:lnTo>
                    <a:pt x="1322" y="33"/>
                  </a:lnTo>
                  <a:lnTo>
                    <a:pt x="1325" y="32"/>
                  </a:lnTo>
                  <a:lnTo>
                    <a:pt x="1327" y="33"/>
                  </a:lnTo>
                  <a:lnTo>
                    <a:pt x="1330" y="33"/>
                  </a:lnTo>
                  <a:lnTo>
                    <a:pt x="1331" y="33"/>
                  </a:lnTo>
                  <a:lnTo>
                    <a:pt x="1331" y="30"/>
                  </a:lnTo>
                  <a:lnTo>
                    <a:pt x="1334" y="30"/>
                  </a:lnTo>
                  <a:lnTo>
                    <a:pt x="1335" y="32"/>
                  </a:lnTo>
                  <a:lnTo>
                    <a:pt x="1336" y="32"/>
                  </a:lnTo>
                  <a:lnTo>
                    <a:pt x="1338" y="29"/>
                  </a:lnTo>
                  <a:lnTo>
                    <a:pt x="1339" y="30"/>
                  </a:lnTo>
                  <a:lnTo>
                    <a:pt x="1340" y="28"/>
                  </a:lnTo>
                  <a:lnTo>
                    <a:pt x="1350" y="25"/>
                  </a:lnTo>
                  <a:lnTo>
                    <a:pt x="1351" y="28"/>
                  </a:lnTo>
                  <a:lnTo>
                    <a:pt x="1351" y="25"/>
                  </a:lnTo>
                  <a:lnTo>
                    <a:pt x="1352" y="24"/>
                  </a:lnTo>
                  <a:lnTo>
                    <a:pt x="1353" y="24"/>
                  </a:lnTo>
                  <a:lnTo>
                    <a:pt x="1356" y="24"/>
                  </a:lnTo>
                  <a:lnTo>
                    <a:pt x="1359" y="24"/>
                  </a:lnTo>
                  <a:lnTo>
                    <a:pt x="1360" y="25"/>
                  </a:lnTo>
                  <a:lnTo>
                    <a:pt x="1365" y="25"/>
                  </a:lnTo>
                  <a:lnTo>
                    <a:pt x="1367" y="24"/>
                  </a:lnTo>
                  <a:lnTo>
                    <a:pt x="1368" y="25"/>
                  </a:lnTo>
                  <a:lnTo>
                    <a:pt x="1369" y="26"/>
                  </a:lnTo>
                  <a:lnTo>
                    <a:pt x="1372" y="25"/>
                  </a:lnTo>
                  <a:lnTo>
                    <a:pt x="1375" y="24"/>
                  </a:lnTo>
                  <a:lnTo>
                    <a:pt x="1382" y="26"/>
                  </a:lnTo>
                  <a:lnTo>
                    <a:pt x="1385" y="28"/>
                  </a:lnTo>
                  <a:lnTo>
                    <a:pt x="1386" y="28"/>
                  </a:lnTo>
                  <a:lnTo>
                    <a:pt x="1386" y="26"/>
                  </a:lnTo>
                  <a:lnTo>
                    <a:pt x="1389" y="26"/>
                  </a:lnTo>
                  <a:lnTo>
                    <a:pt x="1390" y="28"/>
                  </a:lnTo>
                  <a:lnTo>
                    <a:pt x="1389" y="29"/>
                  </a:lnTo>
                  <a:lnTo>
                    <a:pt x="1390" y="29"/>
                  </a:lnTo>
                  <a:lnTo>
                    <a:pt x="1394" y="29"/>
                  </a:lnTo>
                  <a:lnTo>
                    <a:pt x="1402" y="29"/>
                  </a:lnTo>
                  <a:lnTo>
                    <a:pt x="1409" y="34"/>
                  </a:lnTo>
                  <a:lnTo>
                    <a:pt x="1409" y="36"/>
                  </a:lnTo>
                  <a:lnTo>
                    <a:pt x="1406" y="34"/>
                  </a:lnTo>
                  <a:lnTo>
                    <a:pt x="1402" y="33"/>
                  </a:lnTo>
                  <a:lnTo>
                    <a:pt x="1402" y="33"/>
                  </a:lnTo>
                  <a:lnTo>
                    <a:pt x="1409" y="36"/>
                  </a:lnTo>
                  <a:lnTo>
                    <a:pt x="1413" y="36"/>
                  </a:lnTo>
                  <a:lnTo>
                    <a:pt x="1413" y="34"/>
                  </a:lnTo>
                  <a:lnTo>
                    <a:pt x="1417" y="34"/>
                  </a:lnTo>
                  <a:lnTo>
                    <a:pt x="1419" y="34"/>
                  </a:lnTo>
                  <a:lnTo>
                    <a:pt x="1419" y="32"/>
                  </a:lnTo>
                  <a:lnTo>
                    <a:pt x="1421" y="32"/>
                  </a:lnTo>
                  <a:lnTo>
                    <a:pt x="1423" y="33"/>
                  </a:lnTo>
                  <a:lnTo>
                    <a:pt x="1425" y="34"/>
                  </a:lnTo>
                  <a:lnTo>
                    <a:pt x="1426" y="34"/>
                  </a:lnTo>
                  <a:lnTo>
                    <a:pt x="1426" y="33"/>
                  </a:lnTo>
                  <a:lnTo>
                    <a:pt x="1427" y="33"/>
                  </a:lnTo>
                  <a:lnTo>
                    <a:pt x="1430" y="34"/>
                  </a:lnTo>
                  <a:lnTo>
                    <a:pt x="1430" y="36"/>
                  </a:lnTo>
                  <a:lnTo>
                    <a:pt x="1434" y="37"/>
                  </a:lnTo>
                  <a:lnTo>
                    <a:pt x="1436" y="36"/>
                  </a:lnTo>
                  <a:lnTo>
                    <a:pt x="1447" y="37"/>
                  </a:lnTo>
                  <a:lnTo>
                    <a:pt x="1446" y="36"/>
                  </a:lnTo>
                  <a:lnTo>
                    <a:pt x="1450" y="36"/>
                  </a:lnTo>
                  <a:lnTo>
                    <a:pt x="1451" y="37"/>
                  </a:lnTo>
                  <a:lnTo>
                    <a:pt x="1452" y="38"/>
                  </a:lnTo>
                  <a:lnTo>
                    <a:pt x="1452" y="36"/>
                  </a:lnTo>
                  <a:lnTo>
                    <a:pt x="1452" y="36"/>
                  </a:lnTo>
                  <a:lnTo>
                    <a:pt x="1456" y="37"/>
                  </a:lnTo>
                  <a:lnTo>
                    <a:pt x="1456" y="37"/>
                  </a:lnTo>
                  <a:lnTo>
                    <a:pt x="1457" y="39"/>
                  </a:lnTo>
                  <a:lnTo>
                    <a:pt x="1461" y="38"/>
                  </a:lnTo>
                  <a:lnTo>
                    <a:pt x="1461" y="38"/>
                  </a:lnTo>
                  <a:lnTo>
                    <a:pt x="1460" y="37"/>
                  </a:lnTo>
                  <a:lnTo>
                    <a:pt x="1464" y="37"/>
                  </a:lnTo>
                  <a:lnTo>
                    <a:pt x="1465" y="38"/>
                  </a:lnTo>
                  <a:lnTo>
                    <a:pt x="1464" y="39"/>
                  </a:lnTo>
                  <a:lnTo>
                    <a:pt x="1467" y="42"/>
                  </a:lnTo>
                  <a:lnTo>
                    <a:pt x="1471" y="43"/>
                  </a:lnTo>
                  <a:lnTo>
                    <a:pt x="1473" y="42"/>
                  </a:lnTo>
                  <a:lnTo>
                    <a:pt x="1469" y="41"/>
                  </a:lnTo>
                  <a:lnTo>
                    <a:pt x="1467" y="39"/>
                  </a:lnTo>
                  <a:lnTo>
                    <a:pt x="1467" y="38"/>
                  </a:lnTo>
                  <a:lnTo>
                    <a:pt x="1469" y="37"/>
                  </a:lnTo>
                  <a:lnTo>
                    <a:pt x="1472" y="37"/>
                  </a:lnTo>
                  <a:lnTo>
                    <a:pt x="1477" y="39"/>
                  </a:lnTo>
                  <a:lnTo>
                    <a:pt x="1477" y="42"/>
                  </a:lnTo>
                  <a:lnTo>
                    <a:pt x="1479" y="43"/>
                  </a:lnTo>
                  <a:lnTo>
                    <a:pt x="1480" y="41"/>
                  </a:lnTo>
                  <a:lnTo>
                    <a:pt x="1479" y="41"/>
                  </a:lnTo>
                  <a:lnTo>
                    <a:pt x="1481" y="41"/>
                  </a:lnTo>
                  <a:lnTo>
                    <a:pt x="1483" y="42"/>
                  </a:lnTo>
                  <a:lnTo>
                    <a:pt x="1481" y="43"/>
                  </a:lnTo>
                  <a:lnTo>
                    <a:pt x="1484" y="46"/>
                  </a:lnTo>
                  <a:lnTo>
                    <a:pt x="1488" y="53"/>
                  </a:lnTo>
                  <a:lnTo>
                    <a:pt x="1492" y="54"/>
                  </a:lnTo>
                  <a:lnTo>
                    <a:pt x="1493" y="57"/>
                  </a:lnTo>
                  <a:lnTo>
                    <a:pt x="1494" y="59"/>
                  </a:lnTo>
                  <a:lnTo>
                    <a:pt x="1496" y="61"/>
                  </a:lnTo>
                  <a:lnTo>
                    <a:pt x="1496" y="62"/>
                  </a:lnTo>
                  <a:lnTo>
                    <a:pt x="1496" y="65"/>
                  </a:lnTo>
                  <a:lnTo>
                    <a:pt x="1498" y="66"/>
                  </a:lnTo>
                  <a:lnTo>
                    <a:pt x="1500" y="63"/>
                  </a:lnTo>
                  <a:lnTo>
                    <a:pt x="1504" y="65"/>
                  </a:lnTo>
                  <a:lnTo>
                    <a:pt x="1505" y="67"/>
                  </a:lnTo>
                  <a:lnTo>
                    <a:pt x="1508" y="68"/>
                  </a:lnTo>
                  <a:lnTo>
                    <a:pt x="1508" y="67"/>
                  </a:lnTo>
                  <a:lnTo>
                    <a:pt x="1506" y="66"/>
                  </a:lnTo>
                  <a:lnTo>
                    <a:pt x="1506" y="65"/>
                  </a:lnTo>
                  <a:lnTo>
                    <a:pt x="1508" y="62"/>
                  </a:lnTo>
                  <a:lnTo>
                    <a:pt x="1509" y="63"/>
                  </a:lnTo>
                  <a:lnTo>
                    <a:pt x="1510" y="66"/>
                  </a:lnTo>
                  <a:lnTo>
                    <a:pt x="1513" y="68"/>
                  </a:lnTo>
                  <a:lnTo>
                    <a:pt x="1511" y="67"/>
                  </a:lnTo>
                  <a:lnTo>
                    <a:pt x="1510" y="63"/>
                  </a:lnTo>
                  <a:lnTo>
                    <a:pt x="1510" y="61"/>
                  </a:lnTo>
                  <a:lnTo>
                    <a:pt x="1509" y="59"/>
                  </a:lnTo>
                  <a:lnTo>
                    <a:pt x="1506" y="61"/>
                  </a:lnTo>
                  <a:lnTo>
                    <a:pt x="1502" y="61"/>
                  </a:lnTo>
                  <a:lnTo>
                    <a:pt x="1502" y="59"/>
                  </a:lnTo>
                  <a:lnTo>
                    <a:pt x="1504" y="58"/>
                  </a:lnTo>
                  <a:lnTo>
                    <a:pt x="1504" y="55"/>
                  </a:lnTo>
                  <a:lnTo>
                    <a:pt x="1498" y="51"/>
                  </a:lnTo>
                  <a:lnTo>
                    <a:pt x="1497" y="50"/>
                  </a:lnTo>
                  <a:lnTo>
                    <a:pt x="1496" y="47"/>
                  </a:lnTo>
                  <a:lnTo>
                    <a:pt x="1494" y="47"/>
                  </a:lnTo>
                  <a:lnTo>
                    <a:pt x="1490" y="50"/>
                  </a:lnTo>
                  <a:lnTo>
                    <a:pt x="1490" y="49"/>
                  </a:lnTo>
                  <a:lnTo>
                    <a:pt x="1493" y="46"/>
                  </a:lnTo>
                  <a:lnTo>
                    <a:pt x="1494" y="43"/>
                  </a:lnTo>
                  <a:lnTo>
                    <a:pt x="1497" y="38"/>
                  </a:lnTo>
                  <a:lnTo>
                    <a:pt x="1500" y="38"/>
                  </a:lnTo>
                  <a:lnTo>
                    <a:pt x="1498" y="39"/>
                  </a:lnTo>
                  <a:lnTo>
                    <a:pt x="1501" y="43"/>
                  </a:lnTo>
                  <a:lnTo>
                    <a:pt x="1504" y="45"/>
                  </a:lnTo>
                  <a:lnTo>
                    <a:pt x="1504" y="43"/>
                  </a:lnTo>
                  <a:lnTo>
                    <a:pt x="1501" y="42"/>
                  </a:lnTo>
                  <a:lnTo>
                    <a:pt x="1501" y="39"/>
                  </a:lnTo>
                  <a:lnTo>
                    <a:pt x="1502" y="39"/>
                  </a:lnTo>
                  <a:lnTo>
                    <a:pt x="1505" y="38"/>
                  </a:lnTo>
                  <a:lnTo>
                    <a:pt x="1505" y="36"/>
                  </a:lnTo>
                  <a:lnTo>
                    <a:pt x="1502" y="36"/>
                  </a:lnTo>
                  <a:lnTo>
                    <a:pt x="1504" y="36"/>
                  </a:lnTo>
                  <a:lnTo>
                    <a:pt x="1505" y="34"/>
                  </a:lnTo>
                  <a:lnTo>
                    <a:pt x="1508" y="34"/>
                  </a:lnTo>
                  <a:lnTo>
                    <a:pt x="1509" y="30"/>
                  </a:lnTo>
                  <a:lnTo>
                    <a:pt x="1511" y="30"/>
                  </a:lnTo>
                  <a:lnTo>
                    <a:pt x="1513" y="33"/>
                  </a:lnTo>
                  <a:lnTo>
                    <a:pt x="1514" y="32"/>
                  </a:lnTo>
                  <a:lnTo>
                    <a:pt x="1515" y="33"/>
                  </a:lnTo>
                  <a:lnTo>
                    <a:pt x="1515" y="33"/>
                  </a:lnTo>
                  <a:lnTo>
                    <a:pt x="1518" y="36"/>
                  </a:lnTo>
                  <a:lnTo>
                    <a:pt x="1522" y="36"/>
                  </a:lnTo>
                  <a:lnTo>
                    <a:pt x="1523" y="36"/>
                  </a:lnTo>
                  <a:lnTo>
                    <a:pt x="1530" y="37"/>
                  </a:lnTo>
                  <a:lnTo>
                    <a:pt x="1530" y="39"/>
                  </a:lnTo>
                  <a:lnTo>
                    <a:pt x="1530" y="41"/>
                  </a:lnTo>
                  <a:lnTo>
                    <a:pt x="1531" y="39"/>
                  </a:lnTo>
                  <a:lnTo>
                    <a:pt x="1533" y="38"/>
                  </a:lnTo>
                  <a:lnTo>
                    <a:pt x="1534" y="38"/>
                  </a:lnTo>
                  <a:lnTo>
                    <a:pt x="1534" y="41"/>
                  </a:lnTo>
                  <a:lnTo>
                    <a:pt x="1536" y="39"/>
                  </a:lnTo>
                  <a:lnTo>
                    <a:pt x="1538" y="37"/>
                  </a:lnTo>
                  <a:lnTo>
                    <a:pt x="1540" y="38"/>
                  </a:lnTo>
                  <a:lnTo>
                    <a:pt x="1540" y="39"/>
                  </a:lnTo>
                  <a:lnTo>
                    <a:pt x="1539" y="41"/>
                  </a:lnTo>
                  <a:lnTo>
                    <a:pt x="1539" y="42"/>
                  </a:lnTo>
                  <a:lnTo>
                    <a:pt x="1540" y="49"/>
                  </a:lnTo>
                  <a:lnTo>
                    <a:pt x="1540" y="53"/>
                  </a:lnTo>
                  <a:lnTo>
                    <a:pt x="1540" y="54"/>
                  </a:lnTo>
                  <a:lnTo>
                    <a:pt x="1543" y="53"/>
                  </a:lnTo>
                  <a:lnTo>
                    <a:pt x="1544" y="55"/>
                  </a:lnTo>
                  <a:lnTo>
                    <a:pt x="1547" y="57"/>
                  </a:lnTo>
                  <a:lnTo>
                    <a:pt x="1547" y="59"/>
                  </a:lnTo>
                  <a:lnTo>
                    <a:pt x="1546" y="61"/>
                  </a:lnTo>
                  <a:lnTo>
                    <a:pt x="1543" y="61"/>
                  </a:lnTo>
                  <a:lnTo>
                    <a:pt x="1538" y="61"/>
                  </a:lnTo>
                  <a:lnTo>
                    <a:pt x="1544" y="62"/>
                  </a:lnTo>
                  <a:lnTo>
                    <a:pt x="1546" y="65"/>
                  </a:lnTo>
                  <a:lnTo>
                    <a:pt x="1544" y="67"/>
                  </a:lnTo>
                  <a:lnTo>
                    <a:pt x="1542" y="67"/>
                  </a:lnTo>
                  <a:lnTo>
                    <a:pt x="1539" y="71"/>
                  </a:lnTo>
                  <a:lnTo>
                    <a:pt x="1539" y="70"/>
                  </a:lnTo>
                  <a:lnTo>
                    <a:pt x="1536" y="72"/>
                  </a:lnTo>
                  <a:lnTo>
                    <a:pt x="1533" y="72"/>
                  </a:lnTo>
                  <a:lnTo>
                    <a:pt x="1530" y="74"/>
                  </a:lnTo>
                  <a:lnTo>
                    <a:pt x="1534" y="74"/>
                  </a:lnTo>
                  <a:lnTo>
                    <a:pt x="1535" y="75"/>
                  </a:lnTo>
                  <a:lnTo>
                    <a:pt x="1536" y="76"/>
                  </a:lnTo>
                  <a:lnTo>
                    <a:pt x="1539" y="75"/>
                  </a:lnTo>
                  <a:lnTo>
                    <a:pt x="1539" y="75"/>
                  </a:lnTo>
                  <a:lnTo>
                    <a:pt x="1540" y="76"/>
                  </a:lnTo>
                  <a:lnTo>
                    <a:pt x="1542" y="80"/>
                  </a:lnTo>
                  <a:lnTo>
                    <a:pt x="1540" y="82"/>
                  </a:lnTo>
                  <a:lnTo>
                    <a:pt x="1539" y="84"/>
                  </a:lnTo>
                  <a:lnTo>
                    <a:pt x="1543" y="82"/>
                  </a:lnTo>
                  <a:lnTo>
                    <a:pt x="1546" y="82"/>
                  </a:lnTo>
                  <a:lnTo>
                    <a:pt x="1548" y="84"/>
                  </a:lnTo>
                  <a:lnTo>
                    <a:pt x="1548" y="86"/>
                  </a:lnTo>
                  <a:lnTo>
                    <a:pt x="1550" y="90"/>
                  </a:lnTo>
                  <a:lnTo>
                    <a:pt x="1547" y="91"/>
                  </a:lnTo>
                  <a:lnTo>
                    <a:pt x="1548" y="92"/>
                  </a:lnTo>
                  <a:lnTo>
                    <a:pt x="1550" y="95"/>
                  </a:lnTo>
                  <a:lnTo>
                    <a:pt x="1547" y="96"/>
                  </a:lnTo>
                  <a:lnTo>
                    <a:pt x="1547" y="97"/>
                  </a:lnTo>
                  <a:lnTo>
                    <a:pt x="1547" y="100"/>
                  </a:lnTo>
                  <a:lnTo>
                    <a:pt x="1547" y="97"/>
                  </a:lnTo>
                  <a:lnTo>
                    <a:pt x="1550" y="97"/>
                  </a:lnTo>
                  <a:lnTo>
                    <a:pt x="1551" y="99"/>
                  </a:lnTo>
                  <a:lnTo>
                    <a:pt x="1551" y="101"/>
                  </a:lnTo>
                  <a:lnTo>
                    <a:pt x="1554" y="101"/>
                  </a:lnTo>
                  <a:lnTo>
                    <a:pt x="1554" y="103"/>
                  </a:lnTo>
                  <a:lnTo>
                    <a:pt x="1555" y="101"/>
                  </a:lnTo>
                  <a:lnTo>
                    <a:pt x="1556" y="100"/>
                  </a:lnTo>
                  <a:lnTo>
                    <a:pt x="1558" y="100"/>
                  </a:lnTo>
                  <a:lnTo>
                    <a:pt x="1560" y="101"/>
                  </a:lnTo>
                  <a:lnTo>
                    <a:pt x="1560" y="104"/>
                  </a:lnTo>
                  <a:lnTo>
                    <a:pt x="1558" y="104"/>
                  </a:lnTo>
                  <a:lnTo>
                    <a:pt x="1556" y="103"/>
                  </a:lnTo>
                  <a:lnTo>
                    <a:pt x="1555" y="105"/>
                  </a:lnTo>
                  <a:lnTo>
                    <a:pt x="1558" y="107"/>
                  </a:lnTo>
                  <a:lnTo>
                    <a:pt x="1559" y="107"/>
                  </a:lnTo>
                  <a:lnTo>
                    <a:pt x="1560" y="109"/>
                  </a:lnTo>
                  <a:lnTo>
                    <a:pt x="1560" y="112"/>
                  </a:lnTo>
                  <a:lnTo>
                    <a:pt x="1558" y="113"/>
                  </a:lnTo>
                  <a:lnTo>
                    <a:pt x="1555" y="109"/>
                  </a:lnTo>
                  <a:lnTo>
                    <a:pt x="1554" y="108"/>
                  </a:lnTo>
                  <a:lnTo>
                    <a:pt x="1555" y="113"/>
                  </a:lnTo>
                  <a:lnTo>
                    <a:pt x="1554" y="115"/>
                  </a:lnTo>
                  <a:lnTo>
                    <a:pt x="1552" y="115"/>
                  </a:lnTo>
                  <a:lnTo>
                    <a:pt x="1552" y="113"/>
                  </a:lnTo>
                  <a:lnTo>
                    <a:pt x="1550" y="113"/>
                  </a:lnTo>
                  <a:lnTo>
                    <a:pt x="1548" y="113"/>
                  </a:lnTo>
                  <a:lnTo>
                    <a:pt x="1543" y="112"/>
                  </a:lnTo>
                  <a:lnTo>
                    <a:pt x="1540" y="113"/>
                  </a:lnTo>
                  <a:lnTo>
                    <a:pt x="1538" y="113"/>
                  </a:lnTo>
                  <a:lnTo>
                    <a:pt x="1539" y="112"/>
                  </a:lnTo>
                  <a:lnTo>
                    <a:pt x="1538" y="111"/>
                  </a:lnTo>
                  <a:lnTo>
                    <a:pt x="1536" y="109"/>
                  </a:lnTo>
                  <a:lnTo>
                    <a:pt x="1536" y="113"/>
                  </a:lnTo>
                  <a:lnTo>
                    <a:pt x="1535" y="113"/>
                  </a:lnTo>
                  <a:lnTo>
                    <a:pt x="1535" y="113"/>
                  </a:lnTo>
                  <a:lnTo>
                    <a:pt x="1536" y="116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3" y="116"/>
                  </a:lnTo>
                  <a:lnTo>
                    <a:pt x="1527" y="117"/>
                  </a:lnTo>
                  <a:lnTo>
                    <a:pt x="1526" y="116"/>
                  </a:lnTo>
                  <a:lnTo>
                    <a:pt x="1526" y="115"/>
                  </a:lnTo>
                  <a:lnTo>
                    <a:pt x="1526" y="112"/>
                  </a:lnTo>
                  <a:lnTo>
                    <a:pt x="1525" y="112"/>
                  </a:lnTo>
                  <a:lnTo>
                    <a:pt x="1519" y="108"/>
                  </a:lnTo>
                  <a:lnTo>
                    <a:pt x="1518" y="107"/>
                  </a:lnTo>
                  <a:lnTo>
                    <a:pt x="1519" y="105"/>
                  </a:lnTo>
                  <a:lnTo>
                    <a:pt x="1515" y="104"/>
                  </a:lnTo>
                  <a:lnTo>
                    <a:pt x="1514" y="107"/>
                  </a:lnTo>
                  <a:lnTo>
                    <a:pt x="1510" y="108"/>
                  </a:lnTo>
                  <a:lnTo>
                    <a:pt x="1509" y="109"/>
                  </a:lnTo>
                  <a:lnTo>
                    <a:pt x="1508" y="111"/>
                  </a:lnTo>
                  <a:lnTo>
                    <a:pt x="1506" y="107"/>
                  </a:lnTo>
                  <a:lnTo>
                    <a:pt x="1505" y="105"/>
                  </a:lnTo>
                  <a:lnTo>
                    <a:pt x="1506" y="107"/>
                  </a:lnTo>
                  <a:lnTo>
                    <a:pt x="1506" y="112"/>
                  </a:lnTo>
                  <a:lnTo>
                    <a:pt x="1506" y="115"/>
                  </a:lnTo>
                  <a:lnTo>
                    <a:pt x="1506" y="117"/>
                  </a:lnTo>
                  <a:lnTo>
                    <a:pt x="1501" y="124"/>
                  </a:lnTo>
                  <a:lnTo>
                    <a:pt x="1500" y="124"/>
                  </a:lnTo>
                  <a:lnTo>
                    <a:pt x="1500" y="118"/>
                  </a:lnTo>
                  <a:lnTo>
                    <a:pt x="1497" y="118"/>
                  </a:lnTo>
                  <a:lnTo>
                    <a:pt x="1494" y="120"/>
                  </a:lnTo>
                  <a:lnTo>
                    <a:pt x="1489" y="115"/>
                  </a:lnTo>
                  <a:lnTo>
                    <a:pt x="1489" y="113"/>
                  </a:lnTo>
                  <a:lnTo>
                    <a:pt x="1488" y="108"/>
                  </a:lnTo>
                  <a:lnTo>
                    <a:pt x="1486" y="107"/>
                  </a:lnTo>
                  <a:lnTo>
                    <a:pt x="1485" y="105"/>
                  </a:lnTo>
                  <a:lnTo>
                    <a:pt x="1484" y="104"/>
                  </a:lnTo>
                  <a:lnTo>
                    <a:pt x="1483" y="104"/>
                  </a:lnTo>
                  <a:lnTo>
                    <a:pt x="1484" y="107"/>
                  </a:lnTo>
                  <a:lnTo>
                    <a:pt x="1484" y="108"/>
                  </a:lnTo>
                  <a:lnTo>
                    <a:pt x="1485" y="111"/>
                  </a:lnTo>
                  <a:lnTo>
                    <a:pt x="1484" y="112"/>
                  </a:lnTo>
                  <a:lnTo>
                    <a:pt x="1480" y="109"/>
                  </a:lnTo>
                  <a:lnTo>
                    <a:pt x="1477" y="107"/>
                  </a:lnTo>
                  <a:lnTo>
                    <a:pt x="1477" y="107"/>
                  </a:lnTo>
                  <a:lnTo>
                    <a:pt x="1479" y="109"/>
                  </a:lnTo>
                  <a:lnTo>
                    <a:pt x="1477" y="111"/>
                  </a:lnTo>
                  <a:lnTo>
                    <a:pt x="1479" y="112"/>
                  </a:lnTo>
                  <a:lnTo>
                    <a:pt x="1481" y="112"/>
                  </a:lnTo>
                  <a:lnTo>
                    <a:pt x="1483" y="113"/>
                  </a:lnTo>
                  <a:lnTo>
                    <a:pt x="1481" y="116"/>
                  </a:lnTo>
                  <a:lnTo>
                    <a:pt x="1479" y="117"/>
                  </a:lnTo>
                  <a:lnTo>
                    <a:pt x="1477" y="118"/>
                  </a:lnTo>
                  <a:lnTo>
                    <a:pt x="1480" y="118"/>
                  </a:lnTo>
                  <a:lnTo>
                    <a:pt x="1486" y="126"/>
                  </a:lnTo>
                  <a:lnTo>
                    <a:pt x="1490" y="128"/>
                  </a:lnTo>
                  <a:lnTo>
                    <a:pt x="1493" y="126"/>
                  </a:lnTo>
                  <a:lnTo>
                    <a:pt x="1496" y="128"/>
                  </a:lnTo>
                  <a:lnTo>
                    <a:pt x="1497" y="132"/>
                  </a:lnTo>
                  <a:lnTo>
                    <a:pt x="1497" y="132"/>
                  </a:lnTo>
                  <a:lnTo>
                    <a:pt x="1494" y="129"/>
                  </a:lnTo>
                  <a:lnTo>
                    <a:pt x="1493" y="129"/>
                  </a:lnTo>
                  <a:lnTo>
                    <a:pt x="1494" y="133"/>
                  </a:lnTo>
                  <a:lnTo>
                    <a:pt x="1498" y="134"/>
                  </a:lnTo>
                  <a:lnTo>
                    <a:pt x="1500" y="138"/>
                  </a:lnTo>
                  <a:lnTo>
                    <a:pt x="1501" y="141"/>
                  </a:lnTo>
                  <a:lnTo>
                    <a:pt x="1501" y="146"/>
                  </a:lnTo>
                  <a:lnTo>
                    <a:pt x="1500" y="153"/>
                  </a:lnTo>
                  <a:lnTo>
                    <a:pt x="1501" y="158"/>
                  </a:lnTo>
                  <a:lnTo>
                    <a:pt x="1501" y="161"/>
                  </a:lnTo>
                  <a:lnTo>
                    <a:pt x="1501" y="163"/>
                  </a:lnTo>
                  <a:lnTo>
                    <a:pt x="1498" y="167"/>
                  </a:lnTo>
                  <a:lnTo>
                    <a:pt x="1498" y="170"/>
                  </a:lnTo>
                  <a:lnTo>
                    <a:pt x="1497" y="171"/>
                  </a:lnTo>
                  <a:lnTo>
                    <a:pt x="1497" y="170"/>
                  </a:lnTo>
                  <a:lnTo>
                    <a:pt x="1497" y="168"/>
                  </a:lnTo>
                  <a:lnTo>
                    <a:pt x="1490" y="172"/>
                  </a:lnTo>
                  <a:lnTo>
                    <a:pt x="1489" y="171"/>
                  </a:lnTo>
                  <a:lnTo>
                    <a:pt x="1486" y="172"/>
                  </a:lnTo>
                  <a:lnTo>
                    <a:pt x="1485" y="172"/>
                  </a:lnTo>
                  <a:lnTo>
                    <a:pt x="1484" y="170"/>
                  </a:lnTo>
                  <a:lnTo>
                    <a:pt x="1481" y="170"/>
                  </a:lnTo>
                  <a:lnTo>
                    <a:pt x="1479" y="166"/>
                  </a:lnTo>
                  <a:lnTo>
                    <a:pt x="1476" y="165"/>
                  </a:lnTo>
                  <a:lnTo>
                    <a:pt x="1472" y="163"/>
                  </a:lnTo>
                  <a:lnTo>
                    <a:pt x="1471" y="162"/>
                  </a:lnTo>
                  <a:lnTo>
                    <a:pt x="1468" y="163"/>
                  </a:lnTo>
                  <a:lnTo>
                    <a:pt x="1467" y="166"/>
                  </a:lnTo>
                  <a:lnTo>
                    <a:pt x="1464" y="166"/>
                  </a:lnTo>
                  <a:lnTo>
                    <a:pt x="1467" y="167"/>
                  </a:lnTo>
                  <a:lnTo>
                    <a:pt x="1469" y="167"/>
                  </a:lnTo>
                  <a:lnTo>
                    <a:pt x="1471" y="165"/>
                  </a:lnTo>
                  <a:lnTo>
                    <a:pt x="1477" y="167"/>
                  </a:lnTo>
                  <a:lnTo>
                    <a:pt x="1479" y="170"/>
                  </a:lnTo>
                  <a:lnTo>
                    <a:pt x="1476" y="171"/>
                  </a:lnTo>
                  <a:lnTo>
                    <a:pt x="1473" y="170"/>
                  </a:lnTo>
                  <a:lnTo>
                    <a:pt x="1471" y="170"/>
                  </a:lnTo>
                  <a:lnTo>
                    <a:pt x="1471" y="172"/>
                  </a:lnTo>
                  <a:lnTo>
                    <a:pt x="1468" y="170"/>
                  </a:lnTo>
                  <a:lnTo>
                    <a:pt x="1467" y="171"/>
                  </a:lnTo>
                  <a:lnTo>
                    <a:pt x="1467" y="171"/>
                  </a:lnTo>
                  <a:lnTo>
                    <a:pt x="1468" y="174"/>
                  </a:lnTo>
                  <a:lnTo>
                    <a:pt x="1472" y="175"/>
                  </a:lnTo>
                  <a:lnTo>
                    <a:pt x="1471" y="179"/>
                  </a:lnTo>
                  <a:lnTo>
                    <a:pt x="1472" y="183"/>
                  </a:lnTo>
                  <a:lnTo>
                    <a:pt x="1475" y="184"/>
                  </a:lnTo>
                  <a:lnTo>
                    <a:pt x="1473" y="183"/>
                  </a:lnTo>
                  <a:lnTo>
                    <a:pt x="1473" y="178"/>
                  </a:lnTo>
                  <a:lnTo>
                    <a:pt x="1475" y="178"/>
                  </a:lnTo>
                  <a:lnTo>
                    <a:pt x="1477" y="178"/>
                  </a:lnTo>
                  <a:lnTo>
                    <a:pt x="1477" y="176"/>
                  </a:lnTo>
                  <a:lnTo>
                    <a:pt x="1481" y="172"/>
                  </a:lnTo>
                  <a:lnTo>
                    <a:pt x="1483" y="172"/>
                  </a:lnTo>
                  <a:lnTo>
                    <a:pt x="1484" y="174"/>
                  </a:lnTo>
                  <a:lnTo>
                    <a:pt x="1484" y="175"/>
                  </a:lnTo>
                  <a:lnTo>
                    <a:pt x="1488" y="180"/>
                  </a:lnTo>
                  <a:lnTo>
                    <a:pt x="1490" y="180"/>
                  </a:lnTo>
                  <a:lnTo>
                    <a:pt x="1493" y="183"/>
                  </a:lnTo>
                  <a:lnTo>
                    <a:pt x="1497" y="183"/>
                  </a:lnTo>
                  <a:lnTo>
                    <a:pt x="1497" y="180"/>
                  </a:lnTo>
                  <a:lnTo>
                    <a:pt x="1497" y="179"/>
                  </a:lnTo>
                  <a:lnTo>
                    <a:pt x="1498" y="179"/>
                  </a:lnTo>
                  <a:lnTo>
                    <a:pt x="1504" y="184"/>
                  </a:lnTo>
                  <a:lnTo>
                    <a:pt x="1505" y="187"/>
                  </a:lnTo>
                  <a:lnTo>
                    <a:pt x="1504" y="186"/>
                  </a:lnTo>
                  <a:lnTo>
                    <a:pt x="1502" y="188"/>
                  </a:lnTo>
                  <a:lnTo>
                    <a:pt x="1508" y="192"/>
                  </a:lnTo>
                  <a:lnTo>
                    <a:pt x="1509" y="192"/>
                  </a:lnTo>
                  <a:lnTo>
                    <a:pt x="1509" y="191"/>
                  </a:lnTo>
                  <a:lnTo>
                    <a:pt x="1509" y="188"/>
                  </a:lnTo>
                  <a:lnTo>
                    <a:pt x="1511" y="191"/>
                  </a:lnTo>
                  <a:lnTo>
                    <a:pt x="1517" y="197"/>
                  </a:lnTo>
                  <a:lnTo>
                    <a:pt x="1515" y="196"/>
                  </a:lnTo>
                  <a:lnTo>
                    <a:pt x="1514" y="196"/>
                  </a:lnTo>
                  <a:lnTo>
                    <a:pt x="1513" y="197"/>
                  </a:lnTo>
                  <a:lnTo>
                    <a:pt x="1514" y="200"/>
                  </a:lnTo>
                  <a:lnTo>
                    <a:pt x="1513" y="201"/>
                  </a:lnTo>
                  <a:lnTo>
                    <a:pt x="1511" y="204"/>
                  </a:lnTo>
                  <a:lnTo>
                    <a:pt x="1513" y="205"/>
                  </a:lnTo>
                  <a:lnTo>
                    <a:pt x="1515" y="204"/>
                  </a:lnTo>
                  <a:lnTo>
                    <a:pt x="1515" y="201"/>
                  </a:lnTo>
                  <a:lnTo>
                    <a:pt x="1517" y="201"/>
                  </a:lnTo>
                  <a:lnTo>
                    <a:pt x="1518" y="201"/>
                  </a:lnTo>
                  <a:lnTo>
                    <a:pt x="1519" y="200"/>
                  </a:lnTo>
                  <a:lnTo>
                    <a:pt x="1521" y="203"/>
                  </a:lnTo>
                  <a:lnTo>
                    <a:pt x="1526" y="207"/>
                  </a:lnTo>
                  <a:lnTo>
                    <a:pt x="1531" y="208"/>
                  </a:lnTo>
                  <a:lnTo>
                    <a:pt x="1535" y="211"/>
                  </a:lnTo>
                  <a:lnTo>
                    <a:pt x="1533" y="212"/>
                  </a:lnTo>
                  <a:lnTo>
                    <a:pt x="1536" y="217"/>
                  </a:lnTo>
                  <a:lnTo>
                    <a:pt x="1539" y="217"/>
                  </a:lnTo>
                  <a:lnTo>
                    <a:pt x="1542" y="222"/>
                  </a:lnTo>
                  <a:lnTo>
                    <a:pt x="1542" y="229"/>
                  </a:lnTo>
                  <a:lnTo>
                    <a:pt x="1540" y="230"/>
                  </a:lnTo>
                  <a:lnTo>
                    <a:pt x="1540" y="232"/>
                  </a:lnTo>
                  <a:lnTo>
                    <a:pt x="1543" y="233"/>
                  </a:lnTo>
                  <a:lnTo>
                    <a:pt x="1544" y="236"/>
                  </a:lnTo>
                  <a:lnTo>
                    <a:pt x="1543" y="236"/>
                  </a:lnTo>
                  <a:lnTo>
                    <a:pt x="1542" y="234"/>
                  </a:lnTo>
                  <a:lnTo>
                    <a:pt x="1533" y="234"/>
                  </a:lnTo>
                  <a:lnTo>
                    <a:pt x="1530" y="233"/>
                  </a:lnTo>
                  <a:lnTo>
                    <a:pt x="1529" y="234"/>
                  </a:lnTo>
                  <a:lnTo>
                    <a:pt x="1526" y="233"/>
                  </a:lnTo>
                  <a:lnTo>
                    <a:pt x="1526" y="232"/>
                  </a:lnTo>
                  <a:lnTo>
                    <a:pt x="1525" y="230"/>
                  </a:lnTo>
                  <a:lnTo>
                    <a:pt x="1523" y="232"/>
                  </a:lnTo>
                  <a:lnTo>
                    <a:pt x="1525" y="233"/>
                  </a:lnTo>
                  <a:lnTo>
                    <a:pt x="1521" y="236"/>
                  </a:lnTo>
                  <a:lnTo>
                    <a:pt x="1518" y="236"/>
                  </a:lnTo>
                  <a:lnTo>
                    <a:pt x="1517" y="237"/>
                  </a:lnTo>
                  <a:lnTo>
                    <a:pt x="1519" y="237"/>
                  </a:lnTo>
                  <a:lnTo>
                    <a:pt x="1515" y="241"/>
                  </a:lnTo>
                  <a:lnTo>
                    <a:pt x="1513" y="241"/>
                  </a:lnTo>
                  <a:lnTo>
                    <a:pt x="1513" y="243"/>
                  </a:lnTo>
                  <a:lnTo>
                    <a:pt x="1514" y="243"/>
                  </a:lnTo>
                  <a:lnTo>
                    <a:pt x="1510" y="249"/>
                  </a:lnTo>
                  <a:lnTo>
                    <a:pt x="1509" y="250"/>
                  </a:lnTo>
                  <a:lnTo>
                    <a:pt x="1509" y="249"/>
                  </a:lnTo>
                  <a:lnTo>
                    <a:pt x="1508" y="249"/>
                  </a:lnTo>
                  <a:lnTo>
                    <a:pt x="1508" y="253"/>
                  </a:lnTo>
                  <a:lnTo>
                    <a:pt x="1509" y="255"/>
                  </a:lnTo>
                  <a:lnTo>
                    <a:pt x="1506" y="258"/>
                  </a:lnTo>
                  <a:lnTo>
                    <a:pt x="1505" y="257"/>
                  </a:lnTo>
                  <a:lnTo>
                    <a:pt x="1505" y="259"/>
                  </a:lnTo>
                  <a:lnTo>
                    <a:pt x="1505" y="261"/>
                  </a:lnTo>
                  <a:lnTo>
                    <a:pt x="1502" y="263"/>
                  </a:lnTo>
                  <a:lnTo>
                    <a:pt x="1501" y="265"/>
                  </a:lnTo>
                  <a:lnTo>
                    <a:pt x="1502" y="266"/>
                  </a:lnTo>
                  <a:lnTo>
                    <a:pt x="1501" y="267"/>
                  </a:lnTo>
                  <a:lnTo>
                    <a:pt x="1501" y="268"/>
                  </a:lnTo>
                  <a:lnTo>
                    <a:pt x="1500" y="268"/>
                  </a:lnTo>
                  <a:lnTo>
                    <a:pt x="1497" y="268"/>
                  </a:lnTo>
                  <a:lnTo>
                    <a:pt x="1498" y="271"/>
                  </a:lnTo>
                  <a:lnTo>
                    <a:pt x="1498" y="272"/>
                  </a:lnTo>
                  <a:lnTo>
                    <a:pt x="1497" y="275"/>
                  </a:lnTo>
                  <a:lnTo>
                    <a:pt x="1497" y="276"/>
                  </a:lnTo>
                  <a:lnTo>
                    <a:pt x="1497" y="278"/>
                  </a:lnTo>
                  <a:lnTo>
                    <a:pt x="1496" y="279"/>
                  </a:lnTo>
                  <a:lnTo>
                    <a:pt x="1494" y="278"/>
                  </a:lnTo>
                  <a:lnTo>
                    <a:pt x="1493" y="278"/>
                  </a:lnTo>
                  <a:lnTo>
                    <a:pt x="1494" y="279"/>
                  </a:lnTo>
                  <a:lnTo>
                    <a:pt x="1497" y="282"/>
                  </a:lnTo>
                  <a:lnTo>
                    <a:pt x="1496" y="284"/>
                  </a:lnTo>
                  <a:lnTo>
                    <a:pt x="1493" y="284"/>
                  </a:lnTo>
                  <a:lnTo>
                    <a:pt x="1493" y="286"/>
                  </a:lnTo>
                  <a:lnTo>
                    <a:pt x="1494" y="286"/>
                  </a:lnTo>
                  <a:lnTo>
                    <a:pt x="1496" y="290"/>
                  </a:lnTo>
                  <a:lnTo>
                    <a:pt x="1494" y="291"/>
                  </a:lnTo>
                  <a:lnTo>
                    <a:pt x="1496" y="292"/>
                  </a:lnTo>
                  <a:lnTo>
                    <a:pt x="1493" y="296"/>
                  </a:lnTo>
                  <a:lnTo>
                    <a:pt x="1494" y="299"/>
                  </a:lnTo>
                  <a:lnTo>
                    <a:pt x="1492" y="303"/>
                  </a:lnTo>
                  <a:lnTo>
                    <a:pt x="1492" y="308"/>
                  </a:lnTo>
                  <a:lnTo>
                    <a:pt x="1490" y="311"/>
                  </a:lnTo>
                  <a:lnTo>
                    <a:pt x="1490" y="312"/>
                  </a:lnTo>
                  <a:lnTo>
                    <a:pt x="1492" y="313"/>
                  </a:lnTo>
                  <a:lnTo>
                    <a:pt x="1492" y="315"/>
                  </a:lnTo>
                  <a:lnTo>
                    <a:pt x="1492" y="316"/>
                  </a:lnTo>
                  <a:lnTo>
                    <a:pt x="1494" y="320"/>
                  </a:lnTo>
                  <a:lnTo>
                    <a:pt x="1494" y="322"/>
                  </a:lnTo>
                  <a:lnTo>
                    <a:pt x="1493" y="321"/>
                  </a:lnTo>
                  <a:lnTo>
                    <a:pt x="1490" y="322"/>
                  </a:lnTo>
                  <a:lnTo>
                    <a:pt x="1488" y="320"/>
                  </a:lnTo>
                  <a:lnTo>
                    <a:pt x="1486" y="321"/>
                  </a:lnTo>
                  <a:lnTo>
                    <a:pt x="1484" y="317"/>
                  </a:lnTo>
                  <a:lnTo>
                    <a:pt x="1484" y="316"/>
                  </a:lnTo>
                  <a:lnTo>
                    <a:pt x="1484" y="316"/>
                  </a:lnTo>
                  <a:lnTo>
                    <a:pt x="1481" y="316"/>
                  </a:lnTo>
                  <a:lnTo>
                    <a:pt x="1480" y="316"/>
                  </a:lnTo>
                  <a:lnTo>
                    <a:pt x="1479" y="313"/>
                  </a:lnTo>
                  <a:lnTo>
                    <a:pt x="1473" y="311"/>
                  </a:lnTo>
                  <a:lnTo>
                    <a:pt x="1469" y="309"/>
                  </a:lnTo>
                  <a:lnTo>
                    <a:pt x="1465" y="312"/>
                  </a:lnTo>
                  <a:lnTo>
                    <a:pt x="1464" y="311"/>
                  </a:lnTo>
                  <a:lnTo>
                    <a:pt x="1461" y="312"/>
                  </a:lnTo>
                  <a:lnTo>
                    <a:pt x="1459" y="315"/>
                  </a:lnTo>
                  <a:lnTo>
                    <a:pt x="1456" y="315"/>
                  </a:lnTo>
                  <a:lnTo>
                    <a:pt x="1456" y="320"/>
                  </a:lnTo>
                  <a:lnTo>
                    <a:pt x="1454" y="321"/>
                  </a:lnTo>
                  <a:lnTo>
                    <a:pt x="1452" y="320"/>
                  </a:lnTo>
                  <a:lnTo>
                    <a:pt x="1454" y="322"/>
                  </a:lnTo>
                  <a:lnTo>
                    <a:pt x="1452" y="325"/>
                  </a:lnTo>
                  <a:lnTo>
                    <a:pt x="1452" y="328"/>
                  </a:lnTo>
                  <a:lnTo>
                    <a:pt x="1452" y="329"/>
                  </a:lnTo>
                  <a:lnTo>
                    <a:pt x="1451" y="336"/>
                  </a:lnTo>
                  <a:lnTo>
                    <a:pt x="1450" y="337"/>
                  </a:lnTo>
                  <a:lnTo>
                    <a:pt x="1448" y="336"/>
                  </a:lnTo>
                  <a:lnTo>
                    <a:pt x="1446" y="328"/>
                  </a:lnTo>
                  <a:lnTo>
                    <a:pt x="1446" y="325"/>
                  </a:lnTo>
                  <a:lnTo>
                    <a:pt x="1443" y="324"/>
                  </a:lnTo>
                  <a:lnTo>
                    <a:pt x="1442" y="321"/>
                  </a:lnTo>
                  <a:lnTo>
                    <a:pt x="1442" y="324"/>
                  </a:lnTo>
                  <a:lnTo>
                    <a:pt x="1438" y="329"/>
                  </a:lnTo>
                  <a:lnTo>
                    <a:pt x="1436" y="330"/>
                  </a:lnTo>
                  <a:lnTo>
                    <a:pt x="1436" y="333"/>
                  </a:lnTo>
                  <a:lnTo>
                    <a:pt x="1439" y="333"/>
                  </a:lnTo>
                  <a:lnTo>
                    <a:pt x="1436" y="338"/>
                  </a:lnTo>
                  <a:lnTo>
                    <a:pt x="1434" y="336"/>
                  </a:lnTo>
                  <a:lnTo>
                    <a:pt x="1432" y="336"/>
                  </a:lnTo>
                  <a:lnTo>
                    <a:pt x="1431" y="334"/>
                  </a:lnTo>
                  <a:lnTo>
                    <a:pt x="1430" y="334"/>
                  </a:lnTo>
                  <a:lnTo>
                    <a:pt x="1429" y="338"/>
                  </a:lnTo>
                  <a:lnTo>
                    <a:pt x="1427" y="338"/>
                  </a:lnTo>
                  <a:lnTo>
                    <a:pt x="1426" y="337"/>
                  </a:lnTo>
                  <a:lnTo>
                    <a:pt x="1423" y="337"/>
                  </a:lnTo>
                  <a:lnTo>
                    <a:pt x="1423" y="338"/>
                  </a:lnTo>
                  <a:lnTo>
                    <a:pt x="1425" y="341"/>
                  </a:lnTo>
                  <a:lnTo>
                    <a:pt x="1423" y="342"/>
                  </a:lnTo>
                  <a:lnTo>
                    <a:pt x="1423" y="343"/>
                  </a:lnTo>
                  <a:lnTo>
                    <a:pt x="1422" y="346"/>
                  </a:lnTo>
                  <a:lnTo>
                    <a:pt x="1425" y="349"/>
                  </a:lnTo>
                  <a:lnTo>
                    <a:pt x="1426" y="351"/>
                  </a:lnTo>
                  <a:lnTo>
                    <a:pt x="1425" y="351"/>
                  </a:lnTo>
                  <a:lnTo>
                    <a:pt x="1425" y="353"/>
                  </a:lnTo>
                  <a:lnTo>
                    <a:pt x="1427" y="354"/>
                  </a:lnTo>
                  <a:lnTo>
                    <a:pt x="1429" y="355"/>
                  </a:lnTo>
                  <a:lnTo>
                    <a:pt x="1430" y="358"/>
                  </a:lnTo>
                  <a:lnTo>
                    <a:pt x="1429" y="358"/>
                  </a:lnTo>
                  <a:lnTo>
                    <a:pt x="1427" y="359"/>
                  </a:lnTo>
                  <a:lnTo>
                    <a:pt x="1430" y="361"/>
                  </a:lnTo>
                  <a:lnTo>
                    <a:pt x="1431" y="362"/>
                  </a:lnTo>
                  <a:lnTo>
                    <a:pt x="1431" y="363"/>
                  </a:lnTo>
                  <a:lnTo>
                    <a:pt x="1429" y="362"/>
                  </a:lnTo>
                  <a:lnTo>
                    <a:pt x="1427" y="362"/>
                  </a:lnTo>
                  <a:lnTo>
                    <a:pt x="1427" y="363"/>
                  </a:lnTo>
                  <a:lnTo>
                    <a:pt x="1430" y="366"/>
                  </a:lnTo>
                  <a:lnTo>
                    <a:pt x="1431" y="365"/>
                  </a:lnTo>
                  <a:lnTo>
                    <a:pt x="1431" y="367"/>
                  </a:lnTo>
                  <a:lnTo>
                    <a:pt x="1430" y="370"/>
                  </a:lnTo>
                  <a:lnTo>
                    <a:pt x="1430" y="372"/>
                  </a:lnTo>
                  <a:lnTo>
                    <a:pt x="1429" y="374"/>
                  </a:lnTo>
                  <a:lnTo>
                    <a:pt x="1430" y="378"/>
                  </a:lnTo>
                  <a:lnTo>
                    <a:pt x="1429" y="379"/>
                  </a:lnTo>
                  <a:lnTo>
                    <a:pt x="1430" y="382"/>
                  </a:lnTo>
                  <a:lnTo>
                    <a:pt x="1430" y="383"/>
                  </a:lnTo>
                  <a:lnTo>
                    <a:pt x="1430" y="386"/>
                  </a:lnTo>
                  <a:lnTo>
                    <a:pt x="1432" y="390"/>
                  </a:lnTo>
                  <a:lnTo>
                    <a:pt x="1431" y="391"/>
                  </a:lnTo>
                  <a:lnTo>
                    <a:pt x="1432" y="392"/>
                  </a:lnTo>
                  <a:lnTo>
                    <a:pt x="1435" y="395"/>
                  </a:lnTo>
                  <a:lnTo>
                    <a:pt x="1439" y="399"/>
                  </a:lnTo>
                  <a:lnTo>
                    <a:pt x="1442" y="400"/>
                  </a:lnTo>
                  <a:lnTo>
                    <a:pt x="1442" y="399"/>
                  </a:lnTo>
                  <a:lnTo>
                    <a:pt x="1443" y="397"/>
                  </a:lnTo>
                  <a:lnTo>
                    <a:pt x="1440" y="393"/>
                  </a:lnTo>
                  <a:lnTo>
                    <a:pt x="1439" y="392"/>
                  </a:lnTo>
                  <a:lnTo>
                    <a:pt x="1442" y="391"/>
                  </a:lnTo>
                  <a:lnTo>
                    <a:pt x="1444" y="391"/>
                  </a:lnTo>
                  <a:lnTo>
                    <a:pt x="1448" y="393"/>
                  </a:lnTo>
                  <a:lnTo>
                    <a:pt x="1450" y="393"/>
                  </a:lnTo>
                  <a:lnTo>
                    <a:pt x="1451" y="395"/>
                  </a:lnTo>
                  <a:lnTo>
                    <a:pt x="1451" y="396"/>
                  </a:lnTo>
                  <a:lnTo>
                    <a:pt x="1451" y="397"/>
                  </a:lnTo>
                  <a:lnTo>
                    <a:pt x="1452" y="400"/>
                  </a:lnTo>
                  <a:lnTo>
                    <a:pt x="1451" y="401"/>
                  </a:lnTo>
                  <a:lnTo>
                    <a:pt x="1452" y="404"/>
                  </a:lnTo>
                  <a:lnTo>
                    <a:pt x="1451" y="404"/>
                  </a:lnTo>
                  <a:lnTo>
                    <a:pt x="1450" y="407"/>
                  </a:lnTo>
                  <a:lnTo>
                    <a:pt x="1451" y="411"/>
                  </a:lnTo>
                  <a:lnTo>
                    <a:pt x="1454" y="413"/>
                  </a:lnTo>
                  <a:lnTo>
                    <a:pt x="1452" y="417"/>
                  </a:lnTo>
                  <a:lnTo>
                    <a:pt x="1455" y="420"/>
                  </a:lnTo>
                  <a:lnTo>
                    <a:pt x="1456" y="418"/>
                  </a:lnTo>
                  <a:lnTo>
                    <a:pt x="1456" y="417"/>
                  </a:lnTo>
                  <a:lnTo>
                    <a:pt x="1459" y="416"/>
                  </a:lnTo>
                  <a:lnTo>
                    <a:pt x="1459" y="415"/>
                  </a:lnTo>
                  <a:lnTo>
                    <a:pt x="1460" y="416"/>
                  </a:lnTo>
                  <a:lnTo>
                    <a:pt x="1463" y="417"/>
                  </a:lnTo>
                  <a:lnTo>
                    <a:pt x="1461" y="422"/>
                  </a:lnTo>
                  <a:lnTo>
                    <a:pt x="1467" y="426"/>
                  </a:lnTo>
                  <a:lnTo>
                    <a:pt x="1469" y="430"/>
                  </a:lnTo>
                  <a:lnTo>
                    <a:pt x="1468" y="433"/>
                  </a:lnTo>
                  <a:lnTo>
                    <a:pt x="1468" y="436"/>
                  </a:lnTo>
                  <a:lnTo>
                    <a:pt x="1467" y="436"/>
                  </a:lnTo>
                  <a:lnTo>
                    <a:pt x="1463" y="434"/>
                  </a:lnTo>
                  <a:lnTo>
                    <a:pt x="1460" y="433"/>
                  </a:lnTo>
                  <a:lnTo>
                    <a:pt x="1460" y="429"/>
                  </a:lnTo>
                  <a:lnTo>
                    <a:pt x="1460" y="426"/>
                  </a:lnTo>
                  <a:lnTo>
                    <a:pt x="1461" y="424"/>
                  </a:lnTo>
                  <a:lnTo>
                    <a:pt x="1460" y="421"/>
                  </a:lnTo>
                  <a:lnTo>
                    <a:pt x="1459" y="422"/>
                  </a:lnTo>
                  <a:lnTo>
                    <a:pt x="1460" y="424"/>
                  </a:lnTo>
                  <a:lnTo>
                    <a:pt x="1460" y="425"/>
                  </a:lnTo>
                  <a:lnTo>
                    <a:pt x="1457" y="426"/>
                  </a:lnTo>
                  <a:lnTo>
                    <a:pt x="1455" y="429"/>
                  </a:lnTo>
                  <a:lnTo>
                    <a:pt x="1456" y="430"/>
                  </a:lnTo>
                  <a:lnTo>
                    <a:pt x="1459" y="430"/>
                  </a:lnTo>
                  <a:lnTo>
                    <a:pt x="1459" y="433"/>
                  </a:lnTo>
                  <a:lnTo>
                    <a:pt x="1456" y="436"/>
                  </a:lnTo>
                  <a:lnTo>
                    <a:pt x="1457" y="440"/>
                  </a:lnTo>
                  <a:lnTo>
                    <a:pt x="1457" y="440"/>
                  </a:lnTo>
                  <a:lnTo>
                    <a:pt x="1457" y="449"/>
                  </a:lnTo>
                  <a:lnTo>
                    <a:pt x="1459" y="450"/>
                  </a:lnTo>
                  <a:lnTo>
                    <a:pt x="1459" y="453"/>
                  </a:lnTo>
                  <a:lnTo>
                    <a:pt x="1465" y="461"/>
                  </a:lnTo>
                  <a:lnTo>
                    <a:pt x="1467" y="461"/>
                  </a:lnTo>
                  <a:lnTo>
                    <a:pt x="1471" y="467"/>
                  </a:lnTo>
                  <a:lnTo>
                    <a:pt x="1473" y="468"/>
                  </a:lnTo>
                  <a:lnTo>
                    <a:pt x="1472" y="470"/>
                  </a:lnTo>
                  <a:lnTo>
                    <a:pt x="1472" y="474"/>
                  </a:lnTo>
                  <a:lnTo>
                    <a:pt x="1465" y="476"/>
                  </a:lnTo>
                  <a:lnTo>
                    <a:pt x="1464" y="475"/>
                  </a:lnTo>
                  <a:lnTo>
                    <a:pt x="1460" y="478"/>
                  </a:lnTo>
                  <a:lnTo>
                    <a:pt x="1459" y="476"/>
                  </a:lnTo>
                  <a:lnTo>
                    <a:pt x="1460" y="478"/>
                  </a:lnTo>
                  <a:lnTo>
                    <a:pt x="1457" y="483"/>
                  </a:lnTo>
                  <a:lnTo>
                    <a:pt x="1457" y="486"/>
                  </a:lnTo>
                  <a:lnTo>
                    <a:pt x="1456" y="487"/>
                  </a:lnTo>
                  <a:lnTo>
                    <a:pt x="1457" y="490"/>
                  </a:lnTo>
                  <a:lnTo>
                    <a:pt x="1456" y="495"/>
                  </a:lnTo>
                  <a:lnTo>
                    <a:pt x="1459" y="501"/>
                  </a:lnTo>
                  <a:lnTo>
                    <a:pt x="1461" y="504"/>
                  </a:lnTo>
                  <a:lnTo>
                    <a:pt x="1461" y="507"/>
                  </a:lnTo>
                  <a:lnTo>
                    <a:pt x="1465" y="508"/>
                  </a:lnTo>
                  <a:lnTo>
                    <a:pt x="1467" y="511"/>
                  </a:lnTo>
                  <a:lnTo>
                    <a:pt x="1464" y="511"/>
                  </a:lnTo>
                  <a:lnTo>
                    <a:pt x="1463" y="509"/>
                  </a:lnTo>
                  <a:lnTo>
                    <a:pt x="1461" y="511"/>
                  </a:lnTo>
                  <a:lnTo>
                    <a:pt x="1459" y="513"/>
                  </a:lnTo>
                  <a:lnTo>
                    <a:pt x="1457" y="512"/>
                  </a:lnTo>
                  <a:lnTo>
                    <a:pt x="1454" y="516"/>
                  </a:lnTo>
                  <a:lnTo>
                    <a:pt x="1451" y="513"/>
                  </a:lnTo>
                  <a:lnTo>
                    <a:pt x="1450" y="516"/>
                  </a:lnTo>
                  <a:lnTo>
                    <a:pt x="1452" y="517"/>
                  </a:lnTo>
                  <a:lnTo>
                    <a:pt x="1454" y="517"/>
                  </a:lnTo>
                  <a:lnTo>
                    <a:pt x="1454" y="520"/>
                  </a:lnTo>
                  <a:lnTo>
                    <a:pt x="1454" y="521"/>
                  </a:lnTo>
                  <a:lnTo>
                    <a:pt x="1455" y="524"/>
                  </a:lnTo>
                  <a:lnTo>
                    <a:pt x="1455" y="525"/>
                  </a:lnTo>
                  <a:lnTo>
                    <a:pt x="1454" y="525"/>
                  </a:lnTo>
                  <a:lnTo>
                    <a:pt x="1455" y="528"/>
                  </a:lnTo>
                  <a:lnTo>
                    <a:pt x="1454" y="529"/>
                  </a:lnTo>
                  <a:lnTo>
                    <a:pt x="1455" y="530"/>
                  </a:lnTo>
                  <a:lnTo>
                    <a:pt x="1456" y="529"/>
                  </a:lnTo>
                  <a:lnTo>
                    <a:pt x="1459" y="532"/>
                  </a:lnTo>
                  <a:lnTo>
                    <a:pt x="1457" y="533"/>
                  </a:lnTo>
                  <a:lnTo>
                    <a:pt x="1456" y="537"/>
                  </a:lnTo>
                  <a:lnTo>
                    <a:pt x="1457" y="540"/>
                  </a:lnTo>
                  <a:lnTo>
                    <a:pt x="1457" y="543"/>
                  </a:lnTo>
                  <a:lnTo>
                    <a:pt x="1456" y="546"/>
                  </a:lnTo>
                  <a:lnTo>
                    <a:pt x="1456" y="547"/>
                  </a:lnTo>
                  <a:lnTo>
                    <a:pt x="1456" y="549"/>
                  </a:lnTo>
                  <a:lnTo>
                    <a:pt x="1454" y="551"/>
                  </a:lnTo>
                  <a:lnTo>
                    <a:pt x="1454" y="554"/>
                  </a:lnTo>
                  <a:lnTo>
                    <a:pt x="1452" y="554"/>
                  </a:lnTo>
                  <a:lnTo>
                    <a:pt x="1451" y="559"/>
                  </a:lnTo>
                  <a:lnTo>
                    <a:pt x="1448" y="566"/>
                  </a:lnTo>
                  <a:lnTo>
                    <a:pt x="1450" y="563"/>
                  </a:lnTo>
                  <a:lnTo>
                    <a:pt x="1448" y="561"/>
                  </a:lnTo>
                  <a:lnTo>
                    <a:pt x="1448" y="558"/>
                  </a:lnTo>
                  <a:lnTo>
                    <a:pt x="1448" y="557"/>
                  </a:lnTo>
                  <a:lnTo>
                    <a:pt x="1443" y="557"/>
                  </a:lnTo>
                  <a:lnTo>
                    <a:pt x="1440" y="553"/>
                  </a:lnTo>
                  <a:lnTo>
                    <a:pt x="1440" y="549"/>
                  </a:lnTo>
                  <a:lnTo>
                    <a:pt x="1435" y="538"/>
                  </a:lnTo>
                  <a:lnTo>
                    <a:pt x="1432" y="533"/>
                  </a:lnTo>
                  <a:lnTo>
                    <a:pt x="1434" y="534"/>
                  </a:lnTo>
                  <a:lnTo>
                    <a:pt x="1436" y="533"/>
                  </a:lnTo>
                  <a:lnTo>
                    <a:pt x="1436" y="530"/>
                  </a:lnTo>
                  <a:lnTo>
                    <a:pt x="1435" y="532"/>
                  </a:lnTo>
                  <a:lnTo>
                    <a:pt x="1432" y="532"/>
                  </a:lnTo>
                  <a:lnTo>
                    <a:pt x="1427" y="529"/>
                  </a:lnTo>
                  <a:lnTo>
                    <a:pt x="1419" y="513"/>
                  </a:lnTo>
                  <a:lnTo>
                    <a:pt x="1410" y="503"/>
                  </a:lnTo>
                  <a:lnTo>
                    <a:pt x="1410" y="500"/>
                  </a:lnTo>
                  <a:lnTo>
                    <a:pt x="1407" y="496"/>
                  </a:lnTo>
                  <a:lnTo>
                    <a:pt x="1401" y="486"/>
                  </a:lnTo>
                  <a:lnTo>
                    <a:pt x="1394" y="474"/>
                  </a:lnTo>
                  <a:lnTo>
                    <a:pt x="1389" y="462"/>
                  </a:lnTo>
                  <a:lnTo>
                    <a:pt x="1389" y="457"/>
                  </a:lnTo>
                  <a:lnTo>
                    <a:pt x="1386" y="451"/>
                  </a:lnTo>
                  <a:lnTo>
                    <a:pt x="1385" y="443"/>
                  </a:lnTo>
                  <a:lnTo>
                    <a:pt x="1382" y="440"/>
                  </a:lnTo>
                  <a:lnTo>
                    <a:pt x="1384" y="434"/>
                  </a:lnTo>
                  <a:lnTo>
                    <a:pt x="1386" y="432"/>
                  </a:lnTo>
                  <a:lnTo>
                    <a:pt x="1386" y="428"/>
                  </a:lnTo>
                  <a:lnTo>
                    <a:pt x="1389" y="426"/>
                  </a:lnTo>
                  <a:lnTo>
                    <a:pt x="1388" y="425"/>
                  </a:lnTo>
                  <a:lnTo>
                    <a:pt x="1388" y="424"/>
                  </a:lnTo>
                  <a:lnTo>
                    <a:pt x="1388" y="418"/>
                  </a:lnTo>
                  <a:lnTo>
                    <a:pt x="1384" y="412"/>
                  </a:lnTo>
                  <a:lnTo>
                    <a:pt x="1381" y="412"/>
                  </a:lnTo>
                  <a:lnTo>
                    <a:pt x="1381" y="411"/>
                  </a:lnTo>
                  <a:lnTo>
                    <a:pt x="1382" y="408"/>
                  </a:lnTo>
                  <a:lnTo>
                    <a:pt x="1388" y="411"/>
                  </a:lnTo>
                  <a:lnTo>
                    <a:pt x="1390" y="408"/>
                  </a:lnTo>
                  <a:lnTo>
                    <a:pt x="1389" y="405"/>
                  </a:lnTo>
                  <a:lnTo>
                    <a:pt x="1389" y="401"/>
                  </a:lnTo>
                  <a:lnTo>
                    <a:pt x="1394" y="400"/>
                  </a:lnTo>
                  <a:lnTo>
                    <a:pt x="1396" y="401"/>
                  </a:lnTo>
                  <a:lnTo>
                    <a:pt x="1394" y="399"/>
                  </a:lnTo>
                  <a:lnTo>
                    <a:pt x="1397" y="391"/>
                  </a:lnTo>
                  <a:lnTo>
                    <a:pt x="1396" y="387"/>
                  </a:lnTo>
                  <a:lnTo>
                    <a:pt x="1396" y="382"/>
                  </a:lnTo>
                  <a:lnTo>
                    <a:pt x="1394" y="379"/>
                  </a:lnTo>
                  <a:lnTo>
                    <a:pt x="1397" y="378"/>
                  </a:lnTo>
                  <a:lnTo>
                    <a:pt x="1397" y="375"/>
                  </a:lnTo>
                  <a:lnTo>
                    <a:pt x="1396" y="374"/>
                  </a:lnTo>
                  <a:lnTo>
                    <a:pt x="1397" y="370"/>
                  </a:lnTo>
                  <a:lnTo>
                    <a:pt x="1398" y="370"/>
                  </a:lnTo>
                  <a:lnTo>
                    <a:pt x="1396" y="367"/>
                  </a:lnTo>
                  <a:lnTo>
                    <a:pt x="1396" y="365"/>
                  </a:lnTo>
                  <a:lnTo>
                    <a:pt x="1397" y="365"/>
                  </a:lnTo>
                  <a:lnTo>
                    <a:pt x="1397" y="359"/>
                  </a:lnTo>
                  <a:lnTo>
                    <a:pt x="1396" y="358"/>
                  </a:lnTo>
                  <a:lnTo>
                    <a:pt x="1397" y="357"/>
                  </a:lnTo>
                  <a:lnTo>
                    <a:pt x="1400" y="355"/>
                  </a:lnTo>
                  <a:lnTo>
                    <a:pt x="1401" y="354"/>
                  </a:lnTo>
                  <a:lnTo>
                    <a:pt x="1400" y="350"/>
                  </a:lnTo>
                  <a:lnTo>
                    <a:pt x="1401" y="345"/>
                  </a:lnTo>
                  <a:lnTo>
                    <a:pt x="1400" y="343"/>
                  </a:lnTo>
                  <a:lnTo>
                    <a:pt x="1398" y="342"/>
                  </a:lnTo>
                  <a:lnTo>
                    <a:pt x="1401" y="338"/>
                  </a:lnTo>
                  <a:lnTo>
                    <a:pt x="1401" y="336"/>
                  </a:lnTo>
                  <a:lnTo>
                    <a:pt x="1400" y="336"/>
                  </a:lnTo>
                  <a:lnTo>
                    <a:pt x="1398" y="333"/>
                  </a:lnTo>
                  <a:lnTo>
                    <a:pt x="1400" y="332"/>
                  </a:lnTo>
                  <a:lnTo>
                    <a:pt x="1400" y="329"/>
                  </a:lnTo>
                  <a:lnTo>
                    <a:pt x="1402" y="328"/>
                  </a:lnTo>
                  <a:lnTo>
                    <a:pt x="1402" y="328"/>
                  </a:lnTo>
                  <a:lnTo>
                    <a:pt x="1405" y="325"/>
                  </a:lnTo>
                  <a:lnTo>
                    <a:pt x="1405" y="324"/>
                  </a:lnTo>
                  <a:lnTo>
                    <a:pt x="1407" y="320"/>
                  </a:lnTo>
                  <a:lnTo>
                    <a:pt x="1409" y="321"/>
                  </a:lnTo>
                  <a:lnTo>
                    <a:pt x="1411" y="318"/>
                  </a:lnTo>
                  <a:lnTo>
                    <a:pt x="1413" y="318"/>
                  </a:lnTo>
                  <a:lnTo>
                    <a:pt x="1413" y="317"/>
                  </a:lnTo>
                  <a:lnTo>
                    <a:pt x="1413" y="316"/>
                  </a:lnTo>
                  <a:lnTo>
                    <a:pt x="1410" y="316"/>
                  </a:lnTo>
                  <a:lnTo>
                    <a:pt x="1409" y="317"/>
                  </a:lnTo>
                  <a:lnTo>
                    <a:pt x="1406" y="316"/>
                  </a:lnTo>
                  <a:lnTo>
                    <a:pt x="1407" y="311"/>
                  </a:lnTo>
                  <a:lnTo>
                    <a:pt x="1409" y="308"/>
                  </a:lnTo>
                  <a:lnTo>
                    <a:pt x="1407" y="307"/>
                  </a:lnTo>
                  <a:lnTo>
                    <a:pt x="1406" y="304"/>
                  </a:lnTo>
                  <a:lnTo>
                    <a:pt x="1405" y="304"/>
                  </a:lnTo>
                  <a:lnTo>
                    <a:pt x="1405" y="305"/>
                  </a:lnTo>
                  <a:lnTo>
                    <a:pt x="1404" y="305"/>
                  </a:lnTo>
                  <a:lnTo>
                    <a:pt x="1404" y="299"/>
                  </a:lnTo>
                  <a:lnTo>
                    <a:pt x="1404" y="297"/>
                  </a:lnTo>
                  <a:lnTo>
                    <a:pt x="1404" y="296"/>
                  </a:lnTo>
                  <a:lnTo>
                    <a:pt x="1404" y="293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1"/>
                  </a:lnTo>
                  <a:lnTo>
                    <a:pt x="1398" y="287"/>
                  </a:lnTo>
                  <a:lnTo>
                    <a:pt x="1398" y="286"/>
                  </a:lnTo>
                  <a:lnTo>
                    <a:pt x="1397" y="284"/>
                  </a:lnTo>
                  <a:lnTo>
                    <a:pt x="1397" y="282"/>
                  </a:lnTo>
                  <a:lnTo>
                    <a:pt x="1396" y="279"/>
                  </a:lnTo>
                  <a:lnTo>
                    <a:pt x="1396" y="276"/>
                  </a:lnTo>
                  <a:lnTo>
                    <a:pt x="1398" y="274"/>
                  </a:lnTo>
                  <a:lnTo>
                    <a:pt x="1401" y="274"/>
                  </a:lnTo>
                  <a:lnTo>
                    <a:pt x="1404" y="274"/>
                  </a:lnTo>
                  <a:lnTo>
                    <a:pt x="1402" y="272"/>
                  </a:lnTo>
                  <a:lnTo>
                    <a:pt x="1405" y="271"/>
                  </a:lnTo>
                  <a:lnTo>
                    <a:pt x="1404" y="271"/>
                  </a:lnTo>
                  <a:lnTo>
                    <a:pt x="1401" y="271"/>
                  </a:lnTo>
                  <a:lnTo>
                    <a:pt x="1400" y="270"/>
                  </a:lnTo>
                  <a:lnTo>
                    <a:pt x="1397" y="270"/>
                  </a:lnTo>
                  <a:lnTo>
                    <a:pt x="1393" y="267"/>
                  </a:lnTo>
                  <a:lnTo>
                    <a:pt x="1393" y="268"/>
                  </a:lnTo>
                  <a:lnTo>
                    <a:pt x="1389" y="268"/>
                  </a:lnTo>
                  <a:lnTo>
                    <a:pt x="1388" y="271"/>
                  </a:lnTo>
                  <a:lnTo>
                    <a:pt x="1385" y="271"/>
                  </a:lnTo>
                  <a:lnTo>
                    <a:pt x="1381" y="274"/>
                  </a:lnTo>
                  <a:lnTo>
                    <a:pt x="1382" y="275"/>
                  </a:lnTo>
                  <a:lnTo>
                    <a:pt x="1382" y="276"/>
                  </a:lnTo>
                  <a:lnTo>
                    <a:pt x="1385" y="279"/>
                  </a:lnTo>
                  <a:lnTo>
                    <a:pt x="1385" y="282"/>
                  </a:lnTo>
                  <a:lnTo>
                    <a:pt x="1385" y="283"/>
                  </a:lnTo>
                  <a:lnTo>
                    <a:pt x="1385" y="286"/>
                  </a:lnTo>
                  <a:lnTo>
                    <a:pt x="1388" y="287"/>
                  </a:lnTo>
                  <a:lnTo>
                    <a:pt x="1388" y="288"/>
                  </a:lnTo>
                  <a:lnTo>
                    <a:pt x="1389" y="290"/>
                  </a:lnTo>
                  <a:lnTo>
                    <a:pt x="1390" y="295"/>
                  </a:lnTo>
                  <a:lnTo>
                    <a:pt x="1394" y="296"/>
                  </a:lnTo>
                  <a:lnTo>
                    <a:pt x="1393" y="299"/>
                  </a:lnTo>
                  <a:lnTo>
                    <a:pt x="1396" y="300"/>
                  </a:lnTo>
                  <a:lnTo>
                    <a:pt x="1394" y="301"/>
                  </a:lnTo>
                  <a:lnTo>
                    <a:pt x="1393" y="300"/>
                  </a:lnTo>
                  <a:lnTo>
                    <a:pt x="1392" y="299"/>
                  </a:lnTo>
                  <a:lnTo>
                    <a:pt x="1388" y="299"/>
                  </a:lnTo>
                  <a:lnTo>
                    <a:pt x="1386" y="300"/>
                  </a:lnTo>
                  <a:lnTo>
                    <a:pt x="1385" y="304"/>
                  </a:lnTo>
                  <a:lnTo>
                    <a:pt x="1386" y="305"/>
                  </a:lnTo>
                  <a:lnTo>
                    <a:pt x="1386" y="309"/>
                  </a:lnTo>
                  <a:lnTo>
                    <a:pt x="1385" y="309"/>
                  </a:lnTo>
                  <a:lnTo>
                    <a:pt x="1385" y="311"/>
                  </a:lnTo>
                  <a:lnTo>
                    <a:pt x="1386" y="311"/>
                  </a:lnTo>
                  <a:lnTo>
                    <a:pt x="1386" y="313"/>
                  </a:lnTo>
                  <a:lnTo>
                    <a:pt x="1384" y="315"/>
                  </a:lnTo>
                  <a:lnTo>
                    <a:pt x="1385" y="316"/>
                  </a:lnTo>
                  <a:lnTo>
                    <a:pt x="1384" y="318"/>
                  </a:lnTo>
                  <a:lnTo>
                    <a:pt x="1384" y="324"/>
                  </a:lnTo>
                  <a:lnTo>
                    <a:pt x="1382" y="325"/>
                  </a:lnTo>
                  <a:lnTo>
                    <a:pt x="1382" y="326"/>
                  </a:lnTo>
                  <a:lnTo>
                    <a:pt x="1381" y="328"/>
                  </a:lnTo>
                  <a:lnTo>
                    <a:pt x="1380" y="332"/>
                  </a:lnTo>
                  <a:lnTo>
                    <a:pt x="1378" y="329"/>
                  </a:lnTo>
                  <a:lnTo>
                    <a:pt x="1377" y="326"/>
                  </a:lnTo>
                  <a:lnTo>
                    <a:pt x="1378" y="324"/>
                  </a:lnTo>
                  <a:lnTo>
                    <a:pt x="1377" y="322"/>
                  </a:lnTo>
                  <a:lnTo>
                    <a:pt x="1376" y="322"/>
                  </a:lnTo>
                  <a:lnTo>
                    <a:pt x="1375" y="324"/>
                  </a:lnTo>
                  <a:lnTo>
                    <a:pt x="1375" y="326"/>
                  </a:lnTo>
                  <a:lnTo>
                    <a:pt x="1373" y="326"/>
                  </a:lnTo>
                  <a:lnTo>
                    <a:pt x="1372" y="322"/>
                  </a:lnTo>
                  <a:lnTo>
                    <a:pt x="1371" y="322"/>
                  </a:lnTo>
                  <a:lnTo>
                    <a:pt x="1369" y="320"/>
                  </a:lnTo>
                  <a:lnTo>
                    <a:pt x="1367" y="322"/>
                  </a:lnTo>
                  <a:lnTo>
                    <a:pt x="1367" y="321"/>
                  </a:lnTo>
                  <a:lnTo>
                    <a:pt x="1367" y="320"/>
                  </a:lnTo>
                  <a:lnTo>
                    <a:pt x="1368" y="318"/>
                  </a:lnTo>
                  <a:lnTo>
                    <a:pt x="1368" y="317"/>
                  </a:lnTo>
                  <a:lnTo>
                    <a:pt x="1368" y="316"/>
                  </a:lnTo>
                  <a:lnTo>
                    <a:pt x="1368" y="316"/>
                  </a:lnTo>
                  <a:lnTo>
                    <a:pt x="1368" y="313"/>
                  </a:lnTo>
                  <a:lnTo>
                    <a:pt x="1367" y="312"/>
                  </a:lnTo>
                  <a:lnTo>
                    <a:pt x="1368" y="311"/>
                  </a:lnTo>
                  <a:lnTo>
                    <a:pt x="1367" y="308"/>
                  </a:lnTo>
                  <a:lnTo>
                    <a:pt x="1367" y="308"/>
                  </a:lnTo>
                  <a:lnTo>
                    <a:pt x="1367" y="307"/>
                  </a:lnTo>
                  <a:lnTo>
                    <a:pt x="1367" y="304"/>
                  </a:lnTo>
                  <a:lnTo>
                    <a:pt x="1364" y="301"/>
                  </a:lnTo>
                  <a:lnTo>
                    <a:pt x="1364" y="300"/>
                  </a:lnTo>
                  <a:lnTo>
                    <a:pt x="1363" y="300"/>
                  </a:lnTo>
                  <a:lnTo>
                    <a:pt x="1361" y="303"/>
                  </a:lnTo>
                  <a:lnTo>
                    <a:pt x="1360" y="303"/>
                  </a:lnTo>
                  <a:lnTo>
                    <a:pt x="1360" y="307"/>
                  </a:lnTo>
                  <a:lnTo>
                    <a:pt x="1359" y="309"/>
                  </a:lnTo>
                  <a:lnTo>
                    <a:pt x="1357" y="309"/>
                  </a:lnTo>
                  <a:lnTo>
                    <a:pt x="1356" y="305"/>
                  </a:lnTo>
                  <a:lnTo>
                    <a:pt x="1356" y="305"/>
                  </a:lnTo>
                  <a:lnTo>
                    <a:pt x="1355" y="307"/>
                  </a:lnTo>
                  <a:lnTo>
                    <a:pt x="1353" y="304"/>
                  </a:lnTo>
                  <a:lnTo>
                    <a:pt x="1351" y="304"/>
                  </a:lnTo>
                  <a:lnTo>
                    <a:pt x="1351" y="305"/>
                  </a:lnTo>
                  <a:lnTo>
                    <a:pt x="1350" y="305"/>
                  </a:lnTo>
                  <a:lnTo>
                    <a:pt x="1348" y="307"/>
                  </a:lnTo>
                  <a:lnTo>
                    <a:pt x="1347" y="308"/>
                  </a:lnTo>
                  <a:lnTo>
                    <a:pt x="1347" y="309"/>
                  </a:lnTo>
                  <a:lnTo>
                    <a:pt x="1343" y="309"/>
                  </a:lnTo>
                  <a:lnTo>
                    <a:pt x="1342" y="311"/>
                  </a:lnTo>
                  <a:lnTo>
                    <a:pt x="1339" y="311"/>
                  </a:lnTo>
                  <a:lnTo>
                    <a:pt x="1338" y="312"/>
                  </a:lnTo>
                  <a:lnTo>
                    <a:pt x="1335" y="311"/>
                  </a:lnTo>
                  <a:lnTo>
                    <a:pt x="1332" y="315"/>
                  </a:lnTo>
                  <a:lnTo>
                    <a:pt x="1331" y="316"/>
                  </a:lnTo>
                  <a:lnTo>
                    <a:pt x="1331" y="318"/>
                  </a:lnTo>
                  <a:lnTo>
                    <a:pt x="1330" y="321"/>
                  </a:lnTo>
                  <a:lnTo>
                    <a:pt x="1330" y="322"/>
                  </a:lnTo>
                  <a:lnTo>
                    <a:pt x="1331" y="322"/>
                  </a:lnTo>
                  <a:lnTo>
                    <a:pt x="1331" y="326"/>
                  </a:lnTo>
                  <a:lnTo>
                    <a:pt x="1334" y="329"/>
                  </a:lnTo>
                  <a:lnTo>
                    <a:pt x="1332" y="332"/>
                  </a:lnTo>
                  <a:lnTo>
                    <a:pt x="1331" y="340"/>
                  </a:lnTo>
                  <a:lnTo>
                    <a:pt x="1334" y="342"/>
                  </a:lnTo>
                  <a:lnTo>
                    <a:pt x="1331" y="343"/>
                  </a:lnTo>
                  <a:lnTo>
                    <a:pt x="1332" y="343"/>
                  </a:lnTo>
                  <a:lnTo>
                    <a:pt x="1332" y="346"/>
                  </a:lnTo>
                  <a:lnTo>
                    <a:pt x="1330" y="349"/>
                  </a:lnTo>
                  <a:lnTo>
                    <a:pt x="1330" y="353"/>
                  </a:lnTo>
                  <a:lnTo>
                    <a:pt x="1327" y="355"/>
                  </a:lnTo>
                  <a:lnTo>
                    <a:pt x="1327" y="358"/>
                  </a:lnTo>
                  <a:lnTo>
                    <a:pt x="1326" y="362"/>
                  </a:lnTo>
                  <a:lnTo>
                    <a:pt x="1328" y="365"/>
                  </a:lnTo>
                  <a:lnTo>
                    <a:pt x="1327" y="366"/>
                  </a:lnTo>
                  <a:lnTo>
                    <a:pt x="1330" y="370"/>
                  </a:lnTo>
                  <a:lnTo>
                    <a:pt x="1328" y="371"/>
                  </a:lnTo>
                  <a:lnTo>
                    <a:pt x="1328" y="374"/>
                  </a:lnTo>
                  <a:lnTo>
                    <a:pt x="1330" y="374"/>
                  </a:lnTo>
                  <a:lnTo>
                    <a:pt x="1331" y="374"/>
                  </a:lnTo>
                  <a:lnTo>
                    <a:pt x="1334" y="374"/>
                  </a:lnTo>
                  <a:lnTo>
                    <a:pt x="1332" y="372"/>
                  </a:lnTo>
                  <a:lnTo>
                    <a:pt x="1334" y="371"/>
                  </a:lnTo>
                  <a:lnTo>
                    <a:pt x="1336" y="372"/>
                  </a:lnTo>
                  <a:lnTo>
                    <a:pt x="1338" y="372"/>
                  </a:lnTo>
                  <a:lnTo>
                    <a:pt x="1336" y="372"/>
                  </a:lnTo>
                  <a:lnTo>
                    <a:pt x="1338" y="371"/>
                  </a:lnTo>
                  <a:lnTo>
                    <a:pt x="1339" y="372"/>
                  </a:lnTo>
                  <a:lnTo>
                    <a:pt x="1340" y="374"/>
                  </a:lnTo>
                  <a:lnTo>
                    <a:pt x="1342" y="375"/>
                  </a:lnTo>
                  <a:lnTo>
                    <a:pt x="1340" y="375"/>
                  </a:lnTo>
                  <a:lnTo>
                    <a:pt x="1343" y="378"/>
                  </a:lnTo>
                  <a:lnTo>
                    <a:pt x="1342" y="379"/>
                  </a:lnTo>
                  <a:lnTo>
                    <a:pt x="1340" y="379"/>
                  </a:lnTo>
                  <a:lnTo>
                    <a:pt x="1339" y="379"/>
                  </a:lnTo>
                  <a:lnTo>
                    <a:pt x="1338" y="379"/>
                  </a:lnTo>
                  <a:lnTo>
                    <a:pt x="1336" y="380"/>
                  </a:lnTo>
                  <a:lnTo>
                    <a:pt x="1335" y="380"/>
                  </a:lnTo>
                  <a:lnTo>
                    <a:pt x="1336" y="382"/>
                  </a:lnTo>
                  <a:lnTo>
                    <a:pt x="1334" y="386"/>
                  </a:lnTo>
                  <a:lnTo>
                    <a:pt x="1332" y="384"/>
                  </a:lnTo>
                  <a:lnTo>
                    <a:pt x="1332" y="383"/>
                  </a:lnTo>
                  <a:lnTo>
                    <a:pt x="1331" y="382"/>
                  </a:lnTo>
                  <a:lnTo>
                    <a:pt x="1328" y="382"/>
                  </a:lnTo>
                  <a:lnTo>
                    <a:pt x="1327" y="382"/>
                  </a:lnTo>
                  <a:lnTo>
                    <a:pt x="1326" y="382"/>
                  </a:lnTo>
                  <a:lnTo>
                    <a:pt x="1326" y="383"/>
                  </a:lnTo>
                  <a:lnTo>
                    <a:pt x="1326" y="386"/>
                  </a:lnTo>
                  <a:lnTo>
                    <a:pt x="1326" y="386"/>
                  </a:lnTo>
                  <a:lnTo>
                    <a:pt x="1325" y="387"/>
                  </a:lnTo>
                  <a:lnTo>
                    <a:pt x="1323" y="388"/>
                  </a:lnTo>
                  <a:lnTo>
                    <a:pt x="1325" y="390"/>
                  </a:lnTo>
                  <a:lnTo>
                    <a:pt x="1323" y="391"/>
                  </a:lnTo>
                  <a:lnTo>
                    <a:pt x="1321" y="391"/>
                  </a:lnTo>
                  <a:lnTo>
                    <a:pt x="1318" y="387"/>
                  </a:lnTo>
                  <a:lnTo>
                    <a:pt x="1317" y="387"/>
                  </a:lnTo>
                  <a:lnTo>
                    <a:pt x="1318" y="390"/>
                  </a:lnTo>
                  <a:lnTo>
                    <a:pt x="1317" y="391"/>
                  </a:lnTo>
                  <a:lnTo>
                    <a:pt x="1317" y="392"/>
                  </a:lnTo>
                  <a:lnTo>
                    <a:pt x="1315" y="393"/>
                  </a:lnTo>
                  <a:lnTo>
                    <a:pt x="1311" y="395"/>
                  </a:lnTo>
                  <a:lnTo>
                    <a:pt x="1310" y="396"/>
                  </a:lnTo>
                  <a:lnTo>
                    <a:pt x="1307" y="392"/>
                  </a:lnTo>
                  <a:lnTo>
                    <a:pt x="1306" y="392"/>
                  </a:lnTo>
                  <a:lnTo>
                    <a:pt x="1305" y="391"/>
                  </a:lnTo>
                  <a:lnTo>
                    <a:pt x="1305" y="390"/>
                  </a:lnTo>
                  <a:lnTo>
                    <a:pt x="1307" y="390"/>
                  </a:lnTo>
                  <a:lnTo>
                    <a:pt x="1307" y="388"/>
                  </a:lnTo>
                  <a:lnTo>
                    <a:pt x="1307" y="387"/>
                  </a:lnTo>
                  <a:lnTo>
                    <a:pt x="1311" y="387"/>
                  </a:lnTo>
                  <a:lnTo>
                    <a:pt x="1315" y="383"/>
                  </a:lnTo>
                  <a:lnTo>
                    <a:pt x="1315" y="382"/>
                  </a:lnTo>
                  <a:lnTo>
                    <a:pt x="1313" y="382"/>
                  </a:lnTo>
                  <a:lnTo>
                    <a:pt x="1311" y="384"/>
                  </a:lnTo>
                  <a:lnTo>
                    <a:pt x="1309" y="383"/>
                  </a:lnTo>
                  <a:lnTo>
                    <a:pt x="1307" y="382"/>
                  </a:lnTo>
                  <a:lnTo>
                    <a:pt x="1306" y="380"/>
                  </a:lnTo>
                  <a:lnTo>
                    <a:pt x="1303" y="380"/>
                  </a:lnTo>
                  <a:lnTo>
                    <a:pt x="1299" y="379"/>
                  </a:lnTo>
                  <a:lnTo>
                    <a:pt x="1297" y="379"/>
                  </a:lnTo>
                  <a:lnTo>
                    <a:pt x="1298" y="382"/>
                  </a:lnTo>
                  <a:lnTo>
                    <a:pt x="1296" y="382"/>
                  </a:lnTo>
                  <a:lnTo>
                    <a:pt x="1294" y="380"/>
                  </a:lnTo>
                  <a:lnTo>
                    <a:pt x="1294" y="379"/>
                  </a:lnTo>
                  <a:lnTo>
                    <a:pt x="1292" y="380"/>
                  </a:lnTo>
                  <a:lnTo>
                    <a:pt x="1288" y="379"/>
                  </a:lnTo>
                  <a:lnTo>
                    <a:pt x="1285" y="380"/>
                  </a:lnTo>
                  <a:lnTo>
                    <a:pt x="1284" y="378"/>
                  </a:lnTo>
                  <a:lnTo>
                    <a:pt x="1280" y="378"/>
                  </a:lnTo>
                  <a:lnTo>
                    <a:pt x="1277" y="382"/>
                  </a:lnTo>
                  <a:lnTo>
                    <a:pt x="1276" y="382"/>
                  </a:lnTo>
                  <a:lnTo>
                    <a:pt x="1276" y="383"/>
                  </a:lnTo>
                  <a:lnTo>
                    <a:pt x="1278" y="386"/>
                  </a:lnTo>
                  <a:lnTo>
                    <a:pt x="1276" y="387"/>
                  </a:lnTo>
                  <a:lnTo>
                    <a:pt x="1274" y="386"/>
                  </a:lnTo>
                  <a:lnTo>
                    <a:pt x="1273" y="388"/>
                  </a:lnTo>
                  <a:lnTo>
                    <a:pt x="1276" y="390"/>
                  </a:lnTo>
                  <a:lnTo>
                    <a:pt x="1277" y="388"/>
                  </a:lnTo>
                  <a:lnTo>
                    <a:pt x="1278" y="390"/>
                  </a:lnTo>
                  <a:lnTo>
                    <a:pt x="1278" y="391"/>
                  </a:lnTo>
                  <a:lnTo>
                    <a:pt x="1273" y="393"/>
                  </a:lnTo>
                  <a:lnTo>
                    <a:pt x="1272" y="391"/>
                  </a:lnTo>
                  <a:lnTo>
                    <a:pt x="1268" y="391"/>
                  </a:lnTo>
                  <a:lnTo>
                    <a:pt x="1267" y="392"/>
                  </a:lnTo>
                  <a:lnTo>
                    <a:pt x="1268" y="393"/>
                  </a:lnTo>
                  <a:lnTo>
                    <a:pt x="1265" y="393"/>
                  </a:lnTo>
                  <a:lnTo>
                    <a:pt x="1264" y="395"/>
                  </a:lnTo>
                  <a:lnTo>
                    <a:pt x="1263" y="395"/>
                  </a:lnTo>
                  <a:lnTo>
                    <a:pt x="1263" y="393"/>
                  </a:lnTo>
                  <a:lnTo>
                    <a:pt x="1257" y="393"/>
                  </a:lnTo>
                  <a:lnTo>
                    <a:pt x="1256" y="395"/>
                  </a:lnTo>
                  <a:lnTo>
                    <a:pt x="1251" y="393"/>
                  </a:lnTo>
                  <a:lnTo>
                    <a:pt x="1248" y="395"/>
                  </a:lnTo>
                  <a:lnTo>
                    <a:pt x="1248" y="396"/>
                  </a:lnTo>
                  <a:lnTo>
                    <a:pt x="1252" y="399"/>
                  </a:lnTo>
                  <a:lnTo>
                    <a:pt x="1249" y="400"/>
                  </a:lnTo>
                  <a:lnTo>
                    <a:pt x="1248" y="403"/>
                  </a:lnTo>
                  <a:lnTo>
                    <a:pt x="1247" y="400"/>
                  </a:lnTo>
                  <a:lnTo>
                    <a:pt x="1244" y="400"/>
                  </a:lnTo>
                  <a:lnTo>
                    <a:pt x="1245" y="397"/>
                  </a:lnTo>
                  <a:lnTo>
                    <a:pt x="1244" y="396"/>
                  </a:lnTo>
                  <a:lnTo>
                    <a:pt x="1243" y="397"/>
                  </a:lnTo>
                  <a:lnTo>
                    <a:pt x="1240" y="399"/>
                  </a:lnTo>
                  <a:lnTo>
                    <a:pt x="1239" y="399"/>
                  </a:lnTo>
                  <a:lnTo>
                    <a:pt x="1236" y="400"/>
                  </a:lnTo>
                  <a:lnTo>
                    <a:pt x="1234" y="400"/>
                  </a:lnTo>
                  <a:lnTo>
                    <a:pt x="1230" y="401"/>
                  </a:lnTo>
                  <a:lnTo>
                    <a:pt x="1227" y="401"/>
                  </a:lnTo>
                  <a:lnTo>
                    <a:pt x="1223" y="405"/>
                  </a:lnTo>
                  <a:lnTo>
                    <a:pt x="1220" y="405"/>
                  </a:lnTo>
                  <a:lnTo>
                    <a:pt x="1218" y="404"/>
                  </a:lnTo>
                  <a:lnTo>
                    <a:pt x="1217" y="404"/>
                  </a:lnTo>
                  <a:lnTo>
                    <a:pt x="1217" y="407"/>
                  </a:lnTo>
                  <a:lnTo>
                    <a:pt x="1213" y="409"/>
                  </a:lnTo>
                  <a:lnTo>
                    <a:pt x="1211" y="412"/>
                  </a:lnTo>
                  <a:lnTo>
                    <a:pt x="1209" y="415"/>
                  </a:lnTo>
                  <a:lnTo>
                    <a:pt x="1209" y="417"/>
                  </a:lnTo>
                  <a:lnTo>
                    <a:pt x="1211" y="421"/>
                  </a:lnTo>
                  <a:lnTo>
                    <a:pt x="1211" y="426"/>
                  </a:lnTo>
                  <a:lnTo>
                    <a:pt x="1207" y="430"/>
                  </a:lnTo>
                  <a:lnTo>
                    <a:pt x="1206" y="434"/>
                  </a:lnTo>
                  <a:lnTo>
                    <a:pt x="1206" y="437"/>
                  </a:lnTo>
                  <a:lnTo>
                    <a:pt x="1206" y="442"/>
                  </a:lnTo>
                  <a:lnTo>
                    <a:pt x="1207" y="443"/>
                  </a:lnTo>
                  <a:lnTo>
                    <a:pt x="1207" y="446"/>
                  </a:lnTo>
                  <a:lnTo>
                    <a:pt x="1206" y="446"/>
                  </a:lnTo>
                  <a:lnTo>
                    <a:pt x="1205" y="447"/>
                  </a:lnTo>
                  <a:lnTo>
                    <a:pt x="1205" y="450"/>
                  </a:lnTo>
                  <a:lnTo>
                    <a:pt x="1203" y="450"/>
                  </a:lnTo>
                  <a:lnTo>
                    <a:pt x="1205" y="454"/>
                  </a:lnTo>
                  <a:lnTo>
                    <a:pt x="1202" y="457"/>
                  </a:lnTo>
                  <a:lnTo>
                    <a:pt x="1202" y="459"/>
                  </a:lnTo>
                  <a:lnTo>
                    <a:pt x="1199" y="463"/>
                  </a:lnTo>
                  <a:lnTo>
                    <a:pt x="1199" y="466"/>
                  </a:lnTo>
                  <a:lnTo>
                    <a:pt x="1198" y="467"/>
                  </a:lnTo>
                  <a:lnTo>
                    <a:pt x="1197" y="471"/>
                  </a:lnTo>
                  <a:lnTo>
                    <a:pt x="1197" y="471"/>
                  </a:lnTo>
                  <a:lnTo>
                    <a:pt x="1194" y="476"/>
                  </a:lnTo>
                  <a:lnTo>
                    <a:pt x="1195" y="482"/>
                  </a:lnTo>
                  <a:lnTo>
                    <a:pt x="1194" y="483"/>
                  </a:lnTo>
                  <a:lnTo>
                    <a:pt x="1195" y="486"/>
                  </a:lnTo>
                  <a:lnTo>
                    <a:pt x="1193" y="488"/>
                  </a:lnTo>
                  <a:lnTo>
                    <a:pt x="1193" y="491"/>
                  </a:lnTo>
                  <a:lnTo>
                    <a:pt x="1190" y="493"/>
                  </a:lnTo>
                  <a:lnTo>
                    <a:pt x="1192" y="495"/>
                  </a:lnTo>
                  <a:lnTo>
                    <a:pt x="1190" y="496"/>
                  </a:lnTo>
                  <a:lnTo>
                    <a:pt x="1190" y="499"/>
                  </a:lnTo>
                  <a:lnTo>
                    <a:pt x="1186" y="501"/>
                  </a:lnTo>
                  <a:lnTo>
                    <a:pt x="1186" y="505"/>
                  </a:lnTo>
                  <a:lnTo>
                    <a:pt x="1182" y="509"/>
                  </a:lnTo>
                  <a:lnTo>
                    <a:pt x="1182" y="511"/>
                  </a:lnTo>
                  <a:lnTo>
                    <a:pt x="1181" y="515"/>
                  </a:lnTo>
                  <a:lnTo>
                    <a:pt x="1180" y="517"/>
                  </a:lnTo>
                  <a:lnTo>
                    <a:pt x="1178" y="518"/>
                  </a:lnTo>
                  <a:lnTo>
                    <a:pt x="1180" y="521"/>
                  </a:lnTo>
                  <a:lnTo>
                    <a:pt x="1182" y="522"/>
                  </a:lnTo>
                  <a:lnTo>
                    <a:pt x="1184" y="521"/>
                  </a:lnTo>
                  <a:lnTo>
                    <a:pt x="1186" y="524"/>
                  </a:lnTo>
                  <a:lnTo>
                    <a:pt x="1189" y="524"/>
                  </a:lnTo>
                  <a:lnTo>
                    <a:pt x="1192" y="521"/>
                  </a:lnTo>
                  <a:lnTo>
                    <a:pt x="1193" y="521"/>
                  </a:lnTo>
                  <a:lnTo>
                    <a:pt x="1195" y="520"/>
                  </a:lnTo>
                  <a:lnTo>
                    <a:pt x="1197" y="520"/>
                  </a:lnTo>
                  <a:lnTo>
                    <a:pt x="1199" y="518"/>
                  </a:lnTo>
                  <a:lnTo>
                    <a:pt x="1199" y="525"/>
                  </a:lnTo>
                  <a:lnTo>
                    <a:pt x="1202" y="529"/>
                  </a:lnTo>
                  <a:lnTo>
                    <a:pt x="1202" y="532"/>
                  </a:lnTo>
                  <a:lnTo>
                    <a:pt x="1202" y="536"/>
                  </a:lnTo>
                  <a:lnTo>
                    <a:pt x="1205" y="538"/>
                  </a:lnTo>
                  <a:lnTo>
                    <a:pt x="1207" y="536"/>
                  </a:lnTo>
                  <a:lnTo>
                    <a:pt x="1207" y="536"/>
                  </a:lnTo>
                  <a:lnTo>
                    <a:pt x="1209" y="536"/>
                  </a:lnTo>
                  <a:lnTo>
                    <a:pt x="1210" y="533"/>
                  </a:lnTo>
                  <a:lnTo>
                    <a:pt x="1211" y="532"/>
                  </a:lnTo>
                  <a:lnTo>
                    <a:pt x="1213" y="533"/>
                  </a:lnTo>
                  <a:lnTo>
                    <a:pt x="1214" y="532"/>
                  </a:lnTo>
                  <a:lnTo>
                    <a:pt x="1217" y="533"/>
                  </a:lnTo>
                  <a:lnTo>
                    <a:pt x="1215" y="533"/>
                  </a:lnTo>
                  <a:lnTo>
                    <a:pt x="1214" y="536"/>
                  </a:lnTo>
                  <a:lnTo>
                    <a:pt x="1215" y="538"/>
                  </a:lnTo>
                  <a:lnTo>
                    <a:pt x="1214" y="538"/>
                  </a:lnTo>
                  <a:lnTo>
                    <a:pt x="1211" y="541"/>
                  </a:lnTo>
                  <a:lnTo>
                    <a:pt x="1213" y="542"/>
                  </a:lnTo>
                  <a:lnTo>
                    <a:pt x="1218" y="541"/>
                  </a:lnTo>
                  <a:lnTo>
                    <a:pt x="1220" y="540"/>
                  </a:lnTo>
                  <a:lnTo>
                    <a:pt x="1220" y="536"/>
                  </a:lnTo>
                  <a:lnTo>
                    <a:pt x="1220" y="533"/>
                  </a:lnTo>
                  <a:lnTo>
                    <a:pt x="1222" y="532"/>
                  </a:lnTo>
                  <a:lnTo>
                    <a:pt x="1223" y="534"/>
                  </a:lnTo>
                  <a:lnTo>
                    <a:pt x="1223" y="538"/>
                  </a:lnTo>
                  <a:lnTo>
                    <a:pt x="1223" y="541"/>
                  </a:lnTo>
                  <a:lnTo>
                    <a:pt x="1224" y="540"/>
                  </a:lnTo>
                  <a:lnTo>
                    <a:pt x="1226" y="537"/>
                  </a:lnTo>
                  <a:lnTo>
                    <a:pt x="1224" y="533"/>
                  </a:lnTo>
                  <a:lnTo>
                    <a:pt x="1224" y="530"/>
                  </a:lnTo>
                  <a:lnTo>
                    <a:pt x="1223" y="528"/>
                  </a:lnTo>
                  <a:lnTo>
                    <a:pt x="1222" y="524"/>
                  </a:lnTo>
                  <a:lnTo>
                    <a:pt x="1224" y="524"/>
                  </a:lnTo>
                  <a:lnTo>
                    <a:pt x="1226" y="525"/>
                  </a:lnTo>
                  <a:lnTo>
                    <a:pt x="1226" y="526"/>
                  </a:lnTo>
                  <a:lnTo>
                    <a:pt x="1227" y="528"/>
                  </a:lnTo>
                  <a:lnTo>
                    <a:pt x="1228" y="528"/>
                  </a:lnTo>
                  <a:lnTo>
                    <a:pt x="1230" y="526"/>
                  </a:lnTo>
                  <a:lnTo>
                    <a:pt x="1231" y="526"/>
                  </a:lnTo>
                  <a:lnTo>
                    <a:pt x="1234" y="524"/>
                  </a:lnTo>
                  <a:lnTo>
                    <a:pt x="1238" y="526"/>
                  </a:lnTo>
                  <a:lnTo>
                    <a:pt x="1240" y="526"/>
                  </a:lnTo>
                  <a:lnTo>
                    <a:pt x="1242" y="528"/>
                  </a:lnTo>
                  <a:lnTo>
                    <a:pt x="1243" y="530"/>
                  </a:lnTo>
                  <a:lnTo>
                    <a:pt x="1244" y="532"/>
                  </a:lnTo>
                  <a:lnTo>
                    <a:pt x="1247" y="532"/>
                  </a:lnTo>
                  <a:lnTo>
                    <a:pt x="1248" y="533"/>
                  </a:lnTo>
                  <a:lnTo>
                    <a:pt x="1253" y="536"/>
                  </a:lnTo>
                  <a:lnTo>
                    <a:pt x="1255" y="537"/>
                  </a:lnTo>
                  <a:lnTo>
                    <a:pt x="1256" y="537"/>
                  </a:lnTo>
                  <a:lnTo>
                    <a:pt x="1257" y="540"/>
                  </a:lnTo>
                  <a:lnTo>
                    <a:pt x="1259" y="540"/>
                  </a:lnTo>
                  <a:lnTo>
                    <a:pt x="1261" y="543"/>
                  </a:lnTo>
                  <a:lnTo>
                    <a:pt x="1260" y="545"/>
                  </a:lnTo>
                  <a:lnTo>
                    <a:pt x="1260" y="547"/>
                  </a:lnTo>
                  <a:lnTo>
                    <a:pt x="1259" y="547"/>
                  </a:lnTo>
                  <a:lnTo>
                    <a:pt x="1260" y="550"/>
                  </a:lnTo>
                  <a:lnTo>
                    <a:pt x="1263" y="550"/>
                  </a:lnTo>
                  <a:lnTo>
                    <a:pt x="1265" y="554"/>
                  </a:lnTo>
                  <a:lnTo>
                    <a:pt x="1265" y="557"/>
                  </a:lnTo>
                  <a:lnTo>
                    <a:pt x="1264" y="558"/>
                  </a:lnTo>
                  <a:lnTo>
                    <a:pt x="1264" y="561"/>
                  </a:lnTo>
                  <a:lnTo>
                    <a:pt x="1267" y="563"/>
                  </a:lnTo>
                  <a:lnTo>
                    <a:pt x="1268" y="563"/>
                  </a:lnTo>
                  <a:lnTo>
                    <a:pt x="1271" y="562"/>
                  </a:lnTo>
                  <a:lnTo>
                    <a:pt x="1271" y="565"/>
                  </a:lnTo>
                  <a:lnTo>
                    <a:pt x="1269" y="566"/>
                  </a:lnTo>
                  <a:lnTo>
                    <a:pt x="1269" y="568"/>
                  </a:lnTo>
                  <a:lnTo>
                    <a:pt x="1272" y="570"/>
                  </a:lnTo>
                  <a:lnTo>
                    <a:pt x="1271" y="571"/>
                  </a:lnTo>
                  <a:lnTo>
                    <a:pt x="1271" y="572"/>
                  </a:lnTo>
                  <a:lnTo>
                    <a:pt x="1271" y="575"/>
                  </a:lnTo>
                  <a:lnTo>
                    <a:pt x="1269" y="578"/>
                  </a:lnTo>
                  <a:lnTo>
                    <a:pt x="1271" y="578"/>
                  </a:lnTo>
                  <a:lnTo>
                    <a:pt x="1271" y="580"/>
                  </a:lnTo>
                  <a:lnTo>
                    <a:pt x="1271" y="580"/>
                  </a:lnTo>
                  <a:lnTo>
                    <a:pt x="1272" y="582"/>
                  </a:lnTo>
                  <a:lnTo>
                    <a:pt x="1269" y="583"/>
                  </a:lnTo>
                  <a:lnTo>
                    <a:pt x="1272" y="590"/>
                  </a:lnTo>
                  <a:lnTo>
                    <a:pt x="1271" y="591"/>
                  </a:lnTo>
                  <a:lnTo>
                    <a:pt x="1272" y="595"/>
                  </a:lnTo>
                  <a:lnTo>
                    <a:pt x="1272" y="596"/>
                  </a:lnTo>
                  <a:lnTo>
                    <a:pt x="1272" y="599"/>
                  </a:lnTo>
                  <a:lnTo>
                    <a:pt x="1274" y="607"/>
                  </a:lnTo>
                  <a:lnTo>
                    <a:pt x="1276" y="607"/>
                  </a:lnTo>
                  <a:lnTo>
                    <a:pt x="1278" y="605"/>
                  </a:lnTo>
                  <a:lnTo>
                    <a:pt x="1278" y="607"/>
                  </a:lnTo>
                  <a:lnTo>
                    <a:pt x="1277" y="609"/>
                  </a:lnTo>
                  <a:lnTo>
                    <a:pt x="1276" y="611"/>
                  </a:lnTo>
                  <a:lnTo>
                    <a:pt x="1277" y="613"/>
                  </a:lnTo>
                  <a:lnTo>
                    <a:pt x="1278" y="613"/>
                  </a:lnTo>
                  <a:lnTo>
                    <a:pt x="1281" y="616"/>
                  </a:lnTo>
                  <a:lnTo>
                    <a:pt x="1281" y="621"/>
                  </a:lnTo>
                  <a:lnTo>
                    <a:pt x="1281" y="622"/>
                  </a:lnTo>
                  <a:lnTo>
                    <a:pt x="1281" y="624"/>
                  </a:lnTo>
                  <a:lnTo>
                    <a:pt x="1282" y="629"/>
                  </a:lnTo>
                  <a:lnTo>
                    <a:pt x="1284" y="629"/>
                  </a:lnTo>
                  <a:lnTo>
                    <a:pt x="1284" y="632"/>
                  </a:lnTo>
                  <a:lnTo>
                    <a:pt x="1284" y="633"/>
                  </a:lnTo>
                  <a:lnTo>
                    <a:pt x="1284" y="637"/>
                  </a:lnTo>
                  <a:lnTo>
                    <a:pt x="1285" y="640"/>
                  </a:lnTo>
                  <a:lnTo>
                    <a:pt x="1285" y="642"/>
                  </a:lnTo>
                  <a:lnTo>
                    <a:pt x="1281" y="646"/>
                  </a:lnTo>
                  <a:lnTo>
                    <a:pt x="1281" y="649"/>
                  </a:lnTo>
                  <a:lnTo>
                    <a:pt x="1280" y="653"/>
                  </a:lnTo>
                  <a:lnTo>
                    <a:pt x="1280" y="657"/>
                  </a:lnTo>
                  <a:lnTo>
                    <a:pt x="1281" y="657"/>
                  </a:lnTo>
                  <a:lnTo>
                    <a:pt x="1280" y="661"/>
                  </a:lnTo>
                  <a:lnTo>
                    <a:pt x="1278" y="663"/>
                  </a:lnTo>
                  <a:lnTo>
                    <a:pt x="1278" y="666"/>
                  </a:lnTo>
                  <a:lnTo>
                    <a:pt x="1276" y="670"/>
                  </a:lnTo>
                  <a:lnTo>
                    <a:pt x="1277" y="670"/>
                  </a:lnTo>
                  <a:lnTo>
                    <a:pt x="1277" y="671"/>
                  </a:lnTo>
                  <a:lnTo>
                    <a:pt x="1276" y="674"/>
                  </a:lnTo>
                  <a:lnTo>
                    <a:pt x="1277" y="679"/>
                  </a:lnTo>
                  <a:lnTo>
                    <a:pt x="1274" y="682"/>
                  </a:lnTo>
                  <a:lnTo>
                    <a:pt x="1274" y="686"/>
                  </a:lnTo>
                  <a:lnTo>
                    <a:pt x="1276" y="686"/>
                  </a:lnTo>
                  <a:lnTo>
                    <a:pt x="1276" y="688"/>
                  </a:lnTo>
                  <a:lnTo>
                    <a:pt x="1273" y="691"/>
                  </a:lnTo>
                  <a:lnTo>
                    <a:pt x="1273" y="693"/>
                  </a:lnTo>
                  <a:lnTo>
                    <a:pt x="1271" y="696"/>
                  </a:lnTo>
                  <a:lnTo>
                    <a:pt x="1271" y="699"/>
                  </a:lnTo>
                  <a:lnTo>
                    <a:pt x="1268" y="701"/>
                  </a:lnTo>
                  <a:lnTo>
                    <a:pt x="1265" y="712"/>
                  </a:lnTo>
                  <a:lnTo>
                    <a:pt x="1264" y="712"/>
                  </a:lnTo>
                  <a:lnTo>
                    <a:pt x="1264" y="715"/>
                  </a:lnTo>
                  <a:lnTo>
                    <a:pt x="1264" y="716"/>
                  </a:lnTo>
                  <a:lnTo>
                    <a:pt x="1264" y="717"/>
                  </a:lnTo>
                  <a:lnTo>
                    <a:pt x="1261" y="720"/>
                  </a:lnTo>
                  <a:lnTo>
                    <a:pt x="1261" y="721"/>
                  </a:lnTo>
                  <a:lnTo>
                    <a:pt x="1259" y="722"/>
                  </a:lnTo>
                  <a:lnTo>
                    <a:pt x="1259" y="726"/>
                  </a:lnTo>
                  <a:lnTo>
                    <a:pt x="1257" y="726"/>
                  </a:lnTo>
                  <a:lnTo>
                    <a:pt x="1259" y="729"/>
                  </a:lnTo>
                  <a:lnTo>
                    <a:pt x="1256" y="733"/>
                  </a:lnTo>
                  <a:lnTo>
                    <a:pt x="1256" y="733"/>
                  </a:lnTo>
                  <a:lnTo>
                    <a:pt x="1255" y="732"/>
                  </a:lnTo>
                  <a:lnTo>
                    <a:pt x="1255" y="734"/>
                  </a:lnTo>
                  <a:lnTo>
                    <a:pt x="1255" y="737"/>
                  </a:lnTo>
                  <a:lnTo>
                    <a:pt x="1252" y="738"/>
                  </a:lnTo>
                  <a:lnTo>
                    <a:pt x="1253" y="740"/>
                  </a:lnTo>
                  <a:lnTo>
                    <a:pt x="1249" y="745"/>
                  </a:lnTo>
                  <a:lnTo>
                    <a:pt x="1247" y="747"/>
                  </a:lnTo>
                  <a:lnTo>
                    <a:pt x="1245" y="747"/>
                  </a:lnTo>
                  <a:lnTo>
                    <a:pt x="1245" y="749"/>
                  </a:lnTo>
                  <a:lnTo>
                    <a:pt x="1242" y="750"/>
                  </a:lnTo>
                  <a:lnTo>
                    <a:pt x="1239" y="753"/>
                  </a:lnTo>
                  <a:lnTo>
                    <a:pt x="1238" y="751"/>
                  </a:lnTo>
                  <a:lnTo>
                    <a:pt x="1236" y="753"/>
                  </a:lnTo>
                  <a:lnTo>
                    <a:pt x="1232" y="750"/>
                  </a:lnTo>
                  <a:lnTo>
                    <a:pt x="1228" y="749"/>
                  </a:lnTo>
                  <a:lnTo>
                    <a:pt x="1228" y="745"/>
                  </a:lnTo>
                  <a:lnTo>
                    <a:pt x="1227" y="743"/>
                  </a:lnTo>
                  <a:lnTo>
                    <a:pt x="1224" y="745"/>
                  </a:lnTo>
                  <a:lnTo>
                    <a:pt x="1222" y="743"/>
                  </a:lnTo>
                  <a:lnTo>
                    <a:pt x="1222" y="745"/>
                  </a:lnTo>
                  <a:lnTo>
                    <a:pt x="1222" y="747"/>
                  </a:lnTo>
                  <a:lnTo>
                    <a:pt x="1219" y="749"/>
                  </a:lnTo>
                  <a:lnTo>
                    <a:pt x="1219" y="753"/>
                  </a:lnTo>
                  <a:lnTo>
                    <a:pt x="1218" y="754"/>
                  </a:lnTo>
                  <a:lnTo>
                    <a:pt x="1217" y="758"/>
                  </a:lnTo>
                  <a:lnTo>
                    <a:pt x="1215" y="757"/>
                  </a:lnTo>
                  <a:lnTo>
                    <a:pt x="1213" y="758"/>
                  </a:lnTo>
                  <a:lnTo>
                    <a:pt x="1211" y="761"/>
                  </a:lnTo>
                  <a:lnTo>
                    <a:pt x="1211" y="761"/>
                  </a:lnTo>
                  <a:lnTo>
                    <a:pt x="1210" y="761"/>
                  </a:lnTo>
                  <a:lnTo>
                    <a:pt x="1209" y="758"/>
                  </a:lnTo>
                  <a:lnTo>
                    <a:pt x="1209" y="758"/>
                  </a:lnTo>
                  <a:lnTo>
                    <a:pt x="1209" y="757"/>
                  </a:lnTo>
                  <a:lnTo>
                    <a:pt x="1209" y="755"/>
                  </a:lnTo>
                  <a:lnTo>
                    <a:pt x="1209" y="755"/>
                  </a:lnTo>
                  <a:lnTo>
                    <a:pt x="1207" y="753"/>
                  </a:lnTo>
                  <a:lnTo>
                    <a:pt x="1207" y="753"/>
                  </a:lnTo>
                  <a:lnTo>
                    <a:pt x="1209" y="751"/>
                  </a:lnTo>
                  <a:lnTo>
                    <a:pt x="1213" y="751"/>
                  </a:lnTo>
                  <a:lnTo>
                    <a:pt x="1213" y="751"/>
                  </a:lnTo>
                  <a:lnTo>
                    <a:pt x="1213" y="750"/>
                  </a:lnTo>
                  <a:lnTo>
                    <a:pt x="1213" y="749"/>
                  </a:lnTo>
                  <a:lnTo>
                    <a:pt x="1213" y="747"/>
                  </a:lnTo>
                  <a:lnTo>
                    <a:pt x="1214" y="746"/>
                  </a:lnTo>
                  <a:lnTo>
                    <a:pt x="1213" y="743"/>
                  </a:lnTo>
                  <a:lnTo>
                    <a:pt x="1213" y="741"/>
                  </a:lnTo>
                  <a:lnTo>
                    <a:pt x="1211" y="741"/>
                  </a:lnTo>
                  <a:lnTo>
                    <a:pt x="1211" y="737"/>
                  </a:lnTo>
                  <a:lnTo>
                    <a:pt x="1211" y="734"/>
                  </a:lnTo>
                  <a:lnTo>
                    <a:pt x="1211" y="732"/>
                  </a:lnTo>
                  <a:lnTo>
                    <a:pt x="1211" y="729"/>
                  </a:lnTo>
                  <a:lnTo>
                    <a:pt x="1210" y="728"/>
                  </a:lnTo>
                  <a:lnTo>
                    <a:pt x="1209" y="726"/>
                  </a:lnTo>
                  <a:lnTo>
                    <a:pt x="1209" y="724"/>
                  </a:lnTo>
                  <a:lnTo>
                    <a:pt x="1206" y="720"/>
                  </a:lnTo>
                  <a:lnTo>
                    <a:pt x="1205" y="718"/>
                  </a:lnTo>
                  <a:lnTo>
                    <a:pt x="1205" y="717"/>
                  </a:lnTo>
                  <a:lnTo>
                    <a:pt x="1207" y="716"/>
                  </a:lnTo>
                  <a:lnTo>
                    <a:pt x="1209" y="716"/>
                  </a:lnTo>
                  <a:lnTo>
                    <a:pt x="1209" y="715"/>
                  </a:lnTo>
                  <a:lnTo>
                    <a:pt x="1210" y="713"/>
                  </a:lnTo>
                  <a:lnTo>
                    <a:pt x="1211" y="709"/>
                  </a:lnTo>
                  <a:lnTo>
                    <a:pt x="1213" y="709"/>
                  </a:lnTo>
                  <a:lnTo>
                    <a:pt x="1215" y="709"/>
                  </a:lnTo>
                  <a:lnTo>
                    <a:pt x="1217" y="711"/>
                  </a:lnTo>
                  <a:lnTo>
                    <a:pt x="1223" y="712"/>
                  </a:lnTo>
                  <a:lnTo>
                    <a:pt x="1224" y="712"/>
                  </a:lnTo>
                  <a:lnTo>
                    <a:pt x="1226" y="712"/>
                  </a:lnTo>
                  <a:lnTo>
                    <a:pt x="1227" y="711"/>
                  </a:lnTo>
                  <a:lnTo>
                    <a:pt x="1227" y="709"/>
                  </a:lnTo>
                  <a:lnTo>
                    <a:pt x="1226" y="708"/>
                  </a:lnTo>
                  <a:lnTo>
                    <a:pt x="1226" y="707"/>
                  </a:lnTo>
                  <a:lnTo>
                    <a:pt x="1226" y="705"/>
                  </a:lnTo>
                  <a:lnTo>
                    <a:pt x="1226" y="704"/>
                  </a:lnTo>
                  <a:lnTo>
                    <a:pt x="1226" y="703"/>
                  </a:lnTo>
                  <a:lnTo>
                    <a:pt x="1227" y="700"/>
                  </a:lnTo>
                  <a:lnTo>
                    <a:pt x="1227" y="700"/>
                  </a:lnTo>
                  <a:lnTo>
                    <a:pt x="1227" y="697"/>
                  </a:lnTo>
                  <a:lnTo>
                    <a:pt x="1226" y="696"/>
                  </a:lnTo>
                  <a:lnTo>
                    <a:pt x="1227" y="696"/>
                  </a:lnTo>
                  <a:lnTo>
                    <a:pt x="1228" y="695"/>
                  </a:lnTo>
                  <a:lnTo>
                    <a:pt x="1227" y="693"/>
                  </a:lnTo>
                  <a:lnTo>
                    <a:pt x="1227" y="692"/>
                  </a:lnTo>
                  <a:lnTo>
                    <a:pt x="1227" y="691"/>
                  </a:lnTo>
                  <a:lnTo>
                    <a:pt x="1227" y="690"/>
                  </a:lnTo>
                  <a:lnTo>
                    <a:pt x="1228" y="690"/>
                  </a:lnTo>
                  <a:lnTo>
                    <a:pt x="1228" y="688"/>
                  </a:lnTo>
                  <a:lnTo>
                    <a:pt x="1228" y="687"/>
                  </a:lnTo>
                  <a:lnTo>
                    <a:pt x="1227" y="684"/>
                  </a:lnTo>
                  <a:lnTo>
                    <a:pt x="1227" y="682"/>
                  </a:lnTo>
                  <a:lnTo>
                    <a:pt x="1227" y="682"/>
                  </a:lnTo>
                  <a:lnTo>
                    <a:pt x="1228" y="680"/>
                  </a:lnTo>
                  <a:lnTo>
                    <a:pt x="1228" y="680"/>
                  </a:lnTo>
                  <a:lnTo>
                    <a:pt x="1227" y="679"/>
                  </a:lnTo>
                  <a:lnTo>
                    <a:pt x="1227" y="678"/>
                  </a:lnTo>
                  <a:lnTo>
                    <a:pt x="1227" y="678"/>
                  </a:lnTo>
                  <a:lnTo>
                    <a:pt x="1226" y="676"/>
                  </a:lnTo>
                  <a:lnTo>
                    <a:pt x="1227" y="674"/>
                  </a:lnTo>
                  <a:lnTo>
                    <a:pt x="1227" y="672"/>
                  </a:lnTo>
                  <a:lnTo>
                    <a:pt x="1226" y="671"/>
                  </a:lnTo>
                  <a:lnTo>
                    <a:pt x="1226" y="670"/>
                  </a:lnTo>
                  <a:lnTo>
                    <a:pt x="1226" y="670"/>
                  </a:lnTo>
                  <a:lnTo>
                    <a:pt x="1227" y="667"/>
                  </a:lnTo>
                  <a:lnTo>
                    <a:pt x="1228" y="667"/>
                  </a:lnTo>
                  <a:lnTo>
                    <a:pt x="1230" y="666"/>
                  </a:lnTo>
                  <a:lnTo>
                    <a:pt x="1230" y="665"/>
                  </a:lnTo>
                  <a:lnTo>
                    <a:pt x="1230" y="662"/>
                  </a:lnTo>
                  <a:lnTo>
                    <a:pt x="1228" y="661"/>
                  </a:lnTo>
                  <a:lnTo>
                    <a:pt x="1227" y="659"/>
                  </a:lnTo>
                  <a:lnTo>
                    <a:pt x="1227" y="658"/>
                  </a:lnTo>
                  <a:lnTo>
                    <a:pt x="1224" y="655"/>
                  </a:lnTo>
                  <a:lnTo>
                    <a:pt x="1224" y="654"/>
                  </a:lnTo>
                  <a:lnTo>
                    <a:pt x="1226" y="653"/>
                  </a:lnTo>
                  <a:lnTo>
                    <a:pt x="1224" y="651"/>
                  </a:lnTo>
                  <a:lnTo>
                    <a:pt x="1223" y="650"/>
                  </a:lnTo>
                  <a:lnTo>
                    <a:pt x="1222" y="650"/>
                  </a:lnTo>
                  <a:lnTo>
                    <a:pt x="1220" y="649"/>
                  </a:lnTo>
                  <a:lnTo>
                    <a:pt x="1218" y="647"/>
                  </a:lnTo>
                  <a:lnTo>
                    <a:pt x="1217" y="649"/>
                  </a:lnTo>
                  <a:lnTo>
                    <a:pt x="1215" y="649"/>
                  </a:lnTo>
                  <a:lnTo>
                    <a:pt x="1214" y="650"/>
                  </a:lnTo>
                  <a:lnTo>
                    <a:pt x="1214" y="653"/>
                  </a:lnTo>
                  <a:lnTo>
                    <a:pt x="1213" y="653"/>
                  </a:lnTo>
                  <a:lnTo>
                    <a:pt x="1211" y="653"/>
                  </a:lnTo>
                  <a:lnTo>
                    <a:pt x="1210" y="655"/>
                  </a:lnTo>
                  <a:lnTo>
                    <a:pt x="1209" y="655"/>
                  </a:lnTo>
                  <a:lnTo>
                    <a:pt x="1206" y="655"/>
                  </a:lnTo>
                  <a:lnTo>
                    <a:pt x="1206" y="657"/>
                  </a:lnTo>
                  <a:lnTo>
                    <a:pt x="1206" y="659"/>
                  </a:lnTo>
                  <a:lnTo>
                    <a:pt x="1205" y="661"/>
                  </a:lnTo>
                  <a:lnTo>
                    <a:pt x="1203" y="662"/>
                  </a:lnTo>
                  <a:lnTo>
                    <a:pt x="1203" y="663"/>
                  </a:lnTo>
                  <a:lnTo>
                    <a:pt x="1202" y="665"/>
                  </a:lnTo>
                  <a:lnTo>
                    <a:pt x="1201" y="666"/>
                  </a:lnTo>
                  <a:lnTo>
                    <a:pt x="1198" y="666"/>
                  </a:lnTo>
                  <a:lnTo>
                    <a:pt x="1197" y="666"/>
                  </a:lnTo>
                  <a:lnTo>
                    <a:pt x="1195" y="666"/>
                  </a:lnTo>
                  <a:lnTo>
                    <a:pt x="1194" y="667"/>
                  </a:lnTo>
                  <a:lnTo>
                    <a:pt x="1193" y="667"/>
                  </a:lnTo>
                  <a:lnTo>
                    <a:pt x="1192" y="666"/>
                  </a:lnTo>
                  <a:lnTo>
                    <a:pt x="1192" y="665"/>
                  </a:lnTo>
                  <a:lnTo>
                    <a:pt x="1189" y="665"/>
                  </a:lnTo>
                  <a:lnTo>
                    <a:pt x="1188" y="666"/>
                  </a:lnTo>
                  <a:lnTo>
                    <a:pt x="1186" y="666"/>
                  </a:lnTo>
                  <a:lnTo>
                    <a:pt x="1185" y="665"/>
                  </a:lnTo>
                  <a:lnTo>
                    <a:pt x="1184" y="662"/>
                  </a:lnTo>
                  <a:lnTo>
                    <a:pt x="1182" y="662"/>
                  </a:lnTo>
                  <a:lnTo>
                    <a:pt x="1180" y="659"/>
                  </a:lnTo>
                  <a:lnTo>
                    <a:pt x="1180" y="657"/>
                  </a:lnTo>
                  <a:lnTo>
                    <a:pt x="1181" y="657"/>
                  </a:lnTo>
                  <a:lnTo>
                    <a:pt x="1181" y="654"/>
                  </a:lnTo>
                  <a:lnTo>
                    <a:pt x="1180" y="653"/>
                  </a:lnTo>
                  <a:lnTo>
                    <a:pt x="1180" y="650"/>
                  </a:lnTo>
                  <a:lnTo>
                    <a:pt x="1178" y="650"/>
                  </a:lnTo>
                  <a:lnTo>
                    <a:pt x="1177" y="649"/>
                  </a:lnTo>
                  <a:lnTo>
                    <a:pt x="1177" y="647"/>
                  </a:lnTo>
                  <a:lnTo>
                    <a:pt x="1178" y="646"/>
                  </a:lnTo>
                  <a:lnTo>
                    <a:pt x="1178" y="645"/>
                  </a:lnTo>
                  <a:lnTo>
                    <a:pt x="1178" y="643"/>
                  </a:lnTo>
                  <a:lnTo>
                    <a:pt x="1177" y="645"/>
                  </a:lnTo>
                  <a:lnTo>
                    <a:pt x="1176" y="645"/>
                  </a:lnTo>
                  <a:lnTo>
                    <a:pt x="1174" y="645"/>
                  </a:lnTo>
                  <a:lnTo>
                    <a:pt x="1173" y="646"/>
                  </a:lnTo>
                  <a:lnTo>
                    <a:pt x="1172" y="645"/>
                  </a:lnTo>
                  <a:lnTo>
                    <a:pt x="1170" y="645"/>
                  </a:lnTo>
                  <a:lnTo>
                    <a:pt x="1169" y="645"/>
                  </a:lnTo>
                  <a:lnTo>
                    <a:pt x="1169" y="643"/>
                  </a:lnTo>
                  <a:lnTo>
                    <a:pt x="1166" y="642"/>
                  </a:lnTo>
                  <a:lnTo>
                    <a:pt x="1165" y="641"/>
                  </a:lnTo>
                  <a:lnTo>
                    <a:pt x="1165" y="641"/>
                  </a:lnTo>
                  <a:lnTo>
                    <a:pt x="1164" y="641"/>
                  </a:lnTo>
                  <a:lnTo>
                    <a:pt x="1163" y="640"/>
                  </a:lnTo>
                  <a:lnTo>
                    <a:pt x="1163" y="638"/>
                  </a:lnTo>
                  <a:lnTo>
                    <a:pt x="1161" y="638"/>
                  </a:lnTo>
                  <a:lnTo>
                    <a:pt x="1160" y="637"/>
                  </a:lnTo>
                  <a:lnTo>
                    <a:pt x="1160" y="636"/>
                  </a:lnTo>
                  <a:lnTo>
                    <a:pt x="1159" y="634"/>
                  </a:lnTo>
                  <a:lnTo>
                    <a:pt x="1157" y="634"/>
                  </a:lnTo>
                  <a:lnTo>
                    <a:pt x="1157" y="636"/>
                  </a:lnTo>
                  <a:lnTo>
                    <a:pt x="1156" y="636"/>
                  </a:lnTo>
                  <a:lnTo>
                    <a:pt x="1155" y="636"/>
                  </a:lnTo>
                  <a:lnTo>
                    <a:pt x="1155" y="637"/>
                  </a:lnTo>
                  <a:lnTo>
                    <a:pt x="1152" y="636"/>
                  </a:lnTo>
                  <a:lnTo>
                    <a:pt x="1152" y="636"/>
                  </a:lnTo>
                  <a:lnTo>
                    <a:pt x="1151" y="634"/>
                  </a:lnTo>
                  <a:lnTo>
                    <a:pt x="1148" y="634"/>
                  </a:lnTo>
                  <a:lnTo>
                    <a:pt x="1147" y="634"/>
                  </a:lnTo>
                  <a:lnTo>
                    <a:pt x="1148" y="633"/>
                  </a:lnTo>
                  <a:lnTo>
                    <a:pt x="1148" y="632"/>
                  </a:lnTo>
                  <a:lnTo>
                    <a:pt x="1147" y="632"/>
                  </a:lnTo>
                  <a:lnTo>
                    <a:pt x="1145" y="633"/>
                  </a:lnTo>
                  <a:lnTo>
                    <a:pt x="1143" y="633"/>
                  </a:lnTo>
                  <a:lnTo>
                    <a:pt x="1141" y="633"/>
                  </a:lnTo>
                  <a:lnTo>
                    <a:pt x="1140" y="633"/>
                  </a:lnTo>
                  <a:lnTo>
                    <a:pt x="1139" y="633"/>
                  </a:lnTo>
                  <a:lnTo>
                    <a:pt x="1138" y="633"/>
                  </a:lnTo>
                  <a:lnTo>
                    <a:pt x="1138" y="632"/>
                  </a:lnTo>
                  <a:lnTo>
                    <a:pt x="1135" y="630"/>
                  </a:lnTo>
                  <a:lnTo>
                    <a:pt x="1132" y="628"/>
                  </a:lnTo>
                  <a:lnTo>
                    <a:pt x="1131" y="625"/>
                  </a:lnTo>
                  <a:lnTo>
                    <a:pt x="1131" y="624"/>
                  </a:lnTo>
                  <a:lnTo>
                    <a:pt x="1131" y="622"/>
                  </a:lnTo>
                  <a:lnTo>
                    <a:pt x="1130" y="621"/>
                  </a:lnTo>
                  <a:lnTo>
                    <a:pt x="1128" y="621"/>
                  </a:lnTo>
                  <a:lnTo>
                    <a:pt x="1128" y="618"/>
                  </a:lnTo>
                  <a:lnTo>
                    <a:pt x="1127" y="617"/>
                  </a:lnTo>
                  <a:lnTo>
                    <a:pt x="1127" y="616"/>
                  </a:lnTo>
                  <a:lnTo>
                    <a:pt x="1126" y="613"/>
                  </a:lnTo>
                  <a:lnTo>
                    <a:pt x="1122" y="611"/>
                  </a:lnTo>
                  <a:lnTo>
                    <a:pt x="1119" y="607"/>
                  </a:lnTo>
                  <a:lnTo>
                    <a:pt x="1119" y="605"/>
                  </a:lnTo>
                  <a:lnTo>
                    <a:pt x="1118" y="604"/>
                  </a:lnTo>
                  <a:lnTo>
                    <a:pt x="1116" y="604"/>
                  </a:lnTo>
                  <a:lnTo>
                    <a:pt x="1116" y="604"/>
                  </a:lnTo>
                  <a:lnTo>
                    <a:pt x="1116" y="603"/>
                  </a:lnTo>
                  <a:lnTo>
                    <a:pt x="1116" y="601"/>
                  </a:lnTo>
                  <a:lnTo>
                    <a:pt x="1115" y="600"/>
                  </a:lnTo>
                  <a:lnTo>
                    <a:pt x="1114" y="599"/>
                  </a:lnTo>
                  <a:lnTo>
                    <a:pt x="1114" y="599"/>
                  </a:lnTo>
                  <a:lnTo>
                    <a:pt x="1113" y="596"/>
                  </a:lnTo>
                  <a:lnTo>
                    <a:pt x="1111" y="595"/>
                  </a:lnTo>
                  <a:lnTo>
                    <a:pt x="1110" y="592"/>
                  </a:lnTo>
                  <a:lnTo>
                    <a:pt x="1107" y="591"/>
                  </a:lnTo>
                  <a:lnTo>
                    <a:pt x="1107" y="590"/>
                  </a:lnTo>
                  <a:lnTo>
                    <a:pt x="1109" y="588"/>
                  </a:lnTo>
                  <a:lnTo>
                    <a:pt x="1107" y="587"/>
                  </a:lnTo>
                  <a:lnTo>
                    <a:pt x="1105" y="587"/>
                  </a:lnTo>
                  <a:lnTo>
                    <a:pt x="1105" y="586"/>
                  </a:lnTo>
                  <a:lnTo>
                    <a:pt x="1105" y="584"/>
                  </a:lnTo>
                  <a:lnTo>
                    <a:pt x="1103" y="583"/>
                  </a:lnTo>
                  <a:lnTo>
                    <a:pt x="1103" y="582"/>
                  </a:lnTo>
                  <a:lnTo>
                    <a:pt x="1103" y="580"/>
                  </a:lnTo>
                  <a:lnTo>
                    <a:pt x="1102" y="579"/>
                  </a:lnTo>
                  <a:lnTo>
                    <a:pt x="1102" y="579"/>
                  </a:lnTo>
                  <a:lnTo>
                    <a:pt x="1101" y="578"/>
                  </a:lnTo>
                  <a:lnTo>
                    <a:pt x="1099" y="578"/>
                  </a:lnTo>
                  <a:lnTo>
                    <a:pt x="1098" y="578"/>
                  </a:lnTo>
                  <a:lnTo>
                    <a:pt x="1097" y="576"/>
                  </a:lnTo>
                  <a:lnTo>
                    <a:pt x="1098" y="575"/>
                  </a:lnTo>
                  <a:lnTo>
                    <a:pt x="1097" y="574"/>
                  </a:lnTo>
                  <a:lnTo>
                    <a:pt x="1095" y="574"/>
                  </a:lnTo>
                  <a:lnTo>
                    <a:pt x="1094" y="575"/>
                  </a:lnTo>
                  <a:lnTo>
                    <a:pt x="1094" y="574"/>
                  </a:lnTo>
                  <a:lnTo>
                    <a:pt x="1093" y="574"/>
                  </a:lnTo>
                  <a:lnTo>
                    <a:pt x="1093" y="572"/>
                  </a:lnTo>
                  <a:lnTo>
                    <a:pt x="1093" y="571"/>
                  </a:lnTo>
                  <a:lnTo>
                    <a:pt x="1091" y="570"/>
                  </a:lnTo>
                  <a:lnTo>
                    <a:pt x="1090" y="570"/>
                  </a:lnTo>
                  <a:lnTo>
                    <a:pt x="1089" y="570"/>
                  </a:lnTo>
                  <a:lnTo>
                    <a:pt x="1087" y="568"/>
                  </a:lnTo>
                  <a:lnTo>
                    <a:pt x="1087" y="568"/>
                  </a:lnTo>
                  <a:lnTo>
                    <a:pt x="1085" y="568"/>
                  </a:lnTo>
                  <a:lnTo>
                    <a:pt x="1085" y="568"/>
                  </a:lnTo>
                  <a:lnTo>
                    <a:pt x="1084" y="568"/>
                  </a:lnTo>
                  <a:lnTo>
                    <a:pt x="1084" y="571"/>
                  </a:lnTo>
                  <a:lnTo>
                    <a:pt x="1082" y="571"/>
                  </a:lnTo>
                  <a:lnTo>
                    <a:pt x="1080" y="570"/>
                  </a:lnTo>
                  <a:lnTo>
                    <a:pt x="1080" y="570"/>
                  </a:lnTo>
                  <a:lnTo>
                    <a:pt x="1078" y="570"/>
                  </a:lnTo>
                  <a:lnTo>
                    <a:pt x="1076" y="570"/>
                  </a:lnTo>
                  <a:lnTo>
                    <a:pt x="1074" y="568"/>
                  </a:lnTo>
                  <a:lnTo>
                    <a:pt x="1073" y="567"/>
                  </a:lnTo>
                  <a:lnTo>
                    <a:pt x="1069" y="567"/>
                  </a:lnTo>
                  <a:lnTo>
                    <a:pt x="1068" y="566"/>
                  </a:lnTo>
                  <a:lnTo>
                    <a:pt x="1066" y="566"/>
                  </a:lnTo>
                  <a:lnTo>
                    <a:pt x="1065" y="566"/>
                  </a:lnTo>
                  <a:lnTo>
                    <a:pt x="1064" y="566"/>
                  </a:lnTo>
                  <a:lnTo>
                    <a:pt x="1061" y="566"/>
                  </a:lnTo>
                  <a:lnTo>
                    <a:pt x="1060" y="568"/>
                  </a:lnTo>
                  <a:lnTo>
                    <a:pt x="1059" y="568"/>
                  </a:lnTo>
                  <a:lnTo>
                    <a:pt x="1059" y="568"/>
                  </a:lnTo>
                  <a:lnTo>
                    <a:pt x="1056" y="568"/>
                  </a:lnTo>
                  <a:lnTo>
                    <a:pt x="1055" y="568"/>
                  </a:lnTo>
                  <a:lnTo>
                    <a:pt x="1052" y="568"/>
                  </a:lnTo>
                  <a:lnTo>
                    <a:pt x="1051" y="570"/>
                  </a:lnTo>
                  <a:lnTo>
                    <a:pt x="1048" y="570"/>
                  </a:lnTo>
                  <a:lnTo>
                    <a:pt x="1047" y="572"/>
                  </a:lnTo>
                  <a:lnTo>
                    <a:pt x="1045" y="572"/>
                  </a:lnTo>
                  <a:lnTo>
                    <a:pt x="1044" y="572"/>
                  </a:lnTo>
                  <a:lnTo>
                    <a:pt x="1043" y="572"/>
                  </a:lnTo>
                  <a:lnTo>
                    <a:pt x="1041" y="572"/>
                  </a:lnTo>
                  <a:lnTo>
                    <a:pt x="1040" y="574"/>
                  </a:lnTo>
                  <a:lnTo>
                    <a:pt x="1037" y="574"/>
                  </a:lnTo>
                  <a:lnTo>
                    <a:pt x="1036" y="575"/>
                  </a:lnTo>
                  <a:lnTo>
                    <a:pt x="1036" y="576"/>
                  </a:lnTo>
                  <a:lnTo>
                    <a:pt x="1033" y="579"/>
                  </a:lnTo>
                  <a:lnTo>
                    <a:pt x="1033" y="580"/>
                  </a:lnTo>
                  <a:lnTo>
                    <a:pt x="1032" y="582"/>
                  </a:lnTo>
                  <a:lnTo>
                    <a:pt x="1032" y="583"/>
                  </a:lnTo>
                  <a:lnTo>
                    <a:pt x="1032" y="584"/>
                  </a:lnTo>
                  <a:lnTo>
                    <a:pt x="1032" y="587"/>
                  </a:lnTo>
                  <a:lnTo>
                    <a:pt x="1032" y="588"/>
                  </a:lnTo>
                  <a:lnTo>
                    <a:pt x="1033" y="588"/>
                  </a:lnTo>
                  <a:lnTo>
                    <a:pt x="1036" y="587"/>
                  </a:lnTo>
                  <a:lnTo>
                    <a:pt x="1037" y="586"/>
                  </a:lnTo>
                  <a:lnTo>
                    <a:pt x="1040" y="586"/>
                  </a:lnTo>
                  <a:lnTo>
                    <a:pt x="1041" y="590"/>
                  </a:lnTo>
                  <a:lnTo>
                    <a:pt x="1043" y="591"/>
                  </a:lnTo>
                  <a:lnTo>
                    <a:pt x="1044" y="592"/>
                  </a:lnTo>
                  <a:lnTo>
                    <a:pt x="1044" y="595"/>
                  </a:lnTo>
                  <a:lnTo>
                    <a:pt x="1044" y="596"/>
                  </a:lnTo>
                  <a:lnTo>
                    <a:pt x="1044" y="599"/>
                  </a:lnTo>
                  <a:lnTo>
                    <a:pt x="1043" y="600"/>
                  </a:lnTo>
                  <a:lnTo>
                    <a:pt x="1041" y="601"/>
                  </a:lnTo>
                  <a:lnTo>
                    <a:pt x="1040" y="604"/>
                  </a:lnTo>
                  <a:lnTo>
                    <a:pt x="1039" y="605"/>
                  </a:lnTo>
                  <a:lnTo>
                    <a:pt x="1037" y="608"/>
                  </a:lnTo>
                  <a:lnTo>
                    <a:pt x="1037" y="611"/>
                  </a:lnTo>
                  <a:lnTo>
                    <a:pt x="1039" y="612"/>
                  </a:lnTo>
                  <a:lnTo>
                    <a:pt x="1039" y="613"/>
                  </a:lnTo>
                  <a:lnTo>
                    <a:pt x="1039" y="616"/>
                  </a:lnTo>
                  <a:lnTo>
                    <a:pt x="1040" y="617"/>
                  </a:lnTo>
                  <a:lnTo>
                    <a:pt x="1040" y="620"/>
                  </a:lnTo>
                  <a:lnTo>
                    <a:pt x="1039" y="621"/>
                  </a:lnTo>
                  <a:lnTo>
                    <a:pt x="1037" y="622"/>
                  </a:lnTo>
                  <a:lnTo>
                    <a:pt x="1039" y="624"/>
                  </a:lnTo>
                  <a:lnTo>
                    <a:pt x="1039" y="628"/>
                  </a:lnTo>
                  <a:lnTo>
                    <a:pt x="1039" y="629"/>
                  </a:lnTo>
                  <a:lnTo>
                    <a:pt x="1039" y="632"/>
                  </a:lnTo>
                  <a:lnTo>
                    <a:pt x="1040" y="632"/>
                  </a:lnTo>
                  <a:lnTo>
                    <a:pt x="1040" y="633"/>
                  </a:lnTo>
                  <a:lnTo>
                    <a:pt x="1041" y="632"/>
                  </a:lnTo>
                  <a:lnTo>
                    <a:pt x="1043" y="633"/>
                  </a:lnTo>
                  <a:lnTo>
                    <a:pt x="1043" y="634"/>
                  </a:lnTo>
                  <a:lnTo>
                    <a:pt x="1043" y="637"/>
                  </a:lnTo>
                  <a:lnTo>
                    <a:pt x="1040" y="640"/>
                  </a:lnTo>
                  <a:lnTo>
                    <a:pt x="1036" y="640"/>
                  </a:lnTo>
                  <a:lnTo>
                    <a:pt x="1033" y="642"/>
                  </a:lnTo>
                  <a:lnTo>
                    <a:pt x="1028" y="647"/>
                  </a:lnTo>
                  <a:lnTo>
                    <a:pt x="1027" y="647"/>
                  </a:lnTo>
                  <a:lnTo>
                    <a:pt x="1024" y="646"/>
                  </a:lnTo>
                  <a:lnTo>
                    <a:pt x="1022" y="645"/>
                  </a:lnTo>
                  <a:lnTo>
                    <a:pt x="1019" y="646"/>
                  </a:lnTo>
                  <a:lnTo>
                    <a:pt x="1019" y="645"/>
                  </a:lnTo>
                  <a:lnTo>
                    <a:pt x="1018" y="645"/>
                  </a:lnTo>
                  <a:lnTo>
                    <a:pt x="1016" y="645"/>
                  </a:lnTo>
                  <a:lnTo>
                    <a:pt x="1015" y="643"/>
                  </a:lnTo>
                  <a:lnTo>
                    <a:pt x="1010" y="642"/>
                  </a:lnTo>
                  <a:lnTo>
                    <a:pt x="1006" y="643"/>
                  </a:lnTo>
                  <a:lnTo>
                    <a:pt x="1006" y="645"/>
                  </a:lnTo>
                  <a:lnTo>
                    <a:pt x="1003" y="646"/>
                  </a:lnTo>
                  <a:lnTo>
                    <a:pt x="1002" y="646"/>
                  </a:lnTo>
                  <a:lnTo>
                    <a:pt x="1001" y="645"/>
                  </a:lnTo>
                  <a:lnTo>
                    <a:pt x="998" y="646"/>
                  </a:lnTo>
                  <a:lnTo>
                    <a:pt x="997" y="645"/>
                  </a:lnTo>
                  <a:lnTo>
                    <a:pt x="995" y="643"/>
                  </a:lnTo>
                  <a:lnTo>
                    <a:pt x="993" y="642"/>
                  </a:lnTo>
                  <a:lnTo>
                    <a:pt x="990" y="641"/>
                  </a:lnTo>
                  <a:lnTo>
                    <a:pt x="986" y="642"/>
                  </a:lnTo>
                  <a:lnTo>
                    <a:pt x="986" y="642"/>
                  </a:lnTo>
                  <a:lnTo>
                    <a:pt x="983" y="642"/>
                  </a:lnTo>
                  <a:lnTo>
                    <a:pt x="982" y="643"/>
                  </a:lnTo>
                  <a:lnTo>
                    <a:pt x="981" y="646"/>
                  </a:lnTo>
                  <a:lnTo>
                    <a:pt x="980" y="647"/>
                  </a:lnTo>
                  <a:lnTo>
                    <a:pt x="977" y="649"/>
                  </a:lnTo>
                  <a:lnTo>
                    <a:pt x="976" y="651"/>
                  </a:lnTo>
                  <a:lnTo>
                    <a:pt x="976" y="653"/>
                  </a:lnTo>
                  <a:lnTo>
                    <a:pt x="974" y="654"/>
                  </a:lnTo>
                  <a:lnTo>
                    <a:pt x="972" y="657"/>
                  </a:lnTo>
                  <a:lnTo>
                    <a:pt x="966" y="657"/>
                  </a:lnTo>
                  <a:lnTo>
                    <a:pt x="965" y="657"/>
                  </a:lnTo>
                  <a:lnTo>
                    <a:pt x="962" y="659"/>
                  </a:lnTo>
                  <a:lnTo>
                    <a:pt x="960" y="659"/>
                  </a:lnTo>
                  <a:lnTo>
                    <a:pt x="956" y="662"/>
                  </a:lnTo>
                  <a:lnTo>
                    <a:pt x="953" y="665"/>
                  </a:lnTo>
                  <a:lnTo>
                    <a:pt x="952" y="665"/>
                  </a:lnTo>
                  <a:lnTo>
                    <a:pt x="951" y="663"/>
                  </a:lnTo>
                  <a:lnTo>
                    <a:pt x="948" y="663"/>
                  </a:lnTo>
                  <a:lnTo>
                    <a:pt x="947" y="665"/>
                  </a:lnTo>
                  <a:lnTo>
                    <a:pt x="944" y="665"/>
                  </a:lnTo>
                  <a:lnTo>
                    <a:pt x="936" y="665"/>
                  </a:lnTo>
                  <a:lnTo>
                    <a:pt x="932" y="663"/>
                  </a:lnTo>
                  <a:lnTo>
                    <a:pt x="927" y="663"/>
                  </a:lnTo>
                  <a:lnTo>
                    <a:pt x="924" y="663"/>
                  </a:lnTo>
                  <a:lnTo>
                    <a:pt x="923" y="662"/>
                  </a:lnTo>
                  <a:lnTo>
                    <a:pt x="920" y="661"/>
                  </a:lnTo>
                  <a:lnTo>
                    <a:pt x="919" y="661"/>
                  </a:lnTo>
                  <a:lnTo>
                    <a:pt x="918" y="659"/>
                  </a:lnTo>
                  <a:lnTo>
                    <a:pt x="916" y="655"/>
                  </a:lnTo>
                  <a:lnTo>
                    <a:pt x="915" y="654"/>
                  </a:lnTo>
                  <a:lnTo>
                    <a:pt x="912" y="654"/>
                  </a:lnTo>
                  <a:lnTo>
                    <a:pt x="908" y="654"/>
                  </a:lnTo>
                  <a:lnTo>
                    <a:pt x="904" y="653"/>
                  </a:lnTo>
                  <a:lnTo>
                    <a:pt x="902" y="650"/>
                  </a:lnTo>
                  <a:lnTo>
                    <a:pt x="898" y="650"/>
                  </a:lnTo>
                  <a:lnTo>
                    <a:pt x="894" y="649"/>
                  </a:lnTo>
                  <a:lnTo>
                    <a:pt x="891" y="647"/>
                  </a:lnTo>
                  <a:lnTo>
                    <a:pt x="889" y="649"/>
                  </a:lnTo>
                  <a:lnTo>
                    <a:pt x="885" y="649"/>
                  </a:lnTo>
                  <a:lnTo>
                    <a:pt x="883" y="650"/>
                  </a:lnTo>
                  <a:lnTo>
                    <a:pt x="878" y="650"/>
                  </a:lnTo>
                  <a:lnTo>
                    <a:pt x="874" y="651"/>
                  </a:lnTo>
                  <a:lnTo>
                    <a:pt x="873" y="654"/>
                  </a:lnTo>
                  <a:lnTo>
                    <a:pt x="872" y="654"/>
                  </a:lnTo>
                  <a:lnTo>
                    <a:pt x="870" y="654"/>
                  </a:lnTo>
                  <a:lnTo>
                    <a:pt x="868" y="654"/>
                  </a:lnTo>
                  <a:lnTo>
                    <a:pt x="866" y="655"/>
                  </a:lnTo>
                  <a:lnTo>
                    <a:pt x="862" y="654"/>
                  </a:lnTo>
                  <a:lnTo>
                    <a:pt x="862" y="655"/>
                  </a:lnTo>
                  <a:lnTo>
                    <a:pt x="860" y="655"/>
                  </a:lnTo>
                  <a:lnTo>
                    <a:pt x="857" y="654"/>
                  </a:lnTo>
                  <a:lnTo>
                    <a:pt x="853" y="653"/>
                  </a:lnTo>
                  <a:lnTo>
                    <a:pt x="852" y="651"/>
                  </a:lnTo>
                  <a:lnTo>
                    <a:pt x="850" y="649"/>
                  </a:lnTo>
                  <a:lnTo>
                    <a:pt x="849" y="649"/>
                  </a:lnTo>
                  <a:lnTo>
                    <a:pt x="847" y="647"/>
                  </a:lnTo>
                  <a:lnTo>
                    <a:pt x="848" y="646"/>
                  </a:lnTo>
                  <a:lnTo>
                    <a:pt x="847" y="643"/>
                  </a:lnTo>
                  <a:lnTo>
                    <a:pt x="845" y="642"/>
                  </a:lnTo>
                  <a:lnTo>
                    <a:pt x="845" y="640"/>
                  </a:lnTo>
                  <a:lnTo>
                    <a:pt x="844" y="638"/>
                  </a:lnTo>
                  <a:lnTo>
                    <a:pt x="844" y="637"/>
                  </a:lnTo>
                  <a:lnTo>
                    <a:pt x="843" y="636"/>
                  </a:lnTo>
                  <a:lnTo>
                    <a:pt x="841" y="634"/>
                  </a:lnTo>
                  <a:lnTo>
                    <a:pt x="836" y="634"/>
                  </a:lnTo>
                  <a:lnTo>
                    <a:pt x="833" y="634"/>
                  </a:lnTo>
                  <a:lnTo>
                    <a:pt x="832" y="633"/>
                  </a:lnTo>
                  <a:lnTo>
                    <a:pt x="829" y="633"/>
                  </a:lnTo>
                  <a:lnTo>
                    <a:pt x="828" y="632"/>
                  </a:lnTo>
                  <a:lnTo>
                    <a:pt x="827" y="630"/>
                  </a:lnTo>
                  <a:lnTo>
                    <a:pt x="823" y="630"/>
                  </a:lnTo>
                  <a:lnTo>
                    <a:pt x="819" y="630"/>
                  </a:lnTo>
                  <a:lnTo>
                    <a:pt x="816" y="630"/>
                  </a:lnTo>
                  <a:lnTo>
                    <a:pt x="816" y="629"/>
                  </a:lnTo>
                  <a:lnTo>
                    <a:pt x="812" y="628"/>
                  </a:lnTo>
                  <a:lnTo>
                    <a:pt x="810" y="626"/>
                  </a:lnTo>
                  <a:lnTo>
                    <a:pt x="808" y="625"/>
                  </a:lnTo>
                  <a:lnTo>
                    <a:pt x="806" y="625"/>
                  </a:lnTo>
                  <a:lnTo>
                    <a:pt x="804" y="626"/>
                  </a:lnTo>
                  <a:lnTo>
                    <a:pt x="804" y="629"/>
                  </a:lnTo>
                  <a:lnTo>
                    <a:pt x="804" y="630"/>
                  </a:lnTo>
                  <a:lnTo>
                    <a:pt x="804" y="633"/>
                  </a:lnTo>
                  <a:lnTo>
                    <a:pt x="803" y="632"/>
                  </a:lnTo>
                  <a:lnTo>
                    <a:pt x="800" y="633"/>
                  </a:lnTo>
                  <a:lnTo>
                    <a:pt x="799" y="634"/>
                  </a:lnTo>
                  <a:lnTo>
                    <a:pt x="799" y="637"/>
                  </a:lnTo>
                  <a:lnTo>
                    <a:pt x="798" y="640"/>
                  </a:lnTo>
                  <a:lnTo>
                    <a:pt x="796" y="645"/>
                  </a:lnTo>
                  <a:lnTo>
                    <a:pt x="798" y="647"/>
                  </a:lnTo>
                  <a:lnTo>
                    <a:pt x="802" y="649"/>
                  </a:lnTo>
                  <a:lnTo>
                    <a:pt x="803" y="650"/>
                  </a:lnTo>
                  <a:lnTo>
                    <a:pt x="804" y="651"/>
                  </a:lnTo>
                  <a:lnTo>
                    <a:pt x="806" y="653"/>
                  </a:lnTo>
                  <a:lnTo>
                    <a:pt x="804" y="657"/>
                  </a:lnTo>
                  <a:lnTo>
                    <a:pt x="804" y="661"/>
                  </a:lnTo>
                  <a:lnTo>
                    <a:pt x="807" y="662"/>
                  </a:lnTo>
                  <a:lnTo>
                    <a:pt x="808" y="663"/>
                  </a:lnTo>
                  <a:lnTo>
                    <a:pt x="806" y="667"/>
                  </a:lnTo>
                  <a:lnTo>
                    <a:pt x="802" y="667"/>
                  </a:lnTo>
                  <a:lnTo>
                    <a:pt x="799" y="667"/>
                  </a:lnTo>
                  <a:lnTo>
                    <a:pt x="799" y="667"/>
                  </a:lnTo>
                  <a:lnTo>
                    <a:pt x="796" y="667"/>
                  </a:lnTo>
                  <a:lnTo>
                    <a:pt x="795" y="667"/>
                  </a:lnTo>
                  <a:lnTo>
                    <a:pt x="790" y="667"/>
                  </a:lnTo>
                  <a:lnTo>
                    <a:pt x="789" y="667"/>
                  </a:lnTo>
                  <a:lnTo>
                    <a:pt x="786" y="666"/>
                  </a:lnTo>
                  <a:lnTo>
                    <a:pt x="785" y="666"/>
                  </a:lnTo>
                  <a:lnTo>
                    <a:pt x="782" y="666"/>
                  </a:lnTo>
                  <a:lnTo>
                    <a:pt x="779" y="667"/>
                  </a:lnTo>
                  <a:lnTo>
                    <a:pt x="777" y="668"/>
                  </a:lnTo>
                  <a:lnTo>
                    <a:pt x="775" y="670"/>
                  </a:lnTo>
                  <a:lnTo>
                    <a:pt x="771" y="667"/>
                  </a:lnTo>
                  <a:lnTo>
                    <a:pt x="769" y="666"/>
                  </a:lnTo>
                  <a:lnTo>
                    <a:pt x="764" y="662"/>
                  </a:lnTo>
                  <a:lnTo>
                    <a:pt x="762" y="661"/>
                  </a:lnTo>
                  <a:lnTo>
                    <a:pt x="762" y="659"/>
                  </a:lnTo>
                  <a:lnTo>
                    <a:pt x="761" y="657"/>
                  </a:lnTo>
                  <a:lnTo>
                    <a:pt x="757" y="657"/>
                  </a:lnTo>
                  <a:lnTo>
                    <a:pt x="756" y="658"/>
                  </a:lnTo>
                  <a:lnTo>
                    <a:pt x="753" y="658"/>
                  </a:lnTo>
                  <a:lnTo>
                    <a:pt x="753" y="658"/>
                  </a:lnTo>
                  <a:lnTo>
                    <a:pt x="750" y="659"/>
                  </a:lnTo>
                  <a:lnTo>
                    <a:pt x="749" y="657"/>
                  </a:lnTo>
                  <a:lnTo>
                    <a:pt x="748" y="655"/>
                  </a:lnTo>
                  <a:lnTo>
                    <a:pt x="746" y="654"/>
                  </a:lnTo>
                  <a:lnTo>
                    <a:pt x="746" y="654"/>
                  </a:lnTo>
                  <a:lnTo>
                    <a:pt x="744" y="655"/>
                  </a:lnTo>
                  <a:lnTo>
                    <a:pt x="741" y="655"/>
                  </a:lnTo>
                  <a:lnTo>
                    <a:pt x="740" y="655"/>
                  </a:lnTo>
                  <a:lnTo>
                    <a:pt x="737" y="655"/>
                  </a:lnTo>
                  <a:lnTo>
                    <a:pt x="733" y="657"/>
                  </a:lnTo>
                  <a:lnTo>
                    <a:pt x="732" y="657"/>
                  </a:lnTo>
                  <a:lnTo>
                    <a:pt x="731" y="659"/>
                  </a:lnTo>
                  <a:lnTo>
                    <a:pt x="728" y="661"/>
                  </a:lnTo>
                  <a:lnTo>
                    <a:pt x="724" y="659"/>
                  </a:lnTo>
                  <a:lnTo>
                    <a:pt x="724" y="661"/>
                  </a:lnTo>
                  <a:lnTo>
                    <a:pt x="724" y="662"/>
                  </a:lnTo>
                  <a:lnTo>
                    <a:pt x="725" y="663"/>
                  </a:lnTo>
                  <a:lnTo>
                    <a:pt x="724" y="665"/>
                  </a:lnTo>
                  <a:lnTo>
                    <a:pt x="723" y="666"/>
                  </a:lnTo>
                  <a:lnTo>
                    <a:pt x="720" y="667"/>
                  </a:lnTo>
                  <a:lnTo>
                    <a:pt x="719" y="668"/>
                  </a:lnTo>
                  <a:lnTo>
                    <a:pt x="719" y="671"/>
                  </a:lnTo>
                  <a:lnTo>
                    <a:pt x="716" y="672"/>
                  </a:lnTo>
                  <a:lnTo>
                    <a:pt x="715" y="674"/>
                  </a:lnTo>
                  <a:lnTo>
                    <a:pt x="715" y="676"/>
                  </a:lnTo>
                  <a:lnTo>
                    <a:pt x="711" y="678"/>
                  </a:lnTo>
                  <a:lnTo>
                    <a:pt x="708" y="680"/>
                  </a:lnTo>
                  <a:lnTo>
                    <a:pt x="708" y="682"/>
                  </a:lnTo>
                  <a:lnTo>
                    <a:pt x="703" y="682"/>
                  </a:lnTo>
                  <a:lnTo>
                    <a:pt x="700" y="683"/>
                  </a:lnTo>
                  <a:lnTo>
                    <a:pt x="699" y="687"/>
                  </a:lnTo>
                  <a:lnTo>
                    <a:pt x="699" y="687"/>
                  </a:lnTo>
                  <a:lnTo>
                    <a:pt x="698" y="687"/>
                  </a:lnTo>
                  <a:lnTo>
                    <a:pt x="695" y="686"/>
                  </a:lnTo>
                  <a:lnTo>
                    <a:pt x="694" y="686"/>
                  </a:lnTo>
                  <a:lnTo>
                    <a:pt x="692" y="686"/>
                  </a:lnTo>
                  <a:lnTo>
                    <a:pt x="690" y="684"/>
                  </a:lnTo>
                  <a:lnTo>
                    <a:pt x="687" y="682"/>
                  </a:lnTo>
                  <a:lnTo>
                    <a:pt x="686" y="682"/>
                  </a:lnTo>
                  <a:lnTo>
                    <a:pt x="685" y="679"/>
                  </a:lnTo>
                  <a:lnTo>
                    <a:pt x="686" y="676"/>
                  </a:lnTo>
                  <a:lnTo>
                    <a:pt x="685" y="676"/>
                  </a:lnTo>
                  <a:lnTo>
                    <a:pt x="682" y="678"/>
                  </a:lnTo>
                  <a:lnTo>
                    <a:pt x="681" y="679"/>
                  </a:lnTo>
                  <a:lnTo>
                    <a:pt x="678" y="680"/>
                  </a:lnTo>
                  <a:lnTo>
                    <a:pt x="673" y="680"/>
                  </a:lnTo>
                  <a:lnTo>
                    <a:pt x="671" y="682"/>
                  </a:lnTo>
                  <a:lnTo>
                    <a:pt x="670" y="683"/>
                  </a:lnTo>
                  <a:lnTo>
                    <a:pt x="669" y="682"/>
                  </a:lnTo>
                  <a:lnTo>
                    <a:pt x="666" y="680"/>
                  </a:lnTo>
                  <a:lnTo>
                    <a:pt x="665" y="680"/>
                  </a:lnTo>
                  <a:lnTo>
                    <a:pt x="665" y="680"/>
                  </a:lnTo>
                  <a:lnTo>
                    <a:pt x="663" y="679"/>
                  </a:lnTo>
                  <a:lnTo>
                    <a:pt x="662" y="678"/>
                  </a:lnTo>
                  <a:lnTo>
                    <a:pt x="662" y="675"/>
                  </a:lnTo>
                  <a:lnTo>
                    <a:pt x="663" y="675"/>
                  </a:lnTo>
                  <a:lnTo>
                    <a:pt x="663" y="674"/>
                  </a:lnTo>
                  <a:lnTo>
                    <a:pt x="661" y="672"/>
                  </a:lnTo>
                  <a:lnTo>
                    <a:pt x="661" y="672"/>
                  </a:lnTo>
                  <a:lnTo>
                    <a:pt x="657" y="671"/>
                  </a:lnTo>
                  <a:lnTo>
                    <a:pt x="656" y="670"/>
                  </a:lnTo>
                  <a:lnTo>
                    <a:pt x="654" y="670"/>
                  </a:lnTo>
                  <a:lnTo>
                    <a:pt x="653" y="667"/>
                  </a:lnTo>
                  <a:lnTo>
                    <a:pt x="650" y="663"/>
                  </a:lnTo>
                  <a:lnTo>
                    <a:pt x="648" y="661"/>
                  </a:lnTo>
                  <a:lnTo>
                    <a:pt x="644" y="661"/>
                  </a:lnTo>
                  <a:lnTo>
                    <a:pt x="640" y="661"/>
                  </a:lnTo>
                  <a:lnTo>
                    <a:pt x="636" y="661"/>
                  </a:lnTo>
                  <a:lnTo>
                    <a:pt x="635" y="662"/>
                  </a:lnTo>
                  <a:lnTo>
                    <a:pt x="636" y="663"/>
                  </a:lnTo>
                  <a:lnTo>
                    <a:pt x="635" y="665"/>
                  </a:lnTo>
                  <a:lnTo>
                    <a:pt x="633" y="665"/>
                  </a:lnTo>
                  <a:lnTo>
                    <a:pt x="631" y="665"/>
                  </a:lnTo>
                  <a:lnTo>
                    <a:pt x="628" y="666"/>
                  </a:lnTo>
                  <a:lnTo>
                    <a:pt x="625" y="665"/>
                  </a:lnTo>
                  <a:lnTo>
                    <a:pt x="624" y="665"/>
                  </a:lnTo>
                  <a:lnTo>
                    <a:pt x="621" y="666"/>
                  </a:lnTo>
                  <a:lnTo>
                    <a:pt x="620" y="666"/>
                  </a:lnTo>
                  <a:lnTo>
                    <a:pt x="617" y="663"/>
                  </a:lnTo>
                  <a:lnTo>
                    <a:pt x="615" y="663"/>
                  </a:lnTo>
                  <a:lnTo>
                    <a:pt x="615" y="662"/>
                  </a:lnTo>
                  <a:lnTo>
                    <a:pt x="615" y="659"/>
                  </a:lnTo>
                  <a:lnTo>
                    <a:pt x="612" y="658"/>
                  </a:lnTo>
                  <a:lnTo>
                    <a:pt x="609" y="659"/>
                  </a:lnTo>
                  <a:lnTo>
                    <a:pt x="611" y="662"/>
                  </a:lnTo>
                  <a:lnTo>
                    <a:pt x="611" y="662"/>
                  </a:lnTo>
                  <a:lnTo>
                    <a:pt x="611" y="663"/>
                  </a:lnTo>
                  <a:lnTo>
                    <a:pt x="608" y="665"/>
                  </a:lnTo>
                  <a:lnTo>
                    <a:pt x="606" y="666"/>
                  </a:lnTo>
                  <a:lnTo>
                    <a:pt x="577" y="629"/>
                  </a:lnTo>
                  <a:lnTo>
                    <a:pt x="556" y="613"/>
                  </a:lnTo>
                  <a:lnTo>
                    <a:pt x="554" y="611"/>
                  </a:lnTo>
                  <a:lnTo>
                    <a:pt x="556" y="611"/>
                  </a:lnTo>
                  <a:lnTo>
                    <a:pt x="558" y="608"/>
                  </a:lnTo>
                  <a:lnTo>
                    <a:pt x="558" y="607"/>
                  </a:lnTo>
                  <a:lnTo>
                    <a:pt x="557" y="605"/>
                  </a:lnTo>
                  <a:lnTo>
                    <a:pt x="554" y="607"/>
                  </a:lnTo>
                  <a:lnTo>
                    <a:pt x="552" y="607"/>
                  </a:lnTo>
                  <a:lnTo>
                    <a:pt x="549" y="609"/>
                  </a:lnTo>
                  <a:lnTo>
                    <a:pt x="548" y="609"/>
                  </a:lnTo>
                  <a:lnTo>
                    <a:pt x="545" y="612"/>
                  </a:lnTo>
                  <a:lnTo>
                    <a:pt x="545" y="615"/>
                  </a:lnTo>
                  <a:lnTo>
                    <a:pt x="542" y="616"/>
                  </a:lnTo>
                  <a:lnTo>
                    <a:pt x="542" y="617"/>
                  </a:lnTo>
                  <a:lnTo>
                    <a:pt x="540" y="620"/>
                  </a:lnTo>
                  <a:lnTo>
                    <a:pt x="536" y="620"/>
                  </a:lnTo>
                  <a:lnTo>
                    <a:pt x="534" y="621"/>
                  </a:lnTo>
                  <a:lnTo>
                    <a:pt x="534" y="624"/>
                  </a:lnTo>
                  <a:lnTo>
                    <a:pt x="533" y="624"/>
                  </a:lnTo>
                  <a:lnTo>
                    <a:pt x="532" y="624"/>
                  </a:lnTo>
                  <a:lnTo>
                    <a:pt x="527" y="622"/>
                  </a:lnTo>
                  <a:lnTo>
                    <a:pt x="524" y="622"/>
                  </a:lnTo>
                  <a:lnTo>
                    <a:pt x="523" y="625"/>
                  </a:lnTo>
                  <a:lnTo>
                    <a:pt x="521" y="625"/>
                  </a:lnTo>
                  <a:lnTo>
                    <a:pt x="520" y="622"/>
                  </a:lnTo>
                  <a:lnTo>
                    <a:pt x="520" y="620"/>
                  </a:lnTo>
                  <a:lnTo>
                    <a:pt x="521" y="618"/>
                  </a:lnTo>
                  <a:lnTo>
                    <a:pt x="523" y="616"/>
                  </a:lnTo>
                  <a:lnTo>
                    <a:pt x="521" y="616"/>
                  </a:lnTo>
                  <a:lnTo>
                    <a:pt x="519" y="617"/>
                  </a:lnTo>
                  <a:lnTo>
                    <a:pt x="517" y="617"/>
                  </a:lnTo>
                  <a:lnTo>
                    <a:pt x="513" y="615"/>
                  </a:lnTo>
                  <a:lnTo>
                    <a:pt x="511" y="615"/>
                  </a:lnTo>
                  <a:lnTo>
                    <a:pt x="511" y="616"/>
                  </a:lnTo>
                  <a:lnTo>
                    <a:pt x="512" y="617"/>
                  </a:lnTo>
                  <a:lnTo>
                    <a:pt x="511" y="618"/>
                  </a:lnTo>
                  <a:lnTo>
                    <a:pt x="509" y="618"/>
                  </a:lnTo>
                  <a:lnTo>
                    <a:pt x="508" y="616"/>
                  </a:lnTo>
                  <a:lnTo>
                    <a:pt x="507" y="612"/>
                  </a:lnTo>
                  <a:lnTo>
                    <a:pt x="503" y="609"/>
                  </a:lnTo>
                  <a:lnTo>
                    <a:pt x="503" y="609"/>
                  </a:lnTo>
                  <a:lnTo>
                    <a:pt x="503" y="612"/>
                  </a:lnTo>
                  <a:lnTo>
                    <a:pt x="503" y="615"/>
                  </a:lnTo>
                  <a:lnTo>
                    <a:pt x="502" y="615"/>
                  </a:lnTo>
                  <a:lnTo>
                    <a:pt x="502" y="612"/>
                  </a:lnTo>
                  <a:lnTo>
                    <a:pt x="499" y="612"/>
                  </a:lnTo>
                  <a:lnTo>
                    <a:pt x="499" y="615"/>
                  </a:lnTo>
                  <a:lnTo>
                    <a:pt x="498" y="615"/>
                  </a:lnTo>
                  <a:lnTo>
                    <a:pt x="496" y="613"/>
                  </a:lnTo>
                  <a:lnTo>
                    <a:pt x="494" y="615"/>
                  </a:lnTo>
                  <a:lnTo>
                    <a:pt x="492" y="615"/>
                  </a:lnTo>
                  <a:lnTo>
                    <a:pt x="491" y="612"/>
                  </a:lnTo>
                  <a:lnTo>
                    <a:pt x="492" y="612"/>
                  </a:lnTo>
                  <a:lnTo>
                    <a:pt x="492" y="611"/>
                  </a:lnTo>
                  <a:lnTo>
                    <a:pt x="492" y="608"/>
                  </a:lnTo>
                  <a:lnTo>
                    <a:pt x="492" y="607"/>
                  </a:lnTo>
                  <a:lnTo>
                    <a:pt x="492" y="605"/>
                  </a:lnTo>
                  <a:lnTo>
                    <a:pt x="491" y="604"/>
                  </a:lnTo>
                  <a:lnTo>
                    <a:pt x="490" y="601"/>
                  </a:lnTo>
                  <a:lnTo>
                    <a:pt x="488" y="600"/>
                  </a:lnTo>
                  <a:lnTo>
                    <a:pt x="487" y="599"/>
                  </a:lnTo>
                  <a:lnTo>
                    <a:pt x="487" y="596"/>
                  </a:lnTo>
                  <a:lnTo>
                    <a:pt x="484" y="596"/>
                  </a:lnTo>
                  <a:lnTo>
                    <a:pt x="482" y="597"/>
                  </a:lnTo>
                  <a:lnTo>
                    <a:pt x="479" y="597"/>
                  </a:lnTo>
                  <a:lnTo>
                    <a:pt x="477" y="595"/>
                  </a:lnTo>
                  <a:lnTo>
                    <a:pt x="473" y="595"/>
                  </a:lnTo>
                  <a:lnTo>
                    <a:pt x="470" y="593"/>
                  </a:lnTo>
                  <a:lnTo>
                    <a:pt x="469" y="595"/>
                  </a:lnTo>
                  <a:lnTo>
                    <a:pt x="466" y="595"/>
                  </a:lnTo>
                  <a:lnTo>
                    <a:pt x="465" y="596"/>
                  </a:lnTo>
                  <a:lnTo>
                    <a:pt x="463" y="597"/>
                  </a:lnTo>
                  <a:lnTo>
                    <a:pt x="461" y="599"/>
                  </a:lnTo>
                  <a:lnTo>
                    <a:pt x="459" y="599"/>
                  </a:lnTo>
                  <a:lnTo>
                    <a:pt x="461" y="600"/>
                  </a:lnTo>
                  <a:lnTo>
                    <a:pt x="461" y="603"/>
                  </a:lnTo>
                  <a:lnTo>
                    <a:pt x="457" y="603"/>
                  </a:lnTo>
                  <a:lnTo>
                    <a:pt x="455" y="603"/>
                  </a:lnTo>
                  <a:lnTo>
                    <a:pt x="454" y="604"/>
                  </a:lnTo>
                  <a:lnTo>
                    <a:pt x="451" y="605"/>
                  </a:lnTo>
                  <a:lnTo>
                    <a:pt x="450" y="605"/>
                  </a:lnTo>
                  <a:lnTo>
                    <a:pt x="449" y="605"/>
                  </a:lnTo>
                  <a:lnTo>
                    <a:pt x="444" y="609"/>
                  </a:lnTo>
                  <a:lnTo>
                    <a:pt x="441" y="611"/>
                  </a:lnTo>
                  <a:lnTo>
                    <a:pt x="440" y="612"/>
                  </a:lnTo>
                  <a:lnTo>
                    <a:pt x="437" y="611"/>
                  </a:lnTo>
                  <a:lnTo>
                    <a:pt x="436" y="611"/>
                  </a:lnTo>
                  <a:lnTo>
                    <a:pt x="434" y="611"/>
                  </a:lnTo>
                  <a:lnTo>
                    <a:pt x="434" y="613"/>
                  </a:lnTo>
                  <a:lnTo>
                    <a:pt x="432" y="613"/>
                  </a:lnTo>
                  <a:lnTo>
                    <a:pt x="430" y="615"/>
                  </a:lnTo>
                  <a:lnTo>
                    <a:pt x="430" y="616"/>
                  </a:lnTo>
                  <a:lnTo>
                    <a:pt x="429" y="617"/>
                  </a:lnTo>
                  <a:lnTo>
                    <a:pt x="428" y="617"/>
                  </a:lnTo>
                  <a:lnTo>
                    <a:pt x="426" y="617"/>
                  </a:lnTo>
                  <a:lnTo>
                    <a:pt x="424" y="618"/>
                  </a:lnTo>
                  <a:lnTo>
                    <a:pt x="421" y="618"/>
                  </a:lnTo>
                  <a:lnTo>
                    <a:pt x="419" y="620"/>
                  </a:lnTo>
                  <a:lnTo>
                    <a:pt x="417" y="621"/>
                  </a:lnTo>
                  <a:lnTo>
                    <a:pt x="415" y="621"/>
                  </a:lnTo>
                  <a:lnTo>
                    <a:pt x="412" y="622"/>
                  </a:lnTo>
                  <a:lnTo>
                    <a:pt x="409" y="622"/>
                  </a:lnTo>
                  <a:lnTo>
                    <a:pt x="405" y="624"/>
                  </a:lnTo>
                  <a:lnTo>
                    <a:pt x="404" y="626"/>
                  </a:lnTo>
                  <a:lnTo>
                    <a:pt x="403" y="628"/>
                  </a:lnTo>
                  <a:lnTo>
                    <a:pt x="401" y="625"/>
                  </a:lnTo>
                  <a:lnTo>
                    <a:pt x="400" y="625"/>
                  </a:lnTo>
                  <a:lnTo>
                    <a:pt x="397" y="626"/>
                  </a:lnTo>
                  <a:lnTo>
                    <a:pt x="397" y="628"/>
                  </a:lnTo>
                  <a:lnTo>
                    <a:pt x="397" y="629"/>
                  </a:lnTo>
                  <a:lnTo>
                    <a:pt x="395" y="628"/>
                  </a:lnTo>
                  <a:lnTo>
                    <a:pt x="392" y="628"/>
                  </a:lnTo>
                  <a:lnTo>
                    <a:pt x="391" y="626"/>
                  </a:lnTo>
                  <a:lnTo>
                    <a:pt x="390" y="626"/>
                  </a:lnTo>
                  <a:lnTo>
                    <a:pt x="388" y="628"/>
                  </a:lnTo>
                  <a:lnTo>
                    <a:pt x="386" y="629"/>
                  </a:lnTo>
                  <a:lnTo>
                    <a:pt x="384" y="629"/>
                  </a:lnTo>
                  <a:lnTo>
                    <a:pt x="386" y="632"/>
                  </a:lnTo>
                  <a:lnTo>
                    <a:pt x="386" y="633"/>
                  </a:lnTo>
                  <a:lnTo>
                    <a:pt x="387" y="634"/>
                  </a:lnTo>
                  <a:lnTo>
                    <a:pt x="390" y="633"/>
                  </a:lnTo>
                  <a:lnTo>
                    <a:pt x="391" y="636"/>
                  </a:lnTo>
                  <a:lnTo>
                    <a:pt x="388" y="636"/>
                  </a:lnTo>
                  <a:lnTo>
                    <a:pt x="387" y="637"/>
                  </a:lnTo>
                  <a:lnTo>
                    <a:pt x="387" y="638"/>
                  </a:lnTo>
                  <a:lnTo>
                    <a:pt x="390" y="638"/>
                  </a:lnTo>
                  <a:lnTo>
                    <a:pt x="392" y="640"/>
                  </a:lnTo>
                  <a:lnTo>
                    <a:pt x="394" y="638"/>
                  </a:lnTo>
                  <a:lnTo>
                    <a:pt x="396" y="638"/>
                  </a:lnTo>
                  <a:lnTo>
                    <a:pt x="397" y="641"/>
                  </a:lnTo>
                  <a:lnTo>
                    <a:pt x="400" y="641"/>
                  </a:lnTo>
                  <a:lnTo>
                    <a:pt x="400" y="643"/>
                  </a:lnTo>
                  <a:lnTo>
                    <a:pt x="399" y="645"/>
                  </a:lnTo>
                  <a:lnTo>
                    <a:pt x="396" y="643"/>
                  </a:lnTo>
                  <a:lnTo>
                    <a:pt x="392" y="643"/>
                  </a:lnTo>
                  <a:lnTo>
                    <a:pt x="390" y="646"/>
                  </a:lnTo>
                  <a:lnTo>
                    <a:pt x="387" y="650"/>
                  </a:lnTo>
                  <a:lnTo>
                    <a:pt x="387" y="653"/>
                  </a:lnTo>
                  <a:lnTo>
                    <a:pt x="388" y="653"/>
                  </a:lnTo>
                  <a:lnTo>
                    <a:pt x="390" y="655"/>
                  </a:lnTo>
                  <a:lnTo>
                    <a:pt x="387" y="658"/>
                  </a:lnTo>
                  <a:lnTo>
                    <a:pt x="387" y="661"/>
                  </a:lnTo>
                  <a:lnTo>
                    <a:pt x="384" y="661"/>
                  </a:lnTo>
                  <a:lnTo>
                    <a:pt x="384" y="662"/>
                  </a:lnTo>
                  <a:lnTo>
                    <a:pt x="386" y="663"/>
                  </a:lnTo>
                  <a:lnTo>
                    <a:pt x="386" y="665"/>
                  </a:lnTo>
                  <a:lnTo>
                    <a:pt x="388" y="665"/>
                  </a:lnTo>
                  <a:lnTo>
                    <a:pt x="390" y="666"/>
                  </a:lnTo>
                  <a:lnTo>
                    <a:pt x="392" y="667"/>
                  </a:lnTo>
                  <a:lnTo>
                    <a:pt x="392" y="668"/>
                  </a:lnTo>
                  <a:lnTo>
                    <a:pt x="395" y="670"/>
                  </a:lnTo>
                  <a:lnTo>
                    <a:pt x="399" y="670"/>
                  </a:lnTo>
                  <a:lnTo>
                    <a:pt x="400" y="671"/>
                  </a:lnTo>
                  <a:lnTo>
                    <a:pt x="400" y="680"/>
                  </a:lnTo>
                  <a:lnTo>
                    <a:pt x="399" y="683"/>
                  </a:lnTo>
                  <a:lnTo>
                    <a:pt x="395" y="684"/>
                  </a:lnTo>
                  <a:lnTo>
                    <a:pt x="392" y="683"/>
                  </a:lnTo>
                  <a:lnTo>
                    <a:pt x="388" y="682"/>
                  </a:lnTo>
                  <a:lnTo>
                    <a:pt x="387" y="682"/>
                  </a:lnTo>
                  <a:lnTo>
                    <a:pt x="387" y="684"/>
                  </a:lnTo>
                  <a:lnTo>
                    <a:pt x="386" y="687"/>
                  </a:lnTo>
                  <a:lnTo>
                    <a:pt x="383" y="687"/>
                  </a:lnTo>
                  <a:lnTo>
                    <a:pt x="379" y="686"/>
                  </a:lnTo>
                  <a:lnTo>
                    <a:pt x="375" y="686"/>
                  </a:lnTo>
                  <a:lnTo>
                    <a:pt x="374" y="684"/>
                  </a:lnTo>
                  <a:lnTo>
                    <a:pt x="372" y="686"/>
                  </a:lnTo>
                  <a:lnTo>
                    <a:pt x="370" y="684"/>
                  </a:lnTo>
                  <a:lnTo>
                    <a:pt x="369" y="682"/>
                  </a:lnTo>
                  <a:lnTo>
                    <a:pt x="370" y="680"/>
                  </a:lnTo>
                  <a:lnTo>
                    <a:pt x="371" y="679"/>
                  </a:lnTo>
                  <a:lnTo>
                    <a:pt x="369" y="678"/>
                  </a:lnTo>
                  <a:lnTo>
                    <a:pt x="366" y="676"/>
                  </a:lnTo>
                  <a:lnTo>
                    <a:pt x="365" y="679"/>
                  </a:lnTo>
                  <a:lnTo>
                    <a:pt x="362" y="678"/>
                  </a:lnTo>
                  <a:lnTo>
                    <a:pt x="361" y="679"/>
                  </a:lnTo>
                  <a:lnTo>
                    <a:pt x="361" y="682"/>
                  </a:lnTo>
                  <a:lnTo>
                    <a:pt x="357" y="682"/>
                  </a:lnTo>
                  <a:lnTo>
                    <a:pt x="357" y="680"/>
                  </a:lnTo>
                  <a:lnTo>
                    <a:pt x="353" y="678"/>
                  </a:lnTo>
                  <a:lnTo>
                    <a:pt x="350" y="678"/>
                  </a:lnTo>
                  <a:lnTo>
                    <a:pt x="350" y="680"/>
                  </a:lnTo>
                  <a:lnTo>
                    <a:pt x="347" y="678"/>
                  </a:lnTo>
                  <a:lnTo>
                    <a:pt x="346" y="679"/>
                  </a:lnTo>
                  <a:lnTo>
                    <a:pt x="346" y="680"/>
                  </a:lnTo>
                  <a:lnTo>
                    <a:pt x="344" y="682"/>
                  </a:lnTo>
                  <a:lnTo>
                    <a:pt x="344" y="686"/>
                  </a:lnTo>
                  <a:lnTo>
                    <a:pt x="341" y="688"/>
                  </a:lnTo>
                  <a:lnTo>
                    <a:pt x="338" y="687"/>
                  </a:lnTo>
                  <a:lnTo>
                    <a:pt x="337" y="684"/>
                  </a:lnTo>
                  <a:lnTo>
                    <a:pt x="333" y="684"/>
                  </a:lnTo>
                  <a:lnTo>
                    <a:pt x="332" y="682"/>
                  </a:lnTo>
                  <a:lnTo>
                    <a:pt x="329" y="683"/>
                  </a:lnTo>
                  <a:lnTo>
                    <a:pt x="329" y="687"/>
                  </a:lnTo>
                  <a:lnTo>
                    <a:pt x="328" y="688"/>
                  </a:lnTo>
                  <a:lnTo>
                    <a:pt x="326" y="688"/>
                  </a:lnTo>
                  <a:lnTo>
                    <a:pt x="326" y="686"/>
                  </a:lnTo>
                  <a:lnTo>
                    <a:pt x="325" y="684"/>
                  </a:lnTo>
                  <a:lnTo>
                    <a:pt x="322" y="684"/>
                  </a:lnTo>
                  <a:lnTo>
                    <a:pt x="320" y="682"/>
                  </a:lnTo>
                  <a:lnTo>
                    <a:pt x="318" y="679"/>
                  </a:lnTo>
                  <a:lnTo>
                    <a:pt x="316" y="679"/>
                  </a:lnTo>
                  <a:lnTo>
                    <a:pt x="313" y="675"/>
                  </a:lnTo>
                  <a:lnTo>
                    <a:pt x="312" y="675"/>
                  </a:lnTo>
                  <a:lnTo>
                    <a:pt x="311" y="674"/>
                  </a:lnTo>
                  <a:lnTo>
                    <a:pt x="308" y="674"/>
                  </a:lnTo>
                  <a:lnTo>
                    <a:pt x="304" y="675"/>
                  </a:lnTo>
                  <a:lnTo>
                    <a:pt x="301" y="674"/>
                  </a:lnTo>
                  <a:lnTo>
                    <a:pt x="300" y="670"/>
                  </a:lnTo>
                  <a:lnTo>
                    <a:pt x="297" y="670"/>
                  </a:lnTo>
                  <a:lnTo>
                    <a:pt x="296" y="672"/>
                  </a:lnTo>
                  <a:lnTo>
                    <a:pt x="293" y="672"/>
                  </a:lnTo>
                  <a:lnTo>
                    <a:pt x="293" y="674"/>
                  </a:lnTo>
                  <a:lnTo>
                    <a:pt x="291" y="675"/>
                  </a:lnTo>
                  <a:lnTo>
                    <a:pt x="291" y="674"/>
                  </a:lnTo>
                  <a:lnTo>
                    <a:pt x="290" y="674"/>
                  </a:lnTo>
                  <a:lnTo>
                    <a:pt x="290" y="676"/>
                  </a:lnTo>
                  <a:lnTo>
                    <a:pt x="287" y="678"/>
                  </a:lnTo>
                  <a:lnTo>
                    <a:pt x="286" y="676"/>
                  </a:lnTo>
                  <a:lnTo>
                    <a:pt x="287" y="674"/>
                  </a:lnTo>
                  <a:lnTo>
                    <a:pt x="288" y="672"/>
                  </a:lnTo>
                  <a:lnTo>
                    <a:pt x="284" y="671"/>
                  </a:lnTo>
                  <a:lnTo>
                    <a:pt x="282" y="670"/>
                  </a:lnTo>
                  <a:lnTo>
                    <a:pt x="280" y="671"/>
                  </a:lnTo>
                  <a:lnTo>
                    <a:pt x="282" y="672"/>
                  </a:lnTo>
                  <a:lnTo>
                    <a:pt x="282" y="675"/>
                  </a:lnTo>
                  <a:lnTo>
                    <a:pt x="279" y="675"/>
                  </a:lnTo>
                  <a:lnTo>
                    <a:pt x="276" y="676"/>
                  </a:lnTo>
                  <a:lnTo>
                    <a:pt x="275" y="679"/>
                  </a:lnTo>
                  <a:lnTo>
                    <a:pt x="274" y="679"/>
                  </a:lnTo>
                  <a:lnTo>
                    <a:pt x="271" y="682"/>
                  </a:lnTo>
                  <a:lnTo>
                    <a:pt x="270" y="684"/>
                  </a:lnTo>
                  <a:lnTo>
                    <a:pt x="271" y="686"/>
                  </a:lnTo>
                  <a:lnTo>
                    <a:pt x="271" y="690"/>
                  </a:lnTo>
                  <a:lnTo>
                    <a:pt x="267" y="690"/>
                  </a:lnTo>
                  <a:lnTo>
                    <a:pt x="265" y="690"/>
                  </a:lnTo>
                  <a:lnTo>
                    <a:pt x="267" y="699"/>
                  </a:lnTo>
                  <a:lnTo>
                    <a:pt x="266" y="700"/>
                  </a:lnTo>
                  <a:lnTo>
                    <a:pt x="266" y="704"/>
                  </a:lnTo>
                  <a:lnTo>
                    <a:pt x="262" y="704"/>
                  </a:lnTo>
                  <a:lnTo>
                    <a:pt x="258" y="701"/>
                  </a:lnTo>
                  <a:lnTo>
                    <a:pt x="258" y="700"/>
                  </a:lnTo>
                  <a:lnTo>
                    <a:pt x="251" y="693"/>
                  </a:lnTo>
                  <a:lnTo>
                    <a:pt x="250" y="696"/>
                  </a:lnTo>
                  <a:lnTo>
                    <a:pt x="250" y="699"/>
                  </a:lnTo>
                  <a:lnTo>
                    <a:pt x="246" y="703"/>
                  </a:lnTo>
                  <a:lnTo>
                    <a:pt x="245" y="704"/>
                  </a:lnTo>
                  <a:lnTo>
                    <a:pt x="245" y="709"/>
                  </a:lnTo>
                  <a:lnTo>
                    <a:pt x="246" y="712"/>
                  </a:lnTo>
                  <a:lnTo>
                    <a:pt x="246" y="718"/>
                  </a:lnTo>
                  <a:lnTo>
                    <a:pt x="243" y="724"/>
                  </a:lnTo>
                  <a:lnTo>
                    <a:pt x="249" y="725"/>
                  </a:lnTo>
                  <a:lnTo>
                    <a:pt x="250" y="728"/>
                  </a:lnTo>
                  <a:lnTo>
                    <a:pt x="250" y="730"/>
                  </a:lnTo>
                  <a:lnTo>
                    <a:pt x="254" y="733"/>
                  </a:lnTo>
                  <a:lnTo>
                    <a:pt x="255" y="732"/>
                  </a:lnTo>
                  <a:lnTo>
                    <a:pt x="262" y="734"/>
                  </a:lnTo>
                  <a:lnTo>
                    <a:pt x="267" y="738"/>
                  </a:lnTo>
                  <a:lnTo>
                    <a:pt x="272" y="747"/>
                  </a:lnTo>
                  <a:lnTo>
                    <a:pt x="268" y="747"/>
                  </a:lnTo>
                  <a:lnTo>
                    <a:pt x="267" y="749"/>
                  </a:lnTo>
                  <a:lnTo>
                    <a:pt x="272" y="751"/>
                  </a:lnTo>
                  <a:lnTo>
                    <a:pt x="275" y="750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4"/>
                  </a:lnTo>
                  <a:lnTo>
                    <a:pt x="278" y="755"/>
                  </a:lnTo>
                  <a:lnTo>
                    <a:pt x="276" y="755"/>
                  </a:lnTo>
                  <a:lnTo>
                    <a:pt x="276" y="755"/>
                  </a:lnTo>
                  <a:lnTo>
                    <a:pt x="278" y="757"/>
                  </a:lnTo>
                  <a:lnTo>
                    <a:pt x="276" y="758"/>
                  </a:lnTo>
                  <a:lnTo>
                    <a:pt x="276" y="758"/>
                  </a:lnTo>
                  <a:lnTo>
                    <a:pt x="276" y="759"/>
                  </a:lnTo>
                  <a:lnTo>
                    <a:pt x="275" y="759"/>
                  </a:lnTo>
                  <a:lnTo>
                    <a:pt x="274" y="759"/>
                  </a:lnTo>
                  <a:lnTo>
                    <a:pt x="272" y="759"/>
                  </a:lnTo>
                  <a:lnTo>
                    <a:pt x="270" y="759"/>
                  </a:lnTo>
                  <a:lnTo>
                    <a:pt x="274" y="761"/>
                  </a:lnTo>
                  <a:lnTo>
                    <a:pt x="274" y="762"/>
                  </a:lnTo>
                  <a:lnTo>
                    <a:pt x="274" y="763"/>
                  </a:lnTo>
                  <a:lnTo>
                    <a:pt x="272" y="762"/>
                  </a:lnTo>
                  <a:lnTo>
                    <a:pt x="271" y="762"/>
                  </a:lnTo>
                  <a:lnTo>
                    <a:pt x="270" y="762"/>
                  </a:lnTo>
                  <a:lnTo>
                    <a:pt x="268" y="762"/>
                  </a:lnTo>
                  <a:lnTo>
                    <a:pt x="270" y="763"/>
                  </a:lnTo>
                  <a:lnTo>
                    <a:pt x="270" y="763"/>
                  </a:lnTo>
                  <a:lnTo>
                    <a:pt x="268" y="765"/>
                  </a:lnTo>
                  <a:lnTo>
                    <a:pt x="267" y="765"/>
                  </a:lnTo>
                  <a:lnTo>
                    <a:pt x="266" y="766"/>
                  </a:lnTo>
                  <a:lnTo>
                    <a:pt x="265" y="765"/>
                  </a:lnTo>
                  <a:lnTo>
                    <a:pt x="265" y="766"/>
                  </a:lnTo>
                  <a:lnTo>
                    <a:pt x="263" y="767"/>
                  </a:lnTo>
                  <a:lnTo>
                    <a:pt x="262" y="766"/>
                  </a:lnTo>
                  <a:lnTo>
                    <a:pt x="262" y="766"/>
                  </a:lnTo>
                  <a:lnTo>
                    <a:pt x="261" y="767"/>
                  </a:lnTo>
                  <a:lnTo>
                    <a:pt x="261" y="768"/>
                  </a:lnTo>
                  <a:lnTo>
                    <a:pt x="259" y="771"/>
                  </a:lnTo>
                  <a:lnTo>
                    <a:pt x="258" y="772"/>
                  </a:lnTo>
                  <a:lnTo>
                    <a:pt x="258" y="775"/>
                  </a:lnTo>
                  <a:lnTo>
                    <a:pt x="257" y="776"/>
                  </a:lnTo>
                  <a:lnTo>
                    <a:pt x="257" y="780"/>
                  </a:lnTo>
                  <a:lnTo>
                    <a:pt x="255" y="782"/>
                  </a:lnTo>
                  <a:lnTo>
                    <a:pt x="254" y="784"/>
                  </a:lnTo>
                  <a:lnTo>
                    <a:pt x="255" y="788"/>
                  </a:lnTo>
                  <a:lnTo>
                    <a:pt x="258" y="788"/>
                  </a:lnTo>
                  <a:lnTo>
                    <a:pt x="259" y="788"/>
                  </a:lnTo>
                  <a:lnTo>
                    <a:pt x="261" y="790"/>
                  </a:lnTo>
                  <a:lnTo>
                    <a:pt x="263" y="791"/>
                  </a:lnTo>
                  <a:lnTo>
                    <a:pt x="263" y="795"/>
                  </a:lnTo>
                  <a:lnTo>
                    <a:pt x="266" y="796"/>
                  </a:lnTo>
                  <a:lnTo>
                    <a:pt x="267" y="795"/>
                  </a:lnTo>
                  <a:lnTo>
                    <a:pt x="268" y="795"/>
                  </a:lnTo>
                  <a:lnTo>
                    <a:pt x="267" y="797"/>
                  </a:lnTo>
                  <a:lnTo>
                    <a:pt x="267" y="799"/>
                  </a:lnTo>
                  <a:lnTo>
                    <a:pt x="266" y="799"/>
                  </a:lnTo>
                  <a:lnTo>
                    <a:pt x="265" y="800"/>
                  </a:lnTo>
                  <a:lnTo>
                    <a:pt x="267" y="800"/>
                  </a:lnTo>
                  <a:lnTo>
                    <a:pt x="267" y="801"/>
                  </a:lnTo>
                  <a:lnTo>
                    <a:pt x="267" y="804"/>
                  </a:lnTo>
                  <a:lnTo>
                    <a:pt x="268" y="807"/>
                  </a:lnTo>
                  <a:lnTo>
                    <a:pt x="270" y="809"/>
                  </a:lnTo>
                  <a:lnTo>
                    <a:pt x="271" y="812"/>
                  </a:lnTo>
                  <a:lnTo>
                    <a:pt x="275" y="818"/>
                  </a:lnTo>
                  <a:lnTo>
                    <a:pt x="282" y="822"/>
                  </a:lnTo>
                  <a:lnTo>
                    <a:pt x="283" y="824"/>
                  </a:lnTo>
                  <a:lnTo>
                    <a:pt x="283" y="824"/>
                  </a:lnTo>
                  <a:lnTo>
                    <a:pt x="278" y="829"/>
                  </a:lnTo>
                  <a:lnTo>
                    <a:pt x="275" y="830"/>
                  </a:lnTo>
                  <a:lnTo>
                    <a:pt x="274" y="833"/>
                  </a:lnTo>
                  <a:lnTo>
                    <a:pt x="268" y="832"/>
                  </a:lnTo>
                  <a:lnTo>
                    <a:pt x="267" y="829"/>
                  </a:lnTo>
                  <a:lnTo>
                    <a:pt x="262" y="825"/>
                  </a:lnTo>
                  <a:lnTo>
                    <a:pt x="258" y="825"/>
                  </a:lnTo>
                  <a:lnTo>
                    <a:pt x="257" y="829"/>
                  </a:lnTo>
                  <a:lnTo>
                    <a:pt x="259" y="830"/>
                  </a:lnTo>
                  <a:lnTo>
                    <a:pt x="262" y="833"/>
                  </a:lnTo>
                  <a:lnTo>
                    <a:pt x="261" y="837"/>
                  </a:lnTo>
                  <a:lnTo>
                    <a:pt x="257" y="836"/>
                  </a:lnTo>
                  <a:lnTo>
                    <a:pt x="253" y="836"/>
                  </a:lnTo>
                  <a:lnTo>
                    <a:pt x="246" y="832"/>
                  </a:lnTo>
                  <a:lnTo>
                    <a:pt x="241" y="833"/>
                  </a:lnTo>
                  <a:lnTo>
                    <a:pt x="241" y="834"/>
                  </a:lnTo>
                  <a:lnTo>
                    <a:pt x="241" y="834"/>
                  </a:lnTo>
                  <a:lnTo>
                    <a:pt x="233" y="834"/>
                  </a:lnTo>
                  <a:lnTo>
                    <a:pt x="232" y="834"/>
                  </a:lnTo>
                  <a:lnTo>
                    <a:pt x="226" y="836"/>
                  </a:lnTo>
                  <a:lnTo>
                    <a:pt x="222" y="837"/>
                  </a:lnTo>
                  <a:lnTo>
                    <a:pt x="222" y="837"/>
                  </a:lnTo>
                  <a:lnTo>
                    <a:pt x="221" y="836"/>
                  </a:lnTo>
                  <a:lnTo>
                    <a:pt x="216" y="832"/>
                  </a:lnTo>
                  <a:lnTo>
                    <a:pt x="213" y="832"/>
                  </a:lnTo>
                  <a:lnTo>
                    <a:pt x="212" y="833"/>
                  </a:lnTo>
                  <a:lnTo>
                    <a:pt x="211" y="833"/>
                  </a:lnTo>
                  <a:lnTo>
                    <a:pt x="208" y="832"/>
                  </a:lnTo>
                  <a:lnTo>
                    <a:pt x="207" y="833"/>
                  </a:lnTo>
                  <a:lnTo>
                    <a:pt x="205" y="833"/>
                  </a:lnTo>
                  <a:lnTo>
                    <a:pt x="204" y="830"/>
                  </a:lnTo>
                  <a:lnTo>
                    <a:pt x="203" y="830"/>
                  </a:lnTo>
                  <a:lnTo>
                    <a:pt x="203" y="830"/>
                  </a:lnTo>
                  <a:lnTo>
                    <a:pt x="204" y="830"/>
                  </a:lnTo>
                  <a:lnTo>
                    <a:pt x="203" y="828"/>
                  </a:lnTo>
                  <a:lnTo>
                    <a:pt x="204" y="826"/>
                  </a:lnTo>
                  <a:lnTo>
                    <a:pt x="201" y="822"/>
                  </a:lnTo>
                  <a:lnTo>
                    <a:pt x="201" y="817"/>
                  </a:lnTo>
                  <a:lnTo>
                    <a:pt x="200" y="816"/>
                  </a:lnTo>
                  <a:lnTo>
                    <a:pt x="197" y="812"/>
                  </a:lnTo>
                  <a:lnTo>
                    <a:pt x="195" y="812"/>
                  </a:lnTo>
                  <a:lnTo>
                    <a:pt x="193" y="811"/>
                  </a:lnTo>
                  <a:lnTo>
                    <a:pt x="191" y="808"/>
                  </a:lnTo>
                  <a:lnTo>
                    <a:pt x="189" y="808"/>
                  </a:lnTo>
                  <a:lnTo>
                    <a:pt x="188" y="808"/>
                  </a:lnTo>
                  <a:lnTo>
                    <a:pt x="187" y="808"/>
                  </a:lnTo>
                  <a:lnTo>
                    <a:pt x="184" y="804"/>
                  </a:lnTo>
                  <a:lnTo>
                    <a:pt x="183" y="804"/>
                  </a:lnTo>
                  <a:lnTo>
                    <a:pt x="180" y="804"/>
                  </a:lnTo>
                  <a:lnTo>
                    <a:pt x="180" y="803"/>
                  </a:lnTo>
                  <a:lnTo>
                    <a:pt x="178" y="801"/>
                  </a:lnTo>
                  <a:lnTo>
                    <a:pt x="176" y="800"/>
                  </a:lnTo>
                  <a:lnTo>
                    <a:pt x="176" y="799"/>
                  </a:lnTo>
                  <a:lnTo>
                    <a:pt x="174" y="799"/>
                  </a:lnTo>
                  <a:lnTo>
                    <a:pt x="172" y="795"/>
                  </a:lnTo>
                  <a:lnTo>
                    <a:pt x="164" y="790"/>
                  </a:lnTo>
                  <a:lnTo>
                    <a:pt x="162" y="790"/>
                  </a:lnTo>
                  <a:lnTo>
                    <a:pt x="157" y="786"/>
                  </a:lnTo>
                  <a:lnTo>
                    <a:pt x="153" y="787"/>
                  </a:lnTo>
                  <a:lnTo>
                    <a:pt x="150" y="784"/>
                  </a:lnTo>
                  <a:lnTo>
                    <a:pt x="150" y="782"/>
                  </a:lnTo>
                  <a:lnTo>
                    <a:pt x="146" y="779"/>
                  </a:lnTo>
                  <a:lnTo>
                    <a:pt x="145" y="779"/>
                  </a:lnTo>
                  <a:lnTo>
                    <a:pt x="142" y="779"/>
                  </a:lnTo>
                  <a:lnTo>
                    <a:pt x="143" y="778"/>
                  </a:lnTo>
                  <a:lnTo>
                    <a:pt x="146" y="776"/>
                  </a:lnTo>
                  <a:lnTo>
                    <a:pt x="145" y="775"/>
                  </a:lnTo>
                  <a:lnTo>
                    <a:pt x="145" y="774"/>
                  </a:lnTo>
                  <a:lnTo>
                    <a:pt x="147" y="775"/>
                  </a:lnTo>
                  <a:lnTo>
                    <a:pt x="149" y="776"/>
                  </a:lnTo>
                  <a:lnTo>
                    <a:pt x="150" y="776"/>
                  </a:lnTo>
                  <a:lnTo>
                    <a:pt x="153" y="776"/>
                  </a:lnTo>
                  <a:lnTo>
                    <a:pt x="153" y="772"/>
                  </a:lnTo>
                  <a:lnTo>
                    <a:pt x="151" y="772"/>
                  </a:lnTo>
                  <a:lnTo>
                    <a:pt x="151" y="770"/>
                  </a:lnTo>
                  <a:lnTo>
                    <a:pt x="154" y="767"/>
                  </a:lnTo>
                  <a:lnTo>
                    <a:pt x="154" y="766"/>
                  </a:lnTo>
                  <a:lnTo>
                    <a:pt x="155" y="766"/>
                  </a:lnTo>
                  <a:lnTo>
                    <a:pt x="157" y="766"/>
                  </a:lnTo>
                  <a:lnTo>
                    <a:pt x="158" y="765"/>
                  </a:lnTo>
                  <a:lnTo>
                    <a:pt x="159" y="763"/>
                  </a:lnTo>
                  <a:lnTo>
                    <a:pt x="159" y="763"/>
                  </a:lnTo>
                  <a:lnTo>
                    <a:pt x="157" y="762"/>
                  </a:lnTo>
                  <a:lnTo>
                    <a:pt x="157" y="761"/>
                  </a:lnTo>
                  <a:lnTo>
                    <a:pt x="155" y="762"/>
                  </a:lnTo>
                  <a:lnTo>
                    <a:pt x="153" y="761"/>
                  </a:lnTo>
                  <a:lnTo>
                    <a:pt x="151" y="757"/>
                  </a:lnTo>
                  <a:lnTo>
                    <a:pt x="155" y="757"/>
                  </a:lnTo>
                  <a:lnTo>
                    <a:pt x="158" y="757"/>
                  </a:lnTo>
                  <a:lnTo>
                    <a:pt x="160" y="755"/>
                  </a:lnTo>
                  <a:lnTo>
                    <a:pt x="158" y="755"/>
                  </a:lnTo>
                  <a:lnTo>
                    <a:pt x="158" y="754"/>
                  </a:lnTo>
                  <a:lnTo>
                    <a:pt x="159" y="753"/>
                  </a:lnTo>
                  <a:lnTo>
                    <a:pt x="166" y="749"/>
                  </a:lnTo>
                  <a:lnTo>
                    <a:pt x="167" y="747"/>
                  </a:lnTo>
                  <a:lnTo>
                    <a:pt x="166" y="746"/>
                  </a:lnTo>
                  <a:lnTo>
                    <a:pt x="163" y="746"/>
                  </a:lnTo>
                  <a:lnTo>
                    <a:pt x="160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2"/>
                  </a:lnTo>
                  <a:lnTo>
                    <a:pt x="159" y="742"/>
                  </a:lnTo>
                  <a:lnTo>
                    <a:pt x="162" y="737"/>
                  </a:lnTo>
                  <a:lnTo>
                    <a:pt x="167" y="737"/>
                  </a:lnTo>
                  <a:lnTo>
                    <a:pt x="170" y="736"/>
                  </a:lnTo>
                  <a:lnTo>
                    <a:pt x="170" y="733"/>
                  </a:lnTo>
                  <a:lnTo>
                    <a:pt x="171" y="728"/>
                  </a:lnTo>
                  <a:lnTo>
                    <a:pt x="170" y="725"/>
                  </a:lnTo>
                  <a:lnTo>
                    <a:pt x="167" y="722"/>
                  </a:lnTo>
                  <a:lnTo>
                    <a:pt x="167" y="717"/>
                  </a:lnTo>
                  <a:lnTo>
                    <a:pt x="170" y="717"/>
                  </a:lnTo>
                  <a:lnTo>
                    <a:pt x="172" y="715"/>
                  </a:lnTo>
                  <a:lnTo>
                    <a:pt x="172" y="711"/>
                  </a:lnTo>
                  <a:lnTo>
                    <a:pt x="171" y="711"/>
                  </a:lnTo>
                  <a:lnTo>
                    <a:pt x="170" y="708"/>
                  </a:lnTo>
                  <a:lnTo>
                    <a:pt x="167" y="709"/>
                  </a:lnTo>
                  <a:lnTo>
                    <a:pt x="164" y="708"/>
                  </a:lnTo>
                  <a:lnTo>
                    <a:pt x="160" y="707"/>
                  </a:lnTo>
                  <a:lnTo>
                    <a:pt x="158" y="707"/>
                  </a:lnTo>
                  <a:lnTo>
                    <a:pt x="157" y="705"/>
                  </a:lnTo>
                  <a:lnTo>
                    <a:pt x="153" y="705"/>
                  </a:lnTo>
                  <a:lnTo>
                    <a:pt x="149" y="704"/>
                  </a:lnTo>
                  <a:lnTo>
                    <a:pt x="147" y="707"/>
                  </a:lnTo>
                  <a:lnTo>
                    <a:pt x="146" y="704"/>
                  </a:lnTo>
                  <a:lnTo>
                    <a:pt x="142" y="701"/>
                  </a:lnTo>
                  <a:lnTo>
                    <a:pt x="139" y="696"/>
                  </a:lnTo>
                  <a:lnTo>
                    <a:pt x="138" y="696"/>
                  </a:lnTo>
                  <a:lnTo>
                    <a:pt x="134" y="699"/>
                  </a:lnTo>
                  <a:lnTo>
                    <a:pt x="132" y="699"/>
                  </a:lnTo>
                  <a:lnTo>
                    <a:pt x="129" y="699"/>
                  </a:lnTo>
                  <a:lnTo>
                    <a:pt x="125" y="697"/>
                  </a:lnTo>
                  <a:lnTo>
                    <a:pt x="124" y="700"/>
                  </a:lnTo>
                  <a:lnTo>
                    <a:pt x="118" y="695"/>
                  </a:lnTo>
                  <a:lnTo>
                    <a:pt x="117" y="691"/>
                  </a:lnTo>
                  <a:lnTo>
                    <a:pt x="117" y="688"/>
                  </a:lnTo>
                  <a:lnTo>
                    <a:pt x="114" y="687"/>
                  </a:lnTo>
                  <a:lnTo>
                    <a:pt x="114" y="684"/>
                  </a:lnTo>
                  <a:lnTo>
                    <a:pt x="112" y="683"/>
                  </a:lnTo>
                  <a:lnTo>
                    <a:pt x="105" y="684"/>
                  </a:lnTo>
                  <a:lnTo>
                    <a:pt x="101" y="679"/>
                  </a:lnTo>
                  <a:lnTo>
                    <a:pt x="103" y="676"/>
                  </a:lnTo>
                  <a:lnTo>
                    <a:pt x="100" y="675"/>
                  </a:lnTo>
                  <a:lnTo>
                    <a:pt x="99" y="670"/>
                  </a:lnTo>
                  <a:lnTo>
                    <a:pt x="96" y="670"/>
                  </a:lnTo>
                  <a:lnTo>
                    <a:pt x="93" y="671"/>
                  </a:lnTo>
                  <a:lnTo>
                    <a:pt x="87" y="671"/>
                  </a:lnTo>
                  <a:lnTo>
                    <a:pt x="81" y="668"/>
                  </a:lnTo>
                  <a:lnTo>
                    <a:pt x="79" y="671"/>
                  </a:lnTo>
                  <a:lnTo>
                    <a:pt x="80" y="672"/>
                  </a:lnTo>
                  <a:lnTo>
                    <a:pt x="76" y="674"/>
                  </a:lnTo>
                  <a:lnTo>
                    <a:pt x="75" y="674"/>
                  </a:lnTo>
                  <a:lnTo>
                    <a:pt x="75" y="670"/>
                  </a:lnTo>
                  <a:lnTo>
                    <a:pt x="72" y="667"/>
                  </a:lnTo>
                  <a:lnTo>
                    <a:pt x="72" y="663"/>
                  </a:lnTo>
                  <a:lnTo>
                    <a:pt x="70" y="661"/>
                  </a:lnTo>
                  <a:lnTo>
                    <a:pt x="70" y="657"/>
                  </a:lnTo>
                  <a:lnTo>
                    <a:pt x="71" y="655"/>
                  </a:lnTo>
                  <a:lnTo>
                    <a:pt x="74" y="658"/>
                  </a:lnTo>
                  <a:lnTo>
                    <a:pt x="80" y="657"/>
                  </a:lnTo>
                  <a:lnTo>
                    <a:pt x="81" y="653"/>
                  </a:lnTo>
                  <a:lnTo>
                    <a:pt x="83" y="651"/>
                  </a:lnTo>
                  <a:lnTo>
                    <a:pt x="80" y="650"/>
                  </a:lnTo>
                  <a:lnTo>
                    <a:pt x="80" y="647"/>
                  </a:lnTo>
                  <a:lnTo>
                    <a:pt x="76" y="643"/>
                  </a:lnTo>
                  <a:lnTo>
                    <a:pt x="72" y="642"/>
                  </a:lnTo>
                  <a:lnTo>
                    <a:pt x="71" y="638"/>
                  </a:lnTo>
                  <a:lnTo>
                    <a:pt x="68" y="637"/>
                  </a:lnTo>
                  <a:lnTo>
                    <a:pt x="66" y="633"/>
                  </a:lnTo>
                  <a:lnTo>
                    <a:pt x="64" y="629"/>
                  </a:lnTo>
                  <a:lnTo>
                    <a:pt x="62" y="626"/>
                  </a:lnTo>
                  <a:lnTo>
                    <a:pt x="62" y="622"/>
                  </a:lnTo>
                  <a:lnTo>
                    <a:pt x="59" y="620"/>
                  </a:lnTo>
                  <a:lnTo>
                    <a:pt x="60" y="617"/>
                  </a:lnTo>
                  <a:lnTo>
                    <a:pt x="59" y="615"/>
                  </a:lnTo>
                  <a:lnTo>
                    <a:pt x="54" y="613"/>
                  </a:lnTo>
                  <a:lnTo>
                    <a:pt x="53" y="613"/>
                  </a:lnTo>
                  <a:lnTo>
                    <a:pt x="51" y="611"/>
                  </a:lnTo>
                  <a:lnTo>
                    <a:pt x="47" y="612"/>
                  </a:lnTo>
                  <a:lnTo>
                    <a:pt x="45" y="615"/>
                  </a:lnTo>
                  <a:lnTo>
                    <a:pt x="42" y="611"/>
                  </a:lnTo>
                  <a:lnTo>
                    <a:pt x="39" y="611"/>
                  </a:lnTo>
                  <a:lnTo>
                    <a:pt x="37" y="612"/>
                  </a:lnTo>
                  <a:lnTo>
                    <a:pt x="34" y="608"/>
                  </a:lnTo>
                  <a:lnTo>
                    <a:pt x="31" y="609"/>
                  </a:lnTo>
                  <a:lnTo>
                    <a:pt x="30" y="608"/>
                  </a:lnTo>
                  <a:lnTo>
                    <a:pt x="29" y="608"/>
                  </a:lnTo>
                  <a:lnTo>
                    <a:pt x="29" y="605"/>
                  </a:lnTo>
                  <a:lnTo>
                    <a:pt x="26" y="603"/>
                  </a:lnTo>
                  <a:lnTo>
                    <a:pt x="26" y="599"/>
                  </a:lnTo>
                  <a:lnTo>
                    <a:pt x="25" y="599"/>
                  </a:lnTo>
                  <a:lnTo>
                    <a:pt x="24" y="595"/>
                  </a:lnTo>
                  <a:lnTo>
                    <a:pt x="24" y="593"/>
                  </a:lnTo>
                  <a:lnTo>
                    <a:pt x="24" y="592"/>
                  </a:lnTo>
                  <a:lnTo>
                    <a:pt x="22" y="591"/>
                  </a:lnTo>
                  <a:lnTo>
                    <a:pt x="22" y="590"/>
                  </a:lnTo>
                  <a:lnTo>
                    <a:pt x="22" y="588"/>
                  </a:lnTo>
                  <a:lnTo>
                    <a:pt x="20" y="587"/>
                  </a:lnTo>
                  <a:lnTo>
                    <a:pt x="21" y="584"/>
                  </a:lnTo>
                  <a:lnTo>
                    <a:pt x="21" y="583"/>
                  </a:lnTo>
                  <a:lnTo>
                    <a:pt x="24" y="580"/>
                  </a:lnTo>
                  <a:lnTo>
                    <a:pt x="24" y="579"/>
                  </a:lnTo>
                  <a:lnTo>
                    <a:pt x="17" y="568"/>
                  </a:lnTo>
                  <a:lnTo>
                    <a:pt x="18" y="559"/>
                  </a:lnTo>
                  <a:lnTo>
                    <a:pt x="20" y="559"/>
                  </a:lnTo>
                  <a:lnTo>
                    <a:pt x="21" y="555"/>
                  </a:lnTo>
                  <a:lnTo>
                    <a:pt x="22" y="553"/>
                  </a:lnTo>
                  <a:lnTo>
                    <a:pt x="22" y="553"/>
                  </a:lnTo>
                  <a:lnTo>
                    <a:pt x="22" y="551"/>
                  </a:lnTo>
                  <a:lnTo>
                    <a:pt x="21" y="550"/>
                  </a:lnTo>
                  <a:lnTo>
                    <a:pt x="21" y="550"/>
                  </a:lnTo>
                  <a:lnTo>
                    <a:pt x="22" y="547"/>
                  </a:lnTo>
                  <a:lnTo>
                    <a:pt x="21" y="545"/>
                  </a:lnTo>
                  <a:lnTo>
                    <a:pt x="21" y="543"/>
                  </a:lnTo>
                  <a:lnTo>
                    <a:pt x="22" y="543"/>
                  </a:lnTo>
                  <a:lnTo>
                    <a:pt x="24" y="546"/>
                  </a:lnTo>
                  <a:lnTo>
                    <a:pt x="25" y="545"/>
                  </a:lnTo>
                  <a:lnTo>
                    <a:pt x="25" y="542"/>
                  </a:lnTo>
                  <a:lnTo>
                    <a:pt x="26" y="542"/>
                  </a:lnTo>
                  <a:lnTo>
                    <a:pt x="29" y="543"/>
                  </a:lnTo>
                  <a:lnTo>
                    <a:pt x="31" y="541"/>
                  </a:lnTo>
                  <a:lnTo>
                    <a:pt x="33" y="538"/>
                  </a:lnTo>
                  <a:lnTo>
                    <a:pt x="34" y="538"/>
                  </a:lnTo>
                  <a:lnTo>
                    <a:pt x="37" y="540"/>
                  </a:lnTo>
                  <a:lnTo>
                    <a:pt x="39" y="538"/>
                  </a:lnTo>
                  <a:lnTo>
                    <a:pt x="37" y="534"/>
                  </a:lnTo>
                  <a:lnTo>
                    <a:pt x="35" y="534"/>
                  </a:lnTo>
                  <a:lnTo>
                    <a:pt x="34" y="536"/>
                  </a:lnTo>
                  <a:lnTo>
                    <a:pt x="31" y="536"/>
                  </a:lnTo>
                  <a:lnTo>
                    <a:pt x="30" y="533"/>
                  </a:lnTo>
                  <a:lnTo>
                    <a:pt x="26" y="533"/>
                  </a:lnTo>
                  <a:lnTo>
                    <a:pt x="24" y="529"/>
                  </a:lnTo>
                  <a:lnTo>
                    <a:pt x="25" y="528"/>
                  </a:lnTo>
                  <a:lnTo>
                    <a:pt x="27" y="530"/>
                  </a:lnTo>
                  <a:lnTo>
                    <a:pt x="27" y="528"/>
                  </a:lnTo>
                  <a:lnTo>
                    <a:pt x="26" y="526"/>
                  </a:lnTo>
                  <a:lnTo>
                    <a:pt x="27" y="525"/>
                  </a:lnTo>
                  <a:lnTo>
                    <a:pt x="25" y="525"/>
                  </a:lnTo>
                  <a:lnTo>
                    <a:pt x="25" y="526"/>
                  </a:lnTo>
                  <a:lnTo>
                    <a:pt x="24" y="526"/>
                  </a:lnTo>
                  <a:lnTo>
                    <a:pt x="22" y="528"/>
                  </a:lnTo>
                  <a:lnTo>
                    <a:pt x="22" y="528"/>
                  </a:lnTo>
                  <a:lnTo>
                    <a:pt x="21" y="528"/>
                  </a:lnTo>
                  <a:lnTo>
                    <a:pt x="21" y="528"/>
                  </a:lnTo>
                  <a:lnTo>
                    <a:pt x="21" y="525"/>
                  </a:lnTo>
                  <a:lnTo>
                    <a:pt x="26" y="520"/>
                  </a:lnTo>
                  <a:lnTo>
                    <a:pt x="29" y="518"/>
                  </a:lnTo>
                  <a:lnTo>
                    <a:pt x="33" y="513"/>
                  </a:lnTo>
                  <a:lnTo>
                    <a:pt x="35" y="508"/>
                  </a:lnTo>
                  <a:lnTo>
                    <a:pt x="38" y="501"/>
                  </a:lnTo>
                  <a:lnTo>
                    <a:pt x="43" y="493"/>
                  </a:lnTo>
                  <a:lnTo>
                    <a:pt x="46" y="486"/>
                  </a:lnTo>
                  <a:lnTo>
                    <a:pt x="46" y="482"/>
                  </a:lnTo>
                  <a:lnTo>
                    <a:pt x="41" y="476"/>
                  </a:lnTo>
                  <a:lnTo>
                    <a:pt x="38" y="475"/>
                  </a:lnTo>
                  <a:lnTo>
                    <a:pt x="31" y="467"/>
                  </a:lnTo>
                  <a:lnTo>
                    <a:pt x="33" y="463"/>
                  </a:lnTo>
                  <a:lnTo>
                    <a:pt x="35" y="461"/>
                  </a:lnTo>
                  <a:lnTo>
                    <a:pt x="35" y="457"/>
                  </a:lnTo>
                  <a:lnTo>
                    <a:pt x="31" y="454"/>
                  </a:lnTo>
                  <a:lnTo>
                    <a:pt x="30" y="451"/>
                  </a:lnTo>
                  <a:lnTo>
                    <a:pt x="30" y="447"/>
                  </a:lnTo>
                  <a:lnTo>
                    <a:pt x="30" y="446"/>
                  </a:lnTo>
                  <a:lnTo>
                    <a:pt x="30" y="445"/>
                  </a:lnTo>
                  <a:lnTo>
                    <a:pt x="26" y="443"/>
                  </a:lnTo>
                  <a:lnTo>
                    <a:pt x="25" y="442"/>
                  </a:lnTo>
                  <a:lnTo>
                    <a:pt x="25" y="438"/>
                  </a:lnTo>
                  <a:lnTo>
                    <a:pt x="27" y="436"/>
                  </a:lnTo>
                  <a:lnTo>
                    <a:pt x="25" y="436"/>
                  </a:lnTo>
                  <a:lnTo>
                    <a:pt x="25" y="433"/>
                  </a:lnTo>
                  <a:lnTo>
                    <a:pt x="25" y="425"/>
                  </a:lnTo>
                  <a:lnTo>
                    <a:pt x="27" y="425"/>
                  </a:lnTo>
                  <a:lnTo>
                    <a:pt x="22" y="412"/>
                  </a:lnTo>
                  <a:lnTo>
                    <a:pt x="17" y="404"/>
                  </a:lnTo>
                  <a:lnTo>
                    <a:pt x="16" y="400"/>
                  </a:lnTo>
                  <a:lnTo>
                    <a:pt x="13" y="397"/>
                  </a:lnTo>
                  <a:lnTo>
                    <a:pt x="16" y="392"/>
                  </a:lnTo>
                  <a:lnTo>
                    <a:pt x="17" y="388"/>
                  </a:lnTo>
                  <a:lnTo>
                    <a:pt x="18" y="384"/>
                  </a:lnTo>
                  <a:lnTo>
                    <a:pt x="17" y="383"/>
                  </a:lnTo>
                  <a:lnTo>
                    <a:pt x="12" y="379"/>
                  </a:lnTo>
                  <a:lnTo>
                    <a:pt x="10" y="378"/>
                  </a:lnTo>
                  <a:lnTo>
                    <a:pt x="9" y="375"/>
                  </a:lnTo>
                  <a:lnTo>
                    <a:pt x="6" y="372"/>
                  </a:lnTo>
                  <a:lnTo>
                    <a:pt x="4" y="372"/>
                  </a:lnTo>
                  <a:lnTo>
                    <a:pt x="2" y="367"/>
                  </a:lnTo>
                  <a:lnTo>
                    <a:pt x="1" y="365"/>
                  </a:lnTo>
                  <a:lnTo>
                    <a:pt x="1" y="361"/>
                  </a:lnTo>
                  <a:lnTo>
                    <a:pt x="2" y="358"/>
                  </a:lnTo>
                  <a:lnTo>
                    <a:pt x="0" y="358"/>
                  </a:lnTo>
                  <a:lnTo>
                    <a:pt x="2" y="357"/>
                  </a:lnTo>
                  <a:lnTo>
                    <a:pt x="5" y="355"/>
                  </a:lnTo>
                  <a:lnTo>
                    <a:pt x="5" y="355"/>
                  </a:lnTo>
                  <a:lnTo>
                    <a:pt x="6" y="354"/>
                  </a:lnTo>
                  <a:lnTo>
                    <a:pt x="6" y="350"/>
                  </a:lnTo>
                  <a:lnTo>
                    <a:pt x="9" y="347"/>
                  </a:lnTo>
                  <a:lnTo>
                    <a:pt x="13" y="347"/>
                  </a:lnTo>
                  <a:lnTo>
                    <a:pt x="14" y="345"/>
                  </a:lnTo>
                  <a:lnTo>
                    <a:pt x="14" y="341"/>
                  </a:lnTo>
                  <a:lnTo>
                    <a:pt x="16" y="341"/>
                  </a:lnTo>
                  <a:lnTo>
                    <a:pt x="18" y="342"/>
                  </a:lnTo>
                  <a:lnTo>
                    <a:pt x="20" y="340"/>
                  </a:lnTo>
                  <a:lnTo>
                    <a:pt x="20" y="337"/>
                  </a:lnTo>
                  <a:lnTo>
                    <a:pt x="20" y="337"/>
                  </a:lnTo>
                  <a:lnTo>
                    <a:pt x="22" y="338"/>
                  </a:lnTo>
                  <a:lnTo>
                    <a:pt x="24" y="338"/>
                  </a:lnTo>
                  <a:lnTo>
                    <a:pt x="24" y="341"/>
                  </a:lnTo>
                  <a:lnTo>
                    <a:pt x="25" y="342"/>
                  </a:lnTo>
                  <a:lnTo>
                    <a:pt x="25" y="340"/>
                  </a:lnTo>
                  <a:lnTo>
                    <a:pt x="26" y="338"/>
                  </a:lnTo>
                  <a:lnTo>
                    <a:pt x="27" y="338"/>
                  </a:lnTo>
                  <a:lnTo>
                    <a:pt x="29" y="338"/>
                  </a:lnTo>
                  <a:lnTo>
                    <a:pt x="26" y="336"/>
                  </a:lnTo>
                  <a:lnTo>
                    <a:pt x="26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4"/>
                  </a:lnTo>
                  <a:lnTo>
                    <a:pt x="29" y="334"/>
                  </a:lnTo>
                  <a:lnTo>
                    <a:pt x="27" y="333"/>
                  </a:lnTo>
                  <a:lnTo>
                    <a:pt x="27" y="332"/>
                  </a:lnTo>
                  <a:lnTo>
                    <a:pt x="30" y="332"/>
                  </a:lnTo>
                  <a:lnTo>
                    <a:pt x="33" y="333"/>
                  </a:lnTo>
                  <a:lnTo>
                    <a:pt x="34" y="336"/>
                  </a:lnTo>
                  <a:lnTo>
                    <a:pt x="35" y="336"/>
                  </a:lnTo>
                  <a:lnTo>
                    <a:pt x="37" y="336"/>
                  </a:lnTo>
                  <a:lnTo>
                    <a:pt x="38" y="336"/>
                  </a:lnTo>
                  <a:lnTo>
                    <a:pt x="38" y="337"/>
                  </a:lnTo>
                  <a:lnTo>
                    <a:pt x="39" y="338"/>
                  </a:lnTo>
                  <a:lnTo>
                    <a:pt x="41" y="340"/>
                  </a:lnTo>
                  <a:lnTo>
                    <a:pt x="38" y="341"/>
                  </a:lnTo>
                  <a:lnTo>
                    <a:pt x="37" y="340"/>
                  </a:lnTo>
                  <a:lnTo>
                    <a:pt x="34" y="341"/>
                  </a:lnTo>
                  <a:lnTo>
                    <a:pt x="31" y="338"/>
                  </a:lnTo>
                  <a:lnTo>
                    <a:pt x="31" y="337"/>
                  </a:lnTo>
                  <a:lnTo>
                    <a:pt x="30" y="338"/>
                  </a:lnTo>
                  <a:lnTo>
                    <a:pt x="30" y="341"/>
                  </a:lnTo>
                  <a:lnTo>
                    <a:pt x="31" y="343"/>
                  </a:lnTo>
                  <a:lnTo>
                    <a:pt x="33" y="342"/>
                  </a:lnTo>
                  <a:lnTo>
                    <a:pt x="34" y="342"/>
                  </a:lnTo>
                  <a:lnTo>
                    <a:pt x="34" y="345"/>
                  </a:lnTo>
                  <a:lnTo>
                    <a:pt x="35" y="343"/>
                  </a:lnTo>
                  <a:lnTo>
                    <a:pt x="38" y="343"/>
                  </a:lnTo>
                  <a:lnTo>
                    <a:pt x="38" y="345"/>
                  </a:lnTo>
                  <a:lnTo>
                    <a:pt x="39" y="345"/>
                  </a:lnTo>
                  <a:lnTo>
                    <a:pt x="39" y="343"/>
                  </a:lnTo>
                  <a:lnTo>
                    <a:pt x="41" y="345"/>
                  </a:lnTo>
                  <a:lnTo>
                    <a:pt x="41" y="345"/>
                  </a:lnTo>
                  <a:lnTo>
                    <a:pt x="41" y="346"/>
                  </a:lnTo>
                  <a:lnTo>
                    <a:pt x="42" y="345"/>
                  </a:lnTo>
                  <a:lnTo>
                    <a:pt x="43" y="343"/>
                  </a:lnTo>
                  <a:lnTo>
                    <a:pt x="45" y="343"/>
                  </a:lnTo>
                  <a:lnTo>
                    <a:pt x="43" y="345"/>
                  </a:lnTo>
                  <a:lnTo>
                    <a:pt x="43" y="346"/>
                  </a:lnTo>
                  <a:lnTo>
                    <a:pt x="45" y="346"/>
                  </a:lnTo>
                  <a:lnTo>
                    <a:pt x="46" y="347"/>
                  </a:lnTo>
                  <a:lnTo>
                    <a:pt x="45" y="347"/>
                  </a:lnTo>
                  <a:lnTo>
                    <a:pt x="43" y="350"/>
                  </a:lnTo>
                  <a:lnTo>
                    <a:pt x="46" y="350"/>
                  </a:lnTo>
                  <a:lnTo>
                    <a:pt x="47" y="347"/>
                  </a:lnTo>
                  <a:lnTo>
                    <a:pt x="46" y="345"/>
                  </a:lnTo>
                  <a:lnTo>
                    <a:pt x="47" y="345"/>
                  </a:lnTo>
                  <a:lnTo>
                    <a:pt x="50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0" y="342"/>
                  </a:lnTo>
                  <a:lnTo>
                    <a:pt x="50" y="342"/>
                  </a:lnTo>
                  <a:lnTo>
                    <a:pt x="53" y="343"/>
                  </a:lnTo>
                  <a:lnTo>
                    <a:pt x="54" y="345"/>
                  </a:lnTo>
                  <a:lnTo>
                    <a:pt x="58" y="345"/>
                  </a:lnTo>
                  <a:lnTo>
                    <a:pt x="60" y="346"/>
                  </a:lnTo>
                  <a:lnTo>
                    <a:pt x="62" y="345"/>
                  </a:lnTo>
                  <a:lnTo>
                    <a:pt x="62" y="343"/>
                  </a:lnTo>
                  <a:lnTo>
                    <a:pt x="64" y="345"/>
                  </a:lnTo>
                  <a:lnTo>
                    <a:pt x="67" y="346"/>
                  </a:lnTo>
                  <a:lnTo>
                    <a:pt x="67" y="345"/>
                  </a:lnTo>
                  <a:lnTo>
                    <a:pt x="70" y="346"/>
                  </a:lnTo>
                  <a:lnTo>
                    <a:pt x="81" y="353"/>
                  </a:lnTo>
                  <a:lnTo>
                    <a:pt x="91" y="358"/>
                  </a:lnTo>
                  <a:lnTo>
                    <a:pt x="92" y="361"/>
                  </a:lnTo>
                  <a:lnTo>
                    <a:pt x="95" y="361"/>
                  </a:lnTo>
                  <a:lnTo>
                    <a:pt x="97" y="365"/>
                  </a:lnTo>
                  <a:lnTo>
                    <a:pt x="99" y="366"/>
                  </a:lnTo>
                  <a:lnTo>
                    <a:pt x="99" y="365"/>
                  </a:lnTo>
                  <a:lnTo>
                    <a:pt x="99" y="363"/>
                  </a:lnTo>
                  <a:lnTo>
                    <a:pt x="100" y="363"/>
                  </a:lnTo>
                  <a:lnTo>
                    <a:pt x="103" y="366"/>
                  </a:lnTo>
                  <a:lnTo>
                    <a:pt x="105" y="366"/>
                  </a:lnTo>
                  <a:lnTo>
                    <a:pt x="108" y="368"/>
                  </a:lnTo>
                  <a:lnTo>
                    <a:pt x="109" y="368"/>
                  </a:lnTo>
                  <a:lnTo>
                    <a:pt x="108" y="366"/>
                  </a:lnTo>
                  <a:lnTo>
                    <a:pt x="106" y="365"/>
                  </a:lnTo>
                  <a:lnTo>
                    <a:pt x="108" y="365"/>
                  </a:lnTo>
                  <a:lnTo>
                    <a:pt x="110" y="367"/>
                  </a:lnTo>
                  <a:lnTo>
                    <a:pt x="110" y="370"/>
                  </a:lnTo>
                  <a:lnTo>
                    <a:pt x="116" y="372"/>
                  </a:lnTo>
                  <a:lnTo>
                    <a:pt x="116" y="374"/>
                  </a:lnTo>
                  <a:lnTo>
                    <a:pt x="118" y="375"/>
                  </a:lnTo>
                  <a:lnTo>
                    <a:pt x="118" y="374"/>
                  </a:lnTo>
                  <a:lnTo>
                    <a:pt x="121" y="375"/>
                  </a:lnTo>
                  <a:lnTo>
                    <a:pt x="122" y="378"/>
                  </a:lnTo>
                  <a:lnTo>
                    <a:pt x="124" y="380"/>
                  </a:lnTo>
                  <a:lnTo>
                    <a:pt x="125" y="382"/>
                  </a:lnTo>
                  <a:lnTo>
                    <a:pt x="128" y="384"/>
                  </a:lnTo>
                  <a:lnTo>
                    <a:pt x="128" y="384"/>
                  </a:lnTo>
                  <a:lnTo>
                    <a:pt x="129" y="384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9" y="393"/>
                  </a:lnTo>
                  <a:lnTo>
                    <a:pt x="128" y="396"/>
                  </a:lnTo>
                  <a:lnTo>
                    <a:pt x="128" y="397"/>
                  </a:lnTo>
                  <a:lnTo>
                    <a:pt x="125" y="400"/>
                  </a:lnTo>
                  <a:lnTo>
                    <a:pt x="125" y="403"/>
                  </a:lnTo>
                  <a:lnTo>
                    <a:pt x="120" y="408"/>
                  </a:lnTo>
                  <a:lnTo>
                    <a:pt x="117" y="411"/>
                  </a:lnTo>
                  <a:lnTo>
                    <a:pt x="113" y="411"/>
                  </a:lnTo>
                  <a:lnTo>
                    <a:pt x="112" y="412"/>
                  </a:lnTo>
                  <a:lnTo>
                    <a:pt x="108" y="412"/>
                  </a:lnTo>
                  <a:lnTo>
                    <a:pt x="106" y="413"/>
                  </a:lnTo>
                  <a:lnTo>
                    <a:pt x="101" y="413"/>
                  </a:lnTo>
                  <a:lnTo>
                    <a:pt x="95" y="413"/>
                  </a:lnTo>
                  <a:lnTo>
                    <a:pt x="91" y="412"/>
                  </a:lnTo>
                  <a:lnTo>
                    <a:pt x="88" y="411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1" y="411"/>
                  </a:lnTo>
                  <a:lnTo>
                    <a:pt x="80" y="409"/>
                  </a:lnTo>
                  <a:lnTo>
                    <a:pt x="79" y="409"/>
                  </a:lnTo>
                  <a:lnTo>
                    <a:pt x="78" y="411"/>
                  </a:lnTo>
                  <a:lnTo>
                    <a:pt x="74" y="408"/>
                  </a:lnTo>
                  <a:lnTo>
                    <a:pt x="74" y="405"/>
                  </a:lnTo>
                  <a:lnTo>
                    <a:pt x="72" y="407"/>
                  </a:lnTo>
                  <a:lnTo>
                    <a:pt x="70" y="407"/>
                  </a:lnTo>
                  <a:lnTo>
                    <a:pt x="71" y="405"/>
                  </a:lnTo>
                  <a:lnTo>
                    <a:pt x="67" y="405"/>
                  </a:lnTo>
                  <a:lnTo>
                    <a:pt x="66" y="407"/>
                  </a:lnTo>
                  <a:lnTo>
                    <a:pt x="63" y="407"/>
                  </a:lnTo>
                  <a:lnTo>
                    <a:pt x="63" y="405"/>
                  </a:lnTo>
                  <a:lnTo>
                    <a:pt x="63" y="404"/>
                  </a:lnTo>
                  <a:lnTo>
                    <a:pt x="64" y="404"/>
                  </a:lnTo>
                  <a:lnTo>
                    <a:pt x="63" y="401"/>
                  </a:lnTo>
                  <a:lnTo>
                    <a:pt x="62" y="403"/>
                  </a:lnTo>
                  <a:lnTo>
                    <a:pt x="58" y="403"/>
                  </a:lnTo>
                  <a:lnTo>
                    <a:pt x="56" y="401"/>
                  </a:lnTo>
                  <a:lnTo>
                    <a:pt x="55" y="401"/>
                  </a:lnTo>
                  <a:lnTo>
                    <a:pt x="54" y="401"/>
                  </a:lnTo>
                  <a:lnTo>
                    <a:pt x="49" y="397"/>
                  </a:lnTo>
                  <a:lnTo>
                    <a:pt x="49" y="395"/>
                  </a:lnTo>
                  <a:lnTo>
                    <a:pt x="45" y="395"/>
                  </a:lnTo>
                  <a:lnTo>
                    <a:pt x="45" y="395"/>
                  </a:lnTo>
                  <a:lnTo>
                    <a:pt x="42" y="395"/>
                  </a:lnTo>
                  <a:lnTo>
                    <a:pt x="42" y="395"/>
                  </a:lnTo>
                  <a:lnTo>
                    <a:pt x="45" y="396"/>
                  </a:lnTo>
                  <a:lnTo>
                    <a:pt x="45" y="400"/>
                  </a:lnTo>
                  <a:lnTo>
                    <a:pt x="47" y="401"/>
                  </a:lnTo>
                  <a:lnTo>
                    <a:pt x="49" y="404"/>
                  </a:lnTo>
                  <a:lnTo>
                    <a:pt x="53" y="404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49" y="408"/>
                  </a:lnTo>
                  <a:lnTo>
                    <a:pt x="50" y="408"/>
                  </a:lnTo>
                  <a:lnTo>
                    <a:pt x="54" y="408"/>
                  </a:lnTo>
                  <a:lnTo>
                    <a:pt x="55" y="407"/>
                  </a:lnTo>
                  <a:lnTo>
                    <a:pt x="56" y="408"/>
                  </a:lnTo>
                  <a:lnTo>
                    <a:pt x="55" y="408"/>
                  </a:lnTo>
                  <a:lnTo>
                    <a:pt x="55" y="409"/>
                  </a:lnTo>
                  <a:lnTo>
                    <a:pt x="58" y="409"/>
                  </a:lnTo>
                  <a:lnTo>
                    <a:pt x="56" y="411"/>
                  </a:lnTo>
                  <a:lnTo>
                    <a:pt x="55" y="412"/>
                  </a:lnTo>
                  <a:lnTo>
                    <a:pt x="54" y="413"/>
                  </a:lnTo>
                  <a:lnTo>
                    <a:pt x="56" y="413"/>
                  </a:lnTo>
                  <a:lnTo>
                    <a:pt x="58" y="412"/>
                  </a:lnTo>
                  <a:lnTo>
                    <a:pt x="59" y="412"/>
                  </a:lnTo>
                  <a:lnTo>
                    <a:pt x="60" y="413"/>
                  </a:lnTo>
                  <a:lnTo>
                    <a:pt x="62" y="413"/>
                  </a:lnTo>
                  <a:lnTo>
                    <a:pt x="67" y="415"/>
                  </a:lnTo>
                  <a:lnTo>
                    <a:pt x="70" y="418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0" y="422"/>
                  </a:lnTo>
                  <a:lnTo>
                    <a:pt x="71" y="422"/>
                  </a:lnTo>
                  <a:lnTo>
                    <a:pt x="71" y="425"/>
                  </a:lnTo>
                  <a:lnTo>
                    <a:pt x="71" y="428"/>
                  </a:lnTo>
                  <a:lnTo>
                    <a:pt x="70" y="429"/>
                  </a:lnTo>
                  <a:lnTo>
                    <a:pt x="68" y="430"/>
                  </a:lnTo>
                  <a:lnTo>
                    <a:pt x="71" y="432"/>
                  </a:lnTo>
                  <a:lnTo>
                    <a:pt x="71" y="434"/>
                  </a:lnTo>
                  <a:lnTo>
                    <a:pt x="74" y="437"/>
                  </a:lnTo>
                  <a:lnTo>
                    <a:pt x="74" y="440"/>
                  </a:lnTo>
                  <a:lnTo>
                    <a:pt x="76" y="441"/>
                  </a:lnTo>
                  <a:lnTo>
                    <a:pt x="76" y="443"/>
                  </a:lnTo>
                  <a:lnTo>
                    <a:pt x="76" y="446"/>
                  </a:lnTo>
                  <a:lnTo>
                    <a:pt x="76" y="447"/>
                  </a:lnTo>
                  <a:lnTo>
                    <a:pt x="76" y="449"/>
                  </a:lnTo>
                  <a:lnTo>
                    <a:pt x="78" y="451"/>
                  </a:lnTo>
                  <a:lnTo>
                    <a:pt x="83" y="453"/>
                  </a:lnTo>
                  <a:lnTo>
                    <a:pt x="84" y="451"/>
                  </a:lnTo>
                  <a:lnTo>
                    <a:pt x="85" y="451"/>
                  </a:lnTo>
                  <a:lnTo>
                    <a:pt x="87" y="453"/>
                  </a:lnTo>
                  <a:lnTo>
                    <a:pt x="89" y="454"/>
                  </a:lnTo>
                  <a:lnTo>
                    <a:pt x="89" y="458"/>
                  </a:lnTo>
                  <a:lnTo>
                    <a:pt x="91" y="458"/>
                  </a:lnTo>
                  <a:lnTo>
                    <a:pt x="95" y="458"/>
                  </a:lnTo>
                  <a:lnTo>
                    <a:pt x="96" y="459"/>
                  </a:lnTo>
                  <a:lnTo>
                    <a:pt x="100" y="459"/>
                  </a:lnTo>
                  <a:lnTo>
                    <a:pt x="101" y="462"/>
                  </a:lnTo>
                  <a:lnTo>
                    <a:pt x="103" y="462"/>
                  </a:lnTo>
                  <a:lnTo>
                    <a:pt x="105" y="459"/>
                  </a:lnTo>
                  <a:lnTo>
                    <a:pt x="108" y="459"/>
                  </a:lnTo>
                  <a:lnTo>
                    <a:pt x="109" y="458"/>
                  </a:lnTo>
                  <a:lnTo>
                    <a:pt x="109" y="454"/>
                  </a:lnTo>
                  <a:lnTo>
                    <a:pt x="106" y="453"/>
                  </a:lnTo>
                  <a:lnTo>
                    <a:pt x="108" y="451"/>
                  </a:lnTo>
                  <a:lnTo>
                    <a:pt x="108" y="451"/>
                  </a:lnTo>
                  <a:lnTo>
                    <a:pt x="105" y="450"/>
                  </a:lnTo>
                  <a:lnTo>
                    <a:pt x="105" y="447"/>
                  </a:lnTo>
                  <a:lnTo>
                    <a:pt x="103" y="449"/>
                  </a:lnTo>
                  <a:lnTo>
                    <a:pt x="101" y="449"/>
                  </a:lnTo>
                  <a:lnTo>
                    <a:pt x="100" y="450"/>
                  </a:lnTo>
                  <a:lnTo>
                    <a:pt x="96" y="449"/>
                  </a:lnTo>
                  <a:lnTo>
                    <a:pt x="95" y="446"/>
                  </a:lnTo>
                  <a:lnTo>
                    <a:pt x="91" y="445"/>
                  </a:lnTo>
                  <a:lnTo>
                    <a:pt x="91" y="442"/>
                  </a:lnTo>
                  <a:lnTo>
                    <a:pt x="89" y="438"/>
                  </a:lnTo>
                  <a:lnTo>
                    <a:pt x="91" y="438"/>
                  </a:lnTo>
                  <a:lnTo>
                    <a:pt x="93" y="437"/>
                  </a:lnTo>
                  <a:lnTo>
                    <a:pt x="92" y="436"/>
                  </a:lnTo>
                  <a:lnTo>
                    <a:pt x="92" y="434"/>
                  </a:lnTo>
                  <a:lnTo>
                    <a:pt x="92" y="433"/>
                  </a:lnTo>
                  <a:lnTo>
                    <a:pt x="92" y="432"/>
                  </a:lnTo>
                  <a:lnTo>
                    <a:pt x="95" y="432"/>
                  </a:lnTo>
                  <a:lnTo>
                    <a:pt x="97" y="433"/>
                  </a:lnTo>
                  <a:lnTo>
                    <a:pt x="101" y="434"/>
                  </a:lnTo>
                  <a:lnTo>
                    <a:pt x="103" y="437"/>
                  </a:lnTo>
                  <a:lnTo>
                    <a:pt x="105" y="438"/>
                  </a:lnTo>
                  <a:lnTo>
                    <a:pt x="109" y="438"/>
                  </a:lnTo>
                  <a:lnTo>
                    <a:pt x="109" y="440"/>
                  </a:lnTo>
                  <a:lnTo>
                    <a:pt x="112" y="441"/>
                  </a:lnTo>
                  <a:lnTo>
                    <a:pt x="120" y="443"/>
                  </a:lnTo>
                  <a:lnTo>
                    <a:pt x="122" y="447"/>
                  </a:lnTo>
                  <a:lnTo>
                    <a:pt x="124" y="445"/>
                  </a:lnTo>
                  <a:lnTo>
                    <a:pt x="126" y="443"/>
                  </a:lnTo>
                  <a:lnTo>
                    <a:pt x="126" y="441"/>
                  </a:lnTo>
                  <a:lnTo>
                    <a:pt x="128" y="441"/>
                  </a:lnTo>
                  <a:lnTo>
                    <a:pt x="130" y="438"/>
                  </a:lnTo>
                  <a:lnTo>
                    <a:pt x="126" y="434"/>
                  </a:lnTo>
                  <a:lnTo>
                    <a:pt x="121" y="429"/>
                  </a:lnTo>
                  <a:lnTo>
                    <a:pt x="120" y="425"/>
                  </a:lnTo>
                  <a:lnTo>
                    <a:pt x="121" y="422"/>
                  </a:lnTo>
                  <a:lnTo>
                    <a:pt x="124" y="420"/>
                  </a:lnTo>
                  <a:lnTo>
                    <a:pt x="126" y="417"/>
                  </a:lnTo>
                  <a:lnTo>
                    <a:pt x="128" y="413"/>
                  </a:lnTo>
                  <a:lnTo>
                    <a:pt x="129" y="412"/>
                  </a:lnTo>
                  <a:lnTo>
                    <a:pt x="132" y="412"/>
                  </a:lnTo>
                  <a:lnTo>
                    <a:pt x="135" y="408"/>
                  </a:lnTo>
                  <a:lnTo>
                    <a:pt x="138" y="403"/>
                  </a:lnTo>
                  <a:lnTo>
                    <a:pt x="139" y="401"/>
                  </a:lnTo>
                  <a:lnTo>
                    <a:pt x="143" y="401"/>
                  </a:lnTo>
                  <a:lnTo>
                    <a:pt x="145" y="404"/>
                  </a:lnTo>
                  <a:lnTo>
                    <a:pt x="149" y="403"/>
                  </a:lnTo>
                  <a:lnTo>
                    <a:pt x="153" y="404"/>
                  </a:lnTo>
                  <a:lnTo>
                    <a:pt x="154" y="405"/>
                  </a:lnTo>
                  <a:lnTo>
                    <a:pt x="153" y="408"/>
                  </a:lnTo>
                  <a:lnTo>
                    <a:pt x="157" y="405"/>
                  </a:lnTo>
                  <a:lnTo>
                    <a:pt x="159" y="407"/>
                  </a:lnTo>
                  <a:lnTo>
                    <a:pt x="159" y="411"/>
                  </a:lnTo>
                  <a:lnTo>
                    <a:pt x="162" y="412"/>
                  </a:lnTo>
                  <a:lnTo>
                    <a:pt x="160" y="407"/>
                  </a:lnTo>
                  <a:lnTo>
                    <a:pt x="159" y="404"/>
                  </a:lnTo>
                  <a:lnTo>
                    <a:pt x="160" y="403"/>
                  </a:lnTo>
                  <a:lnTo>
                    <a:pt x="160" y="397"/>
                  </a:lnTo>
                  <a:lnTo>
                    <a:pt x="160" y="396"/>
                  </a:lnTo>
                  <a:lnTo>
                    <a:pt x="160" y="395"/>
                  </a:lnTo>
                  <a:lnTo>
                    <a:pt x="160" y="393"/>
                  </a:lnTo>
                  <a:lnTo>
                    <a:pt x="160" y="392"/>
                  </a:lnTo>
                  <a:lnTo>
                    <a:pt x="160" y="391"/>
                  </a:lnTo>
                  <a:lnTo>
                    <a:pt x="160" y="390"/>
                  </a:lnTo>
                  <a:lnTo>
                    <a:pt x="159" y="388"/>
                  </a:lnTo>
                  <a:lnTo>
                    <a:pt x="157" y="386"/>
                  </a:lnTo>
                  <a:lnTo>
                    <a:pt x="153" y="387"/>
                  </a:lnTo>
                  <a:lnTo>
                    <a:pt x="151" y="383"/>
                  </a:lnTo>
                  <a:lnTo>
                    <a:pt x="153" y="380"/>
                  </a:lnTo>
                  <a:lnTo>
                    <a:pt x="153" y="375"/>
                  </a:lnTo>
                  <a:lnTo>
                    <a:pt x="154" y="374"/>
                  </a:lnTo>
                  <a:lnTo>
                    <a:pt x="153" y="372"/>
                  </a:lnTo>
                  <a:lnTo>
                    <a:pt x="153" y="370"/>
                  </a:lnTo>
                  <a:lnTo>
                    <a:pt x="154" y="370"/>
                  </a:lnTo>
                  <a:lnTo>
                    <a:pt x="153" y="368"/>
                  </a:lnTo>
                  <a:lnTo>
                    <a:pt x="153" y="366"/>
                  </a:lnTo>
                  <a:lnTo>
                    <a:pt x="151" y="361"/>
                  </a:lnTo>
                  <a:lnTo>
                    <a:pt x="147" y="358"/>
                  </a:lnTo>
                  <a:lnTo>
                    <a:pt x="142" y="353"/>
                  </a:lnTo>
                  <a:lnTo>
                    <a:pt x="142" y="351"/>
                  </a:lnTo>
                  <a:lnTo>
                    <a:pt x="145" y="351"/>
                  </a:lnTo>
                  <a:lnTo>
                    <a:pt x="149" y="355"/>
                  </a:lnTo>
                  <a:lnTo>
                    <a:pt x="151" y="355"/>
                  </a:lnTo>
                  <a:lnTo>
                    <a:pt x="154" y="354"/>
                  </a:lnTo>
                  <a:lnTo>
                    <a:pt x="158" y="354"/>
                  </a:lnTo>
                  <a:lnTo>
                    <a:pt x="164" y="354"/>
                  </a:lnTo>
                  <a:lnTo>
                    <a:pt x="167" y="357"/>
                  </a:lnTo>
                  <a:lnTo>
                    <a:pt x="167" y="358"/>
                  </a:lnTo>
                  <a:lnTo>
                    <a:pt x="170" y="361"/>
                  </a:lnTo>
                  <a:lnTo>
                    <a:pt x="172" y="362"/>
                  </a:lnTo>
                  <a:lnTo>
                    <a:pt x="174" y="363"/>
                  </a:lnTo>
                  <a:lnTo>
                    <a:pt x="176" y="367"/>
                  </a:lnTo>
                  <a:lnTo>
                    <a:pt x="176" y="370"/>
                  </a:lnTo>
                  <a:lnTo>
                    <a:pt x="172" y="370"/>
                  </a:lnTo>
                  <a:lnTo>
                    <a:pt x="171" y="371"/>
                  </a:lnTo>
                  <a:lnTo>
                    <a:pt x="167" y="371"/>
                  </a:lnTo>
                  <a:lnTo>
                    <a:pt x="166" y="372"/>
                  </a:lnTo>
                  <a:lnTo>
                    <a:pt x="166" y="374"/>
                  </a:lnTo>
                  <a:lnTo>
                    <a:pt x="166" y="375"/>
                  </a:lnTo>
                  <a:lnTo>
                    <a:pt x="164" y="375"/>
                  </a:lnTo>
                  <a:lnTo>
                    <a:pt x="163" y="376"/>
                  </a:lnTo>
                  <a:lnTo>
                    <a:pt x="163" y="379"/>
                  </a:lnTo>
                  <a:lnTo>
                    <a:pt x="164" y="380"/>
                  </a:lnTo>
                  <a:lnTo>
                    <a:pt x="170" y="384"/>
                  </a:lnTo>
                  <a:lnTo>
                    <a:pt x="175" y="391"/>
                  </a:lnTo>
                  <a:lnTo>
                    <a:pt x="176" y="391"/>
                  </a:lnTo>
                  <a:lnTo>
                    <a:pt x="180" y="388"/>
                  </a:lnTo>
                  <a:lnTo>
                    <a:pt x="182" y="391"/>
                  </a:lnTo>
                  <a:lnTo>
                    <a:pt x="183" y="390"/>
                  </a:lnTo>
                  <a:lnTo>
                    <a:pt x="184" y="390"/>
                  </a:lnTo>
                  <a:lnTo>
                    <a:pt x="186" y="388"/>
                  </a:lnTo>
                  <a:lnTo>
                    <a:pt x="189" y="387"/>
                  </a:lnTo>
                  <a:lnTo>
                    <a:pt x="191" y="384"/>
                  </a:lnTo>
                  <a:lnTo>
                    <a:pt x="189" y="380"/>
                  </a:lnTo>
                  <a:lnTo>
                    <a:pt x="191" y="378"/>
                  </a:lnTo>
                  <a:lnTo>
                    <a:pt x="191" y="375"/>
                  </a:lnTo>
                  <a:lnTo>
                    <a:pt x="189" y="374"/>
                  </a:lnTo>
                  <a:lnTo>
                    <a:pt x="191" y="372"/>
                  </a:lnTo>
                  <a:lnTo>
                    <a:pt x="196" y="371"/>
                  </a:lnTo>
                  <a:lnTo>
                    <a:pt x="197" y="370"/>
                  </a:lnTo>
                  <a:lnTo>
                    <a:pt x="201" y="371"/>
                  </a:lnTo>
                  <a:lnTo>
                    <a:pt x="201" y="370"/>
                  </a:lnTo>
                  <a:lnTo>
                    <a:pt x="197" y="367"/>
                  </a:lnTo>
                  <a:lnTo>
                    <a:pt x="197" y="366"/>
                  </a:lnTo>
                  <a:lnTo>
                    <a:pt x="197" y="366"/>
                  </a:lnTo>
                  <a:lnTo>
                    <a:pt x="200" y="367"/>
                  </a:lnTo>
                  <a:lnTo>
                    <a:pt x="201" y="366"/>
                  </a:lnTo>
                  <a:lnTo>
                    <a:pt x="207" y="361"/>
                  </a:lnTo>
                  <a:lnTo>
                    <a:pt x="208" y="361"/>
                  </a:lnTo>
                  <a:lnTo>
                    <a:pt x="212" y="354"/>
                  </a:lnTo>
                  <a:lnTo>
                    <a:pt x="212" y="353"/>
                  </a:lnTo>
                  <a:lnTo>
                    <a:pt x="213" y="353"/>
                  </a:lnTo>
                  <a:lnTo>
                    <a:pt x="216" y="353"/>
                  </a:lnTo>
                  <a:lnTo>
                    <a:pt x="220" y="351"/>
                  </a:lnTo>
                  <a:lnTo>
                    <a:pt x="220" y="350"/>
                  </a:lnTo>
                  <a:lnTo>
                    <a:pt x="225" y="349"/>
                  </a:lnTo>
                  <a:lnTo>
                    <a:pt x="225" y="350"/>
                  </a:lnTo>
                  <a:lnTo>
                    <a:pt x="226" y="350"/>
                  </a:lnTo>
                  <a:lnTo>
                    <a:pt x="226" y="351"/>
                  </a:lnTo>
                  <a:lnTo>
                    <a:pt x="225" y="353"/>
                  </a:lnTo>
                  <a:lnTo>
                    <a:pt x="226" y="354"/>
                  </a:lnTo>
                  <a:lnTo>
                    <a:pt x="229" y="351"/>
                  </a:lnTo>
                  <a:lnTo>
                    <a:pt x="230" y="350"/>
                  </a:lnTo>
                  <a:lnTo>
                    <a:pt x="229" y="349"/>
                  </a:lnTo>
                  <a:lnTo>
                    <a:pt x="226" y="347"/>
                  </a:lnTo>
                  <a:lnTo>
                    <a:pt x="226" y="346"/>
                  </a:lnTo>
                  <a:lnTo>
                    <a:pt x="230" y="342"/>
                  </a:lnTo>
                  <a:lnTo>
                    <a:pt x="232" y="342"/>
                  </a:lnTo>
                  <a:lnTo>
                    <a:pt x="232" y="343"/>
                  </a:lnTo>
                  <a:lnTo>
                    <a:pt x="232" y="343"/>
                  </a:lnTo>
                  <a:lnTo>
                    <a:pt x="230" y="345"/>
                  </a:lnTo>
                  <a:lnTo>
                    <a:pt x="233" y="347"/>
                  </a:lnTo>
                  <a:lnTo>
                    <a:pt x="234" y="347"/>
                  </a:lnTo>
                  <a:lnTo>
                    <a:pt x="236" y="345"/>
                  </a:lnTo>
                  <a:lnTo>
                    <a:pt x="234" y="343"/>
                  </a:lnTo>
                  <a:lnTo>
                    <a:pt x="234" y="342"/>
                  </a:lnTo>
                  <a:lnTo>
                    <a:pt x="233" y="341"/>
                  </a:lnTo>
                  <a:lnTo>
                    <a:pt x="234" y="340"/>
                  </a:lnTo>
                  <a:lnTo>
                    <a:pt x="241" y="337"/>
                  </a:lnTo>
                  <a:lnTo>
                    <a:pt x="245" y="336"/>
                  </a:lnTo>
                  <a:lnTo>
                    <a:pt x="246" y="337"/>
                  </a:lnTo>
                  <a:lnTo>
                    <a:pt x="243" y="338"/>
                  </a:lnTo>
                  <a:lnTo>
                    <a:pt x="241" y="338"/>
                  </a:lnTo>
                  <a:lnTo>
                    <a:pt x="237" y="340"/>
                  </a:lnTo>
                  <a:lnTo>
                    <a:pt x="238" y="341"/>
                  </a:lnTo>
                  <a:lnTo>
                    <a:pt x="239" y="342"/>
                  </a:lnTo>
                  <a:lnTo>
                    <a:pt x="241" y="341"/>
                  </a:lnTo>
                  <a:lnTo>
                    <a:pt x="243" y="343"/>
                  </a:lnTo>
                  <a:lnTo>
                    <a:pt x="242" y="345"/>
                  </a:lnTo>
                  <a:lnTo>
                    <a:pt x="242" y="345"/>
                  </a:lnTo>
                  <a:lnTo>
                    <a:pt x="243" y="347"/>
                  </a:lnTo>
                  <a:lnTo>
                    <a:pt x="242" y="349"/>
                  </a:lnTo>
                  <a:lnTo>
                    <a:pt x="239" y="350"/>
                  </a:lnTo>
                  <a:lnTo>
                    <a:pt x="237" y="351"/>
                  </a:lnTo>
                  <a:lnTo>
                    <a:pt x="238" y="354"/>
                  </a:lnTo>
                  <a:lnTo>
                    <a:pt x="239" y="354"/>
                  </a:lnTo>
                  <a:lnTo>
                    <a:pt x="241" y="354"/>
                  </a:lnTo>
                  <a:lnTo>
                    <a:pt x="243" y="354"/>
                  </a:lnTo>
                  <a:lnTo>
                    <a:pt x="245" y="353"/>
                  </a:lnTo>
                  <a:lnTo>
                    <a:pt x="247" y="354"/>
                  </a:lnTo>
                  <a:lnTo>
                    <a:pt x="247" y="357"/>
                  </a:lnTo>
                  <a:lnTo>
                    <a:pt x="249" y="354"/>
                  </a:lnTo>
                  <a:lnTo>
                    <a:pt x="250" y="350"/>
                  </a:lnTo>
                  <a:lnTo>
                    <a:pt x="251" y="350"/>
                  </a:lnTo>
                  <a:lnTo>
                    <a:pt x="253" y="351"/>
                  </a:lnTo>
                  <a:lnTo>
                    <a:pt x="255" y="354"/>
                  </a:lnTo>
                  <a:lnTo>
                    <a:pt x="255" y="353"/>
                  </a:lnTo>
                  <a:lnTo>
                    <a:pt x="255" y="351"/>
                  </a:lnTo>
                  <a:lnTo>
                    <a:pt x="255" y="350"/>
                  </a:lnTo>
                  <a:lnTo>
                    <a:pt x="254" y="349"/>
                  </a:lnTo>
                  <a:lnTo>
                    <a:pt x="254" y="347"/>
                  </a:lnTo>
                  <a:lnTo>
                    <a:pt x="255" y="345"/>
                  </a:lnTo>
                  <a:lnTo>
                    <a:pt x="258" y="345"/>
                  </a:lnTo>
                  <a:lnTo>
                    <a:pt x="259" y="343"/>
                  </a:lnTo>
                  <a:lnTo>
                    <a:pt x="262" y="341"/>
                  </a:lnTo>
                  <a:lnTo>
                    <a:pt x="263" y="342"/>
                  </a:lnTo>
                  <a:lnTo>
                    <a:pt x="265" y="342"/>
                  </a:lnTo>
                  <a:lnTo>
                    <a:pt x="266" y="342"/>
                  </a:lnTo>
                  <a:lnTo>
                    <a:pt x="267" y="342"/>
                  </a:lnTo>
                  <a:lnTo>
                    <a:pt x="272" y="342"/>
                  </a:lnTo>
                  <a:lnTo>
                    <a:pt x="275" y="341"/>
                  </a:lnTo>
                  <a:lnTo>
                    <a:pt x="275" y="340"/>
                  </a:lnTo>
                  <a:lnTo>
                    <a:pt x="276" y="338"/>
                  </a:lnTo>
                  <a:lnTo>
                    <a:pt x="279" y="338"/>
                  </a:lnTo>
                  <a:lnTo>
                    <a:pt x="279" y="337"/>
                  </a:lnTo>
                  <a:lnTo>
                    <a:pt x="282" y="336"/>
                  </a:lnTo>
                  <a:lnTo>
                    <a:pt x="283" y="334"/>
                  </a:lnTo>
                  <a:lnTo>
                    <a:pt x="287" y="332"/>
                  </a:lnTo>
                  <a:lnTo>
                    <a:pt x="288" y="332"/>
                  </a:lnTo>
                  <a:lnTo>
                    <a:pt x="290" y="330"/>
                  </a:lnTo>
                  <a:lnTo>
                    <a:pt x="290" y="332"/>
                  </a:lnTo>
                  <a:lnTo>
                    <a:pt x="288" y="333"/>
                  </a:lnTo>
                  <a:lnTo>
                    <a:pt x="290" y="334"/>
                  </a:lnTo>
                  <a:lnTo>
                    <a:pt x="292" y="337"/>
                  </a:lnTo>
                  <a:lnTo>
                    <a:pt x="292" y="338"/>
                  </a:lnTo>
                  <a:lnTo>
                    <a:pt x="291" y="340"/>
                  </a:lnTo>
                  <a:lnTo>
                    <a:pt x="291" y="342"/>
                  </a:lnTo>
                  <a:lnTo>
                    <a:pt x="291" y="343"/>
                  </a:lnTo>
                  <a:lnTo>
                    <a:pt x="292" y="345"/>
                  </a:lnTo>
                  <a:lnTo>
                    <a:pt x="299" y="346"/>
                  </a:lnTo>
                  <a:lnTo>
                    <a:pt x="300" y="345"/>
                  </a:lnTo>
                  <a:lnTo>
                    <a:pt x="300" y="343"/>
                  </a:lnTo>
                  <a:lnTo>
                    <a:pt x="299" y="342"/>
                  </a:lnTo>
                  <a:lnTo>
                    <a:pt x="296" y="340"/>
                  </a:lnTo>
                  <a:lnTo>
                    <a:pt x="296" y="338"/>
                  </a:lnTo>
                  <a:lnTo>
                    <a:pt x="299" y="337"/>
                  </a:lnTo>
                  <a:lnTo>
                    <a:pt x="301" y="338"/>
                  </a:lnTo>
                  <a:lnTo>
                    <a:pt x="304" y="337"/>
                  </a:lnTo>
                  <a:lnTo>
                    <a:pt x="304" y="333"/>
                  </a:lnTo>
                  <a:lnTo>
                    <a:pt x="307" y="332"/>
                  </a:lnTo>
                  <a:lnTo>
                    <a:pt x="308" y="333"/>
                  </a:lnTo>
                  <a:lnTo>
                    <a:pt x="311" y="334"/>
                  </a:lnTo>
                  <a:lnTo>
                    <a:pt x="308" y="330"/>
                  </a:lnTo>
                  <a:lnTo>
                    <a:pt x="304" y="329"/>
                  </a:lnTo>
                  <a:lnTo>
                    <a:pt x="304" y="328"/>
                  </a:lnTo>
                  <a:lnTo>
                    <a:pt x="303" y="324"/>
                  </a:lnTo>
                  <a:lnTo>
                    <a:pt x="301" y="324"/>
                  </a:lnTo>
                  <a:lnTo>
                    <a:pt x="300" y="325"/>
                  </a:lnTo>
                  <a:lnTo>
                    <a:pt x="299" y="324"/>
                  </a:lnTo>
                  <a:lnTo>
                    <a:pt x="299" y="318"/>
                  </a:lnTo>
                  <a:lnTo>
                    <a:pt x="296" y="318"/>
                  </a:lnTo>
                  <a:lnTo>
                    <a:pt x="295" y="316"/>
                  </a:lnTo>
                  <a:lnTo>
                    <a:pt x="295" y="315"/>
                  </a:lnTo>
                  <a:lnTo>
                    <a:pt x="297" y="313"/>
                  </a:lnTo>
                  <a:lnTo>
                    <a:pt x="297" y="312"/>
                  </a:lnTo>
                  <a:lnTo>
                    <a:pt x="296" y="309"/>
                  </a:lnTo>
                  <a:lnTo>
                    <a:pt x="297" y="308"/>
                  </a:lnTo>
                  <a:lnTo>
                    <a:pt x="300" y="308"/>
                  </a:lnTo>
                  <a:lnTo>
                    <a:pt x="300" y="308"/>
                  </a:lnTo>
                  <a:lnTo>
                    <a:pt x="303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16" y="308"/>
                  </a:lnTo>
                  <a:lnTo>
                    <a:pt x="328" y="309"/>
                  </a:lnTo>
                  <a:lnTo>
                    <a:pt x="330" y="311"/>
                  </a:lnTo>
                  <a:lnTo>
                    <a:pt x="338" y="315"/>
                  </a:lnTo>
                  <a:lnTo>
                    <a:pt x="340" y="316"/>
                  </a:lnTo>
                  <a:lnTo>
                    <a:pt x="338" y="317"/>
                  </a:lnTo>
                  <a:lnTo>
                    <a:pt x="340" y="320"/>
                  </a:lnTo>
                  <a:lnTo>
                    <a:pt x="341" y="317"/>
                  </a:lnTo>
                  <a:lnTo>
                    <a:pt x="345" y="316"/>
                  </a:lnTo>
                  <a:lnTo>
                    <a:pt x="347" y="318"/>
                  </a:lnTo>
                  <a:lnTo>
                    <a:pt x="349" y="318"/>
                  </a:lnTo>
                  <a:lnTo>
                    <a:pt x="349" y="320"/>
                  </a:lnTo>
                  <a:lnTo>
                    <a:pt x="353" y="321"/>
                  </a:lnTo>
                  <a:lnTo>
                    <a:pt x="359" y="325"/>
                  </a:lnTo>
                  <a:lnTo>
                    <a:pt x="366" y="325"/>
                  </a:lnTo>
                  <a:lnTo>
                    <a:pt x="369" y="328"/>
                  </a:lnTo>
                  <a:lnTo>
                    <a:pt x="370" y="330"/>
                  </a:lnTo>
                  <a:lnTo>
                    <a:pt x="374" y="332"/>
                  </a:lnTo>
                  <a:lnTo>
                    <a:pt x="376" y="334"/>
                  </a:lnTo>
                  <a:lnTo>
                    <a:pt x="379" y="340"/>
                  </a:lnTo>
                  <a:lnTo>
                    <a:pt x="382" y="340"/>
                  </a:lnTo>
                  <a:lnTo>
                    <a:pt x="382" y="338"/>
                  </a:lnTo>
                  <a:lnTo>
                    <a:pt x="382" y="334"/>
                  </a:lnTo>
                  <a:lnTo>
                    <a:pt x="383" y="334"/>
                  </a:lnTo>
                  <a:lnTo>
                    <a:pt x="383" y="333"/>
                  </a:lnTo>
                  <a:lnTo>
                    <a:pt x="382" y="330"/>
                  </a:lnTo>
                  <a:lnTo>
                    <a:pt x="383" y="329"/>
                  </a:lnTo>
                  <a:lnTo>
                    <a:pt x="383" y="322"/>
                  </a:lnTo>
                  <a:lnTo>
                    <a:pt x="384" y="321"/>
                  </a:lnTo>
                  <a:lnTo>
                    <a:pt x="383" y="321"/>
                  </a:lnTo>
                  <a:lnTo>
                    <a:pt x="382" y="320"/>
                  </a:lnTo>
                  <a:lnTo>
                    <a:pt x="380" y="320"/>
                  </a:lnTo>
                  <a:lnTo>
                    <a:pt x="378" y="321"/>
                  </a:lnTo>
                  <a:lnTo>
                    <a:pt x="376" y="321"/>
                  </a:lnTo>
                  <a:lnTo>
                    <a:pt x="371" y="315"/>
                  </a:lnTo>
                  <a:lnTo>
                    <a:pt x="370" y="315"/>
                  </a:lnTo>
                  <a:lnTo>
                    <a:pt x="367" y="313"/>
                  </a:lnTo>
                  <a:lnTo>
                    <a:pt x="367" y="308"/>
                  </a:lnTo>
                  <a:lnTo>
                    <a:pt x="367" y="307"/>
                  </a:lnTo>
                  <a:lnTo>
                    <a:pt x="365" y="311"/>
                  </a:lnTo>
                  <a:lnTo>
                    <a:pt x="362" y="309"/>
                  </a:lnTo>
                  <a:lnTo>
                    <a:pt x="359" y="308"/>
                  </a:lnTo>
                  <a:lnTo>
                    <a:pt x="357" y="307"/>
                  </a:lnTo>
                  <a:lnTo>
                    <a:pt x="355" y="309"/>
                  </a:lnTo>
                  <a:lnTo>
                    <a:pt x="355" y="305"/>
                  </a:lnTo>
                  <a:lnTo>
                    <a:pt x="353" y="304"/>
                  </a:lnTo>
                  <a:lnTo>
                    <a:pt x="351" y="299"/>
                  </a:lnTo>
                  <a:lnTo>
                    <a:pt x="351" y="296"/>
                  </a:lnTo>
                  <a:lnTo>
                    <a:pt x="353" y="297"/>
                  </a:lnTo>
                  <a:lnTo>
                    <a:pt x="354" y="296"/>
                  </a:lnTo>
                  <a:lnTo>
                    <a:pt x="354" y="293"/>
                  </a:lnTo>
                  <a:lnTo>
                    <a:pt x="351" y="291"/>
                  </a:lnTo>
                  <a:lnTo>
                    <a:pt x="351" y="288"/>
                  </a:lnTo>
                  <a:lnTo>
                    <a:pt x="353" y="286"/>
                  </a:lnTo>
                  <a:lnTo>
                    <a:pt x="354" y="286"/>
                  </a:lnTo>
                  <a:lnTo>
                    <a:pt x="353" y="284"/>
                  </a:lnTo>
                  <a:lnTo>
                    <a:pt x="349" y="284"/>
                  </a:lnTo>
                  <a:lnTo>
                    <a:pt x="347" y="279"/>
                  </a:lnTo>
                  <a:lnTo>
                    <a:pt x="346" y="278"/>
                  </a:lnTo>
                  <a:lnTo>
                    <a:pt x="345" y="279"/>
                  </a:lnTo>
                  <a:lnTo>
                    <a:pt x="342" y="276"/>
                  </a:lnTo>
                  <a:lnTo>
                    <a:pt x="342" y="272"/>
                  </a:lnTo>
                  <a:lnTo>
                    <a:pt x="344" y="270"/>
                  </a:lnTo>
                  <a:lnTo>
                    <a:pt x="342" y="268"/>
                  </a:lnTo>
                  <a:lnTo>
                    <a:pt x="341" y="266"/>
                  </a:lnTo>
                  <a:lnTo>
                    <a:pt x="344" y="265"/>
                  </a:lnTo>
                  <a:lnTo>
                    <a:pt x="347" y="258"/>
                  </a:lnTo>
                  <a:lnTo>
                    <a:pt x="350" y="257"/>
                  </a:lnTo>
                  <a:lnTo>
                    <a:pt x="350" y="255"/>
                  </a:lnTo>
                  <a:lnTo>
                    <a:pt x="349" y="253"/>
                  </a:lnTo>
                  <a:lnTo>
                    <a:pt x="349" y="250"/>
                  </a:lnTo>
                  <a:lnTo>
                    <a:pt x="351" y="247"/>
                  </a:lnTo>
                  <a:lnTo>
                    <a:pt x="349" y="245"/>
                  </a:lnTo>
                  <a:lnTo>
                    <a:pt x="349" y="241"/>
                  </a:lnTo>
                  <a:lnTo>
                    <a:pt x="350" y="240"/>
                  </a:lnTo>
                  <a:lnTo>
                    <a:pt x="349" y="237"/>
                  </a:lnTo>
                  <a:lnTo>
                    <a:pt x="349" y="234"/>
                  </a:lnTo>
                  <a:lnTo>
                    <a:pt x="347" y="233"/>
                  </a:lnTo>
                  <a:lnTo>
                    <a:pt x="349" y="229"/>
                  </a:lnTo>
                  <a:lnTo>
                    <a:pt x="349" y="228"/>
                  </a:lnTo>
                  <a:lnTo>
                    <a:pt x="347" y="225"/>
                  </a:lnTo>
                  <a:lnTo>
                    <a:pt x="347" y="221"/>
                  </a:lnTo>
                  <a:lnTo>
                    <a:pt x="347" y="216"/>
                  </a:lnTo>
                  <a:lnTo>
                    <a:pt x="350" y="216"/>
                  </a:lnTo>
                  <a:lnTo>
                    <a:pt x="351" y="216"/>
                  </a:lnTo>
                  <a:lnTo>
                    <a:pt x="351" y="217"/>
                  </a:lnTo>
                  <a:lnTo>
                    <a:pt x="351" y="218"/>
                  </a:lnTo>
                  <a:lnTo>
                    <a:pt x="354" y="217"/>
                  </a:lnTo>
                  <a:lnTo>
                    <a:pt x="358" y="217"/>
                  </a:lnTo>
                  <a:lnTo>
                    <a:pt x="361" y="216"/>
                  </a:lnTo>
                  <a:lnTo>
                    <a:pt x="362" y="216"/>
                  </a:lnTo>
                  <a:lnTo>
                    <a:pt x="365" y="217"/>
                  </a:lnTo>
                  <a:lnTo>
                    <a:pt x="366" y="216"/>
                  </a:lnTo>
                  <a:lnTo>
                    <a:pt x="369" y="216"/>
                  </a:lnTo>
                  <a:lnTo>
                    <a:pt x="376" y="218"/>
                  </a:lnTo>
                  <a:lnTo>
                    <a:pt x="379" y="218"/>
                  </a:lnTo>
                  <a:lnTo>
                    <a:pt x="382" y="220"/>
                  </a:lnTo>
                  <a:lnTo>
                    <a:pt x="383" y="221"/>
                  </a:lnTo>
                  <a:lnTo>
                    <a:pt x="380" y="222"/>
                  </a:lnTo>
                  <a:lnTo>
                    <a:pt x="382" y="225"/>
                  </a:lnTo>
                  <a:lnTo>
                    <a:pt x="382" y="228"/>
                  </a:lnTo>
                  <a:lnTo>
                    <a:pt x="383" y="229"/>
                  </a:lnTo>
                  <a:lnTo>
                    <a:pt x="383" y="233"/>
                  </a:lnTo>
                  <a:lnTo>
                    <a:pt x="384" y="237"/>
                  </a:lnTo>
                  <a:lnTo>
                    <a:pt x="384" y="243"/>
                  </a:lnTo>
                  <a:lnTo>
                    <a:pt x="386" y="245"/>
                  </a:lnTo>
                  <a:lnTo>
                    <a:pt x="384" y="247"/>
                  </a:lnTo>
                  <a:lnTo>
                    <a:pt x="386" y="249"/>
                  </a:lnTo>
                  <a:lnTo>
                    <a:pt x="386" y="251"/>
                  </a:lnTo>
                  <a:lnTo>
                    <a:pt x="383" y="251"/>
                  </a:lnTo>
                  <a:lnTo>
                    <a:pt x="384" y="254"/>
                  </a:lnTo>
                  <a:lnTo>
                    <a:pt x="387" y="257"/>
                  </a:lnTo>
                  <a:lnTo>
                    <a:pt x="388" y="261"/>
                  </a:lnTo>
                  <a:lnTo>
                    <a:pt x="391" y="261"/>
                  </a:lnTo>
                  <a:lnTo>
                    <a:pt x="391" y="262"/>
                  </a:lnTo>
                  <a:lnTo>
                    <a:pt x="394" y="261"/>
                  </a:lnTo>
                  <a:lnTo>
                    <a:pt x="395" y="262"/>
                  </a:lnTo>
                  <a:lnTo>
                    <a:pt x="395" y="266"/>
                  </a:lnTo>
                  <a:lnTo>
                    <a:pt x="399" y="268"/>
                  </a:lnTo>
                  <a:lnTo>
                    <a:pt x="400" y="271"/>
                  </a:lnTo>
                  <a:lnTo>
                    <a:pt x="400" y="278"/>
                  </a:lnTo>
                  <a:lnTo>
                    <a:pt x="403" y="280"/>
                  </a:lnTo>
                  <a:lnTo>
                    <a:pt x="403" y="282"/>
                  </a:lnTo>
                  <a:lnTo>
                    <a:pt x="401" y="283"/>
                  </a:lnTo>
                  <a:lnTo>
                    <a:pt x="404" y="286"/>
                  </a:lnTo>
                  <a:lnTo>
                    <a:pt x="404" y="290"/>
                  </a:lnTo>
                  <a:lnTo>
                    <a:pt x="408" y="295"/>
                  </a:lnTo>
                  <a:lnTo>
                    <a:pt x="407" y="297"/>
                  </a:lnTo>
                  <a:lnTo>
                    <a:pt x="408" y="300"/>
                  </a:lnTo>
                  <a:lnTo>
                    <a:pt x="411" y="303"/>
                  </a:lnTo>
                  <a:lnTo>
                    <a:pt x="409" y="304"/>
                  </a:lnTo>
                  <a:lnTo>
                    <a:pt x="411" y="305"/>
                  </a:lnTo>
                  <a:lnTo>
                    <a:pt x="412" y="311"/>
                  </a:lnTo>
                  <a:lnTo>
                    <a:pt x="417" y="317"/>
                  </a:lnTo>
                  <a:lnTo>
                    <a:pt x="421" y="318"/>
                  </a:lnTo>
                  <a:lnTo>
                    <a:pt x="423" y="320"/>
                  </a:lnTo>
                  <a:lnTo>
                    <a:pt x="424" y="320"/>
                  </a:lnTo>
                  <a:lnTo>
                    <a:pt x="428" y="324"/>
                  </a:lnTo>
                  <a:lnTo>
                    <a:pt x="428" y="325"/>
                  </a:lnTo>
                  <a:lnTo>
                    <a:pt x="426" y="325"/>
                  </a:lnTo>
                  <a:lnTo>
                    <a:pt x="426" y="328"/>
                  </a:lnTo>
                  <a:lnTo>
                    <a:pt x="425" y="330"/>
                  </a:lnTo>
                  <a:lnTo>
                    <a:pt x="428" y="336"/>
                  </a:lnTo>
                  <a:lnTo>
                    <a:pt x="430" y="338"/>
                  </a:lnTo>
                  <a:lnTo>
                    <a:pt x="430" y="342"/>
                  </a:lnTo>
                  <a:lnTo>
                    <a:pt x="428" y="343"/>
                  </a:lnTo>
                  <a:lnTo>
                    <a:pt x="428" y="345"/>
                  </a:lnTo>
                  <a:lnTo>
                    <a:pt x="426" y="346"/>
                  </a:lnTo>
                  <a:lnTo>
                    <a:pt x="428" y="349"/>
                  </a:lnTo>
                  <a:lnTo>
                    <a:pt x="428" y="353"/>
                  </a:lnTo>
                  <a:lnTo>
                    <a:pt x="425" y="354"/>
                  </a:lnTo>
                  <a:lnTo>
                    <a:pt x="425" y="355"/>
                  </a:lnTo>
                  <a:lnTo>
                    <a:pt x="428" y="355"/>
                  </a:lnTo>
                  <a:lnTo>
                    <a:pt x="428" y="357"/>
                  </a:lnTo>
                  <a:lnTo>
                    <a:pt x="425" y="358"/>
                  </a:lnTo>
                  <a:lnTo>
                    <a:pt x="425" y="363"/>
                  </a:lnTo>
                  <a:lnTo>
                    <a:pt x="424" y="365"/>
                  </a:lnTo>
                  <a:lnTo>
                    <a:pt x="421" y="363"/>
                  </a:lnTo>
                  <a:lnTo>
                    <a:pt x="421" y="365"/>
                  </a:lnTo>
                  <a:lnTo>
                    <a:pt x="423" y="367"/>
                  </a:lnTo>
                  <a:lnTo>
                    <a:pt x="424" y="370"/>
                  </a:lnTo>
                  <a:lnTo>
                    <a:pt x="421" y="370"/>
                  </a:lnTo>
                  <a:lnTo>
                    <a:pt x="419" y="372"/>
                  </a:lnTo>
                  <a:lnTo>
                    <a:pt x="415" y="372"/>
                  </a:lnTo>
                  <a:lnTo>
                    <a:pt x="412" y="371"/>
                  </a:lnTo>
                  <a:lnTo>
                    <a:pt x="416" y="368"/>
                  </a:lnTo>
                  <a:lnTo>
                    <a:pt x="416" y="367"/>
                  </a:lnTo>
                  <a:lnTo>
                    <a:pt x="413" y="367"/>
                  </a:lnTo>
                  <a:lnTo>
                    <a:pt x="413" y="368"/>
                  </a:lnTo>
                  <a:lnTo>
                    <a:pt x="411" y="368"/>
                  </a:lnTo>
                  <a:lnTo>
                    <a:pt x="405" y="366"/>
                  </a:lnTo>
                  <a:lnTo>
                    <a:pt x="405" y="367"/>
                  </a:lnTo>
                  <a:lnTo>
                    <a:pt x="397" y="368"/>
                  </a:lnTo>
                  <a:lnTo>
                    <a:pt x="395" y="368"/>
                  </a:lnTo>
                  <a:lnTo>
                    <a:pt x="392" y="371"/>
                  </a:lnTo>
                  <a:lnTo>
                    <a:pt x="395" y="372"/>
                  </a:lnTo>
                  <a:lnTo>
                    <a:pt x="395" y="372"/>
                  </a:lnTo>
                  <a:lnTo>
                    <a:pt x="396" y="371"/>
                  </a:lnTo>
                  <a:lnTo>
                    <a:pt x="400" y="370"/>
                  </a:lnTo>
                  <a:lnTo>
                    <a:pt x="401" y="372"/>
                  </a:lnTo>
                  <a:lnTo>
                    <a:pt x="404" y="375"/>
                  </a:lnTo>
                  <a:lnTo>
                    <a:pt x="413" y="376"/>
                  </a:lnTo>
                  <a:lnTo>
                    <a:pt x="417" y="378"/>
                  </a:lnTo>
                  <a:lnTo>
                    <a:pt x="421" y="376"/>
                  </a:lnTo>
                  <a:lnTo>
                    <a:pt x="425" y="376"/>
                  </a:lnTo>
                  <a:lnTo>
                    <a:pt x="426" y="378"/>
                  </a:lnTo>
                  <a:lnTo>
                    <a:pt x="430" y="379"/>
                  </a:lnTo>
                  <a:lnTo>
                    <a:pt x="434" y="378"/>
                  </a:lnTo>
                  <a:lnTo>
                    <a:pt x="434" y="375"/>
                  </a:lnTo>
                  <a:lnTo>
                    <a:pt x="433" y="372"/>
                  </a:lnTo>
                  <a:lnTo>
                    <a:pt x="433" y="370"/>
                  </a:lnTo>
                  <a:lnTo>
                    <a:pt x="434" y="368"/>
                  </a:lnTo>
                  <a:lnTo>
                    <a:pt x="437" y="367"/>
                  </a:lnTo>
                  <a:lnTo>
                    <a:pt x="437" y="366"/>
                  </a:lnTo>
                  <a:lnTo>
                    <a:pt x="440" y="362"/>
                  </a:lnTo>
                  <a:lnTo>
                    <a:pt x="441" y="359"/>
                  </a:lnTo>
                  <a:lnTo>
                    <a:pt x="442" y="354"/>
                  </a:lnTo>
                  <a:lnTo>
                    <a:pt x="441" y="351"/>
                  </a:lnTo>
                  <a:lnTo>
                    <a:pt x="441" y="347"/>
                  </a:lnTo>
                  <a:lnTo>
                    <a:pt x="445" y="341"/>
                  </a:lnTo>
                  <a:lnTo>
                    <a:pt x="445" y="338"/>
                  </a:lnTo>
                  <a:lnTo>
                    <a:pt x="441" y="329"/>
                  </a:lnTo>
                  <a:lnTo>
                    <a:pt x="437" y="326"/>
                  </a:lnTo>
                  <a:lnTo>
                    <a:pt x="436" y="325"/>
                  </a:lnTo>
                  <a:lnTo>
                    <a:pt x="434" y="318"/>
                  </a:lnTo>
                  <a:lnTo>
                    <a:pt x="438" y="315"/>
                  </a:lnTo>
                  <a:lnTo>
                    <a:pt x="441" y="312"/>
                  </a:lnTo>
                  <a:lnTo>
                    <a:pt x="444" y="312"/>
                  </a:lnTo>
                  <a:lnTo>
                    <a:pt x="449" y="307"/>
                  </a:lnTo>
                  <a:lnTo>
                    <a:pt x="451" y="307"/>
                  </a:lnTo>
                  <a:lnTo>
                    <a:pt x="455" y="311"/>
                  </a:lnTo>
                  <a:lnTo>
                    <a:pt x="455" y="313"/>
                  </a:lnTo>
                  <a:lnTo>
                    <a:pt x="459" y="316"/>
                  </a:lnTo>
                  <a:lnTo>
                    <a:pt x="461" y="317"/>
                  </a:lnTo>
                  <a:lnTo>
                    <a:pt x="461" y="317"/>
                  </a:lnTo>
                  <a:lnTo>
                    <a:pt x="465" y="321"/>
                  </a:lnTo>
                  <a:lnTo>
                    <a:pt x="463" y="324"/>
                  </a:lnTo>
                  <a:lnTo>
                    <a:pt x="466" y="325"/>
                  </a:lnTo>
                  <a:lnTo>
                    <a:pt x="466" y="328"/>
                  </a:lnTo>
                  <a:lnTo>
                    <a:pt x="469" y="330"/>
                  </a:lnTo>
                  <a:lnTo>
                    <a:pt x="469" y="334"/>
                  </a:lnTo>
                  <a:lnTo>
                    <a:pt x="469" y="334"/>
                  </a:lnTo>
                  <a:lnTo>
                    <a:pt x="470" y="337"/>
                  </a:lnTo>
                  <a:lnTo>
                    <a:pt x="473" y="338"/>
                  </a:lnTo>
                  <a:lnTo>
                    <a:pt x="475" y="340"/>
                  </a:lnTo>
                  <a:lnTo>
                    <a:pt x="479" y="340"/>
                  </a:lnTo>
                  <a:lnTo>
                    <a:pt x="480" y="338"/>
                  </a:lnTo>
                  <a:lnTo>
                    <a:pt x="484" y="338"/>
                  </a:lnTo>
                  <a:lnTo>
                    <a:pt x="486" y="337"/>
                  </a:lnTo>
                  <a:lnTo>
                    <a:pt x="487" y="336"/>
                  </a:lnTo>
                  <a:lnTo>
                    <a:pt x="486" y="336"/>
                  </a:lnTo>
                  <a:lnTo>
                    <a:pt x="483" y="336"/>
                  </a:lnTo>
                  <a:lnTo>
                    <a:pt x="482" y="334"/>
                  </a:lnTo>
                  <a:lnTo>
                    <a:pt x="480" y="337"/>
                  </a:lnTo>
                  <a:lnTo>
                    <a:pt x="477" y="337"/>
                  </a:lnTo>
                  <a:lnTo>
                    <a:pt x="475" y="336"/>
                  </a:lnTo>
                  <a:lnTo>
                    <a:pt x="473" y="336"/>
                  </a:lnTo>
                  <a:lnTo>
                    <a:pt x="471" y="333"/>
                  </a:lnTo>
                  <a:lnTo>
                    <a:pt x="473" y="332"/>
                  </a:lnTo>
                  <a:lnTo>
                    <a:pt x="470" y="330"/>
                  </a:lnTo>
                  <a:lnTo>
                    <a:pt x="469" y="326"/>
                  </a:lnTo>
                  <a:lnTo>
                    <a:pt x="469" y="322"/>
                  </a:lnTo>
                  <a:lnTo>
                    <a:pt x="471" y="322"/>
                  </a:lnTo>
                  <a:lnTo>
                    <a:pt x="474" y="321"/>
                  </a:lnTo>
                  <a:lnTo>
                    <a:pt x="471" y="320"/>
                  </a:lnTo>
                  <a:lnTo>
                    <a:pt x="471" y="317"/>
                  </a:lnTo>
                  <a:lnTo>
                    <a:pt x="470" y="317"/>
                  </a:lnTo>
                  <a:lnTo>
                    <a:pt x="470" y="315"/>
                  </a:lnTo>
                  <a:lnTo>
                    <a:pt x="466" y="313"/>
                  </a:lnTo>
                  <a:lnTo>
                    <a:pt x="466" y="311"/>
                  </a:lnTo>
                  <a:lnTo>
                    <a:pt x="463" y="308"/>
                  </a:lnTo>
                  <a:lnTo>
                    <a:pt x="459" y="308"/>
                  </a:lnTo>
                  <a:lnTo>
                    <a:pt x="453" y="305"/>
                  </a:lnTo>
                  <a:lnTo>
                    <a:pt x="451" y="303"/>
                  </a:lnTo>
                  <a:lnTo>
                    <a:pt x="449" y="304"/>
                  </a:lnTo>
                  <a:lnTo>
                    <a:pt x="445" y="301"/>
                  </a:lnTo>
                  <a:lnTo>
                    <a:pt x="444" y="301"/>
                  </a:lnTo>
                  <a:lnTo>
                    <a:pt x="440" y="301"/>
                  </a:lnTo>
                  <a:lnTo>
                    <a:pt x="437" y="304"/>
                  </a:lnTo>
                  <a:lnTo>
                    <a:pt x="437" y="307"/>
                  </a:lnTo>
                  <a:lnTo>
                    <a:pt x="434" y="308"/>
                  </a:lnTo>
                  <a:lnTo>
                    <a:pt x="430" y="307"/>
                  </a:lnTo>
                  <a:lnTo>
                    <a:pt x="428" y="309"/>
                  </a:lnTo>
                  <a:lnTo>
                    <a:pt x="424" y="308"/>
                  </a:lnTo>
                  <a:lnTo>
                    <a:pt x="423" y="307"/>
                  </a:lnTo>
                  <a:lnTo>
                    <a:pt x="423" y="304"/>
                  </a:lnTo>
                  <a:lnTo>
                    <a:pt x="423" y="301"/>
                  </a:lnTo>
                  <a:lnTo>
                    <a:pt x="419" y="296"/>
                  </a:lnTo>
                  <a:lnTo>
                    <a:pt x="417" y="293"/>
                  </a:lnTo>
                  <a:lnTo>
                    <a:pt x="417" y="288"/>
                  </a:lnTo>
                  <a:lnTo>
                    <a:pt x="415" y="284"/>
                  </a:lnTo>
                  <a:lnTo>
                    <a:pt x="415" y="282"/>
                  </a:lnTo>
                  <a:lnTo>
                    <a:pt x="416" y="274"/>
                  </a:lnTo>
                  <a:lnTo>
                    <a:pt x="413" y="268"/>
                  </a:lnTo>
                  <a:lnTo>
                    <a:pt x="411" y="266"/>
                  </a:lnTo>
                  <a:lnTo>
                    <a:pt x="408" y="266"/>
                  </a:lnTo>
                  <a:lnTo>
                    <a:pt x="407" y="263"/>
                  </a:lnTo>
                  <a:lnTo>
                    <a:pt x="401" y="258"/>
                  </a:lnTo>
                  <a:lnTo>
                    <a:pt x="397" y="255"/>
                  </a:lnTo>
                  <a:lnTo>
                    <a:pt x="396" y="253"/>
                  </a:lnTo>
                  <a:lnTo>
                    <a:pt x="399" y="247"/>
                  </a:lnTo>
                  <a:lnTo>
                    <a:pt x="397" y="245"/>
                  </a:lnTo>
                  <a:lnTo>
                    <a:pt x="396" y="242"/>
                  </a:lnTo>
                  <a:lnTo>
                    <a:pt x="396" y="241"/>
                  </a:lnTo>
                  <a:lnTo>
                    <a:pt x="399" y="238"/>
                  </a:lnTo>
                  <a:lnTo>
                    <a:pt x="403" y="234"/>
                  </a:lnTo>
                  <a:lnTo>
                    <a:pt x="404" y="229"/>
                  </a:lnTo>
                  <a:lnTo>
                    <a:pt x="401" y="222"/>
                  </a:lnTo>
                  <a:lnTo>
                    <a:pt x="397" y="213"/>
                  </a:lnTo>
                  <a:lnTo>
                    <a:pt x="399" y="212"/>
                  </a:lnTo>
                  <a:lnTo>
                    <a:pt x="401" y="215"/>
                  </a:lnTo>
                  <a:lnTo>
                    <a:pt x="403" y="217"/>
                  </a:lnTo>
                  <a:lnTo>
                    <a:pt x="404" y="218"/>
                  </a:lnTo>
                  <a:lnTo>
                    <a:pt x="405" y="220"/>
                  </a:lnTo>
                  <a:lnTo>
                    <a:pt x="405" y="224"/>
                  </a:lnTo>
                  <a:lnTo>
                    <a:pt x="408" y="225"/>
                  </a:lnTo>
                  <a:lnTo>
                    <a:pt x="408" y="230"/>
                  </a:lnTo>
                  <a:lnTo>
                    <a:pt x="409" y="234"/>
                  </a:lnTo>
                  <a:lnTo>
                    <a:pt x="408" y="237"/>
                  </a:lnTo>
                  <a:lnTo>
                    <a:pt x="409" y="240"/>
                  </a:lnTo>
                  <a:lnTo>
                    <a:pt x="413" y="242"/>
                  </a:lnTo>
                  <a:lnTo>
                    <a:pt x="413" y="245"/>
                  </a:lnTo>
                  <a:lnTo>
                    <a:pt x="416" y="246"/>
                  </a:lnTo>
                  <a:lnTo>
                    <a:pt x="416" y="249"/>
                  </a:lnTo>
                  <a:lnTo>
                    <a:pt x="413" y="250"/>
                  </a:lnTo>
                  <a:lnTo>
                    <a:pt x="415" y="251"/>
                  </a:lnTo>
                  <a:lnTo>
                    <a:pt x="417" y="251"/>
                  </a:lnTo>
                  <a:lnTo>
                    <a:pt x="421" y="253"/>
                  </a:lnTo>
                  <a:lnTo>
                    <a:pt x="425" y="253"/>
                  </a:lnTo>
                  <a:lnTo>
                    <a:pt x="428" y="251"/>
                  </a:lnTo>
                  <a:lnTo>
                    <a:pt x="429" y="254"/>
                  </a:lnTo>
                  <a:lnTo>
                    <a:pt x="430" y="255"/>
                  </a:lnTo>
                  <a:lnTo>
                    <a:pt x="432" y="253"/>
                  </a:lnTo>
                  <a:lnTo>
                    <a:pt x="436" y="253"/>
                  </a:lnTo>
                  <a:lnTo>
                    <a:pt x="437" y="251"/>
                  </a:lnTo>
                  <a:lnTo>
                    <a:pt x="440" y="251"/>
                  </a:lnTo>
                  <a:lnTo>
                    <a:pt x="442" y="255"/>
                  </a:lnTo>
                  <a:lnTo>
                    <a:pt x="445" y="255"/>
                  </a:lnTo>
                  <a:lnTo>
                    <a:pt x="448" y="258"/>
                  </a:lnTo>
                  <a:lnTo>
                    <a:pt x="453" y="257"/>
                  </a:lnTo>
                  <a:lnTo>
                    <a:pt x="454" y="254"/>
                  </a:lnTo>
                  <a:lnTo>
                    <a:pt x="453" y="255"/>
                  </a:lnTo>
                  <a:lnTo>
                    <a:pt x="448" y="255"/>
                  </a:lnTo>
                  <a:lnTo>
                    <a:pt x="448" y="253"/>
                  </a:lnTo>
                  <a:lnTo>
                    <a:pt x="445" y="253"/>
                  </a:lnTo>
                  <a:lnTo>
                    <a:pt x="444" y="249"/>
                  </a:lnTo>
                  <a:lnTo>
                    <a:pt x="440" y="249"/>
                  </a:lnTo>
                  <a:lnTo>
                    <a:pt x="440" y="247"/>
                  </a:lnTo>
                  <a:lnTo>
                    <a:pt x="438" y="247"/>
                  </a:lnTo>
                  <a:lnTo>
                    <a:pt x="437" y="249"/>
                  </a:lnTo>
                  <a:lnTo>
                    <a:pt x="432" y="249"/>
                  </a:lnTo>
                  <a:lnTo>
                    <a:pt x="429" y="246"/>
                  </a:lnTo>
                  <a:lnTo>
                    <a:pt x="425" y="246"/>
                  </a:lnTo>
                  <a:lnTo>
                    <a:pt x="421" y="242"/>
                  </a:lnTo>
                  <a:lnTo>
                    <a:pt x="420" y="240"/>
                  </a:lnTo>
                  <a:lnTo>
                    <a:pt x="419" y="240"/>
                  </a:lnTo>
                  <a:lnTo>
                    <a:pt x="415" y="234"/>
                  </a:lnTo>
                  <a:lnTo>
                    <a:pt x="417" y="233"/>
                  </a:lnTo>
                  <a:lnTo>
                    <a:pt x="419" y="232"/>
                  </a:lnTo>
                  <a:lnTo>
                    <a:pt x="421" y="230"/>
                  </a:lnTo>
                  <a:lnTo>
                    <a:pt x="423" y="230"/>
                  </a:lnTo>
                  <a:lnTo>
                    <a:pt x="426" y="233"/>
                  </a:lnTo>
                  <a:lnTo>
                    <a:pt x="432" y="236"/>
                  </a:lnTo>
                  <a:lnTo>
                    <a:pt x="434" y="236"/>
                  </a:lnTo>
                  <a:lnTo>
                    <a:pt x="437" y="230"/>
                  </a:lnTo>
                  <a:lnTo>
                    <a:pt x="436" y="226"/>
                  </a:lnTo>
                  <a:lnTo>
                    <a:pt x="430" y="225"/>
                  </a:lnTo>
                  <a:lnTo>
                    <a:pt x="426" y="228"/>
                  </a:lnTo>
                  <a:lnTo>
                    <a:pt x="425" y="225"/>
                  </a:lnTo>
                  <a:lnTo>
                    <a:pt x="426" y="224"/>
                  </a:lnTo>
                  <a:lnTo>
                    <a:pt x="428" y="225"/>
                  </a:lnTo>
                  <a:lnTo>
                    <a:pt x="429" y="224"/>
                  </a:lnTo>
                  <a:lnTo>
                    <a:pt x="429" y="221"/>
                  </a:lnTo>
                  <a:lnTo>
                    <a:pt x="432" y="217"/>
                  </a:lnTo>
                  <a:lnTo>
                    <a:pt x="434" y="216"/>
                  </a:lnTo>
                  <a:lnTo>
                    <a:pt x="437" y="216"/>
                  </a:lnTo>
                  <a:lnTo>
                    <a:pt x="445" y="216"/>
                  </a:lnTo>
                  <a:lnTo>
                    <a:pt x="448" y="220"/>
                  </a:lnTo>
                  <a:lnTo>
                    <a:pt x="451" y="221"/>
                  </a:lnTo>
                  <a:lnTo>
                    <a:pt x="458" y="222"/>
                  </a:lnTo>
                  <a:lnTo>
                    <a:pt x="458" y="225"/>
                  </a:lnTo>
                  <a:lnTo>
                    <a:pt x="461" y="226"/>
                  </a:lnTo>
                  <a:lnTo>
                    <a:pt x="466" y="230"/>
                  </a:lnTo>
                  <a:lnTo>
                    <a:pt x="470" y="232"/>
                  </a:lnTo>
                  <a:lnTo>
                    <a:pt x="475" y="230"/>
                  </a:lnTo>
                  <a:lnTo>
                    <a:pt x="480" y="228"/>
                  </a:lnTo>
                  <a:lnTo>
                    <a:pt x="483" y="229"/>
                  </a:lnTo>
                  <a:lnTo>
                    <a:pt x="483" y="229"/>
                  </a:lnTo>
                  <a:lnTo>
                    <a:pt x="486" y="229"/>
                  </a:lnTo>
                  <a:lnTo>
                    <a:pt x="486" y="233"/>
                  </a:lnTo>
                  <a:lnTo>
                    <a:pt x="486" y="236"/>
                  </a:lnTo>
                  <a:lnTo>
                    <a:pt x="486" y="237"/>
                  </a:lnTo>
                  <a:lnTo>
                    <a:pt x="483" y="240"/>
                  </a:lnTo>
                  <a:lnTo>
                    <a:pt x="482" y="242"/>
                  </a:lnTo>
                  <a:lnTo>
                    <a:pt x="484" y="245"/>
                  </a:lnTo>
                  <a:lnTo>
                    <a:pt x="484" y="249"/>
                  </a:lnTo>
                  <a:lnTo>
                    <a:pt x="488" y="253"/>
                  </a:lnTo>
                  <a:lnTo>
                    <a:pt x="488" y="255"/>
                  </a:lnTo>
                  <a:lnTo>
                    <a:pt x="487" y="257"/>
                  </a:lnTo>
                  <a:lnTo>
                    <a:pt x="487" y="265"/>
                  </a:lnTo>
                  <a:lnTo>
                    <a:pt x="490" y="265"/>
                  </a:lnTo>
                  <a:lnTo>
                    <a:pt x="490" y="262"/>
                  </a:lnTo>
                  <a:lnTo>
                    <a:pt x="490" y="261"/>
                  </a:lnTo>
                  <a:lnTo>
                    <a:pt x="491" y="258"/>
                  </a:lnTo>
                  <a:lnTo>
                    <a:pt x="490" y="255"/>
                  </a:lnTo>
                  <a:lnTo>
                    <a:pt x="492" y="254"/>
                  </a:lnTo>
                  <a:lnTo>
                    <a:pt x="494" y="251"/>
                  </a:lnTo>
                  <a:lnTo>
                    <a:pt x="495" y="253"/>
                  </a:lnTo>
                  <a:lnTo>
                    <a:pt x="496" y="257"/>
                  </a:lnTo>
                  <a:lnTo>
                    <a:pt x="498" y="262"/>
                  </a:lnTo>
                  <a:lnTo>
                    <a:pt x="498" y="263"/>
                  </a:lnTo>
                  <a:lnTo>
                    <a:pt x="496" y="265"/>
                  </a:lnTo>
                  <a:lnTo>
                    <a:pt x="496" y="267"/>
                  </a:lnTo>
                  <a:lnTo>
                    <a:pt x="495" y="268"/>
                  </a:lnTo>
                  <a:lnTo>
                    <a:pt x="499" y="271"/>
                  </a:lnTo>
                  <a:lnTo>
                    <a:pt x="503" y="271"/>
                  </a:lnTo>
                  <a:lnTo>
                    <a:pt x="507" y="272"/>
                  </a:lnTo>
                  <a:lnTo>
                    <a:pt x="509" y="275"/>
                  </a:lnTo>
                  <a:lnTo>
                    <a:pt x="508" y="278"/>
                  </a:lnTo>
                  <a:lnTo>
                    <a:pt x="511" y="279"/>
                  </a:lnTo>
                  <a:lnTo>
                    <a:pt x="516" y="279"/>
                  </a:lnTo>
                  <a:lnTo>
                    <a:pt x="521" y="284"/>
                  </a:lnTo>
                  <a:lnTo>
                    <a:pt x="520" y="283"/>
                  </a:lnTo>
                  <a:lnTo>
                    <a:pt x="520" y="279"/>
                  </a:lnTo>
                  <a:lnTo>
                    <a:pt x="524" y="275"/>
                  </a:lnTo>
                  <a:lnTo>
                    <a:pt x="527" y="275"/>
                  </a:lnTo>
                  <a:lnTo>
                    <a:pt x="532" y="279"/>
                  </a:lnTo>
                  <a:lnTo>
                    <a:pt x="536" y="279"/>
                  </a:lnTo>
                  <a:lnTo>
                    <a:pt x="537" y="282"/>
                  </a:lnTo>
                  <a:lnTo>
                    <a:pt x="538" y="287"/>
                  </a:lnTo>
                  <a:lnTo>
                    <a:pt x="538" y="282"/>
                  </a:lnTo>
                  <a:lnTo>
                    <a:pt x="537" y="279"/>
                  </a:lnTo>
                  <a:lnTo>
                    <a:pt x="534" y="279"/>
                  </a:lnTo>
                  <a:lnTo>
                    <a:pt x="530" y="278"/>
                  </a:lnTo>
                  <a:lnTo>
                    <a:pt x="527" y="274"/>
                  </a:lnTo>
                  <a:lnTo>
                    <a:pt x="523" y="275"/>
                  </a:lnTo>
                  <a:lnTo>
                    <a:pt x="519" y="278"/>
                  </a:lnTo>
                  <a:lnTo>
                    <a:pt x="517" y="278"/>
                  </a:lnTo>
                  <a:lnTo>
                    <a:pt x="516" y="278"/>
                  </a:lnTo>
                  <a:lnTo>
                    <a:pt x="512" y="276"/>
                  </a:lnTo>
                  <a:lnTo>
                    <a:pt x="508" y="271"/>
                  </a:lnTo>
                  <a:lnTo>
                    <a:pt x="505" y="270"/>
                  </a:lnTo>
                  <a:lnTo>
                    <a:pt x="502" y="270"/>
                  </a:lnTo>
                  <a:lnTo>
                    <a:pt x="499" y="266"/>
                  </a:lnTo>
                  <a:lnTo>
                    <a:pt x="502" y="267"/>
                  </a:lnTo>
                  <a:lnTo>
                    <a:pt x="503" y="266"/>
                  </a:lnTo>
                  <a:lnTo>
                    <a:pt x="505" y="261"/>
                  </a:lnTo>
                  <a:lnTo>
                    <a:pt x="504" y="259"/>
                  </a:lnTo>
                  <a:lnTo>
                    <a:pt x="502" y="255"/>
                  </a:lnTo>
                  <a:lnTo>
                    <a:pt x="500" y="250"/>
                  </a:lnTo>
                  <a:lnTo>
                    <a:pt x="496" y="245"/>
                  </a:lnTo>
                  <a:lnTo>
                    <a:pt x="494" y="243"/>
                  </a:lnTo>
                  <a:lnTo>
                    <a:pt x="491" y="241"/>
                  </a:lnTo>
                  <a:lnTo>
                    <a:pt x="492" y="238"/>
                  </a:lnTo>
                  <a:lnTo>
                    <a:pt x="491" y="236"/>
                  </a:lnTo>
                  <a:lnTo>
                    <a:pt x="491" y="229"/>
                  </a:lnTo>
                  <a:lnTo>
                    <a:pt x="488" y="226"/>
                  </a:lnTo>
                  <a:lnTo>
                    <a:pt x="487" y="226"/>
                  </a:lnTo>
                  <a:lnTo>
                    <a:pt x="482" y="224"/>
                  </a:lnTo>
                  <a:lnTo>
                    <a:pt x="477" y="224"/>
                  </a:lnTo>
                  <a:lnTo>
                    <a:pt x="474" y="220"/>
                  </a:lnTo>
                  <a:lnTo>
                    <a:pt x="471" y="218"/>
                  </a:lnTo>
                  <a:lnTo>
                    <a:pt x="471" y="215"/>
                  </a:lnTo>
                  <a:lnTo>
                    <a:pt x="470" y="213"/>
                  </a:lnTo>
                  <a:lnTo>
                    <a:pt x="470" y="212"/>
                  </a:lnTo>
                  <a:lnTo>
                    <a:pt x="467" y="213"/>
                  </a:lnTo>
                  <a:lnTo>
                    <a:pt x="458" y="213"/>
                  </a:lnTo>
                  <a:lnTo>
                    <a:pt x="455" y="213"/>
                  </a:lnTo>
                  <a:lnTo>
                    <a:pt x="453" y="211"/>
                  </a:lnTo>
                  <a:lnTo>
                    <a:pt x="451" y="208"/>
                  </a:lnTo>
                  <a:lnTo>
                    <a:pt x="451" y="208"/>
                  </a:lnTo>
                  <a:lnTo>
                    <a:pt x="450" y="205"/>
                  </a:lnTo>
                  <a:lnTo>
                    <a:pt x="450" y="201"/>
                  </a:lnTo>
                  <a:lnTo>
                    <a:pt x="448" y="196"/>
                  </a:lnTo>
                  <a:lnTo>
                    <a:pt x="444" y="193"/>
                  </a:lnTo>
                  <a:lnTo>
                    <a:pt x="444" y="192"/>
                  </a:lnTo>
                  <a:lnTo>
                    <a:pt x="444" y="191"/>
                  </a:lnTo>
                  <a:lnTo>
                    <a:pt x="441" y="190"/>
                  </a:lnTo>
                  <a:lnTo>
                    <a:pt x="440" y="188"/>
                  </a:lnTo>
                  <a:lnTo>
                    <a:pt x="441" y="186"/>
                  </a:lnTo>
                  <a:lnTo>
                    <a:pt x="441" y="183"/>
                  </a:lnTo>
                  <a:lnTo>
                    <a:pt x="438" y="182"/>
                  </a:lnTo>
                  <a:lnTo>
                    <a:pt x="440" y="180"/>
                  </a:lnTo>
                  <a:lnTo>
                    <a:pt x="444" y="180"/>
                  </a:lnTo>
                  <a:lnTo>
                    <a:pt x="446" y="176"/>
                  </a:lnTo>
                  <a:lnTo>
                    <a:pt x="449" y="176"/>
                  </a:lnTo>
                  <a:lnTo>
                    <a:pt x="455" y="175"/>
                  </a:lnTo>
                  <a:lnTo>
                    <a:pt x="465" y="172"/>
                  </a:lnTo>
                  <a:lnTo>
                    <a:pt x="467" y="170"/>
                  </a:lnTo>
                  <a:lnTo>
                    <a:pt x="471" y="168"/>
                  </a:lnTo>
                  <a:lnTo>
                    <a:pt x="473" y="170"/>
                  </a:lnTo>
                  <a:lnTo>
                    <a:pt x="477" y="168"/>
                  </a:lnTo>
                  <a:lnTo>
                    <a:pt x="478" y="166"/>
                  </a:lnTo>
                  <a:lnTo>
                    <a:pt x="482" y="165"/>
                  </a:lnTo>
                  <a:lnTo>
                    <a:pt x="490" y="161"/>
                  </a:lnTo>
                  <a:lnTo>
                    <a:pt x="491" y="162"/>
                  </a:lnTo>
                  <a:lnTo>
                    <a:pt x="490" y="165"/>
                  </a:lnTo>
                  <a:lnTo>
                    <a:pt x="490" y="166"/>
                  </a:lnTo>
                  <a:lnTo>
                    <a:pt x="488" y="167"/>
                  </a:lnTo>
                  <a:lnTo>
                    <a:pt x="486" y="172"/>
                  </a:lnTo>
                  <a:lnTo>
                    <a:pt x="486" y="174"/>
                  </a:lnTo>
                  <a:lnTo>
                    <a:pt x="491" y="178"/>
                  </a:lnTo>
                  <a:lnTo>
                    <a:pt x="495" y="178"/>
                  </a:lnTo>
                  <a:lnTo>
                    <a:pt x="492" y="178"/>
                  </a:lnTo>
                  <a:lnTo>
                    <a:pt x="488" y="172"/>
                  </a:lnTo>
                  <a:lnTo>
                    <a:pt x="488" y="171"/>
                  </a:lnTo>
                  <a:lnTo>
                    <a:pt x="490" y="168"/>
                  </a:lnTo>
                  <a:lnTo>
                    <a:pt x="495" y="166"/>
                  </a:lnTo>
                  <a:lnTo>
                    <a:pt x="496" y="162"/>
                  </a:lnTo>
                  <a:lnTo>
                    <a:pt x="495" y="158"/>
                  </a:lnTo>
                  <a:lnTo>
                    <a:pt x="492" y="158"/>
                  </a:lnTo>
                  <a:lnTo>
                    <a:pt x="488" y="155"/>
                  </a:lnTo>
                  <a:lnTo>
                    <a:pt x="490" y="154"/>
                  </a:lnTo>
                  <a:lnTo>
                    <a:pt x="486" y="154"/>
                  </a:lnTo>
                  <a:lnTo>
                    <a:pt x="484" y="155"/>
                  </a:lnTo>
                  <a:lnTo>
                    <a:pt x="483" y="154"/>
                  </a:lnTo>
                  <a:lnTo>
                    <a:pt x="482" y="150"/>
                  </a:lnTo>
                  <a:lnTo>
                    <a:pt x="478" y="151"/>
                  </a:lnTo>
                  <a:lnTo>
                    <a:pt x="477" y="151"/>
                  </a:lnTo>
                  <a:lnTo>
                    <a:pt x="473" y="149"/>
                  </a:lnTo>
                  <a:lnTo>
                    <a:pt x="474" y="147"/>
                  </a:lnTo>
                  <a:lnTo>
                    <a:pt x="475" y="146"/>
                  </a:lnTo>
                  <a:lnTo>
                    <a:pt x="477" y="145"/>
                  </a:lnTo>
                  <a:lnTo>
                    <a:pt x="478" y="147"/>
                  </a:lnTo>
                  <a:lnTo>
                    <a:pt x="480" y="147"/>
                  </a:lnTo>
                  <a:lnTo>
                    <a:pt x="483" y="146"/>
                  </a:lnTo>
                  <a:lnTo>
                    <a:pt x="483" y="145"/>
                  </a:lnTo>
                  <a:lnTo>
                    <a:pt x="482" y="145"/>
                  </a:lnTo>
                  <a:lnTo>
                    <a:pt x="479" y="146"/>
                  </a:lnTo>
                  <a:lnTo>
                    <a:pt x="477" y="143"/>
                  </a:lnTo>
                  <a:lnTo>
                    <a:pt x="477" y="141"/>
                  </a:lnTo>
                  <a:lnTo>
                    <a:pt x="474" y="141"/>
                  </a:lnTo>
                  <a:lnTo>
                    <a:pt x="470" y="140"/>
                  </a:lnTo>
                  <a:lnTo>
                    <a:pt x="467" y="141"/>
                  </a:lnTo>
                  <a:lnTo>
                    <a:pt x="466" y="138"/>
                  </a:lnTo>
                  <a:lnTo>
                    <a:pt x="467" y="137"/>
                  </a:lnTo>
                  <a:lnTo>
                    <a:pt x="467" y="134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3"/>
                  </a:lnTo>
                  <a:lnTo>
                    <a:pt x="470" y="137"/>
                  </a:lnTo>
                  <a:lnTo>
                    <a:pt x="473" y="136"/>
                  </a:lnTo>
                  <a:lnTo>
                    <a:pt x="475" y="140"/>
                  </a:lnTo>
                  <a:lnTo>
                    <a:pt x="475" y="137"/>
                  </a:lnTo>
                  <a:lnTo>
                    <a:pt x="475" y="136"/>
                  </a:lnTo>
                  <a:lnTo>
                    <a:pt x="478" y="134"/>
                  </a:lnTo>
                  <a:lnTo>
                    <a:pt x="478" y="129"/>
                  </a:lnTo>
                  <a:lnTo>
                    <a:pt x="477" y="128"/>
                  </a:lnTo>
                  <a:lnTo>
                    <a:pt x="477" y="126"/>
                  </a:lnTo>
                  <a:lnTo>
                    <a:pt x="479" y="128"/>
                  </a:lnTo>
                  <a:lnTo>
                    <a:pt x="480" y="125"/>
                  </a:lnTo>
                  <a:lnTo>
                    <a:pt x="475" y="124"/>
                  </a:lnTo>
                  <a:lnTo>
                    <a:pt x="474" y="126"/>
                  </a:lnTo>
                  <a:lnTo>
                    <a:pt x="471" y="126"/>
                  </a:lnTo>
                  <a:lnTo>
                    <a:pt x="471" y="124"/>
                  </a:lnTo>
                  <a:lnTo>
                    <a:pt x="474" y="121"/>
                  </a:lnTo>
                  <a:lnTo>
                    <a:pt x="478" y="121"/>
                  </a:lnTo>
                  <a:lnTo>
                    <a:pt x="480" y="120"/>
                  </a:lnTo>
                  <a:lnTo>
                    <a:pt x="480" y="118"/>
                  </a:lnTo>
                  <a:lnTo>
                    <a:pt x="483" y="116"/>
                  </a:lnTo>
                  <a:lnTo>
                    <a:pt x="483" y="113"/>
                  </a:lnTo>
                  <a:lnTo>
                    <a:pt x="483" y="112"/>
                  </a:lnTo>
                  <a:lnTo>
                    <a:pt x="483" y="112"/>
                  </a:lnTo>
                  <a:lnTo>
                    <a:pt x="486" y="108"/>
                  </a:lnTo>
                  <a:lnTo>
                    <a:pt x="487" y="108"/>
                  </a:lnTo>
                  <a:lnTo>
                    <a:pt x="487" y="109"/>
                  </a:lnTo>
                  <a:lnTo>
                    <a:pt x="488" y="109"/>
                  </a:lnTo>
                  <a:lnTo>
                    <a:pt x="490" y="107"/>
                  </a:lnTo>
                  <a:lnTo>
                    <a:pt x="491" y="107"/>
                  </a:lnTo>
                  <a:lnTo>
                    <a:pt x="490" y="105"/>
                  </a:lnTo>
                  <a:lnTo>
                    <a:pt x="490" y="104"/>
                  </a:lnTo>
                  <a:lnTo>
                    <a:pt x="494" y="103"/>
                  </a:lnTo>
                  <a:lnTo>
                    <a:pt x="495" y="101"/>
                  </a:lnTo>
                  <a:lnTo>
                    <a:pt x="495" y="100"/>
                  </a:lnTo>
                  <a:lnTo>
                    <a:pt x="496" y="100"/>
                  </a:lnTo>
                  <a:lnTo>
                    <a:pt x="499" y="100"/>
                  </a:lnTo>
                  <a:lnTo>
                    <a:pt x="503" y="100"/>
                  </a:lnTo>
                  <a:lnTo>
                    <a:pt x="502" y="97"/>
                  </a:lnTo>
                  <a:lnTo>
                    <a:pt x="502" y="96"/>
                  </a:lnTo>
                  <a:lnTo>
                    <a:pt x="507" y="95"/>
                  </a:lnTo>
                  <a:lnTo>
                    <a:pt x="509" y="93"/>
                  </a:lnTo>
                  <a:lnTo>
                    <a:pt x="511" y="91"/>
                  </a:lnTo>
                  <a:lnTo>
                    <a:pt x="517" y="88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3" y="88"/>
                  </a:lnTo>
                  <a:lnTo>
                    <a:pt x="512" y="87"/>
                  </a:lnTo>
                  <a:lnTo>
                    <a:pt x="509" y="90"/>
                  </a:lnTo>
                  <a:lnTo>
                    <a:pt x="507" y="88"/>
                  </a:lnTo>
                  <a:lnTo>
                    <a:pt x="507" y="83"/>
                  </a:lnTo>
                  <a:lnTo>
                    <a:pt x="509" y="82"/>
                  </a:lnTo>
                  <a:lnTo>
                    <a:pt x="509" y="80"/>
                  </a:lnTo>
                  <a:lnTo>
                    <a:pt x="511" y="80"/>
                  </a:lnTo>
                  <a:lnTo>
                    <a:pt x="511" y="82"/>
                  </a:lnTo>
                  <a:lnTo>
                    <a:pt x="512" y="82"/>
                  </a:lnTo>
                  <a:lnTo>
                    <a:pt x="513" y="80"/>
                  </a:lnTo>
                  <a:lnTo>
                    <a:pt x="511" y="78"/>
                  </a:lnTo>
                  <a:lnTo>
                    <a:pt x="513" y="78"/>
                  </a:lnTo>
                  <a:lnTo>
                    <a:pt x="516" y="79"/>
                  </a:lnTo>
                  <a:lnTo>
                    <a:pt x="519" y="79"/>
                  </a:lnTo>
                  <a:lnTo>
                    <a:pt x="521" y="76"/>
                  </a:lnTo>
                  <a:lnTo>
                    <a:pt x="524" y="78"/>
                  </a:lnTo>
                  <a:lnTo>
                    <a:pt x="530" y="75"/>
                  </a:lnTo>
                  <a:lnTo>
                    <a:pt x="533" y="75"/>
                  </a:lnTo>
                  <a:lnTo>
                    <a:pt x="533" y="78"/>
                  </a:lnTo>
                  <a:lnTo>
                    <a:pt x="532" y="83"/>
                  </a:lnTo>
                  <a:lnTo>
                    <a:pt x="532" y="84"/>
                  </a:lnTo>
                  <a:lnTo>
                    <a:pt x="533" y="86"/>
                  </a:lnTo>
                  <a:lnTo>
                    <a:pt x="534" y="83"/>
                  </a:lnTo>
                  <a:lnTo>
                    <a:pt x="537" y="79"/>
                  </a:lnTo>
                  <a:lnTo>
                    <a:pt x="536" y="76"/>
                  </a:lnTo>
                  <a:lnTo>
                    <a:pt x="537" y="76"/>
                  </a:lnTo>
                  <a:lnTo>
                    <a:pt x="538" y="78"/>
                  </a:lnTo>
                  <a:lnTo>
                    <a:pt x="540" y="82"/>
                  </a:lnTo>
                  <a:lnTo>
                    <a:pt x="541" y="82"/>
                  </a:lnTo>
                  <a:lnTo>
                    <a:pt x="542" y="79"/>
                  </a:lnTo>
                  <a:lnTo>
                    <a:pt x="541" y="76"/>
                  </a:lnTo>
                  <a:lnTo>
                    <a:pt x="542" y="75"/>
                  </a:lnTo>
                  <a:lnTo>
                    <a:pt x="544" y="75"/>
                  </a:lnTo>
                  <a:lnTo>
                    <a:pt x="544" y="78"/>
                  </a:lnTo>
                  <a:lnTo>
                    <a:pt x="548" y="75"/>
                  </a:lnTo>
                  <a:lnTo>
                    <a:pt x="548" y="74"/>
                  </a:lnTo>
                  <a:lnTo>
                    <a:pt x="546" y="72"/>
                  </a:lnTo>
                  <a:lnTo>
                    <a:pt x="549" y="72"/>
                  </a:lnTo>
                  <a:lnTo>
                    <a:pt x="550" y="71"/>
                  </a:lnTo>
                  <a:lnTo>
                    <a:pt x="548" y="70"/>
                  </a:lnTo>
                  <a:lnTo>
                    <a:pt x="550" y="67"/>
                  </a:lnTo>
                  <a:lnTo>
                    <a:pt x="554" y="67"/>
                  </a:lnTo>
                  <a:lnTo>
                    <a:pt x="556" y="66"/>
                  </a:lnTo>
                  <a:lnTo>
                    <a:pt x="557" y="66"/>
                  </a:lnTo>
                  <a:lnTo>
                    <a:pt x="557" y="67"/>
                  </a:lnTo>
                  <a:lnTo>
                    <a:pt x="558" y="68"/>
                  </a:lnTo>
                  <a:lnTo>
                    <a:pt x="562" y="68"/>
                  </a:lnTo>
                  <a:lnTo>
                    <a:pt x="562" y="72"/>
                  </a:lnTo>
                  <a:lnTo>
                    <a:pt x="563" y="74"/>
                  </a:lnTo>
                  <a:lnTo>
                    <a:pt x="561" y="79"/>
                  </a:lnTo>
                  <a:lnTo>
                    <a:pt x="565" y="78"/>
                  </a:lnTo>
                  <a:lnTo>
                    <a:pt x="567" y="72"/>
                  </a:lnTo>
                  <a:lnTo>
                    <a:pt x="565" y="67"/>
                  </a:lnTo>
                  <a:lnTo>
                    <a:pt x="561" y="66"/>
                  </a:lnTo>
                  <a:lnTo>
                    <a:pt x="559" y="63"/>
                  </a:lnTo>
                  <a:lnTo>
                    <a:pt x="557" y="65"/>
                  </a:lnTo>
                  <a:lnTo>
                    <a:pt x="556" y="63"/>
                  </a:lnTo>
                  <a:lnTo>
                    <a:pt x="553" y="63"/>
                  </a:lnTo>
                  <a:lnTo>
                    <a:pt x="552" y="62"/>
                  </a:lnTo>
                  <a:lnTo>
                    <a:pt x="549" y="61"/>
                  </a:lnTo>
                  <a:lnTo>
                    <a:pt x="549" y="61"/>
                  </a:lnTo>
                  <a:lnTo>
                    <a:pt x="550" y="58"/>
                  </a:lnTo>
                  <a:lnTo>
                    <a:pt x="556" y="58"/>
                  </a:lnTo>
                  <a:lnTo>
                    <a:pt x="557" y="57"/>
                  </a:lnTo>
                  <a:lnTo>
                    <a:pt x="559" y="57"/>
                  </a:lnTo>
                  <a:lnTo>
                    <a:pt x="562" y="57"/>
                  </a:lnTo>
                  <a:lnTo>
                    <a:pt x="563" y="55"/>
                  </a:lnTo>
                  <a:lnTo>
                    <a:pt x="566" y="57"/>
                  </a:lnTo>
                  <a:lnTo>
                    <a:pt x="571" y="55"/>
                  </a:lnTo>
                  <a:lnTo>
                    <a:pt x="574" y="57"/>
                  </a:lnTo>
                  <a:lnTo>
                    <a:pt x="575" y="55"/>
                  </a:lnTo>
                  <a:lnTo>
                    <a:pt x="578" y="57"/>
                  </a:lnTo>
                  <a:lnTo>
                    <a:pt x="579" y="55"/>
                  </a:lnTo>
                  <a:lnTo>
                    <a:pt x="579" y="54"/>
                  </a:lnTo>
                  <a:lnTo>
                    <a:pt x="575" y="53"/>
                  </a:lnTo>
                  <a:lnTo>
                    <a:pt x="571" y="51"/>
                  </a:lnTo>
                  <a:lnTo>
                    <a:pt x="569" y="53"/>
                  </a:lnTo>
                  <a:lnTo>
                    <a:pt x="563" y="53"/>
                  </a:lnTo>
                  <a:lnTo>
                    <a:pt x="563" y="51"/>
                  </a:lnTo>
                  <a:lnTo>
                    <a:pt x="563" y="47"/>
                  </a:lnTo>
                  <a:lnTo>
                    <a:pt x="566" y="46"/>
                  </a:lnTo>
                  <a:lnTo>
                    <a:pt x="563" y="45"/>
                  </a:lnTo>
                  <a:lnTo>
                    <a:pt x="561" y="41"/>
                  </a:lnTo>
                  <a:lnTo>
                    <a:pt x="558" y="42"/>
                  </a:lnTo>
                  <a:lnTo>
                    <a:pt x="556" y="38"/>
                  </a:lnTo>
                  <a:lnTo>
                    <a:pt x="556" y="36"/>
                  </a:lnTo>
                  <a:lnTo>
                    <a:pt x="558" y="36"/>
                  </a:lnTo>
                  <a:lnTo>
                    <a:pt x="558" y="33"/>
                  </a:lnTo>
                  <a:lnTo>
                    <a:pt x="554" y="30"/>
                  </a:lnTo>
                  <a:lnTo>
                    <a:pt x="556" y="20"/>
                  </a:lnTo>
                  <a:lnTo>
                    <a:pt x="558" y="17"/>
                  </a:lnTo>
                  <a:lnTo>
                    <a:pt x="557" y="13"/>
                  </a:lnTo>
                  <a:lnTo>
                    <a:pt x="557" y="9"/>
                  </a:lnTo>
                  <a:lnTo>
                    <a:pt x="559" y="8"/>
                  </a:lnTo>
                  <a:lnTo>
                    <a:pt x="558" y="5"/>
                  </a:lnTo>
                  <a:lnTo>
                    <a:pt x="559" y="4"/>
                  </a:lnTo>
                  <a:lnTo>
                    <a:pt x="561" y="3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2" name="Freeform 342">
              <a:extLst>
                <a:ext uri="{FF2B5EF4-FFF2-40B4-BE49-F238E27FC236}">
                  <a16:creationId xmlns:a16="http://schemas.microsoft.com/office/drawing/2014/main" id="{5AF88E2D-D8FE-42FB-87BA-C54892B513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90627" y="729163"/>
              <a:ext cx="6999893" cy="5168313"/>
            </a:xfrm>
            <a:custGeom>
              <a:avLst/>
              <a:gdLst>
                <a:gd name="T0" fmla="*/ 578 w 772"/>
                <a:gd name="T1" fmla="*/ 566 h 570"/>
                <a:gd name="T2" fmla="*/ 573 w 772"/>
                <a:gd name="T3" fmla="*/ 547 h 570"/>
                <a:gd name="T4" fmla="*/ 658 w 772"/>
                <a:gd name="T5" fmla="*/ 497 h 570"/>
                <a:gd name="T6" fmla="*/ 708 w 772"/>
                <a:gd name="T7" fmla="*/ 488 h 570"/>
                <a:gd name="T8" fmla="*/ 702 w 772"/>
                <a:gd name="T9" fmla="*/ 514 h 570"/>
                <a:gd name="T10" fmla="*/ 697 w 772"/>
                <a:gd name="T11" fmla="*/ 483 h 570"/>
                <a:gd name="T12" fmla="*/ 701 w 772"/>
                <a:gd name="T13" fmla="*/ 400 h 570"/>
                <a:gd name="T14" fmla="*/ 687 w 772"/>
                <a:gd name="T15" fmla="*/ 378 h 570"/>
                <a:gd name="T16" fmla="*/ 627 w 772"/>
                <a:gd name="T17" fmla="*/ 2 h 570"/>
                <a:gd name="T18" fmla="*/ 639 w 772"/>
                <a:gd name="T19" fmla="*/ 10 h 570"/>
                <a:gd name="T20" fmla="*/ 649 w 772"/>
                <a:gd name="T21" fmla="*/ 25 h 570"/>
                <a:gd name="T22" fmla="*/ 668 w 772"/>
                <a:gd name="T23" fmla="*/ 47 h 570"/>
                <a:gd name="T24" fmla="*/ 683 w 772"/>
                <a:gd name="T25" fmla="*/ 67 h 570"/>
                <a:gd name="T26" fmla="*/ 699 w 772"/>
                <a:gd name="T27" fmla="*/ 68 h 570"/>
                <a:gd name="T28" fmla="*/ 715 w 772"/>
                <a:gd name="T29" fmla="*/ 80 h 570"/>
                <a:gd name="T30" fmla="*/ 722 w 772"/>
                <a:gd name="T31" fmla="*/ 93 h 570"/>
                <a:gd name="T32" fmla="*/ 744 w 772"/>
                <a:gd name="T33" fmla="*/ 99 h 570"/>
                <a:gd name="T34" fmla="*/ 760 w 772"/>
                <a:gd name="T35" fmla="*/ 81 h 570"/>
                <a:gd name="T36" fmla="*/ 769 w 772"/>
                <a:gd name="T37" fmla="*/ 101 h 570"/>
                <a:gd name="T38" fmla="*/ 770 w 772"/>
                <a:gd name="T39" fmla="*/ 121 h 570"/>
                <a:gd name="T40" fmla="*/ 768 w 772"/>
                <a:gd name="T41" fmla="*/ 139 h 570"/>
                <a:gd name="T42" fmla="*/ 749 w 772"/>
                <a:gd name="T43" fmla="*/ 150 h 570"/>
                <a:gd name="T44" fmla="*/ 755 w 772"/>
                <a:gd name="T45" fmla="*/ 181 h 570"/>
                <a:gd name="T46" fmla="*/ 697 w 772"/>
                <a:gd name="T47" fmla="*/ 246 h 570"/>
                <a:gd name="T48" fmla="*/ 669 w 772"/>
                <a:gd name="T49" fmla="*/ 262 h 570"/>
                <a:gd name="T50" fmla="*/ 669 w 772"/>
                <a:gd name="T51" fmla="*/ 256 h 570"/>
                <a:gd name="T52" fmla="*/ 669 w 772"/>
                <a:gd name="T53" fmla="*/ 237 h 570"/>
                <a:gd name="T54" fmla="*/ 643 w 772"/>
                <a:gd name="T55" fmla="*/ 246 h 570"/>
                <a:gd name="T56" fmla="*/ 622 w 772"/>
                <a:gd name="T57" fmla="*/ 267 h 570"/>
                <a:gd name="T58" fmla="*/ 639 w 772"/>
                <a:gd name="T59" fmla="*/ 283 h 570"/>
                <a:gd name="T60" fmla="*/ 657 w 772"/>
                <a:gd name="T61" fmla="*/ 283 h 570"/>
                <a:gd name="T62" fmla="*/ 685 w 772"/>
                <a:gd name="T63" fmla="*/ 288 h 570"/>
                <a:gd name="T64" fmla="*/ 669 w 772"/>
                <a:gd name="T65" fmla="*/ 300 h 570"/>
                <a:gd name="T66" fmla="*/ 655 w 772"/>
                <a:gd name="T67" fmla="*/ 317 h 570"/>
                <a:gd name="T68" fmla="*/ 674 w 772"/>
                <a:gd name="T69" fmla="*/ 354 h 570"/>
                <a:gd name="T70" fmla="*/ 681 w 772"/>
                <a:gd name="T71" fmla="*/ 374 h 570"/>
                <a:gd name="T72" fmla="*/ 660 w 772"/>
                <a:gd name="T73" fmla="*/ 371 h 570"/>
                <a:gd name="T74" fmla="*/ 690 w 772"/>
                <a:gd name="T75" fmla="*/ 393 h 570"/>
                <a:gd name="T76" fmla="*/ 689 w 772"/>
                <a:gd name="T77" fmla="*/ 399 h 570"/>
                <a:gd name="T78" fmla="*/ 699 w 772"/>
                <a:gd name="T79" fmla="*/ 408 h 570"/>
                <a:gd name="T80" fmla="*/ 697 w 772"/>
                <a:gd name="T81" fmla="*/ 420 h 570"/>
                <a:gd name="T82" fmla="*/ 691 w 772"/>
                <a:gd name="T83" fmla="*/ 433 h 570"/>
                <a:gd name="T84" fmla="*/ 689 w 772"/>
                <a:gd name="T85" fmla="*/ 447 h 570"/>
                <a:gd name="T86" fmla="*/ 681 w 772"/>
                <a:gd name="T87" fmla="*/ 458 h 570"/>
                <a:gd name="T88" fmla="*/ 681 w 772"/>
                <a:gd name="T89" fmla="*/ 471 h 570"/>
                <a:gd name="T90" fmla="*/ 673 w 772"/>
                <a:gd name="T91" fmla="*/ 475 h 570"/>
                <a:gd name="T92" fmla="*/ 665 w 772"/>
                <a:gd name="T93" fmla="*/ 487 h 570"/>
                <a:gd name="T94" fmla="*/ 656 w 772"/>
                <a:gd name="T95" fmla="*/ 495 h 570"/>
                <a:gd name="T96" fmla="*/ 641 w 772"/>
                <a:gd name="T97" fmla="*/ 508 h 570"/>
                <a:gd name="T98" fmla="*/ 624 w 772"/>
                <a:gd name="T99" fmla="*/ 513 h 570"/>
                <a:gd name="T100" fmla="*/ 612 w 772"/>
                <a:gd name="T101" fmla="*/ 517 h 570"/>
                <a:gd name="T102" fmla="*/ 590 w 772"/>
                <a:gd name="T103" fmla="*/ 526 h 570"/>
                <a:gd name="T104" fmla="*/ 581 w 772"/>
                <a:gd name="T105" fmla="*/ 530 h 570"/>
                <a:gd name="T106" fmla="*/ 577 w 772"/>
                <a:gd name="T107" fmla="*/ 539 h 570"/>
                <a:gd name="T108" fmla="*/ 564 w 772"/>
                <a:gd name="T109" fmla="*/ 525 h 570"/>
                <a:gd name="T110" fmla="*/ 474 w 772"/>
                <a:gd name="T111" fmla="*/ 537 h 570"/>
                <a:gd name="T112" fmla="*/ 554 w 772"/>
                <a:gd name="T113" fmla="*/ 80 h 570"/>
                <a:gd name="T114" fmla="*/ 582 w 772"/>
                <a:gd name="T115" fmla="*/ 67 h 570"/>
                <a:gd name="T116" fmla="*/ 581 w 772"/>
                <a:gd name="T117" fmla="*/ 39 h 570"/>
                <a:gd name="T118" fmla="*/ 574 w 772"/>
                <a:gd name="T119" fmla="*/ 21 h 570"/>
                <a:gd name="T120" fmla="*/ 590 w 772"/>
                <a:gd name="T121" fmla="*/ 4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72" h="570">
                  <a:moveTo>
                    <a:pt x="586" y="545"/>
                  </a:moveTo>
                  <a:lnTo>
                    <a:pt x="589" y="545"/>
                  </a:lnTo>
                  <a:lnTo>
                    <a:pt x="590" y="547"/>
                  </a:lnTo>
                  <a:lnTo>
                    <a:pt x="591" y="550"/>
                  </a:lnTo>
                  <a:lnTo>
                    <a:pt x="590" y="553"/>
                  </a:lnTo>
                  <a:lnTo>
                    <a:pt x="589" y="554"/>
                  </a:lnTo>
                  <a:lnTo>
                    <a:pt x="589" y="555"/>
                  </a:lnTo>
                  <a:lnTo>
                    <a:pt x="587" y="559"/>
                  </a:lnTo>
                  <a:lnTo>
                    <a:pt x="587" y="560"/>
                  </a:lnTo>
                  <a:lnTo>
                    <a:pt x="586" y="563"/>
                  </a:lnTo>
                  <a:lnTo>
                    <a:pt x="583" y="563"/>
                  </a:lnTo>
                  <a:lnTo>
                    <a:pt x="583" y="564"/>
                  </a:lnTo>
                  <a:lnTo>
                    <a:pt x="582" y="567"/>
                  </a:lnTo>
                  <a:lnTo>
                    <a:pt x="579" y="566"/>
                  </a:lnTo>
                  <a:lnTo>
                    <a:pt x="578" y="566"/>
                  </a:lnTo>
                  <a:lnTo>
                    <a:pt x="577" y="568"/>
                  </a:lnTo>
                  <a:lnTo>
                    <a:pt x="575" y="570"/>
                  </a:lnTo>
                  <a:lnTo>
                    <a:pt x="574" y="568"/>
                  </a:lnTo>
                  <a:lnTo>
                    <a:pt x="572" y="568"/>
                  </a:lnTo>
                  <a:lnTo>
                    <a:pt x="570" y="567"/>
                  </a:lnTo>
                  <a:lnTo>
                    <a:pt x="568" y="567"/>
                  </a:lnTo>
                  <a:lnTo>
                    <a:pt x="566" y="564"/>
                  </a:lnTo>
                  <a:lnTo>
                    <a:pt x="566" y="563"/>
                  </a:lnTo>
                  <a:lnTo>
                    <a:pt x="565" y="560"/>
                  </a:lnTo>
                  <a:lnTo>
                    <a:pt x="565" y="556"/>
                  </a:lnTo>
                  <a:lnTo>
                    <a:pt x="564" y="555"/>
                  </a:lnTo>
                  <a:lnTo>
                    <a:pt x="566" y="551"/>
                  </a:lnTo>
                  <a:lnTo>
                    <a:pt x="570" y="550"/>
                  </a:lnTo>
                  <a:lnTo>
                    <a:pt x="570" y="547"/>
                  </a:lnTo>
                  <a:lnTo>
                    <a:pt x="573" y="547"/>
                  </a:lnTo>
                  <a:lnTo>
                    <a:pt x="575" y="546"/>
                  </a:lnTo>
                  <a:lnTo>
                    <a:pt x="577" y="546"/>
                  </a:lnTo>
                  <a:lnTo>
                    <a:pt x="579" y="545"/>
                  </a:lnTo>
                  <a:lnTo>
                    <a:pt x="579" y="545"/>
                  </a:lnTo>
                  <a:lnTo>
                    <a:pt x="582" y="545"/>
                  </a:lnTo>
                  <a:lnTo>
                    <a:pt x="583" y="546"/>
                  </a:lnTo>
                  <a:lnTo>
                    <a:pt x="586" y="545"/>
                  </a:lnTo>
                  <a:close/>
                  <a:moveTo>
                    <a:pt x="585" y="531"/>
                  </a:moveTo>
                  <a:lnTo>
                    <a:pt x="587" y="533"/>
                  </a:lnTo>
                  <a:lnTo>
                    <a:pt x="587" y="534"/>
                  </a:lnTo>
                  <a:lnTo>
                    <a:pt x="585" y="533"/>
                  </a:lnTo>
                  <a:lnTo>
                    <a:pt x="583" y="534"/>
                  </a:lnTo>
                  <a:lnTo>
                    <a:pt x="582" y="533"/>
                  </a:lnTo>
                  <a:lnTo>
                    <a:pt x="585" y="531"/>
                  </a:lnTo>
                  <a:close/>
                  <a:moveTo>
                    <a:pt x="658" y="497"/>
                  </a:moveTo>
                  <a:lnTo>
                    <a:pt x="660" y="499"/>
                  </a:lnTo>
                  <a:lnTo>
                    <a:pt x="658" y="500"/>
                  </a:lnTo>
                  <a:lnTo>
                    <a:pt x="657" y="500"/>
                  </a:lnTo>
                  <a:lnTo>
                    <a:pt x="656" y="499"/>
                  </a:lnTo>
                  <a:lnTo>
                    <a:pt x="658" y="497"/>
                  </a:lnTo>
                  <a:close/>
                  <a:moveTo>
                    <a:pt x="706" y="470"/>
                  </a:moveTo>
                  <a:lnTo>
                    <a:pt x="708" y="470"/>
                  </a:lnTo>
                  <a:lnTo>
                    <a:pt x="710" y="472"/>
                  </a:lnTo>
                  <a:lnTo>
                    <a:pt x="710" y="472"/>
                  </a:lnTo>
                  <a:lnTo>
                    <a:pt x="712" y="475"/>
                  </a:lnTo>
                  <a:lnTo>
                    <a:pt x="712" y="476"/>
                  </a:lnTo>
                  <a:lnTo>
                    <a:pt x="711" y="476"/>
                  </a:lnTo>
                  <a:lnTo>
                    <a:pt x="711" y="480"/>
                  </a:lnTo>
                  <a:lnTo>
                    <a:pt x="710" y="485"/>
                  </a:lnTo>
                  <a:lnTo>
                    <a:pt x="708" y="488"/>
                  </a:lnTo>
                  <a:lnTo>
                    <a:pt x="710" y="492"/>
                  </a:lnTo>
                  <a:lnTo>
                    <a:pt x="710" y="495"/>
                  </a:lnTo>
                  <a:lnTo>
                    <a:pt x="708" y="500"/>
                  </a:lnTo>
                  <a:lnTo>
                    <a:pt x="710" y="500"/>
                  </a:lnTo>
                  <a:lnTo>
                    <a:pt x="708" y="501"/>
                  </a:lnTo>
                  <a:lnTo>
                    <a:pt x="708" y="504"/>
                  </a:lnTo>
                  <a:lnTo>
                    <a:pt x="706" y="508"/>
                  </a:lnTo>
                  <a:lnTo>
                    <a:pt x="703" y="510"/>
                  </a:lnTo>
                  <a:lnTo>
                    <a:pt x="705" y="514"/>
                  </a:lnTo>
                  <a:lnTo>
                    <a:pt x="705" y="517"/>
                  </a:lnTo>
                  <a:lnTo>
                    <a:pt x="705" y="520"/>
                  </a:lnTo>
                  <a:lnTo>
                    <a:pt x="703" y="518"/>
                  </a:lnTo>
                  <a:lnTo>
                    <a:pt x="702" y="520"/>
                  </a:lnTo>
                  <a:lnTo>
                    <a:pt x="702" y="517"/>
                  </a:lnTo>
                  <a:lnTo>
                    <a:pt x="702" y="514"/>
                  </a:lnTo>
                  <a:lnTo>
                    <a:pt x="699" y="512"/>
                  </a:lnTo>
                  <a:lnTo>
                    <a:pt x="697" y="510"/>
                  </a:lnTo>
                  <a:lnTo>
                    <a:pt x="697" y="509"/>
                  </a:lnTo>
                  <a:lnTo>
                    <a:pt x="695" y="509"/>
                  </a:lnTo>
                  <a:lnTo>
                    <a:pt x="694" y="508"/>
                  </a:lnTo>
                  <a:lnTo>
                    <a:pt x="694" y="505"/>
                  </a:lnTo>
                  <a:lnTo>
                    <a:pt x="694" y="505"/>
                  </a:lnTo>
                  <a:lnTo>
                    <a:pt x="694" y="504"/>
                  </a:lnTo>
                  <a:lnTo>
                    <a:pt x="693" y="504"/>
                  </a:lnTo>
                  <a:lnTo>
                    <a:pt x="693" y="499"/>
                  </a:lnTo>
                  <a:lnTo>
                    <a:pt x="693" y="495"/>
                  </a:lnTo>
                  <a:lnTo>
                    <a:pt x="691" y="493"/>
                  </a:lnTo>
                  <a:lnTo>
                    <a:pt x="693" y="492"/>
                  </a:lnTo>
                  <a:lnTo>
                    <a:pt x="694" y="488"/>
                  </a:lnTo>
                  <a:lnTo>
                    <a:pt x="697" y="483"/>
                  </a:lnTo>
                  <a:lnTo>
                    <a:pt x="697" y="483"/>
                  </a:lnTo>
                  <a:lnTo>
                    <a:pt x="698" y="480"/>
                  </a:lnTo>
                  <a:lnTo>
                    <a:pt x="697" y="479"/>
                  </a:lnTo>
                  <a:lnTo>
                    <a:pt x="699" y="475"/>
                  </a:lnTo>
                  <a:lnTo>
                    <a:pt x="702" y="472"/>
                  </a:lnTo>
                  <a:lnTo>
                    <a:pt x="705" y="472"/>
                  </a:lnTo>
                  <a:lnTo>
                    <a:pt x="703" y="470"/>
                  </a:lnTo>
                  <a:lnTo>
                    <a:pt x="706" y="470"/>
                  </a:lnTo>
                  <a:close/>
                  <a:moveTo>
                    <a:pt x="682" y="467"/>
                  </a:moveTo>
                  <a:lnTo>
                    <a:pt x="683" y="468"/>
                  </a:lnTo>
                  <a:lnTo>
                    <a:pt x="683" y="470"/>
                  </a:lnTo>
                  <a:lnTo>
                    <a:pt x="682" y="471"/>
                  </a:lnTo>
                  <a:lnTo>
                    <a:pt x="682" y="468"/>
                  </a:lnTo>
                  <a:lnTo>
                    <a:pt x="682" y="467"/>
                  </a:lnTo>
                  <a:close/>
                  <a:moveTo>
                    <a:pt x="701" y="400"/>
                  </a:moveTo>
                  <a:lnTo>
                    <a:pt x="701" y="400"/>
                  </a:lnTo>
                  <a:lnTo>
                    <a:pt x="702" y="400"/>
                  </a:lnTo>
                  <a:lnTo>
                    <a:pt x="705" y="401"/>
                  </a:lnTo>
                  <a:lnTo>
                    <a:pt x="705" y="403"/>
                  </a:lnTo>
                  <a:lnTo>
                    <a:pt x="703" y="403"/>
                  </a:lnTo>
                  <a:lnTo>
                    <a:pt x="701" y="401"/>
                  </a:lnTo>
                  <a:lnTo>
                    <a:pt x="701" y="400"/>
                  </a:lnTo>
                  <a:close/>
                  <a:moveTo>
                    <a:pt x="687" y="376"/>
                  </a:moveTo>
                  <a:lnTo>
                    <a:pt x="690" y="376"/>
                  </a:lnTo>
                  <a:lnTo>
                    <a:pt x="691" y="378"/>
                  </a:lnTo>
                  <a:lnTo>
                    <a:pt x="693" y="378"/>
                  </a:lnTo>
                  <a:lnTo>
                    <a:pt x="693" y="380"/>
                  </a:lnTo>
                  <a:lnTo>
                    <a:pt x="690" y="379"/>
                  </a:lnTo>
                  <a:lnTo>
                    <a:pt x="689" y="379"/>
                  </a:lnTo>
                  <a:lnTo>
                    <a:pt x="687" y="378"/>
                  </a:lnTo>
                  <a:lnTo>
                    <a:pt x="687" y="376"/>
                  </a:lnTo>
                  <a:close/>
                  <a:moveTo>
                    <a:pt x="607" y="0"/>
                  </a:moveTo>
                  <a:lnTo>
                    <a:pt x="608" y="0"/>
                  </a:lnTo>
                  <a:lnTo>
                    <a:pt x="610" y="0"/>
                  </a:lnTo>
                  <a:lnTo>
                    <a:pt x="611" y="1"/>
                  </a:lnTo>
                  <a:lnTo>
                    <a:pt x="615" y="1"/>
                  </a:lnTo>
                  <a:lnTo>
                    <a:pt x="616" y="2"/>
                  </a:lnTo>
                  <a:lnTo>
                    <a:pt x="618" y="4"/>
                  </a:lnTo>
                  <a:lnTo>
                    <a:pt x="620" y="4"/>
                  </a:lnTo>
                  <a:lnTo>
                    <a:pt x="622" y="4"/>
                  </a:lnTo>
                  <a:lnTo>
                    <a:pt x="622" y="4"/>
                  </a:lnTo>
                  <a:lnTo>
                    <a:pt x="624" y="5"/>
                  </a:lnTo>
                  <a:lnTo>
                    <a:pt x="626" y="5"/>
                  </a:lnTo>
                  <a:lnTo>
                    <a:pt x="626" y="2"/>
                  </a:lnTo>
                  <a:lnTo>
                    <a:pt x="627" y="2"/>
                  </a:lnTo>
                  <a:lnTo>
                    <a:pt x="627" y="2"/>
                  </a:lnTo>
                  <a:lnTo>
                    <a:pt x="629" y="2"/>
                  </a:lnTo>
                  <a:lnTo>
                    <a:pt x="629" y="2"/>
                  </a:lnTo>
                  <a:lnTo>
                    <a:pt x="631" y="4"/>
                  </a:lnTo>
                  <a:lnTo>
                    <a:pt x="632" y="4"/>
                  </a:lnTo>
                  <a:lnTo>
                    <a:pt x="633" y="4"/>
                  </a:lnTo>
                  <a:lnTo>
                    <a:pt x="635" y="5"/>
                  </a:lnTo>
                  <a:lnTo>
                    <a:pt x="635" y="6"/>
                  </a:lnTo>
                  <a:lnTo>
                    <a:pt x="635" y="8"/>
                  </a:lnTo>
                  <a:lnTo>
                    <a:pt x="636" y="8"/>
                  </a:lnTo>
                  <a:lnTo>
                    <a:pt x="636" y="9"/>
                  </a:lnTo>
                  <a:lnTo>
                    <a:pt x="637" y="8"/>
                  </a:lnTo>
                  <a:lnTo>
                    <a:pt x="639" y="8"/>
                  </a:lnTo>
                  <a:lnTo>
                    <a:pt x="640" y="9"/>
                  </a:lnTo>
                  <a:lnTo>
                    <a:pt x="639" y="10"/>
                  </a:lnTo>
                  <a:lnTo>
                    <a:pt x="640" y="12"/>
                  </a:lnTo>
                  <a:lnTo>
                    <a:pt x="641" y="12"/>
                  </a:lnTo>
                  <a:lnTo>
                    <a:pt x="643" y="12"/>
                  </a:lnTo>
                  <a:lnTo>
                    <a:pt x="644" y="13"/>
                  </a:lnTo>
                  <a:lnTo>
                    <a:pt x="644" y="13"/>
                  </a:lnTo>
                  <a:lnTo>
                    <a:pt x="645" y="14"/>
                  </a:lnTo>
                  <a:lnTo>
                    <a:pt x="645" y="16"/>
                  </a:lnTo>
                  <a:lnTo>
                    <a:pt x="645" y="17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1"/>
                  </a:lnTo>
                  <a:lnTo>
                    <a:pt x="649" y="21"/>
                  </a:lnTo>
                  <a:lnTo>
                    <a:pt x="651" y="22"/>
                  </a:lnTo>
                  <a:lnTo>
                    <a:pt x="649" y="24"/>
                  </a:lnTo>
                  <a:lnTo>
                    <a:pt x="649" y="25"/>
                  </a:lnTo>
                  <a:lnTo>
                    <a:pt x="652" y="26"/>
                  </a:lnTo>
                  <a:lnTo>
                    <a:pt x="653" y="29"/>
                  </a:lnTo>
                  <a:lnTo>
                    <a:pt x="655" y="30"/>
                  </a:lnTo>
                  <a:lnTo>
                    <a:pt x="656" y="33"/>
                  </a:lnTo>
                  <a:lnTo>
                    <a:pt x="656" y="33"/>
                  </a:lnTo>
                  <a:lnTo>
                    <a:pt x="657" y="34"/>
                  </a:lnTo>
                  <a:lnTo>
                    <a:pt x="658" y="35"/>
                  </a:lnTo>
                  <a:lnTo>
                    <a:pt x="658" y="37"/>
                  </a:lnTo>
                  <a:lnTo>
                    <a:pt x="658" y="38"/>
                  </a:lnTo>
                  <a:lnTo>
                    <a:pt x="658" y="38"/>
                  </a:lnTo>
                  <a:lnTo>
                    <a:pt x="660" y="38"/>
                  </a:lnTo>
                  <a:lnTo>
                    <a:pt x="661" y="39"/>
                  </a:lnTo>
                  <a:lnTo>
                    <a:pt x="661" y="41"/>
                  </a:lnTo>
                  <a:lnTo>
                    <a:pt x="664" y="45"/>
                  </a:lnTo>
                  <a:lnTo>
                    <a:pt x="668" y="47"/>
                  </a:lnTo>
                  <a:lnTo>
                    <a:pt x="669" y="50"/>
                  </a:lnTo>
                  <a:lnTo>
                    <a:pt x="669" y="51"/>
                  </a:lnTo>
                  <a:lnTo>
                    <a:pt x="670" y="52"/>
                  </a:lnTo>
                  <a:lnTo>
                    <a:pt x="670" y="55"/>
                  </a:lnTo>
                  <a:lnTo>
                    <a:pt x="672" y="55"/>
                  </a:lnTo>
                  <a:lnTo>
                    <a:pt x="673" y="56"/>
                  </a:lnTo>
                  <a:lnTo>
                    <a:pt x="673" y="58"/>
                  </a:lnTo>
                  <a:lnTo>
                    <a:pt x="673" y="59"/>
                  </a:lnTo>
                  <a:lnTo>
                    <a:pt x="674" y="62"/>
                  </a:lnTo>
                  <a:lnTo>
                    <a:pt x="677" y="64"/>
                  </a:lnTo>
                  <a:lnTo>
                    <a:pt x="680" y="66"/>
                  </a:lnTo>
                  <a:lnTo>
                    <a:pt x="680" y="67"/>
                  </a:lnTo>
                  <a:lnTo>
                    <a:pt x="681" y="67"/>
                  </a:lnTo>
                  <a:lnTo>
                    <a:pt x="682" y="67"/>
                  </a:lnTo>
                  <a:lnTo>
                    <a:pt x="683" y="67"/>
                  </a:lnTo>
                  <a:lnTo>
                    <a:pt x="685" y="67"/>
                  </a:lnTo>
                  <a:lnTo>
                    <a:pt x="687" y="67"/>
                  </a:lnTo>
                  <a:lnTo>
                    <a:pt x="689" y="66"/>
                  </a:lnTo>
                  <a:lnTo>
                    <a:pt x="690" y="66"/>
                  </a:lnTo>
                  <a:lnTo>
                    <a:pt x="690" y="67"/>
                  </a:lnTo>
                  <a:lnTo>
                    <a:pt x="689" y="68"/>
                  </a:lnTo>
                  <a:lnTo>
                    <a:pt x="690" y="68"/>
                  </a:lnTo>
                  <a:lnTo>
                    <a:pt x="693" y="68"/>
                  </a:lnTo>
                  <a:lnTo>
                    <a:pt x="694" y="70"/>
                  </a:lnTo>
                  <a:lnTo>
                    <a:pt x="694" y="70"/>
                  </a:lnTo>
                  <a:lnTo>
                    <a:pt x="697" y="71"/>
                  </a:lnTo>
                  <a:lnTo>
                    <a:pt x="697" y="70"/>
                  </a:lnTo>
                  <a:lnTo>
                    <a:pt x="698" y="70"/>
                  </a:lnTo>
                  <a:lnTo>
                    <a:pt x="699" y="70"/>
                  </a:lnTo>
                  <a:lnTo>
                    <a:pt x="699" y="68"/>
                  </a:lnTo>
                  <a:lnTo>
                    <a:pt x="701" y="68"/>
                  </a:lnTo>
                  <a:lnTo>
                    <a:pt x="702" y="70"/>
                  </a:lnTo>
                  <a:lnTo>
                    <a:pt x="702" y="71"/>
                  </a:lnTo>
                  <a:lnTo>
                    <a:pt x="703" y="72"/>
                  </a:lnTo>
                  <a:lnTo>
                    <a:pt x="705" y="72"/>
                  </a:lnTo>
                  <a:lnTo>
                    <a:pt x="705" y="74"/>
                  </a:lnTo>
                  <a:lnTo>
                    <a:pt x="706" y="75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8" y="76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2" y="79"/>
                  </a:lnTo>
                  <a:lnTo>
                    <a:pt x="714" y="79"/>
                  </a:lnTo>
                  <a:lnTo>
                    <a:pt x="715" y="80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9" y="79"/>
                  </a:lnTo>
                  <a:lnTo>
                    <a:pt x="720" y="77"/>
                  </a:lnTo>
                  <a:lnTo>
                    <a:pt x="720" y="79"/>
                  </a:lnTo>
                  <a:lnTo>
                    <a:pt x="720" y="80"/>
                  </a:lnTo>
                  <a:lnTo>
                    <a:pt x="719" y="81"/>
                  </a:lnTo>
                  <a:lnTo>
                    <a:pt x="719" y="83"/>
                  </a:lnTo>
                  <a:lnTo>
                    <a:pt x="720" y="84"/>
                  </a:lnTo>
                  <a:lnTo>
                    <a:pt x="722" y="84"/>
                  </a:lnTo>
                  <a:lnTo>
                    <a:pt x="722" y="87"/>
                  </a:lnTo>
                  <a:lnTo>
                    <a:pt x="723" y="88"/>
                  </a:lnTo>
                  <a:lnTo>
                    <a:pt x="723" y="91"/>
                  </a:lnTo>
                  <a:lnTo>
                    <a:pt x="722" y="91"/>
                  </a:lnTo>
                  <a:lnTo>
                    <a:pt x="722" y="93"/>
                  </a:lnTo>
                  <a:lnTo>
                    <a:pt x="724" y="96"/>
                  </a:lnTo>
                  <a:lnTo>
                    <a:pt x="726" y="96"/>
                  </a:lnTo>
                  <a:lnTo>
                    <a:pt x="727" y="99"/>
                  </a:lnTo>
                  <a:lnTo>
                    <a:pt x="728" y="100"/>
                  </a:lnTo>
                  <a:lnTo>
                    <a:pt x="730" y="100"/>
                  </a:lnTo>
                  <a:lnTo>
                    <a:pt x="731" y="99"/>
                  </a:lnTo>
                  <a:lnTo>
                    <a:pt x="734" y="99"/>
                  </a:lnTo>
                  <a:lnTo>
                    <a:pt x="734" y="100"/>
                  </a:lnTo>
                  <a:lnTo>
                    <a:pt x="735" y="101"/>
                  </a:lnTo>
                  <a:lnTo>
                    <a:pt x="736" y="101"/>
                  </a:lnTo>
                  <a:lnTo>
                    <a:pt x="737" y="100"/>
                  </a:lnTo>
                  <a:lnTo>
                    <a:pt x="739" y="100"/>
                  </a:lnTo>
                  <a:lnTo>
                    <a:pt x="740" y="100"/>
                  </a:lnTo>
                  <a:lnTo>
                    <a:pt x="743" y="100"/>
                  </a:lnTo>
                  <a:lnTo>
                    <a:pt x="744" y="99"/>
                  </a:lnTo>
                  <a:lnTo>
                    <a:pt x="745" y="97"/>
                  </a:lnTo>
                  <a:lnTo>
                    <a:pt x="745" y="96"/>
                  </a:lnTo>
                  <a:lnTo>
                    <a:pt x="747" y="95"/>
                  </a:lnTo>
                  <a:lnTo>
                    <a:pt x="748" y="93"/>
                  </a:lnTo>
                  <a:lnTo>
                    <a:pt x="748" y="91"/>
                  </a:lnTo>
                  <a:lnTo>
                    <a:pt x="748" y="89"/>
                  </a:lnTo>
                  <a:lnTo>
                    <a:pt x="751" y="89"/>
                  </a:lnTo>
                  <a:lnTo>
                    <a:pt x="752" y="89"/>
                  </a:lnTo>
                  <a:lnTo>
                    <a:pt x="753" y="87"/>
                  </a:lnTo>
                  <a:lnTo>
                    <a:pt x="755" y="87"/>
                  </a:lnTo>
                  <a:lnTo>
                    <a:pt x="756" y="87"/>
                  </a:lnTo>
                  <a:lnTo>
                    <a:pt x="756" y="84"/>
                  </a:lnTo>
                  <a:lnTo>
                    <a:pt x="757" y="83"/>
                  </a:lnTo>
                  <a:lnTo>
                    <a:pt x="759" y="83"/>
                  </a:lnTo>
                  <a:lnTo>
                    <a:pt x="760" y="81"/>
                  </a:lnTo>
                  <a:lnTo>
                    <a:pt x="762" y="83"/>
                  </a:lnTo>
                  <a:lnTo>
                    <a:pt x="764" y="84"/>
                  </a:lnTo>
                  <a:lnTo>
                    <a:pt x="765" y="84"/>
                  </a:lnTo>
                  <a:lnTo>
                    <a:pt x="766" y="85"/>
                  </a:lnTo>
                  <a:lnTo>
                    <a:pt x="768" y="87"/>
                  </a:lnTo>
                  <a:lnTo>
                    <a:pt x="766" y="88"/>
                  </a:lnTo>
                  <a:lnTo>
                    <a:pt x="766" y="89"/>
                  </a:lnTo>
                  <a:lnTo>
                    <a:pt x="769" y="92"/>
                  </a:lnTo>
                  <a:lnTo>
                    <a:pt x="769" y="93"/>
                  </a:lnTo>
                  <a:lnTo>
                    <a:pt x="770" y="95"/>
                  </a:lnTo>
                  <a:lnTo>
                    <a:pt x="772" y="96"/>
                  </a:lnTo>
                  <a:lnTo>
                    <a:pt x="772" y="99"/>
                  </a:lnTo>
                  <a:lnTo>
                    <a:pt x="772" y="100"/>
                  </a:lnTo>
                  <a:lnTo>
                    <a:pt x="770" y="101"/>
                  </a:lnTo>
                  <a:lnTo>
                    <a:pt x="769" y="101"/>
                  </a:lnTo>
                  <a:lnTo>
                    <a:pt x="768" y="104"/>
                  </a:lnTo>
                  <a:lnTo>
                    <a:pt x="768" y="104"/>
                  </a:lnTo>
                  <a:lnTo>
                    <a:pt x="768" y="105"/>
                  </a:lnTo>
                  <a:lnTo>
                    <a:pt x="769" y="106"/>
                  </a:lnTo>
                  <a:lnTo>
                    <a:pt x="769" y="108"/>
                  </a:lnTo>
                  <a:lnTo>
                    <a:pt x="768" y="110"/>
                  </a:lnTo>
                  <a:lnTo>
                    <a:pt x="769" y="112"/>
                  </a:lnTo>
                  <a:lnTo>
                    <a:pt x="769" y="112"/>
                  </a:lnTo>
                  <a:lnTo>
                    <a:pt x="769" y="113"/>
                  </a:lnTo>
                  <a:lnTo>
                    <a:pt x="770" y="114"/>
                  </a:lnTo>
                  <a:lnTo>
                    <a:pt x="770" y="114"/>
                  </a:lnTo>
                  <a:lnTo>
                    <a:pt x="769" y="116"/>
                  </a:lnTo>
                  <a:lnTo>
                    <a:pt x="769" y="116"/>
                  </a:lnTo>
                  <a:lnTo>
                    <a:pt x="769" y="118"/>
                  </a:lnTo>
                  <a:lnTo>
                    <a:pt x="770" y="121"/>
                  </a:lnTo>
                  <a:lnTo>
                    <a:pt x="770" y="122"/>
                  </a:lnTo>
                  <a:lnTo>
                    <a:pt x="770" y="124"/>
                  </a:lnTo>
                  <a:lnTo>
                    <a:pt x="769" y="124"/>
                  </a:lnTo>
                  <a:lnTo>
                    <a:pt x="769" y="125"/>
                  </a:lnTo>
                  <a:lnTo>
                    <a:pt x="769" y="126"/>
                  </a:lnTo>
                  <a:lnTo>
                    <a:pt x="769" y="127"/>
                  </a:lnTo>
                  <a:lnTo>
                    <a:pt x="770" y="129"/>
                  </a:lnTo>
                  <a:lnTo>
                    <a:pt x="769" y="130"/>
                  </a:lnTo>
                  <a:lnTo>
                    <a:pt x="768" y="130"/>
                  </a:lnTo>
                  <a:lnTo>
                    <a:pt x="769" y="131"/>
                  </a:lnTo>
                  <a:lnTo>
                    <a:pt x="769" y="134"/>
                  </a:lnTo>
                  <a:lnTo>
                    <a:pt x="769" y="134"/>
                  </a:lnTo>
                  <a:lnTo>
                    <a:pt x="768" y="137"/>
                  </a:lnTo>
                  <a:lnTo>
                    <a:pt x="768" y="138"/>
                  </a:lnTo>
                  <a:lnTo>
                    <a:pt x="768" y="139"/>
                  </a:lnTo>
                  <a:lnTo>
                    <a:pt x="768" y="141"/>
                  </a:lnTo>
                  <a:lnTo>
                    <a:pt x="768" y="142"/>
                  </a:lnTo>
                  <a:lnTo>
                    <a:pt x="769" y="143"/>
                  </a:lnTo>
                  <a:lnTo>
                    <a:pt x="769" y="145"/>
                  </a:lnTo>
                  <a:lnTo>
                    <a:pt x="768" y="146"/>
                  </a:lnTo>
                  <a:lnTo>
                    <a:pt x="766" y="146"/>
                  </a:lnTo>
                  <a:lnTo>
                    <a:pt x="765" y="146"/>
                  </a:lnTo>
                  <a:lnTo>
                    <a:pt x="759" y="145"/>
                  </a:lnTo>
                  <a:lnTo>
                    <a:pt x="757" y="143"/>
                  </a:lnTo>
                  <a:lnTo>
                    <a:pt x="755" y="143"/>
                  </a:lnTo>
                  <a:lnTo>
                    <a:pt x="753" y="143"/>
                  </a:lnTo>
                  <a:lnTo>
                    <a:pt x="752" y="147"/>
                  </a:lnTo>
                  <a:lnTo>
                    <a:pt x="751" y="149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7" y="151"/>
                  </a:lnTo>
                  <a:lnTo>
                    <a:pt x="747" y="152"/>
                  </a:lnTo>
                  <a:lnTo>
                    <a:pt x="748" y="154"/>
                  </a:lnTo>
                  <a:lnTo>
                    <a:pt x="751" y="158"/>
                  </a:lnTo>
                  <a:lnTo>
                    <a:pt x="751" y="160"/>
                  </a:lnTo>
                  <a:lnTo>
                    <a:pt x="752" y="162"/>
                  </a:lnTo>
                  <a:lnTo>
                    <a:pt x="753" y="163"/>
                  </a:lnTo>
                  <a:lnTo>
                    <a:pt x="753" y="166"/>
                  </a:lnTo>
                  <a:lnTo>
                    <a:pt x="753" y="168"/>
                  </a:lnTo>
                  <a:lnTo>
                    <a:pt x="753" y="171"/>
                  </a:lnTo>
                  <a:lnTo>
                    <a:pt x="753" y="175"/>
                  </a:lnTo>
                  <a:lnTo>
                    <a:pt x="755" y="175"/>
                  </a:lnTo>
                  <a:lnTo>
                    <a:pt x="755" y="177"/>
                  </a:lnTo>
                  <a:lnTo>
                    <a:pt x="756" y="180"/>
                  </a:lnTo>
                  <a:lnTo>
                    <a:pt x="755" y="181"/>
                  </a:lnTo>
                  <a:lnTo>
                    <a:pt x="755" y="183"/>
                  </a:lnTo>
                  <a:lnTo>
                    <a:pt x="755" y="184"/>
                  </a:lnTo>
                  <a:lnTo>
                    <a:pt x="755" y="185"/>
                  </a:lnTo>
                  <a:lnTo>
                    <a:pt x="755" y="185"/>
                  </a:lnTo>
                  <a:lnTo>
                    <a:pt x="751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91"/>
                  </a:lnTo>
                  <a:lnTo>
                    <a:pt x="751" y="192"/>
                  </a:lnTo>
                  <a:lnTo>
                    <a:pt x="740" y="201"/>
                  </a:lnTo>
                  <a:lnTo>
                    <a:pt x="737" y="218"/>
                  </a:lnTo>
                  <a:lnTo>
                    <a:pt x="703" y="243"/>
                  </a:lnTo>
                  <a:lnTo>
                    <a:pt x="697" y="246"/>
                  </a:lnTo>
                  <a:lnTo>
                    <a:pt x="697" y="246"/>
                  </a:lnTo>
                  <a:lnTo>
                    <a:pt x="695" y="243"/>
                  </a:lnTo>
                  <a:lnTo>
                    <a:pt x="693" y="247"/>
                  </a:lnTo>
                  <a:lnTo>
                    <a:pt x="690" y="247"/>
                  </a:lnTo>
                  <a:lnTo>
                    <a:pt x="689" y="249"/>
                  </a:lnTo>
                  <a:lnTo>
                    <a:pt x="687" y="247"/>
                  </a:lnTo>
                  <a:lnTo>
                    <a:pt x="683" y="250"/>
                  </a:lnTo>
                  <a:lnTo>
                    <a:pt x="681" y="250"/>
                  </a:lnTo>
                  <a:lnTo>
                    <a:pt x="681" y="251"/>
                  </a:lnTo>
                  <a:lnTo>
                    <a:pt x="680" y="251"/>
                  </a:lnTo>
                  <a:lnTo>
                    <a:pt x="674" y="255"/>
                  </a:lnTo>
                  <a:lnTo>
                    <a:pt x="672" y="258"/>
                  </a:lnTo>
                  <a:lnTo>
                    <a:pt x="672" y="260"/>
                  </a:lnTo>
                  <a:lnTo>
                    <a:pt x="672" y="260"/>
                  </a:lnTo>
                  <a:lnTo>
                    <a:pt x="669" y="262"/>
                  </a:lnTo>
                  <a:lnTo>
                    <a:pt x="666" y="266"/>
                  </a:lnTo>
                  <a:lnTo>
                    <a:pt x="665" y="266"/>
                  </a:lnTo>
                  <a:lnTo>
                    <a:pt x="664" y="267"/>
                  </a:lnTo>
                  <a:lnTo>
                    <a:pt x="662" y="267"/>
                  </a:lnTo>
                  <a:lnTo>
                    <a:pt x="662" y="266"/>
                  </a:lnTo>
                  <a:lnTo>
                    <a:pt x="660" y="264"/>
                  </a:lnTo>
                  <a:lnTo>
                    <a:pt x="661" y="262"/>
                  </a:lnTo>
                  <a:lnTo>
                    <a:pt x="662" y="262"/>
                  </a:lnTo>
                  <a:lnTo>
                    <a:pt x="664" y="260"/>
                  </a:lnTo>
                  <a:lnTo>
                    <a:pt x="666" y="260"/>
                  </a:lnTo>
                  <a:lnTo>
                    <a:pt x="668" y="260"/>
                  </a:lnTo>
                  <a:lnTo>
                    <a:pt x="668" y="259"/>
                  </a:lnTo>
                  <a:lnTo>
                    <a:pt x="666" y="259"/>
                  </a:lnTo>
                  <a:lnTo>
                    <a:pt x="666" y="258"/>
                  </a:lnTo>
                  <a:lnTo>
                    <a:pt x="669" y="256"/>
                  </a:lnTo>
                  <a:lnTo>
                    <a:pt x="670" y="254"/>
                  </a:lnTo>
                  <a:lnTo>
                    <a:pt x="668" y="256"/>
                  </a:lnTo>
                  <a:lnTo>
                    <a:pt x="665" y="256"/>
                  </a:lnTo>
                  <a:lnTo>
                    <a:pt x="664" y="255"/>
                  </a:lnTo>
                  <a:lnTo>
                    <a:pt x="664" y="254"/>
                  </a:lnTo>
                  <a:lnTo>
                    <a:pt x="665" y="254"/>
                  </a:lnTo>
                  <a:lnTo>
                    <a:pt x="665" y="252"/>
                  </a:lnTo>
                  <a:lnTo>
                    <a:pt x="662" y="250"/>
                  </a:lnTo>
                  <a:lnTo>
                    <a:pt x="662" y="246"/>
                  </a:lnTo>
                  <a:lnTo>
                    <a:pt x="662" y="246"/>
                  </a:lnTo>
                  <a:lnTo>
                    <a:pt x="665" y="246"/>
                  </a:lnTo>
                  <a:lnTo>
                    <a:pt x="665" y="242"/>
                  </a:lnTo>
                  <a:lnTo>
                    <a:pt x="668" y="239"/>
                  </a:lnTo>
                  <a:lnTo>
                    <a:pt x="668" y="238"/>
                  </a:lnTo>
                  <a:lnTo>
                    <a:pt x="669" y="237"/>
                  </a:lnTo>
                  <a:lnTo>
                    <a:pt x="669" y="235"/>
                  </a:lnTo>
                  <a:lnTo>
                    <a:pt x="664" y="231"/>
                  </a:lnTo>
                  <a:lnTo>
                    <a:pt x="660" y="227"/>
                  </a:lnTo>
                  <a:lnTo>
                    <a:pt x="660" y="230"/>
                  </a:lnTo>
                  <a:lnTo>
                    <a:pt x="657" y="230"/>
                  </a:lnTo>
                  <a:lnTo>
                    <a:pt x="656" y="229"/>
                  </a:lnTo>
                  <a:lnTo>
                    <a:pt x="653" y="229"/>
                  </a:lnTo>
                  <a:lnTo>
                    <a:pt x="652" y="231"/>
                  </a:lnTo>
                  <a:lnTo>
                    <a:pt x="651" y="233"/>
                  </a:lnTo>
                  <a:lnTo>
                    <a:pt x="651" y="235"/>
                  </a:lnTo>
                  <a:lnTo>
                    <a:pt x="648" y="238"/>
                  </a:lnTo>
                  <a:lnTo>
                    <a:pt x="648" y="242"/>
                  </a:lnTo>
                  <a:lnTo>
                    <a:pt x="647" y="242"/>
                  </a:lnTo>
                  <a:lnTo>
                    <a:pt x="644" y="246"/>
                  </a:lnTo>
                  <a:lnTo>
                    <a:pt x="643" y="246"/>
                  </a:lnTo>
                  <a:lnTo>
                    <a:pt x="637" y="249"/>
                  </a:lnTo>
                  <a:lnTo>
                    <a:pt x="636" y="254"/>
                  </a:lnTo>
                  <a:lnTo>
                    <a:pt x="636" y="255"/>
                  </a:lnTo>
                  <a:lnTo>
                    <a:pt x="636" y="256"/>
                  </a:lnTo>
                  <a:lnTo>
                    <a:pt x="637" y="259"/>
                  </a:lnTo>
                  <a:lnTo>
                    <a:pt x="635" y="259"/>
                  </a:lnTo>
                  <a:lnTo>
                    <a:pt x="636" y="260"/>
                  </a:lnTo>
                  <a:lnTo>
                    <a:pt x="635" y="263"/>
                  </a:lnTo>
                  <a:lnTo>
                    <a:pt x="632" y="263"/>
                  </a:lnTo>
                  <a:lnTo>
                    <a:pt x="628" y="263"/>
                  </a:lnTo>
                  <a:lnTo>
                    <a:pt x="623" y="262"/>
                  </a:lnTo>
                  <a:lnTo>
                    <a:pt x="623" y="263"/>
                  </a:lnTo>
                  <a:lnTo>
                    <a:pt x="622" y="263"/>
                  </a:lnTo>
                  <a:lnTo>
                    <a:pt x="622" y="266"/>
                  </a:lnTo>
                  <a:lnTo>
                    <a:pt x="622" y="267"/>
                  </a:lnTo>
                  <a:lnTo>
                    <a:pt x="622" y="268"/>
                  </a:lnTo>
                  <a:lnTo>
                    <a:pt x="620" y="270"/>
                  </a:lnTo>
                  <a:lnTo>
                    <a:pt x="622" y="272"/>
                  </a:lnTo>
                  <a:lnTo>
                    <a:pt x="622" y="275"/>
                  </a:lnTo>
                  <a:lnTo>
                    <a:pt x="624" y="276"/>
                  </a:lnTo>
                  <a:lnTo>
                    <a:pt x="628" y="279"/>
                  </a:lnTo>
                  <a:lnTo>
                    <a:pt x="628" y="280"/>
                  </a:lnTo>
                  <a:lnTo>
                    <a:pt x="631" y="284"/>
                  </a:lnTo>
                  <a:lnTo>
                    <a:pt x="631" y="283"/>
                  </a:lnTo>
                  <a:lnTo>
                    <a:pt x="631" y="284"/>
                  </a:lnTo>
                  <a:lnTo>
                    <a:pt x="632" y="283"/>
                  </a:lnTo>
                  <a:lnTo>
                    <a:pt x="633" y="283"/>
                  </a:lnTo>
                  <a:lnTo>
                    <a:pt x="633" y="283"/>
                  </a:lnTo>
                  <a:lnTo>
                    <a:pt x="635" y="283"/>
                  </a:lnTo>
                  <a:lnTo>
                    <a:pt x="639" y="283"/>
                  </a:lnTo>
                  <a:lnTo>
                    <a:pt x="639" y="285"/>
                  </a:lnTo>
                  <a:lnTo>
                    <a:pt x="639" y="288"/>
                  </a:lnTo>
                  <a:lnTo>
                    <a:pt x="641" y="295"/>
                  </a:lnTo>
                  <a:lnTo>
                    <a:pt x="645" y="295"/>
                  </a:lnTo>
                  <a:lnTo>
                    <a:pt x="647" y="293"/>
                  </a:lnTo>
                  <a:lnTo>
                    <a:pt x="649" y="293"/>
                  </a:lnTo>
                  <a:lnTo>
                    <a:pt x="651" y="293"/>
                  </a:lnTo>
                  <a:lnTo>
                    <a:pt x="652" y="291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53" y="288"/>
                  </a:lnTo>
                  <a:lnTo>
                    <a:pt x="655" y="287"/>
                  </a:lnTo>
                  <a:lnTo>
                    <a:pt x="655" y="284"/>
                  </a:lnTo>
                  <a:lnTo>
                    <a:pt x="655" y="283"/>
                  </a:lnTo>
                  <a:lnTo>
                    <a:pt x="657" y="283"/>
                  </a:lnTo>
                  <a:lnTo>
                    <a:pt x="662" y="280"/>
                  </a:lnTo>
                  <a:lnTo>
                    <a:pt x="664" y="281"/>
                  </a:lnTo>
                  <a:lnTo>
                    <a:pt x="665" y="283"/>
                  </a:lnTo>
                  <a:lnTo>
                    <a:pt x="666" y="284"/>
                  </a:lnTo>
                  <a:lnTo>
                    <a:pt x="668" y="285"/>
                  </a:lnTo>
                  <a:lnTo>
                    <a:pt x="669" y="287"/>
                  </a:lnTo>
                  <a:lnTo>
                    <a:pt x="677" y="285"/>
                  </a:lnTo>
                  <a:lnTo>
                    <a:pt x="677" y="285"/>
                  </a:lnTo>
                  <a:lnTo>
                    <a:pt x="680" y="285"/>
                  </a:lnTo>
                  <a:lnTo>
                    <a:pt x="680" y="285"/>
                  </a:lnTo>
                  <a:lnTo>
                    <a:pt x="683" y="285"/>
                  </a:lnTo>
                  <a:lnTo>
                    <a:pt x="686" y="285"/>
                  </a:lnTo>
                  <a:lnTo>
                    <a:pt x="687" y="285"/>
                  </a:lnTo>
                  <a:lnTo>
                    <a:pt x="685" y="287"/>
                  </a:lnTo>
                  <a:lnTo>
                    <a:pt x="685" y="288"/>
                  </a:lnTo>
                  <a:lnTo>
                    <a:pt x="686" y="291"/>
                  </a:lnTo>
                  <a:lnTo>
                    <a:pt x="685" y="291"/>
                  </a:lnTo>
                  <a:lnTo>
                    <a:pt x="683" y="292"/>
                  </a:lnTo>
                  <a:lnTo>
                    <a:pt x="683" y="295"/>
                  </a:lnTo>
                  <a:lnTo>
                    <a:pt x="686" y="295"/>
                  </a:lnTo>
                  <a:lnTo>
                    <a:pt x="686" y="296"/>
                  </a:lnTo>
                  <a:lnTo>
                    <a:pt x="683" y="299"/>
                  </a:lnTo>
                  <a:lnTo>
                    <a:pt x="680" y="296"/>
                  </a:lnTo>
                  <a:lnTo>
                    <a:pt x="680" y="295"/>
                  </a:lnTo>
                  <a:lnTo>
                    <a:pt x="678" y="296"/>
                  </a:lnTo>
                  <a:lnTo>
                    <a:pt x="678" y="295"/>
                  </a:lnTo>
                  <a:lnTo>
                    <a:pt x="676" y="299"/>
                  </a:lnTo>
                  <a:lnTo>
                    <a:pt x="674" y="299"/>
                  </a:lnTo>
                  <a:lnTo>
                    <a:pt x="672" y="300"/>
                  </a:lnTo>
                  <a:lnTo>
                    <a:pt x="669" y="300"/>
                  </a:lnTo>
                  <a:lnTo>
                    <a:pt x="669" y="301"/>
                  </a:lnTo>
                  <a:lnTo>
                    <a:pt x="666" y="300"/>
                  </a:lnTo>
                  <a:lnTo>
                    <a:pt x="664" y="300"/>
                  </a:lnTo>
                  <a:lnTo>
                    <a:pt x="666" y="301"/>
                  </a:lnTo>
                  <a:lnTo>
                    <a:pt x="668" y="304"/>
                  </a:lnTo>
                  <a:lnTo>
                    <a:pt x="664" y="304"/>
                  </a:lnTo>
                  <a:lnTo>
                    <a:pt x="664" y="306"/>
                  </a:lnTo>
                  <a:lnTo>
                    <a:pt x="661" y="306"/>
                  </a:lnTo>
                  <a:lnTo>
                    <a:pt x="658" y="309"/>
                  </a:lnTo>
                  <a:lnTo>
                    <a:pt x="660" y="310"/>
                  </a:lnTo>
                  <a:lnTo>
                    <a:pt x="662" y="312"/>
                  </a:lnTo>
                  <a:lnTo>
                    <a:pt x="660" y="314"/>
                  </a:lnTo>
                  <a:lnTo>
                    <a:pt x="658" y="313"/>
                  </a:lnTo>
                  <a:lnTo>
                    <a:pt x="657" y="317"/>
                  </a:lnTo>
                  <a:lnTo>
                    <a:pt x="655" y="317"/>
                  </a:lnTo>
                  <a:lnTo>
                    <a:pt x="655" y="317"/>
                  </a:lnTo>
                  <a:lnTo>
                    <a:pt x="653" y="320"/>
                  </a:lnTo>
                  <a:lnTo>
                    <a:pt x="655" y="322"/>
                  </a:lnTo>
                  <a:lnTo>
                    <a:pt x="653" y="326"/>
                  </a:lnTo>
                  <a:lnTo>
                    <a:pt x="653" y="333"/>
                  </a:lnTo>
                  <a:lnTo>
                    <a:pt x="655" y="333"/>
                  </a:lnTo>
                  <a:lnTo>
                    <a:pt x="661" y="335"/>
                  </a:lnTo>
                  <a:lnTo>
                    <a:pt x="661" y="337"/>
                  </a:lnTo>
                  <a:lnTo>
                    <a:pt x="662" y="337"/>
                  </a:lnTo>
                  <a:lnTo>
                    <a:pt x="669" y="339"/>
                  </a:lnTo>
                  <a:lnTo>
                    <a:pt x="673" y="347"/>
                  </a:lnTo>
                  <a:lnTo>
                    <a:pt x="673" y="347"/>
                  </a:lnTo>
                  <a:lnTo>
                    <a:pt x="672" y="350"/>
                  </a:lnTo>
                  <a:lnTo>
                    <a:pt x="674" y="351"/>
                  </a:lnTo>
                  <a:lnTo>
                    <a:pt x="674" y="354"/>
                  </a:lnTo>
                  <a:lnTo>
                    <a:pt x="680" y="358"/>
                  </a:lnTo>
                  <a:lnTo>
                    <a:pt x="680" y="360"/>
                  </a:lnTo>
                  <a:lnTo>
                    <a:pt x="682" y="366"/>
                  </a:lnTo>
                  <a:lnTo>
                    <a:pt x="685" y="366"/>
                  </a:lnTo>
                  <a:lnTo>
                    <a:pt x="687" y="366"/>
                  </a:lnTo>
                  <a:lnTo>
                    <a:pt x="689" y="367"/>
                  </a:lnTo>
                  <a:lnTo>
                    <a:pt x="689" y="368"/>
                  </a:lnTo>
                  <a:lnTo>
                    <a:pt x="691" y="371"/>
                  </a:lnTo>
                  <a:lnTo>
                    <a:pt x="693" y="372"/>
                  </a:lnTo>
                  <a:lnTo>
                    <a:pt x="694" y="375"/>
                  </a:lnTo>
                  <a:lnTo>
                    <a:pt x="693" y="376"/>
                  </a:lnTo>
                  <a:lnTo>
                    <a:pt x="687" y="375"/>
                  </a:lnTo>
                  <a:lnTo>
                    <a:pt x="685" y="376"/>
                  </a:lnTo>
                  <a:lnTo>
                    <a:pt x="682" y="374"/>
                  </a:lnTo>
                  <a:lnTo>
                    <a:pt x="681" y="374"/>
                  </a:lnTo>
                  <a:lnTo>
                    <a:pt x="678" y="372"/>
                  </a:lnTo>
                  <a:lnTo>
                    <a:pt x="674" y="372"/>
                  </a:lnTo>
                  <a:lnTo>
                    <a:pt x="673" y="374"/>
                  </a:lnTo>
                  <a:lnTo>
                    <a:pt x="670" y="374"/>
                  </a:lnTo>
                  <a:lnTo>
                    <a:pt x="669" y="372"/>
                  </a:lnTo>
                  <a:lnTo>
                    <a:pt x="668" y="368"/>
                  </a:lnTo>
                  <a:lnTo>
                    <a:pt x="664" y="370"/>
                  </a:lnTo>
                  <a:lnTo>
                    <a:pt x="662" y="370"/>
                  </a:lnTo>
                  <a:lnTo>
                    <a:pt x="661" y="370"/>
                  </a:lnTo>
                  <a:lnTo>
                    <a:pt x="660" y="370"/>
                  </a:lnTo>
                  <a:lnTo>
                    <a:pt x="658" y="370"/>
                  </a:lnTo>
                  <a:lnTo>
                    <a:pt x="657" y="371"/>
                  </a:lnTo>
                  <a:lnTo>
                    <a:pt x="655" y="376"/>
                  </a:lnTo>
                  <a:lnTo>
                    <a:pt x="657" y="372"/>
                  </a:lnTo>
                  <a:lnTo>
                    <a:pt x="660" y="371"/>
                  </a:lnTo>
                  <a:lnTo>
                    <a:pt x="662" y="371"/>
                  </a:lnTo>
                  <a:lnTo>
                    <a:pt x="665" y="371"/>
                  </a:lnTo>
                  <a:lnTo>
                    <a:pt x="666" y="371"/>
                  </a:lnTo>
                  <a:lnTo>
                    <a:pt x="666" y="372"/>
                  </a:lnTo>
                  <a:lnTo>
                    <a:pt x="670" y="375"/>
                  </a:lnTo>
                  <a:lnTo>
                    <a:pt x="672" y="375"/>
                  </a:lnTo>
                  <a:lnTo>
                    <a:pt x="676" y="372"/>
                  </a:lnTo>
                  <a:lnTo>
                    <a:pt x="678" y="372"/>
                  </a:lnTo>
                  <a:lnTo>
                    <a:pt x="682" y="378"/>
                  </a:lnTo>
                  <a:lnTo>
                    <a:pt x="686" y="380"/>
                  </a:lnTo>
                  <a:lnTo>
                    <a:pt x="693" y="384"/>
                  </a:lnTo>
                  <a:lnTo>
                    <a:pt x="695" y="388"/>
                  </a:lnTo>
                  <a:lnTo>
                    <a:pt x="695" y="389"/>
                  </a:lnTo>
                  <a:lnTo>
                    <a:pt x="693" y="391"/>
                  </a:lnTo>
                  <a:lnTo>
                    <a:pt x="690" y="393"/>
                  </a:lnTo>
                  <a:lnTo>
                    <a:pt x="687" y="393"/>
                  </a:lnTo>
                  <a:lnTo>
                    <a:pt x="687" y="395"/>
                  </a:lnTo>
                  <a:lnTo>
                    <a:pt x="686" y="396"/>
                  </a:lnTo>
                  <a:lnTo>
                    <a:pt x="685" y="397"/>
                  </a:lnTo>
                  <a:lnTo>
                    <a:pt x="682" y="396"/>
                  </a:lnTo>
                  <a:lnTo>
                    <a:pt x="681" y="397"/>
                  </a:lnTo>
                  <a:lnTo>
                    <a:pt x="678" y="397"/>
                  </a:lnTo>
                  <a:lnTo>
                    <a:pt x="676" y="400"/>
                  </a:lnTo>
                  <a:lnTo>
                    <a:pt x="676" y="403"/>
                  </a:lnTo>
                  <a:lnTo>
                    <a:pt x="677" y="400"/>
                  </a:lnTo>
                  <a:lnTo>
                    <a:pt x="678" y="399"/>
                  </a:lnTo>
                  <a:lnTo>
                    <a:pt x="681" y="397"/>
                  </a:lnTo>
                  <a:lnTo>
                    <a:pt x="683" y="401"/>
                  </a:lnTo>
                  <a:lnTo>
                    <a:pt x="686" y="401"/>
                  </a:lnTo>
                  <a:lnTo>
                    <a:pt x="689" y="399"/>
                  </a:lnTo>
                  <a:lnTo>
                    <a:pt x="691" y="399"/>
                  </a:lnTo>
                  <a:lnTo>
                    <a:pt x="695" y="404"/>
                  </a:lnTo>
                  <a:lnTo>
                    <a:pt x="697" y="403"/>
                  </a:lnTo>
                  <a:lnTo>
                    <a:pt x="698" y="404"/>
                  </a:lnTo>
                  <a:lnTo>
                    <a:pt x="699" y="404"/>
                  </a:lnTo>
                  <a:lnTo>
                    <a:pt x="701" y="405"/>
                  </a:lnTo>
                  <a:lnTo>
                    <a:pt x="695" y="409"/>
                  </a:lnTo>
                  <a:lnTo>
                    <a:pt x="691" y="410"/>
                  </a:lnTo>
                  <a:lnTo>
                    <a:pt x="691" y="413"/>
                  </a:lnTo>
                  <a:lnTo>
                    <a:pt x="693" y="413"/>
                  </a:lnTo>
                  <a:lnTo>
                    <a:pt x="697" y="410"/>
                  </a:lnTo>
                  <a:lnTo>
                    <a:pt x="699" y="410"/>
                  </a:lnTo>
                  <a:lnTo>
                    <a:pt x="699" y="409"/>
                  </a:lnTo>
                  <a:lnTo>
                    <a:pt x="698" y="409"/>
                  </a:lnTo>
                  <a:lnTo>
                    <a:pt x="699" y="408"/>
                  </a:lnTo>
                  <a:lnTo>
                    <a:pt x="701" y="408"/>
                  </a:lnTo>
                  <a:lnTo>
                    <a:pt x="702" y="412"/>
                  </a:lnTo>
                  <a:lnTo>
                    <a:pt x="702" y="413"/>
                  </a:lnTo>
                  <a:lnTo>
                    <a:pt x="701" y="414"/>
                  </a:lnTo>
                  <a:lnTo>
                    <a:pt x="701" y="413"/>
                  </a:lnTo>
                  <a:lnTo>
                    <a:pt x="699" y="413"/>
                  </a:lnTo>
                  <a:lnTo>
                    <a:pt x="699" y="414"/>
                  </a:lnTo>
                  <a:lnTo>
                    <a:pt x="698" y="414"/>
                  </a:lnTo>
                  <a:lnTo>
                    <a:pt x="695" y="414"/>
                  </a:lnTo>
                  <a:lnTo>
                    <a:pt x="693" y="416"/>
                  </a:lnTo>
                  <a:lnTo>
                    <a:pt x="693" y="417"/>
                  </a:lnTo>
                  <a:lnTo>
                    <a:pt x="697" y="417"/>
                  </a:lnTo>
                  <a:lnTo>
                    <a:pt x="698" y="418"/>
                  </a:lnTo>
                  <a:lnTo>
                    <a:pt x="698" y="420"/>
                  </a:lnTo>
                  <a:lnTo>
                    <a:pt x="697" y="420"/>
                  </a:lnTo>
                  <a:lnTo>
                    <a:pt x="695" y="421"/>
                  </a:lnTo>
                  <a:lnTo>
                    <a:pt x="697" y="421"/>
                  </a:lnTo>
                  <a:lnTo>
                    <a:pt x="698" y="422"/>
                  </a:lnTo>
                  <a:lnTo>
                    <a:pt x="697" y="424"/>
                  </a:lnTo>
                  <a:lnTo>
                    <a:pt x="695" y="424"/>
                  </a:lnTo>
                  <a:lnTo>
                    <a:pt x="694" y="424"/>
                  </a:lnTo>
                  <a:lnTo>
                    <a:pt x="695" y="425"/>
                  </a:lnTo>
                  <a:lnTo>
                    <a:pt x="698" y="425"/>
                  </a:lnTo>
                  <a:lnTo>
                    <a:pt x="699" y="428"/>
                  </a:lnTo>
                  <a:lnTo>
                    <a:pt x="697" y="429"/>
                  </a:lnTo>
                  <a:lnTo>
                    <a:pt x="697" y="431"/>
                  </a:lnTo>
                  <a:lnTo>
                    <a:pt x="695" y="430"/>
                  </a:lnTo>
                  <a:lnTo>
                    <a:pt x="695" y="429"/>
                  </a:lnTo>
                  <a:lnTo>
                    <a:pt x="694" y="429"/>
                  </a:lnTo>
                  <a:lnTo>
                    <a:pt x="691" y="433"/>
                  </a:lnTo>
                  <a:lnTo>
                    <a:pt x="690" y="434"/>
                  </a:lnTo>
                  <a:lnTo>
                    <a:pt x="687" y="433"/>
                  </a:lnTo>
                  <a:lnTo>
                    <a:pt x="690" y="434"/>
                  </a:lnTo>
                  <a:lnTo>
                    <a:pt x="690" y="435"/>
                  </a:lnTo>
                  <a:lnTo>
                    <a:pt x="690" y="437"/>
                  </a:lnTo>
                  <a:lnTo>
                    <a:pt x="689" y="438"/>
                  </a:lnTo>
                  <a:lnTo>
                    <a:pt x="689" y="439"/>
                  </a:lnTo>
                  <a:lnTo>
                    <a:pt x="690" y="441"/>
                  </a:lnTo>
                  <a:lnTo>
                    <a:pt x="689" y="442"/>
                  </a:lnTo>
                  <a:lnTo>
                    <a:pt x="689" y="443"/>
                  </a:lnTo>
                  <a:lnTo>
                    <a:pt x="687" y="445"/>
                  </a:lnTo>
                  <a:lnTo>
                    <a:pt x="686" y="443"/>
                  </a:lnTo>
                  <a:lnTo>
                    <a:pt x="685" y="445"/>
                  </a:lnTo>
                  <a:lnTo>
                    <a:pt x="687" y="445"/>
                  </a:lnTo>
                  <a:lnTo>
                    <a:pt x="689" y="447"/>
                  </a:lnTo>
                  <a:lnTo>
                    <a:pt x="686" y="447"/>
                  </a:lnTo>
                  <a:lnTo>
                    <a:pt x="686" y="449"/>
                  </a:lnTo>
                  <a:lnTo>
                    <a:pt x="682" y="451"/>
                  </a:lnTo>
                  <a:lnTo>
                    <a:pt x="681" y="451"/>
                  </a:lnTo>
                  <a:lnTo>
                    <a:pt x="681" y="449"/>
                  </a:lnTo>
                  <a:lnTo>
                    <a:pt x="680" y="449"/>
                  </a:lnTo>
                  <a:lnTo>
                    <a:pt x="680" y="449"/>
                  </a:lnTo>
                  <a:lnTo>
                    <a:pt x="678" y="451"/>
                  </a:lnTo>
                  <a:lnTo>
                    <a:pt x="677" y="451"/>
                  </a:lnTo>
                  <a:lnTo>
                    <a:pt x="678" y="453"/>
                  </a:lnTo>
                  <a:lnTo>
                    <a:pt x="677" y="453"/>
                  </a:lnTo>
                  <a:lnTo>
                    <a:pt x="680" y="453"/>
                  </a:lnTo>
                  <a:lnTo>
                    <a:pt x="681" y="455"/>
                  </a:lnTo>
                  <a:lnTo>
                    <a:pt x="678" y="455"/>
                  </a:lnTo>
                  <a:lnTo>
                    <a:pt x="681" y="458"/>
                  </a:lnTo>
                  <a:lnTo>
                    <a:pt x="682" y="456"/>
                  </a:lnTo>
                  <a:lnTo>
                    <a:pt x="683" y="458"/>
                  </a:lnTo>
                  <a:lnTo>
                    <a:pt x="680" y="459"/>
                  </a:lnTo>
                  <a:lnTo>
                    <a:pt x="677" y="462"/>
                  </a:lnTo>
                  <a:lnTo>
                    <a:pt x="677" y="463"/>
                  </a:lnTo>
                  <a:lnTo>
                    <a:pt x="678" y="462"/>
                  </a:lnTo>
                  <a:lnTo>
                    <a:pt x="680" y="462"/>
                  </a:lnTo>
                  <a:lnTo>
                    <a:pt x="681" y="463"/>
                  </a:lnTo>
                  <a:lnTo>
                    <a:pt x="678" y="466"/>
                  </a:lnTo>
                  <a:lnTo>
                    <a:pt x="680" y="466"/>
                  </a:lnTo>
                  <a:lnTo>
                    <a:pt x="680" y="468"/>
                  </a:lnTo>
                  <a:lnTo>
                    <a:pt x="678" y="468"/>
                  </a:lnTo>
                  <a:lnTo>
                    <a:pt x="678" y="470"/>
                  </a:lnTo>
                  <a:lnTo>
                    <a:pt x="680" y="470"/>
                  </a:lnTo>
                  <a:lnTo>
                    <a:pt x="681" y="471"/>
                  </a:lnTo>
                  <a:lnTo>
                    <a:pt x="681" y="474"/>
                  </a:lnTo>
                  <a:lnTo>
                    <a:pt x="680" y="472"/>
                  </a:lnTo>
                  <a:lnTo>
                    <a:pt x="678" y="472"/>
                  </a:lnTo>
                  <a:lnTo>
                    <a:pt x="678" y="471"/>
                  </a:lnTo>
                  <a:lnTo>
                    <a:pt x="677" y="470"/>
                  </a:lnTo>
                  <a:lnTo>
                    <a:pt x="676" y="471"/>
                  </a:lnTo>
                  <a:lnTo>
                    <a:pt x="674" y="471"/>
                  </a:lnTo>
                  <a:lnTo>
                    <a:pt x="674" y="472"/>
                  </a:lnTo>
                  <a:lnTo>
                    <a:pt x="676" y="474"/>
                  </a:lnTo>
                  <a:lnTo>
                    <a:pt x="676" y="476"/>
                  </a:lnTo>
                  <a:lnTo>
                    <a:pt x="676" y="475"/>
                  </a:lnTo>
                  <a:lnTo>
                    <a:pt x="674" y="475"/>
                  </a:lnTo>
                  <a:lnTo>
                    <a:pt x="673" y="474"/>
                  </a:lnTo>
                  <a:lnTo>
                    <a:pt x="672" y="474"/>
                  </a:lnTo>
                  <a:lnTo>
                    <a:pt x="673" y="475"/>
                  </a:lnTo>
                  <a:lnTo>
                    <a:pt x="673" y="478"/>
                  </a:lnTo>
                  <a:lnTo>
                    <a:pt x="674" y="478"/>
                  </a:lnTo>
                  <a:lnTo>
                    <a:pt x="674" y="478"/>
                  </a:lnTo>
                  <a:lnTo>
                    <a:pt x="673" y="479"/>
                  </a:lnTo>
                  <a:lnTo>
                    <a:pt x="672" y="478"/>
                  </a:lnTo>
                  <a:lnTo>
                    <a:pt x="670" y="479"/>
                  </a:lnTo>
                  <a:lnTo>
                    <a:pt x="672" y="480"/>
                  </a:lnTo>
                  <a:lnTo>
                    <a:pt x="673" y="481"/>
                  </a:lnTo>
                  <a:lnTo>
                    <a:pt x="673" y="483"/>
                  </a:lnTo>
                  <a:lnTo>
                    <a:pt x="669" y="481"/>
                  </a:lnTo>
                  <a:lnTo>
                    <a:pt x="668" y="483"/>
                  </a:lnTo>
                  <a:lnTo>
                    <a:pt x="668" y="481"/>
                  </a:lnTo>
                  <a:lnTo>
                    <a:pt x="665" y="484"/>
                  </a:lnTo>
                  <a:lnTo>
                    <a:pt x="661" y="484"/>
                  </a:lnTo>
                  <a:lnTo>
                    <a:pt x="665" y="487"/>
                  </a:lnTo>
                  <a:lnTo>
                    <a:pt x="666" y="485"/>
                  </a:lnTo>
                  <a:lnTo>
                    <a:pt x="668" y="487"/>
                  </a:lnTo>
                  <a:lnTo>
                    <a:pt x="668" y="488"/>
                  </a:lnTo>
                  <a:lnTo>
                    <a:pt x="666" y="488"/>
                  </a:lnTo>
                  <a:lnTo>
                    <a:pt x="665" y="491"/>
                  </a:lnTo>
                  <a:lnTo>
                    <a:pt x="664" y="489"/>
                  </a:lnTo>
                  <a:lnTo>
                    <a:pt x="662" y="492"/>
                  </a:lnTo>
                  <a:lnTo>
                    <a:pt x="662" y="492"/>
                  </a:lnTo>
                  <a:lnTo>
                    <a:pt x="662" y="491"/>
                  </a:lnTo>
                  <a:lnTo>
                    <a:pt x="661" y="491"/>
                  </a:lnTo>
                  <a:lnTo>
                    <a:pt x="661" y="493"/>
                  </a:lnTo>
                  <a:lnTo>
                    <a:pt x="660" y="493"/>
                  </a:lnTo>
                  <a:lnTo>
                    <a:pt x="658" y="496"/>
                  </a:lnTo>
                  <a:lnTo>
                    <a:pt x="657" y="496"/>
                  </a:lnTo>
                  <a:lnTo>
                    <a:pt x="656" y="495"/>
                  </a:lnTo>
                  <a:lnTo>
                    <a:pt x="653" y="495"/>
                  </a:lnTo>
                  <a:lnTo>
                    <a:pt x="653" y="496"/>
                  </a:lnTo>
                  <a:lnTo>
                    <a:pt x="652" y="496"/>
                  </a:lnTo>
                  <a:lnTo>
                    <a:pt x="652" y="499"/>
                  </a:lnTo>
                  <a:lnTo>
                    <a:pt x="652" y="501"/>
                  </a:lnTo>
                  <a:lnTo>
                    <a:pt x="651" y="503"/>
                  </a:lnTo>
                  <a:lnTo>
                    <a:pt x="652" y="504"/>
                  </a:lnTo>
                  <a:lnTo>
                    <a:pt x="649" y="505"/>
                  </a:lnTo>
                  <a:lnTo>
                    <a:pt x="648" y="504"/>
                  </a:lnTo>
                  <a:lnTo>
                    <a:pt x="648" y="505"/>
                  </a:lnTo>
                  <a:lnTo>
                    <a:pt x="648" y="504"/>
                  </a:lnTo>
                  <a:lnTo>
                    <a:pt x="647" y="505"/>
                  </a:lnTo>
                  <a:lnTo>
                    <a:pt x="645" y="506"/>
                  </a:lnTo>
                  <a:lnTo>
                    <a:pt x="643" y="506"/>
                  </a:lnTo>
                  <a:lnTo>
                    <a:pt x="641" y="508"/>
                  </a:lnTo>
                  <a:lnTo>
                    <a:pt x="640" y="508"/>
                  </a:lnTo>
                  <a:lnTo>
                    <a:pt x="640" y="508"/>
                  </a:lnTo>
                  <a:lnTo>
                    <a:pt x="639" y="508"/>
                  </a:lnTo>
                  <a:lnTo>
                    <a:pt x="639" y="509"/>
                  </a:lnTo>
                  <a:lnTo>
                    <a:pt x="637" y="510"/>
                  </a:lnTo>
                  <a:lnTo>
                    <a:pt x="635" y="508"/>
                  </a:lnTo>
                  <a:lnTo>
                    <a:pt x="635" y="506"/>
                  </a:lnTo>
                  <a:lnTo>
                    <a:pt x="633" y="508"/>
                  </a:lnTo>
                  <a:lnTo>
                    <a:pt x="632" y="509"/>
                  </a:lnTo>
                  <a:lnTo>
                    <a:pt x="632" y="510"/>
                  </a:lnTo>
                  <a:lnTo>
                    <a:pt x="629" y="510"/>
                  </a:lnTo>
                  <a:lnTo>
                    <a:pt x="628" y="509"/>
                  </a:lnTo>
                  <a:lnTo>
                    <a:pt x="627" y="510"/>
                  </a:lnTo>
                  <a:lnTo>
                    <a:pt x="624" y="512"/>
                  </a:lnTo>
                  <a:lnTo>
                    <a:pt x="624" y="513"/>
                  </a:lnTo>
                  <a:lnTo>
                    <a:pt x="620" y="516"/>
                  </a:lnTo>
                  <a:lnTo>
                    <a:pt x="620" y="514"/>
                  </a:lnTo>
                  <a:lnTo>
                    <a:pt x="622" y="514"/>
                  </a:lnTo>
                  <a:lnTo>
                    <a:pt x="623" y="512"/>
                  </a:lnTo>
                  <a:lnTo>
                    <a:pt x="622" y="513"/>
                  </a:lnTo>
                  <a:lnTo>
                    <a:pt x="619" y="510"/>
                  </a:lnTo>
                  <a:lnTo>
                    <a:pt x="618" y="509"/>
                  </a:lnTo>
                  <a:lnTo>
                    <a:pt x="615" y="508"/>
                  </a:lnTo>
                  <a:lnTo>
                    <a:pt x="614" y="506"/>
                  </a:lnTo>
                  <a:lnTo>
                    <a:pt x="615" y="508"/>
                  </a:lnTo>
                  <a:lnTo>
                    <a:pt x="615" y="509"/>
                  </a:lnTo>
                  <a:lnTo>
                    <a:pt x="615" y="512"/>
                  </a:lnTo>
                  <a:lnTo>
                    <a:pt x="615" y="514"/>
                  </a:lnTo>
                  <a:lnTo>
                    <a:pt x="614" y="516"/>
                  </a:lnTo>
                  <a:lnTo>
                    <a:pt x="612" y="517"/>
                  </a:lnTo>
                  <a:lnTo>
                    <a:pt x="611" y="518"/>
                  </a:lnTo>
                  <a:lnTo>
                    <a:pt x="611" y="517"/>
                  </a:lnTo>
                  <a:lnTo>
                    <a:pt x="610" y="517"/>
                  </a:lnTo>
                  <a:lnTo>
                    <a:pt x="610" y="517"/>
                  </a:lnTo>
                  <a:lnTo>
                    <a:pt x="608" y="520"/>
                  </a:lnTo>
                  <a:lnTo>
                    <a:pt x="606" y="522"/>
                  </a:lnTo>
                  <a:lnTo>
                    <a:pt x="603" y="524"/>
                  </a:lnTo>
                  <a:lnTo>
                    <a:pt x="602" y="524"/>
                  </a:lnTo>
                  <a:lnTo>
                    <a:pt x="599" y="522"/>
                  </a:lnTo>
                  <a:lnTo>
                    <a:pt x="597" y="524"/>
                  </a:lnTo>
                  <a:lnTo>
                    <a:pt x="595" y="524"/>
                  </a:lnTo>
                  <a:lnTo>
                    <a:pt x="597" y="525"/>
                  </a:lnTo>
                  <a:lnTo>
                    <a:pt x="594" y="526"/>
                  </a:lnTo>
                  <a:lnTo>
                    <a:pt x="591" y="526"/>
                  </a:lnTo>
                  <a:lnTo>
                    <a:pt x="590" y="526"/>
                  </a:lnTo>
                  <a:lnTo>
                    <a:pt x="589" y="528"/>
                  </a:lnTo>
                  <a:lnTo>
                    <a:pt x="586" y="529"/>
                  </a:lnTo>
                  <a:lnTo>
                    <a:pt x="585" y="530"/>
                  </a:lnTo>
                  <a:lnTo>
                    <a:pt x="585" y="529"/>
                  </a:lnTo>
                  <a:lnTo>
                    <a:pt x="585" y="529"/>
                  </a:lnTo>
                  <a:lnTo>
                    <a:pt x="583" y="529"/>
                  </a:lnTo>
                  <a:lnTo>
                    <a:pt x="583" y="528"/>
                  </a:lnTo>
                  <a:lnTo>
                    <a:pt x="585" y="528"/>
                  </a:lnTo>
                  <a:lnTo>
                    <a:pt x="583" y="528"/>
                  </a:lnTo>
                  <a:lnTo>
                    <a:pt x="583" y="526"/>
                  </a:lnTo>
                  <a:lnTo>
                    <a:pt x="582" y="526"/>
                  </a:lnTo>
                  <a:lnTo>
                    <a:pt x="582" y="528"/>
                  </a:lnTo>
                  <a:lnTo>
                    <a:pt x="581" y="528"/>
                  </a:lnTo>
                  <a:lnTo>
                    <a:pt x="582" y="529"/>
                  </a:lnTo>
                  <a:lnTo>
                    <a:pt x="581" y="530"/>
                  </a:lnTo>
                  <a:lnTo>
                    <a:pt x="579" y="531"/>
                  </a:lnTo>
                  <a:lnTo>
                    <a:pt x="579" y="533"/>
                  </a:lnTo>
                  <a:lnTo>
                    <a:pt x="579" y="534"/>
                  </a:lnTo>
                  <a:lnTo>
                    <a:pt x="581" y="534"/>
                  </a:lnTo>
                  <a:lnTo>
                    <a:pt x="582" y="537"/>
                  </a:lnTo>
                  <a:lnTo>
                    <a:pt x="582" y="538"/>
                  </a:lnTo>
                  <a:lnTo>
                    <a:pt x="583" y="538"/>
                  </a:lnTo>
                  <a:lnTo>
                    <a:pt x="585" y="539"/>
                  </a:lnTo>
                  <a:lnTo>
                    <a:pt x="582" y="541"/>
                  </a:lnTo>
                  <a:lnTo>
                    <a:pt x="581" y="541"/>
                  </a:lnTo>
                  <a:lnTo>
                    <a:pt x="581" y="541"/>
                  </a:lnTo>
                  <a:lnTo>
                    <a:pt x="578" y="541"/>
                  </a:lnTo>
                  <a:lnTo>
                    <a:pt x="577" y="542"/>
                  </a:lnTo>
                  <a:lnTo>
                    <a:pt x="577" y="542"/>
                  </a:lnTo>
                  <a:lnTo>
                    <a:pt x="577" y="539"/>
                  </a:lnTo>
                  <a:lnTo>
                    <a:pt x="577" y="538"/>
                  </a:lnTo>
                  <a:lnTo>
                    <a:pt x="574" y="538"/>
                  </a:lnTo>
                  <a:lnTo>
                    <a:pt x="572" y="534"/>
                  </a:lnTo>
                  <a:lnTo>
                    <a:pt x="572" y="533"/>
                  </a:lnTo>
                  <a:lnTo>
                    <a:pt x="574" y="530"/>
                  </a:lnTo>
                  <a:lnTo>
                    <a:pt x="574" y="528"/>
                  </a:lnTo>
                  <a:lnTo>
                    <a:pt x="575" y="528"/>
                  </a:lnTo>
                  <a:lnTo>
                    <a:pt x="575" y="528"/>
                  </a:lnTo>
                  <a:lnTo>
                    <a:pt x="574" y="526"/>
                  </a:lnTo>
                  <a:lnTo>
                    <a:pt x="573" y="528"/>
                  </a:lnTo>
                  <a:lnTo>
                    <a:pt x="572" y="525"/>
                  </a:lnTo>
                  <a:lnTo>
                    <a:pt x="570" y="528"/>
                  </a:lnTo>
                  <a:lnTo>
                    <a:pt x="568" y="528"/>
                  </a:lnTo>
                  <a:lnTo>
                    <a:pt x="566" y="528"/>
                  </a:lnTo>
                  <a:lnTo>
                    <a:pt x="564" y="525"/>
                  </a:lnTo>
                  <a:lnTo>
                    <a:pt x="562" y="526"/>
                  </a:lnTo>
                  <a:lnTo>
                    <a:pt x="561" y="524"/>
                  </a:lnTo>
                  <a:lnTo>
                    <a:pt x="560" y="521"/>
                  </a:lnTo>
                  <a:lnTo>
                    <a:pt x="558" y="524"/>
                  </a:lnTo>
                  <a:lnTo>
                    <a:pt x="558" y="525"/>
                  </a:lnTo>
                  <a:lnTo>
                    <a:pt x="557" y="526"/>
                  </a:lnTo>
                  <a:lnTo>
                    <a:pt x="556" y="525"/>
                  </a:lnTo>
                  <a:lnTo>
                    <a:pt x="554" y="526"/>
                  </a:lnTo>
                  <a:lnTo>
                    <a:pt x="554" y="525"/>
                  </a:lnTo>
                  <a:lnTo>
                    <a:pt x="554" y="526"/>
                  </a:lnTo>
                  <a:lnTo>
                    <a:pt x="553" y="525"/>
                  </a:lnTo>
                  <a:lnTo>
                    <a:pt x="552" y="525"/>
                  </a:lnTo>
                  <a:lnTo>
                    <a:pt x="540" y="526"/>
                  </a:lnTo>
                  <a:lnTo>
                    <a:pt x="515" y="517"/>
                  </a:lnTo>
                  <a:lnTo>
                    <a:pt x="474" y="537"/>
                  </a:lnTo>
                  <a:lnTo>
                    <a:pt x="444" y="528"/>
                  </a:lnTo>
                  <a:lnTo>
                    <a:pt x="375" y="476"/>
                  </a:lnTo>
                  <a:lnTo>
                    <a:pt x="228" y="463"/>
                  </a:lnTo>
                  <a:lnTo>
                    <a:pt x="150" y="389"/>
                  </a:lnTo>
                  <a:lnTo>
                    <a:pt x="0" y="325"/>
                  </a:lnTo>
                  <a:lnTo>
                    <a:pt x="12" y="199"/>
                  </a:lnTo>
                  <a:lnTo>
                    <a:pt x="111" y="146"/>
                  </a:lnTo>
                  <a:lnTo>
                    <a:pt x="224" y="122"/>
                  </a:lnTo>
                  <a:lnTo>
                    <a:pt x="233" y="120"/>
                  </a:lnTo>
                  <a:lnTo>
                    <a:pt x="237" y="120"/>
                  </a:lnTo>
                  <a:lnTo>
                    <a:pt x="240" y="121"/>
                  </a:lnTo>
                  <a:lnTo>
                    <a:pt x="241" y="121"/>
                  </a:lnTo>
                  <a:lnTo>
                    <a:pt x="346" y="124"/>
                  </a:lnTo>
                  <a:lnTo>
                    <a:pt x="532" y="104"/>
                  </a:lnTo>
                  <a:lnTo>
                    <a:pt x="554" y="80"/>
                  </a:lnTo>
                  <a:lnTo>
                    <a:pt x="560" y="79"/>
                  </a:lnTo>
                  <a:lnTo>
                    <a:pt x="561" y="79"/>
                  </a:lnTo>
                  <a:lnTo>
                    <a:pt x="561" y="80"/>
                  </a:lnTo>
                  <a:lnTo>
                    <a:pt x="564" y="79"/>
                  </a:lnTo>
                  <a:lnTo>
                    <a:pt x="566" y="80"/>
                  </a:lnTo>
                  <a:lnTo>
                    <a:pt x="569" y="81"/>
                  </a:lnTo>
                  <a:lnTo>
                    <a:pt x="570" y="81"/>
                  </a:lnTo>
                  <a:lnTo>
                    <a:pt x="575" y="76"/>
                  </a:lnTo>
                  <a:lnTo>
                    <a:pt x="578" y="74"/>
                  </a:lnTo>
                  <a:lnTo>
                    <a:pt x="582" y="74"/>
                  </a:lnTo>
                  <a:lnTo>
                    <a:pt x="585" y="71"/>
                  </a:lnTo>
                  <a:lnTo>
                    <a:pt x="585" y="68"/>
                  </a:lnTo>
                  <a:lnTo>
                    <a:pt x="585" y="67"/>
                  </a:lnTo>
                  <a:lnTo>
                    <a:pt x="583" y="66"/>
                  </a:lnTo>
                  <a:lnTo>
                    <a:pt x="582" y="67"/>
                  </a:lnTo>
                  <a:lnTo>
                    <a:pt x="582" y="66"/>
                  </a:lnTo>
                  <a:lnTo>
                    <a:pt x="581" y="66"/>
                  </a:lnTo>
                  <a:lnTo>
                    <a:pt x="581" y="63"/>
                  </a:lnTo>
                  <a:lnTo>
                    <a:pt x="581" y="62"/>
                  </a:lnTo>
                  <a:lnTo>
                    <a:pt x="581" y="58"/>
                  </a:lnTo>
                  <a:lnTo>
                    <a:pt x="579" y="56"/>
                  </a:lnTo>
                  <a:lnTo>
                    <a:pt x="581" y="55"/>
                  </a:lnTo>
                  <a:lnTo>
                    <a:pt x="582" y="54"/>
                  </a:lnTo>
                  <a:lnTo>
                    <a:pt x="582" y="51"/>
                  </a:lnTo>
                  <a:lnTo>
                    <a:pt x="581" y="50"/>
                  </a:lnTo>
                  <a:lnTo>
                    <a:pt x="581" y="47"/>
                  </a:lnTo>
                  <a:lnTo>
                    <a:pt x="581" y="46"/>
                  </a:lnTo>
                  <a:lnTo>
                    <a:pt x="579" y="45"/>
                  </a:lnTo>
                  <a:lnTo>
                    <a:pt x="579" y="42"/>
                  </a:lnTo>
                  <a:lnTo>
                    <a:pt x="581" y="39"/>
                  </a:lnTo>
                  <a:lnTo>
                    <a:pt x="582" y="38"/>
                  </a:lnTo>
                  <a:lnTo>
                    <a:pt x="583" y="35"/>
                  </a:lnTo>
                  <a:lnTo>
                    <a:pt x="585" y="34"/>
                  </a:lnTo>
                  <a:lnTo>
                    <a:pt x="586" y="33"/>
                  </a:lnTo>
                  <a:lnTo>
                    <a:pt x="586" y="30"/>
                  </a:lnTo>
                  <a:lnTo>
                    <a:pt x="586" y="29"/>
                  </a:lnTo>
                  <a:lnTo>
                    <a:pt x="586" y="26"/>
                  </a:lnTo>
                  <a:lnTo>
                    <a:pt x="585" y="25"/>
                  </a:lnTo>
                  <a:lnTo>
                    <a:pt x="583" y="24"/>
                  </a:lnTo>
                  <a:lnTo>
                    <a:pt x="582" y="20"/>
                  </a:lnTo>
                  <a:lnTo>
                    <a:pt x="579" y="20"/>
                  </a:lnTo>
                  <a:lnTo>
                    <a:pt x="578" y="21"/>
                  </a:lnTo>
                  <a:lnTo>
                    <a:pt x="575" y="22"/>
                  </a:lnTo>
                  <a:lnTo>
                    <a:pt x="574" y="22"/>
                  </a:lnTo>
                  <a:lnTo>
                    <a:pt x="574" y="21"/>
                  </a:lnTo>
                  <a:lnTo>
                    <a:pt x="574" y="18"/>
                  </a:lnTo>
                  <a:lnTo>
                    <a:pt x="574" y="17"/>
                  </a:lnTo>
                  <a:lnTo>
                    <a:pt x="574" y="16"/>
                  </a:lnTo>
                  <a:lnTo>
                    <a:pt x="575" y="14"/>
                  </a:lnTo>
                  <a:lnTo>
                    <a:pt x="575" y="13"/>
                  </a:lnTo>
                  <a:lnTo>
                    <a:pt x="578" y="10"/>
                  </a:lnTo>
                  <a:lnTo>
                    <a:pt x="578" y="9"/>
                  </a:lnTo>
                  <a:lnTo>
                    <a:pt x="579" y="8"/>
                  </a:lnTo>
                  <a:lnTo>
                    <a:pt x="582" y="8"/>
                  </a:lnTo>
                  <a:lnTo>
                    <a:pt x="583" y="6"/>
                  </a:lnTo>
                  <a:lnTo>
                    <a:pt x="585" y="6"/>
                  </a:lnTo>
                  <a:lnTo>
                    <a:pt x="586" y="6"/>
                  </a:lnTo>
                  <a:lnTo>
                    <a:pt x="587" y="6"/>
                  </a:lnTo>
                  <a:lnTo>
                    <a:pt x="589" y="6"/>
                  </a:lnTo>
                  <a:lnTo>
                    <a:pt x="590" y="4"/>
                  </a:lnTo>
                  <a:lnTo>
                    <a:pt x="593" y="4"/>
                  </a:lnTo>
                  <a:lnTo>
                    <a:pt x="594" y="2"/>
                  </a:lnTo>
                  <a:lnTo>
                    <a:pt x="597" y="2"/>
                  </a:lnTo>
                  <a:lnTo>
                    <a:pt x="598" y="2"/>
                  </a:lnTo>
                  <a:lnTo>
                    <a:pt x="601" y="2"/>
                  </a:lnTo>
                  <a:lnTo>
                    <a:pt x="601" y="2"/>
                  </a:lnTo>
                  <a:lnTo>
                    <a:pt x="602" y="2"/>
                  </a:lnTo>
                  <a:lnTo>
                    <a:pt x="603" y="0"/>
                  </a:lnTo>
                  <a:lnTo>
                    <a:pt x="606" y="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3" name="Freeform 344">
              <a:extLst>
                <a:ext uri="{FF2B5EF4-FFF2-40B4-BE49-F238E27FC236}">
                  <a16:creationId xmlns:a16="http://schemas.microsoft.com/office/drawing/2014/main" id="{8DAFF3C0-2230-4479-A2F7-37DA273F01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73782" y="1880699"/>
              <a:ext cx="1695573" cy="3264198"/>
            </a:xfrm>
            <a:custGeom>
              <a:avLst/>
              <a:gdLst>
                <a:gd name="T0" fmla="*/ 4 w 187"/>
                <a:gd name="T1" fmla="*/ 357 h 360"/>
                <a:gd name="T2" fmla="*/ 46 w 187"/>
                <a:gd name="T3" fmla="*/ 324 h 360"/>
                <a:gd name="T4" fmla="*/ 54 w 187"/>
                <a:gd name="T5" fmla="*/ 306 h 360"/>
                <a:gd name="T6" fmla="*/ 55 w 187"/>
                <a:gd name="T7" fmla="*/ 299 h 360"/>
                <a:gd name="T8" fmla="*/ 67 w 187"/>
                <a:gd name="T9" fmla="*/ 266 h 360"/>
                <a:gd name="T10" fmla="*/ 70 w 187"/>
                <a:gd name="T11" fmla="*/ 264 h 360"/>
                <a:gd name="T12" fmla="*/ 54 w 187"/>
                <a:gd name="T13" fmla="*/ 233 h 360"/>
                <a:gd name="T14" fmla="*/ 51 w 187"/>
                <a:gd name="T15" fmla="*/ 232 h 360"/>
                <a:gd name="T16" fmla="*/ 39 w 187"/>
                <a:gd name="T17" fmla="*/ 227 h 360"/>
                <a:gd name="T18" fmla="*/ 42 w 187"/>
                <a:gd name="T19" fmla="*/ 222 h 360"/>
                <a:gd name="T20" fmla="*/ 103 w 187"/>
                <a:gd name="T21" fmla="*/ 207 h 360"/>
                <a:gd name="T22" fmla="*/ 85 w 187"/>
                <a:gd name="T23" fmla="*/ 220 h 360"/>
                <a:gd name="T24" fmla="*/ 79 w 187"/>
                <a:gd name="T25" fmla="*/ 220 h 360"/>
                <a:gd name="T26" fmla="*/ 87 w 187"/>
                <a:gd name="T27" fmla="*/ 208 h 360"/>
                <a:gd name="T28" fmla="*/ 103 w 187"/>
                <a:gd name="T29" fmla="*/ 198 h 360"/>
                <a:gd name="T30" fmla="*/ 76 w 187"/>
                <a:gd name="T31" fmla="*/ 174 h 360"/>
                <a:gd name="T32" fmla="*/ 129 w 187"/>
                <a:gd name="T33" fmla="*/ 133 h 360"/>
                <a:gd name="T34" fmla="*/ 128 w 187"/>
                <a:gd name="T35" fmla="*/ 139 h 360"/>
                <a:gd name="T36" fmla="*/ 147 w 187"/>
                <a:gd name="T37" fmla="*/ 79 h 360"/>
                <a:gd name="T38" fmla="*/ 163 w 187"/>
                <a:gd name="T39" fmla="*/ 111 h 360"/>
                <a:gd name="T40" fmla="*/ 164 w 187"/>
                <a:gd name="T41" fmla="*/ 129 h 360"/>
                <a:gd name="T42" fmla="*/ 162 w 187"/>
                <a:gd name="T43" fmla="*/ 166 h 360"/>
                <a:gd name="T44" fmla="*/ 158 w 187"/>
                <a:gd name="T45" fmla="*/ 189 h 360"/>
                <a:gd name="T46" fmla="*/ 153 w 187"/>
                <a:gd name="T47" fmla="*/ 181 h 360"/>
                <a:gd name="T48" fmla="*/ 141 w 187"/>
                <a:gd name="T49" fmla="*/ 190 h 360"/>
                <a:gd name="T50" fmla="*/ 129 w 187"/>
                <a:gd name="T51" fmla="*/ 193 h 360"/>
                <a:gd name="T52" fmla="*/ 120 w 187"/>
                <a:gd name="T53" fmla="*/ 194 h 360"/>
                <a:gd name="T54" fmla="*/ 118 w 187"/>
                <a:gd name="T55" fmla="*/ 207 h 360"/>
                <a:gd name="T56" fmla="*/ 105 w 187"/>
                <a:gd name="T57" fmla="*/ 202 h 360"/>
                <a:gd name="T58" fmla="*/ 92 w 187"/>
                <a:gd name="T59" fmla="*/ 200 h 360"/>
                <a:gd name="T60" fmla="*/ 74 w 187"/>
                <a:gd name="T61" fmla="*/ 206 h 360"/>
                <a:gd name="T62" fmla="*/ 66 w 187"/>
                <a:gd name="T63" fmla="*/ 214 h 360"/>
                <a:gd name="T64" fmla="*/ 74 w 187"/>
                <a:gd name="T65" fmla="*/ 224 h 360"/>
                <a:gd name="T66" fmla="*/ 68 w 187"/>
                <a:gd name="T67" fmla="*/ 248 h 360"/>
                <a:gd name="T68" fmla="*/ 64 w 187"/>
                <a:gd name="T69" fmla="*/ 245 h 360"/>
                <a:gd name="T70" fmla="*/ 59 w 187"/>
                <a:gd name="T71" fmla="*/ 249 h 360"/>
                <a:gd name="T72" fmla="*/ 52 w 187"/>
                <a:gd name="T73" fmla="*/ 222 h 360"/>
                <a:gd name="T74" fmla="*/ 51 w 187"/>
                <a:gd name="T75" fmla="*/ 228 h 360"/>
                <a:gd name="T76" fmla="*/ 49 w 187"/>
                <a:gd name="T77" fmla="*/ 227 h 360"/>
                <a:gd name="T78" fmla="*/ 56 w 187"/>
                <a:gd name="T79" fmla="*/ 211 h 360"/>
                <a:gd name="T80" fmla="*/ 67 w 187"/>
                <a:gd name="T81" fmla="*/ 195 h 360"/>
                <a:gd name="T82" fmla="*/ 92 w 187"/>
                <a:gd name="T83" fmla="*/ 181 h 360"/>
                <a:gd name="T84" fmla="*/ 108 w 187"/>
                <a:gd name="T85" fmla="*/ 179 h 360"/>
                <a:gd name="T86" fmla="*/ 113 w 187"/>
                <a:gd name="T87" fmla="*/ 161 h 360"/>
                <a:gd name="T88" fmla="*/ 114 w 187"/>
                <a:gd name="T89" fmla="*/ 153 h 360"/>
                <a:gd name="T90" fmla="*/ 135 w 187"/>
                <a:gd name="T91" fmla="*/ 139 h 360"/>
                <a:gd name="T92" fmla="*/ 133 w 187"/>
                <a:gd name="T93" fmla="*/ 102 h 360"/>
                <a:gd name="T94" fmla="*/ 135 w 187"/>
                <a:gd name="T95" fmla="*/ 82 h 360"/>
                <a:gd name="T96" fmla="*/ 145 w 187"/>
                <a:gd name="T97" fmla="*/ 83 h 360"/>
                <a:gd name="T98" fmla="*/ 120 w 187"/>
                <a:gd name="T99" fmla="*/ 62 h 360"/>
                <a:gd name="T100" fmla="*/ 139 w 187"/>
                <a:gd name="T101" fmla="*/ 6 h 360"/>
                <a:gd name="T102" fmla="*/ 167 w 187"/>
                <a:gd name="T103" fmla="*/ 25 h 360"/>
                <a:gd name="T104" fmla="*/ 179 w 187"/>
                <a:gd name="T105" fmla="*/ 31 h 360"/>
                <a:gd name="T106" fmla="*/ 184 w 187"/>
                <a:gd name="T107" fmla="*/ 37 h 360"/>
                <a:gd name="T108" fmla="*/ 166 w 187"/>
                <a:gd name="T109" fmla="*/ 48 h 360"/>
                <a:gd name="T110" fmla="*/ 149 w 187"/>
                <a:gd name="T111" fmla="*/ 53 h 360"/>
                <a:gd name="T112" fmla="*/ 129 w 187"/>
                <a:gd name="T113" fmla="*/ 58 h 360"/>
                <a:gd name="T114" fmla="*/ 137 w 187"/>
                <a:gd name="T115" fmla="*/ 69 h 360"/>
                <a:gd name="T116" fmla="*/ 124 w 187"/>
                <a:gd name="T117" fmla="*/ 62 h 360"/>
                <a:gd name="T118" fmla="*/ 128 w 187"/>
                <a:gd name="T119" fmla="*/ 47 h 360"/>
                <a:gd name="T120" fmla="*/ 135 w 187"/>
                <a:gd name="T121" fmla="*/ 39 h 360"/>
                <a:gd name="T122" fmla="*/ 133 w 187"/>
                <a:gd name="T123" fmla="*/ 18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360">
                  <a:moveTo>
                    <a:pt x="2" y="358"/>
                  </a:moveTo>
                  <a:lnTo>
                    <a:pt x="2" y="360"/>
                  </a:lnTo>
                  <a:lnTo>
                    <a:pt x="2" y="360"/>
                  </a:lnTo>
                  <a:lnTo>
                    <a:pt x="0" y="360"/>
                  </a:lnTo>
                  <a:lnTo>
                    <a:pt x="1" y="358"/>
                  </a:lnTo>
                  <a:lnTo>
                    <a:pt x="2" y="358"/>
                  </a:lnTo>
                  <a:close/>
                  <a:moveTo>
                    <a:pt x="5" y="356"/>
                  </a:moveTo>
                  <a:lnTo>
                    <a:pt x="6" y="357"/>
                  </a:lnTo>
                  <a:lnTo>
                    <a:pt x="6" y="360"/>
                  </a:lnTo>
                  <a:lnTo>
                    <a:pt x="5" y="358"/>
                  </a:lnTo>
                  <a:lnTo>
                    <a:pt x="4" y="357"/>
                  </a:lnTo>
                  <a:lnTo>
                    <a:pt x="5" y="356"/>
                  </a:lnTo>
                  <a:close/>
                  <a:moveTo>
                    <a:pt x="16" y="349"/>
                  </a:moveTo>
                  <a:lnTo>
                    <a:pt x="18" y="351"/>
                  </a:lnTo>
                  <a:lnTo>
                    <a:pt x="18" y="353"/>
                  </a:lnTo>
                  <a:lnTo>
                    <a:pt x="16" y="353"/>
                  </a:lnTo>
                  <a:lnTo>
                    <a:pt x="16" y="352"/>
                  </a:lnTo>
                  <a:lnTo>
                    <a:pt x="16" y="349"/>
                  </a:lnTo>
                  <a:close/>
                  <a:moveTo>
                    <a:pt x="46" y="319"/>
                  </a:moveTo>
                  <a:lnTo>
                    <a:pt x="46" y="320"/>
                  </a:lnTo>
                  <a:lnTo>
                    <a:pt x="46" y="323"/>
                  </a:lnTo>
                  <a:lnTo>
                    <a:pt x="46" y="324"/>
                  </a:lnTo>
                  <a:lnTo>
                    <a:pt x="42" y="326"/>
                  </a:lnTo>
                  <a:lnTo>
                    <a:pt x="42" y="328"/>
                  </a:lnTo>
                  <a:lnTo>
                    <a:pt x="41" y="328"/>
                  </a:lnTo>
                  <a:lnTo>
                    <a:pt x="41" y="326"/>
                  </a:lnTo>
                  <a:lnTo>
                    <a:pt x="42" y="324"/>
                  </a:lnTo>
                  <a:lnTo>
                    <a:pt x="43" y="323"/>
                  </a:lnTo>
                  <a:lnTo>
                    <a:pt x="42" y="322"/>
                  </a:lnTo>
                  <a:lnTo>
                    <a:pt x="45" y="320"/>
                  </a:lnTo>
                  <a:lnTo>
                    <a:pt x="46" y="319"/>
                  </a:lnTo>
                  <a:close/>
                  <a:moveTo>
                    <a:pt x="52" y="304"/>
                  </a:moveTo>
                  <a:lnTo>
                    <a:pt x="54" y="306"/>
                  </a:lnTo>
                  <a:lnTo>
                    <a:pt x="54" y="308"/>
                  </a:lnTo>
                  <a:lnTo>
                    <a:pt x="52" y="308"/>
                  </a:lnTo>
                  <a:lnTo>
                    <a:pt x="51" y="307"/>
                  </a:lnTo>
                  <a:lnTo>
                    <a:pt x="51" y="306"/>
                  </a:lnTo>
                  <a:lnTo>
                    <a:pt x="52" y="304"/>
                  </a:lnTo>
                  <a:close/>
                  <a:moveTo>
                    <a:pt x="60" y="294"/>
                  </a:moveTo>
                  <a:lnTo>
                    <a:pt x="59" y="297"/>
                  </a:lnTo>
                  <a:lnTo>
                    <a:pt x="58" y="298"/>
                  </a:lnTo>
                  <a:lnTo>
                    <a:pt x="58" y="299"/>
                  </a:lnTo>
                  <a:lnTo>
                    <a:pt x="56" y="301"/>
                  </a:lnTo>
                  <a:lnTo>
                    <a:pt x="55" y="299"/>
                  </a:lnTo>
                  <a:lnTo>
                    <a:pt x="54" y="299"/>
                  </a:lnTo>
                  <a:lnTo>
                    <a:pt x="54" y="299"/>
                  </a:lnTo>
                  <a:lnTo>
                    <a:pt x="54" y="298"/>
                  </a:lnTo>
                  <a:lnTo>
                    <a:pt x="56" y="297"/>
                  </a:lnTo>
                  <a:lnTo>
                    <a:pt x="56" y="297"/>
                  </a:lnTo>
                  <a:lnTo>
                    <a:pt x="58" y="295"/>
                  </a:lnTo>
                  <a:lnTo>
                    <a:pt x="59" y="295"/>
                  </a:lnTo>
                  <a:lnTo>
                    <a:pt x="59" y="295"/>
                  </a:lnTo>
                  <a:lnTo>
                    <a:pt x="60" y="294"/>
                  </a:lnTo>
                  <a:close/>
                  <a:moveTo>
                    <a:pt x="66" y="264"/>
                  </a:moveTo>
                  <a:lnTo>
                    <a:pt x="67" y="266"/>
                  </a:lnTo>
                  <a:lnTo>
                    <a:pt x="68" y="268"/>
                  </a:lnTo>
                  <a:lnTo>
                    <a:pt x="67" y="269"/>
                  </a:lnTo>
                  <a:lnTo>
                    <a:pt x="66" y="268"/>
                  </a:lnTo>
                  <a:lnTo>
                    <a:pt x="64" y="266"/>
                  </a:lnTo>
                  <a:lnTo>
                    <a:pt x="64" y="265"/>
                  </a:lnTo>
                  <a:lnTo>
                    <a:pt x="66" y="264"/>
                  </a:lnTo>
                  <a:close/>
                  <a:moveTo>
                    <a:pt x="70" y="258"/>
                  </a:moveTo>
                  <a:lnTo>
                    <a:pt x="71" y="258"/>
                  </a:lnTo>
                  <a:lnTo>
                    <a:pt x="71" y="261"/>
                  </a:lnTo>
                  <a:lnTo>
                    <a:pt x="70" y="262"/>
                  </a:lnTo>
                  <a:lnTo>
                    <a:pt x="70" y="264"/>
                  </a:lnTo>
                  <a:lnTo>
                    <a:pt x="70" y="260"/>
                  </a:lnTo>
                  <a:lnTo>
                    <a:pt x="70" y="258"/>
                  </a:lnTo>
                  <a:close/>
                  <a:moveTo>
                    <a:pt x="52" y="237"/>
                  </a:moveTo>
                  <a:lnTo>
                    <a:pt x="54" y="237"/>
                  </a:lnTo>
                  <a:lnTo>
                    <a:pt x="52" y="239"/>
                  </a:lnTo>
                  <a:lnTo>
                    <a:pt x="52" y="237"/>
                  </a:lnTo>
                  <a:lnTo>
                    <a:pt x="52" y="237"/>
                  </a:lnTo>
                  <a:close/>
                  <a:moveTo>
                    <a:pt x="55" y="232"/>
                  </a:moveTo>
                  <a:lnTo>
                    <a:pt x="55" y="232"/>
                  </a:lnTo>
                  <a:lnTo>
                    <a:pt x="55" y="233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5" y="232"/>
                  </a:lnTo>
                  <a:close/>
                  <a:moveTo>
                    <a:pt x="51" y="232"/>
                  </a:moveTo>
                  <a:lnTo>
                    <a:pt x="51" y="232"/>
                  </a:lnTo>
                  <a:lnTo>
                    <a:pt x="51" y="232"/>
                  </a:lnTo>
                  <a:lnTo>
                    <a:pt x="52" y="235"/>
                  </a:lnTo>
                  <a:lnTo>
                    <a:pt x="52" y="236"/>
                  </a:lnTo>
                  <a:lnTo>
                    <a:pt x="51" y="236"/>
                  </a:lnTo>
                  <a:lnTo>
                    <a:pt x="51" y="235"/>
                  </a:lnTo>
                  <a:lnTo>
                    <a:pt x="50" y="232"/>
                  </a:lnTo>
                  <a:lnTo>
                    <a:pt x="51" y="232"/>
                  </a:lnTo>
                  <a:close/>
                  <a:moveTo>
                    <a:pt x="37" y="228"/>
                  </a:moveTo>
                  <a:lnTo>
                    <a:pt x="37" y="229"/>
                  </a:lnTo>
                  <a:lnTo>
                    <a:pt x="38" y="229"/>
                  </a:lnTo>
                  <a:lnTo>
                    <a:pt x="39" y="232"/>
                  </a:lnTo>
                  <a:lnTo>
                    <a:pt x="38" y="233"/>
                  </a:lnTo>
                  <a:lnTo>
                    <a:pt x="37" y="232"/>
                  </a:lnTo>
                  <a:lnTo>
                    <a:pt x="35" y="229"/>
                  </a:lnTo>
                  <a:lnTo>
                    <a:pt x="35" y="228"/>
                  </a:lnTo>
                  <a:lnTo>
                    <a:pt x="37" y="228"/>
                  </a:lnTo>
                  <a:close/>
                  <a:moveTo>
                    <a:pt x="38" y="227"/>
                  </a:moveTo>
                  <a:lnTo>
                    <a:pt x="39" y="227"/>
                  </a:lnTo>
                  <a:lnTo>
                    <a:pt x="38" y="228"/>
                  </a:lnTo>
                  <a:lnTo>
                    <a:pt x="38" y="227"/>
                  </a:lnTo>
                  <a:close/>
                  <a:moveTo>
                    <a:pt x="41" y="226"/>
                  </a:moveTo>
                  <a:lnTo>
                    <a:pt x="41" y="226"/>
                  </a:lnTo>
                  <a:lnTo>
                    <a:pt x="39" y="226"/>
                  </a:lnTo>
                  <a:lnTo>
                    <a:pt x="41" y="226"/>
                  </a:lnTo>
                  <a:close/>
                  <a:moveTo>
                    <a:pt x="41" y="224"/>
                  </a:moveTo>
                  <a:lnTo>
                    <a:pt x="42" y="224"/>
                  </a:lnTo>
                  <a:lnTo>
                    <a:pt x="41" y="224"/>
                  </a:lnTo>
                  <a:lnTo>
                    <a:pt x="41" y="224"/>
                  </a:lnTo>
                  <a:close/>
                  <a:moveTo>
                    <a:pt x="42" y="222"/>
                  </a:moveTo>
                  <a:lnTo>
                    <a:pt x="43" y="223"/>
                  </a:lnTo>
                  <a:lnTo>
                    <a:pt x="42" y="223"/>
                  </a:lnTo>
                  <a:lnTo>
                    <a:pt x="41" y="223"/>
                  </a:lnTo>
                  <a:lnTo>
                    <a:pt x="41" y="222"/>
                  </a:lnTo>
                  <a:lnTo>
                    <a:pt x="42" y="222"/>
                  </a:lnTo>
                  <a:close/>
                  <a:moveTo>
                    <a:pt x="92" y="203"/>
                  </a:moveTo>
                  <a:lnTo>
                    <a:pt x="96" y="203"/>
                  </a:lnTo>
                  <a:lnTo>
                    <a:pt x="97" y="204"/>
                  </a:lnTo>
                  <a:lnTo>
                    <a:pt x="99" y="204"/>
                  </a:lnTo>
                  <a:lnTo>
                    <a:pt x="101" y="206"/>
                  </a:lnTo>
                  <a:lnTo>
                    <a:pt x="103" y="207"/>
                  </a:lnTo>
                  <a:lnTo>
                    <a:pt x="103" y="208"/>
                  </a:lnTo>
                  <a:lnTo>
                    <a:pt x="103" y="210"/>
                  </a:lnTo>
                  <a:lnTo>
                    <a:pt x="100" y="212"/>
                  </a:lnTo>
                  <a:lnTo>
                    <a:pt x="99" y="216"/>
                  </a:lnTo>
                  <a:lnTo>
                    <a:pt x="97" y="218"/>
                  </a:lnTo>
                  <a:lnTo>
                    <a:pt x="96" y="216"/>
                  </a:lnTo>
                  <a:lnTo>
                    <a:pt x="93" y="214"/>
                  </a:lnTo>
                  <a:lnTo>
                    <a:pt x="91" y="214"/>
                  </a:lnTo>
                  <a:lnTo>
                    <a:pt x="89" y="215"/>
                  </a:lnTo>
                  <a:lnTo>
                    <a:pt x="87" y="216"/>
                  </a:lnTo>
                  <a:lnTo>
                    <a:pt x="85" y="220"/>
                  </a:lnTo>
                  <a:lnTo>
                    <a:pt x="85" y="222"/>
                  </a:lnTo>
                  <a:lnTo>
                    <a:pt x="87" y="224"/>
                  </a:lnTo>
                  <a:lnTo>
                    <a:pt x="87" y="226"/>
                  </a:lnTo>
                  <a:lnTo>
                    <a:pt x="87" y="226"/>
                  </a:lnTo>
                  <a:lnTo>
                    <a:pt x="84" y="226"/>
                  </a:lnTo>
                  <a:lnTo>
                    <a:pt x="84" y="227"/>
                  </a:lnTo>
                  <a:lnTo>
                    <a:pt x="83" y="226"/>
                  </a:lnTo>
                  <a:lnTo>
                    <a:pt x="83" y="224"/>
                  </a:lnTo>
                  <a:lnTo>
                    <a:pt x="80" y="224"/>
                  </a:lnTo>
                  <a:lnTo>
                    <a:pt x="79" y="222"/>
                  </a:lnTo>
                  <a:lnTo>
                    <a:pt x="79" y="220"/>
                  </a:lnTo>
                  <a:lnTo>
                    <a:pt x="79" y="219"/>
                  </a:lnTo>
                  <a:lnTo>
                    <a:pt x="79" y="218"/>
                  </a:lnTo>
                  <a:lnTo>
                    <a:pt x="75" y="216"/>
                  </a:lnTo>
                  <a:lnTo>
                    <a:pt x="76" y="214"/>
                  </a:lnTo>
                  <a:lnTo>
                    <a:pt x="78" y="211"/>
                  </a:lnTo>
                  <a:lnTo>
                    <a:pt x="78" y="210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3" y="210"/>
                  </a:lnTo>
                  <a:lnTo>
                    <a:pt x="84" y="210"/>
                  </a:lnTo>
                  <a:lnTo>
                    <a:pt x="87" y="208"/>
                  </a:lnTo>
                  <a:lnTo>
                    <a:pt x="88" y="208"/>
                  </a:lnTo>
                  <a:lnTo>
                    <a:pt x="89" y="206"/>
                  </a:lnTo>
                  <a:lnTo>
                    <a:pt x="89" y="204"/>
                  </a:lnTo>
                  <a:lnTo>
                    <a:pt x="92" y="203"/>
                  </a:lnTo>
                  <a:close/>
                  <a:moveTo>
                    <a:pt x="96" y="199"/>
                  </a:moveTo>
                  <a:lnTo>
                    <a:pt x="97" y="199"/>
                  </a:lnTo>
                  <a:lnTo>
                    <a:pt x="97" y="200"/>
                  </a:lnTo>
                  <a:lnTo>
                    <a:pt x="96" y="202"/>
                  </a:lnTo>
                  <a:lnTo>
                    <a:pt x="93" y="200"/>
                  </a:lnTo>
                  <a:lnTo>
                    <a:pt x="96" y="199"/>
                  </a:lnTo>
                  <a:close/>
                  <a:moveTo>
                    <a:pt x="103" y="198"/>
                  </a:moveTo>
                  <a:lnTo>
                    <a:pt x="104" y="199"/>
                  </a:lnTo>
                  <a:lnTo>
                    <a:pt x="104" y="200"/>
                  </a:lnTo>
                  <a:lnTo>
                    <a:pt x="104" y="202"/>
                  </a:lnTo>
                  <a:lnTo>
                    <a:pt x="104" y="203"/>
                  </a:lnTo>
                  <a:lnTo>
                    <a:pt x="103" y="203"/>
                  </a:lnTo>
                  <a:lnTo>
                    <a:pt x="101" y="200"/>
                  </a:lnTo>
                  <a:lnTo>
                    <a:pt x="101" y="199"/>
                  </a:lnTo>
                  <a:lnTo>
                    <a:pt x="103" y="198"/>
                  </a:lnTo>
                  <a:lnTo>
                    <a:pt x="103" y="198"/>
                  </a:lnTo>
                  <a:close/>
                  <a:moveTo>
                    <a:pt x="75" y="173"/>
                  </a:moveTo>
                  <a:lnTo>
                    <a:pt x="76" y="174"/>
                  </a:lnTo>
                  <a:lnTo>
                    <a:pt x="75" y="175"/>
                  </a:lnTo>
                  <a:lnTo>
                    <a:pt x="75" y="174"/>
                  </a:lnTo>
                  <a:lnTo>
                    <a:pt x="75" y="173"/>
                  </a:lnTo>
                  <a:close/>
                  <a:moveTo>
                    <a:pt x="79" y="170"/>
                  </a:moveTo>
                  <a:lnTo>
                    <a:pt x="79" y="173"/>
                  </a:lnTo>
                  <a:lnTo>
                    <a:pt x="78" y="173"/>
                  </a:lnTo>
                  <a:lnTo>
                    <a:pt x="78" y="173"/>
                  </a:lnTo>
                  <a:lnTo>
                    <a:pt x="76" y="173"/>
                  </a:lnTo>
                  <a:lnTo>
                    <a:pt x="78" y="172"/>
                  </a:lnTo>
                  <a:lnTo>
                    <a:pt x="79" y="170"/>
                  </a:lnTo>
                  <a:close/>
                  <a:moveTo>
                    <a:pt x="129" y="133"/>
                  </a:moveTo>
                  <a:lnTo>
                    <a:pt x="129" y="135"/>
                  </a:lnTo>
                  <a:lnTo>
                    <a:pt x="129" y="136"/>
                  </a:lnTo>
                  <a:lnTo>
                    <a:pt x="132" y="137"/>
                  </a:lnTo>
                  <a:lnTo>
                    <a:pt x="132" y="139"/>
                  </a:lnTo>
                  <a:lnTo>
                    <a:pt x="130" y="141"/>
                  </a:lnTo>
                  <a:lnTo>
                    <a:pt x="129" y="143"/>
                  </a:lnTo>
                  <a:lnTo>
                    <a:pt x="129" y="143"/>
                  </a:lnTo>
                  <a:lnTo>
                    <a:pt x="129" y="140"/>
                  </a:lnTo>
                  <a:lnTo>
                    <a:pt x="129" y="139"/>
                  </a:lnTo>
                  <a:lnTo>
                    <a:pt x="129" y="139"/>
                  </a:lnTo>
                  <a:lnTo>
                    <a:pt x="128" y="139"/>
                  </a:lnTo>
                  <a:lnTo>
                    <a:pt x="128" y="137"/>
                  </a:lnTo>
                  <a:lnTo>
                    <a:pt x="129" y="133"/>
                  </a:lnTo>
                  <a:lnTo>
                    <a:pt x="129" y="133"/>
                  </a:lnTo>
                  <a:close/>
                  <a:moveTo>
                    <a:pt x="141" y="74"/>
                  </a:moveTo>
                  <a:lnTo>
                    <a:pt x="142" y="74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6" y="75"/>
                  </a:lnTo>
                  <a:lnTo>
                    <a:pt x="147" y="75"/>
                  </a:lnTo>
                  <a:lnTo>
                    <a:pt x="147" y="77"/>
                  </a:lnTo>
                  <a:lnTo>
                    <a:pt x="147" y="79"/>
                  </a:lnTo>
                  <a:lnTo>
                    <a:pt x="149" y="83"/>
                  </a:lnTo>
                  <a:lnTo>
                    <a:pt x="150" y="86"/>
                  </a:lnTo>
                  <a:lnTo>
                    <a:pt x="155" y="91"/>
                  </a:lnTo>
                  <a:lnTo>
                    <a:pt x="157" y="94"/>
                  </a:lnTo>
                  <a:lnTo>
                    <a:pt x="158" y="98"/>
                  </a:lnTo>
                  <a:lnTo>
                    <a:pt x="158" y="99"/>
                  </a:lnTo>
                  <a:lnTo>
                    <a:pt x="159" y="99"/>
                  </a:lnTo>
                  <a:lnTo>
                    <a:pt x="162" y="103"/>
                  </a:lnTo>
                  <a:lnTo>
                    <a:pt x="163" y="107"/>
                  </a:lnTo>
                  <a:lnTo>
                    <a:pt x="163" y="110"/>
                  </a:lnTo>
                  <a:lnTo>
                    <a:pt x="163" y="111"/>
                  </a:lnTo>
                  <a:lnTo>
                    <a:pt x="163" y="114"/>
                  </a:lnTo>
                  <a:lnTo>
                    <a:pt x="164" y="115"/>
                  </a:lnTo>
                  <a:lnTo>
                    <a:pt x="163" y="116"/>
                  </a:lnTo>
                  <a:lnTo>
                    <a:pt x="163" y="118"/>
                  </a:lnTo>
                  <a:lnTo>
                    <a:pt x="163" y="119"/>
                  </a:lnTo>
                  <a:lnTo>
                    <a:pt x="163" y="120"/>
                  </a:lnTo>
                  <a:lnTo>
                    <a:pt x="163" y="122"/>
                  </a:lnTo>
                  <a:lnTo>
                    <a:pt x="163" y="124"/>
                  </a:lnTo>
                  <a:lnTo>
                    <a:pt x="164" y="124"/>
                  </a:lnTo>
                  <a:lnTo>
                    <a:pt x="164" y="127"/>
                  </a:lnTo>
                  <a:lnTo>
                    <a:pt x="164" y="129"/>
                  </a:lnTo>
                  <a:lnTo>
                    <a:pt x="164" y="131"/>
                  </a:lnTo>
                  <a:lnTo>
                    <a:pt x="163" y="128"/>
                  </a:lnTo>
                  <a:lnTo>
                    <a:pt x="162" y="128"/>
                  </a:lnTo>
                  <a:lnTo>
                    <a:pt x="158" y="131"/>
                  </a:lnTo>
                  <a:lnTo>
                    <a:pt x="158" y="135"/>
                  </a:lnTo>
                  <a:lnTo>
                    <a:pt x="158" y="137"/>
                  </a:lnTo>
                  <a:lnTo>
                    <a:pt x="160" y="141"/>
                  </a:lnTo>
                  <a:lnTo>
                    <a:pt x="162" y="149"/>
                  </a:lnTo>
                  <a:lnTo>
                    <a:pt x="162" y="154"/>
                  </a:lnTo>
                  <a:lnTo>
                    <a:pt x="162" y="161"/>
                  </a:lnTo>
                  <a:lnTo>
                    <a:pt x="162" y="166"/>
                  </a:lnTo>
                  <a:lnTo>
                    <a:pt x="163" y="169"/>
                  </a:lnTo>
                  <a:lnTo>
                    <a:pt x="166" y="173"/>
                  </a:lnTo>
                  <a:lnTo>
                    <a:pt x="167" y="174"/>
                  </a:lnTo>
                  <a:lnTo>
                    <a:pt x="167" y="175"/>
                  </a:lnTo>
                  <a:lnTo>
                    <a:pt x="164" y="178"/>
                  </a:lnTo>
                  <a:lnTo>
                    <a:pt x="166" y="179"/>
                  </a:lnTo>
                  <a:lnTo>
                    <a:pt x="164" y="183"/>
                  </a:lnTo>
                  <a:lnTo>
                    <a:pt x="162" y="186"/>
                  </a:lnTo>
                  <a:lnTo>
                    <a:pt x="160" y="186"/>
                  </a:lnTo>
                  <a:lnTo>
                    <a:pt x="159" y="187"/>
                  </a:lnTo>
                  <a:lnTo>
                    <a:pt x="158" y="189"/>
                  </a:lnTo>
                  <a:lnTo>
                    <a:pt x="157" y="189"/>
                  </a:lnTo>
                  <a:lnTo>
                    <a:pt x="157" y="182"/>
                  </a:lnTo>
                  <a:lnTo>
                    <a:pt x="157" y="178"/>
                  </a:lnTo>
                  <a:lnTo>
                    <a:pt x="158" y="177"/>
                  </a:lnTo>
                  <a:lnTo>
                    <a:pt x="158" y="175"/>
                  </a:lnTo>
                  <a:lnTo>
                    <a:pt x="155" y="175"/>
                  </a:lnTo>
                  <a:lnTo>
                    <a:pt x="154" y="175"/>
                  </a:lnTo>
                  <a:lnTo>
                    <a:pt x="153" y="178"/>
                  </a:lnTo>
                  <a:lnTo>
                    <a:pt x="154" y="179"/>
                  </a:lnTo>
                  <a:lnTo>
                    <a:pt x="154" y="181"/>
                  </a:lnTo>
                  <a:lnTo>
                    <a:pt x="153" y="181"/>
                  </a:lnTo>
                  <a:lnTo>
                    <a:pt x="149" y="183"/>
                  </a:lnTo>
                  <a:lnTo>
                    <a:pt x="149" y="186"/>
                  </a:lnTo>
                  <a:lnTo>
                    <a:pt x="150" y="190"/>
                  </a:lnTo>
                  <a:lnTo>
                    <a:pt x="147" y="193"/>
                  </a:lnTo>
                  <a:lnTo>
                    <a:pt x="146" y="193"/>
                  </a:lnTo>
                  <a:lnTo>
                    <a:pt x="145" y="191"/>
                  </a:lnTo>
                  <a:lnTo>
                    <a:pt x="146" y="189"/>
                  </a:lnTo>
                  <a:lnTo>
                    <a:pt x="146" y="186"/>
                  </a:lnTo>
                  <a:lnTo>
                    <a:pt x="143" y="186"/>
                  </a:lnTo>
                  <a:lnTo>
                    <a:pt x="141" y="187"/>
                  </a:lnTo>
                  <a:lnTo>
                    <a:pt x="141" y="190"/>
                  </a:lnTo>
                  <a:lnTo>
                    <a:pt x="141" y="193"/>
                  </a:lnTo>
                  <a:lnTo>
                    <a:pt x="142" y="194"/>
                  </a:lnTo>
                  <a:lnTo>
                    <a:pt x="138" y="194"/>
                  </a:lnTo>
                  <a:lnTo>
                    <a:pt x="133" y="193"/>
                  </a:lnTo>
                  <a:lnTo>
                    <a:pt x="130" y="195"/>
                  </a:lnTo>
                  <a:lnTo>
                    <a:pt x="128" y="195"/>
                  </a:lnTo>
                  <a:lnTo>
                    <a:pt x="128" y="195"/>
                  </a:lnTo>
                  <a:lnTo>
                    <a:pt x="128" y="194"/>
                  </a:lnTo>
                  <a:lnTo>
                    <a:pt x="130" y="194"/>
                  </a:lnTo>
                  <a:lnTo>
                    <a:pt x="130" y="193"/>
                  </a:lnTo>
                  <a:lnTo>
                    <a:pt x="129" y="193"/>
                  </a:lnTo>
                  <a:lnTo>
                    <a:pt x="128" y="193"/>
                  </a:lnTo>
                  <a:lnTo>
                    <a:pt x="126" y="193"/>
                  </a:lnTo>
                  <a:lnTo>
                    <a:pt x="125" y="191"/>
                  </a:lnTo>
                  <a:lnTo>
                    <a:pt x="125" y="193"/>
                  </a:lnTo>
                  <a:lnTo>
                    <a:pt x="124" y="193"/>
                  </a:lnTo>
                  <a:lnTo>
                    <a:pt x="122" y="193"/>
                  </a:lnTo>
                  <a:lnTo>
                    <a:pt x="122" y="190"/>
                  </a:lnTo>
                  <a:lnTo>
                    <a:pt x="124" y="189"/>
                  </a:lnTo>
                  <a:lnTo>
                    <a:pt x="122" y="189"/>
                  </a:lnTo>
                  <a:lnTo>
                    <a:pt x="121" y="190"/>
                  </a:lnTo>
                  <a:lnTo>
                    <a:pt x="120" y="194"/>
                  </a:lnTo>
                  <a:lnTo>
                    <a:pt x="121" y="195"/>
                  </a:lnTo>
                  <a:lnTo>
                    <a:pt x="125" y="197"/>
                  </a:lnTo>
                  <a:lnTo>
                    <a:pt x="125" y="199"/>
                  </a:lnTo>
                  <a:lnTo>
                    <a:pt x="126" y="199"/>
                  </a:lnTo>
                  <a:lnTo>
                    <a:pt x="125" y="200"/>
                  </a:lnTo>
                  <a:lnTo>
                    <a:pt x="124" y="200"/>
                  </a:lnTo>
                  <a:lnTo>
                    <a:pt x="121" y="202"/>
                  </a:lnTo>
                  <a:lnTo>
                    <a:pt x="120" y="204"/>
                  </a:lnTo>
                  <a:lnTo>
                    <a:pt x="120" y="206"/>
                  </a:lnTo>
                  <a:lnTo>
                    <a:pt x="120" y="207"/>
                  </a:lnTo>
                  <a:lnTo>
                    <a:pt x="118" y="207"/>
                  </a:lnTo>
                  <a:lnTo>
                    <a:pt x="118" y="210"/>
                  </a:lnTo>
                  <a:lnTo>
                    <a:pt x="116" y="214"/>
                  </a:lnTo>
                  <a:lnTo>
                    <a:pt x="114" y="214"/>
                  </a:lnTo>
                  <a:lnTo>
                    <a:pt x="112" y="214"/>
                  </a:lnTo>
                  <a:lnTo>
                    <a:pt x="109" y="211"/>
                  </a:lnTo>
                  <a:lnTo>
                    <a:pt x="106" y="210"/>
                  </a:lnTo>
                  <a:lnTo>
                    <a:pt x="106" y="207"/>
                  </a:lnTo>
                  <a:lnTo>
                    <a:pt x="106" y="206"/>
                  </a:lnTo>
                  <a:lnTo>
                    <a:pt x="106" y="204"/>
                  </a:lnTo>
                  <a:lnTo>
                    <a:pt x="106" y="202"/>
                  </a:lnTo>
                  <a:lnTo>
                    <a:pt x="105" y="202"/>
                  </a:lnTo>
                  <a:lnTo>
                    <a:pt x="105" y="199"/>
                  </a:lnTo>
                  <a:lnTo>
                    <a:pt x="106" y="197"/>
                  </a:lnTo>
                  <a:lnTo>
                    <a:pt x="106" y="195"/>
                  </a:lnTo>
                  <a:lnTo>
                    <a:pt x="106" y="194"/>
                  </a:lnTo>
                  <a:lnTo>
                    <a:pt x="104" y="194"/>
                  </a:lnTo>
                  <a:lnTo>
                    <a:pt x="101" y="194"/>
                  </a:lnTo>
                  <a:lnTo>
                    <a:pt x="97" y="195"/>
                  </a:lnTo>
                  <a:lnTo>
                    <a:pt x="95" y="197"/>
                  </a:lnTo>
                  <a:lnTo>
                    <a:pt x="95" y="198"/>
                  </a:lnTo>
                  <a:lnTo>
                    <a:pt x="92" y="199"/>
                  </a:lnTo>
                  <a:lnTo>
                    <a:pt x="92" y="200"/>
                  </a:lnTo>
                  <a:lnTo>
                    <a:pt x="91" y="200"/>
                  </a:lnTo>
                  <a:lnTo>
                    <a:pt x="89" y="200"/>
                  </a:lnTo>
                  <a:lnTo>
                    <a:pt x="87" y="200"/>
                  </a:lnTo>
                  <a:lnTo>
                    <a:pt x="84" y="202"/>
                  </a:lnTo>
                  <a:lnTo>
                    <a:pt x="80" y="203"/>
                  </a:lnTo>
                  <a:lnTo>
                    <a:pt x="78" y="203"/>
                  </a:lnTo>
                  <a:lnTo>
                    <a:pt x="76" y="203"/>
                  </a:lnTo>
                  <a:lnTo>
                    <a:pt x="75" y="202"/>
                  </a:lnTo>
                  <a:lnTo>
                    <a:pt x="74" y="202"/>
                  </a:lnTo>
                  <a:lnTo>
                    <a:pt x="72" y="203"/>
                  </a:lnTo>
                  <a:lnTo>
                    <a:pt x="74" y="206"/>
                  </a:lnTo>
                  <a:lnTo>
                    <a:pt x="74" y="207"/>
                  </a:lnTo>
                  <a:lnTo>
                    <a:pt x="74" y="210"/>
                  </a:lnTo>
                  <a:lnTo>
                    <a:pt x="72" y="210"/>
                  </a:lnTo>
                  <a:lnTo>
                    <a:pt x="71" y="210"/>
                  </a:lnTo>
                  <a:lnTo>
                    <a:pt x="67" y="208"/>
                  </a:lnTo>
                  <a:lnTo>
                    <a:pt x="64" y="208"/>
                  </a:lnTo>
                  <a:lnTo>
                    <a:pt x="60" y="211"/>
                  </a:lnTo>
                  <a:lnTo>
                    <a:pt x="60" y="211"/>
                  </a:lnTo>
                  <a:lnTo>
                    <a:pt x="63" y="215"/>
                  </a:lnTo>
                  <a:lnTo>
                    <a:pt x="64" y="215"/>
                  </a:lnTo>
                  <a:lnTo>
                    <a:pt x="66" y="214"/>
                  </a:lnTo>
                  <a:lnTo>
                    <a:pt x="66" y="214"/>
                  </a:lnTo>
                  <a:lnTo>
                    <a:pt x="68" y="214"/>
                  </a:lnTo>
                  <a:lnTo>
                    <a:pt x="70" y="214"/>
                  </a:lnTo>
                  <a:lnTo>
                    <a:pt x="70" y="218"/>
                  </a:lnTo>
                  <a:lnTo>
                    <a:pt x="70" y="219"/>
                  </a:lnTo>
                  <a:lnTo>
                    <a:pt x="67" y="220"/>
                  </a:lnTo>
                  <a:lnTo>
                    <a:pt x="68" y="220"/>
                  </a:lnTo>
                  <a:lnTo>
                    <a:pt x="72" y="220"/>
                  </a:lnTo>
                  <a:lnTo>
                    <a:pt x="72" y="222"/>
                  </a:lnTo>
                  <a:lnTo>
                    <a:pt x="74" y="223"/>
                  </a:lnTo>
                  <a:lnTo>
                    <a:pt x="74" y="224"/>
                  </a:lnTo>
                  <a:lnTo>
                    <a:pt x="74" y="226"/>
                  </a:lnTo>
                  <a:lnTo>
                    <a:pt x="75" y="227"/>
                  </a:lnTo>
                  <a:lnTo>
                    <a:pt x="72" y="229"/>
                  </a:lnTo>
                  <a:lnTo>
                    <a:pt x="71" y="231"/>
                  </a:lnTo>
                  <a:lnTo>
                    <a:pt x="71" y="235"/>
                  </a:lnTo>
                  <a:lnTo>
                    <a:pt x="71" y="241"/>
                  </a:lnTo>
                  <a:lnTo>
                    <a:pt x="72" y="243"/>
                  </a:lnTo>
                  <a:lnTo>
                    <a:pt x="72" y="247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68" y="248"/>
                  </a:lnTo>
                  <a:lnTo>
                    <a:pt x="67" y="249"/>
                  </a:lnTo>
                  <a:lnTo>
                    <a:pt x="68" y="251"/>
                  </a:lnTo>
                  <a:lnTo>
                    <a:pt x="70" y="252"/>
                  </a:lnTo>
                  <a:lnTo>
                    <a:pt x="67" y="256"/>
                  </a:lnTo>
                  <a:lnTo>
                    <a:pt x="66" y="257"/>
                  </a:lnTo>
                  <a:lnTo>
                    <a:pt x="66" y="254"/>
                  </a:lnTo>
                  <a:lnTo>
                    <a:pt x="66" y="253"/>
                  </a:lnTo>
                  <a:lnTo>
                    <a:pt x="64" y="251"/>
                  </a:lnTo>
                  <a:lnTo>
                    <a:pt x="63" y="248"/>
                  </a:lnTo>
                  <a:lnTo>
                    <a:pt x="63" y="247"/>
                  </a:lnTo>
                  <a:lnTo>
                    <a:pt x="64" y="245"/>
                  </a:lnTo>
                  <a:lnTo>
                    <a:pt x="63" y="245"/>
                  </a:lnTo>
                  <a:lnTo>
                    <a:pt x="62" y="247"/>
                  </a:lnTo>
                  <a:lnTo>
                    <a:pt x="62" y="251"/>
                  </a:lnTo>
                  <a:lnTo>
                    <a:pt x="63" y="253"/>
                  </a:lnTo>
                  <a:lnTo>
                    <a:pt x="63" y="254"/>
                  </a:lnTo>
                  <a:lnTo>
                    <a:pt x="63" y="254"/>
                  </a:lnTo>
                  <a:lnTo>
                    <a:pt x="60" y="254"/>
                  </a:lnTo>
                  <a:lnTo>
                    <a:pt x="59" y="254"/>
                  </a:lnTo>
                  <a:lnTo>
                    <a:pt x="58" y="252"/>
                  </a:lnTo>
                  <a:lnTo>
                    <a:pt x="59" y="251"/>
                  </a:lnTo>
                  <a:lnTo>
                    <a:pt x="59" y="249"/>
                  </a:lnTo>
                  <a:lnTo>
                    <a:pt x="56" y="247"/>
                  </a:lnTo>
                  <a:lnTo>
                    <a:pt x="56" y="243"/>
                  </a:lnTo>
                  <a:lnTo>
                    <a:pt x="54" y="240"/>
                  </a:lnTo>
                  <a:lnTo>
                    <a:pt x="54" y="239"/>
                  </a:lnTo>
                  <a:lnTo>
                    <a:pt x="55" y="237"/>
                  </a:lnTo>
                  <a:lnTo>
                    <a:pt x="58" y="235"/>
                  </a:lnTo>
                  <a:lnTo>
                    <a:pt x="58" y="229"/>
                  </a:lnTo>
                  <a:lnTo>
                    <a:pt x="56" y="229"/>
                  </a:lnTo>
                  <a:lnTo>
                    <a:pt x="56" y="227"/>
                  </a:lnTo>
                  <a:lnTo>
                    <a:pt x="54" y="223"/>
                  </a:lnTo>
                  <a:lnTo>
                    <a:pt x="52" y="222"/>
                  </a:lnTo>
                  <a:lnTo>
                    <a:pt x="51" y="223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7"/>
                  </a:lnTo>
                  <a:lnTo>
                    <a:pt x="52" y="227"/>
                  </a:lnTo>
                  <a:lnTo>
                    <a:pt x="54" y="228"/>
                  </a:lnTo>
                  <a:lnTo>
                    <a:pt x="54" y="229"/>
                  </a:lnTo>
                  <a:lnTo>
                    <a:pt x="52" y="231"/>
                  </a:lnTo>
                  <a:lnTo>
                    <a:pt x="51" y="229"/>
                  </a:lnTo>
                  <a:lnTo>
                    <a:pt x="52" y="229"/>
                  </a:lnTo>
                  <a:lnTo>
                    <a:pt x="51" y="228"/>
                  </a:lnTo>
                  <a:lnTo>
                    <a:pt x="50" y="229"/>
                  </a:lnTo>
                  <a:lnTo>
                    <a:pt x="49" y="231"/>
                  </a:lnTo>
                  <a:lnTo>
                    <a:pt x="47" y="231"/>
                  </a:lnTo>
                  <a:lnTo>
                    <a:pt x="49" y="229"/>
                  </a:lnTo>
                  <a:lnTo>
                    <a:pt x="49" y="228"/>
                  </a:lnTo>
                  <a:lnTo>
                    <a:pt x="47" y="228"/>
                  </a:lnTo>
                  <a:lnTo>
                    <a:pt x="46" y="226"/>
                  </a:lnTo>
                  <a:lnTo>
                    <a:pt x="47" y="224"/>
                  </a:lnTo>
                  <a:lnTo>
                    <a:pt x="47" y="226"/>
                  </a:lnTo>
                  <a:lnTo>
                    <a:pt x="49" y="227"/>
                  </a:lnTo>
                  <a:lnTo>
                    <a:pt x="49" y="227"/>
                  </a:lnTo>
                  <a:lnTo>
                    <a:pt x="47" y="223"/>
                  </a:lnTo>
                  <a:lnTo>
                    <a:pt x="47" y="222"/>
                  </a:lnTo>
                  <a:lnTo>
                    <a:pt x="46" y="222"/>
                  </a:lnTo>
                  <a:lnTo>
                    <a:pt x="45" y="222"/>
                  </a:lnTo>
                  <a:lnTo>
                    <a:pt x="47" y="220"/>
                  </a:lnTo>
                  <a:lnTo>
                    <a:pt x="49" y="220"/>
                  </a:lnTo>
                  <a:lnTo>
                    <a:pt x="50" y="218"/>
                  </a:lnTo>
                  <a:lnTo>
                    <a:pt x="52" y="216"/>
                  </a:lnTo>
                  <a:lnTo>
                    <a:pt x="54" y="215"/>
                  </a:lnTo>
                  <a:lnTo>
                    <a:pt x="54" y="214"/>
                  </a:lnTo>
                  <a:lnTo>
                    <a:pt x="56" y="211"/>
                  </a:lnTo>
                  <a:lnTo>
                    <a:pt x="59" y="211"/>
                  </a:lnTo>
                  <a:lnTo>
                    <a:pt x="59" y="210"/>
                  </a:lnTo>
                  <a:lnTo>
                    <a:pt x="59" y="208"/>
                  </a:lnTo>
                  <a:lnTo>
                    <a:pt x="58" y="208"/>
                  </a:lnTo>
                  <a:lnTo>
                    <a:pt x="56" y="204"/>
                  </a:lnTo>
                  <a:lnTo>
                    <a:pt x="58" y="203"/>
                  </a:lnTo>
                  <a:lnTo>
                    <a:pt x="62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6" y="197"/>
                  </a:lnTo>
                  <a:lnTo>
                    <a:pt x="67" y="195"/>
                  </a:lnTo>
                  <a:lnTo>
                    <a:pt x="71" y="191"/>
                  </a:lnTo>
                  <a:lnTo>
                    <a:pt x="71" y="190"/>
                  </a:lnTo>
                  <a:lnTo>
                    <a:pt x="72" y="189"/>
                  </a:lnTo>
                  <a:lnTo>
                    <a:pt x="74" y="186"/>
                  </a:lnTo>
                  <a:lnTo>
                    <a:pt x="78" y="183"/>
                  </a:lnTo>
                  <a:lnTo>
                    <a:pt x="80" y="183"/>
                  </a:lnTo>
                  <a:lnTo>
                    <a:pt x="81" y="183"/>
                  </a:lnTo>
                  <a:lnTo>
                    <a:pt x="84" y="182"/>
                  </a:lnTo>
                  <a:lnTo>
                    <a:pt x="87" y="182"/>
                  </a:lnTo>
                  <a:lnTo>
                    <a:pt x="89" y="181"/>
                  </a:lnTo>
                  <a:lnTo>
                    <a:pt x="92" y="181"/>
                  </a:lnTo>
                  <a:lnTo>
                    <a:pt x="97" y="178"/>
                  </a:lnTo>
                  <a:lnTo>
                    <a:pt x="99" y="179"/>
                  </a:lnTo>
                  <a:lnTo>
                    <a:pt x="100" y="179"/>
                  </a:lnTo>
                  <a:lnTo>
                    <a:pt x="101" y="178"/>
                  </a:lnTo>
                  <a:lnTo>
                    <a:pt x="103" y="178"/>
                  </a:lnTo>
                  <a:lnTo>
                    <a:pt x="103" y="181"/>
                  </a:lnTo>
                  <a:lnTo>
                    <a:pt x="104" y="181"/>
                  </a:lnTo>
                  <a:lnTo>
                    <a:pt x="105" y="179"/>
                  </a:lnTo>
                  <a:lnTo>
                    <a:pt x="106" y="181"/>
                  </a:lnTo>
                  <a:lnTo>
                    <a:pt x="108" y="179"/>
                  </a:lnTo>
                  <a:lnTo>
                    <a:pt x="108" y="179"/>
                  </a:lnTo>
                  <a:lnTo>
                    <a:pt x="109" y="179"/>
                  </a:lnTo>
                  <a:lnTo>
                    <a:pt x="109" y="177"/>
                  </a:lnTo>
                  <a:lnTo>
                    <a:pt x="109" y="177"/>
                  </a:lnTo>
                  <a:lnTo>
                    <a:pt x="109" y="175"/>
                  </a:lnTo>
                  <a:lnTo>
                    <a:pt x="109" y="174"/>
                  </a:lnTo>
                  <a:lnTo>
                    <a:pt x="108" y="173"/>
                  </a:lnTo>
                  <a:lnTo>
                    <a:pt x="109" y="169"/>
                  </a:lnTo>
                  <a:lnTo>
                    <a:pt x="109" y="168"/>
                  </a:lnTo>
                  <a:lnTo>
                    <a:pt x="109" y="166"/>
                  </a:lnTo>
                  <a:lnTo>
                    <a:pt x="112" y="164"/>
                  </a:lnTo>
                  <a:lnTo>
                    <a:pt x="113" y="161"/>
                  </a:lnTo>
                  <a:lnTo>
                    <a:pt x="112" y="156"/>
                  </a:lnTo>
                  <a:lnTo>
                    <a:pt x="110" y="153"/>
                  </a:lnTo>
                  <a:lnTo>
                    <a:pt x="112" y="150"/>
                  </a:lnTo>
                  <a:lnTo>
                    <a:pt x="113" y="149"/>
                  </a:lnTo>
                  <a:lnTo>
                    <a:pt x="116" y="148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9"/>
                  </a:lnTo>
                  <a:lnTo>
                    <a:pt x="117" y="150"/>
                  </a:lnTo>
                  <a:lnTo>
                    <a:pt x="116" y="152"/>
                  </a:lnTo>
                  <a:lnTo>
                    <a:pt x="114" y="153"/>
                  </a:lnTo>
                  <a:lnTo>
                    <a:pt x="114" y="154"/>
                  </a:lnTo>
                  <a:lnTo>
                    <a:pt x="117" y="157"/>
                  </a:lnTo>
                  <a:lnTo>
                    <a:pt x="121" y="160"/>
                  </a:lnTo>
                  <a:lnTo>
                    <a:pt x="121" y="157"/>
                  </a:lnTo>
                  <a:lnTo>
                    <a:pt x="124" y="156"/>
                  </a:lnTo>
                  <a:lnTo>
                    <a:pt x="129" y="153"/>
                  </a:lnTo>
                  <a:lnTo>
                    <a:pt x="133" y="150"/>
                  </a:lnTo>
                  <a:lnTo>
                    <a:pt x="133" y="148"/>
                  </a:lnTo>
                  <a:lnTo>
                    <a:pt x="134" y="145"/>
                  </a:lnTo>
                  <a:lnTo>
                    <a:pt x="134" y="141"/>
                  </a:lnTo>
                  <a:lnTo>
                    <a:pt x="135" y="139"/>
                  </a:lnTo>
                  <a:lnTo>
                    <a:pt x="138" y="136"/>
                  </a:lnTo>
                  <a:lnTo>
                    <a:pt x="139" y="133"/>
                  </a:lnTo>
                  <a:lnTo>
                    <a:pt x="138" y="129"/>
                  </a:lnTo>
                  <a:lnTo>
                    <a:pt x="141" y="122"/>
                  </a:lnTo>
                  <a:lnTo>
                    <a:pt x="141" y="116"/>
                  </a:lnTo>
                  <a:lnTo>
                    <a:pt x="141" y="112"/>
                  </a:lnTo>
                  <a:lnTo>
                    <a:pt x="139" y="107"/>
                  </a:lnTo>
                  <a:lnTo>
                    <a:pt x="138" y="102"/>
                  </a:lnTo>
                  <a:lnTo>
                    <a:pt x="135" y="103"/>
                  </a:lnTo>
                  <a:lnTo>
                    <a:pt x="134" y="104"/>
                  </a:lnTo>
                  <a:lnTo>
                    <a:pt x="133" y="102"/>
                  </a:lnTo>
                  <a:lnTo>
                    <a:pt x="133" y="100"/>
                  </a:lnTo>
                  <a:lnTo>
                    <a:pt x="134" y="100"/>
                  </a:lnTo>
                  <a:lnTo>
                    <a:pt x="137" y="100"/>
                  </a:lnTo>
                  <a:lnTo>
                    <a:pt x="137" y="97"/>
                  </a:lnTo>
                  <a:lnTo>
                    <a:pt x="137" y="95"/>
                  </a:lnTo>
                  <a:lnTo>
                    <a:pt x="133" y="93"/>
                  </a:lnTo>
                  <a:lnTo>
                    <a:pt x="133" y="90"/>
                  </a:lnTo>
                  <a:lnTo>
                    <a:pt x="135" y="89"/>
                  </a:lnTo>
                  <a:lnTo>
                    <a:pt x="137" y="87"/>
                  </a:lnTo>
                  <a:lnTo>
                    <a:pt x="137" y="86"/>
                  </a:lnTo>
                  <a:lnTo>
                    <a:pt x="135" y="82"/>
                  </a:lnTo>
                  <a:lnTo>
                    <a:pt x="135" y="81"/>
                  </a:lnTo>
                  <a:lnTo>
                    <a:pt x="137" y="81"/>
                  </a:lnTo>
                  <a:lnTo>
                    <a:pt x="138" y="81"/>
                  </a:lnTo>
                  <a:lnTo>
                    <a:pt x="139" y="82"/>
                  </a:lnTo>
                  <a:lnTo>
                    <a:pt x="139" y="85"/>
                  </a:lnTo>
                  <a:lnTo>
                    <a:pt x="139" y="86"/>
                  </a:lnTo>
                  <a:lnTo>
                    <a:pt x="142" y="87"/>
                  </a:lnTo>
                  <a:lnTo>
                    <a:pt x="143" y="86"/>
                  </a:lnTo>
                  <a:lnTo>
                    <a:pt x="142" y="83"/>
                  </a:lnTo>
                  <a:lnTo>
                    <a:pt x="142" y="83"/>
                  </a:lnTo>
                  <a:lnTo>
                    <a:pt x="145" y="83"/>
                  </a:lnTo>
                  <a:lnTo>
                    <a:pt x="146" y="83"/>
                  </a:lnTo>
                  <a:lnTo>
                    <a:pt x="146" y="81"/>
                  </a:lnTo>
                  <a:lnTo>
                    <a:pt x="145" y="78"/>
                  </a:lnTo>
                  <a:lnTo>
                    <a:pt x="142" y="81"/>
                  </a:lnTo>
                  <a:lnTo>
                    <a:pt x="142" y="81"/>
                  </a:lnTo>
                  <a:lnTo>
                    <a:pt x="141" y="79"/>
                  </a:lnTo>
                  <a:lnTo>
                    <a:pt x="141" y="78"/>
                  </a:lnTo>
                  <a:lnTo>
                    <a:pt x="142" y="75"/>
                  </a:lnTo>
                  <a:lnTo>
                    <a:pt x="141" y="74"/>
                  </a:lnTo>
                  <a:close/>
                  <a:moveTo>
                    <a:pt x="120" y="60"/>
                  </a:moveTo>
                  <a:lnTo>
                    <a:pt x="120" y="62"/>
                  </a:lnTo>
                  <a:lnTo>
                    <a:pt x="120" y="64"/>
                  </a:lnTo>
                  <a:lnTo>
                    <a:pt x="118" y="65"/>
                  </a:lnTo>
                  <a:lnTo>
                    <a:pt x="117" y="64"/>
                  </a:lnTo>
                  <a:lnTo>
                    <a:pt x="117" y="62"/>
                  </a:lnTo>
                  <a:lnTo>
                    <a:pt x="118" y="61"/>
                  </a:lnTo>
                  <a:lnTo>
                    <a:pt x="120" y="60"/>
                  </a:lnTo>
                  <a:close/>
                  <a:moveTo>
                    <a:pt x="129" y="0"/>
                  </a:moveTo>
                  <a:lnTo>
                    <a:pt x="132" y="0"/>
                  </a:lnTo>
                  <a:lnTo>
                    <a:pt x="133" y="3"/>
                  </a:lnTo>
                  <a:lnTo>
                    <a:pt x="137" y="6"/>
                  </a:lnTo>
                  <a:lnTo>
                    <a:pt x="139" y="6"/>
                  </a:lnTo>
                  <a:lnTo>
                    <a:pt x="142" y="10"/>
                  </a:lnTo>
                  <a:lnTo>
                    <a:pt x="147" y="15"/>
                  </a:lnTo>
                  <a:lnTo>
                    <a:pt x="150" y="16"/>
                  </a:lnTo>
                  <a:lnTo>
                    <a:pt x="151" y="19"/>
                  </a:lnTo>
                  <a:lnTo>
                    <a:pt x="153" y="19"/>
                  </a:lnTo>
                  <a:lnTo>
                    <a:pt x="155" y="22"/>
                  </a:lnTo>
                  <a:lnTo>
                    <a:pt x="159" y="23"/>
                  </a:lnTo>
                  <a:lnTo>
                    <a:pt x="162" y="23"/>
                  </a:lnTo>
                  <a:lnTo>
                    <a:pt x="164" y="25"/>
                  </a:lnTo>
                  <a:lnTo>
                    <a:pt x="166" y="25"/>
                  </a:lnTo>
                  <a:lnTo>
                    <a:pt x="167" y="25"/>
                  </a:lnTo>
                  <a:lnTo>
                    <a:pt x="170" y="25"/>
                  </a:lnTo>
                  <a:lnTo>
                    <a:pt x="174" y="23"/>
                  </a:lnTo>
                  <a:lnTo>
                    <a:pt x="175" y="20"/>
                  </a:lnTo>
                  <a:lnTo>
                    <a:pt x="176" y="18"/>
                  </a:lnTo>
                  <a:lnTo>
                    <a:pt x="176" y="18"/>
                  </a:lnTo>
                  <a:lnTo>
                    <a:pt x="176" y="19"/>
                  </a:lnTo>
                  <a:lnTo>
                    <a:pt x="176" y="20"/>
                  </a:lnTo>
                  <a:lnTo>
                    <a:pt x="176" y="24"/>
                  </a:lnTo>
                  <a:lnTo>
                    <a:pt x="176" y="27"/>
                  </a:lnTo>
                  <a:lnTo>
                    <a:pt x="176" y="28"/>
                  </a:lnTo>
                  <a:lnTo>
                    <a:pt x="179" y="31"/>
                  </a:lnTo>
                  <a:lnTo>
                    <a:pt x="182" y="32"/>
                  </a:lnTo>
                  <a:lnTo>
                    <a:pt x="182" y="35"/>
                  </a:lnTo>
                  <a:lnTo>
                    <a:pt x="182" y="36"/>
                  </a:lnTo>
                  <a:lnTo>
                    <a:pt x="183" y="36"/>
                  </a:lnTo>
                  <a:lnTo>
                    <a:pt x="184" y="33"/>
                  </a:lnTo>
                  <a:lnTo>
                    <a:pt x="185" y="32"/>
                  </a:lnTo>
                  <a:lnTo>
                    <a:pt x="187" y="32"/>
                  </a:lnTo>
                  <a:lnTo>
                    <a:pt x="187" y="33"/>
                  </a:lnTo>
                  <a:lnTo>
                    <a:pt x="185" y="35"/>
                  </a:lnTo>
                  <a:lnTo>
                    <a:pt x="185" y="36"/>
                  </a:lnTo>
                  <a:lnTo>
                    <a:pt x="184" y="37"/>
                  </a:lnTo>
                  <a:lnTo>
                    <a:pt x="182" y="39"/>
                  </a:lnTo>
                  <a:lnTo>
                    <a:pt x="182" y="40"/>
                  </a:lnTo>
                  <a:lnTo>
                    <a:pt x="180" y="41"/>
                  </a:lnTo>
                  <a:lnTo>
                    <a:pt x="179" y="41"/>
                  </a:lnTo>
                  <a:lnTo>
                    <a:pt x="178" y="41"/>
                  </a:lnTo>
                  <a:lnTo>
                    <a:pt x="176" y="43"/>
                  </a:lnTo>
                  <a:lnTo>
                    <a:pt x="176" y="44"/>
                  </a:lnTo>
                  <a:lnTo>
                    <a:pt x="174" y="44"/>
                  </a:lnTo>
                  <a:lnTo>
                    <a:pt x="171" y="43"/>
                  </a:lnTo>
                  <a:lnTo>
                    <a:pt x="170" y="44"/>
                  </a:lnTo>
                  <a:lnTo>
                    <a:pt x="166" y="48"/>
                  </a:lnTo>
                  <a:lnTo>
                    <a:pt x="164" y="53"/>
                  </a:lnTo>
                  <a:lnTo>
                    <a:pt x="164" y="57"/>
                  </a:lnTo>
                  <a:lnTo>
                    <a:pt x="164" y="60"/>
                  </a:lnTo>
                  <a:lnTo>
                    <a:pt x="164" y="61"/>
                  </a:lnTo>
                  <a:lnTo>
                    <a:pt x="164" y="64"/>
                  </a:lnTo>
                  <a:lnTo>
                    <a:pt x="163" y="62"/>
                  </a:lnTo>
                  <a:lnTo>
                    <a:pt x="162" y="61"/>
                  </a:lnTo>
                  <a:lnTo>
                    <a:pt x="158" y="60"/>
                  </a:lnTo>
                  <a:lnTo>
                    <a:pt x="154" y="58"/>
                  </a:lnTo>
                  <a:lnTo>
                    <a:pt x="151" y="54"/>
                  </a:lnTo>
                  <a:lnTo>
                    <a:pt x="149" y="53"/>
                  </a:lnTo>
                  <a:lnTo>
                    <a:pt x="147" y="53"/>
                  </a:lnTo>
                  <a:lnTo>
                    <a:pt x="145" y="53"/>
                  </a:lnTo>
                  <a:lnTo>
                    <a:pt x="145" y="52"/>
                  </a:lnTo>
                  <a:lnTo>
                    <a:pt x="142" y="52"/>
                  </a:lnTo>
                  <a:lnTo>
                    <a:pt x="139" y="53"/>
                  </a:lnTo>
                  <a:lnTo>
                    <a:pt x="137" y="57"/>
                  </a:lnTo>
                  <a:lnTo>
                    <a:pt x="135" y="57"/>
                  </a:lnTo>
                  <a:lnTo>
                    <a:pt x="133" y="54"/>
                  </a:lnTo>
                  <a:lnTo>
                    <a:pt x="130" y="54"/>
                  </a:lnTo>
                  <a:lnTo>
                    <a:pt x="129" y="56"/>
                  </a:lnTo>
                  <a:lnTo>
                    <a:pt x="129" y="58"/>
                  </a:lnTo>
                  <a:lnTo>
                    <a:pt x="130" y="61"/>
                  </a:lnTo>
                  <a:lnTo>
                    <a:pt x="133" y="62"/>
                  </a:lnTo>
                  <a:lnTo>
                    <a:pt x="135" y="61"/>
                  </a:lnTo>
                  <a:lnTo>
                    <a:pt x="138" y="65"/>
                  </a:lnTo>
                  <a:lnTo>
                    <a:pt x="141" y="65"/>
                  </a:lnTo>
                  <a:lnTo>
                    <a:pt x="143" y="65"/>
                  </a:lnTo>
                  <a:lnTo>
                    <a:pt x="145" y="66"/>
                  </a:lnTo>
                  <a:lnTo>
                    <a:pt x="142" y="69"/>
                  </a:lnTo>
                  <a:lnTo>
                    <a:pt x="142" y="70"/>
                  </a:lnTo>
                  <a:lnTo>
                    <a:pt x="141" y="69"/>
                  </a:lnTo>
                  <a:lnTo>
                    <a:pt x="137" y="69"/>
                  </a:lnTo>
                  <a:lnTo>
                    <a:pt x="135" y="70"/>
                  </a:lnTo>
                  <a:lnTo>
                    <a:pt x="135" y="72"/>
                  </a:lnTo>
                  <a:lnTo>
                    <a:pt x="135" y="74"/>
                  </a:lnTo>
                  <a:lnTo>
                    <a:pt x="133" y="77"/>
                  </a:lnTo>
                  <a:lnTo>
                    <a:pt x="130" y="75"/>
                  </a:lnTo>
                  <a:lnTo>
                    <a:pt x="129" y="74"/>
                  </a:lnTo>
                  <a:lnTo>
                    <a:pt x="130" y="73"/>
                  </a:lnTo>
                  <a:lnTo>
                    <a:pt x="129" y="69"/>
                  </a:lnTo>
                  <a:lnTo>
                    <a:pt x="128" y="65"/>
                  </a:lnTo>
                  <a:lnTo>
                    <a:pt x="126" y="64"/>
                  </a:lnTo>
                  <a:lnTo>
                    <a:pt x="124" y="62"/>
                  </a:lnTo>
                  <a:lnTo>
                    <a:pt x="122" y="62"/>
                  </a:lnTo>
                  <a:lnTo>
                    <a:pt x="122" y="60"/>
                  </a:lnTo>
                  <a:lnTo>
                    <a:pt x="122" y="57"/>
                  </a:lnTo>
                  <a:lnTo>
                    <a:pt x="122" y="54"/>
                  </a:lnTo>
                  <a:lnTo>
                    <a:pt x="124" y="53"/>
                  </a:lnTo>
                  <a:lnTo>
                    <a:pt x="125" y="52"/>
                  </a:lnTo>
                  <a:lnTo>
                    <a:pt x="125" y="50"/>
                  </a:lnTo>
                  <a:lnTo>
                    <a:pt x="126" y="50"/>
                  </a:lnTo>
                  <a:lnTo>
                    <a:pt x="128" y="48"/>
                  </a:lnTo>
                  <a:lnTo>
                    <a:pt x="129" y="47"/>
                  </a:lnTo>
                  <a:lnTo>
                    <a:pt x="128" y="47"/>
                  </a:lnTo>
                  <a:lnTo>
                    <a:pt x="126" y="44"/>
                  </a:lnTo>
                  <a:lnTo>
                    <a:pt x="125" y="44"/>
                  </a:lnTo>
                  <a:lnTo>
                    <a:pt x="124" y="44"/>
                  </a:lnTo>
                  <a:lnTo>
                    <a:pt x="125" y="41"/>
                  </a:lnTo>
                  <a:lnTo>
                    <a:pt x="126" y="41"/>
                  </a:lnTo>
                  <a:lnTo>
                    <a:pt x="130" y="43"/>
                  </a:lnTo>
                  <a:lnTo>
                    <a:pt x="134" y="44"/>
                  </a:lnTo>
                  <a:lnTo>
                    <a:pt x="135" y="43"/>
                  </a:lnTo>
                  <a:lnTo>
                    <a:pt x="135" y="41"/>
                  </a:lnTo>
                  <a:lnTo>
                    <a:pt x="137" y="40"/>
                  </a:lnTo>
                  <a:lnTo>
                    <a:pt x="135" y="39"/>
                  </a:lnTo>
                  <a:lnTo>
                    <a:pt x="134" y="37"/>
                  </a:lnTo>
                  <a:lnTo>
                    <a:pt x="134" y="37"/>
                  </a:lnTo>
                  <a:lnTo>
                    <a:pt x="133" y="35"/>
                  </a:lnTo>
                  <a:lnTo>
                    <a:pt x="133" y="32"/>
                  </a:lnTo>
                  <a:lnTo>
                    <a:pt x="134" y="31"/>
                  </a:lnTo>
                  <a:lnTo>
                    <a:pt x="135" y="31"/>
                  </a:lnTo>
                  <a:lnTo>
                    <a:pt x="135" y="29"/>
                  </a:lnTo>
                  <a:lnTo>
                    <a:pt x="134" y="27"/>
                  </a:lnTo>
                  <a:lnTo>
                    <a:pt x="133" y="23"/>
                  </a:lnTo>
                  <a:lnTo>
                    <a:pt x="134" y="22"/>
                  </a:lnTo>
                  <a:lnTo>
                    <a:pt x="133" y="18"/>
                  </a:lnTo>
                  <a:lnTo>
                    <a:pt x="133" y="15"/>
                  </a:lnTo>
                  <a:lnTo>
                    <a:pt x="129" y="8"/>
                  </a:lnTo>
                  <a:lnTo>
                    <a:pt x="128" y="6"/>
                  </a:lnTo>
                  <a:lnTo>
                    <a:pt x="126" y="4"/>
                  </a:lnTo>
                  <a:lnTo>
                    <a:pt x="128" y="3"/>
                  </a:lnTo>
                  <a:lnTo>
                    <a:pt x="129" y="3"/>
                  </a:lnTo>
                  <a:lnTo>
                    <a:pt x="130" y="2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4" name="Freeform 345">
              <a:extLst>
                <a:ext uri="{FF2B5EF4-FFF2-40B4-BE49-F238E27FC236}">
                  <a16:creationId xmlns:a16="http://schemas.microsoft.com/office/drawing/2014/main" id="{542153E6-D18E-4152-ABD1-2B5069B5BF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37771" y="3122906"/>
              <a:ext cx="489631" cy="779781"/>
            </a:xfrm>
            <a:custGeom>
              <a:avLst/>
              <a:gdLst>
                <a:gd name="T0" fmla="*/ 28 w 54"/>
                <a:gd name="T1" fmla="*/ 81 h 86"/>
                <a:gd name="T2" fmla="*/ 27 w 54"/>
                <a:gd name="T3" fmla="*/ 85 h 86"/>
                <a:gd name="T4" fmla="*/ 20 w 54"/>
                <a:gd name="T5" fmla="*/ 86 h 86"/>
                <a:gd name="T6" fmla="*/ 20 w 54"/>
                <a:gd name="T7" fmla="*/ 82 h 86"/>
                <a:gd name="T8" fmla="*/ 52 w 54"/>
                <a:gd name="T9" fmla="*/ 70 h 86"/>
                <a:gd name="T10" fmla="*/ 53 w 54"/>
                <a:gd name="T11" fmla="*/ 71 h 86"/>
                <a:gd name="T12" fmla="*/ 52 w 54"/>
                <a:gd name="T13" fmla="*/ 73 h 86"/>
                <a:gd name="T14" fmla="*/ 52 w 54"/>
                <a:gd name="T15" fmla="*/ 70 h 86"/>
                <a:gd name="T16" fmla="*/ 19 w 54"/>
                <a:gd name="T17" fmla="*/ 67 h 86"/>
                <a:gd name="T18" fmla="*/ 17 w 54"/>
                <a:gd name="T19" fmla="*/ 69 h 86"/>
                <a:gd name="T20" fmla="*/ 16 w 54"/>
                <a:gd name="T21" fmla="*/ 69 h 86"/>
                <a:gd name="T22" fmla="*/ 17 w 54"/>
                <a:gd name="T23" fmla="*/ 67 h 86"/>
                <a:gd name="T24" fmla="*/ 54 w 54"/>
                <a:gd name="T25" fmla="*/ 63 h 86"/>
                <a:gd name="T26" fmla="*/ 54 w 54"/>
                <a:gd name="T27" fmla="*/ 66 h 86"/>
                <a:gd name="T28" fmla="*/ 53 w 54"/>
                <a:gd name="T29" fmla="*/ 69 h 86"/>
                <a:gd name="T30" fmla="*/ 52 w 54"/>
                <a:gd name="T31" fmla="*/ 65 h 86"/>
                <a:gd name="T32" fmla="*/ 54 w 54"/>
                <a:gd name="T33" fmla="*/ 63 h 86"/>
                <a:gd name="T34" fmla="*/ 36 w 54"/>
                <a:gd name="T35" fmla="*/ 62 h 86"/>
                <a:gd name="T36" fmla="*/ 33 w 54"/>
                <a:gd name="T37" fmla="*/ 61 h 86"/>
                <a:gd name="T38" fmla="*/ 44 w 54"/>
                <a:gd name="T39" fmla="*/ 57 h 86"/>
                <a:gd name="T40" fmla="*/ 45 w 54"/>
                <a:gd name="T41" fmla="*/ 60 h 86"/>
                <a:gd name="T42" fmla="*/ 42 w 54"/>
                <a:gd name="T43" fmla="*/ 62 h 86"/>
                <a:gd name="T44" fmla="*/ 42 w 54"/>
                <a:gd name="T45" fmla="*/ 58 h 86"/>
                <a:gd name="T46" fmla="*/ 27 w 54"/>
                <a:gd name="T47" fmla="*/ 0 h 86"/>
                <a:gd name="T48" fmla="*/ 37 w 54"/>
                <a:gd name="T49" fmla="*/ 15 h 86"/>
                <a:gd name="T50" fmla="*/ 44 w 54"/>
                <a:gd name="T51" fmla="*/ 28 h 86"/>
                <a:gd name="T52" fmla="*/ 48 w 54"/>
                <a:gd name="T53" fmla="*/ 38 h 86"/>
                <a:gd name="T54" fmla="*/ 49 w 54"/>
                <a:gd name="T55" fmla="*/ 41 h 86"/>
                <a:gd name="T56" fmla="*/ 50 w 54"/>
                <a:gd name="T57" fmla="*/ 49 h 86"/>
                <a:gd name="T58" fmla="*/ 49 w 54"/>
                <a:gd name="T59" fmla="*/ 52 h 86"/>
                <a:gd name="T60" fmla="*/ 44 w 54"/>
                <a:gd name="T61" fmla="*/ 56 h 86"/>
                <a:gd name="T62" fmla="*/ 41 w 54"/>
                <a:gd name="T63" fmla="*/ 60 h 86"/>
                <a:gd name="T64" fmla="*/ 39 w 54"/>
                <a:gd name="T65" fmla="*/ 60 h 86"/>
                <a:gd name="T66" fmla="*/ 36 w 54"/>
                <a:gd name="T67" fmla="*/ 58 h 86"/>
                <a:gd name="T68" fmla="*/ 33 w 54"/>
                <a:gd name="T69" fmla="*/ 60 h 86"/>
                <a:gd name="T70" fmla="*/ 31 w 54"/>
                <a:gd name="T71" fmla="*/ 60 h 86"/>
                <a:gd name="T72" fmla="*/ 23 w 54"/>
                <a:gd name="T73" fmla="*/ 66 h 86"/>
                <a:gd name="T74" fmla="*/ 23 w 54"/>
                <a:gd name="T75" fmla="*/ 67 h 86"/>
                <a:gd name="T76" fmla="*/ 20 w 54"/>
                <a:gd name="T77" fmla="*/ 67 h 86"/>
                <a:gd name="T78" fmla="*/ 19 w 54"/>
                <a:gd name="T79" fmla="*/ 63 h 86"/>
                <a:gd name="T80" fmla="*/ 15 w 54"/>
                <a:gd name="T81" fmla="*/ 58 h 86"/>
                <a:gd name="T82" fmla="*/ 15 w 54"/>
                <a:gd name="T83" fmla="*/ 56 h 86"/>
                <a:gd name="T84" fmla="*/ 16 w 54"/>
                <a:gd name="T85" fmla="*/ 53 h 86"/>
                <a:gd name="T86" fmla="*/ 15 w 54"/>
                <a:gd name="T87" fmla="*/ 49 h 86"/>
                <a:gd name="T88" fmla="*/ 19 w 54"/>
                <a:gd name="T89" fmla="*/ 45 h 86"/>
                <a:gd name="T90" fmla="*/ 16 w 54"/>
                <a:gd name="T91" fmla="*/ 42 h 86"/>
                <a:gd name="T92" fmla="*/ 14 w 54"/>
                <a:gd name="T93" fmla="*/ 36 h 86"/>
                <a:gd name="T94" fmla="*/ 12 w 54"/>
                <a:gd name="T95" fmla="*/ 33 h 86"/>
                <a:gd name="T96" fmla="*/ 8 w 54"/>
                <a:gd name="T97" fmla="*/ 28 h 86"/>
                <a:gd name="T98" fmla="*/ 11 w 54"/>
                <a:gd name="T99" fmla="*/ 27 h 86"/>
                <a:gd name="T100" fmla="*/ 16 w 54"/>
                <a:gd name="T101" fmla="*/ 29 h 86"/>
                <a:gd name="T102" fmla="*/ 14 w 54"/>
                <a:gd name="T103" fmla="*/ 24 h 86"/>
                <a:gd name="T104" fmla="*/ 12 w 54"/>
                <a:gd name="T105" fmla="*/ 23 h 86"/>
                <a:gd name="T106" fmla="*/ 4 w 54"/>
                <a:gd name="T107" fmla="*/ 15 h 86"/>
                <a:gd name="T108" fmla="*/ 3 w 54"/>
                <a:gd name="T109" fmla="*/ 13 h 86"/>
                <a:gd name="T110" fmla="*/ 0 w 54"/>
                <a:gd name="T111" fmla="*/ 15 h 86"/>
                <a:gd name="T112" fmla="*/ 6 w 54"/>
                <a:gd name="T113" fmla="*/ 8 h 86"/>
                <a:gd name="T114" fmla="*/ 14 w 54"/>
                <a:gd name="T115" fmla="*/ 3 h 86"/>
                <a:gd name="T116" fmla="*/ 27 w 54"/>
                <a:gd name="T1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" h="86">
                  <a:moveTo>
                    <a:pt x="25" y="81"/>
                  </a:moveTo>
                  <a:lnTo>
                    <a:pt x="28" y="81"/>
                  </a:lnTo>
                  <a:lnTo>
                    <a:pt x="28" y="82"/>
                  </a:lnTo>
                  <a:lnTo>
                    <a:pt x="27" y="85"/>
                  </a:lnTo>
                  <a:lnTo>
                    <a:pt x="21" y="86"/>
                  </a:lnTo>
                  <a:lnTo>
                    <a:pt x="20" y="86"/>
                  </a:lnTo>
                  <a:lnTo>
                    <a:pt x="19" y="83"/>
                  </a:lnTo>
                  <a:lnTo>
                    <a:pt x="20" y="82"/>
                  </a:lnTo>
                  <a:lnTo>
                    <a:pt x="25" y="81"/>
                  </a:lnTo>
                  <a:close/>
                  <a:moveTo>
                    <a:pt x="52" y="70"/>
                  </a:moveTo>
                  <a:lnTo>
                    <a:pt x="54" y="70"/>
                  </a:lnTo>
                  <a:lnTo>
                    <a:pt x="53" y="71"/>
                  </a:lnTo>
                  <a:lnTo>
                    <a:pt x="53" y="73"/>
                  </a:lnTo>
                  <a:lnTo>
                    <a:pt x="52" y="73"/>
                  </a:lnTo>
                  <a:lnTo>
                    <a:pt x="52" y="71"/>
                  </a:lnTo>
                  <a:lnTo>
                    <a:pt x="52" y="70"/>
                  </a:lnTo>
                  <a:close/>
                  <a:moveTo>
                    <a:pt x="17" y="66"/>
                  </a:moveTo>
                  <a:lnTo>
                    <a:pt x="19" y="67"/>
                  </a:lnTo>
                  <a:lnTo>
                    <a:pt x="19" y="69"/>
                  </a:lnTo>
                  <a:lnTo>
                    <a:pt x="17" y="69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6" y="67"/>
                  </a:lnTo>
                  <a:lnTo>
                    <a:pt x="17" y="67"/>
                  </a:lnTo>
                  <a:lnTo>
                    <a:pt x="17" y="66"/>
                  </a:lnTo>
                  <a:close/>
                  <a:moveTo>
                    <a:pt x="54" y="63"/>
                  </a:moveTo>
                  <a:lnTo>
                    <a:pt x="54" y="63"/>
                  </a:lnTo>
                  <a:lnTo>
                    <a:pt x="54" y="66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2" y="67"/>
                  </a:lnTo>
                  <a:lnTo>
                    <a:pt x="52" y="65"/>
                  </a:lnTo>
                  <a:lnTo>
                    <a:pt x="53" y="63"/>
                  </a:lnTo>
                  <a:lnTo>
                    <a:pt x="54" y="63"/>
                  </a:lnTo>
                  <a:close/>
                  <a:moveTo>
                    <a:pt x="35" y="61"/>
                  </a:moveTo>
                  <a:lnTo>
                    <a:pt x="36" y="62"/>
                  </a:lnTo>
                  <a:lnTo>
                    <a:pt x="35" y="62"/>
                  </a:lnTo>
                  <a:lnTo>
                    <a:pt x="33" y="61"/>
                  </a:lnTo>
                  <a:lnTo>
                    <a:pt x="35" y="61"/>
                  </a:lnTo>
                  <a:close/>
                  <a:moveTo>
                    <a:pt x="44" y="57"/>
                  </a:moveTo>
                  <a:lnTo>
                    <a:pt x="45" y="58"/>
                  </a:lnTo>
                  <a:lnTo>
                    <a:pt x="45" y="60"/>
                  </a:lnTo>
                  <a:lnTo>
                    <a:pt x="44" y="61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2" y="58"/>
                  </a:lnTo>
                  <a:lnTo>
                    <a:pt x="44" y="57"/>
                  </a:lnTo>
                  <a:close/>
                  <a:moveTo>
                    <a:pt x="27" y="0"/>
                  </a:moveTo>
                  <a:lnTo>
                    <a:pt x="31" y="8"/>
                  </a:lnTo>
                  <a:lnTo>
                    <a:pt x="37" y="15"/>
                  </a:lnTo>
                  <a:lnTo>
                    <a:pt x="44" y="23"/>
                  </a:lnTo>
                  <a:lnTo>
                    <a:pt x="44" y="28"/>
                  </a:lnTo>
                  <a:lnTo>
                    <a:pt x="46" y="31"/>
                  </a:lnTo>
                  <a:lnTo>
                    <a:pt x="48" y="38"/>
                  </a:lnTo>
                  <a:lnTo>
                    <a:pt x="48" y="41"/>
                  </a:lnTo>
                  <a:lnTo>
                    <a:pt x="49" y="41"/>
                  </a:lnTo>
                  <a:lnTo>
                    <a:pt x="49" y="41"/>
                  </a:lnTo>
                  <a:lnTo>
                    <a:pt x="50" y="49"/>
                  </a:lnTo>
                  <a:lnTo>
                    <a:pt x="48" y="50"/>
                  </a:lnTo>
                  <a:lnTo>
                    <a:pt x="49" y="52"/>
                  </a:lnTo>
                  <a:lnTo>
                    <a:pt x="46" y="56"/>
                  </a:lnTo>
                  <a:lnTo>
                    <a:pt x="44" y="56"/>
                  </a:lnTo>
                  <a:lnTo>
                    <a:pt x="40" y="58"/>
                  </a:lnTo>
                  <a:lnTo>
                    <a:pt x="41" y="60"/>
                  </a:lnTo>
                  <a:lnTo>
                    <a:pt x="40" y="61"/>
                  </a:lnTo>
                  <a:lnTo>
                    <a:pt x="39" y="60"/>
                  </a:lnTo>
                  <a:lnTo>
                    <a:pt x="37" y="61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3" y="60"/>
                  </a:lnTo>
                  <a:lnTo>
                    <a:pt x="32" y="58"/>
                  </a:lnTo>
                  <a:lnTo>
                    <a:pt x="31" y="60"/>
                  </a:lnTo>
                  <a:lnTo>
                    <a:pt x="25" y="63"/>
                  </a:lnTo>
                  <a:lnTo>
                    <a:pt x="23" y="66"/>
                  </a:lnTo>
                  <a:lnTo>
                    <a:pt x="23" y="65"/>
                  </a:lnTo>
                  <a:lnTo>
                    <a:pt x="23" y="67"/>
                  </a:lnTo>
                  <a:lnTo>
                    <a:pt x="20" y="69"/>
                  </a:lnTo>
                  <a:lnTo>
                    <a:pt x="20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7" y="63"/>
                  </a:lnTo>
                  <a:lnTo>
                    <a:pt x="15" y="58"/>
                  </a:lnTo>
                  <a:lnTo>
                    <a:pt x="16" y="58"/>
                  </a:lnTo>
                  <a:lnTo>
                    <a:pt x="15" y="56"/>
                  </a:lnTo>
                  <a:lnTo>
                    <a:pt x="15" y="53"/>
                  </a:lnTo>
                  <a:lnTo>
                    <a:pt x="16" y="53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9" y="45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4" y="41"/>
                  </a:lnTo>
                  <a:lnTo>
                    <a:pt x="14" y="36"/>
                  </a:lnTo>
                  <a:lnTo>
                    <a:pt x="14" y="33"/>
                  </a:lnTo>
                  <a:lnTo>
                    <a:pt x="12" y="33"/>
                  </a:lnTo>
                  <a:lnTo>
                    <a:pt x="7" y="32"/>
                  </a:lnTo>
                  <a:lnTo>
                    <a:pt x="8" y="28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2" y="28"/>
                  </a:lnTo>
                  <a:lnTo>
                    <a:pt x="16" y="29"/>
                  </a:lnTo>
                  <a:lnTo>
                    <a:pt x="15" y="27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2" y="23"/>
                  </a:lnTo>
                  <a:lnTo>
                    <a:pt x="10" y="19"/>
                  </a:lnTo>
                  <a:lnTo>
                    <a:pt x="4" y="15"/>
                  </a:lnTo>
                  <a:lnTo>
                    <a:pt x="7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6" y="8"/>
                  </a:lnTo>
                  <a:lnTo>
                    <a:pt x="10" y="7"/>
                  </a:lnTo>
                  <a:lnTo>
                    <a:pt x="14" y="3"/>
                  </a:lnTo>
                  <a:lnTo>
                    <a:pt x="21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5" name="Freeform 346">
              <a:extLst>
                <a:ext uri="{FF2B5EF4-FFF2-40B4-BE49-F238E27FC236}">
                  <a16:creationId xmlns:a16="http://schemas.microsoft.com/office/drawing/2014/main" id="{D99966E4-6694-4298-A8BA-E1B5F227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9224" y="2406595"/>
              <a:ext cx="507766" cy="870451"/>
            </a:xfrm>
            <a:custGeom>
              <a:avLst/>
              <a:gdLst>
                <a:gd name="T0" fmla="*/ 48 w 56"/>
                <a:gd name="T1" fmla="*/ 2 h 96"/>
                <a:gd name="T2" fmla="*/ 50 w 56"/>
                <a:gd name="T3" fmla="*/ 6 h 96"/>
                <a:gd name="T4" fmla="*/ 56 w 56"/>
                <a:gd name="T5" fmla="*/ 10 h 96"/>
                <a:gd name="T6" fmla="*/ 51 w 56"/>
                <a:gd name="T7" fmla="*/ 14 h 96"/>
                <a:gd name="T8" fmla="*/ 50 w 56"/>
                <a:gd name="T9" fmla="*/ 16 h 96"/>
                <a:gd name="T10" fmla="*/ 48 w 56"/>
                <a:gd name="T11" fmla="*/ 25 h 96"/>
                <a:gd name="T12" fmla="*/ 51 w 56"/>
                <a:gd name="T13" fmla="*/ 35 h 96"/>
                <a:gd name="T14" fmla="*/ 52 w 56"/>
                <a:gd name="T15" fmla="*/ 39 h 96"/>
                <a:gd name="T16" fmla="*/ 50 w 56"/>
                <a:gd name="T17" fmla="*/ 41 h 96"/>
                <a:gd name="T18" fmla="*/ 44 w 56"/>
                <a:gd name="T19" fmla="*/ 49 h 96"/>
                <a:gd name="T20" fmla="*/ 42 w 56"/>
                <a:gd name="T21" fmla="*/ 53 h 96"/>
                <a:gd name="T22" fmla="*/ 38 w 56"/>
                <a:gd name="T23" fmla="*/ 54 h 96"/>
                <a:gd name="T24" fmla="*/ 34 w 56"/>
                <a:gd name="T25" fmla="*/ 58 h 96"/>
                <a:gd name="T26" fmla="*/ 34 w 56"/>
                <a:gd name="T27" fmla="*/ 64 h 96"/>
                <a:gd name="T28" fmla="*/ 34 w 56"/>
                <a:gd name="T29" fmla="*/ 69 h 96"/>
                <a:gd name="T30" fmla="*/ 39 w 56"/>
                <a:gd name="T31" fmla="*/ 71 h 96"/>
                <a:gd name="T32" fmla="*/ 50 w 56"/>
                <a:gd name="T33" fmla="*/ 79 h 96"/>
                <a:gd name="T34" fmla="*/ 37 w 56"/>
                <a:gd name="T35" fmla="*/ 82 h 96"/>
                <a:gd name="T36" fmla="*/ 29 w 56"/>
                <a:gd name="T37" fmla="*/ 87 h 96"/>
                <a:gd name="T38" fmla="*/ 23 w 56"/>
                <a:gd name="T39" fmla="*/ 94 h 96"/>
                <a:gd name="T40" fmla="*/ 19 w 56"/>
                <a:gd name="T41" fmla="*/ 91 h 96"/>
                <a:gd name="T42" fmla="*/ 18 w 56"/>
                <a:gd name="T43" fmla="*/ 95 h 96"/>
                <a:gd name="T44" fmla="*/ 14 w 56"/>
                <a:gd name="T45" fmla="*/ 96 h 96"/>
                <a:gd name="T46" fmla="*/ 15 w 56"/>
                <a:gd name="T47" fmla="*/ 91 h 96"/>
                <a:gd name="T48" fmla="*/ 11 w 56"/>
                <a:gd name="T49" fmla="*/ 92 h 96"/>
                <a:gd name="T50" fmla="*/ 10 w 56"/>
                <a:gd name="T51" fmla="*/ 90 h 96"/>
                <a:gd name="T52" fmla="*/ 13 w 56"/>
                <a:gd name="T53" fmla="*/ 81 h 96"/>
                <a:gd name="T54" fmla="*/ 18 w 56"/>
                <a:gd name="T55" fmla="*/ 79 h 96"/>
                <a:gd name="T56" fmla="*/ 11 w 56"/>
                <a:gd name="T57" fmla="*/ 79 h 96"/>
                <a:gd name="T58" fmla="*/ 10 w 56"/>
                <a:gd name="T59" fmla="*/ 73 h 96"/>
                <a:gd name="T60" fmla="*/ 11 w 56"/>
                <a:gd name="T61" fmla="*/ 66 h 96"/>
                <a:gd name="T62" fmla="*/ 14 w 56"/>
                <a:gd name="T63" fmla="*/ 64 h 96"/>
                <a:gd name="T64" fmla="*/ 11 w 56"/>
                <a:gd name="T65" fmla="*/ 65 h 96"/>
                <a:gd name="T66" fmla="*/ 6 w 56"/>
                <a:gd name="T67" fmla="*/ 64 h 96"/>
                <a:gd name="T68" fmla="*/ 4 w 56"/>
                <a:gd name="T69" fmla="*/ 65 h 96"/>
                <a:gd name="T70" fmla="*/ 1 w 56"/>
                <a:gd name="T71" fmla="*/ 61 h 96"/>
                <a:gd name="T72" fmla="*/ 0 w 56"/>
                <a:gd name="T73" fmla="*/ 61 h 96"/>
                <a:gd name="T74" fmla="*/ 2 w 56"/>
                <a:gd name="T75" fmla="*/ 52 h 96"/>
                <a:gd name="T76" fmla="*/ 4 w 56"/>
                <a:gd name="T77" fmla="*/ 46 h 96"/>
                <a:gd name="T78" fmla="*/ 9 w 56"/>
                <a:gd name="T79" fmla="*/ 40 h 96"/>
                <a:gd name="T80" fmla="*/ 13 w 56"/>
                <a:gd name="T81" fmla="*/ 33 h 96"/>
                <a:gd name="T82" fmla="*/ 14 w 56"/>
                <a:gd name="T83" fmla="*/ 31 h 96"/>
                <a:gd name="T84" fmla="*/ 17 w 56"/>
                <a:gd name="T85" fmla="*/ 24 h 96"/>
                <a:gd name="T86" fmla="*/ 21 w 56"/>
                <a:gd name="T87" fmla="*/ 28 h 96"/>
                <a:gd name="T88" fmla="*/ 25 w 56"/>
                <a:gd name="T89" fmla="*/ 28 h 96"/>
                <a:gd name="T90" fmla="*/ 31 w 56"/>
                <a:gd name="T91" fmla="*/ 29 h 96"/>
                <a:gd name="T92" fmla="*/ 37 w 56"/>
                <a:gd name="T93" fmla="*/ 27 h 96"/>
                <a:gd name="T94" fmla="*/ 34 w 56"/>
                <a:gd name="T95" fmla="*/ 23 h 96"/>
                <a:gd name="T96" fmla="*/ 33 w 56"/>
                <a:gd name="T97" fmla="*/ 19 h 96"/>
                <a:gd name="T98" fmla="*/ 40 w 56"/>
                <a:gd name="T99" fmla="*/ 15 h 96"/>
                <a:gd name="T100" fmla="*/ 42 w 56"/>
                <a:gd name="T101" fmla="*/ 10 h 96"/>
                <a:gd name="T102" fmla="*/ 46 w 56"/>
                <a:gd name="T103" fmla="*/ 7 h 96"/>
                <a:gd name="T104" fmla="*/ 44 w 56"/>
                <a:gd name="T105" fmla="*/ 3 h 96"/>
                <a:gd name="T106" fmla="*/ 47 w 56"/>
                <a:gd name="T10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96">
                  <a:moveTo>
                    <a:pt x="47" y="0"/>
                  </a:moveTo>
                  <a:lnTo>
                    <a:pt x="48" y="2"/>
                  </a:lnTo>
                  <a:lnTo>
                    <a:pt x="48" y="4"/>
                  </a:lnTo>
                  <a:lnTo>
                    <a:pt x="50" y="6"/>
                  </a:lnTo>
                  <a:lnTo>
                    <a:pt x="54" y="6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1" y="14"/>
                  </a:lnTo>
                  <a:lnTo>
                    <a:pt x="50" y="14"/>
                  </a:lnTo>
                  <a:lnTo>
                    <a:pt x="50" y="16"/>
                  </a:lnTo>
                  <a:lnTo>
                    <a:pt x="48" y="23"/>
                  </a:lnTo>
                  <a:lnTo>
                    <a:pt x="48" y="25"/>
                  </a:lnTo>
                  <a:lnTo>
                    <a:pt x="51" y="28"/>
                  </a:lnTo>
                  <a:lnTo>
                    <a:pt x="51" y="35"/>
                  </a:lnTo>
                  <a:lnTo>
                    <a:pt x="54" y="36"/>
                  </a:lnTo>
                  <a:lnTo>
                    <a:pt x="52" y="39"/>
                  </a:lnTo>
                  <a:lnTo>
                    <a:pt x="48" y="41"/>
                  </a:lnTo>
                  <a:lnTo>
                    <a:pt x="50" y="41"/>
                  </a:lnTo>
                  <a:lnTo>
                    <a:pt x="43" y="48"/>
                  </a:lnTo>
                  <a:lnTo>
                    <a:pt x="44" y="49"/>
                  </a:lnTo>
                  <a:lnTo>
                    <a:pt x="43" y="52"/>
                  </a:lnTo>
                  <a:lnTo>
                    <a:pt x="42" y="53"/>
                  </a:lnTo>
                  <a:lnTo>
                    <a:pt x="39" y="53"/>
                  </a:lnTo>
                  <a:lnTo>
                    <a:pt x="38" y="54"/>
                  </a:lnTo>
                  <a:lnTo>
                    <a:pt x="37" y="57"/>
                  </a:lnTo>
                  <a:lnTo>
                    <a:pt x="34" y="58"/>
                  </a:lnTo>
                  <a:lnTo>
                    <a:pt x="34" y="61"/>
                  </a:lnTo>
                  <a:lnTo>
                    <a:pt x="34" y="64"/>
                  </a:lnTo>
                  <a:lnTo>
                    <a:pt x="33" y="65"/>
                  </a:lnTo>
                  <a:lnTo>
                    <a:pt x="34" y="69"/>
                  </a:lnTo>
                  <a:lnTo>
                    <a:pt x="38" y="69"/>
                  </a:lnTo>
                  <a:lnTo>
                    <a:pt x="39" y="71"/>
                  </a:lnTo>
                  <a:lnTo>
                    <a:pt x="48" y="77"/>
                  </a:lnTo>
                  <a:lnTo>
                    <a:pt x="50" y="79"/>
                  </a:lnTo>
                  <a:lnTo>
                    <a:pt x="44" y="82"/>
                  </a:lnTo>
                  <a:lnTo>
                    <a:pt x="37" y="82"/>
                  </a:lnTo>
                  <a:lnTo>
                    <a:pt x="33" y="86"/>
                  </a:lnTo>
                  <a:lnTo>
                    <a:pt x="29" y="87"/>
                  </a:lnTo>
                  <a:lnTo>
                    <a:pt x="25" y="91"/>
                  </a:lnTo>
                  <a:lnTo>
                    <a:pt x="23" y="94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21" y="92"/>
                  </a:lnTo>
                  <a:lnTo>
                    <a:pt x="18" y="95"/>
                  </a:lnTo>
                  <a:lnTo>
                    <a:pt x="17" y="95"/>
                  </a:lnTo>
                  <a:lnTo>
                    <a:pt x="14" y="96"/>
                  </a:lnTo>
                  <a:lnTo>
                    <a:pt x="13" y="95"/>
                  </a:lnTo>
                  <a:lnTo>
                    <a:pt x="15" y="91"/>
                  </a:lnTo>
                  <a:lnTo>
                    <a:pt x="13" y="91"/>
                  </a:lnTo>
                  <a:lnTo>
                    <a:pt x="11" y="92"/>
                  </a:lnTo>
                  <a:lnTo>
                    <a:pt x="10" y="91"/>
                  </a:lnTo>
                  <a:lnTo>
                    <a:pt x="10" y="90"/>
                  </a:lnTo>
                  <a:lnTo>
                    <a:pt x="10" y="85"/>
                  </a:lnTo>
                  <a:lnTo>
                    <a:pt x="13" y="81"/>
                  </a:lnTo>
                  <a:lnTo>
                    <a:pt x="15" y="81"/>
                  </a:lnTo>
                  <a:lnTo>
                    <a:pt x="18" y="79"/>
                  </a:lnTo>
                  <a:lnTo>
                    <a:pt x="15" y="79"/>
                  </a:lnTo>
                  <a:lnTo>
                    <a:pt x="11" y="79"/>
                  </a:lnTo>
                  <a:lnTo>
                    <a:pt x="10" y="79"/>
                  </a:lnTo>
                  <a:lnTo>
                    <a:pt x="10" y="73"/>
                  </a:lnTo>
                  <a:lnTo>
                    <a:pt x="13" y="69"/>
                  </a:lnTo>
                  <a:lnTo>
                    <a:pt x="11" y="66"/>
                  </a:lnTo>
                  <a:lnTo>
                    <a:pt x="13" y="65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1" y="65"/>
                  </a:lnTo>
                  <a:lnTo>
                    <a:pt x="8" y="65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4" y="65"/>
                  </a:lnTo>
                  <a:lnTo>
                    <a:pt x="1" y="65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2" y="52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8" y="44"/>
                  </a:lnTo>
                  <a:lnTo>
                    <a:pt x="9" y="40"/>
                  </a:lnTo>
                  <a:lnTo>
                    <a:pt x="11" y="39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4" y="27"/>
                  </a:lnTo>
                  <a:lnTo>
                    <a:pt x="17" y="24"/>
                  </a:lnTo>
                  <a:lnTo>
                    <a:pt x="18" y="27"/>
                  </a:lnTo>
                  <a:lnTo>
                    <a:pt x="21" y="28"/>
                  </a:lnTo>
                  <a:lnTo>
                    <a:pt x="22" y="29"/>
                  </a:lnTo>
                  <a:lnTo>
                    <a:pt x="25" y="28"/>
                  </a:lnTo>
                  <a:lnTo>
                    <a:pt x="27" y="29"/>
                  </a:lnTo>
                  <a:lnTo>
                    <a:pt x="31" y="29"/>
                  </a:lnTo>
                  <a:lnTo>
                    <a:pt x="35" y="29"/>
                  </a:lnTo>
                  <a:lnTo>
                    <a:pt x="37" y="27"/>
                  </a:lnTo>
                  <a:lnTo>
                    <a:pt x="37" y="24"/>
                  </a:lnTo>
                  <a:lnTo>
                    <a:pt x="34" y="23"/>
                  </a:lnTo>
                  <a:lnTo>
                    <a:pt x="31" y="20"/>
                  </a:lnTo>
                  <a:lnTo>
                    <a:pt x="33" y="19"/>
                  </a:lnTo>
                  <a:lnTo>
                    <a:pt x="35" y="19"/>
                  </a:lnTo>
                  <a:lnTo>
                    <a:pt x="40" y="15"/>
                  </a:lnTo>
                  <a:lnTo>
                    <a:pt x="40" y="12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7"/>
                  </a:lnTo>
                  <a:lnTo>
                    <a:pt x="44" y="6"/>
                  </a:lnTo>
                  <a:lnTo>
                    <a:pt x="44" y="3"/>
                  </a:lnTo>
                  <a:lnTo>
                    <a:pt x="44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79" name="Freeform 347">
              <a:extLst>
                <a:ext uri="{FF2B5EF4-FFF2-40B4-BE49-F238E27FC236}">
                  <a16:creationId xmlns:a16="http://schemas.microsoft.com/office/drawing/2014/main" id="{0DD9F10E-6D4E-4163-9D7A-5CD45A3CB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576" y="1264125"/>
              <a:ext cx="3309538" cy="1559561"/>
            </a:xfrm>
            <a:custGeom>
              <a:avLst/>
              <a:gdLst>
                <a:gd name="T0" fmla="*/ 117 w 365"/>
                <a:gd name="T1" fmla="*/ 5 h 172"/>
                <a:gd name="T2" fmla="*/ 133 w 365"/>
                <a:gd name="T3" fmla="*/ 8 h 172"/>
                <a:gd name="T4" fmla="*/ 145 w 365"/>
                <a:gd name="T5" fmla="*/ 13 h 172"/>
                <a:gd name="T6" fmla="*/ 150 w 365"/>
                <a:gd name="T7" fmla="*/ 24 h 172"/>
                <a:gd name="T8" fmla="*/ 163 w 365"/>
                <a:gd name="T9" fmla="*/ 30 h 172"/>
                <a:gd name="T10" fmla="*/ 174 w 365"/>
                <a:gd name="T11" fmla="*/ 29 h 172"/>
                <a:gd name="T12" fmla="*/ 192 w 365"/>
                <a:gd name="T13" fmla="*/ 22 h 172"/>
                <a:gd name="T14" fmla="*/ 213 w 365"/>
                <a:gd name="T15" fmla="*/ 29 h 172"/>
                <a:gd name="T16" fmla="*/ 224 w 365"/>
                <a:gd name="T17" fmla="*/ 37 h 172"/>
                <a:gd name="T18" fmla="*/ 248 w 365"/>
                <a:gd name="T19" fmla="*/ 40 h 172"/>
                <a:gd name="T20" fmla="*/ 261 w 365"/>
                <a:gd name="T21" fmla="*/ 34 h 172"/>
                <a:gd name="T22" fmla="*/ 277 w 365"/>
                <a:gd name="T23" fmla="*/ 28 h 172"/>
                <a:gd name="T24" fmla="*/ 284 w 365"/>
                <a:gd name="T25" fmla="*/ 17 h 172"/>
                <a:gd name="T26" fmla="*/ 298 w 365"/>
                <a:gd name="T27" fmla="*/ 20 h 172"/>
                <a:gd name="T28" fmla="*/ 307 w 365"/>
                <a:gd name="T29" fmla="*/ 18 h 172"/>
                <a:gd name="T30" fmla="*/ 313 w 365"/>
                <a:gd name="T31" fmla="*/ 46 h 172"/>
                <a:gd name="T32" fmla="*/ 329 w 365"/>
                <a:gd name="T33" fmla="*/ 57 h 172"/>
                <a:gd name="T34" fmla="*/ 342 w 365"/>
                <a:gd name="T35" fmla="*/ 50 h 172"/>
                <a:gd name="T36" fmla="*/ 363 w 365"/>
                <a:gd name="T37" fmla="*/ 66 h 172"/>
                <a:gd name="T38" fmla="*/ 363 w 365"/>
                <a:gd name="T39" fmla="*/ 75 h 172"/>
                <a:gd name="T40" fmla="*/ 350 w 365"/>
                <a:gd name="T41" fmla="*/ 74 h 172"/>
                <a:gd name="T42" fmla="*/ 340 w 365"/>
                <a:gd name="T43" fmla="*/ 82 h 172"/>
                <a:gd name="T44" fmla="*/ 333 w 365"/>
                <a:gd name="T45" fmla="*/ 91 h 172"/>
                <a:gd name="T46" fmla="*/ 319 w 365"/>
                <a:gd name="T47" fmla="*/ 99 h 172"/>
                <a:gd name="T48" fmla="*/ 308 w 365"/>
                <a:gd name="T49" fmla="*/ 112 h 172"/>
                <a:gd name="T50" fmla="*/ 292 w 365"/>
                <a:gd name="T51" fmla="*/ 107 h 172"/>
                <a:gd name="T52" fmla="*/ 283 w 365"/>
                <a:gd name="T53" fmla="*/ 121 h 172"/>
                <a:gd name="T54" fmla="*/ 284 w 365"/>
                <a:gd name="T55" fmla="*/ 140 h 172"/>
                <a:gd name="T56" fmla="*/ 269 w 365"/>
                <a:gd name="T57" fmla="*/ 153 h 172"/>
                <a:gd name="T58" fmla="*/ 241 w 365"/>
                <a:gd name="T59" fmla="*/ 161 h 172"/>
                <a:gd name="T60" fmla="*/ 217 w 365"/>
                <a:gd name="T61" fmla="*/ 171 h 172"/>
                <a:gd name="T62" fmla="*/ 200 w 365"/>
                <a:gd name="T63" fmla="*/ 168 h 172"/>
                <a:gd name="T64" fmla="*/ 163 w 365"/>
                <a:gd name="T65" fmla="*/ 157 h 172"/>
                <a:gd name="T66" fmla="*/ 140 w 365"/>
                <a:gd name="T67" fmla="*/ 161 h 172"/>
                <a:gd name="T68" fmla="*/ 115 w 365"/>
                <a:gd name="T69" fmla="*/ 155 h 172"/>
                <a:gd name="T70" fmla="*/ 107 w 365"/>
                <a:gd name="T71" fmla="*/ 140 h 172"/>
                <a:gd name="T72" fmla="*/ 101 w 365"/>
                <a:gd name="T73" fmla="*/ 136 h 172"/>
                <a:gd name="T74" fmla="*/ 86 w 365"/>
                <a:gd name="T75" fmla="*/ 130 h 172"/>
                <a:gd name="T76" fmla="*/ 69 w 365"/>
                <a:gd name="T77" fmla="*/ 125 h 172"/>
                <a:gd name="T78" fmla="*/ 46 w 365"/>
                <a:gd name="T79" fmla="*/ 115 h 172"/>
                <a:gd name="T80" fmla="*/ 47 w 365"/>
                <a:gd name="T81" fmla="*/ 104 h 172"/>
                <a:gd name="T82" fmla="*/ 41 w 365"/>
                <a:gd name="T83" fmla="*/ 92 h 172"/>
                <a:gd name="T84" fmla="*/ 33 w 365"/>
                <a:gd name="T85" fmla="*/ 83 h 172"/>
                <a:gd name="T86" fmla="*/ 25 w 365"/>
                <a:gd name="T87" fmla="*/ 82 h 172"/>
                <a:gd name="T88" fmla="*/ 16 w 365"/>
                <a:gd name="T89" fmla="*/ 83 h 172"/>
                <a:gd name="T90" fmla="*/ 8 w 365"/>
                <a:gd name="T91" fmla="*/ 75 h 172"/>
                <a:gd name="T92" fmla="*/ 3 w 365"/>
                <a:gd name="T93" fmla="*/ 67 h 172"/>
                <a:gd name="T94" fmla="*/ 0 w 365"/>
                <a:gd name="T95" fmla="*/ 63 h 172"/>
                <a:gd name="T96" fmla="*/ 12 w 365"/>
                <a:gd name="T97" fmla="*/ 53 h 172"/>
                <a:gd name="T98" fmla="*/ 21 w 365"/>
                <a:gd name="T99" fmla="*/ 42 h 172"/>
                <a:gd name="T100" fmla="*/ 25 w 365"/>
                <a:gd name="T101" fmla="*/ 34 h 172"/>
                <a:gd name="T102" fmla="*/ 41 w 365"/>
                <a:gd name="T103" fmla="*/ 30 h 172"/>
                <a:gd name="T104" fmla="*/ 50 w 365"/>
                <a:gd name="T105" fmla="*/ 32 h 172"/>
                <a:gd name="T106" fmla="*/ 62 w 365"/>
                <a:gd name="T107" fmla="*/ 32 h 172"/>
                <a:gd name="T108" fmla="*/ 76 w 365"/>
                <a:gd name="T109" fmla="*/ 45 h 172"/>
                <a:gd name="T110" fmla="*/ 90 w 365"/>
                <a:gd name="T111" fmla="*/ 42 h 172"/>
                <a:gd name="T112" fmla="*/ 103 w 365"/>
                <a:gd name="T113" fmla="*/ 42 h 172"/>
                <a:gd name="T114" fmla="*/ 107 w 365"/>
                <a:gd name="T115" fmla="*/ 28 h 172"/>
                <a:gd name="T116" fmla="*/ 99 w 365"/>
                <a:gd name="T117" fmla="*/ 15 h 172"/>
                <a:gd name="T118" fmla="*/ 105 w 365"/>
                <a:gd name="T119" fmla="*/ 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5" h="172">
                  <a:moveTo>
                    <a:pt x="107" y="0"/>
                  </a:moveTo>
                  <a:lnTo>
                    <a:pt x="109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7" y="4"/>
                  </a:lnTo>
                  <a:lnTo>
                    <a:pt x="117" y="5"/>
                  </a:lnTo>
                  <a:lnTo>
                    <a:pt x="120" y="5"/>
                  </a:lnTo>
                  <a:lnTo>
                    <a:pt x="124" y="5"/>
                  </a:lnTo>
                  <a:lnTo>
                    <a:pt x="128" y="5"/>
                  </a:lnTo>
                  <a:lnTo>
                    <a:pt x="129" y="7"/>
                  </a:lnTo>
                  <a:lnTo>
                    <a:pt x="130" y="8"/>
                  </a:lnTo>
                  <a:lnTo>
                    <a:pt x="133" y="8"/>
                  </a:lnTo>
                  <a:lnTo>
                    <a:pt x="134" y="9"/>
                  </a:lnTo>
                  <a:lnTo>
                    <a:pt x="137" y="9"/>
                  </a:lnTo>
                  <a:lnTo>
                    <a:pt x="142" y="9"/>
                  </a:lnTo>
                  <a:lnTo>
                    <a:pt x="144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6" y="15"/>
                  </a:lnTo>
                  <a:lnTo>
                    <a:pt x="146" y="17"/>
                  </a:lnTo>
                  <a:lnTo>
                    <a:pt x="148" y="18"/>
                  </a:lnTo>
                  <a:lnTo>
                    <a:pt x="149" y="21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3" y="26"/>
                  </a:lnTo>
                  <a:lnTo>
                    <a:pt x="154" y="28"/>
                  </a:lnTo>
                  <a:lnTo>
                    <a:pt x="158" y="29"/>
                  </a:lnTo>
                  <a:lnTo>
                    <a:pt x="161" y="30"/>
                  </a:lnTo>
                  <a:lnTo>
                    <a:pt x="163" y="30"/>
                  </a:lnTo>
                  <a:lnTo>
                    <a:pt x="163" y="29"/>
                  </a:lnTo>
                  <a:lnTo>
                    <a:pt x="167" y="30"/>
                  </a:lnTo>
                  <a:lnTo>
                    <a:pt x="169" y="29"/>
                  </a:lnTo>
                  <a:lnTo>
                    <a:pt x="171" y="29"/>
                  </a:lnTo>
                  <a:lnTo>
                    <a:pt x="173" y="29"/>
                  </a:lnTo>
                  <a:lnTo>
                    <a:pt x="174" y="29"/>
                  </a:lnTo>
                  <a:lnTo>
                    <a:pt x="175" y="26"/>
                  </a:lnTo>
                  <a:lnTo>
                    <a:pt x="179" y="25"/>
                  </a:lnTo>
                  <a:lnTo>
                    <a:pt x="184" y="25"/>
                  </a:lnTo>
                  <a:lnTo>
                    <a:pt x="186" y="24"/>
                  </a:lnTo>
                  <a:lnTo>
                    <a:pt x="190" y="24"/>
                  </a:lnTo>
                  <a:lnTo>
                    <a:pt x="192" y="22"/>
                  </a:lnTo>
                  <a:lnTo>
                    <a:pt x="195" y="24"/>
                  </a:lnTo>
                  <a:lnTo>
                    <a:pt x="199" y="25"/>
                  </a:lnTo>
                  <a:lnTo>
                    <a:pt x="203" y="25"/>
                  </a:lnTo>
                  <a:lnTo>
                    <a:pt x="205" y="28"/>
                  </a:lnTo>
                  <a:lnTo>
                    <a:pt x="209" y="29"/>
                  </a:lnTo>
                  <a:lnTo>
                    <a:pt x="213" y="29"/>
                  </a:lnTo>
                  <a:lnTo>
                    <a:pt x="216" y="29"/>
                  </a:lnTo>
                  <a:lnTo>
                    <a:pt x="217" y="30"/>
                  </a:lnTo>
                  <a:lnTo>
                    <a:pt x="219" y="34"/>
                  </a:lnTo>
                  <a:lnTo>
                    <a:pt x="220" y="36"/>
                  </a:lnTo>
                  <a:lnTo>
                    <a:pt x="221" y="36"/>
                  </a:lnTo>
                  <a:lnTo>
                    <a:pt x="224" y="37"/>
                  </a:lnTo>
                  <a:lnTo>
                    <a:pt x="225" y="38"/>
                  </a:lnTo>
                  <a:lnTo>
                    <a:pt x="228" y="38"/>
                  </a:lnTo>
                  <a:lnTo>
                    <a:pt x="233" y="38"/>
                  </a:lnTo>
                  <a:lnTo>
                    <a:pt x="237" y="40"/>
                  </a:lnTo>
                  <a:lnTo>
                    <a:pt x="245" y="40"/>
                  </a:lnTo>
                  <a:lnTo>
                    <a:pt x="248" y="40"/>
                  </a:lnTo>
                  <a:lnTo>
                    <a:pt x="249" y="38"/>
                  </a:lnTo>
                  <a:lnTo>
                    <a:pt x="252" y="38"/>
                  </a:lnTo>
                  <a:lnTo>
                    <a:pt x="253" y="40"/>
                  </a:lnTo>
                  <a:lnTo>
                    <a:pt x="254" y="40"/>
                  </a:lnTo>
                  <a:lnTo>
                    <a:pt x="257" y="37"/>
                  </a:lnTo>
                  <a:lnTo>
                    <a:pt x="261" y="34"/>
                  </a:lnTo>
                  <a:lnTo>
                    <a:pt x="263" y="34"/>
                  </a:lnTo>
                  <a:lnTo>
                    <a:pt x="266" y="32"/>
                  </a:lnTo>
                  <a:lnTo>
                    <a:pt x="267" y="32"/>
                  </a:lnTo>
                  <a:lnTo>
                    <a:pt x="273" y="32"/>
                  </a:lnTo>
                  <a:lnTo>
                    <a:pt x="275" y="29"/>
                  </a:lnTo>
                  <a:lnTo>
                    <a:pt x="277" y="28"/>
                  </a:lnTo>
                  <a:lnTo>
                    <a:pt x="277" y="26"/>
                  </a:lnTo>
                  <a:lnTo>
                    <a:pt x="278" y="24"/>
                  </a:lnTo>
                  <a:lnTo>
                    <a:pt x="281" y="22"/>
                  </a:lnTo>
                  <a:lnTo>
                    <a:pt x="282" y="21"/>
                  </a:lnTo>
                  <a:lnTo>
                    <a:pt x="283" y="18"/>
                  </a:lnTo>
                  <a:lnTo>
                    <a:pt x="284" y="17"/>
                  </a:lnTo>
                  <a:lnTo>
                    <a:pt x="287" y="17"/>
                  </a:lnTo>
                  <a:lnTo>
                    <a:pt x="287" y="17"/>
                  </a:lnTo>
                  <a:lnTo>
                    <a:pt x="291" y="16"/>
                  </a:lnTo>
                  <a:lnTo>
                    <a:pt x="294" y="17"/>
                  </a:lnTo>
                  <a:lnTo>
                    <a:pt x="296" y="18"/>
                  </a:lnTo>
                  <a:lnTo>
                    <a:pt x="298" y="20"/>
                  </a:lnTo>
                  <a:lnTo>
                    <a:pt x="299" y="21"/>
                  </a:lnTo>
                  <a:lnTo>
                    <a:pt x="302" y="20"/>
                  </a:lnTo>
                  <a:lnTo>
                    <a:pt x="303" y="21"/>
                  </a:lnTo>
                  <a:lnTo>
                    <a:pt x="304" y="21"/>
                  </a:lnTo>
                  <a:lnTo>
                    <a:pt x="307" y="20"/>
                  </a:lnTo>
                  <a:lnTo>
                    <a:pt x="307" y="18"/>
                  </a:lnTo>
                  <a:lnTo>
                    <a:pt x="311" y="17"/>
                  </a:lnTo>
                  <a:lnTo>
                    <a:pt x="316" y="18"/>
                  </a:lnTo>
                  <a:lnTo>
                    <a:pt x="317" y="20"/>
                  </a:lnTo>
                  <a:lnTo>
                    <a:pt x="315" y="38"/>
                  </a:lnTo>
                  <a:lnTo>
                    <a:pt x="315" y="42"/>
                  </a:lnTo>
                  <a:lnTo>
                    <a:pt x="313" y="46"/>
                  </a:lnTo>
                  <a:lnTo>
                    <a:pt x="315" y="49"/>
                  </a:lnTo>
                  <a:lnTo>
                    <a:pt x="312" y="53"/>
                  </a:lnTo>
                  <a:lnTo>
                    <a:pt x="315" y="57"/>
                  </a:lnTo>
                  <a:lnTo>
                    <a:pt x="320" y="59"/>
                  </a:lnTo>
                  <a:lnTo>
                    <a:pt x="324" y="57"/>
                  </a:lnTo>
                  <a:lnTo>
                    <a:pt x="329" y="57"/>
                  </a:lnTo>
                  <a:lnTo>
                    <a:pt x="334" y="58"/>
                  </a:lnTo>
                  <a:lnTo>
                    <a:pt x="336" y="61"/>
                  </a:lnTo>
                  <a:lnTo>
                    <a:pt x="340" y="55"/>
                  </a:lnTo>
                  <a:lnTo>
                    <a:pt x="338" y="53"/>
                  </a:lnTo>
                  <a:lnTo>
                    <a:pt x="338" y="51"/>
                  </a:lnTo>
                  <a:lnTo>
                    <a:pt x="342" y="50"/>
                  </a:lnTo>
                  <a:lnTo>
                    <a:pt x="344" y="49"/>
                  </a:lnTo>
                  <a:lnTo>
                    <a:pt x="349" y="50"/>
                  </a:lnTo>
                  <a:lnTo>
                    <a:pt x="352" y="54"/>
                  </a:lnTo>
                  <a:lnTo>
                    <a:pt x="356" y="58"/>
                  </a:lnTo>
                  <a:lnTo>
                    <a:pt x="360" y="62"/>
                  </a:lnTo>
                  <a:lnTo>
                    <a:pt x="363" y="66"/>
                  </a:lnTo>
                  <a:lnTo>
                    <a:pt x="363" y="67"/>
                  </a:lnTo>
                  <a:lnTo>
                    <a:pt x="365" y="68"/>
                  </a:lnTo>
                  <a:lnTo>
                    <a:pt x="365" y="71"/>
                  </a:lnTo>
                  <a:lnTo>
                    <a:pt x="363" y="72"/>
                  </a:lnTo>
                  <a:lnTo>
                    <a:pt x="363" y="74"/>
                  </a:lnTo>
                  <a:lnTo>
                    <a:pt x="363" y="75"/>
                  </a:lnTo>
                  <a:lnTo>
                    <a:pt x="361" y="75"/>
                  </a:lnTo>
                  <a:lnTo>
                    <a:pt x="360" y="74"/>
                  </a:lnTo>
                  <a:lnTo>
                    <a:pt x="357" y="74"/>
                  </a:lnTo>
                  <a:lnTo>
                    <a:pt x="356" y="75"/>
                  </a:lnTo>
                  <a:lnTo>
                    <a:pt x="353" y="74"/>
                  </a:lnTo>
                  <a:lnTo>
                    <a:pt x="350" y="74"/>
                  </a:lnTo>
                  <a:lnTo>
                    <a:pt x="349" y="78"/>
                  </a:lnTo>
                  <a:lnTo>
                    <a:pt x="345" y="80"/>
                  </a:lnTo>
                  <a:lnTo>
                    <a:pt x="344" y="80"/>
                  </a:lnTo>
                  <a:lnTo>
                    <a:pt x="341" y="79"/>
                  </a:lnTo>
                  <a:lnTo>
                    <a:pt x="341" y="80"/>
                  </a:lnTo>
                  <a:lnTo>
                    <a:pt x="340" y="82"/>
                  </a:lnTo>
                  <a:lnTo>
                    <a:pt x="340" y="83"/>
                  </a:lnTo>
                  <a:lnTo>
                    <a:pt x="338" y="83"/>
                  </a:lnTo>
                  <a:lnTo>
                    <a:pt x="337" y="83"/>
                  </a:lnTo>
                  <a:lnTo>
                    <a:pt x="336" y="84"/>
                  </a:lnTo>
                  <a:lnTo>
                    <a:pt x="333" y="88"/>
                  </a:lnTo>
                  <a:lnTo>
                    <a:pt x="333" y="91"/>
                  </a:lnTo>
                  <a:lnTo>
                    <a:pt x="333" y="93"/>
                  </a:lnTo>
                  <a:lnTo>
                    <a:pt x="332" y="95"/>
                  </a:lnTo>
                  <a:lnTo>
                    <a:pt x="329" y="96"/>
                  </a:lnTo>
                  <a:lnTo>
                    <a:pt x="324" y="100"/>
                  </a:lnTo>
                  <a:lnTo>
                    <a:pt x="321" y="100"/>
                  </a:lnTo>
                  <a:lnTo>
                    <a:pt x="319" y="99"/>
                  </a:lnTo>
                  <a:lnTo>
                    <a:pt x="317" y="100"/>
                  </a:lnTo>
                  <a:lnTo>
                    <a:pt x="315" y="105"/>
                  </a:lnTo>
                  <a:lnTo>
                    <a:pt x="312" y="107"/>
                  </a:lnTo>
                  <a:lnTo>
                    <a:pt x="309" y="108"/>
                  </a:lnTo>
                  <a:lnTo>
                    <a:pt x="308" y="111"/>
                  </a:lnTo>
                  <a:lnTo>
                    <a:pt x="308" y="112"/>
                  </a:lnTo>
                  <a:lnTo>
                    <a:pt x="307" y="112"/>
                  </a:lnTo>
                  <a:lnTo>
                    <a:pt x="304" y="111"/>
                  </a:lnTo>
                  <a:lnTo>
                    <a:pt x="302" y="111"/>
                  </a:lnTo>
                  <a:lnTo>
                    <a:pt x="298" y="109"/>
                  </a:lnTo>
                  <a:lnTo>
                    <a:pt x="295" y="107"/>
                  </a:lnTo>
                  <a:lnTo>
                    <a:pt x="292" y="107"/>
                  </a:lnTo>
                  <a:lnTo>
                    <a:pt x="287" y="108"/>
                  </a:lnTo>
                  <a:lnTo>
                    <a:pt x="284" y="109"/>
                  </a:lnTo>
                  <a:lnTo>
                    <a:pt x="283" y="112"/>
                  </a:lnTo>
                  <a:lnTo>
                    <a:pt x="283" y="117"/>
                  </a:lnTo>
                  <a:lnTo>
                    <a:pt x="283" y="120"/>
                  </a:lnTo>
                  <a:lnTo>
                    <a:pt x="283" y="121"/>
                  </a:lnTo>
                  <a:lnTo>
                    <a:pt x="288" y="125"/>
                  </a:lnTo>
                  <a:lnTo>
                    <a:pt x="292" y="128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90" y="134"/>
                  </a:lnTo>
                  <a:lnTo>
                    <a:pt x="284" y="140"/>
                  </a:lnTo>
                  <a:lnTo>
                    <a:pt x="282" y="145"/>
                  </a:lnTo>
                  <a:lnTo>
                    <a:pt x="281" y="149"/>
                  </a:lnTo>
                  <a:lnTo>
                    <a:pt x="278" y="149"/>
                  </a:lnTo>
                  <a:lnTo>
                    <a:pt x="274" y="150"/>
                  </a:lnTo>
                  <a:lnTo>
                    <a:pt x="271" y="150"/>
                  </a:lnTo>
                  <a:lnTo>
                    <a:pt x="269" y="153"/>
                  </a:lnTo>
                  <a:lnTo>
                    <a:pt x="265" y="155"/>
                  </a:lnTo>
                  <a:lnTo>
                    <a:pt x="262" y="155"/>
                  </a:lnTo>
                  <a:lnTo>
                    <a:pt x="257" y="155"/>
                  </a:lnTo>
                  <a:lnTo>
                    <a:pt x="254" y="157"/>
                  </a:lnTo>
                  <a:lnTo>
                    <a:pt x="250" y="158"/>
                  </a:lnTo>
                  <a:lnTo>
                    <a:pt x="241" y="161"/>
                  </a:lnTo>
                  <a:lnTo>
                    <a:pt x="234" y="163"/>
                  </a:lnTo>
                  <a:lnTo>
                    <a:pt x="232" y="167"/>
                  </a:lnTo>
                  <a:lnTo>
                    <a:pt x="227" y="171"/>
                  </a:lnTo>
                  <a:lnTo>
                    <a:pt x="224" y="172"/>
                  </a:lnTo>
                  <a:lnTo>
                    <a:pt x="221" y="172"/>
                  </a:lnTo>
                  <a:lnTo>
                    <a:pt x="217" y="171"/>
                  </a:lnTo>
                  <a:lnTo>
                    <a:pt x="217" y="170"/>
                  </a:lnTo>
                  <a:lnTo>
                    <a:pt x="217" y="168"/>
                  </a:lnTo>
                  <a:lnTo>
                    <a:pt x="212" y="170"/>
                  </a:lnTo>
                  <a:lnTo>
                    <a:pt x="208" y="171"/>
                  </a:lnTo>
                  <a:lnTo>
                    <a:pt x="204" y="168"/>
                  </a:lnTo>
                  <a:lnTo>
                    <a:pt x="200" y="168"/>
                  </a:lnTo>
                  <a:lnTo>
                    <a:pt x="194" y="166"/>
                  </a:lnTo>
                  <a:lnTo>
                    <a:pt x="186" y="162"/>
                  </a:lnTo>
                  <a:lnTo>
                    <a:pt x="182" y="158"/>
                  </a:lnTo>
                  <a:lnTo>
                    <a:pt x="179" y="158"/>
                  </a:lnTo>
                  <a:lnTo>
                    <a:pt x="170" y="157"/>
                  </a:lnTo>
                  <a:lnTo>
                    <a:pt x="163" y="157"/>
                  </a:lnTo>
                  <a:lnTo>
                    <a:pt x="161" y="157"/>
                  </a:lnTo>
                  <a:lnTo>
                    <a:pt x="159" y="158"/>
                  </a:lnTo>
                  <a:lnTo>
                    <a:pt x="159" y="159"/>
                  </a:lnTo>
                  <a:lnTo>
                    <a:pt x="155" y="161"/>
                  </a:lnTo>
                  <a:lnTo>
                    <a:pt x="149" y="161"/>
                  </a:lnTo>
                  <a:lnTo>
                    <a:pt x="140" y="161"/>
                  </a:lnTo>
                  <a:lnTo>
                    <a:pt x="133" y="161"/>
                  </a:lnTo>
                  <a:lnTo>
                    <a:pt x="126" y="161"/>
                  </a:lnTo>
                  <a:lnTo>
                    <a:pt x="122" y="161"/>
                  </a:lnTo>
                  <a:lnTo>
                    <a:pt x="120" y="161"/>
                  </a:lnTo>
                  <a:lnTo>
                    <a:pt x="119" y="161"/>
                  </a:lnTo>
                  <a:lnTo>
                    <a:pt x="115" y="155"/>
                  </a:lnTo>
                  <a:lnTo>
                    <a:pt x="115" y="153"/>
                  </a:lnTo>
                  <a:lnTo>
                    <a:pt x="112" y="149"/>
                  </a:lnTo>
                  <a:lnTo>
                    <a:pt x="109" y="146"/>
                  </a:lnTo>
                  <a:lnTo>
                    <a:pt x="108" y="143"/>
                  </a:lnTo>
                  <a:lnTo>
                    <a:pt x="108" y="141"/>
                  </a:lnTo>
                  <a:lnTo>
                    <a:pt x="107" y="140"/>
                  </a:lnTo>
                  <a:lnTo>
                    <a:pt x="104" y="140"/>
                  </a:lnTo>
                  <a:lnTo>
                    <a:pt x="104" y="138"/>
                  </a:lnTo>
                  <a:lnTo>
                    <a:pt x="103" y="137"/>
                  </a:lnTo>
                  <a:lnTo>
                    <a:pt x="103" y="136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97" y="136"/>
                  </a:lnTo>
                  <a:lnTo>
                    <a:pt x="95" y="134"/>
                  </a:lnTo>
                  <a:lnTo>
                    <a:pt x="91" y="130"/>
                  </a:lnTo>
                  <a:lnTo>
                    <a:pt x="88" y="130"/>
                  </a:lnTo>
                  <a:lnTo>
                    <a:pt x="88" y="130"/>
                  </a:lnTo>
                  <a:lnTo>
                    <a:pt x="86" y="130"/>
                  </a:lnTo>
                  <a:lnTo>
                    <a:pt x="84" y="129"/>
                  </a:lnTo>
                  <a:lnTo>
                    <a:pt x="80" y="126"/>
                  </a:lnTo>
                  <a:lnTo>
                    <a:pt x="72" y="124"/>
                  </a:lnTo>
                  <a:lnTo>
                    <a:pt x="72" y="125"/>
                  </a:lnTo>
                  <a:lnTo>
                    <a:pt x="71" y="125"/>
                  </a:lnTo>
                  <a:lnTo>
                    <a:pt x="69" y="125"/>
                  </a:lnTo>
                  <a:lnTo>
                    <a:pt x="63" y="126"/>
                  </a:lnTo>
                  <a:lnTo>
                    <a:pt x="51" y="124"/>
                  </a:lnTo>
                  <a:lnTo>
                    <a:pt x="49" y="122"/>
                  </a:lnTo>
                  <a:lnTo>
                    <a:pt x="46" y="117"/>
                  </a:lnTo>
                  <a:lnTo>
                    <a:pt x="46" y="116"/>
                  </a:lnTo>
                  <a:lnTo>
                    <a:pt x="46" y="115"/>
                  </a:lnTo>
                  <a:lnTo>
                    <a:pt x="46" y="113"/>
                  </a:lnTo>
                  <a:lnTo>
                    <a:pt x="47" y="112"/>
                  </a:lnTo>
                  <a:lnTo>
                    <a:pt x="49" y="109"/>
                  </a:lnTo>
                  <a:lnTo>
                    <a:pt x="47" y="108"/>
                  </a:lnTo>
                  <a:lnTo>
                    <a:pt x="46" y="105"/>
                  </a:lnTo>
                  <a:lnTo>
                    <a:pt x="47" y="104"/>
                  </a:lnTo>
                  <a:lnTo>
                    <a:pt x="47" y="101"/>
                  </a:lnTo>
                  <a:lnTo>
                    <a:pt x="46" y="100"/>
                  </a:lnTo>
                  <a:lnTo>
                    <a:pt x="45" y="97"/>
                  </a:lnTo>
                  <a:lnTo>
                    <a:pt x="43" y="96"/>
                  </a:lnTo>
                  <a:lnTo>
                    <a:pt x="41" y="95"/>
                  </a:lnTo>
                  <a:lnTo>
                    <a:pt x="41" y="92"/>
                  </a:lnTo>
                  <a:lnTo>
                    <a:pt x="40" y="91"/>
                  </a:lnTo>
                  <a:lnTo>
                    <a:pt x="38" y="88"/>
                  </a:lnTo>
                  <a:lnTo>
                    <a:pt x="38" y="87"/>
                  </a:lnTo>
                  <a:lnTo>
                    <a:pt x="37" y="86"/>
                  </a:lnTo>
                  <a:lnTo>
                    <a:pt x="34" y="83"/>
                  </a:lnTo>
                  <a:lnTo>
                    <a:pt x="33" y="83"/>
                  </a:lnTo>
                  <a:lnTo>
                    <a:pt x="32" y="82"/>
                  </a:lnTo>
                  <a:lnTo>
                    <a:pt x="30" y="80"/>
                  </a:lnTo>
                  <a:lnTo>
                    <a:pt x="29" y="80"/>
                  </a:lnTo>
                  <a:lnTo>
                    <a:pt x="28" y="82"/>
                  </a:lnTo>
                  <a:lnTo>
                    <a:pt x="26" y="83"/>
                  </a:lnTo>
                  <a:lnTo>
                    <a:pt x="25" y="82"/>
                  </a:lnTo>
                  <a:lnTo>
                    <a:pt x="22" y="80"/>
                  </a:lnTo>
                  <a:lnTo>
                    <a:pt x="22" y="79"/>
                  </a:lnTo>
                  <a:lnTo>
                    <a:pt x="20" y="79"/>
                  </a:lnTo>
                  <a:lnTo>
                    <a:pt x="17" y="80"/>
                  </a:lnTo>
                  <a:lnTo>
                    <a:pt x="17" y="82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6"/>
                  </a:lnTo>
                  <a:lnTo>
                    <a:pt x="8" y="75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0" y="62"/>
                  </a:lnTo>
                  <a:lnTo>
                    <a:pt x="1" y="58"/>
                  </a:lnTo>
                  <a:lnTo>
                    <a:pt x="4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12" y="53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7" y="47"/>
                  </a:lnTo>
                  <a:lnTo>
                    <a:pt x="20" y="46"/>
                  </a:lnTo>
                  <a:lnTo>
                    <a:pt x="20" y="43"/>
                  </a:lnTo>
                  <a:lnTo>
                    <a:pt x="21" y="42"/>
                  </a:lnTo>
                  <a:lnTo>
                    <a:pt x="24" y="41"/>
                  </a:lnTo>
                  <a:lnTo>
                    <a:pt x="25" y="40"/>
                  </a:lnTo>
                  <a:lnTo>
                    <a:pt x="26" y="38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9" y="36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8" y="30"/>
                  </a:lnTo>
                  <a:lnTo>
                    <a:pt x="41" y="30"/>
                  </a:lnTo>
                  <a:lnTo>
                    <a:pt x="42" y="30"/>
                  </a:lnTo>
                  <a:lnTo>
                    <a:pt x="45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9" y="30"/>
                  </a:lnTo>
                  <a:lnTo>
                    <a:pt x="50" y="32"/>
                  </a:lnTo>
                  <a:lnTo>
                    <a:pt x="51" y="34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7" y="33"/>
                  </a:lnTo>
                  <a:lnTo>
                    <a:pt x="58" y="32"/>
                  </a:lnTo>
                  <a:lnTo>
                    <a:pt x="62" y="32"/>
                  </a:lnTo>
                  <a:lnTo>
                    <a:pt x="63" y="34"/>
                  </a:lnTo>
                  <a:lnTo>
                    <a:pt x="63" y="36"/>
                  </a:lnTo>
                  <a:lnTo>
                    <a:pt x="65" y="37"/>
                  </a:lnTo>
                  <a:lnTo>
                    <a:pt x="70" y="41"/>
                  </a:lnTo>
                  <a:lnTo>
                    <a:pt x="72" y="42"/>
                  </a:lnTo>
                  <a:lnTo>
                    <a:pt x="76" y="45"/>
                  </a:lnTo>
                  <a:lnTo>
                    <a:pt x="78" y="43"/>
                  </a:lnTo>
                  <a:lnTo>
                    <a:pt x="80" y="42"/>
                  </a:lnTo>
                  <a:lnTo>
                    <a:pt x="83" y="41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90" y="42"/>
                  </a:lnTo>
                  <a:lnTo>
                    <a:pt x="91" y="42"/>
                  </a:lnTo>
                  <a:lnTo>
                    <a:pt x="96" y="42"/>
                  </a:lnTo>
                  <a:lnTo>
                    <a:pt x="97" y="4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103" y="42"/>
                  </a:lnTo>
                  <a:lnTo>
                    <a:pt x="107" y="42"/>
                  </a:lnTo>
                  <a:lnTo>
                    <a:pt x="109" y="38"/>
                  </a:lnTo>
                  <a:lnTo>
                    <a:pt x="108" y="37"/>
                  </a:lnTo>
                  <a:lnTo>
                    <a:pt x="105" y="36"/>
                  </a:lnTo>
                  <a:lnTo>
                    <a:pt x="105" y="32"/>
                  </a:lnTo>
                  <a:lnTo>
                    <a:pt x="107" y="28"/>
                  </a:lnTo>
                  <a:lnTo>
                    <a:pt x="105" y="26"/>
                  </a:lnTo>
                  <a:lnTo>
                    <a:pt x="104" y="25"/>
                  </a:lnTo>
                  <a:lnTo>
                    <a:pt x="103" y="24"/>
                  </a:lnTo>
                  <a:lnTo>
                    <a:pt x="99" y="22"/>
                  </a:lnTo>
                  <a:lnTo>
                    <a:pt x="97" y="20"/>
                  </a:lnTo>
                  <a:lnTo>
                    <a:pt x="99" y="15"/>
                  </a:lnTo>
                  <a:lnTo>
                    <a:pt x="100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4" y="7"/>
                  </a:lnTo>
                  <a:lnTo>
                    <a:pt x="105" y="8"/>
                  </a:lnTo>
                  <a:lnTo>
                    <a:pt x="105" y="5"/>
                  </a:lnTo>
                  <a:lnTo>
                    <a:pt x="105" y="4"/>
                  </a:lnTo>
                  <a:lnTo>
                    <a:pt x="105" y="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0" name="Freeform 348">
              <a:extLst>
                <a:ext uri="{FF2B5EF4-FFF2-40B4-BE49-F238E27FC236}">
                  <a16:creationId xmlns:a16="http://schemas.microsoft.com/office/drawing/2014/main" id="{B2DE569F-073A-4652-957B-C1086FD1A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-2440077" y="973973"/>
              <a:ext cx="4089320" cy="2148932"/>
            </a:xfrm>
            <a:custGeom>
              <a:avLst/>
              <a:gdLst>
                <a:gd name="T0" fmla="*/ 245 w 451"/>
                <a:gd name="T1" fmla="*/ 7 h 237"/>
                <a:gd name="T2" fmla="*/ 249 w 451"/>
                <a:gd name="T3" fmla="*/ 22 h 237"/>
                <a:gd name="T4" fmla="*/ 260 w 451"/>
                <a:gd name="T5" fmla="*/ 19 h 237"/>
                <a:gd name="T6" fmla="*/ 268 w 451"/>
                <a:gd name="T7" fmla="*/ 22 h 237"/>
                <a:gd name="T8" fmla="*/ 278 w 451"/>
                <a:gd name="T9" fmla="*/ 32 h 237"/>
                <a:gd name="T10" fmla="*/ 297 w 451"/>
                <a:gd name="T11" fmla="*/ 27 h 237"/>
                <a:gd name="T12" fmla="*/ 314 w 451"/>
                <a:gd name="T13" fmla="*/ 12 h 237"/>
                <a:gd name="T14" fmla="*/ 368 w 451"/>
                <a:gd name="T15" fmla="*/ 70 h 237"/>
                <a:gd name="T16" fmla="*/ 377 w 451"/>
                <a:gd name="T17" fmla="*/ 73 h 237"/>
                <a:gd name="T18" fmla="*/ 392 w 451"/>
                <a:gd name="T19" fmla="*/ 69 h 237"/>
                <a:gd name="T20" fmla="*/ 414 w 451"/>
                <a:gd name="T21" fmla="*/ 78 h 237"/>
                <a:gd name="T22" fmla="*/ 422 w 451"/>
                <a:gd name="T23" fmla="*/ 87 h 237"/>
                <a:gd name="T24" fmla="*/ 442 w 451"/>
                <a:gd name="T25" fmla="*/ 83 h 237"/>
                <a:gd name="T26" fmla="*/ 447 w 451"/>
                <a:gd name="T27" fmla="*/ 97 h 237"/>
                <a:gd name="T28" fmla="*/ 439 w 451"/>
                <a:gd name="T29" fmla="*/ 122 h 237"/>
                <a:gd name="T30" fmla="*/ 428 w 451"/>
                <a:gd name="T31" fmla="*/ 131 h 237"/>
                <a:gd name="T32" fmla="*/ 409 w 451"/>
                <a:gd name="T33" fmla="*/ 148 h 237"/>
                <a:gd name="T34" fmla="*/ 406 w 451"/>
                <a:gd name="T35" fmla="*/ 162 h 237"/>
                <a:gd name="T36" fmla="*/ 384 w 451"/>
                <a:gd name="T37" fmla="*/ 168 h 237"/>
                <a:gd name="T38" fmla="*/ 393 w 451"/>
                <a:gd name="T39" fmla="*/ 181 h 237"/>
                <a:gd name="T40" fmla="*/ 398 w 451"/>
                <a:gd name="T41" fmla="*/ 202 h 237"/>
                <a:gd name="T42" fmla="*/ 369 w 451"/>
                <a:gd name="T43" fmla="*/ 199 h 237"/>
                <a:gd name="T44" fmla="*/ 332 w 451"/>
                <a:gd name="T45" fmla="*/ 200 h 237"/>
                <a:gd name="T46" fmla="*/ 319 w 451"/>
                <a:gd name="T47" fmla="*/ 208 h 237"/>
                <a:gd name="T48" fmla="*/ 289 w 451"/>
                <a:gd name="T49" fmla="*/ 214 h 237"/>
                <a:gd name="T50" fmla="*/ 268 w 451"/>
                <a:gd name="T51" fmla="*/ 236 h 237"/>
                <a:gd name="T52" fmla="*/ 230 w 451"/>
                <a:gd name="T53" fmla="*/ 206 h 237"/>
                <a:gd name="T54" fmla="*/ 126 w 451"/>
                <a:gd name="T55" fmla="*/ 236 h 237"/>
                <a:gd name="T56" fmla="*/ 81 w 451"/>
                <a:gd name="T57" fmla="*/ 225 h 237"/>
                <a:gd name="T58" fmla="*/ 74 w 451"/>
                <a:gd name="T59" fmla="*/ 216 h 237"/>
                <a:gd name="T60" fmla="*/ 65 w 451"/>
                <a:gd name="T61" fmla="*/ 208 h 237"/>
                <a:gd name="T62" fmla="*/ 53 w 451"/>
                <a:gd name="T63" fmla="*/ 194 h 237"/>
                <a:gd name="T64" fmla="*/ 62 w 451"/>
                <a:gd name="T65" fmla="*/ 190 h 237"/>
                <a:gd name="T66" fmla="*/ 60 w 451"/>
                <a:gd name="T67" fmla="*/ 182 h 237"/>
                <a:gd name="T68" fmla="*/ 73 w 451"/>
                <a:gd name="T69" fmla="*/ 175 h 237"/>
                <a:gd name="T70" fmla="*/ 79 w 451"/>
                <a:gd name="T71" fmla="*/ 174 h 237"/>
                <a:gd name="T72" fmla="*/ 79 w 451"/>
                <a:gd name="T73" fmla="*/ 160 h 237"/>
                <a:gd name="T74" fmla="*/ 70 w 451"/>
                <a:gd name="T75" fmla="*/ 152 h 237"/>
                <a:gd name="T76" fmla="*/ 62 w 451"/>
                <a:gd name="T77" fmla="*/ 154 h 237"/>
                <a:gd name="T78" fmla="*/ 52 w 451"/>
                <a:gd name="T79" fmla="*/ 154 h 237"/>
                <a:gd name="T80" fmla="*/ 41 w 451"/>
                <a:gd name="T81" fmla="*/ 160 h 237"/>
                <a:gd name="T82" fmla="*/ 29 w 451"/>
                <a:gd name="T83" fmla="*/ 158 h 237"/>
                <a:gd name="T84" fmla="*/ 7 w 451"/>
                <a:gd name="T85" fmla="*/ 135 h 237"/>
                <a:gd name="T86" fmla="*/ 7 w 451"/>
                <a:gd name="T87" fmla="*/ 103 h 237"/>
                <a:gd name="T88" fmla="*/ 24 w 451"/>
                <a:gd name="T89" fmla="*/ 97 h 237"/>
                <a:gd name="T90" fmla="*/ 39 w 451"/>
                <a:gd name="T91" fmla="*/ 82 h 237"/>
                <a:gd name="T92" fmla="*/ 47 w 451"/>
                <a:gd name="T93" fmla="*/ 83 h 237"/>
                <a:gd name="T94" fmla="*/ 58 w 451"/>
                <a:gd name="T95" fmla="*/ 81 h 237"/>
                <a:gd name="T96" fmla="*/ 79 w 451"/>
                <a:gd name="T97" fmla="*/ 91 h 237"/>
                <a:gd name="T98" fmla="*/ 94 w 451"/>
                <a:gd name="T99" fmla="*/ 91 h 237"/>
                <a:gd name="T100" fmla="*/ 107 w 451"/>
                <a:gd name="T101" fmla="*/ 85 h 237"/>
                <a:gd name="T102" fmla="*/ 126 w 451"/>
                <a:gd name="T103" fmla="*/ 85 h 237"/>
                <a:gd name="T104" fmla="*/ 140 w 451"/>
                <a:gd name="T105" fmla="*/ 94 h 237"/>
                <a:gd name="T106" fmla="*/ 157 w 451"/>
                <a:gd name="T107" fmla="*/ 78 h 237"/>
                <a:gd name="T108" fmla="*/ 141 w 451"/>
                <a:gd name="T109" fmla="*/ 69 h 237"/>
                <a:gd name="T110" fmla="*/ 149 w 451"/>
                <a:gd name="T111" fmla="*/ 50 h 237"/>
                <a:gd name="T112" fmla="*/ 147 w 451"/>
                <a:gd name="T113" fmla="*/ 45 h 237"/>
                <a:gd name="T114" fmla="*/ 141 w 451"/>
                <a:gd name="T115" fmla="*/ 36 h 237"/>
                <a:gd name="T116" fmla="*/ 154 w 451"/>
                <a:gd name="T117" fmla="*/ 33 h 237"/>
                <a:gd name="T118" fmla="*/ 174 w 451"/>
                <a:gd name="T119" fmla="*/ 28 h 237"/>
                <a:gd name="T120" fmla="*/ 189 w 451"/>
                <a:gd name="T121" fmla="*/ 20 h 237"/>
                <a:gd name="T122" fmla="*/ 207 w 451"/>
                <a:gd name="T123" fmla="*/ 12 h 237"/>
                <a:gd name="T124" fmla="*/ 220 w 451"/>
                <a:gd name="T125" fmla="*/ 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1" h="237">
                  <a:moveTo>
                    <a:pt x="227" y="0"/>
                  </a:moveTo>
                  <a:lnTo>
                    <a:pt x="230" y="2"/>
                  </a:lnTo>
                  <a:lnTo>
                    <a:pt x="234" y="2"/>
                  </a:lnTo>
                  <a:lnTo>
                    <a:pt x="236" y="4"/>
                  </a:lnTo>
                  <a:lnTo>
                    <a:pt x="239" y="4"/>
                  </a:lnTo>
                  <a:lnTo>
                    <a:pt x="241" y="3"/>
                  </a:lnTo>
                  <a:lnTo>
                    <a:pt x="244" y="3"/>
                  </a:lnTo>
                  <a:lnTo>
                    <a:pt x="244" y="6"/>
                  </a:lnTo>
                  <a:lnTo>
                    <a:pt x="245" y="7"/>
                  </a:lnTo>
                  <a:lnTo>
                    <a:pt x="247" y="8"/>
                  </a:lnTo>
                  <a:lnTo>
                    <a:pt x="248" y="11"/>
                  </a:lnTo>
                  <a:lnTo>
                    <a:pt x="249" y="12"/>
                  </a:lnTo>
                  <a:lnTo>
                    <a:pt x="249" y="14"/>
                  </a:lnTo>
                  <a:lnTo>
                    <a:pt x="249" y="15"/>
                  </a:lnTo>
                  <a:lnTo>
                    <a:pt x="249" y="18"/>
                  </a:lnTo>
                  <a:lnTo>
                    <a:pt x="249" y="19"/>
                  </a:lnTo>
                  <a:lnTo>
                    <a:pt x="248" y="19"/>
                  </a:lnTo>
                  <a:lnTo>
                    <a:pt x="249" y="22"/>
                  </a:lnTo>
                  <a:lnTo>
                    <a:pt x="251" y="22"/>
                  </a:lnTo>
                  <a:lnTo>
                    <a:pt x="253" y="20"/>
                  </a:lnTo>
                  <a:lnTo>
                    <a:pt x="255" y="22"/>
                  </a:lnTo>
                  <a:lnTo>
                    <a:pt x="256" y="22"/>
                  </a:lnTo>
                  <a:lnTo>
                    <a:pt x="256" y="19"/>
                  </a:lnTo>
                  <a:lnTo>
                    <a:pt x="259" y="19"/>
                  </a:lnTo>
                  <a:lnTo>
                    <a:pt x="259" y="22"/>
                  </a:lnTo>
                  <a:lnTo>
                    <a:pt x="260" y="22"/>
                  </a:lnTo>
                  <a:lnTo>
                    <a:pt x="260" y="19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4" y="19"/>
                  </a:lnTo>
                  <a:lnTo>
                    <a:pt x="265" y="23"/>
                  </a:lnTo>
                  <a:lnTo>
                    <a:pt x="266" y="25"/>
                  </a:lnTo>
                  <a:lnTo>
                    <a:pt x="268" y="25"/>
                  </a:lnTo>
                  <a:lnTo>
                    <a:pt x="269" y="24"/>
                  </a:lnTo>
                  <a:lnTo>
                    <a:pt x="268" y="23"/>
                  </a:lnTo>
                  <a:lnTo>
                    <a:pt x="268" y="22"/>
                  </a:lnTo>
                  <a:lnTo>
                    <a:pt x="270" y="22"/>
                  </a:lnTo>
                  <a:lnTo>
                    <a:pt x="274" y="24"/>
                  </a:lnTo>
                  <a:lnTo>
                    <a:pt x="276" y="24"/>
                  </a:lnTo>
                  <a:lnTo>
                    <a:pt x="278" y="23"/>
                  </a:lnTo>
                  <a:lnTo>
                    <a:pt x="280" y="23"/>
                  </a:lnTo>
                  <a:lnTo>
                    <a:pt x="278" y="25"/>
                  </a:lnTo>
                  <a:lnTo>
                    <a:pt x="277" y="27"/>
                  </a:lnTo>
                  <a:lnTo>
                    <a:pt x="277" y="29"/>
                  </a:lnTo>
                  <a:lnTo>
                    <a:pt x="278" y="32"/>
                  </a:lnTo>
                  <a:lnTo>
                    <a:pt x="280" y="32"/>
                  </a:lnTo>
                  <a:lnTo>
                    <a:pt x="281" y="29"/>
                  </a:lnTo>
                  <a:lnTo>
                    <a:pt x="284" y="29"/>
                  </a:lnTo>
                  <a:lnTo>
                    <a:pt x="289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28"/>
                  </a:lnTo>
                  <a:lnTo>
                    <a:pt x="293" y="27"/>
                  </a:lnTo>
                  <a:lnTo>
                    <a:pt x="297" y="27"/>
                  </a:lnTo>
                  <a:lnTo>
                    <a:pt x="299" y="24"/>
                  </a:lnTo>
                  <a:lnTo>
                    <a:pt x="299" y="23"/>
                  </a:lnTo>
                  <a:lnTo>
                    <a:pt x="302" y="22"/>
                  </a:lnTo>
                  <a:lnTo>
                    <a:pt x="302" y="19"/>
                  </a:lnTo>
                  <a:lnTo>
                    <a:pt x="305" y="16"/>
                  </a:lnTo>
                  <a:lnTo>
                    <a:pt x="306" y="16"/>
                  </a:lnTo>
                  <a:lnTo>
                    <a:pt x="309" y="14"/>
                  </a:lnTo>
                  <a:lnTo>
                    <a:pt x="311" y="14"/>
                  </a:lnTo>
                  <a:lnTo>
                    <a:pt x="314" y="12"/>
                  </a:lnTo>
                  <a:lnTo>
                    <a:pt x="315" y="14"/>
                  </a:lnTo>
                  <a:lnTo>
                    <a:pt x="315" y="15"/>
                  </a:lnTo>
                  <a:lnTo>
                    <a:pt x="313" y="18"/>
                  </a:lnTo>
                  <a:lnTo>
                    <a:pt x="311" y="18"/>
                  </a:lnTo>
                  <a:lnTo>
                    <a:pt x="313" y="20"/>
                  </a:lnTo>
                  <a:lnTo>
                    <a:pt x="334" y="36"/>
                  </a:lnTo>
                  <a:lnTo>
                    <a:pt x="363" y="73"/>
                  </a:lnTo>
                  <a:lnTo>
                    <a:pt x="365" y="72"/>
                  </a:lnTo>
                  <a:lnTo>
                    <a:pt x="368" y="70"/>
                  </a:lnTo>
                  <a:lnTo>
                    <a:pt x="368" y="69"/>
                  </a:lnTo>
                  <a:lnTo>
                    <a:pt x="368" y="69"/>
                  </a:lnTo>
                  <a:lnTo>
                    <a:pt x="366" y="66"/>
                  </a:lnTo>
                  <a:lnTo>
                    <a:pt x="369" y="65"/>
                  </a:lnTo>
                  <a:lnTo>
                    <a:pt x="372" y="66"/>
                  </a:lnTo>
                  <a:lnTo>
                    <a:pt x="372" y="69"/>
                  </a:lnTo>
                  <a:lnTo>
                    <a:pt x="372" y="70"/>
                  </a:lnTo>
                  <a:lnTo>
                    <a:pt x="374" y="70"/>
                  </a:lnTo>
                  <a:lnTo>
                    <a:pt x="377" y="73"/>
                  </a:lnTo>
                  <a:lnTo>
                    <a:pt x="378" y="73"/>
                  </a:lnTo>
                  <a:lnTo>
                    <a:pt x="381" y="72"/>
                  </a:lnTo>
                  <a:lnTo>
                    <a:pt x="382" y="72"/>
                  </a:lnTo>
                  <a:lnTo>
                    <a:pt x="385" y="73"/>
                  </a:lnTo>
                  <a:lnTo>
                    <a:pt x="388" y="72"/>
                  </a:lnTo>
                  <a:lnTo>
                    <a:pt x="390" y="72"/>
                  </a:lnTo>
                  <a:lnTo>
                    <a:pt x="392" y="72"/>
                  </a:lnTo>
                  <a:lnTo>
                    <a:pt x="393" y="70"/>
                  </a:lnTo>
                  <a:lnTo>
                    <a:pt x="392" y="69"/>
                  </a:lnTo>
                  <a:lnTo>
                    <a:pt x="393" y="68"/>
                  </a:lnTo>
                  <a:lnTo>
                    <a:pt x="397" y="68"/>
                  </a:lnTo>
                  <a:lnTo>
                    <a:pt x="401" y="68"/>
                  </a:lnTo>
                  <a:lnTo>
                    <a:pt x="405" y="68"/>
                  </a:lnTo>
                  <a:lnTo>
                    <a:pt x="407" y="70"/>
                  </a:lnTo>
                  <a:lnTo>
                    <a:pt x="410" y="74"/>
                  </a:lnTo>
                  <a:lnTo>
                    <a:pt x="411" y="77"/>
                  </a:lnTo>
                  <a:lnTo>
                    <a:pt x="413" y="77"/>
                  </a:lnTo>
                  <a:lnTo>
                    <a:pt x="414" y="78"/>
                  </a:lnTo>
                  <a:lnTo>
                    <a:pt x="418" y="79"/>
                  </a:lnTo>
                  <a:lnTo>
                    <a:pt x="418" y="79"/>
                  </a:lnTo>
                  <a:lnTo>
                    <a:pt x="420" y="81"/>
                  </a:lnTo>
                  <a:lnTo>
                    <a:pt x="420" y="82"/>
                  </a:lnTo>
                  <a:lnTo>
                    <a:pt x="419" y="82"/>
                  </a:lnTo>
                  <a:lnTo>
                    <a:pt x="419" y="85"/>
                  </a:lnTo>
                  <a:lnTo>
                    <a:pt x="420" y="86"/>
                  </a:lnTo>
                  <a:lnTo>
                    <a:pt x="422" y="87"/>
                  </a:lnTo>
                  <a:lnTo>
                    <a:pt x="422" y="87"/>
                  </a:lnTo>
                  <a:lnTo>
                    <a:pt x="423" y="87"/>
                  </a:lnTo>
                  <a:lnTo>
                    <a:pt x="426" y="89"/>
                  </a:lnTo>
                  <a:lnTo>
                    <a:pt x="427" y="90"/>
                  </a:lnTo>
                  <a:lnTo>
                    <a:pt x="428" y="89"/>
                  </a:lnTo>
                  <a:lnTo>
                    <a:pt x="430" y="87"/>
                  </a:lnTo>
                  <a:lnTo>
                    <a:pt x="435" y="87"/>
                  </a:lnTo>
                  <a:lnTo>
                    <a:pt x="438" y="86"/>
                  </a:lnTo>
                  <a:lnTo>
                    <a:pt x="439" y="85"/>
                  </a:lnTo>
                  <a:lnTo>
                    <a:pt x="442" y="83"/>
                  </a:lnTo>
                  <a:lnTo>
                    <a:pt x="443" y="83"/>
                  </a:lnTo>
                  <a:lnTo>
                    <a:pt x="442" y="86"/>
                  </a:lnTo>
                  <a:lnTo>
                    <a:pt x="443" y="89"/>
                  </a:lnTo>
                  <a:lnTo>
                    <a:pt x="444" y="89"/>
                  </a:lnTo>
                  <a:lnTo>
                    <a:pt x="447" y="91"/>
                  </a:lnTo>
                  <a:lnTo>
                    <a:pt x="449" y="93"/>
                  </a:lnTo>
                  <a:lnTo>
                    <a:pt x="451" y="94"/>
                  </a:lnTo>
                  <a:lnTo>
                    <a:pt x="448" y="95"/>
                  </a:lnTo>
                  <a:lnTo>
                    <a:pt x="447" y="97"/>
                  </a:lnTo>
                  <a:lnTo>
                    <a:pt x="444" y="100"/>
                  </a:lnTo>
                  <a:lnTo>
                    <a:pt x="444" y="102"/>
                  </a:lnTo>
                  <a:lnTo>
                    <a:pt x="444" y="103"/>
                  </a:lnTo>
                  <a:lnTo>
                    <a:pt x="443" y="106"/>
                  </a:lnTo>
                  <a:lnTo>
                    <a:pt x="439" y="107"/>
                  </a:lnTo>
                  <a:lnTo>
                    <a:pt x="438" y="108"/>
                  </a:lnTo>
                  <a:lnTo>
                    <a:pt x="436" y="111"/>
                  </a:lnTo>
                  <a:lnTo>
                    <a:pt x="438" y="116"/>
                  </a:lnTo>
                  <a:lnTo>
                    <a:pt x="439" y="122"/>
                  </a:lnTo>
                  <a:lnTo>
                    <a:pt x="442" y="124"/>
                  </a:lnTo>
                  <a:lnTo>
                    <a:pt x="442" y="125"/>
                  </a:lnTo>
                  <a:lnTo>
                    <a:pt x="438" y="129"/>
                  </a:lnTo>
                  <a:lnTo>
                    <a:pt x="436" y="129"/>
                  </a:lnTo>
                  <a:lnTo>
                    <a:pt x="434" y="132"/>
                  </a:lnTo>
                  <a:lnTo>
                    <a:pt x="432" y="133"/>
                  </a:lnTo>
                  <a:lnTo>
                    <a:pt x="431" y="132"/>
                  </a:lnTo>
                  <a:lnTo>
                    <a:pt x="430" y="131"/>
                  </a:lnTo>
                  <a:lnTo>
                    <a:pt x="428" y="131"/>
                  </a:lnTo>
                  <a:lnTo>
                    <a:pt x="423" y="132"/>
                  </a:lnTo>
                  <a:lnTo>
                    <a:pt x="420" y="132"/>
                  </a:lnTo>
                  <a:lnTo>
                    <a:pt x="415" y="131"/>
                  </a:lnTo>
                  <a:lnTo>
                    <a:pt x="413" y="129"/>
                  </a:lnTo>
                  <a:lnTo>
                    <a:pt x="411" y="131"/>
                  </a:lnTo>
                  <a:lnTo>
                    <a:pt x="411" y="136"/>
                  </a:lnTo>
                  <a:lnTo>
                    <a:pt x="410" y="139"/>
                  </a:lnTo>
                  <a:lnTo>
                    <a:pt x="410" y="141"/>
                  </a:lnTo>
                  <a:lnTo>
                    <a:pt x="409" y="148"/>
                  </a:lnTo>
                  <a:lnTo>
                    <a:pt x="409" y="153"/>
                  </a:lnTo>
                  <a:lnTo>
                    <a:pt x="407" y="156"/>
                  </a:lnTo>
                  <a:lnTo>
                    <a:pt x="409" y="157"/>
                  </a:lnTo>
                  <a:lnTo>
                    <a:pt x="411" y="157"/>
                  </a:lnTo>
                  <a:lnTo>
                    <a:pt x="411" y="160"/>
                  </a:lnTo>
                  <a:lnTo>
                    <a:pt x="410" y="162"/>
                  </a:lnTo>
                  <a:lnTo>
                    <a:pt x="409" y="162"/>
                  </a:lnTo>
                  <a:lnTo>
                    <a:pt x="407" y="162"/>
                  </a:lnTo>
                  <a:lnTo>
                    <a:pt x="406" y="162"/>
                  </a:lnTo>
                  <a:lnTo>
                    <a:pt x="405" y="161"/>
                  </a:lnTo>
                  <a:lnTo>
                    <a:pt x="403" y="162"/>
                  </a:lnTo>
                  <a:lnTo>
                    <a:pt x="399" y="162"/>
                  </a:lnTo>
                  <a:lnTo>
                    <a:pt x="394" y="164"/>
                  </a:lnTo>
                  <a:lnTo>
                    <a:pt x="392" y="165"/>
                  </a:lnTo>
                  <a:lnTo>
                    <a:pt x="389" y="165"/>
                  </a:lnTo>
                  <a:lnTo>
                    <a:pt x="388" y="165"/>
                  </a:lnTo>
                  <a:lnTo>
                    <a:pt x="386" y="165"/>
                  </a:lnTo>
                  <a:lnTo>
                    <a:pt x="384" y="168"/>
                  </a:lnTo>
                  <a:lnTo>
                    <a:pt x="384" y="169"/>
                  </a:lnTo>
                  <a:lnTo>
                    <a:pt x="386" y="170"/>
                  </a:lnTo>
                  <a:lnTo>
                    <a:pt x="389" y="170"/>
                  </a:lnTo>
                  <a:lnTo>
                    <a:pt x="392" y="170"/>
                  </a:lnTo>
                  <a:lnTo>
                    <a:pt x="392" y="172"/>
                  </a:lnTo>
                  <a:lnTo>
                    <a:pt x="390" y="174"/>
                  </a:lnTo>
                  <a:lnTo>
                    <a:pt x="392" y="177"/>
                  </a:lnTo>
                  <a:lnTo>
                    <a:pt x="392" y="179"/>
                  </a:lnTo>
                  <a:lnTo>
                    <a:pt x="393" y="181"/>
                  </a:lnTo>
                  <a:lnTo>
                    <a:pt x="393" y="183"/>
                  </a:lnTo>
                  <a:lnTo>
                    <a:pt x="395" y="186"/>
                  </a:lnTo>
                  <a:lnTo>
                    <a:pt x="395" y="189"/>
                  </a:lnTo>
                  <a:lnTo>
                    <a:pt x="398" y="190"/>
                  </a:lnTo>
                  <a:lnTo>
                    <a:pt x="399" y="195"/>
                  </a:lnTo>
                  <a:lnTo>
                    <a:pt x="398" y="197"/>
                  </a:lnTo>
                  <a:lnTo>
                    <a:pt x="397" y="199"/>
                  </a:lnTo>
                  <a:lnTo>
                    <a:pt x="399" y="200"/>
                  </a:lnTo>
                  <a:lnTo>
                    <a:pt x="398" y="202"/>
                  </a:lnTo>
                  <a:lnTo>
                    <a:pt x="398" y="203"/>
                  </a:lnTo>
                  <a:lnTo>
                    <a:pt x="395" y="204"/>
                  </a:lnTo>
                  <a:lnTo>
                    <a:pt x="395" y="207"/>
                  </a:lnTo>
                  <a:lnTo>
                    <a:pt x="393" y="208"/>
                  </a:lnTo>
                  <a:lnTo>
                    <a:pt x="388" y="207"/>
                  </a:lnTo>
                  <a:lnTo>
                    <a:pt x="382" y="202"/>
                  </a:lnTo>
                  <a:lnTo>
                    <a:pt x="381" y="202"/>
                  </a:lnTo>
                  <a:lnTo>
                    <a:pt x="376" y="200"/>
                  </a:lnTo>
                  <a:lnTo>
                    <a:pt x="369" y="199"/>
                  </a:lnTo>
                  <a:lnTo>
                    <a:pt x="365" y="200"/>
                  </a:lnTo>
                  <a:lnTo>
                    <a:pt x="359" y="199"/>
                  </a:lnTo>
                  <a:lnTo>
                    <a:pt x="353" y="200"/>
                  </a:lnTo>
                  <a:lnTo>
                    <a:pt x="351" y="200"/>
                  </a:lnTo>
                  <a:lnTo>
                    <a:pt x="348" y="200"/>
                  </a:lnTo>
                  <a:lnTo>
                    <a:pt x="345" y="202"/>
                  </a:lnTo>
                  <a:lnTo>
                    <a:pt x="343" y="203"/>
                  </a:lnTo>
                  <a:lnTo>
                    <a:pt x="336" y="202"/>
                  </a:lnTo>
                  <a:lnTo>
                    <a:pt x="332" y="200"/>
                  </a:lnTo>
                  <a:lnTo>
                    <a:pt x="330" y="199"/>
                  </a:lnTo>
                  <a:lnTo>
                    <a:pt x="326" y="199"/>
                  </a:lnTo>
                  <a:lnTo>
                    <a:pt x="324" y="200"/>
                  </a:lnTo>
                  <a:lnTo>
                    <a:pt x="322" y="200"/>
                  </a:lnTo>
                  <a:lnTo>
                    <a:pt x="319" y="199"/>
                  </a:lnTo>
                  <a:lnTo>
                    <a:pt x="318" y="200"/>
                  </a:lnTo>
                  <a:lnTo>
                    <a:pt x="318" y="203"/>
                  </a:lnTo>
                  <a:lnTo>
                    <a:pt x="319" y="206"/>
                  </a:lnTo>
                  <a:lnTo>
                    <a:pt x="319" y="208"/>
                  </a:lnTo>
                  <a:lnTo>
                    <a:pt x="315" y="210"/>
                  </a:lnTo>
                  <a:lnTo>
                    <a:pt x="309" y="210"/>
                  </a:lnTo>
                  <a:lnTo>
                    <a:pt x="299" y="208"/>
                  </a:lnTo>
                  <a:lnTo>
                    <a:pt x="297" y="207"/>
                  </a:lnTo>
                  <a:lnTo>
                    <a:pt x="293" y="207"/>
                  </a:lnTo>
                  <a:lnTo>
                    <a:pt x="291" y="210"/>
                  </a:lnTo>
                  <a:lnTo>
                    <a:pt x="291" y="211"/>
                  </a:lnTo>
                  <a:lnTo>
                    <a:pt x="289" y="212"/>
                  </a:lnTo>
                  <a:lnTo>
                    <a:pt x="289" y="214"/>
                  </a:lnTo>
                  <a:lnTo>
                    <a:pt x="289" y="214"/>
                  </a:lnTo>
                  <a:lnTo>
                    <a:pt x="286" y="216"/>
                  </a:lnTo>
                  <a:lnTo>
                    <a:pt x="284" y="218"/>
                  </a:lnTo>
                  <a:lnTo>
                    <a:pt x="280" y="223"/>
                  </a:lnTo>
                  <a:lnTo>
                    <a:pt x="278" y="225"/>
                  </a:lnTo>
                  <a:lnTo>
                    <a:pt x="276" y="228"/>
                  </a:lnTo>
                  <a:lnTo>
                    <a:pt x="274" y="232"/>
                  </a:lnTo>
                  <a:lnTo>
                    <a:pt x="269" y="236"/>
                  </a:lnTo>
                  <a:lnTo>
                    <a:pt x="268" y="236"/>
                  </a:lnTo>
                  <a:lnTo>
                    <a:pt x="262" y="233"/>
                  </a:lnTo>
                  <a:lnTo>
                    <a:pt x="259" y="232"/>
                  </a:lnTo>
                  <a:lnTo>
                    <a:pt x="255" y="233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3" y="222"/>
                  </a:lnTo>
                  <a:lnTo>
                    <a:pt x="234" y="222"/>
                  </a:lnTo>
                  <a:lnTo>
                    <a:pt x="234" y="204"/>
                  </a:lnTo>
                  <a:lnTo>
                    <a:pt x="230" y="206"/>
                  </a:lnTo>
                  <a:lnTo>
                    <a:pt x="227" y="198"/>
                  </a:lnTo>
                  <a:lnTo>
                    <a:pt x="220" y="194"/>
                  </a:lnTo>
                  <a:lnTo>
                    <a:pt x="201" y="194"/>
                  </a:lnTo>
                  <a:lnTo>
                    <a:pt x="183" y="195"/>
                  </a:lnTo>
                  <a:lnTo>
                    <a:pt x="173" y="190"/>
                  </a:lnTo>
                  <a:lnTo>
                    <a:pt x="166" y="187"/>
                  </a:lnTo>
                  <a:lnTo>
                    <a:pt x="147" y="174"/>
                  </a:lnTo>
                  <a:lnTo>
                    <a:pt x="116" y="179"/>
                  </a:lnTo>
                  <a:lnTo>
                    <a:pt x="126" y="236"/>
                  </a:lnTo>
                  <a:lnTo>
                    <a:pt x="124" y="236"/>
                  </a:lnTo>
                  <a:lnTo>
                    <a:pt x="119" y="237"/>
                  </a:lnTo>
                  <a:lnTo>
                    <a:pt x="111" y="228"/>
                  </a:lnTo>
                  <a:lnTo>
                    <a:pt x="103" y="224"/>
                  </a:lnTo>
                  <a:lnTo>
                    <a:pt x="95" y="223"/>
                  </a:lnTo>
                  <a:lnTo>
                    <a:pt x="90" y="224"/>
                  </a:lnTo>
                  <a:lnTo>
                    <a:pt x="82" y="231"/>
                  </a:lnTo>
                  <a:lnTo>
                    <a:pt x="82" y="228"/>
                  </a:lnTo>
                  <a:lnTo>
                    <a:pt x="81" y="225"/>
                  </a:lnTo>
                  <a:lnTo>
                    <a:pt x="82" y="222"/>
                  </a:lnTo>
                  <a:lnTo>
                    <a:pt x="83" y="219"/>
                  </a:lnTo>
                  <a:lnTo>
                    <a:pt x="83" y="218"/>
                  </a:lnTo>
                  <a:lnTo>
                    <a:pt x="83" y="216"/>
                  </a:lnTo>
                  <a:lnTo>
                    <a:pt x="82" y="216"/>
                  </a:lnTo>
                  <a:lnTo>
                    <a:pt x="79" y="216"/>
                  </a:lnTo>
                  <a:lnTo>
                    <a:pt x="78" y="215"/>
                  </a:lnTo>
                  <a:lnTo>
                    <a:pt x="75" y="215"/>
                  </a:lnTo>
                  <a:lnTo>
                    <a:pt x="74" y="216"/>
                  </a:lnTo>
                  <a:lnTo>
                    <a:pt x="73" y="215"/>
                  </a:lnTo>
                  <a:lnTo>
                    <a:pt x="72" y="214"/>
                  </a:lnTo>
                  <a:lnTo>
                    <a:pt x="72" y="212"/>
                  </a:lnTo>
                  <a:lnTo>
                    <a:pt x="70" y="211"/>
                  </a:lnTo>
                  <a:lnTo>
                    <a:pt x="69" y="210"/>
                  </a:lnTo>
                  <a:lnTo>
                    <a:pt x="69" y="210"/>
                  </a:lnTo>
                  <a:lnTo>
                    <a:pt x="66" y="211"/>
                  </a:lnTo>
                  <a:lnTo>
                    <a:pt x="65" y="211"/>
                  </a:lnTo>
                  <a:lnTo>
                    <a:pt x="65" y="208"/>
                  </a:lnTo>
                  <a:lnTo>
                    <a:pt x="65" y="206"/>
                  </a:lnTo>
                  <a:lnTo>
                    <a:pt x="62" y="202"/>
                  </a:lnTo>
                  <a:lnTo>
                    <a:pt x="61" y="200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58" y="197"/>
                  </a:lnTo>
                  <a:lnTo>
                    <a:pt x="57" y="195"/>
                  </a:lnTo>
                  <a:lnTo>
                    <a:pt x="56" y="194"/>
                  </a:lnTo>
                  <a:lnTo>
                    <a:pt x="53" y="194"/>
                  </a:lnTo>
                  <a:lnTo>
                    <a:pt x="52" y="193"/>
                  </a:lnTo>
                  <a:lnTo>
                    <a:pt x="52" y="191"/>
                  </a:lnTo>
                  <a:lnTo>
                    <a:pt x="53" y="190"/>
                  </a:lnTo>
                  <a:lnTo>
                    <a:pt x="54" y="190"/>
                  </a:lnTo>
                  <a:lnTo>
                    <a:pt x="57" y="190"/>
                  </a:lnTo>
                  <a:lnTo>
                    <a:pt x="58" y="190"/>
                  </a:lnTo>
                  <a:lnTo>
                    <a:pt x="60" y="190"/>
                  </a:lnTo>
                  <a:lnTo>
                    <a:pt x="61" y="191"/>
                  </a:lnTo>
                  <a:lnTo>
                    <a:pt x="62" y="190"/>
                  </a:lnTo>
                  <a:lnTo>
                    <a:pt x="64" y="189"/>
                  </a:lnTo>
                  <a:lnTo>
                    <a:pt x="65" y="190"/>
                  </a:lnTo>
                  <a:lnTo>
                    <a:pt x="66" y="190"/>
                  </a:lnTo>
                  <a:lnTo>
                    <a:pt x="65" y="189"/>
                  </a:lnTo>
                  <a:lnTo>
                    <a:pt x="64" y="189"/>
                  </a:lnTo>
                  <a:lnTo>
                    <a:pt x="62" y="189"/>
                  </a:lnTo>
                  <a:lnTo>
                    <a:pt x="62" y="186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1" y="182"/>
                  </a:lnTo>
                  <a:lnTo>
                    <a:pt x="61" y="179"/>
                  </a:lnTo>
                  <a:lnTo>
                    <a:pt x="61" y="178"/>
                  </a:lnTo>
                  <a:lnTo>
                    <a:pt x="62" y="177"/>
                  </a:lnTo>
                  <a:lnTo>
                    <a:pt x="65" y="177"/>
                  </a:lnTo>
                  <a:lnTo>
                    <a:pt x="66" y="175"/>
                  </a:lnTo>
                  <a:lnTo>
                    <a:pt x="69" y="177"/>
                  </a:lnTo>
                  <a:lnTo>
                    <a:pt x="70" y="175"/>
                  </a:lnTo>
                  <a:lnTo>
                    <a:pt x="73" y="175"/>
                  </a:lnTo>
                  <a:lnTo>
                    <a:pt x="74" y="177"/>
                  </a:lnTo>
                  <a:lnTo>
                    <a:pt x="74" y="175"/>
                  </a:lnTo>
                  <a:lnTo>
                    <a:pt x="77" y="175"/>
                  </a:lnTo>
                  <a:lnTo>
                    <a:pt x="78" y="178"/>
                  </a:lnTo>
                  <a:lnTo>
                    <a:pt x="81" y="178"/>
                  </a:lnTo>
                  <a:lnTo>
                    <a:pt x="82" y="177"/>
                  </a:lnTo>
                  <a:lnTo>
                    <a:pt x="83" y="175"/>
                  </a:lnTo>
                  <a:lnTo>
                    <a:pt x="81" y="175"/>
                  </a:lnTo>
                  <a:lnTo>
                    <a:pt x="79" y="174"/>
                  </a:lnTo>
                  <a:lnTo>
                    <a:pt x="78" y="172"/>
                  </a:lnTo>
                  <a:lnTo>
                    <a:pt x="78" y="169"/>
                  </a:lnTo>
                  <a:lnTo>
                    <a:pt x="79" y="168"/>
                  </a:lnTo>
                  <a:lnTo>
                    <a:pt x="81" y="168"/>
                  </a:lnTo>
                  <a:lnTo>
                    <a:pt x="79" y="166"/>
                  </a:lnTo>
                  <a:lnTo>
                    <a:pt x="79" y="165"/>
                  </a:lnTo>
                  <a:lnTo>
                    <a:pt x="78" y="164"/>
                  </a:lnTo>
                  <a:lnTo>
                    <a:pt x="79" y="162"/>
                  </a:lnTo>
                  <a:lnTo>
                    <a:pt x="79" y="160"/>
                  </a:lnTo>
                  <a:lnTo>
                    <a:pt x="78" y="158"/>
                  </a:lnTo>
                  <a:lnTo>
                    <a:pt x="78" y="157"/>
                  </a:lnTo>
                  <a:lnTo>
                    <a:pt x="78" y="156"/>
                  </a:lnTo>
                  <a:lnTo>
                    <a:pt x="78" y="154"/>
                  </a:lnTo>
                  <a:lnTo>
                    <a:pt x="77" y="154"/>
                  </a:lnTo>
                  <a:lnTo>
                    <a:pt x="75" y="153"/>
                  </a:lnTo>
                  <a:lnTo>
                    <a:pt x="75" y="152"/>
                  </a:lnTo>
                  <a:lnTo>
                    <a:pt x="72" y="152"/>
                  </a:lnTo>
                  <a:lnTo>
                    <a:pt x="70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8" y="153"/>
                  </a:lnTo>
                  <a:lnTo>
                    <a:pt x="68" y="154"/>
                  </a:lnTo>
                  <a:lnTo>
                    <a:pt x="66" y="154"/>
                  </a:lnTo>
                  <a:lnTo>
                    <a:pt x="64" y="154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4"/>
                  </a:lnTo>
                  <a:lnTo>
                    <a:pt x="61" y="153"/>
                  </a:lnTo>
                  <a:lnTo>
                    <a:pt x="61" y="150"/>
                  </a:lnTo>
                  <a:lnTo>
                    <a:pt x="60" y="150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7" y="150"/>
                  </a:lnTo>
                  <a:lnTo>
                    <a:pt x="53" y="150"/>
                  </a:lnTo>
                  <a:lnTo>
                    <a:pt x="52" y="152"/>
                  </a:lnTo>
                  <a:lnTo>
                    <a:pt x="52" y="154"/>
                  </a:lnTo>
                  <a:lnTo>
                    <a:pt x="50" y="154"/>
                  </a:lnTo>
                  <a:lnTo>
                    <a:pt x="50" y="153"/>
                  </a:lnTo>
                  <a:lnTo>
                    <a:pt x="49" y="153"/>
                  </a:lnTo>
                  <a:lnTo>
                    <a:pt x="48" y="156"/>
                  </a:lnTo>
                  <a:lnTo>
                    <a:pt x="47" y="156"/>
                  </a:lnTo>
                  <a:lnTo>
                    <a:pt x="45" y="157"/>
                  </a:lnTo>
                  <a:lnTo>
                    <a:pt x="44" y="158"/>
                  </a:lnTo>
                  <a:lnTo>
                    <a:pt x="43" y="158"/>
                  </a:lnTo>
                  <a:lnTo>
                    <a:pt x="41" y="160"/>
                  </a:lnTo>
                  <a:lnTo>
                    <a:pt x="41" y="161"/>
                  </a:lnTo>
                  <a:lnTo>
                    <a:pt x="40" y="160"/>
                  </a:lnTo>
                  <a:lnTo>
                    <a:pt x="39" y="160"/>
                  </a:lnTo>
                  <a:lnTo>
                    <a:pt x="39" y="161"/>
                  </a:lnTo>
                  <a:lnTo>
                    <a:pt x="36" y="161"/>
                  </a:lnTo>
                  <a:lnTo>
                    <a:pt x="36" y="160"/>
                  </a:lnTo>
                  <a:lnTo>
                    <a:pt x="35" y="160"/>
                  </a:lnTo>
                  <a:lnTo>
                    <a:pt x="32" y="157"/>
                  </a:lnTo>
                  <a:lnTo>
                    <a:pt x="29" y="158"/>
                  </a:lnTo>
                  <a:lnTo>
                    <a:pt x="24" y="156"/>
                  </a:lnTo>
                  <a:lnTo>
                    <a:pt x="25" y="154"/>
                  </a:lnTo>
                  <a:lnTo>
                    <a:pt x="29" y="154"/>
                  </a:lnTo>
                  <a:lnTo>
                    <a:pt x="24" y="145"/>
                  </a:lnTo>
                  <a:lnTo>
                    <a:pt x="19" y="141"/>
                  </a:lnTo>
                  <a:lnTo>
                    <a:pt x="12" y="139"/>
                  </a:lnTo>
                  <a:lnTo>
                    <a:pt x="11" y="140"/>
                  </a:lnTo>
                  <a:lnTo>
                    <a:pt x="7" y="137"/>
                  </a:lnTo>
                  <a:lnTo>
                    <a:pt x="7" y="135"/>
                  </a:lnTo>
                  <a:lnTo>
                    <a:pt x="6" y="132"/>
                  </a:lnTo>
                  <a:lnTo>
                    <a:pt x="0" y="131"/>
                  </a:lnTo>
                  <a:lnTo>
                    <a:pt x="3" y="125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2" y="111"/>
                  </a:lnTo>
                  <a:lnTo>
                    <a:pt x="3" y="110"/>
                  </a:lnTo>
                  <a:lnTo>
                    <a:pt x="7" y="106"/>
                  </a:lnTo>
                  <a:lnTo>
                    <a:pt x="7" y="103"/>
                  </a:lnTo>
                  <a:lnTo>
                    <a:pt x="8" y="100"/>
                  </a:lnTo>
                  <a:lnTo>
                    <a:pt x="15" y="107"/>
                  </a:lnTo>
                  <a:lnTo>
                    <a:pt x="15" y="108"/>
                  </a:lnTo>
                  <a:lnTo>
                    <a:pt x="19" y="111"/>
                  </a:lnTo>
                  <a:lnTo>
                    <a:pt x="23" y="111"/>
                  </a:lnTo>
                  <a:lnTo>
                    <a:pt x="23" y="107"/>
                  </a:lnTo>
                  <a:lnTo>
                    <a:pt x="24" y="106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8" y="97"/>
                  </a:lnTo>
                  <a:lnTo>
                    <a:pt x="28" y="93"/>
                  </a:lnTo>
                  <a:lnTo>
                    <a:pt x="27" y="91"/>
                  </a:lnTo>
                  <a:lnTo>
                    <a:pt x="28" y="89"/>
                  </a:lnTo>
                  <a:lnTo>
                    <a:pt x="31" y="86"/>
                  </a:lnTo>
                  <a:lnTo>
                    <a:pt x="32" y="86"/>
                  </a:lnTo>
                  <a:lnTo>
                    <a:pt x="33" y="83"/>
                  </a:lnTo>
                  <a:lnTo>
                    <a:pt x="36" y="82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7" y="78"/>
                  </a:lnTo>
                  <a:lnTo>
                    <a:pt x="39" y="77"/>
                  </a:lnTo>
                  <a:lnTo>
                    <a:pt x="41" y="78"/>
                  </a:lnTo>
                  <a:lnTo>
                    <a:pt x="45" y="79"/>
                  </a:lnTo>
                  <a:lnTo>
                    <a:pt x="44" y="81"/>
                  </a:lnTo>
                  <a:lnTo>
                    <a:pt x="43" y="83"/>
                  </a:lnTo>
                  <a:lnTo>
                    <a:pt x="44" y="85"/>
                  </a:lnTo>
                  <a:lnTo>
                    <a:pt x="47" y="83"/>
                  </a:lnTo>
                  <a:lnTo>
                    <a:pt x="47" y="81"/>
                  </a:lnTo>
                  <a:lnTo>
                    <a:pt x="48" y="81"/>
                  </a:lnTo>
                  <a:lnTo>
                    <a:pt x="48" y="82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4" y="77"/>
                  </a:lnTo>
                  <a:lnTo>
                    <a:pt x="57" y="77"/>
                  </a:lnTo>
                  <a:lnTo>
                    <a:pt x="58" y="81"/>
                  </a:lnTo>
                  <a:lnTo>
                    <a:pt x="61" y="82"/>
                  </a:lnTo>
                  <a:lnTo>
                    <a:pt x="65" y="81"/>
                  </a:lnTo>
                  <a:lnTo>
                    <a:pt x="68" y="81"/>
                  </a:lnTo>
                  <a:lnTo>
                    <a:pt x="69" y="82"/>
                  </a:lnTo>
                  <a:lnTo>
                    <a:pt x="70" y="82"/>
                  </a:lnTo>
                  <a:lnTo>
                    <a:pt x="73" y="86"/>
                  </a:lnTo>
                  <a:lnTo>
                    <a:pt x="75" y="86"/>
                  </a:lnTo>
                  <a:lnTo>
                    <a:pt x="77" y="89"/>
                  </a:lnTo>
                  <a:lnTo>
                    <a:pt x="79" y="91"/>
                  </a:lnTo>
                  <a:lnTo>
                    <a:pt x="82" y="91"/>
                  </a:lnTo>
                  <a:lnTo>
                    <a:pt x="83" y="93"/>
                  </a:lnTo>
                  <a:lnTo>
                    <a:pt x="83" y="95"/>
                  </a:lnTo>
                  <a:lnTo>
                    <a:pt x="85" y="95"/>
                  </a:lnTo>
                  <a:lnTo>
                    <a:pt x="86" y="94"/>
                  </a:lnTo>
                  <a:lnTo>
                    <a:pt x="86" y="90"/>
                  </a:lnTo>
                  <a:lnTo>
                    <a:pt x="89" y="89"/>
                  </a:lnTo>
                  <a:lnTo>
                    <a:pt x="90" y="91"/>
                  </a:lnTo>
                  <a:lnTo>
                    <a:pt x="94" y="91"/>
                  </a:lnTo>
                  <a:lnTo>
                    <a:pt x="95" y="94"/>
                  </a:lnTo>
                  <a:lnTo>
                    <a:pt x="98" y="95"/>
                  </a:lnTo>
                  <a:lnTo>
                    <a:pt x="101" y="93"/>
                  </a:lnTo>
                  <a:lnTo>
                    <a:pt x="101" y="89"/>
                  </a:lnTo>
                  <a:lnTo>
                    <a:pt x="103" y="87"/>
                  </a:lnTo>
                  <a:lnTo>
                    <a:pt x="103" y="86"/>
                  </a:lnTo>
                  <a:lnTo>
                    <a:pt x="104" y="85"/>
                  </a:lnTo>
                  <a:lnTo>
                    <a:pt x="107" y="87"/>
                  </a:lnTo>
                  <a:lnTo>
                    <a:pt x="107" y="85"/>
                  </a:lnTo>
                  <a:lnTo>
                    <a:pt x="110" y="85"/>
                  </a:lnTo>
                  <a:lnTo>
                    <a:pt x="114" y="87"/>
                  </a:lnTo>
                  <a:lnTo>
                    <a:pt x="114" y="89"/>
                  </a:lnTo>
                  <a:lnTo>
                    <a:pt x="118" y="89"/>
                  </a:lnTo>
                  <a:lnTo>
                    <a:pt x="118" y="86"/>
                  </a:lnTo>
                  <a:lnTo>
                    <a:pt x="119" y="85"/>
                  </a:lnTo>
                  <a:lnTo>
                    <a:pt x="122" y="86"/>
                  </a:lnTo>
                  <a:lnTo>
                    <a:pt x="123" y="83"/>
                  </a:lnTo>
                  <a:lnTo>
                    <a:pt x="126" y="85"/>
                  </a:lnTo>
                  <a:lnTo>
                    <a:pt x="128" y="86"/>
                  </a:lnTo>
                  <a:lnTo>
                    <a:pt x="127" y="87"/>
                  </a:lnTo>
                  <a:lnTo>
                    <a:pt x="126" y="89"/>
                  </a:lnTo>
                  <a:lnTo>
                    <a:pt x="127" y="91"/>
                  </a:lnTo>
                  <a:lnTo>
                    <a:pt x="129" y="93"/>
                  </a:lnTo>
                  <a:lnTo>
                    <a:pt x="131" y="91"/>
                  </a:lnTo>
                  <a:lnTo>
                    <a:pt x="132" y="93"/>
                  </a:lnTo>
                  <a:lnTo>
                    <a:pt x="136" y="93"/>
                  </a:lnTo>
                  <a:lnTo>
                    <a:pt x="140" y="94"/>
                  </a:lnTo>
                  <a:lnTo>
                    <a:pt x="143" y="94"/>
                  </a:lnTo>
                  <a:lnTo>
                    <a:pt x="144" y="91"/>
                  </a:lnTo>
                  <a:lnTo>
                    <a:pt x="144" y="89"/>
                  </a:lnTo>
                  <a:lnTo>
                    <a:pt x="145" y="89"/>
                  </a:lnTo>
                  <a:lnTo>
                    <a:pt x="149" y="90"/>
                  </a:lnTo>
                  <a:lnTo>
                    <a:pt x="152" y="91"/>
                  </a:lnTo>
                  <a:lnTo>
                    <a:pt x="156" y="90"/>
                  </a:lnTo>
                  <a:lnTo>
                    <a:pt x="157" y="87"/>
                  </a:lnTo>
                  <a:lnTo>
                    <a:pt x="157" y="78"/>
                  </a:lnTo>
                  <a:lnTo>
                    <a:pt x="156" y="77"/>
                  </a:lnTo>
                  <a:lnTo>
                    <a:pt x="152" y="77"/>
                  </a:lnTo>
                  <a:lnTo>
                    <a:pt x="149" y="75"/>
                  </a:lnTo>
                  <a:lnTo>
                    <a:pt x="149" y="74"/>
                  </a:lnTo>
                  <a:lnTo>
                    <a:pt x="147" y="73"/>
                  </a:lnTo>
                  <a:lnTo>
                    <a:pt x="145" y="72"/>
                  </a:lnTo>
                  <a:lnTo>
                    <a:pt x="143" y="72"/>
                  </a:lnTo>
                  <a:lnTo>
                    <a:pt x="143" y="70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44" y="68"/>
                  </a:lnTo>
                  <a:lnTo>
                    <a:pt x="144" y="65"/>
                  </a:lnTo>
                  <a:lnTo>
                    <a:pt x="147" y="62"/>
                  </a:lnTo>
                  <a:lnTo>
                    <a:pt x="145" y="60"/>
                  </a:lnTo>
                  <a:lnTo>
                    <a:pt x="144" y="60"/>
                  </a:lnTo>
                  <a:lnTo>
                    <a:pt x="144" y="57"/>
                  </a:lnTo>
                  <a:lnTo>
                    <a:pt x="147" y="53"/>
                  </a:lnTo>
                  <a:lnTo>
                    <a:pt x="149" y="50"/>
                  </a:lnTo>
                  <a:lnTo>
                    <a:pt x="153" y="50"/>
                  </a:lnTo>
                  <a:lnTo>
                    <a:pt x="156" y="52"/>
                  </a:lnTo>
                  <a:lnTo>
                    <a:pt x="157" y="50"/>
                  </a:lnTo>
                  <a:lnTo>
                    <a:pt x="157" y="48"/>
                  </a:lnTo>
                  <a:lnTo>
                    <a:pt x="154" y="48"/>
                  </a:lnTo>
                  <a:lnTo>
                    <a:pt x="153" y="45"/>
                  </a:lnTo>
                  <a:lnTo>
                    <a:pt x="151" y="45"/>
                  </a:lnTo>
                  <a:lnTo>
                    <a:pt x="149" y="47"/>
                  </a:lnTo>
                  <a:lnTo>
                    <a:pt x="147" y="45"/>
                  </a:lnTo>
                  <a:lnTo>
                    <a:pt x="144" y="45"/>
                  </a:lnTo>
                  <a:lnTo>
                    <a:pt x="144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47" y="40"/>
                  </a:lnTo>
                  <a:lnTo>
                    <a:pt x="144" y="41"/>
                  </a:lnTo>
                  <a:lnTo>
                    <a:pt x="143" y="40"/>
                  </a:lnTo>
                  <a:lnTo>
                    <a:pt x="143" y="39"/>
                  </a:lnTo>
                  <a:lnTo>
                    <a:pt x="141" y="36"/>
                  </a:lnTo>
                  <a:lnTo>
                    <a:pt x="143" y="36"/>
                  </a:lnTo>
                  <a:lnTo>
                    <a:pt x="145" y="35"/>
                  </a:lnTo>
                  <a:lnTo>
                    <a:pt x="147" y="33"/>
                  </a:lnTo>
                  <a:lnTo>
                    <a:pt x="148" y="33"/>
                  </a:lnTo>
                  <a:lnTo>
                    <a:pt x="149" y="35"/>
                  </a:lnTo>
                  <a:lnTo>
                    <a:pt x="152" y="35"/>
                  </a:lnTo>
                  <a:lnTo>
                    <a:pt x="154" y="36"/>
                  </a:lnTo>
                  <a:lnTo>
                    <a:pt x="154" y="35"/>
                  </a:lnTo>
                  <a:lnTo>
                    <a:pt x="154" y="33"/>
                  </a:lnTo>
                  <a:lnTo>
                    <a:pt x="157" y="32"/>
                  </a:lnTo>
                  <a:lnTo>
                    <a:pt x="158" y="32"/>
                  </a:lnTo>
                  <a:lnTo>
                    <a:pt x="160" y="35"/>
                  </a:lnTo>
                  <a:lnTo>
                    <a:pt x="161" y="33"/>
                  </a:lnTo>
                  <a:lnTo>
                    <a:pt x="162" y="31"/>
                  </a:lnTo>
                  <a:lnTo>
                    <a:pt x="166" y="29"/>
                  </a:lnTo>
                  <a:lnTo>
                    <a:pt x="169" y="29"/>
                  </a:lnTo>
                  <a:lnTo>
                    <a:pt x="172" y="28"/>
                  </a:lnTo>
                  <a:lnTo>
                    <a:pt x="174" y="28"/>
                  </a:lnTo>
                  <a:lnTo>
                    <a:pt x="176" y="27"/>
                  </a:lnTo>
                  <a:lnTo>
                    <a:pt x="178" y="25"/>
                  </a:lnTo>
                  <a:lnTo>
                    <a:pt x="181" y="25"/>
                  </a:lnTo>
                  <a:lnTo>
                    <a:pt x="183" y="24"/>
                  </a:lnTo>
                  <a:lnTo>
                    <a:pt x="185" y="24"/>
                  </a:lnTo>
                  <a:lnTo>
                    <a:pt x="186" y="24"/>
                  </a:lnTo>
                  <a:lnTo>
                    <a:pt x="187" y="23"/>
                  </a:lnTo>
                  <a:lnTo>
                    <a:pt x="187" y="22"/>
                  </a:lnTo>
                  <a:lnTo>
                    <a:pt x="189" y="20"/>
                  </a:lnTo>
                  <a:lnTo>
                    <a:pt x="191" y="20"/>
                  </a:lnTo>
                  <a:lnTo>
                    <a:pt x="191" y="18"/>
                  </a:lnTo>
                  <a:lnTo>
                    <a:pt x="193" y="18"/>
                  </a:lnTo>
                  <a:lnTo>
                    <a:pt x="194" y="18"/>
                  </a:lnTo>
                  <a:lnTo>
                    <a:pt x="197" y="19"/>
                  </a:lnTo>
                  <a:lnTo>
                    <a:pt x="198" y="18"/>
                  </a:lnTo>
                  <a:lnTo>
                    <a:pt x="201" y="16"/>
                  </a:lnTo>
                  <a:lnTo>
                    <a:pt x="206" y="12"/>
                  </a:lnTo>
                  <a:lnTo>
                    <a:pt x="207" y="12"/>
                  </a:lnTo>
                  <a:lnTo>
                    <a:pt x="208" y="12"/>
                  </a:lnTo>
                  <a:lnTo>
                    <a:pt x="211" y="11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8" y="10"/>
                  </a:lnTo>
                  <a:lnTo>
                    <a:pt x="218" y="7"/>
                  </a:lnTo>
                  <a:lnTo>
                    <a:pt x="216" y="6"/>
                  </a:lnTo>
                  <a:lnTo>
                    <a:pt x="218" y="6"/>
                  </a:lnTo>
                  <a:lnTo>
                    <a:pt x="220" y="4"/>
                  </a:lnTo>
                  <a:lnTo>
                    <a:pt x="222" y="3"/>
                  </a:lnTo>
                  <a:lnTo>
                    <a:pt x="223" y="2"/>
                  </a:lnTo>
                  <a:lnTo>
                    <a:pt x="226" y="2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1" name="Freeform 349">
              <a:extLst>
                <a:ext uri="{FF2B5EF4-FFF2-40B4-BE49-F238E27FC236}">
                  <a16:creationId xmlns:a16="http://schemas.microsoft.com/office/drawing/2014/main" id="{FD972D85-91ED-4C71-AB48-7FB06CC68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-1388278" y="2551671"/>
              <a:ext cx="1731841" cy="1079002"/>
            </a:xfrm>
            <a:custGeom>
              <a:avLst/>
              <a:gdLst>
                <a:gd name="T0" fmla="*/ 50 w 191"/>
                <a:gd name="T1" fmla="*/ 13 h 119"/>
                <a:gd name="T2" fmla="*/ 67 w 191"/>
                <a:gd name="T3" fmla="*/ 21 h 119"/>
                <a:gd name="T4" fmla="*/ 104 w 191"/>
                <a:gd name="T5" fmla="*/ 20 h 119"/>
                <a:gd name="T6" fmla="*/ 114 w 191"/>
                <a:gd name="T7" fmla="*/ 32 h 119"/>
                <a:gd name="T8" fmla="*/ 118 w 191"/>
                <a:gd name="T9" fmla="*/ 48 h 119"/>
                <a:gd name="T10" fmla="*/ 131 w 191"/>
                <a:gd name="T11" fmla="*/ 62 h 119"/>
                <a:gd name="T12" fmla="*/ 139 w 191"/>
                <a:gd name="T13" fmla="*/ 59 h 119"/>
                <a:gd name="T14" fmla="*/ 146 w 191"/>
                <a:gd name="T15" fmla="*/ 59 h 119"/>
                <a:gd name="T16" fmla="*/ 153 w 191"/>
                <a:gd name="T17" fmla="*/ 62 h 119"/>
                <a:gd name="T18" fmla="*/ 160 w 191"/>
                <a:gd name="T19" fmla="*/ 54 h 119"/>
                <a:gd name="T20" fmla="*/ 164 w 191"/>
                <a:gd name="T21" fmla="*/ 49 h 119"/>
                <a:gd name="T22" fmla="*/ 170 w 191"/>
                <a:gd name="T23" fmla="*/ 42 h 119"/>
                <a:gd name="T24" fmla="*/ 174 w 191"/>
                <a:gd name="T25" fmla="*/ 40 h 119"/>
                <a:gd name="T26" fmla="*/ 170 w 191"/>
                <a:gd name="T27" fmla="*/ 48 h 119"/>
                <a:gd name="T28" fmla="*/ 171 w 191"/>
                <a:gd name="T29" fmla="*/ 53 h 119"/>
                <a:gd name="T30" fmla="*/ 178 w 191"/>
                <a:gd name="T31" fmla="*/ 55 h 119"/>
                <a:gd name="T32" fmla="*/ 183 w 191"/>
                <a:gd name="T33" fmla="*/ 54 h 119"/>
                <a:gd name="T34" fmla="*/ 185 w 191"/>
                <a:gd name="T35" fmla="*/ 51 h 119"/>
                <a:gd name="T36" fmla="*/ 191 w 191"/>
                <a:gd name="T37" fmla="*/ 58 h 119"/>
                <a:gd name="T38" fmla="*/ 183 w 191"/>
                <a:gd name="T39" fmla="*/ 62 h 119"/>
                <a:gd name="T40" fmla="*/ 177 w 191"/>
                <a:gd name="T41" fmla="*/ 61 h 119"/>
                <a:gd name="T42" fmla="*/ 170 w 191"/>
                <a:gd name="T43" fmla="*/ 62 h 119"/>
                <a:gd name="T44" fmla="*/ 165 w 191"/>
                <a:gd name="T45" fmla="*/ 65 h 119"/>
                <a:gd name="T46" fmla="*/ 162 w 191"/>
                <a:gd name="T47" fmla="*/ 69 h 119"/>
                <a:gd name="T48" fmla="*/ 165 w 191"/>
                <a:gd name="T49" fmla="*/ 73 h 119"/>
                <a:gd name="T50" fmla="*/ 156 w 191"/>
                <a:gd name="T51" fmla="*/ 75 h 119"/>
                <a:gd name="T52" fmla="*/ 158 w 191"/>
                <a:gd name="T53" fmla="*/ 78 h 119"/>
                <a:gd name="T54" fmla="*/ 153 w 191"/>
                <a:gd name="T55" fmla="*/ 83 h 119"/>
                <a:gd name="T56" fmla="*/ 145 w 191"/>
                <a:gd name="T57" fmla="*/ 82 h 119"/>
                <a:gd name="T58" fmla="*/ 144 w 191"/>
                <a:gd name="T59" fmla="*/ 88 h 119"/>
                <a:gd name="T60" fmla="*/ 149 w 191"/>
                <a:gd name="T61" fmla="*/ 91 h 119"/>
                <a:gd name="T62" fmla="*/ 153 w 191"/>
                <a:gd name="T63" fmla="*/ 94 h 119"/>
                <a:gd name="T64" fmla="*/ 153 w 191"/>
                <a:gd name="T65" fmla="*/ 99 h 119"/>
                <a:gd name="T66" fmla="*/ 156 w 191"/>
                <a:gd name="T67" fmla="*/ 104 h 119"/>
                <a:gd name="T68" fmla="*/ 152 w 191"/>
                <a:gd name="T69" fmla="*/ 111 h 119"/>
                <a:gd name="T70" fmla="*/ 150 w 191"/>
                <a:gd name="T71" fmla="*/ 117 h 119"/>
                <a:gd name="T72" fmla="*/ 146 w 191"/>
                <a:gd name="T73" fmla="*/ 119 h 119"/>
                <a:gd name="T74" fmla="*/ 143 w 191"/>
                <a:gd name="T75" fmla="*/ 116 h 119"/>
                <a:gd name="T76" fmla="*/ 137 w 191"/>
                <a:gd name="T77" fmla="*/ 116 h 119"/>
                <a:gd name="T78" fmla="*/ 136 w 191"/>
                <a:gd name="T79" fmla="*/ 108 h 119"/>
                <a:gd name="T80" fmla="*/ 131 w 191"/>
                <a:gd name="T81" fmla="*/ 105 h 119"/>
                <a:gd name="T82" fmla="*/ 123 w 191"/>
                <a:gd name="T83" fmla="*/ 103 h 119"/>
                <a:gd name="T84" fmla="*/ 106 w 191"/>
                <a:gd name="T85" fmla="*/ 94 h 119"/>
                <a:gd name="T86" fmla="*/ 90 w 191"/>
                <a:gd name="T87" fmla="*/ 82 h 119"/>
                <a:gd name="T88" fmla="*/ 83 w 191"/>
                <a:gd name="T89" fmla="*/ 75 h 119"/>
                <a:gd name="T90" fmla="*/ 79 w 191"/>
                <a:gd name="T91" fmla="*/ 71 h 119"/>
                <a:gd name="T92" fmla="*/ 73 w 191"/>
                <a:gd name="T93" fmla="*/ 61 h 119"/>
                <a:gd name="T94" fmla="*/ 69 w 191"/>
                <a:gd name="T95" fmla="*/ 61 h 119"/>
                <a:gd name="T96" fmla="*/ 53 w 191"/>
                <a:gd name="T97" fmla="*/ 53 h 119"/>
                <a:gd name="T98" fmla="*/ 45 w 191"/>
                <a:gd name="T99" fmla="*/ 46 h 119"/>
                <a:gd name="T100" fmla="*/ 31 w 191"/>
                <a:gd name="T101" fmla="*/ 41 h 119"/>
                <a:gd name="T102" fmla="*/ 32 w 191"/>
                <a:gd name="T103" fmla="*/ 45 h 119"/>
                <a:gd name="T104" fmla="*/ 27 w 191"/>
                <a:gd name="T105" fmla="*/ 45 h 119"/>
                <a:gd name="T106" fmla="*/ 21 w 191"/>
                <a:gd name="T107" fmla="*/ 49 h 119"/>
                <a:gd name="T108" fmla="*/ 19 w 191"/>
                <a:gd name="T109" fmla="*/ 58 h 119"/>
                <a:gd name="T110" fmla="*/ 20 w 191"/>
                <a:gd name="T111" fmla="*/ 62 h 119"/>
                <a:gd name="T112" fmla="*/ 10 w 191"/>
                <a:gd name="T113" fmla="*/ 62 h 119"/>
                <a:gd name="T114" fmla="*/ 31 w 191"/>
                <a:gd name="T11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1" h="119">
                  <a:moveTo>
                    <a:pt x="31" y="0"/>
                  </a:moveTo>
                  <a:lnTo>
                    <a:pt x="50" y="13"/>
                  </a:lnTo>
                  <a:lnTo>
                    <a:pt x="57" y="16"/>
                  </a:lnTo>
                  <a:lnTo>
                    <a:pt x="67" y="21"/>
                  </a:lnTo>
                  <a:lnTo>
                    <a:pt x="85" y="20"/>
                  </a:lnTo>
                  <a:lnTo>
                    <a:pt x="104" y="20"/>
                  </a:lnTo>
                  <a:lnTo>
                    <a:pt x="111" y="24"/>
                  </a:lnTo>
                  <a:lnTo>
                    <a:pt x="114" y="32"/>
                  </a:lnTo>
                  <a:lnTo>
                    <a:pt x="118" y="30"/>
                  </a:lnTo>
                  <a:lnTo>
                    <a:pt x="118" y="48"/>
                  </a:lnTo>
                  <a:lnTo>
                    <a:pt x="127" y="48"/>
                  </a:lnTo>
                  <a:lnTo>
                    <a:pt x="131" y="62"/>
                  </a:lnTo>
                  <a:lnTo>
                    <a:pt x="133" y="62"/>
                  </a:lnTo>
                  <a:lnTo>
                    <a:pt x="139" y="59"/>
                  </a:lnTo>
                  <a:lnTo>
                    <a:pt x="143" y="58"/>
                  </a:lnTo>
                  <a:lnTo>
                    <a:pt x="146" y="59"/>
                  </a:lnTo>
                  <a:lnTo>
                    <a:pt x="152" y="62"/>
                  </a:lnTo>
                  <a:lnTo>
                    <a:pt x="153" y="62"/>
                  </a:lnTo>
                  <a:lnTo>
                    <a:pt x="158" y="58"/>
                  </a:lnTo>
                  <a:lnTo>
                    <a:pt x="160" y="54"/>
                  </a:lnTo>
                  <a:lnTo>
                    <a:pt x="162" y="51"/>
                  </a:lnTo>
                  <a:lnTo>
                    <a:pt x="164" y="49"/>
                  </a:lnTo>
                  <a:lnTo>
                    <a:pt x="168" y="44"/>
                  </a:lnTo>
                  <a:lnTo>
                    <a:pt x="170" y="42"/>
                  </a:lnTo>
                  <a:lnTo>
                    <a:pt x="173" y="40"/>
                  </a:lnTo>
                  <a:lnTo>
                    <a:pt x="174" y="40"/>
                  </a:lnTo>
                  <a:lnTo>
                    <a:pt x="174" y="42"/>
                  </a:lnTo>
                  <a:lnTo>
                    <a:pt x="170" y="48"/>
                  </a:lnTo>
                  <a:lnTo>
                    <a:pt x="169" y="51"/>
                  </a:lnTo>
                  <a:lnTo>
                    <a:pt x="171" y="53"/>
                  </a:lnTo>
                  <a:lnTo>
                    <a:pt x="177" y="54"/>
                  </a:lnTo>
                  <a:lnTo>
                    <a:pt x="178" y="55"/>
                  </a:lnTo>
                  <a:lnTo>
                    <a:pt x="181" y="57"/>
                  </a:lnTo>
                  <a:lnTo>
                    <a:pt x="183" y="54"/>
                  </a:lnTo>
                  <a:lnTo>
                    <a:pt x="183" y="51"/>
                  </a:lnTo>
                  <a:lnTo>
                    <a:pt x="185" y="51"/>
                  </a:lnTo>
                  <a:lnTo>
                    <a:pt x="190" y="55"/>
                  </a:lnTo>
                  <a:lnTo>
                    <a:pt x="191" y="58"/>
                  </a:lnTo>
                  <a:lnTo>
                    <a:pt x="187" y="62"/>
                  </a:lnTo>
                  <a:lnTo>
                    <a:pt x="183" y="62"/>
                  </a:lnTo>
                  <a:lnTo>
                    <a:pt x="178" y="63"/>
                  </a:lnTo>
                  <a:lnTo>
                    <a:pt x="177" y="61"/>
                  </a:lnTo>
                  <a:lnTo>
                    <a:pt x="174" y="58"/>
                  </a:lnTo>
                  <a:lnTo>
                    <a:pt x="170" y="62"/>
                  </a:lnTo>
                  <a:lnTo>
                    <a:pt x="168" y="62"/>
                  </a:lnTo>
                  <a:lnTo>
                    <a:pt x="165" y="65"/>
                  </a:lnTo>
                  <a:lnTo>
                    <a:pt x="162" y="66"/>
                  </a:lnTo>
                  <a:lnTo>
                    <a:pt x="162" y="69"/>
                  </a:lnTo>
                  <a:lnTo>
                    <a:pt x="165" y="70"/>
                  </a:lnTo>
                  <a:lnTo>
                    <a:pt x="165" y="73"/>
                  </a:lnTo>
                  <a:lnTo>
                    <a:pt x="161" y="74"/>
                  </a:lnTo>
                  <a:lnTo>
                    <a:pt x="156" y="75"/>
                  </a:lnTo>
                  <a:lnTo>
                    <a:pt x="157" y="76"/>
                  </a:lnTo>
                  <a:lnTo>
                    <a:pt x="158" y="78"/>
                  </a:lnTo>
                  <a:lnTo>
                    <a:pt x="153" y="79"/>
                  </a:lnTo>
                  <a:lnTo>
                    <a:pt x="153" y="83"/>
                  </a:lnTo>
                  <a:lnTo>
                    <a:pt x="150" y="83"/>
                  </a:lnTo>
                  <a:lnTo>
                    <a:pt x="145" y="82"/>
                  </a:lnTo>
                  <a:lnTo>
                    <a:pt x="144" y="84"/>
                  </a:lnTo>
                  <a:lnTo>
                    <a:pt x="144" y="88"/>
                  </a:lnTo>
                  <a:lnTo>
                    <a:pt x="146" y="92"/>
                  </a:lnTo>
                  <a:lnTo>
                    <a:pt x="149" y="91"/>
                  </a:lnTo>
                  <a:lnTo>
                    <a:pt x="152" y="91"/>
                  </a:lnTo>
                  <a:lnTo>
                    <a:pt x="153" y="94"/>
                  </a:lnTo>
                  <a:lnTo>
                    <a:pt x="152" y="96"/>
                  </a:lnTo>
                  <a:lnTo>
                    <a:pt x="153" y="99"/>
                  </a:lnTo>
                  <a:lnTo>
                    <a:pt x="154" y="100"/>
                  </a:lnTo>
                  <a:lnTo>
                    <a:pt x="156" y="104"/>
                  </a:lnTo>
                  <a:lnTo>
                    <a:pt x="154" y="105"/>
                  </a:lnTo>
                  <a:lnTo>
                    <a:pt x="152" y="111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48" y="117"/>
                  </a:lnTo>
                  <a:lnTo>
                    <a:pt x="146" y="119"/>
                  </a:lnTo>
                  <a:lnTo>
                    <a:pt x="144" y="119"/>
                  </a:lnTo>
                  <a:lnTo>
                    <a:pt x="143" y="116"/>
                  </a:lnTo>
                  <a:lnTo>
                    <a:pt x="140" y="115"/>
                  </a:lnTo>
                  <a:lnTo>
                    <a:pt x="137" y="116"/>
                  </a:lnTo>
                  <a:lnTo>
                    <a:pt x="136" y="111"/>
                  </a:lnTo>
                  <a:lnTo>
                    <a:pt x="136" y="108"/>
                  </a:lnTo>
                  <a:lnTo>
                    <a:pt x="132" y="104"/>
                  </a:lnTo>
                  <a:lnTo>
                    <a:pt x="131" y="105"/>
                  </a:lnTo>
                  <a:lnTo>
                    <a:pt x="128" y="103"/>
                  </a:lnTo>
                  <a:lnTo>
                    <a:pt x="123" y="103"/>
                  </a:lnTo>
                  <a:lnTo>
                    <a:pt x="115" y="98"/>
                  </a:lnTo>
                  <a:lnTo>
                    <a:pt x="106" y="94"/>
                  </a:lnTo>
                  <a:lnTo>
                    <a:pt x="98" y="87"/>
                  </a:lnTo>
                  <a:lnTo>
                    <a:pt x="90" y="82"/>
                  </a:lnTo>
                  <a:lnTo>
                    <a:pt x="86" y="80"/>
                  </a:lnTo>
                  <a:lnTo>
                    <a:pt x="83" y="75"/>
                  </a:lnTo>
                  <a:lnTo>
                    <a:pt x="82" y="73"/>
                  </a:lnTo>
                  <a:lnTo>
                    <a:pt x="79" y="71"/>
                  </a:lnTo>
                  <a:lnTo>
                    <a:pt x="78" y="63"/>
                  </a:lnTo>
                  <a:lnTo>
                    <a:pt x="73" y="61"/>
                  </a:lnTo>
                  <a:lnTo>
                    <a:pt x="70" y="59"/>
                  </a:lnTo>
                  <a:lnTo>
                    <a:pt x="69" y="61"/>
                  </a:lnTo>
                  <a:lnTo>
                    <a:pt x="61" y="57"/>
                  </a:lnTo>
                  <a:lnTo>
                    <a:pt x="53" y="53"/>
                  </a:lnTo>
                  <a:lnTo>
                    <a:pt x="52" y="50"/>
                  </a:lnTo>
                  <a:lnTo>
                    <a:pt x="45" y="46"/>
                  </a:lnTo>
                  <a:lnTo>
                    <a:pt x="37" y="42"/>
                  </a:lnTo>
                  <a:lnTo>
                    <a:pt x="31" y="41"/>
                  </a:lnTo>
                  <a:lnTo>
                    <a:pt x="33" y="44"/>
                  </a:lnTo>
                  <a:lnTo>
                    <a:pt x="32" y="45"/>
                  </a:lnTo>
                  <a:lnTo>
                    <a:pt x="29" y="44"/>
                  </a:lnTo>
                  <a:lnTo>
                    <a:pt x="27" y="45"/>
                  </a:lnTo>
                  <a:lnTo>
                    <a:pt x="24" y="48"/>
                  </a:lnTo>
                  <a:lnTo>
                    <a:pt x="21" y="49"/>
                  </a:lnTo>
                  <a:lnTo>
                    <a:pt x="19" y="53"/>
                  </a:lnTo>
                  <a:lnTo>
                    <a:pt x="19" y="58"/>
                  </a:lnTo>
                  <a:lnTo>
                    <a:pt x="21" y="59"/>
                  </a:lnTo>
                  <a:lnTo>
                    <a:pt x="20" y="62"/>
                  </a:lnTo>
                  <a:lnTo>
                    <a:pt x="15" y="62"/>
                  </a:lnTo>
                  <a:lnTo>
                    <a:pt x="10" y="62"/>
                  </a:lnTo>
                  <a:lnTo>
                    <a:pt x="0" y="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2" name="Freeform 361">
              <a:extLst>
                <a:ext uri="{FF2B5EF4-FFF2-40B4-BE49-F238E27FC236}">
                  <a16:creationId xmlns:a16="http://schemas.microsoft.com/office/drawing/2014/main" id="{20D9AC61-B0EA-408B-A76B-BE19830C8F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88841" y="5289972"/>
              <a:ext cx="888586" cy="1713706"/>
            </a:xfrm>
            <a:custGeom>
              <a:avLst/>
              <a:gdLst>
                <a:gd name="T0" fmla="*/ 35 w 98"/>
                <a:gd name="T1" fmla="*/ 172 h 189"/>
                <a:gd name="T2" fmla="*/ 37 w 98"/>
                <a:gd name="T3" fmla="*/ 0 h 189"/>
                <a:gd name="T4" fmla="*/ 49 w 98"/>
                <a:gd name="T5" fmla="*/ 5 h 189"/>
                <a:gd name="T6" fmla="*/ 53 w 98"/>
                <a:gd name="T7" fmla="*/ 9 h 189"/>
                <a:gd name="T8" fmla="*/ 60 w 98"/>
                <a:gd name="T9" fmla="*/ 19 h 189"/>
                <a:gd name="T10" fmla="*/ 69 w 98"/>
                <a:gd name="T11" fmla="*/ 22 h 189"/>
                <a:gd name="T12" fmla="*/ 69 w 98"/>
                <a:gd name="T13" fmla="*/ 26 h 189"/>
                <a:gd name="T14" fmla="*/ 61 w 98"/>
                <a:gd name="T15" fmla="*/ 28 h 189"/>
                <a:gd name="T16" fmla="*/ 57 w 98"/>
                <a:gd name="T17" fmla="*/ 31 h 189"/>
                <a:gd name="T18" fmla="*/ 54 w 98"/>
                <a:gd name="T19" fmla="*/ 32 h 189"/>
                <a:gd name="T20" fmla="*/ 53 w 98"/>
                <a:gd name="T21" fmla="*/ 39 h 189"/>
                <a:gd name="T22" fmla="*/ 49 w 98"/>
                <a:gd name="T23" fmla="*/ 44 h 189"/>
                <a:gd name="T24" fmla="*/ 45 w 98"/>
                <a:gd name="T25" fmla="*/ 48 h 189"/>
                <a:gd name="T26" fmla="*/ 45 w 98"/>
                <a:gd name="T27" fmla="*/ 57 h 189"/>
                <a:gd name="T28" fmla="*/ 50 w 98"/>
                <a:gd name="T29" fmla="*/ 64 h 189"/>
                <a:gd name="T30" fmla="*/ 56 w 98"/>
                <a:gd name="T31" fmla="*/ 72 h 189"/>
                <a:gd name="T32" fmla="*/ 65 w 98"/>
                <a:gd name="T33" fmla="*/ 82 h 189"/>
                <a:gd name="T34" fmla="*/ 85 w 98"/>
                <a:gd name="T35" fmla="*/ 100 h 189"/>
                <a:gd name="T36" fmla="*/ 89 w 98"/>
                <a:gd name="T37" fmla="*/ 106 h 189"/>
                <a:gd name="T38" fmla="*/ 92 w 98"/>
                <a:gd name="T39" fmla="*/ 117 h 189"/>
                <a:gd name="T40" fmla="*/ 95 w 98"/>
                <a:gd name="T41" fmla="*/ 126 h 189"/>
                <a:gd name="T42" fmla="*/ 96 w 98"/>
                <a:gd name="T43" fmla="*/ 134 h 189"/>
                <a:gd name="T44" fmla="*/ 96 w 98"/>
                <a:gd name="T45" fmla="*/ 136 h 189"/>
                <a:gd name="T46" fmla="*/ 95 w 98"/>
                <a:gd name="T47" fmla="*/ 142 h 189"/>
                <a:gd name="T48" fmla="*/ 95 w 98"/>
                <a:gd name="T49" fmla="*/ 150 h 189"/>
                <a:gd name="T50" fmla="*/ 87 w 98"/>
                <a:gd name="T51" fmla="*/ 157 h 189"/>
                <a:gd name="T52" fmla="*/ 79 w 98"/>
                <a:gd name="T53" fmla="*/ 164 h 189"/>
                <a:gd name="T54" fmla="*/ 67 w 98"/>
                <a:gd name="T55" fmla="*/ 167 h 189"/>
                <a:gd name="T56" fmla="*/ 65 w 98"/>
                <a:gd name="T57" fmla="*/ 165 h 189"/>
                <a:gd name="T58" fmla="*/ 66 w 98"/>
                <a:gd name="T59" fmla="*/ 169 h 189"/>
                <a:gd name="T60" fmla="*/ 65 w 98"/>
                <a:gd name="T61" fmla="*/ 173 h 189"/>
                <a:gd name="T62" fmla="*/ 61 w 98"/>
                <a:gd name="T63" fmla="*/ 175 h 189"/>
                <a:gd name="T64" fmla="*/ 60 w 98"/>
                <a:gd name="T65" fmla="*/ 178 h 189"/>
                <a:gd name="T66" fmla="*/ 53 w 98"/>
                <a:gd name="T67" fmla="*/ 182 h 189"/>
                <a:gd name="T68" fmla="*/ 45 w 98"/>
                <a:gd name="T69" fmla="*/ 189 h 189"/>
                <a:gd name="T70" fmla="*/ 46 w 98"/>
                <a:gd name="T71" fmla="*/ 186 h 189"/>
                <a:gd name="T72" fmla="*/ 45 w 98"/>
                <a:gd name="T73" fmla="*/ 180 h 189"/>
                <a:gd name="T74" fmla="*/ 49 w 98"/>
                <a:gd name="T75" fmla="*/ 169 h 189"/>
                <a:gd name="T76" fmla="*/ 41 w 98"/>
                <a:gd name="T77" fmla="*/ 169 h 189"/>
                <a:gd name="T78" fmla="*/ 45 w 98"/>
                <a:gd name="T79" fmla="*/ 163 h 189"/>
                <a:gd name="T80" fmla="*/ 58 w 98"/>
                <a:gd name="T81" fmla="*/ 160 h 189"/>
                <a:gd name="T82" fmla="*/ 60 w 98"/>
                <a:gd name="T83" fmla="*/ 155 h 189"/>
                <a:gd name="T84" fmla="*/ 65 w 98"/>
                <a:gd name="T85" fmla="*/ 147 h 189"/>
                <a:gd name="T86" fmla="*/ 75 w 98"/>
                <a:gd name="T87" fmla="*/ 138 h 189"/>
                <a:gd name="T88" fmla="*/ 73 w 98"/>
                <a:gd name="T89" fmla="*/ 121 h 189"/>
                <a:gd name="T90" fmla="*/ 71 w 98"/>
                <a:gd name="T91" fmla="*/ 111 h 189"/>
                <a:gd name="T92" fmla="*/ 71 w 98"/>
                <a:gd name="T93" fmla="*/ 101 h 189"/>
                <a:gd name="T94" fmla="*/ 70 w 98"/>
                <a:gd name="T95" fmla="*/ 94 h 189"/>
                <a:gd name="T96" fmla="*/ 65 w 98"/>
                <a:gd name="T97" fmla="*/ 88 h 189"/>
                <a:gd name="T98" fmla="*/ 58 w 98"/>
                <a:gd name="T99" fmla="*/ 82 h 189"/>
                <a:gd name="T100" fmla="*/ 49 w 98"/>
                <a:gd name="T101" fmla="*/ 72 h 189"/>
                <a:gd name="T102" fmla="*/ 35 w 98"/>
                <a:gd name="T103" fmla="*/ 61 h 189"/>
                <a:gd name="T104" fmla="*/ 29 w 98"/>
                <a:gd name="T105" fmla="*/ 55 h 189"/>
                <a:gd name="T106" fmla="*/ 33 w 98"/>
                <a:gd name="T107" fmla="*/ 48 h 189"/>
                <a:gd name="T108" fmla="*/ 35 w 98"/>
                <a:gd name="T109" fmla="*/ 39 h 189"/>
                <a:gd name="T110" fmla="*/ 25 w 98"/>
                <a:gd name="T111" fmla="*/ 32 h 189"/>
                <a:gd name="T112" fmla="*/ 8 w 98"/>
                <a:gd name="T113" fmla="*/ 25 h 189"/>
                <a:gd name="T114" fmla="*/ 2 w 98"/>
                <a:gd name="T115" fmla="*/ 14 h 189"/>
                <a:gd name="T116" fmla="*/ 4 w 98"/>
                <a:gd name="T117" fmla="*/ 9 h 189"/>
                <a:gd name="T118" fmla="*/ 11 w 98"/>
                <a:gd name="T119" fmla="*/ 11 h 189"/>
                <a:gd name="T120" fmla="*/ 17 w 98"/>
                <a:gd name="T121" fmla="*/ 9 h 189"/>
                <a:gd name="T122" fmla="*/ 27 w 98"/>
                <a:gd name="T123" fmla="*/ 7 h 189"/>
                <a:gd name="T124" fmla="*/ 37 w 98"/>
                <a:gd name="T12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8" h="189">
                  <a:moveTo>
                    <a:pt x="35" y="165"/>
                  </a:moveTo>
                  <a:lnTo>
                    <a:pt x="36" y="167"/>
                  </a:lnTo>
                  <a:lnTo>
                    <a:pt x="37" y="168"/>
                  </a:lnTo>
                  <a:lnTo>
                    <a:pt x="36" y="171"/>
                  </a:lnTo>
                  <a:lnTo>
                    <a:pt x="35" y="172"/>
                  </a:lnTo>
                  <a:lnTo>
                    <a:pt x="33" y="169"/>
                  </a:lnTo>
                  <a:lnTo>
                    <a:pt x="35" y="168"/>
                  </a:lnTo>
                  <a:lnTo>
                    <a:pt x="33" y="167"/>
                  </a:lnTo>
                  <a:lnTo>
                    <a:pt x="35" y="165"/>
                  </a:lnTo>
                  <a:close/>
                  <a:moveTo>
                    <a:pt x="37" y="0"/>
                  </a:moveTo>
                  <a:lnTo>
                    <a:pt x="40" y="1"/>
                  </a:lnTo>
                  <a:lnTo>
                    <a:pt x="40" y="2"/>
                  </a:lnTo>
                  <a:lnTo>
                    <a:pt x="42" y="3"/>
                  </a:lnTo>
                  <a:lnTo>
                    <a:pt x="44" y="5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3" y="5"/>
                  </a:lnTo>
                  <a:lnTo>
                    <a:pt x="56" y="6"/>
                  </a:lnTo>
                  <a:lnTo>
                    <a:pt x="54" y="9"/>
                  </a:lnTo>
                  <a:lnTo>
                    <a:pt x="53" y="9"/>
                  </a:lnTo>
                  <a:lnTo>
                    <a:pt x="52" y="13"/>
                  </a:lnTo>
                  <a:lnTo>
                    <a:pt x="53" y="14"/>
                  </a:lnTo>
                  <a:lnTo>
                    <a:pt x="54" y="1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2" y="21"/>
                  </a:lnTo>
                  <a:lnTo>
                    <a:pt x="64" y="22"/>
                  </a:lnTo>
                  <a:lnTo>
                    <a:pt x="66" y="21"/>
                  </a:lnTo>
                  <a:lnTo>
                    <a:pt x="67" y="22"/>
                  </a:lnTo>
                  <a:lnTo>
                    <a:pt x="69" y="22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0" y="25"/>
                  </a:lnTo>
                  <a:lnTo>
                    <a:pt x="69" y="26"/>
                  </a:lnTo>
                  <a:lnTo>
                    <a:pt x="69" y="26"/>
                  </a:lnTo>
                  <a:lnTo>
                    <a:pt x="66" y="27"/>
                  </a:lnTo>
                  <a:lnTo>
                    <a:pt x="65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2" y="30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60" y="31"/>
                  </a:lnTo>
                  <a:lnTo>
                    <a:pt x="57" y="31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3" y="36"/>
                  </a:lnTo>
                  <a:lnTo>
                    <a:pt x="53" y="38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53" y="42"/>
                  </a:lnTo>
                  <a:lnTo>
                    <a:pt x="52" y="42"/>
                  </a:lnTo>
                  <a:lnTo>
                    <a:pt x="50" y="44"/>
                  </a:lnTo>
                  <a:lnTo>
                    <a:pt x="49" y="44"/>
                  </a:lnTo>
                  <a:lnTo>
                    <a:pt x="48" y="43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47"/>
                  </a:lnTo>
                  <a:lnTo>
                    <a:pt x="45" y="48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8" y="52"/>
                  </a:lnTo>
                  <a:lnTo>
                    <a:pt x="46" y="56"/>
                  </a:lnTo>
                  <a:lnTo>
                    <a:pt x="45" y="57"/>
                  </a:lnTo>
                  <a:lnTo>
                    <a:pt x="48" y="60"/>
                  </a:lnTo>
                  <a:lnTo>
                    <a:pt x="46" y="61"/>
                  </a:lnTo>
                  <a:lnTo>
                    <a:pt x="45" y="61"/>
                  </a:lnTo>
                  <a:lnTo>
                    <a:pt x="46" y="63"/>
                  </a:lnTo>
                  <a:lnTo>
                    <a:pt x="50" y="64"/>
                  </a:lnTo>
                  <a:lnTo>
                    <a:pt x="53" y="67"/>
                  </a:lnTo>
                  <a:lnTo>
                    <a:pt x="54" y="67"/>
                  </a:lnTo>
                  <a:lnTo>
                    <a:pt x="57" y="69"/>
                  </a:lnTo>
                  <a:lnTo>
                    <a:pt x="57" y="71"/>
                  </a:lnTo>
                  <a:lnTo>
                    <a:pt x="56" y="72"/>
                  </a:lnTo>
                  <a:lnTo>
                    <a:pt x="57" y="75"/>
                  </a:lnTo>
                  <a:lnTo>
                    <a:pt x="57" y="76"/>
                  </a:lnTo>
                  <a:lnTo>
                    <a:pt x="62" y="80"/>
                  </a:lnTo>
                  <a:lnTo>
                    <a:pt x="65" y="81"/>
                  </a:lnTo>
                  <a:lnTo>
                    <a:pt x="65" y="82"/>
                  </a:lnTo>
                  <a:lnTo>
                    <a:pt x="71" y="85"/>
                  </a:lnTo>
                  <a:lnTo>
                    <a:pt x="77" y="90"/>
                  </a:lnTo>
                  <a:lnTo>
                    <a:pt x="78" y="92"/>
                  </a:lnTo>
                  <a:lnTo>
                    <a:pt x="83" y="96"/>
                  </a:lnTo>
                  <a:lnTo>
                    <a:pt x="85" y="100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9" y="105"/>
                  </a:lnTo>
                  <a:lnTo>
                    <a:pt x="89" y="106"/>
                  </a:lnTo>
                  <a:lnTo>
                    <a:pt x="90" y="107"/>
                  </a:lnTo>
                  <a:lnTo>
                    <a:pt x="89" y="109"/>
                  </a:lnTo>
                  <a:lnTo>
                    <a:pt x="91" y="111"/>
                  </a:lnTo>
                  <a:lnTo>
                    <a:pt x="91" y="115"/>
                  </a:lnTo>
                  <a:lnTo>
                    <a:pt x="92" y="117"/>
                  </a:lnTo>
                  <a:lnTo>
                    <a:pt x="94" y="119"/>
                  </a:lnTo>
                  <a:lnTo>
                    <a:pt x="94" y="121"/>
                  </a:lnTo>
                  <a:lnTo>
                    <a:pt x="94" y="123"/>
                  </a:lnTo>
                  <a:lnTo>
                    <a:pt x="94" y="125"/>
                  </a:lnTo>
                  <a:lnTo>
                    <a:pt x="95" y="126"/>
                  </a:lnTo>
                  <a:lnTo>
                    <a:pt x="94" y="127"/>
                  </a:lnTo>
                  <a:lnTo>
                    <a:pt x="95" y="130"/>
                  </a:lnTo>
                  <a:lnTo>
                    <a:pt x="95" y="131"/>
                  </a:lnTo>
                  <a:lnTo>
                    <a:pt x="96" y="131"/>
                  </a:lnTo>
                  <a:lnTo>
                    <a:pt x="96" y="134"/>
                  </a:lnTo>
                  <a:lnTo>
                    <a:pt x="98" y="136"/>
                  </a:lnTo>
                  <a:lnTo>
                    <a:pt x="98" y="138"/>
                  </a:lnTo>
                  <a:lnTo>
                    <a:pt x="98" y="138"/>
                  </a:lnTo>
                  <a:lnTo>
                    <a:pt x="98" y="136"/>
                  </a:lnTo>
                  <a:lnTo>
                    <a:pt x="96" y="136"/>
                  </a:lnTo>
                  <a:lnTo>
                    <a:pt x="95" y="136"/>
                  </a:lnTo>
                  <a:lnTo>
                    <a:pt x="95" y="138"/>
                  </a:lnTo>
                  <a:lnTo>
                    <a:pt x="96" y="139"/>
                  </a:lnTo>
                  <a:lnTo>
                    <a:pt x="96" y="140"/>
                  </a:lnTo>
                  <a:lnTo>
                    <a:pt x="95" y="142"/>
                  </a:lnTo>
                  <a:lnTo>
                    <a:pt x="95" y="143"/>
                  </a:lnTo>
                  <a:lnTo>
                    <a:pt x="94" y="144"/>
                  </a:lnTo>
                  <a:lnTo>
                    <a:pt x="95" y="147"/>
                  </a:lnTo>
                  <a:lnTo>
                    <a:pt x="94" y="148"/>
                  </a:lnTo>
                  <a:lnTo>
                    <a:pt x="95" y="150"/>
                  </a:lnTo>
                  <a:lnTo>
                    <a:pt x="94" y="151"/>
                  </a:lnTo>
                  <a:lnTo>
                    <a:pt x="92" y="152"/>
                  </a:lnTo>
                  <a:lnTo>
                    <a:pt x="91" y="155"/>
                  </a:lnTo>
                  <a:lnTo>
                    <a:pt x="90" y="155"/>
                  </a:lnTo>
                  <a:lnTo>
                    <a:pt x="87" y="157"/>
                  </a:lnTo>
                  <a:lnTo>
                    <a:pt x="86" y="159"/>
                  </a:lnTo>
                  <a:lnTo>
                    <a:pt x="83" y="160"/>
                  </a:lnTo>
                  <a:lnTo>
                    <a:pt x="83" y="163"/>
                  </a:lnTo>
                  <a:lnTo>
                    <a:pt x="81" y="163"/>
                  </a:lnTo>
                  <a:lnTo>
                    <a:pt x="79" y="164"/>
                  </a:lnTo>
                  <a:lnTo>
                    <a:pt x="74" y="167"/>
                  </a:lnTo>
                  <a:lnTo>
                    <a:pt x="71" y="167"/>
                  </a:lnTo>
                  <a:lnTo>
                    <a:pt x="70" y="167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7" y="165"/>
                  </a:lnTo>
                  <a:lnTo>
                    <a:pt x="67" y="164"/>
                  </a:lnTo>
                  <a:lnTo>
                    <a:pt x="67" y="165"/>
                  </a:lnTo>
                  <a:lnTo>
                    <a:pt x="66" y="165"/>
                  </a:lnTo>
                  <a:lnTo>
                    <a:pt x="65" y="165"/>
                  </a:lnTo>
                  <a:lnTo>
                    <a:pt x="66" y="167"/>
                  </a:lnTo>
                  <a:lnTo>
                    <a:pt x="66" y="167"/>
                  </a:lnTo>
                  <a:lnTo>
                    <a:pt x="65" y="168"/>
                  </a:lnTo>
                  <a:lnTo>
                    <a:pt x="64" y="168"/>
                  </a:lnTo>
                  <a:lnTo>
                    <a:pt x="66" y="169"/>
                  </a:lnTo>
                  <a:lnTo>
                    <a:pt x="66" y="169"/>
                  </a:lnTo>
                  <a:lnTo>
                    <a:pt x="67" y="172"/>
                  </a:lnTo>
                  <a:lnTo>
                    <a:pt x="65" y="173"/>
                  </a:lnTo>
                  <a:lnTo>
                    <a:pt x="62" y="171"/>
                  </a:lnTo>
                  <a:lnTo>
                    <a:pt x="65" y="173"/>
                  </a:lnTo>
                  <a:lnTo>
                    <a:pt x="65" y="175"/>
                  </a:lnTo>
                  <a:lnTo>
                    <a:pt x="64" y="176"/>
                  </a:lnTo>
                  <a:lnTo>
                    <a:pt x="62" y="175"/>
                  </a:lnTo>
                  <a:lnTo>
                    <a:pt x="62" y="173"/>
                  </a:lnTo>
                  <a:lnTo>
                    <a:pt x="61" y="175"/>
                  </a:lnTo>
                  <a:lnTo>
                    <a:pt x="61" y="176"/>
                  </a:lnTo>
                  <a:lnTo>
                    <a:pt x="61" y="176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0" y="178"/>
                  </a:lnTo>
                  <a:lnTo>
                    <a:pt x="58" y="178"/>
                  </a:lnTo>
                  <a:lnTo>
                    <a:pt x="56" y="181"/>
                  </a:lnTo>
                  <a:lnTo>
                    <a:pt x="56" y="181"/>
                  </a:lnTo>
                  <a:lnTo>
                    <a:pt x="54" y="181"/>
                  </a:lnTo>
                  <a:lnTo>
                    <a:pt x="53" y="182"/>
                  </a:lnTo>
                  <a:lnTo>
                    <a:pt x="53" y="185"/>
                  </a:lnTo>
                  <a:lnTo>
                    <a:pt x="52" y="186"/>
                  </a:lnTo>
                  <a:lnTo>
                    <a:pt x="50" y="186"/>
                  </a:lnTo>
                  <a:lnTo>
                    <a:pt x="50" y="186"/>
                  </a:lnTo>
                  <a:lnTo>
                    <a:pt x="45" y="189"/>
                  </a:lnTo>
                  <a:lnTo>
                    <a:pt x="42" y="189"/>
                  </a:lnTo>
                  <a:lnTo>
                    <a:pt x="45" y="188"/>
                  </a:lnTo>
                  <a:lnTo>
                    <a:pt x="46" y="186"/>
                  </a:lnTo>
                  <a:lnTo>
                    <a:pt x="48" y="185"/>
                  </a:lnTo>
                  <a:lnTo>
                    <a:pt x="46" y="186"/>
                  </a:lnTo>
                  <a:lnTo>
                    <a:pt x="45" y="185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0"/>
                  </a:lnTo>
                  <a:lnTo>
                    <a:pt x="45" y="176"/>
                  </a:lnTo>
                  <a:lnTo>
                    <a:pt x="46" y="173"/>
                  </a:lnTo>
                  <a:lnTo>
                    <a:pt x="50" y="171"/>
                  </a:lnTo>
                  <a:lnTo>
                    <a:pt x="52" y="169"/>
                  </a:lnTo>
                  <a:lnTo>
                    <a:pt x="49" y="169"/>
                  </a:lnTo>
                  <a:lnTo>
                    <a:pt x="48" y="169"/>
                  </a:lnTo>
                  <a:lnTo>
                    <a:pt x="45" y="169"/>
                  </a:lnTo>
                  <a:lnTo>
                    <a:pt x="44" y="169"/>
                  </a:lnTo>
                  <a:lnTo>
                    <a:pt x="42" y="169"/>
                  </a:lnTo>
                  <a:lnTo>
                    <a:pt x="41" y="169"/>
                  </a:lnTo>
                  <a:lnTo>
                    <a:pt x="41" y="168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42" y="163"/>
                  </a:lnTo>
                  <a:lnTo>
                    <a:pt x="45" y="163"/>
                  </a:lnTo>
                  <a:lnTo>
                    <a:pt x="46" y="160"/>
                  </a:lnTo>
                  <a:lnTo>
                    <a:pt x="49" y="159"/>
                  </a:lnTo>
                  <a:lnTo>
                    <a:pt x="50" y="160"/>
                  </a:lnTo>
                  <a:lnTo>
                    <a:pt x="56" y="159"/>
                  </a:lnTo>
                  <a:lnTo>
                    <a:pt x="58" y="160"/>
                  </a:lnTo>
                  <a:lnTo>
                    <a:pt x="58" y="161"/>
                  </a:lnTo>
                  <a:lnTo>
                    <a:pt x="62" y="161"/>
                  </a:lnTo>
                  <a:lnTo>
                    <a:pt x="61" y="159"/>
                  </a:lnTo>
                  <a:lnTo>
                    <a:pt x="62" y="157"/>
                  </a:lnTo>
                  <a:lnTo>
                    <a:pt x="60" y="155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60" y="148"/>
                  </a:lnTo>
                  <a:lnTo>
                    <a:pt x="64" y="148"/>
                  </a:lnTo>
                  <a:lnTo>
                    <a:pt x="65" y="147"/>
                  </a:lnTo>
                  <a:lnTo>
                    <a:pt x="67" y="144"/>
                  </a:lnTo>
                  <a:lnTo>
                    <a:pt x="71" y="143"/>
                  </a:lnTo>
                  <a:lnTo>
                    <a:pt x="71" y="142"/>
                  </a:lnTo>
                  <a:lnTo>
                    <a:pt x="74" y="142"/>
                  </a:lnTo>
                  <a:lnTo>
                    <a:pt x="75" y="138"/>
                  </a:lnTo>
                  <a:lnTo>
                    <a:pt x="75" y="135"/>
                  </a:lnTo>
                  <a:lnTo>
                    <a:pt x="75" y="131"/>
                  </a:lnTo>
                  <a:lnTo>
                    <a:pt x="74" y="130"/>
                  </a:lnTo>
                  <a:lnTo>
                    <a:pt x="75" y="126"/>
                  </a:lnTo>
                  <a:lnTo>
                    <a:pt x="73" y="121"/>
                  </a:lnTo>
                  <a:lnTo>
                    <a:pt x="71" y="119"/>
                  </a:lnTo>
                  <a:lnTo>
                    <a:pt x="70" y="117"/>
                  </a:lnTo>
                  <a:lnTo>
                    <a:pt x="70" y="117"/>
                  </a:lnTo>
                  <a:lnTo>
                    <a:pt x="73" y="115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0" y="106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1" y="101"/>
                  </a:lnTo>
                  <a:lnTo>
                    <a:pt x="71" y="100"/>
                  </a:lnTo>
                  <a:lnTo>
                    <a:pt x="71" y="97"/>
                  </a:lnTo>
                  <a:lnTo>
                    <a:pt x="73" y="94"/>
                  </a:lnTo>
                  <a:lnTo>
                    <a:pt x="73" y="93"/>
                  </a:lnTo>
                  <a:lnTo>
                    <a:pt x="70" y="94"/>
                  </a:lnTo>
                  <a:lnTo>
                    <a:pt x="69" y="93"/>
                  </a:lnTo>
                  <a:lnTo>
                    <a:pt x="67" y="92"/>
                  </a:lnTo>
                  <a:lnTo>
                    <a:pt x="65" y="92"/>
                  </a:lnTo>
                  <a:lnTo>
                    <a:pt x="64" y="90"/>
                  </a:lnTo>
                  <a:lnTo>
                    <a:pt x="65" y="88"/>
                  </a:lnTo>
                  <a:lnTo>
                    <a:pt x="62" y="88"/>
                  </a:lnTo>
                  <a:lnTo>
                    <a:pt x="61" y="88"/>
                  </a:lnTo>
                  <a:lnTo>
                    <a:pt x="60" y="86"/>
                  </a:lnTo>
                  <a:lnTo>
                    <a:pt x="60" y="84"/>
                  </a:lnTo>
                  <a:lnTo>
                    <a:pt x="58" y="82"/>
                  </a:lnTo>
                  <a:lnTo>
                    <a:pt x="56" y="82"/>
                  </a:lnTo>
                  <a:lnTo>
                    <a:pt x="54" y="81"/>
                  </a:lnTo>
                  <a:lnTo>
                    <a:pt x="53" y="78"/>
                  </a:lnTo>
                  <a:lnTo>
                    <a:pt x="49" y="75"/>
                  </a:lnTo>
                  <a:lnTo>
                    <a:pt x="49" y="72"/>
                  </a:lnTo>
                  <a:lnTo>
                    <a:pt x="46" y="69"/>
                  </a:lnTo>
                  <a:lnTo>
                    <a:pt x="44" y="68"/>
                  </a:lnTo>
                  <a:lnTo>
                    <a:pt x="41" y="64"/>
                  </a:lnTo>
                  <a:lnTo>
                    <a:pt x="39" y="63"/>
                  </a:lnTo>
                  <a:lnTo>
                    <a:pt x="35" y="61"/>
                  </a:lnTo>
                  <a:lnTo>
                    <a:pt x="31" y="61"/>
                  </a:lnTo>
                  <a:lnTo>
                    <a:pt x="29" y="57"/>
                  </a:lnTo>
                  <a:lnTo>
                    <a:pt x="28" y="57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27" y="52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1" y="48"/>
                  </a:lnTo>
                  <a:lnTo>
                    <a:pt x="33" y="48"/>
                  </a:lnTo>
                  <a:lnTo>
                    <a:pt x="35" y="47"/>
                  </a:lnTo>
                  <a:lnTo>
                    <a:pt x="36" y="42"/>
                  </a:lnTo>
                  <a:lnTo>
                    <a:pt x="37" y="42"/>
                  </a:lnTo>
                  <a:lnTo>
                    <a:pt x="37" y="40"/>
                  </a:lnTo>
                  <a:lnTo>
                    <a:pt x="35" y="39"/>
                  </a:lnTo>
                  <a:lnTo>
                    <a:pt x="35" y="38"/>
                  </a:lnTo>
                  <a:lnTo>
                    <a:pt x="35" y="35"/>
                  </a:lnTo>
                  <a:lnTo>
                    <a:pt x="31" y="34"/>
                  </a:lnTo>
                  <a:lnTo>
                    <a:pt x="29" y="32"/>
                  </a:lnTo>
                  <a:lnTo>
                    <a:pt x="25" y="32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5" y="32"/>
                  </a:lnTo>
                  <a:lnTo>
                    <a:pt x="13" y="28"/>
                  </a:lnTo>
                  <a:lnTo>
                    <a:pt x="8" y="25"/>
                  </a:lnTo>
                  <a:lnTo>
                    <a:pt x="10" y="23"/>
                  </a:lnTo>
                  <a:lnTo>
                    <a:pt x="10" y="21"/>
                  </a:lnTo>
                  <a:lnTo>
                    <a:pt x="7" y="18"/>
                  </a:lnTo>
                  <a:lnTo>
                    <a:pt x="6" y="15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2" y="7"/>
                  </a:lnTo>
                  <a:lnTo>
                    <a:pt x="15" y="10"/>
                  </a:lnTo>
                  <a:lnTo>
                    <a:pt x="16" y="7"/>
                  </a:lnTo>
                  <a:lnTo>
                    <a:pt x="17" y="9"/>
                  </a:lnTo>
                  <a:lnTo>
                    <a:pt x="19" y="10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4" y="6"/>
                  </a:lnTo>
                  <a:lnTo>
                    <a:pt x="27" y="7"/>
                  </a:lnTo>
                  <a:lnTo>
                    <a:pt x="31" y="6"/>
                  </a:lnTo>
                  <a:lnTo>
                    <a:pt x="31" y="2"/>
                  </a:lnTo>
                  <a:lnTo>
                    <a:pt x="33" y="1"/>
                  </a:lnTo>
                  <a:lnTo>
                    <a:pt x="3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3" name="Freeform 362">
              <a:extLst>
                <a:ext uri="{FF2B5EF4-FFF2-40B4-BE49-F238E27FC236}">
                  <a16:creationId xmlns:a16="http://schemas.microsoft.com/office/drawing/2014/main" id="{A25E06AC-2AF2-475E-AA4F-7CDBC030E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712" y="6314568"/>
              <a:ext cx="562167" cy="489631"/>
            </a:xfrm>
            <a:custGeom>
              <a:avLst/>
              <a:gdLst>
                <a:gd name="T0" fmla="*/ 51 w 62"/>
                <a:gd name="T1" fmla="*/ 1 h 54"/>
                <a:gd name="T2" fmla="*/ 54 w 62"/>
                <a:gd name="T3" fmla="*/ 4 h 54"/>
                <a:gd name="T4" fmla="*/ 58 w 62"/>
                <a:gd name="T5" fmla="*/ 6 h 54"/>
                <a:gd name="T6" fmla="*/ 62 w 62"/>
                <a:gd name="T7" fmla="*/ 13 h 54"/>
                <a:gd name="T8" fmla="*/ 62 w 62"/>
                <a:gd name="T9" fmla="*/ 18 h 54"/>
                <a:gd name="T10" fmla="*/ 62 w 62"/>
                <a:gd name="T11" fmla="*/ 25 h 54"/>
                <a:gd name="T12" fmla="*/ 58 w 62"/>
                <a:gd name="T13" fmla="*/ 29 h 54"/>
                <a:gd name="T14" fmla="*/ 54 w 62"/>
                <a:gd name="T15" fmla="*/ 31 h 54"/>
                <a:gd name="T16" fmla="*/ 51 w 62"/>
                <a:gd name="T17" fmla="*/ 35 h 54"/>
                <a:gd name="T18" fmla="*/ 44 w 62"/>
                <a:gd name="T19" fmla="*/ 38 h 54"/>
                <a:gd name="T20" fmla="*/ 47 w 62"/>
                <a:gd name="T21" fmla="*/ 42 h 54"/>
                <a:gd name="T22" fmla="*/ 48 w 62"/>
                <a:gd name="T23" fmla="*/ 46 h 54"/>
                <a:gd name="T24" fmla="*/ 45 w 62"/>
                <a:gd name="T25" fmla="*/ 48 h 54"/>
                <a:gd name="T26" fmla="*/ 43 w 62"/>
                <a:gd name="T27" fmla="*/ 46 h 54"/>
                <a:gd name="T28" fmla="*/ 36 w 62"/>
                <a:gd name="T29" fmla="*/ 46 h 54"/>
                <a:gd name="T30" fmla="*/ 32 w 62"/>
                <a:gd name="T31" fmla="*/ 50 h 54"/>
                <a:gd name="T32" fmla="*/ 28 w 62"/>
                <a:gd name="T33" fmla="*/ 54 h 54"/>
                <a:gd name="T34" fmla="*/ 24 w 62"/>
                <a:gd name="T35" fmla="*/ 52 h 54"/>
                <a:gd name="T36" fmla="*/ 22 w 62"/>
                <a:gd name="T37" fmla="*/ 50 h 54"/>
                <a:gd name="T38" fmla="*/ 19 w 62"/>
                <a:gd name="T39" fmla="*/ 52 h 54"/>
                <a:gd name="T40" fmla="*/ 18 w 62"/>
                <a:gd name="T41" fmla="*/ 51 h 54"/>
                <a:gd name="T42" fmla="*/ 18 w 62"/>
                <a:gd name="T43" fmla="*/ 48 h 54"/>
                <a:gd name="T44" fmla="*/ 18 w 62"/>
                <a:gd name="T45" fmla="*/ 46 h 54"/>
                <a:gd name="T46" fmla="*/ 16 w 62"/>
                <a:gd name="T47" fmla="*/ 44 h 54"/>
                <a:gd name="T48" fmla="*/ 15 w 62"/>
                <a:gd name="T49" fmla="*/ 48 h 54"/>
                <a:gd name="T50" fmla="*/ 11 w 62"/>
                <a:gd name="T51" fmla="*/ 48 h 54"/>
                <a:gd name="T52" fmla="*/ 11 w 62"/>
                <a:gd name="T53" fmla="*/ 44 h 54"/>
                <a:gd name="T54" fmla="*/ 10 w 62"/>
                <a:gd name="T55" fmla="*/ 42 h 54"/>
                <a:gd name="T56" fmla="*/ 7 w 62"/>
                <a:gd name="T57" fmla="*/ 39 h 54"/>
                <a:gd name="T58" fmla="*/ 6 w 62"/>
                <a:gd name="T59" fmla="*/ 35 h 54"/>
                <a:gd name="T60" fmla="*/ 4 w 62"/>
                <a:gd name="T61" fmla="*/ 31 h 54"/>
                <a:gd name="T62" fmla="*/ 4 w 62"/>
                <a:gd name="T63" fmla="*/ 30 h 54"/>
                <a:gd name="T64" fmla="*/ 3 w 62"/>
                <a:gd name="T65" fmla="*/ 23 h 54"/>
                <a:gd name="T66" fmla="*/ 0 w 62"/>
                <a:gd name="T67" fmla="*/ 17 h 54"/>
                <a:gd name="T68" fmla="*/ 2 w 62"/>
                <a:gd name="T69" fmla="*/ 10 h 54"/>
                <a:gd name="T70" fmla="*/ 6 w 62"/>
                <a:gd name="T71" fmla="*/ 2 h 54"/>
                <a:gd name="T72" fmla="*/ 14 w 62"/>
                <a:gd name="T73" fmla="*/ 1 h 54"/>
                <a:gd name="T74" fmla="*/ 18 w 62"/>
                <a:gd name="T75" fmla="*/ 2 h 54"/>
                <a:gd name="T76" fmla="*/ 24 w 62"/>
                <a:gd name="T77" fmla="*/ 1 h 54"/>
                <a:gd name="T78" fmla="*/ 29 w 62"/>
                <a:gd name="T79" fmla="*/ 1 h 54"/>
                <a:gd name="T80" fmla="*/ 33 w 62"/>
                <a:gd name="T81" fmla="*/ 2 h 54"/>
                <a:gd name="T82" fmla="*/ 37 w 62"/>
                <a:gd name="T83" fmla="*/ 6 h 54"/>
                <a:gd name="T84" fmla="*/ 43 w 62"/>
                <a:gd name="T85" fmla="*/ 9 h 54"/>
                <a:gd name="T86" fmla="*/ 47 w 62"/>
                <a:gd name="T87" fmla="*/ 9 h 54"/>
                <a:gd name="T88" fmla="*/ 47 w 62"/>
                <a:gd name="T89" fmla="*/ 5 h 54"/>
                <a:gd name="T90" fmla="*/ 45 w 62"/>
                <a:gd name="T9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2" h="54">
                  <a:moveTo>
                    <a:pt x="49" y="0"/>
                  </a:moveTo>
                  <a:lnTo>
                    <a:pt x="51" y="1"/>
                  </a:lnTo>
                  <a:lnTo>
                    <a:pt x="52" y="2"/>
                  </a:lnTo>
                  <a:lnTo>
                    <a:pt x="54" y="4"/>
                  </a:lnTo>
                  <a:lnTo>
                    <a:pt x="57" y="4"/>
                  </a:lnTo>
                  <a:lnTo>
                    <a:pt x="58" y="6"/>
                  </a:lnTo>
                  <a:lnTo>
                    <a:pt x="60" y="8"/>
                  </a:lnTo>
                  <a:lnTo>
                    <a:pt x="62" y="13"/>
                  </a:lnTo>
                  <a:lnTo>
                    <a:pt x="61" y="17"/>
                  </a:lnTo>
                  <a:lnTo>
                    <a:pt x="62" y="18"/>
                  </a:lnTo>
                  <a:lnTo>
                    <a:pt x="62" y="22"/>
                  </a:lnTo>
                  <a:lnTo>
                    <a:pt x="62" y="25"/>
                  </a:lnTo>
                  <a:lnTo>
                    <a:pt x="61" y="29"/>
                  </a:lnTo>
                  <a:lnTo>
                    <a:pt x="58" y="29"/>
                  </a:lnTo>
                  <a:lnTo>
                    <a:pt x="58" y="30"/>
                  </a:lnTo>
                  <a:lnTo>
                    <a:pt x="54" y="31"/>
                  </a:lnTo>
                  <a:lnTo>
                    <a:pt x="52" y="34"/>
                  </a:lnTo>
                  <a:lnTo>
                    <a:pt x="51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4" y="42"/>
                  </a:lnTo>
                  <a:lnTo>
                    <a:pt x="47" y="42"/>
                  </a:lnTo>
                  <a:lnTo>
                    <a:pt x="49" y="44"/>
                  </a:lnTo>
                  <a:lnTo>
                    <a:pt x="48" y="46"/>
                  </a:lnTo>
                  <a:lnTo>
                    <a:pt x="49" y="48"/>
                  </a:lnTo>
                  <a:lnTo>
                    <a:pt x="45" y="48"/>
                  </a:lnTo>
                  <a:lnTo>
                    <a:pt x="45" y="47"/>
                  </a:lnTo>
                  <a:lnTo>
                    <a:pt x="43" y="46"/>
                  </a:lnTo>
                  <a:lnTo>
                    <a:pt x="37" y="47"/>
                  </a:lnTo>
                  <a:lnTo>
                    <a:pt x="36" y="46"/>
                  </a:lnTo>
                  <a:lnTo>
                    <a:pt x="33" y="47"/>
                  </a:lnTo>
                  <a:lnTo>
                    <a:pt x="32" y="50"/>
                  </a:lnTo>
                  <a:lnTo>
                    <a:pt x="29" y="50"/>
                  </a:lnTo>
                  <a:lnTo>
                    <a:pt x="28" y="54"/>
                  </a:lnTo>
                  <a:lnTo>
                    <a:pt x="26" y="51"/>
                  </a:lnTo>
                  <a:lnTo>
                    <a:pt x="24" y="52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1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8" y="48"/>
                  </a:lnTo>
                  <a:lnTo>
                    <a:pt x="18" y="47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5" y="46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1" y="48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2" y="22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10"/>
                  </a:lnTo>
                  <a:lnTo>
                    <a:pt x="3" y="6"/>
                  </a:lnTo>
                  <a:lnTo>
                    <a:pt x="6" y="2"/>
                  </a:lnTo>
                  <a:lnTo>
                    <a:pt x="8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8" y="2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9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7" y="6"/>
                  </a:lnTo>
                  <a:lnTo>
                    <a:pt x="40" y="6"/>
                  </a:lnTo>
                  <a:lnTo>
                    <a:pt x="43" y="9"/>
                  </a:lnTo>
                  <a:lnTo>
                    <a:pt x="47" y="10"/>
                  </a:lnTo>
                  <a:lnTo>
                    <a:pt x="47" y="9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4" y="2"/>
                  </a:lnTo>
                  <a:lnTo>
                    <a:pt x="45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4" name="Freeform 363">
              <a:extLst>
                <a:ext uri="{FF2B5EF4-FFF2-40B4-BE49-F238E27FC236}">
                  <a16:creationId xmlns:a16="http://schemas.microsoft.com/office/drawing/2014/main" id="{BD564D0E-6786-440E-994E-B0FEDDB5C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364" y="5407848"/>
              <a:ext cx="870451" cy="997394"/>
            </a:xfrm>
            <a:custGeom>
              <a:avLst/>
              <a:gdLst>
                <a:gd name="T0" fmla="*/ 28 w 96"/>
                <a:gd name="T1" fmla="*/ 2 h 110"/>
                <a:gd name="T2" fmla="*/ 32 w 96"/>
                <a:gd name="T3" fmla="*/ 10 h 110"/>
                <a:gd name="T4" fmla="*/ 37 w 96"/>
                <a:gd name="T5" fmla="*/ 19 h 110"/>
                <a:gd name="T6" fmla="*/ 47 w 96"/>
                <a:gd name="T7" fmla="*/ 19 h 110"/>
                <a:gd name="T8" fmla="*/ 57 w 96"/>
                <a:gd name="T9" fmla="*/ 22 h 110"/>
                <a:gd name="T10" fmla="*/ 59 w 96"/>
                <a:gd name="T11" fmla="*/ 27 h 110"/>
                <a:gd name="T12" fmla="*/ 57 w 96"/>
                <a:gd name="T13" fmla="*/ 34 h 110"/>
                <a:gd name="T14" fmla="*/ 50 w 96"/>
                <a:gd name="T15" fmla="*/ 37 h 110"/>
                <a:gd name="T16" fmla="*/ 51 w 96"/>
                <a:gd name="T17" fmla="*/ 42 h 110"/>
                <a:gd name="T18" fmla="*/ 51 w 96"/>
                <a:gd name="T19" fmla="*/ 44 h 110"/>
                <a:gd name="T20" fmla="*/ 61 w 96"/>
                <a:gd name="T21" fmla="*/ 50 h 110"/>
                <a:gd name="T22" fmla="*/ 68 w 96"/>
                <a:gd name="T23" fmla="*/ 56 h 110"/>
                <a:gd name="T24" fmla="*/ 75 w 96"/>
                <a:gd name="T25" fmla="*/ 65 h 110"/>
                <a:gd name="T26" fmla="*/ 80 w 96"/>
                <a:gd name="T27" fmla="*/ 69 h 110"/>
                <a:gd name="T28" fmla="*/ 83 w 96"/>
                <a:gd name="T29" fmla="*/ 75 h 110"/>
                <a:gd name="T30" fmla="*/ 86 w 96"/>
                <a:gd name="T31" fmla="*/ 77 h 110"/>
                <a:gd name="T32" fmla="*/ 91 w 96"/>
                <a:gd name="T33" fmla="*/ 80 h 110"/>
                <a:gd name="T34" fmla="*/ 95 w 96"/>
                <a:gd name="T35" fmla="*/ 81 h 110"/>
                <a:gd name="T36" fmla="*/ 93 w 96"/>
                <a:gd name="T37" fmla="*/ 88 h 110"/>
                <a:gd name="T38" fmla="*/ 92 w 96"/>
                <a:gd name="T39" fmla="*/ 93 h 110"/>
                <a:gd name="T40" fmla="*/ 95 w 96"/>
                <a:gd name="T41" fmla="*/ 102 h 110"/>
                <a:gd name="T42" fmla="*/ 87 w 96"/>
                <a:gd name="T43" fmla="*/ 102 h 110"/>
                <a:gd name="T44" fmla="*/ 80 w 96"/>
                <a:gd name="T45" fmla="*/ 100 h 110"/>
                <a:gd name="T46" fmla="*/ 80 w 96"/>
                <a:gd name="T47" fmla="*/ 106 h 110"/>
                <a:gd name="T48" fmla="*/ 78 w 96"/>
                <a:gd name="T49" fmla="*/ 109 h 110"/>
                <a:gd name="T50" fmla="*/ 71 w 96"/>
                <a:gd name="T51" fmla="*/ 104 h 110"/>
                <a:gd name="T52" fmla="*/ 71 w 96"/>
                <a:gd name="T53" fmla="*/ 100 h 110"/>
                <a:gd name="T54" fmla="*/ 71 w 96"/>
                <a:gd name="T55" fmla="*/ 92 h 110"/>
                <a:gd name="T56" fmla="*/ 71 w 96"/>
                <a:gd name="T57" fmla="*/ 85 h 110"/>
                <a:gd name="T58" fmla="*/ 67 w 96"/>
                <a:gd name="T59" fmla="*/ 81 h 110"/>
                <a:gd name="T60" fmla="*/ 61 w 96"/>
                <a:gd name="T61" fmla="*/ 77 h 110"/>
                <a:gd name="T62" fmla="*/ 59 w 96"/>
                <a:gd name="T63" fmla="*/ 69 h 110"/>
                <a:gd name="T64" fmla="*/ 61 w 96"/>
                <a:gd name="T65" fmla="*/ 63 h 110"/>
                <a:gd name="T66" fmla="*/ 50 w 96"/>
                <a:gd name="T67" fmla="*/ 54 h 110"/>
                <a:gd name="T68" fmla="*/ 38 w 96"/>
                <a:gd name="T69" fmla="*/ 59 h 110"/>
                <a:gd name="T70" fmla="*/ 29 w 96"/>
                <a:gd name="T71" fmla="*/ 56 h 110"/>
                <a:gd name="T72" fmla="*/ 21 w 96"/>
                <a:gd name="T73" fmla="*/ 59 h 110"/>
                <a:gd name="T74" fmla="*/ 14 w 96"/>
                <a:gd name="T75" fmla="*/ 55 h 110"/>
                <a:gd name="T76" fmla="*/ 14 w 96"/>
                <a:gd name="T77" fmla="*/ 46 h 110"/>
                <a:gd name="T78" fmla="*/ 14 w 96"/>
                <a:gd name="T79" fmla="*/ 39 h 110"/>
                <a:gd name="T80" fmla="*/ 8 w 96"/>
                <a:gd name="T81" fmla="*/ 39 h 110"/>
                <a:gd name="T82" fmla="*/ 7 w 96"/>
                <a:gd name="T83" fmla="*/ 34 h 110"/>
                <a:gd name="T84" fmla="*/ 1 w 96"/>
                <a:gd name="T85" fmla="*/ 27 h 110"/>
                <a:gd name="T86" fmla="*/ 3 w 96"/>
                <a:gd name="T87" fmla="*/ 22 h 110"/>
                <a:gd name="T88" fmla="*/ 5 w 96"/>
                <a:gd name="T89" fmla="*/ 17 h 110"/>
                <a:gd name="T90" fmla="*/ 10 w 96"/>
                <a:gd name="T91" fmla="*/ 12 h 110"/>
                <a:gd name="T92" fmla="*/ 16 w 96"/>
                <a:gd name="T93" fmla="*/ 14 h 110"/>
                <a:gd name="T94" fmla="*/ 17 w 96"/>
                <a:gd name="T95" fmla="*/ 9 h 110"/>
                <a:gd name="T96" fmla="*/ 18 w 96"/>
                <a:gd name="T97" fmla="*/ 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110">
                  <a:moveTo>
                    <a:pt x="22" y="0"/>
                  </a:moveTo>
                  <a:lnTo>
                    <a:pt x="24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0" y="12"/>
                  </a:lnTo>
                  <a:lnTo>
                    <a:pt x="35" y="15"/>
                  </a:lnTo>
                  <a:lnTo>
                    <a:pt x="37" y="19"/>
                  </a:lnTo>
                  <a:lnTo>
                    <a:pt x="42" y="19"/>
                  </a:lnTo>
                  <a:lnTo>
                    <a:pt x="45" y="21"/>
                  </a:lnTo>
                  <a:lnTo>
                    <a:pt x="47" y="19"/>
                  </a:lnTo>
                  <a:lnTo>
                    <a:pt x="51" y="19"/>
                  </a:lnTo>
                  <a:lnTo>
                    <a:pt x="53" y="21"/>
                  </a:lnTo>
                  <a:lnTo>
                    <a:pt x="57" y="22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9" y="27"/>
                  </a:lnTo>
                  <a:lnTo>
                    <a:pt x="59" y="29"/>
                  </a:lnTo>
                  <a:lnTo>
                    <a:pt x="58" y="29"/>
                  </a:lnTo>
                  <a:lnTo>
                    <a:pt x="57" y="34"/>
                  </a:lnTo>
                  <a:lnTo>
                    <a:pt x="55" y="35"/>
                  </a:lnTo>
                  <a:lnTo>
                    <a:pt x="53" y="35"/>
                  </a:lnTo>
                  <a:lnTo>
                    <a:pt x="50" y="37"/>
                  </a:lnTo>
                  <a:lnTo>
                    <a:pt x="47" y="37"/>
                  </a:lnTo>
                  <a:lnTo>
                    <a:pt x="49" y="39"/>
                  </a:lnTo>
                  <a:lnTo>
                    <a:pt x="51" y="42"/>
                  </a:lnTo>
                  <a:lnTo>
                    <a:pt x="49" y="43"/>
                  </a:lnTo>
                  <a:lnTo>
                    <a:pt x="50" y="44"/>
                  </a:lnTo>
                  <a:lnTo>
                    <a:pt x="51" y="44"/>
                  </a:lnTo>
                  <a:lnTo>
                    <a:pt x="53" y="48"/>
                  </a:lnTo>
                  <a:lnTo>
                    <a:pt x="57" y="48"/>
                  </a:lnTo>
                  <a:lnTo>
                    <a:pt x="61" y="50"/>
                  </a:lnTo>
                  <a:lnTo>
                    <a:pt x="63" y="51"/>
                  </a:lnTo>
                  <a:lnTo>
                    <a:pt x="66" y="55"/>
                  </a:lnTo>
                  <a:lnTo>
                    <a:pt x="68" y="56"/>
                  </a:lnTo>
                  <a:lnTo>
                    <a:pt x="71" y="59"/>
                  </a:lnTo>
                  <a:lnTo>
                    <a:pt x="71" y="62"/>
                  </a:lnTo>
                  <a:lnTo>
                    <a:pt x="75" y="65"/>
                  </a:lnTo>
                  <a:lnTo>
                    <a:pt x="76" y="68"/>
                  </a:lnTo>
                  <a:lnTo>
                    <a:pt x="78" y="69"/>
                  </a:lnTo>
                  <a:lnTo>
                    <a:pt x="80" y="69"/>
                  </a:lnTo>
                  <a:lnTo>
                    <a:pt x="82" y="71"/>
                  </a:lnTo>
                  <a:lnTo>
                    <a:pt x="82" y="73"/>
                  </a:lnTo>
                  <a:lnTo>
                    <a:pt x="83" y="75"/>
                  </a:lnTo>
                  <a:lnTo>
                    <a:pt x="84" y="75"/>
                  </a:lnTo>
                  <a:lnTo>
                    <a:pt x="87" y="75"/>
                  </a:lnTo>
                  <a:lnTo>
                    <a:pt x="86" y="77"/>
                  </a:lnTo>
                  <a:lnTo>
                    <a:pt x="87" y="79"/>
                  </a:lnTo>
                  <a:lnTo>
                    <a:pt x="89" y="79"/>
                  </a:lnTo>
                  <a:lnTo>
                    <a:pt x="91" y="80"/>
                  </a:lnTo>
                  <a:lnTo>
                    <a:pt x="92" y="81"/>
                  </a:lnTo>
                  <a:lnTo>
                    <a:pt x="95" y="80"/>
                  </a:lnTo>
                  <a:lnTo>
                    <a:pt x="95" y="81"/>
                  </a:lnTo>
                  <a:lnTo>
                    <a:pt x="93" y="84"/>
                  </a:lnTo>
                  <a:lnTo>
                    <a:pt x="93" y="87"/>
                  </a:lnTo>
                  <a:lnTo>
                    <a:pt x="93" y="88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2" y="93"/>
                  </a:lnTo>
                  <a:lnTo>
                    <a:pt x="93" y="97"/>
                  </a:lnTo>
                  <a:lnTo>
                    <a:pt x="93" y="98"/>
                  </a:lnTo>
                  <a:lnTo>
                    <a:pt x="95" y="102"/>
                  </a:lnTo>
                  <a:lnTo>
                    <a:pt x="92" y="104"/>
                  </a:lnTo>
                  <a:lnTo>
                    <a:pt x="89" y="104"/>
                  </a:lnTo>
                  <a:lnTo>
                    <a:pt x="87" y="102"/>
                  </a:lnTo>
                  <a:lnTo>
                    <a:pt x="86" y="101"/>
                  </a:lnTo>
                  <a:lnTo>
                    <a:pt x="84" y="100"/>
                  </a:lnTo>
                  <a:lnTo>
                    <a:pt x="80" y="100"/>
                  </a:lnTo>
                  <a:lnTo>
                    <a:pt x="79" y="102"/>
                  </a:lnTo>
                  <a:lnTo>
                    <a:pt x="82" y="105"/>
                  </a:lnTo>
                  <a:lnTo>
                    <a:pt x="80" y="106"/>
                  </a:lnTo>
                  <a:lnTo>
                    <a:pt x="82" y="109"/>
                  </a:lnTo>
                  <a:lnTo>
                    <a:pt x="82" y="110"/>
                  </a:lnTo>
                  <a:lnTo>
                    <a:pt x="78" y="109"/>
                  </a:lnTo>
                  <a:lnTo>
                    <a:pt x="75" y="106"/>
                  </a:lnTo>
                  <a:lnTo>
                    <a:pt x="72" y="106"/>
                  </a:lnTo>
                  <a:lnTo>
                    <a:pt x="71" y="104"/>
                  </a:lnTo>
                  <a:lnTo>
                    <a:pt x="68" y="102"/>
                  </a:lnTo>
                  <a:lnTo>
                    <a:pt x="70" y="101"/>
                  </a:lnTo>
                  <a:lnTo>
                    <a:pt x="71" y="100"/>
                  </a:lnTo>
                  <a:lnTo>
                    <a:pt x="71" y="96"/>
                  </a:lnTo>
                  <a:lnTo>
                    <a:pt x="71" y="93"/>
                  </a:lnTo>
                  <a:lnTo>
                    <a:pt x="71" y="92"/>
                  </a:lnTo>
                  <a:lnTo>
                    <a:pt x="71" y="90"/>
                  </a:lnTo>
                  <a:lnTo>
                    <a:pt x="72" y="88"/>
                  </a:lnTo>
                  <a:lnTo>
                    <a:pt x="71" y="85"/>
                  </a:lnTo>
                  <a:lnTo>
                    <a:pt x="68" y="84"/>
                  </a:lnTo>
                  <a:lnTo>
                    <a:pt x="70" y="83"/>
                  </a:lnTo>
                  <a:lnTo>
                    <a:pt x="67" y="81"/>
                  </a:lnTo>
                  <a:lnTo>
                    <a:pt x="64" y="81"/>
                  </a:lnTo>
                  <a:lnTo>
                    <a:pt x="62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2"/>
                  </a:lnTo>
                  <a:lnTo>
                    <a:pt x="59" y="69"/>
                  </a:lnTo>
                  <a:lnTo>
                    <a:pt x="61" y="68"/>
                  </a:lnTo>
                  <a:lnTo>
                    <a:pt x="61" y="65"/>
                  </a:lnTo>
                  <a:lnTo>
                    <a:pt x="61" y="63"/>
                  </a:lnTo>
                  <a:lnTo>
                    <a:pt x="57" y="62"/>
                  </a:lnTo>
                  <a:lnTo>
                    <a:pt x="51" y="58"/>
                  </a:lnTo>
                  <a:lnTo>
                    <a:pt x="50" y="54"/>
                  </a:lnTo>
                  <a:lnTo>
                    <a:pt x="45" y="52"/>
                  </a:lnTo>
                  <a:lnTo>
                    <a:pt x="41" y="54"/>
                  </a:lnTo>
                  <a:lnTo>
                    <a:pt x="38" y="59"/>
                  </a:lnTo>
                  <a:lnTo>
                    <a:pt x="33" y="59"/>
                  </a:lnTo>
                  <a:lnTo>
                    <a:pt x="32" y="56"/>
                  </a:lnTo>
                  <a:lnTo>
                    <a:pt x="29" y="56"/>
                  </a:lnTo>
                  <a:lnTo>
                    <a:pt x="25" y="55"/>
                  </a:lnTo>
                  <a:lnTo>
                    <a:pt x="21" y="56"/>
                  </a:lnTo>
                  <a:lnTo>
                    <a:pt x="21" y="59"/>
                  </a:lnTo>
                  <a:lnTo>
                    <a:pt x="18" y="59"/>
                  </a:lnTo>
                  <a:lnTo>
                    <a:pt x="14" y="62"/>
                  </a:lnTo>
                  <a:lnTo>
                    <a:pt x="14" y="55"/>
                  </a:lnTo>
                  <a:lnTo>
                    <a:pt x="14" y="51"/>
                  </a:lnTo>
                  <a:lnTo>
                    <a:pt x="13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3" y="42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5" y="35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4" y="27"/>
                  </a:lnTo>
                  <a:lnTo>
                    <a:pt x="1" y="27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4"/>
                  </a:lnTo>
                  <a:lnTo>
                    <a:pt x="8" y="14"/>
                  </a:lnTo>
                  <a:lnTo>
                    <a:pt x="10" y="12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7" y="12"/>
                  </a:lnTo>
                  <a:lnTo>
                    <a:pt x="17" y="9"/>
                  </a:lnTo>
                  <a:lnTo>
                    <a:pt x="16" y="6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5" name="Freeform 364">
              <a:extLst>
                <a:ext uri="{FF2B5EF4-FFF2-40B4-BE49-F238E27FC236}">
                  <a16:creationId xmlns:a16="http://schemas.microsoft.com/office/drawing/2014/main" id="{C079CBCC-7F70-4356-9393-EA2BEF0D0E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6409" y="5634524"/>
              <a:ext cx="915791" cy="1695573"/>
            </a:xfrm>
            <a:custGeom>
              <a:avLst/>
              <a:gdLst>
                <a:gd name="T0" fmla="*/ 36 w 101"/>
                <a:gd name="T1" fmla="*/ 175 h 187"/>
                <a:gd name="T2" fmla="*/ 28 w 101"/>
                <a:gd name="T3" fmla="*/ 165 h 187"/>
                <a:gd name="T4" fmla="*/ 18 w 101"/>
                <a:gd name="T5" fmla="*/ 162 h 187"/>
                <a:gd name="T6" fmla="*/ 39 w 101"/>
                <a:gd name="T7" fmla="*/ 139 h 187"/>
                <a:gd name="T8" fmla="*/ 38 w 101"/>
                <a:gd name="T9" fmla="*/ 135 h 187"/>
                <a:gd name="T10" fmla="*/ 66 w 101"/>
                <a:gd name="T11" fmla="*/ 109 h 187"/>
                <a:gd name="T12" fmla="*/ 30 w 101"/>
                <a:gd name="T13" fmla="*/ 2 h 187"/>
                <a:gd name="T14" fmla="*/ 36 w 101"/>
                <a:gd name="T15" fmla="*/ 13 h 187"/>
                <a:gd name="T16" fmla="*/ 42 w 101"/>
                <a:gd name="T17" fmla="*/ 17 h 187"/>
                <a:gd name="T18" fmla="*/ 43 w 101"/>
                <a:gd name="T19" fmla="*/ 30 h 187"/>
                <a:gd name="T20" fmla="*/ 54 w 101"/>
                <a:gd name="T21" fmla="*/ 30 h 187"/>
                <a:gd name="T22" fmla="*/ 70 w 101"/>
                <a:gd name="T23" fmla="*/ 29 h 187"/>
                <a:gd name="T24" fmla="*/ 90 w 101"/>
                <a:gd name="T25" fmla="*/ 38 h 187"/>
                <a:gd name="T26" fmla="*/ 90 w 101"/>
                <a:gd name="T27" fmla="*/ 50 h 187"/>
                <a:gd name="T28" fmla="*/ 99 w 101"/>
                <a:gd name="T29" fmla="*/ 58 h 187"/>
                <a:gd name="T30" fmla="*/ 100 w 101"/>
                <a:gd name="T31" fmla="*/ 67 h 187"/>
                <a:gd name="T32" fmla="*/ 96 w 101"/>
                <a:gd name="T33" fmla="*/ 77 h 187"/>
                <a:gd name="T34" fmla="*/ 82 w 101"/>
                <a:gd name="T35" fmla="*/ 77 h 187"/>
                <a:gd name="T36" fmla="*/ 67 w 101"/>
                <a:gd name="T37" fmla="*/ 81 h 187"/>
                <a:gd name="T38" fmla="*/ 67 w 101"/>
                <a:gd name="T39" fmla="*/ 98 h 187"/>
                <a:gd name="T40" fmla="*/ 67 w 101"/>
                <a:gd name="T41" fmla="*/ 108 h 187"/>
                <a:gd name="T42" fmla="*/ 62 w 101"/>
                <a:gd name="T43" fmla="*/ 105 h 187"/>
                <a:gd name="T44" fmla="*/ 55 w 101"/>
                <a:gd name="T45" fmla="*/ 101 h 187"/>
                <a:gd name="T46" fmla="*/ 47 w 101"/>
                <a:gd name="T47" fmla="*/ 101 h 187"/>
                <a:gd name="T48" fmla="*/ 46 w 101"/>
                <a:gd name="T49" fmla="*/ 93 h 187"/>
                <a:gd name="T50" fmla="*/ 43 w 101"/>
                <a:gd name="T51" fmla="*/ 90 h 187"/>
                <a:gd name="T52" fmla="*/ 37 w 101"/>
                <a:gd name="T53" fmla="*/ 90 h 187"/>
                <a:gd name="T54" fmla="*/ 37 w 101"/>
                <a:gd name="T55" fmla="*/ 94 h 187"/>
                <a:gd name="T56" fmla="*/ 36 w 101"/>
                <a:gd name="T57" fmla="*/ 102 h 187"/>
                <a:gd name="T58" fmla="*/ 32 w 101"/>
                <a:gd name="T59" fmla="*/ 122 h 187"/>
                <a:gd name="T60" fmla="*/ 29 w 101"/>
                <a:gd name="T61" fmla="*/ 131 h 187"/>
                <a:gd name="T62" fmla="*/ 32 w 101"/>
                <a:gd name="T63" fmla="*/ 142 h 187"/>
                <a:gd name="T64" fmla="*/ 33 w 101"/>
                <a:gd name="T65" fmla="*/ 142 h 187"/>
                <a:gd name="T66" fmla="*/ 38 w 101"/>
                <a:gd name="T67" fmla="*/ 147 h 187"/>
                <a:gd name="T68" fmla="*/ 42 w 101"/>
                <a:gd name="T69" fmla="*/ 152 h 187"/>
                <a:gd name="T70" fmla="*/ 45 w 101"/>
                <a:gd name="T71" fmla="*/ 158 h 187"/>
                <a:gd name="T72" fmla="*/ 42 w 101"/>
                <a:gd name="T73" fmla="*/ 164 h 187"/>
                <a:gd name="T74" fmla="*/ 47 w 101"/>
                <a:gd name="T75" fmla="*/ 168 h 187"/>
                <a:gd name="T76" fmla="*/ 57 w 101"/>
                <a:gd name="T77" fmla="*/ 173 h 187"/>
                <a:gd name="T78" fmla="*/ 64 w 101"/>
                <a:gd name="T79" fmla="*/ 181 h 187"/>
                <a:gd name="T80" fmla="*/ 58 w 101"/>
                <a:gd name="T81" fmla="*/ 184 h 187"/>
                <a:gd name="T82" fmla="*/ 54 w 101"/>
                <a:gd name="T83" fmla="*/ 179 h 187"/>
                <a:gd name="T84" fmla="*/ 43 w 101"/>
                <a:gd name="T85" fmla="*/ 173 h 187"/>
                <a:gd name="T86" fmla="*/ 36 w 101"/>
                <a:gd name="T87" fmla="*/ 172 h 187"/>
                <a:gd name="T88" fmla="*/ 32 w 101"/>
                <a:gd name="T89" fmla="*/ 167 h 187"/>
                <a:gd name="T90" fmla="*/ 24 w 101"/>
                <a:gd name="T91" fmla="*/ 158 h 187"/>
                <a:gd name="T92" fmla="*/ 21 w 101"/>
                <a:gd name="T93" fmla="*/ 156 h 187"/>
                <a:gd name="T94" fmla="*/ 18 w 101"/>
                <a:gd name="T95" fmla="*/ 146 h 187"/>
                <a:gd name="T96" fmla="*/ 20 w 101"/>
                <a:gd name="T97" fmla="*/ 139 h 187"/>
                <a:gd name="T98" fmla="*/ 22 w 101"/>
                <a:gd name="T99" fmla="*/ 129 h 187"/>
                <a:gd name="T100" fmla="*/ 29 w 101"/>
                <a:gd name="T101" fmla="*/ 113 h 187"/>
                <a:gd name="T102" fmla="*/ 29 w 101"/>
                <a:gd name="T103" fmla="*/ 100 h 187"/>
                <a:gd name="T104" fmla="*/ 28 w 101"/>
                <a:gd name="T105" fmla="*/ 89 h 187"/>
                <a:gd name="T106" fmla="*/ 16 w 101"/>
                <a:gd name="T107" fmla="*/ 72 h 187"/>
                <a:gd name="T108" fmla="*/ 16 w 101"/>
                <a:gd name="T109" fmla="*/ 56 h 187"/>
                <a:gd name="T110" fmla="*/ 14 w 101"/>
                <a:gd name="T111" fmla="*/ 46 h 187"/>
                <a:gd name="T112" fmla="*/ 4 w 101"/>
                <a:gd name="T113" fmla="*/ 34 h 187"/>
                <a:gd name="T114" fmla="*/ 5 w 101"/>
                <a:gd name="T115" fmla="*/ 25 h 187"/>
                <a:gd name="T116" fmla="*/ 8 w 101"/>
                <a:gd name="T117" fmla="*/ 12 h 187"/>
                <a:gd name="T118" fmla="*/ 18 w 101"/>
                <a:gd name="T119" fmla="*/ 6 h 187"/>
                <a:gd name="T120" fmla="*/ 22 w 101"/>
                <a:gd name="T121" fmla="*/ 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1" h="187">
                  <a:moveTo>
                    <a:pt x="36" y="175"/>
                  </a:moveTo>
                  <a:lnTo>
                    <a:pt x="37" y="175"/>
                  </a:lnTo>
                  <a:lnTo>
                    <a:pt x="37" y="176"/>
                  </a:lnTo>
                  <a:lnTo>
                    <a:pt x="36" y="176"/>
                  </a:lnTo>
                  <a:lnTo>
                    <a:pt x="36" y="175"/>
                  </a:lnTo>
                  <a:lnTo>
                    <a:pt x="36" y="175"/>
                  </a:lnTo>
                  <a:close/>
                  <a:moveTo>
                    <a:pt x="28" y="163"/>
                  </a:moveTo>
                  <a:lnTo>
                    <a:pt x="28" y="163"/>
                  </a:lnTo>
                  <a:lnTo>
                    <a:pt x="28" y="164"/>
                  </a:lnTo>
                  <a:lnTo>
                    <a:pt x="28" y="165"/>
                  </a:lnTo>
                  <a:lnTo>
                    <a:pt x="28" y="163"/>
                  </a:lnTo>
                  <a:close/>
                  <a:moveTo>
                    <a:pt x="18" y="158"/>
                  </a:moveTo>
                  <a:lnTo>
                    <a:pt x="21" y="158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8"/>
                  </a:lnTo>
                  <a:close/>
                  <a:moveTo>
                    <a:pt x="39" y="138"/>
                  </a:moveTo>
                  <a:lnTo>
                    <a:pt x="39" y="139"/>
                  </a:lnTo>
                  <a:lnTo>
                    <a:pt x="39" y="142"/>
                  </a:lnTo>
                  <a:lnTo>
                    <a:pt x="38" y="140"/>
                  </a:lnTo>
                  <a:lnTo>
                    <a:pt x="38" y="139"/>
                  </a:lnTo>
                  <a:lnTo>
                    <a:pt x="39" y="138"/>
                  </a:lnTo>
                  <a:close/>
                  <a:moveTo>
                    <a:pt x="38" y="135"/>
                  </a:moveTo>
                  <a:lnTo>
                    <a:pt x="38" y="137"/>
                  </a:lnTo>
                  <a:lnTo>
                    <a:pt x="37" y="137"/>
                  </a:lnTo>
                  <a:lnTo>
                    <a:pt x="38" y="135"/>
                  </a:lnTo>
                  <a:close/>
                  <a:moveTo>
                    <a:pt x="62" y="106"/>
                  </a:moveTo>
                  <a:lnTo>
                    <a:pt x="66" y="109"/>
                  </a:lnTo>
                  <a:lnTo>
                    <a:pt x="64" y="109"/>
                  </a:lnTo>
                  <a:lnTo>
                    <a:pt x="62" y="108"/>
                  </a:lnTo>
                  <a:lnTo>
                    <a:pt x="62" y="106"/>
                  </a:lnTo>
                  <a:close/>
                  <a:moveTo>
                    <a:pt x="29" y="0"/>
                  </a:moveTo>
                  <a:lnTo>
                    <a:pt x="30" y="2"/>
                  </a:lnTo>
                  <a:lnTo>
                    <a:pt x="33" y="2"/>
                  </a:lnTo>
                  <a:lnTo>
                    <a:pt x="36" y="5"/>
                  </a:lnTo>
                  <a:lnTo>
                    <a:pt x="36" y="9"/>
                  </a:lnTo>
                  <a:lnTo>
                    <a:pt x="34" y="10"/>
                  </a:lnTo>
                  <a:lnTo>
                    <a:pt x="36" y="13"/>
                  </a:lnTo>
                  <a:lnTo>
                    <a:pt x="37" y="14"/>
                  </a:lnTo>
                  <a:lnTo>
                    <a:pt x="39" y="13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2" y="17"/>
                  </a:lnTo>
                  <a:lnTo>
                    <a:pt x="43" y="19"/>
                  </a:lnTo>
                  <a:lnTo>
                    <a:pt x="43" y="21"/>
                  </a:lnTo>
                  <a:lnTo>
                    <a:pt x="42" y="23"/>
                  </a:lnTo>
                  <a:lnTo>
                    <a:pt x="43" y="26"/>
                  </a:lnTo>
                  <a:lnTo>
                    <a:pt x="43" y="30"/>
                  </a:lnTo>
                  <a:lnTo>
                    <a:pt x="43" y="37"/>
                  </a:lnTo>
                  <a:lnTo>
                    <a:pt x="47" y="34"/>
                  </a:lnTo>
                  <a:lnTo>
                    <a:pt x="50" y="34"/>
                  </a:lnTo>
                  <a:lnTo>
                    <a:pt x="50" y="31"/>
                  </a:lnTo>
                  <a:lnTo>
                    <a:pt x="54" y="30"/>
                  </a:lnTo>
                  <a:lnTo>
                    <a:pt x="58" y="31"/>
                  </a:lnTo>
                  <a:lnTo>
                    <a:pt x="61" y="31"/>
                  </a:lnTo>
                  <a:lnTo>
                    <a:pt x="62" y="34"/>
                  </a:lnTo>
                  <a:lnTo>
                    <a:pt x="67" y="34"/>
                  </a:lnTo>
                  <a:lnTo>
                    <a:pt x="70" y="29"/>
                  </a:lnTo>
                  <a:lnTo>
                    <a:pt x="74" y="27"/>
                  </a:lnTo>
                  <a:lnTo>
                    <a:pt x="79" y="29"/>
                  </a:lnTo>
                  <a:lnTo>
                    <a:pt x="80" y="33"/>
                  </a:lnTo>
                  <a:lnTo>
                    <a:pt x="86" y="37"/>
                  </a:lnTo>
                  <a:lnTo>
                    <a:pt x="90" y="38"/>
                  </a:lnTo>
                  <a:lnTo>
                    <a:pt x="90" y="40"/>
                  </a:lnTo>
                  <a:lnTo>
                    <a:pt x="90" y="43"/>
                  </a:lnTo>
                  <a:lnTo>
                    <a:pt x="88" y="44"/>
                  </a:lnTo>
                  <a:lnTo>
                    <a:pt x="90" y="47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1" y="54"/>
                  </a:lnTo>
                  <a:lnTo>
                    <a:pt x="93" y="56"/>
                  </a:lnTo>
                  <a:lnTo>
                    <a:pt x="96" y="56"/>
                  </a:lnTo>
                  <a:lnTo>
                    <a:pt x="99" y="58"/>
                  </a:lnTo>
                  <a:lnTo>
                    <a:pt x="97" y="59"/>
                  </a:lnTo>
                  <a:lnTo>
                    <a:pt x="100" y="60"/>
                  </a:lnTo>
                  <a:lnTo>
                    <a:pt x="101" y="63"/>
                  </a:lnTo>
                  <a:lnTo>
                    <a:pt x="100" y="65"/>
                  </a:lnTo>
                  <a:lnTo>
                    <a:pt x="100" y="67"/>
                  </a:lnTo>
                  <a:lnTo>
                    <a:pt x="100" y="68"/>
                  </a:lnTo>
                  <a:lnTo>
                    <a:pt x="100" y="71"/>
                  </a:lnTo>
                  <a:lnTo>
                    <a:pt x="100" y="75"/>
                  </a:lnTo>
                  <a:lnTo>
                    <a:pt x="99" y="76"/>
                  </a:lnTo>
                  <a:lnTo>
                    <a:pt x="96" y="77"/>
                  </a:lnTo>
                  <a:lnTo>
                    <a:pt x="93" y="76"/>
                  </a:lnTo>
                  <a:lnTo>
                    <a:pt x="91" y="77"/>
                  </a:lnTo>
                  <a:lnTo>
                    <a:pt x="88" y="76"/>
                  </a:lnTo>
                  <a:lnTo>
                    <a:pt x="86" y="76"/>
                  </a:lnTo>
                  <a:lnTo>
                    <a:pt x="82" y="77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2" y="77"/>
                  </a:lnTo>
                  <a:lnTo>
                    <a:pt x="70" y="77"/>
                  </a:lnTo>
                  <a:lnTo>
                    <a:pt x="67" y="81"/>
                  </a:lnTo>
                  <a:lnTo>
                    <a:pt x="66" y="85"/>
                  </a:lnTo>
                  <a:lnTo>
                    <a:pt x="64" y="88"/>
                  </a:lnTo>
                  <a:lnTo>
                    <a:pt x="64" y="92"/>
                  </a:lnTo>
                  <a:lnTo>
                    <a:pt x="66" y="97"/>
                  </a:lnTo>
                  <a:lnTo>
                    <a:pt x="67" y="98"/>
                  </a:lnTo>
                  <a:lnTo>
                    <a:pt x="68" y="100"/>
                  </a:lnTo>
                  <a:lnTo>
                    <a:pt x="68" y="105"/>
                  </a:lnTo>
                  <a:lnTo>
                    <a:pt x="68" y="106"/>
                  </a:lnTo>
                  <a:lnTo>
                    <a:pt x="67" y="106"/>
                  </a:lnTo>
                  <a:lnTo>
                    <a:pt x="67" y="108"/>
                  </a:lnTo>
                  <a:lnTo>
                    <a:pt x="66" y="108"/>
                  </a:lnTo>
                  <a:lnTo>
                    <a:pt x="66" y="108"/>
                  </a:lnTo>
                  <a:lnTo>
                    <a:pt x="63" y="105"/>
                  </a:lnTo>
                  <a:lnTo>
                    <a:pt x="62" y="105"/>
                  </a:lnTo>
                  <a:lnTo>
                    <a:pt x="62" y="105"/>
                  </a:lnTo>
                  <a:lnTo>
                    <a:pt x="61" y="104"/>
                  </a:lnTo>
                  <a:lnTo>
                    <a:pt x="58" y="101"/>
                  </a:lnTo>
                  <a:lnTo>
                    <a:pt x="57" y="100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55" y="102"/>
                  </a:lnTo>
                  <a:lnTo>
                    <a:pt x="54" y="101"/>
                  </a:lnTo>
                  <a:lnTo>
                    <a:pt x="51" y="101"/>
                  </a:lnTo>
                  <a:lnTo>
                    <a:pt x="49" y="101"/>
                  </a:lnTo>
                  <a:lnTo>
                    <a:pt x="47" y="101"/>
                  </a:lnTo>
                  <a:lnTo>
                    <a:pt x="46" y="101"/>
                  </a:lnTo>
                  <a:lnTo>
                    <a:pt x="46" y="98"/>
                  </a:lnTo>
                  <a:lnTo>
                    <a:pt x="47" y="98"/>
                  </a:lnTo>
                  <a:lnTo>
                    <a:pt x="46" y="96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6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2" y="89"/>
                  </a:lnTo>
                  <a:lnTo>
                    <a:pt x="41" y="90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37" y="90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36" y="92"/>
                  </a:lnTo>
                  <a:lnTo>
                    <a:pt x="34" y="93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6" y="98"/>
                  </a:lnTo>
                  <a:lnTo>
                    <a:pt x="36" y="101"/>
                  </a:lnTo>
                  <a:lnTo>
                    <a:pt x="36" y="102"/>
                  </a:lnTo>
                  <a:lnTo>
                    <a:pt x="36" y="102"/>
                  </a:lnTo>
                  <a:lnTo>
                    <a:pt x="36" y="106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2" y="113"/>
                  </a:lnTo>
                  <a:lnTo>
                    <a:pt x="32" y="122"/>
                  </a:lnTo>
                  <a:lnTo>
                    <a:pt x="29" y="126"/>
                  </a:lnTo>
                  <a:lnTo>
                    <a:pt x="29" y="129"/>
                  </a:lnTo>
                  <a:lnTo>
                    <a:pt x="28" y="130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8" y="133"/>
                  </a:lnTo>
                  <a:lnTo>
                    <a:pt x="28" y="134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2" y="142"/>
                  </a:lnTo>
                  <a:lnTo>
                    <a:pt x="30" y="143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2" y="143"/>
                  </a:lnTo>
                  <a:lnTo>
                    <a:pt x="33" y="142"/>
                  </a:lnTo>
                  <a:lnTo>
                    <a:pt x="34" y="142"/>
                  </a:lnTo>
                  <a:lnTo>
                    <a:pt x="36" y="143"/>
                  </a:lnTo>
                  <a:lnTo>
                    <a:pt x="37" y="143"/>
                  </a:lnTo>
                  <a:lnTo>
                    <a:pt x="37" y="146"/>
                  </a:lnTo>
                  <a:lnTo>
                    <a:pt x="38" y="147"/>
                  </a:lnTo>
                  <a:lnTo>
                    <a:pt x="38" y="150"/>
                  </a:lnTo>
                  <a:lnTo>
                    <a:pt x="39" y="151"/>
                  </a:lnTo>
                  <a:lnTo>
                    <a:pt x="41" y="154"/>
                  </a:lnTo>
                  <a:lnTo>
                    <a:pt x="42" y="154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2" y="152"/>
                  </a:lnTo>
                  <a:lnTo>
                    <a:pt x="43" y="155"/>
                  </a:lnTo>
                  <a:lnTo>
                    <a:pt x="43" y="156"/>
                  </a:lnTo>
                  <a:lnTo>
                    <a:pt x="45" y="158"/>
                  </a:lnTo>
                  <a:lnTo>
                    <a:pt x="46" y="162"/>
                  </a:lnTo>
                  <a:lnTo>
                    <a:pt x="45" y="163"/>
                  </a:lnTo>
                  <a:lnTo>
                    <a:pt x="45" y="164"/>
                  </a:lnTo>
                  <a:lnTo>
                    <a:pt x="45" y="163"/>
                  </a:lnTo>
                  <a:lnTo>
                    <a:pt x="42" y="164"/>
                  </a:lnTo>
                  <a:lnTo>
                    <a:pt x="42" y="165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7" y="168"/>
                  </a:lnTo>
                  <a:lnTo>
                    <a:pt x="49" y="169"/>
                  </a:lnTo>
                  <a:lnTo>
                    <a:pt x="51" y="172"/>
                  </a:lnTo>
                  <a:lnTo>
                    <a:pt x="53" y="173"/>
                  </a:lnTo>
                  <a:lnTo>
                    <a:pt x="54" y="173"/>
                  </a:lnTo>
                  <a:lnTo>
                    <a:pt x="57" y="173"/>
                  </a:lnTo>
                  <a:lnTo>
                    <a:pt x="59" y="173"/>
                  </a:lnTo>
                  <a:lnTo>
                    <a:pt x="61" y="177"/>
                  </a:lnTo>
                  <a:lnTo>
                    <a:pt x="62" y="179"/>
                  </a:lnTo>
                  <a:lnTo>
                    <a:pt x="63" y="180"/>
                  </a:lnTo>
                  <a:lnTo>
                    <a:pt x="64" y="181"/>
                  </a:lnTo>
                  <a:lnTo>
                    <a:pt x="63" y="183"/>
                  </a:lnTo>
                  <a:lnTo>
                    <a:pt x="63" y="184"/>
                  </a:lnTo>
                  <a:lnTo>
                    <a:pt x="62" y="185"/>
                  </a:lnTo>
                  <a:lnTo>
                    <a:pt x="61" y="184"/>
                  </a:lnTo>
                  <a:lnTo>
                    <a:pt x="58" y="184"/>
                  </a:lnTo>
                  <a:lnTo>
                    <a:pt x="55" y="187"/>
                  </a:lnTo>
                  <a:lnTo>
                    <a:pt x="53" y="187"/>
                  </a:lnTo>
                  <a:lnTo>
                    <a:pt x="53" y="184"/>
                  </a:lnTo>
                  <a:lnTo>
                    <a:pt x="54" y="183"/>
                  </a:lnTo>
                  <a:lnTo>
                    <a:pt x="54" y="179"/>
                  </a:lnTo>
                  <a:lnTo>
                    <a:pt x="53" y="177"/>
                  </a:lnTo>
                  <a:lnTo>
                    <a:pt x="50" y="177"/>
                  </a:lnTo>
                  <a:lnTo>
                    <a:pt x="50" y="176"/>
                  </a:lnTo>
                  <a:lnTo>
                    <a:pt x="46" y="175"/>
                  </a:lnTo>
                  <a:lnTo>
                    <a:pt x="43" y="173"/>
                  </a:lnTo>
                  <a:lnTo>
                    <a:pt x="42" y="175"/>
                  </a:lnTo>
                  <a:lnTo>
                    <a:pt x="42" y="177"/>
                  </a:lnTo>
                  <a:lnTo>
                    <a:pt x="41" y="176"/>
                  </a:lnTo>
                  <a:lnTo>
                    <a:pt x="36" y="172"/>
                  </a:lnTo>
                  <a:lnTo>
                    <a:pt x="36" y="172"/>
                  </a:lnTo>
                  <a:lnTo>
                    <a:pt x="37" y="171"/>
                  </a:lnTo>
                  <a:lnTo>
                    <a:pt x="37" y="169"/>
                  </a:lnTo>
                  <a:lnTo>
                    <a:pt x="36" y="169"/>
                  </a:lnTo>
                  <a:lnTo>
                    <a:pt x="34" y="167"/>
                  </a:lnTo>
                  <a:lnTo>
                    <a:pt x="32" y="167"/>
                  </a:lnTo>
                  <a:lnTo>
                    <a:pt x="32" y="165"/>
                  </a:lnTo>
                  <a:lnTo>
                    <a:pt x="29" y="162"/>
                  </a:lnTo>
                  <a:lnTo>
                    <a:pt x="28" y="162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5"/>
                  </a:lnTo>
                  <a:lnTo>
                    <a:pt x="22" y="154"/>
                  </a:lnTo>
                  <a:lnTo>
                    <a:pt x="24" y="154"/>
                  </a:lnTo>
                  <a:lnTo>
                    <a:pt x="21" y="154"/>
                  </a:lnTo>
                  <a:lnTo>
                    <a:pt x="21" y="156"/>
                  </a:lnTo>
                  <a:lnTo>
                    <a:pt x="20" y="156"/>
                  </a:lnTo>
                  <a:lnTo>
                    <a:pt x="18" y="155"/>
                  </a:lnTo>
                  <a:lnTo>
                    <a:pt x="17" y="151"/>
                  </a:lnTo>
                  <a:lnTo>
                    <a:pt x="18" y="150"/>
                  </a:lnTo>
                  <a:lnTo>
                    <a:pt x="18" y="146"/>
                  </a:lnTo>
                  <a:lnTo>
                    <a:pt x="20" y="146"/>
                  </a:lnTo>
                  <a:lnTo>
                    <a:pt x="20" y="140"/>
                  </a:lnTo>
                  <a:lnTo>
                    <a:pt x="21" y="140"/>
                  </a:lnTo>
                  <a:lnTo>
                    <a:pt x="21" y="139"/>
                  </a:lnTo>
                  <a:lnTo>
                    <a:pt x="20" y="139"/>
                  </a:lnTo>
                  <a:lnTo>
                    <a:pt x="22" y="137"/>
                  </a:lnTo>
                  <a:lnTo>
                    <a:pt x="21" y="135"/>
                  </a:lnTo>
                  <a:lnTo>
                    <a:pt x="22" y="134"/>
                  </a:lnTo>
                  <a:lnTo>
                    <a:pt x="21" y="133"/>
                  </a:lnTo>
                  <a:lnTo>
                    <a:pt x="22" y="129"/>
                  </a:lnTo>
                  <a:lnTo>
                    <a:pt x="22" y="127"/>
                  </a:lnTo>
                  <a:lnTo>
                    <a:pt x="24" y="126"/>
                  </a:lnTo>
                  <a:lnTo>
                    <a:pt x="24" y="122"/>
                  </a:lnTo>
                  <a:lnTo>
                    <a:pt x="26" y="121"/>
                  </a:lnTo>
                  <a:lnTo>
                    <a:pt x="29" y="113"/>
                  </a:lnTo>
                  <a:lnTo>
                    <a:pt x="30" y="113"/>
                  </a:lnTo>
                  <a:lnTo>
                    <a:pt x="30" y="109"/>
                  </a:lnTo>
                  <a:lnTo>
                    <a:pt x="29" y="106"/>
                  </a:lnTo>
                  <a:lnTo>
                    <a:pt x="29" y="102"/>
                  </a:lnTo>
                  <a:lnTo>
                    <a:pt x="29" y="100"/>
                  </a:lnTo>
                  <a:lnTo>
                    <a:pt x="28" y="97"/>
                  </a:lnTo>
                  <a:lnTo>
                    <a:pt x="26" y="96"/>
                  </a:lnTo>
                  <a:lnTo>
                    <a:pt x="26" y="93"/>
                  </a:lnTo>
                  <a:lnTo>
                    <a:pt x="26" y="90"/>
                  </a:lnTo>
                  <a:lnTo>
                    <a:pt x="28" y="89"/>
                  </a:lnTo>
                  <a:lnTo>
                    <a:pt x="26" y="84"/>
                  </a:lnTo>
                  <a:lnTo>
                    <a:pt x="22" y="80"/>
                  </a:lnTo>
                  <a:lnTo>
                    <a:pt x="18" y="77"/>
                  </a:lnTo>
                  <a:lnTo>
                    <a:pt x="16" y="73"/>
                  </a:lnTo>
                  <a:lnTo>
                    <a:pt x="16" y="72"/>
                  </a:lnTo>
                  <a:lnTo>
                    <a:pt x="14" y="68"/>
                  </a:lnTo>
                  <a:lnTo>
                    <a:pt x="17" y="65"/>
                  </a:lnTo>
                  <a:lnTo>
                    <a:pt x="17" y="64"/>
                  </a:lnTo>
                  <a:lnTo>
                    <a:pt x="16" y="58"/>
                  </a:lnTo>
                  <a:lnTo>
                    <a:pt x="16" y="56"/>
                  </a:lnTo>
                  <a:lnTo>
                    <a:pt x="18" y="55"/>
                  </a:lnTo>
                  <a:lnTo>
                    <a:pt x="18" y="52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9" y="39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0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3" y="26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4" y="19"/>
                  </a:lnTo>
                  <a:lnTo>
                    <a:pt x="7" y="18"/>
                  </a:lnTo>
                  <a:lnTo>
                    <a:pt x="5" y="14"/>
                  </a:lnTo>
                  <a:lnTo>
                    <a:pt x="8" y="12"/>
                  </a:lnTo>
                  <a:lnTo>
                    <a:pt x="12" y="13"/>
                  </a:lnTo>
                  <a:lnTo>
                    <a:pt x="14" y="10"/>
                  </a:lnTo>
                  <a:lnTo>
                    <a:pt x="17" y="12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20" y="5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6" name="Freeform 365">
              <a:extLst>
                <a:ext uri="{FF2B5EF4-FFF2-40B4-BE49-F238E27FC236}">
                  <a16:creationId xmlns:a16="http://schemas.microsoft.com/office/drawing/2014/main" id="{E7149FC1-696B-4CDD-A01D-2B0F9C5E55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7046" y="4709670"/>
              <a:ext cx="961126" cy="2148932"/>
            </a:xfrm>
            <a:custGeom>
              <a:avLst/>
              <a:gdLst>
                <a:gd name="T0" fmla="*/ 18 w 106"/>
                <a:gd name="T1" fmla="*/ 125 h 237"/>
                <a:gd name="T2" fmla="*/ 61 w 106"/>
                <a:gd name="T3" fmla="*/ 6 h 237"/>
                <a:gd name="T4" fmla="*/ 68 w 106"/>
                <a:gd name="T5" fmla="*/ 23 h 237"/>
                <a:gd name="T6" fmla="*/ 62 w 106"/>
                <a:gd name="T7" fmla="*/ 35 h 237"/>
                <a:gd name="T8" fmla="*/ 58 w 106"/>
                <a:gd name="T9" fmla="*/ 44 h 237"/>
                <a:gd name="T10" fmla="*/ 62 w 106"/>
                <a:gd name="T11" fmla="*/ 53 h 237"/>
                <a:gd name="T12" fmla="*/ 72 w 106"/>
                <a:gd name="T13" fmla="*/ 58 h 237"/>
                <a:gd name="T14" fmla="*/ 81 w 106"/>
                <a:gd name="T15" fmla="*/ 65 h 237"/>
                <a:gd name="T16" fmla="*/ 87 w 106"/>
                <a:gd name="T17" fmla="*/ 70 h 237"/>
                <a:gd name="T18" fmla="*/ 83 w 106"/>
                <a:gd name="T19" fmla="*/ 81 h 237"/>
                <a:gd name="T20" fmla="*/ 91 w 106"/>
                <a:gd name="T21" fmla="*/ 87 h 237"/>
                <a:gd name="T22" fmla="*/ 106 w 106"/>
                <a:gd name="T23" fmla="*/ 87 h 237"/>
                <a:gd name="T24" fmla="*/ 97 w 106"/>
                <a:gd name="T25" fmla="*/ 99 h 237"/>
                <a:gd name="T26" fmla="*/ 89 w 106"/>
                <a:gd name="T27" fmla="*/ 107 h 237"/>
                <a:gd name="T28" fmla="*/ 79 w 106"/>
                <a:gd name="T29" fmla="*/ 112 h 237"/>
                <a:gd name="T30" fmla="*/ 69 w 106"/>
                <a:gd name="T31" fmla="*/ 125 h 237"/>
                <a:gd name="T32" fmla="*/ 69 w 106"/>
                <a:gd name="T33" fmla="*/ 136 h 237"/>
                <a:gd name="T34" fmla="*/ 81 w 106"/>
                <a:gd name="T35" fmla="*/ 152 h 237"/>
                <a:gd name="T36" fmla="*/ 82 w 106"/>
                <a:gd name="T37" fmla="*/ 166 h 237"/>
                <a:gd name="T38" fmla="*/ 87 w 106"/>
                <a:gd name="T39" fmla="*/ 182 h 237"/>
                <a:gd name="T40" fmla="*/ 93 w 106"/>
                <a:gd name="T41" fmla="*/ 199 h 237"/>
                <a:gd name="T42" fmla="*/ 94 w 106"/>
                <a:gd name="T43" fmla="*/ 215 h 237"/>
                <a:gd name="T44" fmla="*/ 87 w 106"/>
                <a:gd name="T45" fmla="*/ 231 h 237"/>
                <a:gd name="T46" fmla="*/ 83 w 106"/>
                <a:gd name="T47" fmla="*/ 227 h 237"/>
                <a:gd name="T48" fmla="*/ 86 w 106"/>
                <a:gd name="T49" fmla="*/ 219 h 237"/>
                <a:gd name="T50" fmla="*/ 85 w 106"/>
                <a:gd name="T51" fmla="*/ 208 h 237"/>
                <a:gd name="T52" fmla="*/ 82 w 106"/>
                <a:gd name="T53" fmla="*/ 192 h 237"/>
                <a:gd name="T54" fmla="*/ 77 w 106"/>
                <a:gd name="T55" fmla="*/ 187 h 237"/>
                <a:gd name="T56" fmla="*/ 74 w 106"/>
                <a:gd name="T57" fmla="*/ 171 h 237"/>
                <a:gd name="T58" fmla="*/ 70 w 106"/>
                <a:gd name="T59" fmla="*/ 157 h 237"/>
                <a:gd name="T60" fmla="*/ 65 w 106"/>
                <a:gd name="T61" fmla="*/ 154 h 237"/>
                <a:gd name="T62" fmla="*/ 60 w 106"/>
                <a:gd name="T63" fmla="*/ 142 h 237"/>
                <a:gd name="T64" fmla="*/ 60 w 106"/>
                <a:gd name="T65" fmla="*/ 149 h 237"/>
                <a:gd name="T66" fmla="*/ 52 w 106"/>
                <a:gd name="T67" fmla="*/ 152 h 237"/>
                <a:gd name="T68" fmla="*/ 49 w 106"/>
                <a:gd name="T69" fmla="*/ 156 h 237"/>
                <a:gd name="T70" fmla="*/ 40 w 106"/>
                <a:gd name="T71" fmla="*/ 161 h 237"/>
                <a:gd name="T72" fmla="*/ 32 w 106"/>
                <a:gd name="T73" fmla="*/ 164 h 237"/>
                <a:gd name="T74" fmla="*/ 29 w 106"/>
                <a:gd name="T75" fmla="*/ 162 h 237"/>
                <a:gd name="T76" fmla="*/ 32 w 106"/>
                <a:gd name="T77" fmla="*/ 144 h 237"/>
                <a:gd name="T78" fmla="*/ 27 w 106"/>
                <a:gd name="T79" fmla="*/ 129 h 237"/>
                <a:gd name="T80" fmla="*/ 22 w 106"/>
                <a:gd name="T81" fmla="*/ 121 h 237"/>
                <a:gd name="T82" fmla="*/ 14 w 106"/>
                <a:gd name="T83" fmla="*/ 116 h 237"/>
                <a:gd name="T84" fmla="*/ 16 w 106"/>
                <a:gd name="T85" fmla="*/ 116 h 237"/>
                <a:gd name="T86" fmla="*/ 15 w 106"/>
                <a:gd name="T87" fmla="*/ 111 h 237"/>
                <a:gd name="T88" fmla="*/ 8 w 106"/>
                <a:gd name="T89" fmla="*/ 108 h 237"/>
                <a:gd name="T90" fmla="*/ 3 w 106"/>
                <a:gd name="T91" fmla="*/ 103 h 237"/>
                <a:gd name="T92" fmla="*/ 3 w 106"/>
                <a:gd name="T93" fmla="*/ 91 h 237"/>
                <a:gd name="T94" fmla="*/ 8 w 106"/>
                <a:gd name="T95" fmla="*/ 82 h 237"/>
                <a:gd name="T96" fmla="*/ 11 w 106"/>
                <a:gd name="T97" fmla="*/ 66 h 237"/>
                <a:gd name="T98" fmla="*/ 20 w 106"/>
                <a:gd name="T99" fmla="*/ 54 h 237"/>
                <a:gd name="T100" fmla="*/ 25 w 106"/>
                <a:gd name="T101" fmla="*/ 29 h 237"/>
                <a:gd name="T102" fmla="*/ 35 w 106"/>
                <a:gd name="T103" fmla="*/ 11 h 237"/>
                <a:gd name="T104" fmla="*/ 47 w 106"/>
                <a:gd name="T105" fmla="*/ 6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237">
                  <a:moveTo>
                    <a:pt x="18" y="125"/>
                  </a:moveTo>
                  <a:lnTo>
                    <a:pt x="19" y="127"/>
                  </a:lnTo>
                  <a:lnTo>
                    <a:pt x="19" y="129"/>
                  </a:lnTo>
                  <a:lnTo>
                    <a:pt x="16" y="128"/>
                  </a:lnTo>
                  <a:lnTo>
                    <a:pt x="16" y="125"/>
                  </a:lnTo>
                  <a:lnTo>
                    <a:pt x="18" y="125"/>
                  </a:lnTo>
                  <a:close/>
                  <a:moveTo>
                    <a:pt x="49" y="0"/>
                  </a:moveTo>
                  <a:lnTo>
                    <a:pt x="52" y="2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8" y="3"/>
                  </a:lnTo>
                  <a:lnTo>
                    <a:pt x="61" y="6"/>
                  </a:lnTo>
                  <a:lnTo>
                    <a:pt x="61" y="8"/>
                  </a:lnTo>
                  <a:lnTo>
                    <a:pt x="64" y="8"/>
                  </a:lnTo>
                  <a:lnTo>
                    <a:pt x="65" y="11"/>
                  </a:lnTo>
                  <a:lnTo>
                    <a:pt x="65" y="15"/>
                  </a:lnTo>
                  <a:lnTo>
                    <a:pt x="68" y="19"/>
                  </a:lnTo>
                  <a:lnTo>
                    <a:pt x="68" y="23"/>
                  </a:lnTo>
                  <a:lnTo>
                    <a:pt x="68" y="27"/>
                  </a:lnTo>
                  <a:lnTo>
                    <a:pt x="68" y="29"/>
                  </a:lnTo>
                  <a:lnTo>
                    <a:pt x="66" y="31"/>
                  </a:lnTo>
                  <a:lnTo>
                    <a:pt x="65" y="32"/>
                  </a:lnTo>
                  <a:lnTo>
                    <a:pt x="64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2" y="40"/>
                  </a:lnTo>
                  <a:lnTo>
                    <a:pt x="61" y="40"/>
                  </a:lnTo>
                  <a:lnTo>
                    <a:pt x="60" y="41"/>
                  </a:lnTo>
                  <a:lnTo>
                    <a:pt x="58" y="44"/>
                  </a:lnTo>
                  <a:lnTo>
                    <a:pt x="60" y="45"/>
                  </a:lnTo>
                  <a:lnTo>
                    <a:pt x="58" y="46"/>
                  </a:lnTo>
                  <a:lnTo>
                    <a:pt x="58" y="49"/>
                  </a:lnTo>
                  <a:lnTo>
                    <a:pt x="60" y="49"/>
                  </a:lnTo>
                  <a:lnTo>
                    <a:pt x="61" y="50"/>
                  </a:lnTo>
                  <a:lnTo>
                    <a:pt x="62" y="53"/>
                  </a:lnTo>
                  <a:lnTo>
                    <a:pt x="62" y="56"/>
                  </a:lnTo>
                  <a:lnTo>
                    <a:pt x="64" y="58"/>
                  </a:lnTo>
                  <a:lnTo>
                    <a:pt x="66" y="56"/>
                  </a:lnTo>
                  <a:lnTo>
                    <a:pt x="72" y="54"/>
                  </a:lnTo>
                  <a:lnTo>
                    <a:pt x="73" y="57"/>
                  </a:lnTo>
                  <a:lnTo>
                    <a:pt x="72" y="58"/>
                  </a:lnTo>
                  <a:lnTo>
                    <a:pt x="73" y="60"/>
                  </a:lnTo>
                  <a:lnTo>
                    <a:pt x="76" y="58"/>
                  </a:lnTo>
                  <a:lnTo>
                    <a:pt x="77" y="61"/>
                  </a:lnTo>
                  <a:lnTo>
                    <a:pt x="76" y="62"/>
                  </a:lnTo>
                  <a:lnTo>
                    <a:pt x="77" y="65"/>
                  </a:lnTo>
                  <a:lnTo>
                    <a:pt x="81" y="65"/>
                  </a:lnTo>
                  <a:lnTo>
                    <a:pt x="79" y="66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85" y="66"/>
                  </a:lnTo>
                  <a:lnTo>
                    <a:pt x="87" y="67"/>
                  </a:lnTo>
                  <a:lnTo>
                    <a:pt x="87" y="70"/>
                  </a:lnTo>
                  <a:lnTo>
                    <a:pt x="86" y="71"/>
                  </a:lnTo>
                  <a:lnTo>
                    <a:pt x="86" y="74"/>
                  </a:lnTo>
                  <a:lnTo>
                    <a:pt x="83" y="78"/>
                  </a:lnTo>
                  <a:lnTo>
                    <a:pt x="81" y="79"/>
                  </a:lnTo>
                  <a:lnTo>
                    <a:pt x="81" y="81"/>
                  </a:lnTo>
                  <a:lnTo>
                    <a:pt x="83" y="81"/>
                  </a:lnTo>
                  <a:lnTo>
                    <a:pt x="87" y="81"/>
                  </a:lnTo>
                  <a:lnTo>
                    <a:pt x="87" y="82"/>
                  </a:lnTo>
                  <a:lnTo>
                    <a:pt x="89" y="79"/>
                  </a:lnTo>
                  <a:lnTo>
                    <a:pt x="91" y="82"/>
                  </a:lnTo>
                  <a:lnTo>
                    <a:pt x="90" y="85"/>
                  </a:lnTo>
                  <a:lnTo>
                    <a:pt x="91" y="87"/>
                  </a:lnTo>
                  <a:lnTo>
                    <a:pt x="94" y="89"/>
                  </a:lnTo>
                  <a:lnTo>
                    <a:pt x="95" y="87"/>
                  </a:lnTo>
                  <a:lnTo>
                    <a:pt x="98" y="87"/>
                  </a:lnTo>
                  <a:lnTo>
                    <a:pt x="103" y="85"/>
                  </a:lnTo>
                  <a:lnTo>
                    <a:pt x="106" y="86"/>
                  </a:lnTo>
                  <a:lnTo>
                    <a:pt x="106" y="87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9" y="94"/>
                  </a:lnTo>
                  <a:lnTo>
                    <a:pt x="98" y="95"/>
                  </a:lnTo>
                  <a:lnTo>
                    <a:pt x="98" y="96"/>
                  </a:lnTo>
                  <a:lnTo>
                    <a:pt x="97" y="99"/>
                  </a:lnTo>
                  <a:lnTo>
                    <a:pt x="95" y="99"/>
                  </a:lnTo>
                  <a:lnTo>
                    <a:pt x="93" y="102"/>
                  </a:lnTo>
                  <a:lnTo>
                    <a:pt x="90" y="103"/>
                  </a:lnTo>
                  <a:lnTo>
                    <a:pt x="87" y="103"/>
                  </a:lnTo>
                  <a:lnTo>
                    <a:pt x="87" y="104"/>
                  </a:lnTo>
                  <a:lnTo>
                    <a:pt x="89" y="107"/>
                  </a:lnTo>
                  <a:lnTo>
                    <a:pt x="87" y="108"/>
                  </a:lnTo>
                  <a:lnTo>
                    <a:pt x="85" y="107"/>
                  </a:lnTo>
                  <a:lnTo>
                    <a:pt x="83" y="108"/>
                  </a:lnTo>
                  <a:lnTo>
                    <a:pt x="83" y="112"/>
                  </a:lnTo>
                  <a:lnTo>
                    <a:pt x="82" y="114"/>
                  </a:lnTo>
                  <a:lnTo>
                    <a:pt x="79" y="112"/>
                  </a:lnTo>
                  <a:lnTo>
                    <a:pt x="77" y="115"/>
                  </a:lnTo>
                  <a:lnTo>
                    <a:pt x="73" y="114"/>
                  </a:lnTo>
                  <a:lnTo>
                    <a:pt x="70" y="116"/>
                  </a:lnTo>
                  <a:lnTo>
                    <a:pt x="72" y="120"/>
                  </a:lnTo>
                  <a:lnTo>
                    <a:pt x="69" y="121"/>
                  </a:lnTo>
                  <a:lnTo>
                    <a:pt x="69" y="125"/>
                  </a:lnTo>
                  <a:lnTo>
                    <a:pt x="70" y="127"/>
                  </a:lnTo>
                  <a:lnTo>
                    <a:pt x="68" y="128"/>
                  </a:lnTo>
                  <a:lnTo>
                    <a:pt x="65" y="129"/>
                  </a:lnTo>
                  <a:lnTo>
                    <a:pt x="65" y="132"/>
                  </a:lnTo>
                  <a:lnTo>
                    <a:pt x="68" y="132"/>
                  </a:lnTo>
                  <a:lnTo>
                    <a:pt x="69" y="136"/>
                  </a:lnTo>
                  <a:lnTo>
                    <a:pt x="70" y="137"/>
                  </a:lnTo>
                  <a:lnTo>
                    <a:pt x="72" y="139"/>
                  </a:lnTo>
                  <a:lnTo>
                    <a:pt x="74" y="141"/>
                  </a:lnTo>
                  <a:lnTo>
                    <a:pt x="77" y="148"/>
                  </a:lnTo>
                  <a:lnTo>
                    <a:pt x="79" y="148"/>
                  </a:lnTo>
                  <a:lnTo>
                    <a:pt x="81" y="152"/>
                  </a:lnTo>
                  <a:lnTo>
                    <a:pt x="81" y="154"/>
                  </a:lnTo>
                  <a:lnTo>
                    <a:pt x="83" y="154"/>
                  </a:lnTo>
                  <a:lnTo>
                    <a:pt x="83" y="157"/>
                  </a:lnTo>
                  <a:lnTo>
                    <a:pt x="81" y="158"/>
                  </a:lnTo>
                  <a:lnTo>
                    <a:pt x="81" y="160"/>
                  </a:lnTo>
                  <a:lnTo>
                    <a:pt x="82" y="166"/>
                  </a:lnTo>
                  <a:lnTo>
                    <a:pt x="82" y="167"/>
                  </a:lnTo>
                  <a:lnTo>
                    <a:pt x="79" y="170"/>
                  </a:lnTo>
                  <a:lnTo>
                    <a:pt x="81" y="174"/>
                  </a:lnTo>
                  <a:lnTo>
                    <a:pt x="81" y="175"/>
                  </a:lnTo>
                  <a:lnTo>
                    <a:pt x="83" y="179"/>
                  </a:lnTo>
                  <a:lnTo>
                    <a:pt x="87" y="182"/>
                  </a:lnTo>
                  <a:lnTo>
                    <a:pt x="91" y="186"/>
                  </a:lnTo>
                  <a:lnTo>
                    <a:pt x="93" y="191"/>
                  </a:lnTo>
                  <a:lnTo>
                    <a:pt x="91" y="192"/>
                  </a:lnTo>
                  <a:lnTo>
                    <a:pt x="91" y="195"/>
                  </a:lnTo>
                  <a:lnTo>
                    <a:pt x="91" y="198"/>
                  </a:lnTo>
                  <a:lnTo>
                    <a:pt x="93" y="199"/>
                  </a:lnTo>
                  <a:lnTo>
                    <a:pt x="94" y="202"/>
                  </a:lnTo>
                  <a:lnTo>
                    <a:pt x="94" y="204"/>
                  </a:lnTo>
                  <a:lnTo>
                    <a:pt x="94" y="208"/>
                  </a:lnTo>
                  <a:lnTo>
                    <a:pt x="95" y="211"/>
                  </a:lnTo>
                  <a:lnTo>
                    <a:pt x="95" y="215"/>
                  </a:lnTo>
                  <a:lnTo>
                    <a:pt x="94" y="215"/>
                  </a:lnTo>
                  <a:lnTo>
                    <a:pt x="91" y="223"/>
                  </a:lnTo>
                  <a:lnTo>
                    <a:pt x="89" y="224"/>
                  </a:lnTo>
                  <a:lnTo>
                    <a:pt x="89" y="228"/>
                  </a:lnTo>
                  <a:lnTo>
                    <a:pt x="87" y="229"/>
                  </a:lnTo>
                  <a:lnTo>
                    <a:pt x="87" y="231"/>
                  </a:lnTo>
                  <a:lnTo>
                    <a:pt x="87" y="231"/>
                  </a:lnTo>
                  <a:lnTo>
                    <a:pt x="86" y="233"/>
                  </a:lnTo>
                  <a:lnTo>
                    <a:pt x="86" y="237"/>
                  </a:lnTo>
                  <a:lnTo>
                    <a:pt x="85" y="233"/>
                  </a:lnTo>
                  <a:lnTo>
                    <a:pt x="85" y="229"/>
                  </a:lnTo>
                  <a:lnTo>
                    <a:pt x="83" y="228"/>
                  </a:lnTo>
                  <a:lnTo>
                    <a:pt x="83" y="227"/>
                  </a:lnTo>
                  <a:lnTo>
                    <a:pt x="85" y="228"/>
                  </a:lnTo>
                  <a:lnTo>
                    <a:pt x="85" y="227"/>
                  </a:lnTo>
                  <a:lnTo>
                    <a:pt x="87" y="224"/>
                  </a:lnTo>
                  <a:lnTo>
                    <a:pt x="87" y="223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7" y="219"/>
                  </a:lnTo>
                  <a:lnTo>
                    <a:pt x="87" y="217"/>
                  </a:lnTo>
                  <a:lnTo>
                    <a:pt x="86" y="214"/>
                  </a:lnTo>
                  <a:lnTo>
                    <a:pt x="89" y="212"/>
                  </a:lnTo>
                  <a:lnTo>
                    <a:pt x="86" y="211"/>
                  </a:lnTo>
                  <a:lnTo>
                    <a:pt x="85" y="208"/>
                  </a:lnTo>
                  <a:lnTo>
                    <a:pt x="85" y="206"/>
                  </a:lnTo>
                  <a:lnTo>
                    <a:pt x="86" y="204"/>
                  </a:lnTo>
                  <a:lnTo>
                    <a:pt x="85" y="203"/>
                  </a:lnTo>
                  <a:lnTo>
                    <a:pt x="85" y="202"/>
                  </a:lnTo>
                  <a:lnTo>
                    <a:pt x="83" y="194"/>
                  </a:lnTo>
                  <a:lnTo>
                    <a:pt x="82" y="192"/>
                  </a:lnTo>
                  <a:lnTo>
                    <a:pt x="81" y="190"/>
                  </a:lnTo>
                  <a:lnTo>
                    <a:pt x="79" y="187"/>
                  </a:lnTo>
                  <a:lnTo>
                    <a:pt x="79" y="191"/>
                  </a:lnTo>
                  <a:lnTo>
                    <a:pt x="78" y="191"/>
                  </a:lnTo>
                  <a:lnTo>
                    <a:pt x="78" y="190"/>
                  </a:lnTo>
                  <a:lnTo>
                    <a:pt x="77" y="187"/>
                  </a:lnTo>
                  <a:lnTo>
                    <a:pt x="78" y="182"/>
                  </a:lnTo>
                  <a:lnTo>
                    <a:pt x="76" y="181"/>
                  </a:lnTo>
                  <a:lnTo>
                    <a:pt x="76" y="178"/>
                  </a:lnTo>
                  <a:lnTo>
                    <a:pt x="77" y="177"/>
                  </a:lnTo>
                  <a:lnTo>
                    <a:pt x="74" y="175"/>
                  </a:lnTo>
                  <a:lnTo>
                    <a:pt x="74" y="171"/>
                  </a:lnTo>
                  <a:lnTo>
                    <a:pt x="73" y="171"/>
                  </a:lnTo>
                  <a:lnTo>
                    <a:pt x="72" y="162"/>
                  </a:lnTo>
                  <a:lnTo>
                    <a:pt x="70" y="161"/>
                  </a:lnTo>
                  <a:lnTo>
                    <a:pt x="70" y="160"/>
                  </a:lnTo>
                  <a:lnTo>
                    <a:pt x="70" y="158"/>
                  </a:lnTo>
                  <a:lnTo>
                    <a:pt x="70" y="157"/>
                  </a:lnTo>
                  <a:lnTo>
                    <a:pt x="69" y="154"/>
                  </a:lnTo>
                  <a:lnTo>
                    <a:pt x="70" y="153"/>
                  </a:lnTo>
                  <a:lnTo>
                    <a:pt x="70" y="152"/>
                  </a:lnTo>
                  <a:lnTo>
                    <a:pt x="69" y="153"/>
                  </a:lnTo>
                  <a:lnTo>
                    <a:pt x="68" y="154"/>
                  </a:lnTo>
                  <a:lnTo>
                    <a:pt x="65" y="154"/>
                  </a:lnTo>
                  <a:lnTo>
                    <a:pt x="65" y="152"/>
                  </a:lnTo>
                  <a:lnTo>
                    <a:pt x="64" y="150"/>
                  </a:lnTo>
                  <a:lnTo>
                    <a:pt x="61" y="145"/>
                  </a:lnTo>
                  <a:lnTo>
                    <a:pt x="61" y="144"/>
                  </a:lnTo>
                  <a:lnTo>
                    <a:pt x="60" y="144"/>
                  </a:lnTo>
                  <a:lnTo>
                    <a:pt x="60" y="142"/>
                  </a:lnTo>
                  <a:lnTo>
                    <a:pt x="58" y="141"/>
                  </a:lnTo>
                  <a:lnTo>
                    <a:pt x="60" y="142"/>
                  </a:lnTo>
                  <a:lnTo>
                    <a:pt x="58" y="144"/>
                  </a:lnTo>
                  <a:lnTo>
                    <a:pt x="58" y="145"/>
                  </a:lnTo>
                  <a:lnTo>
                    <a:pt x="60" y="146"/>
                  </a:lnTo>
                  <a:lnTo>
                    <a:pt x="60" y="149"/>
                  </a:lnTo>
                  <a:lnTo>
                    <a:pt x="58" y="150"/>
                  </a:lnTo>
                  <a:lnTo>
                    <a:pt x="58" y="152"/>
                  </a:lnTo>
                  <a:lnTo>
                    <a:pt x="56" y="154"/>
                  </a:lnTo>
                  <a:lnTo>
                    <a:pt x="54" y="153"/>
                  </a:lnTo>
                  <a:lnTo>
                    <a:pt x="53" y="152"/>
                  </a:lnTo>
                  <a:lnTo>
                    <a:pt x="52" y="152"/>
                  </a:lnTo>
                  <a:lnTo>
                    <a:pt x="53" y="153"/>
                  </a:lnTo>
                  <a:lnTo>
                    <a:pt x="53" y="154"/>
                  </a:lnTo>
                  <a:lnTo>
                    <a:pt x="54" y="154"/>
                  </a:lnTo>
                  <a:lnTo>
                    <a:pt x="52" y="157"/>
                  </a:lnTo>
                  <a:lnTo>
                    <a:pt x="50" y="157"/>
                  </a:lnTo>
                  <a:lnTo>
                    <a:pt x="49" y="156"/>
                  </a:lnTo>
                  <a:lnTo>
                    <a:pt x="48" y="158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61"/>
                  </a:lnTo>
                  <a:lnTo>
                    <a:pt x="40" y="162"/>
                  </a:lnTo>
                  <a:lnTo>
                    <a:pt x="39" y="162"/>
                  </a:lnTo>
                  <a:lnTo>
                    <a:pt x="37" y="161"/>
                  </a:lnTo>
                  <a:lnTo>
                    <a:pt x="33" y="162"/>
                  </a:lnTo>
                  <a:lnTo>
                    <a:pt x="33" y="164"/>
                  </a:lnTo>
                  <a:lnTo>
                    <a:pt x="32" y="164"/>
                  </a:lnTo>
                  <a:lnTo>
                    <a:pt x="32" y="161"/>
                  </a:lnTo>
                  <a:lnTo>
                    <a:pt x="35" y="157"/>
                  </a:lnTo>
                  <a:lnTo>
                    <a:pt x="35" y="153"/>
                  </a:lnTo>
                  <a:lnTo>
                    <a:pt x="33" y="157"/>
                  </a:lnTo>
                  <a:lnTo>
                    <a:pt x="31" y="160"/>
                  </a:lnTo>
                  <a:lnTo>
                    <a:pt x="29" y="162"/>
                  </a:lnTo>
                  <a:lnTo>
                    <a:pt x="29" y="161"/>
                  </a:lnTo>
                  <a:lnTo>
                    <a:pt x="29" y="160"/>
                  </a:lnTo>
                  <a:lnTo>
                    <a:pt x="29" y="158"/>
                  </a:lnTo>
                  <a:lnTo>
                    <a:pt x="31" y="146"/>
                  </a:lnTo>
                  <a:lnTo>
                    <a:pt x="33" y="144"/>
                  </a:lnTo>
                  <a:lnTo>
                    <a:pt x="32" y="144"/>
                  </a:lnTo>
                  <a:lnTo>
                    <a:pt x="31" y="139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8" y="132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4"/>
                  </a:lnTo>
                  <a:lnTo>
                    <a:pt x="24" y="123"/>
                  </a:lnTo>
                  <a:lnTo>
                    <a:pt x="24" y="120"/>
                  </a:lnTo>
                  <a:lnTo>
                    <a:pt x="22" y="119"/>
                  </a:lnTo>
                  <a:lnTo>
                    <a:pt x="22" y="121"/>
                  </a:lnTo>
                  <a:lnTo>
                    <a:pt x="23" y="125"/>
                  </a:lnTo>
                  <a:lnTo>
                    <a:pt x="19" y="124"/>
                  </a:lnTo>
                  <a:lnTo>
                    <a:pt x="16" y="121"/>
                  </a:lnTo>
                  <a:lnTo>
                    <a:pt x="16" y="120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6" y="116"/>
                  </a:lnTo>
                  <a:lnTo>
                    <a:pt x="16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6" y="116"/>
                  </a:lnTo>
                  <a:lnTo>
                    <a:pt x="19" y="116"/>
                  </a:lnTo>
                  <a:lnTo>
                    <a:pt x="20" y="117"/>
                  </a:lnTo>
                  <a:lnTo>
                    <a:pt x="22" y="116"/>
                  </a:lnTo>
                  <a:lnTo>
                    <a:pt x="22" y="115"/>
                  </a:lnTo>
                  <a:lnTo>
                    <a:pt x="19" y="111"/>
                  </a:lnTo>
                  <a:lnTo>
                    <a:pt x="15" y="111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1" y="107"/>
                  </a:lnTo>
                  <a:lnTo>
                    <a:pt x="11" y="108"/>
                  </a:lnTo>
                  <a:lnTo>
                    <a:pt x="10" y="108"/>
                  </a:lnTo>
                  <a:lnTo>
                    <a:pt x="8" y="108"/>
                  </a:lnTo>
                  <a:lnTo>
                    <a:pt x="11" y="106"/>
                  </a:lnTo>
                  <a:lnTo>
                    <a:pt x="8" y="106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8" y="107"/>
                  </a:lnTo>
                  <a:lnTo>
                    <a:pt x="3" y="103"/>
                  </a:lnTo>
                  <a:lnTo>
                    <a:pt x="2" y="9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3" y="91"/>
                  </a:lnTo>
                  <a:lnTo>
                    <a:pt x="4" y="92"/>
                  </a:lnTo>
                  <a:lnTo>
                    <a:pt x="4" y="89"/>
                  </a:lnTo>
                  <a:lnTo>
                    <a:pt x="4" y="85"/>
                  </a:lnTo>
                  <a:lnTo>
                    <a:pt x="6" y="83"/>
                  </a:lnTo>
                  <a:lnTo>
                    <a:pt x="7" y="83"/>
                  </a:lnTo>
                  <a:lnTo>
                    <a:pt x="8" y="82"/>
                  </a:lnTo>
                  <a:lnTo>
                    <a:pt x="10" y="79"/>
                  </a:lnTo>
                  <a:lnTo>
                    <a:pt x="8" y="77"/>
                  </a:lnTo>
                  <a:lnTo>
                    <a:pt x="10" y="73"/>
                  </a:lnTo>
                  <a:lnTo>
                    <a:pt x="8" y="70"/>
                  </a:lnTo>
                  <a:lnTo>
                    <a:pt x="11" y="70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0" y="57"/>
                  </a:lnTo>
                  <a:lnTo>
                    <a:pt x="12" y="57"/>
                  </a:lnTo>
                  <a:lnTo>
                    <a:pt x="15" y="58"/>
                  </a:lnTo>
                  <a:lnTo>
                    <a:pt x="18" y="58"/>
                  </a:lnTo>
                  <a:lnTo>
                    <a:pt x="20" y="54"/>
                  </a:lnTo>
                  <a:lnTo>
                    <a:pt x="20" y="49"/>
                  </a:lnTo>
                  <a:lnTo>
                    <a:pt x="23" y="42"/>
                  </a:lnTo>
                  <a:lnTo>
                    <a:pt x="20" y="41"/>
                  </a:lnTo>
                  <a:lnTo>
                    <a:pt x="20" y="40"/>
                  </a:lnTo>
                  <a:lnTo>
                    <a:pt x="24" y="35"/>
                  </a:lnTo>
                  <a:lnTo>
                    <a:pt x="25" y="29"/>
                  </a:lnTo>
                  <a:lnTo>
                    <a:pt x="24" y="28"/>
                  </a:lnTo>
                  <a:lnTo>
                    <a:pt x="24" y="25"/>
                  </a:lnTo>
                  <a:lnTo>
                    <a:pt x="28" y="19"/>
                  </a:lnTo>
                  <a:lnTo>
                    <a:pt x="31" y="17"/>
                  </a:lnTo>
                  <a:lnTo>
                    <a:pt x="35" y="15"/>
                  </a:lnTo>
                  <a:lnTo>
                    <a:pt x="35" y="11"/>
                  </a:lnTo>
                  <a:lnTo>
                    <a:pt x="39" y="11"/>
                  </a:lnTo>
                  <a:lnTo>
                    <a:pt x="43" y="8"/>
                  </a:lnTo>
                  <a:lnTo>
                    <a:pt x="44" y="10"/>
                  </a:lnTo>
                  <a:lnTo>
                    <a:pt x="47" y="11"/>
                  </a:lnTo>
                  <a:lnTo>
                    <a:pt x="47" y="8"/>
                  </a:lnTo>
                  <a:lnTo>
                    <a:pt x="47" y="6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8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7" name="Freeform 367">
              <a:extLst>
                <a:ext uri="{FF2B5EF4-FFF2-40B4-BE49-F238E27FC236}">
                  <a16:creationId xmlns:a16="http://schemas.microsoft.com/office/drawing/2014/main" id="{37392F22-1B0F-4239-9C4D-13BE5AC627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954" y="4120302"/>
              <a:ext cx="3010315" cy="2946850"/>
            </a:xfrm>
            <a:custGeom>
              <a:avLst/>
              <a:gdLst>
                <a:gd name="T0" fmla="*/ 236 w 332"/>
                <a:gd name="T1" fmla="*/ 154 h 325"/>
                <a:gd name="T2" fmla="*/ 234 w 332"/>
                <a:gd name="T3" fmla="*/ 155 h 325"/>
                <a:gd name="T4" fmla="*/ 99 w 332"/>
                <a:gd name="T5" fmla="*/ 7 h 325"/>
                <a:gd name="T6" fmla="*/ 111 w 332"/>
                <a:gd name="T7" fmla="*/ 23 h 325"/>
                <a:gd name="T8" fmla="*/ 122 w 332"/>
                <a:gd name="T9" fmla="*/ 31 h 325"/>
                <a:gd name="T10" fmla="*/ 133 w 332"/>
                <a:gd name="T11" fmla="*/ 50 h 325"/>
                <a:gd name="T12" fmla="*/ 149 w 332"/>
                <a:gd name="T13" fmla="*/ 69 h 325"/>
                <a:gd name="T14" fmla="*/ 186 w 332"/>
                <a:gd name="T15" fmla="*/ 80 h 325"/>
                <a:gd name="T16" fmla="*/ 228 w 332"/>
                <a:gd name="T17" fmla="*/ 89 h 325"/>
                <a:gd name="T18" fmla="*/ 233 w 332"/>
                <a:gd name="T19" fmla="*/ 75 h 325"/>
                <a:gd name="T20" fmla="*/ 252 w 332"/>
                <a:gd name="T21" fmla="*/ 88 h 325"/>
                <a:gd name="T22" fmla="*/ 267 w 332"/>
                <a:gd name="T23" fmla="*/ 76 h 325"/>
                <a:gd name="T24" fmla="*/ 280 w 332"/>
                <a:gd name="T25" fmla="*/ 64 h 325"/>
                <a:gd name="T26" fmla="*/ 299 w 332"/>
                <a:gd name="T27" fmla="*/ 50 h 325"/>
                <a:gd name="T28" fmla="*/ 320 w 332"/>
                <a:gd name="T29" fmla="*/ 48 h 325"/>
                <a:gd name="T30" fmla="*/ 323 w 332"/>
                <a:gd name="T31" fmla="*/ 61 h 325"/>
                <a:gd name="T32" fmla="*/ 331 w 332"/>
                <a:gd name="T33" fmla="*/ 76 h 325"/>
                <a:gd name="T34" fmla="*/ 308 w 332"/>
                <a:gd name="T35" fmla="*/ 93 h 325"/>
                <a:gd name="T36" fmla="*/ 299 w 332"/>
                <a:gd name="T37" fmla="*/ 123 h 325"/>
                <a:gd name="T38" fmla="*/ 294 w 332"/>
                <a:gd name="T39" fmla="*/ 144 h 325"/>
                <a:gd name="T40" fmla="*/ 287 w 332"/>
                <a:gd name="T41" fmla="*/ 148 h 325"/>
                <a:gd name="T42" fmla="*/ 279 w 332"/>
                <a:gd name="T43" fmla="*/ 127 h 325"/>
                <a:gd name="T44" fmla="*/ 275 w 332"/>
                <a:gd name="T45" fmla="*/ 135 h 325"/>
                <a:gd name="T46" fmla="*/ 273 w 332"/>
                <a:gd name="T47" fmla="*/ 121 h 325"/>
                <a:gd name="T48" fmla="*/ 279 w 332"/>
                <a:gd name="T49" fmla="*/ 109 h 325"/>
                <a:gd name="T50" fmla="*/ 254 w 332"/>
                <a:gd name="T51" fmla="*/ 105 h 325"/>
                <a:gd name="T52" fmla="*/ 245 w 332"/>
                <a:gd name="T53" fmla="*/ 94 h 325"/>
                <a:gd name="T54" fmla="*/ 236 w 332"/>
                <a:gd name="T55" fmla="*/ 90 h 325"/>
                <a:gd name="T56" fmla="*/ 229 w 332"/>
                <a:gd name="T57" fmla="*/ 97 h 325"/>
                <a:gd name="T58" fmla="*/ 234 w 332"/>
                <a:gd name="T59" fmla="*/ 107 h 325"/>
                <a:gd name="T60" fmla="*/ 241 w 332"/>
                <a:gd name="T61" fmla="*/ 132 h 325"/>
                <a:gd name="T62" fmla="*/ 244 w 332"/>
                <a:gd name="T63" fmla="*/ 152 h 325"/>
                <a:gd name="T64" fmla="*/ 238 w 332"/>
                <a:gd name="T65" fmla="*/ 152 h 325"/>
                <a:gd name="T66" fmla="*/ 234 w 332"/>
                <a:gd name="T67" fmla="*/ 147 h 325"/>
                <a:gd name="T68" fmla="*/ 221 w 332"/>
                <a:gd name="T69" fmla="*/ 163 h 325"/>
                <a:gd name="T70" fmla="*/ 215 w 332"/>
                <a:gd name="T71" fmla="*/ 177 h 325"/>
                <a:gd name="T72" fmla="*/ 204 w 332"/>
                <a:gd name="T73" fmla="*/ 181 h 325"/>
                <a:gd name="T74" fmla="*/ 173 w 332"/>
                <a:gd name="T75" fmla="*/ 213 h 325"/>
                <a:gd name="T76" fmla="*/ 155 w 332"/>
                <a:gd name="T77" fmla="*/ 230 h 325"/>
                <a:gd name="T78" fmla="*/ 149 w 332"/>
                <a:gd name="T79" fmla="*/ 259 h 325"/>
                <a:gd name="T80" fmla="*/ 146 w 332"/>
                <a:gd name="T81" fmla="*/ 298 h 325"/>
                <a:gd name="T82" fmla="*/ 142 w 332"/>
                <a:gd name="T83" fmla="*/ 311 h 325"/>
                <a:gd name="T84" fmla="*/ 128 w 332"/>
                <a:gd name="T85" fmla="*/ 318 h 325"/>
                <a:gd name="T86" fmla="*/ 105 w 332"/>
                <a:gd name="T87" fmla="*/ 300 h 325"/>
                <a:gd name="T88" fmla="*/ 90 w 332"/>
                <a:gd name="T89" fmla="*/ 275 h 325"/>
                <a:gd name="T90" fmla="*/ 80 w 332"/>
                <a:gd name="T91" fmla="*/ 246 h 325"/>
                <a:gd name="T92" fmla="*/ 68 w 332"/>
                <a:gd name="T93" fmla="*/ 229 h 325"/>
                <a:gd name="T94" fmla="*/ 61 w 332"/>
                <a:gd name="T95" fmla="*/ 193 h 325"/>
                <a:gd name="T96" fmla="*/ 55 w 332"/>
                <a:gd name="T97" fmla="*/ 168 h 325"/>
                <a:gd name="T98" fmla="*/ 51 w 332"/>
                <a:gd name="T99" fmla="*/ 155 h 325"/>
                <a:gd name="T100" fmla="*/ 53 w 332"/>
                <a:gd name="T101" fmla="*/ 146 h 325"/>
                <a:gd name="T102" fmla="*/ 46 w 332"/>
                <a:gd name="T103" fmla="*/ 161 h 325"/>
                <a:gd name="T104" fmla="*/ 13 w 332"/>
                <a:gd name="T105" fmla="*/ 154 h 325"/>
                <a:gd name="T106" fmla="*/ 15 w 332"/>
                <a:gd name="T107" fmla="*/ 148 h 325"/>
                <a:gd name="T108" fmla="*/ 25 w 332"/>
                <a:gd name="T109" fmla="*/ 138 h 325"/>
                <a:gd name="T110" fmla="*/ 1 w 332"/>
                <a:gd name="T111" fmla="*/ 135 h 325"/>
                <a:gd name="T112" fmla="*/ 5 w 332"/>
                <a:gd name="T113" fmla="*/ 122 h 325"/>
                <a:gd name="T114" fmla="*/ 28 w 332"/>
                <a:gd name="T115" fmla="*/ 121 h 325"/>
                <a:gd name="T116" fmla="*/ 17 w 332"/>
                <a:gd name="T117" fmla="*/ 101 h 325"/>
                <a:gd name="T118" fmla="*/ 9 w 332"/>
                <a:gd name="T119" fmla="*/ 81 h 325"/>
                <a:gd name="T120" fmla="*/ 28 w 332"/>
                <a:gd name="T121" fmla="*/ 73 h 325"/>
                <a:gd name="T122" fmla="*/ 54 w 332"/>
                <a:gd name="T123" fmla="*/ 43 h 325"/>
                <a:gd name="T124" fmla="*/ 61 w 332"/>
                <a:gd name="T125" fmla="*/ 1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2" h="325">
                  <a:moveTo>
                    <a:pt x="241" y="154"/>
                  </a:moveTo>
                  <a:lnTo>
                    <a:pt x="241" y="155"/>
                  </a:lnTo>
                  <a:lnTo>
                    <a:pt x="241" y="156"/>
                  </a:lnTo>
                  <a:lnTo>
                    <a:pt x="241" y="154"/>
                  </a:lnTo>
                  <a:close/>
                  <a:moveTo>
                    <a:pt x="236" y="154"/>
                  </a:moveTo>
                  <a:lnTo>
                    <a:pt x="237" y="155"/>
                  </a:lnTo>
                  <a:lnTo>
                    <a:pt x="238" y="156"/>
                  </a:lnTo>
                  <a:lnTo>
                    <a:pt x="237" y="155"/>
                  </a:lnTo>
                  <a:lnTo>
                    <a:pt x="236" y="154"/>
                  </a:lnTo>
                  <a:close/>
                  <a:moveTo>
                    <a:pt x="240" y="152"/>
                  </a:moveTo>
                  <a:lnTo>
                    <a:pt x="240" y="154"/>
                  </a:lnTo>
                  <a:lnTo>
                    <a:pt x="240" y="155"/>
                  </a:lnTo>
                  <a:lnTo>
                    <a:pt x="238" y="155"/>
                  </a:lnTo>
                  <a:lnTo>
                    <a:pt x="238" y="154"/>
                  </a:lnTo>
                  <a:lnTo>
                    <a:pt x="240" y="152"/>
                  </a:lnTo>
                  <a:close/>
                  <a:moveTo>
                    <a:pt x="234" y="151"/>
                  </a:moveTo>
                  <a:lnTo>
                    <a:pt x="234" y="152"/>
                  </a:lnTo>
                  <a:lnTo>
                    <a:pt x="234" y="155"/>
                  </a:lnTo>
                  <a:lnTo>
                    <a:pt x="233" y="155"/>
                  </a:lnTo>
                  <a:lnTo>
                    <a:pt x="233" y="154"/>
                  </a:lnTo>
                  <a:lnTo>
                    <a:pt x="234" y="151"/>
                  </a:lnTo>
                  <a:close/>
                  <a:moveTo>
                    <a:pt x="82" y="0"/>
                  </a:moveTo>
                  <a:lnTo>
                    <a:pt x="84" y="0"/>
                  </a:lnTo>
                  <a:lnTo>
                    <a:pt x="91" y="5"/>
                  </a:lnTo>
                  <a:lnTo>
                    <a:pt x="94" y="2"/>
                  </a:lnTo>
                  <a:lnTo>
                    <a:pt x="97" y="4"/>
                  </a:lnTo>
                  <a:lnTo>
                    <a:pt x="99" y="7"/>
                  </a:lnTo>
                  <a:lnTo>
                    <a:pt x="101" y="6"/>
                  </a:lnTo>
                  <a:lnTo>
                    <a:pt x="107" y="10"/>
                  </a:lnTo>
                  <a:lnTo>
                    <a:pt x="107" y="10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11" y="15"/>
                  </a:lnTo>
                  <a:lnTo>
                    <a:pt x="109" y="19"/>
                  </a:lnTo>
                  <a:lnTo>
                    <a:pt x="111" y="22"/>
                  </a:lnTo>
                  <a:lnTo>
                    <a:pt x="111" y="23"/>
                  </a:lnTo>
                  <a:lnTo>
                    <a:pt x="112" y="25"/>
                  </a:lnTo>
                  <a:lnTo>
                    <a:pt x="113" y="26"/>
                  </a:lnTo>
                  <a:lnTo>
                    <a:pt x="113" y="27"/>
                  </a:lnTo>
                  <a:lnTo>
                    <a:pt x="115" y="29"/>
                  </a:lnTo>
                  <a:lnTo>
                    <a:pt x="115" y="31"/>
                  </a:lnTo>
                  <a:lnTo>
                    <a:pt x="117" y="32"/>
                  </a:lnTo>
                  <a:lnTo>
                    <a:pt x="119" y="30"/>
                  </a:lnTo>
                  <a:lnTo>
                    <a:pt x="121" y="30"/>
                  </a:lnTo>
                  <a:lnTo>
                    <a:pt x="122" y="31"/>
                  </a:lnTo>
                  <a:lnTo>
                    <a:pt x="125" y="31"/>
                  </a:lnTo>
                  <a:lnTo>
                    <a:pt x="128" y="34"/>
                  </a:lnTo>
                  <a:lnTo>
                    <a:pt x="129" y="35"/>
                  </a:lnTo>
                  <a:lnTo>
                    <a:pt x="130" y="38"/>
                  </a:lnTo>
                  <a:lnTo>
                    <a:pt x="133" y="38"/>
                  </a:lnTo>
                  <a:lnTo>
                    <a:pt x="134" y="40"/>
                  </a:lnTo>
                  <a:lnTo>
                    <a:pt x="134" y="39"/>
                  </a:lnTo>
                  <a:lnTo>
                    <a:pt x="134" y="43"/>
                  </a:lnTo>
                  <a:lnTo>
                    <a:pt x="133" y="50"/>
                  </a:lnTo>
                  <a:lnTo>
                    <a:pt x="133" y="54"/>
                  </a:lnTo>
                  <a:lnTo>
                    <a:pt x="129" y="57"/>
                  </a:lnTo>
                  <a:lnTo>
                    <a:pt x="130" y="61"/>
                  </a:lnTo>
                  <a:lnTo>
                    <a:pt x="133" y="61"/>
                  </a:lnTo>
                  <a:lnTo>
                    <a:pt x="136" y="63"/>
                  </a:lnTo>
                  <a:lnTo>
                    <a:pt x="137" y="63"/>
                  </a:lnTo>
                  <a:lnTo>
                    <a:pt x="140" y="64"/>
                  </a:lnTo>
                  <a:lnTo>
                    <a:pt x="144" y="65"/>
                  </a:lnTo>
                  <a:lnTo>
                    <a:pt x="149" y="69"/>
                  </a:lnTo>
                  <a:lnTo>
                    <a:pt x="153" y="73"/>
                  </a:lnTo>
                  <a:lnTo>
                    <a:pt x="157" y="75"/>
                  </a:lnTo>
                  <a:lnTo>
                    <a:pt x="159" y="76"/>
                  </a:lnTo>
                  <a:lnTo>
                    <a:pt x="162" y="76"/>
                  </a:lnTo>
                  <a:lnTo>
                    <a:pt x="166" y="79"/>
                  </a:lnTo>
                  <a:lnTo>
                    <a:pt x="173" y="79"/>
                  </a:lnTo>
                  <a:lnTo>
                    <a:pt x="174" y="80"/>
                  </a:lnTo>
                  <a:lnTo>
                    <a:pt x="180" y="79"/>
                  </a:lnTo>
                  <a:lnTo>
                    <a:pt x="186" y="80"/>
                  </a:lnTo>
                  <a:lnTo>
                    <a:pt x="187" y="82"/>
                  </a:lnTo>
                  <a:lnTo>
                    <a:pt x="190" y="85"/>
                  </a:lnTo>
                  <a:lnTo>
                    <a:pt x="196" y="88"/>
                  </a:lnTo>
                  <a:lnTo>
                    <a:pt x="199" y="86"/>
                  </a:lnTo>
                  <a:lnTo>
                    <a:pt x="203" y="86"/>
                  </a:lnTo>
                  <a:lnTo>
                    <a:pt x="213" y="89"/>
                  </a:lnTo>
                  <a:lnTo>
                    <a:pt x="216" y="88"/>
                  </a:lnTo>
                  <a:lnTo>
                    <a:pt x="220" y="90"/>
                  </a:lnTo>
                  <a:lnTo>
                    <a:pt x="228" y="89"/>
                  </a:lnTo>
                  <a:lnTo>
                    <a:pt x="228" y="84"/>
                  </a:lnTo>
                  <a:lnTo>
                    <a:pt x="227" y="79"/>
                  </a:lnTo>
                  <a:lnTo>
                    <a:pt x="227" y="73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9" y="69"/>
                  </a:lnTo>
                  <a:lnTo>
                    <a:pt x="232" y="69"/>
                  </a:lnTo>
                  <a:lnTo>
                    <a:pt x="233" y="71"/>
                  </a:lnTo>
                  <a:lnTo>
                    <a:pt x="233" y="75"/>
                  </a:lnTo>
                  <a:lnTo>
                    <a:pt x="236" y="76"/>
                  </a:lnTo>
                  <a:lnTo>
                    <a:pt x="236" y="76"/>
                  </a:lnTo>
                  <a:lnTo>
                    <a:pt x="234" y="79"/>
                  </a:lnTo>
                  <a:lnTo>
                    <a:pt x="234" y="80"/>
                  </a:lnTo>
                  <a:lnTo>
                    <a:pt x="237" y="84"/>
                  </a:lnTo>
                  <a:lnTo>
                    <a:pt x="241" y="85"/>
                  </a:lnTo>
                  <a:lnTo>
                    <a:pt x="242" y="84"/>
                  </a:lnTo>
                  <a:lnTo>
                    <a:pt x="248" y="88"/>
                  </a:lnTo>
                  <a:lnTo>
                    <a:pt x="252" y="88"/>
                  </a:lnTo>
                  <a:lnTo>
                    <a:pt x="253" y="84"/>
                  </a:lnTo>
                  <a:lnTo>
                    <a:pt x="255" y="84"/>
                  </a:lnTo>
                  <a:lnTo>
                    <a:pt x="258" y="85"/>
                  </a:lnTo>
                  <a:lnTo>
                    <a:pt x="263" y="84"/>
                  </a:lnTo>
                  <a:lnTo>
                    <a:pt x="266" y="84"/>
                  </a:lnTo>
                  <a:lnTo>
                    <a:pt x="271" y="82"/>
                  </a:lnTo>
                  <a:lnTo>
                    <a:pt x="271" y="81"/>
                  </a:lnTo>
                  <a:lnTo>
                    <a:pt x="271" y="77"/>
                  </a:lnTo>
                  <a:lnTo>
                    <a:pt x="267" y="76"/>
                  </a:lnTo>
                  <a:lnTo>
                    <a:pt x="267" y="73"/>
                  </a:lnTo>
                  <a:lnTo>
                    <a:pt x="267" y="71"/>
                  </a:lnTo>
                  <a:lnTo>
                    <a:pt x="269" y="71"/>
                  </a:lnTo>
                  <a:lnTo>
                    <a:pt x="274" y="69"/>
                  </a:lnTo>
                  <a:lnTo>
                    <a:pt x="275" y="69"/>
                  </a:lnTo>
                  <a:lnTo>
                    <a:pt x="277" y="67"/>
                  </a:lnTo>
                  <a:lnTo>
                    <a:pt x="278" y="65"/>
                  </a:lnTo>
                  <a:lnTo>
                    <a:pt x="280" y="65"/>
                  </a:lnTo>
                  <a:lnTo>
                    <a:pt x="280" y="64"/>
                  </a:lnTo>
                  <a:lnTo>
                    <a:pt x="283" y="64"/>
                  </a:lnTo>
                  <a:lnTo>
                    <a:pt x="283" y="61"/>
                  </a:lnTo>
                  <a:lnTo>
                    <a:pt x="286" y="59"/>
                  </a:lnTo>
                  <a:lnTo>
                    <a:pt x="288" y="59"/>
                  </a:lnTo>
                  <a:lnTo>
                    <a:pt x="292" y="57"/>
                  </a:lnTo>
                  <a:lnTo>
                    <a:pt x="295" y="54"/>
                  </a:lnTo>
                  <a:lnTo>
                    <a:pt x="295" y="51"/>
                  </a:lnTo>
                  <a:lnTo>
                    <a:pt x="296" y="51"/>
                  </a:lnTo>
                  <a:lnTo>
                    <a:pt x="299" y="50"/>
                  </a:lnTo>
                  <a:lnTo>
                    <a:pt x="302" y="52"/>
                  </a:lnTo>
                  <a:lnTo>
                    <a:pt x="304" y="51"/>
                  </a:lnTo>
                  <a:lnTo>
                    <a:pt x="309" y="52"/>
                  </a:lnTo>
                  <a:lnTo>
                    <a:pt x="311" y="51"/>
                  </a:lnTo>
                  <a:lnTo>
                    <a:pt x="309" y="50"/>
                  </a:lnTo>
                  <a:lnTo>
                    <a:pt x="315" y="47"/>
                  </a:lnTo>
                  <a:lnTo>
                    <a:pt x="317" y="47"/>
                  </a:lnTo>
                  <a:lnTo>
                    <a:pt x="319" y="48"/>
                  </a:lnTo>
                  <a:lnTo>
                    <a:pt x="320" y="48"/>
                  </a:lnTo>
                  <a:lnTo>
                    <a:pt x="320" y="50"/>
                  </a:lnTo>
                  <a:lnTo>
                    <a:pt x="319" y="52"/>
                  </a:lnTo>
                  <a:lnTo>
                    <a:pt x="320" y="55"/>
                  </a:lnTo>
                  <a:lnTo>
                    <a:pt x="321" y="54"/>
                  </a:lnTo>
                  <a:lnTo>
                    <a:pt x="323" y="54"/>
                  </a:lnTo>
                  <a:lnTo>
                    <a:pt x="323" y="55"/>
                  </a:lnTo>
                  <a:lnTo>
                    <a:pt x="325" y="57"/>
                  </a:lnTo>
                  <a:lnTo>
                    <a:pt x="325" y="59"/>
                  </a:lnTo>
                  <a:lnTo>
                    <a:pt x="323" y="61"/>
                  </a:lnTo>
                  <a:lnTo>
                    <a:pt x="324" y="63"/>
                  </a:lnTo>
                  <a:lnTo>
                    <a:pt x="327" y="64"/>
                  </a:lnTo>
                  <a:lnTo>
                    <a:pt x="328" y="63"/>
                  </a:lnTo>
                  <a:lnTo>
                    <a:pt x="329" y="64"/>
                  </a:lnTo>
                  <a:lnTo>
                    <a:pt x="332" y="67"/>
                  </a:lnTo>
                  <a:lnTo>
                    <a:pt x="332" y="68"/>
                  </a:lnTo>
                  <a:lnTo>
                    <a:pt x="331" y="71"/>
                  </a:lnTo>
                  <a:lnTo>
                    <a:pt x="331" y="73"/>
                  </a:lnTo>
                  <a:lnTo>
                    <a:pt x="331" y="76"/>
                  </a:lnTo>
                  <a:lnTo>
                    <a:pt x="328" y="75"/>
                  </a:lnTo>
                  <a:lnTo>
                    <a:pt x="327" y="73"/>
                  </a:lnTo>
                  <a:lnTo>
                    <a:pt x="323" y="76"/>
                  </a:lnTo>
                  <a:lnTo>
                    <a:pt x="319" y="76"/>
                  </a:lnTo>
                  <a:lnTo>
                    <a:pt x="319" y="80"/>
                  </a:lnTo>
                  <a:lnTo>
                    <a:pt x="315" y="82"/>
                  </a:lnTo>
                  <a:lnTo>
                    <a:pt x="312" y="84"/>
                  </a:lnTo>
                  <a:lnTo>
                    <a:pt x="308" y="90"/>
                  </a:lnTo>
                  <a:lnTo>
                    <a:pt x="308" y="93"/>
                  </a:lnTo>
                  <a:lnTo>
                    <a:pt x="309" y="94"/>
                  </a:lnTo>
                  <a:lnTo>
                    <a:pt x="308" y="100"/>
                  </a:lnTo>
                  <a:lnTo>
                    <a:pt x="304" y="105"/>
                  </a:lnTo>
                  <a:lnTo>
                    <a:pt x="304" y="106"/>
                  </a:lnTo>
                  <a:lnTo>
                    <a:pt x="307" y="107"/>
                  </a:lnTo>
                  <a:lnTo>
                    <a:pt x="304" y="114"/>
                  </a:lnTo>
                  <a:lnTo>
                    <a:pt x="304" y="119"/>
                  </a:lnTo>
                  <a:lnTo>
                    <a:pt x="302" y="123"/>
                  </a:lnTo>
                  <a:lnTo>
                    <a:pt x="299" y="123"/>
                  </a:lnTo>
                  <a:lnTo>
                    <a:pt x="296" y="122"/>
                  </a:lnTo>
                  <a:lnTo>
                    <a:pt x="294" y="122"/>
                  </a:lnTo>
                  <a:lnTo>
                    <a:pt x="295" y="129"/>
                  </a:lnTo>
                  <a:lnTo>
                    <a:pt x="295" y="131"/>
                  </a:lnTo>
                  <a:lnTo>
                    <a:pt x="295" y="135"/>
                  </a:lnTo>
                  <a:lnTo>
                    <a:pt x="292" y="135"/>
                  </a:lnTo>
                  <a:lnTo>
                    <a:pt x="294" y="138"/>
                  </a:lnTo>
                  <a:lnTo>
                    <a:pt x="292" y="142"/>
                  </a:lnTo>
                  <a:lnTo>
                    <a:pt x="294" y="144"/>
                  </a:lnTo>
                  <a:lnTo>
                    <a:pt x="292" y="147"/>
                  </a:lnTo>
                  <a:lnTo>
                    <a:pt x="291" y="148"/>
                  </a:lnTo>
                  <a:lnTo>
                    <a:pt x="290" y="148"/>
                  </a:lnTo>
                  <a:lnTo>
                    <a:pt x="288" y="150"/>
                  </a:lnTo>
                  <a:lnTo>
                    <a:pt x="288" y="151"/>
                  </a:lnTo>
                  <a:lnTo>
                    <a:pt x="288" y="151"/>
                  </a:lnTo>
                  <a:lnTo>
                    <a:pt x="288" y="150"/>
                  </a:lnTo>
                  <a:lnTo>
                    <a:pt x="288" y="148"/>
                  </a:lnTo>
                  <a:lnTo>
                    <a:pt x="287" y="148"/>
                  </a:lnTo>
                  <a:lnTo>
                    <a:pt x="287" y="146"/>
                  </a:lnTo>
                  <a:lnTo>
                    <a:pt x="286" y="143"/>
                  </a:lnTo>
                  <a:lnTo>
                    <a:pt x="284" y="138"/>
                  </a:lnTo>
                  <a:lnTo>
                    <a:pt x="284" y="136"/>
                  </a:lnTo>
                  <a:lnTo>
                    <a:pt x="284" y="134"/>
                  </a:lnTo>
                  <a:lnTo>
                    <a:pt x="283" y="130"/>
                  </a:lnTo>
                  <a:lnTo>
                    <a:pt x="282" y="129"/>
                  </a:lnTo>
                  <a:lnTo>
                    <a:pt x="282" y="127"/>
                  </a:lnTo>
                  <a:lnTo>
                    <a:pt x="279" y="127"/>
                  </a:lnTo>
                  <a:lnTo>
                    <a:pt x="278" y="127"/>
                  </a:lnTo>
                  <a:lnTo>
                    <a:pt x="277" y="127"/>
                  </a:lnTo>
                  <a:lnTo>
                    <a:pt x="278" y="129"/>
                  </a:lnTo>
                  <a:lnTo>
                    <a:pt x="277" y="130"/>
                  </a:lnTo>
                  <a:lnTo>
                    <a:pt x="277" y="131"/>
                  </a:lnTo>
                  <a:lnTo>
                    <a:pt x="275" y="132"/>
                  </a:lnTo>
                  <a:lnTo>
                    <a:pt x="277" y="134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4" y="132"/>
                  </a:lnTo>
                  <a:lnTo>
                    <a:pt x="271" y="131"/>
                  </a:lnTo>
                  <a:lnTo>
                    <a:pt x="271" y="130"/>
                  </a:lnTo>
                  <a:lnTo>
                    <a:pt x="270" y="129"/>
                  </a:lnTo>
                  <a:lnTo>
                    <a:pt x="269" y="126"/>
                  </a:lnTo>
                  <a:lnTo>
                    <a:pt x="269" y="125"/>
                  </a:lnTo>
                  <a:lnTo>
                    <a:pt x="270" y="123"/>
                  </a:lnTo>
                  <a:lnTo>
                    <a:pt x="270" y="122"/>
                  </a:lnTo>
                  <a:lnTo>
                    <a:pt x="273" y="121"/>
                  </a:lnTo>
                  <a:lnTo>
                    <a:pt x="273" y="121"/>
                  </a:lnTo>
                  <a:lnTo>
                    <a:pt x="274" y="122"/>
                  </a:lnTo>
                  <a:lnTo>
                    <a:pt x="275" y="121"/>
                  </a:lnTo>
                  <a:lnTo>
                    <a:pt x="275" y="119"/>
                  </a:lnTo>
                  <a:lnTo>
                    <a:pt x="277" y="118"/>
                  </a:lnTo>
                  <a:lnTo>
                    <a:pt x="278" y="114"/>
                  </a:lnTo>
                  <a:lnTo>
                    <a:pt x="279" y="111"/>
                  </a:lnTo>
                  <a:lnTo>
                    <a:pt x="280" y="109"/>
                  </a:lnTo>
                  <a:lnTo>
                    <a:pt x="279" y="109"/>
                  </a:lnTo>
                  <a:lnTo>
                    <a:pt x="277" y="106"/>
                  </a:lnTo>
                  <a:lnTo>
                    <a:pt x="275" y="106"/>
                  </a:lnTo>
                  <a:lnTo>
                    <a:pt x="274" y="106"/>
                  </a:lnTo>
                  <a:lnTo>
                    <a:pt x="273" y="106"/>
                  </a:lnTo>
                  <a:lnTo>
                    <a:pt x="269" y="106"/>
                  </a:lnTo>
                  <a:lnTo>
                    <a:pt x="265" y="106"/>
                  </a:lnTo>
                  <a:lnTo>
                    <a:pt x="261" y="106"/>
                  </a:lnTo>
                  <a:lnTo>
                    <a:pt x="257" y="106"/>
                  </a:lnTo>
                  <a:lnTo>
                    <a:pt x="254" y="105"/>
                  </a:lnTo>
                  <a:lnTo>
                    <a:pt x="253" y="105"/>
                  </a:lnTo>
                  <a:lnTo>
                    <a:pt x="250" y="105"/>
                  </a:lnTo>
                  <a:lnTo>
                    <a:pt x="250" y="102"/>
                  </a:lnTo>
                  <a:lnTo>
                    <a:pt x="249" y="100"/>
                  </a:lnTo>
                  <a:lnTo>
                    <a:pt x="249" y="98"/>
                  </a:lnTo>
                  <a:lnTo>
                    <a:pt x="249" y="96"/>
                  </a:lnTo>
                  <a:lnTo>
                    <a:pt x="246" y="93"/>
                  </a:lnTo>
                  <a:lnTo>
                    <a:pt x="246" y="93"/>
                  </a:lnTo>
                  <a:lnTo>
                    <a:pt x="245" y="94"/>
                  </a:lnTo>
                  <a:lnTo>
                    <a:pt x="244" y="93"/>
                  </a:lnTo>
                  <a:lnTo>
                    <a:pt x="242" y="92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2"/>
                  </a:lnTo>
                  <a:lnTo>
                    <a:pt x="241" y="93"/>
                  </a:lnTo>
                  <a:lnTo>
                    <a:pt x="240" y="93"/>
                  </a:lnTo>
                  <a:lnTo>
                    <a:pt x="237" y="93"/>
                  </a:lnTo>
                  <a:lnTo>
                    <a:pt x="236" y="90"/>
                  </a:lnTo>
                  <a:lnTo>
                    <a:pt x="236" y="89"/>
                  </a:lnTo>
                  <a:lnTo>
                    <a:pt x="233" y="88"/>
                  </a:lnTo>
                  <a:lnTo>
                    <a:pt x="233" y="86"/>
                  </a:lnTo>
                  <a:lnTo>
                    <a:pt x="232" y="88"/>
                  </a:lnTo>
                  <a:lnTo>
                    <a:pt x="230" y="88"/>
                  </a:lnTo>
                  <a:lnTo>
                    <a:pt x="230" y="90"/>
                  </a:lnTo>
                  <a:lnTo>
                    <a:pt x="232" y="90"/>
                  </a:lnTo>
                  <a:lnTo>
                    <a:pt x="230" y="94"/>
                  </a:lnTo>
                  <a:lnTo>
                    <a:pt x="229" y="97"/>
                  </a:lnTo>
                  <a:lnTo>
                    <a:pt x="228" y="100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40" y="101"/>
                  </a:lnTo>
                  <a:lnTo>
                    <a:pt x="238" y="102"/>
                  </a:lnTo>
                  <a:lnTo>
                    <a:pt x="240" y="105"/>
                  </a:lnTo>
                  <a:lnTo>
                    <a:pt x="238" y="106"/>
                  </a:lnTo>
                  <a:lnTo>
                    <a:pt x="237" y="106"/>
                  </a:lnTo>
                  <a:lnTo>
                    <a:pt x="234" y="107"/>
                  </a:lnTo>
                  <a:lnTo>
                    <a:pt x="233" y="110"/>
                  </a:lnTo>
                  <a:lnTo>
                    <a:pt x="232" y="110"/>
                  </a:lnTo>
                  <a:lnTo>
                    <a:pt x="232" y="115"/>
                  </a:lnTo>
                  <a:lnTo>
                    <a:pt x="234" y="118"/>
                  </a:lnTo>
                  <a:lnTo>
                    <a:pt x="237" y="119"/>
                  </a:lnTo>
                  <a:lnTo>
                    <a:pt x="240" y="123"/>
                  </a:lnTo>
                  <a:lnTo>
                    <a:pt x="240" y="127"/>
                  </a:lnTo>
                  <a:lnTo>
                    <a:pt x="241" y="130"/>
                  </a:lnTo>
                  <a:lnTo>
                    <a:pt x="241" y="132"/>
                  </a:lnTo>
                  <a:lnTo>
                    <a:pt x="241" y="136"/>
                  </a:lnTo>
                  <a:lnTo>
                    <a:pt x="245" y="140"/>
                  </a:lnTo>
                  <a:lnTo>
                    <a:pt x="245" y="144"/>
                  </a:lnTo>
                  <a:lnTo>
                    <a:pt x="245" y="146"/>
                  </a:lnTo>
                  <a:lnTo>
                    <a:pt x="246" y="150"/>
                  </a:lnTo>
                  <a:lnTo>
                    <a:pt x="245" y="150"/>
                  </a:lnTo>
                  <a:lnTo>
                    <a:pt x="246" y="152"/>
                  </a:lnTo>
                  <a:lnTo>
                    <a:pt x="245" y="155"/>
                  </a:lnTo>
                  <a:lnTo>
                    <a:pt x="244" y="152"/>
                  </a:lnTo>
                  <a:lnTo>
                    <a:pt x="244" y="154"/>
                  </a:lnTo>
                  <a:lnTo>
                    <a:pt x="242" y="154"/>
                  </a:lnTo>
                  <a:lnTo>
                    <a:pt x="241" y="151"/>
                  </a:lnTo>
                  <a:lnTo>
                    <a:pt x="241" y="150"/>
                  </a:lnTo>
                  <a:lnTo>
                    <a:pt x="241" y="151"/>
                  </a:lnTo>
                  <a:lnTo>
                    <a:pt x="240" y="152"/>
                  </a:lnTo>
                  <a:lnTo>
                    <a:pt x="240" y="151"/>
                  </a:lnTo>
                  <a:lnTo>
                    <a:pt x="240" y="152"/>
                  </a:lnTo>
                  <a:lnTo>
                    <a:pt x="238" y="152"/>
                  </a:lnTo>
                  <a:lnTo>
                    <a:pt x="237" y="152"/>
                  </a:lnTo>
                  <a:lnTo>
                    <a:pt x="236" y="152"/>
                  </a:lnTo>
                  <a:lnTo>
                    <a:pt x="234" y="148"/>
                  </a:lnTo>
                  <a:lnTo>
                    <a:pt x="236" y="147"/>
                  </a:lnTo>
                  <a:lnTo>
                    <a:pt x="233" y="146"/>
                  </a:lnTo>
                  <a:lnTo>
                    <a:pt x="232" y="146"/>
                  </a:lnTo>
                  <a:lnTo>
                    <a:pt x="232" y="146"/>
                  </a:lnTo>
                  <a:lnTo>
                    <a:pt x="233" y="147"/>
                  </a:lnTo>
                  <a:lnTo>
                    <a:pt x="234" y="147"/>
                  </a:lnTo>
                  <a:lnTo>
                    <a:pt x="233" y="148"/>
                  </a:lnTo>
                  <a:lnTo>
                    <a:pt x="233" y="150"/>
                  </a:lnTo>
                  <a:lnTo>
                    <a:pt x="233" y="151"/>
                  </a:lnTo>
                  <a:lnTo>
                    <a:pt x="230" y="154"/>
                  </a:lnTo>
                  <a:lnTo>
                    <a:pt x="224" y="156"/>
                  </a:lnTo>
                  <a:lnTo>
                    <a:pt x="223" y="157"/>
                  </a:lnTo>
                  <a:lnTo>
                    <a:pt x="221" y="159"/>
                  </a:lnTo>
                  <a:lnTo>
                    <a:pt x="220" y="161"/>
                  </a:lnTo>
                  <a:lnTo>
                    <a:pt x="221" y="163"/>
                  </a:lnTo>
                  <a:lnTo>
                    <a:pt x="223" y="165"/>
                  </a:lnTo>
                  <a:lnTo>
                    <a:pt x="223" y="165"/>
                  </a:lnTo>
                  <a:lnTo>
                    <a:pt x="223" y="167"/>
                  </a:lnTo>
                  <a:lnTo>
                    <a:pt x="220" y="168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9" y="172"/>
                  </a:lnTo>
                  <a:lnTo>
                    <a:pt x="215" y="176"/>
                  </a:lnTo>
                  <a:lnTo>
                    <a:pt x="215" y="177"/>
                  </a:lnTo>
                  <a:lnTo>
                    <a:pt x="208" y="180"/>
                  </a:lnTo>
                  <a:lnTo>
                    <a:pt x="207" y="180"/>
                  </a:lnTo>
                  <a:lnTo>
                    <a:pt x="207" y="179"/>
                  </a:lnTo>
                  <a:lnTo>
                    <a:pt x="207" y="177"/>
                  </a:lnTo>
                  <a:lnTo>
                    <a:pt x="205" y="177"/>
                  </a:lnTo>
                  <a:lnTo>
                    <a:pt x="204" y="180"/>
                  </a:lnTo>
                  <a:lnTo>
                    <a:pt x="203" y="180"/>
                  </a:lnTo>
                  <a:lnTo>
                    <a:pt x="201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198" y="189"/>
                  </a:lnTo>
                  <a:lnTo>
                    <a:pt x="195" y="194"/>
                  </a:lnTo>
                  <a:lnTo>
                    <a:pt x="184" y="202"/>
                  </a:lnTo>
                  <a:lnTo>
                    <a:pt x="183" y="206"/>
                  </a:lnTo>
                  <a:lnTo>
                    <a:pt x="180" y="209"/>
                  </a:lnTo>
                  <a:lnTo>
                    <a:pt x="176" y="210"/>
                  </a:lnTo>
                  <a:lnTo>
                    <a:pt x="173" y="213"/>
                  </a:lnTo>
                  <a:lnTo>
                    <a:pt x="173" y="215"/>
                  </a:lnTo>
                  <a:lnTo>
                    <a:pt x="173" y="218"/>
                  </a:lnTo>
                  <a:lnTo>
                    <a:pt x="171" y="221"/>
                  </a:lnTo>
                  <a:lnTo>
                    <a:pt x="169" y="222"/>
                  </a:lnTo>
                  <a:lnTo>
                    <a:pt x="163" y="222"/>
                  </a:lnTo>
                  <a:lnTo>
                    <a:pt x="161" y="223"/>
                  </a:lnTo>
                  <a:lnTo>
                    <a:pt x="161" y="226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4" y="229"/>
                  </a:lnTo>
                  <a:lnTo>
                    <a:pt x="153" y="229"/>
                  </a:lnTo>
                  <a:lnTo>
                    <a:pt x="149" y="232"/>
                  </a:lnTo>
                  <a:lnTo>
                    <a:pt x="149" y="234"/>
                  </a:lnTo>
                  <a:lnTo>
                    <a:pt x="149" y="239"/>
                  </a:lnTo>
                  <a:lnTo>
                    <a:pt x="150" y="244"/>
                  </a:lnTo>
                  <a:lnTo>
                    <a:pt x="149" y="247"/>
                  </a:lnTo>
                  <a:lnTo>
                    <a:pt x="149" y="250"/>
                  </a:lnTo>
                  <a:lnTo>
                    <a:pt x="149" y="259"/>
                  </a:lnTo>
                  <a:lnTo>
                    <a:pt x="151" y="260"/>
                  </a:lnTo>
                  <a:lnTo>
                    <a:pt x="153" y="265"/>
                  </a:lnTo>
                  <a:lnTo>
                    <a:pt x="150" y="273"/>
                  </a:lnTo>
                  <a:lnTo>
                    <a:pt x="146" y="279"/>
                  </a:lnTo>
                  <a:lnTo>
                    <a:pt x="146" y="284"/>
                  </a:lnTo>
                  <a:lnTo>
                    <a:pt x="148" y="285"/>
                  </a:lnTo>
                  <a:lnTo>
                    <a:pt x="149" y="296"/>
                  </a:lnTo>
                  <a:lnTo>
                    <a:pt x="149" y="298"/>
                  </a:lnTo>
                  <a:lnTo>
                    <a:pt x="146" y="298"/>
                  </a:lnTo>
                  <a:lnTo>
                    <a:pt x="145" y="298"/>
                  </a:lnTo>
                  <a:lnTo>
                    <a:pt x="142" y="298"/>
                  </a:lnTo>
                  <a:lnTo>
                    <a:pt x="141" y="301"/>
                  </a:lnTo>
                  <a:lnTo>
                    <a:pt x="141" y="302"/>
                  </a:lnTo>
                  <a:lnTo>
                    <a:pt x="138" y="306"/>
                  </a:lnTo>
                  <a:lnTo>
                    <a:pt x="137" y="307"/>
                  </a:lnTo>
                  <a:lnTo>
                    <a:pt x="137" y="309"/>
                  </a:lnTo>
                  <a:lnTo>
                    <a:pt x="141" y="311"/>
                  </a:lnTo>
                  <a:lnTo>
                    <a:pt x="142" y="311"/>
                  </a:lnTo>
                  <a:lnTo>
                    <a:pt x="142" y="313"/>
                  </a:lnTo>
                  <a:lnTo>
                    <a:pt x="141" y="311"/>
                  </a:lnTo>
                  <a:lnTo>
                    <a:pt x="140" y="310"/>
                  </a:lnTo>
                  <a:lnTo>
                    <a:pt x="134" y="313"/>
                  </a:lnTo>
                  <a:lnTo>
                    <a:pt x="133" y="313"/>
                  </a:lnTo>
                  <a:lnTo>
                    <a:pt x="129" y="314"/>
                  </a:lnTo>
                  <a:lnTo>
                    <a:pt x="128" y="317"/>
                  </a:lnTo>
                  <a:lnTo>
                    <a:pt x="128" y="318"/>
                  </a:lnTo>
                  <a:lnTo>
                    <a:pt x="128" y="318"/>
                  </a:lnTo>
                  <a:lnTo>
                    <a:pt x="128" y="319"/>
                  </a:lnTo>
                  <a:lnTo>
                    <a:pt x="126" y="322"/>
                  </a:lnTo>
                  <a:lnTo>
                    <a:pt x="122" y="325"/>
                  </a:lnTo>
                  <a:lnTo>
                    <a:pt x="119" y="325"/>
                  </a:lnTo>
                  <a:lnTo>
                    <a:pt x="115" y="322"/>
                  </a:lnTo>
                  <a:lnTo>
                    <a:pt x="111" y="318"/>
                  </a:lnTo>
                  <a:lnTo>
                    <a:pt x="107" y="309"/>
                  </a:lnTo>
                  <a:lnTo>
                    <a:pt x="107" y="305"/>
                  </a:lnTo>
                  <a:lnTo>
                    <a:pt x="105" y="300"/>
                  </a:lnTo>
                  <a:lnTo>
                    <a:pt x="103" y="294"/>
                  </a:lnTo>
                  <a:lnTo>
                    <a:pt x="103" y="293"/>
                  </a:lnTo>
                  <a:lnTo>
                    <a:pt x="101" y="293"/>
                  </a:lnTo>
                  <a:lnTo>
                    <a:pt x="100" y="289"/>
                  </a:lnTo>
                  <a:lnTo>
                    <a:pt x="100" y="285"/>
                  </a:lnTo>
                  <a:lnTo>
                    <a:pt x="96" y="281"/>
                  </a:lnTo>
                  <a:lnTo>
                    <a:pt x="94" y="277"/>
                  </a:lnTo>
                  <a:lnTo>
                    <a:pt x="94" y="277"/>
                  </a:lnTo>
                  <a:lnTo>
                    <a:pt x="90" y="275"/>
                  </a:lnTo>
                  <a:lnTo>
                    <a:pt x="88" y="271"/>
                  </a:lnTo>
                  <a:lnTo>
                    <a:pt x="87" y="271"/>
                  </a:lnTo>
                  <a:lnTo>
                    <a:pt x="87" y="265"/>
                  </a:lnTo>
                  <a:lnTo>
                    <a:pt x="86" y="263"/>
                  </a:lnTo>
                  <a:lnTo>
                    <a:pt x="84" y="257"/>
                  </a:lnTo>
                  <a:lnTo>
                    <a:pt x="83" y="255"/>
                  </a:lnTo>
                  <a:lnTo>
                    <a:pt x="82" y="252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9" y="246"/>
                  </a:lnTo>
                  <a:lnTo>
                    <a:pt x="76" y="242"/>
                  </a:lnTo>
                  <a:lnTo>
                    <a:pt x="76" y="240"/>
                  </a:lnTo>
                  <a:lnTo>
                    <a:pt x="75" y="240"/>
                  </a:lnTo>
                  <a:lnTo>
                    <a:pt x="72" y="235"/>
                  </a:lnTo>
                  <a:lnTo>
                    <a:pt x="72" y="234"/>
                  </a:lnTo>
                  <a:lnTo>
                    <a:pt x="71" y="232"/>
                  </a:lnTo>
                  <a:lnTo>
                    <a:pt x="70" y="230"/>
                  </a:lnTo>
                  <a:lnTo>
                    <a:pt x="68" y="229"/>
                  </a:lnTo>
                  <a:lnTo>
                    <a:pt x="67" y="223"/>
                  </a:lnTo>
                  <a:lnTo>
                    <a:pt x="66" y="21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59" y="200"/>
                  </a:lnTo>
                  <a:lnTo>
                    <a:pt x="62" y="200"/>
                  </a:lnTo>
                  <a:lnTo>
                    <a:pt x="58" y="196"/>
                  </a:lnTo>
                  <a:lnTo>
                    <a:pt x="58" y="193"/>
                  </a:lnTo>
                  <a:lnTo>
                    <a:pt x="61" y="193"/>
                  </a:lnTo>
                  <a:lnTo>
                    <a:pt x="59" y="190"/>
                  </a:lnTo>
                  <a:lnTo>
                    <a:pt x="58" y="189"/>
                  </a:lnTo>
                  <a:lnTo>
                    <a:pt x="55" y="182"/>
                  </a:lnTo>
                  <a:lnTo>
                    <a:pt x="54" y="179"/>
                  </a:lnTo>
                  <a:lnTo>
                    <a:pt x="57" y="177"/>
                  </a:lnTo>
                  <a:lnTo>
                    <a:pt x="55" y="176"/>
                  </a:lnTo>
                  <a:lnTo>
                    <a:pt x="54" y="175"/>
                  </a:lnTo>
                  <a:lnTo>
                    <a:pt x="55" y="172"/>
                  </a:lnTo>
                  <a:lnTo>
                    <a:pt x="55" y="168"/>
                  </a:lnTo>
                  <a:lnTo>
                    <a:pt x="54" y="164"/>
                  </a:lnTo>
                  <a:lnTo>
                    <a:pt x="53" y="164"/>
                  </a:lnTo>
                  <a:lnTo>
                    <a:pt x="53" y="157"/>
                  </a:lnTo>
                  <a:lnTo>
                    <a:pt x="55" y="156"/>
                  </a:lnTo>
                  <a:lnTo>
                    <a:pt x="55" y="155"/>
                  </a:lnTo>
                  <a:lnTo>
                    <a:pt x="58" y="155"/>
                  </a:lnTo>
                  <a:lnTo>
                    <a:pt x="55" y="155"/>
                  </a:lnTo>
                  <a:lnTo>
                    <a:pt x="53" y="155"/>
                  </a:lnTo>
                  <a:lnTo>
                    <a:pt x="51" y="155"/>
                  </a:lnTo>
                  <a:lnTo>
                    <a:pt x="51" y="152"/>
                  </a:lnTo>
                  <a:lnTo>
                    <a:pt x="50" y="15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53" y="148"/>
                  </a:lnTo>
                  <a:lnTo>
                    <a:pt x="55" y="147"/>
                  </a:lnTo>
                  <a:lnTo>
                    <a:pt x="55" y="144"/>
                  </a:lnTo>
                  <a:lnTo>
                    <a:pt x="54" y="146"/>
                  </a:lnTo>
                  <a:lnTo>
                    <a:pt x="53" y="146"/>
                  </a:lnTo>
                  <a:lnTo>
                    <a:pt x="50" y="146"/>
                  </a:lnTo>
                  <a:lnTo>
                    <a:pt x="49" y="144"/>
                  </a:lnTo>
                  <a:lnTo>
                    <a:pt x="49" y="146"/>
                  </a:lnTo>
                  <a:lnTo>
                    <a:pt x="49" y="148"/>
                  </a:lnTo>
                  <a:lnTo>
                    <a:pt x="46" y="152"/>
                  </a:lnTo>
                  <a:lnTo>
                    <a:pt x="49" y="155"/>
                  </a:lnTo>
                  <a:lnTo>
                    <a:pt x="47" y="159"/>
                  </a:lnTo>
                  <a:lnTo>
                    <a:pt x="46" y="160"/>
                  </a:lnTo>
                  <a:lnTo>
                    <a:pt x="46" y="161"/>
                  </a:lnTo>
                  <a:lnTo>
                    <a:pt x="42" y="164"/>
                  </a:lnTo>
                  <a:lnTo>
                    <a:pt x="36" y="168"/>
                  </a:lnTo>
                  <a:lnTo>
                    <a:pt x="33" y="168"/>
                  </a:lnTo>
                  <a:lnTo>
                    <a:pt x="29" y="168"/>
                  </a:lnTo>
                  <a:lnTo>
                    <a:pt x="20" y="160"/>
                  </a:lnTo>
                  <a:lnTo>
                    <a:pt x="16" y="155"/>
                  </a:lnTo>
                  <a:lnTo>
                    <a:pt x="16" y="155"/>
                  </a:lnTo>
                  <a:lnTo>
                    <a:pt x="15" y="155"/>
                  </a:lnTo>
                  <a:lnTo>
                    <a:pt x="13" y="154"/>
                  </a:lnTo>
                  <a:lnTo>
                    <a:pt x="8" y="148"/>
                  </a:lnTo>
                  <a:lnTo>
                    <a:pt x="8" y="147"/>
                  </a:lnTo>
                  <a:lnTo>
                    <a:pt x="8" y="146"/>
                  </a:lnTo>
                  <a:lnTo>
                    <a:pt x="9" y="146"/>
                  </a:lnTo>
                  <a:lnTo>
                    <a:pt x="9" y="147"/>
                  </a:lnTo>
                  <a:lnTo>
                    <a:pt x="11" y="146"/>
                  </a:lnTo>
                  <a:lnTo>
                    <a:pt x="11" y="148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7"/>
                  </a:lnTo>
                  <a:lnTo>
                    <a:pt x="16" y="148"/>
                  </a:lnTo>
                  <a:lnTo>
                    <a:pt x="17" y="147"/>
                  </a:lnTo>
                  <a:lnTo>
                    <a:pt x="21" y="143"/>
                  </a:lnTo>
                  <a:lnTo>
                    <a:pt x="22" y="143"/>
                  </a:lnTo>
                  <a:lnTo>
                    <a:pt x="25" y="140"/>
                  </a:lnTo>
                  <a:lnTo>
                    <a:pt x="26" y="140"/>
                  </a:lnTo>
                  <a:lnTo>
                    <a:pt x="26" y="138"/>
                  </a:lnTo>
                  <a:lnTo>
                    <a:pt x="25" y="138"/>
                  </a:lnTo>
                  <a:lnTo>
                    <a:pt x="24" y="138"/>
                  </a:lnTo>
                  <a:lnTo>
                    <a:pt x="24" y="138"/>
                  </a:lnTo>
                  <a:lnTo>
                    <a:pt x="24" y="139"/>
                  </a:lnTo>
                  <a:lnTo>
                    <a:pt x="18" y="142"/>
                  </a:lnTo>
                  <a:lnTo>
                    <a:pt x="16" y="142"/>
                  </a:lnTo>
                  <a:lnTo>
                    <a:pt x="15" y="142"/>
                  </a:lnTo>
                  <a:lnTo>
                    <a:pt x="7" y="139"/>
                  </a:lnTo>
                  <a:lnTo>
                    <a:pt x="3" y="135"/>
                  </a:lnTo>
                  <a:lnTo>
                    <a:pt x="1" y="135"/>
                  </a:lnTo>
                  <a:lnTo>
                    <a:pt x="1" y="132"/>
                  </a:lnTo>
                  <a:lnTo>
                    <a:pt x="4" y="130"/>
                  </a:lnTo>
                  <a:lnTo>
                    <a:pt x="7" y="129"/>
                  </a:lnTo>
                  <a:lnTo>
                    <a:pt x="3" y="129"/>
                  </a:lnTo>
                  <a:lnTo>
                    <a:pt x="0" y="131"/>
                  </a:lnTo>
                  <a:lnTo>
                    <a:pt x="0" y="127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5" y="122"/>
                  </a:lnTo>
                  <a:lnTo>
                    <a:pt x="7" y="123"/>
                  </a:lnTo>
                  <a:lnTo>
                    <a:pt x="8" y="122"/>
                  </a:lnTo>
                  <a:lnTo>
                    <a:pt x="17" y="122"/>
                  </a:lnTo>
                  <a:lnTo>
                    <a:pt x="21" y="121"/>
                  </a:lnTo>
                  <a:lnTo>
                    <a:pt x="22" y="119"/>
                  </a:lnTo>
                  <a:lnTo>
                    <a:pt x="25" y="119"/>
                  </a:lnTo>
                  <a:lnTo>
                    <a:pt x="24" y="121"/>
                  </a:lnTo>
                  <a:lnTo>
                    <a:pt x="25" y="122"/>
                  </a:lnTo>
                  <a:lnTo>
                    <a:pt x="28" y="121"/>
                  </a:lnTo>
                  <a:lnTo>
                    <a:pt x="30" y="119"/>
                  </a:lnTo>
                  <a:lnTo>
                    <a:pt x="29" y="118"/>
                  </a:lnTo>
                  <a:lnTo>
                    <a:pt x="29" y="117"/>
                  </a:lnTo>
                  <a:lnTo>
                    <a:pt x="26" y="109"/>
                  </a:lnTo>
                  <a:lnTo>
                    <a:pt x="25" y="106"/>
                  </a:lnTo>
                  <a:lnTo>
                    <a:pt x="25" y="105"/>
                  </a:lnTo>
                  <a:lnTo>
                    <a:pt x="24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7" y="97"/>
                  </a:lnTo>
                  <a:lnTo>
                    <a:pt x="17" y="93"/>
                  </a:lnTo>
                  <a:lnTo>
                    <a:pt x="16" y="90"/>
                  </a:lnTo>
                  <a:lnTo>
                    <a:pt x="13" y="89"/>
                  </a:lnTo>
                  <a:lnTo>
                    <a:pt x="12" y="90"/>
                  </a:lnTo>
                  <a:lnTo>
                    <a:pt x="9" y="89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9" y="81"/>
                  </a:lnTo>
                  <a:lnTo>
                    <a:pt x="11" y="81"/>
                  </a:lnTo>
                  <a:lnTo>
                    <a:pt x="13" y="77"/>
                  </a:lnTo>
                  <a:lnTo>
                    <a:pt x="15" y="75"/>
                  </a:lnTo>
                  <a:lnTo>
                    <a:pt x="16" y="73"/>
                  </a:lnTo>
                  <a:lnTo>
                    <a:pt x="18" y="72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2" y="76"/>
                  </a:lnTo>
                  <a:lnTo>
                    <a:pt x="28" y="73"/>
                  </a:lnTo>
                  <a:lnTo>
                    <a:pt x="33" y="73"/>
                  </a:lnTo>
                  <a:lnTo>
                    <a:pt x="37" y="69"/>
                  </a:lnTo>
                  <a:lnTo>
                    <a:pt x="40" y="63"/>
                  </a:lnTo>
                  <a:lnTo>
                    <a:pt x="45" y="59"/>
                  </a:lnTo>
                  <a:lnTo>
                    <a:pt x="46" y="56"/>
                  </a:lnTo>
                  <a:lnTo>
                    <a:pt x="47" y="52"/>
                  </a:lnTo>
                  <a:lnTo>
                    <a:pt x="50" y="48"/>
                  </a:lnTo>
                  <a:lnTo>
                    <a:pt x="53" y="47"/>
                  </a:lnTo>
                  <a:lnTo>
                    <a:pt x="54" y="43"/>
                  </a:lnTo>
                  <a:lnTo>
                    <a:pt x="54" y="42"/>
                  </a:lnTo>
                  <a:lnTo>
                    <a:pt x="53" y="40"/>
                  </a:lnTo>
                  <a:lnTo>
                    <a:pt x="57" y="36"/>
                  </a:lnTo>
                  <a:lnTo>
                    <a:pt x="58" y="35"/>
                  </a:lnTo>
                  <a:lnTo>
                    <a:pt x="59" y="32"/>
                  </a:lnTo>
                  <a:lnTo>
                    <a:pt x="59" y="26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61" y="17"/>
                  </a:lnTo>
                  <a:lnTo>
                    <a:pt x="63" y="17"/>
                  </a:lnTo>
                  <a:lnTo>
                    <a:pt x="66" y="15"/>
                  </a:lnTo>
                  <a:lnTo>
                    <a:pt x="67" y="15"/>
                  </a:lnTo>
                  <a:lnTo>
                    <a:pt x="70" y="11"/>
                  </a:lnTo>
                  <a:lnTo>
                    <a:pt x="74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8" name="Freeform 368">
              <a:extLst>
                <a:ext uri="{FF2B5EF4-FFF2-40B4-BE49-F238E27FC236}">
                  <a16:creationId xmlns:a16="http://schemas.microsoft.com/office/drawing/2014/main" id="{2E8C2AE7-691C-4677-B497-41C5DD3D7F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9280" y="4900082"/>
              <a:ext cx="544034" cy="716314"/>
            </a:xfrm>
            <a:custGeom>
              <a:avLst/>
              <a:gdLst>
                <a:gd name="T0" fmla="*/ 45 w 60"/>
                <a:gd name="T1" fmla="*/ 57 h 79"/>
                <a:gd name="T2" fmla="*/ 45 w 60"/>
                <a:gd name="T3" fmla="*/ 54 h 79"/>
                <a:gd name="T4" fmla="*/ 42 w 60"/>
                <a:gd name="T5" fmla="*/ 58 h 79"/>
                <a:gd name="T6" fmla="*/ 41 w 60"/>
                <a:gd name="T7" fmla="*/ 57 h 79"/>
                <a:gd name="T8" fmla="*/ 37 w 60"/>
                <a:gd name="T9" fmla="*/ 53 h 79"/>
                <a:gd name="T10" fmla="*/ 35 w 60"/>
                <a:gd name="T11" fmla="*/ 58 h 79"/>
                <a:gd name="T12" fmla="*/ 37 w 60"/>
                <a:gd name="T13" fmla="*/ 53 h 79"/>
                <a:gd name="T14" fmla="*/ 8 w 60"/>
                <a:gd name="T15" fmla="*/ 3 h 79"/>
                <a:gd name="T16" fmla="*/ 12 w 60"/>
                <a:gd name="T17" fmla="*/ 7 h 79"/>
                <a:gd name="T18" fmla="*/ 12 w 60"/>
                <a:gd name="T19" fmla="*/ 4 h 79"/>
                <a:gd name="T20" fmla="*/ 16 w 60"/>
                <a:gd name="T21" fmla="*/ 7 h 79"/>
                <a:gd name="T22" fmla="*/ 18 w 60"/>
                <a:gd name="T23" fmla="*/ 7 h 79"/>
                <a:gd name="T24" fmla="*/ 21 w 60"/>
                <a:gd name="T25" fmla="*/ 14 h 79"/>
                <a:gd name="T26" fmla="*/ 25 w 60"/>
                <a:gd name="T27" fmla="*/ 19 h 79"/>
                <a:gd name="T28" fmla="*/ 33 w 60"/>
                <a:gd name="T29" fmla="*/ 20 h 79"/>
                <a:gd name="T30" fmla="*/ 45 w 60"/>
                <a:gd name="T31" fmla="*/ 20 h 79"/>
                <a:gd name="T32" fmla="*/ 49 w 60"/>
                <a:gd name="T33" fmla="*/ 20 h 79"/>
                <a:gd name="T34" fmla="*/ 51 w 60"/>
                <a:gd name="T35" fmla="*/ 25 h 79"/>
                <a:gd name="T36" fmla="*/ 47 w 60"/>
                <a:gd name="T37" fmla="*/ 33 h 79"/>
                <a:gd name="T38" fmla="*/ 45 w 60"/>
                <a:gd name="T39" fmla="*/ 35 h 79"/>
                <a:gd name="T40" fmla="*/ 42 w 60"/>
                <a:gd name="T41" fmla="*/ 37 h 79"/>
                <a:gd name="T42" fmla="*/ 42 w 60"/>
                <a:gd name="T43" fmla="*/ 43 h 79"/>
                <a:gd name="T44" fmla="*/ 46 w 60"/>
                <a:gd name="T45" fmla="*/ 46 h 79"/>
                <a:gd name="T46" fmla="*/ 49 w 60"/>
                <a:gd name="T47" fmla="*/ 48 h 79"/>
                <a:gd name="T48" fmla="*/ 49 w 60"/>
                <a:gd name="T49" fmla="*/ 44 h 79"/>
                <a:gd name="T50" fmla="*/ 50 w 60"/>
                <a:gd name="T51" fmla="*/ 41 h 79"/>
                <a:gd name="T52" fmla="*/ 54 w 60"/>
                <a:gd name="T53" fmla="*/ 43 h 79"/>
                <a:gd name="T54" fmla="*/ 56 w 60"/>
                <a:gd name="T55" fmla="*/ 50 h 79"/>
                <a:gd name="T56" fmla="*/ 59 w 60"/>
                <a:gd name="T57" fmla="*/ 60 h 79"/>
                <a:gd name="T58" fmla="*/ 60 w 60"/>
                <a:gd name="T59" fmla="*/ 64 h 79"/>
                <a:gd name="T60" fmla="*/ 60 w 60"/>
                <a:gd name="T61" fmla="*/ 68 h 79"/>
                <a:gd name="T62" fmla="*/ 56 w 60"/>
                <a:gd name="T63" fmla="*/ 73 h 79"/>
                <a:gd name="T64" fmla="*/ 56 w 60"/>
                <a:gd name="T65" fmla="*/ 77 h 79"/>
                <a:gd name="T66" fmla="*/ 55 w 60"/>
                <a:gd name="T67" fmla="*/ 75 h 79"/>
                <a:gd name="T68" fmla="*/ 52 w 60"/>
                <a:gd name="T69" fmla="*/ 70 h 79"/>
                <a:gd name="T70" fmla="*/ 50 w 60"/>
                <a:gd name="T71" fmla="*/ 70 h 79"/>
                <a:gd name="T72" fmla="*/ 50 w 60"/>
                <a:gd name="T73" fmla="*/ 65 h 79"/>
                <a:gd name="T74" fmla="*/ 49 w 60"/>
                <a:gd name="T75" fmla="*/ 60 h 79"/>
                <a:gd name="T76" fmla="*/ 45 w 60"/>
                <a:gd name="T77" fmla="*/ 53 h 79"/>
                <a:gd name="T78" fmla="*/ 37 w 60"/>
                <a:gd name="T79" fmla="*/ 52 h 79"/>
                <a:gd name="T80" fmla="*/ 33 w 60"/>
                <a:gd name="T81" fmla="*/ 49 h 79"/>
                <a:gd name="T82" fmla="*/ 34 w 60"/>
                <a:gd name="T83" fmla="*/ 52 h 79"/>
                <a:gd name="T84" fmla="*/ 33 w 60"/>
                <a:gd name="T85" fmla="*/ 54 h 79"/>
                <a:gd name="T86" fmla="*/ 31 w 60"/>
                <a:gd name="T87" fmla="*/ 61 h 79"/>
                <a:gd name="T88" fmla="*/ 29 w 60"/>
                <a:gd name="T89" fmla="*/ 61 h 79"/>
                <a:gd name="T90" fmla="*/ 29 w 60"/>
                <a:gd name="T91" fmla="*/ 61 h 79"/>
                <a:gd name="T92" fmla="*/ 27 w 60"/>
                <a:gd name="T93" fmla="*/ 57 h 79"/>
                <a:gd name="T94" fmla="*/ 27 w 60"/>
                <a:gd name="T95" fmla="*/ 57 h 79"/>
                <a:gd name="T96" fmla="*/ 25 w 60"/>
                <a:gd name="T97" fmla="*/ 61 h 79"/>
                <a:gd name="T98" fmla="*/ 25 w 60"/>
                <a:gd name="T99" fmla="*/ 66 h 79"/>
                <a:gd name="T100" fmla="*/ 22 w 60"/>
                <a:gd name="T101" fmla="*/ 65 h 79"/>
                <a:gd name="T102" fmla="*/ 20 w 60"/>
                <a:gd name="T103" fmla="*/ 66 h 79"/>
                <a:gd name="T104" fmla="*/ 17 w 60"/>
                <a:gd name="T105" fmla="*/ 60 h 79"/>
                <a:gd name="T106" fmla="*/ 13 w 60"/>
                <a:gd name="T107" fmla="*/ 50 h 79"/>
                <a:gd name="T108" fmla="*/ 12 w 60"/>
                <a:gd name="T109" fmla="*/ 41 h 79"/>
                <a:gd name="T110" fmla="*/ 6 w 60"/>
                <a:gd name="T111" fmla="*/ 32 h 79"/>
                <a:gd name="T112" fmla="*/ 5 w 60"/>
                <a:gd name="T113" fmla="*/ 24 h 79"/>
                <a:gd name="T114" fmla="*/ 10 w 60"/>
                <a:gd name="T115" fmla="*/ 20 h 79"/>
                <a:gd name="T116" fmla="*/ 12 w 60"/>
                <a:gd name="T117" fmla="*/ 15 h 79"/>
                <a:gd name="T118" fmla="*/ 0 w 60"/>
                <a:gd name="T119" fmla="*/ 14 h 79"/>
                <a:gd name="T120" fmla="*/ 4 w 60"/>
                <a:gd name="T121" fmla="*/ 4 h 79"/>
                <a:gd name="T122" fmla="*/ 4 w 60"/>
                <a:gd name="T123" fmla="*/ 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" h="79">
                  <a:moveTo>
                    <a:pt x="45" y="54"/>
                  </a:moveTo>
                  <a:lnTo>
                    <a:pt x="45" y="56"/>
                  </a:lnTo>
                  <a:lnTo>
                    <a:pt x="45" y="57"/>
                  </a:lnTo>
                  <a:lnTo>
                    <a:pt x="43" y="58"/>
                  </a:lnTo>
                  <a:lnTo>
                    <a:pt x="43" y="56"/>
                  </a:lnTo>
                  <a:lnTo>
                    <a:pt x="45" y="54"/>
                  </a:lnTo>
                  <a:close/>
                  <a:moveTo>
                    <a:pt x="39" y="54"/>
                  </a:moveTo>
                  <a:lnTo>
                    <a:pt x="42" y="56"/>
                  </a:lnTo>
                  <a:lnTo>
                    <a:pt x="42" y="58"/>
                  </a:lnTo>
                  <a:lnTo>
                    <a:pt x="41" y="61"/>
                  </a:lnTo>
                  <a:lnTo>
                    <a:pt x="39" y="60"/>
                  </a:lnTo>
                  <a:lnTo>
                    <a:pt x="41" y="57"/>
                  </a:lnTo>
                  <a:lnTo>
                    <a:pt x="39" y="56"/>
                  </a:lnTo>
                  <a:lnTo>
                    <a:pt x="39" y="54"/>
                  </a:lnTo>
                  <a:close/>
                  <a:moveTo>
                    <a:pt x="37" y="53"/>
                  </a:moveTo>
                  <a:lnTo>
                    <a:pt x="38" y="56"/>
                  </a:lnTo>
                  <a:lnTo>
                    <a:pt x="38" y="60"/>
                  </a:lnTo>
                  <a:lnTo>
                    <a:pt x="35" y="58"/>
                  </a:lnTo>
                  <a:lnTo>
                    <a:pt x="34" y="56"/>
                  </a:lnTo>
                  <a:lnTo>
                    <a:pt x="34" y="54"/>
                  </a:lnTo>
                  <a:lnTo>
                    <a:pt x="37" y="53"/>
                  </a:lnTo>
                  <a:close/>
                  <a:moveTo>
                    <a:pt x="5" y="0"/>
                  </a:moveTo>
                  <a:lnTo>
                    <a:pt x="5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7"/>
                  </a:lnTo>
                  <a:lnTo>
                    <a:pt x="17" y="8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1" y="14"/>
                  </a:lnTo>
                  <a:lnTo>
                    <a:pt x="22" y="16"/>
                  </a:lnTo>
                  <a:lnTo>
                    <a:pt x="22" y="19"/>
                  </a:lnTo>
                  <a:lnTo>
                    <a:pt x="25" y="19"/>
                  </a:lnTo>
                  <a:lnTo>
                    <a:pt x="26" y="19"/>
                  </a:lnTo>
                  <a:lnTo>
                    <a:pt x="29" y="20"/>
                  </a:lnTo>
                  <a:lnTo>
                    <a:pt x="33" y="20"/>
                  </a:lnTo>
                  <a:lnTo>
                    <a:pt x="37" y="20"/>
                  </a:lnTo>
                  <a:lnTo>
                    <a:pt x="41" y="20"/>
                  </a:lnTo>
                  <a:lnTo>
                    <a:pt x="45" y="20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51" y="23"/>
                  </a:lnTo>
                  <a:lnTo>
                    <a:pt x="52" y="23"/>
                  </a:lnTo>
                  <a:lnTo>
                    <a:pt x="51" y="25"/>
                  </a:lnTo>
                  <a:lnTo>
                    <a:pt x="50" y="28"/>
                  </a:lnTo>
                  <a:lnTo>
                    <a:pt x="49" y="32"/>
                  </a:lnTo>
                  <a:lnTo>
                    <a:pt x="47" y="33"/>
                  </a:lnTo>
                  <a:lnTo>
                    <a:pt x="47" y="35"/>
                  </a:lnTo>
                  <a:lnTo>
                    <a:pt x="46" y="36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2" y="36"/>
                  </a:lnTo>
                  <a:lnTo>
                    <a:pt x="42" y="37"/>
                  </a:lnTo>
                  <a:lnTo>
                    <a:pt x="41" y="39"/>
                  </a:lnTo>
                  <a:lnTo>
                    <a:pt x="41" y="40"/>
                  </a:lnTo>
                  <a:lnTo>
                    <a:pt x="42" y="43"/>
                  </a:lnTo>
                  <a:lnTo>
                    <a:pt x="43" y="44"/>
                  </a:lnTo>
                  <a:lnTo>
                    <a:pt x="43" y="45"/>
                  </a:lnTo>
                  <a:lnTo>
                    <a:pt x="46" y="46"/>
                  </a:lnTo>
                  <a:lnTo>
                    <a:pt x="47" y="49"/>
                  </a:lnTo>
                  <a:lnTo>
                    <a:pt x="49" y="49"/>
                  </a:lnTo>
                  <a:lnTo>
                    <a:pt x="49" y="48"/>
                  </a:lnTo>
                  <a:lnTo>
                    <a:pt x="47" y="46"/>
                  </a:lnTo>
                  <a:lnTo>
                    <a:pt x="49" y="45"/>
                  </a:lnTo>
                  <a:lnTo>
                    <a:pt x="49" y="44"/>
                  </a:lnTo>
                  <a:lnTo>
                    <a:pt x="50" y="43"/>
                  </a:lnTo>
                  <a:lnTo>
                    <a:pt x="49" y="41"/>
                  </a:lnTo>
                  <a:lnTo>
                    <a:pt x="50" y="41"/>
                  </a:lnTo>
                  <a:lnTo>
                    <a:pt x="51" y="41"/>
                  </a:lnTo>
                  <a:lnTo>
                    <a:pt x="54" y="41"/>
                  </a:lnTo>
                  <a:lnTo>
                    <a:pt x="54" y="43"/>
                  </a:lnTo>
                  <a:lnTo>
                    <a:pt x="55" y="44"/>
                  </a:lnTo>
                  <a:lnTo>
                    <a:pt x="56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8" y="57"/>
                  </a:lnTo>
                  <a:lnTo>
                    <a:pt x="59" y="60"/>
                  </a:lnTo>
                  <a:lnTo>
                    <a:pt x="59" y="62"/>
                  </a:lnTo>
                  <a:lnTo>
                    <a:pt x="60" y="62"/>
                  </a:lnTo>
                  <a:lnTo>
                    <a:pt x="60" y="64"/>
                  </a:lnTo>
                  <a:lnTo>
                    <a:pt x="60" y="65"/>
                  </a:lnTo>
                  <a:lnTo>
                    <a:pt x="60" y="65"/>
                  </a:lnTo>
                  <a:lnTo>
                    <a:pt x="60" y="68"/>
                  </a:lnTo>
                  <a:lnTo>
                    <a:pt x="60" y="71"/>
                  </a:lnTo>
                  <a:lnTo>
                    <a:pt x="59" y="70"/>
                  </a:lnTo>
                  <a:lnTo>
                    <a:pt x="56" y="73"/>
                  </a:lnTo>
                  <a:lnTo>
                    <a:pt x="56" y="75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5" y="75"/>
                  </a:lnTo>
                  <a:lnTo>
                    <a:pt x="52" y="73"/>
                  </a:lnTo>
                  <a:lnTo>
                    <a:pt x="51" y="71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1" y="69"/>
                  </a:lnTo>
                  <a:lnTo>
                    <a:pt x="50" y="70"/>
                  </a:lnTo>
                  <a:lnTo>
                    <a:pt x="50" y="69"/>
                  </a:lnTo>
                  <a:lnTo>
                    <a:pt x="51" y="66"/>
                  </a:lnTo>
                  <a:lnTo>
                    <a:pt x="50" y="65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49" y="60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5" y="53"/>
                  </a:lnTo>
                  <a:lnTo>
                    <a:pt x="43" y="52"/>
                  </a:lnTo>
                  <a:lnTo>
                    <a:pt x="41" y="53"/>
                  </a:lnTo>
                  <a:lnTo>
                    <a:pt x="37" y="52"/>
                  </a:lnTo>
                  <a:lnTo>
                    <a:pt x="37" y="50"/>
                  </a:lnTo>
                  <a:lnTo>
                    <a:pt x="35" y="50"/>
                  </a:lnTo>
                  <a:lnTo>
                    <a:pt x="33" y="49"/>
                  </a:lnTo>
                  <a:lnTo>
                    <a:pt x="33" y="45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4" y="57"/>
                  </a:lnTo>
                  <a:lnTo>
                    <a:pt x="34" y="61"/>
                  </a:lnTo>
                  <a:lnTo>
                    <a:pt x="31" y="61"/>
                  </a:lnTo>
                  <a:lnTo>
                    <a:pt x="30" y="65"/>
                  </a:lnTo>
                  <a:lnTo>
                    <a:pt x="29" y="64"/>
                  </a:lnTo>
                  <a:lnTo>
                    <a:pt x="29" y="61"/>
                  </a:lnTo>
                  <a:lnTo>
                    <a:pt x="30" y="61"/>
                  </a:lnTo>
                  <a:lnTo>
                    <a:pt x="31" y="60"/>
                  </a:lnTo>
                  <a:lnTo>
                    <a:pt x="29" y="61"/>
                  </a:lnTo>
                  <a:lnTo>
                    <a:pt x="27" y="64"/>
                  </a:lnTo>
                  <a:lnTo>
                    <a:pt x="26" y="61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6" y="56"/>
                  </a:lnTo>
                  <a:lnTo>
                    <a:pt x="27" y="57"/>
                  </a:lnTo>
                  <a:lnTo>
                    <a:pt x="26" y="58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6" y="64"/>
                  </a:lnTo>
                  <a:lnTo>
                    <a:pt x="26" y="65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4" y="65"/>
                  </a:lnTo>
                  <a:lnTo>
                    <a:pt x="22" y="65"/>
                  </a:lnTo>
                  <a:lnTo>
                    <a:pt x="22" y="66"/>
                  </a:lnTo>
                  <a:lnTo>
                    <a:pt x="21" y="66"/>
                  </a:lnTo>
                  <a:lnTo>
                    <a:pt x="20" y="66"/>
                  </a:lnTo>
                  <a:lnTo>
                    <a:pt x="20" y="64"/>
                  </a:lnTo>
                  <a:lnTo>
                    <a:pt x="18" y="64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4"/>
                  </a:lnTo>
                  <a:lnTo>
                    <a:pt x="13" y="50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2" y="41"/>
                  </a:lnTo>
                  <a:lnTo>
                    <a:pt x="12" y="37"/>
                  </a:lnTo>
                  <a:lnTo>
                    <a:pt x="9" y="33"/>
                  </a:lnTo>
                  <a:lnTo>
                    <a:pt x="6" y="32"/>
                  </a:lnTo>
                  <a:lnTo>
                    <a:pt x="4" y="29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6" y="21"/>
                  </a:lnTo>
                  <a:lnTo>
                    <a:pt x="9" y="20"/>
                  </a:lnTo>
                  <a:lnTo>
                    <a:pt x="10" y="20"/>
                  </a:lnTo>
                  <a:lnTo>
                    <a:pt x="12" y="19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0" y="14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9" name="Freeform 369">
              <a:extLst>
                <a:ext uri="{FF2B5EF4-FFF2-40B4-BE49-F238E27FC236}">
                  <a16:creationId xmlns:a16="http://schemas.microsoft.com/office/drawing/2014/main" id="{AE2CCA99-D544-4467-AA6E-85ACBB4DB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683" y="4709670"/>
              <a:ext cx="335489" cy="208548"/>
            </a:xfrm>
            <a:custGeom>
              <a:avLst/>
              <a:gdLst>
                <a:gd name="T0" fmla="*/ 16 w 37"/>
                <a:gd name="T1" fmla="*/ 0 h 23"/>
                <a:gd name="T2" fmla="*/ 18 w 37"/>
                <a:gd name="T3" fmla="*/ 3 h 23"/>
                <a:gd name="T4" fmla="*/ 23 w 37"/>
                <a:gd name="T5" fmla="*/ 3 h 23"/>
                <a:gd name="T6" fmla="*/ 25 w 37"/>
                <a:gd name="T7" fmla="*/ 4 h 23"/>
                <a:gd name="T8" fmla="*/ 28 w 37"/>
                <a:gd name="T9" fmla="*/ 3 h 23"/>
                <a:gd name="T10" fmla="*/ 31 w 37"/>
                <a:gd name="T11" fmla="*/ 3 h 23"/>
                <a:gd name="T12" fmla="*/ 33 w 37"/>
                <a:gd name="T13" fmla="*/ 6 h 23"/>
                <a:gd name="T14" fmla="*/ 33 w 37"/>
                <a:gd name="T15" fmla="*/ 6 h 23"/>
                <a:gd name="T16" fmla="*/ 33 w 37"/>
                <a:gd name="T17" fmla="*/ 8 h 23"/>
                <a:gd name="T18" fmla="*/ 33 w 37"/>
                <a:gd name="T19" fmla="*/ 11 h 23"/>
                <a:gd name="T20" fmla="*/ 37 w 37"/>
                <a:gd name="T21" fmla="*/ 12 h 23"/>
                <a:gd name="T22" fmla="*/ 37 w 37"/>
                <a:gd name="T23" fmla="*/ 16 h 23"/>
                <a:gd name="T24" fmla="*/ 37 w 37"/>
                <a:gd name="T25" fmla="*/ 17 h 23"/>
                <a:gd name="T26" fmla="*/ 32 w 37"/>
                <a:gd name="T27" fmla="*/ 19 h 23"/>
                <a:gd name="T28" fmla="*/ 29 w 37"/>
                <a:gd name="T29" fmla="*/ 19 h 23"/>
                <a:gd name="T30" fmla="*/ 24 w 37"/>
                <a:gd name="T31" fmla="*/ 20 h 23"/>
                <a:gd name="T32" fmla="*/ 21 w 37"/>
                <a:gd name="T33" fmla="*/ 19 h 23"/>
                <a:gd name="T34" fmla="*/ 19 w 37"/>
                <a:gd name="T35" fmla="*/ 19 h 23"/>
                <a:gd name="T36" fmla="*/ 18 w 37"/>
                <a:gd name="T37" fmla="*/ 23 h 23"/>
                <a:gd name="T38" fmla="*/ 14 w 37"/>
                <a:gd name="T39" fmla="*/ 23 h 23"/>
                <a:gd name="T40" fmla="*/ 8 w 37"/>
                <a:gd name="T41" fmla="*/ 19 h 23"/>
                <a:gd name="T42" fmla="*/ 7 w 37"/>
                <a:gd name="T43" fmla="*/ 20 h 23"/>
                <a:gd name="T44" fmla="*/ 3 w 37"/>
                <a:gd name="T45" fmla="*/ 19 h 23"/>
                <a:gd name="T46" fmla="*/ 0 w 37"/>
                <a:gd name="T47" fmla="*/ 15 h 23"/>
                <a:gd name="T48" fmla="*/ 0 w 37"/>
                <a:gd name="T49" fmla="*/ 14 h 23"/>
                <a:gd name="T50" fmla="*/ 2 w 37"/>
                <a:gd name="T51" fmla="*/ 11 h 23"/>
                <a:gd name="T52" fmla="*/ 3 w 37"/>
                <a:gd name="T53" fmla="*/ 10 h 23"/>
                <a:gd name="T54" fmla="*/ 6 w 37"/>
                <a:gd name="T55" fmla="*/ 4 h 23"/>
                <a:gd name="T56" fmla="*/ 12 w 37"/>
                <a:gd name="T57" fmla="*/ 2 h 23"/>
                <a:gd name="T58" fmla="*/ 16 w 37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" h="23">
                  <a:moveTo>
                    <a:pt x="16" y="0"/>
                  </a:moveTo>
                  <a:lnTo>
                    <a:pt x="18" y="3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8" y="3"/>
                  </a:lnTo>
                  <a:lnTo>
                    <a:pt x="31" y="3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8"/>
                  </a:lnTo>
                  <a:lnTo>
                    <a:pt x="33" y="11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17"/>
                  </a:lnTo>
                  <a:lnTo>
                    <a:pt x="32" y="19"/>
                  </a:lnTo>
                  <a:lnTo>
                    <a:pt x="29" y="19"/>
                  </a:lnTo>
                  <a:lnTo>
                    <a:pt x="24" y="20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19"/>
                  </a:lnTo>
                  <a:lnTo>
                    <a:pt x="7" y="20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90" name="Freeform 370">
              <a:extLst>
                <a:ext uri="{FF2B5EF4-FFF2-40B4-BE49-F238E27FC236}">
                  <a16:creationId xmlns:a16="http://schemas.microsoft.com/office/drawing/2014/main" id="{674B454A-163A-427B-BEC7-32CC37FC4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620" y="4473923"/>
              <a:ext cx="897659" cy="462432"/>
            </a:xfrm>
            <a:custGeom>
              <a:avLst/>
              <a:gdLst>
                <a:gd name="T0" fmla="*/ 9 w 99"/>
                <a:gd name="T1" fmla="*/ 1 h 51"/>
                <a:gd name="T2" fmla="*/ 12 w 99"/>
                <a:gd name="T3" fmla="*/ 3 h 51"/>
                <a:gd name="T4" fmla="*/ 15 w 99"/>
                <a:gd name="T5" fmla="*/ 1 h 51"/>
                <a:gd name="T6" fmla="*/ 22 w 99"/>
                <a:gd name="T7" fmla="*/ 3 h 51"/>
                <a:gd name="T8" fmla="*/ 26 w 99"/>
                <a:gd name="T9" fmla="*/ 4 h 51"/>
                <a:gd name="T10" fmla="*/ 32 w 99"/>
                <a:gd name="T11" fmla="*/ 9 h 51"/>
                <a:gd name="T12" fmla="*/ 37 w 99"/>
                <a:gd name="T13" fmla="*/ 11 h 51"/>
                <a:gd name="T14" fmla="*/ 40 w 99"/>
                <a:gd name="T15" fmla="*/ 15 h 51"/>
                <a:gd name="T16" fmla="*/ 42 w 99"/>
                <a:gd name="T17" fmla="*/ 16 h 51"/>
                <a:gd name="T18" fmla="*/ 44 w 99"/>
                <a:gd name="T19" fmla="*/ 12 h 51"/>
                <a:gd name="T20" fmla="*/ 47 w 99"/>
                <a:gd name="T21" fmla="*/ 13 h 51"/>
                <a:gd name="T22" fmla="*/ 50 w 99"/>
                <a:gd name="T23" fmla="*/ 17 h 51"/>
                <a:gd name="T24" fmla="*/ 57 w 99"/>
                <a:gd name="T25" fmla="*/ 18 h 51"/>
                <a:gd name="T26" fmla="*/ 59 w 99"/>
                <a:gd name="T27" fmla="*/ 24 h 51"/>
                <a:gd name="T28" fmla="*/ 62 w 99"/>
                <a:gd name="T29" fmla="*/ 26 h 51"/>
                <a:gd name="T30" fmla="*/ 67 w 99"/>
                <a:gd name="T31" fmla="*/ 26 h 51"/>
                <a:gd name="T32" fmla="*/ 71 w 99"/>
                <a:gd name="T33" fmla="*/ 24 h 51"/>
                <a:gd name="T34" fmla="*/ 79 w 99"/>
                <a:gd name="T35" fmla="*/ 25 h 51"/>
                <a:gd name="T36" fmla="*/ 83 w 99"/>
                <a:gd name="T37" fmla="*/ 30 h 51"/>
                <a:gd name="T38" fmla="*/ 87 w 99"/>
                <a:gd name="T39" fmla="*/ 33 h 51"/>
                <a:gd name="T40" fmla="*/ 92 w 99"/>
                <a:gd name="T41" fmla="*/ 33 h 51"/>
                <a:gd name="T42" fmla="*/ 98 w 99"/>
                <a:gd name="T43" fmla="*/ 32 h 51"/>
                <a:gd name="T44" fmla="*/ 98 w 99"/>
                <a:gd name="T45" fmla="*/ 40 h 51"/>
                <a:gd name="T46" fmla="*/ 99 w 99"/>
                <a:gd name="T47" fmla="*/ 50 h 51"/>
                <a:gd name="T48" fmla="*/ 87 w 99"/>
                <a:gd name="T49" fmla="*/ 49 h 51"/>
                <a:gd name="T50" fmla="*/ 74 w 99"/>
                <a:gd name="T51" fmla="*/ 47 h 51"/>
                <a:gd name="T52" fmla="*/ 67 w 99"/>
                <a:gd name="T53" fmla="*/ 49 h 51"/>
                <a:gd name="T54" fmla="*/ 58 w 99"/>
                <a:gd name="T55" fmla="*/ 43 h 51"/>
                <a:gd name="T56" fmla="*/ 51 w 99"/>
                <a:gd name="T57" fmla="*/ 40 h 51"/>
                <a:gd name="T58" fmla="*/ 44 w 99"/>
                <a:gd name="T59" fmla="*/ 40 h 51"/>
                <a:gd name="T60" fmla="*/ 33 w 99"/>
                <a:gd name="T61" fmla="*/ 37 h 51"/>
                <a:gd name="T62" fmla="*/ 28 w 99"/>
                <a:gd name="T63" fmla="*/ 36 h 51"/>
                <a:gd name="T64" fmla="*/ 20 w 99"/>
                <a:gd name="T65" fmla="*/ 30 h 51"/>
                <a:gd name="T66" fmla="*/ 11 w 99"/>
                <a:gd name="T67" fmla="*/ 25 h 51"/>
                <a:gd name="T68" fmla="*/ 7 w 99"/>
                <a:gd name="T69" fmla="*/ 24 h 51"/>
                <a:gd name="T70" fmla="*/ 1 w 99"/>
                <a:gd name="T71" fmla="*/ 22 h 51"/>
                <a:gd name="T72" fmla="*/ 4 w 99"/>
                <a:gd name="T73" fmla="*/ 15 h 51"/>
                <a:gd name="T74" fmla="*/ 5 w 99"/>
                <a:gd name="T75" fmla="*/ 4 h 51"/>
                <a:gd name="T76" fmla="*/ 5 w 99"/>
                <a:gd name="T7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9" h="51">
                  <a:moveTo>
                    <a:pt x="5" y="0"/>
                  </a:moveTo>
                  <a:lnTo>
                    <a:pt x="9" y="1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5" y="1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8" y="5"/>
                  </a:lnTo>
                  <a:lnTo>
                    <a:pt x="32" y="9"/>
                  </a:lnTo>
                  <a:lnTo>
                    <a:pt x="34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40" y="15"/>
                  </a:lnTo>
                  <a:lnTo>
                    <a:pt x="41" y="17"/>
                  </a:lnTo>
                  <a:lnTo>
                    <a:pt x="42" y="16"/>
                  </a:lnTo>
                  <a:lnTo>
                    <a:pt x="42" y="13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7" y="13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3" y="20"/>
                  </a:lnTo>
                  <a:lnTo>
                    <a:pt x="57" y="18"/>
                  </a:lnTo>
                  <a:lnTo>
                    <a:pt x="59" y="20"/>
                  </a:lnTo>
                  <a:lnTo>
                    <a:pt x="59" y="24"/>
                  </a:lnTo>
                  <a:lnTo>
                    <a:pt x="61" y="26"/>
                  </a:lnTo>
                  <a:lnTo>
                    <a:pt x="62" y="26"/>
                  </a:lnTo>
                  <a:lnTo>
                    <a:pt x="66" y="28"/>
                  </a:lnTo>
                  <a:lnTo>
                    <a:pt x="67" y="26"/>
                  </a:lnTo>
                  <a:lnTo>
                    <a:pt x="70" y="26"/>
                  </a:lnTo>
                  <a:lnTo>
                    <a:pt x="71" y="24"/>
                  </a:lnTo>
                  <a:lnTo>
                    <a:pt x="76" y="24"/>
                  </a:lnTo>
                  <a:lnTo>
                    <a:pt x="79" y="25"/>
                  </a:lnTo>
                  <a:lnTo>
                    <a:pt x="79" y="29"/>
                  </a:lnTo>
                  <a:lnTo>
                    <a:pt x="83" y="30"/>
                  </a:lnTo>
                  <a:lnTo>
                    <a:pt x="86" y="33"/>
                  </a:lnTo>
                  <a:lnTo>
                    <a:pt x="87" y="33"/>
                  </a:lnTo>
                  <a:lnTo>
                    <a:pt x="91" y="32"/>
                  </a:lnTo>
                  <a:lnTo>
                    <a:pt x="92" y="33"/>
                  </a:lnTo>
                  <a:lnTo>
                    <a:pt x="95" y="32"/>
                  </a:lnTo>
                  <a:lnTo>
                    <a:pt x="98" y="32"/>
                  </a:lnTo>
                  <a:lnTo>
                    <a:pt x="98" y="34"/>
                  </a:lnTo>
                  <a:lnTo>
                    <a:pt x="98" y="40"/>
                  </a:lnTo>
                  <a:lnTo>
                    <a:pt x="99" y="45"/>
                  </a:lnTo>
                  <a:lnTo>
                    <a:pt x="99" y="50"/>
                  </a:lnTo>
                  <a:lnTo>
                    <a:pt x="91" y="51"/>
                  </a:lnTo>
                  <a:lnTo>
                    <a:pt x="87" y="49"/>
                  </a:lnTo>
                  <a:lnTo>
                    <a:pt x="84" y="50"/>
                  </a:lnTo>
                  <a:lnTo>
                    <a:pt x="74" y="47"/>
                  </a:lnTo>
                  <a:lnTo>
                    <a:pt x="70" y="47"/>
                  </a:lnTo>
                  <a:lnTo>
                    <a:pt x="67" y="49"/>
                  </a:lnTo>
                  <a:lnTo>
                    <a:pt x="61" y="46"/>
                  </a:lnTo>
                  <a:lnTo>
                    <a:pt x="58" y="43"/>
                  </a:lnTo>
                  <a:lnTo>
                    <a:pt x="57" y="41"/>
                  </a:lnTo>
                  <a:lnTo>
                    <a:pt x="51" y="40"/>
                  </a:lnTo>
                  <a:lnTo>
                    <a:pt x="45" y="41"/>
                  </a:lnTo>
                  <a:lnTo>
                    <a:pt x="44" y="40"/>
                  </a:lnTo>
                  <a:lnTo>
                    <a:pt x="37" y="40"/>
                  </a:lnTo>
                  <a:lnTo>
                    <a:pt x="33" y="37"/>
                  </a:lnTo>
                  <a:lnTo>
                    <a:pt x="30" y="37"/>
                  </a:lnTo>
                  <a:lnTo>
                    <a:pt x="28" y="36"/>
                  </a:lnTo>
                  <a:lnTo>
                    <a:pt x="24" y="34"/>
                  </a:lnTo>
                  <a:lnTo>
                    <a:pt x="20" y="30"/>
                  </a:lnTo>
                  <a:lnTo>
                    <a:pt x="15" y="26"/>
                  </a:lnTo>
                  <a:lnTo>
                    <a:pt x="11" y="25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4" y="22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5" y="4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91" name="Freeform 371">
              <a:extLst>
                <a:ext uri="{FF2B5EF4-FFF2-40B4-BE49-F238E27FC236}">
                  <a16:creationId xmlns:a16="http://schemas.microsoft.com/office/drawing/2014/main" id="{5EDF2C17-1338-4E12-8329-F1952B2D1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-608498" y="3676005"/>
              <a:ext cx="1505160" cy="1632101"/>
            </a:xfrm>
            <a:custGeom>
              <a:avLst/>
              <a:gdLst>
                <a:gd name="T0" fmla="*/ 129 w 166"/>
                <a:gd name="T1" fmla="*/ 2 h 180"/>
                <a:gd name="T2" fmla="*/ 126 w 166"/>
                <a:gd name="T3" fmla="*/ 12 h 180"/>
                <a:gd name="T4" fmla="*/ 138 w 166"/>
                <a:gd name="T5" fmla="*/ 18 h 180"/>
                <a:gd name="T6" fmla="*/ 139 w 166"/>
                <a:gd name="T7" fmla="*/ 28 h 180"/>
                <a:gd name="T8" fmla="*/ 139 w 166"/>
                <a:gd name="T9" fmla="*/ 38 h 180"/>
                <a:gd name="T10" fmla="*/ 150 w 166"/>
                <a:gd name="T11" fmla="*/ 54 h 180"/>
                <a:gd name="T12" fmla="*/ 162 w 166"/>
                <a:gd name="T13" fmla="*/ 58 h 180"/>
                <a:gd name="T14" fmla="*/ 162 w 166"/>
                <a:gd name="T15" fmla="*/ 64 h 180"/>
                <a:gd name="T16" fmla="*/ 154 w 166"/>
                <a:gd name="T17" fmla="*/ 71 h 180"/>
                <a:gd name="T18" fmla="*/ 153 w 166"/>
                <a:gd name="T19" fmla="*/ 85 h 180"/>
                <a:gd name="T20" fmla="*/ 149 w 166"/>
                <a:gd name="T21" fmla="*/ 96 h 180"/>
                <a:gd name="T22" fmla="*/ 141 w 166"/>
                <a:gd name="T23" fmla="*/ 108 h 180"/>
                <a:gd name="T24" fmla="*/ 124 w 166"/>
                <a:gd name="T25" fmla="*/ 122 h 180"/>
                <a:gd name="T26" fmla="*/ 114 w 166"/>
                <a:gd name="T27" fmla="*/ 121 h 180"/>
                <a:gd name="T28" fmla="*/ 107 w 166"/>
                <a:gd name="T29" fmla="*/ 130 h 180"/>
                <a:gd name="T30" fmla="*/ 105 w 166"/>
                <a:gd name="T31" fmla="*/ 138 h 180"/>
                <a:gd name="T32" fmla="*/ 113 w 166"/>
                <a:gd name="T33" fmla="*/ 142 h 180"/>
                <a:gd name="T34" fmla="*/ 120 w 166"/>
                <a:gd name="T35" fmla="*/ 153 h 180"/>
                <a:gd name="T36" fmla="*/ 125 w 166"/>
                <a:gd name="T37" fmla="*/ 166 h 180"/>
                <a:gd name="T38" fmla="*/ 121 w 166"/>
                <a:gd name="T39" fmla="*/ 171 h 180"/>
                <a:gd name="T40" fmla="*/ 117 w 166"/>
                <a:gd name="T41" fmla="*/ 170 h 180"/>
                <a:gd name="T42" fmla="*/ 101 w 166"/>
                <a:gd name="T43" fmla="*/ 171 h 180"/>
                <a:gd name="T44" fmla="*/ 96 w 166"/>
                <a:gd name="T45" fmla="*/ 180 h 180"/>
                <a:gd name="T46" fmla="*/ 87 w 166"/>
                <a:gd name="T47" fmla="*/ 178 h 180"/>
                <a:gd name="T48" fmla="*/ 82 w 166"/>
                <a:gd name="T49" fmla="*/ 175 h 180"/>
                <a:gd name="T50" fmla="*/ 82 w 166"/>
                <a:gd name="T51" fmla="*/ 168 h 180"/>
                <a:gd name="T52" fmla="*/ 74 w 166"/>
                <a:gd name="T53" fmla="*/ 164 h 180"/>
                <a:gd name="T54" fmla="*/ 74 w 166"/>
                <a:gd name="T55" fmla="*/ 160 h 180"/>
                <a:gd name="T56" fmla="*/ 64 w 166"/>
                <a:gd name="T57" fmla="*/ 156 h 180"/>
                <a:gd name="T58" fmla="*/ 58 w 166"/>
                <a:gd name="T59" fmla="*/ 156 h 180"/>
                <a:gd name="T60" fmla="*/ 49 w 166"/>
                <a:gd name="T61" fmla="*/ 160 h 180"/>
                <a:gd name="T62" fmla="*/ 42 w 166"/>
                <a:gd name="T63" fmla="*/ 158 h 180"/>
                <a:gd name="T64" fmla="*/ 37 w 166"/>
                <a:gd name="T65" fmla="*/ 156 h 180"/>
                <a:gd name="T66" fmla="*/ 33 w 166"/>
                <a:gd name="T67" fmla="*/ 159 h 180"/>
                <a:gd name="T68" fmla="*/ 25 w 166"/>
                <a:gd name="T69" fmla="*/ 160 h 180"/>
                <a:gd name="T70" fmla="*/ 18 w 166"/>
                <a:gd name="T71" fmla="*/ 162 h 180"/>
                <a:gd name="T72" fmla="*/ 16 w 166"/>
                <a:gd name="T73" fmla="*/ 158 h 180"/>
                <a:gd name="T74" fmla="*/ 16 w 166"/>
                <a:gd name="T75" fmla="*/ 146 h 180"/>
                <a:gd name="T76" fmla="*/ 28 w 166"/>
                <a:gd name="T77" fmla="*/ 139 h 180"/>
                <a:gd name="T78" fmla="*/ 29 w 166"/>
                <a:gd name="T79" fmla="*/ 133 h 180"/>
                <a:gd name="T80" fmla="*/ 25 w 166"/>
                <a:gd name="T81" fmla="*/ 125 h 180"/>
                <a:gd name="T82" fmla="*/ 18 w 166"/>
                <a:gd name="T83" fmla="*/ 118 h 180"/>
                <a:gd name="T84" fmla="*/ 8 w 166"/>
                <a:gd name="T85" fmla="*/ 112 h 180"/>
                <a:gd name="T86" fmla="*/ 16 w 166"/>
                <a:gd name="T87" fmla="*/ 105 h 180"/>
                <a:gd name="T88" fmla="*/ 39 w 166"/>
                <a:gd name="T89" fmla="*/ 103 h 180"/>
                <a:gd name="T90" fmla="*/ 58 w 166"/>
                <a:gd name="T91" fmla="*/ 101 h 180"/>
                <a:gd name="T92" fmla="*/ 62 w 166"/>
                <a:gd name="T93" fmla="*/ 92 h 180"/>
                <a:gd name="T94" fmla="*/ 64 w 166"/>
                <a:gd name="T95" fmla="*/ 83 h 180"/>
                <a:gd name="T96" fmla="*/ 70 w 166"/>
                <a:gd name="T97" fmla="*/ 79 h 180"/>
                <a:gd name="T98" fmla="*/ 79 w 166"/>
                <a:gd name="T99" fmla="*/ 71 h 180"/>
                <a:gd name="T100" fmla="*/ 87 w 166"/>
                <a:gd name="T101" fmla="*/ 71 h 180"/>
                <a:gd name="T102" fmla="*/ 93 w 166"/>
                <a:gd name="T103" fmla="*/ 68 h 180"/>
                <a:gd name="T104" fmla="*/ 93 w 166"/>
                <a:gd name="T105" fmla="*/ 58 h 180"/>
                <a:gd name="T106" fmla="*/ 100 w 166"/>
                <a:gd name="T107" fmla="*/ 50 h 180"/>
                <a:gd name="T108" fmla="*/ 96 w 166"/>
                <a:gd name="T109" fmla="*/ 41 h 180"/>
                <a:gd name="T110" fmla="*/ 111 w 166"/>
                <a:gd name="T111" fmla="*/ 35 h 180"/>
                <a:gd name="T112" fmla="*/ 113 w 166"/>
                <a:gd name="T113" fmla="*/ 17 h 180"/>
                <a:gd name="T114" fmla="*/ 114 w 166"/>
                <a:gd name="T115" fmla="*/ 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6" h="180">
                  <a:moveTo>
                    <a:pt x="122" y="0"/>
                  </a:moveTo>
                  <a:lnTo>
                    <a:pt x="125" y="1"/>
                  </a:lnTo>
                  <a:lnTo>
                    <a:pt x="128" y="0"/>
                  </a:lnTo>
                  <a:lnTo>
                    <a:pt x="129" y="2"/>
                  </a:lnTo>
                  <a:lnTo>
                    <a:pt x="122" y="6"/>
                  </a:lnTo>
                  <a:lnTo>
                    <a:pt x="124" y="10"/>
                  </a:lnTo>
                  <a:lnTo>
                    <a:pt x="125" y="13"/>
                  </a:lnTo>
                  <a:lnTo>
                    <a:pt x="126" y="12"/>
                  </a:lnTo>
                  <a:lnTo>
                    <a:pt x="129" y="12"/>
                  </a:lnTo>
                  <a:lnTo>
                    <a:pt x="132" y="13"/>
                  </a:lnTo>
                  <a:lnTo>
                    <a:pt x="136" y="17"/>
                  </a:lnTo>
                  <a:lnTo>
                    <a:pt x="138" y="18"/>
                  </a:lnTo>
                  <a:lnTo>
                    <a:pt x="138" y="21"/>
                  </a:lnTo>
                  <a:lnTo>
                    <a:pt x="142" y="22"/>
                  </a:lnTo>
                  <a:lnTo>
                    <a:pt x="142" y="25"/>
                  </a:lnTo>
                  <a:lnTo>
                    <a:pt x="139" y="28"/>
                  </a:lnTo>
                  <a:lnTo>
                    <a:pt x="138" y="30"/>
                  </a:lnTo>
                  <a:lnTo>
                    <a:pt x="137" y="30"/>
                  </a:lnTo>
                  <a:lnTo>
                    <a:pt x="137" y="34"/>
                  </a:lnTo>
                  <a:lnTo>
                    <a:pt x="139" y="38"/>
                  </a:lnTo>
                  <a:lnTo>
                    <a:pt x="141" y="46"/>
                  </a:lnTo>
                  <a:lnTo>
                    <a:pt x="141" y="49"/>
                  </a:lnTo>
                  <a:lnTo>
                    <a:pt x="146" y="53"/>
                  </a:lnTo>
                  <a:lnTo>
                    <a:pt x="150" y="54"/>
                  </a:lnTo>
                  <a:lnTo>
                    <a:pt x="154" y="55"/>
                  </a:lnTo>
                  <a:lnTo>
                    <a:pt x="155" y="59"/>
                  </a:lnTo>
                  <a:lnTo>
                    <a:pt x="159" y="59"/>
                  </a:lnTo>
                  <a:lnTo>
                    <a:pt x="162" y="58"/>
                  </a:lnTo>
                  <a:lnTo>
                    <a:pt x="164" y="59"/>
                  </a:lnTo>
                  <a:lnTo>
                    <a:pt x="166" y="62"/>
                  </a:lnTo>
                  <a:lnTo>
                    <a:pt x="163" y="64"/>
                  </a:lnTo>
                  <a:lnTo>
                    <a:pt x="162" y="64"/>
                  </a:lnTo>
                  <a:lnTo>
                    <a:pt x="159" y="66"/>
                  </a:lnTo>
                  <a:lnTo>
                    <a:pt x="157" y="66"/>
                  </a:lnTo>
                  <a:lnTo>
                    <a:pt x="154" y="70"/>
                  </a:lnTo>
                  <a:lnTo>
                    <a:pt x="154" y="71"/>
                  </a:lnTo>
                  <a:lnTo>
                    <a:pt x="155" y="75"/>
                  </a:lnTo>
                  <a:lnTo>
                    <a:pt x="155" y="81"/>
                  </a:lnTo>
                  <a:lnTo>
                    <a:pt x="154" y="84"/>
                  </a:lnTo>
                  <a:lnTo>
                    <a:pt x="153" y="85"/>
                  </a:lnTo>
                  <a:lnTo>
                    <a:pt x="149" y="89"/>
                  </a:lnTo>
                  <a:lnTo>
                    <a:pt x="150" y="91"/>
                  </a:lnTo>
                  <a:lnTo>
                    <a:pt x="150" y="92"/>
                  </a:lnTo>
                  <a:lnTo>
                    <a:pt x="149" y="96"/>
                  </a:lnTo>
                  <a:lnTo>
                    <a:pt x="146" y="97"/>
                  </a:lnTo>
                  <a:lnTo>
                    <a:pt x="143" y="101"/>
                  </a:lnTo>
                  <a:lnTo>
                    <a:pt x="142" y="105"/>
                  </a:lnTo>
                  <a:lnTo>
                    <a:pt x="141" y="108"/>
                  </a:lnTo>
                  <a:lnTo>
                    <a:pt x="136" y="112"/>
                  </a:lnTo>
                  <a:lnTo>
                    <a:pt x="133" y="118"/>
                  </a:lnTo>
                  <a:lnTo>
                    <a:pt x="129" y="122"/>
                  </a:lnTo>
                  <a:lnTo>
                    <a:pt x="124" y="122"/>
                  </a:lnTo>
                  <a:lnTo>
                    <a:pt x="118" y="125"/>
                  </a:lnTo>
                  <a:lnTo>
                    <a:pt x="117" y="125"/>
                  </a:lnTo>
                  <a:lnTo>
                    <a:pt x="117" y="122"/>
                  </a:lnTo>
                  <a:lnTo>
                    <a:pt x="114" y="121"/>
                  </a:lnTo>
                  <a:lnTo>
                    <a:pt x="112" y="122"/>
                  </a:lnTo>
                  <a:lnTo>
                    <a:pt x="111" y="124"/>
                  </a:lnTo>
                  <a:lnTo>
                    <a:pt x="109" y="126"/>
                  </a:lnTo>
                  <a:lnTo>
                    <a:pt x="107" y="130"/>
                  </a:lnTo>
                  <a:lnTo>
                    <a:pt x="105" y="130"/>
                  </a:lnTo>
                  <a:lnTo>
                    <a:pt x="103" y="135"/>
                  </a:lnTo>
                  <a:lnTo>
                    <a:pt x="103" y="138"/>
                  </a:lnTo>
                  <a:lnTo>
                    <a:pt x="105" y="138"/>
                  </a:lnTo>
                  <a:lnTo>
                    <a:pt x="108" y="139"/>
                  </a:lnTo>
                  <a:lnTo>
                    <a:pt x="109" y="138"/>
                  </a:lnTo>
                  <a:lnTo>
                    <a:pt x="112" y="139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3" y="150"/>
                  </a:lnTo>
                  <a:lnTo>
                    <a:pt x="117" y="153"/>
                  </a:lnTo>
                  <a:lnTo>
                    <a:pt x="120" y="153"/>
                  </a:lnTo>
                  <a:lnTo>
                    <a:pt x="121" y="154"/>
                  </a:lnTo>
                  <a:lnTo>
                    <a:pt x="121" y="155"/>
                  </a:lnTo>
                  <a:lnTo>
                    <a:pt x="122" y="158"/>
                  </a:lnTo>
                  <a:lnTo>
                    <a:pt x="125" y="166"/>
                  </a:lnTo>
                  <a:lnTo>
                    <a:pt x="125" y="167"/>
                  </a:lnTo>
                  <a:lnTo>
                    <a:pt x="126" y="168"/>
                  </a:lnTo>
                  <a:lnTo>
                    <a:pt x="124" y="170"/>
                  </a:lnTo>
                  <a:lnTo>
                    <a:pt x="121" y="171"/>
                  </a:lnTo>
                  <a:lnTo>
                    <a:pt x="120" y="170"/>
                  </a:lnTo>
                  <a:lnTo>
                    <a:pt x="121" y="168"/>
                  </a:lnTo>
                  <a:lnTo>
                    <a:pt x="118" y="168"/>
                  </a:lnTo>
                  <a:lnTo>
                    <a:pt x="117" y="170"/>
                  </a:lnTo>
                  <a:lnTo>
                    <a:pt x="113" y="171"/>
                  </a:lnTo>
                  <a:lnTo>
                    <a:pt x="104" y="171"/>
                  </a:lnTo>
                  <a:lnTo>
                    <a:pt x="103" y="172"/>
                  </a:lnTo>
                  <a:lnTo>
                    <a:pt x="101" y="171"/>
                  </a:lnTo>
                  <a:lnTo>
                    <a:pt x="100" y="175"/>
                  </a:lnTo>
                  <a:lnTo>
                    <a:pt x="99" y="175"/>
                  </a:lnTo>
                  <a:lnTo>
                    <a:pt x="96" y="176"/>
                  </a:lnTo>
                  <a:lnTo>
                    <a:pt x="96" y="180"/>
                  </a:lnTo>
                  <a:lnTo>
                    <a:pt x="93" y="180"/>
                  </a:lnTo>
                  <a:lnTo>
                    <a:pt x="93" y="179"/>
                  </a:lnTo>
                  <a:lnTo>
                    <a:pt x="89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3" y="175"/>
                  </a:lnTo>
                  <a:lnTo>
                    <a:pt x="83" y="175"/>
                  </a:lnTo>
                  <a:lnTo>
                    <a:pt x="82" y="175"/>
                  </a:lnTo>
                  <a:lnTo>
                    <a:pt x="83" y="174"/>
                  </a:lnTo>
                  <a:lnTo>
                    <a:pt x="83" y="172"/>
                  </a:lnTo>
                  <a:lnTo>
                    <a:pt x="82" y="172"/>
                  </a:lnTo>
                  <a:lnTo>
                    <a:pt x="82" y="168"/>
                  </a:lnTo>
                  <a:lnTo>
                    <a:pt x="79" y="164"/>
                  </a:lnTo>
                  <a:lnTo>
                    <a:pt x="79" y="163"/>
                  </a:lnTo>
                  <a:lnTo>
                    <a:pt x="75" y="164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0"/>
                  </a:lnTo>
                  <a:lnTo>
                    <a:pt x="72" y="158"/>
                  </a:lnTo>
                  <a:lnTo>
                    <a:pt x="71" y="156"/>
                  </a:lnTo>
                  <a:lnTo>
                    <a:pt x="67" y="156"/>
                  </a:lnTo>
                  <a:lnTo>
                    <a:pt x="64" y="156"/>
                  </a:lnTo>
                  <a:lnTo>
                    <a:pt x="60" y="156"/>
                  </a:lnTo>
                  <a:lnTo>
                    <a:pt x="59" y="156"/>
                  </a:lnTo>
                  <a:lnTo>
                    <a:pt x="59" y="156"/>
                  </a:lnTo>
                  <a:lnTo>
                    <a:pt x="58" y="156"/>
                  </a:lnTo>
                  <a:lnTo>
                    <a:pt x="55" y="158"/>
                  </a:lnTo>
                  <a:lnTo>
                    <a:pt x="54" y="158"/>
                  </a:lnTo>
                  <a:lnTo>
                    <a:pt x="51" y="158"/>
                  </a:lnTo>
                  <a:lnTo>
                    <a:pt x="49" y="160"/>
                  </a:lnTo>
                  <a:lnTo>
                    <a:pt x="46" y="160"/>
                  </a:lnTo>
                  <a:lnTo>
                    <a:pt x="45" y="159"/>
                  </a:lnTo>
                  <a:lnTo>
                    <a:pt x="43" y="159"/>
                  </a:lnTo>
                  <a:lnTo>
                    <a:pt x="42" y="158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39" y="158"/>
                  </a:lnTo>
                  <a:lnTo>
                    <a:pt x="37" y="156"/>
                  </a:lnTo>
                  <a:lnTo>
                    <a:pt x="35" y="158"/>
                  </a:lnTo>
                  <a:lnTo>
                    <a:pt x="35" y="159"/>
                  </a:lnTo>
                  <a:lnTo>
                    <a:pt x="34" y="159"/>
                  </a:lnTo>
                  <a:lnTo>
                    <a:pt x="33" y="159"/>
                  </a:lnTo>
                  <a:lnTo>
                    <a:pt x="30" y="159"/>
                  </a:lnTo>
                  <a:lnTo>
                    <a:pt x="29" y="159"/>
                  </a:lnTo>
                  <a:lnTo>
                    <a:pt x="26" y="159"/>
                  </a:lnTo>
                  <a:lnTo>
                    <a:pt x="25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7" y="162"/>
                  </a:lnTo>
                  <a:lnTo>
                    <a:pt x="17" y="160"/>
                  </a:lnTo>
                  <a:lnTo>
                    <a:pt x="16" y="160"/>
                  </a:lnTo>
                  <a:lnTo>
                    <a:pt x="16" y="158"/>
                  </a:lnTo>
                  <a:lnTo>
                    <a:pt x="16" y="154"/>
                  </a:lnTo>
                  <a:lnTo>
                    <a:pt x="14" y="151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7" y="145"/>
                  </a:lnTo>
                  <a:lnTo>
                    <a:pt x="21" y="142"/>
                  </a:lnTo>
                  <a:lnTo>
                    <a:pt x="22" y="141"/>
                  </a:lnTo>
                  <a:lnTo>
                    <a:pt x="28" y="139"/>
                  </a:lnTo>
                  <a:lnTo>
                    <a:pt x="30" y="141"/>
                  </a:lnTo>
                  <a:lnTo>
                    <a:pt x="33" y="139"/>
                  </a:lnTo>
                  <a:lnTo>
                    <a:pt x="32" y="134"/>
                  </a:lnTo>
                  <a:lnTo>
                    <a:pt x="29" y="133"/>
                  </a:lnTo>
                  <a:lnTo>
                    <a:pt x="26" y="133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5"/>
                  </a:lnTo>
                  <a:lnTo>
                    <a:pt x="25" y="121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18" y="118"/>
                  </a:lnTo>
                  <a:lnTo>
                    <a:pt x="14" y="118"/>
                  </a:lnTo>
                  <a:lnTo>
                    <a:pt x="13" y="117"/>
                  </a:lnTo>
                  <a:lnTo>
                    <a:pt x="10" y="114"/>
                  </a:lnTo>
                  <a:lnTo>
                    <a:pt x="8" y="112"/>
                  </a:lnTo>
                  <a:lnTo>
                    <a:pt x="6" y="109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16" y="105"/>
                  </a:lnTo>
                  <a:lnTo>
                    <a:pt x="30" y="105"/>
                  </a:lnTo>
                  <a:lnTo>
                    <a:pt x="34" y="104"/>
                  </a:lnTo>
                  <a:lnTo>
                    <a:pt x="38" y="104"/>
                  </a:lnTo>
                  <a:lnTo>
                    <a:pt x="39" y="103"/>
                  </a:lnTo>
                  <a:lnTo>
                    <a:pt x="43" y="101"/>
                  </a:lnTo>
                  <a:lnTo>
                    <a:pt x="50" y="101"/>
                  </a:lnTo>
                  <a:lnTo>
                    <a:pt x="54" y="101"/>
                  </a:lnTo>
                  <a:lnTo>
                    <a:pt x="58" y="101"/>
                  </a:lnTo>
                  <a:lnTo>
                    <a:pt x="62" y="99"/>
                  </a:lnTo>
                  <a:lnTo>
                    <a:pt x="63" y="97"/>
                  </a:lnTo>
                  <a:lnTo>
                    <a:pt x="62" y="95"/>
                  </a:lnTo>
                  <a:lnTo>
                    <a:pt x="62" y="92"/>
                  </a:lnTo>
                  <a:lnTo>
                    <a:pt x="60" y="88"/>
                  </a:lnTo>
                  <a:lnTo>
                    <a:pt x="60" y="85"/>
                  </a:lnTo>
                  <a:lnTo>
                    <a:pt x="63" y="83"/>
                  </a:lnTo>
                  <a:lnTo>
                    <a:pt x="64" y="83"/>
                  </a:lnTo>
                  <a:lnTo>
                    <a:pt x="66" y="80"/>
                  </a:lnTo>
                  <a:lnTo>
                    <a:pt x="66" y="79"/>
                  </a:lnTo>
                  <a:lnTo>
                    <a:pt x="68" y="78"/>
                  </a:lnTo>
                  <a:lnTo>
                    <a:pt x="70" y="79"/>
                  </a:lnTo>
                  <a:lnTo>
                    <a:pt x="75" y="78"/>
                  </a:lnTo>
                  <a:lnTo>
                    <a:pt x="76" y="75"/>
                  </a:lnTo>
                  <a:lnTo>
                    <a:pt x="74" y="75"/>
                  </a:lnTo>
                  <a:lnTo>
                    <a:pt x="79" y="71"/>
                  </a:lnTo>
                  <a:lnTo>
                    <a:pt x="79" y="70"/>
                  </a:lnTo>
                  <a:lnTo>
                    <a:pt x="82" y="70"/>
                  </a:lnTo>
                  <a:lnTo>
                    <a:pt x="83" y="71"/>
                  </a:lnTo>
                  <a:lnTo>
                    <a:pt x="87" y="71"/>
                  </a:lnTo>
                  <a:lnTo>
                    <a:pt x="87" y="70"/>
                  </a:lnTo>
                  <a:lnTo>
                    <a:pt x="88" y="70"/>
                  </a:lnTo>
                  <a:lnTo>
                    <a:pt x="91" y="72"/>
                  </a:lnTo>
                  <a:lnTo>
                    <a:pt x="93" y="68"/>
                  </a:lnTo>
                  <a:lnTo>
                    <a:pt x="92" y="63"/>
                  </a:lnTo>
                  <a:lnTo>
                    <a:pt x="92" y="62"/>
                  </a:lnTo>
                  <a:lnTo>
                    <a:pt x="93" y="60"/>
                  </a:lnTo>
                  <a:lnTo>
                    <a:pt x="93" y="58"/>
                  </a:lnTo>
                  <a:lnTo>
                    <a:pt x="93" y="54"/>
                  </a:lnTo>
                  <a:lnTo>
                    <a:pt x="95" y="51"/>
                  </a:lnTo>
                  <a:lnTo>
                    <a:pt x="97" y="51"/>
                  </a:lnTo>
                  <a:lnTo>
                    <a:pt x="100" y="50"/>
                  </a:lnTo>
                  <a:lnTo>
                    <a:pt x="101" y="47"/>
                  </a:lnTo>
                  <a:lnTo>
                    <a:pt x="100" y="45"/>
                  </a:lnTo>
                  <a:lnTo>
                    <a:pt x="97" y="43"/>
                  </a:lnTo>
                  <a:lnTo>
                    <a:pt x="96" y="41"/>
                  </a:lnTo>
                  <a:lnTo>
                    <a:pt x="99" y="38"/>
                  </a:lnTo>
                  <a:lnTo>
                    <a:pt x="103" y="39"/>
                  </a:lnTo>
                  <a:lnTo>
                    <a:pt x="108" y="39"/>
                  </a:lnTo>
                  <a:lnTo>
                    <a:pt x="111" y="35"/>
                  </a:lnTo>
                  <a:lnTo>
                    <a:pt x="111" y="31"/>
                  </a:lnTo>
                  <a:lnTo>
                    <a:pt x="108" y="29"/>
                  </a:lnTo>
                  <a:lnTo>
                    <a:pt x="113" y="22"/>
                  </a:lnTo>
                  <a:lnTo>
                    <a:pt x="113" y="17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12" y="4"/>
                  </a:lnTo>
                  <a:lnTo>
                    <a:pt x="114" y="4"/>
                  </a:lnTo>
                  <a:lnTo>
                    <a:pt x="118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92" name="Freeform 372">
              <a:extLst>
                <a:ext uri="{FF2B5EF4-FFF2-40B4-BE49-F238E27FC236}">
                  <a16:creationId xmlns:a16="http://schemas.microsoft.com/office/drawing/2014/main" id="{2512E925-4D60-4F90-B9FA-5D3316234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01" y="3594403"/>
              <a:ext cx="788852" cy="643776"/>
            </a:xfrm>
            <a:custGeom>
              <a:avLst/>
              <a:gdLst>
                <a:gd name="T0" fmla="*/ 33 w 87"/>
                <a:gd name="T1" fmla="*/ 0 h 71"/>
                <a:gd name="T2" fmla="*/ 37 w 87"/>
                <a:gd name="T3" fmla="*/ 5 h 71"/>
                <a:gd name="T4" fmla="*/ 45 w 87"/>
                <a:gd name="T5" fmla="*/ 15 h 71"/>
                <a:gd name="T6" fmla="*/ 48 w 87"/>
                <a:gd name="T7" fmla="*/ 19 h 71"/>
                <a:gd name="T8" fmla="*/ 53 w 87"/>
                <a:gd name="T9" fmla="*/ 22 h 71"/>
                <a:gd name="T10" fmla="*/ 61 w 87"/>
                <a:gd name="T11" fmla="*/ 22 h 71"/>
                <a:gd name="T12" fmla="*/ 66 w 87"/>
                <a:gd name="T13" fmla="*/ 26 h 71"/>
                <a:gd name="T14" fmla="*/ 71 w 87"/>
                <a:gd name="T15" fmla="*/ 34 h 71"/>
                <a:gd name="T16" fmla="*/ 78 w 87"/>
                <a:gd name="T17" fmla="*/ 39 h 71"/>
                <a:gd name="T18" fmla="*/ 81 w 87"/>
                <a:gd name="T19" fmla="*/ 48 h 71"/>
                <a:gd name="T20" fmla="*/ 86 w 87"/>
                <a:gd name="T21" fmla="*/ 55 h 71"/>
                <a:gd name="T22" fmla="*/ 87 w 87"/>
                <a:gd name="T23" fmla="*/ 64 h 71"/>
                <a:gd name="T24" fmla="*/ 86 w 87"/>
                <a:gd name="T25" fmla="*/ 64 h 71"/>
                <a:gd name="T26" fmla="*/ 81 w 87"/>
                <a:gd name="T27" fmla="*/ 68 h 71"/>
                <a:gd name="T28" fmla="*/ 73 w 87"/>
                <a:gd name="T29" fmla="*/ 65 h 71"/>
                <a:gd name="T30" fmla="*/ 68 w 87"/>
                <a:gd name="T31" fmla="*/ 60 h 71"/>
                <a:gd name="T32" fmla="*/ 58 w 87"/>
                <a:gd name="T33" fmla="*/ 58 h 71"/>
                <a:gd name="T34" fmla="*/ 54 w 87"/>
                <a:gd name="T35" fmla="*/ 60 h 71"/>
                <a:gd name="T36" fmla="*/ 48 w 87"/>
                <a:gd name="T37" fmla="*/ 64 h 71"/>
                <a:gd name="T38" fmla="*/ 44 w 87"/>
                <a:gd name="T39" fmla="*/ 71 h 71"/>
                <a:gd name="T40" fmla="*/ 40 w 87"/>
                <a:gd name="T41" fmla="*/ 67 h 71"/>
                <a:gd name="T42" fmla="*/ 33 w 87"/>
                <a:gd name="T43" fmla="*/ 68 h 71"/>
                <a:gd name="T44" fmla="*/ 28 w 87"/>
                <a:gd name="T45" fmla="*/ 63 h 71"/>
                <a:gd name="T46" fmla="*/ 19 w 87"/>
                <a:gd name="T47" fmla="*/ 58 h 71"/>
                <a:gd name="T48" fmla="*/ 17 w 87"/>
                <a:gd name="T49" fmla="*/ 47 h 71"/>
                <a:gd name="T50" fmla="*/ 15 w 87"/>
                <a:gd name="T51" fmla="*/ 39 h 71"/>
                <a:gd name="T52" fmla="*/ 17 w 87"/>
                <a:gd name="T53" fmla="*/ 37 h 71"/>
                <a:gd name="T54" fmla="*/ 20 w 87"/>
                <a:gd name="T55" fmla="*/ 31 h 71"/>
                <a:gd name="T56" fmla="*/ 16 w 87"/>
                <a:gd name="T57" fmla="*/ 27 h 71"/>
                <a:gd name="T58" fmla="*/ 10 w 87"/>
                <a:gd name="T59" fmla="*/ 22 h 71"/>
                <a:gd name="T60" fmla="*/ 4 w 87"/>
                <a:gd name="T61" fmla="*/ 21 h 71"/>
                <a:gd name="T62" fmla="*/ 2 w 87"/>
                <a:gd name="T63" fmla="*/ 19 h 71"/>
                <a:gd name="T64" fmla="*/ 7 w 87"/>
                <a:gd name="T65" fmla="*/ 11 h 71"/>
                <a:gd name="T66" fmla="*/ 15 w 87"/>
                <a:gd name="T67" fmla="*/ 8 h 71"/>
                <a:gd name="T68" fmla="*/ 21 w 87"/>
                <a:gd name="T69" fmla="*/ 1 h 71"/>
                <a:gd name="T70" fmla="*/ 23 w 87"/>
                <a:gd name="T71" fmla="*/ 1 h 71"/>
                <a:gd name="T72" fmla="*/ 27 w 87"/>
                <a:gd name="T73" fmla="*/ 2 h 71"/>
                <a:gd name="T74" fmla="*/ 31 w 87"/>
                <a:gd name="T75" fmla="*/ 1 h 71"/>
                <a:gd name="T76" fmla="*/ 32 w 87"/>
                <a:gd name="T7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71">
                  <a:moveTo>
                    <a:pt x="32" y="0"/>
                  </a:moveTo>
                  <a:lnTo>
                    <a:pt x="33" y="0"/>
                  </a:lnTo>
                  <a:lnTo>
                    <a:pt x="36" y="1"/>
                  </a:lnTo>
                  <a:lnTo>
                    <a:pt x="37" y="5"/>
                  </a:lnTo>
                  <a:lnTo>
                    <a:pt x="42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8" y="19"/>
                  </a:lnTo>
                  <a:lnTo>
                    <a:pt x="49" y="21"/>
                  </a:lnTo>
                  <a:lnTo>
                    <a:pt x="53" y="22"/>
                  </a:lnTo>
                  <a:lnTo>
                    <a:pt x="58" y="22"/>
                  </a:lnTo>
                  <a:lnTo>
                    <a:pt x="61" y="22"/>
                  </a:lnTo>
                  <a:lnTo>
                    <a:pt x="61" y="25"/>
                  </a:lnTo>
                  <a:lnTo>
                    <a:pt x="66" y="26"/>
                  </a:lnTo>
                  <a:lnTo>
                    <a:pt x="70" y="29"/>
                  </a:lnTo>
                  <a:lnTo>
                    <a:pt x="71" y="34"/>
                  </a:lnTo>
                  <a:lnTo>
                    <a:pt x="74" y="38"/>
                  </a:lnTo>
                  <a:lnTo>
                    <a:pt x="78" y="39"/>
                  </a:lnTo>
                  <a:lnTo>
                    <a:pt x="81" y="43"/>
                  </a:lnTo>
                  <a:lnTo>
                    <a:pt x="81" y="48"/>
                  </a:lnTo>
                  <a:lnTo>
                    <a:pt x="82" y="54"/>
                  </a:lnTo>
                  <a:lnTo>
                    <a:pt x="86" y="55"/>
                  </a:lnTo>
                  <a:lnTo>
                    <a:pt x="87" y="60"/>
                  </a:lnTo>
                  <a:lnTo>
                    <a:pt x="87" y="64"/>
                  </a:lnTo>
                  <a:lnTo>
                    <a:pt x="86" y="67"/>
                  </a:lnTo>
                  <a:lnTo>
                    <a:pt x="86" y="64"/>
                  </a:lnTo>
                  <a:lnTo>
                    <a:pt x="83" y="64"/>
                  </a:lnTo>
                  <a:lnTo>
                    <a:pt x="81" y="68"/>
                  </a:lnTo>
                  <a:lnTo>
                    <a:pt x="75" y="64"/>
                  </a:lnTo>
                  <a:lnTo>
                    <a:pt x="73" y="65"/>
                  </a:lnTo>
                  <a:lnTo>
                    <a:pt x="71" y="62"/>
                  </a:lnTo>
                  <a:lnTo>
                    <a:pt x="68" y="60"/>
                  </a:lnTo>
                  <a:lnTo>
                    <a:pt x="65" y="63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4" y="60"/>
                  </a:lnTo>
                  <a:lnTo>
                    <a:pt x="52" y="62"/>
                  </a:lnTo>
                  <a:lnTo>
                    <a:pt x="48" y="64"/>
                  </a:lnTo>
                  <a:lnTo>
                    <a:pt x="44" y="69"/>
                  </a:lnTo>
                  <a:lnTo>
                    <a:pt x="44" y="71"/>
                  </a:lnTo>
                  <a:lnTo>
                    <a:pt x="42" y="68"/>
                  </a:lnTo>
                  <a:lnTo>
                    <a:pt x="40" y="67"/>
                  </a:lnTo>
                  <a:lnTo>
                    <a:pt x="37" y="68"/>
                  </a:lnTo>
                  <a:lnTo>
                    <a:pt x="33" y="68"/>
                  </a:lnTo>
                  <a:lnTo>
                    <a:pt x="32" y="64"/>
                  </a:lnTo>
                  <a:lnTo>
                    <a:pt x="28" y="63"/>
                  </a:lnTo>
                  <a:lnTo>
                    <a:pt x="24" y="62"/>
                  </a:lnTo>
                  <a:lnTo>
                    <a:pt x="19" y="58"/>
                  </a:lnTo>
                  <a:lnTo>
                    <a:pt x="19" y="55"/>
                  </a:lnTo>
                  <a:lnTo>
                    <a:pt x="17" y="47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6" y="39"/>
                  </a:lnTo>
                  <a:lnTo>
                    <a:pt x="17" y="37"/>
                  </a:lnTo>
                  <a:lnTo>
                    <a:pt x="20" y="34"/>
                  </a:lnTo>
                  <a:lnTo>
                    <a:pt x="20" y="31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4" y="26"/>
                  </a:lnTo>
                  <a:lnTo>
                    <a:pt x="10" y="22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3" y="22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7" y="11"/>
                  </a:lnTo>
                  <a:lnTo>
                    <a:pt x="6" y="9"/>
                  </a:lnTo>
                  <a:lnTo>
                    <a:pt x="15" y="8"/>
                  </a:lnTo>
                  <a:lnTo>
                    <a:pt x="20" y="5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8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93" name="Freeform 373">
              <a:extLst>
                <a:ext uri="{FF2B5EF4-FFF2-40B4-BE49-F238E27FC236}">
                  <a16:creationId xmlns:a16="http://schemas.microsoft.com/office/drawing/2014/main" id="{21FD8215-4A29-45C2-97EF-2123AF405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-717303" y="3449329"/>
              <a:ext cx="1432622" cy="1178738"/>
            </a:xfrm>
            <a:custGeom>
              <a:avLst/>
              <a:gdLst>
                <a:gd name="T0" fmla="*/ 113 w 158"/>
                <a:gd name="T1" fmla="*/ 1 h 130"/>
                <a:gd name="T2" fmla="*/ 116 w 158"/>
                <a:gd name="T3" fmla="*/ 6 h 130"/>
                <a:gd name="T4" fmla="*/ 119 w 158"/>
                <a:gd name="T5" fmla="*/ 10 h 130"/>
                <a:gd name="T6" fmla="*/ 120 w 158"/>
                <a:gd name="T7" fmla="*/ 21 h 130"/>
                <a:gd name="T8" fmla="*/ 124 w 158"/>
                <a:gd name="T9" fmla="*/ 26 h 130"/>
                <a:gd name="T10" fmla="*/ 129 w 158"/>
                <a:gd name="T11" fmla="*/ 24 h 130"/>
                <a:gd name="T12" fmla="*/ 136 w 158"/>
                <a:gd name="T13" fmla="*/ 17 h 130"/>
                <a:gd name="T14" fmla="*/ 146 w 158"/>
                <a:gd name="T15" fmla="*/ 12 h 130"/>
                <a:gd name="T16" fmla="*/ 151 w 158"/>
                <a:gd name="T17" fmla="*/ 12 h 130"/>
                <a:gd name="T18" fmla="*/ 154 w 158"/>
                <a:gd name="T19" fmla="*/ 17 h 130"/>
                <a:gd name="T20" fmla="*/ 149 w 158"/>
                <a:gd name="T21" fmla="*/ 24 h 130"/>
                <a:gd name="T22" fmla="*/ 130 w 158"/>
                <a:gd name="T23" fmla="*/ 26 h 130"/>
                <a:gd name="T24" fmla="*/ 121 w 158"/>
                <a:gd name="T25" fmla="*/ 33 h 130"/>
                <a:gd name="T26" fmla="*/ 125 w 158"/>
                <a:gd name="T27" fmla="*/ 47 h 130"/>
                <a:gd name="T28" fmla="*/ 123 w 158"/>
                <a:gd name="T29" fmla="*/ 60 h 130"/>
                <a:gd name="T30" fmla="*/ 111 w 158"/>
                <a:gd name="T31" fmla="*/ 63 h 130"/>
                <a:gd name="T32" fmla="*/ 112 w 158"/>
                <a:gd name="T33" fmla="*/ 70 h 130"/>
                <a:gd name="T34" fmla="*/ 109 w 158"/>
                <a:gd name="T35" fmla="*/ 76 h 130"/>
                <a:gd name="T36" fmla="*/ 105 w 158"/>
                <a:gd name="T37" fmla="*/ 83 h 130"/>
                <a:gd name="T38" fmla="*/ 104 w 158"/>
                <a:gd name="T39" fmla="*/ 88 h 130"/>
                <a:gd name="T40" fmla="*/ 100 w 158"/>
                <a:gd name="T41" fmla="*/ 95 h 130"/>
                <a:gd name="T42" fmla="*/ 95 w 158"/>
                <a:gd name="T43" fmla="*/ 96 h 130"/>
                <a:gd name="T44" fmla="*/ 91 w 158"/>
                <a:gd name="T45" fmla="*/ 96 h 130"/>
                <a:gd name="T46" fmla="*/ 87 w 158"/>
                <a:gd name="T47" fmla="*/ 103 h 130"/>
                <a:gd name="T48" fmla="*/ 78 w 158"/>
                <a:gd name="T49" fmla="*/ 104 h 130"/>
                <a:gd name="T50" fmla="*/ 75 w 158"/>
                <a:gd name="T51" fmla="*/ 108 h 130"/>
                <a:gd name="T52" fmla="*/ 74 w 158"/>
                <a:gd name="T53" fmla="*/ 117 h 130"/>
                <a:gd name="T54" fmla="*/ 74 w 158"/>
                <a:gd name="T55" fmla="*/ 124 h 130"/>
                <a:gd name="T56" fmla="*/ 62 w 158"/>
                <a:gd name="T57" fmla="*/ 126 h 130"/>
                <a:gd name="T58" fmla="*/ 50 w 158"/>
                <a:gd name="T59" fmla="*/ 129 h 130"/>
                <a:gd name="T60" fmla="*/ 28 w 158"/>
                <a:gd name="T61" fmla="*/ 130 h 130"/>
                <a:gd name="T62" fmla="*/ 22 w 158"/>
                <a:gd name="T63" fmla="*/ 112 h 130"/>
                <a:gd name="T64" fmla="*/ 18 w 158"/>
                <a:gd name="T65" fmla="*/ 100 h 130"/>
                <a:gd name="T66" fmla="*/ 7 w 158"/>
                <a:gd name="T67" fmla="*/ 93 h 130"/>
                <a:gd name="T68" fmla="*/ 3 w 158"/>
                <a:gd name="T69" fmla="*/ 80 h 130"/>
                <a:gd name="T70" fmla="*/ 7 w 158"/>
                <a:gd name="T71" fmla="*/ 72 h 130"/>
                <a:gd name="T72" fmla="*/ 1 w 158"/>
                <a:gd name="T73" fmla="*/ 66 h 130"/>
                <a:gd name="T74" fmla="*/ 1 w 158"/>
                <a:gd name="T75" fmla="*/ 60 h 130"/>
                <a:gd name="T76" fmla="*/ 5 w 158"/>
                <a:gd name="T77" fmla="*/ 55 h 130"/>
                <a:gd name="T78" fmla="*/ 5 w 158"/>
                <a:gd name="T79" fmla="*/ 51 h 130"/>
                <a:gd name="T80" fmla="*/ 5 w 158"/>
                <a:gd name="T81" fmla="*/ 45 h 130"/>
                <a:gd name="T82" fmla="*/ 9 w 158"/>
                <a:gd name="T83" fmla="*/ 45 h 130"/>
                <a:gd name="T84" fmla="*/ 15 w 158"/>
                <a:gd name="T85" fmla="*/ 45 h 130"/>
                <a:gd name="T86" fmla="*/ 20 w 158"/>
                <a:gd name="T87" fmla="*/ 49 h 130"/>
                <a:gd name="T88" fmla="*/ 25 w 158"/>
                <a:gd name="T89" fmla="*/ 47 h 130"/>
                <a:gd name="T90" fmla="*/ 29 w 158"/>
                <a:gd name="T91" fmla="*/ 43 h 130"/>
                <a:gd name="T92" fmla="*/ 37 w 158"/>
                <a:gd name="T93" fmla="*/ 38 h 130"/>
                <a:gd name="T94" fmla="*/ 41 w 158"/>
                <a:gd name="T95" fmla="*/ 35 h 130"/>
                <a:gd name="T96" fmla="*/ 45 w 158"/>
                <a:gd name="T97" fmla="*/ 26 h 130"/>
                <a:gd name="T98" fmla="*/ 44 w 158"/>
                <a:gd name="T99" fmla="*/ 21 h 130"/>
                <a:gd name="T100" fmla="*/ 49 w 158"/>
                <a:gd name="T101" fmla="*/ 18 h 130"/>
                <a:gd name="T102" fmla="*/ 57 w 158"/>
                <a:gd name="T103" fmla="*/ 16 h 130"/>
                <a:gd name="T104" fmla="*/ 62 w 158"/>
                <a:gd name="T105" fmla="*/ 17 h 130"/>
                <a:gd name="T106" fmla="*/ 70 w 158"/>
                <a:gd name="T107" fmla="*/ 20 h 130"/>
                <a:gd name="T108" fmla="*/ 76 w 158"/>
                <a:gd name="T109" fmla="*/ 18 h 130"/>
                <a:gd name="T110" fmla="*/ 84 w 158"/>
                <a:gd name="T111" fmla="*/ 21 h 130"/>
                <a:gd name="T112" fmla="*/ 90 w 158"/>
                <a:gd name="T113" fmla="*/ 18 h 130"/>
                <a:gd name="T114" fmla="*/ 94 w 158"/>
                <a:gd name="T115" fmla="*/ 20 h 130"/>
                <a:gd name="T116" fmla="*/ 96 w 158"/>
                <a:gd name="T117" fmla="*/ 17 h 130"/>
                <a:gd name="T118" fmla="*/ 100 w 158"/>
                <a:gd name="T119" fmla="*/ 13 h 130"/>
                <a:gd name="T120" fmla="*/ 104 w 158"/>
                <a:gd name="T121" fmla="*/ 14 h 130"/>
                <a:gd name="T122" fmla="*/ 105 w 158"/>
                <a:gd name="T123" fmla="*/ 6 h 130"/>
                <a:gd name="T124" fmla="*/ 109 w 158"/>
                <a:gd name="T12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8" h="130">
                  <a:moveTo>
                    <a:pt x="109" y="0"/>
                  </a:moveTo>
                  <a:lnTo>
                    <a:pt x="112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6" y="4"/>
                  </a:lnTo>
                  <a:lnTo>
                    <a:pt x="116" y="6"/>
                  </a:lnTo>
                  <a:lnTo>
                    <a:pt x="116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9" y="14"/>
                  </a:lnTo>
                  <a:lnTo>
                    <a:pt x="119" y="17"/>
                  </a:lnTo>
                  <a:lnTo>
                    <a:pt x="120" y="21"/>
                  </a:lnTo>
                  <a:lnTo>
                    <a:pt x="121" y="24"/>
                  </a:lnTo>
                  <a:lnTo>
                    <a:pt x="121" y="25"/>
                  </a:lnTo>
                  <a:lnTo>
                    <a:pt x="124" y="26"/>
                  </a:lnTo>
                  <a:lnTo>
                    <a:pt x="126" y="26"/>
                  </a:lnTo>
                  <a:lnTo>
                    <a:pt x="128" y="25"/>
                  </a:lnTo>
                  <a:lnTo>
                    <a:pt x="129" y="24"/>
                  </a:lnTo>
                  <a:lnTo>
                    <a:pt x="133" y="21"/>
                  </a:lnTo>
                  <a:lnTo>
                    <a:pt x="134" y="20"/>
                  </a:lnTo>
                  <a:lnTo>
                    <a:pt x="136" y="17"/>
                  </a:lnTo>
                  <a:lnTo>
                    <a:pt x="137" y="16"/>
                  </a:lnTo>
                  <a:lnTo>
                    <a:pt x="142" y="13"/>
                  </a:lnTo>
                  <a:lnTo>
                    <a:pt x="146" y="12"/>
                  </a:lnTo>
                  <a:lnTo>
                    <a:pt x="146" y="14"/>
                  </a:lnTo>
                  <a:lnTo>
                    <a:pt x="150" y="14"/>
                  </a:lnTo>
                  <a:lnTo>
                    <a:pt x="151" y="12"/>
                  </a:lnTo>
                  <a:lnTo>
                    <a:pt x="157" y="12"/>
                  </a:lnTo>
                  <a:lnTo>
                    <a:pt x="158" y="14"/>
                  </a:lnTo>
                  <a:lnTo>
                    <a:pt x="154" y="17"/>
                  </a:lnTo>
                  <a:lnTo>
                    <a:pt x="155" y="17"/>
                  </a:lnTo>
                  <a:lnTo>
                    <a:pt x="154" y="21"/>
                  </a:lnTo>
                  <a:lnTo>
                    <a:pt x="149" y="24"/>
                  </a:lnTo>
                  <a:lnTo>
                    <a:pt x="137" y="26"/>
                  </a:lnTo>
                  <a:lnTo>
                    <a:pt x="134" y="25"/>
                  </a:lnTo>
                  <a:lnTo>
                    <a:pt x="130" y="26"/>
                  </a:lnTo>
                  <a:lnTo>
                    <a:pt x="126" y="29"/>
                  </a:lnTo>
                  <a:lnTo>
                    <a:pt x="124" y="29"/>
                  </a:lnTo>
                  <a:lnTo>
                    <a:pt x="121" y="33"/>
                  </a:lnTo>
                  <a:lnTo>
                    <a:pt x="120" y="34"/>
                  </a:lnTo>
                  <a:lnTo>
                    <a:pt x="125" y="42"/>
                  </a:lnTo>
                  <a:lnTo>
                    <a:pt x="125" y="47"/>
                  </a:lnTo>
                  <a:lnTo>
                    <a:pt x="120" y="54"/>
                  </a:lnTo>
                  <a:lnTo>
                    <a:pt x="123" y="56"/>
                  </a:lnTo>
                  <a:lnTo>
                    <a:pt x="123" y="60"/>
                  </a:lnTo>
                  <a:lnTo>
                    <a:pt x="120" y="64"/>
                  </a:lnTo>
                  <a:lnTo>
                    <a:pt x="115" y="64"/>
                  </a:lnTo>
                  <a:lnTo>
                    <a:pt x="111" y="63"/>
                  </a:lnTo>
                  <a:lnTo>
                    <a:pt x="108" y="66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7" y="76"/>
                  </a:lnTo>
                  <a:lnTo>
                    <a:pt x="105" y="79"/>
                  </a:lnTo>
                  <a:lnTo>
                    <a:pt x="105" y="83"/>
                  </a:lnTo>
                  <a:lnTo>
                    <a:pt x="105" y="85"/>
                  </a:lnTo>
                  <a:lnTo>
                    <a:pt x="104" y="87"/>
                  </a:lnTo>
                  <a:lnTo>
                    <a:pt x="104" y="88"/>
                  </a:lnTo>
                  <a:lnTo>
                    <a:pt x="105" y="93"/>
                  </a:lnTo>
                  <a:lnTo>
                    <a:pt x="103" y="97"/>
                  </a:lnTo>
                  <a:lnTo>
                    <a:pt x="100" y="95"/>
                  </a:lnTo>
                  <a:lnTo>
                    <a:pt x="99" y="95"/>
                  </a:lnTo>
                  <a:lnTo>
                    <a:pt x="99" y="96"/>
                  </a:lnTo>
                  <a:lnTo>
                    <a:pt x="95" y="96"/>
                  </a:lnTo>
                  <a:lnTo>
                    <a:pt x="94" y="95"/>
                  </a:lnTo>
                  <a:lnTo>
                    <a:pt x="91" y="95"/>
                  </a:lnTo>
                  <a:lnTo>
                    <a:pt x="91" y="96"/>
                  </a:lnTo>
                  <a:lnTo>
                    <a:pt x="86" y="100"/>
                  </a:lnTo>
                  <a:lnTo>
                    <a:pt x="88" y="100"/>
                  </a:lnTo>
                  <a:lnTo>
                    <a:pt x="87" y="103"/>
                  </a:lnTo>
                  <a:lnTo>
                    <a:pt x="82" y="104"/>
                  </a:lnTo>
                  <a:lnTo>
                    <a:pt x="80" y="103"/>
                  </a:lnTo>
                  <a:lnTo>
                    <a:pt x="78" y="104"/>
                  </a:lnTo>
                  <a:lnTo>
                    <a:pt x="78" y="105"/>
                  </a:lnTo>
                  <a:lnTo>
                    <a:pt x="76" y="108"/>
                  </a:lnTo>
                  <a:lnTo>
                    <a:pt x="75" y="108"/>
                  </a:lnTo>
                  <a:lnTo>
                    <a:pt x="72" y="110"/>
                  </a:lnTo>
                  <a:lnTo>
                    <a:pt x="72" y="113"/>
                  </a:lnTo>
                  <a:lnTo>
                    <a:pt x="74" y="117"/>
                  </a:lnTo>
                  <a:lnTo>
                    <a:pt x="74" y="120"/>
                  </a:lnTo>
                  <a:lnTo>
                    <a:pt x="75" y="122"/>
                  </a:lnTo>
                  <a:lnTo>
                    <a:pt x="74" y="124"/>
                  </a:lnTo>
                  <a:lnTo>
                    <a:pt x="70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55" y="126"/>
                  </a:lnTo>
                  <a:lnTo>
                    <a:pt x="51" y="128"/>
                  </a:lnTo>
                  <a:lnTo>
                    <a:pt x="50" y="129"/>
                  </a:lnTo>
                  <a:lnTo>
                    <a:pt x="46" y="129"/>
                  </a:lnTo>
                  <a:lnTo>
                    <a:pt x="42" y="130"/>
                  </a:lnTo>
                  <a:lnTo>
                    <a:pt x="28" y="130"/>
                  </a:lnTo>
                  <a:lnTo>
                    <a:pt x="12" y="126"/>
                  </a:lnTo>
                  <a:lnTo>
                    <a:pt x="21" y="114"/>
                  </a:lnTo>
                  <a:lnTo>
                    <a:pt x="22" y="112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18" y="100"/>
                  </a:lnTo>
                  <a:lnTo>
                    <a:pt x="9" y="100"/>
                  </a:lnTo>
                  <a:lnTo>
                    <a:pt x="8" y="96"/>
                  </a:lnTo>
                  <a:lnTo>
                    <a:pt x="7" y="93"/>
                  </a:lnTo>
                  <a:lnTo>
                    <a:pt x="8" y="92"/>
                  </a:lnTo>
                  <a:lnTo>
                    <a:pt x="7" y="87"/>
                  </a:lnTo>
                  <a:lnTo>
                    <a:pt x="3" y="80"/>
                  </a:lnTo>
                  <a:lnTo>
                    <a:pt x="4" y="78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3" y="72"/>
                  </a:lnTo>
                  <a:lnTo>
                    <a:pt x="3" y="70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3" y="62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3" y="58"/>
                  </a:lnTo>
                  <a:lnTo>
                    <a:pt x="5" y="55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7" y="45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6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1" y="50"/>
                  </a:lnTo>
                  <a:lnTo>
                    <a:pt x="22" y="49"/>
                  </a:lnTo>
                  <a:lnTo>
                    <a:pt x="25" y="47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9" y="43"/>
                  </a:lnTo>
                  <a:lnTo>
                    <a:pt x="29" y="41"/>
                  </a:lnTo>
                  <a:lnTo>
                    <a:pt x="33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2" y="31"/>
                  </a:lnTo>
                  <a:lnTo>
                    <a:pt x="42" y="29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5" y="21"/>
                  </a:lnTo>
                  <a:lnTo>
                    <a:pt x="46" y="20"/>
                  </a:lnTo>
                  <a:lnTo>
                    <a:pt x="49" y="18"/>
                  </a:lnTo>
                  <a:lnTo>
                    <a:pt x="50" y="20"/>
                  </a:lnTo>
                  <a:lnTo>
                    <a:pt x="54" y="17"/>
                  </a:lnTo>
                  <a:lnTo>
                    <a:pt x="57" y="16"/>
                  </a:lnTo>
                  <a:lnTo>
                    <a:pt x="59" y="17"/>
                  </a:lnTo>
                  <a:lnTo>
                    <a:pt x="62" y="17"/>
                  </a:lnTo>
                  <a:lnTo>
                    <a:pt x="62" y="17"/>
                  </a:lnTo>
                  <a:lnTo>
                    <a:pt x="66" y="16"/>
                  </a:lnTo>
                  <a:lnTo>
                    <a:pt x="69" y="17"/>
                  </a:lnTo>
                  <a:lnTo>
                    <a:pt x="70" y="20"/>
                  </a:lnTo>
                  <a:lnTo>
                    <a:pt x="72" y="20"/>
                  </a:lnTo>
                  <a:lnTo>
                    <a:pt x="74" y="18"/>
                  </a:lnTo>
                  <a:lnTo>
                    <a:pt x="76" y="18"/>
                  </a:lnTo>
                  <a:lnTo>
                    <a:pt x="79" y="21"/>
                  </a:lnTo>
                  <a:lnTo>
                    <a:pt x="80" y="22"/>
                  </a:lnTo>
                  <a:lnTo>
                    <a:pt x="84" y="21"/>
                  </a:lnTo>
                  <a:lnTo>
                    <a:pt x="87" y="20"/>
                  </a:lnTo>
                  <a:lnTo>
                    <a:pt x="88" y="18"/>
                  </a:lnTo>
                  <a:lnTo>
                    <a:pt x="90" y="18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4" y="20"/>
                  </a:lnTo>
                  <a:lnTo>
                    <a:pt x="97" y="20"/>
                  </a:lnTo>
                  <a:lnTo>
                    <a:pt x="97" y="17"/>
                  </a:lnTo>
                  <a:lnTo>
                    <a:pt x="96" y="17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0" y="13"/>
                  </a:lnTo>
                  <a:lnTo>
                    <a:pt x="101" y="13"/>
                  </a:lnTo>
                  <a:lnTo>
                    <a:pt x="101" y="14"/>
                  </a:lnTo>
                  <a:lnTo>
                    <a:pt x="104" y="14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6"/>
                  </a:lnTo>
                  <a:lnTo>
                    <a:pt x="107" y="5"/>
                  </a:lnTo>
                  <a:lnTo>
                    <a:pt x="108" y="1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232" name="자유형: 도형 231">
            <a:extLst>
              <a:ext uri="{FF2B5EF4-FFF2-40B4-BE49-F238E27FC236}">
                <a16:creationId xmlns:a16="http://schemas.microsoft.com/office/drawing/2014/main" id="{904E7E9F-D257-4517-8509-F972C60E902C}"/>
              </a:ext>
            </a:extLst>
          </p:cNvPr>
          <p:cNvSpPr/>
          <p:nvPr/>
        </p:nvSpPr>
        <p:spPr>
          <a:xfrm>
            <a:off x="3806004" y="2680573"/>
            <a:ext cx="2775642" cy="1358134"/>
          </a:xfrm>
          <a:custGeom>
            <a:avLst/>
            <a:gdLst>
              <a:gd name="connsiteX0" fmla="*/ 2291 w 2270706"/>
              <a:gd name="connsiteY0" fmla="*/ 2750723 h 2982127"/>
              <a:gd name="connsiteX1" fmla="*/ 276611 w 2270706"/>
              <a:gd name="connsiteY1" fmla="*/ 2788823 h 2982127"/>
              <a:gd name="connsiteX2" fmla="*/ 794771 w 2270706"/>
              <a:gd name="connsiteY2" fmla="*/ 2324003 h 2982127"/>
              <a:gd name="connsiteX3" fmla="*/ 1488191 w 2270706"/>
              <a:gd name="connsiteY3" fmla="*/ 2209703 h 2982127"/>
              <a:gd name="connsiteX4" fmla="*/ 1716791 w 2270706"/>
              <a:gd name="connsiteY4" fmla="*/ 2042063 h 2982127"/>
              <a:gd name="connsiteX5" fmla="*/ 1960631 w 2270706"/>
              <a:gd name="connsiteY5" fmla="*/ 1683923 h 2982127"/>
              <a:gd name="connsiteX6" fmla="*/ 1876811 w 2270706"/>
              <a:gd name="connsiteY6" fmla="*/ 617123 h 2982127"/>
              <a:gd name="connsiteX7" fmla="*/ 2204471 w 2270706"/>
              <a:gd name="connsiteY7" fmla="*/ 319943 h 2982127"/>
              <a:gd name="connsiteX8" fmla="*/ 2227331 w 2270706"/>
              <a:gd name="connsiteY8" fmla="*/ 22763 h 2982127"/>
              <a:gd name="connsiteX9" fmla="*/ 1724411 w 2270706"/>
              <a:gd name="connsiteY9" fmla="*/ 76103 h 2982127"/>
              <a:gd name="connsiteX10" fmla="*/ 1373891 w 2270706"/>
              <a:gd name="connsiteY10" fmla="*/ 518063 h 2982127"/>
              <a:gd name="connsiteX11" fmla="*/ 848111 w 2270706"/>
              <a:gd name="connsiteY11" fmla="*/ 1996343 h 2982127"/>
              <a:gd name="connsiteX12" fmla="*/ 916691 w 2270706"/>
              <a:gd name="connsiteY12" fmla="*/ 2567843 h 2982127"/>
              <a:gd name="connsiteX13" fmla="*/ 192791 w 2270706"/>
              <a:gd name="connsiteY13" fmla="*/ 2979323 h 2982127"/>
              <a:gd name="connsiteX14" fmla="*/ 2291 w 2270706"/>
              <a:gd name="connsiteY14" fmla="*/ 2750723 h 2982127"/>
              <a:gd name="connsiteX0" fmla="*/ 2291 w 2270706"/>
              <a:gd name="connsiteY0" fmla="*/ 2847199 h 3078603"/>
              <a:gd name="connsiteX1" fmla="*/ 276611 w 2270706"/>
              <a:gd name="connsiteY1" fmla="*/ 2885299 h 3078603"/>
              <a:gd name="connsiteX2" fmla="*/ 794771 w 2270706"/>
              <a:gd name="connsiteY2" fmla="*/ 2420479 h 3078603"/>
              <a:gd name="connsiteX3" fmla="*/ 1488191 w 2270706"/>
              <a:gd name="connsiteY3" fmla="*/ 2306179 h 3078603"/>
              <a:gd name="connsiteX4" fmla="*/ 1716791 w 2270706"/>
              <a:gd name="connsiteY4" fmla="*/ 2138539 h 3078603"/>
              <a:gd name="connsiteX5" fmla="*/ 1960631 w 2270706"/>
              <a:gd name="connsiteY5" fmla="*/ 1780399 h 3078603"/>
              <a:gd name="connsiteX6" fmla="*/ 1876811 w 2270706"/>
              <a:gd name="connsiteY6" fmla="*/ 713599 h 3078603"/>
              <a:gd name="connsiteX7" fmla="*/ 2204471 w 2270706"/>
              <a:gd name="connsiteY7" fmla="*/ 416419 h 3078603"/>
              <a:gd name="connsiteX8" fmla="*/ 2227331 w 2270706"/>
              <a:gd name="connsiteY8" fmla="*/ 119239 h 3078603"/>
              <a:gd name="connsiteX9" fmla="*/ 1724411 w 2270706"/>
              <a:gd name="connsiteY9" fmla="*/ 172579 h 3078603"/>
              <a:gd name="connsiteX10" fmla="*/ 848111 w 2270706"/>
              <a:gd name="connsiteY10" fmla="*/ 2092819 h 3078603"/>
              <a:gd name="connsiteX11" fmla="*/ 916691 w 2270706"/>
              <a:gd name="connsiteY11" fmla="*/ 2664319 h 3078603"/>
              <a:gd name="connsiteX12" fmla="*/ 192791 w 2270706"/>
              <a:gd name="connsiteY12" fmla="*/ 3075799 h 3078603"/>
              <a:gd name="connsiteX13" fmla="*/ 2291 w 2270706"/>
              <a:gd name="connsiteY13" fmla="*/ 2847199 h 3078603"/>
              <a:gd name="connsiteX0" fmla="*/ 2291 w 2335140"/>
              <a:gd name="connsiteY0" fmla="*/ 2814552 h 3045956"/>
              <a:gd name="connsiteX1" fmla="*/ 276611 w 2335140"/>
              <a:gd name="connsiteY1" fmla="*/ 2852652 h 3045956"/>
              <a:gd name="connsiteX2" fmla="*/ 794771 w 2335140"/>
              <a:gd name="connsiteY2" fmla="*/ 2387832 h 3045956"/>
              <a:gd name="connsiteX3" fmla="*/ 1488191 w 2335140"/>
              <a:gd name="connsiteY3" fmla="*/ 2273532 h 3045956"/>
              <a:gd name="connsiteX4" fmla="*/ 1716791 w 2335140"/>
              <a:gd name="connsiteY4" fmla="*/ 2105892 h 3045956"/>
              <a:gd name="connsiteX5" fmla="*/ 1960631 w 2335140"/>
              <a:gd name="connsiteY5" fmla="*/ 1747752 h 3045956"/>
              <a:gd name="connsiteX6" fmla="*/ 1876811 w 2335140"/>
              <a:gd name="connsiteY6" fmla="*/ 680952 h 3045956"/>
              <a:gd name="connsiteX7" fmla="*/ 2204471 w 2335140"/>
              <a:gd name="connsiteY7" fmla="*/ 383772 h 3045956"/>
              <a:gd name="connsiteX8" fmla="*/ 2227331 w 2335140"/>
              <a:gd name="connsiteY8" fmla="*/ 86592 h 3045956"/>
              <a:gd name="connsiteX9" fmla="*/ 848111 w 2335140"/>
              <a:gd name="connsiteY9" fmla="*/ 2060172 h 3045956"/>
              <a:gd name="connsiteX10" fmla="*/ 916691 w 2335140"/>
              <a:gd name="connsiteY10" fmla="*/ 2631672 h 3045956"/>
              <a:gd name="connsiteX11" fmla="*/ 192791 w 2335140"/>
              <a:gd name="connsiteY11" fmla="*/ 3043152 h 3045956"/>
              <a:gd name="connsiteX12" fmla="*/ 2291 w 2335140"/>
              <a:gd name="connsiteY12" fmla="*/ 2814552 h 3045956"/>
              <a:gd name="connsiteX0" fmla="*/ 2227331 w 2295911"/>
              <a:gd name="connsiteY0" fmla="*/ 0 h 2959364"/>
              <a:gd name="connsiteX1" fmla="*/ 848111 w 2295911"/>
              <a:gd name="connsiteY1" fmla="*/ 1973580 h 2959364"/>
              <a:gd name="connsiteX2" fmla="*/ 916691 w 2295911"/>
              <a:gd name="connsiteY2" fmla="*/ 2545080 h 2959364"/>
              <a:gd name="connsiteX3" fmla="*/ 192791 w 2295911"/>
              <a:gd name="connsiteY3" fmla="*/ 2956560 h 2959364"/>
              <a:gd name="connsiteX4" fmla="*/ 2291 w 2295911"/>
              <a:gd name="connsiteY4" fmla="*/ 2727960 h 2959364"/>
              <a:gd name="connsiteX5" fmla="*/ 276611 w 2295911"/>
              <a:gd name="connsiteY5" fmla="*/ 2766060 h 2959364"/>
              <a:gd name="connsiteX6" fmla="*/ 794771 w 2295911"/>
              <a:gd name="connsiteY6" fmla="*/ 2301240 h 2959364"/>
              <a:gd name="connsiteX7" fmla="*/ 1488191 w 2295911"/>
              <a:gd name="connsiteY7" fmla="*/ 2186940 h 2959364"/>
              <a:gd name="connsiteX8" fmla="*/ 1716791 w 2295911"/>
              <a:gd name="connsiteY8" fmla="*/ 2019300 h 2959364"/>
              <a:gd name="connsiteX9" fmla="*/ 1960631 w 2295911"/>
              <a:gd name="connsiteY9" fmla="*/ 1661160 h 2959364"/>
              <a:gd name="connsiteX10" fmla="*/ 1876811 w 2295911"/>
              <a:gd name="connsiteY10" fmla="*/ 594360 h 2959364"/>
              <a:gd name="connsiteX11" fmla="*/ 2295911 w 2295911"/>
              <a:gd name="connsiteY11" fmla="*/ 388620 h 2959364"/>
              <a:gd name="connsiteX0" fmla="*/ 848111 w 2295911"/>
              <a:gd name="connsiteY0" fmla="*/ 1584960 h 2570744"/>
              <a:gd name="connsiteX1" fmla="*/ 916691 w 2295911"/>
              <a:gd name="connsiteY1" fmla="*/ 2156460 h 2570744"/>
              <a:gd name="connsiteX2" fmla="*/ 192791 w 2295911"/>
              <a:gd name="connsiteY2" fmla="*/ 2567940 h 2570744"/>
              <a:gd name="connsiteX3" fmla="*/ 2291 w 2295911"/>
              <a:gd name="connsiteY3" fmla="*/ 2339340 h 2570744"/>
              <a:gd name="connsiteX4" fmla="*/ 276611 w 2295911"/>
              <a:gd name="connsiteY4" fmla="*/ 2377440 h 2570744"/>
              <a:gd name="connsiteX5" fmla="*/ 794771 w 2295911"/>
              <a:gd name="connsiteY5" fmla="*/ 1912620 h 2570744"/>
              <a:gd name="connsiteX6" fmla="*/ 1488191 w 2295911"/>
              <a:gd name="connsiteY6" fmla="*/ 1798320 h 2570744"/>
              <a:gd name="connsiteX7" fmla="*/ 1716791 w 2295911"/>
              <a:gd name="connsiteY7" fmla="*/ 1630680 h 2570744"/>
              <a:gd name="connsiteX8" fmla="*/ 1960631 w 2295911"/>
              <a:gd name="connsiteY8" fmla="*/ 1272540 h 2570744"/>
              <a:gd name="connsiteX9" fmla="*/ 1876811 w 2295911"/>
              <a:gd name="connsiteY9" fmla="*/ 205740 h 2570744"/>
              <a:gd name="connsiteX10" fmla="*/ 2295911 w 2295911"/>
              <a:gd name="connsiteY10" fmla="*/ 0 h 2570744"/>
              <a:gd name="connsiteX0" fmla="*/ 916691 w 2295911"/>
              <a:gd name="connsiteY0" fmla="*/ 2156460 h 2570744"/>
              <a:gd name="connsiteX1" fmla="*/ 192791 w 2295911"/>
              <a:gd name="connsiteY1" fmla="*/ 2567940 h 2570744"/>
              <a:gd name="connsiteX2" fmla="*/ 2291 w 2295911"/>
              <a:gd name="connsiteY2" fmla="*/ 2339340 h 2570744"/>
              <a:gd name="connsiteX3" fmla="*/ 276611 w 2295911"/>
              <a:gd name="connsiteY3" fmla="*/ 2377440 h 2570744"/>
              <a:gd name="connsiteX4" fmla="*/ 794771 w 2295911"/>
              <a:gd name="connsiteY4" fmla="*/ 1912620 h 2570744"/>
              <a:gd name="connsiteX5" fmla="*/ 1488191 w 2295911"/>
              <a:gd name="connsiteY5" fmla="*/ 1798320 h 2570744"/>
              <a:gd name="connsiteX6" fmla="*/ 1716791 w 2295911"/>
              <a:gd name="connsiteY6" fmla="*/ 1630680 h 2570744"/>
              <a:gd name="connsiteX7" fmla="*/ 1960631 w 2295911"/>
              <a:gd name="connsiteY7" fmla="*/ 1272540 h 2570744"/>
              <a:gd name="connsiteX8" fmla="*/ 1876811 w 2295911"/>
              <a:gd name="connsiteY8" fmla="*/ 205740 h 2570744"/>
              <a:gd name="connsiteX9" fmla="*/ 2295911 w 2295911"/>
              <a:gd name="connsiteY9" fmla="*/ 0 h 2570744"/>
              <a:gd name="connsiteX0" fmla="*/ 916691 w 2295911"/>
              <a:gd name="connsiteY0" fmla="*/ 2156460 h 2570744"/>
              <a:gd name="connsiteX1" fmla="*/ 192791 w 2295911"/>
              <a:gd name="connsiteY1" fmla="*/ 2567940 h 2570744"/>
              <a:gd name="connsiteX2" fmla="*/ 2291 w 2295911"/>
              <a:gd name="connsiteY2" fmla="*/ 2339340 h 2570744"/>
              <a:gd name="connsiteX3" fmla="*/ 276611 w 2295911"/>
              <a:gd name="connsiteY3" fmla="*/ 2377440 h 2570744"/>
              <a:gd name="connsiteX4" fmla="*/ 1488191 w 2295911"/>
              <a:gd name="connsiteY4" fmla="*/ 1798320 h 2570744"/>
              <a:gd name="connsiteX5" fmla="*/ 1716791 w 2295911"/>
              <a:gd name="connsiteY5" fmla="*/ 1630680 h 2570744"/>
              <a:gd name="connsiteX6" fmla="*/ 1960631 w 2295911"/>
              <a:gd name="connsiteY6" fmla="*/ 1272540 h 2570744"/>
              <a:gd name="connsiteX7" fmla="*/ 1876811 w 2295911"/>
              <a:gd name="connsiteY7" fmla="*/ 205740 h 2570744"/>
              <a:gd name="connsiteX8" fmla="*/ 2295911 w 2295911"/>
              <a:gd name="connsiteY8" fmla="*/ 0 h 2570744"/>
              <a:gd name="connsiteX0" fmla="*/ 998429 w 2377649"/>
              <a:gd name="connsiteY0" fmla="*/ 2156460 h 2572409"/>
              <a:gd name="connsiteX1" fmla="*/ 274529 w 2377649"/>
              <a:gd name="connsiteY1" fmla="*/ 2567940 h 2572409"/>
              <a:gd name="connsiteX2" fmla="*/ 84029 w 2377649"/>
              <a:gd name="connsiteY2" fmla="*/ 2339340 h 2572409"/>
              <a:gd name="connsiteX3" fmla="*/ 1569929 w 2377649"/>
              <a:gd name="connsiteY3" fmla="*/ 1798320 h 2572409"/>
              <a:gd name="connsiteX4" fmla="*/ 1798529 w 2377649"/>
              <a:gd name="connsiteY4" fmla="*/ 1630680 h 2572409"/>
              <a:gd name="connsiteX5" fmla="*/ 2042369 w 2377649"/>
              <a:gd name="connsiteY5" fmla="*/ 1272540 h 2572409"/>
              <a:gd name="connsiteX6" fmla="*/ 1958549 w 2377649"/>
              <a:gd name="connsiteY6" fmla="*/ 205740 h 2572409"/>
              <a:gd name="connsiteX7" fmla="*/ 2377649 w 2377649"/>
              <a:gd name="connsiteY7" fmla="*/ 0 h 2572409"/>
              <a:gd name="connsiteX0" fmla="*/ 1015038 w 2394258"/>
              <a:gd name="connsiteY0" fmla="*/ 2156460 h 2573291"/>
              <a:gd name="connsiteX1" fmla="*/ 291138 w 2394258"/>
              <a:gd name="connsiteY1" fmla="*/ 2567940 h 2573291"/>
              <a:gd name="connsiteX2" fmla="*/ 100638 w 2394258"/>
              <a:gd name="connsiteY2" fmla="*/ 2339340 h 2573291"/>
              <a:gd name="connsiteX3" fmla="*/ 1815138 w 2394258"/>
              <a:gd name="connsiteY3" fmla="*/ 1630680 h 2573291"/>
              <a:gd name="connsiteX4" fmla="*/ 2058978 w 2394258"/>
              <a:gd name="connsiteY4" fmla="*/ 1272540 h 2573291"/>
              <a:gd name="connsiteX5" fmla="*/ 1975158 w 2394258"/>
              <a:gd name="connsiteY5" fmla="*/ 205740 h 2573291"/>
              <a:gd name="connsiteX6" fmla="*/ 2394258 w 2394258"/>
              <a:gd name="connsiteY6" fmla="*/ 0 h 2573291"/>
              <a:gd name="connsiteX0" fmla="*/ 1379020 w 2404557"/>
              <a:gd name="connsiteY0" fmla="*/ 2346241 h 2567956"/>
              <a:gd name="connsiteX1" fmla="*/ 301437 w 2404557"/>
              <a:gd name="connsiteY1" fmla="*/ 2567940 h 2567956"/>
              <a:gd name="connsiteX2" fmla="*/ 110937 w 2404557"/>
              <a:gd name="connsiteY2" fmla="*/ 2339340 h 2567956"/>
              <a:gd name="connsiteX3" fmla="*/ 1825437 w 2404557"/>
              <a:gd name="connsiteY3" fmla="*/ 1630680 h 2567956"/>
              <a:gd name="connsiteX4" fmla="*/ 2069277 w 2404557"/>
              <a:gd name="connsiteY4" fmla="*/ 1272540 h 2567956"/>
              <a:gd name="connsiteX5" fmla="*/ 1985457 w 2404557"/>
              <a:gd name="connsiteY5" fmla="*/ 205740 h 2567956"/>
              <a:gd name="connsiteX6" fmla="*/ 2404557 w 2404557"/>
              <a:gd name="connsiteY6" fmla="*/ 0 h 2567956"/>
              <a:gd name="connsiteX0" fmla="*/ 1270132 w 2295669"/>
              <a:gd name="connsiteY0" fmla="*/ 2346241 h 2404387"/>
              <a:gd name="connsiteX1" fmla="*/ 1365741 w 2295669"/>
              <a:gd name="connsiteY1" fmla="*/ 2274642 h 2404387"/>
              <a:gd name="connsiteX2" fmla="*/ 2049 w 2295669"/>
              <a:gd name="connsiteY2" fmla="*/ 2339340 h 2404387"/>
              <a:gd name="connsiteX3" fmla="*/ 1716549 w 2295669"/>
              <a:gd name="connsiteY3" fmla="*/ 1630680 h 2404387"/>
              <a:gd name="connsiteX4" fmla="*/ 1960389 w 2295669"/>
              <a:gd name="connsiteY4" fmla="*/ 1272540 h 2404387"/>
              <a:gd name="connsiteX5" fmla="*/ 1876569 w 2295669"/>
              <a:gd name="connsiteY5" fmla="*/ 205740 h 2404387"/>
              <a:gd name="connsiteX6" fmla="*/ 2295669 w 2295669"/>
              <a:gd name="connsiteY6" fmla="*/ 0 h 2404387"/>
              <a:gd name="connsiteX0" fmla="*/ 316208 w 1341745"/>
              <a:gd name="connsiteY0" fmla="*/ 2346241 h 2501228"/>
              <a:gd name="connsiteX1" fmla="*/ 411817 w 1341745"/>
              <a:gd name="connsiteY1" fmla="*/ 2274642 h 2501228"/>
              <a:gd name="connsiteX2" fmla="*/ 5657 w 1341745"/>
              <a:gd name="connsiteY2" fmla="*/ 2477363 h 2501228"/>
              <a:gd name="connsiteX3" fmla="*/ 762625 w 1341745"/>
              <a:gd name="connsiteY3" fmla="*/ 1630680 h 2501228"/>
              <a:gd name="connsiteX4" fmla="*/ 1006465 w 1341745"/>
              <a:gd name="connsiteY4" fmla="*/ 1272540 h 2501228"/>
              <a:gd name="connsiteX5" fmla="*/ 922645 w 1341745"/>
              <a:gd name="connsiteY5" fmla="*/ 205740 h 2501228"/>
              <a:gd name="connsiteX6" fmla="*/ 1341745 w 1341745"/>
              <a:gd name="connsiteY6" fmla="*/ 0 h 2501228"/>
              <a:gd name="connsiteX0" fmla="*/ 2625720 w 3651257"/>
              <a:gd name="connsiteY0" fmla="*/ 2346241 h 2520676"/>
              <a:gd name="connsiteX1" fmla="*/ 2721329 w 3651257"/>
              <a:gd name="connsiteY1" fmla="*/ 2274642 h 2520676"/>
              <a:gd name="connsiteX2" fmla="*/ 2315169 w 3651257"/>
              <a:gd name="connsiteY2" fmla="*/ 2477363 h 2520676"/>
              <a:gd name="connsiteX3" fmla="*/ 9760 w 3651257"/>
              <a:gd name="connsiteY3" fmla="*/ 1302877 h 2520676"/>
              <a:gd name="connsiteX4" fmla="*/ 3315977 w 3651257"/>
              <a:gd name="connsiteY4" fmla="*/ 1272540 h 2520676"/>
              <a:gd name="connsiteX5" fmla="*/ 3232157 w 3651257"/>
              <a:gd name="connsiteY5" fmla="*/ 205740 h 2520676"/>
              <a:gd name="connsiteX6" fmla="*/ 3651257 w 3651257"/>
              <a:gd name="connsiteY6" fmla="*/ 0 h 2520676"/>
              <a:gd name="connsiteX0" fmla="*/ 2705565 w 3731102"/>
              <a:gd name="connsiteY0" fmla="*/ 2377620 h 2552055"/>
              <a:gd name="connsiteX1" fmla="*/ 2801174 w 3731102"/>
              <a:gd name="connsiteY1" fmla="*/ 2306021 h 2552055"/>
              <a:gd name="connsiteX2" fmla="*/ 2395014 w 3731102"/>
              <a:gd name="connsiteY2" fmla="*/ 2508742 h 2552055"/>
              <a:gd name="connsiteX3" fmla="*/ 89605 w 3731102"/>
              <a:gd name="connsiteY3" fmla="*/ 1334256 h 2552055"/>
              <a:gd name="connsiteX4" fmla="*/ 747512 w 3731102"/>
              <a:gd name="connsiteY4" fmla="*/ 2218319 h 2552055"/>
              <a:gd name="connsiteX5" fmla="*/ 3312002 w 3731102"/>
              <a:gd name="connsiteY5" fmla="*/ 237119 h 2552055"/>
              <a:gd name="connsiteX6" fmla="*/ 3731102 w 3731102"/>
              <a:gd name="connsiteY6" fmla="*/ 31379 h 2552055"/>
              <a:gd name="connsiteX0" fmla="*/ 2679084 w 3704621"/>
              <a:gd name="connsiteY0" fmla="*/ 2346241 h 2761767"/>
              <a:gd name="connsiteX1" fmla="*/ 2774693 w 3704621"/>
              <a:gd name="connsiteY1" fmla="*/ 2274642 h 2761767"/>
              <a:gd name="connsiteX2" fmla="*/ 2368533 w 3704621"/>
              <a:gd name="connsiteY2" fmla="*/ 2477363 h 2761767"/>
              <a:gd name="connsiteX3" fmla="*/ 63124 w 3704621"/>
              <a:gd name="connsiteY3" fmla="*/ 1302877 h 2761767"/>
              <a:gd name="connsiteX4" fmla="*/ 721031 w 3704621"/>
              <a:gd name="connsiteY4" fmla="*/ 2186940 h 2761767"/>
              <a:gd name="connsiteX5" fmla="*/ 1482600 w 3704621"/>
              <a:gd name="connsiteY5" fmla="*/ 2647016 h 2761767"/>
              <a:gd name="connsiteX6" fmla="*/ 3704621 w 3704621"/>
              <a:gd name="connsiteY6" fmla="*/ 0 h 2761767"/>
              <a:gd name="connsiteX0" fmla="*/ 2679084 w 2824726"/>
              <a:gd name="connsiteY0" fmla="*/ 1045729 h 1348073"/>
              <a:gd name="connsiteX1" fmla="*/ 2774693 w 2824726"/>
              <a:gd name="connsiteY1" fmla="*/ 974130 h 1348073"/>
              <a:gd name="connsiteX2" fmla="*/ 2368533 w 2824726"/>
              <a:gd name="connsiteY2" fmla="*/ 1176851 h 1348073"/>
              <a:gd name="connsiteX3" fmla="*/ 63124 w 2824726"/>
              <a:gd name="connsiteY3" fmla="*/ 2365 h 1348073"/>
              <a:gd name="connsiteX4" fmla="*/ 721031 w 2824726"/>
              <a:gd name="connsiteY4" fmla="*/ 886428 h 1348073"/>
              <a:gd name="connsiteX5" fmla="*/ 1482600 w 2824726"/>
              <a:gd name="connsiteY5" fmla="*/ 1346504 h 1348073"/>
              <a:gd name="connsiteX6" fmla="*/ 2824726 w 2824726"/>
              <a:gd name="connsiteY6" fmla="*/ 1045873 h 1348073"/>
              <a:gd name="connsiteX0" fmla="*/ 2681465 w 2824726"/>
              <a:gd name="connsiteY0" fmla="*/ 1057635 h 1348073"/>
              <a:gd name="connsiteX1" fmla="*/ 2774693 w 2824726"/>
              <a:gd name="connsiteY1" fmla="*/ 974130 h 1348073"/>
              <a:gd name="connsiteX2" fmla="*/ 2368533 w 2824726"/>
              <a:gd name="connsiteY2" fmla="*/ 1176851 h 1348073"/>
              <a:gd name="connsiteX3" fmla="*/ 63124 w 2824726"/>
              <a:gd name="connsiteY3" fmla="*/ 2365 h 1348073"/>
              <a:gd name="connsiteX4" fmla="*/ 721031 w 2824726"/>
              <a:gd name="connsiteY4" fmla="*/ 886428 h 1348073"/>
              <a:gd name="connsiteX5" fmla="*/ 1482600 w 2824726"/>
              <a:gd name="connsiteY5" fmla="*/ 1346504 h 1348073"/>
              <a:gd name="connsiteX6" fmla="*/ 2824726 w 2824726"/>
              <a:gd name="connsiteY6" fmla="*/ 1045873 h 1348073"/>
              <a:gd name="connsiteX0" fmla="*/ 2683846 w 2824726"/>
              <a:gd name="connsiteY0" fmla="*/ 1038585 h 1348073"/>
              <a:gd name="connsiteX1" fmla="*/ 2774693 w 2824726"/>
              <a:gd name="connsiteY1" fmla="*/ 974130 h 1348073"/>
              <a:gd name="connsiteX2" fmla="*/ 2368533 w 2824726"/>
              <a:gd name="connsiteY2" fmla="*/ 1176851 h 1348073"/>
              <a:gd name="connsiteX3" fmla="*/ 63124 w 2824726"/>
              <a:gd name="connsiteY3" fmla="*/ 2365 h 1348073"/>
              <a:gd name="connsiteX4" fmla="*/ 721031 w 2824726"/>
              <a:gd name="connsiteY4" fmla="*/ 886428 h 1348073"/>
              <a:gd name="connsiteX5" fmla="*/ 1482600 w 2824726"/>
              <a:gd name="connsiteY5" fmla="*/ 1346504 h 1348073"/>
              <a:gd name="connsiteX6" fmla="*/ 2824726 w 2824726"/>
              <a:gd name="connsiteY6" fmla="*/ 1045873 h 1348073"/>
              <a:gd name="connsiteX0" fmla="*/ 2683846 w 2824726"/>
              <a:gd name="connsiteY0" fmla="*/ 1038585 h 1348073"/>
              <a:gd name="connsiteX1" fmla="*/ 2767549 w 2824726"/>
              <a:gd name="connsiteY1" fmla="*/ 945555 h 1348073"/>
              <a:gd name="connsiteX2" fmla="*/ 2368533 w 2824726"/>
              <a:gd name="connsiteY2" fmla="*/ 1176851 h 1348073"/>
              <a:gd name="connsiteX3" fmla="*/ 63124 w 2824726"/>
              <a:gd name="connsiteY3" fmla="*/ 2365 h 1348073"/>
              <a:gd name="connsiteX4" fmla="*/ 721031 w 2824726"/>
              <a:gd name="connsiteY4" fmla="*/ 886428 h 1348073"/>
              <a:gd name="connsiteX5" fmla="*/ 1482600 w 2824726"/>
              <a:gd name="connsiteY5" fmla="*/ 1346504 h 1348073"/>
              <a:gd name="connsiteX6" fmla="*/ 2824726 w 2824726"/>
              <a:gd name="connsiteY6" fmla="*/ 1045873 h 1348073"/>
              <a:gd name="connsiteX0" fmla="*/ 2683846 w 2775027"/>
              <a:gd name="connsiteY0" fmla="*/ 1038585 h 1466111"/>
              <a:gd name="connsiteX1" fmla="*/ 2767549 w 2775027"/>
              <a:gd name="connsiteY1" fmla="*/ 945555 h 1466111"/>
              <a:gd name="connsiteX2" fmla="*/ 2368533 w 2775027"/>
              <a:gd name="connsiteY2" fmla="*/ 1176851 h 1466111"/>
              <a:gd name="connsiteX3" fmla="*/ 63124 w 2775027"/>
              <a:gd name="connsiteY3" fmla="*/ 2365 h 1466111"/>
              <a:gd name="connsiteX4" fmla="*/ 721031 w 2775027"/>
              <a:gd name="connsiteY4" fmla="*/ 886428 h 1466111"/>
              <a:gd name="connsiteX5" fmla="*/ 1482600 w 2775027"/>
              <a:gd name="connsiteY5" fmla="*/ 1346504 h 1466111"/>
              <a:gd name="connsiteX6" fmla="*/ 2577076 w 2775027"/>
              <a:gd name="connsiteY6" fmla="*/ 1464973 h 1466111"/>
              <a:gd name="connsiteX0" fmla="*/ 2683846 w 2775027"/>
              <a:gd name="connsiteY0" fmla="*/ 1051285 h 1466111"/>
              <a:gd name="connsiteX1" fmla="*/ 2767549 w 2775027"/>
              <a:gd name="connsiteY1" fmla="*/ 945555 h 1466111"/>
              <a:gd name="connsiteX2" fmla="*/ 2368533 w 2775027"/>
              <a:gd name="connsiteY2" fmla="*/ 1176851 h 1466111"/>
              <a:gd name="connsiteX3" fmla="*/ 63124 w 2775027"/>
              <a:gd name="connsiteY3" fmla="*/ 2365 h 1466111"/>
              <a:gd name="connsiteX4" fmla="*/ 721031 w 2775027"/>
              <a:gd name="connsiteY4" fmla="*/ 886428 h 1466111"/>
              <a:gd name="connsiteX5" fmla="*/ 1482600 w 2775027"/>
              <a:gd name="connsiteY5" fmla="*/ 1346504 h 1466111"/>
              <a:gd name="connsiteX6" fmla="*/ 2577076 w 2775027"/>
              <a:gd name="connsiteY6" fmla="*/ 1464973 h 1466111"/>
              <a:gd name="connsiteX0" fmla="*/ 2683846 w 2762692"/>
              <a:gd name="connsiteY0" fmla="*/ 1051285 h 1466111"/>
              <a:gd name="connsiteX1" fmla="*/ 2754849 w 2762692"/>
              <a:gd name="connsiteY1" fmla="*/ 958255 h 1466111"/>
              <a:gd name="connsiteX2" fmla="*/ 2368533 w 2762692"/>
              <a:gd name="connsiteY2" fmla="*/ 1176851 h 1466111"/>
              <a:gd name="connsiteX3" fmla="*/ 63124 w 2762692"/>
              <a:gd name="connsiteY3" fmla="*/ 2365 h 1466111"/>
              <a:gd name="connsiteX4" fmla="*/ 721031 w 2762692"/>
              <a:gd name="connsiteY4" fmla="*/ 886428 h 1466111"/>
              <a:gd name="connsiteX5" fmla="*/ 1482600 w 2762692"/>
              <a:gd name="connsiteY5" fmla="*/ 1346504 h 1466111"/>
              <a:gd name="connsiteX6" fmla="*/ 2577076 w 2762692"/>
              <a:gd name="connsiteY6" fmla="*/ 1464973 h 1466111"/>
              <a:gd name="connsiteX0" fmla="*/ 2683846 w 2803499"/>
              <a:gd name="connsiteY0" fmla="*/ 1051285 h 1466111"/>
              <a:gd name="connsiteX1" fmla="*/ 2754849 w 2803499"/>
              <a:gd name="connsiteY1" fmla="*/ 958255 h 1466111"/>
              <a:gd name="connsiteX2" fmla="*/ 2368533 w 2803499"/>
              <a:gd name="connsiteY2" fmla="*/ 1176851 h 1466111"/>
              <a:gd name="connsiteX3" fmla="*/ 63124 w 2803499"/>
              <a:gd name="connsiteY3" fmla="*/ 2365 h 1466111"/>
              <a:gd name="connsiteX4" fmla="*/ 721031 w 2803499"/>
              <a:gd name="connsiteY4" fmla="*/ 886428 h 1466111"/>
              <a:gd name="connsiteX5" fmla="*/ 1482600 w 2803499"/>
              <a:gd name="connsiteY5" fmla="*/ 1346504 h 1466111"/>
              <a:gd name="connsiteX6" fmla="*/ 2577076 w 2803499"/>
              <a:gd name="connsiteY6" fmla="*/ 1464973 h 1466111"/>
              <a:gd name="connsiteX0" fmla="*/ 2683846 w 2843371"/>
              <a:gd name="connsiteY0" fmla="*/ 1051285 h 1466111"/>
              <a:gd name="connsiteX1" fmla="*/ 2754849 w 2843371"/>
              <a:gd name="connsiteY1" fmla="*/ 958255 h 1466111"/>
              <a:gd name="connsiteX2" fmla="*/ 2368533 w 2843371"/>
              <a:gd name="connsiteY2" fmla="*/ 1176851 h 1466111"/>
              <a:gd name="connsiteX3" fmla="*/ 63124 w 2843371"/>
              <a:gd name="connsiteY3" fmla="*/ 2365 h 1466111"/>
              <a:gd name="connsiteX4" fmla="*/ 721031 w 2843371"/>
              <a:gd name="connsiteY4" fmla="*/ 886428 h 1466111"/>
              <a:gd name="connsiteX5" fmla="*/ 1482600 w 2843371"/>
              <a:gd name="connsiteY5" fmla="*/ 1346504 h 1466111"/>
              <a:gd name="connsiteX6" fmla="*/ 2577076 w 2843371"/>
              <a:gd name="connsiteY6" fmla="*/ 1464973 h 1466111"/>
              <a:gd name="connsiteX0" fmla="*/ 2683846 w 2816735"/>
              <a:gd name="connsiteY0" fmla="*/ 1051285 h 1466111"/>
              <a:gd name="connsiteX1" fmla="*/ 2754849 w 2816735"/>
              <a:gd name="connsiteY1" fmla="*/ 958255 h 1466111"/>
              <a:gd name="connsiteX2" fmla="*/ 2368533 w 2816735"/>
              <a:gd name="connsiteY2" fmla="*/ 1176851 h 1466111"/>
              <a:gd name="connsiteX3" fmla="*/ 63124 w 2816735"/>
              <a:gd name="connsiteY3" fmla="*/ 2365 h 1466111"/>
              <a:gd name="connsiteX4" fmla="*/ 721031 w 2816735"/>
              <a:gd name="connsiteY4" fmla="*/ 886428 h 1466111"/>
              <a:gd name="connsiteX5" fmla="*/ 1482600 w 2816735"/>
              <a:gd name="connsiteY5" fmla="*/ 1346504 h 1466111"/>
              <a:gd name="connsiteX6" fmla="*/ 2577076 w 2816735"/>
              <a:gd name="connsiteY6" fmla="*/ 1464973 h 1466111"/>
              <a:gd name="connsiteX0" fmla="*/ 2696546 w 2769671"/>
              <a:gd name="connsiteY0" fmla="*/ 1073510 h 1466111"/>
              <a:gd name="connsiteX1" fmla="*/ 2754849 w 2769671"/>
              <a:gd name="connsiteY1" fmla="*/ 958255 h 1466111"/>
              <a:gd name="connsiteX2" fmla="*/ 2368533 w 2769671"/>
              <a:gd name="connsiteY2" fmla="*/ 1176851 h 1466111"/>
              <a:gd name="connsiteX3" fmla="*/ 63124 w 2769671"/>
              <a:gd name="connsiteY3" fmla="*/ 2365 h 1466111"/>
              <a:gd name="connsiteX4" fmla="*/ 721031 w 2769671"/>
              <a:gd name="connsiteY4" fmla="*/ 886428 h 1466111"/>
              <a:gd name="connsiteX5" fmla="*/ 1482600 w 2769671"/>
              <a:gd name="connsiteY5" fmla="*/ 1346504 h 1466111"/>
              <a:gd name="connsiteX6" fmla="*/ 2577076 w 2769671"/>
              <a:gd name="connsiteY6" fmla="*/ 1464973 h 1466111"/>
              <a:gd name="connsiteX0" fmla="*/ 2696546 w 2765010"/>
              <a:gd name="connsiteY0" fmla="*/ 1073510 h 1466111"/>
              <a:gd name="connsiteX1" fmla="*/ 2754849 w 2765010"/>
              <a:gd name="connsiteY1" fmla="*/ 958255 h 1466111"/>
              <a:gd name="connsiteX2" fmla="*/ 2368533 w 2765010"/>
              <a:gd name="connsiteY2" fmla="*/ 1176851 h 1466111"/>
              <a:gd name="connsiteX3" fmla="*/ 63124 w 2765010"/>
              <a:gd name="connsiteY3" fmla="*/ 2365 h 1466111"/>
              <a:gd name="connsiteX4" fmla="*/ 721031 w 2765010"/>
              <a:gd name="connsiteY4" fmla="*/ 886428 h 1466111"/>
              <a:gd name="connsiteX5" fmla="*/ 1482600 w 2765010"/>
              <a:gd name="connsiteY5" fmla="*/ 1346504 h 1466111"/>
              <a:gd name="connsiteX6" fmla="*/ 2577076 w 2765010"/>
              <a:gd name="connsiteY6" fmla="*/ 1464973 h 1466111"/>
              <a:gd name="connsiteX0" fmla="*/ 2696546 w 2790521"/>
              <a:gd name="connsiteY0" fmla="*/ 1073510 h 1466111"/>
              <a:gd name="connsiteX1" fmla="*/ 2754849 w 2790521"/>
              <a:gd name="connsiteY1" fmla="*/ 958255 h 1466111"/>
              <a:gd name="connsiteX2" fmla="*/ 2368533 w 2790521"/>
              <a:gd name="connsiteY2" fmla="*/ 1176851 h 1466111"/>
              <a:gd name="connsiteX3" fmla="*/ 63124 w 2790521"/>
              <a:gd name="connsiteY3" fmla="*/ 2365 h 1466111"/>
              <a:gd name="connsiteX4" fmla="*/ 721031 w 2790521"/>
              <a:gd name="connsiteY4" fmla="*/ 886428 h 1466111"/>
              <a:gd name="connsiteX5" fmla="*/ 1482600 w 2790521"/>
              <a:gd name="connsiteY5" fmla="*/ 1346504 h 1466111"/>
              <a:gd name="connsiteX6" fmla="*/ 2577076 w 2790521"/>
              <a:gd name="connsiteY6" fmla="*/ 1464973 h 1466111"/>
              <a:gd name="connsiteX0" fmla="*/ 2696546 w 2809788"/>
              <a:gd name="connsiteY0" fmla="*/ 1073510 h 1466111"/>
              <a:gd name="connsiteX1" fmla="*/ 2754849 w 2809788"/>
              <a:gd name="connsiteY1" fmla="*/ 958255 h 1466111"/>
              <a:gd name="connsiteX2" fmla="*/ 2368533 w 2809788"/>
              <a:gd name="connsiteY2" fmla="*/ 1176851 h 1466111"/>
              <a:gd name="connsiteX3" fmla="*/ 63124 w 2809788"/>
              <a:gd name="connsiteY3" fmla="*/ 2365 h 1466111"/>
              <a:gd name="connsiteX4" fmla="*/ 721031 w 2809788"/>
              <a:gd name="connsiteY4" fmla="*/ 886428 h 1466111"/>
              <a:gd name="connsiteX5" fmla="*/ 1482600 w 2809788"/>
              <a:gd name="connsiteY5" fmla="*/ 1346504 h 1466111"/>
              <a:gd name="connsiteX6" fmla="*/ 2577076 w 2809788"/>
              <a:gd name="connsiteY6" fmla="*/ 1464973 h 1466111"/>
              <a:gd name="connsiteX0" fmla="*/ 2696546 w 2793245"/>
              <a:gd name="connsiteY0" fmla="*/ 1073510 h 1466111"/>
              <a:gd name="connsiteX1" fmla="*/ 2754849 w 2793245"/>
              <a:gd name="connsiteY1" fmla="*/ 958255 h 1466111"/>
              <a:gd name="connsiteX2" fmla="*/ 2368533 w 2793245"/>
              <a:gd name="connsiteY2" fmla="*/ 1176851 h 1466111"/>
              <a:gd name="connsiteX3" fmla="*/ 63124 w 2793245"/>
              <a:gd name="connsiteY3" fmla="*/ 2365 h 1466111"/>
              <a:gd name="connsiteX4" fmla="*/ 721031 w 2793245"/>
              <a:gd name="connsiteY4" fmla="*/ 886428 h 1466111"/>
              <a:gd name="connsiteX5" fmla="*/ 1482600 w 2793245"/>
              <a:gd name="connsiteY5" fmla="*/ 1346504 h 1466111"/>
              <a:gd name="connsiteX6" fmla="*/ 2577076 w 2793245"/>
              <a:gd name="connsiteY6" fmla="*/ 1464973 h 1466111"/>
              <a:gd name="connsiteX0" fmla="*/ 2677496 w 2782903"/>
              <a:gd name="connsiteY0" fmla="*/ 1070335 h 1466111"/>
              <a:gd name="connsiteX1" fmla="*/ 2754849 w 2782903"/>
              <a:gd name="connsiteY1" fmla="*/ 958255 h 1466111"/>
              <a:gd name="connsiteX2" fmla="*/ 2368533 w 2782903"/>
              <a:gd name="connsiteY2" fmla="*/ 1176851 h 1466111"/>
              <a:gd name="connsiteX3" fmla="*/ 63124 w 2782903"/>
              <a:gd name="connsiteY3" fmla="*/ 2365 h 1466111"/>
              <a:gd name="connsiteX4" fmla="*/ 721031 w 2782903"/>
              <a:gd name="connsiteY4" fmla="*/ 886428 h 1466111"/>
              <a:gd name="connsiteX5" fmla="*/ 1482600 w 2782903"/>
              <a:gd name="connsiteY5" fmla="*/ 1346504 h 1466111"/>
              <a:gd name="connsiteX6" fmla="*/ 2577076 w 2782903"/>
              <a:gd name="connsiteY6" fmla="*/ 1464973 h 1466111"/>
              <a:gd name="connsiteX0" fmla="*/ 2677496 w 2773237"/>
              <a:gd name="connsiteY0" fmla="*/ 1070335 h 1466111"/>
              <a:gd name="connsiteX1" fmla="*/ 2754849 w 2773237"/>
              <a:gd name="connsiteY1" fmla="*/ 958255 h 1466111"/>
              <a:gd name="connsiteX2" fmla="*/ 2368533 w 2773237"/>
              <a:gd name="connsiteY2" fmla="*/ 1176851 h 1466111"/>
              <a:gd name="connsiteX3" fmla="*/ 63124 w 2773237"/>
              <a:gd name="connsiteY3" fmla="*/ 2365 h 1466111"/>
              <a:gd name="connsiteX4" fmla="*/ 721031 w 2773237"/>
              <a:gd name="connsiteY4" fmla="*/ 886428 h 1466111"/>
              <a:gd name="connsiteX5" fmla="*/ 1482600 w 2773237"/>
              <a:gd name="connsiteY5" fmla="*/ 1346504 h 1466111"/>
              <a:gd name="connsiteX6" fmla="*/ 2577076 w 2773237"/>
              <a:gd name="connsiteY6" fmla="*/ 1464973 h 1466111"/>
              <a:gd name="connsiteX0" fmla="*/ 2677496 w 2791642"/>
              <a:gd name="connsiteY0" fmla="*/ 1070335 h 1466111"/>
              <a:gd name="connsiteX1" fmla="*/ 2754849 w 2791642"/>
              <a:gd name="connsiteY1" fmla="*/ 958255 h 1466111"/>
              <a:gd name="connsiteX2" fmla="*/ 2368533 w 2791642"/>
              <a:gd name="connsiteY2" fmla="*/ 1176851 h 1466111"/>
              <a:gd name="connsiteX3" fmla="*/ 63124 w 2791642"/>
              <a:gd name="connsiteY3" fmla="*/ 2365 h 1466111"/>
              <a:gd name="connsiteX4" fmla="*/ 721031 w 2791642"/>
              <a:gd name="connsiteY4" fmla="*/ 886428 h 1466111"/>
              <a:gd name="connsiteX5" fmla="*/ 1482600 w 2791642"/>
              <a:gd name="connsiteY5" fmla="*/ 1346504 h 1466111"/>
              <a:gd name="connsiteX6" fmla="*/ 2577076 w 2791642"/>
              <a:gd name="connsiteY6" fmla="*/ 1464973 h 1466111"/>
              <a:gd name="connsiteX0" fmla="*/ 2677496 w 2825852"/>
              <a:gd name="connsiteY0" fmla="*/ 1070335 h 1466111"/>
              <a:gd name="connsiteX1" fmla="*/ 2754849 w 2825852"/>
              <a:gd name="connsiteY1" fmla="*/ 958255 h 1466111"/>
              <a:gd name="connsiteX2" fmla="*/ 2368533 w 2825852"/>
              <a:gd name="connsiteY2" fmla="*/ 1176851 h 1466111"/>
              <a:gd name="connsiteX3" fmla="*/ 63124 w 2825852"/>
              <a:gd name="connsiteY3" fmla="*/ 2365 h 1466111"/>
              <a:gd name="connsiteX4" fmla="*/ 721031 w 2825852"/>
              <a:gd name="connsiteY4" fmla="*/ 886428 h 1466111"/>
              <a:gd name="connsiteX5" fmla="*/ 1482600 w 2825852"/>
              <a:gd name="connsiteY5" fmla="*/ 1346504 h 1466111"/>
              <a:gd name="connsiteX6" fmla="*/ 2577076 w 2825852"/>
              <a:gd name="connsiteY6" fmla="*/ 1464973 h 1466111"/>
              <a:gd name="connsiteX0" fmla="*/ 2677496 w 2818424"/>
              <a:gd name="connsiteY0" fmla="*/ 1070335 h 1466111"/>
              <a:gd name="connsiteX1" fmla="*/ 2754849 w 2818424"/>
              <a:gd name="connsiteY1" fmla="*/ 958255 h 1466111"/>
              <a:gd name="connsiteX2" fmla="*/ 2368533 w 2818424"/>
              <a:gd name="connsiteY2" fmla="*/ 1176851 h 1466111"/>
              <a:gd name="connsiteX3" fmla="*/ 63124 w 2818424"/>
              <a:gd name="connsiteY3" fmla="*/ 2365 h 1466111"/>
              <a:gd name="connsiteX4" fmla="*/ 721031 w 2818424"/>
              <a:gd name="connsiteY4" fmla="*/ 886428 h 1466111"/>
              <a:gd name="connsiteX5" fmla="*/ 1482600 w 2818424"/>
              <a:gd name="connsiteY5" fmla="*/ 1346504 h 1466111"/>
              <a:gd name="connsiteX6" fmla="*/ 2577076 w 2818424"/>
              <a:gd name="connsiteY6" fmla="*/ 1464973 h 1466111"/>
              <a:gd name="connsiteX0" fmla="*/ 2677496 w 2811130"/>
              <a:gd name="connsiteY0" fmla="*/ 1070335 h 1466111"/>
              <a:gd name="connsiteX1" fmla="*/ 2738974 w 2811130"/>
              <a:gd name="connsiteY1" fmla="*/ 955080 h 1466111"/>
              <a:gd name="connsiteX2" fmla="*/ 2368533 w 2811130"/>
              <a:gd name="connsiteY2" fmla="*/ 1176851 h 1466111"/>
              <a:gd name="connsiteX3" fmla="*/ 63124 w 2811130"/>
              <a:gd name="connsiteY3" fmla="*/ 2365 h 1466111"/>
              <a:gd name="connsiteX4" fmla="*/ 721031 w 2811130"/>
              <a:gd name="connsiteY4" fmla="*/ 886428 h 1466111"/>
              <a:gd name="connsiteX5" fmla="*/ 1482600 w 2811130"/>
              <a:gd name="connsiteY5" fmla="*/ 1346504 h 1466111"/>
              <a:gd name="connsiteX6" fmla="*/ 2577076 w 2811130"/>
              <a:gd name="connsiteY6" fmla="*/ 1464973 h 1466111"/>
              <a:gd name="connsiteX0" fmla="*/ 2677496 w 2808971"/>
              <a:gd name="connsiteY0" fmla="*/ 1070335 h 1466111"/>
              <a:gd name="connsiteX1" fmla="*/ 2738974 w 2808971"/>
              <a:gd name="connsiteY1" fmla="*/ 955080 h 1466111"/>
              <a:gd name="connsiteX2" fmla="*/ 2368533 w 2808971"/>
              <a:gd name="connsiteY2" fmla="*/ 1176851 h 1466111"/>
              <a:gd name="connsiteX3" fmla="*/ 63124 w 2808971"/>
              <a:gd name="connsiteY3" fmla="*/ 2365 h 1466111"/>
              <a:gd name="connsiteX4" fmla="*/ 721031 w 2808971"/>
              <a:gd name="connsiteY4" fmla="*/ 886428 h 1466111"/>
              <a:gd name="connsiteX5" fmla="*/ 1482600 w 2808971"/>
              <a:gd name="connsiteY5" fmla="*/ 1346504 h 1466111"/>
              <a:gd name="connsiteX6" fmla="*/ 2577076 w 2808971"/>
              <a:gd name="connsiteY6" fmla="*/ 1464973 h 1466111"/>
              <a:gd name="connsiteX0" fmla="*/ 2677496 w 2827082"/>
              <a:gd name="connsiteY0" fmla="*/ 1070335 h 1466111"/>
              <a:gd name="connsiteX1" fmla="*/ 2738974 w 2827082"/>
              <a:gd name="connsiteY1" fmla="*/ 955080 h 1466111"/>
              <a:gd name="connsiteX2" fmla="*/ 2368533 w 2827082"/>
              <a:gd name="connsiteY2" fmla="*/ 1176851 h 1466111"/>
              <a:gd name="connsiteX3" fmla="*/ 63124 w 2827082"/>
              <a:gd name="connsiteY3" fmla="*/ 2365 h 1466111"/>
              <a:gd name="connsiteX4" fmla="*/ 721031 w 2827082"/>
              <a:gd name="connsiteY4" fmla="*/ 886428 h 1466111"/>
              <a:gd name="connsiteX5" fmla="*/ 1482600 w 2827082"/>
              <a:gd name="connsiteY5" fmla="*/ 1346504 h 1466111"/>
              <a:gd name="connsiteX6" fmla="*/ 2577076 w 2827082"/>
              <a:gd name="connsiteY6" fmla="*/ 1464973 h 1466111"/>
              <a:gd name="connsiteX0" fmla="*/ 2677496 w 2810046"/>
              <a:gd name="connsiteY0" fmla="*/ 1070335 h 1466111"/>
              <a:gd name="connsiteX1" fmla="*/ 2738974 w 2810046"/>
              <a:gd name="connsiteY1" fmla="*/ 955080 h 1466111"/>
              <a:gd name="connsiteX2" fmla="*/ 2368533 w 2810046"/>
              <a:gd name="connsiteY2" fmla="*/ 1176851 h 1466111"/>
              <a:gd name="connsiteX3" fmla="*/ 63124 w 2810046"/>
              <a:gd name="connsiteY3" fmla="*/ 2365 h 1466111"/>
              <a:gd name="connsiteX4" fmla="*/ 721031 w 2810046"/>
              <a:gd name="connsiteY4" fmla="*/ 886428 h 1466111"/>
              <a:gd name="connsiteX5" fmla="*/ 1482600 w 2810046"/>
              <a:gd name="connsiteY5" fmla="*/ 1346504 h 1466111"/>
              <a:gd name="connsiteX6" fmla="*/ 2577076 w 2810046"/>
              <a:gd name="connsiteY6" fmla="*/ 1464973 h 1466111"/>
              <a:gd name="connsiteX0" fmla="*/ 2677496 w 2811130"/>
              <a:gd name="connsiteY0" fmla="*/ 1070335 h 1466111"/>
              <a:gd name="connsiteX1" fmla="*/ 2738974 w 2811130"/>
              <a:gd name="connsiteY1" fmla="*/ 955080 h 1466111"/>
              <a:gd name="connsiteX2" fmla="*/ 2368533 w 2811130"/>
              <a:gd name="connsiteY2" fmla="*/ 1176851 h 1466111"/>
              <a:gd name="connsiteX3" fmla="*/ 63124 w 2811130"/>
              <a:gd name="connsiteY3" fmla="*/ 2365 h 1466111"/>
              <a:gd name="connsiteX4" fmla="*/ 721031 w 2811130"/>
              <a:gd name="connsiteY4" fmla="*/ 886428 h 1466111"/>
              <a:gd name="connsiteX5" fmla="*/ 1482600 w 2811130"/>
              <a:gd name="connsiteY5" fmla="*/ 1346504 h 1466111"/>
              <a:gd name="connsiteX6" fmla="*/ 2577076 w 2811130"/>
              <a:gd name="connsiteY6" fmla="*/ 1464973 h 1466111"/>
              <a:gd name="connsiteX0" fmla="*/ 2677496 w 2782267"/>
              <a:gd name="connsiteY0" fmla="*/ 1070335 h 1466111"/>
              <a:gd name="connsiteX1" fmla="*/ 2738974 w 2782267"/>
              <a:gd name="connsiteY1" fmla="*/ 955080 h 1466111"/>
              <a:gd name="connsiteX2" fmla="*/ 2368533 w 2782267"/>
              <a:gd name="connsiteY2" fmla="*/ 1176851 h 1466111"/>
              <a:gd name="connsiteX3" fmla="*/ 63124 w 2782267"/>
              <a:gd name="connsiteY3" fmla="*/ 2365 h 1466111"/>
              <a:gd name="connsiteX4" fmla="*/ 721031 w 2782267"/>
              <a:gd name="connsiteY4" fmla="*/ 886428 h 1466111"/>
              <a:gd name="connsiteX5" fmla="*/ 1482600 w 2782267"/>
              <a:gd name="connsiteY5" fmla="*/ 1346504 h 1466111"/>
              <a:gd name="connsiteX6" fmla="*/ 2577076 w 2782267"/>
              <a:gd name="connsiteY6" fmla="*/ 1464973 h 1466111"/>
              <a:gd name="connsiteX0" fmla="*/ 2677496 w 2790196"/>
              <a:gd name="connsiteY0" fmla="*/ 1070335 h 1466111"/>
              <a:gd name="connsiteX1" fmla="*/ 2738974 w 2790196"/>
              <a:gd name="connsiteY1" fmla="*/ 955080 h 1466111"/>
              <a:gd name="connsiteX2" fmla="*/ 2368533 w 2790196"/>
              <a:gd name="connsiteY2" fmla="*/ 1176851 h 1466111"/>
              <a:gd name="connsiteX3" fmla="*/ 63124 w 2790196"/>
              <a:gd name="connsiteY3" fmla="*/ 2365 h 1466111"/>
              <a:gd name="connsiteX4" fmla="*/ 721031 w 2790196"/>
              <a:gd name="connsiteY4" fmla="*/ 886428 h 1466111"/>
              <a:gd name="connsiteX5" fmla="*/ 1482600 w 2790196"/>
              <a:gd name="connsiteY5" fmla="*/ 1346504 h 1466111"/>
              <a:gd name="connsiteX6" fmla="*/ 2577076 w 2790196"/>
              <a:gd name="connsiteY6" fmla="*/ 1464973 h 1466111"/>
              <a:gd name="connsiteX0" fmla="*/ 2676421 w 2790335"/>
              <a:gd name="connsiteY0" fmla="*/ 1070335 h 1466111"/>
              <a:gd name="connsiteX1" fmla="*/ 2737899 w 2790335"/>
              <a:gd name="connsiteY1" fmla="*/ 955080 h 1466111"/>
              <a:gd name="connsiteX2" fmla="*/ 2348408 w 2790335"/>
              <a:gd name="connsiteY2" fmla="*/ 1176851 h 1466111"/>
              <a:gd name="connsiteX3" fmla="*/ 62049 w 2790335"/>
              <a:gd name="connsiteY3" fmla="*/ 2365 h 1466111"/>
              <a:gd name="connsiteX4" fmla="*/ 719956 w 2790335"/>
              <a:gd name="connsiteY4" fmla="*/ 886428 h 1466111"/>
              <a:gd name="connsiteX5" fmla="*/ 1481525 w 2790335"/>
              <a:gd name="connsiteY5" fmla="*/ 1346504 h 1466111"/>
              <a:gd name="connsiteX6" fmla="*/ 2576001 w 2790335"/>
              <a:gd name="connsiteY6" fmla="*/ 1464973 h 1466111"/>
              <a:gd name="connsiteX0" fmla="*/ 2656861 w 2770775"/>
              <a:gd name="connsiteY0" fmla="*/ 1068450 h 1464226"/>
              <a:gd name="connsiteX1" fmla="*/ 2718339 w 2770775"/>
              <a:gd name="connsiteY1" fmla="*/ 953195 h 1464226"/>
              <a:gd name="connsiteX2" fmla="*/ 2328848 w 2770775"/>
              <a:gd name="connsiteY2" fmla="*/ 1174966 h 1464226"/>
              <a:gd name="connsiteX3" fmla="*/ 1967464 w 2770775"/>
              <a:gd name="connsiteY3" fmla="*/ 1011135 h 1464226"/>
              <a:gd name="connsiteX4" fmla="*/ 42489 w 2770775"/>
              <a:gd name="connsiteY4" fmla="*/ 480 h 1464226"/>
              <a:gd name="connsiteX5" fmla="*/ 700396 w 2770775"/>
              <a:gd name="connsiteY5" fmla="*/ 884543 h 1464226"/>
              <a:gd name="connsiteX6" fmla="*/ 1461965 w 2770775"/>
              <a:gd name="connsiteY6" fmla="*/ 1344619 h 1464226"/>
              <a:gd name="connsiteX7" fmla="*/ 2556441 w 2770775"/>
              <a:gd name="connsiteY7" fmla="*/ 1463088 h 1464226"/>
              <a:gd name="connsiteX0" fmla="*/ 2655392 w 2769306"/>
              <a:gd name="connsiteY0" fmla="*/ 1071893 h 1467669"/>
              <a:gd name="connsiteX1" fmla="*/ 2716870 w 2769306"/>
              <a:gd name="connsiteY1" fmla="*/ 956638 h 1467669"/>
              <a:gd name="connsiteX2" fmla="*/ 2327379 w 2769306"/>
              <a:gd name="connsiteY2" fmla="*/ 1178409 h 1467669"/>
              <a:gd name="connsiteX3" fmla="*/ 1937420 w 2769306"/>
              <a:gd name="connsiteY3" fmla="*/ 1268578 h 1467669"/>
              <a:gd name="connsiteX4" fmla="*/ 41020 w 2769306"/>
              <a:gd name="connsiteY4" fmla="*/ 3923 h 1467669"/>
              <a:gd name="connsiteX5" fmla="*/ 698927 w 2769306"/>
              <a:gd name="connsiteY5" fmla="*/ 887986 h 1467669"/>
              <a:gd name="connsiteX6" fmla="*/ 1460496 w 2769306"/>
              <a:gd name="connsiteY6" fmla="*/ 1348062 h 1467669"/>
              <a:gd name="connsiteX7" fmla="*/ 2554972 w 2769306"/>
              <a:gd name="connsiteY7" fmla="*/ 1466531 h 1467669"/>
              <a:gd name="connsiteX0" fmla="*/ 2621853 w 2735767"/>
              <a:gd name="connsiteY0" fmla="*/ 1068872 h 1464648"/>
              <a:gd name="connsiteX1" fmla="*/ 2683331 w 2735767"/>
              <a:gd name="connsiteY1" fmla="*/ 953617 h 1464648"/>
              <a:gd name="connsiteX2" fmla="*/ 2293840 w 2735767"/>
              <a:gd name="connsiteY2" fmla="*/ 1175388 h 1464648"/>
              <a:gd name="connsiteX3" fmla="*/ 1903881 w 2735767"/>
              <a:gd name="connsiteY3" fmla="*/ 1265557 h 1464648"/>
              <a:gd name="connsiteX4" fmla="*/ 1110130 w 2735767"/>
              <a:gd name="connsiteY4" fmla="*/ 728982 h 1464648"/>
              <a:gd name="connsiteX5" fmla="*/ 7481 w 2735767"/>
              <a:gd name="connsiteY5" fmla="*/ 902 h 1464648"/>
              <a:gd name="connsiteX6" fmla="*/ 665388 w 2735767"/>
              <a:gd name="connsiteY6" fmla="*/ 884965 h 1464648"/>
              <a:gd name="connsiteX7" fmla="*/ 1426957 w 2735767"/>
              <a:gd name="connsiteY7" fmla="*/ 1345041 h 1464648"/>
              <a:gd name="connsiteX8" fmla="*/ 2521433 w 2735767"/>
              <a:gd name="connsiteY8" fmla="*/ 1463510 h 1464648"/>
              <a:gd name="connsiteX0" fmla="*/ 2626746 w 2740660"/>
              <a:gd name="connsiteY0" fmla="*/ 1073808 h 1469584"/>
              <a:gd name="connsiteX1" fmla="*/ 2688224 w 2740660"/>
              <a:gd name="connsiteY1" fmla="*/ 958553 h 1469584"/>
              <a:gd name="connsiteX2" fmla="*/ 2298733 w 2740660"/>
              <a:gd name="connsiteY2" fmla="*/ 1180324 h 1469584"/>
              <a:gd name="connsiteX3" fmla="*/ 1908774 w 2740660"/>
              <a:gd name="connsiteY3" fmla="*/ 1270493 h 1469584"/>
              <a:gd name="connsiteX4" fmla="*/ 1264248 w 2740660"/>
              <a:gd name="connsiteY4" fmla="*/ 543418 h 1469584"/>
              <a:gd name="connsiteX5" fmla="*/ 12374 w 2740660"/>
              <a:gd name="connsiteY5" fmla="*/ 5838 h 1469584"/>
              <a:gd name="connsiteX6" fmla="*/ 670281 w 2740660"/>
              <a:gd name="connsiteY6" fmla="*/ 889901 h 1469584"/>
              <a:gd name="connsiteX7" fmla="*/ 1431850 w 2740660"/>
              <a:gd name="connsiteY7" fmla="*/ 1349977 h 1469584"/>
              <a:gd name="connsiteX8" fmla="*/ 2526326 w 2740660"/>
              <a:gd name="connsiteY8" fmla="*/ 1468446 h 1469584"/>
              <a:gd name="connsiteX0" fmla="*/ 2627316 w 2741230"/>
              <a:gd name="connsiteY0" fmla="*/ 1074985 h 1470761"/>
              <a:gd name="connsiteX1" fmla="*/ 2688794 w 2741230"/>
              <a:gd name="connsiteY1" fmla="*/ 959730 h 1470761"/>
              <a:gd name="connsiteX2" fmla="*/ 2299303 w 2741230"/>
              <a:gd name="connsiteY2" fmla="*/ 1181501 h 1470761"/>
              <a:gd name="connsiteX3" fmla="*/ 1909344 w 2741230"/>
              <a:gd name="connsiteY3" fmla="*/ 1271670 h 1470761"/>
              <a:gd name="connsiteX4" fmla="*/ 1280693 w 2741230"/>
              <a:gd name="connsiteY4" fmla="*/ 519195 h 1470761"/>
              <a:gd name="connsiteX5" fmla="*/ 12944 w 2741230"/>
              <a:gd name="connsiteY5" fmla="*/ 7015 h 1470761"/>
              <a:gd name="connsiteX6" fmla="*/ 670851 w 2741230"/>
              <a:gd name="connsiteY6" fmla="*/ 891078 h 1470761"/>
              <a:gd name="connsiteX7" fmla="*/ 1432420 w 2741230"/>
              <a:gd name="connsiteY7" fmla="*/ 1351154 h 1470761"/>
              <a:gd name="connsiteX8" fmla="*/ 2526896 w 2741230"/>
              <a:gd name="connsiteY8" fmla="*/ 1469623 h 1470761"/>
              <a:gd name="connsiteX0" fmla="*/ 2630297 w 2744211"/>
              <a:gd name="connsiteY0" fmla="*/ 1099362 h 1495138"/>
              <a:gd name="connsiteX1" fmla="*/ 2691775 w 2744211"/>
              <a:gd name="connsiteY1" fmla="*/ 984107 h 1495138"/>
              <a:gd name="connsiteX2" fmla="*/ 2302284 w 2744211"/>
              <a:gd name="connsiteY2" fmla="*/ 1205878 h 1495138"/>
              <a:gd name="connsiteX3" fmla="*/ 1912325 w 2744211"/>
              <a:gd name="connsiteY3" fmla="*/ 1296047 h 1495138"/>
              <a:gd name="connsiteX4" fmla="*/ 1363049 w 2744211"/>
              <a:gd name="connsiteY4" fmla="*/ 302272 h 1495138"/>
              <a:gd name="connsiteX5" fmla="*/ 15925 w 2744211"/>
              <a:gd name="connsiteY5" fmla="*/ 31392 h 1495138"/>
              <a:gd name="connsiteX6" fmla="*/ 673832 w 2744211"/>
              <a:gd name="connsiteY6" fmla="*/ 915455 h 1495138"/>
              <a:gd name="connsiteX7" fmla="*/ 1435401 w 2744211"/>
              <a:gd name="connsiteY7" fmla="*/ 1375531 h 1495138"/>
              <a:gd name="connsiteX8" fmla="*/ 2529877 w 2744211"/>
              <a:gd name="connsiteY8" fmla="*/ 1494000 h 1495138"/>
              <a:gd name="connsiteX0" fmla="*/ 2630297 w 2744211"/>
              <a:gd name="connsiteY0" fmla="*/ 1099362 h 1495138"/>
              <a:gd name="connsiteX1" fmla="*/ 2691775 w 2744211"/>
              <a:gd name="connsiteY1" fmla="*/ 984107 h 1495138"/>
              <a:gd name="connsiteX2" fmla="*/ 2302284 w 2744211"/>
              <a:gd name="connsiteY2" fmla="*/ 1205878 h 1495138"/>
              <a:gd name="connsiteX3" fmla="*/ 2023450 w 2744211"/>
              <a:gd name="connsiteY3" fmla="*/ 1254772 h 1495138"/>
              <a:gd name="connsiteX4" fmla="*/ 1363049 w 2744211"/>
              <a:gd name="connsiteY4" fmla="*/ 302272 h 1495138"/>
              <a:gd name="connsiteX5" fmla="*/ 15925 w 2744211"/>
              <a:gd name="connsiteY5" fmla="*/ 31392 h 1495138"/>
              <a:gd name="connsiteX6" fmla="*/ 673832 w 2744211"/>
              <a:gd name="connsiteY6" fmla="*/ 915455 h 1495138"/>
              <a:gd name="connsiteX7" fmla="*/ 1435401 w 2744211"/>
              <a:gd name="connsiteY7" fmla="*/ 1375531 h 1495138"/>
              <a:gd name="connsiteX8" fmla="*/ 2529877 w 2744211"/>
              <a:gd name="connsiteY8" fmla="*/ 1494000 h 1495138"/>
              <a:gd name="connsiteX0" fmla="*/ 2630297 w 2744211"/>
              <a:gd name="connsiteY0" fmla="*/ 1099362 h 1495138"/>
              <a:gd name="connsiteX1" fmla="*/ 2691775 w 2744211"/>
              <a:gd name="connsiteY1" fmla="*/ 984107 h 1495138"/>
              <a:gd name="connsiteX2" fmla="*/ 2302284 w 2744211"/>
              <a:gd name="connsiteY2" fmla="*/ 1205878 h 1495138"/>
              <a:gd name="connsiteX3" fmla="*/ 2048850 w 2744211"/>
              <a:gd name="connsiteY3" fmla="*/ 1229372 h 1495138"/>
              <a:gd name="connsiteX4" fmla="*/ 1363049 w 2744211"/>
              <a:gd name="connsiteY4" fmla="*/ 302272 h 1495138"/>
              <a:gd name="connsiteX5" fmla="*/ 15925 w 2744211"/>
              <a:gd name="connsiteY5" fmla="*/ 31392 h 1495138"/>
              <a:gd name="connsiteX6" fmla="*/ 673832 w 2744211"/>
              <a:gd name="connsiteY6" fmla="*/ 915455 h 1495138"/>
              <a:gd name="connsiteX7" fmla="*/ 1435401 w 2744211"/>
              <a:gd name="connsiteY7" fmla="*/ 1375531 h 1495138"/>
              <a:gd name="connsiteX8" fmla="*/ 2529877 w 2744211"/>
              <a:gd name="connsiteY8" fmla="*/ 1494000 h 1495138"/>
              <a:gd name="connsiteX0" fmla="*/ 2630297 w 2744211"/>
              <a:gd name="connsiteY0" fmla="*/ 1099362 h 1495138"/>
              <a:gd name="connsiteX1" fmla="*/ 2691775 w 2744211"/>
              <a:gd name="connsiteY1" fmla="*/ 984107 h 1495138"/>
              <a:gd name="connsiteX2" fmla="*/ 2302284 w 2744211"/>
              <a:gd name="connsiteY2" fmla="*/ 1205878 h 1495138"/>
              <a:gd name="connsiteX3" fmla="*/ 2048850 w 2744211"/>
              <a:gd name="connsiteY3" fmla="*/ 1229372 h 1495138"/>
              <a:gd name="connsiteX4" fmla="*/ 1363049 w 2744211"/>
              <a:gd name="connsiteY4" fmla="*/ 302272 h 1495138"/>
              <a:gd name="connsiteX5" fmla="*/ 15925 w 2744211"/>
              <a:gd name="connsiteY5" fmla="*/ 31392 h 1495138"/>
              <a:gd name="connsiteX6" fmla="*/ 673832 w 2744211"/>
              <a:gd name="connsiteY6" fmla="*/ 915455 h 1495138"/>
              <a:gd name="connsiteX7" fmla="*/ 1435401 w 2744211"/>
              <a:gd name="connsiteY7" fmla="*/ 1375531 h 1495138"/>
              <a:gd name="connsiteX8" fmla="*/ 2529877 w 2744211"/>
              <a:gd name="connsiteY8" fmla="*/ 1494000 h 1495138"/>
              <a:gd name="connsiteX0" fmla="*/ 2630297 w 2744211"/>
              <a:gd name="connsiteY0" fmla="*/ 1099362 h 1495138"/>
              <a:gd name="connsiteX1" fmla="*/ 2691775 w 2744211"/>
              <a:gd name="connsiteY1" fmla="*/ 984107 h 1495138"/>
              <a:gd name="connsiteX2" fmla="*/ 2302284 w 2744211"/>
              <a:gd name="connsiteY2" fmla="*/ 1205878 h 1495138"/>
              <a:gd name="connsiteX3" fmla="*/ 2048850 w 2744211"/>
              <a:gd name="connsiteY3" fmla="*/ 1229372 h 1495138"/>
              <a:gd name="connsiteX4" fmla="*/ 1363049 w 2744211"/>
              <a:gd name="connsiteY4" fmla="*/ 302272 h 1495138"/>
              <a:gd name="connsiteX5" fmla="*/ 15925 w 2744211"/>
              <a:gd name="connsiteY5" fmla="*/ 31392 h 1495138"/>
              <a:gd name="connsiteX6" fmla="*/ 673832 w 2744211"/>
              <a:gd name="connsiteY6" fmla="*/ 915455 h 1495138"/>
              <a:gd name="connsiteX7" fmla="*/ 1435401 w 2744211"/>
              <a:gd name="connsiteY7" fmla="*/ 1375531 h 1495138"/>
              <a:gd name="connsiteX8" fmla="*/ 2529877 w 2744211"/>
              <a:gd name="connsiteY8" fmla="*/ 1494000 h 1495138"/>
              <a:gd name="connsiteX0" fmla="*/ 2630297 w 2744211"/>
              <a:gd name="connsiteY0" fmla="*/ 1099362 h 1495138"/>
              <a:gd name="connsiteX1" fmla="*/ 2691775 w 2744211"/>
              <a:gd name="connsiteY1" fmla="*/ 984107 h 1495138"/>
              <a:gd name="connsiteX2" fmla="*/ 2585425 w 2744211"/>
              <a:gd name="connsiteY2" fmla="*/ 1035697 h 1495138"/>
              <a:gd name="connsiteX3" fmla="*/ 2302284 w 2744211"/>
              <a:gd name="connsiteY3" fmla="*/ 1205878 h 1495138"/>
              <a:gd name="connsiteX4" fmla="*/ 2048850 w 2744211"/>
              <a:gd name="connsiteY4" fmla="*/ 1229372 h 1495138"/>
              <a:gd name="connsiteX5" fmla="*/ 1363049 w 2744211"/>
              <a:gd name="connsiteY5" fmla="*/ 302272 h 1495138"/>
              <a:gd name="connsiteX6" fmla="*/ 15925 w 2744211"/>
              <a:gd name="connsiteY6" fmla="*/ 31392 h 1495138"/>
              <a:gd name="connsiteX7" fmla="*/ 673832 w 2744211"/>
              <a:gd name="connsiteY7" fmla="*/ 915455 h 1495138"/>
              <a:gd name="connsiteX8" fmla="*/ 1435401 w 2744211"/>
              <a:gd name="connsiteY8" fmla="*/ 1375531 h 1495138"/>
              <a:gd name="connsiteX9" fmla="*/ 2529877 w 2744211"/>
              <a:gd name="connsiteY9" fmla="*/ 1494000 h 1495138"/>
              <a:gd name="connsiteX0" fmla="*/ 2630297 w 2794433"/>
              <a:gd name="connsiteY0" fmla="*/ 1099362 h 1495138"/>
              <a:gd name="connsiteX1" fmla="*/ 2691775 w 2794433"/>
              <a:gd name="connsiteY1" fmla="*/ 984107 h 1495138"/>
              <a:gd name="connsiteX2" fmla="*/ 2775925 w 2794433"/>
              <a:gd name="connsiteY2" fmla="*/ 1210322 h 1495138"/>
              <a:gd name="connsiteX3" fmla="*/ 2302284 w 2794433"/>
              <a:gd name="connsiteY3" fmla="*/ 1205878 h 1495138"/>
              <a:gd name="connsiteX4" fmla="*/ 2048850 w 2794433"/>
              <a:gd name="connsiteY4" fmla="*/ 1229372 h 1495138"/>
              <a:gd name="connsiteX5" fmla="*/ 1363049 w 2794433"/>
              <a:gd name="connsiteY5" fmla="*/ 302272 h 1495138"/>
              <a:gd name="connsiteX6" fmla="*/ 15925 w 2794433"/>
              <a:gd name="connsiteY6" fmla="*/ 31392 h 1495138"/>
              <a:gd name="connsiteX7" fmla="*/ 673832 w 2794433"/>
              <a:gd name="connsiteY7" fmla="*/ 915455 h 1495138"/>
              <a:gd name="connsiteX8" fmla="*/ 1435401 w 2794433"/>
              <a:gd name="connsiteY8" fmla="*/ 1375531 h 1495138"/>
              <a:gd name="connsiteX9" fmla="*/ 2529877 w 2794433"/>
              <a:gd name="connsiteY9" fmla="*/ 1494000 h 1495138"/>
              <a:gd name="connsiteX0" fmla="*/ 2608072 w 2794802"/>
              <a:gd name="connsiteY0" fmla="*/ 1093012 h 1495138"/>
              <a:gd name="connsiteX1" fmla="*/ 2691775 w 2794802"/>
              <a:gd name="connsiteY1" fmla="*/ 984107 h 1495138"/>
              <a:gd name="connsiteX2" fmla="*/ 2775925 w 2794802"/>
              <a:gd name="connsiteY2" fmla="*/ 1210322 h 1495138"/>
              <a:gd name="connsiteX3" fmla="*/ 2302284 w 2794802"/>
              <a:gd name="connsiteY3" fmla="*/ 1205878 h 1495138"/>
              <a:gd name="connsiteX4" fmla="*/ 2048850 w 2794802"/>
              <a:gd name="connsiteY4" fmla="*/ 1229372 h 1495138"/>
              <a:gd name="connsiteX5" fmla="*/ 1363049 w 2794802"/>
              <a:gd name="connsiteY5" fmla="*/ 302272 h 1495138"/>
              <a:gd name="connsiteX6" fmla="*/ 15925 w 2794802"/>
              <a:gd name="connsiteY6" fmla="*/ 31392 h 1495138"/>
              <a:gd name="connsiteX7" fmla="*/ 673832 w 2794802"/>
              <a:gd name="connsiteY7" fmla="*/ 915455 h 1495138"/>
              <a:gd name="connsiteX8" fmla="*/ 1435401 w 2794802"/>
              <a:gd name="connsiteY8" fmla="*/ 1375531 h 1495138"/>
              <a:gd name="connsiteX9" fmla="*/ 2529877 w 2794802"/>
              <a:gd name="connsiteY9" fmla="*/ 1494000 h 1495138"/>
              <a:gd name="connsiteX0" fmla="*/ 2608072 w 2794802"/>
              <a:gd name="connsiteY0" fmla="*/ 1093012 h 1495138"/>
              <a:gd name="connsiteX1" fmla="*/ 2691775 w 2794802"/>
              <a:gd name="connsiteY1" fmla="*/ 984107 h 1495138"/>
              <a:gd name="connsiteX2" fmla="*/ 2775925 w 2794802"/>
              <a:gd name="connsiteY2" fmla="*/ 1210322 h 1495138"/>
              <a:gd name="connsiteX3" fmla="*/ 2302284 w 2794802"/>
              <a:gd name="connsiteY3" fmla="*/ 1205878 h 1495138"/>
              <a:gd name="connsiteX4" fmla="*/ 2048850 w 2794802"/>
              <a:gd name="connsiteY4" fmla="*/ 1229372 h 1495138"/>
              <a:gd name="connsiteX5" fmla="*/ 1363049 w 2794802"/>
              <a:gd name="connsiteY5" fmla="*/ 302272 h 1495138"/>
              <a:gd name="connsiteX6" fmla="*/ 15925 w 2794802"/>
              <a:gd name="connsiteY6" fmla="*/ 31392 h 1495138"/>
              <a:gd name="connsiteX7" fmla="*/ 673832 w 2794802"/>
              <a:gd name="connsiteY7" fmla="*/ 915455 h 1495138"/>
              <a:gd name="connsiteX8" fmla="*/ 1435401 w 2794802"/>
              <a:gd name="connsiteY8" fmla="*/ 1375531 h 1495138"/>
              <a:gd name="connsiteX9" fmla="*/ 2529877 w 2794802"/>
              <a:gd name="connsiteY9" fmla="*/ 1494000 h 1495138"/>
              <a:gd name="connsiteX0" fmla="*/ 2608072 w 2794802"/>
              <a:gd name="connsiteY0" fmla="*/ 1093012 h 1495138"/>
              <a:gd name="connsiteX1" fmla="*/ 2691775 w 2794802"/>
              <a:gd name="connsiteY1" fmla="*/ 984107 h 1495138"/>
              <a:gd name="connsiteX2" fmla="*/ 2775925 w 2794802"/>
              <a:gd name="connsiteY2" fmla="*/ 1210322 h 1495138"/>
              <a:gd name="connsiteX3" fmla="*/ 2302284 w 2794802"/>
              <a:gd name="connsiteY3" fmla="*/ 1205878 h 1495138"/>
              <a:gd name="connsiteX4" fmla="*/ 2048850 w 2794802"/>
              <a:gd name="connsiteY4" fmla="*/ 1229372 h 1495138"/>
              <a:gd name="connsiteX5" fmla="*/ 1363049 w 2794802"/>
              <a:gd name="connsiteY5" fmla="*/ 302272 h 1495138"/>
              <a:gd name="connsiteX6" fmla="*/ 15925 w 2794802"/>
              <a:gd name="connsiteY6" fmla="*/ 31392 h 1495138"/>
              <a:gd name="connsiteX7" fmla="*/ 673832 w 2794802"/>
              <a:gd name="connsiteY7" fmla="*/ 915455 h 1495138"/>
              <a:gd name="connsiteX8" fmla="*/ 1435401 w 2794802"/>
              <a:gd name="connsiteY8" fmla="*/ 1375531 h 1495138"/>
              <a:gd name="connsiteX9" fmla="*/ 2529877 w 2794802"/>
              <a:gd name="connsiteY9" fmla="*/ 1494000 h 1495138"/>
              <a:gd name="connsiteX0" fmla="*/ 2608072 w 2794802"/>
              <a:gd name="connsiteY0" fmla="*/ 1093012 h 1495138"/>
              <a:gd name="connsiteX1" fmla="*/ 2691775 w 2794802"/>
              <a:gd name="connsiteY1" fmla="*/ 984107 h 1495138"/>
              <a:gd name="connsiteX2" fmla="*/ 2775925 w 2794802"/>
              <a:gd name="connsiteY2" fmla="*/ 1210322 h 1495138"/>
              <a:gd name="connsiteX3" fmla="*/ 2302284 w 2794802"/>
              <a:gd name="connsiteY3" fmla="*/ 1205878 h 1495138"/>
              <a:gd name="connsiteX4" fmla="*/ 2048850 w 2794802"/>
              <a:gd name="connsiteY4" fmla="*/ 1229372 h 1495138"/>
              <a:gd name="connsiteX5" fmla="*/ 1363049 w 2794802"/>
              <a:gd name="connsiteY5" fmla="*/ 302272 h 1495138"/>
              <a:gd name="connsiteX6" fmla="*/ 15925 w 2794802"/>
              <a:gd name="connsiteY6" fmla="*/ 31392 h 1495138"/>
              <a:gd name="connsiteX7" fmla="*/ 673832 w 2794802"/>
              <a:gd name="connsiteY7" fmla="*/ 915455 h 1495138"/>
              <a:gd name="connsiteX8" fmla="*/ 1435401 w 2794802"/>
              <a:gd name="connsiteY8" fmla="*/ 1375531 h 1495138"/>
              <a:gd name="connsiteX9" fmla="*/ 2529877 w 2794802"/>
              <a:gd name="connsiteY9" fmla="*/ 1494000 h 1495138"/>
              <a:gd name="connsiteX0" fmla="*/ 2636647 w 2794329"/>
              <a:gd name="connsiteY0" fmla="*/ 1089837 h 1495138"/>
              <a:gd name="connsiteX1" fmla="*/ 2691775 w 2794329"/>
              <a:gd name="connsiteY1" fmla="*/ 984107 h 1495138"/>
              <a:gd name="connsiteX2" fmla="*/ 2775925 w 2794329"/>
              <a:gd name="connsiteY2" fmla="*/ 1210322 h 1495138"/>
              <a:gd name="connsiteX3" fmla="*/ 2302284 w 2794329"/>
              <a:gd name="connsiteY3" fmla="*/ 1205878 h 1495138"/>
              <a:gd name="connsiteX4" fmla="*/ 2048850 w 2794329"/>
              <a:gd name="connsiteY4" fmla="*/ 1229372 h 1495138"/>
              <a:gd name="connsiteX5" fmla="*/ 1363049 w 2794329"/>
              <a:gd name="connsiteY5" fmla="*/ 302272 h 1495138"/>
              <a:gd name="connsiteX6" fmla="*/ 15925 w 2794329"/>
              <a:gd name="connsiteY6" fmla="*/ 31392 h 1495138"/>
              <a:gd name="connsiteX7" fmla="*/ 673832 w 2794329"/>
              <a:gd name="connsiteY7" fmla="*/ 915455 h 1495138"/>
              <a:gd name="connsiteX8" fmla="*/ 1435401 w 2794329"/>
              <a:gd name="connsiteY8" fmla="*/ 1375531 h 1495138"/>
              <a:gd name="connsiteX9" fmla="*/ 2529877 w 2794329"/>
              <a:gd name="connsiteY9" fmla="*/ 1494000 h 1495138"/>
              <a:gd name="connsiteX0" fmla="*/ 2636647 w 2796163"/>
              <a:gd name="connsiteY0" fmla="*/ 1089837 h 1495138"/>
              <a:gd name="connsiteX1" fmla="*/ 2707650 w 2796163"/>
              <a:gd name="connsiteY1" fmla="*/ 984107 h 1495138"/>
              <a:gd name="connsiteX2" fmla="*/ 2775925 w 2796163"/>
              <a:gd name="connsiteY2" fmla="*/ 1210322 h 1495138"/>
              <a:gd name="connsiteX3" fmla="*/ 2302284 w 2796163"/>
              <a:gd name="connsiteY3" fmla="*/ 1205878 h 1495138"/>
              <a:gd name="connsiteX4" fmla="*/ 2048850 w 2796163"/>
              <a:gd name="connsiteY4" fmla="*/ 1229372 h 1495138"/>
              <a:gd name="connsiteX5" fmla="*/ 1363049 w 2796163"/>
              <a:gd name="connsiteY5" fmla="*/ 302272 h 1495138"/>
              <a:gd name="connsiteX6" fmla="*/ 15925 w 2796163"/>
              <a:gd name="connsiteY6" fmla="*/ 31392 h 1495138"/>
              <a:gd name="connsiteX7" fmla="*/ 673832 w 2796163"/>
              <a:gd name="connsiteY7" fmla="*/ 915455 h 1495138"/>
              <a:gd name="connsiteX8" fmla="*/ 1435401 w 2796163"/>
              <a:gd name="connsiteY8" fmla="*/ 1375531 h 1495138"/>
              <a:gd name="connsiteX9" fmla="*/ 2529877 w 2796163"/>
              <a:gd name="connsiteY9" fmla="*/ 1494000 h 1495138"/>
              <a:gd name="connsiteX0" fmla="*/ 2636647 w 2797727"/>
              <a:gd name="connsiteY0" fmla="*/ 1089837 h 1495138"/>
              <a:gd name="connsiteX1" fmla="*/ 2707650 w 2797727"/>
              <a:gd name="connsiteY1" fmla="*/ 984107 h 1495138"/>
              <a:gd name="connsiteX2" fmla="*/ 2775925 w 2797727"/>
              <a:gd name="connsiteY2" fmla="*/ 1210322 h 1495138"/>
              <a:gd name="connsiteX3" fmla="*/ 2302284 w 2797727"/>
              <a:gd name="connsiteY3" fmla="*/ 1205878 h 1495138"/>
              <a:gd name="connsiteX4" fmla="*/ 2048850 w 2797727"/>
              <a:gd name="connsiteY4" fmla="*/ 1229372 h 1495138"/>
              <a:gd name="connsiteX5" fmla="*/ 1363049 w 2797727"/>
              <a:gd name="connsiteY5" fmla="*/ 302272 h 1495138"/>
              <a:gd name="connsiteX6" fmla="*/ 15925 w 2797727"/>
              <a:gd name="connsiteY6" fmla="*/ 31392 h 1495138"/>
              <a:gd name="connsiteX7" fmla="*/ 673832 w 2797727"/>
              <a:gd name="connsiteY7" fmla="*/ 915455 h 1495138"/>
              <a:gd name="connsiteX8" fmla="*/ 1435401 w 2797727"/>
              <a:gd name="connsiteY8" fmla="*/ 1375531 h 1495138"/>
              <a:gd name="connsiteX9" fmla="*/ 2529877 w 2797727"/>
              <a:gd name="connsiteY9" fmla="*/ 1494000 h 1495138"/>
              <a:gd name="connsiteX0" fmla="*/ 2636647 w 2742894"/>
              <a:gd name="connsiteY0" fmla="*/ 1089837 h 1495138"/>
              <a:gd name="connsiteX1" fmla="*/ 2707650 w 2742894"/>
              <a:gd name="connsiteY1" fmla="*/ 984107 h 1495138"/>
              <a:gd name="connsiteX2" fmla="*/ 2712425 w 2742894"/>
              <a:gd name="connsiteY2" fmla="*/ 1178572 h 1495138"/>
              <a:gd name="connsiteX3" fmla="*/ 2302284 w 2742894"/>
              <a:gd name="connsiteY3" fmla="*/ 1205878 h 1495138"/>
              <a:gd name="connsiteX4" fmla="*/ 2048850 w 2742894"/>
              <a:gd name="connsiteY4" fmla="*/ 1229372 h 1495138"/>
              <a:gd name="connsiteX5" fmla="*/ 1363049 w 2742894"/>
              <a:gd name="connsiteY5" fmla="*/ 302272 h 1495138"/>
              <a:gd name="connsiteX6" fmla="*/ 15925 w 2742894"/>
              <a:gd name="connsiteY6" fmla="*/ 31392 h 1495138"/>
              <a:gd name="connsiteX7" fmla="*/ 673832 w 2742894"/>
              <a:gd name="connsiteY7" fmla="*/ 915455 h 1495138"/>
              <a:gd name="connsiteX8" fmla="*/ 1435401 w 2742894"/>
              <a:gd name="connsiteY8" fmla="*/ 1375531 h 1495138"/>
              <a:gd name="connsiteX9" fmla="*/ 2529877 w 2742894"/>
              <a:gd name="connsiteY9" fmla="*/ 1494000 h 1495138"/>
              <a:gd name="connsiteX0" fmla="*/ 2636647 w 2742894"/>
              <a:gd name="connsiteY0" fmla="*/ 1089837 h 1495138"/>
              <a:gd name="connsiteX1" fmla="*/ 2707650 w 2742894"/>
              <a:gd name="connsiteY1" fmla="*/ 984107 h 1495138"/>
              <a:gd name="connsiteX2" fmla="*/ 2712425 w 2742894"/>
              <a:gd name="connsiteY2" fmla="*/ 1178572 h 1495138"/>
              <a:gd name="connsiteX3" fmla="*/ 2302284 w 2742894"/>
              <a:gd name="connsiteY3" fmla="*/ 1205878 h 1495138"/>
              <a:gd name="connsiteX4" fmla="*/ 2048850 w 2742894"/>
              <a:gd name="connsiteY4" fmla="*/ 1229372 h 1495138"/>
              <a:gd name="connsiteX5" fmla="*/ 1363049 w 2742894"/>
              <a:gd name="connsiteY5" fmla="*/ 302272 h 1495138"/>
              <a:gd name="connsiteX6" fmla="*/ 15925 w 2742894"/>
              <a:gd name="connsiteY6" fmla="*/ 31392 h 1495138"/>
              <a:gd name="connsiteX7" fmla="*/ 673832 w 2742894"/>
              <a:gd name="connsiteY7" fmla="*/ 915455 h 1495138"/>
              <a:gd name="connsiteX8" fmla="*/ 1435401 w 2742894"/>
              <a:gd name="connsiteY8" fmla="*/ 1375531 h 1495138"/>
              <a:gd name="connsiteX9" fmla="*/ 2529877 w 2742894"/>
              <a:gd name="connsiteY9" fmla="*/ 1494000 h 1495138"/>
              <a:gd name="connsiteX0" fmla="*/ 2636647 w 2707683"/>
              <a:gd name="connsiteY0" fmla="*/ 1089837 h 1495138"/>
              <a:gd name="connsiteX1" fmla="*/ 2707650 w 2707683"/>
              <a:gd name="connsiteY1" fmla="*/ 984107 h 1495138"/>
              <a:gd name="connsiteX2" fmla="*/ 2626700 w 2707683"/>
              <a:gd name="connsiteY2" fmla="*/ 1188097 h 1495138"/>
              <a:gd name="connsiteX3" fmla="*/ 2302284 w 2707683"/>
              <a:gd name="connsiteY3" fmla="*/ 1205878 h 1495138"/>
              <a:gd name="connsiteX4" fmla="*/ 2048850 w 2707683"/>
              <a:gd name="connsiteY4" fmla="*/ 1229372 h 1495138"/>
              <a:gd name="connsiteX5" fmla="*/ 1363049 w 2707683"/>
              <a:gd name="connsiteY5" fmla="*/ 302272 h 1495138"/>
              <a:gd name="connsiteX6" fmla="*/ 15925 w 2707683"/>
              <a:gd name="connsiteY6" fmla="*/ 31392 h 1495138"/>
              <a:gd name="connsiteX7" fmla="*/ 673832 w 2707683"/>
              <a:gd name="connsiteY7" fmla="*/ 915455 h 1495138"/>
              <a:gd name="connsiteX8" fmla="*/ 1435401 w 2707683"/>
              <a:gd name="connsiteY8" fmla="*/ 1375531 h 1495138"/>
              <a:gd name="connsiteX9" fmla="*/ 2529877 w 2707683"/>
              <a:gd name="connsiteY9" fmla="*/ 1494000 h 1495138"/>
              <a:gd name="connsiteX0" fmla="*/ 2636647 w 2716167"/>
              <a:gd name="connsiteY0" fmla="*/ 1089837 h 1495138"/>
              <a:gd name="connsiteX1" fmla="*/ 2707650 w 2716167"/>
              <a:gd name="connsiteY1" fmla="*/ 984107 h 1495138"/>
              <a:gd name="connsiteX2" fmla="*/ 2671150 w 2716167"/>
              <a:gd name="connsiteY2" fmla="*/ 1197622 h 1495138"/>
              <a:gd name="connsiteX3" fmla="*/ 2302284 w 2716167"/>
              <a:gd name="connsiteY3" fmla="*/ 1205878 h 1495138"/>
              <a:gd name="connsiteX4" fmla="*/ 2048850 w 2716167"/>
              <a:gd name="connsiteY4" fmla="*/ 1229372 h 1495138"/>
              <a:gd name="connsiteX5" fmla="*/ 1363049 w 2716167"/>
              <a:gd name="connsiteY5" fmla="*/ 302272 h 1495138"/>
              <a:gd name="connsiteX6" fmla="*/ 15925 w 2716167"/>
              <a:gd name="connsiteY6" fmla="*/ 31392 h 1495138"/>
              <a:gd name="connsiteX7" fmla="*/ 673832 w 2716167"/>
              <a:gd name="connsiteY7" fmla="*/ 915455 h 1495138"/>
              <a:gd name="connsiteX8" fmla="*/ 1435401 w 2716167"/>
              <a:gd name="connsiteY8" fmla="*/ 1375531 h 1495138"/>
              <a:gd name="connsiteX9" fmla="*/ 2529877 w 2716167"/>
              <a:gd name="connsiteY9" fmla="*/ 1494000 h 1495138"/>
              <a:gd name="connsiteX0" fmla="*/ 2636647 w 2716167"/>
              <a:gd name="connsiteY0" fmla="*/ 1089837 h 1495138"/>
              <a:gd name="connsiteX1" fmla="*/ 2707650 w 2716167"/>
              <a:gd name="connsiteY1" fmla="*/ 984107 h 1495138"/>
              <a:gd name="connsiteX2" fmla="*/ 2671150 w 2716167"/>
              <a:gd name="connsiteY2" fmla="*/ 1197622 h 1495138"/>
              <a:gd name="connsiteX3" fmla="*/ 2318159 w 2716167"/>
              <a:gd name="connsiteY3" fmla="*/ 1215403 h 1495138"/>
              <a:gd name="connsiteX4" fmla="*/ 2048850 w 2716167"/>
              <a:gd name="connsiteY4" fmla="*/ 1229372 h 1495138"/>
              <a:gd name="connsiteX5" fmla="*/ 1363049 w 2716167"/>
              <a:gd name="connsiteY5" fmla="*/ 302272 h 1495138"/>
              <a:gd name="connsiteX6" fmla="*/ 15925 w 2716167"/>
              <a:gd name="connsiteY6" fmla="*/ 31392 h 1495138"/>
              <a:gd name="connsiteX7" fmla="*/ 673832 w 2716167"/>
              <a:gd name="connsiteY7" fmla="*/ 915455 h 1495138"/>
              <a:gd name="connsiteX8" fmla="*/ 1435401 w 2716167"/>
              <a:gd name="connsiteY8" fmla="*/ 1375531 h 1495138"/>
              <a:gd name="connsiteX9" fmla="*/ 2529877 w 2716167"/>
              <a:gd name="connsiteY9" fmla="*/ 1494000 h 1495138"/>
              <a:gd name="connsiteX0" fmla="*/ 2636647 w 2716167"/>
              <a:gd name="connsiteY0" fmla="*/ 1089837 h 1495138"/>
              <a:gd name="connsiteX1" fmla="*/ 2707650 w 2716167"/>
              <a:gd name="connsiteY1" fmla="*/ 984107 h 1495138"/>
              <a:gd name="connsiteX2" fmla="*/ 2671150 w 2716167"/>
              <a:gd name="connsiteY2" fmla="*/ 1197622 h 1495138"/>
              <a:gd name="connsiteX3" fmla="*/ 2318159 w 2716167"/>
              <a:gd name="connsiteY3" fmla="*/ 1215403 h 1495138"/>
              <a:gd name="connsiteX4" fmla="*/ 2048850 w 2716167"/>
              <a:gd name="connsiteY4" fmla="*/ 1229372 h 1495138"/>
              <a:gd name="connsiteX5" fmla="*/ 1363049 w 2716167"/>
              <a:gd name="connsiteY5" fmla="*/ 302272 h 1495138"/>
              <a:gd name="connsiteX6" fmla="*/ 15925 w 2716167"/>
              <a:gd name="connsiteY6" fmla="*/ 31392 h 1495138"/>
              <a:gd name="connsiteX7" fmla="*/ 673832 w 2716167"/>
              <a:gd name="connsiteY7" fmla="*/ 915455 h 1495138"/>
              <a:gd name="connsiteX8" fmla="*/ 1435401 w 2716167"/>
              <a:gd name="connsiteY8" fmla="*/ 1375531 h 1495138"/>
              <a:gd name="connsiteX9" fmla="*/ 2529877 w 2716167"/>
              <a:gd name="connsiteY9" fmla="*/ 1494000 h 1495138"/>
              <a:gd name="connsiteX0" fmla="*/ 2636647 w 2716167"/>
              <a:gd name="connsiteY0" fmla="*/ 1089837 h 1495138"/>
              <a:gd name="connsiteX1" fmla="*/ 2707650 w 2716167"/>
              <a:gd name="connsiteY1" fmla="*/ 984107 h 1495138"/>
              <a:gd name="connsiteX2" fmla="*/ 2671150 w 2716167"/>
              <a:gd name="connsiteY2" fmla="*/ 1197622 h 1495138"/>
              <a:gd name="connsiteX3" fmla="*/ 2318159 w 2716167"/>
              <a:gd name="connsiteY3" fmla="*/ 1215403 h 1495138"/>
              <a:gd name="connsiteX4" fmla="*/ 2048850 w 2716167"/>
              <a:gd name="connsiteY4" fmla="*/ 1229372 h 1495138"/>
              <a:gd name="connsiteX5" fmla="*/ 1363049 w 2716167"/>
              <a:gd name="connsiteY5" fmla="*/ 302272 h 1495138"/>
              <a:gd name="connsiteX6" fmla="*/ 15925 w 2716167"/>
              <a:gd name="connsiteY6" fmla="*/ 31392 h 1495138"/>
              <a:gd name="connsiteX7" fmla="*/ 673832 w 2716167"/>
              <a:gd name="connsiteY7" fmla="*/ 915455 h 1495138"/>
              <a:gd name="connsiteX8" fmla="*/ 1435401 w 2716167"/>
              <a:gd name="connsiteY8" fmla="*/ 1375531 h 1495138"/>
              <a:gd name="connsiteX9" fmla="*/ 2529877 w 2716167"/>
              <a:gd name="connsiteY9" fmla="*/ 1494000 h 1495138"/>
              <a:gd name="connsiteX0" fmla="*/ 2636647 w 2716167"/>
              <a:gd name="connsiteY0" fmla="*/ 1089837 h 1495138"/>
              <a:gd name="connsiteX1" fmla="*/ 2707650 w 2716167"/>
              <a:gd name="connsiteY1" fmla="*/ 984107 h 1495138"/>
              <a:gd name="connsiteX2" fmla="*/ 2671150 w 2716167"/>
              <a:gd name="connsiteY2" fmla="*/ 1197622 h 1495138"/>
              <a:gd name="connsiteX3" fmla="*/ 2318159 w 2716167"/>
              <a:gd name="connsiteY3" fmla="*/ 1215403 h 1495138"/>
              <a:gd name="connsiteX4" fmla="*/ 2048850 w 2716167"/>
              <a:gd name="connsiteY4" fmla="*/ 1229372 h 1495138"/>
              <a:gd name="connsiteX5" fmla="*/ 1363049 w 2716167"/>
              <a:gd name="connsiteY5" fmla="*/ 302272 h 1495138"/>
              <a:gd name="connsiteX6" fmla="*/ 15925 w 2716167"/>
              <a:gd name="connsiteY6" fmla="*/ 31392 h 1495138"/>
              <a:gd name="connsiteX7" fmla="*/ 673832 w 2716167"/>
              <a:gd name="connsiteY7" fmla="*/ 915455 h 1495138"/>
              <a:gd name="connsiteX8" fmla="*/ 1435401 w 2716167"/>
              <a:gd name="connsiteY8" fmla="*/ 1375531 h 1495138"/>
              <a:gd name="connsiteX9" fmla="*/ 2529877 w 2716167"/>
              <a:gd name="connsiteY9" fmla="*/ 1494000 h 1495138"/>
              <a:gd name="connsiteX0" fmla="*/ 2636647 w 2716167"/>
              <a:gd name="connsiteY0" fmla="*/ 1089837 h 1495138"/>
              <a:gd name="connsiteX1" fmla="*/ 2707650 w 2716167"/>
              <a:gd name="connsiteY1" fmla="*/ 984107 h 1495138"/>
              <a:gd name="connsiteX2" fmla="*/ 2671150 w 2716167"/>
              <a:gd name="connsiteY2" fmla="*/ 1197622 h 1495138"/>
              <a:gd name="connsiteX3" fmla="*/ 2318159 w 2716167"/>
              <a:gd name="connsiteY3" fmla="*/ 1215403 h 1495138"/>
              <a:gd name="connsiteX4" fmla="*/ 2048850 w 2716167"/>
              <a:gd name="connsiteY4" fmla="*/ 1229372 h 1495138"/>
              <a:gd name="connsiteX5" fmla="*/ 1363049 w 2716167"/>
              <a:gd name="connsiteY5" fmla="*/ 302272 h 1495138"/>
              <a:gd name="connsiteX6" fmla="*/ 15925 w 2716167"/>
              <a:gd name="connsiteY6" fmla="*/ 31392 h 1495138"/>
              <a:gd name="connsiteX7" fmla="*/ 673832 w 2716167"/>
              <a:gd name="connsiteY7" fmla="*/ 915455 h 1495138"/>
              <a:gd name="connsiteX8" fmla="*/ 1435401 w 2716167"/>
              <a:gd name="connsiteY8" fmla="*/ 1375531 h 1495138"/>
              <a:gd name="connsiteX9" fmla="*/ 2529877 w 2716167"/>
              <a:gd name="connsiteY9" fmla="*/ 1494000 h 1495138"/>
              <a:gd name="connsiteX0" fmla="*/ 2637906 w 2717426"/>
              <a:gd name="connsiteY0" fmla="*/ 1090674 h 1495922"/>
              <a:gd name="connsiteX1" fmla="*/ 2708909 w 2717426"/>
              <a:gd name="connsiteY1" fmla="*/ 984944 h 1495922"/>
              <a:gd name="connsiteX2" fmla="*/ 2672409 w 2717426"/>
              <a:gd name="connsiteY2" fmla="*/ 1198459 h 1495922"/>
              <a:gd name="connsiteX3" fmla="*/ 2319418 w 2717426"/>
              <a:gd name="connsiteY3" fmla="*/ 1216240 h 1495922"/>
              <a:gd name="connsiteX4" fmla="*/ 2050109 w 2717426"/>
              <a:gd name="connsiteY4" fmla="*/ 1230209 h 1495922"/>
              <a:gd name="connsiteX5" fmla="*/ 1364308 w 2717426"/>
              <a:gd name="connsiteY5" fmla="*/ 303109 h 1495922"/>
              <a:gd name="connsiteX6" fmla="*/ 17184 w 2717426"/>
              <a:gd name="connsiteY6" fmla="*/ 32229 h 1495922"/>
              <a:gd name="connsiteX7" fmla="*/ 656041 w 2717426"/>
              <a:gd name="connsiteY7" fmla="*/ 928992 h 1495922"/>
              <a:gd name="connsiteX8" fmla="*/ 1436660 w 2717426"/>
              <a:gd name="connsiteY8" fmla="*/ 1376368 h 1495922"/>
              <a:gd name="connsiteX9" fmla="*/ 2531136 w 2717426"/>
              <a:gd name="connsiteY9" fmla="*/ 1494837 h 1495922"/>
              <a:gd name="connsiteX0" fmla="*/ 2677324 w 2756844"/>
              <a:gd name="connsiteY0" fmla="*/ 1064728 h 1469976"/>
              <a:gd name="connsiteX1" fmla="*/ 2748327 w 2756844"/>
              <a:gd name="connsiteY1" fmla="*/ 958998 h 1469976"/>
              <a:gd name="connsiteX2" fmla="*/ 2711827 w 2756844"/>
              <a:gd name="connsiteY2" fmla="*/ 1172513 h 1469976"/>
              <a:gd name="connsiteX3" fmla="*/ 2358836 w 2756844"/>
              <a:gd name="connsiteY3" fmla="*/ 1190294 h 1469976"/>
              <a:gd name="connsiteX4" fmla="*/ 2089527 w 2756844"/>
              <a:gd name="connsiteY4" fmla="*/ 1204263 h 1469976"/>
              <a:gd name="connsiteX5" fmla="*/ 1403726 w 2756844"/>
              <a:gd name="connsiteY5" fmla="*/ 277163 h 1469976"/>
              <a:gd name="connsiteX6" fmla="*/ 56602 w 2756844"/>
              <a:gd name="connsiteY6" fmla="*/ 6283 h 1469976"/>
              <a:gd name="connsiteX7" fmla="*/ 295653 w 2756844"/>
              <a:gd name="connsiteY7" fmla="*/ 470839 h 1469976"/>
              <a:gd name="connsiteX8" fmla="*/ 695459 w 2756844"/>
              <a:gd name="connsiteY8" fmla="*/ 903046 h 1469976"/>
              <a:gd name="connsiteX9" fmla="*/ 1476078 w 2756844"/>
              <a:gd name="connsiteY9" fmla="*/ 1350422 h 1469976"/>
              <a:gd name="connsiteX10" fmla="*/ 2570554 w 2756844"/>
              <a:gd name="connsiteY10" fmla="*/ 1468891 h 1469976"/>
              <a:gd name="connsiteX0" fmla="*/ 2629146 w 2708666"/>
              <a:gd name="connsiteY0" fmla="*/ 1059463 h 1464711"/>
              <a:gd name="connsiteX1" fmla="*/ 2700149 w 2708666"/>
              <a:gd name="connsiteY1" fmla="*/ 953733 h 1464711"/>
              <a:gd name="connsiteX2" fmla="*/ 2663649 w 2708666"/>
              <a:gd name="connsiteY2" fmla="*/ 1167248 h 1464711"/>
              <a:gd name="connsiteX3" fmla="*/ 2310658 w 2708666"/>
              <a:gd name="connsiteY3" fmla="*/ 1185029 h 1464711"/>
              <a:gd name="connsiteX4" fmla="*/ 2041349 w 2708666"/>
              <a:gd name="connsiteY4" fmla="*/ 1198998 h 1464711"/>
              <a:gd name="connsiteX5" fmla="*/ 1355548 w 2708666"/>
              <a:gd name="connsiteY5" fmla="*/ 271898 h 1464711"/>
              <a:gd name="connsiteX6" fmla="*/ 8424 w 2708666"/>
              <a:gd name="connsiteY6" fmla="*/ 1018 h 1464711"/>
              <a:gd name="connsiteX7" fmla="*/ 777700 w 2708666"/>
              <a:gd name="connsiteY7" fmla="*/ 335399 h 1464711"/>
              <a:gd name="connsiteX8" fmla="*/ 647281 w 2708666"/>
              <a:gd name="connsiteY8" fmla="*/ 897781 h 1464711"/>
              <a:gd name="connsiteX9" fmla="*/ 1427900 w 2708666"/>
              <a:gd name="connsiteY9" fmla="*/ 1345157 h 1464711"/>
              <a:gd name="connsiteX10" fmla="*/ 2522376 w 2708666"/>
              <a:gd name="connsiteY10" fmla="*/ 1463626 h 1464711"/>
              <a:gd name="connsiteX0" fmla="*/ 2629231 w 2708751"/>
              <a:gd name="connsiteY0" fmla="*/ 1059463 h 1464711"/>
              <a:gd name="connsiteX1" fmla="*/ 2700234 w 2708751"/>
              <a:gd name="connsiteY1" fmla="*/ 953733 h 1464711"/>
              <a:gd name="connsiteX2" fmla="*/ 2663734 w 2708751"/>
              <a:gd name="connsiteY2" fmla="*/ 1167248 h 1464711"/>
              <a:gd name="connsiteX3" fmla="*/ 2310743 w 2708751"/>
              <a:gd name="connsiteY3" fmla="*/ 1185029 h 1464711"/>
              <a:gd name="connsiteX4" fmla="*/ 2041434 w 2708751"/>
              <a:gd name="connsiteY4" fmla="*/ 1198998 h 1464711"/>
              <a:gd name="connsiteX5" fmla="*/ 1355633 w 2708751"/>
              <a:gd name="connsiteY5" fmla="*/ 271898 h 1464711"/>
              <a:gd name="connsiteX6" fmla="*/ 8509 w 2708751"/>
              <a:gd name="connsiteY6" fmla="*/ 1018 h 1464711"/>
              <a:gd name="connsiteX7" fmla="*/ 777785 w 2708751"/>
              <a:gd name="connsiteY7" fmla="*/ 335399 h 1464711"/>
              <a:gd name="connsiteX8" fmla="*/ 698410 w 2708751"/>
              <a:gd name="connsiteY8" fmla="*/ 621149 h 1464711"/>
              <a:gd name="connsiteX9" fmla="*/ 647366 w 2708751"/>
              <a:gd name="connsiteY9" fmla="*/ 897781 h 1464711"/>
              <a:gd name="connsiteX10" fmla="*/ 1427985 w 2708751"/>
              <a:gd name="connsiteY10" fmla="*/ 1345157 h 1464711"/>
              <a:gd name="connsiteX11" fmla="*/ 2522461 w 2708751"/>
              <a:gd name="connsiteY11" fmla="*/ 1463626 h 1464711"/>
              <a:gd name="connsiteX0" fmla="*/ 2629231 w 2708751"/>
              <a:gd name="connsiteY0" fmla="*/ 1059463 h 1464711"/>
              <a:gd name="connsiteX1" fmla="*/ 2700234 w 2708751"/>
              <a:gd name="connsiteY1" fmla="*/ 953733 h 1464711"/>
              <a:gd name="connsiteX2" fmla="*/ 2663734 w 2708751"/>
              <a:gd name="connsiteY2" fmla="*/ 1167248 h 1464711"/>
              <a:gd name="connsiteX3" fmla="*/ 2310743 w 2708751"/>
              <a:gd name="connsiteY3" fmla="*/ 1185029 h 1464711"/>
              <a:gd name="connsiteX4" fmla="*/ 2041434 w 2708751"/>
              <a:gd name="connsiteY4" fmla="*/ 1198998 h 1464711"/>
              <a:gd name="connsiteX5" fmla="*/ 1355633 w 2708751"/>
              <a:gd name="connsiteY5" fmla="*/ 271898 h 1464711"/>
              <a:gd name="connsiteX6" fmla="*/ 8509 w 2708751"/>
              <a:gd name="connsiteY6" fmla="*/ 1018 h 1464711"/>
              <a:gd name="connsiteX7" fmla="*/ 777785 w 2708751"/>
              <a:gd name="connsiteY7" fmla="*/ 335399 h 1464711"/>
              <a:gd name="connsiteX8" fmla="*/ 1152435 w 2708751"/>
              <a:gd name="connsiteY8" fmla="*/ 652899 h 1464711"/>
              <a:gd name="connsiteX9" fmla="*/ 647366 w 2708751"/>
              <a:gd name="connsiteY9" fmla="*/ 897781 h 1464711"/>
              <a:gd name="connsiteX10" fmla="*/ 1427985 w 2708751"/>
              <a:gd name="connsiteY10" fmla="*/ 1345157 h 1464711"/>
              <a:gd name="connsiteX11" fmla="*/ 2522461 w 2708751"/>
              <a:gd name="connsiteY11" fmla="*/ 1463626 h 1464711"/>
              <a:gd name="connsiteX0" fmla="*/ 2629708 w 2709228"/>
              <a:gd name="connsiteY0" fmla="*/ 1059741 h 1464989"/>
              <a:gd name="connsiteX1" fmla="*/ 2700711 w 2709228"/>
              <a:gd name="connsiteY1" fmla="*/ 954011 h 1464989"/>
              <a:gd name="connsiteX2" fmla="*/ 2664211 w 2709228"/>
              <a:gd name="connsiteY2" fmla="*/ 1167526 h 1464989"/>
              <a:gd name="connsiteX3" fmla="*/ 2311220 w 2709228"/>
              <a:gd name="connsiteY3" fmla="*/ 1185307 h 1464989"/>
              <a:gd name="connsiteX4" fmla="*/ 2041911 w 2709228"/>
              <a:gd name="connsiteY4" fmla="*/ 1199276 h 1464989"/>
              <a:gd name="connsiteX5" fmla="*/ 1356110 w 2709228"/>
              <a:gd name="connsiteY5" fmla="*/ 272176 h 1464989"/>
              <a:gd name="connsiteX6" fmla="*/ 8986 w 2709228"/>
              <a:gd name="connsiteY6" fmla="*/ 1296 h 1464989"/>
              <a:gd name="connsiteX7" fmla="*/ 765562 w 2709228"/>
              <a:gd name="connsiteY7" fmla="*/ 345202 h 1464989"/>
              <a:gd name="connsiteX8" fmla="*/ 1152912 w 2709228"/>
              <a:gd name="connsiteY8" fmla="*/ 653177 h 1464989"/>
              <a:gd name="connsiteX9" fmla="*/ 647843 w 2709228"/>
              <a:gd name="connsiteY9" fmla="*/ 898059 h 1464989"/>
              <a:gd name="connsiteX10" fmla="*/ 1428462 w 2709228"/>
              <a:gd name="connsiteY10" fmla="*/ 1345435 h 1464989"/>
              <a:gd name="connsiteX11" fmla="*/ 2522938 w 2709228"/>
              <a:gd name="connsiteY11" fmla="*/ 1463904 h 1464989"/>
              <a:gd name="connsiteX0" fmla="*/ 2629708 w 2709228"/>
              <a:gd name="connsiteY0" fmla="*/ 1059741 h 1464989"/>
              <a:gd name="connsiteX1" fmla="*/ 2700711 w 2709228"/>
              <a:gd name="connsiteY1" fmla="*/ 954011 h 1464989"/>
              <a:gd name="connsiteX2" fmla="*/ 2664211 w 2709228"/>
              <a:gd name="connsiteY2" fmla="*/ 1167526 h 1464989"/>
              <a:gd name="connsiteX3" fmla="*/ 2311220 w 2709228"/>
              <a:gd name="connsiteY3" fmla="*/ 1185307 h 1464989"/>
              <a:gd name="connsiteX4" fmla="*/ 2041911 w 2709228"/>
              <a:gd name="connsiteY4" fmla="*/ 1199276 h 1464989"/>
              <a:gd name="connsiteX5" fmla="*/ 1356110 w 2709228"/>
              <a:gd name="connsiteY5" fmla="*/ 272176 h 1464989"/>
              <a:gd name="connsiteX6" fmla="*/ 8986 w 2709228"/>
              <a:gd name="connsiteY6" fmla="*/ 1296 h 1464989"/>
              <a:gd name="connsiteX7" fmla="*/ 765562 w 2709228"/>
              <a:gd name="connsiteY7" fmla="*/ 345202 h 1464989"/>
              <a:gd name="connsiteX8" fmla="*/ 1152912 w 2709228"/>
              <a:gd name="connsiteY8" fmla="*/ 653177 h 1464989"/>
              <a:gd name="connsiteX9" fmla="*/ 647843 w 2709228"/>
              <a:gd name="connsiteY9" fmla="*/ 898059 h 1464989"/>
              <a:gd name="connsiteX10" fmla="*/ 1428462 w 2709228"/>
              <a:gd name="connsiteY10" fmla="*/ 1345435 h 1464989"/>
              <a:gd name="connsiteX11" fmla="*/ 2522938 w 2709228"/>
              <a:gd name="connsiteY11" fmla="*/ 1463904 h 1464989"/>
              <a:gd name="connsiteX0" fmla="*/ 2629708 w 2709228"/>
              <a:gd name="connsiteY0" fmla="*/ 1059741 h 1464989"/>
              <a:gd name="connsiteX1" fmla="*/ 2700711 w 2709228"/>
              <a:gd name="connsiteY1" fmla="*/ 954011 h 1464989"/>
              <a:gd name="connsiteX2" fmla="*/ 2664211 w 2709228"/>
              <a:gd name="connsiteY2" fmla="*/ 1167526 h 1464989"/>
              <a:gd name="connsiteX3" fmla="*/ 2311220 w 2709228"/>
              <a:gd name="connsiteY3" fmla="*/ 1185307 h 1464989"/>
              <a:gd name="connsiteX4" fmla="*/ 2041911 w 2709228"/>
              <a:gd name="connsiteY4" fmla="*/ 1199276 h 1464989"/>
              <a:gd name="connsiteX5" fmla="*/ 1356110 w 2709228"/>
              <a:gd name="connsiteY5" fmla="*/ 272176 h 1464989"/>
              <a:gd name="connsiteX6" fmla="*/ 8986 w 2709228"/>
              <a:gd name="connsiteY6" fmla="*/ 1296 h 1464989"/>
              <a:gd name="connsiteX7" fmla="*/ 765562 w 2709228"/>
              <a:gd name="connsiteY7" fmla="*/ 345202 h 1464989"/>
              <a:gd name="connsiteX8" fmla="*/ 1152912 w 2709228"/>
              <a:gd name="connsiteY8" fmla="*/ 653177 h 1464989"/>
              <a:gd name="connsiteX9" fmla="*/ 647843 w 2709228"/>
              <a:gd name="connsiteY9" fmla="*/ 898059 h 1464989"/>
              <a:gd name="connsiteX10" fmla="*/ 1428462 w 2709228"/>
              <a:gd name="connsiteY10" fmla="*/ 1345435 h 1464989"/>
              <a:gd name="connsiteX11" fmla="*/ 2522938 w 2709228"/>
              <a:gd name="connsiteY11" fmla="*/ 1463904 h 1464989"/>
              <a:gd name="connsiteX0" fmla="*/ 2629920 w 2709440"/>
              <a:gd name="connsiteY0" fmla="*/ 1059741 h 1464989"/>
              <a:gd name="connsiteX1" fmla="*/ 2700923 w 2709440"/>
              <a:gd name="connsiteY1" fmla="*/ 954011 h 1464989"/>
              <a:gd name="connsiteX2" fmla="*/ 2664423 w 2709440"/>
              <a:gd name="connsiteY2" fmla="*/ 1167526 h 1464989"/>
              <a:gd name="connsiteX3" fmla="*/ 2311432 w 2709440"/>
              <a:gd name="connsiteY3" fmla="*/ 1185307 h 1464989"/>
              <a:gd name="connsiteX4" fmla="*/ 2042123 w 2709440"/>
              <a:gd name="connsiteY4" fmla="*/ 1199276 h 1464989"/>
              <a:gd name="connsiteX5" fmla="*/ 1356322 w 2709440"/>
              <a:gd name="connsiteY5" fmla="*/ 272176 h 1464989"/>
              <a:gd name="connsiteX6" fmla="*/ 9198 w 2709440"/>
              <a:gd name="connsiteY6" fmla="*/ 1296 h 1464989"/>
              <a:gd name="connsiteX7" fmla="*/ 765774 w 2709440"/>
              <a:gd name="connsiteY7" fmla="*/ 345202 h 1464989"/>
              <a:gd name="connsiteX8" fmla="*/ 1153124 w 2709440"/>
              <a:gd name="connsiteY8" fmla="*/ 653177 h 1464989"/>
              <a:gd name="connsiteX9" fmla="*/ 648055 w 2709440"/>
              <a:gd name="connsiteY9" fmla="*/ 898059 h 1464989"/>
              <a:gd name="connsiteX10" fmla="*/ 1428674 w 2709440"/>
              <a:gd name="connsiteY10" fmla="*/ 1345435 h 1464989"/>
              <a:gd name="connsiteX11" fmla="*/ 2523150 w 2709440"/>
              <a:gd name="connsiteY11" fmla="*/ 1463904 h 1464989"/>
              <a:gd name="connsiteX0" fmla="*/ 2630141 w 2709661"/>
              <a:gd name="connsiteY0" fmla="*/ 1059741 h 1464989"/>
              <a:gd name="connsiteX1" fmla="*/ 2701144 w 2709661"/>
              <a:gd name="connsiteY1" fmla="*/ 954011 h 1464989"/>
              <a:gd name="connsiteX2" fmla="*/ 2664644 w 2709661"/>
              <a:gd name="connsiteY2" fmla="*/ 1167526 h 1464989"/>
              <a:gd name="connsiteX3" fmla="*/ 2311653 w 2709661"/>
              <a:gd name="connsiteY3" fmla="*/ 1185307 h 1464989"/>
              <a:gd name="connsiteX4" fmla="*/ 2042344 w 2709661"/>
              <a:gd name="connsiteY4" fmla="*/ 1199276 h 1464989"/>
              <a:gd name="connsiteX5" fmla="*/ 1356543 w 2709661"/>
              <a:gd name="connsiteY5" fmla="*/ 272176 h 1464989"/>
              <a:gd name="connsiteX6" fmla="*/ 9419 w 2709661"/>
              <a:gd name="connsiteY6" fmla="*/ 1296 h 1464989"/>
              <a:gd name="connsiteX7" fmla="*/ 765995 w 2709661"/>
              <a:gd name="connsiteY7" fmla="*/ 345202 h 1464989"/>
              <a:gd name="connsiteX8" fmla="*/ 1153345 w 2709661"/>
              <a:gd name="connsiteY8" fmla="*/ 653177 h 1464989"/>
              <a:gd name="connsiteX9" fmla="*/ 648276 w 2709661"/>
              <a:gd name="connsiteY9" fmla="*/ 898059 h 1464989"/>
              <a:gd name="connsiteX10" fmla="*/ 1428895 w 2709661"/>
              <a:gd name="connsiteY10" fmla="*/ 1345435 h 1464989"/>
              <a:gd name="connsiteX11" fmla="*/ 2523371 w 2709661"/>
              <a:gd name="connsiteY11" fmla="*/ 1463904 h 1464989"/>
              <a:gd name="connsiteX0" fmla="*/ 2630141 w 2709661"/>
              <a:gd name="connsiteY0" fmla="*/ 1059741 h 1465042"/>
              <a:gd name="connsiteX1" fmla="*/ 2701144 w 2709661"/>
              <a:gd name="connsiteY1" fmla="*/ 954011 h 1465042"/>
              <a:gd name="connsiteX2" fmla="*/ 2664644 w 2709661"/>
              <a:gd name="connsiteY2" fmla="*/ 1167526 h 1465042"/>
              <a:gd name="connsiteX3" fmla="*/ 2311653 w 2709661"/>
              <a:gd name="connsiteY3" fmla="*/ 1185307 h 1465042"/>
              <a:gd name="connsiteX4" fmla="*/ 2042344 w 2709661"/>
              <a:gd name="connsiteY4" fmla="*/ 1199276 h 1465042"/>
              <a:gd name="connsiteX5" fmla="*/ 1356543 w 2709661"/>
              <a:gd name="connsiteY5" fmla="*/ 272176 h 1465042"/>
              <a:gd name="connsiteX6" fmla="*/ 9419 w 2709661"/>
              <a:gd name="connsiteY6" fmla="*/ 1296 h 1465042"/>
              <a:gd name="connsiteX7" fmla="*/ 765995 w 2709661"/>
              <a:gd name="connsiteY7" fmla="*/ 345202 h 1465042"/>
              <a:gd name="connsiteX8" fmla="*/ 1153345 w 2709661"/>
              <a:gd name="connsiteY8" fmla="*/ 653177 h 1465042"/>
              <a:gd name="connsiteX9" fmla="*/ 645101 w 2709661"/>
              <a:gd name="connsiteY9" fmla="*/ 885359 h 1465042"/>
              <a:gd name="connsiteX10" fmla="*/ 1428895 w 2709661"/>
              <a:gd name="connsiteY10" fmla="*/ 1345435 h 1465042"/>
              <a:gd name="connsiteX11" fmla="*/ 2523371 w 2709661"/>
              <a:gd name="connsiteY11" fmla="*/ 1463904 h 1465042"/>
              <a:gd name="connsiteX0" fmla="*/ 2630141 w 2774196"/>
              <a:gd name="connsiteY0" fmla="*/ 1059741 h 1347485"/>
              <a:gd name="connsiteX1" fmla="*/ 2701144 w 2774196"/>
              <a:gd name="connsiteY1" fmla="*/ 954011 h 1347485"/>
              <a:gd name="connsiteX2" fmla="*/ 2664644 w 2774196"/>
              <a:gd name="connsiteY2" fmla="*/ 1167526 h 1347485"/>
              <a:gd name="connsiteX3" fmla="*/ 2311653 w 2774196"/>
              <a:gd name="connsiteY3" fmla="*/ 1185307 h 1347485"/>
              <a:gd name="connsiteX4" fmla="*/ 2042344 w 2774196"/>
              <a:gd name="connsiteY4" fmla="*/ 1199276 h 1347485"/>
              <a:gd name="connsiteX5" fmla="*/ 1356543 w 2774196"/>
              <a:gd name="connsiteY5" fmla="*/ 272176 h 1347485"/>
              <a:gd name="connsiteX6" fmla="*/ 9419 w 2774196"/>
              <a:gd name="connsiteY6" fmla="*/ 1296 h 1347485"/>
              <a:gd name="connsiteX7" fmla="*/ 765995 w 2774196"/>
              <a:gd name="connsiteY7" fmla="*/ 345202 h 1347485"/>
              <a:gd name="connsiteX8" fmla="*/ 1153345 w 2774196"/>
              <a:gd name="connsiteY8" fmla="*/ 653177 h 1347485"/>
              <a:gd name="connsiteX9" fmla="*/ 645101 w 2774196"/>
              <a:gd name="connsiteY9" fmla="*/ 885359 h 1347485"/>
              <a:gd name="connsiteX10" fmla="*/ 1428895 w 2774196"/>
              <a:gd name="connsiteY10" fmla="*/ 1345435 h 1347485"/>
              <a:gd name="connsiteX11" fmla="*/ 2774196 w 2774196"/>
              <a:gd name="connsiteY11" fmla="*/ 1063854 h 1347485"/>
              <a:gd name="connsiteX0" fmla="*/ 2630141 w 2774196"/>
              <a:gd name="connsiteY0" fmla="*/ 1059741 h 1367121"/>
              <a:gd name="connsiteX1" fmla="*/ 2701144 w 2774196"/>
              <a:gd name="connsiteY1" fmla="*/ 954011 h 1367121"/>
              <a:gd name="connsiteX2" fmla="*/ 2664644 w 2774196"/>
              <a:gd name="connsiteY2" fmla="*/ 1167526 h 1367121"/>
              <a:gd name="connsiteX3" fmla="*/ 2311653 w 2774196"/>
              <a:gd name="connsiteY3" fmla="*/ 1185307 h 1367121"/>
              <a:gd name="connsiteX4" fmla="*/ 2042344 w 2774196"/>
              <a:gd name="connsiteY4" fmla="*/ 1199276 h 1367121"/>
              <a:gd name="connsiteX5" fmla="*/ 1356543 w 2774196"/>
              <a:gd name="connsiteY5" fmla="*/ 272176 h 1367121"/>
              <a:gd name="connsiteX6" fmla="*/ 9419 w 2774196"/>
              <a:gd name="connsiteY6" fmla="*/ 1296 h 1367121"/>
              <a:gd name="connsiteX7" fmla="*/ 765995 w 2774196"/>
              <a:gd name="connsiteY7" fmla="*/ 345202 h 1367121"/>
              <a:gd name="connsiteX8" fmla="*/ 1153345 w 2774196"/>
              <a:gd name="connsiteY8" fmla="*/ 653177 h 1367121"/>
              <a:gd name="connsiteX9" fmla="*/ 645101 w 2774196"/>
              <a:gd name="connsiteY9" fmla="*/ 885359 h 1367121"/>
              <a:gd name="connsiteX10" fmla="*/ 1428895 w 2774196"/>
              <a:gd name="connsiteY10" fmla="*/ 1345435 h 1367121"/>
              <a:gd name="connsiteX11" fmla="*/ 1997896 w 2774196"/>
              <a:gd name="connsiteY11" fmla="*/ 1269127 h 1367121"/>
              <a:gd name="connsiteX12" fmla="*/ 2774196 w 2774196"/>
              <a:gd name="connsiteY12" fmla="*/ 1063854 h 1367121"/>
              <a:gd name="connsiteX0" fmla="*/ 2630141 w 2774196"/>
              <a:gd name="connsiteY0" fmla="*/ 1059741 h 1437602"/>
              <a:gd name="connsiteX1" fmla="*/ 2701144 w 2774196"/>
              <a:gd name="connsiteY1" fmla="*/ 954011 h 1437602"/>
              <a:gd name="connsiteX2" fmla="*/ 2664644 w 2774196"/>
              <a:gd name="connsiteY2" fmla="*/ 1167526 h 1437602"/>
              <a:gd name="connsiteX3" fmla="*/ 2311653 w 2774196"/>
              <a:gd name="connsiteY3" fmla="*/ 1185307 h 1437602"/>
              <a:gd name="connsiteX4" fmla="*/ 2042344 w 2774196"/>
              <a:gd name="connsiteY4" fmla="*/ 1199276 h 1437602"/>
              <a:gd name="connsiteX5" fmla="*/ 1356543 w 2774196"/>
              <a:gd name="connsiteY5" fmla="*/ 272176 h 1437602"/>
              <a:gd name="connsiteX6" fmla="*/ 9419 w 2774196"/>
              <a:gd name="connsiteY6" fmla="*/ 1296 h 1437602"/>
              <a:gd name="connsiteX7" fmla="*/ 765995 w 2774196"/>
              <a:gd name="connsiteY7" fmla="*/ 345202 h 1437602"/>
              <a:gd name="connsiteX8" fmla="*/ 1153345 w 2774196"/>
              <a:gd name="connsiteY8" fmla="*/ 653177 h 1437602"/>
              <a:gd name="connsiteX9" fmla="*/ 645101 w 2774196"/>
              <a:gd name="connsiteY9" fmla="*/ 885359 h 1437602"/>
              <a:gd name="connsiteX10" fmla="*/ 1428895 w 2774196"/>
              <a:gd name="connsiteY10" fmla="*/ 1345435 h 1437602"/>
              <a:gd name="connsiteX11" fmla="*/ 2042346 w 2774196"/>
              <a:gd name="connsiteY11" fmla="*/ 1415177 h 1437602"/>
              <a:gd name="connsiteX12" fmla="*/ 2774196 w 2774196"/>
              <a:gd name="connsiteY12" fmla="*/ 1063854 h 1437602"/>
              <a:gd name="connsiteX0" fmla="*/ 2630141 w 2709661"/>
              <a:gd name="connsiteY0" fmla="*/ 1059741 h 1437602"/>
              <a:gd name="connsiteX1" fmla="*/ 2701144 w 2709661"/>
              <a:gd name="connsiteY1" fmla="*/ 954011 h 1437602"/>
              <a:gd name="connsiteX2" fmla="*/ 2664644 w 2709661"/>
              <a:gd name="connsiteY2" fmla="*/ 1167526 h 1437602"/>
              <a:gd name="connsiteX3" fmla="*/ 2311653 w 2709661"/>
              <a:gd name="connsiteY3" fmla="*/ 1185307 h 1437602"/>
              <a:gd name="connsiteX4" fmla="*/ 2042344 w 2709661"/>
              <a:gd name="connsiteY4" fmla="*/ 1199276 h 1437602"/>
              <a:gd name="connsiteX5" fmla="*/ 1356543 w 2709661"/>
              <a:gd name="connsiteY5" fmla="*/ 272176 h 1437602"/>
              <a:gd name="connsiteX6" fmla="*/ 9419 w 2709661"/>
              <a:gd name="connsiteY6" fmla="*/ 1296 h 1437602"/>
              <a:gd name="connsiteX7" fmla="*/ 765995 w 2709661"/>
              <a:gd name="connsiteY7" fmla="*/ 345202 h 1437602"/>
              <a:gd name="connsiteX8" fmla="*/ 1153345 w 2709661"/>
              <a:gd name="connsiteY8" fmla="*/ 653177 h 1437602"/>
              <a:gd name="connsiteX9" fmla="*/ 645101 w 2709661"/>
              <a:gd name="connsiteY9" fmla="*/ 885359 h 1437602"/>
              <a:gd name="connsiteX10" fmla="*/ 1428895 w 2709661"/>
              <a:gd name="connsiteY10" fmla="*/ 1345435 h 1437602"/>
              <a:gd name="connsiteX11" fmla="*/ 2042346 w 2709661"/>
              <a:gd name="connsiteY11" fmla="*/ 1415177 h 1437602"/>
              <a:gd name="connsiteX12" fmla="*/ 2644021 w 2709661"/>
              <a:gd name="connsiteY12" fmla="*/ 1067029 h 1437602"/>
              <a:gd name="connsiteX0" fmla="*/ 2630141 w 2709661"/>
              <a:gd name="connsiteY0" fmla="*/ 1059741 h 1416466"/>
              <a:gd name="connsiteX1" fmla="*/ 2701144 w 2709661"/>
              <a:gd name="connsiteY1" fmla="*/ 954011 h 1416466"/>
              <a:gd name="connsiteX2" fmla="*/ 2664644 w 2709661"/>
              <a:gd name="connsiteY2" fmla="*/ 1167526 h 1416466"/>
              <a:gd name="connsiteX3" fmla="*/ 2311653 w 2709661"/>
              <a:gd name="connsiteY3" fmla="*/ 1185307 h 1416466"/>
              <a:gd name="connsiteX4" fmla="*/ 2042344 w 2709661"/>
              <a:gd name="connsiteY4" fmla="*/ 1199276 h 1416466"/>
              <a:gd name="connsiteX5" fmla="*/ 1356543 w 2709661"/>
              <a:gd name="connsiteY5" fmla="*/ 272176 h 1416466"/>
              <a:gd name="connsiteX6" fmla="*/ 9419 w 2709661"/>
              <a:gd name="connsiteY6" fmla="*/ 1296 h 1416466"/>
              <a:gd name="connsiteX7" fmla="*/ 765995 w 2709661"/>
              <a:gd name="connsiteY7" fmla="*/ 345202 h 1416466"/>
              <a:gd name="connsiteX8" fmla="*/ 1153345 w 2709661"/>
              <a:gd name="connsiteY8" fmla="*/ 653177 h 1416466"/>
              <a:gd name="connsiteX9" fmla="*/ 645101 w 2709661"/>
              <a:gd name="connsiteY9" fmla="*/ 885359 h 1416466"/>
              <a:gd name="connsiteX10" fmla="*/ 1428895 w 2709661"/>
              <a:gd name="connsiteY10" fmla="*/ 1345435 h 1416466"/>
              <a:gd name="connsiteX11" fmla="*/ 2042346 w 2709661"/>
              <a:gd name="connsiteY11" fmla="*/ 1386602 h 1416466"/>
              <a:gd name="connsiteX12" fmla="*/ 2644021 w 2709661"/>
              <a:gd name="connsiteY12" fmla="*/ 1067029 h 1416466"/>
              <a:gd name="connsiteX0" fmla="*/ 2630141 w 2709661"/>
              <a:gd name="connsiteY0" fmla="*/ 1059741 h 1416466"/>
              <a:gd name="connsiteX1" fmla="*/ 2701144 w 2709661"/>
              <a:gd name="connsiteY1" fmla="*/ 954011 h 1416466"/>
              <a:gd name="connsiteX2" fmla="*/ 2664644 w 2709661"/>
              <a:gd name="connsiteY2" fmla="*/ 1167526 h 1416466"/>
              <a:gd name="connsiteX3" fmla="*/ 2311653 w 2709661"/>
              <a:gd name="connsiteY3" fmla="*/ 1185307 h 1416466"/>
              <a:gd name="connsiteX4" fmla="*/ 2042344 w 2709661"/>
              <a:gd name="connsiteY4" fmla="*/ 1199276 h 1416466"/>
              <a:gd name="connsiteX5" fmla="*/ 1356543 w 2709661"/>
              <a:gd name="connsiteY5" fmla="*/ 272176 h 1416466"/>
              <a:gd name="connsiteX6" fmla="*/ 9419 w 2709661"/>
              <a:gd name="connsiteY6" fmla="*/ 1296 h 1416466"/>
              <a:gd name="connsiteX7" fmla="*/ 765995 w 2709661"/>
              <a:gd name="connsiteY7" fmla="*/ 345202 h 1416466"/>
              <a:gd name="connsiteX8" fmla="*/ 1153345 w 2709661"/>
              <a:gd name="connsiteY8" fmla="*/ 653177 h 1416466"/>
              <a:gd name="connsiteX9" fmla="*/ 645101 w 2709661"/>
              <a:gd name="connsiteY9" fmla="*/ 885359 h 1416466"/>
              <a:gd name="connsiteX10" fmla="*/ 1428895 w 2709661"/>
              <a:gd name="connsiteY10" fmla="*/ 1345435 h 1416466"/>
              <a:gd name="connsiteX11" fmla="*/ 2042346 w 2709661"/>
              <a:gd name="connsiteY11" fmla="*/ 1386602 h 1416466"/>
              <a:gd name="connsiteX12" fmla="*/ 2653546 w 2709661"/>
              <a:gd name="connsiteY12" fmla="*/ 1095604 h 1416466"/>
              <a:gd name="connsiteX0" fmla="*/ 2630141 w 2709661"/>
              <a:gd name="connsiteY0" fmla="*/ 1059741 h 1416466"/>
              <a:gd name="connsiteX1" fmla="*/ 2701144 w 2709661"/>
              <a:gd name="connsiteY1" fmla="*/ 954011 h 1416466"/>
              <a:gd name="connsiteX2" fmla="*/ 2664644 w 2709661"/>
              <a:gd name="connsiteY2" fmla="*/ 1167526 h 1416466"/>
              <a:gd name="connsiteX3" fmla="*/ 2311653 w 2709661"/>
              <a:gd name="connsiteY3" fmla="*/ 1185307 h 1416466"/>
              <a:gd name="connsiteX4" fmla="*/ 2042344 w 2709661"/>
              <a:gd name="connsiteY4" fmla="*/ 1199276 h 1416466"/>
              <a:gd name="connsiteX5" fmla="*/ 1356543 w 2709661"/>
              <a:gd name="connsiteY5" fmla="*/ 272176 h 1416466"/>
              <a:gd name="connsiteX6" fmla="*/ 9419 w 2709661"/>
              <a:gd name="connsiteY6" fmla="*/ 1296 h 1416466"/>
              <a:gd name="connsiteX7" fmla="*/ 765995 w 2709661"/>
              <a:gd name="connsiteY7" fmla="*/ 345202 h 1416466"/>
              <a:gd name="connsiteX8" fmla="*/ 1153345 w 2709661"/>
              <a:gd name="connsiteY8" fmla="*/ 653177 h 1416466"/>
              <a:gd name="connsiteX9" fmla="*/ 645101 w 2709661"/>
              <a:gd name="connsiteY9" fmla="*/ 885359 h 1416466"/>
              <a:gd name="connsiteX10" fmla="*/ 1428895 w 2709661"/>
              <a:gd name="connsiteY10" fmla="*/ 1345435 h 1416466"/>
              <a:gd name="connsiteX11" fmla="*/ 2042346 w 2709661"/>
              <a:gd name="connsiteY11" fmla="*/ 1386602 h 1416466"/>
              <a:gd name="connsiteX12" fmla="*/ 2647196 w 2709661"/>
              <a:gd name="connsiteY12" fmla="*/ 1089254 h 1416466"/>
              <a:gd name="connsiteX0" fmla="*/ 2630141 w 2709661"/>
              <a:gd name="connsiteY0" fmla="*/ 1059741 h 1399479"/>
              <a:gd name="connsiteX1" fmla="*/ 2701144 w 2709661"/>
              <a:gd name="connsiteY1" fmla="*/ 954011 h 1399479"/>
              <a:gd name="connsiteX2" fmla="*/ 2664644 w 2709661"/>
              <a:gd name="connsiteY2" fmla="*/ 1167526 h 1399479"/>
              <a:gd name="connsiteX3" fmla="*/ 2311653 w 2709661"/>
              <a:gd name="connsiteY3" fmla="*/ 1185307 h 1399479"/>
              <a:gd name="connsiteX4" fmla="*/ 2042344 w 2709661"/>
              <a:gd name="connsiteY4" fmla="*/ 1199276 h 1399479"/>
              <a:gd name="connsiteX5" fmla="*/ 1356543 w 2709661"/>
              <a:gd name="connsiteY5" fmla="*/ 272176 h 1399479"/>
              <a:gd name="connsiteX6" fmla="*/ 9419 w 2709661"/>
              <a:gd name="connsiteY6" fmla="*/ 1296 h 1399479"/>
              <a:gd name="connsiteX7" fmla="*/ 765995 w 2709661"/>
              <a:gd name="connsiteY7" fmla="*/ 345202 h 1399479"/>
              <a:gd name="connsiteX8" fmla="*/ 1153345 w 2709661"/>
              <a:gd name="connsiteY8" fmla="*/ 653177 h 1399479"/>
              <a:gd name="connsiteX9" fmla="*/ 645101 w 2709661"/>
              <a:gd name="connsiteY9" fmla="*/ 885359 h 1399479"/>
              <a:gd name="connsiteX10" fmla="*/ 1447945 w 2709661"/>
              <a:gd name="connsiteY10" fmla="*/ 1259710 h 1399479"/>
              <a:gd name="connsiteX11" fmla="*/ 2042346 w 2709661"/>
              <a:gd name="connsiteY11" fmla="*/ 1386602 h 1399479"/>
              <a:gd name="connsiteX12" fmla="*/ 2647196 w 2709661"/>
              <a:gd name="connsiteY12" fmla="*/ 1089254 h 1399479"/>
              <a:gd name="connsiteX0" fmla="*/ 2630141 w 2709661"/>
              <a:gd name="connsiteY0" fmla="*/ 1059741 h 1401950"/>
              <a:gd name="connsiteX1" fmla="*/ 2701144 w 2709661"/>
              <a:gd name="connsiteY1" fmla="*/ 954011 h 1401950"/>
              <a:gd name="connsiteX2" fmla="*/ 2664644 w 2709661"/>
              <a:gd name="connsiteY2" fmla="*/ 1167526 h 1401950"/>
              <a:gd name="connsiteX3" fmla="*/ 2311653 w 2709661"/>
              <a:gd name="connsiteY3" fmla="*/ 1185307 h 1401950"/>
              <a:gd name="connsiteX4" fmla="*/ 2042344 w 2709661"/>
              <a:gd name="connsiteY4" fmla="*/ 1199276 h 1401950"/>
              <a:gd name="connsiteX5" fmla="*/ 1356543 w 2709661"/>
              <a:gd name="connsiteY5" fmla="*/ 272176 h 1401950"/>
              <a:gd name="connsiteX6" fmla="*/ 9419 w 2709661"/>
              <a:gd name="connsiteY6" fmla="*/ 1296 h 1401950"/>
              <a:gd name="connsiteX7" fmla="*/ 765995 w 2709661"/>
              <a:gd name="connsiteY7" fmla="*/ 345202 h 1401950"/>
              <a:gd name="connsiteX8" fmla="*/ 1153345 w 2709661"/>
              <a:gd name="connsiteY8" fmla="*/ 653177 h 1401950"/>
              <a:gd name="connsiteX9" fmla="*/ 645101 w 2709661"/>
              <a:gd name="connsiteY9" fmla="*/ 885359 h 1401950"/>
              <a:gd name="connsiteX10" fmla="*/ 1425720 w 2709661"/>
              <a:gd name="connsiteY10" fmla="*/ 1281935 h 1401950"/>
              <a:gd name="connsiteX11" fmla="*/ 2042346 w 2709661"/>
              <a:gd name="connsiteY11" fmla="*/ 1386602 h 1401950"/>
              <a:gd name="connsiteX12" fmla="*/ 2647196 w 2709661"/>
              <a:gd name="connsiteY12" fmla="*/ 1089254 h 1401950"/>
              <a:gd name="connsiteX0" fmla="*/ 2630141 w 2709661"/>
              <a:gd name="connsiteY0" fmla="*/ 1059741 h 1371999"/>
              <a:gd name="connsiteX1" fmla="*/ 2701144 w 2709661"/>
              <a:gd name="connsiteY1" fmla="*/ 954011 h 1371999"/>
              <a:gd name="connsiteX2" fmla="*/ 2664644 w 2709661"/>
              <a:gd name="connsiteY2" fmla="*/ 1167526 h 1371999"/>
              <a:gd name="connsiteX3" fmla="*/ 2311653 w 2709661"/>
              <a:gd name="connsiteY3" fmla="*/ 1185307 h 1371999"/>
              <a:gd name="connsiteX4" fmla="*/ 2042344 w 2709661"/>
              <a:gd name="connsiteY4" fmla="*/ 1199276 h 1371999"/>
              <a:gd name="connsiteX5" fmla="*/ 1356543 w 2709661"/>
              <a:gd name="connsiteY5" fmla="*/ 272176 h 1371999"/>
              <a:gd name="connsiteX6" fmla="*/ 9419 w 2709661"/>
              <a:gd name="connsiteY6" fmla="*/ 1296 h 1371999"/>
              <a:gd name="connsiteX7" fmla="*/ 765995 w 2709661"/>
              <a:gd name="connsiteY7" fmla="*/ 345202 h 1371999"/>
              <a:gd name="connsiteX8" fmla="*/ 1153345 w 2709661"/>
              <a:gd name="connsiteY8" fmla="*/ 653177 h 1371999"/>
              <a:gd name="connsiteX9" fmla="*/ 645101 w 2709661"/>
              <a:gd name="connsiteY9" fmla="*/ 885359 h 1371999"/>
              <a:gd name="connsiteX10" fmla="*/ 1425720 w 2709661"/>
              <a:gd name="connsiteY10" fmla="*/ 1281935 h 1371999"/>
              <a:gd name="connsiteX11" fmla="*/ 2042346 w 2709661"/>
              <a:gd name="connsiteY11" fmla="*/ 1351677 h 1371999"/>
              <a:gd name="connsiteX12" fmla="*/ 2647196 w 2709661"/>
              <a:gd name="connsiteY12" fmla="*/ 1089254 h 1371999"/>
              <a:gd name="connsiteX0" fmla="*/ 2630141 w 2709661"/>
              <a:gd name="connsiteY0" fmla="*/ 1059741 h 1354116"/>
              <a:gd name="connsiteX1" fmla="*/ 2701144 w 2709661"/>
              <a:gd name="connsiteY1" fmla="*/ 954011 h 1354116"/>
              <a:gd name="connsiteX2" fmla="*/ 2664644 w 2709661"/>
              <a:gd name="connsiteY2" fmla="*/ 1167526 h 1354116"/>
              <a:gd name="connsiteX3" fmla="*/ 2311653 w 2709661"/>
              <a:gd name="connsiteY3" fmla="*/ 1185307 h 1354116"/>
              <a:gd name="connsiteX4" fmla="*/ 2042344 w 2709661"/>
              <a:gd name="connsiteY4" fmla="*/ 1199276 h 1354116"/>
              <a:gd name="connsiteX5" fmla="*/ 1356543 w 2709661"/>
              <a:gd name="connsiteY5" fmla="*/ 272176 h 1354116"/>
              <a:gd name="connsiteX6" fmla="*/ 9419 w 2709661"/>
              <a:gd name="connsiteY6" fmla="*/ 1296 h 1354116"/>
              <a:gd name="connsiteX7" fmla="*/ 765995 w 2709661"/>
              <a:gd name="connsiteY7" fmla="*/ 345202 h 1354116"/>
              <a:gd name="connsiteX8" fmla="*/ 1153345 w 2709661"/>
              <a:gd name="connsiteY8" fmla="*/ 653177 h 1354116"/>
              <a:gd name="connsiteX9" fmla="*/ 645101 w 2709661"/>
              <a:gd name="connsiteY9" fmla="*/ 885359 h 1354116"/>
              <a:gd name="connsiteX10" fmla="*/ 1425720 w 2709661"/>
              <a:gd name="connsiteY10" fmla="*/ 1281935 h 1354116"/>
              <a:gd name="connsiteX11" fmla="*/ 2042346 w 2709661"/>
              <a:gd name="connsiteY11" fmla="*/ 1351677 h 1354116"/>
              <a:gd name="connsiteX12" fmla="*/ 2647196 w 2709661"/>
              <a:gd name="connsiteY12" fmla="*/ 1089254 h 1354116"/>
              <a:gd name="connsiteX0" fmla="*/ 2630141 w 2709661"/>
              <a:gd name="connsiteY0" fmla="*/ 1059741 h 1358134"/>
              <a:gd name="connsiteX1" fmla="*/ 2701144 w 2709661"/>
              <a:gd name="connsiteY1" fmla="*/ 954011 h 1358134"/>
              <a:gd name="connsiteX2" fmla="*/ 2664644 w 2709661"/>
              <a:gd name="connsiteY2" fmla="*/ 1167526 h 1358134"/>
              <a:gd name="connsiteX3" fmla="*/ 2311653 w 2709661"/>
              <a:gd name="connsiteY3" fmla="*/ 1185307 h 1358134"/>
              <a:gd name="connsiteX4" fmla="*/ 2042344 w 2709661"/>
              <a:gd name="connsiteY4" fmla="*/ 1199276 h 1358134"/>
              <a:gd name="connsiteX5" fmla="*/ 1356543 w 2709661"/>
              <a:gd name="connsiteY5" fmla="*/ 272176 h 1358134"/>
              <a:gd name="connsiteX6" fmla="*/ 9419 w 2709661"/>
              <a:gd name="connsiteY6" fmla="*/ 1296 h 1358134"/>
              <a:gd name="connsiteX7" fmla="*/ 765995 w 2709661"/>
              <a:gd name="connsiteY7" fmla="*/ 345202 h 1358134"/>
              <a:gd name="connsiteX8" fmla="*/ 1153345 w 2709661"/>
              <a:gd name="connsiteY8" fmla="*/ 653177 h 1358134"/>
              <a:gd name="connsiteX9" fmla="*/ 645101 w 2709661"/>
              <a:gd name="connsiteY9" fmla="*/ 885359 h 1358134"/>
              <a:gd name="connsiteX10" fmla="*/ 1425720 w 2709661"/>
              <a:gd name="connsiteY10" fmla="*/ 1281935 h 1358134"/>
              <a:gd name="connsiteX11" fmla="*/ 2042346 w 2709661"/>
              <a:gd name="connsiteY11" fmla="*/ 1351677 h 1358134"/>
              <a:gd name="connsiteX12" fmla="*/ 2647196 w 2709661"/>
              <a:gd name="connsiteY12" fmla="*/ 1089254 h 1358134"/>
              <a:gd name="connsiteX0" fmla="*/ 2630141 w 2709661"/>
              <a:gd name="connsiteY0" fmla="*/ 1059741 h 1358134"/>
              <a:gd name="connsiteX1" fmla="*/ 2701144 w 2709661"/>
              <a:gd name="connsiteY1" fmla="*/ 954011 h 1358134"/>
              <a:gd name="connsiteX2" fmla="*/ 2664644 w 2709661"/>
              <a:gd name="connsiteY2" fmla="*/ 1167526 h 1358134"/>
              <a:gd name="connsiteX3" fmla="*/ 2311653 w 2709661"/>
              <a:gd name="connsiteY3" fmla="*/ 1185307 h 1358134"/>
              <a:gd name="connsiteX4" fmla="*/ 2042344 w 2709661"/>
              <a:gd name="connsiteY4" fmla="*/ 1199276 h 1358134"/>
              <a:gd name="connsiteX5" fmla="*/ 1356543 w 2709661"/>
              <a:gd name="connsiteY5" fmla="*/ 272176 h 1358134"/>
              <a:gd name="connsiteX6" fmla="*/ 9419 w 2709661"/>
              <a:gd name="connsiteY6" fmla="*/ 1296 h 1358134"/>
              <a:gd name="connsiteX7" fmla="*/ 765995 w 2709661"/>
              <a:gd name="connsiteY7" fmla="*/ 345202 h 1358134"/>
              <a:gd name="connsiteX8" fmla="*/ 1153345 w 2709661"/>
              <a:gd name="connsiteY8" fmla="*/ 653177 h 1358134"/>
              <a:gd name="connsiteX9" fmla="*/ 645101 w 2709661"/>
              <a:gd name="connsiteY9" fmla="*/ 885359 h 1358134"/>
              <a:gd name="connsiteX10" fmla="*/ 1425720 w 2709661"/>
              <a:gd name="connsiteY10" fmla="*/ 1281935 h 1358134"/>
              <a:gd name="connsiteX11" fmla="*/ 2042346 w 2709661"/>
              <a:gd name="connsiteY11" fmla="*/ 1351677 h 1358134"/>
              <a:gd name="connsiteX12" fmla="*/ 2647196 w 2709661"/>
              <a:gd name="connsiteY12" fmla="*/ 1089254 h 1358134"/>
              <a:gd name="connsiteX0" fmla="*/ 2630141 w 2743774"/>
              <a:gd name="connsiteY0" fmla="*/ 1059741 h 1358134"/>
              <a:gd name="connsiteX1" fmla="*/ 2701144 w 2743774"/>
              <a:gd name="connsiteY1" fmla="*/ 954011 h 1358134"/>
              <a:gd name="connsiteX2" fmla="*/ 2715444 w 2743774"/>
              <a:gd name="connsiteY2" fmla="*/ 1218326 h 1358134"/>
              <a:gd name="connsiteX3" fmla="*/ 2311653 w 2743774"/>
              <a:gd name="connsiteY3" fmla="*/ 1185307 h 1358134"/>
              <a:gd name="connsiteX4" fmla="*/ 2042344 w 2743774"/>
              <a:gd name="connsiteY4" fmla="*/ 1199276 h 1358134"/>
              <a:gd name="connsiteX5" fmla="*/ 1356543 w 2743774"/>
              <a:gd name="connsiteY5" fmla="*/ 272176 h 1358134"/>
              <a:gd name="connsiteX6" fmla="*/ 9419 w 2743774"/>
              <a:gd name="connsiteY6" fmla="*/ 1296 h 1358134"/>
              <a:gd name="connsiteX7" fmla="*/ 765995 w 2743774"/>
              <a:gd name="connsiteY7" fmla="*/ 345202 h 1358134"/>
              <a:gd name="connsiteX8" fmla="*/ 1153345 w 2743774"/>
              <a:gd name="connsiteY8" fmla="*/ 653177 h 1358134"/>
              <a:gd name="connsiteX9" fmla="*/ 645101 w 2743774"/>
              <a:gd name="connsiteY9" fmla="*/ 885359 h 1358134"/>
              <a:gd name="connsiteX10" fmla="*/ 1425720 w 2743774"/>
              <a:gd name="connsiteY10" fmla="*/ 1281935 h 1358134"/>
              <a:gd name="connsiteX11" fmla="*/ 2042346 w 2743774"/>
              <a:gd name="connsiteY11" fmla="*/ 1351677 h 1358134"/>
              <a:gd name="connsiteX12" fmla="*/ 2647196 w 2743774"/>
              <a:gd name="connsiteY12" fmla="*/ 1089254 h 1358134"/>
              <a:gd name="connsiteX0" fmla="*/ 2630141 w 2743774"/>
              <a:gd name="connsiteY0" fmla="*/ 1059741 h 1358134"/>
              <a:gd name="connsiteX1" fmla="*/ 2701144 w 2743774"/>
              <a:gd name="connsiteY1" fmla="*/ 954011 h 1358134"/>
              <a:gd name="connsiteX2" fmla="*/ 2715444 w 2743774"/>
              <a:gd name="connsiteY2" fmla="*/ 1218326 h 1358134"/>
              <a:gd name="connsiteX3" fmla="*/ 2311653 w 2743774"/>
              <a:gd name="connsiteY3" fmla="*/ 1185307 h 1358134"/>
              <a:gd name="connsiteX4" fmla="*/ 2042344 w 2743774"/>
              <a:gd name="connsiteY4" fmla="*/ 1199276 h 1358134"/>
              <a:gd name="connsiteX5" fmla="*/ 1356543 w 2743774"/>
              <a:gd name="connsiteY5" fmla="*/ 272176 h 1358134"/>
              <a:gd name="connsiteX6" fmla="*/ 9419 w 2743774"/>
              <a:gd name="connsiteY6" fmla="*/ 1296 h 1358134"/>
              <a:gd name="connsiteX7" fmla="*/ 765995 w 2743774"/>
              <a:gd name="connsiteY7" fmla="*/ 345202 h 1358134"/>
              <a:gd name="connsiteX8" fmla="*/ 1153345 w 2743774"/>
              <a:gd name="connsiteY8" fmla="*/ 653177 h 1358134"/>
              <a:gd name="connsiteX9" fmla="*/ 645101 w 2743774"/>
              <a:gd name="connsiteY9" fmla="*/ 885359 h 1358134"/>
              <a:gd name="connsiteX10" fmla="*/ 1425720 w 2743774"/>
              <a:gd name="connsiteY10" fmla="*/ 1281935 h 1358134"/>
              <a:gd name="connsiteX11" fmla="*/ 2042346 w 2743774"/>
              <a:gd name="connsiteY11" fmla="*/ 1351677 h 1358134"/>
              <a:gd name="connsiteX12" fmla="*/ 2624971 w 2743774"/>
              <a:gd name="connsiteY12" fmla="*/ 1092429 h 1358134"/>
              <a:gd name="connsiteX0" fmla="*/ 2630141 w 2743774"/>
              <a:gd name="connsiteY0" fmla="*/ 1059741 h 1358134"/>
              <a:gd name="connsiteX1" fmla="*/ 2701144 w 2743774"/>
              <a:gd name="connsiteY1" fmla="*/ 954011 h 1358134"/>
              <a:gd name="connsiteX2" fmla="*/ 2715444 w 2743774"/>
              <a:gd name="connsiteY2" fmla="*/ 1218326 h 1358134"/>
              <a:gd name="connsiteX3" fmla="*/ 2311653 w 2743774"/>
              <a:gd name="connsiteY3" fmla="*/ 1185307 h 1358134"/>
              <a:gd name="connsiteX4" fmla="*/ 2042344 w 2743774"/>
              <a:gd name="connsiteY4" fmla="*/ 1199276 h 1358134"/>
              <a:gd name="connsiteX5" fmla="*/ 1356543 w 2743774"/>
              <a:gd name="connsiteY5" fmla="*/ 272176 h 1358134"/>
              <a:gd name="connsiteX6" fmla="*/ 9419 w 2743774"/>
              <a:gd name="connsiteY6" fmla="*/ 1296 h 1358134"/>
              <a:gd name="connsiteX7" fmla="*/ 765995 w 2743774"/>
              <a:gd name="connsiteY7" fmla="*/ 345202 h 1358134"/>
              <a:gd name="connsiteX8" fmla="*/ 1153345 w 2743774"/>
              <a:gd name="connsiteY8" fmla="*/ 653177 h 1358134"/>
              <a:gd name="connsiteX9" fmla="*/ 645101 w 2743774"/>
              <a:gd name="connsiteY9" fmla="*/ 885359 h 1358134"/>
              <a:gd name="connsiteX10" fmla="*/ 1425720 w 2743774"/>
              <a:gd name="connsiteY10" fmla="*/ 1281935 h 1358134"/>
              <a:gd name="connsiteX11" fmla="*/ 2042346 w 2743774"/>
              <a:gd name="connsiteY11" fmla="*/ 1351677 h 1358134"/>
              <a:gd name="connsiteX12" fmla="*/ 2605921 w 2743774"/>
              <a:gd name="connsiteY12" fmla="*/ 1089254 h 1358134"/>
              <a:gd name="connsiteX0" fmla="*/ 2630141 w 2784012"/>
              <a:gd name="connsiteY0" fmla="*/ 1059741 h 1358134"/>
              <a:gd name="connsiteX1" fmla="*/ 2701144 w 2784012"/>
              <a:gd name="connsiteY1" fmla="*/ 954011 h 1358134"/>
              <a:gd name="connsiteX2" fmla="*/ 2763069 w 2784012"/>
              <a:gd name="connsiteY2" fmla="*/ 1173876 h 1358134"/>
              <a:gd name="connsiteX3" fmla="*/ 2311653 w 2784012"/>
              <a:gd name="connsiteY3" fmla="*/ 1185307 h 1358134"/>
              <a:gd name="connsiteX4" fmla="*/ 2042344 w 2784012"/>
              <a:gd name="connsiteY4" fmla="*/ 1199276 h 1358134"/>
              <a:gd name="connsiteX5" fmla="*/ 1356543 w 2784012"/>
              <a:gd name="connsiteY5" fmla="*/ 272176 h 1358134"/>
              <a:gd name="connsiteX6" fmla="*/ 9419 w 2784012"/>
              <a:gd name="connsiteY6" fmla="*/ 1296 h 1358134"/>
              <a:gd name="connsiteX7" fmla="*/ 765995 w 2784012"/>
              <a:gd name="connsiteY7" fmla="*/ 345202 h 1358134"/>
              <a:gd name="connsiteX8" fmla="*/ 1153345 w 2784012"/>
              <a:gd name="connsiteY8" fmla="*/ 653177 h 1358134"/>
              <a:gd name="connsiteX9" fmla="*/ 645101 w 2784012"/>
              <a:gd name="connsiteY9" fmla="*/ 885359 h 1358134"/>
              <a:gd name="connsiteX10" fmla="*/ 1425720 w 2784012"/>
              <a:gd name="connsiteY10" fmla="*/ 1281935 h 1358134"/>
              <a:gd name="connsiteX11" fmla="*/ 2042346 w 2784012"/>
              <a:gd name="connsiteY11" fmla="*/ 1351677 h 1358134"/>
              <a:gd name="connsiteX12" fmla="*/ 2605921 w 2784012"/>
              <a:gd name="connsiteY12" fmla="*/ 1089254 h 1358134"/>
              <a:gd name="connsiteX0" fmla="*/ 2630141 w 2756675"/>
              <a:gd name="connsiteY0" fmla="*/ 1059741 h 1358134"/>
              <a:gd name="connsiteX1" fmla="*/ 2701144 w 2756675"/>
              <a:gd name="connsiteY1" fmla="*/ 954011 h 1358134"/>
              <a:gd name="connsiteX2" fmla="*/ 2731319 w 2756675"/>
              <a:gd name="connsiteY2" fmla="*/ 1154826 h 1358134"/>
              <a:gd name="connsiteX3" fmla="*/ 2311653 w 2756675"/>
              <a:gd name="connsiteY3" fmla="*/ 1185307 h 1358134"/>
              <a:gd name="connsiteX4" fmla="*/ 2042344 w 2756675"/>
              <a:gd name="connsiteY4" fmla="*/ 1199276 h 1358134"/>
              <a:gd name="connsiteX5" fmla="*/ 1356543 w 2756675"/>
              <a:gd name="connsiteY5" fmla="*/ 272176 h 1358134"/>
              <a:gd name="connsiteX6" fmla="*/ 9419 w 2756675"/>
              <a:gd name="connsiteY6" fmla="*/ 1296 h 1358134"/>
              <a:gd name="connsiteX7" fmla="*/ 765995 w 2756675"/>
              <a:gd name="connsiteY7" fmla="*/ 345202 h 1358134"/>
              <a:gd name="connsiteX8" fmla="*/ 1153345 w 2756675"/>
              <a:gd name="connsiteY8" fmla="*/ 653177 h 1358134"/>
              <a:gd name="connsiteX9" fmla="*/ 645101 w 2756675"/>
              <a:gd name="connsiteY9" fmla="*/ 885359 h 1358134"/>
              <a:gd name="connsiteX10" fmla="*/ 1425720 w 2756675"/>
              <a:gd name="connsiteY10" fmla="*/ 1281935 h 1358134"/>
              <a:gd name="connsiteX11" fmla="*/ 2042346 w 2756675"/>
              <a:gd name="connsiteY11" fmla="*/ 1351677 h 1358134"/>
              <a:gd name="connsiteX12" fmla="*/ 2605921 w 2756675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1653 w 2775642"/>
              <a:gd name="connsiteY3" fmla="*/ 1185307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1653 w 2775642"/>
              <a:gd name="connsiteY3" fmla="*/ 1185307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1653 w 2775642"/>
              <a:gd name="connsiteY3" fmla="*/ 1194832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8003 w 2775642"/>
              <a:gd name="connsiteY3" fmla="*/ 1169432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8003 w 2775642"/>
              <a:gd name="connsiteY3" fmla="*/ 1169432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8003 w 2775642"/>
              <a:gd name="connsiteY3" fmla="*/ 1182132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8003 w 2775642"/>
              <a:gd name="connsiteY3" fmla="*/ 1182132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8003 w 2775642"/>
              <a:gd name="connsiteY3" fmla="*/ 1182132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75642" h="1358134">
                <a:moveTo>
                  <a:pt x="2630141" y="1059741"/>
                </a:moveTo>
                <a:cubicBezTo>
                  <a:pt x="2641571" y="1077521"/>
                  <a:pt x="2680577" y="935518"/>
                  <a:pt x="2701144" y="954011"/>
                </a:cubicBezTo>
                <a:cubicBezTo>
                  <a:pt x="2721711" y="972504"/>
                  <a:pt x="2818459" y="1133739"/>
                  <a:pt x="2753544" y="1170701"/>
                </a:cubicBezTo>
                <a:cubicBezTo>
                  <a:pt x="2688629" y="1207663"/>
                  <a:pt x="2452411" y="1171020"/>
                  <a:pt x="2318003" y="1182132"/>
                </a:cubicBezTo>
                <a:cubicBezTo>
                  <a:pt x="2183595" y="1193244"/>
                  <a:pt x="2271379" y="1207002"/>
                  <a:pt x="2042344" y="1199276"/>
                </a:cubicBezTo>
                <a:cubicBezTo>
                  <a:pt x="1845059" y="1124875"/>
                  <a:pt x="1672610" y="482952"/>
                  <a:pt x="1356543" y="272176"/>
                </a:cubicBezTo>
                <a:cubicBezTo>
                  <a:pt x="1040476" y="61400"/>
                  <a:pt x="107844" y="-10875"/>
                  <a:pt x="9419" y="1296"/>
                </a:cubicBezTo>
                <a:cubicBezTo>
                  <a:pt x="-89006" y="13467"/>
                  <a:pt x="612912" y="276772"/>
                  <a:pt x="765995" y="345202"/>
                </a:cubicBezTo>
                <a:cubicBezTo>
                  <a:pt x="941304" y="426332"/>
                  <a:pt x="1175082" y="559447"/>
                  <a:pt x="1153345" y="653177"/>
                </a:cubicBezTo>
                <a:cubicBezTo>
                  <a:pt x="1131609" y="746907"/>
                  <a:pt x="599705" y="780566"/>
                  <a:pt x="645101" y="885359"/>
                </a:cubicBezTo>
                <a:cubicBezTo>
                  <a:pt x="690497" y="990152"/>
                  <a:pt x="1192846" y="1204215"/>
                  <a:pt x="1425720" y="1281935"/>
                </a:cubicBezTo>
                <a:cubicBezTo>
                  <a:pt x="1658594" y="1359655"/>
                  <a:pt x="1818129" y="1366857"/>
                  <a:pt x="2042346" y="1351677"/>
                </a:cubicBezTo>
                <a:cubicBezTo>
                  <a:pt x="2266563" y="1276172"/>
                  <a:pt x="2476538" y="1123466"/>
                  <a:pt x="2605921" y="1089254"/>
                </a:cubicBezTo>
              </a:path>
            </a:pathLst>
          </a:custGeom>
          <a:noFill/>
          <a:ln w="38100"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Rectangle 100"/>
          <p:cNvSpPr/>
          <p:nvPr/>
        </p:nvSpPr>
        <p:spPr>
          <a:xfrm>
            <a:off x="3089724" y="147918"/>
            <a:ext cx="8640000" cy="672815"/>
          </a:xfrm>
          <a:prstGeom prst="rect">
            <a:avLst/>
          </a:prstGeom>
          <a:solidFill>
            <a:srgbClr val="E6EE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400" b="1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[KMTC / </a:t>
            </a:r>
            <a:r>
              <a:rPr lang="en-US" altLang="ko-KR" sz="2400" b="1" dirty="0" err="1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Namsung</a:t>
            </a:r>
            <a:r>
              <a:rPr lang="en-US" altLang="ko-KR" sz="2400" b="1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] New China Japan (NCJ) - China leg</a:t>
            </a:r>
          </a:p>
        </p:txBody>
      </p:sp>
      <p:graphicFrame>
        <p:nvGraphicFramePr>
          <p:cNvPr id="117" name="표 1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6356957"/>
              </p:ext>
            </p:extLst>
          </p:nvPr>
        </p:nvGraphicFramePr>
        <p:xfrm>
          <a:off x="9766800" y="1029600"/>
          <a:ext cx="1963806" cy="111118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74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6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704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Terminal</a:t>
                      </a:r>
                    </a:p>
                  </a:txBody>
                  <a:tcPr marL="9525" marR="9525" marT="9525" marB="0"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HKT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Weekly throughput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 800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Schedule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Tue 04 ~ Wed 00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3" name="Rectangle 84"/>
          <p:cNvSpPr/>
          <p:nvPr/>
        </p:nvSpPr>
        <p:spPr>
          <a:xfrm>
            <a:off x="336176" y="147918"/>
            <a:ext cx="2700000" cy="900000"/>
          </a:xfrm>
          <a:prstGeom prst="rect">
            <a:avLst/>
          </a:prstGeom>
          <a:solidFill>
            <a:srgbClr val="0033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800" b="1" dirty="0">
                <a:solidFill>
                  <a:prstClr val="white"/>
                </a:solidFill>
                <a:latin typeface="Arial" pitchFamily="34" charset="0"/>
                <a:cs typeface="Arial" pitchFamily="34" charset="0"/>
              </a:rPr>
              <a:t>3_K/C/J</a:t>
            </a:r>
          </a:p>
        </p:txBody>
      </p:sp>
      <p:graphicFrame>
        <p:nvGraphicFramePr>
          <p:cNvPr id="93" name="Table 205">
            <a:extLst>
              <a:ext uri="{FF2B5EF4-FFF2-40B4-BE49-F238E27FC236}">
                <a16:creationId xmlns:a16="http://schemas.microsoft.com/office/drawing/2014/main" id="{320FCB6B-9456-464A-A6AC-46E1191CB5E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753634" y="5416366"/>
          <a:ext cx="8684732" cy="12418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9599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51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60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7063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97734"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Carriers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Dur</a:t>
                      </a:r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Freq.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Ships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Rotation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4415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KMTC / </a:t>
                      </a:r>
                      <a:r>
                        <a:rPr lang="en-US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Namsung</a:t>
                      </a:r>
                      <a:endParaRPr 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3 x 1,049 teu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/>
                        </a:rPr>
                        <a:t> Busan</a:t>
                      </a:r>
                      <a:r>
                        <a:rPr lang="en-US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Ulsan, </a:t>
                      </a:r>
                      <a:r>
                        <a:rPr lang="en-US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Kwangyang</a:t>
                      </a:r>
                      <a:r>
                        <a:rPr lang="en-US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Xingang, Qingdao, </a:t>
                      </a:r>
                      <a:r>
                        <a:rPr lang="en-US" altLang="ko-KR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/>
                        </a:rPr>
                        <a:t>Busan, 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Shimizu,</a:t>
                      </a:r>
                      <a:b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</a:b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Onahama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Sendai,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Kamaishi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Niigata,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Sakaiminato</a:t>
                      </a:r>
                      <a:r>
                        <a:rPr lang="en-US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</a:t>
                      </a:r>
                      <a:r>
                        <a:rPr lang="en-US" altLang="ko-KR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/>
                        </a:rPr>
                        <a:t>Busan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30" name="자유형: 도형 229">
            <a:extLst>
              <a:ext uri="{FF2B5EF4-FFF2-40B4-BE49-F238E27FC236}">
                <a16:creationId xmlns:a16="http://schemas.microsoft.com/office/drawing/2014/main" id="{884545F3-D584-433B-A58C-6B8CAFDB6AED}"/>
              </a:ext>
            </a:extLst>
          </p:cNvPr>
          <p:cNvSpPr/>
          <p:nvPr/>
        </p:nvSpPr>
        <p:spPr>
          <a:xfrm>
            <a:off x="6439248" y="1546272"/>
            <a:ext cx="2520600" cy="2756673"/>
          </a:xfrm>
          <a:custGeom>
            <a:avLst/>
            <a:gdLst>
              <a:gd name="connsiteX0" fmla="*/ 266700 w 551463"/>
              <a:gd name="connsiteY0" fmla="*/ 107366 h 413282"/>
              <a:gd name="connsiteX1" fmla="*/ 388620 w 551463"/>
              <a:gd name="connsiteY1" fmla="*/ 686 h 413282"/>
              <a:gd name="connsiteX2" fmla="*/ 548640 w 551463"/>
              <a:gd name="connsiteY2" fmla="*/ 153086 h 413282"/>
              <a:gd name="connsiteX3" fmla="*/ 243840 w 551463"/>
              <a:gd name="connsiteY3" fmla="*/ 412166 h 413282"/>
              <a:gd name="connsiteX4" fmla="*/ 0 w 551463"/>
              <a:gd name="connsiteY4" fmla="*/ 229286 h 413282"/>
              <a:gd name="connsiteX0" fmla="*/ 266700 w 553452"/>
              <a:gd name="connsiteY0" fmla="*/ 107366 h 297804"/>
              <a:gd name="connsiteX1" fmla="*/ 388620 w 553452"/>
              <a:gd name="connsiteY1" fmla="*/ 686 h 297804"/>
              <a:gd name="connsiteX2" fmla="*/ 548640 w 553452"/>
              <a:gd name="connsiteY2" fmla="*/ 153086 h 297804"/>
              <a:gd name="connsiteX3" fmla="*/ 190500 w 553452"/>
              <a:gd name="connsiteY3" fmla="*/ 282626 h 297804"/>
              <a:gd name="connsiteX4" fmla="*/ 0 w 553452"/>
              <a:gd name="connsiteY4" fmla="*/ 229286 h 297804"/>
              <a:gd name="connsiteX0" fmla="*/ 266700 w 531195"/>
              <a:gd name="connsiteY0" fmla="*/ 106704 h 299766"/>
              <a:gd name="connsiteX1" fmla="*/ 388620 w 531195"/>
              <a:gd name="connsiteY1" fmla="*/ 24 h 299766"/>
              <a:gd name="connsiteX2" fmla="*/ 525780 w 531195"/>
              <a:gd name="connsiteY2" fmla="*/ 114324 h 299766"/>
              <a:gd name="connsiteX3" fmla="*/ 190500 w 531195"/>
              <a:gd name="connsiteY3" fmla="*/ 281964 h 299766"/>
              <a:gd name="connsiteX4" fmla="*/ 0 w 531195"/>
              <a:gd name="connsiteY4" fmla="*/ 228624 h 299766"/>
              <a:gd name="connsiteX0" fmla="*/ 2101850 w 2366345"/>
              <a:gd name="connsiteY0" fmla="*/ 481330 h 657050"/>
              <a:gd name="connsiteX1" fmla="*/ 2223770 w 2366345"/>
              <a:gd name="connsiteY1" fmla="*/ 374650 h 657050"/>
              <a:gd name="connsiteX2" fmla="*/ 2360930 w 2366345"/>
              <a:gd name="connsiteY2" fmla="*/ 488950 h 657050"/>
              <a:gd name="connsiteX3" fmla="*/ 2025650 w 2366345"/>
              <a:gd name="connsiteY3" fmla="*/ 656590 h 657050"/>
              <a:gd name="connsiteX4" fmla="*/ 0 w 2366345"/>
              <a:gd name="connsiteY4" fmla="*/ 0 h 657050"/>
              <a:gd name="connsiteX0" fmla="*/ 2101850 w 2424707"/>
              <a:gd name="connsiteY0" fmla="*/ 481330 h 701468"/>
              <a:gd name="connsiteX1" fmla="*/ 2223770 w 2424707"/>
              <a:gd name="connsiteY1" fmla="*/ 374650 h 701468"/>
              <a:gd name="connsiteX2" fmla="*/ 2360930 w 2424707"/>
              <a:gd name="connsiteY2" fmla="*/ 488950 h 701468"/>
              <a:gd name="connsiteX3" fmla="*/ 1098550 w 2424707"/>
              <a:gd name="connsiteY3" fmla="*/ 701040 h 701468"/>
              <a:gd name="connsiteX4" fmla="*/ 0 w 2424707"/>
              <a:gd name="connsiteY4" fmla="*/ 0 h 701468"/>
              <a:gd name="connsiteX0" fmla="*/ 2101850 w 2387093"/>
              <a:gd name="connsiteY0" fmla="*/ 481330 h 736708"/>
              <a:gd name="connsiteX1" fmla="*/ 2223770 w 2387093"/>
              <a:gd name="connsiteY1" fmla="*/ 374650 h 736708"/>
              <a:gd name="connsiteX2" fmla="*/ 2360930 w 2387093"/>
              <a:gd name="connsiteY2" fmla="*/ 488950 h 736708"/>
              <a:gd name="connsiteX3" fmla="*/ 1657000 w 2387093"/>
              <a:gd name="connsiteY3" fmla="*/ 618965 h 736708"/>
              <a:gd name="connsiteX4" fmla="*/ 1098550 w 2387093"/>
              <a:gd name="connsiteY4" fmla="*/ 701040 h 736708"/>
              <a:gd name="connsiteX5" fmla="*/ 0 w 2387093"/>
              <a:gd name="connsiteY5" fmla="*/ 0 h 736708"/>
              <a:gd name="connsiteX0" fmla="*/ 2101850 w 2372712"/>
              <a:gd name="connsiteY0" fmla="*/ 481330 h 712608"/>
              <a:gd name="connsiteX1" fmla="*/ 2223770 w 2372712"/>
              <a:gd name="connsiteY1" fmla="*/ 374650 h 712608"/>
              <a:gd name="connsiteX2" fmla="*/ 2360930 w 2372712"/>
              <a:gd name="connsiteY2" fmla="*/ 488950 h 712608"/>
              <a:gd name="connsiteX3" fmla="*/ 1898300 w 2372712"/>
              <a:gd name="connsiteY3" fmla="*/ 149065 h 712608"/>
              <a:gd name="connsiteX4" fmla="*/ 1098550 w 2372712"/>
              <a:gd name="connsiteY4" fmla="*/ 701040 h 712608"/>
              <a:gd name="connsiteX5" fmla="*/ 0 w 2372712"/>
              <a:gd name="connsiteY5" fmla="*/ 0 h 712608"/>
              <a:gd name="connsiteX0" fmla="*/ 2101850 w 2704990"/>
              <a:gd name="connsiteY0" fmla="*/ 481330 h 712608"/>
              <a:gd name="connsiteX1" fmla="*/ 2700020 w 2704990"/>
              <a:gd name="connsiteY1" fmla="*/ 463550 h 712608"/>
              <a:gd name="connsiteX2" fmla="*/ 2360930 w 2704990"/>
              <a:gd name="connsiteY2" fmla="*/ 488950 h 712608"/>
              <a:gd name="connsiteX3" fmla="*/ 1898300 w 2704990"/>
              <a:gd name="connsiteY3" fmla="*/ 149065 h 712608"/>
              <a:gd name="connsiteX4" fmla="*/ 1098550 w 2704990"/>
              <a:gd name="connsiteY4" fmla="*/ 701040 h 712608"/>
              <a:gd name="connsiteX5" fmla="*/ 0 w 2704990"/>
              <a:gd name="connsiteY5" fmla="*/ 0 h 712608"/>
              <a:gd name="connsiteX0" fmla="*/ 2101850 w 2365268"/>
              <a:gd name="connsiteY0" fmla="*/ 570232 h 801510"/>
              <a:gd name="connsiteX1" fmla="*/ 2128520 w 2365268"/>
              <a:gd name="connsiteY1" fmla="*/ 2 h 801510"/>
              <a:gd name="connsiteX2" fmla="*/ 2360930 w 2365268"/>
              <a:gd name="connsiteY2" fmla="*/ 577852 h 801510"/>
              <a:gd name="connsiteX3" fmla="*/ 1898300 w 2365268"/>
              <a:gd name="connsiteY3" fmla="*/ 237967 h 801510"/>
              <a:gd name="connsiteX4" fmla="*/ 1098550 w 2365268"/>
              <a:gd name="connsiteY4" fmla="*/ 789942 h 801510"/>
              <a:gd name="connsiteX5" fmla="*/ 0 w 2365268"/>
              <a:gd name="connsiteY5" fmla="*/ 88902 h 801510"/>
              <a:gd name="connsiteX0" fmla="*/ 2184400 w 2365052"/>
              <a:gd name="connsiteY0" fmla="*/ 608365 h 801543"/>
              <a:gd name="connsiteX1" fmla="*/ 2128520 w 2365052"/>
              <a:gd name="connsiteY1" fmla="*/ 35 h 801543"/>
              <a:gd name="connsiteX2" fmla="*/ 2360930 w 2365052"/>
              <a:gd name="connsiteY2" fmla="*/ 577885 h 801543"/>
              <a:gd name="connsiteX3" fmla="*/ 1898300 w 2365052"/>
              <a:gd name="connsiteY3" fmla="*/ 238000 h 801543"/>
              <a:gd name="connsiteX4" fmla="*/ 1098550 w 2365052"/>
              <a:gd name="connsiteY4" fmla="*/ 789975 h 801543"/>
              <a:gd name="connsiteX5" fmla="*/ 0 w 2365052"/>
              <a:gd name="connsiteY5" fmla="*/ 88935 h 801543"/>
              <a:gd name="connsiteX0" fmla="*/ 2184400 w 2539470"/>
              <a:gd name="connsiteY0" fmla="*/ 608365 h 801543"/>
              <a:gd name="connsiteX1" fmla="*/ 2128520 w 2539470"/>
              <a:gd name="connsiteY1" fmla="*/ 35 h 801543"/>
              <a:gd name="connsiteX2" fmla="*/ 2360930 w 2539470"/>
              <a:gd name="connsiteY2" fmla="*/ 577885 h 801543"/>
              <a:gd name="connsiteX3" fmla="*/ 1898300 w 2539470"/>
              <a:gd name="connsiteY3" fmla="*/ 238000 h 801543"/>
              <a:gd name="connsiteX4" fmla="*/ 1098550 w 2539470"/>
              <a:gd name="connsiteY4" fmla="*/ 789975 h 801543"/>
              <a:gd name="connsiteX5" fmla="*/ 0 w 2539470"/>
              <a:gd name="connsiteY5" fmla="*/ 88935 h 801543"/>
              <a:gd name="connsiteX0" fmla="*/ 3448050 w 3656254"/>
              <a:gd name="connsiteY0" fmla="*/ 576581 h 801509"/>
              <a:gd name="connsiteX1" fmla="*/ 2128520 w 3656254"/>
              <a:gd name="connsiteY1" fmla="*/ 1 h 801509"/>
              <a:gd name="connsiteX2" fmla="*/ 2360930 w 3656254"/>
              <a:gd name="connsiteY2" fmla="*/ 577851 h 801509"/>
              <a:gd name="connsiteX3" fmla="*/ 1898300 w 3656254"/>
              <a:gd name="connsiteY3" fmla="*/ 237966 h 801509"/>
              <a:gd name="connsiteX4" fmla="*/ 1098550 w 3656254"/>
              <a:gd name="connsiteY4" fmla="*/ 789941 h 801509"/>
              <a:gd name="connsiteX5" fmla="*/ 0 w 3656254"/>
              <a:gd name="connsiteY5" fmla="*/ 88901 h 801509"/>
              <a:gd name="connsiteX0" fmla="*/ 3448050 w 3522696"/>
              <a:gd name="connsiteY0" fmla="*/ 576581 h 801509"/>
              <a:gd name="connsiteX1" fmla="*/ 2128520 w 3522696"/>
              <a:gd name="connsiteY1" fmla="*/ 1 h 801509"/>
              <a:gd name="connsiteX2" fmla="*/ 2360930 w 3522696"/>
              <a:gd name="connsiteY2" fmla="*/ 577851 h 801509"/>
              <a:gd name="connsiteX3" fmla="*/ 1898300 w 3522696"/>
              <a:gd name="connsiteY3" fmla="*/ 237966 h 801509"/>
              <a:gd name="connsiteX4" fmla="*/ 1098550 w 3522696"/>
              <a:gd name="connsiteY4" fmla="*/ 789941 h 801509"/>
              <a:gd name="connsiteX5" fmla="*/ 0 w 3522696"/>
              <a:gd name="connsiteY5" fmla="*/ 88901 h 801509"/>
              <a:gd name="connsiteX0" fmla="*/ 3448050 w 3776360"/>
              <a:gd name="connsiteY0" fmla="*/ 487680 h 712608"/>
              <a:gd name="connsiteX1" fmla="*/ 3639820 w 3776360"/>
              <a:gd name="connsiteY1" fmla="*/ 609600 h 712608"/>
              <a:gd name="connsiteX2" fmla="*/ 2360930 w 3776360"/>
              <a:gd name="connsiteY2" fmla="*/ 488950 h 712608"/>
              <a:gd name="connsiteX3" fmla="*/ 1898300 w 3776360"/>
              <a:gd name="connsiteY3" fmla="*/ 149065 h 712608"/>
              <a:gd name="connsiteX4" fmla="*/ 1098550 w 3776360"/>
              <a:gd name="connsiteY4" fmla="*/ 701040 h 712608"/>
              <a:gd name="connsiteX5" fmla="*/ 0 w 3776360"/>
              <a:gd name="connsiteY5" fmla="*/ 0 h 712608"/>
              <a:gd name="connsiteX0" fmla="*/ 3448050 w 3791734"/>
              <a:gd name="connsiteY0" fmla="*/ 589864 h 814792"/>
              <a:gd name="connsiteX1" fmla="*/ 3639820 w 3791734"/>
              <a:gd name="connsiteY1" fmla="*/ 711784 h 814792"/>
              <a:gd name="connsiteX2" fmla="*/ 2138680 w 3791734"/>
              <a:gd name="connsiteY2" fmla="*/ 13284 h 814792"/>
              <a:gd name="connsiteX3" fmla="*/ 1898300 w 3791734"/>
              <a:gd name="connsiteY3" fmla="*/ 251249 h 814792"/>
              <a:gd name="connsiteX4" fmla="*/ 1098550 w 3791734"/>
              <a:gd name="connsiteY4" fmla="*/ 803224 h 814792"/>
              <a:gd name="connsiteX5" fmla="*/ 0 w 3791734"/>
              <a:gd name="connsiteY5" fmla="*/ 102184 h 814792"/>
              <a:gd name="connsiteX0" fmla="*/ 3016250 w 3674392"/>
              <a:gd name="connsiteY0" fmla="*/ 12651 h 2015579"/>
              <a:gd name="connsiteX1" fmla="*/ 3639820 w 3674392"/>
              <a:gd name="connsiteY1" fmla="*/ 1912571 h 2015579"/>
              <a:gd name="connsiteX2" fmla="*/ 2138680 w 3674392"/>
              <a:gd name="connsiteY2" fmla="*/ 1214071 h 2015579"/>
              <a:gd name="connsiteX3" fmla="*/ 1898300 w 3674392"/>
              <a:gd name="connsiteY3" fmla="*/ 1452036 h 2015579"/>
              <a:gd name="connsiteX4" fmla="*/ 1098550 w 3674392"/>
              <a:gd name="connsiteY4" fmla="*/ 2004011 h 2015579"/>
              <a:gd name="connsiteX5" fmla="*/ 0 w 3674392"/>
              <a:gd name="connsiteY5" fmla="*/ 1302971 h 2015579"/>
              <a:gd name="connsiteX0" fmla="*/ 3016250 w 3674392"/>
              <a:gd name="connsiteY0" fmla="*/ 12651 h 2015579"/>
              <a:gd name="connsiteX1" fmla="*/ 3639820 w 3674392"/>
              <a:gd name="connsiteY1" fmla="*/ 1912571 h 2015579"/>
              <a:gd name="connsiteX2" fmla="*/ 2653950 w 3674392"/>
              <a:gd name="connsiteY2" fmla="*/ 1483787 h 2015579"/>
              <a:gd name="connsiteX3" fmla="*/ 2138680 w 3674392"/>
              <a:gd name="connsiteY3" fmla="*/ 1214071 h 2015579"/>
              <a:gd name="connsiteX4" fmla="*/ 1898300 w 3674392"/>
              <a:gd name="connsiteY4" fmla="*/ 1452036 h 2015579"/>
              <a:gd name="connsiteX5" fmla="*/ 1098550 w 3674392"/>
              <a:gd name="connsiteY5" fmla="*/ 2004011 h 2015579"/>
              <a:gd name="connsiteX6" fmla="*/ 0 w 3674392"/>
              <a:gd name="connsiteY6" fmla="*/ 1302971 h 2015579"/>
              <a:gd name="connsiteX0" fmla="*/ 3016250 w 3674392"/>
              <a:gd name="connsiteY0" fmla="*/ 12651 h 2039093"/>
              <a:gd name="connsiteX1" fmla="*/ 3639820 w 3674392"/>
              <a:gd name="connsiteY1" fmla="*/ 1912571 h 2039093"/>
              <a:gd name="connsiteX2" fmla="*/ 3187350 w 3674392"/>
              <a:gd name="connsiteY2" fmla="*/ 1820337 h 2039093"/>
              <a:gd name="connsiteX3" fmla="*/ 2653950 w 3674392"/>
              <a:gd name="connsiteY3" fmla="*/ 1483787 h 2039093"/>
              <a:gd name="connsiteX4" fmla="*/ 2138680 w 3674392"/>
              <a:gd name="connsiteY4" fmla="*/ 1214071 h 2039093"/>
              <a:gd name="connsiteX5" fmla="*/ 1898300 w 3674392"/>
              <a:gd name="connsiteY5" fmla="*/ 1452036 h 2039093"/>
              <a:gd name="connsiteX6" fmla="*/ 1098550 w 3674392"/>
              <a:gd name="connsiteY6" fmla="*/ 2004011 h 2039093"/>
              <a:gd name="connsiteX7" fmla="*/ 0 w 3674392"/>
              <a:gd name="connsiteY7" fmla="*/ 1302971 h 2039093"/>
              <a:gd name="connsiteX0" fmla="*/ 3016250 w 3674392"/>
              <a:gd name="connsiteY0" fmla="*/ 12651 h 2039093"/>
              <a:gd name="connsiteX1" fmla="*/ 3639820 w 3674392"/>
              <a:gd name="connsiteY1" fmla="*/ 1912571 h 2039093"/>
              <a:gd name="connsiteX2" fmla="*/ 3187350 w 3674392"/>
              <a:gd name="connsiteY2" fmla="*/ 1820337 h 2039093"/>
              <a:gd name="connsiteX3" fmla="*/ 2450750 w 3674392"/>
              <a:gd name="connsiteY3" fmla="*/ 569387 h 2039093"/>
              <a:gd name="connsiteX4" fmla="*/ 2138680 w 3674392"/>
              <a:gd name="connsiteY4" fmla="*/ 1214071 h 2039093"/>
              <a:gd name="connsiteX5" fmla="*/ 1898300 w 3674392"/>
              <a:gd name="connsiteY5" fmla="*/ 1452036 h 2039093"/>
              <a:gd name="connsiteX6" fmla="*/ 1098550 w 3674392"/>
              <a:gd name="connsiteY6" fmla="*/ 2004011 h 2039093"/>
              <a:gd name="connsiteX7" fmla="*/ 0 w 3674392"/>
              <a:gd name="connsiteY7" fmla="*/ 1302971 h 2039093"/>
              <a:gd name="connsiteX0" fmla="*/ 3016250 w 3660956"/>
              <a:gd name="connsiteY0" fmla="*/ 11642 h 2014570"/>
              <a:gd name="connsiteX1" fmla="*/ 3639820 w 3660956"/>
              <a:gd name="connsiteY1" fmla="*/ 1911562 h 2014570"/>
              <a:gd name="connsiteX2" fmla="*/ 2387250 w 3660956"/>
              <a:gd name="connsiteY2" fmla="*/ 149278 h 2014570"/>
              <a:gd name="connsiteX3" fmla="*/ 2450750 w 3660956"/>
              <a:gd name="connsiteY3" fmla="*/ 568378 h 2014570"/>
              <a:gd name="connsiteX4" fmla="*/ 2138680 w 3660956"/>
              <a:gd name="connsiteY4" fmla="*/ 1213062 h 2014570"/>
              <a:gd name="connsiteX5" fmla="*/ 1898300 w 3660956"/>
              <a:gd name="connsiteY5" fmla="*/ 1451027 h 2014570"/>
              <a:gd name="connsiteX6" fmla="*/ 1098550 w 3660956"/>
              <a:gd name="connsiteY6" fmla="*/ 2003002 h 2014570"/>
              <a:gd name="connsiteX7" fmla="*/ 0 w 3660956"/>
              <a:gd name="connsiteY7" fmla="*/ 1301962 h 2014570"/>
              <a:gd name="connsiteX0" fmla="*/ 3016250 w 3660956"/>
              <a:gd name="connsiteY0" fmla="*/ 11642 h 2014570"/>
              <a:gd name="connsiteX1" fmla="*/ 3639820 w 3660956"/>
              <a:gd name="connsiteY1" fmla="*/ 1911562 h 2014570"/>
              <a:gd name="connsiteX2" fmla="*/ 3041300 w 3660956"/>
              <a:gd name="connsiteY2" fmla="*/ 1082727 h 2014570"/>
              <a:gd name="connsiteX3" fmla="*/ 2387250 w 3660956"/>
              <a:gd name="connsiteY3" fmla="*/ 149278 h 2014570"/>
              <a:gd name="connsiteX4" fmla="*/ 2450750 w 3660956"/>
              <a:gd name="connsiteY4" fmla="*/ 568378 h 2014570"/>
              <a:gd name="connsiteX5" fmla="*/ 2138680 w 3660956"/>
              <a:gd name="connsiteY5" fmla="*/ 1213062 h 2014570"/>
              <a:gd name="connsiteX6" fmla="*/ 1898300 w 3660956"/>
              <a:gd name="connsiteY6" fmla="*/ 1451027 h 2014570"/>
              <a:gd name="connsiteX7" fmla="*/ 1098550 w 3660956"/>
              <a:gd name="connsiteY7" fmla="*/ 2003002 h 2014570"/>
              <a:gd name="connsiteX8" fmla="*/ 0 w 3660956"/>
              <a:gd name="connsiteY8" fmla="*/ 1301962 h 2014570"/>
              <a:gd name="connsiteX0" fmla="*/ 3016250 w 3655647"/>
              <a:gd name="connsiteY0" fmla="*/ 334832 h 2337760"/>
              <a:gd name="connsiteX1" fmla="*/ 3639820 w 3655647"/>
              <a:gd name="connsiteY1" fmla="*/ 2234752 h 2337760"/>
              <a:gd name="connsiteX2" fmla="*/ 2495200 w 3655647"/>
              <a:gd name="connsiteY2" fmla="*/ 66067 h 2337760"/>
              <a:gd name="connsiteX3" fmla="*/ 2387250 w 3655647"/>
              <a:gd name="connsiteY3" fmla="*/ 472468 h 2337760"/>
              <a:gd name="connsiteX4" fmla="*/ 2450750 w 3655647"/>
              <a:gd name="connsiteY4" fmla="*/ 891568 h 2337760"/>
              <a:gd name="connsiteX5" fmla="*/ 2138680 w 3655647"/>
              <a:gd name="connsiteY5" fmla="*/ 1536252 h 2337760"/>
              <a:gd name="connsiteX6" fmla="*/ 1898300 w 3655647"/>
              <a:gd name="connsiteY6" fmla="*/ 1774217 h 2337760"/>
              <a:gd name="connsiteX7" fmla="*/ 1098550 w 3655647"/>
              <a:gd name="connsiteY7" fmla="*/ 2326192 h 2337760"/>
              <a:gd name="connsiteX8" fmla="*/ 0 w 3655647"/>
              <a:gd name="connsiteY8" fmla="*/ 1625152 h 2337760"/>
              <a:gd name="connsiteX0" fmla="*/ 3016250 w 3100212"/>
              <a:gd name="connsiteY0" fmla="*/ 334832 h 2337760"/>
              <a:gd name="connsiteX1" fmla="*/ 1995170 w 3100212"/>
              <a:gd name="connsiteY1" fmla="*/ 571052 h 2337760"/>
              <a:gd name="connsiteX2" fmla="*/ 2495200 w 3100212"/>
              <a:gd name="connsiteY2" fmla="*/ 66067 h 2337760"/>
              <a:gd name="connsiteX3" fmla="*/ 2387250 w 3100212"/>
              <a:gd name="connsiteY3" fmla="*/ 472468 h 2337760"/>
              <a:gd name="connsiteX4" fmla="*/ 2450750 w 3100212"/>
              <a:gd name="connsiteY4" fmla="*/ 891568 h 2337760"/>
              <a:gd name="connsiteX5" fmla="*/ 2138680 w 3100212"/>
              <a:gd name="connsiteY5" fmla="*/ 1536252 h 2337760"/>
              <a:gd name="connsiteX6" fmla="*/ 1898300 w 3100212"/>
              <a:gd name="connsiteY6" fmla="*/ 1774217 h 2337760"/>
              <a:gd name="connsiteX7" fmla="*/ 1098550 w 3100212"/>
              <a:gd name="connsiteY7" fmla="*/ 2326192 h 2337760"/>
              <a:gd name="connsiteX8" fmla="*/ 0 w 3100212"/>
              <a:gd name="connsiteY8" fmla="*/ 1625152 h 2337760"/>
              <a:gd name="connsiteX0" fmla="*/ 495300 w 2555359"/>
              <a:gd name="connsiteY0" fmla="*/ 42732 h 2337760"/>
              <a:gd name="connsiteX1" fmla="*/ 1995170 w 2555359"/>
              <a:gd name="connsiteY1" fmla="*/ 571052 h 2337760"/>
              <a:gd name="connsiteX2" fmla="*/ 2495200 w 2555359"/>
              <a:gd name="connsiteY2" fmla="*/ 66067 h 2337760"/>
              <a:gd name="connsiteX3" fmla="*/ 2387250 w 2555359"/>
              <a:gd name="connsiteY3" fmla="*/ 472468 h 2337760"/>
              <a:gd name="connsiteX4" fmla="*/ 2450750 w 2555359"/>
              <a:gd name="connsiteY4" fmla="*/ 891568 h 2337760"/>
              <a:gd name="connsiteX5" fmla="*/ 2138680 w 2555359"/>
              <a:gd name="connsiteY5" fmla="*/ 1536252 h 2337760"/>
              <a:gd name="connsiteX6" fmla="*/ 1898300 w 2555359"/>
              <a:gd name="connsiteY6" fmla="*/ 1774217 h 2337760"/>
              <a:gd name="connsiteX7" fmla="*/ 1098550 w 2555359"/>
              <a:gd name="connsiteY7" fmla="*/ 2326192 h 2337760"/>
              <a:gd name="connsiteX8" fmla="*/ 0 w 2555359"/>
              <a:gd name="connsiteY8" fmla="*/ 1625152 h 2337760"/>
              <a:gd name="connsiteX0" fmla="*/ 495300 w 2526551"/>
              <a:gd name="connsiteY0" fmla="*/ 221226 h 2516254"/>
              <a:gd name="connsiteX1" fmla="*/ 1480820 w 2526551"/>
              <a:gd name="connsiteY1" fmla="*/ 246 h 2516254"/>
              <a:gd name="connsiteX2" fmla="*/ 2495200 w 2526551"/>
              <a:gd name="connsiteY2" fmla="*/ 244561 h 2516254"/>
              <a:gd name="connsiteX3" fmla="*/ 2387250 w 2526551"/>
              <a:gd name="connsiteY3" fmla="*/ 650962 h 2516254"/>
              <a:gd name="connsiteX4" fmla="*/ 2450750 w 2526551"/>
              <a:gd name="connsiteY4" fmla="*/ 1070062 h 2516254"/>
              <a:gd name="connsiteX5" fmla="*/ 2138680 w 2526551"/>
              <a:gd name="connsiteY5" fmla="*/ 1714746 h 2516254"/>
              <a:gd name="connsiteX6" fmla="*/ 1898300 w 2526551"/>
              <a:gd name="connsiteY6" fmla="*/ 1952711 h 2516254"/>
              <a:gd name="connsiteX7" fmla="*/ 1098550 w 2526551"/>
              <a:gd name="connsiteY7" fmla="*/ 2504686 h 2516254"/>
              <a:gd name="connsiteX8" fmla="*/ 0 w 2526551"/>
              <a:gd name="connsiteY8" fmla="*/ 1803646 h 2516254"/>
              <a:gd name="connsiteX0" fmla="*/ 495300 w 2611051"/>
              <a:gd name="connsiteY0" fmla="*/ 475018 h 2770046"/>
              <a:gd name="connsiteX1" fmla="*/ 2293620 w 2611051"/>
              <a:gd name="connsiteY1" fmla="*/ 38 h 2770046"/>
              <a:gd name="connsiteX2" fmla="*/ 2495200 w 2611051"/>
              <a:gd name="connsiteY2" fmla="*/ 498353 h 2770046"/>
              <a:gd name="connsiteX3" fmla="*/ 2387250 w 2611051"/>
              <a:gd name="connsiteY3" fmla="*/ 904754 h 2770046"/>
              <a:gd name="connsiteX4" fmla="*/ 2450750 w 2611051"/>
              <a:gd name="connsiteY4" fmla="*/ 1323854 h 2770046"/>
              <a:gd name="connsiteX5" fmla="*/ 2138680 w 2611051"/>
              <a:gd name="connsiteY5" fmla="*/ 1968538 h 2770046"/>
              <a:gd name="connsiteX6" fmla="*/ 1898300 w 2611051"/>
              <a:gd name="connsiteY6" fmla="*/ 2206503 h 2770046"/>
              <a:gd name="connsiteX7" fmla="*/ 1098550 w 2611051"/>
              <a:gd name="connsiteY7" fmla="*/ 2758478 h 2770046"/>
              <a:gd name="connsiteX8" fmla="*/ 0 w 2611051"/>
              <a:gd name="connsiteY8" fmla="*/ 2057438 h 2770046"/>
              <a:gd name="connsiteX0" fmla="*/ 495300 w 2629905"/>
              <a:gd name="connsiteY0" fmla="*/ 475103 h 2770131"/>
              <a:gd name="connsiteX1" fmla="*/ 2293620 w 2629905"/>
              <a:gd name="connsiteY1" fmla="*/ 123 h 2770131"/>
              <a:gd name="connsiteX2" fmla="*/ 2520600 w 2629905"/>
              <a:gd name="connsiteY2" fmla="*/ 517488 h 2770131"/>
              <a:gd name="connsiteX3" fmla="*/ 2387250 w 2629905"/>
              <a:gd name="connsiteY3" fmla="*/ 904839 h 2770131"/>
              <a:gd name="connsiteX4" fmla="*/ 2450750 w 2629905"/>
              <a:gd name="connsiteY4" fmla="*/ 1323939 h 2770131"/>
              <a:gd name="connsiteX5" fmla="*/ 2138680 w 2629905"/>
              <a:gd name="connsiteY5" fmla="*/ 1968623 h 2770131"/>
              <a:gd name="connsiteX6" fmla="*/ 1898300 w 2629905"/>
              <a:gd name="connsiteY6" fmla="*/ 2206588 h 2770131"/>
              <a:gd name="connsiteX7" fmla="*/ 1098550 w 2629905"/>
              <a:gd name="connsiteY7" fmla="*/ 2758563 h 2770131"/>
              <a:gd name="connsiteX8" fmla="*/ 0 w 2629905"/>
              <a:gd name="connsiteY8" fmla="*/ 2057523 h 2770131"/>
              <a:gd name="connsiteX0" fmla="*/ 495300 w 2595869"/>
              <a:gd name="connsiteY0" fmla="*/ 678253 h 2973281"/>
              <a:gd name="connsiteX1" fmla="*/ 2134870 w 2595869"/>
              <a:gd name="connsiteY1" fmla="*/ 73 h 2973281"/>
              <a:gd name="connsiteX2" fmla="*/ 2520600 w 2595869"/>
              <a:gd name="connsiteY2" fmla="*/ 720638 h 2973281"/>
              <a:gd name="connsiteX3" fmla="*/ 2387250 w 2595869"/>
              <a:gd name="connsiteY3" fmla="*/ 1107989 h 2973281"/>
              <a:gd name="connsiteX4" fmla="*/ 2450750 w 2595869"/>
              <a:gd name="connsiteY4" fmla="*/ 1527089 h 2973281"/>
              <a:gd name="connsiteX5" fmla="*/ 2138680 w 2595869"/>
              <a:gd name="connsiteY5" fmla="*/ 2171773 h 2973281"/>
              <a:gd name="connsiteX6" fmla="*/ 1898300 w 2595869"/>
              <a:gd name="connsiteY6" fmla="*/ 2409738 h 2973281"/>
              <a:gd name="connsiteX7" fmla="*/ 1098550 w 2595869"/>
              <a:gd name="connsiteY7" fmla="*/ 2961713 h 2973281"/>
              <a:gd name="connsiteX8" fmla="*/ 0 w 2595869"/>
              <a:gd name="connsiteY8" fmla="*/ 2260673 h 2973281"/>
              <a:gd name="connsiteX0" fmla="*/ 495300 w 2576950"/>
              <a:gd name="connsiteY0" fmla="*/ 703703 h 2998731"/>
              <a:gd name="connsiteX1" fmla="*/ 1510952 w 2576950"/>
              <a:gd name="connsiteY1" fmla="*/ 212689 h 2998731"/>
              <a:gd name="connsiteX2" fmla="*/ 2134870 w 2576950"/>
              <a:gd name="connsiteY2" fmla="*/ 25523 h 2998731"/>
              <a:gd name="connsiteX3" fmla="*/ 2520600 w 2576950"/>
              <a:gd name="connsiteY3" fmla="*/ 746088 h 2998731"/>
              <a:gd name="connsiteX4" fmla="*/ 2387250 w 2576950"/>
              <a:gd name="connsiteY4" fmla="*/ 1133439 h 2998731"/>
              <a:gd name="connsiteX5" fmla="*/ 2450750 w 2576950"/>
              <a:gd name="connsiteY5" fmla="*/ 1552539 h 2998731"/>
              <a:gd name="connsiteX6" fmla="*/ 2138680 w 2576950"/>
              <a:gd name="connsiteY6" fmla="*/ 2197223 h 2998731"/>
              <a:gd name="connsiteX7" fmla="*/ 1898300 w 2576950"/>
              <a:gd name="connsiteY7" fmla="*/ 2435188 h 2998731"/>
              <a:gd name="connsiteX8" fmla="*/ 1098550 w 2576950"/>
              <a:gd name="connsiteY8" fmla="*/ 2987163 h 2998731"/>
              <a:gd name="connsiteX9" fmla="*/ 0 w 2576950"/>
              <a:gd name="connsiteY9" fmla="*/ 2286123 h 2998731"/>
              <a:gd name="connsiteX0" fmla="*/ 495300 w 2571224"/>
              <a:gd name="connsiteY0" fmla="*/ 682631 h 2977659"/>
              <a:gd name="connsiteX1" fmla="*/ 1942752 w 2571224"/>
              <a:gd name="connsiteY1" fmla="*/ 1220317 h 2977659"/>
              <a:gd name="connsiteX2" fmla="*/ 2134870 w 2571224"/>
              <a:gd name="connsiteY2" fmla="*/ 4451 h 2977659"/>
              <a:gd name="connsiteX3" fmla="*/ 2520600 w 2571224"/>
              <a:gd name="connsiteY3" fmla="*/ 725016 h 2977659"/>
              <a:gd name="connsiteX4" fmla="*/ 2387250 w 2571224"/>
              <a:gd name="connsiteY4" fmla="*/ 1112367 h 2977659"/>
              <a:gd name="connsiteX5" fmla="*/ 2450750 w 2571224"/>
              <a:gd name="connsiteY5" fmla="*/ 1531467 h 2977659"/>
              <a:gd name="connsiteX6" fmla="*/ 2138680 w 2571224"/>
              <a:gd name="connsiteY6" fmla="*/ 2176151 h 2977659"/>
              <a:gd name="connsiteX7" fmla="*/ 1898300 w 2571224"/>
              <a:gd name="connsiteY7" fmla="*/ 2414116 h 2977659"/>
              <a:gd name="connsiteX8" fmla="*/ 1098550 w 2571224"/>
              <a:gd name="connsiteY8" fmla="*/ 2966091 h 2977659"/>
              <a:gd name="connsiteX9" fmla="*/ 0 w 2571224"/>
              <a:gd name="connsiteY9" fmla="*/ 2265051 h 2977659"/>
              <a:gd name="connsiteX0" fmla="*/ 298450 w 2571224"/>
              <a:gd name="connsiteY0" fmla="*/ 1654181 h 2977659"/>
              <a:gd name="connsiteX1" fmla="*/ 1942752 w 2571224"/>
              <a:gd name="connsiteY1" fmla="*/ 1220317 h 2977659"/>
              <a:gd name="connsiteX2" fmla="*/ 2134870 w 2571224"/>
              <a:gd name="connsiteY2" fmla="*/ 4451 h 2977659"/>
              <a:gd name="connsiteX3" fmla="*/ 2520600 w 2571224"/>
              <a:gd name="connsiteY3" fmla="*/ 725016 h 2977659"/>
              <a:gd name="connsiteX4" fmla="*/ 2387250 w 2571224"/>
              <a:gd name="connsiteY4" fmla="*/ 1112367 h 2977659"/>
              <a:gd name="connsiteX5" fmla="*/ 2450750 w 2571224"/>
              <a:gd name="connsiteY5" fmla="*/ 1531467 h 2977659"/>
              <a:gd name="connsiteX6" fmla="*/ 2138680 w 2571224"/>
              <a:gd name="connsiteY6" fmla="*/ 2176151 h 2977659"/>
              <a:gd name="connsiteX7" fmla="*/ 1898300 w 2571224"/>
              <a:gd name="connsiteY7" fmla="*/ 2414116 h 2977659"/>
              <a:gd name="connsiteX8" fmla="*/ 1098550 w 2571224"/>
              <a:gd name="connsiteY8" fmla="*/ 2966091 h 2977659"/>
              <a:gd name="connsiteX9" fmla="*/ 0 w 2571224"/>
              <a:gd name="connsiteY9" fmla="*/ 2265051 h 2977659"/>
              <a:gd name="connsiteX0" fmla="*/ 298450 w 2571224"/>
              <a:gd name="connsiteY0" fmla="*/ 1654181 h 2977659"/>
              <a:gd name="connsiteX1" fmla="*/ 1237902 w 2571224"/>
              <a:gd name="connsiteY1" fmla="*/ 1398117 h 2977659"/>
              <a:gd name="connsiteX2" fmla="*/ 1942752 w 2571224"/>
              <a:gd name="connsiteY2" fmla="*/ 1220317 h 2977659"/>
              <a:gd name="connsiteX3" fmla="*/ 2134870 w 2571224"/>
              <a:gd name="connsiteY3" fmla="*/ 4451 h 2977659"/>
              <a:gd name="connsiteX4" fmla="*/ 2520600 w 2571224"/>
              <a:gd name="connsiteY4" fmla="*/ 725016 h 2977659"/>
              <a:gd name="connsiteX5" fmla="*/ 2387250 w 2571224"/>
              <a:gd name="connsiteY5" fmla="*/ 1112367 h 2977659"/>
              <a:gd name="connsiteX6" fmla="*/ 2450750 w 2571224"/>
              <a:gd name="connsiteY6" fmla="*/ 1531467 h 2977659"/>
              <a:gd name="connsiteX7" fmla="*/ 2138680 w 2571224"/>
              <a:gd name="connsiteY7" fmla="*/ 2176151 h 2977659"/>
              <a:gd name="connsiteX8" fmla="*/ 1898300 w 2571224"/>
              <a:gd name="connsiteY8" fmla="*/ 2414116 h 2977659"/>
              <a:gd name="connsiteX9" fmla="*/ 1098550 w 2571224"/>
              <a:gd name="connsiteY9" fmla="*/ 2966091 h 2977659"/>
              <a:gd name="connsiteX10" fmla="*/ 0 w 2571224"/>
              <a:gd name="connsiteY10" fmla="*/ 2265051 h 2977659"/>
              <a:gd name="connsiteX0" fmla="*/ 298450 w 2571224"/>
              <a:gd name="connsiteY0" fmla="*/ 1654181 h 2977659"/>
              <a:gd name="connsiteX1" fmla="*/ 907702 w 2571224"/>
              <a:gd name="connsiteY1" fmla="*/ 2096617 h 2977659"/>
              <a:gd name="connsiteX2" fmla="*/ 1942752 w 2571224"/>
              <a:gd name="connsiteY2" fmla="*/ 1220317 h 2977659"/>
              <a:gd name="connsiteX3" fmla="*/ 2134870 w 2571224"/>
              <a:gd name="connsiteY3" fmla="*/ 4451 h 2977659"/>
              <a:gd name="connsiteX4" fmla="*/ 2520600 w 2571224"/>
              <a:gd name="connsiteY4" fmla="*/ 725016 h 2977659"/>
              <a:gd name="connsiteX5" fmla="*/ 2387250 w 2571224"/>
              <a:gd name="connsiteY5" fmla="*/ 1112367 h 2977659"/>
              <a:gd name="connsiteX6" fmla="*/ 2450750 w 2571224"/>
              <a:gd name="connsiteY6" fmla="*/ 1531467 h 2977659"/>
              <a:gd name="connsiteX7" fmla="*/ 2138680 w 2571224"/>
              <a:gd name="connsiteY7" fmla="*/ 2176151 h 2977659"/>
              <a:gd name="connsiteX8" fmla="*/ 1898300 w 2571224"/>
              <a:gd name="connsiteY8" fmla="*/ 2414116 h 2977659"/>
              <a:gd name="connsiteX9" fmla="*/ 1098550 w 2571224"/>
              <a:gd name="connsiteY9" fmla="*/ 2966091 h 2977659"/>
              <a:gd name="connsiteX10" fmla="*/ 0 w 2571224"/>
              <a:gd name="connsiteY10" fmla="*/ 2265051 h 2977659"/>
              <a:gd name="connsiteX0" fmla="*/ 6350 w 2571224"/>
              <a:gd name="connsiteY0" fmla="*/ 2257431 h 2977659"/>
              <a:gd name="connsiteX1" fmla="*/ 907702 w 2571224"/>
              <a:gd name="connsiteY1" fmla="*/ 2096617 h 2977659"/>
              <a:gd name="connsiteX2" fmla="*/ 1942752 w 2571224"/>
              <a:gd name="connsiteY2" fmla="*/ 1220317 h 2977659"/>
              <a:gd name="connsiteX3" fmla="*/ 2134870 w 2571224"/>
              <a:gd name="connsiteY3" fmla="*/ 4451 h 2977659"/>
              <a:gd name="connsiteX4" fmla="*/ 2520600 w 2571224"/>
              <a:gd name="connsiteY4" fmla="*/ 725016 h 2977659"/>
              <a:gd name="connsiteX5" fmla="*/ 2387250 w 2571224"/>
              <a:gd name="connsiteY5" fmla="*/ 1112367 h 2977659"/>
              <a:gd name="connsiteX6" fmla="*/ 2450750 w 2571224"/>
              <a:gd name="connsiteY6" fmla="*/ 1531467 h 2977659"/>
              <a:gd name="connsiteX7" fmla="*/ 2138680 w 2571224"/>
              <a:gd name="connsiteY7" fmla="*/ 2176151 h 2977659"/>
              <a:gd name="connsiteX8" fmla="*/ 1898300 w 2571224"/>
              <a:gd name="connsiteY8" fmla="*/ 2414116 h 2977659"/>
              <a:gd name="connsiteX9" fmla="*/ 1098550 w 2571224"/>
              <a:gd name="connsiteY9" fmla="*/ 2966091 h 2977659"/>
              <a:gd name="connsiteX10" fmla="*/ 0 w 2571224"/>
              <a:gd name="connsiteY10" fmla="*/ 2265051 h 2977659"/>
              <a:gd name="connsiteX0" fmla="*/ 6350 w 2571224"/>
              <a:gd name="connsiteY0" fmla="*/ 2257431 h 2803858"/>
              <a:gd name="connsiteX1" fmla="*/ 907702 w 2571224"/>
              <a:gd name="connsiteY1" fmla="*/ 2096617 h 2803858"/>
              <a:gd name="connsiteX2" fmla="*/ 1942752 w 2571224"/>
              <a:gd name="connsiteY2" fmla="*/ 1220317 h 2803858"/>
              <a:gd name="connsiteX3" fmla="*/ 2134870 w 2571224"/>
              <a:gd name="connsiteY3" fmla="*/ 4451 h 2803858"/>
              <a:gd name="connsiteX4" fmla="*/ 2520600 w 2571224"/>
              <a:gd name="connsiteY4" fmla="*/ 725016 h 2803858"/>
              <a:gd name="connsiteX5" fmla="*/ 2387250 w 2571224"/>
              <a:gd name="connsiteY5" fmla="*/ 1112367 h 2803858"/>
              <a:gd name="connsiteX6" fmla="*/ 2450750 w 2571224"/>
              <a:gd name="connsiteY6" fmla="*/ 1531467 h 2803858"/>
              <a:gd name="connsiteX7" fmla="*/ 2138680 w 2571224"/>
              <a:gd name="connsiteY7" fmla="*/ 2176151 h 2803858"/>
              <a:gd name="connsiteX8" fmla="*/ 1898300 w 2571224"/>
              <a:gd name="connsiteY8" fmla="*/ 2414116 h 2803858"/>
              <a:gd name="connsiteX9" fmla="*/ 1136650 w 2571224"/>
              <a:gd name="connsiteY9" fmla="*/ 2788291 h 2803858"/>
              <a:gd name="connsiteX10" fmla="*/ 0 w 2571224"/>
              <a:gd name="connsiteY10" fmla="*/ 2265051 h 2803858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138680 w 2571224"/>
              <a:gd name="connsiteY7" fmla="*/ 2176151 h 2806047"/>
              <a:gd name="connsiteX8" fmla="*/ 1936400 w 2571224"/>
              <a:gd name="connsiteY8" fmla="*/ 2477616 h 2806047"/>
              <a:gd name="connsiteX9" fmla="*/ 1136650 w 2571224"/>
              <a:gd name="connsiteY9" fmla="*/ 2788291 h 2806047"/>
              <a:gd name="connsiteX10" fmla="*/ 0 w 2571224"/>
              <a:gd name="connsiteY10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138680 w 2571224"/>
              <a:gd name="connsiteY7" fmla="*/ 2176151 h 2806047"/>
              <a:gd name="connsiteX8" fmla="*/ 1936400 w 2571224"/>
              <a:gd name="connsiteY8" fmla="*/ 2477616 h 2806047"/>
              <a:gd name="connsiteX9" fmla="*/ 1136650 w 2571224"/>
              <a:gd name="connsiteY9" fmla="*/ 2788291 h 2806047"/>
              <a:gd name="connsiteX10" fmla="*/ 0 w 2571224"/>
              <a:gd name="connsiteY10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138680 w 2571224"/>
              <a:gd name="connsiteY7" fmla="*/ 2176151 h 2806047"/>
              <a:gd name="connsiteX8" fmla="*/ 1936400 w 2571224"/>
              <a:gd name="connsiteY8" fmla="*/ 2477616 h 2806047"/>
              <a:gd name="connsiteX9" fmla="*/ 1136650 w 2571224"/>
              <a:gd name="connsiteY9" fmla="*/ 2788291 h 2806047"/>
              <a:gd name="connsiteX10" fmla="*/ 0 w 2571224"/>
              <a:gd name="connsiteY10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119630 w 2571224"/>
              <a:gd name="connsiteY7" fmla="*/ 2169801 h 2806047"/>
              <a:gd name="connsiteX8" fmla="*/ 1936400 w 2571224"/>
              <a:gd name="connsiteY8" fmla="*/ 2477616 h 2806047"/>
              <a:gd name="connsiteX9" fmla="*/ 1136650 w 2571224"/>
              <a:gd name="connsiteY9" fmla="*/ 2788291 h 2806047"/>
              <a:gd name="connsiteX10" fmla="*/ 0 w 2571224"/>
              <a:gd name="connsiteY10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228502 w 2571224"/>
              <a:gd name="connsiteY7" fmla="*/ 1829917 h 2806047"/>
              <a:gd name="connsiteX8" fmla="*/ 2119630 w 2571224"/>
              <a:gd name="connsiteY8" fmla="*/ 2169801 h 2806047"/>
              <a:gd name="connsiteX9" fmla="*/ 1936400 w 2571224"/>
              <a:gd name="connsiteY9" fmla="*/ 2477616 h 2806047"/>
              <a:gd name="connsiteX10" fmla="*/ 1136650 w 2571224"/>
              <a:gd name="connsiteY10" fmla="*/ 2788291 h 2806047"/>
              <a:gd name="connsiteX11" fmla="*/ 0 w 2571224"/>
              <a:gd name="connsiteY11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520602 w 2571224"/>
              <a:gd name="connsiteY7" fmla="*/ 1880717 h 2806047"/>
              <a:gd name="connsiteX8" fmla="*/ 2119630 w 2571224"/>
              <a:gd name="connsiteY8" fmla="*/ 2169801 h 2806047"/>
              <a:gd name="connsiteX9" fmla="*/ 1936400 w 2571224"/>
              <a:gd name="connsiteY9" fmla="*/ 2477616 h 2806047"/>
              <a:gd name="connsiteX10" fmla="*/ 1136650 w 2571224"/>
              <a:gd name="connsiteY10" fmla="*/ 2788291 h 2806047"/>
              <a:gd name="connsiteX11" fmla="*/ 0 w 2571224"/>
              <a:gd name="connsiteY11" fmla="*/ 2265051 h 2806047"/>
              <a:gd name="connsiteX0" fmla="*/ 6350 w 2648659"/>
              <a:gd name="connsiteY0" fmla="*/ 2257431 h 2806047"/>
              <a:gd name="connsiteX1" fmla="*/ 907702 w 2648659"/>
              <a:gd name="connsiteY1" fmla="*/ 2096617 h 2806047"/>
              <a:gd name="connsiteX2" fmla="*/ 1942752 w 2648659"/>
              <a:gd name="connsiteY2" fmla="*/ 1220317 h 2806047"/>
              <a:gd name="connsiteX3" fmla="*/ 2134870 w 2648659"/>
              <a:gd name="connsiteY3" fmla="*/ 4451 h 2806047"/>
              <a:gd name="connsiteX4" fmla="*/ 2520600 w 2648659"/>
              <a:gd name="connsiteY4" fmla="*/ 725016 h 2806047"/>
              <a:gd name="connsiteX5" fmla="*/ 2387250 w 2648659"/>
              <a:gd name="connsiteY5" fmla="*/ 1112367 h 2806047"/>
              <a:gd name="connsiteX6" fmla="*/ 2450750 w 2648659"/>
              <a:gd name="connsiteY6" fmla="*/ 1531467 h 2806047"/>
              <a:gd name="connsiteX7" fmla="*/ 2641252 w 2648659"/>
              <a:gd name="connsiteY7" fmla="*/ 1906117 h 2806047"/>
              <a:gd name="connsiteX8" fmla="*/ 2119630 w 2648659"/>
              <a:gd name="connsiteY8" fmla="*/ 2169801 h 2806047"/>
              <a:gd name="connsiteX9" fmla="*/ 1936400 w 2648659"/>
              <a:gd name="connsiteY9" fmla="*/ 2477616 h 2806047"/>
              <a:gd name="connsiteX10" fmla="*/ 1136650 w 2648659"/>
              <a:gd name="connsiteY10" fmla="*/ 2788291 h 2806047"/>
              <a:gd name="connsiteX11" fmla="*/ 0 w 2648659"/>
              <a:gd name="connsiteY11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488852 w 2571224"/>
              <a:gd name="connsiteY7" fmla="*/ 1887067 h 2806047"/>
              <a:gd name="connsiteX8" fmla="*/ 2119630 w 2571224"/>
              <a:gd name="connsiteY8" fmla="*/ 2169801 h 2806047"/>
              <a:gd name="connsiteX9" fmla="*/ 1936400 w 2571224"/>
              <a:gd name="connsiteY9" fmla="*/ 2477616 h 2806047"/>
              <a:gd name="connsiteX10" fmla="*/ 1136650 w 2571224"/>
              <a:gd name="connsiteY10" fmla="*/ 2788291 h 2806047"/>
              <a:gd name="connsiteX11" fmla="*/ 0 w 2571224"/>
              <a:gd name="connsiteY11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488852 w 2571224"/>
              <a:gd name="connsiteY7" fmla="*/ 1887067 h 2806047"/>
              <a:gd name="connsiteX8" fmla="*/ 2119630 w 2571224"/>
              <a:gd name="connsiteY8" fmla="*/ 2169801 h 2806047"/>
              <a:gd name="connsiteX9" fmla="*/ 1936400 w 2571224"/>
              <a:gd name="connsiteY9" fmla="*/ 2477616 h 2806047"/>
              <a:gd name="connsiteX10" fmla="*/ 1136650 w 2571224"/>
              <a:gd name="connsiteY10" fmla="*/ 2788291 h 2806047"/>
              <a:gd name="connsiteX11" fmla="*/ 0 w 2571224"/>
              <a:gd name="connsiteY11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488852 w 2571224"/>
              <a:gd name="connsiteY7" fmla="*/ 1887067 h 2806047"/>
              <a:gd name="connsiteX8" fmla="*/ 2119630 w 2571224"/>
              <a:gd name="connsiteY8" fmla="*/ 2169801 h 2806047"/>
              <a:gd name="connsiteX9" fmla="*/ 1936400 w 2571224"/>
              <a:gd name="connsiteY9" fmla="*/ 2477616 h 2806047"/>
              <a:gd name="connsiteX10" fmla="*/ 1136650 w 2571224"/>
              <a:gd name="connsiteY10" fmla="*/ 2788291 h 2806047"/>
              <a:gd name="connsiteX11" fmla="*/ 0 w 2571224"/>
              <a:gd name="connsiteY11" fmla="*/ 2265051 h 2806047"/>
              <a:gd name="connsiteX0" fmla="*/ 6350 w 2571224"/>
              <a:gd name="connsiteY0" fmla="*/ 2257431 h 2809288"/>
              <a:gd name="connsiteX1" fmla="*/ 907702 w 2571224"/>
              <a:gd name="connsiteY1" fmla="*/ 2096617 h 2809288"/>
              <a:gd name="connsiteX2" fmla="*/ 1942752 w 2571224"/>
              <a:gd name="connsiteY2" fmla="*/ 1220317 h 2809288"/>
              <a:gd name="connsiteX3" fmla="*/ 2134870 w 2571224"/>
              <a:gd name="connsiteY3" fmla="*/ 4451 h 2809288"/>
              <a:gd name="connsiteX4" fmla="*/ 2520600 w 2571224"/>
              <a:gd name="connsiteY4" fmla="*/ 725016 h 2809288"/>
              <a:gd name="connsiteX5" fmla="*/ 2387250 w 2571224"/>
              <a:gd name="connsiteY5" fmla="*/ 1112367 h 2809288"/>
              <a:gd name="connsiteX6" fmla="*/ 2450750 w 2571224"/>
              <a:gd name="connsiteY6" fmla="*/ 1531467 h 2809288"/>
              <a:gd name="connsiteX7" fmla="*/ 2488852 w 2571224"/>
              <a:gd name="connsiteY7" fmla="*/ 1887067 h 2809288"/>
              <a:gd name="connsiteX8" fmla="*/ 2119630 w 2571224"/>
              <a:gd name="connsiteY8" fmla="*/ 2169801 h 2809288"/>
              <a:gd name="connsiteX9" fmla="*/ 1987200 w 2571224"/>
              <a:gd name="connsiteY9" fmla="*/ 2547466 h 2809288"/>
              <a:gd name="connsiteX10" fmla="*/ 1136650 w 2571224"/>
              <a:gd name="connsiteY10" fmla="*/ 2788291 h 2809288"/>
              <a:gd name="connsiteX11" fmla="*/ 0 w 2571224"/>
              <a:gd name="connsiteY11" fmla="*/ 2265051 h 2809288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45900"/>
              <a:gd name="connsiteY0" fmla="*/ 2257857 h 2818587"/>
              <a:gd name="connsiteX1" fmla="*/ 907702 w 2545900"/>
              <a:gd name="connsiteY1" fmla="*/ 2097043 h 2818587"/>
              <a:gd name="connsiteX2" fmla="*/ 1942752 w 2545900"/>
              <a:gd name="connsiteY2" fmla="*/ 1220743 h 2818587"/>
              <a:gd name="connsiteX3" fmla="*/ 2134870 w 2545900"/>
              <a:gd name="connsiteY3" fmla="*/ 4877 h 2818587"/>
              <a:gd name="connsiteX4" fmla="*/ 2520600 w 2545900"/>
              <a:gd name="connsiteY4" fmla="*/ 725442 h 2818587"/>
              <a:gd name="connsiteX5" fmla="*/ 2387250 w 2545900"/>
              <a:gd name="connsiteY5" fmla="*/ 1112793 h 2818587"/>
              <a:gd name="connsiteX6" fmla="*/ 2450750 w 2545900"/>
              <a:gd name="connsiteY6" fmla="*/ 1531893 h 2818587"/>
              <a:gd name="connsiteX7" fmla="*/ 2488852 w 2545900"/>
              <a:gd name="connsiteY7" fmla="*/ 1887493 h 2818587"/>
              <a:gd name="connsiteX8" fmla="*/ 2119630 w 2545900"/>
              <a:gd name="connsiteY8" fmla="*/ 2170227 h 2818587"/>
              <a:gd name="connsiteX9" fmla="*/ 2057050 w 2545900"/>
              <a:gd name="connsiteY9" fmla="*/ 2662192 h 2818587"/>
              <a:gd name="connsiteX10" fmla="*/ 1136650 w 2545900"/>
              <a:gd name="connsiteY10" fmla="*/ 2788717 h 2818587"/>
              <a:gd name="connsiteX11" fmla="*/ 0 w 2545900"/>
              <a:gd name="connsiteY11" fmla="*/ 2265477 h 2818587"/>
              <a:gd name="connsiteX0" fmla="*/ 6350 w 2545900"/>
              <a:gd name="connsiteY0" fmla="*/ 2258674 h 2819404"/>
              <a:gd name="connsiteX1" fmla="*/ 907702 w 2545900"/>
              <a:gd name="connsiteY1" fmla="*/ 2097860 h 2819404"/>
              <a:gd name="connsiteX2" fmla="*/ 1942752 w 2545900"/>
              <a:gd name="connsiteY2" fmla="*/ 1221560 h 2819404"/>
              <a:gd name="connsiteX3" fmla="*/ 2134870 w 2545900"/>
              <a:gd name="connsiteY3" fmla="*/ 5694 h 2819404"/>
              <a:gd name="connsiteX4" fmla="*/ 2520600 w 2545900"/>
              <a:gd name="connsiteY4" fmla="*/ 726259 h 2819404"/>
              <a:gd name="connsiteX5" fmla="*/ 2387250 w 2545900"/>
              <a:gd name="connsiteY5" fmla="*/ 1113610 h 2819404"/>
              <a:gd name="connsiteX6" fmla="*/ 2450750 w 2545900"/>
              <a:gd name="connsiteY6" fmla="*/ 1532710 h 2819404"/>
              <a:gd name="connsiteX7" fmla="*/ 2488852 w 2545900"/>
              <a:gd name="connsiteY7" fmla="*/ 1888310 h 2819404"/>
              <a:gd name="connsiteX8" fmla="*/ 2119630 w 2545900"/>
              <a:gd name="connsiteY8" fmla="*/ 2171044 h 2819404"/>
              <a:gd name="connsiteX9" fmla="*/ 2057050 w 2545900"/>
              <a:gd name="connsiteY9" fmla="*/ 2663009 h 2819404"/>
              <a:gd name="connsiteX10" fmla="*/ 1136650 w 2545900"/>
              <a:gd name="connsiteY10" fmla="*/ 2789534 h 2819404"/>
              <a:gd name="connsiteX11" fmla="*/ 0 w 2545900"/>
              <a:gd name="connsiteY11" fmla="*/ 2266294 h 2819404"/>
              <a:gd name="connsiteX0" fmla="*/ 6350 w 2545900"/>
              <a:gd name="connsiteY0" fmla="*/ 2258674 h 2819404"/>
              <a:gd name="connsiteX1" fmla="*/ 907702 w 2545900"/>
              <a:gd name="connsiteY1" fmla="*/ 2097860 h 2819404"/>
              <a:gd name="connsiteX2" fmla="*/ 1942752 w 2545900"/>
              <a:gd name="connsiteY2" fmla="*/ 1221560 h 2819404"/>
              <a:gd name="connsiteX3" fmla="*/ 2134870 w 2545900"/>
              <a:gd name="connsiteY3" fmla="*/ 5694 h 2819404"/>
              <a:gd name="connsiteX4" fmla="*/ 2520600 w 2545900"/>
              <a:gd name="connsiteY4" fmla="*/ 726259 h 2819404"/>
              <a:gd name="connsiteX5" fmla="*/ 2387250 w 2545900"/>
              <a:gd name="connsiteY5" fmla="*/ 1113610 h 2819404"/>
              <a:gd name="connsiteX6" fmla="*/ 2450750 w 2545900"/>
              <a:gd name="connsiteY6" fmla="*/ 1532710 h 2819404"/>
              <a:gd name="connsiteX7" fmla="*/ 2488852 w 2545900"/>
              <a:gd name="connsiteY7" fmla="*/ 1888310 h 2819404"/>
              <a:gd name="connsiteX8" fmla="*/ 2119630 w 2545900"/>
              <a:gd name="connsiteY8" fmla="*/ 2171044 h 2819404"/>
              <a:gd name="connsiteX9" fmla="*/ 2057050 w 2545900"/>
              <a:gd name="connsiteY9" fmla="*/ 2663009 h 2819404"/>
              <a:gd name="connsiteX10" fmla="*/ 1136650 w 2545900"/>
              <a:gd name="connsiteY10" fmla="*/ 2789534 h 2819404"/>
              <a:gd name="connsiteX11" fmla="*/ 0 w 2545900"/>
              <a:gd name="connsiteY11" fmla="*/ 2266294 h 2819404"/>
              <a:gd name="connsiteX0" fmla="*/ 6350 w 2545900"/>
              <a:gd name="connsiteY0" fmla="*/ 2258674 h 2819404"/>
              <a:gd name="connsiteX1" fmla="*/ 907702 w 2545900"/>
              <a:gd name="connsiteY1" fmla="*/ 2097860 h 2819404"/>
              <a:gd name="connsiteX2" fmla="*/ 1942752 w 2545900"/>
              <a:gd name="connsiteY2" fmla="*/ 1221560 h 2819404"/>
              <a:gd name="connsiteX3" fmla="*/ 2134870 w 2545900"/>
              <a:gd name="connsiteY3" fmla="*/ 5694 h 2819404"/>
              <a:gd name="connsiteX4" fmla="*/ 2520600 w 2545900"/>
              <a:gd name="connsiteY4" fmla="*/ 726259 h 2819404"/>
              <a:gd name="connsiteX5" fmla="*/ 2387250 w 2545900"/>
              <a:gd name="connsiteY5" fmla="*/ 1113610 h 2819404"/>
              <a:gd name="connsiteX6" fmla="*/ 2450750 w 2545900"/>
              <a:gd name="connsiteY6" fmla="*/ 1532710 h 2819404"/>
              <a:gd name="connsiteX7" fmla="*/ 2488852 w 2545900"/>
              <a:gd name="connsiteY7" fmla="*/ 1888310 h 2819404"/>
              <a:gd name="connsiteX8" fmla="*/ 2119630 w 2545900"/>
              <a:gd name="connsiteY8" fmla="*/ 2171044 h 2819404"/>
              <a:gd name="connsiteX9" fmla="*/ 2057050 w 2545900"/>
              <a:gd name="connsiteY9" fmla="*/ 2663009 h 2819404"/>
              <a:gd name="connsiteX10" fmla="*/ 1136650 w 2545900"/>
              <a:gd name="connsiteY10" fmla="*/ 2789534 h 2819404"/>
              <a:gd name="connsiteX11" fmla="*/ 0 w 2545900"/>
              <a:gd name="connsiteY11" fmla="*/ 2266294 h 2819404"/>
              <a:gd name="connsiteX0" fmla="*/ 6350 w 2545900"/>
              <a:gd name="connsiteY0" fmla="*/ 2283918 h 2844648"/>
              <a:gd name="connsiteX1" fmla="*/ 907702 w 2545900"/>
              <a:gd name="connsiteY1" fmla="*/ 2123104 h 2844648"/>
              <a:gd name="connsiteX2" fmla="*/ 1942752 w 2545900"/>
              <a:gd name="connsiteY2" fmla="*/ 1246804 h 2844648"/>
              <a:gd name="connsiteX3" fmla="*/ 2103120 w 2545900"/>
              <a:gd name="connsiteY3" fmla="*/ 5538 h 2844648"/>
              <a:gd name="connsiteX4" fmla="*/ 2520600 w 2545900"/>
              <a:gd name="connsiteY4" fmla="*/ 751503 h 2844648"/>
              <a:gd name="connsiteX5" fmla="*/ 2387250 w 2545900"/>
              <a:gd name="connsiteY5" fmla="*/ 1138854 h 2844648"/>
              <a:gd name="connsiteX6" fmla="*/ 2450750 w 2545900"/>
              <a:gd name="connsiteY6" fmla="*/ 1557954 h 2844648"/>
              <a:gd name="connsiteX7" fmla="*/ 2488852 w 2545900"/>
              <a:gd name="connsiteY7" fmla="*/ 1913554 h 2844648"/>
              <a:gd name="connsiteX8" fmla="*/ 2119630 w 2545900"/>
              <a:gd name="connsiteY8" fmla="*/ 2196288 h 2844648"/>
              <a:gd name="connsiteX9" fmla="*/ 2057050 w 2545900"/>
              <a:gd name="connsiteY9" fmla="*/ 2688253 h 2844648"/>
              <a:gd name="connsiteX10" fmla="*/ 1136650 w 2545900"/>
              <a:gd name="connsiteY10" fmla="*/ 2814778 h 2844648"/>
              <a:gd name="connsiteX11" fmla="*/ 0 w 2545900"/>
              <a:gd name="connsiteY11" fmla="*/ 2291538 h 2844648"/>
              <a:gd name="connsiteX0" fmla="*/ 6350 w 2545900"/>
              <a:gd name="connsiteY0" fmla="*/ 2297657 h 2858387"/>
              <a:gd name="connsiteX1" fmla="*/ 907702 w 2545900"/>
              <a:gd name="connsiteY1" fmla="*/ 2136843 h 2858387"/>
              <a:gd name="connsiteX2" fmla="*/ 1942752 w 2545900"/>
              <a:gd name="connsiteY2" fmla="*/ 1260543 h 2858387"/>
              <a:gd name="connsiteX3" fmla="*/ 2103120 w 2545900"/>
              <a:gd name="connsiteY3" fmla="*/ 19277 h 2858387"/>
              <a:gd name="connsiteX4" fmla="*/ 2520600 w 2545900"/>
              <a:gd name="connsiteY4" fmla="*/ 765242 h 2858387"/>
              <a:gd name="connsiteX5" fmla="*/ 2387250 w 2545900"/>
              <a:gd name="connsiteY5" fmla="*/ 1152593 h 2858387"/>
              <a:gd name="connsiteX6" fmla="*/ 2450750 w 2545900"/>
              <a:gd name="connsiteY6" fmla="*/ 1571693 h 2858387"/>
              <a:gd name="connsiteX7" fmla="*/ 2488852 w 2545900"/>
              <a:gd name="connsiteY7" fmla="*/ 1927293 h 2858387"/>
              <a:gd name="connsiteX8" fmla="*/ 2119630 w 2545900"/>
              <a:gd name="connsiteY8" fmla="*/ 2210027 h 2858387"/>
              <a:gd name="connsiteX9" fmla="*/ 2057050 w 2545900"/>
              <a:gd name="connsiteY9" fmla="*/ 2701992 h 2858387"/>
              <a:gd name="connsiteX10" fmla="*/ 1136650 w 2545900"/>
              <a:gd name="connsiteY10" fmla="*/ 2828517 h 2858387"/>
              <a:gd name="connsiteX11" fmla="*/ 0 w 2545900"/>
              <a:gd name="connsiteY11" fmla="*/ 2305277 h 2858387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46101"/>
              <a:gd name="connsiteY0" fmla="*/ 2295551 h 2856281"/>
              <a:gd name="connsiteX1" fmla="*/ 907702 w 2546101"/>
              <a:gd name="connsiteY1" fmla="*/ 2134737 h 2856281"/>
              <a:gd name="connsiteX2" fmla="*/ 1942752 w 2546101"/>
              <a:gd name="connsiteY2" fmla="*/ 1258437 h 2856281"/>
              <a:gd name="connsiteX3" fmla="*/ 2103120 w 2546101"/>
              <a:gd name="connsiteY3" fmla="*/ 17171 h 2856281"/>
              <a:gd name="connsiteX4" fmla="*/ 2520600 w 2546101"/>
              <a:gd name="connsiteY4" fmla="*/ 763136 h 2856281"/>
              <a:gd name="connsiteX5" fmla="*/ 2387250 w 2546101"/>
              <a:gd name="connsiteY5" fmla="*/ 1150487 h 2856281"/>
              <a:gd name="connsiteX6" fmla="*/ 2450750 w 2546101"/>
              <a:gd name="connsiteY6" fmla="*/ 1569587 h 2856281"/>
              <a:gd name="connsiteX7" fmla="*/ 2488852 w 2546101"/>
              <a:gd name="connsiteY7" fmla="*/ 1925187 h 2856281"/>
              <a:gd name="connsiteX8" fmla="*/ 2119630 w 2546101"/>
              <a:gd name="connsiteY8" fmla="*/ 2207921 h 2856281"/>
              <a:gd name="connsiteX9" fmla="*/ 2057050 w 2546101"/>
              <a:gd name="connsiteY9" fmla="*/ 2699886 h 2856281"/>
              <a:gd name="connsiteX10" fmla="*/ 1136650 w 2546101"/>
              <a:gd name="connsiteY10" fmla="*/ 2826411 h 2856281"/>
              <a:gd name="connsiteX11" fmla="*/ 0 w 2546101"/>
              <a:gd name="connsiteY11" fmla="*/ 2303171 h 2856281"/>
              <a:gd name="connsiteX0" fmla="*/ 6350 w 2520600"/>
              <a:gd name="connsiteY0" fmla="*/ 2299974 h 2860704"/>
              <a:gd name="connsiteX1" fmla="*/ 907702 w 2520600"/>
              <a:gd name="connsiteY1" fmla="*/ 2139160 h 2860704"/>
              <a:gd name="connsiteX2" fmla="*/ 1942752 w 2520600"/>
              <a:gd name="connsiteY2" fmla="*/ 1262860 h 2860704"/>
              <a:gd name="connsiteX3" fmla="*/ 2103120 w 2520600"/>
              <a:gd name="connsiteY3" fmla="*/ 21594 h 2860704"/>
              <a:gd name="connsiteX4" fmla="*/ 2520600 w 2520600"/>
              <a:gd name="connsiteY4" fmla="*/ 767559 h 2860704"/>
              <a:gd name="connsiteX5" fmla="*/ 2387250 w 2520600"/>
              <a:gd name="connsiteY5" fmla="*/ 1154910 h 2860704"/>
              <a:gd name="connsiteX6" fmla="*/ 2450750 w 2520600"/>
              <a:gd name="connsiteY6" fmla="*/ 1574010 h 2860704"/>
              <a:gd name="connsiteX7" fmla="*/ 2488852 w 2520600"/>
              <a:gd name="connsiteY7" fmla="*/ 1929610 h 2860704"/>
              <a:gd name="connsiteX8" fmla="*/ 2119630 w 2520600"/>
              <a:gd name="connsiteY8" fmla="*/ 2212344 h 2860704"/>
              <a:gd name="connsiteX9" fmla="*/ 2057050 w 2520600"/>
              <a:gd name="connsiteY9" fmla="*/ 2704309 h 2860704"/>
              <a:gd name="connsiteX10" fmla="*/ 1136650 w 2520600"/>
              <a:gd name="connsiteY10" fmla="*/ 2830834 h 2860704"/>
              <a:gd name="connsiteX11" fmla="*/ 0 w 2520600"/>
              <a:gd name="connsiteY11" fmla="*/ 2307594 h 2860704"/>
              <a:gd name="connsiteX0" fmla="*/ 6350 w 2520600"/>
              <a:gd name="connsiteY0" fmla="*/ 2301424 h 2862154"/>
              <a:gd name="connsiteX1" fmla="*/ 907702 w 2520600"/>
              <a:gd name="connsiteY1" fmla="*/ 2140610 h 2862154"/>
              <a:gd name="connsiteX2" fmla="*/ 1942752 w 2520600"/>
              <a:gd name="connsiteY2" fmla="*/ 1264310 h 2862154"/>
              <a:gd name="connsiteX3" fmla="*/ 2103120 w 2520600"/>
              <a:gd name="connsiteY3" fmla="*/ 23044 h 2862154"/>
              <a:gd name="connsiteX4" fmla="*/ 2520600 w 2520600"/>
              <a:gd name="connsiteY4" fmla="*/ 769009 h 2862154"/>
              <a:gd name="connsiteX5" fmla="*/ 2387250 w 2520600"/>
              <a:gd name="connsiteY5" fmla="*/ 1156360 h 2862154"/>
              <a:gd name="connsiteX6" fmla="*/ 2450750 w 2520600"/>
              <a:gd name="connsiteY6" fmla="*/ 1575460 h 2862154"/>
              <a:gd name="connsiteX7" fmla="*/ 2488852 w 2520600"/>
              <a:gd name="connsiteY7" fmla="*/ 1931060 h 2862154"/>
              <a:gd name="connsiteX8" fmla="*/ 2119630 w 2520600"/>
              <a:gd name="connsiteY8" fmla="*/ 2213794 h 2862154"/>
              <a:gd name="connsiteX9" fmla="*/ 2057050 w 2520600"/>
              <a:gd name="connsiteY9" fmla="*/ 2705759 h 2862154"/>
              <a:gd name="connsiteX10" fmla="*/ 1136650 w 2520600"/>
              <a:gd name="connsiteY10" fmla="*/ 2832284 h 2862154"/>
              <a:gd name="connsiteX11" fmla="*/ 0 w 2520600"/>
              <a:gd name="connsiteY11" fmla="*/ 2309044 h 2862154"/>
              <a:gd name="connsiteX0" fmla="*/ 6350 w 2520600"/>
              <a:gd name="connsiteY0" fmla="*/ 2293089 h 2853819"/>
              <a:gd name="connsiteX1" fmla="*/ 907702 w 2520600"/>
              <a:gd name="connsiteY1" fmla="*/ 2132275 h 2853819"/>
              <a:gd name="connsiteX2" fmla="*/ 1942752 w 2520600"/>
              <a:gd name="connsiteY2" fmla="*/ 1255975 h 2853819"/>
              <a:gd name="connsiteX3" fmla="*/ 2103120 w 2520600"/>
              <a:gd name="connsiteY3" fmla="*/ 14709 h 2853819"/>
              <a:gd name="connsiteX4" fmla="*/ 2520600 w 2520600"/>
              <a:gd name="connsiteY4" fmla="*/ 760674 h 2853819"/>
              <a:gd name="connsiteX5" fmla="*/ 2387250 w 2520600"/>
              <a:gd name="connsiteY5" fmla="*/ 1148025 h 2853819"/>
              <a:gd name="connsiteX6" fmla="*/ 2450750 w 2520600"/>
              <a:gd name="connsiteY6" fmla="*/ 1567125 h 2853819"/>
              <a:gd name="connsiteX7" fmla="*/ 2488852 w 2520600"/>
              <a:gd name="connsiteY7" fmla="*/ 1922725 h 2853819"/>
              <a:gd name="connsiteX8" fmla="*/ 2119630 w 2520600"/>
              <a:gd name="connsiteY8" fmla="*/ 2205459 h 2853819"/>
              <a:gd name="connsiteX9" fmla="*/ 2057050 w 2520600"/>
              <a:gd name="connsiteY9" fmla="*/ 2697424 h 2853819"/>
              <a:gd name="connsiteX10" fmla="*/ 1136650 w 2520600"/>
              <a:gd name="connsiteY10" fmla="*/ 2823949 h 2853819"/>
              <a:gd name="connsiteX11" fmla="*/ 0 w 2520600"/>
              <a:gd name="connsiteY11" fmla="*/ 2300709 h 2853819"/>
              <a:gd name="connsiteX0" fmla="*/ 6350 w 2520600"/>
              <a:gd name="connsiteY0" fmla="*/ 2292142 h 2852872"/>
              <a:gd name="connsiteX1" fmla="*/ 907702 w 2520600"/>
              <a:gd name="connsiteY1" fmla="*/ 2131328 h 2852872"/>
              <a:gd name="connsiteX2" fmla="*/ 1942752 w 2520600"/>
              <a:gd name="connsiteY2" fmla="*/ 1255028 h 2852872"/>
              <a:gd name="connsiteX3" fmla="*/ 2103120 w 2520600"/>
              <a:gd name="connsiteY3" fmla="*/ 13762 h 2852872"/>
              <a:gd name="connsiteX4" fmla="*/ 2520600 w 2520600"/>
              <a:gd name="connsiteY4" fmla="*/ 759727 h 2852872"/>
              <a:gd name="connsiteX5" fmla="*/ 2387250 w 2520600"/>
              <a:gd name="connsiteY5" fmla="*/ 1147078 h 2852872"/>
              <a:gd name="connsiteX6" fmla="*/ 2450750 w 2520600"/>
              <a:gd name="connsiteY6" fmla="*/ 1566178 h 2852872"/>
              <a:gd name="connsiteX7" fmla="*/ 2488852 w 2520600"/>
              <a:gd name="connsiteY7" fmla="*/ 1921778 h 2852872"/>
              <a:gd name="connsiteX8" fmla="*/ 2119630 w 2520600"/>
              <a:gd name="connsiteY8" fmla="*/ 2204512 h 2852872"/>
              <a:gd name="connsiteX9" fmla="*/ 2057050 w 2520600"/>
              <a:gd name="connsiteY9" fmla="*/ 2696477 h 2852872"/>
              <a:gd name="connsiteX10" fmla="*/ 1136650 w 2520600"/>
              <a:gd name="connsiteY10" fmla="*/ 2823002 h 2852872"/>
              <a:gd name="connsiteX11" fmla="*/ 0 w 2520600"/>
              <a:gd name="connsiteY11" fmla="*/ 2299762 h 2852872"/>
              <a:gd name="connsiteX0" fmla="*/ 6350 w 2520600"/>
              <a:gd name="connsiteY0" fmla="*/ 2203363 h 2764093"/>
              <a:gd name="connsiteX1" fmla="*/ 907702 w 2520600"/>
              <a:gd name="connsiteY1" fmla="*/ 2042549 h 2764093"/>
              <a:gd name="connsiteX2" fmla="*/ 1942752 w 2520600"/>
              <a:gd name="connsiteY2" fmla="*/ 1166249 h 2764093"/>
              <a:gd name="connsiteX3" fmla="*/ 2103120 w 2520600"/>
              <a:gd name="connsiteY3" fmla="*/ 15470 h 2764093"/>
              <a:gd name="connsiteX4" fmla="*/ 2520600 w 2520600"/>
              <a:gd name="connsiteY4" fmla="*/ 670948 h 2764093"/>
              <a:gd name="connsiteX5" fmla="*/ 2387250 w 2520600"/>
              <a:gd name="connsiteY5" fmla="*/ 1058299 h 2764093"/>
              <a:gd name="connsiteX6" fmla="*/ 2450750 w 2520600"/>
              <a:gd name="connsiteY6" fmla="*/ 1477399 h 2764093"/>
              <a:gd name="connsiteX7" fmla="*/ 2488852 w 2520600"/>
              <a:gd name="connsiteY7" fmla="*/ 1832999 h 2764093"/>
              <a:gd name="connsiteX8" fmla="*/ 2119630 w 2520600"/>
              <a:gd name="connsiteY8" fmla="*/ 2115733 h 2764093"/>
              <a:gd name="connsiteX9" fmla="*/ 2057050 w 2520600"/>
              <a:gd name="connsiteY9" fmla="*/ 2607698 h 2764093"/>
              <a:gd name="connsiteX10" fmla="*/ 1136650 w 2520600"/>
              <a:gd name="connsiteY10" fmla="*/ 2734223 h 2764093"/>
              <a:gd name="connsiteX11" fmla="*/ 0 w 2520600"/>
              <a:gd name="connsiteY11" fmla="*/ 2210983 h 2764093"/>
              <a:gd name="connsiteX0" fmla="*/ 6350 w 2520600"/>
              <a:gd name="connsiteY0" fmla="*/ 2200378 h 2761108"/>
              <a:gd name="connsiteX1" fmla="*/ 907702 w 2520600"/>
              <a:gd name="connsiteY1" fmla="*/ 2039564 h 2761108"/>
              <a:gd name="connsiteX2" fmla="*/ 1942752 w 2520600"/>
              <a:gd name="connsiteY2" fmla="*/ 1163264 h 2761108"/>
              <a:gd name="connsiteX3" fmla="*/ 2103120 w 2520600"/>
              <a:gd name="connsiteY3" fmla="*/ 12485 h 2761108"/>
              <a:gd name="connsiteX4" fmla="*/ 2520600 w 2520600"/>
              <a:gd name="connsiteY4" fmla="*/ 667963 h 2761108"/>
              <a:gd name="connsiteX5" fmla="*/ 2387250 w 2520600"/>
              <a:gd name="connsiteY5" fmla="*/ 1055314 h 2761108"/>
              <a:gd name="connsiteX6" fmla="*/ 2450750 w 2520600"/>
              <a:gd name="connsiteY6" fmla="*/ 1474414 h 2761108"/>
              <a:gd name="connsiteX7" fmla="*/ 2488852 w 2520600"/>
              <a:gd name="connsiteY7" fmla="*/ 1830014 h 2761108"/>
              <a:gd name="connsiteX8" fmla="*/ 2119630 w 2520600"/>
              <a:gd name="connsiteY8" fmla="*/ 2112748 h 2761108"/>
              <a:gd name="connsiteX9" fmla="*/ 2057050 w 2520600"/>
              <a:gd name="connsiteY9" fmla="*/ 2604713 h 2761108"/>
              <a:gd name="connsiteX10" fmla="*/ 1136650 w 2520600"/>
              <a:gd name="connsiteY10" fmla="*/ 2731238 h 2761108"/>
              <a:gd name="connsiteX11" fmla="*/ 0 w 2520600"/>
              <a:gd name="connsiteY11" fmla="*/ 2207998 h 2761108"/>
              <a:gd name="connsiteX0" fmla="*/ 6350 w 2520600"/>
              <a:gd name="connsiteY0" fmla="*/ 2195148 h 2755878"/>
              <a:gd name="connsiteX1" fmla="*/ 907702 w 2520600"/>
              <a:gd name="connsiteY1" fmla="*/ 2034334 h 2755878"/>
              <a:gd name="connsiteX2" fmla="*/ 1961802 w 2520600"/>
              <a:gd name="connsiteY2" fmla="*/ 1138984 h 2755878"/>
              <a:gd name="connsiteX3" fmla="*/ 2103120 w 2520600"/>
              <a:gd name="connsiteY3" fmla="*/ 7255 h 2755878"/>
              <a:gd name="connsiteX4" fmla="*/ 2520600 w 2520600"/>
              <a:gd name="connsiteY4" fmla="*/ 662733 h 2755878"/>
              <a:gd name="connsiteX5" fmla="*/ 2387250 w 2520600"/>
              <a:gd name="connsiteY5" fmla="*/ 1050084 h 2755878"/>
              <a:gd name="connsiteX6" fmla="*/ 2450750 w 2520600"/>
              <a:gd name="connsiteY6" fmla="*/ 1469184 h 2755878"/>
              <a:gd name="connsiteX7" fmla="*/ 2488852 w 2520600"/>
              <a:gd name="connsiteY7" fmla="*/ 1824784 h 2755878"/>
              <a:gd name="connsiteX8" fmla="*/ 2119630 w 2520600"/>
              <a:gd name="connsiteY8" fmla="*/ 2107518 h 2755878"/>
              <a:gd name="connsiteX9" fmla="*/ 2057050 w 2520600"/>
              <a:gd name="connsiteY9" fmla="*/ 2599483 h 2755878"/>
              <a:gd name="connsiteX10" fmla="*/ 1136650 w 2520600"/>
              <a:gd name="connsiteY10" fmla="*/ 2726008 h 2755878"/>
              <a:gd name="connsiteX11" fmla="*/ 0 w 2520600"/>
              <a:gd name="connsiteY11" fmla="*/ 2202768 h 2755878"/>
              <a:gd name="connsiteX0" fmla="*/ 6350 w 2520600"/>
              <a:gd name="connsiteY0" fmla="*/ 2195943 h 2756673"/>
              <a:gd name="connsiteX1" fmla="*/ 907702 w 2520600"/>
              <a:gd name="connsiteY1" fmla="*/ 2035129 h 2756673"/>
              <a:gd name="connsiteX2" fmla="*/ 1961802 w 2520600"/>
              <a:gd name="connsiteY2" fmla="*/ 1139779 h 2756673"/>
              <a:gd name="connsiteX3" fmla="*/ 2103120 w 2520600"/>
              <a:gd name="connsiteY3" fmla="*/ 8050 h 2756673"/>
              <a:gd name="connsiteX4" fmla="*/ 2520600 w 2520600"/>
              <a:gd name="connsiteY4" fmla="*/ 663528 h 2756673"/>
              <a:gd name="connsiteX5" fmla="*/ 2387250 w 2520600"/>
              <a:gd name="connsiteY5" fmla="*/ 1050879 h 2756673"/>
              <a:gd name="connsiteX6" fmla="*/ 2450750 w 2520600"/>
              <a:gd name="connsiteY6" fmla="*/ 1469979 h 2756673"/>
              <a:gd name="connsiteX7" fmla="*/ 2488852 w 2520600"/>
              <a:gd name="connsiteY7" fmla="*/ 1825579 h 2756673"/>
              <a:gd name="connsiteX8" fmla="*/ 2119630 w 2520600"/>
              <a:gd name="connsiteY8" fmla="*/ 2108313 h 2756673"/>
              <a:gd name="connsiteX9" fmla="*/ 2057050 w 2520600"/>
              <a:gd name="connsiteY9" fmla="*/ 2600278 h 2756673"/>
              <a:gd name="connsiteX10" fmla="*/ 1136650 w 2520600"/>
              <a:gd name="connsiteY10" fmla="*/ 2726803 h 2756673"/>
              <a:gd name="connsiteX11" fmla="*/ 0 w 2520600"/>
              <a:gd name="connsiteY11" fmla="*/ 2203563 h 2756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20600" h="2756673">
                <a:moveTo>
                  <a:pt x="6350" y="2195943"/>
                </a:moveTo>
                <a:lnTo>
                  <a:pt x="907702" y="2035129"/>
                </a:lnTo>
                <a:cubicBezTo>
                  <a:pt x="1181752" y="1962818"/>
                  <a:pt x="1812307" y="1372057"/>
                  <a:pt x="1961802" y="1139779"/>
                </a:cubicBezTo>
                <a:cubicBezTo>
                  <a:pt x="2111297" y="907501"/>
                  <a:pt x="1857587" y="92187"/>
                  <a:pt x="2103120" y="8050"/>
                </a:cubicBezTo>
                <a:cubicBezTo>
                  <a:pt x="2348653" y="-76087"/>
                  <a:pt x="2459487" y="523855"/>
                  <a:pt x="2520600" y="663528"/>
                </a:cubicBezTo>
                <a:cubicBezTo>
                  <a:pt x="2467413" y="811139"/>
                  <a:pt x="2384075" y="1063579"/>
                  <a:pt x="2387250" y="1050879"/>
                </a:cubicBezTo>
                <a:cubicBezTo>
                  <a:pt x="2412650" y="1127079"/>
                  <a:pt x="2486733" y="1337687"/>
                  <a:pt x="2450750" y="1469979"/>
                </a:cubicBezTo>
                <a:cubicBezTo>
                  <a:pt x="2487792" y="1611796"/>
                  <a:pt x="2486889" y="1662040"/>
                  <a:pt x="2488852" y="1825579"/>
                </a:cubicBezTo>
                <a:cubicBezTo>
                  <a:pt x="2567015" y="2052618"/>
                  <a:pt x="2318597" y="2118897"/>
                  <a:pt x="2119630" y="2108313"/>
                </a:cubicBezTo>
                <a:cubicBezTo>
                  <a:pt x="1920663" y="2097729"/>
                  <a:pt x="2159497" y="2361730"/>
                  <a:pt x="2057050" y="2600278"/>
                </a:cubicBezTo>
                <a:cubicBezTo>
                  <a:pt x="1846653" y="2635626"/>
                  <a:pt x="1412817" y="2829964"/>
                  <a:pt x="1136650" y="2726803"/>
                </a:cubicBezTo>
                <a:cubicBezTo>
                  <a:pt x="1049020" y="2745853"/>
                  <a:pt x="76200" y="2301353"/>
                  <a:pt x="0" y="2203563"/>
                </a:cubicBezTo>
              </a:path>
            </a:pathLst>
          </a:cu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3" name="그룹 232">
            <a:extLst>
              <a:ext uri="{FF2B5EF4-FFF2-40B4-BE49-F238E27FC236}">
                <a16:creationId xmlns:a16="http://schemas.microsoft.com/office/drawing/2014/main" id="{E8918B96-96FE-4FED-9CCF-9AC3674F4523}"/>
              </a:ext>
            </a:extLst>
          </p:cNvPr>
          <p:cNvGrpSpPr/>
          <p:nvPr/>
        </p:nvGrpSpPr>
        <p:grpSpPr>
          <a:xfrm>
            <a:off x="6571274" y="3460439"/>
            <a:ext cx="197643" cy="261610"/>
            <a:chOff x="1477817" y="2799261"/>
            <a:chExt cx="197643" cy="261610"/>
          </a:xfrm>
        </p:grpSpPr>
        <p:sp>
          <p:nvSpPr>
            <p:cNvPr id="234" name="타원 233">
              <a:extLst>
                <a:ext uri="{FF2B5EF4-FFF2-40B4-BE49-F238E27FC236}">
                  <a16:creationId xmlns:a16="http://schemas.microsoft.com/office/drawing/2014/main" id="{F57B2EBA-3CBE-468F-A6A1-672F545B65CC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3494B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221E39E4-A4BF-4BBC-8BE0-C13CFA81F9F2}"/>
                </a:ext>
              </a:extLst>
            </p:cNvPr>
            <p:cNvSpPr txBox="1"/>
            <p:nvPr/>
          </p:nvSpPr>
          <p:spPr>
            <a:xfrm>
              <a:off x="1553778" y="2799261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1</a:t>
              </a:r>
            </a:p>
          </p:txBody>
        </p:sp>
      </p:grp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D9169B2F-3463-4DC6-A10B-478E67E92D73}"/>
              </a:ext>
            </a:extLst>
          </p:cNvPr>
          <p:cNvGrpSpPr/>
          <p:nvPr/>
        </p:nvGrpSpPr>
        <p:grpSpPr>
          <a:xfrm>
            <a:off x="6732997" y="4019105"/>
            <a:ext cx="197643" cy="261610"/>
            <a:chOff x="1477817" y="2788120"/>
            <a:chExt cx="197643" cy="261610"/>
          </a:xfrm>
        </p:grpSpPr>
        <p:sp>
          <p:nvSpPr>
            <p:cNvPr id="237" name="타원 236">
              <a:extLst>
                <a:ext uri="{FF2B5EF4-FFF2-40B4-BE49-F238E27FC236}">
                  <a16:creationId xmlns:a16="http://schemas.microsoft.com/office/drawing/2014/main" id="{3A9227B1-BF8F-4EE3-9527-8C3B803693FD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17B0D3B4-4FEA-4BCB-9FF7-2EC911764B13}"/>
                </a:ext>
              </a:extLst>
            </p:cNvPr>
            <p:cNvSpPr txBox="1"/>
            <p:nvPr/>
          </p:nvSpPr>
          <p:spPr>
            <a:xfrm>
              <a:off x="1553777" y="278812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2</a:t>
              </a:r>
              <a:endParaRPr lang="ko-KR" altLang="en-US" sz="1100" b="1" dirty="0">
                <a:solidFill>
                  <a:schemeClr val="bg1"/>
                </a:solidFill>
                <a:latin typeface="Arial" pitchFamily="34" charset="0"/>
                <a:ea typeface="HY견고딕" pitchFamily="18" charset="-127"/>
                <a:cs typeface="Arial" pitchFamily="34" charset="0"/>
              </a:endParaRPr>
            </a:p>
          </p:txBody>
        </p:sp>
      </p:grpSp>
      <p:grpSp>
        <p:nvGrpSpPr>
          <p:cNvPr id="241" name="组合 80">
            <a:extLst>
              <a:ext uri="{FF2B5EF4-FFF2-40B4-BE49-F238E27FC236}">
                <a16:creationId xmlns:a16="http://schemas.microsoft.com/office/drawing/2014/main" id="{464C4B3E-A668-453F-873F-5514560B7A68}"/>
              </a:ext>
            </a:extLst>
          </p:cNvPr>
          <p:cNvGrpSpPr/>
          <p:nvPr/>
        </p:nvGrpSpPr>
        <p:grpSpPr>
          <a:xfrm>
            <a:off x="5897104" y="3466433"/>
            <a:ext cx="683249" cy="317818"/>
            <a:chOff x="7169327" y="3885662"/>
            <a:chExt cx="683249" cy="317818"/>
          </a:xfrm>
        </p:grpSpPr>
        <p:sp>
          <p:nvSpPr>
            <p:cNvPr id="242" name="Rectangle 2">
              <a:extLst>
                <a:ext uri="{FF2B5EF4-FFF2-40B4-BE49-F238E27FC236}">
                  <a16:creationId xmlns:a16="http://schemas.microsoft.com/office/drawing/2014/main" id="{C60CCC96-0F50-4E3A-A197-FD9817DD4CE9}"/>
                </a:ext>
              </a:extLst>
            </p:cNvPr>
            <p:cNvSpPr/>
            <p:nvPr/>
          </p:nvSpPr>
          <p:spPr>
            <a:xfrm>
              <a:off x="7169327" y="3885662"/>
              <a:ext cx="683249" cy="18388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rgbClr val="00B05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Busan</a:t>
              </a:r>
            </a:p>
          </p:txBody>
        </p:sp>
        <p:sp>
          <p:nvSpPr>
            <p:cNvPr id="243" name="Oval 213">
              <a:extLst>
                <a:ext uri="{FF2B5EF4-FFF2-40B4-BE49-F238E27FC236}">
                  <a16:creationId xmlns:a16="http://schemas.microsoft.com/office/drawing/2014/main" id="{D1001A68-61EC-4198-87E2-6514A6D7C5E7}"/>
                </a:ext>
              </a:extLst>
            </p:cNvPr>
            <p:cNvSpPr/>
            <p:nvPr/>
          </p:nvSpPr>
          <p:spPr>
            <a:xfrm flipH="1" flipV="1">
              <a:off x="7660045" y="4128176"/>
              <a:ext cx="87854" cy="75304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44" name="组合 94">
            <a:extLst>
              <a:ext uri="{FF2B5EF4-FFF2-40B4-BE49-F238E27FC236}">
                <a16:creationId xmlns:a16="http://schemas.microsoft.com/office/drawing/2014/main" id="{859A3101-1749-4302-8D81-AD284A537A9C}"/>
              </a:ext>
            </a:extLst>
          </p:cNvPr>
          <p:cNvGrpSpPr/>
          <p:nvPr/>
        </p:nvGrpSpPr>
        <p:grpSpPr>
          <a:xfrm>
            <a:off x="6393793" y="3314948"/>
            <a:ext cx="529887" cy="372742"/>
            <a:chOff x="7591529" y="3830738"/>
            <a:chExt cx="529887" cy="372742"/>
          </a:xfrm>
        </p:grpSpPr>
        <p:sp>
          <p:nvSpPr>
            <p:cNvPr id="245" name="Rectangle 2">
              <a:extLst>
                <a:ext uri="{FF2B5EF4-FFF2-40B4-BE49-F238E27FC236}">
                  <a16:creationId xmlns:a16="http://schemas.microsoft.com/office/drawing/2014/main" id="{0F1EAB58-3EDC-4521-B196-21269A77E164}"/>
                </a:ext>
              </a:extLst>
            </p:cNvPr>
            <p:cNvSpPr/>
            <p:nvPr/>
          </p:nvSpPr>
          <p:spPr>
            <a:xfrm>
              <a:off x="7591529" y="3830738"/>
              <a:ext cx="529887" cy="16594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Ulsan</a:t>
              </a:r>
            </a:p>
          </p:txBody>
        </p:sp>
        <p:sp>
          <p:nvSpPr>
            <p:cNvPr id="246" name="Oval 213">
              <a:extLst>
                <a:ext uri="{FF2B5EF4-FFF2-40B4-BE49-F238E27FC236}">
                  <a16:creationId xmlns:a16="http://schemas.microsoft.com/office/drawing/2014/main" id="{943E5700-EB80-40E4-805B-358F6FBDD2FA}"/>
                </a:ext>
              </a:extLst>
            </p:cNvPr>
            <p:cNvSpPr/>
            <p:nvPr/>
          </p:nvSpPr>
          <p:spPr>
            <a:xfrm flipH="1" flipV="1">
              <a:off x="7660045" y="4128176"/>
              <a:ext cx="87854" cy="7530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47" name="Group 1588">
            <a:extLst>
              <a:ext uri="{FF2B5EF4-FFF2-40B4-BE49-F238E27FC236}">
                <a16:creationId xmlns:a16="http://schemas.microsoft.com/office/drawing/2014/main" id="{DF95146F-C61E-4B48-B67E-2160808A9176}"/>
              </a:ext>
            </a:extLst>
          </p:cNvPr>
          <p:cNvGrpSpPr/>
          <p:nvPr/>
        </p:nvGrpSpPr>
        <p:grpSpPr>
          <a:xfrm>
            <a:off x="5042425" y="3636950"/>
            <a:ext cx="1114777" cy="265082"/>
            <a:chOff x="9922766" y="3928968"/>
            <a:chExt cx="319761" cy="76036"/>
          </a:xfrm>
        </p:grpSpPr>
        <p:sp>
          <p:nvSpPr>
            <p:cNvPr id="248" name="Oval 1589">
              <a:extLst>
                <a:ext uri="{FF2B5EF4-FFF2-40B4-BE49-F238E27FC236}">
                  <a16:creationId xmlns:a16="http://schemas.microsoft.com/office/drawing/2014/main" id="{DC21CC83-BAA4-471C-AD05-DCA97817CD8C}"/>
                </a:ext>
              </a:extLst>
            </p:cNvPr>
            <p:cNvSpPr/>
            <p:nvPr/>
          </p:nvSpPr>
          <p:spPr>
            <a:xfrm flipH="1" flipV="1">
              <a:off x="10217327" y="3982355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9" name="Rectangle 1590">
              <a:extLst>
                <a:ext uri="{FF2B5EF4-FFF2-40B4-BE49-F238E27FC236}">
                  <a16:creationId xmlns:a16="http://schemas.microsoft.com/office/drawing/2014/main" id="{AB34512E-E70F-48D6-81AE-B434B7A16F73}"/>
                </a:ext>
              </a:extLst>
            </p:cNvPr>
            <p:cNvSpPr/>
            <p:nvPr/>
          </p:nvSpPr>
          <p:spPr>
            <a:xfrm>
              <a:off x="9922766" y="3928968"/>
              <a:ext cx="306845" cy="7603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Kwangyang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256" name="Group 1607">
            <a:extLst>
              <a:ext uri="{FF2B5EF4-FFF2-40B4-BE49-F238E27FC236}">
                <a16:creationId xmlns:a16="http://schemas.microsoft.com/office/drawing/2014/main" id="{F225725D-75D9-4CAC-AD13-26BB5ADB4B85}"/>
              </a:ext>
            </a:extLst>
          </p:cNvPr>
          <p:cNvGrpSpPr/>
          <p:nvPr/>
        </p:nvGrpSpPr>
        <p:grpSpPr>
          <a:xfrm>
            <a:off x="7568535" y="2497061"/>
            <a:ext cx="880052" cy="238778"/>
            <a:chOff x="9894597" y="3872089"/>
            <a:chExt cx="252433" cy="68491"/>
          </a:xfrm>
        </p:grpSpPr>
        <p:sp>
          <p:nvSpPr>
            <p:cNvPr id="257" name="Oval 1608">
              <a:extLst>
                <a:ext uri="{FF2B5EF4-FFF2-40B4-BE49-F238E27FC236}">
                  <a16:creationId xmlns:a16="http://schemas.microsoft.com/office/drawing/2014/main" id="{B78C490D-F37C-4823-A249-7E3A6DA45186}"/>
                </a:ext>
              </a:extLst>
            </p:cNvPr>
            <p:cNvSpPr/>
            <p:nvPr/>
          </p:nvSpPr>
          <p:spPr>
            <a:xfrm flipH="1" flipV="1">
              <a:off x="10121830" y="3918980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8" name="Rectangle 1609">
              <a:extLst>
                <a:ext uri="{FF2B5EF4-FFF2-40B4-BE49-F238E27FC236}">
                  <a16:creationId xmlns:a16="http://schemas.microsoft.com/office/drawing/2014/main" id="{6E5FCA1A-0034-410F-AECC-1437D247BF00}"/>
                </a:ext>
              </a:extLst>
            </p:cNvPr>
            <p:cNvSpPr/>
            <p:nvPr/>
          </p:nvSpPr>
          <p:spPr>
            <a:xfrm>
              <a:off x="9894597" y="3872089"/>
              <a:ext cx="212836" cy="4689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Niigata</a:t>
              </a:r>
            </a:p>
          </p:txBody>
        </p:sp>
      </p:grpSp>
      <p:grpSp>
        <p:nvGrpSpPr>
          <p:cNvPr id="262" name="Group 1625">
            <a:extLst>
              <a:ext uri="{FF2B5EF4-FFF2-40B4-BE49-F238E27FC236}">
                <a16:creationId xmlns:a16="http://schemas.microsoft.com/office/drawing/2014/main" id="{EDD363CB-FEC8-4B69-B8D1-CBA42ECB7999}"/>
              </a:ext>
            </a:extLst>
          </p:cNvPr>
          <p:cNvGrpSpPr/>
          <p:nvPr/>
        </p:nvGrpSpPr>
        <p:grpSpPr>
          <a:xfrm>
            <a:off x="7177129" y="3534357"/>
            <a:ext cx="1108502" cy="266829"/>
            <a:chOff x="10085675" y="3918980"/>
            <a:chExt cx="317962" cy="76537"/>
          </a:xfrm>
        </p:grpSpPr>
        <p:sp>
          <p:nvSpPr>
            <p:cNvPr id="263" name="Oval 1626">
              <a:extLst>
                <a:ext uri="{FF2B5EF4-FFF2-40B4-BE49-F238E27FC236}">
                  <a16:creationId xmlns:a16="http://schemas.microsoft.com/office/drawing/2014/main" id="{B37D3C57-8551-47CD-BFC8-98B917BD2FD1}"/>
                </a:ext>
              </a:extLst>
            </p:cNvPr>
            <p:cNvSpPr/>
            <p:nvPr/>
          </p:nvSpPr>
          <p:spPr>
            <a:xfrm flipH="1" flipV="1">
              <a:off x="10121830" y="3918980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4" name="Rectangle 1627">
              <a:extLst>
                <a:ext uri="{FF2B5EF4-FFF2-40B4-BE49-F238E27FC236}">
                  <a16:creationId xmlns:a16="http://schemas.microsoft.com/office/drawing/2014/main" id="{8AEF7AD1-BC10-4269-9D4E-2298F8F0EBFC}"/>
                </a:ext>
              </a:extLst>
            </p:cNvPr>
            <p:cNvSpPr/>
            <p:nvPr/>
          </p:nvSpPr>
          <p:spPr>
            <a:xfrm>
              <a:off x="10085675" y="3950118"/>
              <a:ext cx="317962" cy="453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altLang="ko-KR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Sakaiminato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265" name="组合 97">
            <a:extLst>
              <a:ext uri="{FF2B5EF4-FFF2-40B4-BE49-F238E27FC236}">
                <a16:creationId xmlns:a16="http://schemas.microsoft.com/office/drawing/2014/main" id="{397F9A5C-0F6F-4D5B-84F7-7128C6F2EB37}"/>
              </a:ext>
            </a:extLst>
          </p:cNvPr>
          <p:cNvGrpSpPr/>
          <p:nvPr/>
        </p:nvGrpSpPr>
        <p:grpSpPr>
          <a:xfrm>
            <a:off x="3442498" y="3420039"/>
            <a:ext cx="1040552" cy="193005"/>
            <a:chOff x="4959776" y="2679771"/>
            <a:chExt cx="1040552" cy="193005"/>
          </a:xfrm>
        </p:grpSpPr>
        <p:sp>
          <p:nvSpPr>
            <p:cNvPr id="266" name="Oval 836">
              <a:extLst>
                <a:ext uri="{FF2B5EF4-FFF2-40B4-BE49-F238E27FC236}">
                  <a16:creationId xmlns:a16="http://schemas.microsoft.com/office/drawing/2014/main" id="{844FAD6D-F9E7-4559-AB1A-E2BA87CF7419}"/>
                </a:ext>
              </a:extLst>
            </p:cNvPr>
            <p:cNvSpPr/>
            <p:nvPr/>
          </p:nvSpPr>
          <p:spPr>
            <a:xfrm flipH="1" flipV="1">
              <a:off x="5912474" y="2797472"/>
              <a:ext cx="87854" cy="7530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7" name="Rectangle 837">
              <a:extLst>
                <a:ext uri="{FF2B5EF4-FFF2-40B4-BE49-F238E27FC236}">
                  <a16:creationId xmlns:a16="http://schemas.microsoft.com/office/drawing/2014/main" id="{9BFCCA97-E2A5-43AB-910F-C9A65C2AD439}"/>
                </a:ext>
              </a:extLst>
            </p:cNvPr>
            <p:cNvSpPr/>
            <p:nvPr/>
          </p:nvSpPr>
          <p:spPr>
            <a:xfrm>
              <a:off x="4959776" y="2679771"/>
              <a:ext cx="836623" cy="1808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Qingdao</a:t>
              </a:r>
            </a:p>
          </p:txBody>
        </p:sp>
      </p:grpSp>
      <p:grpSp>
        <p:nvGrpSpPr>
          <p:cNvPr id="280" name="组合 97">
            <a:extLst>
              <a:ext uri="{FF2B5EF4-FFF2-40B4-BE49-F238E27FC236}">
                <a16:creationId xmlns:a16="http://schemas.microsoft.com/office/drawing/2014/main" id="{801C3459-8094-48F4-AC62-D1CF59D46800}"/>
              </a:ext>
            </a:extLst>
          </p:cNvPr>
          <p:cNvGrpSpPr/>
          <p:nvPr/>
        </p:nvGrpSpPr>
        <p:grpSpPr>
          <a:xfrm>
            <a:off x="2789584" y="2528430"/>
            <a:ext cx="1040552" cy="193005"/>
            <a:chOff x="4959776" y="2679771"/>
            <a:chExt cx="1040552" cy="193005"/>
          </a:xfrm>
        </p:grpSpPr>
        <p:sp>
          <p:nvSpPr>
            <p:cNvPr id="281" name="Oval 836">
              <a:extLst>
                <a:ext uri="{FF2B5EF4-FFF2-40B4-BE49-F238E27FC236}">
                  <a16:creationId xmlns:a16="http://schemas.microsoft.com/office/drawing/2014/main" id="{AA99A525-AAEC-490F-A9D6-7F2443CFF9EE}"/>
                </a:ext>
              </a:extLst>
            </p:cNvPr>
            <p:cNvSpPr/>
            <p:nvPr/>
          </p:nvSpPr>
          <p:spPr>
            <a:xfrm flipH="1" flipV="1">
              <a:off x="5912474" y="2797472"/>
              <a:ext cx="87854" cy="7530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2" name="Rectangle 837">
              <a:extLst>
                <a:ext uri="{FF2B5EF4-FFF2-40B4-BE49-F238E27FC236}">
                  <a16:creationId xmlns:a16="http://schemas.microsoft.com/office/drawing/2014/main" id="{515F927C-4E5B-4FCB-81D5-9F3BAFF6408E}"/>
                </a:ext>
              </a:extLst>
            </p:cNvPr>
            <p:cNvSpPr/>
            <p:nvPr/>
          </p:nvSpPr>
          <p:spPr>
            <a:xfrm>
              <a:off x="4959776" y="2679771"/>
              <a:ext cx="836623" cy="1808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Xingang</a:t>
              </a:r>
            </a:p>
          </p:txBody>
        </p:sp>
      </p:grpSp>
      <p:sp>
        <p:nvSpPr>
          <p:cNvPr id="284" name="이등변 삼각형 283">
            <a:extLst>
              <a:ext uri="{FF2B5EF4-FFF2-40B4-BE49-F238E27FC236}">
                <a16:creationId xmlns:a16="http://schemas.microsoft.com/office/drawing/2014/main" id="{594018D0-146B-479E-AEF6-258158AF22B9}"/>
              </a:ext>
            </a:extLst>
          </p:cNvPr>
          <p:cNvSpPr/>
          <p:nvPr/>
        </p:nvSpPr>
        <p:spPr>
          <a:xfrm rot="20790618">
            <a:off x="8794644" y="2726356"/>
            <a:ext cx="162000" cy="1296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5" name="이등변 삼각형 284">
            <a:extLst>
              <a:ext uri="{FF2B5EF4-FFF2-40B4-BE49-F238E27FC236}">
                <a16:creationId xmlns:a16="http://schemas.microsoft.com/office/drawing/2014/main" id="{307C417E-75A1-4673-BC1F-9787A44D3250}"/>
              </a:ext>
            </a:extLst>
          </p:cNvPr>
          <p:cNvSpPr/>
          <p:nvPr/>
        </p:nvSpPr>
        <p:spPr>
          <a:xfrm rot="7034177">
            <a:off x="6713861" y="3885607"/>
            <a:ext cx="162000" cy="1296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6" name="이등변 삼각형 285">
            <a:extLst>
              <a:ext uri="{FF2B5EF4-FFF2-40B4-BE49-F238E27FC236}">
                <a16:creationId xmlns:a16="http://schemas.microsoft.com/office/drawing/2014/main" id="{1FAB3CE4-BDD3-4C7C-ABE9-40557895FF0A}"/>
              </a:ext>
            </a:extLst>
          </p:cNvPr>
          <p:cNvSpPr/>
          <p:nvPr/>
        </p:nvSpPr>
        <p:spPr>
          <a:xfrm rot="21182154">
            <a:off x="8422489" y="3833574"/>
            <a:ext cx="162000" cy="1296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3" name="이등변 삼각형 292">
            <a:extLst>
              <a:ext uri="{FF2B5EF4-FFF2-40B4-BE49-F238E27FC236}">
                <a16:creationId xmlns:a16="http://schemas.microsoft.com/office/drawing/2014/main" id="{0F7EA6EF-9C30-4952-B048-CF82EBFCCB49}"/>
              </a:ext>
            </a:extLst>
          </p:cNvPr>
          <p:cNvSpPr/>
          <p:nvPr/>
        </p:nvSpPr>
        <p:spPr>
          <a:xfrm rot="16375928">
            <a:off x="6375680" y="3800283"/>
            <a:ext cx="162000" cy="129600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4" name="Group 1625">
            <a:extLst>
              <a:ext uri="{FF2B5EF4-FFF2-40B4-BE49-F238E27FC236}">
                <a16:creationId xmlns:a16="http://schemas.microsoft.com/office/drawing/2014/main" id="{D807942B-FF25-4F85-AB02-3DB058F6B502}"/>
              </a:ext>
            </a:extLst>
          </p:cNvPr>
          <p:cNvGrpSpPr/>
          <p:nvPr/>
        </p:nvGrpSpPr>
        <p:grpSpPr>
          <a:xfrm>
            <a:off x="8127865" y="2969069"/>
            <a:ext cx="1012996" cy="238023"/>
            <a:chOff x="9894105" y="3918980"/>
            <a:chExt cx="317962" cy="68274"/>
          </a:xfrm>
        </p:grpSpPr>
        <p:sp>
          <p:nvSpPr>
            <p:cNvPr id="105" name="Oval 1626">
              <a:extLst>
                <a:ext uri="{FF2B5EF4-FFF2-40B4-BE49-F238E27FC236}">
                  <a16:creationId xmlns:a16="http://schemas.microsoft.com/office/drawing/2014/main" id="{177B0373-D58E-4A93-90CB-293B25563402}"/>
                </a:ext>
              </a:extLst>
            </p:cNvPr>
            <p:cNvSpPr/>
            <p:nvPr/>
          </p:nvSpPr>
          <p:spPr>
            <a:xfrm flipH="1" flipV="1">
              <a:off x="10121830" y="3918980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6" name="Rectangle 1627">
              <a:extLst>
                <a:ext uri="{FF2B5EF4-FFF2-40B4-BE49-F238E27FC236}">
                  <a16:creationId xmlns:a16="http://schemas.microsoft.com/office/drawing/2014/main" id="{05475558-9683-41E1-A2B8-0BC4C7CB00D6}"/>
                </a:ext>
              </a:extLst>
            </p:cNvPr>
            <p:cNvSpPr/>
            <p:nvPr/>
          </p:nvSpPr>
          <p:spPr>
            <a:xfrm>
              <a:off x="9894105" y="3941855"/>
              <a:ext cx="317962" cy="453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Onahama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107" name="组合 54">
            <a:extLst>
              <a:ext uri="{FF2B5EF4-FFF2-40B4-BE49-F238E27FC236}">
                <a16:creationId xmlns:a16="http://schemas.microsoft.com/office/drawing/2014/main" id="{D0E4E003-B960-4922-A368-4AFE73FAC198}"/>
              </a:ext>
            </a:extLst>
          </p:cNvPr>
          <p:cNvGrpSpPr/>
          <p:nvPr/>
        </p:nvGrpSpPr>
        <p:grpSpPr>
          <a:xfrm>
            <a:off x="8223649" y="3421534"/>
            <a:ext cx="721680" cy="274011"/>
            <a:chOff x="7123531" y="1539384"/>
            <a:chExt cx="772329" cy="293242"/>
          </a:xfrm>
        </p:grpSpPr>
        <p:sp>
          <p:nvSpPr>
            <p:cNvPr id="108" name="Oval 1">
              <a:extLst>
                <a:ext uri="{FF2B5EF4-FFF2-40B4-BE49-F238E27FC236}">
                  <a16:creationId xmlns:a16="http://schemas.microsoft.com/office/drawing/2014/main" id="{D2B808F5-0EA4-4D5C-A22F-EB00BAA1A153}"/>
                </a:ext>
              </a:extLst>
            </p:cNvPr>
            <p:cNvSpPr/>
            <p:nvPr/>
          </p:nvSpPr>
          <p:spPr>
            <a:xfrm flipH="1" flipV="1">
              <a:off x="7412328" y="1747336"/>
              <a:ext cx="99508" cy="8529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9" name="Rectangle 214">
              <a:extLst>
                <a:ext uri="{FF2B5EF4-FFF2-40B4-BE49-F238E27FC236}">
                  <a16:creationId xmlns:a16="http://schemas.microsoft.com/office/drawing/2014/main" id="{E16B8031-34D6-4225-A626-C6A96D63B3B6}"/>
                </a:ext>
              </a:extLst>
            </p:cNvPr>
            <p:cNvSpPr/>
            <p:nvPr/>
          </p:nvSpPr>
          <p:spPr>
            <a:xfrm>
              <a:off x="7123531" y="1539384"/>
              <a:ext cx="772329" cy="1727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Shimizu</a:t>
              </a:r>
            </a:p>
          </p:txBody>
        </p:sp>
      </p:grpSp>
      <p:grpSp>
        <p:nvGrpSpPr>
          <p:cNvPr id="110" name="Group 1625">
            <a:extLst>
              <a:ext uri="{FF2B5EF4-FFF2-40B4-BE49-F238E27FC236}">
                <a16:creationId xmlns:a16="http://schemas.microsoft.com/office/drawing/2014/main" id="{28A03215-142B-4A63-B56E-8815787739B3}"/>
              </a:ext>
            </a:extLst>
          </p:cNvPr>
          <p:cNvGrpSpPr/>
          <p:nvPr/>
        </p:nvGrpSpPr>
        <p:grpSpPr>
          <a:xfrm>
            <a:off x="8386337" y="2375885"/>
            <a:ext cx="1520170" cy="258570"/>
            <a:chOff x="10009533" y="3866412"/>
            <a:chExt cx="436043" cy="74168"/>
          </a:xfrm>
        </p:grpSpPr>
        <p:sp>
          <p:nvSpPr>
            <p:cNvPr id="111" name="Oval 1626">
              <a:extLst>
                <a:ext uri="{FF2B5EF4-FFF2-40B4-BE49-F238E27FC236}">
                  <a16:creationId xmlns:a16="http://schemas.microsoft.com/office/drawing/2014/main" id="{2D1D5AD7-943D-4BA6-8B1F-7C53C06F85EA}"/>
                </a:ext>
              </a:extLst>
            </p:cNvPr>
            <p:cNvSpPr/>
            <p:nvPr/>
          </p:nvSpPr>
          <p:spPr>
            <a:xfrm flipH="1" flipV="1">
              <a:off x="10121830" y="3918980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2" name="Rectangle 1627">
              <a:extLst>
                <a:ext uri="{FF2B5EF4-FFF2-40B4-BE49-F238E27FC236}">
                  <a16:creationId xmlns:a16="http://schemas.microsoft.com/office/drawing/2014/main" id="{54E23283-CD8A-4D1A-B279-7CC5BDBB5956}"/>
                </a:ext>
              </a:extLst>
            </p:cNvPr>
            <p:cNvSpPr/>
            <p:nvPr/>
          </p:nvSpPr>
          <p:spPr>
            <a:xfrm>
              <a:off x="10009533" y="3866412"/>
              <a:ext cx="436043" cy="4749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Sendai</a:t>
              </a:r>
            </a:p>
          </p:txBody>
        </p:sp>
      </p:grpSp>
      <p:grpSp>
        <p:nvGrpSpPr>
          <p:cNvPr id="113" name="Group 1537">
            <a:extLst>
              <a:ext uri="{FF2B5EF4-FFF2-40B4-BE49-F238E27FC236}">
                <a16:creationId xmlns:a16="http://schemas.microsoft.com/office/drawing/2014/main" id="{36FEA164-B5CC-4AE4-98CB-2B3B16AEF220}"/>
              </a:ext>
            </a:extLst>
          </p:cNvPr>
          <p:cNvGrpSpPr/>
          <p:nvPr/>
        </p:nvGrpSpPr>
        <p:grpSpPr>
          <a:xfrm>
            <a:off x="8083612" y="2060512"/>
            <a:ext cx="1063949" cy="185867"/>
            <a:chOff x="9889785" y="3887266"/>
            <a:chExt cx="305181" cy="53314"/>
          </a:xfrm>
        </p:grpSpPr>
        <p:sp>
          <p:nvSpPr>
            <p:cNvPr id="114" name="Oval 1538">
              <a:extLst>
                <a:ext uri="{FF2B5EF4-FFF2-40B4-BE49-F238E27FC236}">
                  <a16:creationId xmlns:a16="http://schemas.microsoft.com/office/drawing/2014/main" id="{6BC8DD95-5ABD-40EE-BBE8-F035B5DF0E1D}"/>
                </a:ext>
              </a:extLst>
            </p:cNvPr>
            <p:cNvSpPr/>
            <p:nvPr/>
          </p:nvSpPr>
          <p:spPr>
            <a:xfrm flipH="1" flipV="1">
              <a:off x="10121830" y="3918980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5" name="Rectangle 1539">
              <a:extLst>
                <a:ext uri="{FF2B5EF4-FFF2-40B4-BE49-F238E27FC236}">
                  <a16:creationId xmlns:a16="http://schemas.microsoft.com/office/drawing/2014/main" id="{360FCC15-2BBF-4C5C-8148-599F34207A2E}"/>
                </a:ext>
              </a:extLst>
            </p:cNvPr>
            <p:cNvSpPr/>
            <p:nvPr/>
          </p:nvSpPr>
          <p:spPr>
            <a:xfrm>
              <a:off x="9889785" y="3887266"/>
              <a:ext cx="305181" cy="5288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altLang="ko-KR" sz="1400" b="1" dirty="0" err="1">
                  <a:solidFill>
                    <a:srgbClr val="000000"/>
                  </a:solidFill>
                  <a:latin typeface="Arial"/>
                </a:rPr>
                <a:t>Kamaishi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sp>
        <p:nvSpPr>
          <p:cNvPr id="116" name="이등변 삼각형 115">
            <a:extLst>
              <a:ext uri="{FF2B5EF4-FFF2-40B4-BE49-F238E27FC236}">
                <a16:creationId xmlns:a16="http://schemas.microsoft.com/office/drawing/2014/main" id="{4C7A2ECB-41AA-4102-B847-703F1996A9DB}"/>
              </a:ext>
            </a:extLst>
          </p:cNvPr>
          <p:cNvSpPr/>
          <p:nvPr/>
        </p:nvSpPr>
        <p:spPr>
          <a:xfrm rot="17678117">
            <a:off x="4829414" y="2779183"/>
            <a:ext cx="162000" cy="129600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이등변 삼각형 117">
            <a:extLst>
              <a:ext uri="{FF2B5EF4-FFF2-40B4-BE49-F238E27FC236}">
                <a16:creationId xmlns:a16="http://schemas.microsoft.com/office/drawing/2014/main" id="{BA0BAE14-6248-4907-A6AC-7740312902E0}"/>
              </a:ext>
            </a:extLst>
          </p:cNvPr>
          <p:cNvSpPr/>
          <p:nvPr/>
        </p:nvSpPr>
        <p:spPr>
          <a:xfrm rot="7432288">
            <a:off x="4536333" y="2979573"/>
            <a:ext cx="162000" cy="129600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이등변 삼각형 118">
            <a:extLst>
              <a:ext uri="{FF2B5EF4-FFF2-40B4-BE49-F238E27FC236}">
                <a16:creationId xmlns:a16="http://schemas.microsoft.com/office/drawing/2014/main" id="{017AAD96-F59D-4E1E-AB40-F1EEC54B2B32}"/>
              </a:ext>
            </a:extLst>
          </p:cNvPr>
          <p:cNvSpPr/>
          <p:nvPr/>
        </p:nvSpPr>
        <p:spPr>
          <a:xfrm rot="6493247">
            <a:off x="5304926" y="3935364"/>
            <a:ext cx="162000" cy="129600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이등변 삼각형 119">
            <a:extLst>
              <a:ext uri="{FF2B5EF4-FFF2-40B4-BE49-F238E27FC236}">
                <a16:creationId xmlns:a16="http://schemas.microsoft.com/office/drawing/2014/main" id="{9104100A-DBBF-4DAC-8F71-4C9C3E2E64A6}"/>
              </a:ext>
            </a:extLst>
          </p:cNvPr>
          <p:cNvSpPr/>
          <p:nvPr/>
        </p:nvSpPr>
        <p:spPr>
          <a:xfrm rot="13627357">
            <a:off x="7775793" y="3179803"/>
            <a:ext cx="162000" cy="1296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4814910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" name="组合 53">
            <a:extLst>
              <a:ext uri="{FF2B5EF4-FFF2-40B4-BE49-F238E27FC236}">
                <a16:creationId xmlns:a16="http://schemas.microsoft.com/office/drawing/2014/main" id="{C44DD81F-FD88-47B0-87F5-3F87F78CBEA9}"/>
              </a:ext>
            </a:extLst>
          </p:cNvPr>
          <p:cNvGrpSpPr/>
          <p:nvPr/>
        </p:nvGrpSpPr>
        <p:grpSpPr>
          <a:xfrm>
            <a:off x="-16521664" y="-13474336"/>
            <a:ext cx="29264269" cy="25184556"/>
            <a:chOff x="-4643412" y="-4402880"/>
            <a:chExt cx="14144860" cy="11732977"/>
          </a:xfrm>
        </p:grpSpPr>
        <p:sp>
          <p:nvSpPr>
            <p:cNvPr id="131" name="Freeform 340">
              <a:extLst>
                <a:ext uri="{FF2B5EF4-FFF2-40B4-BE49-F238E27FC236}">
                  <a16:creationId xmlns:a16="http://schemas.microsoft.com/office/drawing/2014/main" id="{8E507062-8DA6-4A60-9932-C7178F9199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643412" y="-4402880"/>
              <a:ext cx="14144860" cy="7589263"/>
            </a:xfrm>
            <a:custGeom>
              <a:avLst/>
              <a:gdLst>
                <a:gd name="T0" fmla="*/ 1431 w 1560"/>
                <a:gd name="T1" fmla="*/ 645 h 837"/>
                <a:gd name="T2" fmla="*/ 1209 w 1560"/>
                <a:gd name="T3" fmla="*/ 533 h 837"/>
                <a:gd name="T4" fmla="*/ 1315 w 1560"/>
                <a:gd name="T5" fmla="*/ 646 h 837"/>
                <a:gd name="T6" fmla="*/ 1269 w 1560"/>
                <a:gd name="T7" fmla="*/ 526 h 837"/>
                <a:gd name="T8" fmla="*/ 83 w 1560"/>
                <a:gd name="T9" fmla="*/ 433 h 837"/>
                <a:gd name="T10" fmla="*/ 276 w 1560"/>
                <a:gd name="T11" fmla="*/ 337 h 837"/>
                <a:gd name="T12" fmla="*/ 280 w 1560"/>
                <a:gd name="T13" fmla="*/ 309 h 837"/>
                <a:gd name="T14" fmla="*/ 258 w 1560"/>
                <a:gd name="T15" fmla="*/ 287 h 837"/>
                <a:gd name="T16" fmla="*/ 205 w 1560"/>
                <a:gd name="T17" fmla="*/ 255 h 837"/>
                <a:gd name="T18" fmla="*/ 400 w 1560"/>
                <a:gd name="T19" fmla="*/ 197 h 837"/>
                <a:gd name="T20" fmla="*/ 469 w 1560"/>
                <a:gd name="T21" fmla="*/ 145 h 837"/>
                <a:gd name="T22" fmla="*/ 292 w 1560"/>
                <a:gd name="T23" fmla="*/ 100 h 837"/>
                <a:gd name="T24" fmla="*/ 229 w 1560"/>
                <a:gd name="T25" fmla="*/ 225 h 837"/>
                <a:gd name="T26" fmla="*/ 205 w 1560"/>
                <a:gd name="T27" fmla="*/ 171 h 837"/>
                <a:gd name="T28" fmla="*/ 974 w 1560"/>
                <a:gd name="T29" fmla="*/ 103 h 837"/>
                <a:gd name="T30" fmla="*/ 513 w 1560"/>
                <a:gd name="T31" fmla="*/ 58 h 837"/>
                <a:gd name="T32" fmla="*/ 1199 w 1560"/>
                <a:gd name="T33" fmla="*/ 42 h 837"/>
                <a:gd name="T34" fmla="*/ 956 w 1560"/>
                <a:gd name="T35" fmla="*/ 36 h 837"/>
                <a:gd name="T36" fmla="*/ 143 w 1560"/>
                <a:gd name="T37" fmla="*/ 4 h 837"/>
                <a:gd name="T38" fmla="*/ 600 w 1560"/>
                <a:gd name="T39" fmla="*/ 16 h 837"/>
                <a:gd name="T40" fmla="*/ 691 w 1560"/>
                <a:gd name="T41" fmla="*/ 55 h 837"/>
                <a:gd name="T42" fmla="*/ 710 w 1560"/>
                <a:gd name="T43" fmla="*/ 112 h 837"/>
                <a:gd name="T44" fmla="*/ 844 w 1560"/>
                <a:gd name="T45" fmla="*/ 82 h 837"/>
                <a:gd name="T46" fmla="*/ 926 w 1560"/>
                <a:gd name="T47" fmla="*/ 108 h 837"/>
                <a:gd name="T48" fmla="*/ 1022 w 1560"/>
                <a:gd name="T49" fmla="*/ 53 h 837"/>
                <a:gd name="T50" fmla="*/ 1188 w 1560"/>
                <a:gd name="T51" fmla="*/ 57 h 837"/>
                <a:gd name="T52" fmla="*/ 1314 w 1560"/>
                <a:gd name="T53" fmla="*/ 51 h 837"/>
                <a:gd name="T54" fmla="*/ 1472 w 1560"/>
                <a:gd name="T55" fmla="*/ 37 h 837"/>
                <a:gd name="T56" fmla="*/ 1544 w 1560"/>
                <a:gd name="T57" fmla="*/ 67 h 837"/>
                <a:gd name="T58" fmla="*/ 1486 w 1560"/>
                <a:gd name="T59" fmla="*/ 107 h 837"/>
                <a:gd name="T60" fmla="*/ 1509 w 1560"/>
                <a:gd name="T61" fmla="*/ 188 h 837"/>
                <a:gd name="T62" fmla="*/ 1484 w 1560"/>
                <a:gd name="T63" fmla="*/ 317 h 837"/>
                <a:gd name="T64" fmla="*/ 1454 w 1560"/>
                <a:gd name="T65" fmla="*/ 413 h 837"/>
                <a:gd name="T66" fmla="*/ 1435 w 1560"/>
                <a:gd name="T67" fmla="*/ 538 h 837"/>
                <a:gd name="T68" fmla="*/ 1397 w 1560"/>
                <a:gd name="T69" fmla="*/ 282 h 837"/>
                <a:gd name="T70" fmla="*/ 1342 w 1560"/>
                <a:gd name="T71" fmla="*/ 311 h 837"/>
                <a:gd name="T72" fmla="*/ 1288 w 1560"/>
                <a:gd name="T73" fmla="*/ 379 h 837"/>
                <a:gd name="T74" fmla="*/ 1193 w 1560"/>
                <a:gd name="T75" fmla="*/ 521 h 837"/>
                <a:gd name="T76" fmla="*/ 1278 w 1560"/>
                <a:gd name="T77" fmla="*/ 613 h 837"/>
                <a:gd name="T78" fmla="*/ 1211 w 1560"/>
                <a:gd name="T79" fmla="*/ 734 h 837"/>
                <a:gd name="T80" fmla="*/ 1186 w 1560"/>
                <a:gd name="T81" fmla="*/ 666 h 837"/>
                <a:gd name="T82" fmla="*/ 1098 w 1560"/>
                <a:gd name="T83" fmla="*/ 575 h 837"/>
                <a:gd name="T84" fmla="*/ 1019 w 1560"/>
                <a:gd name="T85" fmla="*/ 645 h 837"/>
                <a:gd name="T86" fmla="*/ 804 w 1560"/>
                <a:gd name="T87" fmla="*/ 626 h 837"/>
                <a:gd name="T88" fmla="*/ 663 w 1560"/>
                <a:gd name="T89" fmla="*/ 679 h 837"/>
                <a:gd name="T90" fmla="*/ 491 w 1560"/>
                <a:gd name="T91" fmla="*/ 604 h 837"/>
                <a:gd name="T92" fmla="*/ 400 w 1560"/>
                <a:gd name="T93" fmla="*/ 671 h 837"/>
                <a:gd name="T94" fmla="*/ 246 w 1560"/>
                <a:gd name="T95" fmla="*/ 712 h 837"/>
                <a:gd name="T96" fmla="*/ 241 w 1560"/>
                <a:gd name="T97" fmla="*/ 834 h 837"/>
                <a:gd name="T98" fmla="*/ 170 w 1560"/>
                <a:gd name="T99" fmla="*/ 717 h 837"/>
                <a:gd name="T100" fmla="*/ 22 w 1560"/>
                <a:gd name="T101" fmla="*/ 553 h 837"/>
                <a:gd name="T102" fmla="*/ 20 w 1560"/>
                <a:gd name="T103" fmla="*/ 340 h 837"/>
                <a:gd name="T104" fmla="*/ 118 w 1560"/>
                <a:gd name="T105" fmla="*/ 375 h 837"/>
                <a:gd name="T106" fmla="*/ 76 w 1560"/>
                <a:gd name="T107" fmla="*/ 447 h 837"/>
                <a:gd name="T108" fmla="*/ 153 w 1560"/>
                <a:gd name="T109" fmla="*/ 368 h 837"/>
                <a:gd name="T110" fmla="*/ 242 w 1560"/>
                <a:gd name="T111" fmla="*/ 345 h 837"/>
                <a:gd name="T112" fmla="*/ 353 w 1560"/>
                <a:gd name="T113" fmla="*/ 321 h 837"/>
                <a:gd name="T114" fmla="*/ 386 w 1560"/>
                <a:gd name="T115" fmla="*/ 249 h 837"/>
                <a:gd name="T116" fmla="*/ 437 w 1560"/>
                <a:gd name="T117" fmla="*/ 326 h 837"/>
                <a:gd name="T118" fmla="*/ 409 w 1560"/>
                <a:gd name="T119" fmla="*/ 234 h 837"/>
                <a:gd name="T120" fmla="*/ 496 w 1560"/>
                <a:gd name="T121" fmla="*/ 267 h 837"/>
                <a:gd name="T122" fmla="*/ 495 w 1560"/>
                <a:gd name="T123" fmla="*/ 166 h 837"/>
                <a:gd name="T124" fmla="*/ 530 w 1560"/>
                <a:gd name="T125" fmla="*/ 75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0" h="837">
                  <a:moveTo>
                    <a:pt x="241" y="834"/>
                  </a:moveTo>
                  <a:lnTo>
                    <a:pt x="243" y="837"/>
                  </a:lnTo>
                  <a:lnTo>
                    <a:pt x="241" y="834"/>
                  </a:lnTo>
                  <a:lnTo>
                    <a:pt x="241" y="834"/>
                  </a:lnTo>
                  <a:close/>
                  <a:moveTo>
                    <a:pt x="390" y="767"/>
                  </a:moveTo>
                  <a:lnTo>
                    <a:pt x="394" y="768"/>
                  </a:lnTo>
                  <a:lnTo>
                    <a:pt x="376" y="770"/>
                  </a:lnTo>
                  <a:lnTo>
                    <a:pt x="390" y="767"/>
                  </a:lnTo>
                  <a:close/>
                  <a:moveTo>
                    <a:pt x="1389" y="716"/>
                  </a:moveTo>
                  <a:lnTo>
                    <a:pt x="1389" y="718"/>
                  </a:lnTo>
                  <a:lnTo>
                    <a:pt x="1386" y="720"/>
                  </a:lnTo>
                  <a:lnTo>
                    <a:pt x="1385" y="718"/>
                  </a:lnTo>
                  <a:lnTo>
                    <a:pt x="1388" y="717"/>
                  </a:lnTo>
                  <a:lnTo>
                    <a:pt x="1389" y="716"/>
                  </a:lnTo>
                  <a:close/>
                  <a:moveTo>
                    <a:pt x="1376" y="707"/>
                  </a:moveTo>
                  <a:lnTo>
                    <a:pt x="1377" y="708"/>
                  </a:lnTo>
                  <a:lnTo>
                    <a:pt x="1378" y="708"/>
                  </a:lnTo>
                  <a:lnTo>
                    <a:pt x="1380" y="708"/>
                  </a:lnTo>
                  <a:lnTo>
                    <a:pt x="1381" y="708"/>
                  </a:lnTo>
                  <a:lnTo>
                    <a:pt x="1380" y="709"/>
                  </a:lnTo>
                  <a:lnTo>
                    <a:pt x="1377" y="713"/>
                  </a:lnTo>
                  <a:lnTo>
                    <a:pt x="1376" y="713"/>
                  </a:lnTo>
                  <a:lnTo>
                    <a:pt x="1376" y="718"/>
                  </a:lnTo>
                  <a:lnTo>
                    <a:pt x="1376" y="722"/>
                  </a:lnTo>
                  <a:lnTo>
                    <a:pt x="1373" y="720"/>
                  </a:lnTo>
                  <a:lnTo>
                    <a:pt x="1373" y="718"/>
                  </a:lnTo>
                  <a:lnTo>
                    <a:pt x="1373" y="716"/>
                  </a:lnTo>
                  <a:lnTo>
                    <a:pt x="1375" y="712"/>
                  </a:lnTo>
                  <a:lnTo>
                    <a:pt x="1375" y="709"/>
                  </a:lnTo>
                  <a:lnTo>
                    <a:pt x="1376" y="707"/>
                  </a:lnTo>
                  <a:lnTo>
                    <a:pt x="1376" y="707"/>
                  </a:lnTo>
                  <a:close/>
                  <a:moveTo>
                    <a:pt x="1401" y="682"/>
                  </a:moveTo>
                  <a:lnTo>
                    <a:pt x="1402" y="684"/>
                  </a:lnTo>
                  <a:lnTo>
                    <a:pt x="1402" y="687"/>
                  </a:lnTo>
                  <a:lnTo>
                    <a:pt x="1400" y="688"/>
                  </a:lnTo>
                  <a:lnTo>
                    <a:pt x="1397" y="688"/>
                  </a:lnTo>
                  <a:lnTo>
                    <a:pt x="1396" y="691"/>
                  </a:lnTo>
                  <a:lnTo>
                    <a:pt x="1393" y="695"/>
                  </a:lnTo>
                  <a:lnTo>
                    <a:pt x="1392" y="696"/>
                  </a:lnTo>
                  <a:lnTo>
                    <a:pt x="1390" y="696"/>
                  </a:lnTo>
                  <a:lnTo>
                    <a:pt x="1389" y="696"/>
                  </a:lnTo>
                  <a:lnTo>
                    <a:pt x="1389" y="697"/>
                  </a:lnTo>
                  <a:lnTo>
                    <a:pt x="1388" y="699"/>
                  </a:lnTo>
                  <a:lnTo>
                    <a:pt x="1389" y="701"/>
                  </a:lnTo>
                  <a:lnTo>
                    <a:pt x="1386" y="704"/>
                  </a:lnTo>
                  <a:lnTo>
                    <a:pt x="1386" y="705"/>
                  </a:lnTo>
                  <a:lnTo>
                    <a:pt x="1385" y="707"/>
                  </a:lnTo>
                  <a:lnTo>
                    <a:pt x="1385" y="704"/>
                  </a:lnTo>
                  <a:lnTo>
                    <a:pt x="1385" y="701"/>
                  </a:lnTo>
                  <a:lnTo>
                    <a:pt x="1386" y="701"/>
                  </a:lnTo>
                  <a:lnTo>
                    <a:pt x="1385" y="700"/>
                  </a:lnTo>
                  <a:lnTo>
                    <a:pt x="1385" y="699"/>
                  </a:lnTo>
                  <a:lnTo>
                    <a:pt x="1386" y="697"/>
                  </a:lnTo>
                  <a:lnTo>
                    <a:pt x="1388" y="695"/>
                  </a:lnTo>
                  <a:lnTo>
                    <a:pt x="1388" y="693"/>
                  </a:lnTo>
                  <a:lnTo>
                    <a:pt x="1388" y="693"/>
                  </a:lnTo>
                  <a:lnTo>
                    <a:pt x="1390" y="692"/>
                  </a:lnTo>
                  <a:lnTo>
                    <a:pt x="1390" y="690"/>
                  </a:lnTo>
                  <a:lnTo>
                    <a:pt x="1390" y="688"/>
                  </a:lnTo>
                  <a:lnTo>
                    <a:pt x="1390" y="687"/>
                  </a:lnTo>
                  <a:lnTo>
                    <a:pt x="1392" y="687"/>
                  </a:lnTo>
                  <a:lnTo>
                    <a:pt x="1392" y="688"/>
                  </a:lnTo>
                  <a:lnTo>
                    <a:pt x="1393" y="688"/>
                  </a:lnTo>
                  <a:lnTo>
                    <a:pt x="1396" y="687"/>
                  </a:lnTo>
                  <a:lnTo>
                    <a:pt x="1397" y="687"/>
                  </a:lnTo>
                  <a:lnTo>
                    <a:pt x="1397" y="686"/>
                  </a:lnTo>
                  <a:lnTo>
                    <a:pt x="1400" y="683"/>
                  </a:lnTo>
                  <a:lnTo>
                    <a:pt x="1401" y="682"/>
                  </a:lnTo>
                  <a:close/>
                  <a:moveTo>
                    <a:pt x="1418" y="666"/>
                  </a:moveTo>
                  <a:lnTo>
                    <a:pt x="1415" y="670"/>
                  </a:lnTo>
                  <a:lnTo>
                    <a:pt x="1414" y="672"/>
                  </a:lnTo>
                  <a:lnTo>
                    <a:pt x="1414" y="674"/>
                  </a:lnTo>
                  <a:lnTo>
                    <a:pt x="1413" y="675"/>
                  </a:lnTo>
                  <a:lnTo>
                    <a:pt x="1411" y="678"/>
                  </a:lnTo>
                  <a:lnTo>
                    <a:pt x="1409" y="680"/>
                  </a:lnTo>
                  <a:lnTo>
                    <a:pt x="1407" y="680"/>
                  </a:lnTo>
                  <a:lnTo>
                    <a:pt x="1407" y="676"/>
                  </a:lnTo>
                  <a:lnTo>
                    <a:pt x="1410" y="675"/>
                  </a:lnTo>
                  <a:lnTo>
                    <a:pt x="1410" y="674"/>
                  </a:lnTo>
                  <a:lnTo>
                    <a:pt x="1411" y="672"/>
                  </a:lnTo>
                  <a:lnTo>
                    <a:pt x="1411" y="671"/>
                  </a:lnTo>
                  <a:lnTo>
                    <a:pt x="1413" y="670"/>
                  </a:lnTo>
                  <a:lnTo>
                    <a:pt x="1414" y="667"/>
                  </a:lnTo>
                  <a:lnTo>
                    <a:pt x="1417" y="667"/>
                  </a:lnTo>
                  <a:lnTo>
                    <a:pt x="1418" y="666"/>
                  </a:lnTo>
                  <a:close/>
                  <a:moveTo>
                    <a:pt x="1429" y="649"/>
                  </a:moveTo>
                  <a:lnTo>
                    <a:pt x="1429" y="649"/>
                  </a:lnTo>
                  <a:lnTo>
                    <a:pt x="1429" y="653"/>
                  </a:lnTo>
                  <a:lnTo>
                    <a:pt x="1427" y="654"/>
                  </a:lnTo>
                  <a:lnTo>
                    <a:pt x="1427" y="653"/>
                  </a:lnTo>
                  <a:lnTo>
                    <a:pt x="1427" y="650"/>
                  </a:lnTo>
                  <a:lnTo>
                    <a:pt x="1429" y="649"/>
                  </a:lnTo>
                  <a:close/>
                  <a:moveTo>
                    <a:pt x="1430" y="643"/>
                  </a:moveTo>
                  <a:lnTo>
                    <a:pt x="1431" y="643"/>
                  </a:lnTo>
                  <a:lnTo>
                    <a:pt x="1431" y="645"/>
                  </a:lnTo>
                  <a:lnTo>
                    <a:pt x="1430" y="645"/>
                  </a:lnTo>
                  <a:lnTo>
                    <a:pt x="1430" y="643"/>
                  </a:lnTo>
                  <a:lnTo>
                    <a:pt x="1430" y="643"/>
                  </a:lnTo>
                  <a:close/>
                  <a:moveTo>
                    <a:pt x="1431" y="640"/>
                  </a:moveTo>
                  <a:lnTo>
                    <a:pt x="1432" y="640"/>
                  </a:lnTo>
                  <a:lnTo>
                    <a:pt x="1432" y="641"/>
                  </a:lnTo>
                  <a:lnTo>
                    <a:pt x="1431" y="640"/>
                  </a:lnTo>
                  <a:close/>
                  <a:moveTo>
                    <a:pt x="1432" y="634"/>
                  </a:moveTo>
                  <a:lnTo>
                    <a:pt x="1432" y="636"/>
                  </a:lnTo>
                  <a:lnTo>
                    <a:pt x="1432" y="638"/>
                  </a:lnTo>
                  <a:lnTo>
                    <a:pt x="1431" y="636"/>
                  </a:lnTo>
                  <a:lnTo>
                    <a:pt x="1432" y="634"/>
                  </a:lnTo>
                  <a:close/>
                  <a:moveTo>
                    <a:pt x="1432" y="628"/>
                  </a:moveTo>
                  <a:lnTo>
                    <a:pt x="1434" y="629"/>
                  </a:lnTo>
                  <a:lnTo>
                    <a:pt x="1432" y="629"/>
                  </a:lnTo>
                  <a:lnTo>
                    <a:pt x="1432" y="628"/>
                  </a:lnTo>
                  <a:lnTo>
                    <a:pt x="1432" y="628"/>
                  </a:lnTo>
                  <a:close/>
                  <a:moveTo>
                    <a:pt x="1438" y="611"/>
                  </a:moveTo>
                  <a:lnTo>
                    <a:pt x="1438" y="611"/>
                  </a:lnTo>
                  <a:lnTo>
                    <a:pt x="1438" y="613"/>
                  </a:lnTo>
                  <a:lnTo>
                    <a:pt x="1436" y="615"/>
                  </a:lnTo>
                  <a:lnTo>
                    <a:pt x="1436" y="615"/>
                  </a:lnTo>
                  <a:lnTo>
                    <a:pt x="1436" y="612"/>
                  </a:lnTo>
                  <a:lnTo>
                    <a:pt x="1438" y="611"/>
                  </a:lnTo>
                  <a:close/>
                  <a:moveTo>
                    <a:pt x="1434" y="608"/>
                  </a:moveTo>
                  <a:lnTo>
                    <a:pt x="1435" y="608"/>
                  </a:lnTo>
                  <a:lnTo>
                    <a:pt x="1435" y="609"/>
                  </a:lnTo>
                  <a:lnTo>
                    <a:pt x="1435" y="609"/>
                  </a:lnTo>
                  <a:lnTo>
                    <a:pt x="1434" y="609"/>
                  </a:lnTo>
                  <a:lnTo>
                    <a:pt x="1434" y="608"/>
                  </a:lnTo>
                  <a:close/>
                  <a:moveTo>
                    <a:pt x="1438" y="603"/>
                  </a:moveTo>
                  <a:lnTo>
                    <a:pt x="1439" y="604"/>
                  </a:lnTo>
                  <a:lnTo>
                    <a:pt x="1440" y="605"/>
                  </a:lnTo>
                  <a:lnTo>
                    <a:pt x="1439" y="605"/>
                  </a:lnTo>
                  <a:lnTo>
                    <a:pt x="1438" y="605"/>
                  </a:lnTo>
                  <a:lnTo>
                    <a:pt x="1438" y="604"/>
                  </a:lnTo>
                  <a:lnTo>
                    <a:pt x="1438" y="603"/>
                  </a:lnTo>
                  <a:close/>
                  <a:moveTo>
                    <a:pt x="1438" y="595"/>
                  </a:moveTo>
                  <a:lnTo>
                    <a:pt x="1438" y="596"/>
                  </a:lnTo>
                  <a:lnTo>
                    <a:pt x="1438" y="597"/>
                  </a:lnTo>
                  <a:lnTo>
                    <a:pt x="1439" y="600"/>
                  </a:lnTo>
                  <a:lnTo>
                    <a:pt x="1438" y="601"/>
                  </a:lnTo>
                  <a:lnTo>
                    <a:pt x="1436" y="600"/>
                  </a:lnTo>
                  <a:lnTo>
                    <a:pt x="1438" y="597"/>
                  </a:lnTo>
                  <a:lnTo>
                    <a:pt x="1438" y="595"/>
                  </a:lnTo>
                  <a:close/>
                  <a:moveTo>
                    <a:pt x="1442" y="568"/>
                  </a:moveTo>
                  <a:lnTo>
                    <a:pt x="1446" y="571"/>
                  </a:lnTo>
                  <a:lnTo>
                    <a:pt x="1447" y="574"/>
                  </a:lnTo>
                  <a:lnTo>
                    <a:pt x="1446" y="575"/>
                  </a:lnTo>
                  <a:lnTo>
                    <a:pt x="1444" y="576"/>
                  </a:lnTo>
                  <a:lnTo>
                    <a:pt x="1446" y="579"/>
                  </a:lnTo>
                  <a:lnTo>
                    <a:pt x="1443" y="582"/>
                  </a:lnTo>
                  <a:lnTo>
                    <a:pt x="1442" y="583"/>
                  </a:lnTo>
                  <a:lnTo>
                    <a:pt x="1442" y="584"/>
                  </a:lnTo>
                  <a:lnTo>
                    <a:pt x="1442" y="587"/>
                  </a:lnTo>
                  <a:lnTo>
                    <a:pt x="1440" y="587"/>
                  </a:lnTo>
                  <a:lnTo>
                    <a:pt x="1439" y="586"/>
                  </a:lnTo>
                  <a:lnTo>
                    <a:pt x="1438" y="586"/>
                  </a:lnTo>
                  <a:lnTo>
                    <a:pt x="1436" y="584"/>
                  </a:lnTo>
                  <a:lnTo>
                    <a:pt x="1438" y="584"/>
                  </a:lnTo>
                  <a:lnTo>
                    <a:pt x="1438" y="583"/>
                  </a:lnTo>
                  <a:lnTo>
                    <a:pt x="1436" y="580"/>
                  </a:lnTo>
                  <a:lnTo>
                    <a:pt x="1436" y="579"/>
                  </a:lnTo>
                  <a:lnTo>
                    <a:pt x="1438" y="579"/>
                  </a:lnTo>
                  <a:lnTo>
                    <a:pt x="1439" y="578"/>
                  </a:lnTo>
                  <a:lnTo>
                    <a:pt x="1442" y="576"/>
                  </a:lnTo>
                  <a:lnTo>
                    <a:pt x="1442" y="574"/>
                  </a:lnTo>
                  <a:lnTo>
                    <a:pt x="1442" y="570"/>
                  </a:lnTo>
                  <a:lnTo>
                    <a:pt x="1442" y="568"/>
                  </a:lnTo>
                  <a:close/>
                  <a:moveTo>
                    <a:pt x="1435" y="566"/>
                  </a:moveTo>
                  <a:lnTo>
                    <a:pt x="1438" y="568"/>
                  </a:lnTo>
                  <a:lnTo>
                    <a:pt x="1438" y="570"/>
                  </a:lnTo>
                  <a:lnTo>
                    <a:pt x="1435" y="570"/>
                  </a:lnTo>
                  <a:lnTo>
                    <a:pt x="1434" y="568"/>
                  </a:lnTo>
                  <a:lnTo>
                    <a:pt x="1434" y="567"/>
                  </a:lnTo>
                  <a:lnTo>
                    <a:pt x="1435" y="566"/>
                  </a:lnTo>
                  <a:close/>
                  <a:moveTo>
                    <a:pt x="1447" y="566"/>
                  </a:moveTo>
                  <a:lnTo>
                    <a:pt x="1448" y="567"/>
                  </a:lnTo>
                  <a:lnTo>
                    <a:pt x="1448" y="568"/>
                  </a:lnTo>
                  <a:lnTo>
                    <a:pt x="1447" y="570"/>
                  </a:lnTo>
                  <a:lnTo>
                    <a:pt x="1447" y="570"/>
                  </a:lnTo>
                  <a:lnTo>
                    <a:pt x="1444" y="568"/>
                  </a:lnTo>
                  <a:lnTo>
                    <a:pt x="1444" y="567"/>
                  </a:lnTo>
                  <a:lnTo>
                    <a:pt x="1447" y="566"/>
                  </a:lnTo>
                  <a:close/>
                  <a:moveTo>
                    <a:pt x="25" y="532"/>
                  </a:moveTo>
                  <a:lnTo>
                    <a:pt x="26" y="534"/>
                  </a:lnTo>
                  <a:lnTo>
                    <a:pt x="26" y="536"/>
                  </a:lnTo>
                  <a:lnTo>
                    <a:pt x="24" y="534"/>
                  </a:lnTo>
                  <a:lnTo>
                    <a:pt x="25" y="532"/>
                  </a:lnTo>
                  <a:close/>
                  <a:moveTo>
                    <a:pt x="1211" y="526"/>
                  </a:moveTo>
                  <a:lnTo>
                    <a:pt x="1211" y="528"/>
                  </a:lnTo>
                  <a:lnTo>
                    <a:pt x="1211" y="528"/>
                  </a:lnTo>
                  <a:lnTo>
                    <a:pt x="1211" y="530"/>
                  </a:lnTo>
                  <a:lnTo>
                    <a:pt x="1210" y="530"/>
                  </a:lnTo>
                  <a:lnTo>
                    <a:pt x="1209" y="533"/>
                  </a:lnTo>
                  <a:lnTo>
                    <a:pt x="1207" y="532"/>
                  </a:lnTo>
                  <a:lnTo>
                    <a:pt x="1206" y="529"/>
                  </a:lnTo>
                  <a:lnTo>
                    <a:pt x="1209" y="526"/>
                  </a:lnTo>
                  <a:lnTo>
                    <a:pt x="1211" y="526"/>
                  </a:lnTo>
                  <a:close/>
                  <a:moveTo>
                    <a:pt x="1211" y="521"/>
                  </a:moveTo>
                  <a:lnTo>
                    <a:pt x="1213" y="522"/>
                  </a:lnTo>
                  <a:lnTo>
                    <a:pt x="1213" y="524"/>
                  </a:lnTo>
                  <a:lnTo>
                    <a:pt x="1211" y="525"/>
                  </a:lnTo>
                  <a:lnTo>
                    <a:pt x="1210" y="524"/>
                  </a:lnTo>
                  <a:lnTo>
                    <a:pt x="1211" y="522"/>
                  </a:lnTo>
                  <a:lnTo>
                    <a:pt x="1211" y="522"/>
                  </a:lnTo>
                  <a:lnTo>
                    <a:pt x="1211" y="521"/>
                  </a:lnTo>
                  <a:close/>
                  <a:moveTo>
                    <a:pt x="1209" y="521"/>
                  </a:moveTo>
                  <a:lnTo>
                    <a:pt x="1209" y="521"/>
                  </a:lnTo>
                  <a:lnTo>
                    <a:pt x="1209" y="524"/>
                  </a:lnTo>
                  <a:lnTo>
                    <a:pt x="1209" y="525"/>
                  </a:lnTo>
                  <a:lnTo>
                    <a:pt x="1207" y="522"/>
                  </a:lnTo>
                  <a:lnTo>
                    <a:pt x="1207" y="521"/>
                  </a:lnTo>
                  <a:lnTo>
                    <a:pt x="1209" y="521"/>
                  </a:lnTo>
                  <a:close/>
                  <a:moveTo>
                    <a:pt x="1264" y="515"/>
                  </a:moveTo>
                  <a:lnTo>
                    <a:pt x="1265" y="516"/>
                  </a:lnTo>
                  <a:lnTo>
                    <a:pt x="1267" y="518"/>
                  </a:lnTo>
                  <a:lnTo>
                    <a:pt x="1271" y="520"/>
                  </a:lnTo>
                  <a:lnTo>
                    <a:pt x="1272" y="522"/>
                  </a:lnTo>
                  <a:lnTo>
                    <a:pt x="1272" y="526"/>
                  </a:lnTo>
                  <a:lnTo>
                    <a:pt x="1273" y="529"/>
                  </a:lnTo>
                  <a:lnTo>
                    <a:pt x="1278" y="532"/>
                  </a:lnTo>
                  <a:lnTo>
                    <a:pt x="1278" y="534"/>
                  </a:lnTo>
                  <a:lnTo>
                    <a:pt x="1280" y="534"/>
                  </a:lnTo>
                  <a:lnTo>
                    <a:pt x="1282" y="537"/>
                  </a:lnTo>
                  <a:lnTo>
                    <a:pt x="1285" y="541"/>
                  </a:lnTo>
                  <a:lnTo>
                    <a:pt x="1286" y="545"/>
                  </a:lnTo>
                  <a:lnTo>
                    <a:pt x="1284" y="541"/>
                  </a:lnTo>
                  <a:lnTo>
                    <a:pt x="1281" y="538"/>
                  </a:lnTo>
                  <a:lnTo>
                    <a:pt x="1281" y="540"/>
                  </a:lnTo>
                  <a:lnTo>
                    <a:pt x="1281" y="541"/>
                  </a:lnTo>
                  <a:lnTo>
                    <a:pt x="1282" y="541"/>
                  </a:lnTo>
                  <a:lnTo>
                    <a:pt x="1282" y="543"/>
                  </a:lnTo>
                  <a:lnTo>
                    <a:pt x="1285" y="546"/>
                  </a:lnTo>
                  <a:lnTo>
                    <a:pt x="1288" y="547"/>
                  </a:lnTo>
                  <a:lnTo>
                    <a:pt x="1288" y="550"/>
                  </a:lnTo>
                  <a:lnTo>
                    <a:pt x="1288" y="553"/>
                  </a:lnTo>
                  <a:lnTo>
                    <a:pt x="1289" y="557"/>
                  </a:lnTo>
                  <a:lnTo>
                    <a:pt x="1288" y="557"/>
                  </a:lnTo>
                  <a:lnTo>
                    <a:pt x="1288" y="558"/>
                  </a:lnTo>
                  <a:lnTo>
                    <a:pt x="1288" y="561"/>
                  </a:lnTo>
                  <a:lnTo>
                    <a:pt x="1289" y="562"/>
                  </a:lnTo>
                  <a:lnTo>
                    <a:pt x="1290" y="566"/>
                  </a:lnTo>
                  <a:lnTo>
                    <a:pt x="1293" y="568"/>
                  </a:lnTo>
                  <a:lnTo>
                    <a:pt x="1294" y="570"/>
                  </a:lnTo>
                  <a:lnTo>
                    <a:pt x="1296" y="571"/>
                  </a:lnTo>
                  <a:lnTo>
                    <a:pt x="1296" y="574"/>
                  </a:lnTo>
                  <a:lnTo>
                    <a:pt x="1296" y="574"/>
                  </a:lnTo>
                  <a:lnTo>
                    <a:pt x="1297" y="575"/>
                  </a:lnTo>
                  <a:lnTo>
                    <a:pt x="1297" y="574"/>
                  </a:lnTo>
                  <a:lnTo>
                    <a:pt x="1298" y="574"/>
                  </a:lnTo>
                  <a:lnTo>
                    <a:pt x="1299" y="576"/>
                  </a:lnTo>
                  <a:lnTo>
                    <a:pt x="1299" y="579"/>
                  </a:lnTo>
                  <a:lnTo>
                    <a:pt x="1302" y="580"/>
                  </a:lnTo>
                  <a:lnTo>
                    <a:pt x="1303" y="584"/>
                  </a:lnTo>
                  <a:lnTo>
                    <a:pt x="1307" y="590"/>
                  </a:lnTo>
                  <a:lnTo>
                    <a:pt x="1309" y="592"/>
                  </a:lnTo>
                  <a:lnTo>
                    <a:pt x="1311" y="599"/>
                  </a:lnTo>
                  <a:lnTo>
                    <a:pt x="1315" y="603"/>
                  </a:lnTo>
                  <a:lnTo>
                    <a:pt x="1315" y="605"/>
                  </a:lnTo>
                  <a:lnTo>
                    <a:pt x="1318" y="605"/>
                  </a:lnTo>
                  <a:lnTo>
                    <a:pt x="1318" y="608"/>
                  </a:lnTo>
                  <a:lnTo>
                    <a:pt x="1321" y="612"/>
                  </a:lnTo>
                  <a:lnTo>
                    <a:pt x="1322" y="613"/>
                  </a:lnTo>
                  <a:lnTo>
                    <a:pt x="1322" y="615"/>
                  </a:lnTo>
                  <a:lnTo>
                    <a:pt x="1325" y="618"/>
                  </a:lnTo>
                  <a:lnTo>
                    <a:pt x="1326" y="621"/>
                  </a:lnTo>
                  <a:lnTo>
                    <a:pt x="1330" y="624"/>
                  </a:lnTo>
                  <a:lnTo>
                    <a:pt x="1331" y="626"/>
                  </a:lnTo>
                  <a:lnTo>
                    <a:pt x="1332" y="630"/>
                  </a:lnTo>
                  <a:lnTo>
                    <a:pt x="1331" y="629"/>
                  </a:lnTo>
                  <a:lnTo>
                    <a:pt x="1330" y="626"/>
                  </a:lnTo>
                  <a:lnTo>
                    <a:pt x="1327" y="625"/>
                  </a:lnTo>
                  <a:lnTo>
                    <a:pt x="1325" y="624"/>
                  </a:lnTo>
                  <a:lnTo>
                    <a:pt x="1323" y="620"/>
                  </a:lnTo>
                  <a:lnTo>
                    <a:pt x="1321" y="618"/>
                  </a:lnTo>
                  <a:lnTo>
                    <a:pt x="1318" y="618"/>
                  </a:lnTo>
                  <a:lnTo>
                    <a:pt x="1315" y="618"/>
                  </a:lnTo>
                  <a:lnTo>
                    <a:pt x="1314" y="618"/>
                  </a:lnTo>
                  <a:lnTo>
                    <a:pt x="1313" y="618"/>
                  </a:lnTo>
                  <a:lnTo>
                    <a:pt x="1313" y="620"/>
                  </a:lnTo>
                  <a:lnTo>
                    <a:pt x="1313" y="622"/>
                  </a:lnTo>
                  <a:lnTo>
                    <a:pt x="1311" y="624"/>
                  </a:lnTo>
                  <a:lnTo>
                    <a:pt x="1313" y="626"/>
                  </a:lnTo>
                  <a:lnTo>
                    <a:pt x="1313" y="629"/>
                  </a:lnTo>
                  <a:lnTo>
                    <a:pt x="1313" y="633"/>
                  </a:lnTo>
                  <a:lnTo>
                    <a:pt x="1314" y="636"/>
                  </a:lnTo>
                  <a:lnTo>
                    <a:pt x="1314" y="640"/>
                  </a:lnTo>
                  <a:lnTo>
                    <a:pt x="1314" y="643"/>
                  </a:lnTo>
                  <a:lnTo>
                    <a:pt x="1315" y="646"/>
                  </a:lnTo>
                  <a:lnTo>
                    <a:pt x="1317" y="650"/>
                  </a:lnTo>
                  <a:lnTo>
                    <a:pt x="1318" y="654"/>
                  </a:lnTo>
                  <a:lnTo>
                    <a:pt x="1319" y="655"/>
                  </a:lnTo>
                  <a:lnTo>
                    <a:pt x="1322" y="657"/>
                  </a:lnTo>
                  <a:lnTo>
                    <a:pt x="1325" y="659"/>
                  </a:lnTo>
                  <a:lnTo>
                    <a:pt x="1326" y="662"/>
                  </a:lnTo>
                  <a:lnTo>
                    <a:pt x="1326" y="665"/>
                  </a:lnTo>
                  <a:lnTo>
                    <a:pt x="1330" y="667"/>
                  </a:lnTo>
                  <a:lnTo>
                    <a:pt x="1331" y="667"/>
                  </a:lnTo>
                  <a:lnTo>
                    <a:pt x="1332" y="666"/>
                  </a:lnTo>
                  <a:lnTo>
                    <a:pt x="1334" y="668"/>
                  </a:lnTo>
                  <a:lnTo>
                    <a:pt x="1335" y="671"/>
                  </a:lnTo>
                  <a:lnTo>
                    <a:pt x="1336" y="674"/>
                  </a:lnTo>
                  <a:lnTo>
                    <a:pt x="1336" y="676"/>
                  </a:lnTo>
                  <a:lnTo>
                    <a:pt x="1336" y="679"/>
                  </a:lnTo>
                  <a:lnTo>
                    <a:pt x="1336" y="680"/>
                  </a:lnTo>
                  <a:lnTo>
                    <a:pt x="1336" y="682"/>
                  </a:lnTo>
                  <a:lnTo>
                    <a:pt x="1335" y="680"/>
                  </a:lnTo>
                  <a:lnTo>
                    <a:pt x="1335" y="678"/>
                  </a:lnTo>
                  <a:lnTo>
                    <a:pt x="1332" y="675"/>
                  </a:lnTo>
                  <a:lnTo>
                    <a:pt x="1332" y="674"/>
                  </a:lnTo>
                  <a:lnTo>
                    <a:pt x="1334" y="672"/>
                  </a:lnTo>
                  <a:lnTo>
                    <a:pt x="1332" y="671"/>
                  </a:lnTo>
                  <a:lnTo>
                    <a:pt x="1331" y="671"/>
                  </a:lnTo>
                  <a:lnTo>
                    <a:pt x="1331" y="672"/>
                  </a:lnTo>
                  <a:lnTo>
                    <a:pt x="1326" y="672"/>
                  </a:lnTo>
                  <a:lnTo>
                    <a:pt x="1325" y="672"/>
                  </a:lnTo>
                  <a:lnTo>
                    <a:pt x="1325" y="670"/>
                  </a:lnTo>
                  <a:lnTo>
                    <a:pt x="1323" y="670"/>
                  </a:lnTo>
                  <a:lnTo>
                    <a:pt x="1322" y="672"/>
                  </a:lnTo>
                  <a:lnTo>
                    <a:pt x="1321" y="675"/>
                  </a:lnTo>
                  <a:lnTo>
                    <a:pt x="1322" y="679"/>
                  </a:lnTo>
                  <a:lnTo>
                    <a:pt x="1323" y="680"/>
                  </a:lnTo>
                  <a:lnTo>
                    <a:pt x="1322" y="683"/>
                  </a:lnTo>
                  <a:lnTo>
                    <a:pt x="1323" y="686"/>
                  </a:lnTo>
                  <a:lnTo>
                    <a:pt x="1319" y="684"/>
                  </a:lnTo>
                  <a:lnTo>
                    <a:pt x="1318" y="680"/>
                  </a:lnTo>
                  <a:lnTo>
                    <a:pt x="1315" y="679"/>
                  </a:lnTo>
                  <a:lnTo>
                    <a:pt x="1314" y="675"/>
                  </a:lnTo>
                  <a:lnTo>
                    <a:pt x="1315" y="671"/>
                  </a:lnTo>
                  <a:lnTo>
                    <a:pt x="1315" y="667"/>
                  </a:lnTo>
                  <a:lnTo>
                    <a:pt x="1315" y="665"/>
                  </a:lnTo>
                  <a:lnTo>
                    <a:pt x="1313" y="661"/>
                  </a:lnTo>
                  <a:lnTo>
                    <a:pt x="1311" y="658"/>
                  </a:lnTo>
                  <a:lnTo>
                    <a:pt x="1310" y="655"/>
                  </a:lnTo>
                  <a:lnTo>
                    <a:pt x="1309" y="651"/>
                  </a:lnTo>
                  <a:lnTo>
                    <a:pt x="1309" y="646"/>
                  </a:lnTo>
                  <a:lnTo>
                    <a:pt x="1307" y="642"/>
                  </a:lnTo>
                  <a:lnTo>
                    <a:pt x="1307" y="641"/>
                  </a:lnTo>
                  <a:lnTo>
                    <a:pt x="1303" y="636"/>
                  </a:lnTo>
                  <a:lnTo>
                    <a:pt x="1301" y="633"/>
                  </a:lnTo>
                  <a:lnTo>
                    <a:pt x="1301" y="630"/>
                  </a:lnTo>
                  <a:lnTo>
                    <a:pt x="1301" y="628"/>
                  </a:lnTo>
                  <a:lnTo>
                    <a:pt x="1299" y="624"/>
                  </a:lnTo>
                  <a:lnTo>
                    <a:pt x="1298" y="620"/>
                  </a:lnTo>
                  <a:lnTo>
                    <a:pt x="1299" y="617"/>
                  </a:lnTo>
                  <a:lnTo>
                    <a:pt x="1298" y="616"/>
                  </a:lnTo>
                  <a:lnTo>
                    <a:pt x="1298" y="612"/>
                  </a:lnTo>
                  <a:lnTo>
                    <a:pt x="1297" y="608"/>
                  </a:lnTo>
                  <a:lnTo>
                    <a:pt x="1296" y="605"/>
                  </a:lnTo>
                  <a:lnTo>
                    <a:pt x="1293" y="601"/>
                  </a:lnTo>
                  <a:lnTo>
                    <a:pt x="1293" y="600"/>
                  </a:lnTo>
                  <a:lnTo>
                    <a:pt x="1294" y="599"/>
                  </a:lnTo>
                  <a:lnTo>
                    <a:pt x="1292" y="596"/>
                  </a:lnTo>
                  <a:lnTo>
                    <a:pt x="1289" y="595"/>
                  </a:lnTo>
                  <a:lnTo>
                    <a:pt x="1289" y="592"/>
                  </a:lnTo>
                  <a:lnTo>
                    <a:pt x="1288" y="590"/>
                  </a:lnTo>
                  <a:lnTo>
                    <a:pt x="1288" y="587"/>
                  </a:lnTo>
                  <a:lnTo>
                    <a:pt x="1288" y="583"/>
                  </a:lnTo>
                  <a:lnTo>
                    <a:pt x="1285" y="579"/>
                  </a:lnTo>
                  <a:lnTo>
                    <a:pt x="1282" y="578"/>
                  </a:lnTo>
                  <a:lnTo>
                    <a:pt x="1277" y="572"/>
                  </a:lnTo>
                  <a:lnTo>
                    <a:pt x="1278" y="571"/>
                  </a:lnTo>
                  <a:lnTo>
                    <a:pt x="1277" y="570"/>
                  </a:lnTo>
                  <a:lnTo>
                    <a:pt x="1274" y="568"/>
                  </a:lnTo>
                  <a:lnTo>
                    <a:pt x="1273" y="565"/>
                  </a:lnTo>
                  <a:lnTo>
                    <a:pt x="1272" y="559"/>
                  </a:lnTo>
                  <a:lnTo>
                    <a:pt x="1271" y="555"/>
                  </a:lnTo>
                  <a:lnTo>
                    <a:pt x="1271" y="554"/>
                  </a:lnTo>
                  <a:lnTo>
                    <a:pt x="1271" y="550"/>
                  </a:lnTo>
                  <a:lnTo>
                    <a:pt x="1268" y="546"/>
                  </a:lnTo>
                  <a:lnTo>
                    <a:pt x="1265" y="543"/>
                  </a:lnTo>
                  <a:lnTo>
                    <a:pt x="1265" y="540"/>
                  </a:lnTo>
                  <a:lnTo>
                    <a:pt x="1263" y="538"/>
                  </a:lnTo>
                  <a:lnTo>
                    <a:pt x="1264" y="534"/>
                  </a:lnTo>
                  <a:lnTo>
                    <a:pt x="1265" y="533"/>
                  </a:lnTo>
                  <a:lnTo>
                    <a:pt x="1267" y="536"/>
                  </a:lnTo>
                  <a:lnTo>
                    <a:pt x="1269" y="536"/>
                  </a:lnTo>
                  <a:lnTo>
                    <a:pt x="1271" y="534"/>
                  </a:lnTo>
                  <a:lnTo>
                    <a:pt x="1271" y="532"/>
                  </a:lnTo>
                  <a:lnTo>
                    <a:pt x="1268" y="532"/>
                  </a:lnTo>
                  <a:lnTo>
                    <a:pt x="1268" y="530"/>
                  </a:lnTo>
                  <a:lnTo>
                    <a:pt x="1269" y="529"/>
                  </a:lnTo>
                  <a:lnTo>
                    <a:pt x="1271" y="529"/>
                  </a:lnTo>
                  <a:lnTo>
                    <a:pt x="1269" y="526"/>
                  </a:lnTo>
                  <a:lnTo>
                    <a:pt x="1268" y="528"/>
                  </a:lnTo>
                  <a:lnTo>
                    <a:pt x="1268" y="528"/>
                  </a:lnTo>
                  <a:lnTo>
                    <a:pt x="1268" y="525"/>
                  </a:lnTo>
                  <a:lnTo>
                    <a:pt x="1267" y="524"/>
                  </a:lnTo>
                  <a:lnTo>
                    <a:pt x="1263" y="521"/>
                  </a:lnTo>
                  <a:lnTo>
                    <a:pt x="1259" y="518"/>
                  </a:lnTo>
                  <a:lnTo>
                    <a:pt x="1261" y="517"/>
                  </a:lnTo>
                  <a:lnTo>
                    <a:pt x="1263" y="518"/>
                  </a:lnTo>
                  <a:lnTo>
                    <a:pt x="1264" y="518"/>
                  </a:lnTo>
                  <a:lnTo>
                    <a:pt x="1264" y="517"/>
                  </a:lnTo>
                  <a:lnTo>
                    <a:pt x="1264" y="516"/>
                  </a:lnTo>
                  <a:lnTo>
                    <a:pt x="1264" y="515"/>
                  </a:lnTo>
                  <a:close/>
                  <a:moveTo>
                    <a:pt x="1198" y="511"/>
                  </a:moveTo>
                  <a:lnTo>
                    <a:pt x="1198" y="512"/>
                  </a:lnTo>
                  <a:lnTo>
                    <a:pt x="1197" y="513"/>
                  </a:lnTo>
                  <a:lnTo>
                    <a:pt x="1198" y="515"/>
                  </a:lnTo>
                  <a:lnTo>
                    <a:pt x="1197" y="516"/>
                  </a:lnTo>
                  <a:lnTo>
                    <a:pt x="1195" y="515"/>
                  </a:lnTo>
                  <a:lnTo>
                    <a:pt x="1195" y="516"/>
                  </a:lnTo>
                  <a:lnTo>
                    <a:pt x="1195" y="516"/>
                  </a:lnTo>
                  <a:lnTo>
                    <a:pt x="1194" y="516"/>
                  </a:lnTo>
                  <a:lnTo>
                    <a:pt x="1193" y="515"/>
                  </a:lnTo>
                  <a:lnTo>
                    <a:pt x="1193" y="513"/>
                  </a:lnTo>
                  <a:lnTo>
                    <a:pt x="1195" y="512"/>
                  </a:lnTo>
                  <a:lnTo>
                    <a:pt x="1197" y="511"/>
                  </a:lnTo>
                  <a:lnTo>
                    <a:pt x="1198" y="511"/>
                  </a:lnTo>
                  <a:close/>
                  <a:moveTo>
                    <a:pt x="1203" y="509"/>
                  </a:moveTo>
                  <a:lnTo>
                    <a:pt x="1205" y="509"/>
                  </a:lnTo>
                  <a:lnTo>
                    <a:pt x="1207" y="509"/>
                  </a:lnTo>
                  <a:lnTo>
                    <a:pt x="1209" y="509"/>
                  </a:lnTo>
                  <a:lnTo>
                    <a:pt x="1209" y="511"/>
                  </a:lnTo>
                  <a:lnTo>
                    <a:pt x="1207" y="512"/>
                  </a:lnTo>
                  <a:lnTo>
                    <a:pt x="1207" y="513"/>
                  </a:lnTo>
                  <a:lnTo>
                    <a:pt x="1209" y="512"/>
                  </a:lnTo>
                  <a:lnTo>
                    <a:pt x="1209" y="511"/>
                  </a:lnTo>
                  <a:lnTo>
                    <a:pt x="1211" y="511"/>
                  </a:lnTo>
                  <a:lnTo>
                    <a:pt x="1211" y="512"/>
                  </a:lnTo>
                  <a:lnTo>
                    <a:pt x="1210" y="513"/>
                  </a:lnTo>
                  <a:lnTo>
                    <a:pt x="1210" y="515"/>
                  </a:lnTo>
                  <a:lnTo>
                    <a:pt x="1210" y="516"/>
                  </a:lnTo>
                  <a:lnTo>
                    <a:pt x="1210" y="517"/>
                  </a:lnTo>
                  <a:lnTo>
                    <a:pt x="1209" y="518"/>
                  </a:lnTo>
                  <a:lnTo>
                    <a:pt x="1206" y="518"/>
                  </a:lnTo>
                  <a:lnTo>
                    <a:pt x="1205" y="516"/>
                  </a:lnTo>
                  <a:lnTo>
                    <a:pt x="1203" y="516"/>
                  </a:lnTo>
                  <a:lnTo>
                    <a:pt x="1203" y="517"/>
                  </a:lnTo>
                  <a:lnTo>
                    <a:pt x="1202" y="518"/>
                  </a:lnTo>
                  <a:lnTo>
                    <a:pt x="1202" y="518"/>
                  </a:lnTo>
                  <a:lnTo>
                    <a:pt x="1199" y="515"/>
                  </a:lnTo>
                  <a:lnTo>
                    <a:pt x="1199" y="513"/>
                  </a:lnTo>
                  <a:lnTo>
                    <a:pt x="1202" y="512"/>
                  </a:lnTo>
                  <a:lnTo>
                    <a:pt x="1202" y="509"/>
                  </a:lnTo>
                  <a:lnTo>
                    <a:pt x="1203" y="509"/>
                  </a:lnTo>
                  <a:close/>
                  <a:moveTo>
                    <a:pt x="1530" y="453"/>
                  </a:moveTo>
                  <a:lnTo>
                    <a:pt x="1533" y="454"/>
                  </a:lnTo>
                  <a:lnTo>
                    <a:pt x="1535" y="455"/>
                  </a:lnTo>
                  <a:lnTo>
                    <a:pt x="1536" y="455"/>
                  </a:lnTo>
                  <a:lnTo>
                    <a:pt x="1539" y="457"/>
                  </a:lnTo>
                  <a:lnTo>
                    <a:pt x="1542" y="459"/>
                  </a:lnTo>
                  <a:lnTo>
                    <a:pt x="1543" y="459"/>
                  </a:lnTo>
                  <a:lnTo>
                    <a:pt x="1540" y="461"/>
                  </a:lnTo>
                  <a:lnTo>
                    <a:pt x="1539" y="459"/>
                  </a:lnTo>
                  <a:lnTo>
                    <a:pt x="1535" y="458"/>
                  </a:lnTo>
                  <a:lnTo>
                    <a:pt x="1533" y="455"/>
                  </a:lnTo>
                  <a:lnTo>
                    <a:pt x="1530" y="455"/>
                  </a:lnTo>
                  <a:lnTo>
                    <a:pt x="1529" y="454"/>
                  </a:lnTo>
                  <a:lnTo>
                    <a:pt x="1530" y="453"/>
                  </a:lnTo>
                  <a:close/>
                  <a:moveTo>
                    <a:pt x="1509" y="443"/>
                  </a:moveTo>
                  <a:lnTo>
                    <a:pt x="1511" y="445"/>
                  </a:lnTo>
                  <a:lnTo>
                    <a:pt x="1510" y="445"/>
                  </a:lnTo>
                  <a:lnTo>
                    <a:pt x="1510" y="446"/>
                  </a:lnTo>
                  <a:lnTo>
                    <a:pt x="1513" y="449"/>
                  </a:lnTo>
                  <a:lnTo>
                    <a:pt x="1515" y="450"/>
                  </a:lnTo>
                  <a:lnTo>
                    <a:pt x="1515" y="451"/>
                  </a:lnTo>
                  <a:lnTo>
                    <a:pt x="1519" y="454"/>
                  </a:lnTo>
                  <a:lnTo>
                    <a:pt x="1522" y="455"/>
                  </a:lnTo>
                  <a:lnTo>
                    <a:pt x="1523" y="458"/>
                  </a:lnTo>
                  <a:lnTo>
                    <a:pt x="1522" y="458"/>
                  </a:lnTo>
                  <a:lnTo>
                    <a:pt x="1519" y="458"/>
                  </a:lnTo>
                  <a:lnTo>
                    <a:pt x="1518" y="455"/>
                  </a:lnTo>
                  <a:lnTo>
                    <a:pt x="1517" y="457"/>
                  </a:lnTo>
                  <a:lnTo>
                    <a:pt x="1515" y="457"/>
                  </a:lnTo>
                  <a:lnTo>
                    <a:pt x="1514" y="454"/>
                  </a:lnTo>
                  <a:lnTo>
                    <a:pt x="1511" y="454"/>
                  </a:lnTo>
                  <a:lnTo>
                    <a:pt x="1510" y="451"/>
                  </a:lnTo>
                  <a:lnTo>
                    <a:pt x="1510" y="450"/>
                  </a:lnTo>
                  <a:lnTo>
                    <a:pt x="1509" y="449"/>
                  </a:lnTo>
                  <a:lnTo>
                    <a:pt x="1506" y="449"/>
                  </a:lnTo>
                  <a:lnTo>
                    <a:pt x="1505" y="447"/>
                  </a:lnTo>
                  <a:lnTo>
                    <a:pt x="1505" y="446"/>
                  </a:lnTo>
                  <a:lnTo>
                    <a:pt x="1506" y="445"/>
                  </a:lnTo>
                  <a:lnTo>
                    <a:pt x="1508" y="445"/>
                  </a:lnTo>
                  <a:lnTo>
                    <a:pt x="1509" y="443"/>
                  </a:lnTo>
                  <a:close/>
                  <a:moveTo>
                    <a:pt x="80" y="433"/>
                  </a:moveTo>
                  <a:lnTo>
                    <a:pt x="83" y="433"/>
                  </a:lnTo>
                  <a:lnTo>
                    <a:pt x="83" y="434"/>
                  </a:lnTo>
                  <a:lnTo>
                    <a:pt x="81" y="436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1" y="438"/>
                  </a:lnTo>
                  <a:lnTo>
                    <a:pt x="81" y="437"/>
                  </a:lnTo>
                  <a:lnTo>
                    <a:pt x="79" y="436"/>
                  </a:lnTo>
                  <a:lnTo>
                    <a:pt x="79" y="434"/>
                  </a:lnTo>
                  <a:lnTo>
                    <a:pt x="80" y="433"/>
                  </a:lnTo>
                  <a:close/>
                  <a:moveTo>
                    <a:pt x="143" y="395"/>
                  </a:moveTo>
                  <a:lnTo>
                    <a:pt x="145" y="397"/>
                  </a:lnTo>
                  <a:lnTo>
                    <a:pt x="146" y="399"/>
                  </a:lnTo>
                  <a:lnTo>
                    <a:pt x="145" y="399"/>
                  </a:lnTo>
                  <a:lnTo>
                    <a:pt x="143" y="397"/>
                  </a:lnTo>
                  <a:lnTo>
                    <a:pt x="143" y="396"/>
                  </a:lnTo>
                  <a:lnTo>
                    <a:pt x="143" y="395"/>
                  </a:lnTo>
                  <a:close/>
                  <a:moveTo>
                    <a:pt x="1302" y="390"/>
                  </a:moveTo>
                  <a:lnTo>
                    <a:pt x="1302" y="392"/>
                  </a:lnTo>
                  <a:lnTo>
                    <a:pt x="1301" y="393"/>
                  </a:lnTo>
                  <a:lnTo>
                    <a:pt x="1299" y="393"/>
                  </a:lnTo>
                  <a:lnTo>
                    <a:pt x="1299" y="392"/>
                  </a:lnTo>
                  <a:lnTo>
                    <a:pt x="1301" y="391"/>
                  </a:lnTo>
                  <a:lnTo>
                    <a:pt x="1302" y="390"/>
                  </a:lnTo>
                  <a:close/>
                  <a:moveTo>
                    <a:pt x="401" y="368"/>
                  </a:moveTo>
                  <a:lnTo>
                    <a:pt x="404" y="368"/>
                  </a:lnTo>
                  <a:lnTo>
                    <a:pt x="405" y="370"/>
                  </a:lnTo>
                  <a:lnTo>
                    <a:pt x="407" y="368"/>
                  </a:lnTo>
                  <a:lnTo>
                    <a:pt x="409" y="370"/>
                  </a:lnTo>
                  <a:lnTo>
                    <a:pt x="409" y="372"/>
                  </a:lnTo>
                  <a:lnTo>
                    <a:pt x="409" y="372"/>
                  </a:lnTo>
                  <a:lnTo>
                    <a:pt x="407" y="374"/>
                  </a:lnTo>
                  <a:lnTo>
                    <a:pt x="404" y="372"/>
                  </a:lnTo>
                  <a:lnTo>
                    <a:pt x="404" y="371"/>
                  </a:lnTo>
                  <a:lnTo>
                    <a:pt x="403" y="370"/>
                  </a:lnTo>
                  <a:lnTo>
                    <a:pt x="401" y="368"/>
                  </a:lnTo>
                  <a:close/>
                  <a:moveTo>
                    <a:pt x="1446" y="355"/>
                  </a:moveTo>
                  <a:lnTo>
                    <a:pt x="1447" y="355"/>
                  </a:lnTo>
                  <a:lnTo>
                    <a:pt x="1450" y="358"/>
                  </a:lnTo>
                  <a:lnTo>
                    <a:pt x="1451" y="362"/>
                  </a:lnTo>
                  <a:lnTo>
                    <a:pt x="1451" y="365"/>
                  </a:lnTo>
                  <a:lnTo>
                    <a:pt x="1450" y="365"/>
                  </a:lnTo>
                  <a:lnTo>
                    <a:pt x="1447" y="367"/>
                  </a:lnTo>
                  <a:lnTo>
                    <a:pt x="1446" y="368"/>
                  </a:lnTo>
                  <a:lnTo>
                    <a:pt x="1444" y="371"/>
                  </a:lnTo>
                  <a:lnTo>
                    <a:pt x="1444" y="374"/>
                  </a:lnTo>
                  <a:lnTo>
                    <a:pt x="1443" y="374"/>
                  </a:lnTo>
                  <a:lnTo>
                    <a:pt x="1444" y="376"/>
                  </a:lnTo>
                  <a:lnTo>
                    <a:pt x="1444" y="379"/>
                  </a:lnTo>
                  <a:lnTo>
                    <a:pt x="1444" y="379"/>
                  </a:lnTo>
                  <a:lnTo>
                    <a:pt x="1442" y="376"/>
                  </a:lnTo>
                  <a:lnTo>
                    <a:pt x="1442" y="375"/>
                  </a:lnTo>
                  <a:lnTo>
                    <a:pt x="1443" y="374"/>
                  </a:lnTo>
                  <a:lnTo>
                    <a:pt x="1442" y="371"/>
                  </a:lnTo>
                  <a:lnTo>
                    <a:pt x="1442" y="370"/>
                  </a:lnTo>
                  <a:lnTo>
                    <a:pt x="1440" y="366"/>
                  </a:lnTo>
                  <a:lnTo>
                    <a:pt x="1440" y="363"/>
                  </a:lnTo>
                  <a:lnTo>
                    <a:pt x="1440" y="363"/>
                  </a:lnTo>
                  <a:lnTo>
                    <a:pt x="1439" y="365"/>
                  </a:lnTo>
                  <a:lnTo>
                    <a:pt x="1438" y="365"/>
                  </a:lnTo>
                  <a:lnTo>
                    <a:pt x="1439" y="362"/>
                  </a:lnTo>
                  <a:lnTo>
                    <a:pt x="1439" y="362"/>
                  </a:lnTo>
                  <a:lnTo>
                    <a:pt x="1443" y="358"/>
                  </a:lnTo>
                  <a:lnTo>
                    <a:pt x="1443" y="358"/>
                  </a:lnTo>
                  <a:lnTo>
                    <a:pt x="1444" y="357"/>
                  </a:lnTo>
                  <a:lnTo>
                    <a:pt x="1446" y="355"/>
                  </a:lnTo>
                  <a:close/>
                  <a:moveTo>
                    <a:pt x="216" y="349"/>
                  </a:moveTo>
                  <a:lnTo>
                    <a:pt x="218" y="349"/>
                  </a:lnTo>
                  <a:lnTo>
                    <a:pt x="217" y="350"/>
                  </a:lnTo>
                  <a:lnTo>
                    <a:pt x="214" y="350"/>
                  </a:lnTo>
                  <a:lnTo>
                    <a:pt x="214" y="351"/>
                  </a:lnTo>
                  <a:lnTo>
                    <a:pt x="213" y="351"/>
                  </a:lnTo>
                  <a:lnTo>
                    <a:pt x="213" y="350"/>
                  </a:lnTo>
                  <a:lnTo>
                    <a:pt x="216" y="349"/>
                  </a:lnTo>
                  <a:close/>
                  <a:moveTo>
                    <a:pt x="245" y="349"/>
                  </a:moveTo>
                  <a:lnTo>
                    <a:pt x="246" y="350"/>
                  </a:lnTo>
                  <a:lnTo>
                    <a:pt x="245" y="351"/>
                  </a:lnTo>
                  <a:lnTo>
                    <a:pt x="242" y="351"/>
                  </a:lnTo>
                  <a:lnTo>
                    <a:pt x="243" y="349"/>
                  </a:lnTo>
                  <a:lnTo>
                    <a:pt x="245" y="349"/>
                  </a:lnTo>
                  <a:close/>
                  <a:moveTo>
                    <a:pt x="250" y="347"/>
                  </a:moveTo>
                  <a:lnTo>
                    <a:pt x="250" y="349"/>
                  </a:lnTo>
                  <a:lnTo>
                    <a:pt x="249" y="351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9" y="347"/>
                  </a:lnTo>
                  <a:lnTo>
                    <a:pt x="250" y="347"/>
                  </a:lnTo>
                  <a:close/>
                  <a:moveTo>
                    <a:pt x="261" y="336"/>
                  </a:moveTo>
                  <a:lnTo>
                    <a:pt x="262" y="337"/>
                  </a:lnTo>
                  <a:lnTo>
                    <a:pt x="262" y="338"/>
                  </a:lnTo>
                  <a:lnTo>
                    <a:pt x="261" y="338"/>
                  </a:lnTo>
                  <a:lnTo>
                    <a:pt x="259" y="337"/>
                  </a:lnTo>
                  <a:lnTo>
                    <a:pt x="261" y="336"/>
                  </a:lnTo>
                  <a:close/>
                  <a:moveTo>
                    <a:pt x="275" y="336"/>
                  </a:moveTo>
                  <a:lnTo>
                    <a:pt x="278" y="337"/>
                  </a:lnTo>
                  <a:lnTo>
                    <a:pt x="276" y="337"/>
                  </a:lnTo>
                  <a:lnTo>
                    <a:pt x="274" y="338"/>
                  </a:lnTo>
                  <a:lnTo>
                    <a:pt x="272" y="340"/>
                  </a:lnTo>
                  <a:lnTo>
                    <a:pt x="271" y="340"/>
                  </a:lnTo>
                  <a:lnTo>
                    <a:pt x="272" y="337"/>
                  </a:lnTo>
                  <a:lnTo>
                    <a:pt x="275" y="336"/>
                  </a:lnTo>
                  <a:close/>
                  <a:moveTo>
                    <a:pt x="250" y="336"/>
                  </a:moveTo>
                  <a:lnTo>
                    <a:pt x="251" y="336"/>
                  </a:lnTo>
                  <a:lnTo>
                    <a:pt x="250" y="337"/>
                  </a:lnTo>
                  <a:lnTo>
                    <a:pt x="249" y="337"/>
                  </a:lnTo>
                  <a:lnTo>
                    <a:pt x="249" y="337"/>
                  </a:lnTo>
                  <a:lnTo>
                    <a:pt x="250" y="336"/>
                  </a:lnTo>
                  <a:close/>
                  <a:moveTo>
                    <a:pt x="254" y="336"/>
                  </a:moveTo>
                  <a:lnTo>
                    <a:pt x="257" y="336"/>
                  </a:lnTo>
                  <a:lnTo>
                    <a:pt x="257" y="338"/>
                  </a:lnTo>
                  <a:lnTo>
                    <a:pt x="255" y="338"/>
                  </a:lnTo>
                  <a:lnTo>
                    <a:pt x="254" y="337"/>
                  </a:lnTo>
                  <a:lnTo>
                    <a:pt x="253" y="336"/>
                  </a:lnTo>
                  <a:lnTo>
                    <a:pt x="254" y="336"/>
                  </a:lnTo>
                  <a:close/>
                  <a:moveTo>
                    <a:pt x="188" y="329"/>
                  </a:moveTo>
                  <a:lnTo>
                    <a:pt x="192" y="329"/>
                  </a:lnTo>
                  <a:lnTo>
                    <a:pt x="201" y="333"/>
                  </a:lnTo>
                  <a:lnTo>
                    <a:pt x="203" y="336"/>
                  </a:lnTo>
                  <a:lnTo>
                    <a:pt x="203" y="338"/>
                  </a:lnTo>
                  <a:lnTo>
                    <a:pt x="201" y="341"/>
                  </a:lnTo>
                  <a:lnTo>
                    <a:pt x="203" y="338"/>
                  </a:lnTo>
                  <a:lnTo>
                    <a:pt x="201" y="336"/>
                  </a:lnTo>
                  <a:lnTo>
                    <a:pt x="200" y="337"/>
                  </a:lnTo>
                  <a:lnTo>
                    <a:pt x="200" y="341"/>
                  </a:lnTo>
                  <a:lnTo>
                    <a:pt x="197" y="343"/>
                  </a:lnTo>
                  <a:lnTo>
                    <a:pt x="195" y="346"/>
                  </a:lnTo>
                  <a:lnTo>
                    <a:pt x="192" y="347"/>
                  </a:lnTo>
                  <a:lnTo>
                    <a:pt x="191" y="349"/>
                  </a:lnTo>
                  <a:lnTo>
                    <a:pt x="188" y="349"/>
                  </a:lnTo>
                  <a:lnTo>
                    <a:pt x="189" y="347"/>
                  </a:lnTo>
                  <a:lnTo>
                    <a:pt x="187" y="346"/>
                  </a:lnTo>
                  <a:lnTo>
                    <a:pt x="187" y="346"/>
                  </a:lnTo>
                  <a:lnTo>
                    <a:pt x="186" y="343"/>
                  </a:lnTo>
                  <a:lnTo>
                    <a:pt x="184" y="341"/>
                  </a:lnTo>
                  <a:lnTo>
                    <a:pt x="184" y="336"/>
                  </a:lnTo>
                  <a:lnTo>
                    <a:pt x="186" y="330"/>
                  </a:lnTo>
                  <a:lnTo>
                    <a:pt x="188" y="329"/>
                  </a:lnTo>
                  <a:close/>
                  <a:moveTo>
                    <a:pt x="292" y="326"/>
                  </a:moveTo>
                  <a:lnTo>
                    <a:pt x="290" y="329"/>
                  </a:lnTo>
                  <a:lnTo>
                    <a:pt x="290" y="328"/>
                  </a:lnTo>
                  <a:lnTo>
                    <a:pt x="292" y="326"/>
                  </a:lnTo>
                  <a:close/>
                  <a:moveTo>
                    <a:pt x="283" y="318"/>
                  </a:moveTo>
                  <a:lnTo>
                    <a:pt x="284" y="321"/>
                  </a:lnTo>
                  <a:lnTo>
                    <a:pt x="288" y="322"/>
                  </a:lnTo>
                  <a:lnTo>
                    <a:pt x="288" y="325"/>
                  </a:lnTo>
                  <a:lnTo>
                    <a:pt x="284" y="322"/>
                  </a:lnTo>
                  <a:lnTo>
                    <a:pt x="282" y="320"/>
                  </a:lnTo>
                  <a:lnTo>
                    <a:pt x="283" y="318"/>
                  </a:lnTo>
                  <a:close/>
                  <a:moveTo>
                    <a:pt x="279" y="316"/>
                  </a:moveTo>
                  <a:lnTo>
                    <a:pt x="280" y="317"/>
                  </a:lnTo>
                  <a:lnTo>
                    <a:pt x="279" y="318"/>
                  </a:lnTo>
                  <a:lnTo>
                    <a:pt x="279" y="318"/>
                  </a:lnTo>
                  <a:lnTo>
                    <a:pt x="279" y="316"/>
                  </a:lnTo>
                  <a:close/>
                  <a:moveTo>
                    <a:pt x="359" y="309"/>
                  </a:moveTo>
                  <a:lnTo>
                    <a:pt x="361" y="311"/>
                  </a:lnTo>
                  <a:lnTo>
                    <a:pt x="361" y="313"/>
                  </a:lnTo>
                  <a:lnTo>
                    <a:pt x="359" y="315"/>
                  </a:lnTo>
                  <a:lnTo>
                    <a:pt x="358" y="313"/>
                  </a:lnTo>
                  <a:lnTo>
                    <a:pt x="358" y="313"/>
                  </a:lnTo>
                  <a:lnTo>
                    <a:pt x="358" y="312"/>
                  </a:lnTo>
                  <a:lnTo>
                    <a:pt x="358" y="311"/>
                  </a:lnTo>
                  <a:lnTo>
                    <a:pt x="359" y="309"/>
                  </a:lnTo>
                  <a:close/>
                  <a:moveTo>
                    <a:pt x="1398" y="297"/>
                  </a:moveTo>
                  <a:lnTo>
                    <a:pt x="1398" y="297"/>
                  </a:lnTo>
                  <a:lnTo>
                    <a:pt x="1398" y="299"/>
                  </a:lnTo>
                  <a:lnTo>
                    <a:pt x="1397" y="300"/>
                  </a:lnTo>
                  <a:lnTo>
                    <a:pt x="1397" y="299"/>
                  </a:lnTo>
                  <a:lnTo>
                    <a:pt x="1397" y="297"/>
                  </a:lnTo>
                  <a:lnTo>
                    <a:pt x="1398" y="297"/>
                  </a:lnTo>
                  <a:close/>
                  <a:moveTo>
                    <a:pt x="275" y="293"/>
                  </a:moveTo>
                  <a:lnTo>
                    <a:pt x="276" y="293"/>
                  </a:lnTo>
                  <a:lnTo>
                    <a:pt x="279" y="296"/>
                  </a:lnTo>
                  <a:lnTo>
                    <a:pt x="280" y="297"/>
                  </a:lnTo>
                  <a:lnTo>
                    <a:pt x="283" y="299"/>
                  </a:lnTo>
                  <a:lnTo>
                    <a:pt x="286" y="301"/>
                  </a:lnTo>
                  <a:lnTo>
                    <a:pt x="288" y="301"/>
                  </a:lnTo>
                  <a:lnTo>
                    <a:pt x="291" y="305"/>
                  </a:lnTo>
                  <a:lnTo>
                    <a:pt x="295" y="308"/>
                  </a:lnTo>
                  <a:lnTo>
                    <a:pt x="295" y="312"/>
                  </a:lnTo>
                  <a:lnTo>
                    <a:pt x="293" y="313"/>
                  </a:lnTo>
                  <a:lnTo>
                    <a:pt x="292" y="313"/>
                  </a:lnTo>
                  <a:lnTo>
                    <a:pt x="291" y="315"/>
                  </a:lnTo>
                  <a:lnTo>
                    <a:pt x="287" y="315"/>
                  </a:lnTo>
                  <a:lnTo>
                    <a:pt x="286" y="313"/>
                  </a:lnTo>
                  <a:lnTo>
                    <a:pt x="287" y="312"/>
                  </a:lnTo>
                  <a:lnTo>
                    <a:pt x="286" y="309"/>
                  </a:lnTo>
                  <a:lnTo>
                    <a:pt x="286" y="308"/>
                  </a:lnTo>
                  <a:lnTo>
                    <a:pt x="283" y="308"/>
                  </a:lnTo>
                  <a:lnTo>
                    <a:pt x="282" y="308"/>
                  </a:lnTo>
                  <a:lnTo>
                    <a:pt x="282" y="311"/>
                  </a:lnTo>
                  <a:lnTo>
                    <a:pt x="280" y="309"/>
                  </a:lnTo>
                  <a:lnTo>
                    <a:pt x="279" y="308"/>
                  </a:lnTo>
                  <a:lnTo>
                    <a:pt x="276" y="307"/>
                  </a:lnTo>
                  <a:lnTo>
                    <a:pt x="272" y="301"/>
                  </a:lnTo>
                  <a:lnTo>
                    <a:pt x="271" y="300"/>
                  </a:lnTo>
                  <a:lnTo>
                    <a:pt x="272" y="300"/>
                  </a:lnTo>
                  <a:lnTo>
                    <a:pt x="274" y="301"/>
                  </a:lnTo>
                  <a:lnTo>
                    <a:pt x="275" y="301"/>
                  </a:lnTo>
                  <a:lnTo>
                    <a:pt x="275" y="300"/>
                  </a:lnTo>
                  <a:lnTo>
                    <a:pt x="274" y="299"/>
                  </a:lnTo>
                  <a:lnTo>
                    <a:pt x="272" y="297"/>
                  </a:lnTo>
                  <a:lnTo>
                    <a:pt x="274" y="296"/>
                  </a:lnTo>
                  <a:lnTo>
                    <a:pt x="274" y="295"/>
                  </a:lnTo>
                  <a:lnTo>
                    <a:pt x="275" y="293"/>
                  </a:lnTo>
                  <a:close/>
                  <a:moveTo>
                    <a:pt x="1397" y="292"/>
                  </a:moveTo>
                  <a:lnTo>
                    <a:pt x="1398" y="293"/>
                  </a:lnTo>
                  <a:lnTo>
                    <a:pt x="1398" y="295"/>
                  </a:lnTo>
                  <a:lnTo>
                    <a:pt x="1397" y="296"/>
                  </a:lnTo>
                  <a:lnTo>
                    <a:pt x="1394" y="293"/>
                  </a:lnTo>
                  <a:lnTo>
                    <a:pt x="1394" y="292"/>
                  </a:lnTo>
                  <a:lnTo>
                    <a:pt x="1397" y="292"/>
                  </a:lnTo>
                  <a:close/>
                  <a:moveTo>
                    <a:pt x="214" y="280"/>
                  </a:moveTo>
                  <a:lnTo>
                    <a:pt x="216" y="282"/>
                  </a:lnTo>
                  <a:lnTo>
                    <a:pt x="216" y="283"/>
                  </a:lnTo>
                  <a:lnTo>
                    <a:pt x="218" y="283"/>
                  </a:lnTo>
                  <a:lnTo>
                    <a:pt x="220" y="286"/>
                  </a:lnTo>
                  <a:lnTo>
                    <a:pt x="218" y="287"/>
                  </a:lnTo>
                  <a:lnTo>
                    <a:pt x="220" y="288"/>
                  </a:lnTo>
                  <a:lnTo>
                    <a:pt x="220" y="290"/>
                  </a:lnTo>
                  <a:lnTo>
                    <a:pt x="218" y="290"/>
                  </a:lnTo>
                  <a:lnTo>
                    <a:pt x="217" y="287"/>
                  </a:lnTo>
                  <a:lnTo>
                    <a:pt x="214" y="287"/>
                  </a:lnTo>
                  <a:lnTo>
                    <a:pt x="214" y="284"/>
                  </a:lnTo>
                  <a:lnTo>
                    <a:pt x="213" y="284"/>
                  </a:lnTo>
                  <a:lnTo>
                    <a:pt x="212" y="284"/>
                  </a:lnTo>
                  <a:lnTo>
                    <a:pt x="211" y="283"/>
                  </a:lnTo>
                  <a:lnTo>
                    <a:pt x="209" y="282"/>
                  </a:lnTo>
                  <a:lnTo>
                    <a:pt x="212" y="280"/>
                  </a:lnTo>
                  <a:lnTo>
                    <a:pt x="214" y="280"/>
                  </a:lnTo>
                  <a:close/>
                  <a:moveTo>
                    <a:pt x="502" y="259"/>
                  </a:moveTo>
                  <a:lnTo>
                    <a:pt x="503" y="259"/>
                  </a:lnTo>
                  <a:lnTo>
                    <a:pt x="504" y="262"/>
                  </a:lnTo>
                  <a:lnTo>
                    <a:pt x="503" y="263"/>
                  </a:lnTo>
                  <a:lnTo>
                    <a:pt x="502" y="262"/>
                  </a:lnTo>
                  <a:lnTo>
                    <a:pt x="502" y="259"/>
                  </a:lnTo>
                  <a:close/>
                  <a:moveTo>
                    <a:pt x="498" y="253"/>
                  </a:moveTo>
                  <a:lnTo>
                    <a:pt x="500" y="255"/>
                  </a:lnTo>
                  <a:lnTo>
                    <a:pt x="500" y="262"/>
                  </a:lnTo>
                  <a:lnTo>
                    <a:pt x="499" y="263"/>
                  </a:lnTo>
                  <a:lnTo>
                    <a:pt x="499" y="263"/>
                  </a:lnTo>
                  <a:lnTo>
                    <a:pt x="499" y="259"/>
                  </a:lnTo>
                  <a:lnTo>
                    <a:pt x="498" y="257"/>
                  </a:lnTo>
                  <a:lnTo>
                    <a:pt x="498" y="253"/>
                  </a:lnTo>
                  <a:lnTo>
                    <a:pt x="498" y="253"/>
                  </a:lnTo>
                  <a:close/>
                  <a:moveTo>
                    <a:pt x="495" y="247"/>
                  </a:moveTo>
                  <a:lnTo>
                    <a:pt x="496" y="249"/>
                  </a:lnTo>
                  <a:lnTo>
                    <a:pt x="496" y="251"/>
                  </a:lnTo>
                  <a:lnTo>
                    <a:pt x="495" y="250"/>
                  </a:lnTo>
                  <a:lnTo>
                    <a:pt x="494" y="247"/>
                  </a:lnTo>
                  <a:lnTo>
                    <a:pt x="495" y="247"/>
                  </a:lnTo>
                  <a:close/>
                  <a:moveTo>
                    <a:pt x="216" y="224"/>
                  </a:moveTo>
                  <a:lnTo>
                    <a:pt x="218" y="224"/>
                  </a:lnTo>
                  <a:lnTo>
                    <a:pt x="220" y="225"/>
                  </a:lnTo>
                  <a:lnTo>
                    <a:pt x="226" y="226"/>
                  </a:lnTo>
                  <a:lnTo>
                    <a:pt x="230" y="226"/>
                  </a:lnTo>
                  <a:lnTo>
                    <a:pt x="232" y="228"/>
                  </a:lnTo>
                  <a:lnTo>
                    <a:pt x="230" y="229"/>
                  </a:lnTo>
                  <a:lnTo>
                    <a:pt x="228" y="230"/>
                  </a:lnTo>
                  <a:lnTo>
                    <a:pt x="226" y="230"/>
                  </a:lnTo>
                  <a:lnTo>
                    <a:pt x="229" y="230"/>
                  </a:lnTo>
                  <a:lnTo>
                    <a:pt x="230" y="230"/>
                  </a:lnTo>
                  <a:lnTo>
                    <a:pt x="232" y="232"/>
                  </a:lnTo>
                  <a:lnTo>
                    <a:pt x="230" y="237"/>
                  </a:lnTo>
                  <a:lnTo>
                    <a:pt x="228" y="238"/>
                  </a:lnTo>
                  <a:lnTo>
                    <a:pt x="225" y="238"/>
                  </a:lnTo>
                  <a:lnTo>
                    <a:pt x="225" y="238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40"/>
                  </a:lnTo>
                  <a:lnTo>
                    <a:pt x="230" y="241"/>
                  </a:lnTo>
                  <a:lnTo>
                    <a:pt x="229" y="242"/>
                  </a:lnTo>
                  <a:lnTo>
                    <a:pt x="229" y="245"/>
                  </a:lnTo>
                  <a:lnTo>
                    <a:pt x="230" y="251"/>
                  </a:lnTo>
                  <a:lnTo>
                    <a:pt x="232" y="254"/>
                  </a:lnTo>
                  <a:lnTo>
                    <a:pt x="233" y="261"/>
                  </a:lnTo>
                  <a:lnTo>
                    <a:pt x="234" y="263"/>
                  </a:lnTo>
                  <a:lnTo>
                    <a:pt x="236" y="268"/>
                  </a:lnTo>
                  <a:lnTo>
                    <a:pt x="241" y="274"/>
                  </a:lnTo>
                  <a:lnTo>
                    <a:pt x="243" y="279"/>
                  </a:lnTo>
                  <a:lnTo>
                    <a:pt x="246" y="279"/>
                  </a:lnTo>
                  <a:lnTo>
                    <a:pt x="247" y="282"/>
                  </a:lnTo>
                  <a:lnTo>
                    <a:pt x="251" y="284"/>
                  </a:lnTo>
                  <a:lnTo>
                    <a:pt x="254" y="284"/>
                  </a:lnTo>
                  <a:lnTo>
                    <a:pt x="255" y="287"/>
                  </a:lnTo>
                  <a:lnTo>
                    <a:pt x="257" y="288"/>
                  </a:lnTo>
                  <a:lnTo>
                    <a:pt x="258" y="287"/>
                  </a:lnTo>
                  <a:lnTo>
                    <a:pt x="261" y="290"/>
                  </a:lnTo>
                  <a:lnTo>
                    <a:pt x="261" y="291"/>
                  </a:lnTo>
                  <a:lnTo>
                    <a:pt x="261" y="292"/>
                  </a:lnTo>
                  <a:lnTo>
                    <a:pt x="259" y="293"/>
                  </a:lnTo>
                  <a:lnTo>
                    <a:pt x="258" y="293"/>
                  </a:lnTo>
                  <a:lnTo>
                    <a:pt x="257" y="293"/>
                  </a:lnTo>
                  <a:lnTo>
                    <a:pt x="257" y="295"/>
                  </a:lnTo>
                  <a:lnTo>
                    <a:pt x="257" y="295"/>
                  </a:lnTo>
                  <a:lnTo>
                    <a:pt x="259" y="295"/>
                  </a:lnTo>
                  <a:lnTo>
                    <a:pt x="259" y="297"/>
                  </a:lnTo>
                  <a:lnTo>
                    <a:pt x="259" y="299"/>
                  </a:lnTo>
                  <a:lnTo>
                    <a:pt x="258" y="300"/>
                  </a:lnTo>
                  <a:lnTo>
                    <a:pt x="257" y="299"/>
                  </a:lnTo>
                  <a:lnTo>
                    <a:pt x="255" y="296"/>
                  </a:lnTo>
                  <a:lnTo>
                    <a:pt x="255" y="296"/>
                  </a:lnTo>
                  <a:lnTo>
                    <a:pt x="254" y="295"/>
                  </a:lnTo>
                  <a:lnTo>
                    <a:pt x="251" y="293"/>
                  </a:lnTo>
                  <a:lnTo>
                    <a:pt x="251" y="295"/>
                  </a:lnTo>
                  <a:lnTo>
                    <a:pt x="251" y="295"/>
                  </a:lnTo>
                  <a:lnTo>
                    <a:pt x="253" y="297"/>
                  </a:lnTo>
                  <a:lnTo>
                    <a:pt x="253" y="299"/>
                  </a:lnTo>
                  <a:lnTo>
                    <a:pt x="251" y="299"/>
                  </a:lnTo>
                  <a:lnTo>
                    <a:pt x="249" y="297"/>
                  </a:lnTo>
                  <a:lnTo>
                    <a:pt x="247" y="295"/>
                  </a:lnTo>
                  <a:lnTo>
                    <a:pt x="246" y="296"/>
                  </a:lnTo>
                  <a:lnTo>
                    <a:pt x="246" y="297"/>
                  </a:lnTo>
                  <a:lnTo>
                    <a:pt x="245" y="297"/>
                  </a:lnTo>
                  <a:lnTo>
                    <a:pt x="243" y="295"/>
                  </a:lnTo>
                  <a:lnTo>
                    <a:pt x="243" y="293"/>
                  </a:lnTo>
                  <a:lnTo>
                    <a:pt x="241" y="292"/>
                  </a:lnTo>
                  <a:lnTo>
                    <a:pt x="238" y="292"/>
                  </a:lnTo>
                  <a:lnTo>
                    <a:pt x="238" y="292"/>
                  </a:lnTo>
                  <a:lnTo>
                    <a:pt x="238" y="293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1" y="299"/>
                  </a:lnTo>
                  <a:lnTo>
                    <a:pt x="239" y="299"/>
                  </a:lnTo>
                  <a:lnTo>
                    <a:pt x="237" y="297"/>
                  </a:lnTo>
                  <a:lnTo>
                    <a:pt x="237" y="295"/>
                  </a:lnTo>
                  <a:lnTo>
                    <a:pt x="236" y="293"/>
                  </a:lnTo>
                  <a:lnTo>
                    <a:pt x="234" y="292"/>
                  </a:lnTo>
                  <a:lnTo>
                    <a:pt x="234" y="295"/>
                  </a:lnTo>
                  <a:lnTo>
                    <a:pt x="232" y="293"/>
                  </a:lnTo>
                  <a:lnTo>
                    <a:pt x="229" y="293"/>
                  </a:lnTo>
                  <a:lnTo>
                    <a:pt x="226" y="293"/>
                  </a:lnTo>
                  <a:lnTo>
                    <a:pt x="224" y="292"/>
                  </a:lnTo>
                  <a:lnTo>
                    <a:pt x="222" y="291"/>
                  </a:lnTo>
                  <a:lnTo>
                    <a:pt x="222" y="290"/>
                  </a:lnTo>
                  <a:lnTo>
                    <a:pt x="224" y="291"/>
                  </a:lnTo>
                  <a:lnTo>
                    <a:pt x="225" y="290"/>
                  </a:lnTo>
                  <a:lnTo>
                    <a:pt x="225" y="288"/>
                  </a:lnTo>
                  <a:lnTo>
                    <a:pt x="222" y="287"/>
                  </a:lnTo>
                  <a:lnTo>
                    <a:pt x="222" y="286"/>
                  </a:lnTo>
                  <a:lnTo>
                    <a:pt x="224" y="284"/>
                  </a:lnTo>
                  <a:lnTo>
                    <a:pt x="225" y="283"/>
                  </a:lnTo>
                  <a:lnTo>
                    <a:pt x="226" y="283"/>
                  </a:lnTo>
                  <a:lnTo>
                    <a:pt x="226" y="282"/>
                  </a:lnTo>
                  <a:lnTo>
                    <a:pt x="226" y="282"/>
                  </a:lnTo>
                  <a:lnTo>
                    <a:pt x="224" y="282"/>
                  </a:lnTo>
                  <a:lnTo>
                    <a:pt x="222" y="283"/>
                  </a:lnTo>
                  <a:lnTo>
                    <a:pt x="220" y="280"/>
                  </a:lnTo>
                  <a:lnTo>
                    <a:pt x="217" y="278"/>
                  </a:lnTo>
                  <a:lnTo>
                    <a:pt x="217" y="275"/>
                  </a:lnTo>
                  <a:lnTo>
                    <a:pt x="217" y="274"/>
                  </a:lnTo>
                  <a:lnTo>
                    <a:pt x="217" y="272"/>
                  </a:lnTo>
                  <a:lnTo>
                    <a:pt x="216" y="275"/>
                  </a:lnTo>
                  <a:lnTo>
                    <a:pt x="216" y="276"/>
                  </a:lnTo>
                  <a:lnTo>
                    <a:pt x="214" y="278"/>
                  </a:lnTo>
                  <a:lnTo>
                    <a:pt x="213" y="278"/>
                  </a:lnTo>
                  <a:lnTo>
                    <a:pt x="212" y="275"/>
                  </a:lnTo>
                  <a:lnTo>
                    <a:pt x="211" y="272"/>
                  </a:lnTo>
                  <a:lnTo>
                    <a:pt x="211" y="271"/>
                  </a:lnTo>
                  <a:lnTo>
                    <a:pt x="212" y="268"/>
                  </a:lnTo>
                  <a:lnTo>
                    <a:pt x="211" y="271"/>
                  </a:lnTo>
                  <a:lnTo>
                    <a:pt x="211" y="272"/>
                  </a:lnTo>
                  <a:lnTo>
                    <a:pt x="211" y="276"/>
                  </a:lnTo>
                  <a:lnTo>
                    <a:pt x="209" y="279"/>
                  </a:lnTo>
                  <a:lnTo>
                    <a:pt x="207" y="279"/>
                  </a:lnTo>
                  <a:lnTo>
                    <a:pt x="205" y="280"/>
                  </a:lnTo>
                  <a:lnTo>
                    <a:pt x="204" y="279"/>
                  </a:lnTo>
                  <a:lnTo>
                    <a:pt x="200" y="276"/>
                  </a:lnTo>
                  <a:lnTo>
                    <a:pt x="200" y="275"/>
                  </a:lnTo>
                  <a:lnTo>
                    <a:pt x="197" y="272"/>
                  </a:lnTo>
                  <a:lnTo>
                    <a:pt x="196" y="271"/>
                  </a:lnTo>
                  <a:lnTo>
                    <a:pt x="197" y="268"/>
                  </a:lnTo>
                  <a:lnTo>
                    <a:pt x="196" y="265"/>
                  </a:lnTo>
                  <a:lnTo>
                    <a:pt x="196" y="263"/>
                  </a:lnTo>
                  <a:lnTo>
                    <a:pt x="199" y="261"/>
                  </a:lnTo>
                  <a:lnTo>
                    <a:pt x="200" y="259"/>
                  </a:lnTo>
                  <a:lnTo>
                    <a:pt x="201" y="261"/>
                  </a:lnTo>
                  <a:lnTo>
                    <a:pt x="204" y="261"/>
                  </a:lnTo>
                  <a:lnTo>
                    <a:pt x="205" y="261"/>
                  </a:lnTo>
                  <a:lnTo>
                    <a:pt x="207" y="261"/>
                  </a:lnTo>
                  <a:lnTo>
                    <a:pt x="205" y="258"/>
                  </a:lnTo>
                  <a:lnTo>
                    <a:pt x="205" y="255"/>
                  </a:lnTo>
                  <a:lnTo>
                    <a:pt x="207" y="254"/>
                  </a:lnTo>
                  <a:lnTo>
                    <a:pt x="208" y="254"/>
                  </a:lnTo>
                  <a:lnTo>
                    <a:pt x="209" y="254"/>
                  </a:lnTo>
                  <a:lnTo>
                    <a:pt x="207" y="254"/>
                  </a:lnTo>
                  <a:lnTo>
                    <a:pt x="205" y="251"/>
                  </a:lnTo>
                  <a:lnTo>
                    <a:pt x="205" y="250"/>
                  </a:lnTo>
                  <a:lnTo>
                    <a:pt x="208" y="249"/>
                  </a:lnTo>
                  <a:lnTo>
                    <a:pt x="207" y="247"/>
                  </a:lnTo>
                  <a:lnTo>
                    <a:pt x="205" y="247"/>
                  </a:lnTo>
                  <a:lnTo>
                    <a:pt x="204" y="250"/>
                  </a:lnTo>
                  <a:lnTo>
                    <a:pt x="203" y="250"/>
                  </a:lnTo>
                  <a:lnTo>
                    <a:pt x="203" y="247"/>
                  </a:lnTo>
                  <a:lnTo>
                    <a:pt x="205" y="246"/>
                  </a:lnTo>
                  <a:lnTo>
                    <a:pt x="205" y="245"/>
                  </a:lnTo>
                  <a:lnTo>
                    <a:pt x="201" y="246"/>
                  </a:lnTo>
                  <a:lnTo>
                    <a:pt x="200" y="247"/>
                  </a:lnTo>
                  <a:lnTo>
                    <a:pt x="199" y="246"/>
                  </a:lnTo>
                  <a:lnTo>
                    <a:pt x="199" y="243"/>
                  </a:lnTo>
                  <a:lnTo>
                    <a:pt x="201" y="240"/>
                  </a:lnTo>
                  <a:lnTo>
                    <a:pt x="203" y="240"/>
                  </a:lnTo>
                  <a:lnTo>
                    <a:pt x="205" y="240"/>
                  </a:lnTo>
                  <a:lnTo>
                    <a:pt x="205" y="238"/>
                  </a:lnTo>
                  <a:lnTo>
                    <a:pt x="205" y="237"/>
                  </a:lnTo>
                  <a:lnTo>
                    <a:pt x="203" y="237"/>
                  </a:lnTo>
                  <a:lnTo>
                    <a:pt x="203" y="234"/>
                  </a:lnTo>
                  <a:lnTo>
                    <a:pt x="203" y="233"/>
                  </a:lnTo>
                  <a:lnTo>
                    <a:pt x="204" y="230"/>
                  </a:lnTo>
                  <a:lnTo>
                    <a:pt x="207" y="228"/>
                  </a:lnTo>
                  <a:lnTo>
                    <a:pt x="208" y="226"/>
                  </a:lnTo>
                  <a:lnTo>
                    <a:pt x="212" y="226"/>
                  </a:lnTo>
                  <a:lnTo>
                    <a:pt x="216" y="224"/>
                  </a:lnTo>
                  <a:close/>
                  <a:moveTo>
                    <a:pt x="428" y="212"/>
                  </a:moveTo>
                  <a:lnTo>
                    <a:pt x="430" y="212"/>
                  </a:lnTo>
                  <a:lnTo>
                    <a:pt x="432" y="212"/>
                  </a:lnTo>
                  <a:lnTo>
                    <a:pt x="432" y="215"/>
                  </a:lnTo>
                  <a:lnTo>
                    <a:pt x="430" y="217"/>
                  </a:lnTo>
                  <a:lnTo>
                    <a:pt x="428" y="217"/>
                  </a:lnTo>
                  <a:lnTo>
                    <a:pt x="426" y="220"/>
                  </a:lnTo>
                  <a:lnTo>
                    <a:pt x="425" y="221"/>
                  </a:lnTo>
                  <a:lnTo>
                    <a:pt x="423" y="224"/>
                  </a:lnTo>
                  <a:lnTo>
                    <a:pt x="421" y="224"/>
                  </a:lnTo>
                  <a:lnTo>
                    <a:pt x="420" y="222"/>
                  </a:lnTo>
                  <a:lnTo>
                    <a:pt x="420" y="220"/>
                  </a:lnTo>
                  <a:lnTo>
                    <a:pt x="421" y="218"/>
                  </a:lnTo>
                  <a:lnTo>
                    <a:pt x="424" y="217"/>
                  </a:lnTo>
                  <a:lnTo>
                    <a:pt x="423" y="215"/>
                  </a:lnTo>
                  <a:lnTo>
                    <a:pt x="425" y="212"/>
                  </a:lnTo>
                  <a:lnTo>
                    <a:pt x="428" y="212"/>
                  </a:lnTo>
                  <a:close/>
                  <a:moveTo>
                    <a:pt x="391" y="204"/>
                  </a:moveTo>
                  <a:lnTo>
                    <a:pt x="392" y="204"/>
                  </a:lnTo>
                  <a:lnTo>
                    <a:pt x="394" y="205"/>
                  </a:lnTo>
                  <a:lnTo>
                    <a:pt x="392" y="207"/>
                  </a:lnTo>
                  <a:lnTo>
                    <a:pt x="392" y="208"/>
                  </a:lnTo>
                  <a:lnTo>
                    <a:pt x="394" y="209"/>
                  </a:lnTo>
                  <a:lnTo>
                    <a:pt x="394" y="212"/>
                  </a:lnTo>
                  <a:lnTo>
                    <a:pt x="392" y="212"/>
                  </a:lnTo>
                  <a:lnTo>
                    <a:pt x="391" y="211"/>
                  </a:lnTo>
                  <a:lnTo>
                    <a:pt x="390" y="211"/>
                  </a:lnTo>
                  <a:lnTo>
                    <a:pt x="388" y="208"/>
                  </a:lnTo>
                  <a:lnTo>
                    <a:pt x="388" y="204"/>
                  </a:lnTo>
                  <a:lnTo>
                    <a:pt x="391" y="204"/>
                  </a:lnTo>
                  <a:close/>
                  <a:moveTo>
                    <a:pt x="355" y="197"/>
                  </a:moveTo>
                  <a:lnTo>
                    <a:pt x="357" y="197"/>
                  </a:lnTo>
                  <a:lnTo>
                    <a:pt x="358" y="200"/>
                  </a:lnTo>
                  <a:lnTo>
                    <a:pt x="359" y="203"/>
                  </a:lnTo>
                  <a:lnTo>
                    <a:pt x="362" y="204"/>
                  </a:lnTo>
                  <a:lnTo>
                    <a:pt x="363" y="207"/>
                  </a:lnTo>
                  <a:lnTo>
                    <a:pt x="363" y="208"/>
                  </a:lnTo>
                  <a:lnTo>
                    <a:pt x="361" y="208"/>
                  </a:lnTo>
                  <a:lnTo>
                    <a:pt x="358" y="211"/>
                  </a:lnTo>
                  <a:lnTo>
                    <a:pt x="357" y="212"/>
                  </a:lnTo>
                  <a:lnTo>
                    <a:pt x="355" y="213"/>
                  </a:lnTo>
                  <a:lnTo>
                    <a:pt x="354" y="212"/>
                  </a:lnTo>
                  <a:lnTo>
                    <a:pt x="353" y="213"/>
                  </a:lnTo>
                  <a:lnTo>
                    <a:pt x="353" y="211"/>
                  </a:lnTo>
                  <a:lnTo>
                    <a:pt x="351" y="211"/>
                  </a:lnTo>
                  <a:lnTo>
                    <a:pt x="351" y="212"/>
                  </a:lnTo>
                  <a:lnTo>
                    <a:pt x="351" y="213"/>
                  </a:lnTo>
                  <a:lnTo>
                    <a:pt x="350" y="213"/>
                  </a:lnTo>
                  <a:lnTo>
                    <a:pt x="349" y="212"/>
                  </a:lnTo>
                  <a:lnTo>
                    <a:pt x="349" y="208"/>
                  </a:lnTo>
                  <a:lnTo>
                    <a:pt x="349" y="205"/>
                  </a:lnTo>
                  <a:lnTo>
                    <a:pt x="347" y="204"/>
                  </a:lnTo>
                  <a:lnTo>
                    <a:pt x="346" y="201"/>
                  </a:lnTo>
                  <a:lnTo>
                    <a:pt x="349" y="200"/>
                  </a:lnTo>
                  <a:lnTo>
                    <a:pt x="351" y="200"/>
                  </a:lnTo>
                  <a:lnTo>
                    <a:pt x="353" y="197"/>
                  </a:lnTo>
                  <a:lnTo>
                    <a:pt x="355" y="197"/>
                  </a:lnTo>
                  <a:close/>
                  <a:moveTo>
                    <a:pt x="401" y="197"/>
                  </a:moveTo>
                  <a:lnTo>
                    <a:pt x="404" y="197"/>
                  </a:lnTo>
                  <a:lnTo>
                    <a:pt x="407" y="199"/>
                  </a:lnTo>
                  <a:lnTo>
                    <a:pt x="407" y="200"/>
                  </a:lnTo>
                  <a:lnTo>
                    <a:pt x="405" y="200"/>
                  </a:lnTo>
                  <a:lnTo>
                    <a:pt x="403" y="200"/>
                  </a:lnTo>
                  <a:lnTo>
                    <a:pt x="400" y="197"/>
                  </a:lnTo>
                  <a:lnTo>
                    <a:pt x="401" y="197"/>
                  </a:lnTo>
                  <a:close/>
                  <a:moveTo>
                    <a:pt x="432" y="192"/>
                  </a:moveTo>
                  <a:lnTo>
                    <a:pt x="433" y="195"/>
                  </a:lnTo>
                  <a:lnTo>
                    <a:pt x="436" y="197"/>
                  </a:lnTo>
                  <a:lnTo>
                    <a:pt x="436" y="201"/>
                  </a:lnTo>
                  <a:lnTo>
                    <a:pt x="438" y="204"/>
                  </a:lnTo>
                  <a:lnTo>
                    <a:pt x="438" y="205"/>
                  </a:lnTo>
                  <a:lnTo>
                    <a:pt x="436" y="207"/>
                  </a:lnTo>
                  <a:lnTo>
                    <a:pt x="434" y="205"/>
                  </a:lnTo>
                  <a:lnTo>
                    <a:pt x="432" y="205"/>
                  </a:lnTo>
                  <a:lnTo>
                    <a:pt x="430" y="204"/>
                  </a:lnTo>
                  <a:lnTo>
                    <a:pt x="428" y="204"/>
                  </a:lnTo>
                  <a:lnTo>
                    <a:pt x="428" y="203"/>
                  </a:lnTo>
                  <a:lnTo>
                    <a:pt x="429" y="199"/>
                  </a:lnTo>
                  <a:lnTo>
                    <a:pt x="429" y="196"/>
                  </a:lnTo>
                  <a:lnTo>
                    <a:pt x="432" y="192"/>
                  </a:lnTo>
                  <a:close/>
                  <a:moveTo>
                    <a:pt x="396" y="188"/>
                  </a:moveTo>
                  <a:lnTo>
                    <a:pt x="396" y="188"/>
                  </a:lnTo>
                  <a:lnTo>
                    <a:pt x="395" y="190"/>
                  </a:lnTo>
                  <a:lnTo>
                    <a:pt x="395" y="191"/>
                  </a:lnTo>
                  <a:lnTo>
                    <a:pt x="396" y="192"/>
                  </a:lnTo>
                  <a:lnTo>
                    <a:pt x="394" y="193"/>
                  </a:lnTo>
                  <a:lnTo>
                    <a:pt x="392" y="192"/>
                  </a:lnTo>
                  <a:lnTo>
                    <a:pt x="390" y="195"/>
                  </a:lnTo>
                  <a:lnTo>
                    <a:pt x="390" y="193"/>
                  </a:lnTo>
                  <a:lnTo>
                    <a:pt x="391" y="190"/>
                  </a:lnTo>
                  <a:lnTo>
                    <a:pt x="395" y="188"/>
                  </a:lnTo>
                  <a:lnTo>
                    <a:pt x="396" y="188"/>
                  </a:lnTo>
                  <a:close/>
                  <a:moveTo>
                    <a:pt x="462" y="162"/>
                  </a:moveTo>
                  <a:lnTo>
                    <a:pt x="465" y="163"/>
                  </a:lnTo>
                  <a:lnTo>
                    <a:pt x="463" y="163"/>
                  </a:lnTo>
                  <a:lnTo>
                    <a:pt x="461" y="163"/>
                  </a:lnTo>
                  <a:lnTo>
                    <a:pt x="459" y="163"/>
                  </a:lnTo>
                  <a:lnTo>
                    <a:pt x="462" y="162"/>
                  </a:lnTo>
                  <a:close/>
                  <a:moveTo>
                    <a:pt x="446" y="161"/>
                  </a:moveTo>
                  <a:lnTo>
                    <a:pt x="448" y="162"/>
                  </a:lnTo>
                  <a:lnTo>
                    <a:pt x="446" y="165"/>
                  </a:lnTo>
                  <a:lnTo>
                    <a:pt x="444" y="163"/>
                  </a:lnTo>
                  <a:lnTo>
                    <a:pt x="444" y="162"/>
                  </a:lnTo>
                  <a:lnTo>
                    <a:pt x="445" y="161"/>
                  </a:lnTo>
                  <a:lnTo>
                    <a:pt x="446" y="161"/>
                  </a:lnTo>
                  <a:close/>
                  <a:moveTo>
                    <a:pt x="453" y="159"/>
                  </a:moveTo>
                  <a:lnTo>
                    <a:pt x="455" y="159"/>
                  </a:lnTo>
                  <a:lnTo>
                    <a:pt x="454" y="161"/>
                  </a:lnTo>
                  <a:lnTo>
                    <a:pt x="453" y="162"/>
                  </a:lnTo>
                  <a:lnTo>
                    <a:pt x="450" y="162"/>
                  </a:lnTo>
                  <a:lnTo>
                    <a:pt x="450" y="161"/>
                  </a:lnTo>
                  <a:lnTo>
                    <a:pt x="451" y="159"/>
                  </a:lnTo>
                  <a:lnTo>
                    <a:pt x="453" y="159"/>
                  </a:lnTo>
                  <a:close/>
                  <a:moveTo>
                    <a:pt x="480" y="158"/>
                  </a:moveTo>
                  <a:lnTo>
                    <a:pt x="482" y="159"/>
                  </a:lnTo>
                  <a:lnTo>
                    <a:pt x="484" y="161"/>
                  </a:lnTo>
                  <a:lnTo>
                    <a:pt x="483" y="162"/>
                  </a:lnTo>
                  <a:lnTo>
                    <a:pt x="482" y="162"/>
                  </a:lnTo>
                  <a:lnTo>
                    <a:pt x="480" y="158"/>
                  </a:lnTo>
                  <a:close/>
                  <a:moveTo>
                    <a:pt x="473" y="154"/>
                  </a:moveTo>
                  <a:lnTo>
                    <a:pt x="475" y="155"/>
                  </a:lnTo>
                  <a:lnTo>
                    <a:pt x="473" y="157"/>
                  </a:lnTo>
                  <a:lnTo>
                    <a:pt x="471" y="157"/>
                  </a:lnTo>
                  <a:lnTo>
                    <a:pt x="471" y="155"/>
                  </a:lnTo>
                  <a:lnTo>
                    <a:pt x="471" y="154"/>
                  </a:lnTo>
                  <a:lnTo>
                    <a:pt x="473" y="154"/>
                  </a:lnTo>
                  <a:close/>
                  <a:moveTo>
                    <a:pt x="413" y="149"/>
                  </a:moveTo>
                  <a:lnTo>
                    <a:pt x="415" y="150"/>
                  </a:lnTo>
                  <a:lnTo>
                    <a:pt x="415" y="151"/>
                  </a:lnTo>
                  <a:lnTo>
                    <a:pt x="416" y="153"/>
                  </a:lnTo>
                  <a:lnTo>
                    <a:pt x="413" y="154"/>
                  </a:lnTo>
                  <a:lnTo>
                    <a:pt x="412" y="153"/>
                  </a:lnTo>
                  <a:lnTo>
                    <a:pt x="412" y="151"/>
                  </a:lnTo>
                  <a:lnTo>
                    <a:pt x="411" y="151"/>
                  </a:lnTo>
                  <a:lnTo>
                    <a:pt x="411" y="150"/>
                  </a:lnTo>
                  <a:lnTo>
                    <a:pt x="413" y="149"/>
                  </a:lnTo>
                  <a:close/>
                  <a:moveTo>
                    <a:pt x="462" y="145"/>
                  </a:moveTo>
                  <a:lnTo>
                    <a:pt x="463" y="146"/>
                  </a:lnTo>
                  <a:lnTo>
                    <a:pt x="463" y="146"/>
                  </a:lnTo>
                  <a:lnTo>
                    <a:pt x="462" y="147"/>
                  </a:lnTo>
                  <a:lnTo>
                    <a:pt x="461" y="149"/>
                  </a:lnTo>
                  <a:lnTo>
                    <a:pt x="462" y="149"/>
                  </a:lnTo>
                  <a:lnTo>
                    <a:pt x="461" y="150"/>
                  </a:lnTo>
                  <a:lnTo>
                    <a:pt x="459" y="149"/>
                  </a:lnTo>
                  <a:lnTo>
                    <a:pt x="459" y="147"/>
                  </a:lnTo>
                  <a:lnTo>
                    <a:pt x="462" y="145"/>
                  </a:lnTo>
                  <a:close/>
                  <a:moveTo>
                    <a:pt x="226" y="143"/>
                  </a:moveTo>
                  <a:lnTo>
                    <a:pt x="228" y="145"/>
                  </a:lnTo>
                  <a:lnTo>
                    <a:pt x="228" y="146"/>
                  </a:lnTo>
                  <a:lnTo>
                    <a:pt x="224" y="147"/>
                  </a:lnTo>
                  <a:lnTo>
                    <a:pt x="224" y="149"/>
                  </a:lnTo>
                  <a:lnTo>
                    <a:pt x="222" y="150"/>
                  </a:lnTo>
                  <a:lnTo>
                    <a:pt x="221" y="147"/>
                  </a:lnTo>
                  <a:lnTo>
                    <a:pt x="222" y="146"/>
                  </a:lnTo>
                  <a:lnTo>
                    <a:pt x="224" y="146"/>
                  </a:lnTo>
                  <a:lnTo>
                    <a:pt x="226" y="143"/>
                  </a:lnTo>
                  <a:close/>
                  <a:moveTo>
                    <a:pt x="466" y="143"/>
                  </a:move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7" y="146"/>
                  </a:lnTo>
                  <a:lnTo>
                    <a:pt x="466" y="146"/>
                  </a:lnTo>
                  <a:lnTo>
                    <a:pt x="466" y="145"/>
                  </a:lnTo>
                  <a:lnTo>
                    <a:pt x="466" y="143"/>
                  </a:lnTo>
                  <a:close/>
                  <a:moveTo>
                    <a:pt x="473" y="142"/>
                  </a:moveTo>
                  <a:lnTo>
                    <a:pt x="474" y="143"/>
                  </a:lnTo>
                  <a:lnTo>
                    <a:pt x="474" y="145"/>
                  </a:lnTo>
                  <a:lnTo>
                    <a:pt x="471" y="146"/>
                  </a:lnTo>
                  <a:lnTo>
                    <a:pt x="471" y="146"/>
                  </a:lnTo>
                  <a:lnTo>
                    <a:pt x="470" y="146"/>
                  </a:lnTo>
                  <a:lnTo>
                    <a:pt x="471" y="145"/>
                  </a:lnTo>
                  <a:lnTo>
                    <a:pt x="470" y="143"/>
                  </a:lnTo>
                  <a:lnTo>
                    <a:pt x="471" y="142"/>
                  </a:lnTo>
                  <a:lnTo>
                    <a:pt x="473" y="142"/>
                  </a:lnTo>
                  <a:close/>
                  <a:moveTo>
                    <a:pt x="462" y="136"/>
                  </a:moveTo>
                  <a:lnTo>
                    <a:pt x="465" y="136"/>
                  </a:lnTo>
                  <a:lnTo>
                    <a:pt x="465" y="137"/>
                  </a:lnTo>
                  <a:lnTo>
                    <a:pt x="463" y="140"/>
                  </a:lnTo>
                  <a:lnTo>
                    <a:pt x="462" y="138"/>
                  </a:lnTo>
                  <a:lnTo>
                    <a:pt x="459" y="137"/>
                  </a:lnTo>
                  <a:lnTo>
                    <a:pt x="459" y="137"/>
                  </a:lnTo>
                  <a:lnTo>
                    <a:pt x="461" y="136"/>
                  </a:lnTo>
                  <a:lnTo>
                    <a:pt x="462" y="136"/>
                  </a:lnTo>
                  <a:close/>
                  <a:moveTo>
                    <a:pt x="471" y="128"/>
                  </a:moveTo>
                  <a:lnTo>
                    <a:pt x="475" y="128"/>
                  </a:lnTo>
                  <a:lnTo>
                    <a:pt x="477" y="129"/>
                  </a:lnTo>
                  <a:lnTo>
                    <a:pt x="477" y="130"/>
                  </a:lnTo>
                  <a:lnTo>
                    <a:pt x="474" y="130"/>
                  </a:lnTo>
                  <a:lnTo>
                    <a:pt x="475" y="132"/>
                  </a:lnTo>
                  <a:lnTo>
                    <a:pt x="475" y="133"/>
                  </a:lnTo>
                  <a:lnTo>
                    <a:pt x="474" y="133"/>
                  </a:lnTo>
                  <a:lnTo>
                    <a:pt x="473" y="133"/>
                  </a:lnTo>
                  <a:lnTo>
                    <a:pt x="470" y="132"/>
                  </a:lnTo>
                  <a:lnTo>
                    <a:pt x="469" y="132"/>
                  </a:lnTo>
                  <a:lnTo>
                    <a:pt x="467" y="129"/>
                  </a:lnTo>
                  <a:lnTo>
                    <a:pt x="469" y="129"/>
                  </a:lnTo>
                  <a:lnTo>
                    <a:pt x="470" y="130"/>
                  </a:lnTo>
                  <a:lnTo>
                    <a:pt x="471" y="130"/>
                  </a:lnTo>
                  <a:lnTo>
                    <a:pt x="470" y="128"/>
                  </a:lnTo>
                  <a:lnTo>
                    <a:pt x="471" y="128"/>
                  </a:lnTo>
                  <a:close/>
                  <a:moveTo>
                    <a:pt x="425" y="118"/>
                  </a:moveTo>
                  <a:lnTo>
                    <a:pt x="425" y="120"/>
                  </a:lnTo>
                  <a:lnTo>
                    <a:pt x="425" y="121"/>
                  </a:lnTo>
                  <a:lnTo>
                    <a:pt x="426" y="122"/>
                  </a:lnTo>
                  <a:lnTo>
                    <a:pt x="426" y="124"/>
                  </a:lnTo>
                  <a:lnTo>
                    <a:pt x="425" y="125"/>
                  </a:lnTo>
                  <a:lnTo>
                    <a:pt x="426" y="128"/>
                  </a:lnTo>
                  <a:lnTo>
                    <a:pt x="425" y="130"/>
                  </a:lnTo>
                  <a:lnTo>
                    <a:pt x="425" y="129"/>
                  </a:lnTo>
                  <a:lnTo>
                    <a:pt x="424" y="126"/>
                  </a:lnTo>
                  <a:lnTo>
                    <a:pt x="424" y="126"/>
                  </a:lnTo>
                  <a:lnTo>
                    <a:pt x="423" y="126"/>
                  </a:lnTo>
                  <a:lnTo>
                    <a:pt x="421" y="126"/>
                  </a:lnTo>
                  <a:lnTo>
                    <a:pt x="420" y="122"/>
                  </a:lnTo>
                  <a:lnTo>
                    <a:pt x="421" y="124"/>
                  </a:lnTo>
                  <a:lnTo>
                    <a:pt x="423" y="124"/>
                  </a:lnTo>
                  <a:lnTo>
                    <a:pt x="423" y="122"/>
                  </a:lnTo>
                  <a:lnTo>
                    <a:pt x="421" y="120"/>
                  </a:lnTo>
                  <a:lnTo>
                    <a:pt x="421" y="118"/>
                  </a:lnTo>
                  <a:lnTo>
                    <a:pt x="423" y="118"/>
                  </a:lnTo>
                  <a:lnTo>
                    <a:pt x="425" y="118"/>
                  </a:lnTo>
                  <a:close/>
                  <a:moveTo>
                    <a:pt x="413" y="107"/>
                  </a:moveTo>
                  <a:lnTo>
                    <a:pt x="415" y="108"/>
                  </a:lnTo>
                  <a:lnTo>
                    <a:pt x="416" y="109"/>
                  </a:lnTo>
                  <a:lnTo>
                    <a:pt x="419" y="109"/>
                  </a:lnTo>
                  <a:lnTo>
                    <a:pt x="417" y="111"/>
                  </a:lnTo>
                  <a:lnTo>
                    <a:pt x="416" y="111"/>
                  </a:lnTo>
                  <a:lnTo>
                    <a:pt x="413" y="109"/>
                  </a:lnTo>
                  <a:lnTo>
                    <a:pt x="412" y="108"/>
                  </a:lnTo>
                  <a:lnTo>
                    <a:pt x="413" y="107"/>
                  </a:lnTo>
                  <a:close/>
                  <a:moveTo>
                    <a:pt x="423" y="104"/>
                  </a:moveTo>
                  <a:lnTo>
                    <a:pt x="424" y="105"/>
                  </a:lnTo>
                  <a:lnTo>
                    <a:pt x="426" y="105"/>
                  </a:lnTo>
                  <a:lnTo>
                    <a:pt x="426" y="107"/>
                  </a:lnTo>
                  <a:lnTo>
                    <a:pt x="425" y="108"/>
                  </a:lnTo>
                  <a:lnTo>
                    <a:pt x="423" y="107"/>
                  </a:lnTo>
                  <a:lnTo>
                    <a:pt x="420" y="108"/>
                  </a:lnTo>
                  <a:lnTo>
                    <a:pt x="419" y="107"/>
                  </a:lnTo>
                  <a:lnTo>
                    <a:pt x="420" y="104"/>
                  </a:lnTo>
                  <a:lnTo>
                    <a:pt x="423" y="104"/>
                  </a:lnTo>
                  <a:close/>
                  <a:moveTo>
                    <a:pt x="786" y="103"/>
                  </a:moveTo>
                  <a:lnTo>
                    <a:pt x="787" y="103"/>
                  </a:lnTo>
                  <a:lnTo>
                    <a:pt x="790" y="105"/>
                  </a:lnTo>
                  <a:lnTo>
                    <a:pt x="791" y="107"/>
                  </a:lnTo>
                  <a:lnTo>
                    <a:pt x="791" y="108"/>
                  </a:lnTo>
                  <a:lnTo>
                    <a:pt x="790" y="107"/>
                  </a:lnTo>
                  <a:lnTo>
                    <a:pt x="790" y="108"/>
                  </a:lnTo>
                  <a:lnTo>
                    <a:pt x="786" y="108"/>
                  </a:lnTo>
                  <a:lnTo>
                    <a:pt x="786" y="107"/>
                  </a:lnTo>
                  <a:lnTo>
                    <a:pt x="785" y="105"/>
                  </a:lnTo>
                  <a:lnTo>
                    <a:pt x="785" y="104"/>
                  </a:lnTo>
                  <a:lnTo>
                    <a:pt x="786" y="103"/>
                  </a:lnTo>
                  <a:close/>
                  <a:moveTo>
                    <a:pt x="291" y="99"/>
                  </a:moveTo>
                  <a:lnTo>
                    <a:pt x="292" y="100"/>
                  </a:lnTo>
                  <a:lnTo>
                    <a:pt x="292" y="103"/>
                  </a:lnTo>
                  <a:lnTo>
                    <a:pt x="293" y="104"/>
                  </a:lnTo>
                  <a:lnTo>
                    <a:pt x="295" y="104"/>
                  </a:lnTo>
                  <a:lnTo>
                    <a:pt x="296" y="105"/>
                  </a:lnTo>
                  <a:lnTo>
                    <a:pt x="299" y="105"/>
                  </a:lnTo>
                  <a:lnTo>
                    <a:pt x="300" y="107"/>
                  </a:lnTo>
                  <a:lnTo>
                    <a:pt x="299" y="109"/>
                  </a:lnTo>
                  <a:lnTo>
                    <a:pt x="299" y="113"/>
                  </a:lnTo>
                  <a:lnTo>
                    <a:pt x="300" y="113"/>
                  </a:lnTo>
                  <a:lnTo>
                    <a:pt x="301" y="113"/>
                  </a:lnTo>
                  <a:lnTo>
                    <a:pt x="301" y="117"/>
                  </a:lnTo>
                  <a:lnTo>
                    <a:pt x="301" y="118"/>
                  </a:lnTo>
                  <a:lnTo>
                    <a:pt x="300" y="121"/>
                  </a:lnTo>
                  <a:lnTo>
                    <a:pt x="301" y="122"/>
                  </a:lnTo>
                  <a:lnTo>
                    <a:pt x="301" y="124"/>
                  </a:lnTo>
                  <a:lnTo>
                    <a:pt x="299" y="125"/>
                  </a:lnTo>
                  <a:lnTo>
                    <a:pt x="297" y="124"/>
                  </a:lnTo>
                  <a:lnTo>
                    <a:pt x="296" y="125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87" y="133"/>
                  </a:lnTo>
                  <a:lnTo>
                    <a:pt x="283" y="136"/>
                  </a:lnTo>
                  <a:lnTo>
                    <a:pt x="282" y="136"/>
                  </a:lnTo>
                  <a:lnTo>
                    <a:pt x="278" y="138"/>
                  </a:lnTo>
                  <a:lnTo>
                    <a:pt x="274" y="143"/>
                  </a:lnTo>
                  <a:lnTo>
                    <a:pt x="268" y="147"/>
                  </a:lnTo>
                  <a:lnTo>
                    <a:pt x="267" y="147"/>
                  </a:lnTo>
                  <a:lnTo>
                    <a:pt x="266" y="151"/>
                  </a:lnTo>
                  <a:lnTo>
                    <a:pt x="265" y="155"/>
                  </a:lnTo>
                  <a:lnTo>
                    <a:pt x="261" y="157"/>
                  </a:lnTo>
                  <a:lnTo>
                    <a:pt x="261" y="161"/>
                  </a:lnTo>
                  <a:lnTo>
                    <a:pt x="259" y="162"/>
                  </a:lnTo>
                  <a:lnTo>
                    <a:pt x="258" y="165"/>
                  </a:lnTo>
                  <a:lnTo>
                    <a:pt x="254" y="168"/>
                  </a:lnTo>
                  <a:lnTo>
                    <a:pt x="253" y="170"/>
                  </a:lnTo>
                  <a:lnTo>
                    <a:pt x="253" y="167"/>
                  </a:lnTo>
                  <a:lnTo>
                    <a:pt x="251" y="170"/>
                  </a:lnTo>
                  <a:lnTo>
                    <a:pt x="251" y="171"/>
                  </a:lnTo>
                  <a:lnTo>
                    <a:pt x="254" y="172"/>
                  </a:lnTo>
                  <a:lnTo>
                    <a:pt x="253" y="174"/>
                  </a:lnTo>
                  <a:lnTo>
                    <a:pt x="250" y="175"/>
                  </a:lnTo>
                  <a:lnTo>
                    <a:pt x="250" y="176"/>
                  </a:lnTo>
                  <a:lnTo>
                    <a:pt x="250" y="178"/>
                  </a:lnTo>
                  <a:lnTo>
                    <a:pt x="250" y="180"/>
                  </a:lnTo>
                  <a:lnTo>
                    <a:pt x="249" y="182"/>
                  </a:lnTo>
                  <a:lnTo>
                    <a:pt x="247" y="180"/>
                  </a:lnTo>
                  <a:lnTo>
                    <a:pt x="245" y="180"/>
                  </a:lnTo>
                  <a:lnTo>
                    <a:pt x="246" y="182"/>
                  </a:lnTo>
                  <a:lnTo>
                    <a:pt x="247" y="183"/>
                  </a:lnTo>
                  <a:lnTo>
                    <a:pt x="246" y="184"/>
                  </a:lnTo>
                  <a:lnTo>
                    <a:pt x="243" y="183"/>
                  </a:lnTo>
                  <a:lnTo>
                    <a:pt x="241" y="182"/>
                  </a:lnTo>
                  <a:lnTo>
                    <a:pt x="239" y="182"/>
                  </a:lnTo>
                  <a:lnTo>
                    <a:pt x="239" y="186"/>
                  </a:lnTo>
                  <a:lnTo>
                    <a:pt x="241" y="186"/>
                  </a:lnTo>
                  <a:lnTo>
                    <a:pt x="242" y="186"/>
                  </a:lnTo>
                  <a:lnTo>
                    <a:pt x="241" y="188"/>
                  </a:lnTo>
                  <a:lnTo>
                    <a:pt x="239" y="188"/>
                  </a:lnTo>
                  <a:lnTo>
                    <a:pt x="237" y="187"/>
                  </a:lnTo>
                  <a:lnTo>
                    <a:pt x="236" y="187"/>
                  </a:lnTo>
                  <a:lnTo>
                    <a:pt x="238" y="191"/>
                  </a:lnTo>
                  <a:lnTo>
                    <a:pt x="239" y="192"/>
                  </a:lnTo>
                  <a:lnTo>
                    <a:pt x="239" y="195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9" y="200"/>
                  </a:lnTo>
                  <a:lnTo>
                    <a:pt x="239" y="201"/>
                  </a:lnTo>
                  <a:lnTo>
                    <a:pt x="239" y="203"/>
                  </a:lnTo>
                  <a:lnTo>
                    <a:pt x="237" y="201"/>
                  </a:lnTo>
                  <a:lnTo>
                    <a:pt x="236" y="201"/>
                  </a:lnTo>
                  <a:lnTo>
                    <a:pt x="234" y="199"/>
                  </a:lnTo>
                  <a:lnTo>
                    <a:pt x="233" y="197"/>
                  </a:lnTo>
                  <a:lnTo>
                    <a:pt x="233" y="199"/>
                  </a:lnTo>
                  <a:lnTo>
                    <a:pt x="234" y="201"/>
                  </a:lnTo>
                  <a:lnTo>
                    <a:pt x="237" y="205"/>
                  </a:lnTo>
                  <a:lnTo>
                    <a:pt x="238" y="209"/>
                  </a:lnTo>
                  <a:lnTo>
                    <a:pt x="237" y="211"/>
                  </a:lnTo>
                  <a:lnTo>
                    <a:pt x="236" y="209"/>
                  </a:lnTo>
                  <a:lnTo>
                    <a:pt x="236" y="208"/>
                  </a:lnTo>
                  <a:lnTo>
                    <a:pt x="234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0" y="207"/>
                  </a:lnTo>
                  <a:lnTo>
                    <a:pt x="230" y="208"/>
                  </a:lnTo>
                  <a:lnTo>
                    <a:pt x="232" y="208"/>
                  </a:lnTo>
                  <a:lnTo>
                    <a:pt x="234" y="208"/>
                  </a:lnTo>
                  <a:lnTo>
                    <a:pt x="236" y="212"/>
                  </a:lnTo>
                  <a:lnTo>
                    <a:pt x="237" y="213"/>
                  </a:lnTo>
                  <a:lnTo>
                    <a:pt x="237" y="215"/>
                  </a:lnTo>
                  <a:lnTo>
                    <a:pt x="236" y="217"/>
                  </a:lnTo>
                  <a:lnTo>
                    <a:pt x="236" y="220"/>
                  </a:lnTo>
                  <a:lnTo>
                    <a:pt x="234" y="222"/>
                  </a:lnTo>
                  <a:lnTo>
                    <a:pt x="233" y="224"/>
                  </a:lnTo>
                  <a:lnTo>
                    <a:pt x="232" y="225"/>
                  </a:lnTo>
                  <a:lnTo>
                    <a:pt x="229" y="225"/>
                  </a:lnTo>
                  <a:lnTo>
                    <a:pt x="226" y="224"/>
                  </a:lnTo>
                  <a:lnTo>
                    <a:pt x="225" y="221"/>
                  </a:lnTo>
                  <a:lnTo>
                    <a:pt x="225" y="221"/>
                  </a:lnTo>
                  <a:lnTo>
                    <a:pt x="224" y="222"/>
                  </a:lnTo>
                  <a:lnTo>
                    <a:pt x="225" y="224"/>
                  </a:lnTo>
                  <a:lnTo>
                    <a:pt x="224" y="225"/>
                  </a:lnTo>
                  <a:lnTo>
                    <a:pt x="221" y="224"/>
                  </a:lnTo>
                  <a:lnTo>
                    <a:pt x="220" y="222"/>
                  </a:lnTo>
                  <a:lnTo>
                    <a:pt x="217" y="222"/>
                  </a:lnTo>
                  <a:lnTo>
                    <a:pt x="214" y="224"/>
                  </a:lnTo>
                  <a:lnTo>
                    <a:pt x="212" y="225"/>
                  </a:lnTo>
                  <a:lnTo>
                    <a:pt x="208" y="225"/>
                  </a:lnTo>
                  <a:lnTo>
                    <a:pt x="208" y="224"/>
                  </a:lnTo>
                  <a:lnTo>
                    <a:pt x="208" y="224"/>
                  </a:lnTo>
                  <a:lnTo>
                    <a:pt x="208" y="221"/>
                  </a:lnTo>
                  <a:lnTo>
                    <a:pt x="208" y="220"/>
                  </a:lnTo>
                  <a:lnTo>
                    <a:pt x="209" y="217"/>
                  </a:lnTo>
                  <a:lnTo>
                    <a:pt x="213" y="216"/>
                  </a:lnTo>
                  <a:lnTo>
                    <a:pt x="213" y="215"/>
                  </a:lnTo>
                  <a:lnTo>
                    <a:pt x="214" y="215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7" y="215"/>
                  </a:lnTo>
                  <a:lnTo>
                    <a:pt x="216" y="213"/>
                  </a:lnTo>
                  <a:lnTo>
                    <a:pt x="214" y="213"/>
                  </a:lnTo>
                  <a:lnTo>
                    <a:pt x="212" y="213"/>
                  </a:lnTo>
                  <a:lnTo>
                    <a:pt x="208" y="216"/>
                  </a:lnTo>
                  <a:lnTo>
                    <a:pt x="207" y="217"/>
                  </a:lnTo>
                  <a:lnTo>
                    <a:pt x="207" y="218"/>
                  </a:lnTo>
                  <a:lnTo>
                    <a:pt x="205" y="218"/>
                  </a:lnTo>
                  <a:lnTo>
                    <a:pt x="203" y="218"/>
                  </a:lnTo>
                  <a:lnTo>
                    <a:pt x="200" y="216"/>
                  </a:lnTo>
                  <a:lnTo>
                    <a:pt x="201" y="215"/>
                  </a:lnTo>
                  <a:lnTo>
                    <a:pt x="203" y="215"/>
                  </a:lnTo>
                  <a:lnTo>
                    <a:pt x="204" y="213"/>
                  </a:lnTo>
                  <a:lnTo>
                    <a:pt x="203" y="212"/>
                  </a:lnTo>
                  <a:lnTo>
                    <a:pt x="204" y="211"/>
                  </a:lnTo>
                  <a:lnTo>
                    <a:pt x="205" y="208"/>
                  </a:lnTo>
                  <a:lnTo>
                    <a:pt x="207" y="209"/>
                  </a:lnTo>
                  <a:lnTo>
                    <a:pt x="207" y="208"/>
                  </a:lnTo>
                  <a:lnTo>
                    <a:pt x="208" y="208"/>
                  </a:lnTo>
                  <a:lnTo>
                    <a:pt x="207" y="207"/>
                  </a:lnTo>
                  <a:lnTo>
                    <a:pt x="207" y="205"/>
                  </a:lnTo>
                  <a:lnTo>
                    <a:pt x="208" y="204"/>
                  </a:lnTo>
                  <a:lnTo>
                    <a:pt x="208" y="203"/>
                  </a:lnTo>
                  <a:lnTo>
                    <a:pt x="209" y="201"/>
                  </a:lnTo>
                  <a:lnTo>
                    <a:pt x="212" y="201"/>
                  </a:lnTo>
                  <a:lnTo>
                    <a:pt x="213" y="203"/>
                  </a:lnTo>
                  <a:lnTo>
                    <a:pt x="216" y="203"/>
                  </a:lnTo>
                  <a:lnTo>
                    <a:pt x="217" y="204"/>
                  </a:lnTo>
                  <a:lnTo>
                    <a:pt x="220" y="205"/>
                  </a:lnTo>
                  <a:lnTo>
                    <a:pt x="218" y="204"/>
                  </a:lnTo>
                  <a:lnTo>
                    <a:pt x="218" y="203"/>
                  </a:lnTo>
                  <a:lnTo>
                    <a:pt x="217" y="203"/>
                  </a:lnTo>
                  <a:lnTo>
                    <a:pt x="214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1" y="199"/>
                  </a:lnTo>
                  <a:lnTo>
                    <a:pt x="212" y="197"/>
                  </a:lnTo>
                  <a:lnTo>
                    <a:pt x="214" y="197"/>
                  </a:lnTo>
                  <a:lnTo>
                    <a:pt x="214" y="196"/>
                  </a:lnTo>
                  <a:lnTo>
                    <a:pt x="212" y="196"/>
                  </a:lnTo>
                  <a:lnTo>
                    <a:pt x="209" y="196"/>
                  </a:lnTo>
                  <a:lnTo>
                    <a:pt x="208" y="196"/>
                  </a:lnTo>
                  <a:lnTo>
                    <a:pt x="209" y="195"/>
                  </a:lnTo>
                  <a:lnTo>
                    <a:pt x="211" y="193"/>
                  </a:lnTo>
                  <a:lnTo>
                    <a:pt x="213" y="193"/>
                  </a:lnTo>
                  <a:lnTo>
                    <a:pt x="216" y="192"/>
                  </a:lnTo>
                  <a:lnTo>
                    <a:pt x="216" y="192"/>
                  </a:lnTo>
                  <a:lnTo>
                    <a:pt x="216" y="191"/>
                  </a:lnTo>
                  <a:lnTo>
                    <a:pt x="213" y="192"/>
                  </a:lnTo>
                  <a:lnTo>
                    <a:pt x="212" y="191"/>
                  </a:lnTo>
                  <a:lnTo>
                    <a:pt x="211" y="191"/>
                  </a:lnTo>
                  <a:lnTo>
                    <a:pt x="209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3" y="186"/>
                  </a:lnTo>
                  <a:lnTo>
                    <a:pt x="216" y="186"/>
                  </a:lnTo>
                  <a:lnTo>
                    <a:pt x="217" y="186"/>
                  </a:lnTo>
                  <a:lnTo>
                    <a:pt x="218" y="183"/>
                  </a:lnTo>
                  <a:lnTo>
                    <a:pt x="217" y="183"/>
                  </a:lnTo>
                  <a:lnTo>
                    <a:pt x="216" y="184"/>
                  </a:lnTo>
                  <a:lnTo>
                    <a:pt x="213" y="184"/>
                  </a:lnTo>
                  <a:lnTo>
                    <a:pt x="213" y="183"/>
                  </a:lnTo>
                  <a:lnTo>
                    <a:pt x="212" y="183"/>
                  </a:lnTo>
                  <a:lnTo>
                    <a:pt x="211" y="184"/>
                  </a:lnTo>
                  <a:lnTo>
                    <a:pt x="209" y="184"/>
                  </a:lnTo>
                  <a:lnTo>
                    <a:pt x="209" y="183"/>
                  </a:lnTo>
                  <a:lnTo>
                    <a:pt x="209" y="180"/>
                  </a:lnTo>
                  <a:lnTo>
                    <a:pt x="209" y="179"/>
                  </a:lnTo>
                  <a:lnTo>
                    <a:pt x="209" y="179"/>
                  </a:lnTo>
                  <a:lnTo>
                    <a:pt x="208" y="179"/>
                  </a:lnTo>
                  <a:lnTo>
                    <a:pt x="205" y="178"/>
                  </a:lnTo>
                  <a:lnTo>
                    <a:pt x="205" y="175"/>
                  </a:lnTo>
                  <a:lnTo>
                    <a:pt x="205" y="171"/>
                  </a:lnTo>
                  <a:lnTo>
                    <a:pt x="207" y="171"/>
                  </a:lnTo>
                  <a:lnTo>
                    <a:pt x="207" y="172"/>
                  </a:lnTo>
                  <a:lnTo>
                    <a:pt x="208" y="174"/>
                  </a:lnTo>
                  <a:lnTo>
                    <a:pt x="211" y="175"/>
                  </a:lnTo>
                  <a:lnTo>
                    <a:pt x="212" y="174"/>
                  </a:lnTo>
                  <a:lnTo>
                    <a:pt x="213" y="171"/>
                  </a:lnTo>
                  <a:lnTo>
                    <a:pt x="213" y="170"/>
                  </a:lnTo>
                  <a:lnTo>
                    <a:pt x="213" y="168"/>
                  </a:lnTo>
                  <a:lnTo>
                    <a:pt x="216" y="167"/>
                  </a:lnTo>
                  <a:lnTo>
                    <a:pt x="218" y="167"/>
                  </a:lnTo>
                  <a:lnTo>
                    <a:pt x="221" y="168"/>
                  </a:lnTo>
                  <a:lnTo>
                    <a:pt x="222" y="167"/>
                  </a:lnTo>
                  <a:lnTo>
                    <a:pt x="222" y="165"/>
                  </a:lnTo>
                  <a:lnTo>
                    <a:pt x="222" y="163"/>
                  </a:lnTo>
                  <a:lnTo>
                    <a:pt x="221" y="162"/>
                  </a:lnTo>
                  <a:lnTo>
                    <a:pt x="220" y="163"/>
                  </a:lnTo>
                  <a:lnTo>
                    <a:pt x="218" y="163"/>
                  </a:lnTo>
                  <a:lnTo>
                    <a:pt x="218" y="161"/>
                  </a:lnTo>
                  <a:lnTo>
                    <a:pt x="218" y="158"/>
                  </a:lnTo>
                  <a:lnTo>
                    <a:pt x="220" y="157"/>
                  </a:lnTo>
                  <a:lnTo>
                    <a:pt x="224" y="157"/>
                  </a:lnTo>
                  <a:lnTo>
                    <a:pt x="225" y="155"/>
                  </a:lnTo>
                  <a:lnTo>
                    <a:pt x="224" y="155"/>
                  </a:lnTo>
                  <a:lnTo>
                    <a:pt x="224" y="154"/>
                  </a:lnTo>
                  <a:lnTo>
                    <a:pt x="224" y="151"/>
                  </a:lnTo>
                  <a:lnTo>
                    <a:pt x="225" y="150"/>
                  </a:lnTo>
                  <a:lnTo>
                    <a:pt x="228" y="149"/>
                  </a:lnTo>
                  <a:lnTo>
                    <a:pt x="228" y="147"/>
                  </a:lnTo>
                  <a:lnTo>
                    <a:pt x="229" y="146"/>
                  </a:lnTo>
                  <a:lnTo>
                    <a:pt x="232" y="146"/>
                  </a:lnTo>
                  <a:lnTo>
                    <a:pt x="233" y="145"/>
                  </a:lnTo>
                  <a:lnTo>
                    <a:pt x="234" y="143"/>
                  </a:lnTo>
                  <a:lnTo>
                    <a:pt x="232" y="142"/>
                  </a:lnTo>
                  <a:lnTo>
                    <a:pt x="232" y="141"/>
                  </a:lnTo>
                  <a:lnTo>
                    <a:pt x="234" y="140"/>
                  </a:lnTo>
                  <a:lnTo>
                    <a:pt x="236" y="137"/>
                  </a:lnTo>
                  <a:lnTo>
                    <a:pt x="237" y="137"/>
                  </a:lnTo>
                  <a:lnTo>
                    <a:pt x="237" y="138"/>
                  </a:lnTo>
                  <a:lnTo>
                    <a:pt x="237" y="140"/>
                  </a:lnTo>
                  <a:lnTo>
                    <a:pt x="237" y="141"/>
                  </a:lnTo>
                  <a:lnTo>
                    <a:pt x="237" y="141"/>
                  </a:lnTo>
                  <a:lnTo>
                    <a:pt x="238" y="140"/>
                  </a:lnTo>
                  <a:lnTo>
                    <a:pt x="239" y="138"/>
                  </a:lnTo>
                  <a:lnTo>
                    <a:pt x="239" y="138"/>
                  </a:lnTo>
                  <a:lnTo>
                    <a:pt x="239" y="137"/>
                  </a:lnTo>
                  <a:lnTo>
                    <a:pt x="238" y="134"/>
                  </a:lnTo>
                  <a:lnTo>
                    <a:pt x="238" y="133"/>
                  </a:lnTo>
                  <a:lnTo>
                    <a:pt x="239" y="132"/>
                  </a:lnTo>
                  <a:lnTo>
                    <a:pt x="241" y="132"/>
                  </a:lnTo>
                  <a:lnTo>
                    <a:pt x="245" y="130"/>
                  </a:lnTo>
                  <a:lnTo>
                    <a:pt x="249" y="130"/>
                  </a:lnTo>
                  <a:lnTo>
                    <a:pt x="250" y="132"/>
                  </a:lnTo>
                  <a:lnTo>
                    <a:pt x="251" y="134"/>
                  </a:lnTo>
                  <a:lnTo>
                    <a:pt x="251" y="133"/>
                  </a:lnTo>
                  <a:lnTo>
                    <a:pt x="251" y="130"/>
                  </a:lnTo>
                  <a:lnTo>
                    <a:pt x="251" y="129"/>
                  </a:lnTo>
                  <a:lnTo>
                    <a:pt x="253" y="129"/>
                  </a:lnTo>
                  <a:lnTo>
                    <a:pt x="253" y="130"/>
                  </a:lnTo>
                  <a:lnTo>
                    <a:pt x="254" y="132"/>
                  </a:lnTo>
                  <a:lnTo>
                    <a:pt x="257" y="130"/>
                  </a:lnTo>
                  <a:lnTo>
                    <a:pt x="258" y="126"/>
                  </a:lnTo>
                  <a:lnTo>
                    <a:pt x="259" y="125"/>
                  </a:lnTo>
                  <a:lnTo>
                    <a:pt x="262" y="126"/>
                  </a:lnTo>
                  <a:lnTo>
                    <a:pt x="263" y="126"/>
                  </a:lnTo>
                  <a:lnTo>
                    <a:pt x="265" y="125"/>
                  </a:lnTo>
                  <a:lnTo>
                    <a:pt x="268" y="122"/>
                  </a:lnTo>
                  <a:lnTo>
                    <a:pt x="270" y="121"/>
                  </a:lnTo>
                  <a:lnTo>
                    <a:pt x="271" y="120"/>
                  </a:lnTo>
                  <a:lnTo>
                    <a:pt x="271" y="118"/>
                  </a:lnTo>
                  <a:lnTo>
                    <a:pt x="271" y="117"/>
                  </a:lnTo>
                  <a:lnTo>
                    <a:pt x="274" y="117"/>
                  </a:lnTo>
                  <a:lnTo>
                    <a:pt x="274" y="116"/>
                  </a:lnTo>
                  <a:lnTo>
                    <a:pt x="272" y="113"/>
                  </a:lnTo>
                  <a:lnTo>
                    <a:pt x="272" y="112"/>
                  </a:lnTo>
                  <a:lnTo>
                    <a:pt x="274" y="109"/>
                  </a:lnTo>
                  <a:lnTo>
                    <a:pt x="275" y="108"/>
                  </a:lnTo>
                  <a:lnTo>
                    <a:pt x="276" y="107"/>
                  </a:lnTo>
                  <a:lnTo>
                    <a:pt x="278" y="107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3" y="101"/>
                  </a:lnTo>
                  <a:lnTo>
                    <a:pt x="284" y="100"/>
                  </a:lnTo>
                  <a:lnTo>
                    <a:pt x="287" y="101"/>
                  </a:lnTo>
                  <a:lnTo>
                    <a:pt x="288" y="103"/>
                  </a:lnTo>
                  <a:lnTo>
                    <a:pt x="288" y="101"/>
                  </a:lnTo>
                  <a:lnTo>
                    <a:pt x="291" y="99"/>
                  </a:lnTo>
                  <a:close/>
                  <a:moveTo>
                    <a:pt x="977" y="99"/>
                  </a:moveTo>
                  <a:lnTo>
                    <a:pt x="978" y="101"/>
                  </a:lnTo>
                  <a:lnTo>
                    <a:pt x="980" y="103"/>
                  </a:lnTo>
                  <a:lnTo>
                    <a:pt x="978" y="104"/>
                  </a:lnTo>
                  <a:lnTo>
                    <a:pt x="976" y="105"/>
                  </a:lnTo>
                  <a:lnTo>
                    <a:pt x="976" y="105"/>
                  </a:lnTo>
                  <a:lnTo>
                    <a:pt x="973" y="105"/>
                  </a:lnTo>
                  <a:lnTo>
                    <a:pt x="972" y="103"/>
                  </a:lnTo>
                  <a:lnTo>
                    <a:pt x="974" y="103"/>
                  </a:lnTo>
                  <a:lnTo>
                    <a:pt x="976" y="101"/>
                  </a:lnTo>
                  <a:lnTo>
                    <a:pt x="977" y="99"/>
                  </a:lnTo>
                  <a:lnTo>
                    <a:pt x="977" y="99"/>
                  </a:lnTo>
                  <a:close/>
                  <a:moveTo>
                    <a:pt x="1232" y="84"/>
                  </a:moveTo>
                  <a:lnTo>
                    <a:pt x="1235" y="86"/>
                  </a:lnTo>
                  <a:lnTo>
                    <a:pt x="1235" y="88"/>
                  </a:lnTo>
                  <a:lnTo>
                    <a:pt x="1235" y="90"/>
                  </a:lnTo>
                  <a:lnTo>
                    <a:pt x="1234" y="88"/>
                  </a:lnTo>
                  <a:lnTo>
                    <a:pt x="1232" y="86"/>
                  </a:lnTo>
                  <a:lnTo>
                    <a:pt x="1232" y="84"/>
                  </a:lnTo>
                  <a:lnTo>
                    <a:pt x="1232" y="84"/>
                  </a:lnTo>
                  <a:close/>
                  <a:moveTo>
                    <a:pt x="1228" y="82"/>
                  </a:moveTo>
                  <a:lnTo>
                    <a:pt x="1230" y="83"/>
                  </a:lnTo>
                  <a:lnTo>
                    <a:pt x="1230" y="86"/>
                  </a:lnTo>
                  <a:lnTo>
                    <a:pt x="1230" y="86"/>
                  </a:lnTo>
                  <a:lnTo>
                    <a:pt x="1228" y="87"/>
                  </a:lnTo>
                  <a:lnTo>
                    <a:pt x="1227" y="86"/>
                  </a:lnTo>
                  <a:lnTo>
                    <a:pt x="1226" y="83"/>
                  </a:lnTo>
                  <a:lnTo>
                    <a:pt x="1227" y="83"/>
                  </a:lnTo>
                  <a:lnTo>
                    <a:pt x="1228" y="82"/>
                  </a:lnTo>
                  <a:close/>
                  <a:moveTo>
                    <a:pt x="1232" y="80"/>
                  </a:moveTo>
                  <a:lnTo>
                    <a:pt x="1234" y="80"/>
                  </a:lnTo>
                  <a:lnTo>
                    <a:pt x="1235" y="83"/>
                  </a:lnTo>
                  <a:lnTo>
                    <a:pt x="1235" y="84"/>
                  </a:lnTo>
                  <a:lnTo>
                    <a:pt x="1234" y="84"/>
                  </a:lnTo>
                  <a:lnTo>
                    <a:pt x="1232" y="82"/>
                  </a:lnTo>
                  <a:lnTo>
                    <a:pt x="1232" y="80"/>
                  </a:lnTo>
                  <a:close/>
                  <a:moveTo>
                    <a:pt x="706" y="78"/>
                  </a:moveTo>
                  <a:lnTo>
                    <a:pt x="707" y="79"/>
                  </a:lnTo>
                  <a:lnTo>
                    <a:pt x="707" y="80"/>
                  </a:lnTo>
                  <a:lnTo>
                    <a:pt x="708" y="83"/>
                  </a:lnTo>
                  <a:lnTo>
                    <a:pt x="710" y="84"/>
                  </a:lnTo>
                  <a:lnTo>
                    <a:pt x="710" y="88"/>
                  </a:lnTo>
                  <a:lnTo>
                    <a:pt x="711" y="90"/>
                  </a:lnTo>
                  <a:lnTo>
                    <a:pt x="711" y="91"/>
                  </a:lnTo>
                  <a:lnTo>
                    <a:pt x="710" y="92"/>
                  </a:lnTo>
                  <a:lnTo>
                    <a:pt x="710" y="93"/>
                  </a:lnTo>
                  <a:lnTo>
                    <a:pt x="708" y="95"/>
                  </a:lnTo>
                  <a:lnTo>
                    <a:pt x="707" y="93"/>
                  </a:lnTo>
                  <a:lnTo>
                    <a:pt x="704" y="93"/>
                  </a:lnTo>
                  <a:lnTo>
                    <a:pt x="698" y="92"/>
                  </a:lnTo>
                  <a:lnTo>
                    <a:pt x="695" y="92"/>
                  </a:lnTo>
                  <a:lnTo>
                    <a:pt x="694" y="91"/>
                  </a:lnTo>
                  <a:lnTo>
                    <a:pt x="694" y="90"/>
                  </a:lnTo>
                  <a:lnTo>
                    <a:pt x="696" y="90"/>
                  </a:lnTo>
                  <a:lnTo>
                    <a:pt x="698" y="88"/>
                  </a:lnTo>
                  <a:lnTo>
                    <a:pt x="696" y="87"/>
                  </a:lnTo>
                  <a:lnTo>
                    <a:pt x="695" y="86"/>
                  </a:lnTo>
                  <a:lnTo>
                    <a:pt x="694" y="83"/>
                  </a:lnTo>
                  <a:lnTo>
                    <a:pt x="695" y="82"/>
                  </a:lnTo>
                  <a:lnTo>
                    <a:pt x="698" y="82"/>
                  </a:lnTo>
                  <a:lnTo>
                    <a:pt x="702" y="79"/>
                  </a:lnTo>
                  <a:lnTo>
                    <a:pt x="706" y="78"/>
                  </a:lnTo>
                  <a:close/>
                  <a:moveTo>
                    <a:pt x="1235" y="78"/>
                  </a:moveTo>
                  <a:lnTo>
                    <a:pt x="1236" y="78"/>
                  </a:lnTo>
                  <a:lnTo>
                    <a:pt x="1236" y="80"/>
                  </a:lnTo>
                  <a:lnTo>
                    <a:pt x="1236" y="82"/>
                  </a:lnTo>
                  <a:lnTo>
                    <a:pt x="1235" y="82"/>
                  </a:lnTo>
                  <a:lnTo>
                    <a:pt x="1235" y="79"/>
                  </a:lnTo>
                  <a:lnTo>
                    <a:pt x="1235" y="78"/>
                  </a:lnTo>
                  <a:close/>
                  <a:moveTo>
                    <a:pt x="818" y="70"/>
                  </a:moveTo>
                  <a:lnTo>
                    <a:pt x="818" y="72"/>
                  </a:lnTo>
                  <a:lnTo>
                    <a:pt x="818" y="75"/>
                  </a:lnTo>
                  <a:lnTo>
                    <a:pt x="816" y="75"/>
                  </a:lnTo>
                  <a:lnTo>
                    <a:pt x="815" y="74"/>
                  </a:lnTo>
                  <a:lnTo>
                    <a:pt x="814" y="74"/>
                  </a:lnTo>
                  <a:lnTo>
                    <a:pt x="814" y="72"/>
                  </a:lnTo>
                  <a:lnTo>
                    <a:pt x="814" y="71"/>
                  </a:lnTo>
                  <a:lnTo>
                    <a:pt x="818" y="70"/>
                  </a:lnTo>
                  <a:close/>
                  <a:moveTo>
                    <a:pt x="534" y="67"/>
                  </a:moveTo>
                  <a:lnTo>
                    <a:pt x="536" y="70"/>
                  </a:lnTo>
                  <a:lnTo>
                    <a:pt x="536" y="70"/>
                  </a:lnTo>
                  <a:lnTo>
                    <a:pt x="536" y="71"/>
                  </a:lnTo>
                  <a:lnTo>
                    <a:pt x="536" y="71"/>
                  </a:lnTo>
                  <a:lnTo>
                    <a:pt x="534" y="72"/>
                  </a:lnTo>
                  <a:lnTo>
                    <a:pt x="533" y="74"/>
                  </a:lnTo>
                  <a:lnTo>
                    <a:pt x="530" y="74"/>
                  </a:lnTo>
                  <a:lnTo>
                    <a:pt x="529" y="74"/>
                  </a:lnTo>
                  <a:lnTo>
                    <a:pt x="527" y="74"/>
                  </a:lnTo>
                  <a:lnTo>
                    <a:pt x="527" y="72"/>
                  </a:lnTo>
                  <a:lnTo>
                    <a:pt x="524" y="72"/>
                  </a:lnTo>
                  <a:lnTo>
                    <a:pt x="524" y="72"/>
                  </a:lnTo>
                  <a:lnTo>
                    <a:pt x="524" y="70"/>
                  </a:lnTo>
                  <a:lnTo>
                    <a:pt x="527" y="71"/>
                  </a:lnTo>
                  <a:lnTo>
                    <a:pt x="528" y="70"/>
                  </a:lnTo>
                  <a:lnTo>
                    <a:pt x="528" y="68"/>
                  </a:lnTo>
                  <a:lnTo>
                    <a:pt x="529" y="68"/>
                  </a:lnTo>
                  <a:lnTo>
                    <a:pt x="530" y="70"/>
                  </a:lnTo>
                  <a:lnTo>
                    <a:pt x="532" y="70"/>
                  </a:lnTo>
                  <a:lnTo>
                    <a:pt x="532" y="70"/>
                  </a:lnTo>
                  <a:lnTo>
                    <a:pt x="532" y="68"/>
                  </a:lnTo>
                  <a:lnTo>
                    <a:pt x="533" y="67"/>
                  </a:lnTo>
                  <a:lnTo>
                    <a:pt x="534" y="67"/>
                  </a:lnTo>
                  <a:close/>
                  <a:moveTo>
                    <a:pt x="512" y="58"/>
                  </a:moveTo>
                  <a:lnTo>
                    <a:pt x="513" y="58"/>
                  </a:lnTo>
                  <a:lnTo>
                    <a:pt x="513" y="59"/>
                  </a:lnTo>
                  <a:lnTo>
                    <a:pt x="511" y="61"/>
                  </a:lnTo>
                  <a:lnTo>
                    <a:pt x="509" y="61"/>
                  </a:lnTo>
                  <a:lnTo>
                    <a:pt x="508" y="61"/>
                  </a:lnTo>
                  <a:lnTo>
                    <a:pt x="511" y="59"/>
                  </a:lnTo>
                  <a:lnTo>
                    <a:pt x="512" y="58"/>
                  </a:lnTo>
                  <a:close/>
                  <a:moveTo>
                    <a:pt x="523" y="55"/>
                  </a:moveTo>
                  <a:lnTo>
                    <a:pt x="524" y="55"/>
                  </a:lnTo>
                  <a:lnTo>
                    <a:pt x="524" y="58"/>
                  </a:lnTo>
                  <a:lnTo>
                    <a:pt x="524" y="58"/>
                  </a:lnTo>
                  <a:lnTo>
                    <a:pt x="524" y="61"/>
                  </a:lnTo>
                  <a:lnTo>
                    <a:pt x="523" y="61"/>
                  </a:lnTo>
                  <a:lnTo>
                    <a:pt x="523" y="59"/>
                  </a:lnTo>
                  <a:lnTo>
                    <a:pt x="521" y="58"/>
                  </a:lnTo>
                  <a:lnTo>
                    <a:pt x="520" y="59"/>
                  </a:lnTo>
                  <a:lnTo>
                    <a:pt x="519" y="61"/>
                  </a:lnTo>
                  <a:lnTo>
                    <a:pt x="519" y="59"/>
                  </a:lnTo>
                  <a:lnTo>
                    <a:pt x="520" y="58"/>
                  </a:lnTo>
                  <a:lnTo>
                    <a:pt x="521" y="55"/>
                  </a:lnTo>
                  <a:lnTo>
                    <a:pt x="523" y="55"/>
                  </a:lnTo>
                  <a:close/>
                  <a:moveTo>
                    <a:pt x="530" y="50"/>
                  </a:moveTo>
                  <a:lnTo>
                    <a:pt x="532" y="51"/>
                  </a:lnTo>
                  <a:lnTo>
                    <a:pt x="532" y="53"/>
                  </a:lnTo>
                  <a:lnTo>
                    <a:pt x="534" y="53"/>
                  </a:lnTo>
                  <a:lnTo>
                    <a:pt x="534" y="54"/>
                  </a:lnTo>
                  <a:lnTo>
                    <a:pt x="533" y="55"/>
                  </a:lnTo>
                  <a:lnTo>
                    <a:pt x="532" y="55"/>
                  </a:lnTo>
                  <a:lnTo>
                    <a:pt x="532" y="53"/>
                  </a:lnTo>
                  <a:lnTo>
                    <a:pt x="530" y="51"/>
                  </a:lnTo>
                  <a:lnTo>
                    <a:pt x="530" y="50"/>
                  </a:lnTo>
                  <a:close/>
                  <a:moveTo>
                    <a:pt x="1309" y="47"/>
                  </a:moveTo>
                  <a:lnTo>
                    <a:pt x="1307" y="50"/>
                  </a:lnTo>
                  <a:lnTo>
                    <a:pt x="1306" y="51"/>
                  </a:lnTo>
                  <a:lnTo>
                    <a:pt x="1306" y="50"/>
                  </a:lnTo>
                  <a:lnTo>
                    <a:pt x="1306" y="49"/>
                  </a:lnTo>
                  <a:lnTo>
                    <a:pt x="1309" y="47"/>
                  </a:lnTo>
                  <a:close/>
                  <a:moveTo>
                    <a:pt x="530" y="47"/>
                  </a:moveTo>
                  <a:lnTo>
                    <a:pt x="532" y="47"/>
                  </a:lnTo>
                  <a:lnTo>
                    <a:pt x="530" y="50"/>
                  </a:lnTo>
                  <a:lnTo>
                    <a:pt x="528" y="50"/>
                  </a:lnTo>
                  <a:lnTo>
                    <a:pt x="528" y="49"/>
                  </a:lnTo>
                  <a:lnTo>
                    <a:pt x="528" y="47"/>
                  </a:lnTo>
                  <a:lnTo>
                    <a:pt x="530" y="47"/>
                  </a:lnTo>
                  <a:close/>
                  <a:moveTo>
                    <a:pt x="454" y="47"/>
                  </a:moveTo>
                  <a:lnTo>
                    <a:pt x="455" y="47"/>
                  </a:lnTo>
                  <a:lnTo>
                    <a:pt x="457" y="49"/>
                  </a:lnTo>
                  <a:lnTo>
                    <a:pt x="457" y="51"/>
                  </a:lnTo>
                  <a:lnTo>
                    <a:pt x="457" y="53"/>
                  </a:lnTo>
                  <a:lnTo>
                    <a:pt x="454" y="54"/>
                  </a:lnTo>
                  <a:lnTo>
                    <a:pt x="453" y="54"/>
                  </a:lnTo>
                  <a:lnTo>
                    <a:pt x="453" y="53"/>
                  </a:lnTo>
                  <a:lnTo>
                    <a:pt x="453" y="50"/>
                  </a:lnTo>
                  <a:lnTo>
                    <a:pt x="453" y="47"/>
                  </a:lnTo>
                  <a:lnTo>
                    <a:pt x="454" y="47"/>
                  </a:lnTo>
                  <a:close/>
                  <a:moveTo>
                    <a:pt x="1286" y="45"/>
                  </a:moveTo>
                  <a:lnTo>
                    <a:pt x="1289" y="45"/>
                  </a:lnTo>
                  <a:lnTo>
                    <a:pt x="1292" y="46"/>
                  </a:lnTo>
                  <a:lnTo>
                    <a:pt x="1293" y="46"/>
                  </a:lnTo>
                  <a:lnTo>
                    <a:pt x="1293" y="45"/>
                  </a:lnTo>
                  <a:lnTo>
                    <a:pt x="1296" y="47"/>
                  </a:lnTo>
                  <a:lnTo>
                    <a:pt x="1297" y="49"/>
                  </a:lnTo>
                  <a:lnTo>
                    <a:pt x="1296" y="50"/>
                  </a:lnTo>
                  <a:lnTo>
                    <a:pt x="1298" y="53"/>
                  </a:lnTo>
                  <a:lnTo>
                    <a:pt x="1298" y="55"/>
                  </a:lnTo>
                  <a:lnTo>
                    <a:pt x="1297" y="57"/>
                  </a:lnTo>
                  <a:lnTo>
                    <a:pt x="1294" y="58"/>
                  </a:lnTo>
                  <a:lnTo>
                    <a:pt x="1292" y="57"/>
                  </a:lnTo>
                  <a:lnTo>
                    <a:pt x="1289" y="54"/>
                  </a:lnTo>
                  <a:lnTo>
                    <a:pt x="1286" y="54"/>
                  </a:lnTo>
                  <a:lnTo>
                    <a:pt x="1284" y="54"/>
                  </a:lnTo>
                  <a:lnTo>
                    <a:pt x="1282" y="53"/>
                  </a:lnTo>
                  <a:lnTo>
                    <a:pt x="1282" y="49"/>
                  </a:lnTo>
                  <a:lnTo>
                    <a:pt x="1284" y="47"/>
                  </a:lnTo>
                  <a:lnTo>
                    <a:pt x="1285" y="47"/>
                  </a:lnTo>
                  <a:lnTo>
                    <a:pt x="1285" y="46"/>
                  </a:lnTo>
                  <a:lnTo>
                    <a:pt x="1286" y="46"/>
                  </a:lnTo>
                  <a:lnTo>
                    <a:pt x="1286" y="45"/>
                  </a:lnTo>
                  <a:close/>
                  <a:moveTo>
                    <a:pt x="1192" y="43"/>
                  </a:moveTo>
                  <a:lnTo>
                    <a:pt x="1193" y="43"/>
                  </a:lnTo>
                  <a:lnTo>
                    <a:pt x="1194" y="46"/>
                  </a:lnTo>
                  <a:lnTo>
                    <a:pt x="1193" y="46"/>
                  </a:lnTo>
                  <a:lnTo>
                    <a:pt x="1192" y="46"/>
                  </a:lnTo>
                  <a:lnTo>
                    <a:pt x="1190" y="45"/>
                  </a:lnTo>
                  <a:lnTo>
                    <a:pt x="1192" y="43"/>
                  </a:lnTo>
                  <a:close/>
                  <a:moveTo>
                    <a:pt x="1210" y="42"/>
                  </a:moveTo>
                  <a:lnTo>
                    <a:pt x="1211" y="43"/>
                  </a:lnTo>
                  <a:lnTo>
                    <a:pt x="1211" y="45"/>
                  </a:lnTo>
                  <a:lnTo>
                    <a:pt x="1210" y="45"/>
                  </a:lnTo>
                  <a:lnTo>
                    <a:pt x="1209" y="43"/>
                  </a:lnTo>
                  <a:lnTo>
                    <a:pt x="1210" y="42"/>
                  </a:lnTo>
                  <a:close/>
                  <a:moveTo>
                    <a:pt x="1201" y="41"/>
                  </a:moveTo>
                  <a:lnTo>
                    <a:pt x="1203" y="42"/>
                  </a:lnTo>
                  <a:lnTo>
                    <a:pt x="1202" y="43"/>
                  </a:lnTo>
                  <a:lnTo>
                    <a:pt x="1201" y="43"/>
                  </a:lnTo>
                  <a:lnTo>
                    <a:pt x="1199" y="42"/>
                  </a:lnTo>
                  <a:lnTo>
                    <a:pt x="1201" y="41"/>
                  </a:lnTo>
                  <a:close/>
                  <a:moveTo>
                    <a:pt x="516" y="37"/>
                  </a:moveTo>
                  <a:lnTo>
                    <a:pt x="516" y="38"/>
                  </a:lnTo>
                  <a:lnTo>
                    <a:pt x="516" y="41"/>
                  </a:lnTo>
                  <a:lnTo>
                    <a:pt x="515" y="42"/>
                  </a:lnTo>
                  <a:lnTo>
                    <a:pt x="515" y="43"/>
                  </a:lnTo>
                  <a:lnTo>
                    <a:pt x="513" y="46"/>
                  </a:lnTo>
                  <a:lnTo>
                    <a:pt x="511" y="47"/>
                  </a:lnTo>
                  <a:lnTo>
                    <a:pt x="511" y="46"/>
                  </a:lnTo>
                  <a:lnTo>
                    <a:pt x="511" y="45"/>
                  </a:lnTo>
                  <a:lnTo>
                    <a:pt x="509" y="46"/>
                  </a:lnTo>
                  <a:lnTo>
                    <a:pt x="508" y="47"/>
                  </a:lnTo>
                  <a:lnTo>
                    <a:pt x="507" y="49"/>
                  </a:lnTo>
                  <a:lnTo>
                    <a:pt x="505" y="49"/>
                  </a:lnTo>
                  <a:lnTo>
                    <a:pt x="505" y="46"/>
                  </a:lnTo>
                  <a:lnTo>
                    <a:pt x="508" y="42"/>
                  </a:lnTo>
                  <a:lnTo>
                    <a:pt x="511" y="41"/>
                  </a:lnTo>
                  <a:lnTo>
                    <a:pt x="513" y="39"/>
                  </a:lnTo>
                  <a:lnTo>
                    <a:pt x="515" y="38"/>
                  </a:lnTo>
                  <a:lnTo>
                    <a:pt x="516" y="37"/>
                  </a:lnTo>
                  <a:close/>
                  <a:moveTo>
                    <a:pt x="465" y="29"/>
                  </a:moveTo>
                  <a:lnTo>
                    <a:pt x="467" y="30"/>
                  </a:lnTo>
                  <a:lnTo>
                    <a:pt x="467" y="32"/>
                  </a:lnTo>
                  <a:lnTo>
                    <a:pt x="466" y="32"/>
                  </a:lnTo>
                  <a:lnTo>
                    <a:pt x="465" y="30"/>
                  </a:lnTo>
                  <a:lnTo>
                    <a:pt x="465" y="29"/>
                  </a:lnTo>
                  <a:close/>
                  <a:moveTo>
                    <a:pt x="897" y="26"/>
                  </a:moveTo>
                  <a:lnTo>
                    <a:pt x="898" y="28"/>
                  </a:lnTo>
                  <a:lnTo>
                    <a:pt x="901" y="30"/>
                  </a:lnTo>
                  <a:lnTo>
                    <a:pt x="903" y="30"/>
                  </a:lnTo>
                  <a:lnTo>
                    <a:pt x="906" y="30"/>
                  </a:lnTo>
                  <a:lnTo>
                    <a:pt x="910" y="34"/>
                  </a:lnTo>
                  <a:lnTo>
                    <a:pt x="910" y="36"/>
                  </a:lnTo>
                  <a:lnTo>
                    <a:pt x="908" y="36"/>
                  </a:lnTo>
                  <a:lnTo>
                    <a:pt x="906" y="33"/>
                  </a:lnTo>
                  <a:lnTo>
                    <a:pt x="903" y="33"/>
                  </a:lnTo>
                  <a:lnTo>
                    <a:pt x="901" y="32"/>
                  </a:lnTo>
                  <a:lnTo>
                    <a:pt x="898" y="32"/>
                  </a:lnTo>
                  <a:lnTo>
                    <a:pt x="897" y="30"/>
                  </a:lnTo>
                  <a:lnTo>
                    <a:pt x="895" y="28"/>
                  </a:lnTo>
                  <a:lnTo>
                    <a:pt x="897" y="26"/>
                  </a:lnTo>
                  <a:close/>
                  <a:moveTo>
                    <a:pt x="113" y="21"/>
                  </a:moveTo>
                  <a:lnTo>
                    <a:pt x="116" y="25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18" y="29"/>
                  </a:lnTo>
                  <a:lnTo>
                    <a:pt x="118" y="32"/>
                  </a:lnTo>
                  <a:lnTo>
                    <a:pt x="114" y="30"/>
                  </a:lnTo>
                  <a:lnTo>
                    <a:pt x="113" y="32"/>
                  </a:lnTo>
                  <a:lnTo>
                    <a:pt x="110" y="32"/>
                  </a:lnTo>
                  <a:lnTo>
                    <a:pt x="110" y="30"/>
                  </a:lnTo>
                  <a:lnTo>
                    <a:pt x="108" y="29"/>
                  </a:lnTo>
                  <a:lnTo>
                    <a:pt x="109" y="28"/>
                  </a:lnTo>
                  <a:lnTo>
                    <a:pt x="112" y="28"/>
                  </a:lnTo>
                  <a:lnTo>
                    <a:pt x="112" y="26"/>
                  </a:lnTo>
                  <a:lnTo>
                    <a:pt x="112" y="22"/>
                  </a:lnTo>
                  <a:lnTo>
                    <a:pt x="113" y="21"/>
                  </a:lnTo>
                  <a:close/>
                  <a:moveTo>
                    <a:pt x="172" y="20"/>
                  </a:moveTo>
                  <a:lnTo>
                    <a:pt x="174" y="20"/>
                  </a:lnTo>
                  <a:lnTo>
                    <a:pt x="176" y="22"/>
                  </a:lnTo>
                  <a:lnTo>
                    <a:pt x="175" y="24"/>
                  </a:lnTo>
                  <a:lnTo>
                    <a:pt x="174" y="22"/>
                  </a:lnTo>
                  <a:lnTo>
                    <a:pt x="171" y="22"/>
                  </a:lnTo>
                  <a:lnTo>
                    <a:pt x="172" y="20"/>
                  </a:lnTo>
                  <a:close/>
                  <a:moveTo>
                    <a:pt x="104" y="17"/>
                  </a:moveTo>
                  <a:lnTo>
                    <a:pt x="106" y="18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08" y="24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3" y="22"/>
                  </a:lnTo>
                  <a:lnTo>
                    <a:pt x="104" y="21"/>
                  </a:lnTo>
                  <a:lnTo>
                    <a:pt x="104" y="17"/>
                  </a:lnTo>
                  <a:close/>
                  <a:moveTo>
                    <a:pt x="958" y="16"/>
                  </a:moveTo>
                  <a:lnTo>
                    <a:pt x="960" y="16"/>
                  </a:lnTo>
                  <a:lnTo>
                    <a:pt x="964" y="17"/>
                  </a:lnTo>
                  <a:lnTo>
                    <a:pt x="965" y="16"/>
                  </a:lnTo>
                  <a:lnTo>
                    <a:pt x="968" y="16"/>
                  </a:lnTo>
                  <a:lnTo>
                    <a:pt x="969" y="18"/>
                  </a:lnTo>
                  <a:lnTo>
                    <a:pt x="973" y="18"/>
                  </a:lnTo>
                  <a:lnTo>
                    <a:pt x="976" y="20"/>
                  </a:lnTo>
                  <a:lnTo>
                    <a:pt x="981" y="22"/>
                  </a:lnTo>
                  <a:lnTo>
                    <a:pt x="983" y="26"/>
                  </a:lnTo>
                  <a:lnTo>
                    <a:pt x="985" y="29"/>
                  </a:lnTo>
                  <a:lnTo>
                    <a:pt x="986" y="30"/>
                  </a:lnTo>
                  <a:lnTo>
                    <a:pt x="985" y="33"/>
                  </a:lnTo>
                  <a:lnTo>
                    <a:pt x="982" y="32"/>
                  </a:lnTo>
                  <a:lnTo>
                    <a:pt x="978" y="33"/>
                  </a:lnTo>
                  <a:lnTo>
                    <a:pt x="976" y="34"/>
                  </a:lnTo>
                  <a:lnTo>
                    <a:pt x="970" y="34"/>
                  </a:lnTo>
                  <a:lnTo>
                    <a:pt x="968" y="34"/>
                  </a:lnTo>
                  <a:lnTo>
                    <a:pt x="962" y="34"/>
                  </a:lnTo>
                  <a:lnTo>
                    <a:pt x="960" y="33"/>
                  </a:lnTo>
                  <a:lnTo>
                    <a:pt x="956" y="36"/>
                  </a:lnTo>
                  <a:lnTo>
                    <a:pt x="953" y="38"/>
                  </a:lnTo>
                  <a:lnTo>
                    <a:pt x="952" y="39"/>
                  </a:lnTo>
                  <a:lnTo>
                    <a:pt x="951" y="39"/>
                  </a:lnTo>
                  <a:lnTo>
                    <a:pt x="951" y="37"/>
                  </a:lnTo>
                  <a:lnTo>
                    <a:pt x="953" y="34"/>
                  </a:lnTo>
                  <a:lnTo>
                    <a:pt x="954" y="29"/>
                  </a:lnTo>
                  <a:lnTo>
                    <a:pt x="954" y="24"/>
                  </a:lnTo>
                  <a:lnTo>
                    <a:pt x="954" y="22"/>
                  </a:lnTo>
                  <a:lnTo>
                    <a:pt x="957" y="18"/>
                  </a:lnTo>
                  <a:lnTo>
                    <a:pt x="958" y="16"/>
                  </a:lnTo>
                  <a:close/>
                  <a:moveTo>
                    <a:pt x="179" y="13"/>
                  </a:moveTo>
                  <a:lnTo>
                    <a:pt x="182" y="13"/>
                  </a:lnTo>
                  <a:lnTo>
                    <a:pt x="182" y="17"/>
                  </a:lnTo>
                  <a:lnTo>
                    <a:pt x="180" y="21"/>
                  </a:lnTo>
                  <a:lnTo>
                    <a:pt x="178" y="20"/>
                  </a:lnTo>
                  <a:lnTo>
                    <a:pt x="175" y="18"/>
                  </a:lnTo>
                  <a:lnTo>
                    <a:pt x="172" y="17"/>
                  </a:lnTo>
                  <a:lnTo>
                    <a:pt x="172" y="16"/>
                  </a:lnTo>
                  <a:lnTo>
                    <a:pt x="176" y="13"/>
                  </a:lnTo>
                  <a:lnTo>
                    <a:pt x="179" y="13"/>
                  </a:lnTo>
                  <a:close/>
                  <a:moveTo>
                    <a:pt x="135" y="12"/>
                  </a:moveTo>
                  <a:lnTo>
                    <a:pt x="137" y="13"/>
                  </a:lnTo>
                  <a:lnTo>
                    <a:pt x="137" y="14"/>
                  </a:lnTo>
                  <a:lnTo>
                    <a:pt x="137" y="17"/>
                  </a:lnTo>
                  <a:lnTo>
                    <a:pt x="135" y="16"/>
                  </a:lnTo>
                  <a:lnTo>
                    <a:pt x="135" y="14"/>
                  </a:lnTo>
                  <a:lnTo>
                    <a:pt x="135" y="12"/>
                  </a:lnTo>
                  <a:close/>
                  <a:moveTo>
                    <a:pt x="129" y="12"/>
                  </a:moveTo>
                  <a:lnTo>
                    <a:pt x="132" y="14"/>
                  </a:lnTo>
                  <a:lnTo>
                    <a:pt x="133" y="14"/>
                  </a:lnTo>
                  <a:lnTo>
                    <a:pt x="133" y="16"/>
                  </a:lnTo>
                  <a:lnTo>
                    <a:pt x="132" y="18"/>
                  </a:lnTo>
                  <a:lnTo>
                    <a:pt x="130" y="21"/>
                  </a:lnTo>
                  <a:lnTo>
                    <a:pt x="126" y="20"/>
                  </a:lnTo>
                  <a:lnTo>
                    <a:pt x="125" y="18"/>
                  </a:lnTo>
                  <a:lnTo>
                    <a:pt x="128" y="17"/>
                  </a:lnTo>
                  <a:lnTo>
                    <a:pt x="128" y="16"/>
                  </a:lnTo>
                  <a:lnTo>
                    <a:pt x="126" y="13"/>
                  </a:lnTo>
                  <a:lnTo>
                    <a:pt x="128" y="12"/>
                  </a:lnTo>
                  <a:lnTo>
                    <a:pt x="129" y="12"/>
                  </a:lnTo>
                  <a:close/>
                  <a:moveTo>
                    <a:pt x="143" y="9"/>
                  </a:moveTo>
                  <a:lnTo>
                    <a:pt x="145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3" y="14"/>
                  </a:lnTo>
                  <a:lnTo>
                    <a:pt x="141" y="13"/>
                  </a:lnTo>
                  <a:lnTo>
                    <a:pt x="139" y="12"/>
                  </a:lnTo>
                  <a:lnTo>
                    <a:pt x="141" y="11"/>
                  </a:lnTo>
                  <a:lnTo>
                    <a:pt x="142" y="9"/>
                  </a:lnTo>
                  <a:lnTo>
                    <a:pt x="143" y="9"/>
                  </a:lnTo>
                  <a:close/>
                  <a:moveTo>
                    <a:pt x="941" y="7"/>
                  </a:moveTo>
                  <a:lnTo>
                    <a:pt x="943" y="7"/>
                  </a:lnTo>
                  <a:lnTo>
                    <a:pt x="944" y="11"/>
                  </a:lnTo>
                  <a:lnTo>
                    <a:pt x="948" y="13"/>
                  </a:lnTo>
                  <a:lnTo>
                    <a:pt x="948" y="16"/>
                  </a:lnTo>
                  <a:lnTo>
                    <a:pt x="947" y="17"/>
                  </a:lnTo>
                  <a:lnTo>
                    <a:pt x="945" y="20"/>
                  </a:lnTo>
                  <a:lnTo>
                    <a:pt x="947" y="21"/>
                  </a:lnTo>
                  <a:lnTo>
                    <a:pt x="945" y="21"/>
                  </a:lnTo>
                  <a:lnTo>
                    <a:pt x="943" y="21"/>
                  </a:lnTo>
                  <a:lnTo>
                    <a:pt x="941" y="17"/>
                  </a:lnTo>
                  <a:lnTo>
                    <a:pt x="939" y="17"/>
                  </a:lnTo>
                  <a:lnTo>
                    <a:pt x="939" y="16"/>
                  </a:lnTo>
                  <a:lnTo>
                    <a:pt x="939" y="14"/>
                  </a:lnTo>
                  <a:lnTo>
                    <a:pt x="937" y="12"/>
                  </a:lnTo>
                  <a:lnTo>
                    <a:pt x="936" y="9"/>
                  </a:lnTo>
                  <a:lnTo>
                    <a:pt x="939" y="8"/>
                  </a:lnTo>
                  <a:lnTo>
                    <a:pt x="941" y="7"/>
                  </a:lnTo>
                  <a:close/>
                  <a:moveTo>
                    <a:pt x="135" y="5"/>
                  </a:moveTo>
                  <a:lnTo>
                    <a:pt x="138" y="5"/>
                  </a:lnTo>
                  <a:lnTo>
                    <a:pt x="138" y="7"/>
                  </a:lnTo>
                  <a:lnTo>
                    <a:pt x="137" y="9"/>
                  </a:lnTo>
                  <a:lnTo>
                    <a:pt x="135" y="11"/>
                  </a:lnTo>
                  <a:lnTo>
                    <a:pt x="134" y="9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5" y="5"/>
                  </a:lnTo>
                  <a:close/>
                  <a:moveTo>
                    <a:pt x="154" y="5"/>
                  </a:moveTo>
                  <a:lnTo>
                    <a:pt x="157" y="7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3"/>
                  </a:lnTo>
                  <a:lnTo>
                    <a:pt x="159" y="16"/>
                  </a:lnTo>
                  <a:lnTo>
                    <a:pt x="159" y="17"/>
                  </a:lnTo>
                  <a:lnTo>
                    <a:pt x="157" y="17"/>
                  </a:lnTo>
                  <a:lnTo>
                    <a:pt x="153" y="18"/>
                  </a:lnTo>
                  <a:lnTo>
                    <a:pt x="151" y="18"/>
                  </a:lnTo>
                  <a:lnTo>
                    <a:pt x="150" y="16"/>
                  </a:lnTo>
                  <a:lnTo>
                    <a:pt x="149" y="13"/>
                  </a:lnTo>
                  <a:lnTo>
                    <a:pt x="147" y="9"/>
                  </a:lnTo>
                  <a:lnTo>
                    <a:pt x="147" y="8"/>
                  </a:lnTo>
                  <a:lnTo>
                    <a:pt x="150" y="7"/>
                  </a:lnTo>
                  <a:lnTo>
                    <a:pt x="153" y="5"/>
                  </a:lnTo>
                  <a:lnTo>
                    <a:pt x="154" y="5"/>
                  </a:lnTo>
                  <a:close/>
                  <a:moveTo>
                    <a:pt x="143" y="4"/>
                  </a:moveTo>
                  <a:lnTo>
                    <a:pt x="142" y="5"/>
                  </a:lnTo>
                  <a:lnTo>
                    <a:pt x="142" y="7"/>
                  </a:lnTo>
                  <a:lnTo>
                    <a:pt x="141" y="8"/>
                  </a:lnTo>
                  <a:lnTo>
                    <a:pt x="141" y="5"/>
                  </a:lnTo>
                  <a:lnTo>
                    <a:pt x="143" y="4"/>
                  </a:lnTo>
                  <a:close/>
                  <a:moveTo>
                    <a:pt x="147" y="4"/>
                  </a:moveTo>
                  <a:lnTo>
                    <a:pt x="149" y="5"/>
                  </a:lnTo>
                  <a:lnTo>
                    <a:pt x="147" y="7"/>
                  </a:lnTo>
                  <a:lnTo>
                    <a:pt x="146" y="7"/>
                  </a:lnTo>
                  <a:lnTo>
                    <a:pt x="145" y="7"/>
                  </a:lnTo>
                  <a:lnTo>
                    <a:pt x="145" y="5"/>
                  </a:lnTo>
                  <a:lnTo>
                    <a:pt x="146" y="5"/>
                  </a:lnTo>
                  <a:lnTo>
                    <a:pt x="146" y="4"/>
                  </a:lnTo>
                  <a:lnTo>
                    <a:pt x="147" y="4"/>
                  </a:lnTo>
                  <a:close/>
                  <a:moveTo>
                    <a:pt x="596" y="3"/>
                  </a:moveTo>
                  <a:lnTo>
                    <a:pt x="599" y="4"/>
                  </a:lnTo>
                  <a:lnTo>
                    <a:pt x="600" y="7"/>
                  </a:lnTo>
                  <a:lnTo>
                    <a:pt x="599" y="9"/>
                  </a:lnTo>
                  <a:lnTo>
                    <a:pt x="598" y="11"/>
                  </a:lnTo>
                  <a:lnTo>
                    <a:pt x="596" y="9"/>
                  </a:lnTo>
                  <a:lnTo>
                    <a:pt x="598" y="8"/>
                  </a:lnTo>
                  <a:lnTo>
                    <a:pt x="595" y="5"/>
                  </a:lnTo>
                  <a:lnTo>
                    <a:pt x="595" y="4"/>
                  </a:lnTo>
                  <a:lnTo>
                    <a:pt x="596" y="3"/>
                  </a:lnTo>
                  <a:close/>
                  <a:moveTo>
                    <a:pt x="128" y="1"/>
                  </a:moveTo>
                  <a:lnTo>
                    <a:pt x="129" y="3"/>
                  </a:lnTo>
                  <a:lnTo>
                    <a:pt x="129" y="5"/>
                  </a:lnTo>
                  <a:lnTo>
                    <a:pt x="130" y="8"/>
                  </a:lnTo>
                  <a:lnTo>
                    <a:pt x="129" y="8"/>
                  </a:lnTo>
                  <a:lnTo>
                    <a:pt x="126" y="8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8" y="1"/>
                  </a:lnTo>
                  <a:close/>
                  <a:moveTo>
                    <a:pt x="135" y="1"/>
                  </a:moveTo>
                  <a:lnTo>
                    <a:pt x="138" y="1"/>
                  </a:lnTo>
                  <a:lnTo>
                    <a:pt x="139" y="4"/>
                  </a:lnTo>
                  <a:lnTo>
                    <a:pt x="139" y="5"/>
                  </a:lnTo>
                  <a:lnTo>
                    <a:pt x="137" y="4"/>
                  </a:lnTo>
                  <a:lnTo>
                    <a:pt x="135" y="3"/>
                  </a:lnTo>
                  <a:lnTo>
                    <a:pt x="135" y="1"/>
                  </a:lnTo>
                  <a:close/>
                  <a:moveTo>
                    <a:pt x="132" y="1"/>
                  </a:moveTo>
                  <a:lnTo>
                    <a:pt x="133" y="4"/>
                  </a:lnTo>
                  <a:lnTo>
                    <a:pt x="134" y="5"/>
                  </a:lnTo>
                  <a:lnTo>
                    <a:pt x="133" y="7"/>
                  </a:lnTo>
                  <a:lnTo>
                    <a:pt x="132" y="7"/>
                  </a:lnTo>
                  <a:lnTo>
                    <a:pt x="130" y="4"/>
                  </a:lnTo>
                  <a:lnTo>
                    <a:pt x="130" y="1"/>
                  </a:lnTo>
                  <a:lnTo>
                    <a:pt x="132" y="1"/>
                  </a:lnTo>
                  <a:close/>
                  <a:moveTo>
                    <a:pt x="313" y="0"/>
                  </a:moveTo>
                  <a:lnTo>
                    <a:pt x="315" y="1"/>
                  </a:lnTo>
                  <a:lnTo>
                    <a:pt x="316" y="3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0" y="3"/>
                  </a:lnTo>
                  <a:lnTo>
                    <a:pt x="317" y="5"/>
                  </a:lnTo>
                  <a:lnTo>
                    <a:pt x="316" y="5"/>
                  </a:lnTo>
                  <a:lnTo>
                    <a:pt x="315" y="4"/>
                  </a:lnTo>
                  <a:lnTo>
                    <a:pt x="312" y="3"/>
                  </a:lnTo>
                  <a:lnTo>
                    <a:pt x="311" y="3"/>
                  </a:lnTo>
                  <a:lnTo>
                    <a:pt x="312" y="1"/>
                  </a:lnTo>
                  <a:lnTo>
                    <a:pt x="313" y="0"/>
                  </a:lnTo>
                  <a:close/>
                  <a:moveTo>
                    <a:pt x="563" y="0"/>
                  </a:moveTo>
                  <a:lnTo>
                    <a:pt x="566" y="0"/>
                  </a:lnTo>
                  <a:lnTo>
                    <a:pt x="569" y="3"/>
                  </a:lnTo>
                  <a:lnTo>
                    <a:pt x="571" y="1"/>
                  </a:lnTo>
                  <a:lnTo>
                    <a:pt x="573" y="1"/>
                  </a:lnTo>
                  <a:lnTo>
                    <a:pt x="574" y="4"/>
                  </a:lnTo>
                  <a:lnTo>
                    <a:pt x="577" y="5"/>
                  </a:lnTo>
                  <a:lnTo>
                    <a:pt x="581" y="3"/>
                  </a:lnTo>
                  <a:lnTo>
                    <a:pt x="582" y="3"/>
                  </a:lnTo>
                  <a:lnTo>
                    <a:pt x="582" y="5"/>
                  </a:lnTo>
                  <a:lnTo>
                    <a:pt x="583" y="7"/>
                  </a:lnTo>
                  <a:lnTo>
                    <a:pt x="586" y="8"/>
                  </a:lnTo>
                  <a:lnTo>
                    <a:pt x="586" y="9"/>
                  </a:lnTo>
                  <a:lnTo>
                    <a:pt x="584" y="11"/>
                  </a:lnTo>
                  <a:lnTo>
                    <a:pt x="584" y="12"/>
                  </a:lnTo>
                  <a:lnTo>
                    <a:pt x="583" y="13"/>
                  </a:lnTo>
                  <a:lnTo>
                    <a:pt x="583" y="16"/>
                  </a:lnTo>
                  <a:lnTo>
                    <a:pt x="581" y="20"/>
                  </a:lnTo>
                  <a:lnTo>
                    <a:pt x="578" y="20"/>
                  </a:lnTo>
                  <a:lnTo>
                    <a:pt x="577" y="24"/>
                  </a:lnTo>
                  <a:lnTo>
                    <a:pt x="578" y="24"/>
                  </a:lnTo>
                  <a:lnTo>
                    <a:pt x="584" y="21"/>
                  </a:lnTo>
                  <a:lnTo>
                    <a:pt x="587" y="16"/>
                  </a:lnTo>
                  <a:lnTo>
                    <a:pt x="590" y="16"/>
                  </a:lnTo>
                  <a:lnTo>
                    <a:pt x="590" y="18"/>
                  </a:lnTo>
                  <a:lnTo>
                    <a:pt x="588" y="21"/>
                  </a:lnTo>
                  <a:lnTo>
                    <a:pt x="588" y="22"/>
                  </a:lnTo>
                  <a:lnTo>
                    <a:pt x="590" y="22"/>
                  </a:lnTo>
                  <a:lnTo>
                    <a:pt x="592" y="18"/>
                  </a:lnTo>
                  <a:lnTo>
                    <a:pt x="595" y="18"/>
                  </a:lnTo>
                  <a:lnTo>
                    <a:pt x="596" y="18"/>
                  </a:lnTo>
                  <a:lnTo>
                    <a:pt x="599" y="18"/>
                  </a:lnTo>
                  <a:lnTo>
                    <a:pt x="599" y="16"/>
                  </a:lnTo>
                  <a:lnTo>
                    <a:pt x="600" y="16"/>
                  </a:lnTo>
                  <a:lnTo>
                    <a:pt x="603" y="17"/>
                  </a:lnTo>
                  <a:lnTo>
                    <a:pt x="604" y="16"/>
                  </a:lnTo>
                  <a:lnTo>
                    <a:pt x="607" y="18"/>
                  </a:lnTo>
                  <a:lnTo>
                    <a:pt x="607" y="21"/>
                  </a:lnTo>
                  <a:lnTo>
                    <a:pt x="608" y="25"/>
                  </a:lnTo>
                  <a:lnTo>
                    <a:pt x="608" y="26"/>
                  </a:lnTo>
                  <a:lnTo>
                    <a:pt x="608" y="29"/>
                  </a:lnTo>
                  <a:lnTo>
                    <a:pt x="606" y="32"/>
                  </a:lnTo>
                  <a:lnTo>
                    <a:pt x="609" y="37"/>
                  </a:lnTo>
                  <a:lnTo>
                    <a:pt x="608" y="39"/>
                  </a:lnTo>
                  <a:lnTo>
                    <a:pt x="607" y="39"/>
                  </a:lnTo>
                  <a:lnTo>
                    <a:pt x="604" y="42"/>
                  </a:lnTo>
                  <a:lnTo>
                    <a:pt x="607" y="42"/>
                  </a:lnTo>
                  <a:lnTo>
                    <a:pt x="611" y="41"/>
                  </a:lnTo>
                  <a:lnTo>
                    <a:pt x="613" y="38"/>
                  </a:lnTo>
                  <a:lnTo>
                    <a:pt x="617" y="38"/>
                  </a:lnTo>
                  <a:lnTo>
                    <a:pt x="619" y="34"/>
                  </a:lnTo>
                  <a:lnTo>
                    <a:pt x="619" y="30"/>
                  </a:lnTo>
                  <a:lnTo>
                    <a:pt x="617" y="28"/>
                  </a:lnTo>
                  <a:lnTo>
                    <a:pt x="616" y="28"/>
                  </a:lnTo>
                  <a:lnTo>
                    <a:pt x="615" y="26"/>
                  </a:lnTo>
                  <a:lnTo>
                    <a:pt x="615" y="24"/>
                  </a:lnTo>
                  <a:lnTo>
                    <a:pt x="615" y="24"/>
                  </a:lnTo>
                  <a:lnTo>
                    <a:pt x="617" y="24"/>
                  </a:lnTo>
                  <a:lnTo>
                    <a:pt x="619" y="24"/>
                  </a:lnTo>
                  <a:lnTo>
                    <a:pt x="620" y="24"/>
                  </a:lnTo>
                  <a:lnTo>
                    <a:pt x="624" y="22"/>
                  </a:lnTo>
                  <a:lnTo>
                    <a:pt x="627" y="20"/>
                  </a:lnTo>
                  <a:lnTo>
                    <a:pt x="628" y="20"/>
                  </a:lnTo>
                  <a:lnTo>
                    <a:pt x="632" y="20"/>
                  </a:lnTo>
                  <a:lnTo>
                    <a:pt x="632" y="17"/>
                  </a:lnTo>
                  <a:lnTo>
                    <a:pt x="635" y="16"/>
                  </a:lnTo>
                  <a:lnTo>
                    <a:pt x="636" y="16"/>
                  </a:lnTo>
                  <a:lnTo>
                    <a:pt x="637" y="14"/>
                  </a:lnTo>
                  <a:lnTo>
                    <a:pt x="640" y="13"/>
                  </a:lnTo>
                  <a:lnTo>
                    <a:pt x="641" y="14"/>
                  </a:lnTo>
                  <a:lnTo>
                    <a:pt x="644" y="14"/>
                  </a:lnTo>
                  <a:lnTo>
                    <a:pt x="644" y="16"/>
                  </a:lnTo>
                  <a:lnTo>
                    <a:pt x="642" y="17"/>
                  </a:lnTo>
                  <a:lnTo>
                    <a:pt x="644" y="18"/>
                  </a:lnTo>
                  <a:lnTo>
                    <a:pt x="649" y="18"/>
                  </a:lnTo>
                  <a:lnTo>
                    <a:pt x="649" y="20"/>
                  </a:lnTo>
                  <a:lnTo>
                    <a:pt x="652" y="20"/>
                  </a:lnTo>
                  <a:lnTo>
                    <a:pt x="661" y="25"/>
                  </a:lnTo>
                  <a:lnTo>
                    <a:pt x="662" y="25"/>
                  </a:lnTo>
                  <a:lnTo>
                    <a:pt x="663" y="28"/>
                  </a:lnTo>
                  <a:lnTo>
                    <a:pt x="663" y="30"/>
                  </a:lnTo>
                  <a:lnTo>
                    <a:pt x="667" y="34"/>
                  </a:lnTo>
                  <a:lnTo>
                    <a:pt x="669" y="34"/>
                  </a:lnTo>
                  <a:lnTo>
                    <a:pt x="669" y="33"/>
                  </a:lnTo>
                  <a:lnTo>
                    <a:pt x="670" y="32"/>
                  </a:lnTo>
                  <a:lnTo>
                    <a:pt x="670" y="30"/>
                  </a:lnTo>
                  <a:lnTo>
                    <a:pt x="669" y="29"/>
                  </a:lnTo>
                  <a:lnTo>
                    <a:pt x="666" y="29"/>
                  </a:lnTo>
                  <a:lnTo>
                    <a:pt x="666" y="26"/>
                  </a:lnTo>
                  <a:lnTo>
                    <a:pt x="669" y="25"/>
                  </a:lnTo>
                  <a:lnTo>
                    <a:pt x="670" y="25"/>
                  </a:lnTo>
                  <a:lnTo>
                    <a:pt x="671" y="28"/>
                  </a:lnTo>
                  <a:lnTo>
                    <a:pt x="673" y="29"/>
                  </a:lnTo>
                  <a:lnTo>
                    <a:pt x="673" y="30"/>
                  </a:lnTo>
                  <a:lnTo>
                    <a:pt x="677" y="34"/>
                  </a:lnTo>
                  <a:lnTo>
                    <a:pt x="677" y="37"/>
                  </a:lnTo>
                  <a:lnTo>
                    <a:pt x="679" y="37"/>
                  </a:lnTo>
                  <a:lnTo>
                    <a:pt x="681" y="37"/>
                  </a:lnTo>
                  <a:lnTo>
                    <a:pt x="681" y="37"/>
                  </a:lnTo>
                  <a:lnTo>
                    <a:pt x="682" y="37"/>
                  </a:lnTo>
                  <a:lnTo>
                    <a:pt x="685" y="39"/>
                  </a:lnTo>
                  <a:lnTo>
                    <a:pt x="685" y="42"/>
                  </a:lnTo>
                  <a:lnTo>
                    <a:pt x="686" y="45"/>
                  </a:lnTo>
                  <a:lnTo>
                    <a:pt x="686" y="46"/>
                  </a:lnTo>
                  <a:lnTo>
                    <a:pt x="685" y="46"/>
                  </a:lnTo>
                  <a:lnTo>
                    <a:pt x="685" y="45"/>
                  </a:lnTo>
                  <a:lnTo>
                    <a:pt x="683" y="43"/>
                  </a:lnTo>
                  <a:lnTo>
                    <a:pt x="683" y="43"/>
                  </a:lnTo>
                  <a:lnTo>
                    <a:pt x="682" y="45"/>
                  </a:lnTo>
                  <a:lnTo>
                    <a:pt x="679" y="43"/>
                  </a:lnTo>
                  <a:lnTo>
                    <a:pt x="675" y="41"/>
                  </a:lnTo>
                  <a:lnTo>
                    <a:pt x="673" y="41"/>
                  </a:lnTo>
                  <a:lnTo>
                    <a:pt x="673" y="42"/>
                  </a:lnTo>
                  <a:lnTo>
                    <a:pt x="674" y="45"/>
                  </a:lnTo>
                  <a:lnTo>
                    <a:pt x="677" y="45"/>
                  </a:lnTo>
                  <a:lnTo>
                    <a:pt x="678" y="45"/>
                  </a:lnTo>
                  <a:lnTo>
                    <a:pt x="678" y="46"/>
                  </a:lnTo>
                  <a:lnTo>
                    <a:pt x="679" y="49"/>
                  </a:lnTo>
                  <a:lnTo>
                    <a:pt x="681" y="50"/>
                  </a:lnTo>
                  <a:lnTo>
                    <a:pt x="681" y="49"/>
                  </a:lnTo>
                  <a:lnTo>
                    <a:pt x="682" y="46"/>
                  </a:lnTo>
                  <a:lnTo>
                    <a:pt x="683" y="46"/>
                  </a:lnTo>
                  <a:lnTo>
                    <a:pt x="685" y="49"/>
                  </a:lnTo>
                  <a:lnTo>
                    <a:pt x="686" y="49"/>
                  </a:lnTo>
                  <a:lnTo>
                    <a:pt x="687" y="49"/>
                  </a:lnTo>
                  <a:lnTo>
                    <a:pt x="689" y="49"/>
                  </a:lnTo>
                  <a:lnTo>
                    <a:pt x="689" y="50"/>
                  </a:lnTo>
                  <a:lnTo>
                    <a:pt x="689" y="51"/>
                  </a:lnTo>
                  <a:lnTo>
                    <a:pt x="691" y="55"/>
                  </a:lnTo>
                  <a:lnTo>
                    <a:pt x="691" y="59"/>
                  </a:lnTo>
                  <a:lnTo>
                    <a:pt x="691" y="65"/>
                  </a:lnTo>
                  <a:lnTo>
                    <a:pt x="690" y="68"/>
                  </a:lnTo>
                  <a:lnTo>
                    <a:pt x="689" y="68"/>
                  </a:lnTo>
                  <a:lnTo>
                    <a:pt x="687" y="70"/>
                  </a:lnTo>
                  <a:lnTo>
                    <a:pt x="689" y="72"/>
                  </a:lnTo>
                  <a:lnTo>
                    <a:pt x="686" y="75"/>
                  </a:lnTo>
                  <a:lnTo>
                    <a:pt x="687" y="76"/>
                  </a:lnTo>
                  <a:lnTo>
                    <a:pt x="689" y="78"/>
                  </a:lnTo>
                  <a:lnTo>
                    <a:pt x="689" y="80"/>
                  </a:lnTo>
                  <a:lnTo>
                    <a:pt x="686" y="82"/>
                  </a:lnTo>
                  <a:lnTo>
                    <a:pt x="685" y="84"/>
                  </a:lnTo>
                  <a:lnTo>
                    <a:pt x="685" y="86"/>
                  </a:lnTo>
                  <a:lnTo>
                    <a:pt x="683" y="88"/>
                  </a:lnTo>
                  <a:lnTo>
                    <a:pt x="682" y="91"/>
                  </a:lnTo>
                  <a:lnTo>
                    <a:pt x="682" y="92"/>
                  </a:lnTo>
                  <a:lnTo>
                    <a:pt x="681" y="93"/>
                  </a:lnTo>
                  <a:lnTo>
                    <a:pt x="679" y="95"/>
                  </a:lnTo>
                  <a:lnTo>
                    <a:pt x="677" y="97"/>
                  </a:lnTo>
                  <a:lnTo>
                    <a:pt x="674" y="97"/>
                  </a:lnTo>
                  <a:lnTo>
                    <a:pt x="677" y="99"/>
                  </a:lnTo>
                  <a:lnTo>
                    <a:pt x="678" y="99"/>
                  </a:lnTo>
                  <a:lnTo>
                    <a:pt x="679" y="96"/>
                  </a:lnTo>
                  <a:lnTo>
                    <a:pt x="681" y="96"/>
                  </a:lnTo>
                  <a:lnTo>
                    <a:pt x="682" y="100"/>
                  </a:lnTo>
                  <a:lnTo>
                    <a:pt x="679" y="104"/>
                  </a:lnTo>
                  <a:lnTo>
                    <a:pt x="678" y="107"/>
                  </a:lnTo>
                  <a:lnTo>
                    <a:pt x="677" y="112"/>
                  </a:lnTo>
                  <a:lnTo>
                    <a:pt x="678" y="115"/>
                  </a:lnTo>
                  <a:lnTo>
                    <a:pt x="678" y="117"/>
                  </a:lnTo>
                  <a:lnTo>
                    <a:pt x="677" y="122"/>
                  </a:lnTo>
                  <a:lnTo>
                    <a:pt x="673" y="122"/>
                  </a:lnTo>
                  <a:lnTo>
                    <a:pt x="673" y="122"/>
                  </a:lnTo>
                  <a:lnTo>
                    <a:pt x="670" y="122"/>
                  </a:lnTo>
                  <a:lnTo>
                    <a:pt x="670" y="124"/>
                  </a:lnTo>
                  <a:lnTo>
                    <a:pt x="670" y="125"/>
                  </a:lnTo>
                  <a:lnTo>
                    <a:pt x="671" y="130"/>
                  </a:lnTo>
                  <a:lnTo>
                    <a:pt x="671" y="133"/>
                  </a:lnTo>
                  <a:lnTo>
                    <a:pt x="669" y="134"/>
                  </a:lnTo>
                  <a:lnTo>
                    <a:pt x="667" y="137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7" y="145"/>
                  </a:lnTo>
                  <a:lnTo>
                    <a:pt x="667" y="146"/>
                  </a:lnTo>
                  <a:lnTo>
                    <a:pt x="670" y="147"/>
                  </a:lnTo>
                  <a:lnTo>
                    <a:pt x="667" y="154"/>
                  </a:lnTo>
                  <a:lnTo>
                    <a:pt x="666" y="155"/>
                  </a:lnTo>
                  <a:lnTo>
                    <a:pt x="666" y="158"/>
                  </a:lnTo>
                  <a:lnTo>
                    <a:pt x="666" y="155"/>
                  </a:lnTo>
                  <a:lnTo>
                    <a:pt x="669" y="155"/>
                  </a:lnTo>
                  <a:lnTo>
                    <a:pt x="671" y="154"/>
                  </a:lnTo>
                  <a:lnTo>
                    <a:pt x="671" y="151"/>
                  </a:lnTo>
                  <a:lnTo>
                    <a:pt x="671" y="150"/>
                  </a:lnTo>
                  <a:lnTo>
                    <a:pt x="673" y="149"/>
                  </a:lnTo>
                  <a:lnTo>
                    <a:pt x="675" y="149"/>
                  </a:lnTo>
                  <a:lnTo>
                    <a:pt x="677" y="147"/>
                  </a:lnTo>
                  <a:lnTo>
                    <a:pt x="675" y="147"/>
                  </a:lnTo>
                  <a:lnTo>
                    <a:pt x="671" y="143"/>
                  </a:lnTo>
                  <a:lnTo>
                    <a:pt x="670" y="141"/>
                  </a:lnTo>
                  <a:lnTo>
                    <a:pt x="671" y="138"/>
                  </a:lnTo>
                  <a:lnTo>
                    <a:pt x="675" y="137"/>
                  </a:lnTo>
                  <a:lnTo>
                    <a:pt x="679" y="137"/>
                  </a:lnTo>
                  <a:lnTo>
                    <a:pt x="683" y="134"/>
                  </a:lnTo>
                  <a:lnTo>
                    <a:pt x="685" y="134"/>
                  </a:lnTo>
                  <a:lnTo>
                    <a:pt x="686" y="133"/>
                  </a:lnTo>
                  <a:lnTo>
                    <a:pt x="685" y="130"/>
                  </a:lnTo>
                  <a:lnTo>
                    <a:pt x="689" y="128"/>
                  </a:lnTo>
                  <a:lnTo>
                    <a:pt x="690" y="125"/>
                  </a:lnTo>
                  <a:lnTo>
                    <a:pt x="689" y="122"/>
                  </a:lnTo>
                  <a:lnTo>
                    <a:pt x="689" y="121"/>
                  </a:lnTo>
                  <a:lnTo>
                    <a:pt x="691" y="122"/>
                  </a:lnTo>
                  <a:lnTo>
                    <a:pt x="694" y="122"/>
                  </a:lnTo>
                  <a:lnTo>
                    <a:pt x="696" y="120"/>
                  </a:lnTo>
                  <a:lnTo>
                    <a:pt x="695" y="117"/>
                  </a:lnTo>
                  <a:lnTo>
                    <a:pt x="699" y="115"/>
                  </a:lnTo>
                  <a:lnTo>
                    <a:pt x="699" y="112"/>
                  </a:lnTo>
                  <a:lnTo>
                    <a:pt x="698" y="111"/>
                  </a:lnTo>
                  <a:lnTo>
                    <a:pt x="694" y="112"/>
                  </a:lnTo>
                  <a:lnTo>
                    <a:pt x="694" y="115"/>
                  </a:lnTo>
                  <a:lnTo>
                    <a:pt x="690" y="117"/>
                  </a:lnTo>
                  <a:lnTo>
                    <a:pt x="687" y="116"/>
                  </a:lnTo>
                  <a:lnTo>
                    <a:pt x="686" y="112"/>
                  </a:lnTo>
                  <a:lnTo>
                    <a:pt x="687" y="109"/>
                  </a:lnTo>
                  <a:lnTo>
                    <a:pt x="687" y="105"/>
                  </a:lnTo>
                  <a:lnTo>
                    <a:pt x="690" y="104"/>
                  </a:lnTo>
                  <a:lnTo>
                    <a:pt x="692" y="104"/>
                  </a:lnTo>
                  <a:lnTo>
                    <a:pt x="696" y="107"/>
                  </a:lnTo>
                  <a:lnTo>
                    <a:pt x="698" y="104"/>
                  </a:lnTo>
                  <a:lnTo>
                    <a:pt x="698" y="101"/>
                  </a:lnTo>
                  <a:lnTo>
                    <a:pt x="702" y="100"/>
                  </a:lnTo>
                  <a:lnTo>
                    <a:pt x="702" y="103"/>
                  </a:lnTo>
                  <a:lnTo>
                    <a:pt x="700" y="104"/>
                  </a:lnTo>
                  <a:lnTo>
                    <a:pt x="700" y="107"/>
                  </a:lnTo>
                  <a:lnTo>
                    <a:pt x="707" y="112"/>
                  </a:lnTo>
                  <a:lnTo>
                    <a:pt x="710" y="112"/>
                  </a:lnTo>
                  <a:lnTo>
                    <a:pt x="712" y="111"/>
                  </a:lnTo>
                  <a:lnTo>
                    <a:pt x="716" y="109"/>
                  </a:lnTo>
                  <a:lnTo>
                    <a:pt x="719" y="108"/>
                  </a:lnTo>
                  <a:lnTo>
                    <a:pt x="717" y="105"/>
                  </a:lnTo>
                  <a:lnTo>
                    <a:pt x="714" y="101"/>
                  </a:lnTo>
                  <a:lnTo>
                    <a:pt x="714" y="100"/>
                  </a:lnTo>
                  <a:lnTo>
                    <a:pt x="715" y="100"/>
                  </a:lnTo>
                  <a:lnTo>
                    <a:pt x="720" y="104"/>
                  </a:lnTo>
                  <a:lnTo>
                    <a:pt x="721" y="104"/>
                  </a:lnTo>
                  <a:lnTo>
                    <a:pt x="724" y="107"/>
                  </a:lnTo>
                  <a:lnTo>
                    <a:pt x="724" y="108"/>
                  </a:lnTo>
                  <a:lnTo>
                    <a:pt x="724" y="111"/>
                  </a:lnTo>
                  <a:lnTo>
                    <a:pt x="727" y="113"/>
                  </a:lnTo>
                  <a:lnTo>
                    <a:pt x="728" y="117"/>
                  </a:lnTo>
                  <a:lnTo>
                    <a:pt x="728" y="118"/>
                  </a:lnTo>
                  <a:lnTo>
                    <a:pt x="728" y="117"/>
                  </a:lnTo>
                  <a:lnTo>
                    <a:pt x="731" y="115"/>
                  </a:lnTo>
                  <a:lnTo>
                    <a:pt x="732" y="115"/>
                  </a:lnTo>
                  <a:lnTo>
                    <a:pt x="733" y="112"/>
                  </a:lnTo>
                  <a:lnTo>
                    <a:pt x="732" y="112"/>
                  </a:lnTo>
                  <a:lnTo>
                    <a:pt x="731" y="113"/>
                  </a:lnTo>
                  <a:lnTo>
                    <a:pt x="728" y="112"/>
                  </a:lnTo>
                  <a:lnTo>
                    <a:pt x="727" y="109"/>
                  </a:lnTo>
                  <a:lnTo>
                    <a:pt x="729" y="107"/>
                  </a:lnTo>
                  <a:lnTo>
                    <a:pt x="732" y="105"/>
                  </a:lnTo>
                  <a:lnTo>
                    <a:pt x="733" y="103"/>
                  </a:lnTo>
                  <a:lnTo>
                    <a:pt x="735" y="103"/>
                  </a:lnTo>
                  <a:lnTo>
                    <a:pt x="736" y="101"/>
                  </a:lnTo>
                  <a:lnTo>
                    <a:pt x="741" y="100"/>
                  </a:lnTo>
                  <a:lnTo>
                    <a:pt x="749" y="99"/>
                  </a:lnTo>
                  <a:lnTo>
                    <a:pt x="758" y="99"/>
                  </a:lnTo>
                  <a:lnTo>
                    <a:pt x="765" y="95"/>
                  </a:lnTo>
                  <a:lnTo>
                    <a:pt x="769" y="95"/>
                  </a:lnTo>
                  <a:lnTo>
                    <a:pt x="773" y="96"/>
                  </a:lnTo>
                  <a:lnTo>
                    <a:pt x="771" y="97"/>
                  </a:lnTo>
                  <a:lnTo>
                    <a:pt x="771" y="99"/>
                  </a:lnTo>
                  <a:lnTo>
                    <a:pt x="770" y="101"/>
                  </a:lnTo>
                  <a:lnTo>
                    <a:pt x="771" y="105"/>
                  </a:lnTo>
                  <a:lnTo>
                    <a:pt x="774" y="108"/>
                  </a:lnTo>
                  <a:lnTo>
                    <a:pt x="785" y="109"/>
                  </a:lnTo>
                  <a:lnTo>
                    <a:pt x="787" y="109"/>
                  </a:lnTo>
                  <a:lnTo>
                    <a:pt x="787" y="109"/>
                  </a:lnTo>
                  <a:lnTo>
                    <a:pt x="791" y="109"/>
                  </a:lnTo>
                  <a:lnTo>
                    <a:pt x="794" y="109"/>
                  </a:lnTo>
                  <a:lnTo>
                    <a:pt x="802" y="109"/>
                  </a:lnTo>
                  <a:lnTo>
                    <a:pt x="807" y="105"/>
                  </a:lnTo>
                  <a:lnTo>
                    <a:pt x="808" y="107"/>
                  </a:lnTo>
                  <a:lnTo>
                    <a:pt x="811" y="107"/>
                  </a:lnTo>
                  <a:lnTo>
                    <a:pt x="812" y="104"/>
                  </a:lnTo>
                  <a:lnTo>
                    <a:pt x="811" y="103"/>
                  </a:lnTo>
                  <a:lnTo>
                    <a:pt x="814" y="101"/>
                  </a:lnTo>
                  <a:lnTo>
                    <a:pt x="816" y="103"/>
                  </a:lnTo>
                  <a:lnTo>
                    <a:pt x="819" y="101"/>
                  </a:lnTo>
                  <a:lnTo>
                    <a:pt x="820" y="103"/>
                  </a:lnTo>
                  <a:lnTo>
                    <a:pt x="821" y="104"/>
                  </a:lnTo>
                  <a:lnTo>
                    <a:pt x="823" y="101"/>
                  </a:lnTo>
                  <a:lnTo>
                    <a:pt x="821" y="100"/>
                  </a:lnTo>
                  <a:lnTo>
                    <a:pt x="820" y="97"/>
                  </a:lnTo>
                  <a:lnTo>
                    <a:pt x="820" y="95"/>
                  </a:lnTo>
                  <a:lnTo>
                    <a:pt x="819" y="93"/>
                  </a:lnTo>
                  <a:lnTo>
                    <a:pt x="816" y="93"/>
                  </a:lnTo>
                  <a:lnTo>
                    <a:pt x="816" y="90"/>
                  </a:lnTo>
                  <a:lnTo>
                    <a:pt x="815" y="90"/>
                  </a:lnTo>
                  <a:lnTo>
                    <a:pt x="814" y="87"/>
                  </a:lnTo>
                  <a:lnTo>
                    <a:pt x="812" y="86"/>
                  </a:lnTo>
                  <a:lnTo>
                    <a:pt x="812" y="82"/>
                  </a:lnTo>
                  <a:lnTo>
                    <a:pt x="814" y="80"/>
                  </a:lnTo>
                  <a:lnTo>
                    <a:pt x="814" y="82"/>
                  </a:lnTo>
                  <a:lnTo>
                    <a:pt x="815" y="82"/>
                  </a:lnTo>
                  <a:lnTo>
                    <a:pt x="818" y="80"/>
                  </a:lnTo>
                  <a:lnTo>
                    <a:pt x="816" y="79"/>
                  </a:lnTo>
                  <a:lnTo>
                    <a:pt x="816" y="76"/>
                  </a:lnTo>
                  <a:lnTo>
                    <a:pt x="818" y="76"/>
                  </a:lnTo>
                  <a:lnTo>
                    <a:pt x="821" y="79"/>
                  </a:lnTo>
                  <a:lnTo>
                    <a:pt x="823" y="78"/>
                  </a:lnTo>
                  <a:lnTo>
                    <a:pt x="823" y="76"/>
                  </a:lnTo>
                  <a:lnTo>
                    <a:pt x="824" y="78"/>
                  </a:lnTo>
                  <a:lnTo>
                    <a:pt x="827" y="78"/>
                  </a:lnTo>
                  <a:lnTo>
                    <a:pt x="828" y="76"/>
                  </a:lnTo>
                  <a:lnTo>
                    <a:pt x="829" y="75"/>
                  </a:lnTo>
                  <a:lnTo>
                    <a:pt x="832" y="78"/>
                  </a:lnTo>
                  <a:lnTo>
                    <a:pt x="833" y="78"/>
                  </a:lnTo>
                  <a:lnTo>
                    <a:pt x="835" y="80"/>
                  </a:lnTo>
                  <a:lnTo>
                    <a:pt x="836" y="79"/>
                  </a:lnTo>
                  <a:lnTo>
                    <a:pt x="836" y="76"/>
                  </a:lnTo>
                  <a:lnTo>
                    <a:pt x="839" y="78"/>
                  </a:lnTo>
                  <a:lnTo>
                    <a:pt x="840" y="79"/>
                  </a:lnTo>
                  <a:lnTo>
                    <a:pt x="839" y="80"/>
                  </a:lnTo>
                  <a:lnTo>
                    <a:pt x="837" y="83"/>
                  </a:lnTo>
                  <a:lnTo>
                    <a:pt x="839" y="83"/>
                  </a:lnTo>
                  <a:lnTo>
                    <a:pt x="841" y="83"/>
                  </a:lnTo>
                  <a:lnTo>
                    <a:pt x="841" y="83"/>
                  </a:lnTo>
                  <a:lnTo>
                    <a:pt x="841" y="82"/>
                  </a:lnTo>
                  <a:lnTo>
                    <a:pt x="843" y="82"/>
                  </a:lnTo>
                  <a:lnTo>
                    <a:pt x="844" y="82"/>
                  </a:lnTo>
                  <a:lnTo>
                    <a:pt x="844" y="79"/>
                  </a:lnTo>
                  <a:lnTo>
                    <a:pt x="843" y="78"/>
                  </a:lnTo>
                  <a:lnTo>
                    <a:pt x="843" y="76"/>
                  </a:lnTo>
                  <a:lnTo>
                    <a:pt x="845" y="76"/>
                  </a:lnTo>
                  <a:lnTo>
                    <a:pt x="848" y="76"/>
                  </a:lnTo>
                  <a:lnTo>
                    <a:pt x="849" y="76"/>
                  </a:lnTo>
                  <a:lnTo>
                    <a:pt x="850" y="76"/>
                  </a:lnTo>
                  <a:lnTo>
                    <a:pt x="854" y="76"/>
                  </a:lnTo>
                  <a:lnTo>
                    <a:pt x="854" y="78"/>
                  </a:lnTo>
                  <a:lnTo>
                    <a:pt x="854" y="82"/>
                  </a:lnTo>
                  <a:lnTo>
                    <a:pt x="856" y="79"/>
                  </a:lnTo>
                  <a:lnTo>
                    <a:pt x="856" y="79"/>
                  </a:lnTo>
                  <a:lnTo>
                    <a:pt x="858" y="78"/>
                  </a:lnTo>
                  <a:lnTo>
                    <a:pt x="860" y="80"/>
                  </a:lnTo>
                  <a:lnTo>
                    <a:pt x="861" y="80"/>
                  </a:lnTo>
                  <a:lnTo>
                    <a:pt x="862" y="79"/>
                  </a:lnTo>
                  <a:lnTo>
                    <a:pt x="865" y="82"/>
                  </a:lnTo>
                  <a:lnTo>
                    <a:pt x="866" y="86"/>
                  </a:lnTo>
                  <a:lnTo>
                    <a:pt x="868" y="83"/>
                  </a:lnTo>
                  <a:lnTo>
                    <a:pt x="869" y="82"/>
                  </a:lnTo>
                  <a:lnTo>
                    <a:pt x="870" y="83"/>
                  </a:lnTo>
                  <a:lnTo>
                    <a:pt x="869" y="86"/>
                  </a:lnTo>
                  <a:lnTo>
                    <a:pt x="870" y="87"/>
                  </a:lnTo>
                  <a:lnTo>
                    <a:pt x="872" y="88"/>
                  </a:lnTo>
                  <a:lnTo>
                    <a:pt x="873" y="88"/>
                  </a:lnTo>
                  <a:lnTo>
                    <a:pt x="874" y="91"/>
                  </a:lnTo>
                  <a:lnTo>
                    <a:pt x="875" y="90"/>
                  </a:lnTo>
                  <a:lnTo>
                    <a:pt x="875" y="90"/>
                  </a:lnTo>
                  <a:lnTo>
                    <a:pt x="877" y="92"/>
                  </a:lnTo>
                  <a:lnTo>
                    <a:pt x="875" y="93"/>
                  </a:lnTo>
                  <a:lnTo>
                    <a:pt x="875" y="96"/>
                  </a:lnTo>
                  <a:lnTo>
                    <a:pt x="878" y="93"/>
                  </a:lnTo>
                  <a:lnTo>
                    <a:pt x="881" y="93"/>
                  </a:lnTo>
                  <a:lnTo>
                    <a:pt x="881" y="95"/>
                  </a:lnTo>
                  <a:lnTo>
                    <a:pt x="877" y="99"/>
                  </a:lnTo>
                  <a:lnTo>
                    <a:pt x="877" y="103"/>
                  </a:lnTo>
                  <a:lnTo>
                    <a:pt x="881" y="103"/>
                  </a:lnTo>
                  <a:lnTo>
                    <a:pt x="882" y="101"/>
                  </a:lnTo>
                  <a:lnTo>
                    <a:pt x="883" y="100"/>
                  </a:lnTo>
                  <a:lnTo>
                    <a:pt x="885" y="101"/>
                  </a:lnTo>
                  <a:lnTo>
                    <a:pt x="885" y="104"/>
                  </a:lnTo>
                  <a:lnTo>
                    <a:pt x="886" y="103"/>
                  </a:lnTo>
                  <a:lnTo>
                    <a:pt x="889" y="105"/>
                  </a:lnTo>
                  <a:lnTo>
                    <a:pt x="889" y="109"/>
                  </a:lnTo>
                  <a:lnTo>
                    <a:pt x="891" y="108"/>
                  </a:lnTo>
                  <a:lnTo>
                    <a:pt x="891" y="111"/>
                  </a:lnTo>
                  <a:lnTo>
                    <a:pt x="893" y="109"/>
                  </a:lnTo>
                  <a:lnTo>
                    <a:pt x="894" y="111"/>
                  </a:lnTo>
                  <a:lnTo>
                    <a:pt x="891" y="115"/>
                  </a:lnTo>
                  <a:lnTo>
                    <a:pt x="889" y="116"/>
                  </a:lnTo>
                  <a:lnTo>
                    <a:pt x="886" y="115"/>
                  </a:lnTo>
                  <a:lnTo>
                    <a:pt x="882" y="113"/>
                  </a:lnTo>
                  <a:lnTo>
                    <a:pt x="877" y="113"/>
                  </a:lnTo>
                  <a:lnTo>
                    <a:pt x="879" y="115"/>
                  </a:lnTo>
                  <a:lnTo>
                    <a:pt x="879" y="117"/>
                  </a:lnTo>
                  <a:lnTo>
                    <a:pt x="885" y="117"/>
                  </a:lnTo>
                  <a:lnTo>
                    <a:pt x="885" y="120"/>
                  </a:lnTo>
                  <a:lnTo>
                    <a:pt x="890" y="122"/>
                  </a:lnTo>
                  <a:lnTo>
                    <a:pt x="894" y="124"/>
                  </a:lnTo>
                  <a:lnTo>
                    <a:pt x="897" y="122"/>
                  </a:lnTo>
                  <a:lnTo>
                    <a:pt x="897" y="120"/>
                  </a:lnTo>
                  <a:lnTo>
                    <a:pt x="895" y="117"/>
                  </a:lnTo>
                  <a:lnTo>
                    <a:pt x="894" y="116"/>
                  </a:lnTo>
                  <a:lnTo>
                    <a:pt x="895" y="116"/>
                  </a:lnTo>
                  <a:lnTo>
                    <a:pt x="898" y="118"/>
                  </a:lnTo>
                  <a:lnTo>
                    <a:pt x="901" y="120"/>
                  </a:lnTo>
                  <a:lnTo>
                    <a:pt x="902" y="121"/>
                  </a:lnTo>
                  <a:lnTo>
                    <a:pt x="899" y="121"/>
                  </a:lnTo>
                  <a:lnTo>
                    <a:pt x="895" y="125"/>
                  </a:lnTo>
                  <a:lnTo>
                    <a:pt x="897" y="126"/>
                  </a:lnTo>
                  <a:lnTo>
                    <a:pt x="898" y="126"/>
                  </a:lnTo>
                  <a:lnTo>
                    <a:pt x="899" y="125"/>
                  </a:lnTo>
                  <a:lnTo>
                    <a:pt x="902" y="125"/>
                  </a:lnTo>
                  <a:lnTo>
                    <a:pt x="908" y="133"/>
                  </a:lnTo>
                  <a:lnTo>
                    <a:pt x="911" y="133"/>
                  </a:lnTo>
                  <a:lnTo>
                    <a:pt x="914" y="137"/>
                  </a:lnTo>
                  <a:lnTo>
                    <a:pt x="919" y="137"/>
                  </a:lnTo>
                  <a:lnTo>
                    <a:pt x="923" y="141"/>
                  </a:lnTo>
                  <a:lnTo>
                    <a:pt x="926" y="142"/>
                  </a:lnTo>
                  <a:lnTo>
                    <a:pt x="927" y="141"/>
                  </a:lnTo>
                  <a:lnTo>
                    <a:pt x="926" y="138"/>
                  </a:lnTo>
                  <a:lnTo>
                    <a:pt x="927" y="138"/>
                  </a:lnTo>
                  <a:lnTo>
                    <a:pt x="929" y="140"/>
                  </a:lnTo>
                  <a:lnTo>
                    <a:pt x="929" y="142"/>
                  </a:lnTo>
                  <a:lnTo>
                    <a:pt x="931" y="143"/>
                  </a:lnTo>
                  <a:lnTo>
                    <a:pt x="932" y="143"/>
                  </a:lnTo>
                  <a:lnTo>
                    <a:pt x="933" y="141"/>
                  </a:lnTo>
                  <a:lnTo>
                    <a:pt x="931" y="129"/>
                  </a:lnTo>
                  <a:lnTo>
                    <a:pt x="928" y="124"/>
                  </a:lnTo>
                  <a:lnTo>
                    <a:pt x="926" y="116"/>
                  </a:lnTo>
                  <a:lnTo>
                    <a:pt x="924" y="109"/>
                  </a:lnTo>
                  <a:lnTo>
                    <a:pt x="923" y="107"/>
                  </a:lnTo>
                  <a:lnTo>
                    <a:pt x="922" y="104"/>
                  </a:lnTo>
                  <a:lnTo>
                    <a:pt x="924" y="105"/>
                  </a:lnTo>
                  <a:lnTo>
                    <a:pt x="926" y="108"/>
                  </a:lnTo>
                  <a:lnTo>
                    <a:pt x="928" y="111"/>
                  </a:lnTo>
                  <a:lnTo>
                    <a:pt x="931" y="112"/>
                  </a:lnTo>
                  <a:lnTo>
                    <a:pt x="933" y="115"/>
                  </a:lnTo>
                  <a:lnTo>
                    <a:pt x="939" y="115"/>
                  </a:lnTo>
                  <a:lnTo>
                    <a:pt x="948" y="113"/>
                  </a:lnTo>
                  <a:lnTo>
                    <a:pt x="949" y="115"/>
                  </a:lnTo>
                  <a:lnTo>
                    <a:pt x="952" y="113"/>
                  </a:lnTo>
                  <a:lnTo>
                    <a:pt x="953" y="116"/>
                  </a:lnTo>
                  <a:lnTo>
                    <a:pt x="954" y="115"/>
                  </a:lnTo>
                  <a:lnTo>
                    <a:pt x="952" y="112"/>
                  </a:lnTo>
                  <a:lnTo>
                    <a:pt x="953" y="111"/>
                  </a:lnTo>
                  <a:lnTo>
                    <a:pt x="951" y="109"/>
                  </a:lnTo>
                  <a:lnTo>
                    <a:pt x="952" y="108"/>
                  </a:lnTo>
                  <a:lnTo>
                    <a:pt x="952" y="105"/>
                  </a:lnTo>
                  <a:lnTo>
                    <a:pt x="960" y="103"/>
                  </a:lnTo>
                  <a:lnTo>
                    <a:pt x="961" y="103"/>
                  </a:lnTo>
                  <a:lnTo>
                    <a:pt x="964" y="103"/>
                  </a:lnTo>
                  <a:lnTo>
                    <a:pt x="966" y="104"/>
                  </a:lnTo>
                  <a:lnTo>
                    <a:pt x="970" y="104"/>
                  </a:lnTo>
                  <a:lnTo>
                    <a:pt x="973" y="107"/>
                  </a:lnTo>
                  <a:lnTo>
                    <a:pt x="976" y="108"/>
                  </a:lnTo>
                  <a:lnTo>
                    <a:pt x="977" y="111"/>
                  </a:lnTo>
                  <a:lnTo>
                    <a:pt x="981" y="111"/>
                  </a:lnTo>
                  <a:lnTo>
                    <a:pt x="982" y="113"/>
                  </a:lnTo>
                  <a:lnTo>
                    <a:pt x="987" y="113"/>
                  </a:lnTo>
                  <a:lnTo>
                    <a:pt x="983" y="111"/>
                  </a:lnTo>
                  <a:lnTo>
                    <a:pt x="983" y="109"/>
                  </a:lnTo>
                  <a:lnTo>
                    <a:pt x="987" y="111"/>
                  </a:lnTo>
                  <a:lnTo>
                    <a:pt x="989" y="109"/>
                  </a:lnTo>
                  <a:lnTo>
                    <a:pt x="986" y="108"/>
                  </a:lnTo>
                  <a:lnTo>
                    <a:pt x="989" y="105"/>
                  </a:lnTo>
                  <a:lnTo>
                    <a:pt x="986" y="104"/>
                  </a:lnTo>
                  <a:lnTo>
                    <a:pt x="983" y="105"/>
                  </a:lnTo>
                  <a:lnTo>
                    <a:pt x="981" y="104"/>
                  </a:lnTo>
                  <a:lnTo>
                    <a:pt x="981" y="101"/>
                  </a:lnTo>
                  <a:lnTo>
                    <a:pt x="980" y="99"/>
                  </a:lnTo>
                  <a:lnTo>
                    <a:pt x="981" y="97"/>
                  </a:lnTo>
                  <a:lnTo>
                    <a:pt x="982" y="99"/>
                  </a:lnTo>
                  <a:lnTo>
                    <a:pt x="985" y="97"/>
                  </a:lnTo>
                  <a:lnTo>
                    <a:pt x="983" y="95"/>
                  </a:lnTo>
                  <a:lnTo>
                    <a:pt x="985" y="95"/>
                  </a:lnTo>
                  <a:lnTo>
                    <a:pt x="989" y="97"/>
                  </a:lnTo>
                  <a:lnTo>
                    <a:pt x="989" y="100"/>
                  </a:lnTo>
                  <a:lnTo>
                    <a:pt x="991" y="99"/>
                  </a:lnTo>
                  <a:lnTo>
                    <a:pt x="993" y="100"/>
                  </a:lnTo>
                  <a:lnTo>
                    <a:pt x="994" y="100"/>
                  </a:lnTo>
                  <a:lnTo>
                    <a:pt x="993" y="97"/>
                  </a:lnTo>
                  <a:lnTo>
                    <a:pt x="995" y="96"/>
                  </a:lnTo>
                  <a:lnTo>
                    <a:pt x="997" y="97"/>
                  </a:lnTo>
                  <a:lnTo>
                    <a:pt x="998" y="95"/>
                  </a:lnTo>
                  <a:lnTo>
                    <a:pt x="994" y="91"/>
                  </a:lnTo>
                  <a:lnTo>
                    <a:pt x="991" y="91"/>
                  </a:lnTo>
                  <a:lnTo>
                    <a:pt x="989" y="87"/>
                  </a:lnTo>
                  <a:lnTo>
                    <a:pt x="989" y="84"/>
                  </a:lnTo>
                  <a:lnTo>
                    <a:pt x="987" y="83"/>
                  </a:lnTo>
                  <a:lnTo>
                    <a:pt x="985" y="84"/>
                  </a:lnTo>
                  <a:lnTo>
                    <a:pt x="982" y="83"/>
                  </a:lnTo>
                  <a:lnTo>
                    <a:pt x="986" y="82"/>
                  </a:lnTo>
                  <a:lnTo>
                    <a:pt x="985" y="79"/>
                  </a:lnTo>
                  <a:lnTo>
                    <a:pt x="985" y="79"/>
                  </a:lnTo>
                  <a:lnTo>
                    <a:pt x="983" y="76"/>
                  </a:lnTo>
                  <a:lnTo>
                    <a:pt x="987" y="76"/>
                  </a:lnTo>
                  <a:lnTo>
                    <a:pt x="989" y="71"/>
                  </a:lnTo>
                  <a:lnTo>
                    <a:pt x="983" y="72"/>
                  </a:lnTo>
                  <a:lnTo>
                    <a:pt x="981" y="75"/>
                  </a:lnTo>
                  <a:lnTo>
                    <a:pt x="981" y="78"/>
                  </a:lnTo>
                  <a:lnTo>
                    <a:pt x="977" y="76"/>
                  </a:lnTo>
                  <a:lnTo>
                    <a:pt x="974" y="72"/>
                  </a:lnTo>
                  <a:lnTo>
                    <a:pt x="976" y="70"/>
                  </a:lnTo>
                  <a:lnTo>
                    <a:pt x="976" y="67"/>
                  </a:lnTo>
                  <a:lnTo>
                    <a:pt x="980" y="66"/>
                  </a:lnTo>
                  <a:lnTo>
                    <a:pt x="982" y="66"/>
                  </a:lnTo>
                  <a:lnTo>
                    <a:pt x="986" y="62"/>
                  </a:lnTo>
                  <a:lnTo>
                    <a:pt x="986" y="61"/>
                  </a:lnTo>
                  <a:lnTo>
                    <a:pt x="985" y="58"/>
                  </a:lnTo>
                  <a:lnTo>
                    <a:pt x="982" y="58"/>
                  </a:lnTo>
                  <a:lnTo>
                    <a:pt x="980" y="57"/>
                  </a:lnTo>
                  <a:lnTo>
                    <a:pt x="976" y="57"/>
                  </a:lnTo>
                  <a:lnTo>
                    <a:pt x="973" y="54"/>
                  </a:lnTo>
                  <a:lnTo>
                    <a:pt x="977" y="53"/>
                  </a:lnTo>
                  <a:lnTo>
                    <a:pt x="981" y="51"/>
                  </a:lnTo>
                  <a:lnTo>
                    <a:pt x="986" y="54"/>
                  </a:lnTo>
                  <a:lnTo>
                    <a:pt x="991" y="53"/>
                  </a:lnTo>
                  <a:lnTo>
                    <a:pt x="999" y="53"/>
                  </a:lnTo>
                  <a:lnTo>
                    <a:pt x="1014" y="51"/>
                  </a:lnTo>
                  <a:lnTo>
                    <a:pt x="1015" y="50"/>
                  </a:lnTo>
                  <a:lnTo>
                    <a:pt x="1026" y="50"/>
                  </a:lnTo>
                  <a:lnTo>
                    <a:pt x="1030" y="51"/>
                  </a:lnTo>
                  <a:lnTo>
                    <a:pt x="1033" y="50"/>
                  </a:lnTo>
                  <a:lnTo>
                    <a:pt x="1039" y="50"/>
                  </a:lnTo>
                  <a:lnTo>
                    <a:pt x="1036" y="51"/>
                  </a:lnTo>
                  <a:lnTo>
                    <a:pt x="1028" y="55"/>
                  </a:lnTo>
                  <a:lnTo>
                    <a:pt x="1026" y="54"/>
                  </a:lnTo>
                  <a:lnTo>
                    <a:pt x="1024" y="54"/>
                  </a:lnTo>
                  <a:lnTo>
                    <a:pt x="1022" y="53"/>
                  </a:lnTo>
                  <a:lnTo>
                    <a:pt x="1020" y="58"/>
                  </a:lnTo>
                  <a:lnTo>
                    <a:pt x="1023" y="61"/>
                  </a:lnTo>
                  <a:lnTo>
                    <a:pt x="1020" y="62"/>
                  </a:lnTo>
                  <a:lnTo>
                    <a:pt x="1020" y="63"/>
                  </a:lnTo>
                  <a:lnTo>
                    <a:pt x="1023" y="65"/>
                  </a:lnTo>
                  <a:lnTo>
                    <a:pt x="1026" y="62"/>
                  </a:lnTo>
                  <a:lnTo>
                    <a:pt x="1027" y="59"/>
                  </a:lnTo>
                  <a:lnTo>
                    <a:pt x="1032" y="55"/>
                  </a:lnTo>
                  <a:lnTo>
                    <a:pt x="1040" y="53"/>
                  </a:lnTo>
                  <a:lnTo>
                    <a:pt x="1041" y="57"/>
                  </a:lnTo>
                  <a:lnTo>
                    <a:pt x="1041" y="63"/>
                  </a:lnTo>
                  <a:lnTo>
                    <a:pt x="1041" y="65"/>
                  </a:lnTo>
                  <a:lnTo>
                    <a:pt x="1040" y="61"/>
                  </a:lnTo>
                  <a:lnTo>
                    <a:pt x="1037" y="58"/>
                  </a:lnTo>
                  <a:lnTo>
                    <a:pt x="1037" y="55"/>
                  </a:lnTo>
                  <a:lnTo>
                    <a:pt x="1035" y="58"/>
                  </a:lnTo>
                  <a:lnTo>
                    <a:pt x="1033" y="57"/>
                  </a:lnTo>
                  <a:lnTo>
                    <a:pt x="1035" y="61"/>
                  </a:lnTo>
                  <a:lnTo>
                    <a:pt x="1037" y="62"/>
                  </a:lnTo>
                  <a:lnTo>
                    <a:pt x="1039" y="67"/>
                  </a:lnTo>
                  <a:lnTo>
                    <a:pt x="1036" y="71"/>
                  </a:lnTo>
                  <a:lnTo>
                    <a:pt x="1035" y="70"/>
                  </a:lnTo>
                  <a:lnTo>
                    <a:pt x="1033" y="71"/>
                  </a:lnTo>
                  <a:lnTo>
                    <a:pt x="1036" y="74"/>
                  </a:lnTo>
                  <a:lnTo>
                    <a:pt x="1036" y="75"/>
                  </a:lnTo>
                  <a:lnTo>
                    <a:pt x="1037" y="76"/>
                  </a:lnTo>
                  <a:lnTo>
                    <a:pt x="1039" y="76"/>
                  </a:lnTo>
                  <a:lnTo>
                    <a:pt x="1041" y="74"/>
                  </a:lnTo>
                  <a:lnTo>
                    <a:pt x="1041" y="71"/>
                  </a:lnTo>
                  <a:lnTo>
                    <a:pt x="1044" y="67"/>
                  </a:lnTo>
                  <a:lnTo>
                    <a:pt x="1043" y="65"/>
                  </a:lnTo>
                  <a:lnTo>
                    <a:pt x="1044" y="62"/>
                  </a:lnTo>
                  <a:lnTo>
                    <a:pt x="1043" y="50"/>
                  </a:lnTo>
                  <a:lnTo>
                    <a:pt x="1047" y="46"/>
                  </a:lnTo>
                  <a:lnTo>
                    <a:pt x="1053" y="45"/>
                  </a:lnTo>
                  <a:lnTo>
                    <a:pt x="1060" y="43"/>
                  </a:lnTo>
                  <a:lnTo>
                    <a:pt x="1066" y="43"/>
                  </a:lnTo>
                  <a:lnTo>
                    <a:pt x="1074" y="46"/>
                  </a:lnTo>
                  <a:lnTo>
                    <a:pt x="1078" y="51"/>
                  </a:lnTo>
                  <a:lnTo>
                    <a:pt x="1078" y="54"/>
                  </a:lnTo>
                  <a:lnTo>
                    <a:pt x="1076" y="55"/>
                  </a:lnTo>
                  <a:lnTo>
                    <a:pt x="1072" y="53"/>
                  </a:lnTo>
                  <a:lnTo>
                    <a:pt x="1072" y="54"/>
                  </a:lnTo>
                  <a:lnTo>
                    <a:pt x="1072" y="55"/>
                  </a:lnTo>
                  <a:lnTo>
                    <a:pt x="1072" y="58"/>
                  </a:lnTo>
                  <a:lnTo>
                    <a:pt x="1072" y="61"/>
                  </a:lnTo>
                  <a:lnTo>
                    <a:pt x="1070" y="62"/>
                  </a:lnTo>
                  <a:lnTo>
                    <a:pt x="1072" y="63"/>
                  </a:lnTo>
                  <a:lnTo>
                    <a:pt x="1074" y="61"/>
                  </a:lnTo>
                  <a:lnTo>
                    <a:pt x="1078" y="61"/>
                  </a:lnTo>
                  <a:lnTo>
                    <a:pt x="1081" y="58"/>
                  </a:lnTo>
                  <a:lnTo>
                    <a:pt x="1082" y="62"/>
                  </a:lnTo>
                  <a:lnTo>
                    <a:pt x="1084" y="65"/>
                  </a:lnTo>
                  <a:lnTo>
                    <a:pt x="1084" y="67"/>
                  </a:lnTo>
                  <a:lnTo>
                    <a:pt x="1085" y="68"/>
                  </a:lnTo>
                  <a:lnTo>
                    <a:pt x="1086" y="66"/>
                  </a:lnTo>
                  <a:lnTo>
                    <a:pt x="1086" y="65"/>
                  </a:lnTo>
                  <a:lnTo>
                    <a:pt x="1089" y="62"/>
                  </a:lnTo>
                  <a:lnTo>
                    <a:pt x="1091" y="63"/>
                  </a:lnTo>
                  <a:lnTo>
                    <a:pt x="1093" y="67"/>
                  </a:lnTo>
                  <a:lnTo>
                    <a:pt x="1091" y="68"/>
                  </a:lnTo>
                  <a:lnTo>
                    <a:pt x="1091" y="71"/>
                  </a:lnTo>
                  <a:lnTo>
                    <a:pt x="1091" y="72"/>
                  </a:lnTo>
                  <a:lnTo>
                    <a:pt x="1094" y="71"/>
                  </a:lnTo>
                  <a:lnTo>
                    <a:pt x="1095" y="68"/>
                  </a:lnTo>
                  <a:lnTo>
                    <a:pt x="1095" y="68"/>
                  </a:lnTo>
                  <a:lnTo>
                    <a:pt x="1097" y="70"/>
                  </a:lnTo>
                  <a:lnTo>
                    <a:pt x="1097" y="67"/>
                  </a:lnTo>
                  <a:lnTo>
                    <a:pt x="1099" y="63"/>
                  </a:lnTo>
                  <a:lnTo>
                    <a:pt x="1101" y="62"/>
                  </a:lnTo>
                  <a:lnTo>
                    <a:pt x="1102" y="62"/>
                  </a:lnTo>
                  <a:lnTo>
                    <a:pt x="1107" y="66"/>
                  </a:lnTo>
                  <a:lnTo>
                    <a:pt x="1114" y="67"/>
                  </a:lnTo>
                  <a:lnTo>
                    <a:pt x="1116" y="71"/>
                  </a:lnTo>
                  <a:lnTo>
                    <a:pt x="1116" y="74"/>
                  </a:lnTo>
                  <a:lnTo>
                    <a:pt x="1113" y="76"/>
                  </a:lnTo>
                  <a:lnTo>
                    <a:pt x="1110" y="79"/>
                  </a:lnTo>
                  <a:lnTo>
                    <a:pt x="1114" y="76"/>
                  </a:lnTo>
                  <a:lnTo>
                    <a:pt x="1118" y="76"/>
                  </a:lnTo>
                  <a:lnTo>
                    <a:pt x="1122" y="78"/>
                  </a:lnTo>
                  <a:lnTo>
                    <a:pt x="1126" y="76"/>
                  </a:lnTo>
                  <a:lnTo>
                    <a:pt x="1128" y="74"/>
                  </a:lnTo>
                  <a:lnTo>
                    <a:pt x="1131" y="72"/>
                  </a:lnTo>
                  <a:lnTo>
                    <a:pt x="1136" y="68"/>
                  </a:lnTo>
                  <a:lnTo>
                    <a:pt x="1139" y="67"/>
                  </a:lnTo>
                  <a:lnTo>
                    <a:pt x="1141" y="63"/>
                  </a:lnTo>
                  <a:lnTo>
                    <a:pt x="1145" y="63"/>
                  </a:lnTo>
                  <a:lnTo>
                    <a:pt x="1155" y="58"/>
                  </a:lnTo>
                  <a:lnTo>
                    <a:pt x="1159" y="57"/>
                  </a:lnTo>
                  <a:lnTo>
                    <a:pt x="1161" y="58"/>
                  </a:lnTo>
                  <a:lnTo>
                    <a:pt x="1161" y="57"/>
                  </a:lnTo>
                  <a:lnTo>
                    <a:pt x="1166" y="53"/>
                  </a:lnTo>
                  <a:lnTo>
                    <a:pt x="1169" y="53"/>
                  </a:lnTo>
                  <a:lnTo>
                    <a:pt x="1176" y="53"/>
                  </a:lnTo>
                  <a:lnTo>
                    <a:pt x="1188" y="57"/>
                  </a:lnTo>
                  <a:lnTo>
                    <a:pt x="1192" y="62"/>
                  </a:lnTo>
                  <a:lnTo>
                    <a:pt x="1197" y="65"/>
                  </a:lnTo>
                  <a:lnTo>
                    <a:pt x="1201" y="68"/>
                  </a:lnTo>
                  <a:lnTo>
                    <a:pt x="1203" y="74"/>
                  </a:lnTo>
                  <a:lnTo>
                    <a:pt x="1203" y="75"/>
                  </a:lnTo>
                  <a:lnTo>
                    <a:pt x="1205" y="76"/>
                  </a:lnTo>
                  <a:lnTo>
                    <a:pt x="1205" y="80"/>
                  </a:lnTo>
                  <a:lnTo>
                    <a:pt x="1207" y="84"/>
                  </a:lnTo>
                  <a:lnTo>
                    <a:pt x="1207" y="87"/>
                  </a:lnTo>
                  <a:lnTo>
                    <a:pt x="1206" y="90"/>
                  </a:lnTo>
                  <a:lnTo>
                    <a:pt x="1209" y="90"/>
                  </a:lnTo>
                  <a:lnTo>
                    <a:pt x="1211" y="86"/>
                  </a:lnTo>
                  <a:lnTo>
                    <a:pt x="1214" y="86"/>
                  </a:lnTo>
                  <a:lnTo>
                    <a:pt x="1215" y="87"/>
                  </a:lnTo>
                  <a:lnTo>
                    <a:pt x="1215" y="86"/>
                  </a:lnTo>
                  <a:lnTo>
                    <a:pt x="1219" y="86"/>
                  </a:lnTo>
                  <a:lnTo>
                    <a:pt x="1222" y="87"/>
                  </a:lnTo>
                  <a:lnTo>
                    <a:pt x="1223" y="90"/>
                  </a:lnTo>
                  <a:lnTo>
                    <a:pt x="1223" y="87"/>
                  </a:lnTo>
                  <a:lnTo>
                    <a:pt x="1222" y="83"/>
                  </a:lnTo>
                  <a:lnTo>
                    <a:pt x="1224" y="83"/>
                  </a:lnTo>
                  <a:lnTo>
                    <a:pt x="1226" y="87"/>
                  </a:lnTo>
                  <a:lnTo>
                    <a:pt x="1230" y="90"/>
                  </a:lnTo>
                  <a:lnTo>
                    <a:pt x="1231" y="95"/>
                  </a:lnTo>
                  <a:lnTo>
                    <a:pt x="1232" y="95"/>
                  </a:lnTo>
                  <a:lnTo>
                    <a:pt x="1236" y="99"/>
                  </a:lnTo>
                  <a:lnTo>
                    <a:pt x="1236" y="97"/>
                  </a:lnTo>
                  <a:lnTo>
                    <a:pt x="1235" y="93"/>
                  </a:lnTo>
                  <a:lnTo>
                    <a:pt x="1232" y="92"/>
                  </a:lnTo>
                  <a:lnTo>
                    <a:pt x="1232" y="91"/>
                  </a:lnTo>
                  <a:lnTo>
                    <a:pt x="1235" y="92"/>
                  </a:lnTo>
                  <a:lnTo>
                    <a:pt x="1236" y="92"/>
                  </a:lnTo>
                  <a:lnTo>
                    <a:pt x="1239" y="93"/>
                  </a:lnTo>
                  <a:lnTo>
                    <a:pt x="1243" y="99"/>
                  </a:lnTo>
                  <a:lnTo>
                    <a:pt x="1242" y="95"/>
                  </a:lnTo>
                  <a:lnTo>
                    <a:pt x="1238" y="88"/>
                  </a:lnTo>
                  <a:lnTo>
                    <a:pt x="1238" y="83"/>
                  </a:lnTo>
                  <a:lnTo>
                    <a:pt x="1238" y="79"/>
                  </a:lnTo>
                  <a:lnTo>
                    <a:pt x="1240" y="75"/>
                  </a:lnTo>
                  <a:lnTo>
                    <a:pt x="1245" y="75"/>
                  </a:lnTo>
                  <a:lnTo>
                    <a:pt x="1247" y="74"/>
                  </a:lnTo>
                  <a:lnTo>
                    <a:pt x="1252" y="71"/>
                  </a:lnTo>
                  <a:lnTo>
                    <a:pt x="1251" y="70"/>
                  </a:lnTo>
                  <a:lnTo>
                    <a:pt x="1252" y="68"/>
                  </a:lnTo>
                  <a:lnTo>
                    <a:pt x="1253" y="68"/>
                  </a:lnTo>
                  <a:lnTo>
                    <a:pt x="1256" y="71"/>
                  </a:lnTo>
                  <a:lnTo>
                    <a:pt x="1259" y="72"/>
                  </a:lnTo>
                  <a:lnTo>
                    <a:pt x="1261" y="71"/>
                  </a:lnTo>
                  <a:lnTo>
                    <a:pt x="1265" y="68"/>
                  </a:lnTo>
                  <a:lnTo>
                    <a:pt x="1267" y="70"/>
                  </a:lnTo>
                  <a:lnTo>
                    <a:pt x="1271" y="67"/>
                  </a:lnTo>
                  <a:lnTo>
                    <a:pt x="1276" y="68"/>
                  </a:lnTo>
                  <a:lnTo>
                    <a:pt x="1278" y="67"/>
                  </a:lnTo>
                  <a:lnTo>
                    <a:pt x="1278" y="66"/>
                  </a:lnTo>
                  <a:lnTo>
                    <a:pt x="1280" y="68"/>
                  </a:lnTo>
                  <a:lnTo>
                    <a:pt x="1281" y="70"/>
                  </a:lnTo>
                  <a:lnTo>
                    <a:pt x="1282" y="67"/>
                  </a:lnTo>
                  <a:lnTo>
                    <a:pt x="1285" y="63"/>
                  </a:lnTo>
                  <a:lnTo>
                    <a:pt x="1284" y="62"/>
                  </a:lnTo>
                  <a:lnTo>
                    <a:pt x="1284" y="58"/>
                  </a:lnTo>
                  <a:lnTo>
                    <a:pt x="1284" y="55"/>
                  </a:lnTo>
                  <a:lnTo>
                    <a:pt x="1285" y="54"/>
                  </a:lnTo>
                  <a:lnTo>
                    <a:pt x="1289" y="55"/>
                  </a:lnTo>
                  <a:lnTo>
                    <a:pt x="1290" y="58"/>
                  </a:lnTo>
                  <a:lnTo>
                    <a:pt x="1292" y="59"/>
                  </a:lnTo>
                  <a:lnTo>
                    <a:pt x="1294" y="59"/>
                  </a:lnTo>
                  <a:lnTo>
                    <a:pt x="1297" y="62"/>
                  </a:lnTo>
                  <a:lnTo>
                    <a:pt x="1297" y="65"/>
                  </a:lnTo>
                  <a:lnTo>
                    <a:pt x="1299" y="68"/>
                  </a:lnTo>
                  <a:lnTo>
                    <a:pt x="1301" y="70"/>
                  </a:lnTo>
                  <a:lnTo>
                    <a:pt x="1305" y="68"/>
                  </a:lnTo>
                  <a:lnTo>
                    <a:pt x="1310" y="70"/>
                  </a:lnTo>
                  <a:lnTo>
                    <a:pt x="1311" y="70"/>
                  </a:lnTo>
                  <a:lnTo>
                    <a:pt x="1313" y="70"/>
                  </a:lnTo>
                  <a:lnTo>
                    <a:pt x="1317" y="75"/>
                  </a:lnTo>
                  <a:lnTo>
                    <a:pt x="1317" y="78"/>
                  </a:lnTo>
                  <a:lnTo>
                    <a:pt x="1318" y="79"/>
                  </a:lnTo>
                  <a:lnTo>
                    <a:pt x="1322" y="79"/>
                  </a:lnTo>
                  <a:lnTo>
                    <a:pt x="1325" y="78"/>
                  </a:lnTo>
                  <a:lnTo>
                    <a:pt x="1327" y="78"/>
                  </a:lnTo>
                  <a:lnTo>
                    <a:pt x="1327" y="76"/>
                  </a:lnTo>
                  <a:lnTo>
                    <a:pt x="1330" y="74"/>
                  </a:lnTo>
                  <a:lnTo>
                    <a:pt x="1331" y="75"/>
                  </a:lnTo>
                  <a:lnTo>
                    <a:pt x="1332" y="74"/>
                  </a:lnTo>
                  <a:lnTo>
                    <a:pt x="1331" y="71"/>
                  </a:lnTo>
                  <a:lnTo>
                    <a:pt x="1332" y="71"/>
                  </a:lnTo>
                  <a:lnTo>
                    <a:pt x="1331" y="68"/>
                  </a:lnTo>
                  <a:lnTo>
                    <a:pt x="1331" y="67"/>
                  </a:lnTo>
                  <a:lnTo>
                    <a:pt x="1328" y="65"/>
                  </a:lnTo>
                  <a:lnTo>
                    <a:pt x="1326" y="63"/>
                  </a:lnTo>
                  <a:lnTo>
                    <a:pt x="1325" y="59"/>
                  </a:lnTo>
                  <a:lnTo>
                    <a:pt x="1321" y="55"/>
                  </a:lnTo>
                  <a:lnTo>
                    <a:pt x="1319" y="55"/>
                  </a:lnTo>
                  <a:lnTo>
                    <a:pt x="1318" y="53"/>
                  </a:lnTo>
                  <a:lnTo>
                    <a:pt x="1314" y="51"/>
                  </a:lnTo>
                  <a:lnTo>
                    <a:pt x="1311" y="53"/>
                  </a:lnTo>
                  <a:lnTo>
                    <a:pt x="1310" y="53"/>
                  </a:lnTo>
                  <a:lnTo>
                    <a:pt x="1310" y="50"/>
                  </a:lnTo>
                  <a:lnTo>
                    <a:pt x="1311" y="49"/>
                  </a:lnTo>
                  <a:lnTo>
                    <a:pt x="1309" y="45"/>
                  </a:lnTo>
                  <a:lnTo>
                    <a:pt x="1309" y="42"/>
                  </a:lnTo>
                  <a:lnTo>
                    <a:pt x="1307" y="41"/>
                  </a:lnTo>
                  <a:lnTo>
                    <a:pt x="1306" y="38"/>
                  </a:lnTo>
                  <a:lnTo>
                    <a:pt x="1302" y="36"/>
                  </a:lnTo>
                  <a:lnTo>
                    <a:pt x="1302" y="34"/>
                  </a:lnTo>
                  <a:lnTo>
                    <a:pt x="1307" y="34"/>
                  </a:lnTo>
                  <a:lnTo>
                    <a:pt x="1310" y="34"/>
                  </a:lnTo>
                  <a:lnTo>
                    <a:pt x="1317" y="34"/>
                  </a:lnTo>
                  <a:lnTo>
                    <a:pt x="1322" y="34"/>
                  </a:lnTo>
                  <a:lnTo>
                    <a:pt x="1322" y="33"/>
                  </a:lnTo>
                  <a:lnTo>
                    <a:pt x="1325" y="32"/>
                  </a:lnTo>
                  <a:lnTo>
                    <a:pt x="1327" y="33"/>
                  </a:lnTo>
                  <a:lnTo>
                    <a:pt x="1330" y="33"/>
                  </a:lnTo>
                  <a:lnTo>
                    <a:pt x="1331" y="33"/>
                  </a:lnTo>
                  <a:lnTo>
                    <a:pt x="1331" y="30"/>
                  </a:lnTo>
                  <a:lnTo>
                    <a:pt x="1334" y="30"/>
                  </a:lnTo>
                  <a:lnTo>
                    <a:pt x="1335" y="32"/>
                  </a:lnTo>
                  <a:lnTo>
                    <a:pt x="1336" y="32"/>
                  </a:lnTo>
                  <a:lnTo>
                    <a:pt x="1338" y="29"/>
                  </a:lnTo>
                  <a:lnTo>
                    <a:pt x="1339" y="30"/>
                  </a:lnTo>
                  <a:lnTo>
                    <a:pt x="1340" y="28"/>
                  </a:lnTo>
                  <a:lnTo>
                    <a:pt x="1350" y="25"/>
                  </a:lnTo>
                  <a:lnTo>
                    <a:pt x="1351" y="28"/>
                  </a:lnTo>
                  <a:lnTo>
                    <a:pt x="1351" y="25"/>
                  </a:lnTo>
                  <a:lnTo>
                    <a:pt x="1352" y="24"/>
                  </a:lnTo>
                  <a:lnTo>
                    <a:pt x="1353" y="24"/>
                  </a:lnTo>
                  <a:lnTo>
                    <a:pt x="1356" y="24"/>
                  </a:lnTo>
                  <a:lnTo>
                    <a:pt x="1359" y="24"/>
                  </a:lnTo>
                  <a:lnTo>
                    <a:pt x="1360" y="25"/>
                  </a:lnTo>
                  <a:lnTo>
                    <a:pt x="1365" y="25"/>
                  </a:lnTo>
                  <a:lnTo>
                    <a:pt x="1367" y="24"/>
                  </a:lnTo>
                  <a:lnTo>
                    <a:pt x="1368" y="25"/>
                  </a:lnTo>
                  <a:lnTo>
                    <a:pt x="1369" y="26"/>
                  </a:lnTo>
                  <a:lnTo>
                    <a:pt x="1372" y="25"/>
                  </a:lnTo>
                  <a:lnTo>
                    <a:pt x="1375" y="24"/>
                  </a:lnTo>
                  <a:lnTo>
                    <a:pt x="1382" y="26"/>
                  </a:lnTo>
                  <a:lnTo>
                    <a:pt x="1385" y="28"/>
                  </a:lnTo>
                  <a:lnTo>
                    <a:pt x="1386" y="28"/>
                  </a:lnTo>
                  <a:lnTo>
                    <a:pt x="1386" y="26"/>
                  </a:lnTo>
                  <a:lnTo>
                    <a:pt x="1389" y="26"/>
                  </a:lnTo>
                  <a:lnTo>
                    <a:pt x="1390" y="28"/>
                  </a:lnTo>
                  <a:lnTo>
                    <a:pt x="1389" y="29"/>
                  </a:lnTo>
                  <a:lnTo>
                    <a:pt x="1390" y="29"/>
                  </a:lnTo>
                  <a:lnTo>
                    <a:pt x="1394" y="29"/>
                  </a:lnTo>
                  <a:lnTo>
                    <a:pt x="1402" y="29"/>
                  </a:lnTo>
                  <a:lnTo>
                    <a:pt x="1409" y="34"/>
                  </a:lnTo>
                  <a:lnTo>
                    <a:pt x="1409" y="36"/>
                  </a:lnTo>
                  <a:lnTo>
                    <a:pt x="1406" y="34"/>
                  </a:lnTo>
                  <a:lnTo>
                    <a:pt x="1402" y="33"/>
                  </a:lnTo>
                  <a:lnTo>
                    <a:pt x="1402" y="33"/>
                  </a:lnTo>
                  <a:lnTo>
                    <a:pt x="1409" y="36"/>
                  </a:lnTo>
                  <a:lnTo>
                    <a:pt x="1413" y="36"/>
                  </a:lnTo>
                  <a:lnTo>
                    <a:pt x="1413" y="34"/>
                  </a:lnTo>
                  <a:lnTo>
                    <a:pt x="1417" y="34"/>
                  </a:lnTo>
                  <a:lnTo>
                    <a:pt x="1419" y="34"/>
                  </a:lnTo>
                  <a:lnTo>
                    <a:pt x="1419" y="32"/>
                  </a:lnTo>
                  <a:lnTo>
                    <a:pt x="1421" y="32"/>
                  </a:lnTo>
                  <a:lnTo>
                    <a:pt x="1423" y="33"/>
                  </a:lnTo>
                  <a:lnTo>
                    <a:pt x="1425" y="34"/>
                  </a:lnTo>
                  <a:lnTo>
                    <a:pt x="1426" y="34"/>
                  </a:lnTo>
                  <a:lnTo>
                    <a:pt x="1426" y="33"/>
                  </a:lnTo>
                  <a:lnTo>
                    <a:pt x="1427" y="33"/>
                  </a:lnTo>
                  <a:lnTo>
                    <a:pt x="1430" y="34"/>
                  </a:lnTo>
                  <a:lnTo>
                    <a:pt x="1430" y="36"/>
                  </a:lnTo>
                  <a:lnTo>
                    <a:pt x="1434" y="37"/>
                  </a:lnTo>
                  <a:lnTo>
                    <a:pt x="1436" y="36"/>
                  </a:lnTo>
                  <a:lnTo>
                    <a:pt x="1447" y="37"/>
                  </a:lnTo>
                  <a:lnTo>
                    <a:pt x="1446" y="36"/>
                  </a:lnTo>
                  <a:lnTo>
                    <a:pt x="1450" y="36"/>
                  </a:lnTo>
                  <a:lnTo>
                    <a:pt x="1451" y="37"/>
                  </a:lnTo>
                  <a:lnTo>
                    <a:pt x="1452" y="38"/>
                  </a:lnTo>
                  <a:lnTo>
                    <a:pt x="1452" y="36"/>
                  </a:lnTo>
                  <a:lnTo>
                    <a:pt x="1452" y="36"/>
                  </a:lnTo>
                  <a:lnTo>
                    <a:pt x="1456" y="37"/>
                  </a:lnTo>
                  <a:lnTo>
                    <a:pt x="1456" y="37"/>
                  </a:lnTo>
                  <a:lnTo>
                    <a:pt x="1457" y="39"/>
                  </a:lnTo>
                  <a:lnTo>
                    <a:pt x="1461" y="38"/>
                  </a:lnTo>
                  <a:lnTo>
                    <a:pt x="1461" y="38"/>
                  </a:lnTo>
                  <a:lnTo>
                    <a:pt x="1460" y="37"/>
                  </a:lnTo>
                  <a:lnTo>
                    <a:pt x="1464" y="37"/>
                  </a:lnTo>
                  <a:lnTo>
                    <a:pt x="1465" y="38"/>
                  </a:lnTo>
                  <a:lnTo>
                    <a:pt x="1464" y="39"/>
                  </a:lnTo>
                  <a:lnTo>
                    <a:pt x="1467" y="42"/>
                  </a:lnTo>
                  <a:lnTo>
                    <a:pt x="1471" y="43"/>
                  </a:lnTo>
                  <a:lnTo>
                    <a:pt x="1473" y="42"/>
                  </a:lnTo>
                  <a:lnTo>
                    <a:pt x="1469" y="41"/>
                  </a:lnTo>
                  <a:lnTo>
                    <a:pt x="1467" y="39"/>
                  </a:lnTo>
                  <a:lnTo>
                    <a:pt x="1467" y="38"/>
                  </a:lnTo>
                  <a:lnTo>
                    <a:pt x="1469" y="37"/>
                  </a:lnTo>
                  <a:lnTo>
                    <a:pt x="1472" y="37"/>
                  </a:lnTo>
                  <a:lnTo>
                    <a:pt x="1477" y="39"/>
                  </a:lnTo>
                  <a:lnTo>
                    <a:pt x="1477" y="42"/>
                  </a:lnTo>
                  <a:lnTo>
                    <a:pt x="1479" y="43"/>
                  </a:lnTo>
                  <a:lnTo>
                    <a:pt x="1480" y="41"/>
                  </a:lnTo>
                  <a:lnTo>
                    <a:pt x="1479" y="41"/>
                  </a:lnTo>
                  <a:lnTo>
                    <a:pt x="1481" y="41"/>
                  </a:lnTo>
                  <a:lnTo>
                    <a:pt x="1483" y="42"/>
                  </a:lnTo>
                  <a:lnTo>
                    <a:pt x="1481" y="43"/>
                  </a:lnTo>
                  <a:lnTo>
                    <a:pt x="1484" y="46"/>
                  </a:lnTo>
                  <a:lnTo>
                    <a:pt x="1488" y="53"/>
                  </a:lnTo>
                  <a:lnTo>
                    <a:pt x="1492" y="54"/>
                  </a:lnTo>
                  <a:lnTo>
                    <a:pt x="1493" y="57"/>
                  </a:lnTo>
                  <a:lnTo>
                    <a:pt x="1494" y="59"/>
                  </a:lnTo>
                  <a:lnTo>
                    <a:pt x="1496" y="61"/>
                  </a:lnTo>
                  <a:lnTo>
                    <a:pt x="1496" y="62"/>
                  </a:lnTo>
                  <a:lnTo>
                    <a:pt x="1496" y="65"/>
                  </a:lnTo>
                  <a:lnTo>
                    <a:pt x="1498" y="66"/>
                  </a:lnTo>
                  <a:lnTo>
                    <a:pt x="1500" y="63"/>
                  </a:lnTo>
                  <a:lnTo>
                    <a:pt x="1504" y="65"/>
                  </a:lnTo>
                  <a:lnTo>
                    <a:pt x="1505" y="67"/>
                  </a:lnTo>
                  <a:lnTo>
                    <a:pt x="1508" y="68"/>
                  </a:lnTo>
                  <a:lnTo>
                    <a:pt x="1508" y="67"/>
                  </a:lnTo>
                  <a:lnTo>
                    <a:pt x="1506" y="66"/>
                  </a:lnTo>
                  <a:lnTo>
                    <a:pt x="1506" y="65"/>
                  </a:lnTo>
                  <a:lnTo>
                    <a:pt x="1508" y="62"/>
                  </a:lnTo>
                  <a:lnTo>
                    <a:pt x="1509" y="63"/>
                  </a:lnTo>
                  <a:lnTo>
                    <a:pt x="1510" y="66"/>
                  </a:lnTo>
                  <a:lnTo>
                    <a:pt x="1513" y="68"/>
                  </a:lnTo>
                  <a:lnTo>
                    <a:pt x="1511" y="67"/>
                  </a:lnTo>
                  <a:lnTo>
                    <a:pt x="1510" y="63"/>
                  </a:lnTo>
                  <a:lnTo>
                    <a:pt x="1510" y="61"/>
                  </a:lnTo>
                  <a:lnTo>
                    <a:pt x="1509" y="59"/>
                  </a:lnTo>
                  <a:lnTo>
                    <a:pt x="1506" y="61"/>
                  </a:lnTo>
                  <a:lnTo>
                    <a:pt x="1502" y="61"/>
                  </a:lnTo>
                  <a:lnTo>
                    <a:pt x="1502" y="59"/>
                  </a:lnTo>
                  <a:lnTo>
                    <a:pt x="1504" y="58"/>
                  </a:lnTo>
                  <a:lnTo>
                    <a:pt x="1504" y="55"/>
                  </a:lnTo>
                  <a:lnTo>
                    <a:pt x="1498" y="51"/>
                  </a:lnTo>
                  <a:lnTo>
                    <a:pt x="1497" y="50"/>
                  </a:lnTo>
                  <a:lnTo>
                    <a:pt x="1496" y="47"/>
                  </a:lnTo>
                  <a:lnTo>
                    <a:pt x="1494" y="47"/>
                  </a:lnTo>
                  <a:lnTo>
                    <a:pt x="1490" y="50"/>
                  </a:lnTo>
                  <a:lnTo>
                    <a:pt x="1490" y="49"/>
                  </a:lnTo>
                  <a:lnTo>
                    <a:pt x="1493" y="46"/>
                  </a:lnTo>
                  <a:lnTo>
                    <a:pt x="1494" y="43"/>
                  </a:lnTo>
                  <a:lnTo>
                    <a:pt x="1497" y="38"/>
                  </a:lnTo>
                  <a:lnTo>
                    <a:pt x="1500" y="38"/>
                  </a:lnTo>
                  <a:lnTo>
                    <a:pt x="1498" y="39"/>
                  </a:lnTo>
                  <a:lnTo>
                    <a:pt x="1501" y="43"/>
                  </a:lnTo>
                  <a:lnTo>
                    <a:pt x="1504" y="45"/>
                  </a:lnTo>
                  <a:lnTo>
                    <a:pt x="1504" y="43"/>
                  </a:lnTo>
                  <a:lnTo>
                    <a:pt x="1501" y="42"/>
                  </a:lnTo>
                  <a:lnTo>
                    <a:pt x="1501" y="39"/>
                  </a:lnTo>
                  <a:lnTo>
                    <a:pt x="1502" y="39"/>
                  </a:lnTo>
                  <a:lnTo>
                    <a:pt x="1505" y="38"/>
                  </a:lnTo>
                  <a:lnTo>
                    <a:pt x="1505" y="36"/>
                  </a:lnTo>
                  <a:lnTo>
                    <a:pt x="1502" y="36"/>
                  </a:lnTo>
                  <a:lnTo>
                    <a:pt x="1504" y="36"/>
                  </a:lnTo>
                  <a:lnTo>
                    <a:pt x="1505" y="34"/>
                  </a:lnTo>
                  <a:lnTo>
                    <a:pt x="1508" y="34"/>
                  </a:lnTo>
                  <a:lnTo>
                    <a:pt x="1509" y="30"/>
                  </a:lnTo>
                  <a:lnTo>
                    <a:pt x="1511" y="30"/>
                  </a:lnTo>
                  <a:lnTo>
                    <a:pt x="1513" y="33"/>
                  </a:lnTo>
                  <a:lnTo>
                    <a:pt x="1514" y="32"/>
                  </a:lnTo>
                  <a:lnTo>
                    <a:pt x="1515" y="33"/>
                  </a:lnTo>
                  <a:lnTo>
                    <a:pt x="1515" y="33"/>
                  </a:lnTo>
                  <a:lnTo>
                    <a:pt x="1518" y="36"/>
                  </a:lnTo>
                  <a:lnTo>
                    <a:pt x="1522" y="36"/>
                  </a:lnTo>
                  <a:lnTo>
                    <a:pt x="1523" y="36"/>
                  </a:lnTo>
                  <a:lnTo>
                    <a:pt x="1530" y="37"/>
                  </a:lnTo>
                  <a:lnTo>
                    <a:pt x="1530" y="39"/>
                  </a:lnTo>
                  <a:lnTo>
                    <a:pt x="1530" y="41"/>
                  </a:lnTo>
                  <a:lnTo>
                    <a:pt x="1531" y="39"/>
                  </a:lnTo>
                  <a:lnTo>
                    <a:pt x="1533" y="38"/>
                  </a:lnTo>
                  <a:lnTo>
                    <a:pt x="1534" y="38"/>
                  </a:lnTo>
                  <a:lnTo>
                    <a:pt x="1534" y="41"/>
                  </a:lnTo>
                  <a:lnTo>
                    <a:pt x="1536" y="39"/>
                  </a:lnTo>
                  <a:lnTo>
                    <a:pt x="1538" y="37"/>
                  </a:lnTo>
                  <a:lnTo>
                    <a:pt x="1540" y="38"/>
                  </a:lnTo>
                  <a:lnTo>
                    <a:pt x="1540" y="39"/>
                  </a:lnTo>
                  <a:lnTo>
                    <a:pt x="1539" y="41"/>
                  </a:lnTo>
                  <a:lnTo>
                    <a:pt x="1539" y="42"/>
                  </a:lnTo>
                  <a:lnTo>
                    <a:pt x="1540" y="49"/>
                  </a:lnTo>
                  <a:lnTo>
                    <a:pt x="1540" y="53"/>
                  </a:lnTo>
                  <a:lnTo>
                    <a:pt x="1540" y="54"/>
                  </a:lnTo>
                  <a:lnTo>
                    <a:pt x="1543" y="53"/>
                  </a:lnTo>
                  <a:lnTo>
                    <a:pt x="1544" y="55"/>
                  </a:lnTo>
                  <a:lnTo>
                    <a:pt x="1547" y="57"/>
                  </a:lnTo>
                  <a:lnTo>
                    <a:pt x="1547" y="59"/>
                  </a:lnTo>
                  <a:lnTo>
                    <a:pt x="1546" y="61"/>
                  </a:lnTo>
                  <a:lnTo>
                    <a:pt x="1543" y="61"/>
                  </a:lnTo>
                  <a:lnTo>
                    <a:pt x="1538" y="61"/>
                  </a:lnTo>
                  <a:lnTo>
                    <a:pt x="1544" y="62"/>
                  </a:lnTo>
                  <a:lnTo>
                    <a:pt x="1546" y="65"/>
                  </a:lnTo>
                  <a:lnTo>
                    <a:pt x="1544" y="67"/>
                  </a:lnTo>
                  <a:lnTo>
                    <a:pt x="1542" y="67"/>
                  </a:lnTo>
                  <a:lnTo>
                    <a:pt x="1539" y="71"/>
                  </a:lnTo>
                  <a:lnTo>
                    <a:pt x="1539" y="70"/>
                  </a:lnTo>
                  <a:lnTo>
                    <a:pt x="1536" y="72"/>
                  </a:lnTo>
                  <a:lnTo>
                    <a:pt x="1533" y="72"/>
                  </a:lnTo>
                  <a:lnTo>
                    <a:pt x="1530" y="74"/>
                  </a:lnTo>
                  <a:lnTo>
                    <a:pt x="1534" y="74"/>
                  </a:lnTo>
                  <a:lnTo>
                    <a:pt x="1535" y="75"/>
                  </a:lnTo>
                  <a:lnTo>
                    <a:pt x="1536" y="76"/>
                  </a:lnTo>
                  <a:lnTo>
                    <a:pt x="1539" y="75"/>
                  </a:lnTo>
                  <a:lnTo>
                    <a:pt x="1539" y="75"/>
                  </a:lnTo>
                  <a:lnTo>
                    <a:pt x="1540" y="76"/>
                  </a:lnTo>
                  <a:lnTo>
                    <a:pt x="1542" y="80"/>
                  </a:lnTo>
                  <a:lnTo>
                    <a:pt x="1540" y="82"/>
                  </a:lnTo>
                  <a:lnTo>
                    <a:pt x="1539" y="84"/>
                  </a:lnTo>
                  <a:lnTo>
                    <a:pt x="1543" y="82"/>
                  </a:lnTo>
                  <a:lnTo>
                    <a:pt x="1546" y="82"/>
                  </a:lnTo>
                  <a:lnTo>
                    <a:pt x="1548" y="84"/>
                  </a:lnTo>
                  <a:lnTo>
                    <a:pt x="1548" y="86"/>
                  </a:lnTo>
                  <a:lnTo>
                    <a:pt x="1550" y="90"/>
                  </a:lnTo>
                  <a:lnTo>
                    <a:pt x="1547" y="91"/>
                  </a:lnTo>
                  <a:lnTo>
                    <a:pt x="1548" y="92"/>
                  </a:lnTo>
                  <a:lnTo>
                    <a:pt x="1550" y="95"/>
                  </a:lnTo>
                  <a:lnTo>
                    <a:pt x="1547" y="96"/>
                  </a:lnTo>
                  <a:lnTo>
                    <a:pt x="1547" y="97"/>
                  </a:lnTo>
                  <a:lnTo>
                    <a:pt x="1547" y="100"/>
                  </a:lnTo>
                  <a:lnTo>
                    <a:pt x="1547" y="97"/>
                  </a:lnTo>
                  <a:lnTo>
                    <a:pt x="1550" y="97"/>
                  </a:lnTo>
                  <a:lnTo>
                    <a:pt x="1551" y="99"/>
                  </a:lnTo>
                  <a:lnTo>
                    <a:pt x="1551" y="101"/>
                  </a:lnTo>
                  <a:lnTo>
                    <a:pt x="1554" y="101"/>
                  </a:lnTo>
                  <a:lnTo>
                    <a:pt x="1554" y="103"/>
                  </a:lnTo>
                  <a:lnTo>
                    <a:pt x="1555" y="101"/>
                  </a:lnTo>
                  <a:lnTo>
                    <a:pt x="1556" y="100"/>
                  </a:lnTo>
                  <a:lnTo>
                    <a:pt x="1558" y="100"/>
                  </a:lnTo>
                  <a:lnTo>
                    <a:pt x="1560" y="101"/>
                  </a:lnTo>
                  <a:lnTo>
                    <a:pt x="1560" y="104"/>
                  </a:lnTo>
                  <a:lnTo>
                    <a:pt x="1558" y="104"/>
                  </a:lnTo>
                  <a:lnTo>
                    <a:pt x="1556" y="103"/>
                  </a:lnTo>
                  <a:lnTo>
                    <a:pt x="1555" y="105"/>
                  </a:lnTo>
                  <a:lnTo>
                    <a:pt x="1558" y="107"/>
                  </a:lnTo>
                  <a:lnTo>
                    <a:pt x="1559" y="107"/>
                  </a:lnTo>
                  <a:lnTo>
                    <a:pt x="1560" y="109"/>
                  </a:lnTo>
                  <a:lnTo>
                    <a:pt x="1560" y="112"/>
                  </a:lnTo>
                  <a:lnTo>
                    <a:pt x="1558" y="113"/>
                  </a:lnTo>
                  <a:lnTo>
                    <a:pt x="1555" y="109"/>
                  </a:lnTo>
                  <a:lnTo>
                    <a:pt x="1554" y="108"/>
                  </a:lnTo>
                  <a:lnTo>
                    <a:pt x="1555" y="113"/>
                  </a:lnTo>
                  <a:lnTo>
                    <a:pt x="1554" y="115"/>
                  </a:lnTo>
                  <a:lnTo>
                    <a:pt x="1552" y="115"/>
                  </a:lnTo>
                  <a:lnTo>
                    <a:pt x="1552" y="113"/>
                  </a:lnTo>
                  <a:lnTo>
                    <a:pt x="1550" y="113"/>
                  </a:lnTo>
                  <a:lnTo>
                    <a:pt x="1548" y="113"/>
                  </a:lnTo>
                  <a:lnTo>
                    <a:pt x="1543" y="112"/>
                  </a:lnTo>
                  <a:lnTo>
                    <a:pt x="1540" y="113"/>
                  </a:lnTo>
                  <a:lnTo>
                    <a:pt x="1538" y="113"/>
                  </a:lnTo>
                  <a:lnTo>
                    <a:pt x="1539" y="112"/>
                  </a:lnTo>
                  <a:lnTo>
                    <a:pt x="1538" y="111"/>
                  </a:lnTo>
                  <a:lnTo>
                    <a:pt x="1536" y="109"/>
                  </a:lnTo>
                  <a:lnTo>
                    <a:pt x="1536" y="113"/>
                  </a:lnTo>
                  <a:lnTo>
                    <a:pt x="1535" y="113"/>
                  </a:lnTo>
                  <a:lnTo>
                    <a:pt x="1535" y="113"/>
                  </a:lnTo>
                  <a:lnTo>
                    <a:pt x="1536" y="116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3" y="116"/>
                  </a:lnTo>
                  <a:lnTo>
                    <a:pt x="1527" y="117"/>
                  </a:lnTo>
                  <a:lnTo>
                    <a:pt x="1526" y="116"/>
                  </a:lnTo>
                  <a:lnTo>
                    <a:pt x="1526" y="115"/>
                  </a:lnTo>
                  <a:lnTo>
                    <a:pt x="1526" y="112"/>
                  </a:lnTo>
                  <a:lnTo>
                    <a:pt x="1525" y="112"/>
                  </a:lnTo>
                  <a:lnTo>
                    <a:pt x="1519" y="108"/>
                  </a:lnTo>
                  <a:lnTo>
                    <a:pt x="1518" y="107"/>
                  </a:lnTo>
                  <a:lnTo>
                    <a:pt x="1519" y="105"/>
                  </a:lnTo>
                  <a:lnTo>
                    <a:pt x="1515" y="104"/>
                  </a:lnTo>
                  <a:lnTo>
                    <a:pt x="1514" y="107"/>
                  </a:lnTo>
                  <a:lnTo>
                    <a:pt x="1510" y="108"/>
                  </a:lnTo>
                  <a:lnTo>
                    <a:pt x="1509" y="109"/>
                  </a:lnTo>
                  <a:lnTo>
                    <a:pt x="1508" y="111"/>
                  </a:lnTo>
                  <a:lnTo>
                    <a:pt x="1506" y="107"/>
                  </a:lnTo>
                  <a:lnTo>
                    <a:pt x="1505" y="105"/>
                  </a:lnTo>
                  <a:lnTo>
                    <a:pt x="1506" y="107"/>
                  </a:lnTo>
                  <a:lnTo>
                    <a:pt x="1506" y="112"/>
                  </a:lnTo>
                  <a:lnTo>
                    <a:pt x="1506" y="115"/>
                  </a:lnTo>
                  <a:lnTo>
                    <a:pt x="1506" y="117"/>
                  </a:lnTo>
                  <a:lnTo>
                    <a:pt x="1501" y="124"/>
                  </a:lnTo>
                  <a:lnTo>
                    <a:pt x="1500" y="124"/>
                  </a:lnTo>
                  <a:lnTo>
                    <a:pt x="1500" y="118"/>
                  </a:lnTo>
                  <a:lnTo>
                    <a:pt x="1497" y="118"/>
                  </a:lnTo>
                  <a:lnTo>
                    <a:pt x="1494" y="120"/>
                  </a:lnTo>
                  <a:lnTo>
                    <a:pt x="1489" y="115"/>
                  </a:lnTo>
                  <a:lnTo>
                    <a:pt x="1489" y="113"/>
                  </a:lnTo>
                  <a:lnTo>
                    <a:pt x="1488" y="108"/>
                  </a:lnTo>
                  <a:lnTo>
                    <a:pt x="1486" y="107"/>
                  </a:lnTo>
                  <a:lnTo>
                    <a:pt x="1485" y="105"/>
                  </a:lnTo>
                  <a:lnTo>
                    <a:pt x="1484" y="104"/>
                  </a:lnTo>
                  <a:lnTo>
                    <a:pt x="1483" y="104"/>
                  </a:lnTo>
                  <a:lnTo>
                    <a:pt x="1484" y="107"/>
                  </a:lnTo>
                  <a:lnTo>
                    <a:pt x="1484" y="108"/>
                  </a:lnTo>
                  <a:lnTo>
                    <a:pt x="1485" y="111"/>
                  </a:lnTo>
                  <a:lnTo>
                    <a:pt x="1484" y="112"/>
                  </a:lnTo>
                  <a:lnTo>
                    <a:pt x="1480" y="109"/>
                  </a:lnTo>
                  <a:lnTo>
                    <a:pt x="1477" y="107"/>
                  </a:lnTo>
                  <a:lnTo>
                    <a:pt x="1477" y="107"/>
                  </a:lnTo>
                  <a:lnTo>
                    <a:pt x="1479" y="109"/>
                  </a:lnTo>
                  <a:lnTo>
                    <a:pt x="1477" y="111"/>
                  </a:lnTo>
                  <a:lnTo>
                    <a:pt x="1479" y="112"/>
                  </a:lnTo>
                  <a:lnTo>
                    <a:pt x="1481" y="112"/>
                  </a:lnTo>
                  <a:lnTo>
                    <a:pt x="1483" y="113"/>
                  </a:lnTo>
                  <a:lnTo>
                    <a:pt x="1481" y="116"/>
                  </a:lnTo>
                  <a:lnTo>
                    <a:pt x="1479" y="117"/>
                  </a:lnTo>
                  <a:lnTo>
                    <a:pt x="1477" y="118"/>
                  </a:lnTo>
                  <a:lnTo>
                    <a:pt x="1480" y="118"/>
                  </a:lnTo>
                  <a:lnTo>
                    <a:pt x="1486" y="126"/>
                  </a:lnTo>
                  <a:lnTo>
                    <a:pt x="1490" y="128"/>
                  </a:lnTo>
                  <a:lnTo>
                    <a:pt x="1493" y="126"/>
                  </a:lnTo>
                  <a:lnTo>
                    <a:pt x="1496" y="128"/>
                  </a:lnTo>
                  <a:lnTo>
                    <a:pt x="1497" y="132"/>
                  </a:lnTo>
                  <a:lnTo>
                    <a:pt x="1497" y="132"/>
                  </a:lnTo>
                  <a:lnTo>
                    <a:pt x="1494" y="129"/>
                  </a:lnTo>
                  <a:lnTo>
                    <a:pt x="1493" y="129"/>
                  </a:lnTo>
                  <a:lnTo>
                    <a:pt x="1494" y="133"/>
                  </a:lnTo>
                  <a:lnTo>
                    <a:pt x="1498" y="134"/>
                  </a:lnTo>
                  <a:lnTo>
                    <a:pt x="1500" y="138"/>
                  </a:lnTo>
                  <a:lnTo>
                    <a:pt x="1501" y="141"/>
                  </a:lnTo>
                  <a:lnTo>
                    <a:pt x="1501" y="146"/>
                  </a:lnTo>
                  <a:lnTo>
                    <a:pt x="1500" y="153"/>
                  </a:lnTo>
                  <a:lnTo>
                    <a:pt x="1501" y="158"/>
                  </a:lnTo>
                  <a:lnTo>
                    <a:pt x="1501" y="161"/>
                  </a:lnTo>
                  <a:lnTo>
                    <a:pt x="1501" y="163"/>
                  </a:lnTo>
                  <a:lnTo>
                    <a:pt x="1498" y="167"/>
                  </a:lnTo>
                  <a:lnTo>
                    <a:pt x="1498" y="170"/>
                  </a:lnTo>
                  <a:lnTo>
                    <a:pt x="1497" y="171"/>
                  </a:lnTo>
                  <a:lnTo>
                    <a:pt x="1497" y="170"/>
                  </a:lnTo>
                  <a:lnTo>
                    <a:pt x="1497" y="168"/>
                  </a:lnTo>
                  <a:lnTo>
                    <a:pt x="1490" y="172"/>
                  </a:lnTo>
                  <a:lnTo>
                    <a:pt x="1489" y="171"/>
                  </a:lnTo>
                  <a:lnTo>
                    <a:pt x="1486" y="172"/>
                  </a:lnTo>
                  <a:lnTo>
                    <a:pt x="1485" y="172"/>
                  </a:lnTo>
                  <a:lnTo>
                    <a:pt x="1484" y="170"/>
                  </a:lnTo>
                  <a:lnTo>
                    <a:pt x="1481" y="170"/>
                  </a:lnTo>
                  <a:lnTo>
                    <a:pt x="1479" y="166"/>
                  </a:lnTo>
                  <a:lnTo>
                    <a:pt x="1476" y="165"/>
                  </a:lnTo>
                  <a:lnTo>
                    <a:pt x="1472" y="163"/>
                  </a:lnTo>
                  <a:lnTo>
                    <a:pt x="1471" y="162"/>
                  </a:lnTo>
                  <a:lnTo>
                    <a:pt x="1468" y="163"/>
                  </a:lnTo>
                  <a:lnTo>
                    <a:pt x="1467" y="166"/>
                  </a:lnTo>
                  <a:lnTo>
                    <a:pt x="1464" y="166"/>
                  </a:lnTo>
                  <a:lnTo>
                    <a:pt x="1467" y="167"/>
                  </a:lnTo>
                  <a:lnTo>
                    <a:pt x="1469" y="167"/>
                  </a:lnTo>
                  <a:lnTo>
                    <a:pt x="1471" y="165"/>
                  </a:lnTo>
                  <a:lnTo>
                    <a:pt x="1477" y="167"/>
                  </a:lnTo>
                  <a:lnTo>
                    <a:pt x="1479" y="170"/>
                  </a:lnTo>
                  <a:lnTo>
                    <a:pt x="1476" y="171"/>
                  </a:lnTo>
                  <a:lnTo>
                    <a:pt x="1473" y="170"/>
                  </a:lnTo>
                  <a:lnTo>
                    <a:pt x="1471" y="170"/>
                  </a:lnTo>
                  <a:lnTo>
                    <a:pt x="1471" y="172"/>
                  </a:lnTo>
                  <a:lnTo>
                    <a:pt x="1468" y="170"/>
                  </a:lnTo>
                  <a:lnTo>
                    <a:pt x="1467" y="171"/>
                  </a:lnTo>
                  <a:lnTo>
                    <a:pt x="1467" y="171"/>
                  </a:lnTo>
                  <a:lnTo>
                    <a:pt x="1468" y="174"/>
                  </a:lnTo>
                  <a:lnTo>
                    <a:pt x="1472" y="175"/>
                  </a:lnTo>
                  <a:lnTo>
                    <a:pt x="1471" y="179"/>
                  </a:lnTo>
                  <a:lnTo>
                    <a:pt x="1472" y="183"/>
                  </a:lnTo>
                  <a:lnTo>
                    <a:pt x="1475" y="184"/>
                  </a:lnTo>
                  <a:lnTo>
                    <a:pt x="1473" y="183"/>
                  </a:lnTo>
                  <a:lnTo>
                    <a:pt x="1473" y="178"/>
                  </a:lnTo>
                  <a:lnTo>
                    <a:pt x="1475" y="178"/>
                  </a:lnTo>
                  <a:lnTo>
                    <a:pt x="1477" y="178"/>
                  </a:lnTo>
                  <a:lnTo>
                    <a:pt x="1477" y="176"/>
                  </a:lnTo>
                  <a:lnTo>
                    <a:pt x="1481" y="172"/>
                  </a:lnTo>
                  <a:lnTo>
                    <a:pt x="1483" y="172"/>
                  </a:lnTo>
                  <a:lnTo>
                    <a:pt x="1484" y="174"/>
                  </a:lnTo>
                  <a:lnTo>
                    <a:pt x="1484" y="175"/>
                  </a:lnTo>
                  <a:lnTo>
                    <a:pt x="1488" y="180"/>
                  </a:lnTo>
                  <a:lnTo>
                    <a:pt x="1490" y="180"/>
                  </a:lnTo>
                  <a:lnTo>
                    <a:pt x="1493" y="183"/>
                  </a:lnTo>
                  <a:lnTo>
                    <a:pt x="1497" y="183"/>
                  </a:lnTo>
                  <a:lnTo>
                    <a:pt x="1497" y="180"/>
                  </a:lnTo>
                  <a:lnTo>
                    <a:pt x="1497" y="179"/>
                  </a:lnTo>
                  <a:lnTo>
                    <a:pt x="1498" y="179"/>
                  </a:lnTo>
                  <a:lnTo>
                    <a:pt x="1504" y="184"/>
                  </a:lnTo>
                  <a:lnTo>
                    <a:pt x="1505" y="187"/>
                  </a:lnTo>
                  <a:lnTo>
                    <a:pt x="1504" y="186"/>
                  </a:lnTo>
                  <a:lnTo>
                    <a:pt x="1502" y="188"/>
                  </a:lnTo>
                  <a:lnTo>
                    <a:pt x="1508" y="192"/>
                  </a:lnTo>
                  <a:lnTo>
                    <a:pt x="1509" y="192"/>
                  </a:lnTo>
                  <a:lnTo>
                    <a:pt x="1509" y="191"/>
                  </a:lnTo>
                  <a:lnTo>
                    <a:pt x="1509" y="188"/>
                  </a:lnTo>
                  <a:lnTo>
                    <a:pt x="1511" y="191"/>
                  </a:lnTo>
                  <a:lnTo>
                    <a:pt x="1517" y="197"/>
                  </a:lnTo>
                  <a:lnTo>
                    <a:pt x="1515" y="196"/>
                  </a:lnTo>
                  <a:lnTo>
                    <a:pt x="1514" y="196"/>
                  </a:lnTo>
                  <a:lnTo>
                    <a:pt x="1513" y="197"/>
                  </a:lnTo>
                  <a:lnTo>
                    <a:pt x="1514" y="200"/>
                  </a:lnTo>
                  <a:lnTo>
                    <a:pt x="1513" y="201"/>
                  </a:lnTo>
                  <a:lnTo>
                    <a:pt x="1511" y="204"/>
                  </a:lnTo>
                  <a:lnTo>
                    <a:pt x="1513" y="205"/>
                  </a:lnTo>
                  <a:lnTo>
                    <a:pt x="1515" y="204"/>
                  </a:lnTo>
                  <a:lnTo>
                    <a:pt x="1515" y="201"/>
                  </a:lnTo>
                  <a:lnTo>
                    <a:pt x="1517" y="201"/>
                  </a:lnTo>
                  <a:lnTo>
                    <a:pt x="1518" y="201"/>
                  </a:lnTo>
                  <a:lnTo>
                    <a:pt x="1519" y="200"/>
                  </a:lnTo>
                  <a:lnTo>
                    <a:pt x="1521" y="203"/>
                  </a:lnTo>
                  <a:lnTo>
                    <a:pt x="1526" y="207"/>
                  </a:lnTo>
                  <a:lnTo>
                    <a:pt x="1531" y="208"/>
                  </a:lnTo>
                  <a:lnTo>
                    <a:pt x="1535" y="211"/>
                  </a:lnTo>
                  <a:lnTo>
                    <a:pt x="1533" y="212"/>
                  </a:lnTo>
                  <a:lnTo>
                    <a:pt x="1536" y="217"/>
                  </a:lnTo>
                  <a:lnTo>
                    <a:pt x="1539" y="217"/>
                  </a:lnTo>
                  <a:lnTo>
                    <a:pt x="1542" y="222"/>
                  </a:lnTo>
                  <a:lnTo>
                    <a:pt x="1542" y="229"/>
                  </a:lnTo>
                  <a:lnTo>
                    <a:pt x="1540" y="230"/>
                  </a:lnTo>
                  <a:lnTo>
                    <a:pt x="1540" y="232"/>
                  </a:lnTo>
                  <a:lnTo>
                    <a:pt x="1543" y="233"/>
                  </a:lnTo>
                  <a:lnTo>
                    <a:pt x="1544" y="236"/>
                  </a:lnTo>
                  <a:lnTo>
                    <a:pt x="1543" y="236"/>
                  </a:lnTo>
                  <a:lnTo>
                    <a:pt x="1542" y="234"/>
                  </a:lnTo>
                  <a:lnTo>
                    <a:pt x="1533" y="234"/>
                  </a:lnTo>
                  <a:lnTo>
                    <a:pt x="1530" y="233"/>
                  </a:lnTo>
                  <a:lnTo>
                    <a:pt x="1529" y="234"/>
                  </a:lnTo>
                  <a:lnTo>
                    <a:pt x="1526" y="233"/>
                  </a:lnTo>
                  <a:lnTo>
                    <a:pt x="1526" y="232"/>
                  </a:lnTo>
                  <a:lnTo>
                    <a:pt x="1525" y="230"/>
                  </a:lnTo>
                  <a:lnTo>
                    <a:pt x="1523" y="232"/>
                  </a:lnTo>
                  <a:lnTo>
                    <a:pt x="1525" y="233"/>
                  </a:lnTo>
                  <a:lnTo>
                    <a:pt x="1521" y="236"/>
                  </a:lnTo>
                  <a:lnTo>
                    <a:pt x="1518" y="236"/>
                  </a:lnTo>
                  <a:lnTo>
                    <a:pt x="1517" y="237"/>
                  </a:lnTo>
                  <a:lnTo>
                    <a:pt x="1519" y="237"/>
                  </a:lnTo>
                  <a:lnTo>
                    <a:pt x="1515" y="241"/>
                  </a:lnTo>
                  <a:lnTo>
                    <a:pt x="1513" y="241"/>
                  </a:lnTo>
                  <a:lnTo>
                    <a:pt x="1513" y="243"/>
                  </a:lnTo>
                  <a:lnTo>
                    <a:pt x="1514" y="243"/>
                  </a:lnTo>
                  <a:lnTo>
                    <a:pt x="1510" y="249"/>
                  </a:lnTo>
                  <a:lnTo>
                    <a:pt x="1509" y="250"/>
                  </a:lnTo>
                  <a:lnTo>
                    <a:pt x="1509" y="249"/>
                  </a:lnTo>
                  <a:lnTo>
                    <a:pt x="1508" y="249"/>
                  </a:lnTo>
                  <a:lnTo>
                    <a:pt x="1508" y="253"/>
                  </a:lnTo>
                  <a:lnTo>
                    <a:pt x="1509" y="255"/>
                  </a:lnTo>
                  <a:lnTo>
                    <a:pt x="1506" y="258"/>
                  </a:lnTo>
                  <a:lnTo>
                    <a:pt x="1505" y="257"/>
                  </a:lnTo>
                  <a:lnTo>
                    <a:pt x="1505" y="259"/>
                  </a:lnTo>
                  <a:lnTo>
                    <a:pt x="1505" y="261"/>
                  </a:lnTo>
                  <a:lnTo>
                    <a:pt x="1502" y="263"/>
                  </a:lnTo>
                  <a:lnTo>
                    <a:pt x="1501" y="265"/>
                  </a:lnTo>
                  <a:lnTo>
                    <a:pt x="1502" y="266"/>
                  </a:lnTo>
                  <a:lnTo>
                    <a:pt x="1501" y="267"/>
                  </a:lnTo>
                  <a:lnTo>
                    <a:pt x="1501" y="268"/>
                  </a:lnTo>
                  <a:lnTo>
                    <a:pt x="1500" y="268"/>
                  </a:lnTo>
                  <a:lnTo>
                    <a:pt x="1497" y="268"/>
                  </a:lnTo>
                  <a:lnTo>
                    <a:pt x="1498" y="271"/>
                  </a:lnTo>
                  <a:lnTo>
                    <a:pt x="1498" y="272"/>
                  </a:lnTo>
                  <a:lnTo>
                    <a:pt x="1497" y="275"/>
                  </a:lnTo>
                  <a:lnTo>
                    <a:pt x="1497" y="276"/>
                  </a:lnTo>
                  <a:lnTo>
                    <a:pt x="1497" y="278"/>
                  </a:lnTo>
                  <a:lnTo>
                    <a:pt x="1496" y="279"/>
                  </a:lnTo>
                  <a:lnTo>
                    <a:pt x="1494" y="278"/>
                  </a:lnTo>
                  <a:lnTo>
                    <a:pt x="1493" y="278"/>
                  </a:lnTo>
                  <a:lnTo>
                    <a:pt x="1494" y="279"/>
                  </a:lnTo>
                  <a:lnTo>
                    <a:pt x="1497" y="282"/>
                  </a:lnTo>
                  <a:lnTo>
                    <a:pt x="1496" y="284"/>
                  </a:lnTo>
                  <a:lnTo>
                    <a:pt x="1493" y="284"/>
                  </a:lnTo>
                  <a:lnTo>
                    <a:pt x="1493" y="286"/>
                  </a:lnTo>
                  <a:lnTo>
                    <a:pt x="1494" y="286"/>
                  </a:lnTo>
                  <a:lnTo>
                    <a:pt x="1496" y="290"/>
                  </a:lnTo>
                  <a:lnTo>
                    <a:pt x="1494" y="291"/>
                  </a:lnTo>
                  <a:lnTo>
                    <a:pt x="1496" y="292"/>
                  </a:lnTo>
                  <a:lnTo>
                    <a:pt x="1493" y="296"/>
                  </a:lnTo>
                  <a:lnTo>
                    <a:pt x="1494" y="299"/>
                  </a:lnTo>
                  <a:lnTo>
                    <a:pt x="1492" y="303"/>
                  </a:lnTo>
                  <a:lnTo>
                    <a:pt x="1492" y="308"/>
                  </a:lnTo>
                  <a:lnTo>
                    <a:pt x="1490" y="311"/>
                  </a:lnTo>
                  <a:lnTo>
                    <a:pt x="1490" y="312"/>
                  </a:lnTo>
                  <a:lnTo>
                    <a:pt x="1492" y="313"/>
                  </a:lnTo>
                  <a:lnTo>
                    <a:pt x="1492" y="315"/>
                  </a:lnTo>
                  <a:lnTo>
                    <a:pt x="1492" y="316"/>
                  </a:lnTo>
                  <a:lnTo>
                    <a:pt x="1494" y="320"/>
                  </a:lnTo>
                  <a:lnTo>
                    <a:pt x="1494" y="322"/>
                  </a:lnTo>
                  <a:lnTo>
                    <a:pt x="1493" y="321"/>
                  </a:lnTo>
                  <a:lnTo>
                    <a:pt x="1490" y="322"/>
                  </a:lnTo>
                  <a:lnTo>
                    <a:pt x="1488" y="320"/>
                  </a:lnTo>
                  <a:lnTo>
                    <a:pt x="1486" y="321"/>
                  </a:lnTo>
                  <a:lnTo>
                    <a:pt x="1484" y="317"/>
                  </a:lnTo>
                  <a:lnTo>
                    <a:pt x="1484" y="316"/>
                  </a:lnTo>
                  <a:lnTo>
                    <a:pt x="1484" y="316"/>
                  </a:lnTo>
                  <a:lnTo>
                    <a:pt x="1481" y="316"/>
                  </a:lnTo>
                  <a:lnTo>
                    <a:pt x="1480" y="316"/>
                  </a:lnTo>
                  <a:lnTo>
                    <a:pt x="1479" y="313"/>
                  </a:lnTo>
                  <a:lnTo>
                    <a:pt x="1473" y="311"/>
                  </a:lnTo>
                  <a:lnTo>
                    <a:pt x="1469" y="309"/>
                  </a:lnTo>
                  <a:lnTo>
                    <a:pt x="1465" y="312"/>
                  </a:lnTo>
                  <a:lnTo>
                    <a:pt x="1464" y="311"/>
                  </a:lnTo>
                  <a:lnTo>
                    <a:pt x="1461" y="312"/>
                  </a:lnTo>
                  <a:lnTo>
                    <a:pt x="1459" y="315"/>
                  </a:lnTo>
                  <a:lnTo>
                    <a:pt x="1456" y="315"/>
                  </a:lnTo>
                  <a:lnTo>
                    <a:pt x="1456" y="320"/>
                  </a:lnTo>
                  <a:lnTo>
                    <a:pt x="1454" y="321"/>
                  </a:lnTo>
                  <a:lnTo>
                    <a:pt x="1452" y="320"/>
                  </a:lnTo>
                  <a:lnTo>
                    <a:pt x="1454" y="322"/>
                  </a:lnTo>
                  <a:lnTo>
                    <a:pt x="1452" y="325"/>
                  </a:lnTo>
                  <a:lnTo>
                    <a:pt x="1452" y="328"/>
                  </a:lnTo>
                  <a:lnTo>
                    <a:pt x="1452" y="329"/>
                  </a:lnTo>
                  <a:lnTo>
                    <a:pt x="1451" y="336"/>
                  </a:lnTo>
                  <a:lnTo>
                    <a:pt x="1450" y="337"/>
                  </a:lnTo>
                  <a:lnTo>
                    <a:pt x="1448" y="336"/>
                  </a:lnTo>
                  <a:lnTo>
                    <a:pt x="1446" y="328"/>
                  </a:lnTo>
                  <a:lnTo>
                    <a:pt x="1446" y="325"/>
                  </a:lnTo>
                  <a:lnTo>
                    <a:pt x="1443" y="324"/>
                  </a:lnTo>
                  <a:lnTo>
                    <a:pt x="1442" y="321"/>
                  </a:lnTo>
                  <a:lnTo>
                    <a:pt x="1442" y="324"/>
                  </a:lnTo>
                  <a:lnTo>
                    <a:pt x="1438" y="329"/>
                  </a:lnTo>
                  <a:lnTo>
                    <a:pt x="1436" y="330"/>
                  </a:lnTo>
                  <a:lnTo>
                    <a:pt x="1436" y="333"/>
                  </a:lnTo>
                  <a:lnTo>
                    <a:pt x="1439" y="333"/>
                  </a:lnTo>
                  <a:lnTo>
                    <a:pt x="1436" y="338"/>
                  </a:lnTo>
                  <a:lnTo>
                    <a:pt x="1434" y="336"/>
                  </a:lnTo>
                  <a:lnTo>
                    <a:pt x="1432" y="336"/>
                  </a:lnTo>
                  <a:lnTo>
                    <a:pt x="1431" y="334"/>
                  </a:lnTo>
                  <a:lnTo>
                    <a:pt x="1430" y="334"/>
                  </a:lnTo>
                  <a:lnTo>
                    <a:pt x="1429" y="338"/>
                  </a:lnTo>
                  <a:lnTo>
                    <a:pt x="1427" y="338"/>
                  </a:lnTo>
                  <a:lnTo>
                    <a:pt x="1426" y="337"/>
                  </a:lnTo>
                  <a:lnTo>
                    <a:pt x="1423" y="337"/>
                  </a:lnTo>
                  <a:lnTo>
                    <a:pt x="1423" y="338"/>
                  </a:lnTo>
                  <a:lnTo>
                    <a:pt x="1425" y="341"/>
                  </a:lnTo>
                  <a:lnTo>
                    <a:pt x="1423" y="342"/>
                  </a:lnTo>
                  <a:lnTo>
                    <a:pt x="1423" y="343"/>
                  </a:lnTo>
                  <a:lnTo>
                    <a:pt x="1422" y="346"/>
                  </a:lnTo>
                  <a:lnTo>
                    <a:pt x="1425" y="349"/>
                  </a:lnTo>
                  <a:lnTo>
                    <a:pt x="1426" y="351"/>
                  </a:lnTo>
                  <a:lnTo>
                    <a:pt x="1425" y="351"/>
                  </a:lnTo>
                  <a:lnTo>
                    <a:pt x="1425" y="353"/>
                  </a:lnTo>
                  <a:lnTo>
                    <a:pt x="1427" y="354"/>
                  </a:lnTo>
                  <a:lnTo>
                    <a:pt x="1429" y="355"/>
                  </a:lnTo>
                  <a:lnTo>
                    <a:pt x="1430" y="358"/>
                  </a:lnTo>
                  <a:lnTo>
                    <a:pt x="1429" y="358"/>
                  </a:lnTo>
                  <a:lnTo>
                    <a:pt x="1427" y="359"/>
                  </a:lnTo>
                  <a:lnTo>
                    <a:pt x="1430" y="361"/>
                  </a:lnTo>
                  <a:lnTo>
                    <a:pt x="1431" y="362"/>
                  </a:lnTo>
                  <a:lnTo>
                    <a:pt x="1431" y="363"/>
                  </a:lnTo>
                  <a:lnTo>
                    <a:pt x="1429" y="362"/>
                  </a:lnTo>
                  <a:lnTo>
                    <a:pt x="1427" y="362"/>
                  </a:lnTo>
                  <a:lnTo>
                    <a:pt x="1427" y="363"/>
                  </a:lnTo>
                  <a:lnTo>
                    <a:pt x="1430" y="366"/>
                  </a:lnTo>
                  <a:lnTo>
                    <a:pt x="1431" y="365"/>
                  </a:lnTo>
                  <a:lnTo>
                    <a:pt x="1431" y="367"/>
                  </a:lnTo>
                  <a:lnTo>
                    <a:pt x="1430" y="370"/>
                  </a:lnTo>
                  <a:lnTo>
                    <a:pt x="1430" y="372"/>
                  </a:lnTo>
                  <a:lnTo>
                    <a:pt x="1429" y="374"/>
                  </a:lnTo>
                  <a:lnTo>
                    <a:pt x="1430" y="378"/>
                  </a:lnTo>
                  <a:lnTo>
                    <a:pt x="1429" y="379"/>
                  </a:lnTo>
                  <a:lnTo>
                    <a:pt x="1430" y="382"/>
                  </a:lnTo>
                  <a:lnTo>
                    <a:pt x="1430" y="383"/>
                  </a:lnTo>
                  <a:lnTo>
                    <a:pt x="1430" y="386"/>
                  </a:lnTo>
                  <a:lnTo>
                    <a:pt x="1432" y="390"/>
                  </a:lnTo>
                  <a:lnTo>
                    <a:pt x="1431" y="391"/>
                  </a:lnTo>
                  <a:lnTo>
                    <a:pt x="1432" y="392"/>
                  </a:lnTo>
                  <a:lnTo>
                    <a:pt x="1435" y="395"/>
                  </a:lnTo>
                  <a:lnTo>
                    <a:pt x="1439" y="399"/>
                  </a:lnTo>
                  <a:lnTo>
                    <a:pt x="1442" y="400"/>
                  </a:lnTo>
                  <a:lnTo>
                    <a:pt x="1442" y="399"/>
                  </a:lnTo>
                  <a:lnTo>
                    <a:pt x="1443" y="397"/>
                  </a:lnTo>
                  <a:lnTo>
                    <a:pt x="1440" y="393"/>
                  </a:lnTo>
                  <a:lnTo>
                    <a:pt x="1439" y="392"/>
                  </a:lnTo>
                  <a:lnTo>
                    <a:pt x="1442" y="391"/>
                  </a:lnTo>
                  <a:lnTo>
                    <a:pt x="1444" y="391"/>
                  </a:lnTo>
                  <a:lnTo>
                    <a:pt x="1448" y="393"/>
                  </a:lnTo>
                  <a:lnTo>
                    <a:pt x="1450" y="393"/>
                  </a:lnTo>
                  <a:lnTo>
                    <a:pt x="1451" y="395"/>
                  </a:lnTo>
                  <a:lnTo>
                    <a:pt x="1451" y="396"/>
                  </a:lnTo>
                  <a:lnTo>
                    <a:pt x="1451" y="397"/>
                  </a:lnTo>
                  <a:lnTo>
                    <a:pt x="1452" y="400"/>
                  </a:lnTo>
                  <a:lnTo>
                    <a:pt x="1451" y="401"/>
                  </a:lnTo>
                  <a:lnTo>
                    <a:pt x="1452" y="404"/>
                  </a:lnTo>
                  <a:lnTo>
                    <a:pt x="1451" y="404"/>
                  </a:lnTo>
                  <a:lnTo>
                    <a:pt x="1450" y="407"/>
                  </a:lnTo>
                  <a:lnTo>
                    <a:pt x="1451" y="411"/>
                  </a:lnTo>
                  <a:lnTo>
                    <a:pt x="1454" y="413"/>
                  </a:lnTo>
                  <a:lnTo>
                    <a:pt x="1452" y="417"/>
                  </a:lnTo>
                  <a:lnTo>
                    <a:pt x="1455" y="420"/>
                  </a:lnTo>
                  <a:lnTo>
                    <a:pt x="1456" y="418"/>
                  </a:lnTo>
                  <a:lnTo>
                    <a:pt x="1456" y="417"/>
                  </a:lnTo>
                  <a:lnTo>
                    <a:pt x="1459" y="416"/>
                  </a:lnTo>
                  <a:lnTo>
                    <a:pt x="1459" y="415"/>
                  </a:lnTo>
                  <a:lnTo>
                    <a:pt x="1460" y="416"/>
                  </a:lnTo>
                  <a:lnTo>
                    <a:pt x="1463" y="417"/>
                  </a:lnTo>
                  <a:lnTo>
                    <a:pt x="1461" y="422"/>
                  </a:lnTo>
                  <a:lnTo>
                    <a:pt x="1467" y="426"/>
                  </a:lnTo>
                  <a:lnTo>
                    <a:pt x="1469" y="430"/>
                  </a:lnTo>
                  <a:lnTo>
                    <a:pt x="1468" y="433"/>
                  </a:lnTo>
                  <a:lnTo>
                    <a:pt x="1468" y="436"/>
                  </a:lnTo>
                  <a:lnTo>
                    <a:pt x="1467" y="436"/>
                  </a:lnTo>
                  <a:lnTo>
                    <a:pt x="1463" y="434"/>
                  </a:lnTo>
                  <a:lnTo>
                    <a:pt x="1460" y="433"/>
                  </a:lnTo>
                  <a:lnTo>
                    <a:pt x="1460" y="429"/>
                  </a:lnTo>
                  <a:lnTo>
                    <a:pt x="1460" y="426"/>
                  </a:lnTo>
                  <a:lnTo>
                    <a:pt x="1461" y="424"/>
                  </a:lnTo>
                  <a:lnTo>
                    <a:pt x="1460" y="421"/>
                  </a:lnTo>
                  <a:lnTo>
                    <a:pt x="1459" y="422"/>
                  </a:lnTo>
                  <a:lnTo>
                    <a:pt x="1460" y="424"/>
                  </a:lnTo>
                  <a:lnTo>
                    <a:pt x="1460" y="425"/>
                  </a:lnTo>
                  <a:lnTo>
                    <a:pt x="1457" y="426"/>
                  </a:lnTo>
                  <a:lnTo>
                    <a:pt x="1455" y="429"/>
                  </a:lnTo>
                  <a:lnTo>
                    <a:pt x="1456" y="430"/>
                  </a:lnTo>
                  <a:lnTo>
                    <a:pt x="1459" y="430"/>
                  </a:lnTo>
                  <a:lnTo>
                    <a:pt x="1459" y="433"/>
                  </a:lnTo>
                  <a:lnTo>
                    <a:pt x="1456" y="436"/>
                  </a:lnTo>
                  <a:lnTo>
                    <a:pt x="1457" y="440"/>
                  </a:lnTo>
                  <a:lnTo>
                    <a:pt x="1457" y="440"/>
                  </a:lnTo>
                  <a:lnTo>
                    <a:pt x="1457" y="449"/>
                  </a:lnTo>
                  <a:lnTo>
                    <a:pt x="1459" y="450"/>
                  </a:lnTo>
                  <a:lnTo>
                    <a:pt x="1459" y="453"/>
                  </a:lnTo>
                  <a:lnTo>
                    <a:pt x="1465" y="461"/>
                  </a:lnTo>
                  <a:lnTo>
                    <a:pt x="1467" y="461"/>
                  </a:lnTo>
                  <a:lnTo>
                    <a:pt x="1471" y="467"/>
                  </a:lnTo>
                  <a:lnTo>
                    <a:pt x="1473" y="468"/>
                  </a:lnTo>
                  <a:lnTo>
                    <a:pt x="1472" y="470"/>
                  </a:lnTo>
                  <a:lnTo>
                    <a:pt x="1472" y="474"/>
                  </a:lnTo>
                  <a:lnTo>
                    <a:pt x="1465" y="476"/>
                  </a:lnTo>
                  <a:lnTo>
                    <a:pt x="1464" y="475"/>
                  </a:lnTo>
                  <a:lnTo>
                    <a:pt x="1460" y="478"/>
                  </a:lnTo>
                  <a:lnTo>
                    <a:pt x="1459" y="476"/>
                  </a:lnTo>
                  <a:lnTo>
                    <a:pt x="1460" y="478"/>
                  </a:lnTo>
                  <a:lnTo>
                    <a:pt x="1457" y="483"/>
                  </a:lnTo>
                  <a:lnTo>
                    <a:pt x="1457" y="486"/>
                  </a:lnTo>
                  <a:lnTo>
                    <a:pt x="1456" y="487"/>
                  </a:lnTo>
                  <a:lnTo>
                    <a:pt x="1457" y="490"/>
                  </a:lnTo>
                  <a:lnTo>
                    <a:pt x="1456" y="495"/>
                  </a:lnTo>
                  <a:lnTo>
                    <a:pt x="1459" y="501"/>
                  </a:lnTo>
                  <a:lnTo>
                    <a:pt x="1461" y="504"/>
                  </a:lnTo>
                  <a:lnTo>
                    <a:pt x="1461" y="507"/>
                  </a:lnTo>
                  <a:lnTo>
                    <a:pt x="1465" y="508"/>
                  </a:lnTo>
                  <a:lnTo>
                    <a:pt x="1467" y="511"/>
                  </a:lnTo>
                  <a:lnTo>
                    <a:pt x="1464" y="511"/>
                  </a:lnTo>
                  <a:lnTo>
                    <a:pt x="1463" y="509"/>
                  </a:lnTo>
                  <a:lnTo>
                    <a:pt x="1461" y="511"/>
                  </a:lnTo>
                  <a:lnTo>
                    <a:pt x="1459" y="513"/>
                  </a:lnTo>
                  <a:lnTo>
                    <a:pt x="1457" y="512"/>
                  </a:lnTo>
                  <a:lnTo>
                    <a:pt x="1454" y="516"/>
                  </a:lnTo>
                  <a:lnTo>
                    <a:pt x="1451" y="513"/>
                  </a:lnTo>
                  <a:lnTo>
                    <a:pt x="1450" y="516"/>
                  </a:lnTo>
                  <a:lnTo>
                    <a:pt x="1452" y="517"/>
                  </a:lnTo>
                  <a:lnTo>
                    <a:pt x="1454" y="517"/>
                  </a:lnTo>
                  <a:lnTo>
                    <a:pt x="1454" y="520"/>
                  </a:lnTo>
                  <a:lnTo>
                    <a:pt x="1454" y="521"/>
                  </a:lnTo>
                  <a:lnTo>
                    <a:pt x="1455" y="524"/>
                  </a:lnTo>
                  <a:lnTo>
                    <a:pt x="1455" y="525"/>
                  </a:lnTo>
                  <a:lnTo>
                    <a:pt x="1454" y="525"/>
                  </a:lnTo>
                  <a:lnTo>
                    <a:pt x="1455" y="528"/>
                  </a:lnTo>
                  <a:lnTo>
                    <a:pt x="1454" y="529"/>
                  </a:lnTo>
                  <a:lnTo>
                    <a:pt x="1455" y="530"/>
                  </a:lnTo>
                  <a:lnTo>
                    <a:pt x="1456" y="529"/>
                  </a:lnTo>
                  <a:lnTo>
                    <a:pt x="1459" y="532"/>
                  </a:lnTo>
                  <a:lnTo>
                    <a:pt x="1457" y="533"/>
                  </a:lnTo>
                  <a:lnTo>
                    <a:pt x="1456" y="537"/>
                  </a:lnTo>
                  <a:lnTo>
                    <a:pt x="1457" y="540"/>
                  </a:lnTo>
                  <a:lnTo>
                    <a:pt x="1457" y="543"/>
                  </a:lnTo>
                  <a:lnTo>
                    <a:pt x="1456" y="546"/>
                  </a:lnTo>
                  <a:lnTo>
                    <a:pt x="1456" y="547"/>
                  </a:lnTo>
                  <a:lnTo>
                    <a:pt x="1456" y="549"/>
                  </a:lnTo>
                  <a:lnTo>
                    <a:pt x="1454" y="551"/>
                  </a:lnTo>
                  <a:lnTo>
                    <a:pt x="1454" y="554"/>
                  </a:lnTo>
                  <a:lnTo>
                    <a:pt x="1452" y="554"/>
                  </a:lnTo>
                  <a:lnTo>
                    <a:pt x="1451" y="559"/>
                  </a:lnTo>
                  <a:lnTo>
                    <a:pt x="1448" y="566"/>
                  </a:lnTo>
                  <a:lnTo>
                    <a:pt x="1450" y="563"/>
                  </a:lnTo>
                  <a:lnTo>
                    <a:pt x="1448" y="561"/>
                  </a:lnTo>
                  <a:lnTo>
                    <a:pt x="1448" y="558"/>
                  </a:lnTo>
                  <a:lnTo>
                    <a:pt x="1448" y="557"/>
                  </a:lnTo>
                  <a:lnTo>
                    <a:pt x="1443" y="557"/>
                  </a:lnTo>
                  <a:lnTo>
                    <a:pt x="1440" y="553"/>
                  </a:lnTo>
                  <a:lnTo>
                    <a:pt x="1440" y="549"/>
                  </a:lnTo>
                  <a:lnTo>
                    <a:pt x="1435" y="538"/>
                  </a:lnTo>
                  <a:lnTo>
                    <a:pt x="1432" y="533"/>
                  </a:lnTo>
                  <a:lnTo>
                    <a:pt x="1434" y="534"/>
                  </a:lnTo>
                  <a:lnTo>
                    <a:pt x="1436" y="533"/>
                  </a:lnTo>
                  <a:lnTo>
                    <a:pt x="1436" y="530"/>
                  </a:lnTo>
                  <a:lnTo>
                    <a:pt x="1435" y="532"/>
                  </a:lnTo>
                  <a:lnTo>
                    <a:pt x="1432" y="532"/>
                  </a:lnTo>
                  <a:lnTo>
                    <a:pt x="1427" y="529"/>
                  </a:lnTo>
                  <a:lnTo>
                    <a:pt x="1419" y="513"/>
                  </a:lnTo>
                  <a:lnTo>
                    <a:pt x="1410" y="503"/>
                  </a:lnTo>
                  <a:lnTo>
                    <a:pt x="1410" y="500"/>
                  </a:lnTo>
                  <a:lnTo>
                    <a:pt x="1407" y="496"/>
                  </a:lnTo>
                  <a:lnTo>
                    <a:pt x="1401" y="486"/>
                  </a:lnTo>
                  <a:lnTo>
                    <a:pt x="1394" y="474"/>
                  </a:lnTo>
                  <a:lnTo>
                    <a:pt x="1389" y="462"/>
                  </a:lnTo>
                  <a:lnTo>
                    <a:pt x="1389" y="457"/>
                  </a:lnTo>
                  <a:lnTo>
                    <a:pt x="1386" y="451"/>
                  </a:lnTo>
                  <a:lnTo>
                    <a:pt x="1385" y="443"/>
                  </a:lnTo>
                  <a:lnTo>
                    <a:pt x="1382" y="440"/>
                  </a:lnTo>
                  <a:lnTo>
                    <a:pt x="1384" y="434"/>
                  </a:lnTo>
                  <a:lnTo>
                    <a:pt x="1386" y="432"/>
                  </a:lnTo>
                  <a:lnTo>
                    <a:pt x="1386" y="428"/>
                  </a:lnTo>
                  <a:lnTo>
                    <a:pt x="1389" y="426"/>
                  </a:lnTo>
                  <a:lnTo>
                    <a:pt x="1388" y="425"/>
                  </a:lnTo>
                  <a:lnTo>
                    <a:pt x="1388" y="424"/>
                  </a:lnTo>
                  <a:lnTo>
                    <a:pt x="1388" y="418"/>
                  </a:lnTo>
                  <a:lnTo>
                    <a:pt x="1384" y="412"/>
                  </a:lnTo>
                  <a:lnTo>
                    <a:pt x="1381" y="412"/>
                  </a:lnTo>
                  <a:lnTo>
                    <a:pt x="1381" y="411"/>
                  </a:lnTo>
                  <a:lnTo>
                    <a:pt x="1382" y="408"/>
                  </a:lnTo>
                  <a:lnTo>
                    <a:pt x="1388" y="411"/>
                  </a:lnTo>
                  <a:lnTo>
                    <a:pt x="1390" y="408"/>
                  </a:lnTo>
                  <a:lnTo>
                    <a:pt x="1389" y="405"/>
                  </a:lnTo>
                  <a:lnTo>
                    <a:pt x="1389" y="401"/>
                  </a:lnTo>
                  <a:lnTo>
                    <a:pt x="1394" y="400"/>
                  </a:lnTo>
                  <a:lnTo>
                    <a:pt x="1396" y="401"/>
                  </a:lnTo>
                  <a:lnTo>
                    <a:pt x="1394" y="399"/>
                  </a:lnTo>
                  <a:lnTo>
                    <a:pt x="1397" y="391"/>
                  </a:lnTo>
                  <a:lnTo>
                    <a:pt x="1396" y="387"/>
                  </a:lnTo>
                  <a:lnTo>
                    <a:pt x="1396" y="382"/>
                  </a:lnTo>
                  <a:lnTo>
                    <a:pt x="1394" y="379"/>
                  </a:lnTo>
                  <a:lnTo>
                    <a:pt x="1397" y="378"/>
                  </a:lnTo>
                  <a:lnTo>
                    <a:pt x="1397" y="375"/>
                  </a:lnTo>
                  <a:lnTo>
                    <a:pt x="1396" y="374"/>
                  </a:lnTo>
                  <a:lnTo>
                    <a:pt x="1397" y="370"/>
                  </a:lnTo>
                  <a:lnTo>
                    <a:pt x="1398" y="370"/>
                  </a:lnTo>
                  <a:lnTo>
                    <a:pt x="1396" y="367"/>
                  </a:lnTo>
                  <a:lnTo>
                    <a:pt x="1396" y="365"/>
                  </a:lnTo>
                  <a:lnTo>
                    <a:pt x="1397" y="365"/>
                  </a:lnTo>
                  <a:lnTo>
                    <a:pt x="1397" y="359"/>
                  </a:lnTo>
                  <a:lnTo>
                    <a:pt x="1396" y="358"/>
                  </a:lnTo>
                  <a:lnTo>
                    <a:pt x="1397" y="357"/>
                  </a:lnTo>
                  <a:lnTo>
                    <a:pt x="1400" y="355"/>
                  </a:lnTo>
                  <a:lnTo>
                    <a:pt x="1401" y="354"/>
                  </a:lnTo>
                  <a:lnTo>
                    <a:pt x="1400" y="350"/>
                  </a:lnTo>
                  <a:lnTo>
                    <a:pt x="1401" y="345"/>
                  </a:lnTo>
                  <a:lnTo>
                    <a:pt x="1400" y="343"/>
                  </a:lnTo>
                  <a:lnTo>
                    <a:pt x="1398" y="342"/>
                  </a:lnTo>
                  <a:lnTo>
                    <a:pt x="1401" y="338"/>
                  </a:lnTo>
                  <a:lnTo>
                    <a:pt x="1401" y="336"/>
                  </a:lnTo>
                  <a:lnTo>
                    <a:pt x="1400" y="336"/>
                  </a:lnTo>
                  <a:lnTo>
                    <a:pt x="1398" y="333"/>
                  </a:lnTo>
                  <a:lnTo>
                    <a:pt x="1400" y="332"/>
                  </a:lnTo>
                  <a:lnTo>
                    <a:pt x="1400" y="329"/>
                  </a:lnTo>
                  <a:lnTo>
                    <a:pt x="1402" y="328"/>
                  </a:lnTo>
                  <a:lnTo>
                    <a:pt x="1402" y="328"/>
                  </a:lnTo>
                  <a:lnTo>
                    <a:pt x="1405" y="325"/>
                  </a:lnTo>
                  <a:lnTo>
                    <a:pt x="1405" y="324"/>
                  </a:lnTo>
                  <a:lnTo>
                    <a:pt x="1407" y="320"/>
                  </a:lnTo>
                  <a:lnTo>
                    <a:pt x="1409" y="321"/>
                  </a:lnTo>
                  <a:lnTo>
                    <a:pt x="1411" y="318"/>
                  </a:lnTo>
                  <a:lnTo>
                    <a:pt x="1413" y="318"/>
                  </a:lnTo>
                  <a:lnTo>
                    <a:pt x="1413" y="317"/>
                  </a:lnTo>
                  <a:lnTo>
                    <a:pt x="1413" y="316"/>
                  </a:lnTo>
                  <a:lnTo>
                    <a:pt x="1410" y="316"/>
                  </a:lnTo>
                  <a:lnTo>
                    <a:pt x="1409" y="317"/>
                  </a:lnTo>
                  <a:lnTo>
                    <a:pt x="1406" y="316"/>
                  </a:lnTo>
                  <a:lnTo>
                    <a:pt x="1407" y="311"/>
                  </a:lnTo>
                  <a:lnTo>
                    <a:pt x="1409" y="308"/>
                  </a:lnTo>
                  <a:lnTo>
                    <a:pt x="1407" y="307"/>
                  </a:lnTo>
                  <a:lnTo>
                    <a:pt x="1406" y="304"/>
                  </a:lnTo>
                  <a:lnTo>
                    <a:pt x="1405" y="304"/>
                  </a:lnTo>
                  <a:lnTo>
                    <a:pt x="1405" y="305"/>
                  </a:lnTo>
                  <a:lnTo>
                    <a:pt x="1404" y="305"/>
                  </a:lnTo>
                  <a:lnTo>
                    <a:pt x="1404" y="299"/>
                  </a:lnTo>
                  <a:lnTo>
                    <a:pt x="1404" y="297"/>
                  </a:lnTo>
                  <a:lnTo>
                    <a:pt x="1404" y="296"/>
                  </a:lnTo>
                  <a:lnTo>
                    <a:pt x="1404" y="293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1"/>
                  </a:lnTo>
                  <a:lnTo>
                    <a:pt x="1398" y="287"/>
                  </a:lnTo>
                  <a:lnTo>
                    <a:pt x="1398" y="286"/>
                  </a:lnTo>
                  <a:lnTo>
                    <a:pt x="1397" y="284"/>
                  </a:lnTo>
                  <a:lnTo>
                    <a:pt x="1397" y="282"/>
                  </a:lnTo>
                  <a:lnTo>
                    <a:pt x="1396" y="279"/>
                  </a:lnTo>
                  <a:lnTo>
                    <a:pt x="1396" y="276"/>
                  </a:lnTo>
                  <a:lnTo>
                    <a:pt x="1398" y="274"/>
                  </a:lnTo>
                  <a:lnTo>
                    <a:pt x="1401" y="274"/>
                  </a:lnTo>
                  <a:lnTo>
                    <a:pt x="1404" y="274"/>
                  </a:lnTo>
                  <a:lnTo>
                    <a:pt x="1402" y="272"/>
                  </a:lnTo>
                  <a:lnTo>
                    <a:pt x="1405" y="271"/>
                  </a:lnTo>
                  <a:lnTo>
                    <a:pt x="1404" y="271"/>
                  </a:lnTo>
                  <a:lnTo>
                    <a:pt x="1401" y="271"/>
                  </a:lnTo>
                  <a:lnTo>
                    <a:pt x="1400" y="270"/>
                  </a:lnTo>
                  <a:lnTo>
                    <a:pt x="1397" y="270"/>
                  </a:lnTo>
                  <a:lnTo>
                    <a:pt x="1393" y="267"/>
                  </a:lnTo>
                  <a:lnTo>
                    <a:pt x="1393" y="268"/>
                  </a:lnTo>
                  <a:lnTo>
                    <a:pt x="1389" y="268"/>
                  </a:lnTo>
                  <a:lnTo>
                    <a:pt x="1388" y="271"/>
                  </a:lnTo>
                  <a:lnTo>
                    <a:pt x="1385" y="271"/>
                  </a:lnTo>
                  <a:lnTo>
                    <a:pt x="1381" y="274"/>
                  </a:lnTo>
                  <a:lnTo>
                    <a:pt x="1382" y="275"/>
                  </a:lnTo>
                  <a:lnTo>
                    <a:pt x="1382" y="276"/>
                  </a:lnTo>
                  <a:lnTo>
                    <a:pt x="1385" y="279"/>
                  </a:lnTo>
                  <a:lnTo>
                    <a:pt x="1385" y="282"/>
                  </a:lnTo>
                  <a:lnTo>
                    <a:pt x="1385" y="283"/>
                  </a:lnTo>
                  <a:lnTo>
                    <a:pt x="1385" y="286"/>
                  </a:lnTo>
                  <a:lnTo>
                    <a:pt x="1388" y="287"/>
                  </a:lnTo>
                  <a:lnTo>
                    <a:pt x="1388" y="288"/>
                  </a:lnTo>
                  <a:lnTo>
                    <a:pt x="1389" y="290"/>
                  </a:lnTo>
                  <a:lnTo>
                    <a:pt x="1390" y="295"/>
                  </a:lnTo>
                  <a:lnTo>
                    <a:pt x="1394" y="296"/>
                  </a:lnTo>
                  <a:lnTo>
                    <a:pt x="1393" y="299"/>
                  </a:lnTo>
                  <a:lnTo>
                    <a:pt x="1396" y="300"/>
                  </a:lnTo>
                  <a:lnTo>
                    <a:pt x="1394" y="301"/>
                  </a:lnTo>
                  <a:lnTo>
                    <a:pt x="1393" y="300"/>
                  </a:lnTo>
                  <a:lnTo>
                    <a:pt x="1392" y="299"/>
                  </a:lnTo>
                  <a:lnTo>
                    <a:pt x="1388" y="299"/>
                  </a:lnTo>
                  <a:lnTo>
                    <a:pt x="1386" y="300"/>
                  </a:lnTo>
                  <a:lnTo>
                    <a:pt x="1385" y="304"/>
                  </a:lnTo>
                  <a:lnTo>
                    <a:pt x="1386" y="305"/>
                  </a:lnTo>
                  <a:lnTo>
                    <a:pt x="1386" y="309"/>
                  </a:lnTo>
                  <a:lnTo>
                    <a:pt x="1385" y="309"/>
                  </a:lnTo>
                  <a:lnTo>
                    <a:pt x="1385" y="311"/>
                  </a:lnTo>
                  <a:lnTo>
                    <a:pt x="1386" y="311"/>
                  </a:lnTo>
                  <a:lnTo>
                    <a:pt x="1386" y="313"/>
                  </a:lnTo>
                  <a:lnTo>
                    <a:pt x="1384" y="315"/>
                  </a:lnTo>
                  <a:lnTo>
                    <a:pt x="1385" y="316"/>
                  </a:lnTo>
                  <a:lnTo>
                    <a:pt x="1384" y="318"/>
                  </a:lnTo>
                  <a:lnTo>
                    <a:pt x="1384" y="324"/>
                  </a:lnTo>
                  <a:lnTo>
                    <a:pt x="1382" y="325"/>
                  </a:lnTo>
                  <a:lnTo>
                    <a:pt x="1382" y="326"/>
                  </a:lnTo>
                  <a:lnTo>
                    <a:pt x="1381" y="328"/>
                  </a:lnTo>
                  <a:lnTo>
                    <a:pt x="1380" y="332"/>
                  </a:lnTo>
                  <a:lnTo>
                    <a:pt x="1378" y="329"/>
                  </a:lnTo>
                  <a:lnTo>
                    <a:pt x="1377" y="326"/>
                  </a:lnTo>
                  <a:lnTo>
                    <a:pt x="1378" y="324"/>
                  </a:lnTo>
                  <a:lnTo>
                    <a:pt x="1377" y="322"/>
                  </a:lnTo>
                  <a:lnTo>
                    <a:pt x="1376" y="322"/>
                  </a:lnTo>
                  <a:lnTo>
                    <a:pt x="1375" y="324"/>
                  </a:lnTo>
                  <a:lnTo>
                    <a:pt x="1375" y="326"/>
                  </a:lnTo>
                  <a:lnTo>
                    <a:pt x="1373" y="326"/>
                  </a:lnTo>
                  <a:lnTo>
                    <a:pt x="1372" y="322"/>
                  </a:lnTo>
                  <a:lnTo>
                    <a:pt x="1371" y="322"/>
                  </a:lnTo>
                  <a:lnTo>
                    <a:pt x="1369" y="320"/>
                  </a:lnTo>
                  <a:lnTo>
                    <a:pt x="1367" y="322"/>
                  </a:lnTo>
                  <a:lnTo>
                    <a:pt x="1367" y="321"/>
                  </a:lnTo>
                  <a:lnTo>
                    <a:pt x="1367" y="320"/>
                  </a:lnTo>
                  <a:lnTo>
                    <a:pt x="1368" y="318"/>
                  </a:lnTo>
                  <a:lnTo>
                    <a:pt x="1368" y="317"/>
                  </a:lnTo>
                  <a:lnTo>
                    <a:pt x="1368" y="316"/>
                  </a:lnTo>
                  <a:lnTo>
                    <a:pt x="1368" y="316"/>
                  </a:lnTo>
                  <a:lnTo>
                    <a:pt x="1368" y="313"/>
                  </a:lnTo>
                  <a:lnTo>
                    <a:pt x="1367" y="312"/>
                  </a:lnTo>
                  <a:lnTo>
                    <a:pt x="1368" y="311"/>
                  </a:lnTo>
                  <a:lnTo>
                    <a:pt x="1367" y="308"/>
                  </a:lnTo>
                  <a:lnTo>
                    <a:pt x="1367" y="308"/>
                  </a:lnTo>
                  <a:lnTo>
                    <a:pt x="1367" y="307"/>
                  </a:lnTo>
                  <a:lnTo>
                    <a:pt x="1367" y="304"/>
                  </a:lnTo>
                  <a:lnTo>
                    <a:pt x="1364" y="301"/>
                  </a:lnTo>
                  <a:lnTo>
                    <a:pt x="1364" y="300"/>
                  </a:lnTo>
                  <a:lnTo>
                    <a:pt x="1363" y="300"/>
                  </a:lnTo>
                  <a:lnTo>
                    <a:pt x="1361" y="303"/>
                  </a:lnTo>
                  <a:lnTo>
                    <a:pt x="1360" y="303"/>
                  </a:lnTo>
                  <a:lnTo>
                    <a:pt x="1360" y="307"/>
                  </a:lnTo>
                  <a:lnTo>
                    <a:pt x="1359" y="309"/>
                  </a:lnTo>
                  <a:lnTo>
                    <a:pt x="1357" y="309"/>
                  </a:lnTo>
                  <a:lnTo>
                    <a:pt x="1356" y="305"/>
                  </a:lnTo>
                  <a:lnTo>
                    <a:pt x="1356" y="305"/>
                  </a:lnTo>
                  <a:lnTo>
                    <a:pt x="1355" y="307"/>
                  </a:lnTo>
                  <a:lnTo>
                    <a:pt x="1353" y="304"/>
                  </a:lnTo>
                  <a:lnTo>
                    <a:pt x="1351" y="304"/>
                  </a:lnTo>
                  <a:lnTo>
                    <a:pt x="1351" y="305"/>
                  </a:lnTo>
                  <a:lnTo>
                    <a:pt x="1350" y="305"/>
                  </a:lnTo>
                  <a:lnTo>
                    <a:pt x="1348" y="307"/>
                  </a:lnTo>
                  <a:lnTo>
                    <a:pt x="1347" y="308"/>
                  </a:lnTo>
                  <a:lnTo>
                    <a:pt x="1347" y="309"/>
                  </a:lnTo>
                  <a:lnTo>
                    <a:pt x="1343" y="309"/>
                  </a:lnTo>
                  <a:lnTo>
                    <a:pt x="1342" y="311"/>
                  </a:lnTo>
                  <a:lnTo>
                    <a:pt x="1339" y="311"/>
                  </a:lnTo>
                  <a:lnTo>
                    <a:pt x="1338" y="312"/>
                  </a:lnTo>
                  <a:lnTo>
                    <a:pt x="1335" y="311"/>
                  </a:lnTo>
                  <a:lnTo>
                    <a:pt x="1332" y="315"/>
                  </a:lnTo>
                  <a:lnTo>
                    <a:pt x="1331" y="316"/>
                  </a:lnTo>
                  <a:lnTo>
                    <a:pt x="1331" y="318"/>
                  </a:lnTo>
                  <a:lnTo>
                    <a:pt x="1330" y="321"/>
                  </a:lnTo>
                  <a:lnTo>
                    <a:pt x="1330" y="322"/>
                  </a:lnTo>
                  <a:lnTo>
                    <a:pt x="1331" y="322"/>
                  </a:lnTo>
                  <a:lnTo>
                    <a:pt x="1331" y="326"/>
                  </a:lnTo>
                  <a:lnTo>
                    <a:pt x="1334" y="329"/>
                  </a:lnTo>
                  <a:lnTo>
                    <a:pt x="1332" y="332"/>
                  </a:lnTo>
                  <a:lnTo>
                    <a:pt x="1331" y="340"/>
                  </a:lnTo>
                  <a:lnTo>
                    <a:pt x="1334" y="342"/>
                  </a:lnTo>
                  <a:lnTo>
                    <a:pt x="1331" y="343"/>
                  </a:lnTo>
                  <a:lnTo>
                    <a:pt x="1332" y="343"/>
                  </a:lnTo>
                  <a:lnTo>
                    <a:pt x="1332" y="346"/>
                  </a:lnTo>
                  <a:lnTo>
                    <a:pt x="1330" y="349"/>
                  </a:lnTo>
                  <a:lnTo>
                    <a:pt x="1330" y="353"/>
                  </a:lnTo>
                  <a:lnTo>
                    <a:pt x="1327" y="355"/>
                  </a:lnTo>
                  <a:lnTo>
                    <a:pt x="1327" y="358"/>
                  </a:lnTo>
                  <a:lnTo>
                    <a:pt x="1326" y="362"/>
                  </a:lnTo>
                  <a:lnTo>
                    <a:pt x="1328" y="365"/>
                  </a:lnTo>
                  <a:lnTo>
                    <a:pt x="1327" y="366"/>
                  </a:lnTo>
                  <a:lnTo>
                    <a:pt x="1330" y="370"/>
                  </a:lnTo>
                  <a:lnTo>
                    <a:pt x="1328" y="371"/>
                  </a:lnTo>
                  <a:lnTo>
                    <a:pt x="1328" y="374"/>
                  </a:lnTo>
                  <a:lnTo>
                    <a:pt x="1330" y="374"/>
                  </a:lnTo>
                  <a:lnTo>
                    <a:pt x="1331" y="374"/>
                  </a:lnTo>
                  <a:lnTo>
                    <a:pt x="1334" y="374"/>
                  </a:lnTo>
                  <a:lnTo>
                    <a:pt x="1332" y="372"/>
                  </a:lnTo>
                  <a:lnTo>
                    <a:pt x="1334" y="371"/>
                  </a:lnTo>
                  <a:lnTo>
                    <a:pt x="1336" y="372"/>
                  </a:lnTo>
                  <a:lnTo>
                    <a:pt x="1338" y="372"/>
                  </a:lnTo>
                  <a:lnTo>
                    <a:pt x="1336" y="372"/>
                  </a:lnTo>
                  <a:lnTo>
                    <a:pt x="1338" y="371"/>
                  </a:lnTo>
                  <a:lnTo>
                    <a:pt x="1339" y="372"/>
                  </a:lnTo>
                  <a:lnTo>
                    <a:pt x="1340" y="374"/>
                  </a:lnTo>
                  <a:lnTo>
                    <a:pt x="1342" y="375"/>
                  </a:lnTo>
                  <a:lnTo>
                    <a:pt x="1340" y="375"/>
                  </a:lnTo>
                  <a:lnTo>
                    <a:pt x="1343" y="378"/>
                  </a:lnTo>
                  <a:lnTo>
                    <a:pt x="1342" y="379"/>
                  </a:lnTo>
                  <a:lnTo>
                    <a:pt x="1340" y="379"/>
                  </a:lnTo>
                  <a:lnTo>
                    <a:pt x="1339" y="379"/>
                  </a:lnTo>
                  <a:lnTo>
                    <a:pt x="1338" y="379"/>
                  </a:lnTo>
                  <a:lnTo>
                    <a:pt x="1336" y="380"/>
                  </a:lnTo>
                  <a:lnTo>
                    <a:pt x="1335" y="380"/>
                  </a:lnTo>
                  <a:lnTo>
                    <a:pt x="1336" y="382"/>
                  </a:lnTo>
                  <a:lnTo>
                    <a:pt x="1334" y="386"/>
                  </a:lnTo>
                  <a:lnTo>
                    <a:pt x="1332" y="384"/>
                  </a:lnTo>
                  <a:lnTo>
                    <a:pt x="1332" y="383"/>
                  </a:lnTo>
                  <a:lnTo>
                    <a:pt x="1331" y="382"/>
                  </a:lnTo>
                  <a:lnTo>
                    <a:pt x="1328" y="382"/>
                  </a:lnTo>
                  <a:lnTo>
                    <a:pt x="1327" y="382"/>
                  </a:lnTo>
                  <a:lnTo>
                    <a:pt x="1326" y="382"/>
                  </a:lnTo>
                  <a:lnTo>
                    <a:pt x="1326" y="383"/>
                  </a:lnTo>
                  <a:lnTo>
                    <a:pt x="1326" y="386"/>
                  </a:lnTo>
                  <a:lnTo>
                    <a:pt x="1326" y="386"/>
                  </a:lnTo>
                  <a:lnTo>
                    <a:pt x="1325" y="387"/>
                  </a:lnTo>
                  <a:lnTo>
                    <a:pt x="1323" y="388"/>
                  </a:lnTo>
                  <a:lnTo>
                    <a:pt x="1325" y="390"/>
                  </a:lnTo>
                  <a:lnTo>
                    <a:pt x="1323" y="391"/>
                  </a:lnTo>
                  <a:lnTo>
                    <a:pt x="1321" y="391"/>
                  </a:lnTo>
                  <a:lnTo>
                    <a:pt x="1318" y="387"/>
                  </a:lnTo>
                  <a:lnTo>
                    <a:pt x="1317" y="387"/>
                  </a:lnTo>
                  <a:lnTo>
                    <a:pt x="1318" y="390"/>
                  </a:lnTo>
                  <a:lnTo>
                    <a:pt x="1317" y="391"/>
                  </a:lnTo>
                  <a:lnTo>
                    <a:pt x="1317" y="392"/>
                  </a:lnTo>
                  <a:lnTo>
                    <a:pt x="1315" y="393"/>
                  </a:lnTo>
                  <a:lnTo>
                    <a:pt x="1311" y="395"/>
                  </a:lnTo>
                  <a:lnTo>
                    <a:pt x="1310" y="396"/>
                  </a:lnTo>
                  <a:lnTo>
                    <a:pt x="1307" y="392"/>
                  </a:lnTo>
                  <a:lnTo>
                    <a:pt x="1306" y="392"/>
                  </a:lnTo>
                  <a:lnTo>
                    <a:pt x="1305" y="391"/>
                  </a:lnTo>
                  <a:lnTo>
                    <a:pt x="1305" y="390"/>
                  </a:lnTo>
                  <a:lnTo>
                    <a:pt x="1307" y="390"/>
                  </a:lnTo>
                  <a:lnTo>
                    <a:pt x="1307" y="388"/>
                  </a:lnTo>
                  <a:lnTo>
                    <a:pt x="1307" y="387"/>
                  </a:lnTo>
                  <a:lnTo>
                    <a:pt x="1311" y="387"/>
                  </a:lnTo>
                  <a:lnTo>
                    <a:pt x="1315" y="383"/>
                  </a:lnTo>
                  <a:lnTo>
                    <a:pt x="1315" y="382"/>
                  </a:lnTo>
                  <a:lnTo>
                    <a:pt x="1313" y="382"/>
                  </a:lnTo>
                  <a:lnTo>
                    <a:pt x="1311" y="384"/>
                  </a:lnTo>
                  <a:lnTo>
                    <a:pt x="1309" y="383"/>
                  </a:lnTo>
                  <a:lnTo>
                    <a:pt x="1307" y="382"/>
                  </a:lnTo>
                  <a:lnTo>
                    <a:pt x="1306" y="380"/>
                  </a:lnTo>
                  <a:lnTo>
                    <a:pt x="1303" y="380"/>
                  </a:lnTo>
                  <a:lnTo>
                    <a:pt x="1299" y="379"/>
                  </a:lnTo>
                  <a:lnTo>
                    <a:pt x="1297" y="379"/>
                  </a:lnTo>
                  <a:lnTo>
                    <a:pt x="1298" y="382"/>
                  </a:lnTo>
                  <a:lnTo>
                    <a:pt x="1296" y="382"/>
                  </a:lnTo>
                  <a:lnTo>
                    <a:pt x="1294" y="380"/>
                  </a:lnTo>
                  <a:lnTo>
                    <a:pt x="1294" y="379"/>
                  </a:lnTo>
                  <a:lnTo>
                    <a:pt x="1292" y="380"/>
                  </a:lnTo>
                  <a:lnTo>
                    <a:pt x="1288" y="379"/>
                  </a:lnTo>
                  <a:lnTo>
                    <a:pt x="1285" y="380"/>
                  </a:lnTo>
                  <a:lnTo>
                    <a:pt x="1284" y="378"/>
                  </a:lnTo>
                  <a:lnTo>
                    <a:pt x="1280" y="378"/>
                  </a:lnTo>
                  <a:lnTo>
                    <a:pt x="1277" y="382"/>
                  </a:lnTo>
                  <a:lnTo>
                    <a:pt x="1276" y="382"/>
                  </a:lnTo>
                  <a:lnTo>
                    <a:pt x="1276" y="383"/>
                  </a:lnTo>
                  <a:lnTo>
                    <a:pt x="1278" y="386"/>
                  </a:lnTo>
                  <a:lnTo>
                    <a:pt x="1276" y="387"/>
                  </a:lnTo>
                  <a:lnTo>
                    <a:pt x="1274" y="386"/>
                  </a:lnTo>
                  <a:lnTo>
                    <a:pt x="1273" y="388"/>
                  </a:lnTo>
                  <a:lnTo>
                    <a:pt x="1276" y="390"/>
                  </a:lnTo>
                  <a:lnTo>
                    <a:pt x="1277" y="388"/>
                  </a:lnTo>
                  <a:lnTo>
                    <a:pt x="1278" y="390"/>
                  </a:lnTo>
                  <a:lnTo>
                    <a:pt x="1278" y="391"/>
                  </a:lnTo>
                  <a:lnTo>
                    <a:pt x="1273" y="393"/>
                  </a:lnTo>
                  <a:lnTo>
                    <a:pt x="1272" y="391"/>
                  </a:lnTo>
                  <a:lnTo>
                    <a:pt x="1268" y="391"/>
                  </a:lnTo>
                  <a:lnTo>
                    <a:pt x="1267" y="392"/>
                  </a:lnTo>
                  <a:lnTo>
                    <a:pt x="1268" y="393"/>
                  </a:lnTo>
                  <a:lnTo>
                    <a:pt x="1265" y="393"/>
                  </a:lnTo>
                  <a:lnTo>
                    <a:pt x="1264" y="395"/>
                  </a:lnTo>
                  <a:lnTo>
                    <a:pt x="1263" y="395"/>
                  </a:lnTo>
                  <a:lnTo>
                    <a:pt x="1263" y="393"/>
                  </a:lnTo>
                  <a:lnTo>
                    <a:pt x="1257" y="393"/>
                  </a:lnTo>
                  <a:lnTo>
                    <a:pt x="1256" y="395"/>
                  </a:lnTo>
                  <a:lnTo>
                    <a:pt x="1251" y="393"/>
                  </a:lnTo>
                  <a:lnTo>
                    <a:pt x="1248" y="395"/>
                  </a:lnTo>
                  <a:lnTo>
                    <a:pt x="1248" y="396"/>
                  </a:lnTo>
                  <a:lnTo>
                    <a:pt x="1252" y="399"/>
                  </a:lnTo>
                  <a:lnTo>
                    <a:pt x="1249" y="400"/>
                  </a:lnTo>
                  <a:lnTo>
                    <a:pt x="1248" y="403"/>
                  </a:lnTo>
                  <a:lnTo>
                    <a:pt x="1247" y="400"/>
                  </a:lnTo>
                  <a:lnTo>
                    <a:pt x="1244" y="400"/>
                  </a:lnTo>
                  <a:lnTo>
                    <a:pt x="1245" y="397"/>
                  </a:lnTo>
                  <a:lnTo>
                    <a:pt x="1244" y="396"/>
                  </a:lnTo>
                  <a:lnTo>
                    <a:pt x="1243" y="397"/>
                  </a:lnTo>
                  <a:lnTo>
                    <a:pt x="1240" y="399"/>
                  </a:lnTo>
                  <a:lnTo>
                    <a:pt x="1239" y="399"/>
                  </a:lnTo>
                  <a:lnTo>
                    <a:pt x="1236" y="400"/>
                  </a:lnTo>
                  <a:lnTo>
                    <a:pt x="1234" y="400"/>
                  </a:lnTo>
                  <a:lnTo>
                    <a:pt x="1230" y="401"/>
                  </a:lnTo>
                  <a:lnTo>
                    <a:pt x="1227" y="401"/>
                  </a:lnTo>
                  <a:lnTo>
                    <a:pt x="1223" y="405"/>
                  </a:lnTo>
                  <a:lnTo>
                    <a:pt x="1220" y="405"/>
                  </a:lnTo>
                  <a:lnTo>
                    <a:pt x="1218" y="404"/>
                  </a:lnTo>
                  <a:lnTo>
                    <a:pt x="1217" y="404"/>
                  </a:lnTo>
                  <a:lnTo>
                    <a:pt x="1217" y="407"/>
                  </a:lnTo>
                  <a:lnTo>
                    <a:pt x="1213" y="409"/>
                  </a:lnTo>
                  <a:lnTo>
                    <a:pt x="1211" y="412"/>
                  </a:lnTo>
                  <a:lnTo>
                    <a:pt x="1209" y="415"/>
                  </a:lnTo>
                  <a:lnTo>
                    <a:pt x="1209" y="417"/>
                  </a:lnTo>
                  <a:lnTo>
                    <a:pt x="1211" y="421"/>
                  </a:lnTo>
                  <a:lnTo>
                    <a:pt x="1211" y="426"/>
                  </a:lnTo>
                  <a:lnTo>
                    <a:pt x="1207" y="430"/>
                  </a:lnTo>
                  <a:lnTo>
                    <a:pt x="1206" y="434"/>
                  </a:lnTo>
                  <a:lnTo>
                    <a:pt x="1206" y="437"/>
                  </a:lnTo>
                  <a:lnTo>
                    <a:pt x="1206" y="442"/>
                  </a:lnTo>
                  <a:lnTo>
                    <a:pt x="1207" y="443"/>
                  </a:lnTo>
                  <a:lnTo>
                    <a:pt x="1207" y="446"/>
                  </a:lnTo>
                  <a:lnTo>
                    <a:pt x="1206" y="446"/>
                  </a:lnTo>
                  <a:lnTo>
                    <a:pt x="1205" y="447"/>
                  </a:lnTo>
                  <a:lnTo>
                    <a:pt x="1205" y="450"/>
                  </a:lnTo>
                  <a:lnTo>
                    <a:pt x="1203" y="450"/>
                  </a:lnTo>
                  <a:lnTo>
                    <a:pt x="1205" y="454"/>
                  </a:lnTo>
                  <a:lnTo>
                    <a:pt x="1202" y="457"/>
                  </a:lnTo>
                  <a:lnTo>
                    <a:pt x="1202" y="459"/>
                  </a:lnTo>
                  <a:lnTo>
                    <a:pt x="1199" y="463"/>
                  </a:lnTo>
                  <a:lnTo>
                    <a:pt x="1199" y="466"/>
                  </a:lnTo>
                  <a:lnTo>
                    <a:pt x="1198" y="467"/>
                  </a:lnTo>
                  <a:lnTo>
                    <a:pt x="1197" y="471"/>
                  </a:lnTo>
                  <a:lnTo>
                    <a:pt x="1197" y="471"/>
                  </a:lnTo>
                  <a:lnTo>
                    <a:pt x="1194" y="476"/>
                  </a:lnTo>
                  <a:lnTo>
                    <a:pt x="1195" y="482"/>
                  </a:lnTo>
                  <a:lnTo>
                    <a:pt x="1194" y="483"/>
                  </a:lnTo>
                  <a:lnTo>
                    <a:pt x="1195" y="486"/>
                  </a:lnTo>
                  <a:lnTo>
                    <a:pt x="1193" y="488"/>
                  </a:lnTo>
                  <a:lnTo>
                    <a:pt x="1193" y="491"/>
                  </a:lnTo>
                  <a:lnTo>
                    <a:pt x="1190" y="493"/>
                  </a:lnTo>
                  <a:lnTo>
                    <a:pt x="1192" y="495"/>
                  </a:lnTo>
                  <a:lnTo>
                    <a:pt x="1190" y="496"/>
                  </a:lnTo>
                  <a:lnTo>
                    <a:pt x="1190" y="499"/>
                  </a:lnTo>
                  <a:lnTo>
                    <a:pt x="1186" y="501"/>
                  </a:lnTo>
                  <a:lnTo>
                    <a:pt x="1186" y="505"/>
                  </a:lnTo>
                  <a:lnTo>
                    <a:pt x="1182" y="509"/>
                  </a:lnTo>
                  <a:lnTo>
                    <a:pt x="1182" y="511"/>
                  </a:lnTo>
                  <a:lnTo>
                    <a:pt x="1181" y="515"/>
                  </a:lnTo>
                  <a:lnTo>
                    <a:pt x="1180" y="517"/>
                  </a:lnTo>
                  <a:lnTo>
                    <a:pt x="1178" y="518"/>
                  </a:lnTo>
                  <a:lnTo>
                    <a:pt x="1180" y="521"/>
                  </a:lnTo>
                  <a:lnTo>
                    <a:pt x="1182" y="522"/>
                  </a:lnTo>
                  <a:lnTo>
                    <a:pt x="1184" y="521"/>
                  </a:lnTo>
                  <a:lnTo>
                    <a:pt x="1186" y="524"/>
                  </a:lnTo>
                  <a:lnTo>
                    <a:pt x="1189" y="524"/>
                  </a:lnTo>
                  <a:lnTo>
                    <a:pt x="1192" y="521"/>
                  </a:lnTo>
                  <a:lnTo>
                    <a:pt x="1193" y="521"/>
                  </a:lnTo>
                  <a:lnTo>
                    <a:pt x="1195" y="520"/>
                  </a:lnTo>
                  <a:lnTo>
                    <a:pt x="1197" y="520"/>
                  </a:lnTo>
                  <a:lnTo>
                    <a:pt x="1199" y="518"/>
                  </a:lnTo>
                  <a:lnTo>
                    <a:pt x="1199" y="525"/>
                  </a:lnTo>
                  <a:lnTo>
                    <a:pt x="1202" y="529"/>
                  </a:lnTo>
                  <a:lnTo>
                    <a:pt x="1202" y="532"/>
                  </a:lnTo>
                  <a:lnTo>
                    <a:pt x="1202" y="536"/>
                  </a:lnTo>
                  <a:lnTo>
                    <a:pt x="1205" y="538"/>
                  </a:lnTo>
                  <a:lnTo>
                    <a:pt x="1207" y="536"/>
                  </a:lnTo>
                  <a:lnTo>
                    <a:pt x="1207" y="536"/>
                  </a:lnTo>
                  <a:lnTo>
                    <a:pt x="1209" y="536"/>
                  </a:lnTo>
                  <a:lnTo>
                    <a:pt x="1210" y="533"/>
                  </a:lnTo>
                  <a:lnTo>
                    <a:pt x="1211" y="532"/>
                  </a:lnTo>
                  <a:lnTo>
                    <a:pt x="1213" y="533"/>
                  </a:lnTo>
                  <a:lnTo>
                    <a:pt x="1214" y="532"/>
                  </a:lnTo>
                  <a:lnTo>
                    <a:pt x="1217" y="533"/>
                  </a:lnTo>
                  <a:lnTo>
                    <a:pt x="1215" y="533"/>
                  </a:lnTo>
                  <a:lnTo>
                    <a:pt x="1214" y="536"/>
                  </a:lnTo>
                  <a:lnTo>
                    <a:pt x="1215" y="538"/>
                  </a:lnTo>
                  <a:lnTo>
                    <a:pt x="1214" y="538"/>
                  </a:lnTo>
                  <a:lnTo>
                    <a:pt x="1211" y="541"/>
                  </a:lnTo>
                  <a:lnTo>
                    <a:pt x="1213" y="542"/>
                  </a:lnTo>
                  <a:lnTo>
                    <a:pt x="1218" y="541"/>
                  </a:lnTo>
                  <a:lnTo>
                    <a:pt x="1220" y="540"/>
                  </a:lnTo>
                  <a:lnTo>
                    <a:pt x="1220" y="536"/>
                  </a:lnTo>
                  <a:lnTo>
                    <a:pt x="1220" y="533"/>
                  </a:lnTo>
                  <a:lnTo>
                    <a:pt x="1222" y="532"/>
                  </a:lnTo>
                  <a:lnTo>
                    <a:pt x="1223" y="534"/>
                  </a:lnTo>
                  <a:lnTo>
                    <a:pt x="1223" y="538"/>
                  </a:lnTo>
                  <a:lnTo>
                    <a:pt x="1223" y="541"/>
                  </a:lnTo>
                  <a:lnTo>
                    <a:pt x="1224" y="540"/>
                  </a:lnTo>
                  <a:lnTo>
                    <a:pt x="1226" y="537"/>
                  </a:lnTo>
                  <a:lnTo>
                    <a:pt x="1224" y="533"/>
                  </a:lnTo>
                  <a:lnTo>
                    <a:pt x="1224" y="530"/>
                  </a:lnTo>
                  <a:lnTo>
                    <a:pt x="1223" y="528"/>
                  </a:lnTo>
                  <a:lnTo>
                    <a:pt x="1222" y="524"/>
                  </a:lnTo>
                  <a:lnTo>
                    <a:pt x="1224" y="524"/>
                  </a:lnTo>
                  <a:lnTo>
                    <a:pt x="1226" y="525"/>
                  </a:lnTo>
                  <a:lnTo>
                    <a:pt x="1226" y="526"/>
                  </a:lnTo>
                  <a:lnTo>
                    <a:pt x="1227" y="528"/>
                  </a:lnTo>
                  <a:lnTo>
                    <a:pt x="1228" y="528"/>
                  </a:lnTo>
                  <a:lnTo>
                    <a:pt x="1230" y="526"/>
                  </a:lnTo>
                  <a:lnTo>
                    <a:pt x="1231" y="526"/>
                  </a:lnTo>
                  <a:lnTo>
                    <a:pt x="1234" y="524"/>
                  </a:lnTo>
                  <a:lnTo>
                    <a:pt x="1238" y="526"/>
                  </a:lnTo>
                  <a:lnTo>
                    <a:pt x="1240" y="526"/>
                  </a:lnTo>
                  <a:lnTo>
                    <a:pt x="1242" y="528"/>
                  </a:lnTo>
                  <a:lnTo>
                    <a:pt x="1243" y="530"/>
                  </a:lnTo>
                  <a:lnTo>
                    <a:pt x="1244" y="532"/>
                  </a:lnTo>
                  <a:lnTo>
                    <a:pt x="1247" y="532"/>
                  </a:lnTo>
                  <a:lnTo>
                    <a:pt x="1248" y="533"/>
                  </a:lnTo>
                  <a:lnTo>
                    <a:pt x="1253" y="536"/>
                  </a:lnTo>
                  <a:lnTo>
                    <a:pt x="1255" y="537"/>
                  </a:lnTo>
                  <a:lnTo>
                    <a:pt x="1256" y="537"/>
                  </a:lnTo>
                  <a:lnTo>
                    <a:pt x="1257" y="540"/>
                  </a:lnTo>
                  <a:lnTo>
                    <a:pt x="1259" y="540"/>
                  </a:lnTo>
                  <a:lnTo>
                    <a:pt x="1261" y="543"/>
                  </a:lnTo>
                  <a:lnTo>
                    <a:pt x="1260" y="545"/>
                  </a:lnTo>
                  <a:lnTo>
                    <a:pt x="1260" y="547"/>
                  </a:lnTo>
                  <a:lnTo>
                    <a:pt x="1259" y="547"/>
                  </a:lnTo>
                  <a:lnTo>
                    <a:pt x="1260" y="550"/>
                  </a:lnTo>
                  <a:lnTo>
                    <a:pt x="1263" y="550"/>
                  </a:lnTo>
                  <a:lnTo>
                    <a:pt x="1265" y="554"/>
                  </a:lnTo>
                  <a:lnTo>
                    <a:pt x="1265" y="557"/>
                  </a:lnTo>
                  <a:lnTo>
                    <a:pt x="1264" y="558"/>
                  </a:lnTo>
                  <a:lnTo>
                    <a:pt x="1264" y="561"/>
                  </a:lnTo>
                  <a:lnTo>
                    <a:pt x="1267" y="563"/>
                  </a:lnTo>
                  <a:lnTo>
                    <a:pt x="1268" y="563"/>
                  </a:lnTo>
                  <a:lnTo>
                    <a:pt x="1271" y="562"/>
                  </a:lnTo>
                  <a:lnTo>
                    <a:pt x="1271" y="565"/>
                  </a:lnTo>
                  <a:lnTo>
                    <a:pt x="1269" y="566"/>
                  </a:lnTo>
                  <a:lnTo>
                    <a:pt x="1269" y="568"/>
                  </a:lnTo>
                  <a:lnTo>
                    <a:pt x="1272" y="570"/>
                  </a:lnTo>
                  <a:lnTo>
                    <a:pt x="1271" y="571"/>
                  </a:lnTo>
                  <a:lnTo>
                    <a:pt x="1271" y="572"/>
                  </a:lnTo>
                  <a:lnTo>
                    <a:pt x="1271" y="575"/>
                  </a:lnTo>
                  <a:lnTo>
                    <a:pt x="1269" y="578"/>
                  </a:lnTo>
                  <a:lnTo>
                    <a:pt x="1271" y="578"/>
                  </a:lnTo>
                  <a:lnTo>
                    <a:pt x="1271" y="580"/>
                  </a:lnTo>
                  <a:lnTo>
                    <a:pt x="1271" y="580"/>
                  </a:lnTo>
                  <a:lnTo>
                    <a:pt x="1272" y="582"/>
                  </a:lnTo>
                  <a:lnTo>
                    <a:pt x="1269" y="583"/>
                  </a:lnTo>
                  <a:lnTo>
                    <a:pt x="1272" y="590"/>
                  </a:lnTo>
                  <a:lnTo>
                    <a:pt x="1271" y="591"/>
                  </a:lnTo>
                  <a:lnTo>
                    <a:pt x="1272" y="595"/>
                  </a:lnTo>
                  <a:lnTo>
                    <a:pt x="1272" y="596"/>
                  </a:lnTo>
                  <a:lnTo>
                    <a:pt x="1272" y="599"/>
                  </a:lnTo>
                  <a:lnTo>
                    <a:pt x="1274" y="607"/>
                  </a:lnTo>
                  <a:lnTo>
                    <a:pt x="1276" y="607"/>
                  </a:lnTo>
                  <a:lnTo>
                    <a:pt x="1278" y="605"/>
                  </a:lnTo>
                  <a:lnTo>
                    <a:pt x="1278" y="607"/>
                  </a:lnTo>
                  <a:lnTo>
                    <a:pt x="1277" y="609"/>
                  </a:lnTo>
                  <a:lnTo>
                    <a:pt x="1276" y="611"/>
                  </a:lnTo>
                  <a:lnTo>
                    <a:pt x="1277" y="613"/>
                  </a:lnTo>
                  <a:lnTo>
                    <a:pt x="1278" y="613"/>
                  </a:lnTo>
                  <a:lnTo>
                    <a:pt x="1281" y="616"/>
                  </a:lnTo>
                  <a:lnTo>
                    <a:pt x="1281" y="621"/>
                  </a:lnTo>
                  <a:lnTo>
                    <a:pt x="1281" y="622"/>
                  </a:lnTo>
                  <a:lnTo>
                    <a:pt x="1281" y="624"/>
                  </a:lnTo>
                  <a:lnTo>
                    <a:pt x="1282" y="629"/>
                  </a:lnTo>
                  <a:lnTo>
                    <a:pt x="1284" y="629"/>
                  </a:lnTo>
                  <a:lnTo>
                    <a:pt x="1284" y="632"/>
                  </a:lnTo>
                  <a:lnTo>
                    <a:pt x="1284" y="633"/>
                  </a:lnTo>
                  <a:lnTo>
                    <a:pt x="1284" y="637"/>
                  </a:lnTo>
                  <a:lnTo>
                    <a:pt x="1285" y="640"/>
                  </a:lnTo>
                  <a:lnTo>
                    <a:pt x="1285" y="642"/>
                  </a:lnTo>
                  <a:lnTo>
                    <a:pt x="1281" y="646"/>
                  </a:lnTo>
                  <a:lnTo>
                    <a:pt x="1281" y="649"/>
                  </a:lnTo>
                  <a:lnTo>
                    <a:pt x="1280" y="653"/>
                  </a:lnTo>
                  <a:lnTo>
                    <a:pt x="1280" y="657"/>
                  </a:lnTo>
                  <a:lnTo>
                    <a:pt x="1281" y="657"/>
                  </a:lnTo>
                  <a:lnTo>
                    <a:pt x="1280" y="661"/>
                  </a:lnTo>
                  <a:lnTo>
                    <a:pt x="1278" y="663"/>
                  </a:lnTo>
                  <a:lnTo>
                    <a:pt x="1278" y="666"/>
                  </a:lnTo>
                  <a:lnTo>
                    <a:pt x="1276" y="670"/>
                  </a:lnTo>
                  <a:lnTo>
                    <a:pt x="1277" y="670"/>
                  </a:lnTo>
                  <a:lnTo>
                    <a:pt x="1277" y="671"/>
                  </a:lnTo>
                  <a:lnTo>
                    <a:pt x="1276" y="674"/>
                  </a:lnTo>
                  <a:lnTo>
                    <a:pt x="1277" y="679"/>
                  </a:lnTo>
                  <a:lnTo>
                    <a:pt x="1274" y="682"/>
                  </a:lnTo>
                  <a:lnTo>
                    <a:pt x="1274" y="686"/>
                  </a:lnTo>
                  <a:lnTo>
                    <a:pt x="1276" y="686"/>
                  </a:lnTo>
                  <a:lnTo>
                    <a:pt x="1276" y="688"/>
                  </a:lnTo>
                  <a:lnTo>
                    <a:pt x="1273" y="691"/>
                  </a:lnTo>
                  <a:lnTo>
                    <a:pt x="1273" y="693"/>
                  </a:lnTo>
                  <a:lnTo>
                    <a:pt x="1271" y="696"/>
                  </a:lnTo>
                  <a:lnTo>
                    <a:pt x="1271" y="699"/>
                  </a:lnTo>
                  <a:lnTo>
                    <a:pt x="1268" y="701"/>
                  </a:lnTo>
                  <a:lnTo>
                    <a:pt x="1265" y="712"/>
                  </a:lnTo>
                  <a:lnTo>
                    <a:pt x="1264" y="712"/>
                  </a:lnTo>
                  <a:lnTo>
                    <a:pt x="1264" y="715"/>
                  </a:lnTo>
                  <a:lnTo>
                    <a:pt x="1264" y="716"/>
                  </a:lnTo>
                  <a:lnTo>
                    <a:pt x="1264" y="717"/>
                  </a:lnTo>
                  <a:lnTo>
                    <a:pt x="1261" y="720"/>
                  </a:lnTo>
                  <a:lnTo>
                    <a:pt x="1261" y="721"/>
                  </a:lnTo>
                  <a:lnTo>
                    <a:pt x="1259" y="722"/>
                  </a:lnTo>
                  <a:lnTo>
                    <a:pt x="1259" y="726"/>
                  </a:lnTo>
                  <a:lnTo>
                    <a:pt x="1257" y="726"/>
                  </a:lnTo>
                  <a:lnTo>
                    <a:pt x="1259" y="729"/>
                  </a:lnTo>
                  <a:lnTo>
                    <a:pt x="1256" y="733"/>
                  </a:lnTo>
                  <a:lnTo>
                    <a:pt x="1256" y="733"/>
                  </a:lnTo>
                  <a:lnTo>
                    <a:pt x="1255" y="732"/>
                  </a:lnTo>
                  <a:lnTo>
                    <a:pt x="1255" y="734"/>
                  </a:lnTo>
                  <a:lnTo>
                    <a:pt x="1255" y="737"/>
                  </a:lnTo>
                  <a:lnTo>
                    <a:pt x="1252" y="738"/>
                  </a:lnTo>
                  <a:lnTo>
                    <a:pt x="1253" y="740"/>
                  </a:lnTo>
                  <a:lnTo>
                    <a:pt x="1249" y="745"/>
                  </a:lnTo>
                  <a:lnTo>
                    <a:pt x="1247" y="747"/>
                  </a:lnTo>
                  <a:lnTo>
                    <a:pt x="1245" y="747"/>
                  </a:lnTo>
                  <a:lnTo>
                    <a:pt x="1245" y="749"/>
                  </a:lnTo>
                  <a:lnTo>
                    <a:pt x="1242" y="750"/>
                  </a:lnTo>
                  <a:lnTo>
                    <a:pt x="1239" y="753"/>
                  </a:lnTo>
                  <a:lnTo>
                    <a:pt x="1238" y="751"/>
                  </a:lnTo>
                  <a:lnTo>
                    <a:pt x="1236" y="753"/>
                  </a:lnTo>
                  <a:lnTo>
                    <a:pt x="1232" y="750"/>
                  </a:lnTo>
                  <a:lnTo>
                    <a:pt x="1228" y="749"/>
                  </a:lnTo>
                  <a:lnTo>
                    <a:pt x="1228" y="745"/>
                  </a:lnTo>
                  <a:lnTo>
                    <a:pt x="1227" y="743"/>
                  </a:lnTo>
                  <a:lnTo>
                    <a:pt x="1224" y="745"/>
                  </a:lnTo>
                  <a:lnTo>
                    <a:pt x="1222" y="743"/>
                  </a:lnTo>
                  <a:lnTo>
                    <a:pt x="1222" y="745"/>
                  </a:lnTo>
                  <a:lnTo>
                    <a:pt x="1222" y="747"/>
                  </a:lnTo>
                  <a:lnTo>
                    <a:pt x="1219" y="749"/>
                  </a:lnTo>
                  <a:lnTo>
                    <a:pt x="1219" y="753"/>
                  </a:lnTo>
                  <a:lnTo>
                    <a:pt x="1218" y="754"/>
                  </a:lnTo>
                  <a:lnTo>
                    <a:pt x="1217" y="758"/>
                  </a:lnTo>
                  <a:lnTo>
                    <a:pt x="1215" y="757"/>
                  </a:lnTo>
                  <a:lnTo>
                    <a:pt x="1213" y="758"/>
                  </a:lnTo>
                  <a:lnTo>
                    <a:pt x="1211" y="761"/>
                  </a:lnTo>
                  <a:lnTo>
                    <a:pt x="1211" y="761"/>
                  </a:lnTo>
                  <a:lnTo>
                    <a:pt x="1210" y="761"/>
                  </a:lnTo>
                  <a:lnTo>
                    <a:pt x="1209" y="758"/>
                  </a:lnTo>
                  <a:lnTo>
                    <a:pt x="1209" y="758"/>
                  </a:lnTo>
                  <a:lnTo>
                    <a:pt x="1209" y="757"/>
                  </a:lnTo>
                  <a:lnTo>
                    <a:pt x="1209" y="755"/>
                  </a:lnTo>
                  <a:lnTo>
                    <a:pt x="1209" y="755"/>
                  </a:lnTo>
                  <a:lnTo>
                    <a:pt x="1207" y="753"/>
                  </a:lnTo>
                  <a:lnTo>
                    <a:pt x="1207" y="753"/>
                  </a:lnTo>
                  <a:lnTo>
                    <a:pt x="1209" y="751"/>
                  </a:lnTo>
                  <a:lnTo>
                    <a:pt x="1213" y="751"/>
                  </a:lnTo>
                  <a:lnTo>
                    <a:pt x="1213" y="751"/>
                  </a:lnTo>
                  <a:lnTo>
                    <a:pt x="1213" y="750"/>
                  </a:lnTo>
                  <a:lnTo>
                    <a:pt x="1213" y="749"/>
                  </a:lnTo>
                  <a:lnTo>
                    <a:pt x="1213" y="747"/>
                  </a:lnTo>
                  <a:lnTo>
                    <a:pt x="1214" y="746"/>
                  </a:lnTo>
                  <a:lnTo>
                    <a:pt x="1213" y="743"/>
                  </a:lnTo>
                  <a:lnTo>
                    <a:pt x="1213" y="741"/>
                  </a:lnTo>
                  <a:lnTo>
                    <a:pt x="1211" y="741"/>
                  </a:lnTo>
                  <a:lnTo>
                    <a:pt x="1211" y="737"/>
                  </a:lnTo>
                  <a:lnTo>
                    <a:pt x="1211" y="734"/>
                  </a:lnTo>
                  <a:lnTo>
                    <a:pt x="1211" y="732"/>
                  </a:lnTo>
                  <a:lnTo>
                    <a:pt x="1211" y="729"/>
                  </a:lnTo>
                  <a:lnTo>
                    <a:pt x="1210" y="728"/>
                  </a:lnTo>
                  <a:lnTo>
                    <a:pt x="1209" y="726"/>
                  </a:lnTo>
                  <a:lnTo>
                    <a:pt x="1209" y="724"/>
                  </a:lnTo>
                  <a:lnTo>
                    <a:pt x="1206" y="720"/>
                  </a:lnTo>
                  <a:lnTo>
                    <a:pt x="1205" y="718"/>
                  </a:lnTo>
                  <a:lnTo>
                    <a:pt x="1205" y="717"/>
                  </a:lnTo>
                  <a:lnTo>
                    <a:pt x="1207" y="716"/>
                  </a:lnTo>
                  <a:lnTo>
                    <a:pt x="1209" y="716"/>
                  </a:lnTo>
                  <a:lnTo>
                    <a:pt x="1209" y="715"/>
                  </a:lnTo>
                  <a:lnTo>
                    <a:pt x="1210" y="713"/>
                  </a:lnTo>
                  <a:lnTo>
                    <a:pt x="1211" y="709"/>
                  </a:lnTo>
                  <a:lnTo>
                    <a:pt x="1213" y="709"/>
                  </a:lnTo>
                  <a:lnTo>
                    <a:pt x="1215" y="709"/>
                  </a:lnTo>
                  <a:lnTo>
                    <a:pt x="1217" y="711"/>
                  </a:lnTo>
                  <a:lnTo>
                    <a:pt x="1223" y="712"/>
                  </a:lnTo>
                  <a:lnTo>
                    <a:pt x="1224" y="712"/>
                  </a:lnTo>
                  <a:lnTo>
                    <a:pt x="1226" y="712"/>
                  </a:lnTo>
                  <a:lnTo>
                    <a:pt x="1227" y="711"/>
                  </a:lnTo>
                  <a:lnTo>
                    <a:pt x="1227" y="709"/>
                  </a:lnTo>
                  <a:lnTo>
                    <a:pt x="1226" y="708"/>
                  </a:lnTo>
                  <a:lnTo>
                    <a:pt x="1226" y="707"/>
                  </a:lnTo>
                  <a:lnTo>
                    <a:pt x="1226" y="705"/>
                  </a:lnTo>
                  <a:lnTo>
                    <a:pt x="1226" y="704"/>
                  </a:lnTo>
                  <a:lnTo>
                    <a:pt x="1226" y="703"/>
                  </a:lnTo>
                  <a:lnTo>
                    <a:pt x="1227" y="700"/>
                  </a:lnTo>
                  <a:lnTo>
                    <a:pt x="1227" y="700"/>
                  </a:lnTo>
                  <a:lnTo>
                    <a:pt x="1227" y="697"/>
                  </a:lnTo>
                  <a:lnTo>
                    <a:pt x="1226" y="696"/>
                  </a:lnTo>
                  <a:lnTo>
                    <a:pt x="1227" y="696"/>
                  </a:lnTo>
                  <a:lnTo>
                    <a:pt x="1228" y="695"/>
                  </a:lnTo>
                  <a:lnTo>
                    <a:pt x="1227" y="693"/>
                  </a:lnTo>
                  <a:lnTo>
                    <a:pt x="1227" y="692"/>
                  </a:lnTo>
                  <a:lnTo>
                    <a:pt x="1227" y="691"/>
                  </a:lnTo>
                  <a:lnTo>
                    <a:pt x="1227" y="690"/>
                  </a:lnTo>
                  <a:lnTo>
                    <a:pt x="1228" y="690"/>
                  </a:lnTo>
                  <a:lnTo>
                    <a:pt x="1228" y="688"/>
                  </a:lnTo>
                  <a:lnTo>
                    <a:pt x="1228" y="687"/>
                  </a:lnTo>
                  <a:lnTo>
                    <a:pt x="1227" y="684"/>
                  </a:lnTo>
                  <a:lnTo>
                    <a:pt x="1227" y="682"/>
                  </a:lnTo>
                  <a:lnTo>
                    <a:pt x="1227" y="682"/>
                  </a:lnTo>
                  <a:lnTo>
                    <a:pt x="1228" y="680"/>
                  </a:lnTo>
                  <a:lnTo>
                    <a:pt x="1228" y="680"/>
                  </a:lnTo>
                  <a:lnTo>
                    <a:pt x="1227" y="679"/>
                  </a:lnTo>
                  <a:lnTo>
                    <a:pt x="1227" y="678"/>
                  </a:lnTo>
                  <a:lnTo>
                    <a:pt x="1227" y="678"/>
                  </a:lnTo>
                  <a:lnTo>
                    <a:pt x="1226" y="676"/>
                  </a:lnTo>
                  <a:lnTo>
                    <a:pt x="1227" y="674"/>
                  </a:lnTo>
                  <a:lnTo>
                    <a:pt x="1227" y="672"/>
                  </a:lnTo>
                  <a:lnTo>
                    <a:pt x="1226" y="671"/>
                  </a:lnTo>
                  <a:lnTo>
                    <a:pt x="1226" y="670"/>
                  </a:lnTo>
                  <a:lnTo>
                    <a:pt x="1226" y="670"/>
                  </a:lnTo>
                  <a:lnTo>
                    <a:pt x="1227" y="667"/>
                  </a:lnTo>
                  <a:lnTo>
                    <a:pt x="1228" y="667"/>
                  </a:lnTo>
                  <a:lnTo>
                    <a:pt x="1230" y="666"/>
                  </a:lnTo>
                  <a:lnTo>
                    <a:pt x="1230" y="665"/>
                  </a:lnTo>
                  <a:lnTo>
                    <a:pt x="1230" y="662"/>
                  </a:lnTo>
                  <a:lnTo>
                    <a:pt x="1228" y="661"/>
                  </a:lnTo>
                  <a:lnTo>
                    <a:pt x="1227" y="659"/>
                  </a:lnTo>
                  <a:lnTo>
                    <a:pt x="1227" y="658"/>
                  </a:lnTo>
                  <a:lnTo>
                    <a:pt x="1224" y="655"/>
                  </a:lnTo>
                  <a:lnTo>
                    <a:pt x="1224" y="654"/>
                  </a:lnTo>
                  <a:lnTo>
                    <a:pt x="1226" y="653"/>
                  </a:lnTo>
                  <a:lnTo>
                    <a:pt x="1224" y="651"/>
                  </a:lnTo>
                  <a:lnTo>
                    <a:pt x="1223" y="650"/>
                  </a:lnTo>
                  <a:lnTo>
                    <a:pt x="1222" y="650"/>
                  </a:lnTo>
                  <a:lnTo>
                    <a:pt x="1220" y="649"/>
                  </a:lnTo>
                  <a:lnTo>
                    <a:pt x="1218" y="647"/>
                  </a:lnTo>
                  <a:lnTo>
                    <a:pt x="1217" y="649"/>
                  </a:lnTo>
                  <a:lnTo>
                    <a:pt x="1215" y="649"/>
                  </a:lnTo>
                  <a:lnTo>
                    <a:pt x="1214" y="650"/>
                  </a:lnTo>
                  <a:lnTo>
                    <a:pt x="1214" y="653"/>
                  </a:lnTo>
                  <a:lnTo>
                    <a:pt x="1213" y="653"/>
                  </a:lnTo>
                  <a:lnTo>
                    <a:pt x="1211" y="653"/>
                  </a:lnTo>
                  <a:lnTo>
                    <a:pt x="1210" y="655"/>
                  </a:lnTo>
                  <a:lnTo>
                    <a:pt x="1209" y="655"/>
                  </a:lnTo>
                  <a:lnTo>
                    <a:pt x="1206" y="655"/>
                  </a:lnTo>
                  <a:lnTo>
                    <a:pt x="1206" y="657"/>
                  </a:lnTo>
                  <a:lnTo>
                    <a:pt x="1206" y="659"/>
                  </a:lnTo>
                  <a:lnTo>
                    <a:pt x="1205" y="661"/>
                  </a:lnTo>
                  <a:lnTo>
                    <a:pt x="1203" y="662"/>
                  </a:lnTo>
                  <a:lnTo>
                    <a:pt x="1203" y="663"/>
                  </a:lnTo>
                  <a:lnTo>
                    <a:pt x="1202" y="665"/>
                  </a:lnTo>
                  <a:lnTo>
                    <a:pt x="1201" y="666"/>
                  </a:lnTo>
                  <a:lnTo>
                    <a:pt x="1198" y="666"/>
                  </a:lnTo>
                  <a:lnTo>
                    <a:pt x="1197" y="666"/>
                  </a:lnTo>
                  <a:lnTo>
                    <a:pt x="1195" y="666"/>
                  </a:lnTo>
                  <a:lnTo>
                    <a:pt x="1194" y="667"/>
                  </a:lnTo>
                  <a:lnTo>
                    <a:pt x="1193" y="667"/>
                  </a:lnTo>
                  <a:lnTo>
                    <a:pt x="1192" y="666"/>
                  </a:lnTo>
                  <a:lnTo>
                    <a:pt x="1192" y="665"/>
                  </a:lnTo>
                  <a:lnTo>
                    <a:pt x="1189" y="665"/>
                  </a:lnTo>
                  <a:lnTo>
                    <a:pt x="1188" y="666"/>
                  </a:lnTo>
                  <a:lnTo>
                    <a:pt x="1186" y="666"/>
                  </a:lnTo>
                  <a:lnTo>
                    <a:pt x="1185" y="665"/>
                  </a:lnTo>
                  <a:lnTo>
                    <a:pt x="1184" y="662"/>
                  </a:lnTo>
                  <a:lnTo>
                    <a:pt x="1182" y="662"/>
                  </a:lnTo>
                  <a:lnTo>
                    <a:pt x="1180" y="659"/>
                  </a:lnTo>
                  <a:lnTo>
                    <a:pt x="1180" y="657"/>
                  </a:lnTo>
                  <a:lnTo>
                    <a:pt x="1181" y="657"/>
                  </a:lnTo>
                  <a:lnTo>
                    <a:pt x="1181" y="654"/>
                  </a:lnTo>
                  <a:lnTo>
                    <a:pt x="1180" y="653"/>
                  </a:lnTo>
                  <a:lnTo>
                    <a:pt x="1180" y="650"/>
                  </a:lnTo>
                  <a:lnTo>
                    <a:pt x="1178" y="650"/>
                  </a:lnTo>
                  <a:lnTo>
                    <a:pt x="1177" y="649"/>
                  </a:lnTo>
                  <a:lnTo>
                    <a:pt x="1177" y="647"/>
                  </a:lnTo>
                  <a:lnTo>
                    <a:pt x="1178" y="646"/>
                  </a:lnTo>
                  <a:lnTo>
                    <a:pt x="1178" y="645"/>
                  </a:lnTo>
                  <a:lnTo>
                    <a:pt x="1178" y="643"/>
                  </a:lnTo>
                  <a:lnTo>
                    <a:pt x="1177" y="645"/>
                  </a:lnTo>
                  <a:lnTo>
                    <a:pt x="1176" y="645"/>
                  </a:lnTo>
                  <a:lnTo>
                    <a:pt x="1174" y="645"/>
                  </a:lnTo>
                  <a:lnTo>
                    <a:pt x="1173" y="646"/>
                  </a:lnTo>
                  <a:lnTo>
                    <a:pt x="1172" y="645"/>
                  </a:lnTo>
                  <a:lnTo>
                    <a:pt x="1170" y="645"/>
                  </a:lnTo>
                  <a:lnTo>
                    <a:pt x="1169" y="645"/>
                  </a:lnTo>
                  <a:lnTo>
                    <a:pt x="1169" y="643"/>
                  </a:lnTo>
                  <a:lnTo>
                    <a:pt x="1166" y="642"/>
                  </a:lnTo>
                  <a:lnTo>
                    <a:pt x="1165" y="641"/>
                  </a:lnTo>
                  <a:lnTo>
                    <a:pt x="1165" y="641"/>
                  </a:lnTo>
                  <a:lnTo>
                    <a:pt x="1164" y="641"/>
                  </a:lnTo>
                  <a:lnTo>
                    <a:pt x="1163" y="640"/>
                  </a:lnTo>
                  <a:lnTo>
                    <a:pt x="1163" y="638"/>
                  </a:lnTo>
                  <a:lnTo>
                    <a:pt x="1161" y="638"/>
                  </a:lnTo>
                  <a:lnTo>
                    <a:pt x="1160" y="637"/>
                  </a:lnTo>
                  <a:lnTo>
                    <a:pt x="1160" y="636"/>
                  </a:lnTo>
                  <a:lnTo>
                    <a:pt x="1159" y="634"/>
                  </a:lnTo>
                  <a:lnTo>
                    <a:pt x="1157" y="634"/>
                  </a:lnTo>
                  <a:lnTo>
                    <a:pt x="1157" y="636"/>
                  </a:lnTo>
                  <a:lnTo>
                    <a:pt x="1156" y="636"/>
                  </a:lnTo>
                  <a:lnTo>
                    <a:pt x="1155" y="636"/>
                  </a:lnTo>
                  <a:lnTo>
                    <a:pt x="1155" y="637"/>
                  </a:lnTo>
                  <a:lnTo>
                    <a:pt x="1152" y="636"/>
                  </a:lnTo>
                  <a:lnTo>
                    <a:pt x="1152" y="636"/>
                  </a:lnTo>
                  <a:lnTo>
                    <a:pt x="1151" y="634"/>
                  </a:lnTo>
                  <a:lnTo>
                    <a:pt x="1148" y="634"/>
                  </a:lnTo>
                  <a:lnTo>
                    <a:pt x="1147" y="634"/>
                  </a:lnTo>
                  <a:lnTo>
                    <a:pt x="1148" y="633"/>
                  </a:lnTo>
                  <a:lnTo>
                    <a:pt x="1148" y="632"/>
                  </a:lnTo>
                  <a:lnTo>
                    <a:pt x="1147" y="632"/>
                  </a:lnTo>
                  <a:lnTo>
                    <a:pt x="1145" y="633"/>
                  </a:lnTo>
                  <a:lnTo>
                    <a:pt x="1143" y="633"/>
                  </a:lnTo>
                  <a:lnTo>
                    <a:pt x="1141" y="633"/>
                  </a:lnTo>
                  <a:lnTo>
                    <a:pt x="1140" y="633"/>
                  </a:lnTo>
                  <a:lnTo>
                    <a:pt x="1139" y="633"/>
                  </a:lnTo>
                  <a:lnTo>
                    <a:pt x="1138" y="633"/>
                  </a:lnTo>
                  <a:lnTo>
                    <a:pt x="1138" y="632"/>
                  </a:lnTo>
                  <a:lnTo>
                    <a:pt x="1135" y="630"/>
                  </a:lnTo>
                  <a:lnTo>
                    <a:pt x="1132" y="628"/>
                  </a:lnTo>
                  <a:lnTo>
                    <a:pt x="1131" y="625"/>
                  </a:lnTo>
                  <a:lnTo>
                    <a:pt x="1131" y="624"/>
                  </a:lnTo>
                  <a:lnTo>
                    <a:pt x="1131" y="622"/>
                  </a:lnTo>
                  <a:lnTo>
                    <a:pt x="1130" y="621"/>
                  </a:lnTo>
                  <a:lnTo>
                    <a:pt x="1128" y="621"/>
                  </a:lnTo>
                  <a:lnTo>
                    <a:pt x="1128" y="618"/>
                  </a:lnTo>
                  <a:lnTo>
                    <a:pt x="1127" y="617"/>
                  </a:lnTo>
                  <a:lnTo>
                    <a:pt x="1127" y="616"/>
                  </a:lnTo>
                  <a:lnTo>
                    <a:pt x="1126" y="613"/>
                  </a:lnTo>
                  <a:lnTo>
                    <a:pt x="1122" y="611"/>
                  </a:lnTo>
                  <a:lnTo>
                    <a:pt x="1119" y="607"/>
                  </a:lnTo>
                  <a:lnTo>
                    <a:pt x="1119" y="605"/>
                  </a:lnTo>
                  <a:lnTo>
                    <a:pt x="1118" y="604"/>
                  </a:lnTo>
                  <a:lnTo>
                    <a:pt x="1116" y="604"/>
                  </a:lnTo>
                  <a:lnTo>
                    <a:pt x="1116" y="604"/>
                  </a:lnTo>
                  <a:lnTo>
                    <a:pt x="1116" y="603"/>
                  </a:lnTo>
                  <a:lnTo>
                    <a:pt x="1116" y="601"/>
                  </a:lnTo>
                  <a:lnTo>
                    <a:pt x="1115" y="600"/>
                  </a:lnTo>
                  <a:lnTo>
                    <a:pt x="1114" y="599"/>
                  </a:lnTo>
                  <a:lnTo>
                    <a:pt x="1114" y="599"/>
                  </a:lnTo>
                  <a:lnTo>
                    <a:pt x="1113" y="596"/>
                  </a:lnTo>
                  <a:lnTo>
                    <a:pt x="1111" y="595"/>
                  </a:lnTo>
                  <a:lnTo>
                    <a:pt x="1110" y="592"/>
                  </a:lnTo>
                  <a:lnTo>
                    <a:pt x="1107" y="591"/>
                  </a:lnTo>
                  <a:lnTo>
                    <a:pt x="1107" y="590"/>
                  </a:lnTo>
                  <a:lnTo>
                    <a:pt x="1109" y="588"/>
                  </a:lnTo>
                  <a:lnTo>
                    <a:pt x="1107" y="587"/>
                  </a:lnTo>
                  <a:lnTo>
                    <a:pt x="1105" y="587"/>
                  </a:lnTo>
                  <a:lnTo>
                    <a:pt x="1105" y="586"/>
                  </a:lnTo>
                  <a:lnTo>
                    <a:pt x="1105" y="584"/>
                  </a:lnTo>
                  <a:lnTo>
                    <a:pt x="1103" y="583"/>
                  </a:lnTo>
                  <a:lnTo>
                    <a:pt x="1103" y="582"/>
                  </a:lnTo>
                  <a:lnTo>
                    <a:pt x="1103" y="580"/>
                  </a:lnTo>
                  <a:lnTo>
                    <a:pt x="1102" y="579"/>
                  </a:lnTo>
                  <a:lnTo>
                    <a:pt x="1102" y="579"/>
                  </a:lnTo>
                  <a:lnTo>
                    <a:pt x="1101" y="578"/>
                  </a:lnTo>
                  <a:lnTo>
                    <a:pt x="1099" y="578"/>
                  </a:lnTo>
                  <a:lnTo>
                    <a:pt x="1098" y="578"/>
                  </a:lnTo>
                  <a:lnTo>
                    <a:pt x="1097" y="576"/>
                  </a:lnTo>
                  <a:lnTo>
                    <a:pt x="1098" y="575"/>
                  </a:lnTo>
                  <a:lnTo>
                    <a:pt x="1097" y="574"/>
                  </a:lnTo>
                  <a:lnTo>
                    <a:pt x="1095" y="574"/>
                  </a:lnTo>
                  <a:lnTo>
                    <a:pt x="1094" y="575"/>
                  </a:lnTo>
                  <a:lnTo>
                    <a:pt x="1094" y="574"/>
                  </a:lnTo>
                  <a:lnTo>
                    <a:pt x="1093" y="574"/>
                  </a:lnTo>
                  <a:lnTo>
                    <a:pt x="1093" y="572"/>
                  </a:lnTo>
                  <a:lnTo>
                    <a:pt x="1093" y="571"/>
                  </a:lnTo>
                  <a:lnTo>
                    <a:pt x="1091" y="570"/>
                  </a:lnTo>
                  <a:lnTo>
                    <a:pt x="1090" y="570"/>
                  </a:lnTo>
                  <a:lnTo>
                    <a:pt x="1089" y="570"/>
                  </a:lnTo>
                  <a:lnTo>
                    <a:pt x="1087" y="568"/>
                  </a:lnTo>
                  <a:lnTo>
                    <a:pt x="1087" y="568"/>
                  </a:lnTo>
                  <a:lnTo>
                    <a:pt x="1085" y="568"/>
                  </a:lnTo>
                  <a:lnTo>
                    <a:pt x="1085" y="568"/>
                  </a:lnTo>
                  <a:lnTo>
                    <a:pt x="1084" y="568"/>
                  </a:lnTo>
                  <a:lnTo>
                    <a:pt x="1084" y="571"/>
                  </a:lnTo>
                  <a:lnTo>
                    <a:pt x="1082" y="571"/>
                  </a:lnTo>
                  <a:lnTo>
                    <a:pt x="1080" y="570"/>
                  </a:lnTo>
                  <a:lnTo>
                    <a:pt x="1080" y="570"/>
                  </a:lnTo>
                  <a:lnTo>
                    <a:pt x="1078" y="570"/>
                  </a:lnTo>
                  <a:lnTo>
                    <a:pt x="1076" y="570"/>
                  </a:lnTo>
                  <a:lnTo>
                    <a:pt x="1074" y="568"/>
                  </a:lnTo>
                  <a:lnTo>
                    <a:pt x="1073" y="567"/>
                  </a:lnTo>
                  <a:lnTo>
                    <a:pt x="1069" y="567"/>
                  </a:lnTo>
                  <a:lnTo>
                    <a:pt x="1068" y="566"/>
                  </a:lnTo>
                  <a:lnTo>
                    <a:pt x="1066" y="566"/>
                  </a:lnTo>
                  <a:lnTo>
                    <a:pt x="1065" y="566"/>
                  </a:lnTo>
                  <a:lnTo>
                    <a:pt x="1064" y="566"/>
                  </a:lnTo>
                  <a:lnTo>
                    <a:pt x="1061" y="566"/>
                  </a:lnTo>
                  <a:lnTo>
                    <a:pt x="1060" y="568"/>
                  </a:lnTo>
                  <a:lnTo>
                    <a:pt x="1059" y="568"/>
                  </a:lnTo>
                  <a:lnTo>
                    <a:pt x="1059" y="568"/>
                  </a:lnTo>
                  <a:lnTo>
                    <a:pt x="1056" y="568"/>
                  </a:lnTo>
                  <a:lnTo>
                    <a:pt x="1055" y="568"/>
                  </a:lnTo>
                  <a:lnTo>
                    <a:pt x="1052" y="568"/>
                  </a:lnTo>
                  <a:lnTo>
                    <a:pt x="1051" y="570"/>
                  </a:lnTo>
                  <a:lnTo>
                    <a:pt x="1048" y="570"/>
                  </a:lnTo>
                  <a:lnTo>
                    <a:pt x="1047" y="572"/>
                  </a:lnTo>
                  <a:lnTo>
                    <a:pt x="1045" y="572"/>
                  </a:lnTo>
                  <a:lnTo>
                    <a:pt x="1044" y="572"/>
                  </a:lnTo>
                  <a:lnTo>
                    <a:pt x="1043" y="572"/>
                  </a:lnTo>
                  <a:lnTo>
                    <a:pt x="1041" y="572"/>
                  </a:lnTo>
                  <a:lnTo>
                    <a:pt x="1040" y="574"/>
                  </a:lnTo>
                  <a:lnTo>
                    <a:pt x="1037" y="574"/>
                  </a:lnTo>
                  <a:lnTo>
                    <a:pt x="1036" y="575"/>
                  </a:lnTo>
                  <a:lnTo>
                    <a:pt x="1036" y="576"/>
                  </a:lnTo>
                  <a:lnTo>
                    <a:pt x="1033" y="579"/>
                  </a:lnTo>
                  <a:lnTo>
                    <a:pt x="1033" y="580"/>
                  </a:lnTo>
                  <a:lnTo>
                    <a:pt x="1032" y="582"/>
                  </a:lnTo>
                  <a:lnTo>
                    <a:pt x="1032" y="583"/>
                  </a:lnTo>
                  <a:lnTo>
                    <a:pt x="1032" y="584"/>
                  </a:lnTo>
                  <a:lnTo>
                    <a:pt x="1032" y="587"/>
                  </a:lnTo>
                  <a:lnTo>
                    <a:pt x="1032" y="588"/>
                  </a:lnTo>
                  <a:lnTo>
                    <a:pt x="1033" y="588"/>
                  </a:lnTo>
                  <a:lnTo>
                    <a:pt x="1036" y="587"/>
                  </a:lnTo>
                  <a:lnTo>
                    <a:pt x="1037" y="586"/>
                  </a:lnTo>
                  <a:lnTo>
                    <a:pt x="1040" y="586"/>
                  </a:lnTo>
                  <a:lnTo>
                    <a:pt x="1041" y="590"/>
                  </a:lnTo>
                  <a:lnTo>
                    <a:pt x="1043" y="591"/>
                  </a:lnTo>
                  <a:lnTo>
                    <a:pt x="1044" y="592"/>
                  </a:lnTo>
                  <a:lnTo>
                    <a:pt x="1044" y="595"/>
                  </a:lnTo>
                  <a:lnTo>
                    <a:pt x="1044" y="596"/>
                  </a:lnTo>
                  <a:lnTo>
                    <a:pt x="1044" y="599"/>
                  </a:lnTo>
                  <a:lnTo>
                    <a:pt x="1043" y="600"/>
                  </a:lnTo>
                  <a:lnTo>
                    <a:pt x="1041" y="601"/>
                  </a:lnTo>
                  <a:lnTo>
                    <a:pt x="1040" y="604"/>
                  </a:lnTo>
                  <a:lnTo>
                    <a:pt x="1039" y="605"/>
                  </a:lnTo>
                  <a:lnTo>
                    <a:pt x="1037" y="608"/>
                  </a:lnTo>
                  <a:lnTo>
                    <a:pt x="1037" y="611"/>
                  </a:lnTo>
                  <a:lnTo>
                    <a:pt x="1039" y="612"/>
                  </a:lnTo>
                  <a:lnTo>
                    <a:pt x="1039" y="613"/>
                  </a:lnTo>
                  <a:lnTo>
                    <a:pt x="1039" y="616"/>
                  </a:lnTo>
                  <a:lnTo>
                    <a:pt x="1040" y="617"/>
                  </a:lnTo>
                  <a:lnTo>
                    <a:pt x="1040" y="620"/>
                  </a:lnTo>
                  <a:lnTo>
                    <a:pt x="1039" y="621"/>
                  </a:lnTo>
                  <a:lnTo>
                    <a:pt x="1037" y="622"/>
                  </a:lnTo>
                  <a:lnTo>
                    <a:pt x="1039" y="624"/>
                  </a:lnTo>
                  <a:lnTo>
                    <a:pt x="1039" y="628"/>
                  </a:lnTo>
                  <a:lnTo>
                    <a:pt x="1039" y="629"/>
                  </a:lnTo>
                  <a:lnTo>
                    <a:pt x="1039" y="632"/>
                  </a:lnTo>
                  <a:lnTo>
                    <a:pt x="1040" y="632"/>
                  </a:lnTo>
                  <a:lnTo>
                    <a:pt x="1040" y="633"/>
                  </a:lnTo>
                  <a:lnTo>
                    <a:pt x="1041" y="632"/>
                  </a:lnTo>
                  <a:lnTo>
                    <a:pt x="1043" y="633"/>
                  </a:lnTo>
                  <a:lnTo>
                    <a:pt x="1043" y="634"/>
                  </a:lnTo>
                  <a:lnTo>
                    <a:pt x="1043" y="637"/>
                  </a:lnTo>
                  <a:lnTo>
                    <a:pt x="1040" y="640"/>
                  </a:lnTo>
                  <a:lnTo>
                    <a:pt x="1036" y="640"/>
                  </a:lnTo>
                  <a:lnTo>
                    <a:pt x="1033" y="642"/>
                  </a:lnTo>
                  <a:lnTo>
                    <a:pt x="1028" y="647"/>
                  </a:lnTo>
                  <a:lnTo>
                    <a:pt x="1027" y="647"/>
                  </a:lnTo>
                  <a:lnTo>
                    <a:pt x="1024" y="646"/>
                  </a:lnTo>
                  <a:lnTo>
                    <a:pt x="1022" y="645"/>
                  </a:lnTo>
                  <a:lnTo>
                    <a:pt x="1019" y="646"/>
                  </a:lnTo>
                  <a:lnTo>
                    <a:pt x="1019" y="645"/>
                  </a:lnTo>
                  <a:lnTo>
                    <a:pt x="1018" y="645"/>
                  </a:lnTo>
                  <a:lnTo>
                    <a:pt x="1016" y="645"/>
                  </a:lnTo>
                  <a:lnTo>
                    <a:pt x="1015" y="643"/>
                  </a:lnTo>
                  <a:lnTo>
                    <a:pt x="1010" y="642"/>
                  </a:lnTo>
                  <a:lnTo>
                    <a:pt x="1006" y="643"/>
                  </a:lnTo>
                  <a:lnTo>
                    <a:pt x="1006" y="645"/>
                  </a:lnTo>
                  <a:lnTo>
                    <a:pt x="1003" y="646"/>
                  </a:lnTo>
                  <a:lnTo>
                    <a:pt x="1002" y="646"/>
                  </a:lnTo>
                  <a:lnTo>
                    <a:pt x="1001" y="645"/>
                  </a:lnTo>
                  <a:lnTo>
                    <a:pt x="998" y="646"/>
                  </a:lnTo>
                  <a:lnTo>
                    <a:pt x="997" y="645"/>
                  </a:lnTo>
                  <a:lnTo>
                    <a:pt x="995" y="643"/>
                  </a:lnTo>
                  <a:lnTo>
                    <a:pt x="993" y="642"/>
                  </a:lnTo>
                  <a:lnTo>
                    <a:pt x="990" y="641"/>
                  </a:lnTo>
                  <a:lnTo>
                    <a:pt x="986" y="642"/>
                  </a:lnTo>
                  <a:lnTo>
                    <a:pt x="986" y="642"/>
                  </a:lnTo>
                  <a:lnTo>
                    <a:pt x="983" y="642"/>
                  </a:lnTo>
                  <a:lnTo>
                    <a:pt x="982" y="643"/>
                  </a:lnTo>
                  <a:lnTo>
                    <a:pt x="981" y="646"/>
                  </a:lnTo>
                  <a:lnTo>
                    <a:pt x="980" y="647"/>
                  </a:lnTo>
                  <a:lnTo>
                    <a:pt x="977" y="649"/>
                  </a:lnTo>
                  <a:lnTo>
                    <a:pt x="976" y="651"/>
                  </a:lnTo>
                  <a:lnTo>
                    <a:pt x="976" y="653"/>
                  </a:lnTo>
                  <a:lnTo>
                    <a:pt x="974" y="654"/>
                  </a:lnTo>
                  <a:lnTo>
                    <a:pt x="972" y="657"/>
                  </a:lnTo>
                  <a:lnTo>
                    <a:pt x="966" y="657"/>
                  </a:lnTo>
                  <a:lnTo>
                    <a:pt x="965" y="657"/>
                  </a:lnTo>
                  <a:lnTo>
                    <a:pt x="962" y="659"/>
                  </a:lnTo>
                  <a:lnTo>
                    <a:pt x="960" y="659"/>
                  </a:lnTo>
                  <a:lnTo>
                    <a:pt x="956" y="662"/>
                  </a:lnTo>
                  <a:lnTo>
                    <a:pt x="953" y="665"/>
                  </a:lnTo>
                  <a:lnTo>
                    <a:pt x="952" y="665"/>
                  </a:lnTo>
                  <a:lnTo>
                    <a:pt x="951" y="663"/>
                  </a:lnTo>
                  <a:lnTo>
                    <a:pt x="948" y="663"/>
                  </a:lnTo>
                  <a:lnTo>
                    <a:pt x="947" y="665"/>
                  </a:lnTo>
                  <a:lnTo>
                    <a:pt x="944" y="665"/>
                  </a:lnTo>
                  <a:lnTo>
                    <a:pt x="936" y="665"/>
                  </a:lnTo>
                  <a:lnTo>
                    <a:pt x="932" y="663"/>
                  </a:lnTo>
                  <a:lnTo>
                    <a:pt x="927" y="663"/>
                  </a:lnTo>
                  <a:lnTo>
                    <a:pt x="924" y="663"/>
                  </a:lnTo>
                  <a:lnTo>
                    <a:pt x="923" y="662"/>
                  </a:lnTo>
                  <a:lnTo>
                    <a:pt x="920" y="661"/>
                  </a:lnTo>
                  <a:lnTo>
                    <a:pt x="919" y="661"/>
                  </a:lnTo>
                  <a:lnTo>
                    <a:pt x="918" y="659"/>
                  </a:lnTo>
                  <a:lnTo>
                    <a:pt x="916" y="655"/>
                  </a:lnTo>
                  <a:lnTo>
                    <a:pt x="915" y="654"/>
                  </a:lnTo>
                  <a:lnTo>
                    <a:pt x="912" y="654"/>
                  </a:lnTo>
                  <a:lnTo>
                    <a:pt x="908" y="654"/>
                  </a:lnTo>
                  <a:lnTo>
                    <a:pt x="904" y="653"/>
                  </a:lnTo>
                  <a:lnTo>
                    <a:pt x="902" y="650"/>
                  </a:lnTo>
                  <a:lnTo>
                    <a:pt x="898" y="650"/>
                  </a:lnTo>
                  <a:lnTo>
                    <a:pt x="894" y="649"/>
                  </a:lnTo>
                  <a:lnTo>
                    <a:pt x="891" y="647"/>
                  </a:lnTo>
                  <a:lnTo>
                    <a:pt x="889" y="649"/>
                  </a:lnTo>
                  <a:lnTo>
                    <a:pt x="885" y="649"/>
                  </a:lnTo>
                  <a:lnTo>
                    <a:pt x="883" y="650"/>
                  </a:lnTo>
                  <a:lnTo>
                    <a:pt x="878" y="650"/>
                  </a:lnTo>
                  <a:lnTo>
                    <a:pt x="874" y="651"/>
                  </a:lnTo>
                  <a:lnTo>
                    <a:pt x="873" y="654"/>
                  </a:lnTo>
                  <a:lnTo>
                    <a:pt x="872" y="654"/>
                  </a:lnTo>
                  <a:lnTo>
                    <a:pt x="870" y="654"/>
                  </a:lnTo>
                  <a:lnTo>
                    <a:pt x="868" y="654"/>
                  </a:lnTo>
                  <a:lnTo>
                    <a:pt x="866" y="655"/>
                  </a:lnTo>
                  <a:lnTo>
                    <a:pt x="862" y="654"/>
                  </a:lnTo>
                  <a:lnTo>
                    <a:pt x="862" y="655"/>
                  </a:lnTo>
                  <a:lnTo>
                    <a:pt x="860" y="655"/>
                  </a:lnTo>
                  <a:lnTo>
                    <a:pt x="857" y="654"/>
                  </a:lnTo>
                  <a:lnTo>
                    <a:pt x="853" y="653"/>
                  </a:lnTo>
                  <a:lnTo>
                    <a:pt x="852" y="651"/>
                  </a:lnTo>
                  <a:lnTo>
                    <a:pt x="850" y="649"/>
                  </a:lnTo>
                  <a:lnTo>
                    <a:pt x="849" y="649"/>
                  </a:lnTo>
                  <a:lnTo>
                    <a:pt x="847" y="647"/>
                  </a:lnTo>
                  <a:lnTo>
                    <a:pt x="848" y="646"/>
                  </a:lnTo>
                  <a:lnTo>
                    <a:pt x="847" y="643"/>
                  </a:lnTo>
                  <a:lnTo>
                    <a:pt x="845" y="642"/>
                  </a:lnTo>
                  <a:lnTo>
                    <a:pt x="845" y="640"/>
                  </a:lnTo>
                  <a:lnTo>
                    <a:pt x="844" y="638"/>
                  </a:lnTo>
                  <a:lnTo>
                    <a:pt x="844" y="637"/>
                  </a:lnTo>
                  <a:lnTo>
                    <a:pt x="843" y="636"/>
                  </a:lnTo>
                  <a:lnTo>
                    <a:pt x="841" y="634"/>
                  </a:lnTo>
                  <a:lnTo>
                    <a:pt x="836" y="634"/>
                  </a:lnTo>
                  <a:lnTo>
                    <a:pt x="833" y="634"/>
                  </a:lnTo>
                  <a:lnTo>
                    <a:pt x="832" y="633"/>
                  </a:lnTo>
                  <a:lnTo>
                    <a:pt x="829" y="633"/>
                  </a:lnTo>
                  <a:lnTo>
                    <a:pt x="828" y="632"/>
                  </a:lnTo>
                  <a:lnTo>
                    <a:pt x="827" y="630"/>
                  </a:lnTo>
                  <a:lnTo>
                    <a:pt x="823" y="630"/>
                  </a:lnTo>
                  <a:lnTo>
                    <a:pt x="819" y="630"/>
                  </a:lnTo>
                  <a:lnTo>
                    <a:pt x="816" y="630"/>
                  </a:lnTo>
                  <a:lnTo>
                    <a:pt x="816" y="629"/>
                  </a:lnTo>
                  <a:lnTo>
                    <a:pt x="812" y="628"/>
                  </a:lnTo>
                  <a:lnTo>
                    <a:pt x="810" y="626"/>
                  </a:lnTo>
                  <a:lnTo>
                    <a:pt x="808" y="625"/>
                  </a:lnTo>
                  <a:lnTo>
                    <a:pt x="806" y="625"/>
                  </a:lnTo>
                  <a:lnTo>
                    <a:pt x="804" y="626"/>
                  </a:lnTo>
                  <a:lnTo>
                    <a:pt x="804" y="629"/>
                  </a:lnTo>
                  <a:lnTo>
                    <a:pt x="804" y="630"/>
                  </a:lnTo>
                  <a:lnTo>
                    <a:pt x="804" y="633"/>
                  </a:lnTo>
                  <a:lnTo>
                    <a:pt x="803" y="632"/>
                  </a:lnTo>
                  <a:lnTo>
                    <a:pt x="800" y="633"/>
                  </a:lnTo>
                  <a:lnTo>
                    <a:pt x="799" y="634"/>
                  </a:lnTo>
                  <a:lnTo>
                    <a:pt x="799" y="637"/>
                  </a:lnTo>
                  <a:lnTo>
                    <a:pt x="798" y="640"/>
                  </a:lnTo>
                  <a:lnTo>
                    <a:pt x="796" y="645"/>
                  </a:lnTo>
                  <a:lnTo>
                    <a:pt x="798" y="647"/>
                  </a:lnTo>
                  <a:lnTo>
                    <a:pt x="802" y="649"/>
                  </a:lnTo>
                  <a:lnTo>
                    <a:pt x="803" y="650"/>
                  </a:lnTo>
                  <a:lnTo>
                    <a:pt x="804" y="651"/>
                  </a:lnTo>
                  <a:lnTo>
                    <a:pt x="806" y="653"/>
                  </a:lnTo>
                  <a:lnTo>
                    <a:pt x="804" y="657"/>
                  </a:lnTo>
                  <a:lnTo>
                    <a:pt x="804" y="661"/>
                  </a:lnTo>
                  <a:lnTo>
                    <a:pt x="807" y="662"/>
                  </a:lnTo>
                  <a:lnTo>
                    <a:pt x="808" y="663"/>
                  </a:lnTo>
                  <a:lnTo>
                    <a:pt x="806" y="667"/>
                  </a:lnTo>
                  <a:lnTo>
                    <a:pt x="802" y="667"/>
                  </a:lnTo>
                  <a:lnTo>
                    <a:pt x="799" y="667"/>
                  </a:lnTo>
                  <a:lnTo>
                    <a:pt x="799" y="667"/>
                  </a:lnTo>
                  <a:lnTo>
                    <a:pt x="796" y="667"/>
                  </a:lnTo>
                  <a:lnTo>
                    <a:pt x="795" y="667"/>
                  </a:lnTo>
                  <a:lnTo>
                    <a:pt x="790" y="667"/>
                  </a:lnTo>
                  <a:lnTo>
                    <a:pt x="789" y="667"/>
                  </a:lnTo>
                  <a:lnTo>
                    <a:pt x="786" y="666"/>
                  </a:lnTo>
                  <a:lnTo>
                    <a:pt x="785" y="666"/>
                  </a:lnTo>
                  <a:lnTo>
                    <a:pt x="782" y="666"/>
                  </a:lnTo>
                  <a:lnTo>
                    <a:pt x="779" y="667"/>
                  </a:lnTo>
                  <a:lnTo>
                    <a:pt x="777" y="668"/>
                  </a:lnTo>
                  <a:lnTo>
                    <a:pt x="775" y="670"/>
                  </a:lnTo>
                  <a:lnTo>
                    <a:pt x="771" y="667"/>
                  </a:lnTo>
                  <a:lnTo>
                    <a:pt x="769" y="666"/>
                  </a:lnTo>
                  <a:lnTo>
                    <a:pt x="764" y="662"/>
                  </a:lnTo>
                  <a:lnTo>
                    <a:pt x="762" y="661"/>
                  </a:lnTo>
                  <a:lnTo>
                    <a:pt x="762" y="659"/>
                  </a:lnTo>
                  <a:lnTo>
                    <a:pt x="761" y="657"/>
                  </a:lnTo>
                  <a:lnTo>
                    <a:pt x="757" y="657"/>
                  </a:lnTo>
                  <a:lnTo>
                    <a:pt x="756" y="658"/>
                  </a:lnTo>
                  <a:lnTo>
                    <a:pt x="753" y="658"/>
                  </a:lnTo>
                  <a:lnTo>
                    <a:pt x="753" y="658"/>
                  </a:lnTo>
                  <a:lnTo>
                    <a:pt x="750" y="659"/>
                  </a:lnTo>
                  <a:lnTo>
                    <a:pt x="749" y="657"/>
                  </a:lnTo>
                  <a:lnTo>
                    <a:pt x="748" y="655"/>
                  </a:lnTo>
                  <a:lnTo>
                    <a:pt x="746" y="654"/>
                  </a:lnTo>
                  <a:lnTo>
                    <a:pt x="746" y="654"/>
                  </a:lnTo>
                  <a:lnTo>
                    <a:pt x="744" y="655"/>
                  </a:lnTo>
                  <a:lnTo>
                    <a:pt x="741" y="655"/>
                  </a:lnTo>
                  <a:lnTo>
                    <a:pt x="740" y="655"/>
                  </a:lnTo>
                  <a:lnTo>
                    <a:pt x="737" y="655"/>
                  </a:lnTo>
                  <a:lnTo>
                    <a:pt x="733" y="657"/>
                  </a:lnTo>
                  <a:lnTo>
                    <a:pt x="732" y="657"/>
                  </a:lnTo>
                  <a:lnTo>
                    <a:pt x="731" y="659"/>
                  </a:lnTo>
                  <a:lnTo>
                    <a:pt x="728" y="661"/>
                  </a:lnTo>
                  <a:lnTo>
                    <a:pt x="724" y="659"/>
                  </a:lnTo>
                  <a:lnTo>
                    <a:pt x="724" y="661"/>
                  </a:lnTo>
                  <a:lnTo>
                    <a:pt x="724" y="662"/>
                  </a:lnTo>
                  <a:lnTo>
                    <a:pt x="725" y="663"/>
                  </a:lnTo>
                  <a:lnTo>
                    <a:pt x="724" y="665"/>
                  </a:lnTo>
                  <a:lnTo>
                    <a:pt x="723" y="666"/>
                  </a:lnTo>
                  <a:lnTo>
                    <a:pt x="720" y="667"/>
                  </a:lnTo>
                  <a:lnTo>
                    <a:pt x="719" y="668"/>
                  </a:lnTo>
                  <a:lnTo>
                    <a:pt x="719" y="671"/>
                  </a:lnTo>
                  <a:lnTo>
                    <a:pt x="716" y="672"/>
                  </a:lnTo>
                  <a:lnTo>
                    <a:pt x="715" y="674"/>
                  </a:lnTo>
                  <a:lnTo>
                    <a:pt x="715" y="676"/>
                  </a:lnTo>
                  <a:lnTo>
                    <a:pt x="711" y="678"/>
                  </a:lnTo>
                  <a:lnTo>
                    <a:pt x="708" y="680"/>
                  </a:lnTo>
                  <a:lnTo>
                    <a:pt x="708" y="682"/>
                  </a:lnTo>
                  <a:lnTo>
                    <a:pt x="703" y="682"/>
                  </a:lnTo>
                  <a:lnTo>
                    <a:pt x="700" y="683"/>
                  </a:lnTo>
                  <a:lnTo>
                    <a:pt x="699" y="687"/>
                  </a:lnTo>
                  <a:lnTo>
                    <a:pt x="699" y="687"/>
                  </a:lnTo>
                  <a:lnTo>
                    <a:pt x="698" y="687"/>
                  </a:lnTo>
                  <a:lnTo>
                    <a:pt x="695" y="686"/>
                  </a:lnTo>
                  <a:lnTo>
                    <a:pt x="694" y="686"/>
                  </a:lnTo>
                  <a:lnTo>
                    <a:pt x="692" y="686"/>
                  </a:lnTo>
                  <a:lnTo>
                    <a:pt x="690" y="684"/>
                  </a:lnTo>
                  <a:lnTo>
                    <a:pt x="687" y="682"/>
                  </a:lnTo>
                  <a:lnTo>
                    <a:pt x="686" y="682"/>
                  </a:lnTo>
                  <a:lnTo>
                    <a:pt x="685" y="679"/>
                  </a:lnTo>
                  <a:lnTo>
                    <a:pt x="686" y="676"/>
                  </a:lnTo>
                  <a:lnTo>
                    <a:pt x="685" y="676"/>
                  </a:lnTo>
                  <a:lnTo>
                    <a:pt x="682" y="678"/>
                  </a:lnTo>
                  <a:lnTo>
                    <a:pt x="681" y="679"/>
                  </a:lnTo>
                  <a:lnTo>
                    <a:pt x="678" y="680"/>
                  </a:lnTo>
                  <a:lnTo>
                    <a:pt x="673" y="680"/>
                  </a:lnTo>
                  <a:lnTo>
                    <a:pt x="671" y="682"/>
                  </a:lnTo>
                  <a:lnTo>
                    <a:pt x="670" y="683"/>
                  </a:lnTo>
                  <a:lnTo>
                    <a:pt x="669" y="682"/>
                  </a:lnTo>
                  <a:lnTo>
                    <a:pt x="666" y="680"/>
                  </a:lnTo>
                  <a:lnTo>
                    <a:pt x="665" y="680"/>
                  </a:lnTo>
                  <a:lnTo>
                    <a:pt x="665" y="680"/>
                  </a:lnTo>
                  <a:lnTo>
                    <a:pt x="663" y="679"/>
                  </a:lnTo>
                  <a:lnTo>
                    <a:pt x="662" y="678"/>
                  </a:lnTo>
                  <a:lnTo>
                    <a:pt x="662" y="675"/>
                  </a:lnTo>
                  <a:lnTo>
                    <a:pt x="663" y="675"/>
                  </a:lnTo>
                  <a:lnTo>
                    <a:pt x="663" y="674"/>
                  </a:lnTo>
                  <a:lnTo>
                    <a:pt x="661" y="672"/>
                  </a:lnTo>
                  <a:lnTo>
                    <a:pt x="661" y="672"/>
                  </a:lnTo>
                  <a:lnTo>
                    <a:pt x="657" y="671"/>
                  </a:lnTo>
                  <a:lnTo>
                    <a:pt x="656" y="670"/>
                  </a:lnTo>
                  <a:lnTo>
                    <a:pt x="654" y="670"/>
                  </a:lnTo>
                  <a:lnTo>
                    <a:pt x="653" y="667"/>
                  </a:lnTo>
                  <a:lnTo>
                    <a:pt x="650" y="663"/>
                  </a:lnTo>
                  <a:lnTo>
                    <a:pt x="648" y="661"/>
                  </a:lnTo>
                  <a:lnTo>
                    <a:pt x="644" y="661"/>
                  </a:lnTo>
                  <a:lnTo>
                    <a:pt x="640" y="661"/>
                  </a:lnTo>
                  <a:lnTo>
                    <a:pt x="636" y="661"/>
                  </a:lnTo>
                  <a:lnTo>
                    <a:pt x="635" y="662"/>
                  </a:lnTo>
                  <a:lnTo>
                    <a:pt x="636" y="663"/>
                  </a:lnTo>
                  <a:lnTo>
                    <a:pt x="635" y="665"/>
                  </a:lnTo>
                  <a:lnTo>
                    <a:pt x="633" y="665"/>
                  </a:lnTo>
                  <a:lnTo>
                    <a:pt x="631" y="665"/>
                  </a:lnTo>
                  <a:lnTo>
                    <a:pt x="628" y="666"/>
                  </a:lnTo>
                  <a:lnTo>
                    <a:pt x="625" y="665"/>
                  </a:lnTo>
                  <a:lnTo>
                    <a:pt x="624" y="665"/>
                  </a:lnTo>
                  <a:lnTo>
                    <a:pt x="621" y="666"/>
                  </a:lnTo>
                  <a:lnTo>
                    <a:pt x="620" y="666"/>
                  </a:lnTo>
                  <a:lnTo>
                    <a:pt x="617" y="663"/>
                  </a:lnTo>
                  <a:lnTo>
                    <a:pt x="615" y="663"/>
                  </a:lnTo>
                  <a:lnTo>
                    <a:pt x="615" y="662"/>
                  </a:lnTo>
                  <a:lnTo>
                    <a:pt x="615" y="659"/>
                  </a:lnTo>
                  <a:lnTo>
                    <a:pt x="612" y="658"/>
                  </a:lnTo>
                  <a:lnTo>
                    <a:pt x="609" y="659"/>
                  </a:lnTo>
                  <a:lnTo>
                    <a:pt x="611" y="662"/>
                  </a:lnTo>
                  <a:lnTo>
                    <a:pt x="611" y="662"/>
                  </a:lnTo>
                  <a:lnTo>
                    <a:pt x="611" y="663"/>
                  </a:lnTo>
                  <a:lnTo>
                    <a:pt x="608" y="665"/>
                  </a:lnTo>
                  <a:lnTo>
                    <a:pt x="606" y="666"/>
                  </a:lnTo>
                  <a:lnTo>
                    <a:pt x="577" y="629"/>
                  </a:lnTo>
                  <a:lnTo>
                    <a:pt x="556" y="613"/>
                  </a:lnTo>
                  <a:lnTo>
                    <a:pt x="554" y="611"/>
                  </a:lnTo>
                  <a:lnTo>
                    <a:pt x="556" y="611"/>
                  </a:lnTo>
                  <a:lnTo>
                    <a:pt x="558" y="608"/>
                  </a:lnTo>
                  <a:lnTo>
                    <a:pt x="558" y="607"/>
                  </a:lnTo>
                  <a:lnTo>
                    <a:pt x="557" y="605"/>
                  </a:lnTo>
                  <a:lnTo>
                    <a:pt x="554" y="607"/>
                  </a:lnTo>
                  <a:lnTo>
                    <a:pt x="552" y="607"/>
                  </a:lnTo>
                  <a:lnTo>
                    <a:pt x="549" y="609"/>
                  </a:lnTo>
                  <a:lnTo>
                    <a:pt x="548" y="609"/>
                  </a:lnTo>
                  <a:lnTo>
                    <a:pt x="545" y="612"/>
                  </a:lnTo>
                  <a:lnTo>
                    <a:pt x="545" y="615"/>
                  </a:lnTo>
                  <a:lnTo>
                    <a:pt x="542" y="616"/>
                  </a:lnTo>
                  <a:lnTo>
                    <a:pt x="542" y="617"/>
                  </a:lnTo>
                  <a:lnTo>
                    <a:pt x="540" y="620"/>
                  </a:lnTo>
                  <a:lnTo>
                    <a:pt x="536" y="620"/>
                  </a:lnTo>
                  <a:lnTo>
                    <a:pt x="534" y="621"/>
                  </a:lnTo>
                  <a:lnTo>
                    <a:pt x="534" y="624"/>
                  </a:lnTo>
                  <a:lnTo>
                    <a:pt x="533" y="624"/>
                  </a:lnTo>
                  <a:lnTo>
                    <a:pt x="532" y="624"/>
                  </a:lnTo>
                  <a:lnTo>
                    <a:pt x="527" y="622"/>
                  </a:lnTo>
                  <a:lnTo>
                    <a:pt x="524" y="622"/>
                  </a:lnTo>
                  <a:lnTo>
                    <a:pt x="523" y="625"/>
                  </a:lnTo>
                  <a:lnTo>
                    <a:pt x="521" y="625"/>
                  </a:lnTo>
                  <a:lnTo>
                    <a:pt x="520" y="622"/>
                  </a:lnTo>
                  <a:lnTo>
                    <a:pt x="520" y="620"/>
                  </a:lnTo>
                  <a:lnTo>
                    <a:pt x="521" y="618"/>
                  </a:lnTo>
                  <a:lnTo>
                    <a:pt x="523" y="616"/>
                  </a:lnTo>
                  <a:lnTo>
                    <a:pt x="521" y="616"/>
                  </a:lnTo>
                  <a:lnTo>
                    <a:pt x="519" y="617"/>
                  </a:lnTo>
                  <a:lnTo>
                    <a:pt x="517" y="617"/>
                  </a:lnTo>
                  <a:lnTo>
                    <a:pt x="513" y="615"/>
                  </a:lnTo>
                  <a:lnTo>
                    <a:pt x="511" y="615"/>
                  </a:lnTo>
                  <a:lnTo>
                    <a:pt x="511" y="616"/>
                  </a:lnTo>
                  <a:lnTo>
                    <a:pt x="512" y="617"/>
                  </a:lnTo>
                  <a:lnTo>
                    <a:pt x="511" y="618"/>
                  </a:lnTo>
                  <a:lnTo>
                    <a:pt x="509" y="618"/>
                  </a:lnTo>
                  <a:lnTo>
                    <a:pt x="508" y="616"/>
                  </a:lnTo>
                  <a:lnTo>
                    <a:pt x="507" y="612"/>
                  </a:lnTo>
                  <a:lnTo>
                    <a:pt x="503" y="609"/>
                  </a:lnTo>
                  <a:lnTo>
                    <a:pt x="503" y="609"/>
                  </a:lnTo>
                  <a:lnTo>
                    <a:pt x="503" y="612"/>
                  </a:lnTo>
                  <a:lnTo>
                    <a:pt x="503" y="615"/>
                  </a:lnTo>
                  <a:lnTo>
                    <a:pt x="502" y="615"/>
                  </a:lnTo>
                  <a:lnTo>
                    <a:pt x="502" y="612"/>
                  </a:lnTo>
                  <a:lnTo>
                    <a:pt x="499" y="612"/>
                  </a:lnTo>
                  <a:lnTo>
                    <a:pt x="499" y="615"/>
                  </a:lnTo>
                  <a:lnTo>
                    <a:pt x="498" y="615"/>
                  </a:lnTo>
                  <a:lnTo>
                    <a:pt x="496" y="613"/>
                  </a:lnTo>
                  <a:lnTo>
                    <a:pt x="494" y="615"/>
                  </a:lnTo>
                  <a:lnTo>
                    <a:pt x="492" y="615"/>
                  </a:lnTo>
                  <a:lnTo>
                    <a:pt x="491" y="612"/>
                  </a:lnTo>
                  <a:lnTo>
                    <a:pt x="492" y="612"/>
                  </a:lnTo>
                  <a:lnTo>
                    <a:pt x="492" y="611"/>
                  </a:lnTo>
                  <a:lnTo>
                    <a:pt x="492" y="608"/>
                  </a:lnTo>
                  <a:lnTo>
                    <a:pt x="492" y="607"/>
                  </a:lnTo>
                  <a:lnTo>
                    <a:pt x="492" y="605"/>
                  </a:lnTo>
                  <a:lnTo>
                    <a:pt x="491" y="604"/>
                  </a:lnTo>
                  <a:lnTo>
                    <a:pt x="490" y="601"/>
                  </a:lnTo>
                  <a:lnTo>
                    <a:pt x="488" y="600"/>
                  </a:lnTo>
                  <a:lnTo>
                    <a:pt x="487" y="599"/>
                  </a:lnTo>
                  <a:lnTo>
                    <a:pt x="487" y="596"/>
                  </a:lnTo>
                  <a:lnTo>
                    <a:pt x="484" y="596"/>
                  </a:lnTo>
                  <a:lnTo>
                    <a:pt x="482" y="597"/>
                  </a:lnTo>
                  <a:lnTo>
                    <a:pt x="479" y="597"/>
                  </a:lnTo>
                  <a:lnTo>
                    <a:pt x="477" y="595"/>
                  </a:lnTo>
                  <a:lnTo>
                    <a:pt x="473" y="595"/>
                  </a:lnTo>
                  <a:lnTo>
                    <a:pt x="470" y="593"/>
                  </a:lnTo>
                  <a:lnTo>
                    <a:pt x="469" y="595"/>
                  </a:lnTo>
                  <a:lnTo>
                    <a:pt x="466" y="595"/>
                  </a:lnTo>
                  <a:lnTo>
                    <a:pt x="465" y="596"/>
                  </a:lnTo>
                  <a:lnTo>
                    <a:pt x="463" y="597"/>
                  </a:lnTo>
                  <a:lnTo>
                    <a:pt x="461" y="599"/>
                  </a:lnTo>
                  <a:lnTo>
                    <a:pt x="459" y="599"/>
                  </a:lnTo>
                  <a:lnTo>
                    <a:pt x="461" y="600"/>
                  </a:lnTo>
                  <a:lnTo>
                    <a:pt x="461" y="603"/>
                  </a:lnTo>
                  <a:lnTo>
                    <a:pt x="457" y="603"/>
                  </a:lnTo>
                  <a:lnTo>
                    <a:pt x="455" y="603"/>
                  </a:lnTo>
                  <a:lnTo>
                    <a:pt x="454" y="604"/>
                  </a:lnTo>
                  <a:lnTo>
                    <a:pt x="451" y="605"/>
                  </a:lnTo>
                  <a:lnTo>
                    <a:pt x="450" y="605"/>
                  </a:lnTo>
                  <a:lnTo>
                    <a:pt x="449" y="605"/>
                  </a:lnTo>
                  <a:lnTo>
                    <a:pt x="444" y="609"/>
                  </a:lnTo>
                  <a:lnTo>
                    <a:pt x="441" y="611"/>
                  </a:lnTo>
                  <a:lnTo>
                    <a:pt x="440" y="612"/>
                  </a:lnTo>
                  <a:lnTo>
                    <a:pt x="437" y="611"/>
                  </a:lnTo>
                  <a:lnTo>
                    <a:pt x="436" y="611"/>
                  </a:lnTo>
                  <a:lnTo>
                    <a:pt x="434" y="611"/>
                  </a:lnTo>
                  <a:lnTo>
                    <a:pt x="434" y="613"/>
                  </a:lnTo>
                  <a:lnTo>
                    <a:pt x="432" y="613"/>
                  </a:lnTo>
                  <a:lnTo>
                    <a:pt x="430" y="615"/>
                  </a:lnTo>
                  <a:lnTo>
                    <a:pt x="430" y="616"/>
                  </a:lnTo>
                  <a:lnTo>
                    <a:pt x="429" y="617"/>
                  </a:lnTo>
                  <a:lnTo>
                    <a:pt x="428" y="617"/>
                  </a:lnTo>
                  <a:lnTo>
                    <a:pt x="426" y="617"/>
                  </a:lnTo>
                  <a:lnTo>
                    <a:pt x="424" y="618"/>
                  </a:lnTo>
                  <a:lnTo>
                    <a:pt x="421" y="618"/>
                  </a:lnTo>
                  <a:lnTo>
                    <a:pt x="419" y="620"/>
                  </a:lnTo>
                  <a:lnTo>
                    <a:pt x="417" y="621"/>
                  </a:lnTo>
                  <a:lnTo>
                    <a:pt x="415" y="621"/>
                  </a:lnTo>
                  <a:lnTo>
                    <a:pt x="412" y="622"/>
                  </a:lnTo>
                  <a:lnTo>
                    <a:pt x="409" y="622"/>
                  </a:lnTo>
                  <a:lnTo>
                    <a:pt x="405" y="624"/>
                  </a:lnTo>
                  <a:lnTo>
                    <a:pt x="404" y="626"/>
                  </a:lnTo>
                  <a:lnTo>
                    <a:pt x="403" y="628"/>
                  </a:lnTo>
                  <a:lnTo>
                    <a:pt x="401" y="625"/>
                  </a:lnTo>
                  <a:lnTo>
                    <a:pt x="400" y="625"/>
                  </a:lnTo>
                  <a:lnTo>
                    <a:pt x="397" y="626"/>
                  </a:lnTo>
                  <a:lnTo>
                    <a:pt x="397" y="628"/>
                  </a:lnTo>
                  <a:lnTo>
                    <a:pt x="397" y="629"/>
                  </a:lnTo>
                  <a:lnTo>
                    <a:pt x="395" y="628"/>
                  </a:lnTo>
                  <a:lnTo>
                    <a:pt x="392" y="628"/>
                  </a:lnTo>
                  <a:lnTo>
                    <a:pt x="391" y="626"/>
                  </a:lnTo>
                  <a:lnTo>
                    <a:pt x="390" y="626"/>
                  </a:lnTo>
                  <a:lnTo>
                    <a:pt x="388" y="628"/>
                  </a:lnTo>
                  <a:lnTo>
                    <a:pt x="386" y="629"/>
                  </a:lnTo>
                  <a:lnTo>
                    <a:pt x="384" y="629"/>
                  </a:lnTo>
                  <a:lnTo>
                    <a:pt x="386" y="632"/>
                  </a:lnTo>
                  <a:lnTo>
                    <a:pt x="386" y="633"/>
                  </a:lnTo>
                  <a:lnTo>
                    <a:pt x="387" y="634"/>
                  </a:lnTo>
                  <a:lnTo>
                    <a:pt x="390" y="633"/>
                  </a:lnTo>
                  <a:lnTo>
                    <a:pt x="391" y="636"/>
                  </a:lnTo>
                  <a:lnTo>
                    <a:pt x="388" y="636"/>
                  </a:lnTo>
                  <a:lnTo>
                    <a:pt x="387" y="637"/>
                  </a:lnTo>
                  <a:lnTo>
                    <a:pt x="387" y="638"/>
                  </a:lnTo>
                  <a:lnTo>
                    <a:pt x="390" y="638"/>
                  </a:lnTo>
                  <a:lnTo>
                    <a:pt x="392" y="640"/>
                  </a:lnTo>
                  <a:lnTo>
                    <a:pt x="394" y="638"/>
                  </a:lnTo>
                  <a:lnTo>
                    <a:pt x="396" y="638"/>
                  </a:lnTo>
                  <a:lnTo>
                    <a:pt x="397" y="641"/>
                  </a:lnTo>
                  <a:lnTo>
                    <a:pt x="400" y="641"/>
                  </a:lnTo>
                  <a:lnTo>
                    <a:pt x="400" y="643"/>
                  </a:lnTo>
                  <a:lnTo>
                    <a:pt x="399" y="645"/>
                  </a:lnTo>
                  <a:lnTo>
                    <a:pt x="396" y="643"/>
                  </a:lnTo>
                  <a:lnTo>
                    <a:pt x="392" y="643"/>
                  </a:lnTo>
                  <a:lnTo>
                    <a:pt x="390" y="646"/>
                  </a:lnTo>
                  <a:lnTo>
                    <a:pt x="387" y="650"/>
                  </a:lnTo>
                  <a:lnTo>
                    <a:pt x="387" y="653"/>
                  </a:lnTo>
                  <a:lnTo>
                    <a:pt x="388" y="653"/>
                  </a:lnTo>
                  <a:lnTo>
                    <a:pt x="390" y="655"/>
                  </a:lnTo>
                  <a:lnTo>
                    <a:pt x="387" y="658"/>
                  </a:lnTo>
                  <a:lnTo>
                    <a:pt x="387" y="661"/>
                  </a:lnTo>
                  <a:lnTo>
                    <a:pt x="384" y="661"/>
                  </a:lnTo>
                  <a:lnTo>
                    <a:pt x="384" y="662"/>
                  </a:lnTo>
                  <a:lnTo>
                    <a:pt x="386" y="663"/>
                  </a:lnTo>
                  <a:lnTo>
                    <a:pt x="386" y="665"/>
                  </a:lnTo>
                  <a:lnTo>
                    <a:pt x="388" y="665"/>
                  </a:lnTo>
                  <a:lnTo>
                    <a:pt x="390" y="666"/>
                  </a:lnTo>
                  <a:lnTo>
                    <a:pt x="392" y="667"/>
                  </a:lnTo>
                  <a:lnTo>
                    <a:pt x="392" y="668"/>
                  </a:lnTo>
                  <a:lnTo>
                    <a:pt x="395" y="670"/>
                  </a:lnTo>
                  <a:lnTo>
                    <a:pt x="399" y="670"/>
                  </a:lnTo>
                  <a:lnTo>
                    <a:pt x="400" y="671"/>
                  </a:lnTo>
                  <a:lnTo>
                    <a:pt x="400" y="680"/>
                  </a:lnTo>
                  <a:lnTo>
                    <a:pt x="399" y="683"/>
                  </a:lnTo>
                  <a:lnTo>
                    <a:pt x="395" y="684"/>
                  </a:lnTo>
                  <a:lnTo>
                    <a:pt x="392" y="683"/>
                  </a:lnTo>
                  <a:lnTo>
                    <a:pt x="388" y="682"/>
                  </a:lnTo>
                  <a:lnTo>
                    <a:pt x="387" y="682"/>
                  </a:lnTo>
                  <a:lnTo>
                    <a:pt x="387" y="684"/>
                  </a:lnTo>
                  <a:lnTo>
                    <a:pt x="386" y="687"/>
                  </a:lnTo>
                  <a:lnTo>
                    <a:pt x="383" y="687"/>
                  </a:lnTo>
                  <a:lnTo>
                    <a:pt x="379" y="686"/>
                  </a:lnTo>
                  <a:lnTo>
                    <a:pt x="375" y="686"/>
                  </a:lnTo>
                  <a:lnTo>
                    <a:pt x="374" y="684"/>
                  </a:lnTo>
                  <a:lnTo>
                    <a:pt x="372" y="686"/>
                  </a:lnTo>
                  <a:lnTo>
                    <a:pt x="370" y="684"/>
                  </a:lnTo>
                  <a:lnTo>
                    <a:pt x="369" y="682"/>
                  </a:lnTo>
                  <a:lnTo>
                    <a:pt x="370" y="680"/>
                  </a:lnTo>
                  <a:lnTo>
                    <a:pt x="371" y="679"/>
                  </a:lnTo>
                  <a:lnTo>
                    <a:pt x="369" y="678"/>
                  </a:lnTo>
                  <a:lnTo>
                    <a:pt x="366" y="676"/>
                  </a:lnTo>
                  <a:lnTo>
                    <a:pt x="365" y="679"/>
                  </a:lnTo>
                  <a:lnTo>
                    <a:pt x="362" y="678"/>
                  </a:lnTo>
                  <a:lnTo>
                    <a:pt x="361" y="679"/>
                  </a:lnTo>
                  <a:lnTo>
                    <a:pt x="361" y="682"/>
                  </a:lnTo>
                  <a:lnTo>
                    <a:pt x="357" y="682"/>
                  </a:lnTo>
                  <a:lnTo>
                    <a:pt x="357" y="680"/>
                  </a:lnTo>
                  <a:lnTo>
                    <a:pt x="353" y="678"/>
                  </a:lnTo>
                  <a:lnTo>
                    <a:pt x="350" y="678"/>
                  </a:lnTo>
                  <a:lnTo>
                    <a:pt x="350" y="680"/>
                  </a:lnTo>
                  <a:lnTo>
                    <a:pt x="347" y="678"/>
                  </a:lnTo>
                  <a:lnTo>
                    <a:pt x="346" y="679"/>
                  </a:lnTo>
                  <a:lnTo>
                    <a:pt x="346" y="680"/>
                  </a:lnTo>
                  <a:lnTo>
                    <a:pt x="344" y="682"/>
                  </a:lnTo>
                  <a:lnTo>
                    <a:pt x="344" y="686"/>
                  </a:lnTo>
                  <a:lnTo>
                    <a:pt x="341" y="688"/>
                  </a:lnTo>
                  <a:lnTo>
                    <a:pt x="338" y="687"/>
                  </a:lnTo>
                  <a:lnTo>
                    <a:pt x="337" y="684"/>
                  </a:lnTo>
                  <a:lnTo>
                    <a:pt x="333" y="684"/>
                  </a:lnTo>
                  <a:lnTo>
                    <a:pt x="332" y="682"/>
                  </a:lnTo>
                  <a:lnTo>
                    <a:pt x="329" y="683"/>
                  </a:lnTo>
                  <a:lnTo>
                    <a:pt x="329" y="687"/>
                  </a:lnTo>
                  <a:lnTo>
                    <a:pt x="328" y="688"/>
                  </a:lnTo>
                  <a:lnTo>
                    <a:pt x="326" y="688"/>
                  </a:lnTo>
                  <a:lnTo>
                    <a:pt x="326" y="686"/>
                  </a:lnTo>
                  <a:lnTo>
                    <a:pt x="325" y="684"/>
                  </a:lnTo>
                  <a:lnTo>
                    <a:pt x="322" y="684"/>
                  </a:lnTo>
                  <a:lnTo>
                    <a:pt x="320" y="682"/>
                  </a:lnTo>
                  <a:lnTo>
                    <a:pt x="318" y="679"/>
                  </a:lnTo>
                  <a:lnTo>
                    <a:pt x="316" y="679"/>
                  </a:lnTo>
                  <a:lnTo>
                    <a:pt x="313" y="675"/>
                  </a:lnTo>
                  <a:lnTo>
                    <a:pt x="312" y="675"/>
                  </a:lnTo>
                  <a:lnTo>
                    <a:pt x="311" y="674"/>
                  </a:lnTo>
                  <a:lnTo>
                    <a:pt x="308" y="674"/>
                  </a:lnTo>
                  <a:lnTo>
                    <a:pt x="304" y="675"/>
                  </a:lnTo>
                  <a:lnTo>
                    <a:pt x="301" y="674"/>
                  </a:lnTo>
                  <a:lnTo>
                    <a:pt x="300" y="670"/>
                  </a:lnTo>
                  <a:lnTo>
                    <a:pt x="297" y="670"/>
                  </a:lnTo>
                  <a:lnTo>
                    <a:pt x="296" y="672"/>
                  </a:lnTo>
                  <a:lnTo>
                    <a:pt x="293" y="672"/>
                  </a:lnTo>
                  <a:lnTo>
                    <a:pt x="293" y="674"/>
                  </a:lnTo>
                  <a:lnTo>
                    <a:pt x="291" y="675"/>
                  </a:lnTo>
                  <a:lnTo>
                    <a:pt x="291" y="674"/>
                  </a:lnTo>
                  <a:lnTo>
                    <a:pt x="290" y="674"/>
                  </a:lnTo>
                  <a:lnTo>
                    <a:pt x="290" y="676"/>
                  </a:lnTo>
                  <a:lnTo>
                    <a:pt x="287" y="678"/>
                  </a:lnTo>
                  <a:lnTo>
                    <a:pt x="286" y="676"/>
                  </a:lnTo>
                  <a:lnTo>
                    <a:pt x="287" y="674"/>
                  </a:lnTo>
                  <a:lnTo>
                    <a:pt x="288" y="672"/>
                  </a:lnTo>
                  <a:lnTo>
                    <a:pt x="284" y="671"/>
                  </a:lnTo>
                  <a:lnTo>
                    <a:pt x="282" y="670"/>
                  </a:lnTo>
                  <a:lnTo>
                    <a:pt x="280" y="671"/>
                  </a:lnTo>
                  <a:lnTo>
                    <a:pt x="282" y="672"/>
                  </a:lnTo>
                  <a:lnTo>
                    <a:pt x="282" y="675"/>
                  </a:lnTo>
                  <a:lnTo>
                    <a:pt x="279" y="675"/>
                  </a:lnTo>
                  <a:lnTo>
                    <a:pt x="276" y="676"/>
                  </a:lnTo>
                  <a:lnTo>
                    <a:pt x="275" y="679"/>
                  </a:lnTo>
                  <a:lnTo>
                    <a:pt x="274" y="679"/>
                  </a:lnTo>
                  <a:lnTo>
                    <a:pt x="271" y="682"/>
                  </a:lnTo>
                  <a:lnTo>
                    <a:pt x="270" y="684"/>
                  </a:lnTo>
                  <a:lnTo>
                    <a:pt x="271" y="686"/>
                  </a:lnTo>
                  <a:lnTo>
                    <a:pt x="271" y="690"/>
                  </a:lnTo>
                  <a:lnTo>
                    <a:pt x="267" y="690"/>
                  </a:lnTo>
                  <a:lnTo>
                    <a:pt x="265" y="690"/>
                  </a:lnTo>
                  <a:lnTo>
                    <a:pt x="267" y="699"/>
                  </a:lnTo>
                  <a:lnTo>
                    <a:pt x="266" y="700"/>
                  </a:lnTo>
                  <a:lnTo>
                    <a:pt x="266" y="704"/>
                  </a:lnTo>
                  <a:lnTo>
                    <a:pt x="262" y="704"/>
                  </a:lnTo>
                  <a:lnTo>
                    <a:pt x="258" y="701"/>
                  </a:lnTo>
                  <a:lnTo>
                    <a:pt x="258" y="700"/>
                  </a:lnTo>
                  <a:lnTo>
                    <a:pt x="251" y="693"/>
                  </a:lnTo>
                  <a:lnTo>
                    <a:pt x="250" y="696"/>
                  </a:lnTo>
                  <a:lnTo>
                    <a:pt x="250" y="699"/>
                  </a:lnTo>
                  <a:lnTo>
                    <a:pt x="246" y="703"/>
                  </a:lnTo>
                  <a:lnTo>
                    <a:pt x="245" y="704"/>
                  </a:lnTo>
                  <a:lnTo>
                    <a:pt x="245" y="709"/>
                  </a:lnTo>
                  <a:lnTo>
                    <a:pt x="246" y="712"/>
                  </a:lnTo>
                  <a:lnTo>
                    <a:pt x="246" y="718"/>
                  </a:lnTo>
                  <a:lnTo>
                    <a:pt x="243" y="724"/>
                  </a:lnTo>
                  <a:lnTo>
                    <a:pt x="249" y="725"/>
                  </a:lnTo>
                  <a:lnTo>
                    <a:pt x="250" y="728"/>
                  </a:lnTo>
                  <a:lnTo>
                    <a:pt x="250" y="730"/>
                  </a:lnTo>
                  <a:lnTo>
                    <a:pt x="254" y="733"/>
                  </a:lnTo>
                  <a:lnTo>
                    <a:pt x="255" y="732"/>
                  </a:lnTo>
                  <a:lnTo>
                    <a:pt x="262" y="734"/>
                  </a:lnTo>
                  <a:lnTo>
                    <a:pt x="267" y="738"/>
                  </a:lnTo>
                  <a:lnTo>
                    <a:pt x="272" y="747"/>
                  </a:lnTo>
                  <a:lnTo>
                    <a:pt x="268" y="747"/>
                  </a:lnTo>
                  <a:lnTo>
                    <a:pt x="267" y="749"/>
                  </a:lnTo>
                  <a:lnTo>
                    <a:pt x="272" y="751"/>
                  </a:lnTo>
                  <a:lnTo>
                    <a:pt x="275" y="750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4"/>
                  </a:lnTo>
                  <a:lnTo>
                    <a:pt x="278" y="755"/>
                  </a:lnTo>
                  <a:lnTo>
                    <a:pt x="276" y="755"/>
                  </a:lnTo>
                  <a:lnTo>
                    <a:pt x="276" y="755"/>
                  </a:lnTo>
                  <a:lnTo>
                    <a:pt x="278" y="757"/>
                  </a:lnTo>
                  <a:lnTo>
                    <a:pt x="276" y="758"/>
                  </a:lnTo>
                  <a:lnTo>
                    <a:pt x="276" y="758"/>
                  </a:lnTo>
                  <a:lnTo>
                    <a:pt x="276" y="759"/>
                  </a:lnTo>
                  <a:lnTo>
                    <a:pt x="275" y="759"/>
                  </a:lnTo>
                  <a:lnTo>
                    <a:pt x="274" y="759"/>
                  </a:lnTo>
                  <a:lnTo>
                    <a:pt x="272" y="759"/>
                  </a:lnTo>
                  <a:lnTo>
                    <a:pt x="270" y="759"/>
                  </a:lnTo>
                  <a:lnTo>
                    <a:pt x="274" y="761"/>
                  </a:lnTo>
                  <a:lnTo>
                    <a:pt x="274" y="762"/>
                  </a:lnTo>
                  <a:lnTo>
                    <a:pt x="274" y="763"/>
                  </a:lnTo>
                  <a:lnTo>
                    <a:pt x="272" y="762"/>
                  </a:lnTo>
                  <a:lnTo>
                    <a:pt x="271" y="762"/>
                  </a:lnTo>
                  <a:lnTo>
                    <a:pt x="270" y="762"/>
                  </a:lnTo>
                  <a:lnTo>
                    <a:pt x="268" y="762"/>
                  </a:lnTo>
                  <a:lnTo>
                    <a:pt x="270" y="763"/>
                  </a:lnTo>
                  <a:lnTo>
                    <a:pt x="270" y="763"/>
                  </a:lnTo>
                  <a:lnTo>
                    <a:pt x="268" y="765"/>
                  </a:lnTo>
                  <a:lnTo>
                    <a:pt x="267" y="765"/>
                  </a:lnTo>
                  <a:lnTo>
                    <a:pt x="266" y="766"/>
                  </a:lnTo>
                  <a:lnTo>
                    <a:pt x="265" y="765"/>
                  </a:lnTo>
                  <a:lnTo>
                    <a:pt x="265" y="766"/>
                  </a:lnTo>
                  <a:lnTo>
                    <a:pt x="263" y="767"/>
                  </a:lnTo>
                  <a:lnTo>
                    <a:pt x="262" y="766"/>
                  </a:lnTo>
                  <a:lnTo>
                    <a:pt x="262" y="766"/>
                  </a:lnTo>
                  <a:lnTo>
                    <a:pt x="261" y="767"/>
                  </a:lnTo>
                  <a:lnTo>
                    <a:pt x="261" y="768"/>
                  </a:lnTo>
                  <a:lnTo>
                    <a:pt x="259" y="771"/>
                  </a:lnTo>
                  <a:lnTo>
                    <a:pt x="258" y="772"/>
                  </a:lnTo>
                  <a:lnTo>
                    <a:pt x="258" y="775"/>
                  </a:lnTo>
                  <a:lnTo>
                    <a:pt x="257" y="776"/>
                  </a:lnTo>
                  <a:lnTo>
                    <a:pt x="257" y="780"/>
                  </a:lnTo>
                  <a:lnTo>
                    <a:pt x="255" y="782"/>
                  </a:lnTo>
                  <a:lnTo>
                    <a:pt x="254" y="784"/>
                  </a:lnTo>
                  <a:lnTo>
                    <a:pt x="255" y="788"/>
                  </a:lnTo>
                  <a:lnTo>
                    <a:pt x="258" y="788"/>
                  </a:lnTo>
                  <a:lnTo>
                    <a:pt x="259" y="788"/>
                  </a:lnTo>
                  <a:lnTo>
                    <a:pt x="261" y="790"/>
                  </a:lnTo>
                  <a:lnTo>
                    <a:pt x="263" y="791"/>
                  </a:lnTo>
                  <a:lnTo>
                    <a:pt x="263" y="795"/>
                  </a:lnTo>
                  <a:lnTo>
                    <a:pt x="266" y="796"/>
                  </a:lnTo>
                  <a:lnTo>
                    <a:pt x="267" y="795"/>
                  </a:lnTo>
                  <a:lnTo>
                    <a:pt x="268" y="795"/>
                  </a:lnTo>
                  <a:lnTo>
                    <a:pt x="267" y="797"/>
                  </a:lnTo>
                  <a:lnTo>
                    <a:pt x="267" y="799"/>
                  </a:lnTo>
                  <a:lnTo>
                    <a:pt x="266" y="799"/>
                  </a:lnTo>
                  <a:lnTo>
                    <a:pt x="265" y="800"/>
                  </a:lnTo>
                  <a:lnTo>
                    <a:pt x="267" y="800"/>
                  </a:lnTo>
                  <a:lnTo>
                    <a:pt x="267" y="801"/>
                  </a:lnTo>
                  <a:lnTo>
                    <a:pt x="267" y="804"/>
                  </a:lnTo>
                  <a:lnTo>
                    <a:pt x="268" y="807"/>
                  </a:lnTo>
                  <a:lnTo>
                    <a:pt x="270" y="809"/>
                  </a:lnTo>
                  <a:lnTo>
                    <a:pt x="271" y="812"/>
                  </a:lnTo>
                  <a:lnTo>
                    <a:pt x="275" y="818"/>
                  </a:lnTo>
                  <a:lnTo>
                    <a:pt x="282" y="822"/>
                  </a:lnTo>
                  <a:lnTo>
                    <a:pt x="283" y="824"/>
                  </a:lnTo>
                  <a:lnTo>
                    <a:pt x="283" y="824"/>
                  </a:lnTo>
                  <a:lnTo>
                    <a:pt x="278" y="829"/>
                  </a:lnTo>
                  <a:lnTo>
                    <a:pt x="275" y="830"/>
                  </a:lnTo>
                  <a:lnTo>
                    <a:pt x="274" y="833"/>
                  </a:lnTo>
                  <a:lnTo>
                    <a:pt x="268" y="832"/>
                  </a:lnTo>
                  <a:lnTo>
                    <a:pt x="267" y="829"/>
                  </a:lnTo>
                  <a:lnTo>
                    <a:pt x="262" y="825"/>
                  </a:lnTo>
                  <a:lnTo>
                    <a:pt x="258" y="825"/>
                  </a:lnTo>
                  <a:lnTo>
                    <a:pt x="257" y="829"/>
                  </a:lnTo>
                  <a:lnTo>
                    <a:pt x="259" y="830"/>
                  </a:lnTo>
                  <a:lnTo>
                    <a:pt x="262" y="833"/>
                  </a:lnTo>
                  <a:lnTo>
                    <a:pt x="261" y="837"/>
                  </a:lnTo>
                  <a:lnTo>
                    <a:pt x="257" y="836"/>
                  </a:lnTo>
                  <a:lnTo>
                    <a:pt x="253" y="836"/>
                  </a:lnTo>
                  <a:lnTo>
                    <a:pt x="246" y="832"/>
                  </a:lnTo>
                  <a:lnTo>
                    <a:pt x="241" y="833"/>
                  </a:lnTo>
                  <a:lnTo>
                    <a:pt x="241" y="834"/>
                  </a:lnTo>
                  <a:lnTo>
                    <a:pt x="241" y="834"/>
                  </a:lnTo>
                  <a:lnTo>
                    <a:pt x="233" y="834"/>
                  </a:lnTo>
                  <a:lnTo>
                    <a:pt x="232" y="834"/>
                  </a:lnTo>
                  <a:lnTo>
                    <a:pt x="226" y="836"/>
                  </a:lnTo>
                  <a:lnTo>
                    <a:pt x="222" y="837"/>
                  </a:lnTo>
                  <a:lnTo>
                    <a:pt x="222" y="837"/>
                  </a:lnTo>
                  <a:lnTo>
                    <a:pt x="221" y="836"/>
                  </a:lnTo>
                  <a:lnTo>
                    <a:pt x="216" y="832"/>
                  </a:lnTo>
                  <a:lnTo>
                    <a:pt x="213" y="832"/>
                  </a:lnTo>
                  <a:lnTo>
                    <a:pt x="212" y="833"/>
                  </a:lnTo>
                  <a:lnTo>
                    <a:pt x="211" y="833"/>
                  </a:lnTo>
                  <a:lnTo>
                    <a:pt x="208" y="832"/>
                  </a:lnTo>
                  <a:lnTo>
                    <a:pt x="207" y="833"/>
                  </a:lnTo>
                  <a:lnTo>
                    <a:pt x="205" y="833"/>
                  </a:lnTo>
                  <a:lnTo>
                    <a:pt x="204" y="830"/>
                  </a:lnTo>
                  <a:lnTo>
                    <a:pt x="203" y="830"/>
                  </a:lnTo>
                  <a:lnTo>
                    <a:pt x="203" y="830"/>
                  </a:lnTo>
                  <a:lnTo>
                    <a:pt x="204" y="830"/>
                  </a:lnTo>
                  <a:lnTo>
                    <a:pt x="203" y="828"/>
                  </a:lnTo>
                  <a:lnTo>
                    <a:pt x="204" y="826"/>
                  </a:lnTo>
                  <a:lnTo>
                    <a:pt x="201" y="822"/>
                  </a:lnTo>
                  <a:lnTo>
                    <a:pt x="201" y="817"/>
                  </a:lnTo>
                  <a:lnTo>
                    <a:pt x="200" y="816"/>
                  </a:lnTo>
                  <a:lnTo>
                    <a:pt x="197" y="812"/>
                  </a:lnTo>
                  <a:lnTo>
                    <a:pt x="195" y="812"/>
                  </a:lnTo>
                  <a:lnTo>
                    <a:pt x="193" y="811"/>
                  </a:lnTo>
                  <a:lnTo>
                    <a:pt x="191" y="808"/>
                  </a:lnTo>
                  <a:lnTo>
                    <a:pt x="189" y="808"/>
                  </a:lnTo>
                  <a:lnTo>
                    <a:pt x="188" y="808"/>
                  </a:lnTo>
                  <a:lnTo>
                    <a:pt x="187" y="808"/>
                  </a:lnTo>
                  <a:lnTo>
                    <a:pt x="184" y="804"/>
                  </a:lnTo>
                  <a:lnTo>
                    <a:pt x="183" y="804"/>
                  </a:lnTo>
                  <a:lnTo>
                    <a:pt x="180" y="804"/>
                  </a:lnTo>
                  <a:lnTo>
                    <a:pt x="180" y="803"/>
                  </a:lnTo>
                  <a:lnTo>
                    <a:pt x="178" y="801"/>
                  </a:lnTo>
                  <a:lnTo>
                    <a:pt x="176" y="800"/>
                  </a:lnTo>
                  <a:lnTo>
                    <a:pt x="176" y="799"/>
                  </a:lnTo>
                  <a:lnTo>
                    <a:pt x="174" y="799"/>
                  </a:lnTo>
                  <a:lnTo>
                    <a:pt x="172" y="795"/>
                  </a:lnTo>
                  <a:lnTo>
                    <a:pt x="164" y="790"/>
                  </a:lnTo>
                  <a:lnTo>
                    <a:pt x="162" y="790"/>
                  </a:lnTo>
                  <a:lnTo>
                    <a:pt x="157" y="786"/>
                  </a:lnTo>
                  <a:lnTo>
                    <a:pt x="153" y="787"/>
                  </a:lnTo>
                  <a:lnTo>
                    <a:pt x="150" y="784"/>
                  </a:lnTo>
                  <a:lnTo>
                    <a:pt x="150" y="782"/>
                  </a:lnTo>
                  <a:lnTo>
                    <a:pt x="146" y="779"/>
                  </a:lnTo>
                  <a:lnTo>
                    <a:pt x="145" y="779"/>
                  </a:lnTo>
                  <a:lnTo>
                    <a:pt x="142" y="779"/>
                  </a:lnTo>
                  <a:lnTo>
                    <a:pt x="143" y="778"/>
                  </a:lnTo>
                  <a:lnTo>
                    <a:pt x="146" y="776"/>
                  </a:lnTo>
                  <a:lnTo>
                    <a:pt x="145" y="775"/>
                  </a:lnTo>
                  <a:lnTo>
                    <a:pt x="145" y="774"/>
                  </a:lnTo>
                  <a:lnTo>
                    <a:pt x="147" y="775"/>
                  </a:lnTo>
                  <a:lnTo>
                    <a:pt x="149" y="776"/>
                  </a:lnTo>
                  <a:lnTo>
                    <a:pt x="150" y="776"/>
                  </a:lnTo>
                  <a:lnTo>
                    <a:pt x="153" y="776"/>
                  </a:lnTo>
                  <a:lnTo>
                    <a:pt x="153" y="772"/>
                  </a:lnTo>
                  <a:lnTo>
                    <a:pt x="151" y="772"/>
                  </a:lnTo>
                  <a:lnTo>
                    <a:pt x="151" y="770"/>
                  </a:lnTo>
                  <a:lnTo>
                    <a:pt x="154" y="767"/>
                  </a:lnTo>
                  <a:lnTo>
                    <a:pt x="154" y="766"/>
                  </a:lnTo>
                  <a:lnTo>
                    <a:pt x="155" y="766"/>
                  </a:lnTo>
                  <a:lnTo>
                    <a:pt x="157" y="766"/>
                  </a:lnTo>
                  <a:lnTo>
                    <a:pt x="158" y="765"/>
                  </a:lnTo>
                  <a:lnTo>
                    <a:pt x="159" y="763"/>
                  </a:lnTo>
                  <a:lnTo>
                    <a:pt x="159" y="763"/>
                  </a:lnTo>
                  <a:lnTo>
                    <a:pt x="157" y="762"/>
                  </a:lnTo>
                  <a:lnTo>
                    <a:pt x="157" y="761"/>
                  </a:lnTo>
                  <a:lnTo>
                    <a:pt x="155" y="762"/>
                  </a:lnTo>
                  <a:lnTo>
                    <a:pt x="153" y="761"/>
                  </a:lnTo>
                  <a:lnTo>
                    <a:pt x="151" y="757"/>
                  </a:lnTo>
                  <a:lnTo>
                    <a:pt x="155" y="757"/>
                  </a:lnTo>
                  <a:lnTo>
                    <a:pt x="158" y="757"/>
                  </a:lnTo>
                  <a:lnTo>
                    <a:pt x="160" y="755"/>
                  </a:lnTo>
                  <a:lnTo>
                    <a:pt x="158" y="755"/>
                  </a:lnTo>
                  <a:lnTo>
                    <a:pt x="158" y="754"/>
                  </a:lnTo>
                  <a:lnTo>
                    <a:pt x="159" y="753"/>
                  </a:lnTo>
                  <a:lnTo>
                    <a:pt x="166" y="749"/>
                  </a:lnTo>
                  <a:lnTo>
                    <a:pt x="167" y="747"/>
                  </a:lnTo>
                  <a:lnTo>
                    <a:pt x="166" y="746"/>
                  </a:lnTo>
                  <a:lnTo>
                    <a:pt x="163" y="746"/>
                  </a:lnTo>
                  <a:lnTo>
                    <a:pt x="160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2"/>
                  </a:lnTo>
                  <a:lnTo>
                    <a:pt x="159" y="742"/>
                  </a:lnTo>
                  <a:lnTo>
                    <a:pt x="162" y="737"/>
                  </a:lnTo>
                  <a:lnTo>
                    <a:pt x="167" y="737"/>
                  </a:lnTo>
                  <a:lnTo>
                    <a:pt x="170" y="736"/>
                  </a:lnTo>
                  <a:lnTo>
                    <a:pt x="170" y="733"/>
                  </a:lnTo>
                  <a:lnTo>
                    <a:pt x="171" y="728"/>
                  </a:lnTo>
                  <a:lnTo>
                    <a:pt x="170" y="725"/>
                  </a:lnTo>
                  <a:lnTo>
                    <a:pt x="167" y="722"/>
                  </a:lnTo>
                  <a:lnTo>
                    <a:pt x="167" y="717"/>
                  </a:lnTo>
                  <a:lnTo>
                    <a:pt x="170" y="717"/>
                  </a:lnTo>
                  <a:lnTo>
                    <a:pt x="172" y="715"/>
                  </a:lnTo>
                  <a:lnTo>
                    <a:pt x="172" y="711"/>
                  </a:lnTo>
                  <a:lnTo>
                    <a:pt x="171" y="711"/>
                  </a:lnTo>
                  <a:lnTo>
                    <a:pt x="170" y="708"/>
                  </a:lnTo>
                  <a:lnTo>
                    <a:pt x="167" y="709"/>
                  </a:lnTo>
                  <a:lnTo>
                    <a:pt x="164" y="708"/>
                  </a:lnTo>
                  <a:lnTo>
                    <a:pt x="160" y="707"/>
                  </a:lnTo>
                  <a:lnTo>
                    <a:pt x="158" y="707"/>
                  </a:lnTo>
                  <a:lnTo>
                    <a:pt x="157" y="705"/>
                  </a:lnTo>
                  <a:lnTo>
                    <a:pt x="153" y="705"/>
                  </a:lnTo>
                  <a:lnTo>
                    <a:pt x="149" y="704"/>
                  </a:lnTo>
                  <a:lnTo>
                    <a:pt x="147" y="707"/>
                  </a:lnTo>
                  <a:lnTo>
                    <a:pt x="146" y="704"/>
                  </a:lnTo>
                  <a:lnTo>
                    <a:pt x="142" y="701"/>
                  </a:lnTo>
                  <a:lnTo>
                    <a:pt x="139" y="696"/>
                  </a:lnTo>
                  <a:lnTo>
                    <a:pt x="138" y="696"/>
                  </a:lnTo>
                  <a:lnTo>
                    <a:pt x="134" y="699"/>
                  </a:lnTo>
                  <a:lnTo>
                    <a:pt x="132" y="699"/>
                  </a:lnTo>
                  <a:lnTo>
                    <a:pt x="129" y="699"/>
                  </a:lnTo>
                  <a:lnTo>
                    <a:pt x="125" y="697"/>
                  </a:lnTo>
                  <a:lnTo>
                    <a:pt x="124" y="700"/>
                  </a:lnTo>
                  <a:lnTo>
                    <a:pt x="118" y="695"/>
                  </a:lnTo>
                  <a:lnTo>
                    <a:pt x="117" y="691"/>
                  </a:lnTo>
                  <a:lnTo>
                    <a:pt x="117" y="688"/>
                  </a:lnTo>
                  <a:lnTo>
                    <a:pt x="114" y="687"/>
                  </a:lnTo>
                  <a:lnTo>
                    <a:pt x="114" y="684"/>
                  </a:lnTo>
                  <a:lnTo>
                    <a:pt x="112" y="683"/>
                  </a:lnTo>
                  <a:lnTo>
                    <a:pt x="105" y="684"/>
                  </a:lnTo>
                  <a:lnTo>
                    <a:pt x="101" y="679"/>
                  </a:lnTo>
                  <a:lnTo>
                    <a:pt x="103" y="676"/>
                  </a:lnTo>
                  <a:lnTo>
                    <a:pt x="100" y="675"/>
                  </a:lnTo>
                  <a:lnTo>
                    <a:pt x="99" y="670"/>
                  </a:lnTo>
                  <a:lnTo>
                    <a:pt x="96" y="670"/>
                  </a:lnTo>
                  <a:lnTo>
                    <a:pt x="93" y="671"/>
                  </a:lnTo>
                  <a:lnTo>
                    <a:pt x="87" y="671"/>
                  </a:lnTo>
                  <a:lnTo>
                    <a:pt x="81" y="668"/>
                  </a:lnTo>
                  <a:lnTo>
                    <a:pt x="79" y="671"/>
                  </a:lnTo>
                  <a:lnTo>
                    <a:pt x="80" y="672"/>
                  </a:lnTo>
                  <a:lnTo>
                    <a:pt x="76" y="674"/>
                  </a:lnTo>
                  <a:lnTo>
                    <a:pt x="75" y="674"/>
                  </a:lnTo>
                  <a:lnTo>
                    <a:pt x="75" y="670"/>
                  </a:lnTo>
                  <a:lnTo>
                    <a:pt x="72" y="667"/>
                  </a:lnTo>
                  <a:lnTo>
                    <a:pt x="72" y="663"/>
                  </a:lnTo>
                  <a:lnTo>
                    <a:pt x="70" y="661"/>
                  </a:lnTo>
                  <a:lnTo>
                    <a:pt x="70" y="657"/>
                  </a:lnTo>
                  <a:lnTo>
                    <a:pt x="71" y="655"/>
                  </a:lnTo>
                  <a:lnTo>
                    <a:pt x="74" y="658"/>
                  </a:lnTo>
                  <a:lnTo>
                    <a:pt x="80" y="657"/>
                  </a:lnTo>
                  <a:lnTo>
                    <a:pt x="81" y="653"/>
                  </a:lnTo>
                  <a:lnTo>
                    <a:pt x="83" y="651"/>
                  </a:lnTo>
                  <a:lnTo>
                    <a:pt x="80" y="650"/>
                  </a:lnTo>
                  <a:lnTo>
                    <a:pt x="80" y="647"/>
                  </a:lnTo>
                  <a:lnTo>
                    <a:pt x="76" y="643"/>
                  </a:lnTo>
                  <a:lnTo>
                    <a:pt x="72" y="642"/>
                  </a:lnTo>
                  <a:lnTo>
                    <a:pt x="71" y="638"/>
                  </a:lnTo>
                  <a:lnTo>
                    <a:pt x="68" y="637"/>
                  </a:lnTo>
                  <a:lnTo>
                    <a:pt x="66" y="633"/>
                  </a:lnTo>
                  <a:lnTo>
                    <a:pt x="64" y="629"/>
                  </a:lnTo>
                  <a:lnTo>
                    <a:pt x="62" y="626"/>
                  </a:lnTo>
                  <a:lnTo>
                    <a:pt x="62" y="622"/>
                  </a:lnTo>
                  <a:lnTo>
                    <a:pt x="59" y="620"/>
                  </a:lnTo>
                  <a:lnTo>
                    <a:pt x="60" y="617"/>
                  </a:lnTo>
                  <a:lnTo>
                    <a:pt x="59" y="615"/>
                  </a:lnTo>
                  <a:lnTo>
                    <a:pt x="54" y="613"/>
                  </a:lnTo>
                  <a:lnTo>
                    <a:pt x="53" y="613"/>
                  </a:lnTo>
                  <a:lnTo>
                    <a:pt x="51" y="611"/>
                  </a:lnTo>
                  <a:lnTo>
                    <a:pt x="47" y="612"/>
                  </a:lnTo>
                  <a:lnTo>
                    <a:pt x="45" y="615"/>
                  </a:lnTo>
                  <a:lnTo>
                    <a:pt x="42" y="611"/>
                  </a:lnTo>
                  <a:lnTo>
                    <a:pt x="39" y="611"/>
                  </a:lnTo>
                  <a:lnTo>
                    <a:pt x="37" y="612"/>
                  </a:lnTo>
                  <a:lnTo>
                    <a:pt x="34" y="608"/>
                  </a:lnTo>
                  <a:lnTo>
                    <a:pt x="31" y="609"/>
                  </a:lnTo>
                  <a:lnTo>
                    <a:pt x="30" y="608"/>
                  </a:lnTo>
                  <a:lnTo>
                    <a:pt x="29" y="608"/>
                  </a:lnTo>
                  <a:lnTo>
                    <a:pt x="29" y="605"/>
                  </a:lnTo>
                  <a:lnTo>
                    <a:pt x="26" y="603"/>
                  </a:lnTo>
                  <a:lnTo>
                    <a:pt x="26" y="599"/>
                  </a:lnTo>
                  <a:lnTo>
                    <a:pt x="25" y="599"/>
                  </a:lnTo>
                  <a:lnTo>
                    <a:pt x="24" y="595"/>
                  </a:lnTo>
                  <a:lnTo>
                    <a:pt x="24" y="593"/>
                  </a:lnTo>
                  <a:lnTo>
                    <a:pt x="24" y="592"/>
                  </a:lnTo>
                  <a:lnTo>
                    <a:pt x="22" y="591"/>
                  </a:lnTo>
                  <a:lnTo>
                    <a:pt x="22" y="590"/>
                  </a:lnTo>
                  <a:lnTo>
                    <a:pt x="22" y="588"/>
                  </a:lnTo>
                  <a:lnTo>
                    <a:pt x="20" y="587"/>
                  </a:lnTo>
                  <a:lnTo>
                    <a:pt x="21" y="584"/>
                  </a:lnTo>
                  <a:lnTo>
                    <a:pt x="21" y="583"/>
                  </a:lnTo>
                  <a:lnTo>
                    <a:pt x="24" y="580"/>
                  </a:lnTo>
                  <a:lnTo>
                    <a:pt x="24" y="579"/>
                  </a:lnTo>
                  <a:lnTo>
                    <a:pt x="17" y="568"/>
                  </a:lnTo>
                  <a:lnTo>
                    <a:pt x="18" y="559"/>
                  </a:lnTo>
                  <a:lnTo>
                    <a:pt x="20" y="559"/>
                  </a:lnTo>
                  <a:lnTo>
                    <a:pt x="21" y="555"/>
                  </a:lnTo>
                  <a:lnTo>
                    <a:pt x="22" y="553"/>
                  </a:lnTo>
                  <a:lnTo>
                    <a:pt x="22" y="553"/>
                  </a:lnTo>
                  <a:lnTo>
                    <a:pt x="22" y="551"/>
                  </a:lnTo>
                  <a:lnTo>
                    <a:pt x="21" y="550"/>
                  </a:lnTo>
                  <a:lnTo>
                    <a:pt x="21" y="550"/>
                  </a:lnTo>
                  <a:lnTo>
                    <a:pt x="22" y="547"/>
                  </a:lnTo>
                  <a:lnTo>
                    <a:pt x="21" y="545"/>
                  </a:lnTo>
                  <a:lnTo>
                    <a:pt x="21" y="543"/>
                  </a:lnTo>
                  <a:lnTo>
                    <a:pt x="22" y="543"/>
                  </a:lnTo>
                  <a:lnTo>
                    <a:pt x="24" y="546"/>
                  </a:lnTo>
                  <a:lnTo>
                    <a:pt x="25" y="545"/>
                  </a:lnTo>
                  <a:lnTo>
                    <a:pt x="25" y="542"/>
                  </a:lnTo>
                  <a:lnTo>
                    <a:pt x="26" y="542"/>
                  </a:lnTo>
                  <a:lnTo>
                    <a:pt x="29" y="543"/>
                  </a:lnTo>
                  <a:lnTo>
                    <a:pt x="31" y="541"/>
                  </a:lnTo>
                  <a:lnTo>
                    <a:pt x="33" y="538"/>
                  </a:lnTo>
                  <a:lnTo>
                    <a:pt x="34" y="538"/>
                  </a:lnTo>
                  <a:lnTo>
                    <a:pt x="37" y="540"/>
                  </a:lnTo>
                  <a:lnTo>
                    <a:pt x="39" y="538"/>
                  </a:lnTo>
                  <a:lnTo>
                    <a:pt x="37" y="534"/>
                  </a:lnTo>
                  <a:lnTo>
                    <a:pt x="35" y="534"/>
                  </a:lnTo>
                  <a:lnTo>
                    <a:pt x="34" y="536"/>
                  </a:lnTo>
                  <a:lnTo>
                    <a:pt x="31" y="536"/>
                  </a:lnTo>
                  <a:lnTo>
                    <a:pt x="30" y="533"/>
                  </a:lnTo>
                  <a:lnTo>
                    <a:pt x="26" y="533"/>
                  </a:lnTo>
                  <a:lnTo>
                    <a:pt x="24" y="529"/>
                  </a:lnTo>
                  <a:lnTo>
                    <a:pt x="25" y="528"/>
                  </a:lnTo>
                  <a:lnTo>
                    <a:pt x="27" y="530"/>
                  </a:lnTo>
                  <a:lnTo>
                    <a:pt x="27" y="528"/>
                  </a:lnTo>
                  <a:lnTo>
                    <a:pt x="26" y="526"/>
                  </a:lnTo>
                  <a:lnTo>
                    <a:pt x="27" y="525"/>
                  </a:lnTo>
                  <a:lnTo>
                    <a:pt x="25" y="525"/>
                  </a:lnTo>
                  <a:lnTo>
                    <a:pt x="25" y="526"/>
                  </a:lnTo>
                  <a:lnTo>
                    <a:pt x="24" y="526"/>
                  </a:lnTo>
                  <a:lnTo>
                    <a:pt x="22" y="528"/>
                  </a:lnTo>
                  <a:lnTo>
                    <a:pt x="22" y="528"/>
                  </a:lnTo>
                  <a:lnTo>
                    <a:pt x="21" y="528"/>
                  </a:lnTo>
                  <a:lnTo>
                    <a:pt x="21" y="528"/>
                  </a:lnTo>
                  <a:lnTo>
                    <a:pt x="21" y="525"/>
                  </a:lnTo>
                  <a:lnTo>
                    <a:pt x="26" y="520"/>
                  </a:lnTo>
                  <a:lnTo>
                    <a:pt x="29" y="518"/>
                  </a:lnTo>
                  <a:lnTo>
                    <a:pt x="33" y="513"/>
                  </a:lnTo>
                  <a:lnTo>
                    <a:pt x="35" y="508"/>
                  </a:lnTo>
                  <a:lnTo>
                    <a:pt x="38" y="501"/>
                  </a:lnTo>
                  <a:lnTo>
                    <a:pt x="43" y="493"/>
                  </a:lnTo>
                  <a:lnTo>
                    <a:pt x="46" y="486"/>
                  </a:lnTo>
                  <a:lnTo>
                    <a:pt x="46" y="482"/>
                  </a:lnTo>
                  <a:lnTo>
                    <a:pt x="41" y="476"/>
                  </a:lnTo>
                  <a:lnTo>
                    <a:pt x="38" y="475"/>
                  </a:lnTo>
                  <a:lnTo>
                    <a:pt x="31" y="467"/>
                  </a:lnTo>
                  <a:lnTo>
                    <a:pt x="33" y="463"/>
                  </a:lnTo>
                  <a:lnTo>
                    <a:pt x="35" y="461"/>
                  </a:lnTo>
                  <a:lnTo>
                    <a:pt x="35" y="457"/>
                  </a:lnTo>
                  <a:lnTo>
                    <a:pt x="31" y="454"/>
                  </a:lnTo>
                  <a:lnTo>
                    <a:pt x="30" y="451"/>
                  </a:lnTo>
                  <a:lnTo>
                    <a:pt x="30" y="447"/>
                  </a:lnTo>
                  <a:lnTo>
                    <a:pt x="30" y="446"/>
                  </a:lnTo>
                  <a:lnTo>
                    <a:pt x="30" y="445"/>
                  </a:lnTo>
                  <a:lnTo>
                    <a:pt x="26" y="443"/>
                  </a:lnTo>
                  <a:lnTo>
                    <a:pt x="25" y="442"/>
                  </a:lnTo>
                  <a:lnTo>
                    <a:pt x="25" y="438"/>
                  </a:lnTo>
                  <a:lnTo>
                    <a:pt x="27" y="436"/>
                  </a:lnTo>
                  <a:lnTo>
                    <a:pt x="25" y="436"/>
                  </a:lnTo>
                  <a:lnTo>
                    <a:pt x="25" y="433"/>
                  </a:lnTo>
                  <a:lnTo>
                    <a:pt x="25" y="425"/>
                  </a:lnTo>
                  <a:lnTo>
                    <a:pt x="27" y="425"/>
                  </a:lnTo>
                  <a:lnTo>
                    <a:pt x="22" y="412"/>
                  </a:lnTo>
                  <a:lnTo>
                    <a:pt x="17" y="404"/>
                  </a:lnTo>
                  <a:lnTo>
                    <a:pt x="16" y="400"/>
                  </a:lnTo>
                  <a:lnTo>
                    <a:pt x="13" y="397"/>
                  </a:lnTo>
                  <a:lnTo>
                    <a:pt x="16" y="392"/>
                  </a:lnTo>
                  <a:lnTo>
                    <a:pt x="17" y="388"/>
                  </a:lnTo>
                  <a:lnTo>
                    <a:pt x="18" y="384"/>
                  </a:lnTo>
                  <a:lnTo>
                    <a:pt x="17" y="383"/>
                  </a:lnTo>
                  <a:lnTo>
                    <a:pt x="12" y="379"/>
                  </a:lnTo>
                  <a:lnTo>
                    <a:pt x="10" y="378"/>
                  </a:lnTo>
                  <a:lnTo>
                    <a:pt x="9" y="375"/>
                  </a:lnTo>
                  <a:lnTo>
                    <a:pt x="6" y="372"/>
                  </a:lnTo>
                  <a:lnTo>
                    <a:pt x="4" y="372"/>
                  </a:lnTo>
                  <a:lnTo>
                    <a:pt x="2" y="367"/>
                  </a:lnTo>
                  <a:lnTo>
                    <a:pt x="1" y="365"/>
                  </a:lnTo>
                  <a:lnTo>
                    <a:pt x="1" y="361"/>
                  </a:lnTo>
                  <a:lnTo>
                    <a:pt x="2" y="358"/>
                  </a:lnTo>
                  <a:lnTo>
                    <a:pt x="0" y="358"/>
                  </a:lnTo>
                  <a:lnTo>
                    <a:pt x="2" y="357"/>
                  </a:lnTo>
                  <a:lnTo>
                    <a:pt x="5" y="355"/>
                  </a:lnTo>
                  <a:lnTo>
                    <a:pt x="5" y="355"/>
                  </a:lnTo>
                  <a:lnTo>
                    <a:pt x="6" y="354"/>
                  </a:lnTo>
                  <a:lnTo>
                    <a:pt x="6" y="350"/>
                  </a:lnTo>
                  <a:lnTo>
                    <a:pt x="9" y="347"/>
                  </a:lnTo>
                  <a:lnTo>
                    <a:pt x="13" y="347"/>
                  </a:lnTo>
                  <a:lnTo>
                    <a:pt x="14" y="345"/>
                  </a:lnTo>
                  <a:lnTo>
                    <a:pt x="14" y="341"/>
                  </a:lnTo>
                  <a:lnTo>
                    <a:pt x="16" y="341"/>
                  </a:lnTo>
                  <a:lnTo>
                    <a:pt x="18" y="342"/>
                  </a:lnTo>
                  <a:lnTo>
                    <a:pt x="20" y="340"/>
                  </a:lnTo>
                  <a:lnTo>
                    <a:pt x="20" y="337"/>
                  </a:lnTo>
                  <a:lnTo>
                    <a:pt x="20" y="337"/>
                  </a:lnTo>
                  <a:lnTo>
                    <a:pt x="22" y="338"/>
                  </a:lnTo>
                  <a:lnTo>
                    <a:pt x="24" y="338"/>
                  </a:lnTo>
                  <a:lnTo>
                    <a:pt x="24" y="341"/>
                  </a:lnTo>
                  <a:lnTo>
                    <a:pt x="25" y="342"/>
                  </a:lnTo>
                  <a:lnTo>
                    <a:pt x="25" y="340"/>
                  </a:lnTo>
                  <a:lnTo>
                    <a:pt x="26" y="338"/>
                  </a:lnTo>
                  <a:lnTo>
                    <a:pt x="27" y="338"/>
                  </a:lnTo>
                  <a:lnTo>
                    <a:pt x="29" y="338"/>
                  </a:lnTo>
                  <a:lnTo>
                    <a:pt x="26" y="336"/>
                  </a:lnTo>
                  <a:lnTo>
                    <a:pt x="26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4"/>
                  </a:lnTo>
                  <a:lnTo>
                    <a:pt x="29" y="334"/>
                  </a:lnTo>
                  <a:lnTo>
                    <a:pt x="27" y="333"/>
                  </a:lnTo>
                  <a:lnTo>
                    <a:pt x="27" y="332"/>
                  </a:lnTo>
                  <a:lnTo>
                    <a:pt x="30" y="332"/>
                  </a:lnTo>
                  <a:lnTo>
                    <a:pt x="33" y="333"/>
                  </a:lnTo>
                  <a:lnTo>
                    <a:pt x="34" y="336"/>
                  </a:lnTo>
                  <a:lnTo>
                    <a:pt x="35" y="336"/>
                  </a:lnTo>
                  <a:lnTo>
                    <a:pt x="37" y="336"/>
                  </a:lnTo>
                  <a:lnTo>
                    <a:pt x="38" y="336"/>
                  </a:lnTo>
                  <a:lnTo>
                    <a:pt x="38" y="337"/>
                  </a:lnTo>
                  <a:lnTo>
                    <a:pt x="39" y="338"/>
                  </a:lnTo>
                  <a:lnTo>
                    <a:pt x="41" y="340"/>
                  </a:lnTo>
                  <a:lnTo>
                    <a:pt x="38" y="341"/>
                  </a:lnTo>
                  <a:lnTo>
                    <a:pt x="37" y="340"/>
                  </a:lnTo>
                  <a:lnTo>
                    <a:pt x="34" y="341"/>
                  </a:lnTo>
                  <a:lnTo>
                    <a:pt x="31" y="338"/>
                  </a:lnTo>
                  <a:lnTo>
                    <a:pt x="31" y="337"/>
                  </a:lnTo>
                  <a:lnTo>
                    <a:pt x="30" y="338"/>
                  </a:lnTo>
                  <a:lnTo>
                    <a:pt x="30" y="341"/>
                  </a:lnTo>
                  <a:lnTo>
                    <a:pt x="31" y="343"/>
                  </a:lnTo>
                  <a:lnTo>
                    <a:pt x="33" y="342"/>
                  </a:lnTo>
                  <a:lnTo>
                    <a:pt x="34" y="342"/>
                  </a:lnTo>
                  <a:lnTo>
                    <a:pt x="34" y="345"/>
                  </a:lnTo>
                  <a:lnTo>
                    <a:pt x="35" y="343"/>
                  </a:lnTo>
                  <a:lnTo>
                    <a:pt x="38" y="343"/>
                  </a:lnTo>
                  <a:lnTo>
                    <a:pt x="38" y="345"/>
                  </a:lnTo>
                  <a:lnTo>
                    <a:pt x="39" y="345"/>
                  </a:lnTo>
                  <a:lnTo>
                    <a:pt x="39" y="343"/>
                  </a:lnTo>
                  <a:lnTo>
                    <a:pt x="41" y="345"/>
                  </a:lnTo>
                  <a:lnTo>
                    <a:pt x="41" y="345"/>
                  </a:lnTo>
                  <a:lnTo>
                    <a:pt x="41" y="346"/>
                  </a:lnTo>
                  <a:lnTo>
                    <a:pt x="42" y="345"/>
                  </a:lnTo>
                  <a:lnTo>
                    <a:pt x="43" y="343"/>
                  </a:lnTo>
                  <a:lnTo>
                    <a:pt x="45" y="343"/>
                  </a:lnTo>
                  <a:lnTo>
                    <a:pt x="43" y="345"/>
                  </a:lnTo>
                  <a:lnTo>
                    <a:pt x="43" y="346"/>
                  </a:lnTo>
                  <a:lnTo>
                    <a:pt x="45" y="346"/>
                  </a:lnTo>
                  <a:lnTo>
                    <a:pt x="46" y="347"/>
                  </a:lnTo>
                  <a:lnTo>
                    <a:pt x="45" y="347"/>
                  </a:lnTo>
                  <a:lnTo>
                    <a:pt x="43" y="350"/>
                  </a:lnTo>
                  <a:lnTo>
                    <a:pt x="46" y="350"/>
                  </a:lnTo>
                  <a:lnTo>
                    <a:pt x="47" y="347"/>
                  </a:lnTo>
                  <a:lnTo>
                    <a:pt x="46" y="345"/>
                  </a:lnTo>
                  <a:lnTo>
                    <a:pt x="47" y="345"/>
                  </a:lnTo>
                  <a:lnTo>
                    <a:pt x="50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0" y="342"/>
                  </a:lnTo>
                  <a:lnTo>
                    <a:pt x="50" y="342"/>
                  </a:lnTo>
                  <a:lnTo>
                    <a:pt x="53" y="343"/>
                  </a:lnTo>
                  <a:lnTo>
                    <a:pt x="54" y="345"/>
                  </a:lnTo>
                  <a:lnTo>
                    <a:pt x="58" y="345"/>
                  </a:lnTo>
                  <a:lnTo>
                    <a:pt x="60" y="346"/>
                  </a:lnTo>
                  <a:lnTo>
                    <a:pt x="62" y="345"/>
                  </a:lnTo>
                  <a:lnTo>
                    <a:pt x="62" y="343"/>
                  </a:lnTo>
                  <a:lnTo>
                    <a:pt x="64" y="345"/>
                  </a:lnTo>
                  <a:lnTo>
                    <a:pt x="67" y="346"/>
                  </a:lnTo>
                  <a:lnTo>
                    <a:pt x="67" y="345"/>
                  </a:lnTo>
                  <a:lnTo>
                    <a:pt x="70" y="346"/>
                  </a:lnTo>
                  <a:lnTo>
                    <a:pt x="81" y="353"/>
                  </a:lnTo>
                  <a:lnTo>
                    <a:pt x="91" y="358"/>
                  </a:lnTo>
                  <a:lnTo>
                    <a:pt x="92" y="361"/>
                  </a:lnTo>
                  <a:lnTo>
                    <a:pt x="95" y="361"/>
                  </a:lnTo>
                  <a:lnTo>
                    <a:pt x="97" y="365"/>
                  </a:lnTo>
                  <a:lnTo>
                    <a:pt x="99" y="366"/>
                  </a:lnTo>
                  <a:lnTo>
                    <a:pt x="99" y="365"/>
                  </a:lnTo>
                  <a:lnTo>
                    <a:pt x="99" y="363"/>
                  </a:lnTo>
                  <a:lnTo>
                    <a:pt x="100" y="363"/>
                  </a:lnTo>
                  <a:lnTo>
                    <a:pt x="103" y="366"/>
                  </a:lnTo>
                  <a:lnTo>
                    <a:pt x="105" y="366"/>
                  </a:lnTo>
                  <a:lnTo>
                    <a:pt x="108" y="368"/>
                  </a:lnTo>
                  <a:lnTo>
                    <a:pt x="109" y="368"/>
                  </a:lnTo>
                  <a:lnTo>
                    <a:pt x="108" y="366"/>
                  </a:lnTo>
                  <a:lnTo>
                    <a:pt x="106" y="365"/>
                  </a:lnTo>
                  <a:lnTo>
                    <a:pt x="108" y="365"/>
                  </a:lnTo>
                  <a:lnTo>
                    <a:pt x="110" y="367"/>
                  </a:lnTo>
                  <a:lnTo>
                    <a:pt x="110" y="370"/>
                  </a:lnTo>
                  <a:lnTo>
                    <a:pt x="116" y="372"/>
                  </a:lnTo>
                  <a:lnTo>
                    <a:pt x="116" y="374"/>
                  </a:lnTo>
                  <a:lnTo>
                    <a:pt x="118" y="375"/>
                  </a:lnTo>
                  <a:lnTo>
                    <a:pt x="118" y="374"/>
                  </a:lnTo>
                  <a:lnTo>
                    <a:pt x="121" y="375"/>
                  </a:lnTo>
                  <a:lnTo>
                    <a:pt x="122" y="378"/>
                  </a:lnTo>
                  <a:lnTo>
                    <a:pt x="124" y="380"/>
                  </a:lnTo>
                  <a:lnTo>
                    <a:pt x="125" y="382"/>
                  </a:lnTo>
                  <a:lnTo>
                    <a:pt x="128" y="384"/>
                  </a:lnTo>
                  <a:lnTo>
                    <a:pt x="128" y="384"/>
                  </a:lnTo>
                  <a:lnTo>
                    <a:pt x="129" y="384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9" y="393"/>
                  </a:lnTo>
                  <a:lnTo>
                    <a:pt x="128" y="396"/>
                  </a:lnTo>
                  <a:lnTo>
                    <a:pt x="128" y="397"/>
                  </a:lnTo>
                  <a:lnTo>
                    <a:pt x="125" y="400"/>
                  </a:lnTo>
                  <a:lnTo>
                    <a:pt x="125" y="403"/>
                  </a:lnTo>
                  <a:lnTo>
                    <a:pt x="120" y="408"/>
                  </a:lnTo>
                  <a:lnTo>
                    <a:pt x="117" y="411"/>
                  </a:lnTo>
                  <a:lnTo>
                    <a:pt x="113" y="411"/>
                  </a:lnTo>
                  <a:lnTo>
                    <a:pt x="112" y="412"/>
                  </a:lnTo>
                  <a:lnTo>
                    <a:pt x="108" y="412"/>
                  </a:lnTo>
                  <a:lnTo>
                    <a:pt x="106" y="413"/>
                  </a:lnTo>
                  <a:lnTo>
                    <a:pt x="101" y="413"/>
                  </a:lnTo>
                  <a:lnTo>
                    <a:pt x="95" y="413"/>
                  </a:lnTo>
                  <a:lnTo>
                    <a:pt x="91" y="412"/>
                  </a:lnTo>
                  <a:lnTo>
                    <a:pt x="88" y="411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1" y="411"/>
                  </a:lnTo>
                  <a:lnTo>
                    <a:pt x="80" y="409"/>
                  </a:lnTo>
                  <a:lnTo>
                    <a:pt x="79" y="409"/>
                  </a:lnTo>
                  <a:lnTo>
                    <a:pt x="78" y="411"/>
                  </a:lnTo>
                  <a:lnTo>
                    <a:pt x="74" y="408"/>
                  </a:lnTo>
                  <a:lnTo>
                    <a:pt x="74" y="405"/>
                  </a:lnTo>
                  <a:lnTo>
                    <a:pt x="72" y="407"/>
                  </a:lnTo>
                  <a:lnTo>
                    <a:pt x="70" y="407"/>
                  </a:lnTo>
                  <a:lnTo>
                    <a:pt x="71" y="405"/>
                  </a:lnTo>
                  <a:lnTo>
                    <a:pt x="67" y="405"/>
                  </a:lnTo>
                  <a:lnTo>
                    <a:pt x="66" y="407"/>
                  </a:lnTo>
                  <a:lnTo>
                    <a:pt x="63" y="407"/>
                  </a:lnTo>
                  <a:lnTo>
                    <a:pt x="63" y="405"/>
                  </a:lnTo>
                  <a:lnTo>
                    <a:pt x="63" y="404"/>
                  </a:lnTo>
                  <a:lnTo>
                    <a:pt x="64" y="404"/>
                  </a:lnTo>
                  <a:lnTo>
                    <a:pt x="63" y="401"/>
                  </a:lnTo>
                  <a:lnTo>
                    <a:pt x="62" y="403"/>
                  </a:lnTo>
                  <a:lnTo>
                    <a:pt x="58" y="403"/>
                  </a:lnTo>
                  <a:lnTo>
                    <a:pt x="56" y="401"/>
                  </a:lnTo>
                  <a:lnTo>
                    <a:pt x="55" y="401"/>
                  </a:lnTo>
                  <a:lnTo>
                    <a:pt x="54" y="401"/>
                  </a:lnTo>
                  <a:lnTo>
                    <a:pt x="49" y="397"/>
                  </a:lnTo>
                  <a:lnTo>
                    <a:pt x="49" y="395"/>
                  </a:lnTo>
                  <a:lnTo>
                    <a:pt x="45" y="395"/>
                  </a:lnTo>
                  <a:lnTo>
                    <a:pt x="45" y="395"/>
                  </a:lnTo>
                  <a:lnTo>
                    <a:pt x="42" y="395"/>
                  </a:lnTo>
                  <a:lnTo>
                    <a:pt x="42" y="395"/>
                  </a:lnTo>
                  <a:lnTo>
                    <a:pt x="45" y="396"/>
                  </a:lnTo>
                  <a:lnTo>
                    <a:pt x="45" y="400"/>
                  </a:lnTo>
                  <a:lnTo>
                    <a:pt x="47" y="401"/>
                  </a:lnTo>
                  <a:lnTo>
                    <a:pt x="49" y="404"/>
                  </a:lnTo>
                  <a:lnTo>
                    <a:pt x="53" y="404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49" y="408"/>
                  </a:lnTo>
                  <a:lnTo>
                    <a:pt x="50" y="408"/>
                  </a:lnTo>
                  <a:lnTo>
                    <a:pt x="54" y="408"/>
                  </a:lnTo>
                  <a:lnTo>
                    <a:pt x="55" y="407"/>
                  </a:lnTo>
                  <a:lnTo>
                    <a:pt x="56" y="408"/>
                  </a:lnTo>
                  <a:lnTo>
                    <a:pt x="55" y="408"/>
                  </a:lnTo>
                  <a:lnTo>
                    <a:pt x="55" y="409"/>
                  </a:lnTo>
                  <a:lnTo>
                    <a:pt x="58" y="409"/>
                  </a:lnTo>
                  <a:lnTo>
                    <a:pt x="56" y="411"/>
                  </a:lnTo>
                  <a:lnTo>
                    <a:pt x="55" y="412"/>
                  </a:lnTo>
                  <a:lnTo>
                    <a:pt x="54" y="413"/>
                  </a:lnTo>
                  <a:lnTo>
                    <a:pt x="56" y="413"/>
                  </a:lnTo>
                  <a:lnTo>
                    <a:pt x="58" y="412"/>
                  </a:lnTo>
                  <a:lnTo>
                    <a:pt x="59" y="412"/>
                  </a:lnTo>
                  <a:lnTo>
                    <a:pt x="60" y="413"/>
                  </a:lnTo>
                  <a:lnTo>
                    <a:pt x="62" y="413"/>
                  </a:lnTo>
                  <a:lnTo>
                    <a:pt x="67" y="415"/>
                  </a:lnTo>
                  <a:lnTo>
                    <a:pt x="70" y="418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0" y="422"/>
                  </a:lnTo>
                  <a:lnTo>
                    <a:pt x="71" y="422"/>
                  </a:lnTo>
                  <a:lnTo>
                    <a:pt x="71" y="425"/>
                  </a:lnTo>
                  <a:lnTo>
                    <a:pt x="71" y="428"/>
                  </a:lnTo>
                  <a:lnTo>
                    <a:pt x="70" y="429"/>
                  </a:lnTo>
                  <a:lnTo>
                    <a:pt x="68" y="430"/>
                  </a:lnTo>
                  <a:lnTo>
                    <a:pt x="71" y="432"/>
                  </a:lnTo>
                  <a:lnTo>
                    <a:pt x="71" y="434"/>
                  </a:lnTo>
                  <a:lnTo>
                    <a:pt x="74" y="437"/>
                  </a:lnTo>
                  <a:lnTo>
                    <a:pt x="74" y="440"/>
                  </a:lnTo>
                  <a:lnTo>
                    <a:pt x="76" y="441"/>
                  </a:lnTo>
                  <a:lnTo>
                    <a:pt x="76" y="443"/>
                  </a:lnTo>
                  <a:lnTo>
                    <a:pt x="76" y="446"/>
                  </a:lnTo>
                  <a:lnTo>
                    <a:pt x="76" y="447"/>
                  </a:lnTo>
                  <a:lnTo>
                    <a:pt x="76" y="449"/>
                  </a:lnTo>
                  <a:lnTo>
                    <a:pt x="78" y="451"/>
                  </a:lnTo>
                  <a:lnTo>
                    <a:pt x="83" y="453"/>
                  </a:lnTo>
                  <a:lnTo>
                    <a:pt x="84" y="451"/>
                  </a:lnTo>
                  <a:lnTo>
                    <a:pt x="85" y="451"/>
                  </a:lnTo>
                  <a:lnTo>
                    <a:pt x="87" y="453"/>
                  </a:lnTo>
                  <a:lnTo>
                    <a:pt x="89" y="454"/>
                  </a:lnTo>
                  <a:lnTo>
                    <a:pt x="89" y="458"/>
                  </a:lnTo>
                  <a:lnTo>
                    <a:pt x="91" y="458"/>
                  </a:lnTo>
                  <a:lnTo>
                    <a:pt x="95" y="458"/>
                  </a:lnTo>
                  <a:lnTo>
                    <a:pt x="96" y="459"/>
                  </a:lnTo>
                  <a:lnTo>
                    <a:pt x="100" y="459"/>
                  </a:lnTo>
                  <a:lnTo>
                    <a:pt x="101" y="462"/>
                  </a:lnTo>
                  <a:lnTo>
                    <a:pt x="103" y="462"/>
                  </a:lnTo>
                  <a:lnTo>
                    <a:pt x="105" y="459"/>
                  </a:lnTo>
                  <a:lnTo>
                    <a:pt x="108" y="459"/>
                  </a:lnTo>
                  <a:lnTo>
                    <a:pt x="109" y="458"/>
                  </a:lnTo>
                  <a:lnTo>
                    <a:pt x="109" y="454"/>
                  </a:lnTo>
                  <a:lnTo>
                    <a:pt x="106" y="453"/>
                  </a:lnTo>
                  <a:lnTo>
                    <a:pt x="108" y="451"/>
                  </a:lnTo>
                  <a:lnTo>
                    <a:pt x="108" y="451"/>
                  </a:lnTo>
                  <a:lnTo>
                    <a:pt x="105" y="450"/>
                  </a:lnTo>
                  <a:lnTo>
                    <a:pt x="105" y="447"/>
                  </a:lnTo>
                  <a:lnTo>
                    <a:pt x="103" y="449"/>
                  </a:lnTo>
                  <a:lnTo>
                    <a:pt x="101" y="449"/>
                  </a:lnTo>
                  <a:lnTo>
                    <a:pt x="100" y="450"/>
                  </a:lnTo>
                  <a:lnTo>
                    <a:pt x="96" y="449"/>
                  </a:lnTo>
                  <a:lnTo>
                    <a:pt x="95" y="446"/>
                  </a:lnTo>
                  <a:lnTo>
                    <a:pt x="91" y="445"/>
                  </a:lnTo>
                  <a:lnTo>
                    <a:pt x="91" y="442"/>
                  </a:lnTo>
                  <a:lnTo>
                    <a:pt x="89" y="438"/>
                  </a:lnTo>
                  <a:lnTo>
                    <a:pt x="91" y="438"/>
                  </a:lnTo>
                  <a:lnTo>
                    <a:pt x="93" y="437"/>
                  </a:lnTo>
                  <a:lnTo>
                    <a:pt x="92" y="436"/>
                  </a:lnTo>
                  <a:lnTo>
                    <a:pt x="92" y="434"/>
                  </a:lnTo>
                  <a:lnTo>
                    <a:pt x="92" y="433"/>
                  </a:lnTo>
                  <a:lnTo>
                    <a:pt x="92" y="432"/>
                  </a:lnTo>
                  <a:lnTo>
                    <a:pt x="95" y="432"/>
                  </a:lnTo>
                  <a:lnTo>
                    <a:pt x="97" y="433"/>
                  </a:lnTo>
                  <a:lnTo>
                    <a:pt x="101" y="434"/>
                  </a:lnTo>
                  <a:lnTo>
                    <a:pt x="103" y="437"/>
                  </a:lnTo>
                  <a:lnTo>
                    <a:pt x="105" y="438"/>
                  </a:lnTo>
                  <a:lnTo>
                    <a:pt x="109" y="438"/>
                  </a:lnTo>
                  <a:lnTo>
                    <a:pt x="109" y="440"/>
                  </a:lnTo>
                  <a:lnTo>
                    <a:pt x="112" y="441"/>
                  </a:lnTo>
                  <a:lnTo>
                    <a:pt x="120" y="443"/>
                  </a:lnTo>
                  <a:lnTo>
                    <a:pt x="122" y="447"/>
                  </a:lnTo>
                  <a:lnTo>
                    <a:pt x="124" y="445"/>
                  </a:lnTo>
                  <a:lnTo>
                    <a:pt x="126" y="443"/>
                  </a:lnTo>
                  <a:lnTo>
                    <a:pt x="126" y="441"/>
                  </a:lnTo>
                  <a:lnTo>
                    <a:pt x="128" y="441"/>
                  </a:lnTo>
                  <a:lnTo>
                    <a:pt x="130" y="438"/>
                  </a:lnTo>
                  <a:lnTo>
                    <a:pt x="126" y="434"/>
                  </a:lnTo>
                  <a:lnTo>
                    <a:pt x="121" y="429"/>
                  </a:lnTo>
                  <a:lnTo>
                    <a:pt x="120" y="425"/>
                  </a:lnTo>
                  <a:lnTo>
                    <a:pt x="121" y="422"/>
                  </a:lnTo>
                  <a:lnTo>
                    <a:pt x="124" y="420"/>
                  </a:lnTo>
                  <a:lnTo>
                    <a:pt x="126" y="417"/>
                  </a:lnTo>
                  <a:lnTo>
                    <a:pt x="128" y="413"/>
                  </a:lnTo>
                  <a:lnTo>
                    <a:pt x="129" y="412"/>
                  </a:lnTo>
                  <a:lnTo>
                    <a:pt x="132" y="412"/>
                  </a:lnTo>
                  <a:lnTo>
                    <a:pt x="135" y="408"/>
                  </a:lnTo>
                  <a:lnTo>
                    <a:pt x="138" y="403"/>
                  </a:lnTo>
                  <a:lnTo>
                    <a:pt x="139" y="401"/>
                  </a:lnTo>
                  <a:lnTo>
                    <a:pt x="143" y="401"/>
                  </a:lnTo>
                  <a:lnTo>
                    <a:pt x="145" y="404"/>
                  </a:lnTo>
                  <a:lnTo>
                    <a:pt x="149" y="403"/>
                  </a:lnTo>
                  <a:lnTo>
                    <a:pt x="153" y="404"/>
                  </a:lnTo>
                  <a:lnTo>
                    <a:pt x="154" y="405"/>
                  </a:lnTo>
                  <a:lnTo>
                    <a:pt x="153" y="408"/>
                  </a:lnTo>
                  <a:lnTo>
                    <a:pt x="157" y="405"/>
                  </a:lnTo>
                  <a:lnTo>
                    <a:pt x="159" y="407"/>
                  </a:lnTo>
                  <a:lnTo>
                    <a:pt x="159" y="411"/>
                  </a:lnTo>
                  <a:lnTo>
                    <a:pt x="162" y="412"/>
                  </a:lnTo>
                  <a:lnTo>
                    <a:pt x="160" y="407"/>
                  </a:lnTo>
                  <a:lnTo>
                    <a:pt x="159" y="404"/>
                  </a:lnTo>
                  <a:lnTo>
                    <a:pt x="160" y="403"/>
                  </a:lnTo>
                  <a:lnTo>
                    <a:pt x="160" y="397"/>
                  </a:lnTo>
                  <a:lnTo>
                    <a:pt x="160" y="396"/>
                  </a:lnTo>
                  <a:lnTo>
                    <a:pt x="160" y="395"/>
                  </a:lnTo>
                  <a:lnTo>
                    <a:pt x="160" y="393"/>
                  </a:lnTo>
                  <a:lnTo>
                    <a:pt x="160" y="392"/>
                  </a:lnTo>
                  <a:lnTo>
                    <a:pt x="160" y="391"/>
                  </a:lnTo>
                  <a:lnTo>
                    <a:pt x="160" y="390"/>
                  </a:lnTo>
                  <a:lnTo>
                    <a:pt x="159" y="388"/>
                  </a:lnTo>
                  <a:lnTo>
                    <a:pt x="157" y="386"/>
                  </a:lnTo>
                  <a:lnTo>
                    <a:pt x="153" y="387"/>
                  </a:lnTo>
                  <a:lnTo>
                    <a:pt x="151" y="383"/>
                  </a:lnTo>
                  <a:lnTo>
                    <a:pt x="153" y="380"/>
                  </a:lnTo>
                  <a:lnTo>
                    <a:pt x="153" y="375"/>
                  </a:lnTo>
                  <a:lnTo>
                    <a:pt x="154" y="374"/>
                  </a:lnTo>
                  <a:lnTo>
                    <a:pt x="153" y="372"/>
                  </a:lnTo>
                  <a:lnTo>
                    <a:pt x="153" y="370"/>
                  </a:lnTo>
                  <a:lnTo>
                    <a:pt x="154" y="370"/>
                  </a:lnTo>
                  <a:lnTo>
                    <a:pt x="153" y="368"/>
                  </a:lnTo>
                  <a:lnTo>
                    <a:pt x="153" y="366"/>
                  </a:lnTo>
                  <a:lnTo>
                    <a:pt x="151" y="361"/>
                  </a:lnTo>
                  <a:lnTo>
                    <a:pt x="147" y="358"/>
                  </a:lnTo>
                  <a:lnTo>
                    <a:pt x="142" y="353"/>
                  </a:lnTo>
                  <a:lnTo>
                    <a:pt x="142" y="351"/>
                  </a:lnTo>
                  <a:lnTo>
                    <a:pt x="145" y="351"/>
                  </a:lnTo>
                  <a:lnTo>
                    <a:pt x="149" y="355"/>
                  </a:lnTo>
                  <a:lnTo>
                    <a:pt x="151" y="355"/>
                  </a:lnTo>
                  <a:lnTo>
                    <a:pt x="154" y="354"/>
                  </a:lnTo>
                  <a:lnTo>
                    <a:pt x="158" y="354"/>
                  </a:lnTo>
                  <a:lnTo>
                    <a:pt x="164" y="354"/>
                  </a:lnTo>
                  <a:lnTo>
                    <a:pt x="167" y="357"/>
                  </a:lnTo>
                  <a:lnTo>
                    <a:pt x="167" y="358"/>
                  </a:lnTo>
                  <a:lnTo>
                    <a:pt x="170" y="361"/>
                  </a:lnTo>
                  <a:lnTo>
                    <a:pt x="172" y="362"/>
                  </a:lnTo>
                  <a:lnTo>
                    <a:pt x="174" y="363"/>
                  </a:lnTo>
                  <a:lnTo>
                    <a:pt x="176" y="367"/>
                  </a:lnTo>
                  <a:lnTo>
                    <a:pt x="176" y="370"/>
                  </a:lnTo>
                  <a:lnTo>
                    <a:pt x="172" y="370"/>
                  </a:lnTo>
                  <a:lnTo>
                    <a:pt x="171" y="371"/>
                  </a:lnTo>
                  <a:lnTo>
                    <a:pt x="167" y="371"/>
                  </a:lnTo>
                  <a:lnTo>
                    <a:pt x="166" y="372"/>
                  </a:lnTo>
                  <a:lnTo>
                    <a:pt x="166" y="374"/>
                  </a:lnTo>
                  <a:lnTo>
                    <a:pt x="166" y="375"/>
                  </a:lnTo>
                  <a:lnTo>
                    <a:pt x="164" y="375"/>
                  </a:lnTo>
                  <a:lnTo>
                    <a:pt x="163" y="376"/>
                  </a:lnTo>
                  <a:lnTo>
                    <a:pt x="163" y="379"/>
                  </a:lnTo>
                  <a:lnTo>
                    <a:pt x="164" y="380"/>
                  </a:lnTo>
                  <a:lnTo>
                    <a:pt x="170" y="384"/>
                  </a:lnTo>
                  <a:lnTo>
                    <a:pt x="175" y="391"/>
                  </a:lnTo>
                  <a:lnTo>
                    <a:pt x="176" y="391"/>
                  </a:lnTo>
                  <a:lnTo>
                    <a:pt x="180" y="388"/>
                  </a:lnTo>
                  <a:lnTo>
                    <a:pt x="182" y="391"/>
                  </a:lnTo>
                  <a:lnTo>
                    <a:pt x="183" y="390"/>
                  </a:lnTo>
                  <a:lnTo>
                    <a:pt x="184" y="390"/>
                  </a:lnTo>
                  <a:lnTo>
                    <a:pt x="186" y="388"/>
                  </a:lnTo>
                  <a:lnTo>
                    <a:pt x="189" y="387"/>
                  </a:lnTo>
                  <a:lnTo>
                    <a:pt x="191" y="384"/>
                  </a:lnTo>
                  <a:lnTo>
                    <a:pt x="189" y="380"/>
                  </a:lnTo>
                  <a:lnTo>
                    <a:pt x="191" y="378"/>
                  </a:lnTo>
                  <a:lnTo>
                    <a:pt x="191" y="375"/>
                  </a:lnTo>
                  <a:lnTo>
                    <a:pt x="189" y="374"/>
                  </a:lnTo>
                  <a:lnTo>
                    <a:pt x="191" y="372"/>
                  </a:lnTo>
                  <a:lnTo>
                    <a:pt x="196" y="371"/>
                  </a:lnTo>
                  <a:lnTo>
                    <a:pt x="197" y="370"/>
                  </a:lnTo>
                  <a:lnTo>
                    <a:pt x="201" y="371"/>
                  </a:lnTo>
                  <a:lnTo>
                    <a:pt x="201" y="370"/>
                  </a:lnTo>
                  <a:lnTo>
                    <a:pt x="197" y="367"/>
                  </a:lnTo>
                  <a:lnTo>
                    <a:pt x="197" y="366"/>
                  </a:lnTo>
                  <a:lnTo>
                    <a:pt x="197" y="366"/>
                  </a:lnTo>
                  <a:lnTo>
                    <a:pt x="200" y="367"/>
                  </a:lnTo>
                  <a:lnTo>
                    <a:pt x="201" y="366"/>
                  </a:lnTo>
                  <a:lnTo>
                    <a:pt x="207" y="361"/>
                  </a:lnTo>
                  <a:lnTo>
                    <a:pt x="208" y="361"/>
                  </a:lnTo>
                  <a:lnTo>
                    <a:pt x="212" y="354"/>
                  </a:lnTo>
                  <a:lnTo>
                    <a:pt x="212" y="353"/>
                  </a:lnTo>
                  <a:lnTo>
                    <a:pt x="213" y="353"/>
                  </a:lnTo>
                  <a:lnTo>
                    <a:pt x="216" y="353"/>
                  </a:lnTo>
                  <a:lnTo>
                    <a:pt x="220" y="351"/>
                  </a:lnTo>
                  <a:lnTo>
                    <a:pt x="220" y="350"/>
                  </a:lnTo>
                  <a:lnTo>
                    <a:pt x="225" y="349"/>
                  </a:lnTo>
                  <a:lnTo>
                    <a:pt x="225" y="350"/>
                  </a:lnTo>
                  <a:lnTo>
                    <a:pt x="226" y="350"/>
                  </a:lnTo>
                  <a:lnTo>
                    <a:pt x="226" y="351"/>
                  </a:lnTo>
                  <a:lnTo>
                    <a:pt x="225" y="353"/>
                  </a:lnTo>
                  <a:lnTo>
                    <a:pt x="226" y="354"/>
                  </a:lnTo>
                  <a:lnTo>
                    <a:pt x="229" y="351"/>
                  </a:lnTo>
                  <a:lnTo>
                    <a:pt x="230" y="350"/>
                  </a:lnTo>
                  <a:lnTo>
                    <a:pt x="229" y="349"/>
                  </a:lnTo>
                  <a:lnTo>
                    <a:pt x="226" y="347"/>
                  </a:lnTo>
                  <a:lnTo>
                    <a:pt x="226" y="346"/>
                  </a:lnTo>
                  <a:lnTo>
                    <a:pt x="230" y="342"/>
                  </a:lnTo>
                  <a:lnTo>
                    <a:pt x="232" y="342"/>
                  </a:lnTo>
                  <a:lnTo>
                    <a:pt x="232" y="343"/>
                  </a:lnTo>
                  <a:lnTo>
                    <a:pt x="232" y="343"/>
                  </a:lnTo>
                  <a:lnTo>
                    <a:pt x="230" y="345"/>
                  </a:lnTo>
                  <a:lnTo>
                    <a:pt x="233" y="347"/>
                  </a:lnTo>
                  <a:lnTo>
                    <a:pt x="234" y="347"/>
                  </a:lnTo>
                  <a:lnTo>
                    <a:pt x="236" y="345"/>
                  </a:lnTo>
                  <a:lnTo>
                    <a:pt x="234" y="343"/>
                  </a:lnTo>
                  <a:lnTo>
                    <a:pt x="234" y="342"/>
                  </a:lnTo>
                  <a:lnTo>
                    <a:pt x="233" y="341"/>
                  </a:lnTo>
                  <a:lnTo>
                    <a:pt x="234" y="340"/>
                  </a:lnTo>
                  <a:lnTo>
                    <a:pt x="241" y="337"/>
                  </a:lnTo>
                  <a:lnTo>
                    <a:pt x="245" y="336"/>
                  </a:lnTo>
                  <a:lnTo>
                    <a:pt x="246" y="337"/>
                  </a:lnTo>
                  <a:lnTo>
                    <a:pt x="243" y="338"/>
                  </a:lnTo>
                  <a:lnTo>
                    <a:pt x="241" y="338"/>
                  </a:lnTo>
                  <a:lnTo>
                    <a:pt x="237" y="340"/>
                  </a:lnTo>
                  <a:lnTo>
                    <a:pt x="238" y="341"/>
                  </a:lnTo>
                  <a:lnTo>
                    <a:pt x="239" y="342"/>
                  </a:lnTo>
                  <a:lnTo>
                    <a:pt x="241" y="341"/>
                  </a:lnTo>
                  <a:lnTo>
                    <a:pt x="243" y="343"/>
                  </a:lnTo>
                  <a:lnTo>
                    <a:pt x="242" y="345"/>
                  </a:lnTo>
                  <a:lnTo>
                    <a:pt x="242" y="345"/>
                  </a:lnTo>
                  <a:lnTo>
                    <a:pt x="243" y="347"/>
                  </a:lnTo>
                  <a:lnTo>
                    <a:pt x="242" y="349"/>
                  </a:lnTo>
                  <a:lnTo>
                    <a:pt x="239" y="350"/>
                  </a:lnTo>
                  <a:lnTo>
                    <a:pt x="237" y="351"/>
                  </a:lnTo>
                  <a:lnTo>
                    <a:pt x="238" y="354"/>
                  </a:lnTo>
                  <a:lnTo>
                    <a:pt x="239" y="354"/>
                  </a:lnTo>
                  <a:lnTo>
                    <a:pt x="241" y="354"/>
                  </a:lnTo>
                  <a:lnTo>
                    <a:pt x="243" y="354"/>
                  </a:lnTo>
                  <a:lnTo>
                    <a:pt x="245" y="353"/>
                  </a:lnTo>
                  <a:lnTo>
                    <a:pt x="247" y="354"/>
                  </a:lnTo>
                  <a:lnTo>
                    <a:pt x="247" y="357"/>
                  </a:lnTo>
                  <a:lnTo>
                    <a:pt x="249" y="354"/>
                  </a:lnTo>
                  <a:lnTo>
                    <a:pt x="250" y="350"/>
                  </a:lnTo>
                  <a:lnTo>
                    <a:pt x="251" y="350"/>
                  </a:lnTo>
                  <a:lnTo>
                    <a:pt x="253" y="351"/>
                  </a:lnTo>
                  <a:lnTo>
                    <a:pt x="255" y="354"/>
                  </a:lnTo>
                  <a:lnTo>
                    <a:pt x="255" y="353"/>
                  </a:lnTo>
                  <a:lnTo>
                    <a:pt x="255" y="351"/>
                  </a:lnTo>
                  <a:lnTo>
                    <a:pt x="255" y="350"/>
                  </a:lnTo>
                  <a:lnTo>
                    <a:pt x="254" y="349"/>
                  </a:lnTo>
                  <a:lnTo>
                    <a:pt x="254" y="347"/>
                  </a:lnTo>
                  <a:lnTo>
                    <a:pt x="255" y="345"/>
                  </a:lnTo>
                  <a:lnTo>
                    <a:pt x="258" y="345"/>
                  </a:lnTo>
                  <a:lnTo>
                    <a:pt x="259" y="343"/>
                  </a:lnTo>
                  <a:lnTo>
                    <a:pt x="262" y="341"/>
                  </a:lnTo>
                  <a:lnTo>
                    <a:pt x="263" y="342"/>
                  </a:lnTo>
                  <a:lnTo>
                    <a:pt x="265" y="342"/>
                  </a:lnTo>
                  <a:lnTo>
                    <a:pt x="266" y="342"/>
                  </a:lnTo>
                  <a:lnTo>
                    <a:pt x="267" y="342"/>
                  </a:lnTo>
                  <a:lnTo>
                    <a:pt x="272" y="342"/>
                  </a:lnTo>
                  <a:lnTo>
                    <a:pt x="275" y="341"/>
                  </a:lnTo>
                  <a:lnTo>
                    <a:pt x="275" y="340"/>
                  </a:lnTo>
                  <a:lnTo>
                    <a:pt x="276" y="338"/>
                  </a:lnTo>
                  <a:lnTo>
                    <a:pt x="279" y="338"/>
                  </a:lnTo>
                  <a:lnTo>
                    <a:pt x="279" y="337"/>
                  </a:lnTo>
                  <a:lnTo>
                    <a:pt x="282" y="336"/>
                  </a:lnTo>
                  <a:lnTo>
                    <a:pt x="283" y="334"/>
                  </a:lnTo>
                  <a:lnTo>
                    <a:pt x="287" y="332"/>
                  </a:lnTo>
                  <a:lnTo>
                    <a:pt x="288" y="332"/>
                  </a:lnTo>
                  <a:lnTo>
                    <a:pt x="290" y="330"/>
                  </a:lnTo>
                  <a:lnTo>
                    <a:pt x="290" y="332"/>
                  </a:lnTo>
                  <a:lnTo>
                    <a:pt x="288" y="333"/>
                  </a:lnTo>
                  <a:lnTo>
                    <a:pt x="290" y="334"/>
                  </a:lnTo>
                  <a:lnTo>
                    <a:pt x="292" y="337"/>
                  </a:lnTo>
                  <a:lnTo>
                    <a:pt x="292" y="338"/>
                  </a:lnTo>
                  <a:lnTo>
                    <a:pt x="291" y="340"/>
                  </a:lnTo>
                  <a:lnTo>
                    <a:pt x="291" y="342"/>
                  </a:lnTo>
                  <a:lnTo>
                    <a:pt x="291" y="343"/>
                  </a:lnTo>
                  <a:lnTo>
                    <a:pt x="292" y="345"/>
                  </a:lnTo>
                  <a:lnTo>
                    <a:pt x="299" y="346"/>
                  </a:lnTo>
                  <a:lnTo>
                    <a:pt x="300" y="345"/>
                  </a:lnTo>
                  <a:lnTo>
                    <a:pt x="300" y="343"/>
                  </a:lnTo>
                  <a:lnTo>
                    <a:pt x="299" y="342"/>
                  </a:lnTo>
                  <a:lnTo>
                    <a:pt x="296" y="340"/>
                  </a:lnTo>
                  <a:lnTo>
                    <a:pt x="296" y="338"/>
                  </a:lnTo>
                  <a:lnTo>
                    <a:pt x="299" y="337"/>
                  </a:lnTo>
                  <a:lnTo>
                    <a:pt x="301" y="338"/>
                  </a:lnTo>
                  <a:lnTo>
                    <a:pt x="304" y="337"/>
                  </a:lnTo>
                  <a:lnTo>
                    <a:pt x="304" y="333"/>
                  </a:lnTo>
                  <a:lnTo>
                    <a:pt x="307" y="332"/>
                  </a:lnTo>
                  <a:lnTo>
                    <a:pt x="308" y="333"/>
                  </a:lnTo>
                  <a:lnTo>
                    <a:pt x="311" y="334"/>
                  </a:lnTo>
                  <a:lnTo>
                    <a:pt x="308" y="330"/>
                  </a:lnTo>
                  <a:lnTo>
                    <a:pt x="304" y="329"/>
                  </a:lnTo>
                  <a:lnTo>
                    <a:pt x="304" y="328"/>
                  </a:lnTo>
                  <a:lnTo>
                    <a:pt x="303" y="324"/>
                  </a:lnTo>
                  <a:lnTo>
                    <a:pt x="301" y="324"/>
                  </a:lnTo>
                  <a:lnTo>
                    <a:pt x="300" y="325"/>
                  </a:lnTo>
                  <a:lnTo>
                    <a:pt x="299" y="324"/>
                  </a:lnTo>
                  <a:lnTo>
                    <a:pt x="299" y="318"/>
                  </a:lnTo>
                  <a:lnTo>
                    <a:pt x="296" y="318"/>
                  </a:lnTo>
                  <a:lnTo>
                    <a:pt x="295" y="316"/>
                  </a:lnTo>
                  <a:lnTo>
                    <a:pt x="295" y="315"/>
                  </a:lnTo>
                  <a:lnTo>
                    <a:pt x="297" y="313"/>
                  </a:lnTo>
                  <a:lnTo>
                    <a:pt x="297" y="312"/>
                  </a:lnTo>
                  <a:lnTo>
                    <a:pt x="296" y="309"/>
                  </a:lnTo>
                  <a:lnTo>
                    <a:pt x="297" y="308"/>
                  </a:lnTo>
                  <a:lnTo>
                    <a:pt x="300" y="308"/>
                  </a:lnTo>
                  <a:lnTo>
                    <a:pt x="300" y="308"/>
                  </a:lnTo>
                  <a:lnTo>
                    <a:pt x="303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16" y="308"/>
                  </a:lnTo>
                  <a:lnTo>
                    <a:pt x="328" y="309"/>
                  </a:lnTo>
                  <a:lnTo>
                    <a:pt x="330" y="311"/>
                  </a:lnTo>
                  <a:lnTo>
                    <a:pt x="338" y="315"/>
                  </a:lnTo>
                  <a:lnTo>
                    <a:pt x="340" y="316"/>
                  </a:lnTo>
                  <a:lnTo>
                    <a:pt x="338" y="317"/>
                  </a:lnTo>
                  <a:lnTo>
                    <a:pt x="340" y="320"/>
                  </a:lnTo>
                  <a:lnTo>
                    <a:pt x="341" y="317"/>
                  </a:lnTo>
                  <a:lnTo>
                    <a:pt x="345" y="316"/>
                  </a:lnTo>
                  <a:lnTo>
                    <a:pt x="347" y="318"/>
                  </a:lnTo>
                  <a:lnTo>
                    <a:pt x="349" y="318"/>
                  </a:lnTo>
                  <a:lnTo>
                    <a:pt x="349" y="320"/>
                  </a:lnTo>
                  <a:lnTo>
                    <a:pt x="353" y="321"/>
                  </a:lnTo>
                  <a:lnTo>
                    <a:pt x="359" y="325"/>
                  </a:lnTo>
                  <a:lnTo>
                    <a:pt x="366" y="325"/>
                  </a:lnTo>
                  <a:lnTo>
                    <a:pt x="369" y="328"/>
                  </a:lnTo>
                  <a:lnTo>
                    <a:pt x="370" y="330"/>
                  </a:lnTo>
                  <a:lnTo>
                    <a:pt x="374" y="332"/>
                  </a:lnTo>
                  <a:lnTo>
                    <a:pt x="376" y="334"/>
                  </a:lnTo>
                  <a:lnTo>
                    <a:pt x="379" y="340"/>
                  </a:lnTo>
                  <a:lnTo>
                    <a:pt x="382" y="340"/>
                  </a:lnTo>
                  <a:lnTo>
                    <a:pt x="382" y="338"/>
                  </a:lnTo>
                  <a:lnTo>
                    <a:pt x="382" y="334"/>
                  </a:lnTo>
                  <a:lnTo>
                    <a:pt x="383" y="334"/>
                  </a:lnTo>
                  <a:lnTo>
                    <a:pt x="383" y="333"/>
                  </a:lnTo>
                  <a:lnTo>
                    <a:pt x="382" y="330"/>
                  </a:lnTo>
                  <a:lnTo>
                    <a:pt x="383" y="329"/>
                  </a:lnTo>
                  <a:lnTo>
                    <a:pt x="383" y="322"/>
                  </a:lnTo>
                  <a:lnTo>
                    <a:pt x="384" y="321"/>
                  </a:lnTo>
                  <a:lnTo>
                    <a:pt x="383" y="321"/>
                  </a:lnTo>
                  <a:lnTo>
                    <a:pt x="382" y="320"/>
                  </a:lnTo>
                  <a:lnTo>
                    <a:pt x="380" y="320"/>
                  </a:lnTo>
                  <a:lnTo>
                    <a:pt x="378" y="321"/>
                  </a:lnTo>
                  <a:lnTo>
                    <a:pt x="376" y="321"/>
                  </a:lnTo>
                  <a:lnTo>
                    <a:pt x="371" y="315"/>
                  </a:lnTo>
                  <a:lnTo>
                    <a:pt x="370" y="315"/>
                  </a:lnTo>
                  <a:lnTo>
                    <a:pt x="367" y="313"/>
                  </a:lnTo>
                  <a:lnTo>
                    <a:pt x="367" y="308"/>
                  </a:lnTo>
                  <a:lnTo>
                    <a:pt x="367" y="307"/>
                  </a:lnTo>
                  <a:lnTo>
                    <a:pt x="365" y="311"/>
                  </a:lnTo>
                  <a:lnTo>
                    <a:pt x="362" y="309"/>
                  </a:lnTo>
                  <a:lnTo>
                    <a:pt x="359" y="308"/>
                  </a:lnTo>
                  <a:lnTo>
                    <a:pt x="357" y="307"/>
                  </a:lnTo>
                  <a:lnTo>
                    <a:pt x="355" y="309"/>
                  </a:lnTo>
                  <a:lnTo>
                    <a:pt x="355" y="305"/>
                  </a:lnTo>
                  <a:lnTo>
                    <a:pt x="353" y="304"/>
                  </a:lnTo>
                  <a:lnTo>
                    <a:pt x="351" y="299"/>
                  </a:lnTo>
                  <a:lnTo>
                    <a:pt x="351" y="296"/>
                  </a:lnTo>
                  <a:lnTo>
                    <a:pt x="353" y="297"/>
                  </a:lnTo>
                  <a:lnTo>
                    <a:pt x="354" y="296"/>
                  </a:lnTo>
                  <a:lnTo>
                    <a:pt x="354" y="293"/>
                  </a:lnTo>
                  <a:lnTo>
                    <a:pt x="351" y="291"/>
                  </a:lnTo>
                  <a:lnTo>
                    <a:pt x="351" y="288"/>
                  </a:lnTo>
                  <a:lnTo>
                    <a:pt x="353" y="286"/>
                  </a:lnTo>
                  <a:lnTo>
                    <a:pt x="354" y="286"/>
                  </a:lnTo>
                  <a:lnTo>
                    <a:pt x="353" y="284"/>
                  </a:lnTo>
                  <a:lnTo>
                    <a:pt x="349" y="284"/>
                  </a:lnTo>
                  <a:lnTo>
                    <a:pt x="347" y="279"/>
                  </a:lnTo>
                  <a:lnTo>
                    <a:pt x="346" y="278"/>
                  </a:lnTo>
                  <a:lnTo>
                    <a:pt x="345" y="279"/>
                  </a:lnTo>
                  <a:lnTo>
                    <a:pt x="342" y="276"/>
                  </a:lnTo>
                  <a:lnTo>
                    <a:pt x="342" y="272"/>
                  </a:lnTo>
                  <a:lnTo>
                    <a:pt x="344" y="270"/>
                  </a:lnTo>
                  <a:lnTo>
                    <a:pt x="342" y="268"/>
                  </a:lnTo>
                  <a:lnTo>
                    <a:pt x="341" y="266"/>
                  </a:lnTo>
                  <a:lnTo>
                    <a:pt x="344" y="265"/>
                  </a:lnTo>
                  <a:lnTo>
                    <a:pt x="347" y="258"/>
                  </a:lnTo>
                  <a:lnTo>
                    <a:pt x="350" y="257"/>
                  </a:lnTo>
                  <a:lnTo>
                    <a:pt x="350" y="255"/>
                  </a:lnTo>
                  <a:lnTo>
                    <a:pt x="349" y="253"/>
                  </a:lnTo>
                  <a:lnTo>
                    <a:pt x="349" y="250"/>
                  </a:lnTo>
                  <a:lnTo>
                    <a:pt x="351" y="247"/>
                  </a:lnTo>
                  <a:lnTo>
                    <a:pt x="349" y="245"/>
                  </a:lnTo>
                  <a:lnTo>
                    <a:pt x="349" y="241"/>
                  </a:lnTo>
                  <a:lnTo>
                    <a:pt x="350" y="240"/>
                  </a:lnTo>
                  <a:lnTo>
                    <a:pt x="349" y="237"/>
                  </a:lnTo>
                  <a:lnTo>
                    <a:pt x="349" y="234"/>
                  </a:lnTo>
                  <a:lnTo>
                    <a:pt x="347" y="233"/>
                  </a:lnTo>
                  <a:lnTo>
                    <a:pt x="349" y="229"/>
                  </a:lnTo>
                  <a:lnTo>
                    <a:pt x="349" y="228"/>
                  </a:lnTo>
                  <a:lnTo>
                    <a:pt x="347" y="225"/>
                  </a:lnTo>
                  <a:lnTo>
                    <a:pt x="347" y="221"/>
                  </a:lnTo>
                  <a:lnTo>
                    <a:pt x="347" y="216"/>
                  </a:lnTo>
                  <a:lnTo>
                    <a:pt x="350" y="216"/>
                  </a:lnTo>
                  <a:lnTo>
                    <a:pt x="351" y="216"/>
                  </a:lnTo>
                  <a:lnTo>
                    <a:pt x="351" y="217"/>
                  </a:lnTo>
                  <a:lnTo>
                    <a:pt x="351" y="218"/>
                  </a:lnTo>
                  <a:lnTo>
                    <a:pt x="354" y="217"/>
                  </a:lnTo>
                  <a:lnTo>
                    <a:pt x="358" y="217"/>
                  </a:lnTo>
                  <a:lnTo>
                    <a:pt x="361" y="216"/>
                  </a:lnTo>
                  <a:lnTo>
                    <a:pt x="362" y="216"/>
                  </a:lnTo>
                  <a:lnTo>
                    <a:pt x="365" y="217"/>
                  </a:lnTo>
                  <a:lnTo>
                    <a:pt x="366" y="216"/>
                  </a:lnTo>
                  <a:lnTo>
                    <a:pt x="369" y="216"/>
                  </a:lnTo>
                  <a:lnTo>
                    <a:pt x="376" y="218"/>
                  </a:lnTo>
                  <a:lnTo>
                    <a:pt x="379" y="218"/>
                  </a:lnTo>
                  <a:lnTo>
                    <a:pt x="382" y="220"/>
                  </a:lnTo>
                  <a:lnTo>
                    <a:pt x="383" y="221"/>
                  </a:lnTo>
                  <a:lnTo>
                    <a:pt x="380" y="222"/>
                  </a:lnTo>
                  <a:lnTo>
                    <a:pt x="382" y="225"/>
                  </a:lnTo>
                  <a:lnTo>
                    <a:pt x="382" y="228"/>
                  </a:lnTo>
                  <a:lnTo>
                    <a:pt x="383" y="229"/>
                  </a:lnTo>
                  <a:lnTo>
                    <a:pt x="383" y="233"/>
                  </a:lnTo>
                  <a:lnTo>
                    <a:pt x="384" y="237"/>
                  </a:lnTo>
                  <a:lnTo>
                    <a:pt x="384" y="243"/>
                  </a:lnTo>
                  <a:lnTo>
                    <a:pt x="386" y="245"/>
                  </a:lnTo>
                  <a:lnTo>
                    <a:pt x="384" y="247"/>
                  </a:lnTo>
                  <a:lnTo>
                    <a:pt x="386" y="249"/>
                  </a:lnTo>
                  <a:lnTo>
                    <a:pt x="386" y="251"/>
                  </a:lnTo>
                  <a:lnTo>
                    <a:pt x="383" y="251"/>
                  </a:lnTo>
                  <a:lnTo>
                    <a:pt x="384" y="254"/>
                  </a:lnTo>
                  <a:lnTo>
                    <a:pt x="387" y="257"/>
                  </a:lnTo>
                  <a:lnTo>
                    <a:pt x="388" y="261"/>
                  </a:lnTo>
                  <a:lnTo>
                    <a:pt x="391" y="261"/>
                  </a:lnTo>
                  <a:lnTo>
                    <a:pt x="391" y="262"/>
                  </a:lnTo>
                  <a:lnTo>
                    <a:pt x="394" y="261"/>
                  </a:lnTo>
                  <a:lnTo>
                    <a:pt x="395" y="262"/>
                  </a:lnTo>
                  <a:lnTo>
                    <a:pt x="395" y="266"/>
                  </a:lnTo>
                  <a:lnTo>
                    <a:pt x="399" y="268"/>
                  </a:lnTo>
                  <a:lnTo>
                    <a:pt x="400" y="271"/>
                  </a:lnTo>
                  <a:lnTo>
                    <a:pt x="400" y="278"/>
                  </a:lnTo>
                  <a:lnTo>
                    <a:pt x="403" y="280"/>
                  </a:lnTo>
                  <a:lnTo>
                    <a:pt x="403" y="282"/>
                  </a:lnTo>
                  <a:lnTo>
                    <a:pt x="401" y="283"/>
                  </a:lnTo>
                  <a:lnTo>
                    <a:pt x="404" y="286"/>
                  </a:lnTo>
                  <a:lnTo>
                    <a:pt x="404" y="290"/>
                  </a:lnTo>
                  <a:lnTo>
                    <a:pt x="408" y="295"/>
                  </a:lnTo>
                  <a:lnTo>
                    <a:pt x="407" y="297"/>
                  </a:lnTo>
                  <a:lnTo>
                    <a:pt x="408" y="300"/>
                  </a:lnTo>
                  <a:lnTo>
                    <a:pt x="411" y="303"/>
                  </a:lnTo>
                  <a:lnTo>
                    <a:pt x="409" y="304"/>
                  </a:lnTo>
                  <a:lnTo>
                    <a:pt x="411" y="305"/>
                  </a:lnTo>
                  <a:lnTo>
                    <a:pt x="412" y="311"/>
                  </a:lnTo>
                  <a:lnTo>
                    <a:pt x="417" y="317"/>
                  </a:lnTo>
                  <a:lnTo>
                    <a:pt x="421" y="318"/>
                  </a:lnTo>
                  <a:lnTo>
                    <a:pt x="423" y="320"/>
                  </a:lnTo>
                  <a:lnTo>
                    <a:pt x="424" y="320"/>
                  </a:lnTo>
                  <a:lnTo>
                    <a:pt x="428" y="324"/>
                  </a:lnTo>
                  <a:lnTo>
                    <a:pt x="428" y="325"/>
                  </a:lnTo>
                  <a:lnTo>
                    <a:pt x="426" y="325"/>
                  </a:lnTo>
                  <a:lnTo>
                    <a:pt x="426" y="328"/>
                  </a:lnTo>
                  <a:lnTo>
                    <a:pt x="425" y="330"/>
                  </a:lnTo>
                  <a:lnTo>
                    <a:pt x="428" y="336"/>
                  </a:lnTo>
                  <a:lnTo>
                    <a:pt x="430" y="338"/>
                  </a:lnTo>
                  <a:lnTo>
                    <a:pt x="430" y="342"/>
                  </a:lnTo>
                  <a:lnTo>
                    <a:pt x="428" y="343"/>
                  </a:lnTo>
                  <a:lnTo>
                    <a:pt x="428" y="345"/>
                  </a:lnTo>
                  <a:lnTo>
                    <a:pt x="426" y="346"/>
                  </a:lnTo>
                  <a:lnTo>
                    <a:pt x="428" y="349"/>
                  </a:lnTo>
                  <a:lnTo>
                    <a:pt x="428" y="353"/>
                  </a:lnTo>
                  <a:lnTo>
                    <a:pt x="425" y="354"/>
                  </a:lnTo>
                  <a:lnTo>
                    <a:pt x="425" y="355"/>
                  </a:lnTo>
                  <a:lnTo>
                    <a:pt x="428" y="355"/>
                  </a:lnTo>
                  <a:lnTo>
                    <a:pt x="428" y="357"/>
                  </a:lnTo>
                  <a:lnTo>
                    <a:pt x="425" y="358"/>
                  </a:lnTo>
                  <a:lnTo>
                    <a:pt x="425" y="363"/>
                  </a:lnTo>
                  <a:lnTo>
                    <a:pt x="424" y="365"/>
                  </a:lnTo>
                  <a:lnTo>
                    <a:pt x="421" y="363"/>
                  </a:lnTo>
                  <a:lnTo>
                    <a:pt x="421" y="365"/>
                  </a:lnTo>
                  <a:lnTo>
                    <a:pt x="423" y="367"/>
                  </a:lnTo>
                  <a:lnTo>
                    <a:pt x="424" y="370"/>
                  </a:lnTo>
                  <a:lnTo>
                    <a:pt x="421" y="370"/>
                  </a:lnTo>
                  <a:lnTo>
                    <a:pt x="419" y="372"/>
                  </a:lnTo>
                  <a:lnTo>
                    <a:pt x="415" y="372"/>
                  </a:lnTo>
                  <a:lnTo>
                    <a:pt x="412" y="371"/>
                  </a:lnTo>
                  <a:lnTo>
                    <a:pt x="416" y="368"/>
                  </a:lnTo>
                  <a:lnTo>
                    <a:pt x="416" y="367"/>
                  </a:lnTo>
                  <a:lnTo>
                    <a:pt x="413" y="367"/>
                  </a:lnTo>
                  <a:lnTo>
                    <a:pt x="413" y="368"/>
                  </a:lnTo>
                  <a:lnTo>
                    <a:pt x="411" y="368"/>
                  </a:lnTo>
                  <a:lnTo>
                    <a:pt x="405" y="366"/>
                  </a:lnTo>
                  <a:lnTo>
                    <a:pt x="405" y="367"/>
                  </a:lnTo>
                  <a:lnTo>
                    <a:pt x="397" y="368"/>
                  </a:lnTo>
                  <a:lnTo>
                    <a:pt x="395" y="368"/>
                  </a:lnTo>
                  <a:lnTo>
                    <a:pt x="392" y="371"/>
                  </a:lnTo>
                  <a:lnTo>
                    <a:pt x="395" y="372"/>
                  </a:lnTo>
                  <a:lnTo>
                    <a:pt x="395" y="372"/>
                  </a:lnTo>
                  <a:lnTo>
                    <a:pt x="396" y="371"/>
                  </a:lnTo>
                  <a:lnTo>
                    <a:pt x="400" y="370"/>
                  </a:lnTo>
                  <a:lnTo>
                    <a:pt x="401" y="372"/>
                  </a:lnTo>
                  <a:lnTo>
                    <a:pt x="404" y="375"/>
                  </a:lnTo>
                  <a:lnTo>
                    <a:pt x="413" y="376"/>
                  </a:lnTo>
                  <a:lnTo>
                    <a:pt x="417" y="378"/>
                  </a:lnTo>
                  <a:lnTo>
                    <a:pt x="421" y="376"/>
                  </a:lnTo>
                  <a:lnTo>
                    <a:pt x="425" y="376"/>
                  </a:lnTo>
                  <a:lnTo>
                    <a:pt x="426" y="378"/>
                  </a:lnTo>
                  <a:lnTo>
                    <a:pt x="430" y="379"/>
                  </a:lnTo>
                  <a:lnTo>
                    <a:pt x="434" y="378"/>
                  </a:lnTo>
                  <a:lnTo>
                    <a:pt x="434" y="375"/>
                  </a:lnTo>
                  <a:lnTo>
                    <a:pt x="433" y="372"/>
                  </a:lnTo>
                  <a:lnTo>
                    <a:pt x="433" y="370"/>
                  </a:lnTo>
                  <a:lnTo>
                    <a:pt x="434" y="368"/>
                  </a:lnTo>
                  <a:lnTo>
                    <a:pt x="437" y="367"/>
                  </a:lnTo>
                  <a:lnTo>
                    <a:pt x="437" y="366"/>
                  </a:lnTo>
                  <a:lnTo>
                    <a:pt x="440" y="362"/>
                  </a:lnTo>
                  <a:lnTo>
                    <a:pt x="441" y="359"/>
                  </a:lnTo>
                  <a:lnTo>
                    <a:pt x="442" y="354"/>
                  </a:lnTo>
                  <a:lnTo>
                    <a:pt x="441" y="351"/>
                  </a:lnTo>
                  <a:lnTo>
                    <a:pt x="441" y="347"/>
                  </a:lnTo>
                  <a:lnTo>
                    <a:pt x="445" y="341"/>
                  </a:lnTo>
                  <a:lnTo>
                    <a:pt x="445" y="338"/>
                  </a:lnTo>
                  <a:lnTo>
                    <a:pt x="441" y="329"/>
                  </a:lnTo>
                  <a:lnTo>
                    <a:pt x="437" y="326"/>
                  </a:lnTo>
                  <a:lnTo>
                    <a:pt x="436" y="325"/>
                  </a:lnTo>
                  <a:lnTo>
                    <a:pt x="434" y="318"/>
                  </a:lnTo>
                  <a:lnTo>
                    <a:pt x="438" y="315"/>
                  </a:lnTo>
                  <a:lnTo>
                    <a:pt x="441" y="312"/>
                  </a:lnTo>
                  <a:lnTo>
                    <a:pt x="444" y="312"/>
                  </a:lnTo>
                  <a:lnTo>
                    <a:pt x="449" y="307"/>
                  </a:lnTo>
                  <a:lnTo>
                    <a:pt x="451" y="307"/>
                  </a:lnTo>
                  <a:lnTo>
                    <a:pt x="455" y="311"/>
                  </a:lnTo>
                  <a:lnTo>
                    <a:pt x="455" y="313"/>
                  </a:lnTo>
                  <a:lnTo>
                    <a:pt x="459" y="316"/>
                  </a:lnTo>
                  <a:lnTo>
                    <a:pt x="461" y="317"/>
                  </a:lnTo>
                  <a:lnTo>
                    <a:pt x="461" y="317"/>
                  </a:lnTo>
                  <a:lnTo>
                    <a:pt x="465" y="321"/>
                  </a:lnTo>
                  <a:lnTo>
                    <a:pt x="463" y="324"/>
                  </a:lnTo>
                  <a:lnTo>
                    <a:pt x="466" y="325"/>
                  </a:lnTo>
                  <a:lnTo>
                    <a:pt x="466" y="328"/>
                  </a:lnTo>
                  <a:lnTo>
                    <a:pt x="469" y="330"/>
                  </a:lnTo>
                  <a:lnTo>
                    <a:pt x="469" y="334"/>
                  </a:lnTo>
                  <a:lnTo>
                    <a:pt x="469" y="334"/>
                  </a:lnTo>
                  <a:lnTo>
                    <a:pt x="470" y="337"/>
                  </a:lnTo>
                  <a:lnTo>
                    <a:pt x="473" y="338"/>
                  </a:lnTo>
                  <a:lnTo>
                    <a:pt x="475" y="340"/>
                  </a:lnTo>
                  <a:lnTo>
                    <a:pt x="479" y="340"/>
                  </a:lnTo>
                  <a:lnTo>
                    <a:pt x="480" y="338"/>
                  </a:lnTo>
                  <a:lnTo>
                    <a:pt x="484" y="338"/>
                  </a:lnTo>
                  <a:lnTo>
                    <a:pt x="486" y="337"/>
                  </a:lnTo>
                  <a:lnTo>
                    <a:pt x="487" y="336"/>
                  </a:lnTo>
                  <a:lnTo>
                    <a:pt x="486" y="336"/>
                  </a:lnTo>
                  <a:lnTo>
                    <a:pt x="483" y="336"/>
                  </a:lnTo>
                  <a:lnTo>
                    <a:pt x="482" y="334"/>
                  </a:lnTo>
                  <a:lnTo>
                    <a:pt x="480" y="337"/>
                  </a:lnTo>
                  <a:lnTo>
                    <a:pt x="477" y="337"/>
                  </a:lnTo>
                  <a:lnTo>
                    <a:pt x="475" y="336"/>
                  </a:lnTo>
                  <a:lnTo>
                    <a:pt x="473" y="336"/>
                  </a:lnTo>
                  <a:lnTo>
                    <a:pt x="471" y="333"/>
                  </a:lnTo>
                  <a:lnTo>
                    <a:pt x="473" y="332"/>
                  </a:lnTo>
                  <a:lnTo>
                    <a:pt x="470" y="330"/>
                  </a:lnTo>
                  <a:lnTo>
                    <a:pt x="469" y="326"/>
                  </a:lnTo>
                  <a:lnTo>
                    <a:pt x="469" y="322"/>
                  </a:lnTo>
                  <a:lnTo>
                    <a:pt x="471" y="322"/>
                  </a:lnTo>
                  <a:lnTo>
                    <a:pt x="474" y="321"/>
                  </a:lnTo>
                  <a:lnTo>
                    <a:pt x="471" y="320"/>
                  </a:lnTo>
                  <a:lnTo>
                    <a:pt x="471" y="317"/>
                  </a:lnTo>
                  <a:lnTo>
                    <a:pt x="470" y="317"/>
                  </a:lnTo>
                  <a:lnTo>
                    <a:pt x="470" y="315"/>
                  </a:lnTo>
                  <a:lnTo>
                    <a:pt x="466" y="313"/>
                  </a:lnTo>
                  <a:lnTo>
                    <a:pt x="466" y="311"/>
                  </a:lnTo>
                  <a:lnTo>
                    <a:pt x="463" y="308"/>
                  </a:lnTo>
                  <a:lnTo>
                    <a:pt x="459" y="308"/>
                  </a:lnTo>
                  <a:lnTo>
                    <a:pt x="453" y="305"/>
                  </a:lnTo>
                  <a:lnTo>
                    <a:pt x="451" y="303"/>
                  </a:lnTo>
                  <a:lnTo>
                    <a:pt x="449" y="304"/>
                  </a:lnTo>
                  <a:lnTo>
                    <a:pt x="445" y="301"/>
                  </a:lnTo>
                  <a:lnTo>
                    <a:pt x="444" y="301"/>
                  </a:lnTo>
                  <a:lnTo>
                    <a:pt x="440" y="301"/>
                  </a:lnTo>
                  <a:lnTo>
                    <a:pt x="437" y="304"/>
                  </a:lnTo>
                  <a:lnTo>
                    <a:pt x="437" y="307"/>
                  </a:lnTo>
                  <a:lnTo>
                    <a:pt x="434" y="308"/>
                  </a:lnTo>
                  <a:lnTo>
                    <a:pt x="430" y="307"/>
                  </a:lnTo>
                  <a:lnTo>
                    <a:pt x="428" y="309"/>
                  </a:lnTo>
                  <a:lnTo>
                    <a:pt x="424" y="308"/>
                  </a:lnTo>
                  <a:lnTo>
                    <a:pt x="423" y="307"/>
                  </a:lnTo>
                  <a:lnTo>
                    <a:pt x="423" y="304"/>
                  </a:lnTo>
                  <a:lnTo>
                    <a:pt x="423" y="301"/>
                  </a:lnTo>
                  <a:lnTo>
                    <a:pt x="419" y="296"/>
                  </a:lnTo>
                  <a:lnTo>
                    <a:pt x="417" y="293"/>
                  </a:lnTo>
                  <a:lnTo>
                    <a:pt x="417" y="288"/>
                  </a:lnTo>
                  <a:lnTo>
                    <a:pt x="415" y="284"/>
                  </a:lnTo>
                  <a:lnTo>
                    <a:pt x="415" y="282"/>
                  </a:lnTo>
                  <a:lnTo>
                    <a:pt x="416" y="274"/>
                  </a:lnTo>
                  <a:lnTo>
                    <a:pt x="413" y="268"/>
                  </a:lnTo>
                  <a:lnTo>
                    <a:pt x="411" y="266"/>
                  </a:lnTo>
                  <a:lnTo>
                    <a:pt x="408" y="266"/>
                  </a:lnTo>
                  <a:lnTo>
                    <a:pt x="407" y="263"/>
                  </a:lnTo>
                  <a:lnTo>
                    <a:pt x="401" y="258"/>
                  </a:lnTo>
                  <a:lnTo>
                    <a:pt x="397" y="255"/>
                  </a:lnTo>
                  <a:lnTo>
                    <a:pt x="396" y="253"/>
                  </a:lnTo>
                  <a:lnTo>
                    <a:pt x="399" y="247"/>
                  </a:lnTo>
                  <a:lnTo>
                    <a:pt x="397" y="245"/>
                  </a:lnTo>
                  <a:lnTo>
                    <a:pt x="396" y="242"/>
                  </a:lnTo>
                  <a:lnTo>
                    <a:pt x="396" y="241"/>
                  </a:lnTo>
                  <a:lnTo>
                    <a:pt x="399" y="238"/>
                  </a:lnTo>
                  <a:lnTo>
                    <a:pt x="403" y="234"/>
                  </a:lnTo>
                  <a:lnTo>
                    <a:pt x="404" y="229"/>
                  </a:lnTo>
                  <a:lnTo>
                    <a:pt x="401" y="222"/>
                  </a:lnTo>
                  <a:lnTo>
                    <a:pt x="397" y="213"/>
                  </a:lnTo>
                  <a:lnTo>
                    <a:pt x="399" y="212"/>
                  </a:lnTo>
                  <a:lnTo>
                    <a:pt x="401" y="215"/>
                  </a:lnTo>
                  <a:lnTo>
                    <a:pt x="403" y="217"/>
                  </a:lnTo>
                  <a:lnTo>
                    <a:pt x="404" y="218"/>
                  </a:lnTo>
                  <a:lnTo>
                    <a:pt x="405" y="220"/>
                  </a:lnTo>
                  <a:lnTo>
                    <a:pt x="405" y="224"/>
                  </a:lnTo>
                  <a:lnTo>
                    <a:pt x="408" y="225"/>
                  </a:lnTo>
                  <a:lnTo>
                    <a:pt x="408" y="230"/>
                  </a:lnTo>
                  <a:lnTo>
                    <a:pt x="409" y="234"/>
                  </a:lnTo>
                  <a:lnTo>
                    <a:pt x="408" y="237"/>
                  </a:lnTo>
                  <a:lnTo>
                    <a:pt x="409" y="240"/>
                  </a:lnTo>
                  <a:lnTo>
                    <a:pt x="413" y="242"/>
                  </a:lnTo>
                  <a:lnTo>
                    <a:pt x="413" y="245"/>
                  </a:lnTo>
                  <a:lnTo>
                    <a:pt x="416" y="246"/>
                  </a:lnTo>
                  <a:lnTo>
                    <a:pt x="416" y="249"/>
                  </a:lnTo>
                  <a:lnTo>
                    <a:pt x="413" y="250"/>
                  </a:lnTo>
                  <a:lnTo>
                    <a:pt x="415" y="251"/>
                  </a:lnTo>
                  <a:lnTo>
                    <a:pt x="417" y="251"/>
                  </a:lnTo>
                  <a:lnTo>
                    <a:pt x="421" y="253"/>
                  </a:lnTo>
                  <a:lnTo>
                    <a:pt x="425" y="253"/>
                  </a:lnTo>
                  <a:lnTo>
                    <a:pt x="428" y="251"/>
                  </a:lnTo>
                  <a:lnTo>
                    <a:pt x="429" y="254"/>
                  </a:lnTo>
                  <a:lnTo>
                    <a:pt x="430" y="255"/>
                  </a:lnTo>
                  <a:lnTo>
                    <a:pt x="432" y="253"/>
                  </a:lnTo>
                  <a:lnTo>
                    <a:pt x="436" y="253"/>
                  </a:lnTo>
                  <a:lnTo>
                    <a:pt x="437" y="251"/>
                  </a:lnTo>
                  <a:lnTo>
                    <a:pt x="440" y="251"/>
                  </a:lnTo>
                  <a:lnTo>
                    <a:pt x="442" y="255"/>
                  </a:lnTo>
                  <a:lnTo>
                    <a:pt x="445" y="255"/>
                  </a:lnTo>
                  <a:lnTo>
                    <a:pt x="448" y="258"/>
                  </a:lnTo>
                  <a:lnTo>
                    <a:pt x="453" y="257"/>
                  </a:lnTo>
                  <a:lnTo>
                    <a:pt x="454" y="254"/>
                  </a:lnTo>
                  <a:lnTo>
                    <a:pt x="453" y="255"/>
                  </a:lnTo>
                  <a:lnTo>
                    <a:pt x="448" y="255"/>
                  </a:lnTo>
                  <a:lnTo>
                    <a:pt x="448" y="253"/>
                  </a:lnTo>
                  <a:lnTo>
                    <a:pt x="445" y="253"/>
                  </a:lnTo>
                  <a:lnTo>
                    <a:pt x="444" y="249"/>
                  </a:lnTo>
                  <a:lnTo>
                    <a:pt x="440" y="249"/>
                  </a:lnTo>
                  <a:lnTo>
                    <a:pt x="440" y="247"/>
                  </a:lnTo>
                  <a:lnTo>
                    <a:pt x="438" y="247"/>
                  </a:lnTo>
                  <a:lnTo>
                    <a:pt x="437" y="249"/>
                  </a:lnTo>
                  <a:lnTo>
                    <a:pt x="432" y="249"/>
                  </a:lnTo>
                  <a:lnTo>
                    <a:pt x="429" y="246"/>
                  </a:lnTo>
                  <a:lnTo>
                    <a:pt x="425" y="246"/>
                  </a:lnTo>
                  <a:lnTo>
                    <a:pt x="421" y="242"/>
                  </a:lnTo>
                  <a:lnTo>
                    <a:pt x="420" y="240"/>
                  </a:lnTo>
                  <a:lnTo>
                    <a:pt x="419" y="240"/>
                  </a:lnTo>
                  <a:lnTo>
                    <a:pt x="415" y="234"/>
                  </a:lnTo>
                  <a:lnTo>
                    <a:pt x="417" y="233"/>
                  </a:lnTo>
                  <a:lnTo>
                    <a:pt x="419" y="232"/>
                  </a:lnTo>
                  <a:lnTo>
                    <a:pt x="421" y="230"/>
                  </a:lnTo>
                  <a:lnTo>
                    <a:pt x="423" y="230"/>
                  </a:lnTo>
                  <a:lnTo>
                    <a:pt x="426" y="233"/>
                  </a:lnTo>
                  <a:lnTo>
                    <a:pt x="432" y="236"/>
                  </a:lnTo>
                  <a:lnTo>
                    <a:pt x="434" y="236"/>
                  </a:lnTo>
                  <a:lnTo>
                    <a:pt x="437" y="230"/>
                  </a:lnTo>
                  <a:lnTo>
                    <a:pt x="436" y="226"/>
                  </a:lnTo>
                  <a:lnTo>
                    <a:pt x="430" y="225"/>
                  </a:lnTo>
                  <a:lnTo>
                    <a:pt x="426" y="228"/>
                  </a:lnTo>
                  <a:lnTo>
                    <a:pt x="425" y="225"/>
                  </a:lnTo>
                  <a:lnTo>
                    <a:pt x="426" y="224"/>
                  </a:lnTo>
                  <a:lnTo>
                    <a:pt x="428" y="225"/>
                  </a:lnTo>
                  <a:lnTo>
                    <a:pt x="429" y="224"/>
                  </a:lnTo>
                  <a:lnTo>
                    <a:pt x="429" y="221"/>
                  </a:lnTo>
                  <a:lnTo>
                    <a:pt x="432" y="217"/>
                  </a:lnTo>
                  <a:lnTo>
                    <a:pt x="434" y="216"/>
                  </a:lnTo>
                  <a:lnTo>
                    <a:pt x="437" y="216"/>
                  </a:lnTo>
                  <a:lnTo>
                    <a:pt x="445" y="216"/>
                  </a:lnTo>
                  <a:lnTo>
                    <a:pt x="448" y="220"/>
                  </a:lnTo>
                  <a:lnTo>
                    <a:pt x="451" y="221"/>
                  </a:lnTo>
                  <a:lnTo>
                    <a:pt x="458" y="222"/>
                  </a:lnTo>
                  <a:lnTo>
                    <a:pt x="458" y="225"/>
                  </a:lnTo>
                  <a:lnTo>
                    <a:pt x="461" y="226"/>
                  </a:lnTo>
                  <a:lnTo>
                    <a:pt x="466" y="230"/>
                  </a:lnTo>
                  <a:lnTo>
                    <a:pt x="470" y="232"/>
                  </a:lnTo>
                  <a:lnTo>
                    <a:pt x="475" y="230"/>
                  </a:lnTo>
                  <a:lnTo>
                    <a:pt x="480" y="228"/>
                  </a:lnTo>
                  <a:lnTo>
                    <a:pt x="483" y="229"/>
                  </a:lnTo>
                  <a:lnTo>
                    <a:pt x="483" y="229"/>
                  </a:lnTo>
                  <a:lnTo>
                    <a:pt x="486" y="229"/>
                  </a:lnTo>
                  <a:lnTo>
                    <a:pt x="486" y="233"/>
                  </a:lnTo>
                  <a:lnTo>
                    <a:pt x="486" y="236"/>
                  </a:lnTo>
                  <a:lnTo>
                    <a:pt x="486" y="237"/>
                  </a:lnTo>
                  <a:lnTo>
                    <a:pt x="483" y="240"/>
                  </a:lnTo>
                  <a:lnTo>
                    <a:pt x="482" y="242"/>
                  </a:lnTo>
                  <a:lnTo>
                    <a:pt x="484" y="245"/>
                  </a:lnTo>
                  <a:lnTo>
                    <a:pt x="484" y="249"/>
                  </a:lnTo>
                  <a:lnTo>
                    <a:pt x="488" y="253"/>
                  </a:lnTo>
                  <a:lnTo>
                    <a:pt x="488" y="255"/>
                  </a:lnTo>
                  <a:lnTo>
                    <a:pt x="487" y="257"/>
                  </a:lnTo>
                  <a:lnTo>
                    <a:pt x="487" y="265"/>
                  </a:lnTo>
                  <a:lnTo>
                    <a:pt x="490" y="265"/>
                  </a:lnTo>
                  <a:lnTo>
                    <a:pt x="490" y="262"/>
                  </a:lnTo>
                  <a:lnTo>
                    <a:pt x="490" y="261"/>
                  </a:lnTo>
                  <a:lnTo>
                    <a:pt x="491" y="258"/>
                  </a:lnTo>
                  <a:lnTo>
                    <a:pt x="490" y="255"/>
                  </a:lnTo>
                  <a:lnTo>
                    <a:pt x="492" y="254"/>
                  </a:lnTo>
                  <a:lnTo>
                    <a:pt x="494" y="251"/>
                  </a:lnTo>
                  <a:lnTo>
                    <a:pt x="495" y="253"/>
                  </a:lnTo>
                  <a:lnTo>
                    <a:pt x="496" y="257"/>
                  </a:lnTo>
                  <a:lnTo>
                    <a:pt x="498" y="262"/>
                  </a:lnTo>
                  <a:lnTo>
                    <a:pt x="498" y="263"/>
                  </a:lnTo>
                  <a:lnTo>
                    <a:pt x="496" y="265"/>
                  </a:lnTo>
                  <a:lnTo>
                    <a:pt x="496" y="267"/>
                  </a:lnTo>
                  <a:lnTo>
                    <a:pt x="495" y="268"/>
                  </a:lnTo>
                  <a:lnTo>
                    <a:pt x="499" y="271"/>
                  </a:lnTo>
                  <a:lnTo>
                    <a:pt x="503" y="271"/>
                  </a:lnTo>
                  <a:lnTo>
                    <a:pt x="507" y="272"/>
                  </a:lnTo>
                  <a:lnTo>
                    <a:pt x="509" y="275"/>
                  </a:lnTo>
                  <a:lnTo>
                    <a:pt x="508" y="278"/>
                  </a:lnTo>
                  <a:lnTo>
                    <a:pt x="511" y="279"/>
                  </a:lnTo>
                  <a:lnTo>
                    <a:pt x="516" y="279"/>
                  </a:lnTo>
                  <a:lnTo>
                    <a:pt x="521" y="284"/>
                  </a:lnTo>
                  <a:lnTo>
                    <a:pt x="520" y="283"/>
                  </a:lnTo>
                  <a:lnTo>
                    <a:pt x="520" y="279"/>
                  </a:lnTo>
                  <a:lnTo>
                    <a:pt x="524" y="275"/>
                  </a:lnTo>
                  <a:lnTo>
                    <a:pt x="527" y="275"/>
                  </a:lnTo>
                  <a:lnTo>
                    <a:pt x="532" y="279"/>
                  </a:lnTo>
                  <a:lnTo>
                    <a:pt x="536" y="279"/>
                  </a:lnTo>
                  <a:lnTo>
                    <a:pt x="537" y="282"/>
                  </a:lnTo>
                  <a:lnTo>
                    <a:pt x="538" y="287"/>
                  </a:lnTo>
                  <a:lnTo>
                    <a:pt x="538" y="282"/>
                  </a:lnTo>
                  <a:lnTo>
                    <a:pt x="537" y="279"/>
                  </a:lnTo>
                  <a:lnTo>
                    <a:pt x="534" y="279"/>
                  </a:lnTo>
                  <a:lnTo>
                    <a:pt x="530" y="278"/>
                  </a:lnTo>
                  <a:lnTo>
                    <a:pt x="527" y="274"/>
                  </a:lnTo>
                  <a:lnTo>
                    <a:pt x="523" y="275"/>
                  </a:lnTo>
                  <a:lnTo>
                    <a:pt x="519" y="278"/>
                  </a:lnTo>
                  <a:lnTo>
                    <a:pt x="517" y="278"/>
                  </a:lnTo>
                  <a:lnTo>
                    <a:pt x="516" y="278"/>
                  </a:lnTo>
                  <a:lnTo>
                    <a:pt x="512" y="276"/>
                  </a:lnTo>
                  <a:lnTo>
                    <a:pt x="508" y="271"/>
                  </a:lnTo>
                  <a:lnTo>
                    <a:pt x="505" y="270"/>
                  </a:lnTo>
                  <a:lnTo>
                    <a:pt x="502" y="270"/>
                  </a:lnTo>
                  <a:lnTo>
                    <a:pt x="499" y="266"/>
                  </a:lnTo>
                  <a:lnTo>
                    <a:pt x="502" y="267"/>
                  </a:lnTo>
                  <a:lnTo>
                    <a:pt x="503" y="266"/>
                  </a:lnTo>
                  <a:lnTo>
                    <a:pt x="505" y="261"/>
                  </a:lnTo>
                  <a:lnTo>
                    <a:pt x="504" y="259"/>
                  </a:lnTo>
                  <a:lnTo>
                    <a:pt x="502" y="255"/>
                  </a:lnTo>
                  <a:lnTo>
                    <a:pt x="500" y="250"/>
                  </a:lnTo>
                  <a:lnTo>
                    <a:pt x="496" y="245"/>
                  </a:lnTo>
                  <a:lnTo>
                    <a:pt x="494" y="243"/>
                  </a:lnTo>
                  <a:lnTo>
                    <a:pt x="491" y="241"/>
                  </a:lnTo>
                  <a:lnTo>
                    <a:pt x="492" y="238"/>
                  </a:lnTo>
                  <a:lnTo>
                    <a:pt x="491" y="236"/>
                  </a:lnTo>
                  <a:lnTo>
                    <a:pt x="491" y="229"/>
                  </a:lnTo>
                  <a:lnTo>
                    <a:pt x="488" y="226"/>
                  </a:lnTo>
                  <a:lnTo>
                    <a:pt x="487" y="226"/>
                  </a:lnTo>
                  <a:lnTo>
                    <a:pt x="482" y="224"/>
                  </a:lnTo>
                  <a:lnTo>
                    <a:pt x="477" y="224"/>
                  </a:lnTo>
                  <a:lnTo>
                    <a:pt x="474" y="220"/>
                  </a:lnTo>
                  <a:lnTo>
                    <a:pt x="471" y="218"/>
                  </a:lnTo>
                  <a:lnTo>
                    <a:pt x="471" y="215"/>
                  </a:lnTo>
                  <a:lnTo>
                    <a:pt x="470" y="213"/>
                  </a:lnTo>
                  <a:lnTo>
                    <a:pt x="470" y="212"/>
                  </a:lnTo>
                  <a:lnTo>
                    <a:pt x="467" y="213"/>
                  </a:lnTo>
                  <a:lnTo>
                    <a:pt x="458" y="213"/>
                  </a:lnTo>
                  <a:lnTo>
                    <a:pt x="455" y="213"/>
                  </a:lnTo>
                  <a:lnTo>
                    <a:pt x="453" y="211"/>
                  </a:lnTo>
                  <a:lnTo>
                    <a:pt x="451" y="208"/>
                  </a:lnTo>
                  <a:lnTo>
                    <a:pt x="451" y="208"/>
                  </a:lnTo>
                  <a:lnTo>
                    <a:pt x="450" y="205"/>
                  </a:lnTo>
                  <a:lnTo>
                    <a:pt x="450" y="201"/>
                  </a:lnTo>
                  <a:lnTo>
                    <a:pt x="448" y="196"/>
                  </a:lnTo>
                  <a:lnTo>
                    <a:pt x="444" y="193"/>
                  </a:lnTo>
                  <a:lnTo>
                    <a:pt x="444" y="192"/>
                  </a:lnTo>
                  <a:lnTo>
                    <a:pt x="444" y="191"/>
                  </a:lnTo>
                  <a:lnTo>
                    <a:pt x="441" y="190"/>
                  </a:lnTo>
                  <a:lnTo>
                    <a:pt x="440" y="188"/>
                  </a:lnTo>
                  <a:lnTo>
                    <a:pt x="441" y="186"/>
                  </a:lnTo>
                  <a:lnTo>
                    <a:pt x="441" y="183"/>
                  </a:lnTo>
                  <a:lnTo>
                    <a:pt x="438" y="182"/>
                  </a:lnTo>
                  <a:lnTo>
                    <a:pt x="440" y="180"/>
                  </a:lnTo>
                  <a:lnTo>
                    <a:pt x="444" y="180"/>
                  </a:lnTo>
                  <a:lnTo>
                    <a:pt x="446" y="176"/>
                  </a:lnTo>
                  <a:lnTo>
                    <a:pt x="449" y="176"/>
                  </a:lnTo>
                  <a:lnTo>
                    <a:pt x="455" y="175"/>
                  </a:lnTo>
                  <a:lnTo>
                    <a:pt x="465" y="172"/>
                  </a:lnTo>
                  <a:lnTo>
                    <a:pt x="467" y="170"/>
                  </a:lnTo>
                  <a:lnTo>
                    <a:pt x="471" y="168"/>
                  </a:lnTo>
                  <a:lnTo>
                    <a:pt x="473" y="170"/>
                  </a:lnTo>
                  <a:lnTo>
                    <a:pt x="477" y="168"/>
                  </a:lnTo>
                  <a:lnTo>
                    <a:pt x="478" y="166"/>
                  </a:lnTo>
                  <a:lnTo>
                    <a:pt x="482" y="165"/>
                  </a:lnTo>
                  <a:lnTo>
                    <a:pt x="490" y="161"/>
                  </a:lnTo>
                  <a:lnTo>
                    <a:pt x="491" y="162"/>
                  </a:lnTo>
                  <a:lnTo>
                    <a:pt x="490" y="165"/>
                  </a:lnTo>
                  <a:lnTo>
                    <a:pt x="490" y="166"/>
                  </a:lnTo>
                  <a:lnTo>
                    <a:pt x="488" y="167"/>
                  </a:lnTo>
                  <a:lnTo>
                    <a:pt x="486" y="172"/>
                  </a:lnTo>
                  <a:lnTo>
                    <a:pt x="486" y="174"/>
                  </a:lnTo>
                  <a:lnTo>
                    <a:pt x="491" y="178"/>
                  </a:lnTo>
                  <a:lnTo>
                    <a:pt x="495" y="178"/>
                  </a:lnTo>
                  <a:lnTo>
                    <a:pt x="492" y="178"/>
                  </a:lnTo>
                  <a:lnTo>
                    <a:pt x="488" y="172"/>
                  </a:lnTo>
                  <a:lnTo>
                    <a:pt x="488" y="171"/>
                  </a:lnTo>
                  <a:lnTo>
                    <a:pt x="490" y="168"/>
                  </a:lnTo>
                  <a:lnTo>
                    <a:pt x="495" y="166"/>
                  </a:lnTo>
                  <a:lnTo>
                    <a:pt x="496" y="162"/>
                  </a:lnTo>
                  <a:lnTo>
                    <a:pt x="495" y="158"/>
                  </a:lnTo>
                  <a:lnTo>
                    <a:pt x="492" y="158"/>
                  </a:lnTo>
                  <a:lnTo>
                    <a:pt x="488" y="155"/>
                  </a:lnTo>
                  <a:lnTo>
                    <a:pt x="490" y="154"/>
                  </a:lnTo>
                  <a:lnTo>
                    <a:pt x="486" y="154"/>
                  </a:lnTo>
                  <a:lnTo>
                    <a:pt x="484" y="155"/>
                  </a:lnTo>
                  <a:lnTo>
                    <a:pt x="483" y="154"/>
                  </a:lnTo>
                  <a:lnTo>
                    <a:pt x="482" y="150"/>
                  </a:lnTo>
                  <a:lnTo>
                    <a:pt x="478" y="151"/>
                  </a:lnTo>
                  <a:lnTo>
                    <a:pt x="477" y="151"/>
                  </a:lnTo>
                  <a:lnTo>
                    <a:pt x="473" y="149"/>
                  </a:lnTo>
                  <a:lnTo>
                    <a:pt x="474" y="147"/>
                  </a:lnTo>
                  <a:lnTo>
                    <a:pt x="475" y="146"/>
                  </a:lnTo>
                  <a:lnTo>
                    <a:pt x="477" y="145"/>
                  </a:lnTo>
                  <a:lnTo>
                    <a:pt x="478" y="147"/>
                  </a:lnTo>
                  <a:lnTo>
                    <a:pt x="480" y="147"/>
                  </a:lnTo>
                  <a:lnTo>
                    <a:pt x="483" y="146"/>
                  </a:lnTo>
                  <a:lnTo>
                    <a:pt x="483" y="145"/>
                  </a:lnTo>
                  <a:lnTo>
                    <a:pt x="482" y="145"/>
                  </a:lnTo>
                  <a:lnTo>
                    <a:pt x="479" y="146"/>
                  </a:lnTo>
                  <a:lnTo>
                    <a:pt x="477" y="143"/>
                  </a:lnTo>
                  <a:lnTo>
                    <a:pt x="477" y="141"/>
                  </a:lnTo>
                  <a:lnTo>
                    <a:pt x="474" y="141"/>
                  </a:lnTo>
                  <a:lnTo>
                    <a:pt x="470" y="140"/>
                  </a:lnTo>
                  <a:lnTo>
                    <a:pt x="467" y="141"/>
                  </a:lnTo>
                  <a:lnTo>
                    <a:pt x="466" y="138"/>
                  </a:lnTo>
                  <a:lnTo>
                    <a:pt x="467" y="137"/>
                  </a:lnTo>
                  <a:lnTo>
                    <a:pt x="467" y="134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3"/>
                  </a:lnTo>
                  <a:lnTo>
                    <a:pt x="470" y="137"/>
                  </a:lnTo>
                  <a:lnTo>
                    <a:pt x="473" y="136"/>
                  </a:lnTo>
                  <a:lnTo>
                    <a:pt x="475" y="140"/>
                  </a:lnTo>
                  <a:lnTo>
                    <a:pt x="475" y="137"/>
                  </a:lnTo>
                  <a:lnTo>
                    <a:pt x="475" y="136"/>
                  </a:lnTo>
                  <a:lnTo>
                    <a:pt x="478" y="134"/>
                  </a:lnTo>
                  <a:lnTo>
                    <a:pt x="478" y="129"/>
                  </a:lnTo>
                  <a:lnTo>
                    <a:pt x="477" y="128"/>
                  </a:lnTo>
                  <a:lnTo>
                    <a:pt x="477" y="126"/>
                  </a:lnTo>
                  <a:lnTo>
                    <a:pt x="479" y="128"/>
                  </a:lnTo>
                  <a:lnTo>
                    <a:pt x="480" y="125"/>
                  </a:lnTo>
                  <a:lnTo>
                    <a:pt x="475" y="124"/>
                  </a:lnTo>
                  <a:lnTo>
                    <a:pt x="474" y="126"/>
                  </a:lnTo>
                  <a:lnTo>
                    <a:pt x="471" y="126"/>
                  </a:lnTo>
                  <a:lnTo>
                    <a:pt x="471" y="124"/>
                  </a:lnTo>
                  <a:lnTo>
                    <a:pt x="474" y="121"/>
                  </a:lnTo>
                  <a:lnTo>
                    <a:pt x="478" y="121"/>
                  </a:lnTo>
                  <a:lnTo>
                    <a:pt x="480" y="120"/>
                  </a:lnTo>
                  <a:lnTo>
                    <a:pt x="480" y="118"/>
                  </a:lnTo>
                  <a:lnTo>
                    <a:pt x="483" y="116"/>
                  </a:lnTo>
                  <a:lnTo>
                    <a:pt x="483" y="113"/>
                  </a:lnTo>
                  <a:lnTo>
                    <a:pt x="483" y="112"/>
                  </a:lnTo>
                  <a:lnTo>
                    <a:pt x="483" y="112"/>
                  </a:lnTo>
                  <a:lnTo>
                    <a:pt x="486" y="108"/>
                  </a:lnTo>
                  <a:lnTo>
                    <a:pt x="487" y="108"/>
                  </a:lnTo>
                  <a:lnTo>
                    <a:pt x="487" y="109"/>
                  </a:lnTo>
                  <a:lnTo>
                    <a:pt x="488" y="109"/>
                  </a:lnTo>
                  <a:lnTo>
                    <a:pt x="490" y="107"/>
                  </a:lnTo>
                  <a:lnTo>
                    <a:pt x="491" y="107"/>
                  </a:lnTo>
                  <a:lnTo>
                    <a:pt x="490" y="105"/>
                  </a:lnTo>
                  <a:lnTo>
                    <a:pt x="490" y="104"/>
                  </a:lnTo>
                  <a:lnTo>
                    <a:pt x="494" y="103"/>
                  </a:lnTo>
                  <a:lnTo>
                    <a:pt x="495" y="101"/>
                  </a:lnTo>
                  <a:lnTo>
                    <a:pt x="495" y="100"/>
                  </a:lnTo>
                  <a:lnTo>
                    <a:pt x="496" y="100"/>
                  </a:lnTo>
                  <a:lnTo>
                    <a:pt x="499" y="100"/>
                  </a:lnTo>
                  <a:lnTo>
                    <a:pt x="503" y="100"/>
                  </a:lnTo>
                  <a:lnTo>
                    <a:pt x="502" y="97"/>
                  </a:lnTo>
                  <a:lnTo>
                    <a:pt x="502" y="96"/>
                  </a:lnTo>
                  <a:lnTo>
                    <a:pt x="507" y="95"/>
                  </a:lnTo>
                  <a:lnTo>
                    <a:pt x="509" y="93"/>
                  </a:lnTo>
                  <a:lnTo>
                    <a:pt x="511" y="91"/>
                  </a:lnTo>
                  <a:lnTo>
                    <a:pt x="517" y="88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3" y="88"/>
                  </a:lnTo>
                  <a:lnTo>
                    <a:pt x="512" y="87"/>
                  </a:lnTo>
                  <a:lnTo>
                    <a:pt x="509" y="90"/>
                  </a:lnTo>
                  <a:lnTo>
                    <a:pt x="507" y="88"/>
                  </a:lnTo>
                  <a:lnTo>
                    <a:pt x="507" y="83"/>
                  </a:lnTo>
                  <a:lnTo>
                    <a:pt x="509" y="82"/>
                  </a:lnTo>
                  <a:lnTo>
                    <a:pt x="509" y="80"/>
                  </a:lnTo>
                  <a:lnTo>
                    <a:pt x="511" y="80"/>
                  </a:lnTo>
                  <a:lnTo>
                    <a:pt x="511" y="82"/>
                  </a:lnTo>
                  <a:lnTo>
                    <a:pt x="512" y="82"/>
                  </a:lnTo>
                  <a:lnTo>
                    <a:pt x="513" y="80"/>
                  </a:lnTo>
                  <a:lnTo>
                    <a:pt x="511" y="78"/>
                  </a:lnTo>
                  <a:lnTo>
                    <a:pt x="513" y="78"/>
                  </a:lnTo>
                  <a:lnTo>
                    <a:pt x="516" y="79"/>
                  </a:lnTo>
                  <a:lnTo>
                    <a:pt x="519" y="79"/>
                  </a:lnTo>
                  <a:lnTo>
                    <a:pt x="521" y="76"/>
                  </a:lnTo>
                  <a:lnTo>
                    <a:pt x="524" y="78"/>
                  </a:lnTo>
                  <a:lnTo>
                    <a:pt x="530" y="75"/>
                  </a:lnTo>
                  <a:lnTo>
                    <a:pt x="533" y="75"/>
                  </a:lnTo>
                  <a:lnTo>
                    <a:pt x="533" y="78"/>
                  </a:lnTo>
                  <a:lnTo>
                    <a:pt x="532" y="83"/>
                  </a:lnTo>
                  <a:lnTo>
                    <a:pt x="532" y="84"/>
                  </a:lnTo>
                  <a:lnTo>
                    <a:pt x="533" y="86"/>
                  </a:lnTo>
                  <a:lnTo>
                    <a:pt x="534" y="83"/>
                  </a:lnTo>
                  <a:lnTo>
                    <a:pt x="537" y="79"/>
                  </a:lnTo>
                  <a:lnTo>
                    <a:pt x="536" y="76"/>
                  </a:lnTo>
                  <a:lnTo>
                    <a:pt x="537" y="76"/>
                  </a:lnTo>
                  <a:lnTo>
                    <a:pt x="538" y="78"/>
                  </a:lnTo>
                  <a:lnTo>
                    <a:pt x="540" y="82"/>
                  </a:lnTo>
                  <a:lnTo>
                    <a:pt x="541" y="82"/>
                  </a:lnTo>
                  <a:lnTo>
                    <a:pt x="542" y="79"/>
                  </a:lnTo>
                  <a:lnTo>
                    <a:pt x="541" y="76"/>
                  </a:lnTo>
                  <a:lnTo>
                    <a:pt x="542" y="75"/>
                  </a:lnTo>
                  <a:lnTo>
                    <a:pt x="544" y="75"/>
                  </a:lnTo>
                  <a:lnTo>
                    <a:pt x="544" y="78"/>
                  </a:lnTo>
                  <a:lnTo>
                    <a:pt x="548" y="75"/>
                  </a:lnTo>
                  <a:lnTo>
                    <a:pt x="548" y="74"/>
                  </a:lnTo>
                  <a:lnTo>
                    <a:pt x="546" y="72"/>
                  </a:lnTo>
                  <a:lnTo>
                    <a:pt x="549" y="72"/>
                  </a:lnTo>
                  <a:lnTo>
                    <a:pt x="550" y="71"/>
                  </a:lnTo>
                  <a:lnTo>
                    <a:pt x="548" y="70"/>
                  </a:lnTo>
                  <a:lnTo>
                    <a:pt x="550" y="67"/>
                  </a:lnTo>
                  <a:lnTo>
                    <a:pt x="554" y="67"/>
                  </a:lnTo>
                  <a:lnTo>
                    <a:pt x="556" y="66"/>
                  </a:lnTo>
                  <a:lnTo>
                    <a:pt x="557" y="66"/>
                  </a:lnTo>
                  <a:lnTo>
                    <a:pt x="557" y="67"/>
                  </a:lnTo>
                  <a:lnTo>
                    <a:pt x="558" y="68"/>
                  </a:lnTo>
                  <a:lnTo>
                    <a:pt x="562" y="68"/>
                  </a:lnTo>
                  <a:lnTo>
                    <a:pt x="562" y="72"/>
                  </a:lnTo>
                  <a:lnTo>
                    <a:pt x="563" y="74"/>
                  </a:lnTo>
                  <a:lnTo>
                    <a:pt x="561" y="79"/>
                  </a:lnTo>
                  <a:lnTo>
                    <a:pt x="565" y="78"/>
                  </a:lnTo>
                  <a:lnTo>
                    <a:pt x="567" y="72"/>
                  </a:lnTo>
                  <a:lnTo>
                    <a:pt x="565" y="67"/>
                  </a:lnTo>
                  <a:lnTo>
                    <a:pt x="561" y="66"/>
                  </a:lnTo>
                  <a:lnTo>
                    <a:pt x="559" y="63"/>
                  </a:lnTo>
                  <a:lnTo>
                    <a:pt x="557" y="65"/>
                  </a:lnTo>
                  <a:lnTo>
                    <a:pt x="556" y="63"/>
                  </a:lnTo>
                  <a:lnTo>
                    <a:pt x="553" y="63"/>
                  </a:lnTo>
                  <a:lnTo>
                    <a:pt x="552" y="62"/>
                  </a:lnTo>
                  <a:lnTo>
                    <a:pt x="549" y="61"/>
                  </a:lnTo>
                  <a:lnTo>
                    <a:pt x="549" y="61"/>
                  </a:lnTo>
                  <a:lnTo>
                    <a:pt x="550" y="58"/>
                  </a:lnTo>
                  <a:lnTo>
                    <a:pt x="556" y="58"/>
                  </a:lnTo>
                  <a:lnTo>
                    <a:pt x="557" y="57"/>
                  </a:lnTo>
                  <a:lnTo>
                    <a:pt x="559" y="57"/>
                  </a:lnTo>
                  <a:lnTo>
                    <a:pt x="562" y="57"/>
                  </a:lnTo>
                  <a:lnTo>
                    <a:pt x="563" y="55"/>
                  </a:lnTo>
                  <a:lnTo>
                    <a:pt x="566" y="57"/>
                  </a:lnTo>
                  <a:lnTo>
                    <a:pt x="571" y="55"/>
                  </a:lnTo>
                  <a:lnTo>
                    <a:pt x="574" y="57"/>
                  </a:lnTo>
                  <a:lnTo>
                    <a:pt x="575" y="55"/>
                  </a:lnTo>
                  <a:lnTo>
                    <a:pt x="578" y="57"/>
                  </a:lnTo>
                  <a:lnTo>
                    <a:pt x="579" y="55"/>
                  </a:lnTo>
                  <a:lnTo>
                    <a:pt x="579" y="54"/>
                  </a:lnTo>
                  <a:lnTo>
                    <a:pt x="575" y="53"/>
                  </a:lnTo>
                  <a:lnTo>
                    <a:pt x="571" y="51"/>
                  </a:lnTo>
                  <a:lnTo>
                    <a:pt x="569" y="53"/>
                  </a:lnTo>
                  <a:lnTo>
                    <a:pt x="563" y="53"/>
                  </a:lnTo>
                  <a:lnTo>
                    <a:pt x="563" y="51"/>
                  </a:lnTo>
                  <a:lnTo>
                    <a:pt x="563" y="47"/>
                  </a:lnTo>
                  <a:lnTo>
                    <a:pt x="566" y="46"/>
                  </a:lnTo>
                  <a:lnTo>
                    <a:pt x="563" y="45"/>
                  </a:lnTo>
                  <a:lnTo>
                    <a:pt x="561" y="41"/>
                  </a:lnTo>
                  <a:lnTo>
                    <a:pt x="558" y="42"/>
                  </a:lnTo>
                  <a:lnTo>
                    <a:pt x="556" y="38"/>
                  </a:lnTo>
                  <a:lnTo>
                    <a:pt x="556" y="36"/>
                  </a:lnTo>
                  <a:lnTo>
                    <a:pt x="558" y="36"/>
                  </a:lnTo>
                  <a:lnTo>
                    <a:pt x="558" y="33"/>
                  </a:lnTo>
                  <a:lnTo>
                    <a:pt x="554" y="30"/>
                  </a:lnTo>
                  <a:lnTo>
                    <a:pt x="556" y="20"/>
                  </a:lnTo>
                  <a:lnTo>
                    <a:pt x="558" y="17"/>
                  </a:lnTo>
                  <a:lnTo>
                    <a:pt x="557" y="13"/>
                  </a:lnTo>
                  <a:lnTo>
                    <a:pt x="557" y="9"/>
                  </a:lnTo>
                  <a:lnTo>
                    <a:pt x="559" y="8"/>
                  </a:lnTo>
                  <a:lnTo>
                    <a:pt x="558" y="5"/>
                  </a:lnTo>
                  <a:lnTo>
                    <a:pt x="559" y="4"/>
                  </a:lnTo>
                  <a:lnTo>
                    <a:pt x="561" y="3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2" name="Freeform 342">
              <a:extLst>
                <a:ext uri="{FF2B5EF4-FFF2-40B4-BE49-F238E27FC236}">
                  <a16:creationId xmlns:a16="http://schemas.microsoft.com/office/drawing/2014/main" id="{5AF88E2D-D8FE-42FB-87BA-C54892B513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90627" y="729163"/>
              <a:ext cx="6999893" cy="5168313"/>
            </a:xfrm>
            <a:custGeom>
              <a:avLst/>
              <a:gdLst>
                <a:gd name="T0" fmla="*/ 578 w 772"/>
                <a:gd name="T1" fmla="*/ 566 h 570"/>
                <a:gd name="T2" fmla="*/ 573 w 772"/>
                <a:gd name="T3" fmla="*/ 547 h 570"/>
                <a:gd name="T4" fmla="*/ 658 w 772"/>
                <a:gd name="T5" fmla="*/ 497 h 570"/>
                <a:gd name="T6" fmla="*/ 708 w 772"/>
                <a:gd name="T7" fmla="*/ 488 h 570"/>
                <a:gd name="T8" fmla="*/ 702 w 772"/>
                <a:gd name="T9" fmla="*/ 514 h 570"/>
                <a:gd name="T10" fmla="*/ 697 w 772"/>
                <a:gd name="T11" fmla="*/ 483 h 570"/>
                <a:gd name="T12" fmla="*/ 701 w 772"/>
                <a:gd name="T13" fmla="*/ 400 h 570"/>
                <a:gd name="T14" fmla="*/ 687 w 772"/>
                <a:gd name="T15" fmla="*/ 378 h 570"/>
                <a:gd name="T16" fmla="*/ 627 w 772"/>
                <a:gd name="T17" fmla="*/ 2 h 570"/>
                <a:gd name="T18" fmla="*/ 639 w 772"/>
                <a:gd name="T19" fmla="*/ 10 h 570"/>
                <a:gd name="T20" fmla="*/ 649 w 772"/>
                <a:gd name="T21" fmla="*/ 25 h 570"/>
                <a:gd name="T22" fmla="*/ 668 w 772"/>
                <a:gd name="T23" fmla="*/ 47 h 570"/>
                <a:gd name="T24" fmla="*/ 683 w 772"/>
                <a:gd name="T25" fmla="*/ 67 h 570"/>
                <a:gd name="T26" fmla="*/ 699 w 772"/>
                <a:gd name="T27" fmla="*/ 68 h 570"/>
                <a:gd name="T28" fmla="*/ 715 w 772"/>
                <a:gd name="T29" fmla="*/ 80 h 570"/>
                <a:gd name="T30" fmla="*/ 722 w 772"/>
                <a:gd name="T31" fmla="*/ 93 h 570"/>
                <a:gd name="T32" fmla="*/ 744 w 772"/>
                <a:gd name="T33" fmla="*/ 99 h 570"/>
                <a:gd name="T34" fmla="*/ 760 w 772"/>
                <a:gd name="T35" fmla="*/ 81 h 570"/>
                <a:gd name="T36" fmla="*/ 769 w 772"/>
                <a:gd name="T37" fmla="*/ 101 h 570"/>
                <a:gd name="T38" fmla="*/ 770 w 772"/>
                <a:gd name="T39" fmla="*/ 121 h 570"/>
                <a:gd name="T40" fmla="*/ 768 w 772"/>
                <a:gd name="T41" fmla="*/ 139 h 570"/>
                <a:gd name="T42" fmla="*/ 749 w 772"/>
                <a:gd name="T43" fmla="*/ 150 h 570"/>
                <a:gd name="T44" fmla="*/ 755 w 772"/>
                <a:gd name="T45" fmla="*/ 181 h 570"/>
                <a:gd name="T46" fmla="*/ 697 w 772"/>
                <a:gd name="T47" fmla="*/ 246 h 570"/>
                <a:gd name="T48" fmla="*/ 669 w 772"/>
                <a:gd name="T49" fmla="*/ 262 h 570"/>
                <a:gd name="T50" fmla="*/ 669 w 772"/>
                <a:gd name="T51" fmla="*/ 256 h 570"/>
                <a:gd name="T52" fmla="*/ 669 w 772"/>
                <a:gd name="T53" fmla="*/ 237 h 570"/>
                <a:gd name="T54" fmla="*/ 643 w 772"/>
                <a:gd name="T55" fmla="*/ 246 h 570"/>
                <a:gd name="T56" fmla="*/ 622 w 772"/>
                <a:gd name="T57" fmla="*/ 267 h 570"/>
                <a:gd name="T58" fmla="*/ 639 w 772"/>
                <a:gd name="T59" fmla="*/ 283 h 570"/>
                <a:gd name="T60" fmla="*/ 657 w 772"/>
                <a:gd name="T61" fmla="*/ 283 h 570"/>
                <a:gd name="T62" fmla="*/ 685 w 772"/>
                <a:gd name="T63" fmla="*/ 288 h 570"/>
                <a:gd name="T64" fmla="*/ 669 w 772"/>
                <a:gd name="T65" fmla="*/ 300 h 570"/>
                <a:gd name="T66" fmla="*/ 655 w 772"/>
                <a:gd name="T67" fmla="*/ 317 h 570"/>
                <a:gd name="T68" fmla="*/ 674 w 772"/>
                <a:gd name="T69" fmla="*/ 354 h 570"/>
                <a:gd name="T70" fmla="*/ 681 w 772"/>
                <a:gd name="T71" fmla="*/ 374 h 570"/>
                <a:gd name="T72" fmla="*/ 660 w 772"/>
                <a:gd name="T73" fmla="*/ 371 h 570"/>
                <a:gd name="T74" fmla="*/ 690 w 772"/>
                <a:gd name="T75" fmla="*/ 393 h 570"/>
                <a:gd name="T76" fmla="*/ 689 w 772"/>
                <a:gd name="T77" fmla="*/ 399 h 570"/>
                <a:gd name="T78" fmla="*/ 699 w 772"/>
                <a:gd name="T79" fmla="*/ 408 h 570"/>
                <a:gd name="T80" fmla="*/ 697 w 772"/>
                <a:gd name="T81" fmla="*/ 420 h 570"/>
                <a:gd name="T82" fmla="*/ 691 w 772"/>
                <a:gd name="T83" fmla="*/ 433 h 570"/>
                <a:gd name="T84" fmla="*/ 689 w 772"/>
                <a:gd name="T85" fmla="*/ 447 h 570"/>
                <a:gd name="T86" fmla="*/ 681 w 772"/>
                <a:gd name="T87" fmla="*/ 458 h 570"/>
                <a:gd name="T88" fmla="*/ 681 w 772"/>
                <a:gd name="T89" fmla="*/ 471 h 570"/>
                <a:gd name="T90" fmla="*/ 673 w 772"/>
                <a:gd name="T91" fmla="*/ 475 h 570"/>
                <a:gd name="T92" fmla="*/ 665 w 772"/>
                <a:gd name="T93" fmla="*/ 487 h 570"/>
                <a:gd name="T94" fmla="*/ 656 w 772"/>
                <a:gd name="T95" fmla="*/ 495 h 570"/>
                <a:gd name="T96" fmla="*/ 641 w 772"/>
                <a:gd name="T97" fmla="*/ 508 h 570"/>
                <a:gd name="T98" fmla="*/ 624 w 772"/>
                <a:gd name="T99" fmla="*/ 513 h 570"/>
                <a:gd name="T100" fmla="*/ 612 w 772"/>
                <a:gd name="T101" fmla="*/ 517 h 570"/>
                <a:gd name="T102" fmla="*/ 590 w 772"/>
                <a:gd name="T103" fmla="*/ 526 h 570"/>
                <a:gd name="T104" fmla="*/ 581 w 772"/>
                <a:gd name="T105" fmla="*/ 530 h 570"/>
                <a:gd name="T106" fmla="*/ 577 w 772"/>
                <a:gd name="T107" fmla="*/ 539 h 570"/>
                <a:gd name="T108" fmla="*/ 564 w 772"/>
                <a:gd name="T109" fmla="*/ 525 h 570"/>
                <a:gd name="T110" fmla="*/ 474 w 772"/>
                <a:gd name="T111" fmla="*/ 537 h 570"/>
                <a:gd name="T112" fmla="*/ 554 w 772"/>
                <a:gd name="T113" fmla="*/ 80 h 570"/>
                <a:gd name="T114" fmla="*/ 582 w 772"/>
                <a:gd name="T115" fmla="*/ 67 h 570"/>
                <a:gd name="T116" fmla="*/ 581 w 772"/>
                <a:gd name="T117" fmla="*/ 39 h 570"/>
                <a:gd name="T118" fmla="*/ 574 w 772"/>
                <a:gd name="T119" fmla="*/ 21 h 570"/>
                <a:gd name="T120" fmla="*/ 590 w 772"/>
                <a:gd name="T121" fmla="*/ 4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72" h="570">
                  <a:moveTo>
                    <a:pt x="586" y="545"/>
                  </a:moveTo>
                  <a:lnTo>
                    <a:pt x="589" y="545"/>
                  </a:lnTo>
                  <a:lnTo>
                    <a:pt x="590" y="547"/>
                  </a:lnTo>
                  <a:lnTo>
                    <a:pt x="591" y="550"/>
                  </a:lnTo>
                  <a:lnTo>
                    <a:pt x="590" y="553"/>
                  </a:lnTo>
                  <a:lnTo>
                    <a:pt x="589" y="554"/>
                  </a:lnTo>
                  <a:lnTo>
                    <a:pt x="589" y="555"/>
                  </a:lnTo>
                  <a:lnTo>
                    <a:pt x="587" y="559"/>
                  </a:lnTo>
                  <a:lnTo>
                    <a:pt x="587" y="560"/>
                  </a:lnTo>
                  <a:lnTo>
                    <a:pt x="586" y="563"/>
                  </a:lnTo>
                  <a:lnTo>
                    <a:pt x="583" y="563"/>
                  </a:lnTo>
                  <a:lnTo>
                    <a:pt x="583" y="564"/>
                  </a:lnTo>
                  <a:lnTo>
                    <a:pt x="582" y="567"/>
                  </a:lnTo>
                  <a:lnTo>
                    <a:pt x="579" y="566"/>
                  </a:lnTo>
                  <a:lnTo>
                    <a:pt x="578" y="566"/>
                  </a:lnTo>
                  <a:lnTo>
                    <a:pt x="577" y="568"/>
                  </a:lnTo>
                  <a:lnTo>
                    <a:pt x="575" y="570"/>
                  </a:lnTo>
                  <a:lnTo>
                    <a:pt x="574" y="568"/>
                  </a:lnTo>
                  <a:lnTo>
                    <a:pt x="572" y="568"/>
                  </a:lnTo>
                  <a:lnTo>
                    <a:pt x="570" y="567"/>
                  </a:lnTo>
                  <a:lnTo>
                    <a:pt x="568" y="567"/>
                  </a:lnTo>
                  <a:lnTo>
                    <a:pt x="566" y="564"/>
                  </a:lnTo>
                  <a:lnTo>
                    <a:pt x="566" y="563"/>
                  </a:lnTo>
                  <a:lnTo>
                    <a:pt x="565" y="560"/>
                  </a:lnTo>
                  <a:lnTo>
                    <a:pt x="565" y="556"/>
                  </a:lnTo>
                  <a:lnTo>
                    <a:pt x="564" y="555"/>
                  </a:lnTo>
                  <a:lnTo>
                    <a:pt x="566" y="551"/>
                  </a:lnTo>
                  <a:lnTo>
                    <a:pt x="570" y="550"/>
                  </a:lnTo>
                  <a:lnTo>
                    <a:pt x="570" y="547"/>
                  </a:lnTo>
                  <a:lnTo>
                    <a:pt x="573" y="547"/>
                  </a:lnTo>
                  <a:lnTo>
                    <a:pt x="575" y="546"/>
                  </a:lnTo>
                  <a:lnTo>
                    <a:pt x="577" y="546"/>
                  </a:lnTo>
                  <a:lnTo>
                    <a:pt x="579" y="545"/>
                  </a:lnTo>
                  <a:lnTo>
                    <a:pt x="579" y="545"/>
                  </a:lnTo>
                  <a:lnTo>
                    <a:pt x="582" y="545"/>
                  </a:lnTo>
                  <a:lnTo>
                    <a:pt x="583" y="546"/>
                  </a:lnTo>
                  <a:lnTo>
                    <a:pt x="586" y="545"/>
                  </a:lnTo>
                  <a:close/>
                  <a:moveTo>
                    <a:pt x="585" y="531"/>
                  </a:moveTo>
                  <a:lnTo>
                    <a:pt x="587" y="533"/>
                  </a:lnTo>
                  <a:lnTo>
                    <a:pt x="587" y="534"/>
                  </a:lnTo>
                  <a:lnTo>
                    <a:pt x="585" y="533"/>
                  </a:lnTo>
                  <a:lnTo>
                    <a:pt x="583" y="534"/>
                  </a:lnTo>
                  <a:lnTo>
                    <a:pt x="582" y="533"/>
                  </a:lnTo>
                  <a:lnTo>
                    <a:pt x="585" y="531"/>
                  </a:lnTo>
                  <a:close/>
                  <a:moveTo>
                    <a:pt x="658" y="497"/>
                  </a:moveTo>
                  <a:lnTo>
                    <a:pt x="660" y="499"/>
                  </a:lnTo>
                  <a:lnTo>
                    <a:pt x="658" y="500"/>
                  </a:lnTo>
                  <a:lnTo>
                    <a:pt x="657" y="500"/>
                  </a:lnTo>
                  <a:lnTo>
                    <a:pt x="656" y="499"/>
                  </a:lnTo>
                  <a:lnTo>
                    <a:pt x="658" y="497"/>
                  </a:lnTo>
                  <a:close/>
                  <a:moveTo>
                    <a:pt x="706" y="470"/>
                  </a:moveTo>
                  <a:lnTo>
                    <a:pt x="708" y="470"/>
                  </a:lnTo>
                  <a:lnTo>
                    <a:pt x="710" y="472"/>
                  </a:lnTo>
                  <a:lnTo>
                    <a:pt x="710" y="472"/>
                  </a:lnTo>
                  <a:lnTo>
                    <a:pt x="712" y="475"/>
                  </a:lnTo>
                  <a:lnTo>
                    <a:pt x="712" y="476"/>
                  </a:lnTo>
                  <a:lnTo>
                    <a:pt x="711" y="476"/>
                  </a:lnTo>
                  <a:lnTo>
                    <a:pt x="711" y="480"/>
                  </a:lnTo>
                  <a:lnTo>
                    <a:pt x="710" y="485"/>
                  </a:lnTo>
                  <a:lnTo>
                    <a:pt x="708" y="488"/>
                  </a:lnTo>
                  <a:lnTo>
                    <a:pt x="710" y="492"/>
                  </a:lnTo>
                  <a:lnTo>
                    <a:pt x="710" y="495"/>
                  </a:lnTo>
                  <a:lnTo>
                    <a:pt x="708" y="500"/>
                  </a:lnTo>
                  <a:lnTo>
                    <a:pt x="710" y="500"/>
                  </a:lnTo>
                  <a:lnTo>
                    <a:pt x="708" y="501"/>
                  </a:lnTo>
                  <a:lnTo>
                    <a:pt x="708" y="504"/>
                  </a:lnTo>
                  <a:lnTo>
                    <a:pt x="706" y="508"/>
                  </a:lnTo>
                  <a:lnTo>
                    <a:pt x="703" y="510"/>
                  </a:lnTo>
                  <a:lnTo>
                    <a:pt x="705" y="514"/>
                  </a:lnTo>
                  <a:lnTo>
                    <a:pt x="705" y="517"/>
                  </a:lnTo>
                  <a:lnTo>
                    <a:pt x="705" y="520"/>
                  </a:lnTo>
                  <a:lnTo>
                    <a:pt x="703" y="518"/>
                  </a:lnTo>
                  <a:lnTo>
                    <a:pt x="702" y="520"/>
                  </a:lnTo>
                  <a:lnTo>
                    <a:pt x="702" y="517"/>
                  </a:lnTo>
                  <a:lnTo>
                    <a:pt x="702" y="514"/>
                  </a:lnTo>
                  <a:lnTo>
                    <a:pt x="699" y="512"/>
                  </a:lnTo>
                  <a:lnTo>
                    <a:pt x="697" y="510"/>
                  </a:lnTo>
                  <a:lnTo>
                    <a:pt x="697" y="509"/>
                  </a:lnTo>
                  <a:lnTo>
                    <a:pt x="695" y="509"/>
                  </a:lnTo>
                  <a:lnTo>
                    <a:pt x="694" y="508"/>
                  </a:lnTo>
                  <a:lnTo>
                    <a:pt x="694" y="505"/>
                  </a:lnTo>
                  <a:lnTo>
                    <a:pt x="694" y="505"/>
                  </a:lnTo>
                  <a:lnTo>
                    <a:pt x="694" y="504"/>
                  </a:lnTo>
                  <a:lnTo>
                    <a:pt x="693" y="504"/>
                  </a:lnTo>
                  <a:lnTo>
                    <a:pt x="693" y="499"/>
                  </a:lnTo>
                  <a:lnTo>
                    <a:pt x="693" y="495"/>
                  </a:lnTo>
                  <a:lnTo>
                    <a:pt x="691" y="493"/>
                  </a:lnTo>
                  <a:lnTo>
                    <a:pt x="693" y="492"/>
                  </a:lnTo>
                  <a:lnTo>
                    <a:pt x="694" y="488"/>
                  </a:lnTo>
                  <a:lnTo>
                    <a:pt x="697" y="483"/>
                  </a:lnTo>
                  <a:lnTo>
                    <a:pt x="697" y="483"/>
                  </a:lnTo>
                  <a:lnTo>
                    <a:pt x="698" y="480"/>
                  </a:lnTo>
                  <a:lnTo>
                    <a:pt x="697" y="479"/>
                  </a:lnTo>
                  <a:lnTo>
                    <a:pt x="699" y="475"/>
                  </a:lnTo>
                  <a:lnTo>
                    <a:pt x="702" y="472"/>
                  </a:lnTo>
                  <a:lnTo>
                    <a:pt x="705" y="472"/>
                  </a:lnTo>
                  <a:lnTo>
                    <a:pt x="703" y="470"/>
                  </a:lnTo>
                  <a:lnTo>
                    <a:pt x="706" y="470"/>
                  </a:lnTo>
                  <a:close/>
                  <a:moveTo>
                    <a:pt x="682" y="467"/>
                  </a:moveTo>
                  <a:lnTo>
                    <a:pt x="683" y="468"/>
                  </a:lnTo>
                  <a:lnTo>
                    <a:pt x="683" y="470"/>
                  </a:lnTo>
                  <a:lnTo>
                    <a:pt x="682" y="471"/>
                  </a:lnTo>
                  <a:lnTo>
                    <a:pt x="682" y="468"/>
                  </a:lnTo>
                  <a:lnTo>
                    <a:pt x="682" y="467"/>
                  </a:lnTo>
                  <a:close/>
                  <a:moveTo>
                    <a:pt x="701" y="400"/>
                  </a:moveTo>
                  <a:lnTo>
                    <a:pt x="701" y="400"/>
                  </a:lnTo>
                  <a:lnTo>
                    <a:pt x="702" y="400"/>
                  </a:lnTo>
                  <a:lnTo>
                    <a:pt x="705" y="401"/>
                  </a:lnTo>
                  <a:lnTo>
                    <a:pt x="705" y="403"/>
                  </a:lnTo>
                  <a:lnTo>
                    <a:pt x="703" y="403"/>
                  </a:lnTo>
                  <a:lnTo>
                    <a:pt x="701" y="401"/>
                  </a:lnTo>
                  <a:lnTo>
                    <a:pt x="701" y="400"/>
                  </a:lnTo>
                  <a:close/>
                  <a:moveTo>
                    <a:pt x="687" y="376"/>
                  </a:moveTo>
                  <a:lnTo>
                    <a:pt x="690" y="376"/>
                  </a:lnTo>
                  <a:lnTo>
                    <a:pt x="691" y="378"/>
                  </a:lnTo>
                  <a:lnTo>
                    <a:pt x="693" y="378"/>
                  </a:lnTo>
                  <a:lnTo>
                    <a:pt x="693" y="380"/>
                  </a:lnTo>
                  <a:lnTo>
                    <a:pt x="690" y="379"/>
                  </a:lnTo>
                  <a:lnTo>
                    <a:pt x="689" y="379"/>
                  </a:lnTo>
                  <a:lnTo>
                    <a:pt x="687" y="378"/>
                  </a:lnTo>
                  <a:lnTo>
                    <a:pt x="687" y="376"/>
                  </a:lnTo>
                  <a:close/>
                  <a:moveTo>
                    <a:pt x="607" y="0"/>
                  </a:moveTo>
                  <a:lnTo>
                    <a:pt x="608" y="0"/>
                  </a:lnTo>
                  <a:lnTo>
                    <a:pt x="610" y="0"/>
                  </a:lnTo>
                  <a:lnTo>
                    <a:pt x="611" y="1"/>
                  </a:lnTo>
                  <a:lnTo>
                    <a:pt x="615" y="1"/>
                  </a:lnTo>
                  <a:lnTo>
                    <a:pt x="616" y="2"/>
                  </a:lnTo>
                  <a:lnTo>
                    <a:pt x="618" y="4"/>
                  </a:lnTo>
                  <a:lnTo>
                    <a:pt x="620" y="4"/>
                  </a:lnTo>
                  <a:lnTo>
                    <a:pt x="622" y="4"/>
                  </a:lnTo>
                  <a:lnTo>
                    <a:pt x="622" y="4"/>
                  </a:lnTo>
                  <a:lnTo>
                    <a:pt x="624" y="5"/>
                  </a:lnTo>
                  <a:lnTo>
                    <a:pt x="626" y="5"/>
                  </a:lnTo>
                  <a:lnTo>
                    <a:pt x="626" y="2"/>
                  </a:lnTo>
                  <a:lnTo>
                    <a:pt x="627" y="2"/>
                  </a:lnTo>
                  <a:lnTo>
                    <a:pt x="627" y="2"/>
                  </a:lnTo>
                  <a:lnTo>
                    <a:pt x="629" y="2"/>
                  </a:lnTo>
                  <a:lnTo>
                    <a:pt x="629" y="2"/>
                  </a:lnTo>
                  <a:lnTo>
                    <a:pt x="631" y="4"/>
                  </a:lnTo>
                  <a:lnTo>
                    <a:pt x="632" y="4"/>
                  </a:lnTo>
                  <a:lnTo>
                    <a:pt x="633" y="4"/>
                  </a:lnTo>
                  <a:lnTo>
                    <a:pt x="635" y="5"/>
                  </a:lnTo>
                  <a:lnTo>
                    <a:pt x="635" y="6"/>
                  </a:lnTo>
                  <a:lnTo>
                    <a:pt x="635" y="8"/>
                  </a:lnTo>
                  <a:lnTo>
                    <a:pt x="636" y="8"/>
                  </a:lnTo>
                  <a:lnTo>
                    <a:pt x="636" y="9"/>
                  </a:lnTo>
                  <a:lnTo>
                    <a:pt x="637" y="8"/>
                  </a:lnTo>
                  <a:lnTo>
                    <a:pt x="639" y="8"/>
                  </a:lnTo>
                  <a:lnTo>
                    <a:pt x="640" y="9"/>
                  </a:lnTo>
                  <a:lnTo>
                    <a:pt x="639" y="10"/>
                  </a:lnTo>
                  <a:lnTo>
                    <a:pt x="640" y="12"/>
                  </a:lnTo>
                  <a:lnTo>
                    <a:pt x="641" y="12"/>
                  </a:lnTo>
                  <a:lnTo>
                    <a:pt x="643" y="12"/>
                  </a:lnTo>
                  <a:lnTo>
                    <a:pt x="644" y="13"/>
                  </a:lnTo>
                  <a:lnTo>
                    <a:pt x="644" y="13"/>
                  </a:lnTo>
                  <a:lnTo>
                    <a:pt x="645" y="14"/>
                  </a:lnTo>
                  <a:lnTo>
                    <a:pt x="645" y="16"/>
                  </a:lnTo>
                  <a:lnTo>
                    <a:pt x="645" y="17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1"/>
                  </a:lnTo>
                  <a:lnTo>
                    <a:pt x="649" y="21"/>
                  </a:lnTo>
                  <a:lnTo>
                    <a:pt x="651" y="22"/>
                  </a:lnTo>
                  <a:lnTo>
                    <a:pt x="649" y="24"/>
                  </a:lnTo>
                  <a:lnTo>
                    <a:pt x="649" y="25"/>
                  </a:lnTo>
                  <a:lnTo>
                    <a:pt x="652" y="26"/>
                  </a:lnTo>
                  <a:lnTo>
                    <a:pt x="653" y="29"/>
                  </a:lnTo>
                  <a:lnTo>
                    <a:pt x="655" y="30"/>
                  </a:lnTo>
                  <a:lnTo>
                    <a:pt x="656" y="33"/>
                  </a:lnTo>
                  <a:lnTo>
                    <a:pt x="656" y="33"/>
                  </a:lnTo>
                  <a:lnTo>
                    <a:pt x="657" y="34"/>
                  </a:lnTo>
                  <a:lnTo>
                    <a:pt x="658" y="35"/>
                  </a:lnTo>
                  <a:lnTo>
                    <a:pt x="658" y="37"/>
                  </a:lnTo>
                  <a:lnTo>
                    <a:pt x="658" y="38"/>
                  </a:lnTo>
                  <a:lnTo>
                    <a:pt x="658" y="38"/>
                  </a:lnTo>
                  <a:lnTo>
                    <a:pt x="660" y="38"/>
                  </a:lnTo>
                  <a:lnTo>
                    <a:pt x="661" y="39"/>
                  </a:lnTo>
                  <a:lnTo>
                    <a:pt x="661" y="41"/>
                  </a:lnTo>
                  <a:lnTo>
                    <a:pt x="664" y="45"/>
                  </a:lnTo>
                  <a:lnTo>
                    <a:pt x="668" y="47"/>
                  </a:lnTo>
                  <a:lnTo>
                    <a:pt x="669" y="50"/>
                  </a:lnTo>
                  <a:lnTo>
                    <a:pt x="669" y="51"/>
                  </a:lnTo>
                  <a:lnTo>
                    <a:pt x="670" y="52"/>
                  </a:lnTo>
                  <a:lnTo>
                    <a:pt x="670" y="55"/>
                  </a:lnTo>
                  <a:lnTo>
                    <a:pt x="672" y="55"/>
                  </a:lnTo>
                  <a:lnTo>
                    <a:pt x="673" y="56"/>
                  </a:lnTo>
                  <a:lnTo>
                    <a:pt x="673" y="58"/>
                  </a:lnTo>
                  <a:lnTo>
                    <a:pt x="673" y="59"/>
                  </a:lnTo>
                  <a:lnTo>
                    <a:pt x="674" y="62"/>
                  </a:lnTo>
                  <a:lnTo>
                    <a:pt x="677" y="64"/>
                  </a:lnTo>
                  <a:lnTo>
                    <a:pt x="680" y="66"/>
                  </a:lnTo>
                  <a:lnTo>
                    <a:pt x="680" y="67"/>
                  </a:lnTo>
                  <a:lnTo>
                    <a:pt x="681" y="67"/>
                  </a:lnTo>
                  <a:lnTo>
                    <a:pt x="682" y="67"/>
                  </a:lnTo>
                  <a:lnTo>
                    <a:pt x="683" y="67"/>
                  </a:lnTo>
                  <a:lnTo>
                    <a:pt x="685" y="67"/>
                  </a:lnTo>
                  <a:lnTo>
                    <a:pt x="687" y="67"/>
                  </a:lnTo>
                  <a:lnTo>
                    <a:pt x="689" y="66"/>
                  </a:lnTo>
                  <a:lnTo>
                    <a:pt x="690" y="66"/>
                  </a:lnTo>
                  <a:lnTo>
                    <a:pt x="690" y="67"/>
                  </a:lnTo>
                  <a:lnTo>
                    <a:pt x="689" y="68"/>
                  </a:lnTo>
                  <a:lnTo>
                    <a:pt x="690" y="68"/>
                  </a:lnTo>
                  <a:lnTo>
                    <a:pt x="693" y="68"/>
                  </a:lnTo>
                  <a:lnTo>
                    <a:pt x="694" y="70"/>
                  </a:lnTo>
                  <a:lnTo>
                    <a:pt x="694" y="70"/>
                  </a:lnTo>
                  <a:lnTo>
                    <a:pt x="697" y="71"/>
                  </a:lnTo>
                  <a:lnTo>
                    <a:pt x="697" y="70"/>
                  </a:lnTo>
                  <a:lnTo>
                    <a:pt x="698" y="70"/>
                  </a:lnTo>
                  <a:lnTo>
                    <a:pt x="699" y="70"/>
                  </a:lnTo>
                  <a:lnTo>
                    <a:pt x="699" y="68"/>
                  </a:lnTo>
                  <a:lnTo>
                    <a:pt x="701" y="68"/>
                  </a:lnTo>
                  <a:lnTo>
                    <a:pt x="702" y="70"/>
                  </a:lnTo>
                  <a:lnTo>
                    <a:pt x="702" y="71"/>
                  </a:lnTo>
                  <a:lnTo>
                    <a:pt x="703" y="72"/>
                  </a:lnTo>
                  <a:lnTo>
                    <a:pt x="705" y="72"/>
                  </a:lnTo>
                  <a:lnTo>
                    <a:pt x="705" y="74"/>
                  </a:lnTo>
                  <a:lnTo>
                    <a:pt x="706" y="75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8" y="76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2" y="79"/>
                  </a:lnTo>
                  <a:lnTo>
                    <a:pt x="714" y="79"/>
                  </a:lnTo>
                  <a:lnTo>
                    <a:pt x="715" y="80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9" y="79"/>
                  </a:lnTo>
                  <a:lnTo>
                    <a:pt x="720" y="77"/>
                  </a:lnTo>
                  <a:lnTo>
                    <a:pt x="720" y="79"/>
                  </a:lnTo>
                  <a:lnTo>
                    <a:pt x="720" y="80"/>
                  </a:lnTo>
                  <a:lnTo>
                    <a:pt x="719" y="81"/>
                  </a:lnTo>
                  <a:lnTo>
                    <a:pt x="719" y="83"/>
                  </a:lnTo>
                  <a:lnTo>
                    <a:pt x="720" y="84"/>
                  </a:lnTo>
                  <a:lnTo>
                    <a:pt x="722" y="84"/>
                  </a:lnTo>
                  <a:lnTo>
                    <a:pt x="722" y="87"/>
                  </a:lnTo>
                  <a:lnTo>
                    <a:pt x="723" y="88"/>
                  </a:lnTo>
                  <a:lnTo>
                    <a:pt x="723" y="91"/>
                  </a:lnTo>
                  <a:lnTo>
                    <a:pt x="722" y="91"/>
                  </a:lnTo>
                  <a:lnTo>
                    <a:pt x="722" y="93"/>
                  </a:lnTo>
                  <a:lnTo>
                    <a:pt x="724" y="96"/>
                  </a:lnTo>
                  <a:lnTo>
                    <a:pt x="726" y="96"/>
                  </a:lnTo>
                  <a:lnTo>
                    <a:pt x="727" y="99"/>
                  </a:lnTo>
                  <a:lnTo>
                    <a:pt x="728" y="100"/>
                  </a:lnTo>
                  <a:lnTo>
                    <a:pt x="730" y="100"/>
                  </a:lnTo>
                  <a:lnTo>
                    <a:pt x="731" y="99"/>
                  </a:lnTo>
                  <a:lnTo>
                    <a:pt x="734" y="99"/>
                  </a:lnTo>
                  <a:lnTo>
                    <a:pt x="734" y="100"/>
                  </a:lnTo>
                  <a:lnTo>
                    <a:pt x="735" y="101"/>
                  </a:lnTo>
                  <a:lnTo>
                    <a:pt x="736" y="101"/>
                  </a:lnTo>
                  <a:lnTo>
                    <a:pt x="737" y="100"/>
                  </a:lnTo>
                  <a:lnTo>
                    <a:pt x="739" y="100"/>
                  </a:lnTo>
                  <a:lnTo>
                    <a:pt x="740" y="100"/>
                  </a:lnTo>
                  <a:lnTo>
                    <a:pt x="743" y="100"/>
                  </a:lnTo>
                  <a:lnTo>
                    <a:pt x="744" y="99"/>
                  </a:lnTo>
                  <a:lnTo>
                    <a:pt x="745" y="97"/>
                  </a:lnTo>
                  <a:lnTo>
                    <a:pt x="745" y="96"/>
                  </a:lnTo>
                  <a:lnTo>
                    <a:pt x="747" y="95"/>
                  </a:lnTo>
                  <a:lnTo>
                    <a:pt x="748" y="93"/>
                  </a:lnTo>
                  <a:lnTo>
                    <a:pt x="748" y="91"/>
                  </a:lnTo>
                  <a:lnTo>
                    <a:pt x="748" y="89"/>
                  </a:lnTo>
                  <a:lnTo>
                    <a:pt x="751" y="89"/>
                  </a:lnTo>
                  <a:lnTo>
                    <a:pt x="752" y="89"/>
                  </a:lnTo>
                  <a:lnTo>
                    <a:pt x="753" y="87"/>
                  </a:lnTo>
                  <a:lnTo>
                    <a:pt x="755" y="87"/>
                  </a:lnTo>
                  <a:lnTo>
                    <a:pt x="756" y="87"/>
                  </a:lnTo>
                  <a:lnTo>
                    <a:pt x="756" y="84"/>
                  </a:lnTo>
                  <a:lnTo>
                    <a:pt x="757" y="83"/>
                  </a:lnTo>
                  <a:lnTo>
                    <a:pt x="759" y="83"/>
                  </a:lnTo>
                  <a:lnTo>
                    <a:pt x="760" y="81"/>
                  </a:lnTo>
                  <a:lnTo>
                    <a:pt x="762" y="83"/>
                  </a:lnTo>
                  <a:lnTo>
                    <a:pt x="764" y="84"/>
                  </a:lnTo>
                  <a:lnTo>
                    <a:pt x="765" y="84"/>
                  </a:lnTo>
                  <a:lnTo>
                    <a:pt x="766" y="85"/>
                  </a:lnTo>
                  <a:lnTo>
                    <a:pt x="768" y="87"/>
                  </a:lnTo>
                  <a:lnTo>
                    <a:pt x="766" y="88"/>
                  </a:lnTo>
                  <a:lnTo>
                    <a:pt x="766" y="89"/>
                  </a:lnTo>
                  <a:lnTo>
                    <a:pt x="769" y="92"/>
                  </a:lnTo>
                  <a:lnTo>
                    <a:pt x="769" y="93"/>
                  </a:lnTo>
                  <a:lnTo>
                    <a:pt x="770" y="95"/>
                  </a:lnTo>
                  <a:lnTo>
                    <a:pt x="772" y="96"/>
                  </a:lnTo>
                  <a:lnTo>
                    <a:pt x="772" y="99"/>
                  </a:lnTo>
                  <a:lnTo>
                    <a:pt x="772" y="100"/>
                  </a:lnTo>
                  <a:lnTo>
                    <a:pt x="770" y="101"/>
                  </a:lnTo>
                  <a:lnTo>
                    <a:pt x="769" y="101"/>
                  </a:lnTo>
                  <a:lnTo>
                    <a:pt x="768" y="104"/>
                  </a:lnTo>
                  <a:lnTo>
                    <a:pt x="768" y="104"/>
                  </a:lnTo>
                  <a:lnTo>
                    <a:pt x="768" y="105"/>
                  </a:lnTo>
                  <a:lnTo>
                    <a:pt x="769" y="106"/>
                  </a:lnTo>
                  <a:lnTo>
                    <a:pt x="769" y="108"/>
                  </a:lnTo>
                  <a:lnTo>
                    <a:pt x="768" y="110"/>
                  </a:lnTo>
                  <a:lnTo>
                    <a:pt x="769" y="112"/>
                  </a:lnTo>
                  <a:lnTo>
                    <a:pt x="769" y="112"/>
                  </a:lnTo>
                  <a:lnTo>
                    <a:pt x="769" y="113"/>
                  </a:lnTo>
                  <a:lnTo>
                    <a:pt x="770" y="114"/>
                  </a:lnTo>
                  <a:lnTo>
                    <a:pt x="770" y="114"/>
                  </a:lnTo>
                  <a:lnTo>
                    <a:pt x="769" y="116"/>
                  </a:lnTo>
                  <a:lnTo>
                    <a:pt x="769" y="116"/>
                  </a:lnTo>
                  <a:lnTo>
                    <a:pt x="769" y="118"/>
                  </a:lnTo>
                  <a:lnTo>
                    <a:pt x="770" y="121"/>
                  </a:lnTo>
                  <a:lnTo>
                    <a:pt x="770" y="122"/>
                  </a:lnTo>
                  <a:lnTo>
                    <a:pt x="770" y="124"/>
                  </a:lnTo>
                  <a:lnTo>
                    <a:pt x="769" y="124"/>
                  </a:lnTo>
                  <a:lnTo>
                    <a:pt x="769" y="125"/>
                  </a:lnTo>
                  <a:lnTo>
                    <a:pt x="769" y="126"/>
                  </a:lnTo>
                  <a:lnTo>
                    <a:pt x="769" y="127"/>
                  </a:lnTo>
                  <a:lnTo>
                    <a:pt x="770" y="129"/>
                  </a:lnTo>
                  <a:lnTo>
                    <a:pt x="769" y="130"/>
                  </a:lnTo>
                  <a:lnTo>
                    <a:pt x="768" y="130"/>
                  </a:lnTo>
                  <a:lnTo>
                    <a:pt x="769" y="131"/>
                  </a:lnTo>
                  <a:lnTo>
                    <a:pt x="769" y="134"/>
                  </a:lnTo>
                  <a:lnTo>
                    <a:pt x="769" y="134"/>
                  </a:lnTo>
                  <a:lnTo>
                    <a:pt x="768" y="137"/>
                  </a:lnTo>
                  <a:lnTo>
                    <a:pt x="768" y="138"/>
                  </a:lnTo>
                  <a:lnTo>
                    <a:pt x="768" y="139"/>
                  </a:lnTo>
                  <a:lnTo>
                    <a:pt x="768" y="141"/>
                  </a:lnTo>
                  <a:lnTo>
                    <a:pt x="768" y="142"/>
                  </a:lnTo>
                  <a:lnTo>
                    <a:pt x="769" y="143"/>
                  </a:lnTo>
                  <a:lnTo>
                    <a:pt x="769" y="145"/>
                  </a:lnTo>
                  <a:lnTo>
                    <a:pt x="768" y="146"/>
                  </a:lnTo>
                  <a:lnTo>
                    <a:pt x="766" y="146"/>
                  </a:lnTo>
                  <a:lnTo>
                    <a:pt x="765" y="146"/>
                  </a:lnTo>
                  <a:lnTo>
                    <a:pt x="759" y="145"/>
                  </a:lnTo>
                  <a:lnTo>
                    <a:pt x="757" y="143"/>
                  </a:lnTo>
                  <a:lnTo>
                    <a:pt x="755" y="143"/>
                  </a:lnTo>
                  <a:lnTo>
                    <a:pt x="753" y="143"/>
                  </a:lnTo>
                  <a:lnTo>
                    <a:pt x="752" y="147"/>
                  </a:lnTo>
                  <a:lnTo>
                    <a:pt x="751" y="149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7" y="151"/>
                  </a:lnTo>
                  <a:lnTo>
                    <a:pt x="747" y="152"/>
                  </a:lnTo>
                  <a:lnTo>
                    <a:pt x="748" y="154"/>
                  </a:lnTo>
                  <a:lnTo>
                    <a:pt x="751" y="158"/>
                  </a:lnTo>
                  <a:lnTo>
                    <a:pt x="751" y="160"/>
                  </a:lnTo>
                  <a:lnTo>
                    <a:pt x="752" y="162"/>
                  </a:lnTo>
                  <a:lnTo>
                    <a:pt x="753" y="163"/>
                  </a:lnTo>
                  <a:lnTo>
                    <a:pt x="753" y="166"/>
                  </a:lnTo>
                  <a:lnTo>
                    <a:pt x="753" y="168"/>
                  </a:lnTo>
                  <a:lnTo>
                    <a:pt x="753" y="171"/>
                  </a:lnTo>
                  <a:lnTo>
                    <a:pt x="753" y="175"/>
                  </a:lnTo>
                  <a:lnTo>
                    <a:pt x="755" y="175"/>
                  </a:lnTo>
                  <a:lnTo>
                    <a:pt x="755" y="177"/>
                  </a:lnTo>
                  <a:lnTo>
                    <a:pt x="756" y="180"/>
                  </a:lnTo>
                  <a:lnTo>
                    <a:pt x="755" y="181"/>
                  </a:lnTo>
                  <a:lnTo>
                    <a:pt x="755" y="183"/>
                  </a:lnTo>
                  <a:lnTo>
                    <a:pt x="755" y="184"/>
                  </a:lnTo>
                  <a:lnTo>
                    <a:pt x="755" y="185"/>
                  </a:lnTo>
                  <a:lnTo>
                    <a:pt x="755" y="185"/>
                  </a:lnTo>
                  <a:lnTo>
                    <a:pt x="751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91"/>
                  </a:lnTo>
                  <a:lnTo>
                    <a:pt x="751" y="192"/>
                  </a:lnTo>
                  <a:lnTo>
                    <a:pt x="740" y="201"/>
                  </a:lnTo>
                  <a:lnTo>
                    <a:pt x="737" y="218"/>
                  </a:lnTo>
                  <a:lnTo>
                    <a:pt x="703" y="243"/>
                  </a:lnTo>
                  <a:lnTo>
                    <a:pt x="697" y="246"/>
                  </a:lnTo>
                  <a:lnTo>
                    <a:pt x="697" y="246"/>
                  </a:lnTo>
                  <a:lnTo>
                    <a:pt x="695" y="243"/>
                  </a:lnTo>
                  <a:lnTo>
                    <a:pt x="693" y="247"/>
                  </a:lnTo>
                  <a:lnTo>
                    <a:pt x="690" y="247"/>
                  </a:lnTo>
                  <a:lnTo>
                    <a:pt x="689" y="249"/>
                  </a:lnTo>
                  <a:lnTo>
                    <a:pt x="687" y="247"/>
                  </a:lnTo>
                  <a:lnTo>
                    <a:pt x="683" y="250"/>
                  </a:lnTo>
                  <a:lnTo>
                    <a:pt x="681" y="250"/>
                  </a:lnTo>
                  <a:lnTo>
                    <a:pt x="681" y="251"/>
                  </a:lnTo>
                  <a:lnTo>
                    <a:pt x="680" y="251"/>
                  </a:lnTo>
                  <a:lnTo>
                    <a:pt x="674" y="255"/>
                  </a:lnTo>
                  <a:lnTo>
                    <a:pt x="672" y="258"/>
                  </a:lnTo>
                  <a:lnTo>
                    <a:pt x="672" y="260"/>
                  </a:lnTo>
                  <a:lnTo>
                    <a:pt x="672" y="260"/>
                  </a:lnTo>
                  <a:lnTo>
                    <a:pt x="669" y="262"/>
                  </a:lnTo>
                  <a:lnTo>
                    <a:pt x="666" y="266"/>
                  </a:lnTo>
                  <a:lnTo>
                    <a:pt x="665" y="266"/>
                  </a:lnTo>
                  <a:lnTo>
                    <a:pt x="664" y="267"/>
                  </a:lnTo>
                  <a:lnTo>
                    <a:pt x="662" y="267"/>
                  </a:lnTo>
                  <a:lnTo>
                    <a:pt x="662" y="266"/>
                  </a:lnTo>
                  <a:lnTo>
                    <a:pt x="660" y="264"/>
                  </a:lnTo>
                  <a:lnTo>
                    <a:pt x="661" y="262"/>
                  </a:lnTo>
                  <a:lnTo>
                    <a:pt x="662" y="262"/>
                  </a:lnTo>
                  <a:lnTo>
                    <a:pt x="664" y="260"/>
                  </a:lnTo>
                  <a:lnTo>
                    <a:pt x="666" y="260"/>
                  </a:lnTo>
                  <a:lnTo>
                    <a:pt x="668" y="260"/>
                  </a:lnTo>
                  <a:lnTo>
                    <a:pt x="668" y="259"/>
                  </a:lnTo>
                  <a:lnTo>
                    <a:pt x="666" y="259"/>
                  </a:lnTo>
                  <a:lnTo>
                    <a:pt x="666" y="258"/>
                  </a:lnTo>
                  <a:lnTo>
                    <a:pt x="669" y="256"/>
                  </a:lnTo>
                  <a:lnTo>
                    <a:pt x="670" y="254"/>
                  </a:lnTo>
                  <a:lnTo>
                    <a:pt x="668" y="256"/>
                  </a:lnTo>
                  <a:lnTo>
                    <a:pt x="665" y="256"/>
                  </a:lnTo>
                  <a:lnTo>
                    <a:pt x="664" y="255"/>
                  </a:lnTo>
                  <a:lnTo>
                    <a:pt x="664" y="254"/>
                  </a:lnTo>
                  <a:lnTo>
                    <a:pt x="665" y="254"/>
                  </a:lnTo>
                  <a:lnTo>
                    <a:pt x="665" y="252"/>
                  </a:lnTo>
                  <a:lnTo>
                    <a:pt x="662" y="250"/>
                  </a:lnTo>
                  <a:lnTo>
                    <a:pt x="662" y="246"/>
                  </a:lnTo>
                  <a:lnTo>
                    <a:pt x="662" y="246"/>
                  </a:lnTo>
                  <a:lnTo>
                    <a:pt x="665" y="246"/>
                  </a:lnTo>
                  <a:lnTo>
                    <a:pt x="665" y="242"/>
                  </a:lnTo>
                  <a:lnTo>
                    <a:pt x="668" y="239"/>
                  </a:lnTo>
                  <a:lnTo>
                    <a:pt x="668" y="238"/>
                  </a:lnTo>
                  <a:lnTo>
                    <a:pt x="669" y="237"/>
                  </a:lnTo>
                  <a:lnTo>
                    <a:pt x="669" y="235"/>
                  </a:lnTo>
                  <a:lnTo>
                    <a:pt x="664" y="231"/>
                  </a:lnTo>
                  <a:lnTo>
                    <a:pt x="660" y="227"/>
                  </a:lnTo>
                  <a:lnTo>
                    <a:pt x="660" y="230"/>
                  </a:lnTo>
                  <a:lnTo>
                    <a:pt x="657" y="230"/>
                  </a:lnTo>
                  <a:lnTo>
                    <a:pt x="656" y="229"/>
                  </a:lnTo>
                  <a:lnTo>
                    <a:pt x="653" y="229"/>
                  </a:lnTo>
                  <a:lnTo>
                    <a:pt x="652" y="231"/>
                  </a:lnTo>
                  <a:lnTo>
                    <a:pt x="651" y="233"/>
                  </a:lnTo>
                  <a:lnTo>
                    <a:pt x="651" y="235"/>
                  </a:lnTo>
                  <a:lnTo>
                    <a:pt x="648" y="238"/>
                  </a:lnTo>
                  <a:lnTo>
                    <a:pt x="648" y="242"/>
                  </a:lnTo>
                  <a:lnTo>
                    <a:pt x="647" y="242"/>
                  </a:lnTo>
                  <a:lnTo>
                    <a:pt x="644" y="246"/>
                  </a:lnTo>
                  <a:lnTo>
                    <a:pt x="643" y="246"/>
                  </a:lnTo>
                  <a:lnTo>
                    <a:pt x="637" y="249"/>
                  </a:lnTo>
                  <a:lnTo>
                    <a:pt x="636" y="254"/>
                  </a:lnTo>
                  <a:lnTo>
                    <a:pt x="636" y="255"/>
                  </a:lnTo>
                  <a:lnTo>
                    <a:pt x="636" y="256"/>
                  </a:lnTo>
                  <a:lnTo>
                    <a:pt x="637" y="259"/>
                  </a:lnTo>
                  <a:lnTo>
                    <a:pt x="635" y="259"/>
                  </a:lnTo>
                  <a:lnTo>
                    <a:pt x="636" y="260"/>
                  </a:lnTo>
                  <a:lnTo>
                    <a:pt x="635" y="263"/>
                  </a:lnTo>
                  <a:lnTo>
                    <a:pt x="632" y="263"/>
                  </a:lnTo>
                  <a:lnTo>
                    <a:pt x="628" y="263"/>
                  </a:lnTo>
                  <a:lnTo>
                    <a:pt x="623" y="262"/>
                  </a:lnTo>
                  <a:lnTo>
                    <a:pt x="623" y="263"/>
                  </a:lnTo>
                  <a:lnTo>
                    <a:pt x="622" y="263"/>
                  </a:lnTo>
                  <a:lnTo>
                    <a:pt x="622" y="266"/>
                  </a:lnTo>
                  <a:lnTo>
                    <a:pt x="622" y="267"/>
                  </a:lnTo>
                  <a:lnTo>
                    <a:pt x="622" y="268"/>
                  </a:lnTo>
                  <a:lnTo>
                    <a:pt x="620" y="270"/>
                  </a:lnTo>
                  <a:lnTo>
                    <a:pt x="622" y="272"/>
                  </a:lnTo>
                  <a:lnTo>
                    <a:pt x="622" y="275"/>
                  </a:lnTo>
                  <a:lnTo>
                    <a:pt x="624" y="276"/>
                  </a:lnTo>
                  <a:lnTo>
                    <a:pt x="628" y="279"/>
                  </a:lnTo>
                  <a:lnTo>
                    <a:pt x="628" y="280"/>
                  </a:lnTo>
                  <a:lnTo>
                    <a:pt x="631" y="284"/>
                  </a:lnTo>
                  <a:lnTo>
                    <a:pt x="631" y="283"/>
                  </a:lnTo>
                  <a:lnTo>
                    <a:pt x="631" y="284"/>
                  </a:lnTo>
                  <a:lnTo>
                    <a:pt x="632" y="283"/>
                  </a:lnTo>
                  <a:lnTo>
                    <a:pt x="633" y="283"/>
                  </a:lnTo>
                  <a:lnTo>
                    <a:pt x="633" y="283"/>
                  </a:lnTo>
                  <a:lnTo>
                    <a:pt x="635" y="283"/>
                  </a:lnTo>
                  <a:lnTo>
                    <a:pt x="639" y="283"/>
                  </a:lnTo>
                  <a:lnTo>
                    <a:pt x="639" y="285"/>
                  </a:lnTo>
                  <a:lnTo>
                    <a:pt x="639" y="288"/>
                  </a:lnTo>
                  <a:lnTo>
                    <a:pt x="641" y="295"/>
                  </a:lnTo>
                  <a:lnTo>
                    <a:pt x="645" y="295"/>
                  </a:lnTo>
                  <a:lnTo>
                    <a:pt x="647" y="293"/>
                  </a:lnTo>
                  <a:lnTo>
                    <a:pt x="649" y="293"/>
                  </a:lnTo>
                  <a:lnTo>
                    <a:pt x="651" y="293"/>
                  </a:lnTo>
                  <a:lnTo>
                    <a:pt x="652" y="291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53" y="288"/>
                  </a:lnTo>
                  <a:lnTo>
                    <a:pt x="655" y="287"/>
                  </a:lnTo>
                  <a:lnTo>
                    <a:pt x="655" y="284"/>
                  </a:lnTo>
                  <a:lnTo>
                    <a:pt x="655" y="283"/>
                  </a:lnTo>
                  <a:lnTo>
                    <a:pt x="657" y="283"/>
                  </a:lnTo>
                  <a:lnTo>
                    <a:pt x="662" y="280"/>
                  </a:lnTo>
                  <a:lnTo>
                    <a:pt x="664" y="281"/>
                  </a:lnTo>
                  <a:lnTo>
                    <a:pt x="665" y="283"/>
                  </a:lnTo>
                  <a:lnTo>
                    <a:pt x="666" y="284"/>
                  </a:lnTo>
                  <a:lnTo>
                    <a:pt x="668" y="285"/>
                  </a:lnTo>
                  <a:lnTo>
                    <a:pt x="669" y="287"/>
                  </a:lnTo>
                  <a:lnTo>
                    <a:pt x="677" y="285"/>
                  </a:lnTo>
                  <a:lnTo>
                    <a:pt x="677" y="285"/>
                  </a:lnTo>
                  <a:lnTo>
                    <a:pt x="680" y="285"/>
                  </a:lnTo>
                  <a:lnTo>
                    <a:pt x="680" y="285"/>
                  </a:lnTo>
                  <a:lnTo>
                    <a:pt x="683" y="285"/>
                  </a:lnTo>
                  <a:lnTo>
                    <a:pt x="686" y="285"/>
                  </a:lnTo>
                  <a:lnTo>
                    <a:pt x="687" y="285"/>
                  </a:lnTo>
                  <a:lnTo>
                    <a:pt x="685" y="287"/>
                  </a:lnTo>
                  <a:lnTo>
                    <a:pt x="685" y="288"/>
                  </a:lnTo>
                  <a:lnTo>
                    <a:pt x="686" y="291"/>
                  </a:lnTo>
                  <a:lnTo>
                    <a:pt x="685" y="291"/>
                  </a:lnTo>
                  <a:lnTo>
                    <a:pt x="683" y="292"/>
                  </a:lnTo>
                  <a:lnTo>
                    <a:pt x="683" y="295"/>
                  </a:lnTo>
                  <a:lnTo>
                    <a:pt x="686" y="295"/>
                  </a:lnTo>
                  <a:lnTo>
                    <a:pt x="686" y="296"/>
                  </a:lnTo>
                  <a:lnTo>
                    <a:pt x="683" y="299"/>
                  </a:lnTo>
                  <a:lnTo>
                    <a:pt x="680" y="296"/>
                  </a:lnTo>
                  <a:lnTo>
                    <a:pt x="680" y="295"/>
                  </a:lnTo>
                  <a:lnTo>
                    <a:pt x="678" y="296"/>
                  </a:lnTo>
                  <a:lnTo>
                    <a:pt x="678" y="295"/>
                  </a:lnTo>
                  <a:lnTo>
                    <a:pt x="676" y="299"/>
                  </a:lnTo>
                  <a:lnTo>
                    <a:pt x="674" y="299"/>
                  </a:lnTo>
                  <a:lnTo>
                    <a:pt x="672" y="300"/>
                  </a:lnTo>
                  <a:lnTo>
                    <a:pt x="669" y="300"/>
                  </a:lnTo>
                  <a:lnTo>
                    <a:pt x="669" y="301"/>
                  </a:lnTo>
                  <a:lnTo>
                    <a:pt x="666" y="300"/>
                  </a:lnTo>
                  <a:lnTo>
                    <a:pt x="664" y="300"/>
                  </a:lnTo>
                  <a:lnTo>
                    <a:pt x="666" y="301"/>
                  </a:lnTo>
                  <a:lnTo>
                    <a:pt x="668" y="304"/>
                  </a:lnTo>
                  <a:lnTo>
                    <a:pt x="664" y="304"/>
                  </a:lnTo>
                  <a:lnTo>
                    <a:pt x="664" y="306"/>
                  </a:lnTo>
                  <a:lnTo>
                    <a:pt x="661" y="306"/>
                  </a:lnTo>
                  <a:lnTo>
                    <a:pt x="658" y="309"/>
                  </a:lnTo>
                  <a:lnTo>
                    <a:pt x="660" y="310"/>
                  </a:lnTo>
                  <a:lnTo>
                    <a:pt x="662" y="312"/>
                  </a:lnTo>
                  <a:lnTo>
                    <a:pt x="660" y="314"/>
                  </a:lnTo>
                  <a:lnTo>
                    <a:pt x="658" y="313"/>
                  </a:lnTo>
                  <a:lnTo>
                    <a:pt x="657" y="317"/>
                  </a:lnTo>
                  <a:lnTo>
                    <a:pt x="655" y="317"/>
                  </a:lnTo>
                  <a:lnTo>
                    <a:pt x="655" y="317"/>
                  </a:lnTo>
                  <a:lnTo>
                    <a:pt x="653" y="320"/>
                  </a:lnTo>
                  <a:lnTo>
                    <a:pt x="655" y="322"/>
                  </a:lnTo>
                  <a:lnTo>
                    <a:pt x="653" y="326"/>
                  </a:lnTo>
                  <a:lnTo>
                    <a:pt x="653" y="333"/>
                  </a:lnTo>
                  <a:lnTo>
                    <a:pt x="655" y="333"/>
                  </a:lnTo>
                  <a:lnTo>
                    <a:pt x="661" y="335"/>
                  </a:lnTo>
                  <a:lnTo>
                    <a:pt x="661" y="337"/>
                  </a:lnTo>
                  <a:lnTo>
                    <a:pt x="662" y="337"/>
                  </a:lnTo>
                  <a:lnTo>
                    <a:pt x="669" y="339"/>
                  </a:lnTo>
                  <a:lnTo>
                    <a:pt x="673" y="347"/>
                  </a:lnTo>
                  <a:lnTo>
                    <a:pt x="673" y="347"/>
                  </a:lnTo>
                  <a:lnTo>
                    <a:pt x="672" y="350"/>
                  </a:lnTo>
                  <a:lnTo>
                    <a:pt x="674" y="351"/>
                  </a:lnTo>
                  <a:lnTo>
                    <a:pt x="674" y="354"/>
                  </a:lnTo>
                  <a:lnTo>
                    <a:pt x="680" y="358"/>
                  </a:lnTo>
                  <a:lnTo>
                    <a:pt x="680" y="360"/>
                  </a:lnTo>
                  <a:lnTo>
                    <a:pt x="682" y="366"/>
                  </a:lnTo>
                  <a:lnTo>
                    <a:pt x="685" y="366"/>
                  </a:lnTo>
                  <a:lnTo>
                    <a:pt x="687" y="366"/>
                  </a:lnTo>
                  <a:lnTo>
                    <a:pt x="689" y="367"/>
                  </a:lnTo>
                  <a:lnTo>
                    <a:pt x="689" y="368"/>
                  </a:lnTo>
                  <a:lnTo>
                    <a:pt x="691" y="371"/>
                  </a:lnTo>
                  <a:lnTo>
                    <a:pt x="693" y="372"/>
                  </a:lnTo>
                  <a:lnTo>
                    <a:pt x="694" y="375"/>
                  </a:lnTo>
                  <a:lnTo>
                    <a:pt x="693" y="376"/>
                  </a:lnTo>
                  <a:lnTo>
                    <a:pt x="687" y="375"/>
                  </a:lnTo>
                  <a:lnTo>
                    <a:pt x="685" y="376"/>
                  </a:lnTo>
                  <a:lnTo>
                    <a:pt x="682" y="374"/>
                  </a:lnTo>
                  <a:lnTo>
                    <a:pt x="681" y="374"/>
                  </a:lnTo>
                  <a:lnTo>
                    <a:pt x="678" y="372"/>
                  </a:lnTo>
                  <a:lnTo>
                    <a:pt x="674" y="372"/>
                  </a:lnTo>
                  <a:lnTo>
                    <a:pt x="673" y="374"/>
                  </a:lnTo>
                  <a:lnTo>
                    <a:pt x="670" y="374"/>
                  </a:lnTo>
                  <a:lnTo>
                    <a:pt x="669" y="372"/>
                  </a:lnTo>
                  <a:lnTo>
                    <a:pt x="668" y="368"/>
                  </a:lnTo>
                  <a:lnTo>
                    <a:pt x="664" y="370"/>
                  </a:lnTo>
                  <a:lnTo>
                    <a:pt x="662" y="370"/>
                  </a:lnTo>
                  <a:lnTo>
                    <a:pt x="661" y="370"/>
                  </a:lnTo>
                  <a:lnTo>
                    <a:pt x="660" y="370"/>
                  </a:lnTo>
                  <a:lnTo>
                    <a:pt x="658" y="370"/>
                  </a:lnTo>
                  <a:lnTo>
                    <a:pt x="657" y="371"/>
                  </a:lnTo>
                  <a:lnTo>
                    <a:pt x="655" y="376"/>
                  </a:lnTo>
                  <a:lnTo>
                    <a:pt x="657" y="372"/>
                  </a:lnTo>
                  <a:lnTo>
                    <a:pt x="660" y="371"/>
                  </a:lnTo>
                  <a:lnTo>
                    <a:pt x="662" y="371"/>
                  </a:lnTo>
                  <a:lnTo>
                    <a:pt x="665" y="371"/>
                  </a:lnTo>
                  <a:lnTo>
                    <a:pt x="666" y="371"/>
                  </a:lnTo>
                  <a:lnTo>
                    <a:pt x="666" y="372"/>
                  </a:lnTo>
                  <a:lnTo>
                    <a:pt x="670" y="375"/>
                  </a:lnTo>
                  <a:lnTo>
                    <a:pt x="672" y="375"/>
                  </a:lnTo>
                  <a:lnTo>
                    <a:pt x="676" y="372"/>
                  </a:lnTo>
                  <a:lnTo>
                    <a:pt x="678" y="372"/>
                  </a:lnTo>
                  <a:lnTo>
                    <a:pt x="682" y="378"/>
                  </a:lnTo>
                  <a:lnTo>
                    <a:pt x="686" y="380"/>
                  </a:lnTo>
                  <a:lnTo>
                    <a:pt x="693" y="384"/>
                  </a:lnTo>
                  <a:lnTo>
                    <a:pt x="695" y="388"/>
                  </a:lnTo>
                  <a:lnTo>
                    <a:pt x="695" y="389"/>
                  </a:lnTo>
                  <a:lnTo>
                    <a:pt x="693" y="391"/>
                  </a:lnTo>
                  <a:lnTo>
                    <a:pt x="690" y="393"/>
                  </a:lnTo>
                  <a:lnTo>
                    <a:pt x="687" y="393"/>
                  </a:lnTo>
                  <a:lnTo>
                    <a:pt x="687" y="395"/>
                  </a:lnTo>
                  <a:lnTo>
                    <a:pt x="686" y="396"/>
                  </a:lnTo>
                  <a:lnTo>
                    <a:pt x="685" y="397"/>
                  </a:lnTo>
                  <a:lnTo>
                    <a:pt x="682" y="396"/>
                  </a:lnTo>
                  <a:lnTo>
                    <a:pt x="681" y="397"/>
                  </a:lnTo>
                  <a:lnTo>
                    <a:pt x="678" y="397"/>
                  </a:lnTo>
                  <a:lnTo>
                    <a:pt x="676" y="400"/>
                  </a:lnTo>
                  <a:lnTo>
                    <a:pt x="676" y="403"/>
                  </a:lnTo>
                  <a:lnTo>
                    <a:pt x="677" y="400"/>
                  </a:lnTo>
                  <a:lnTo>
                    <a:pt x="678" y="399"/>
                  </a:lnTo>
                  <a:lnTo>
                    <a:pt x="681" y="397"/>
                  </a:lnTo>
                  <a:lnTo>
                    <a:pt x="683" y="401"/>
                  </a:lnTo>
                  <a:lnTo>
                    <a:pt x="686" y="401"/>
                  </a:lnTo>
                  <a:lnTo>
                    <a:pt x="689" y="399"/>
                  </a:lnTo>
                  <a:lnTo>
                    <a:pt x="691" y="399"/>
                  </a:lnTo>
                  <a:lnTo>
                    <a:pt x="695" y="404"/>
                  </a:lnTo>
                  <a:lnTo>
                    <a:pt x="697" y="403"/>
                  </a:lnTo>
                  <a:lnTo>
                    <a:pt x="698" y="404"/>
                  </a:lnTo>
                  <a:lnTo>
                    <a:pt x="699" y="404"/>
                  </a:lnTo>
                  <a:lnTo>
                    <a:pt x="701" y="405"/>
                  </a:lnTo>
                  <a:lnTo>
                    <a:pt x="695" y="409"/>
                  </a:lnTo>
                  <a:lnTo>
                    <a:pt x="691" y="410"/>
                  </a:lnTo>
                  <a:lnTo>
                    <a:pt x="691" y="413"/>
                  </a:lnTo>
                  <a:lnTo>
                    <a:pt x="693" y="413"/>
                  </a:lnTo>
                  <a:lnTo>
                    <a:pt x="697" y="410"/>
                  </a:lnTo>
                  <a:lnTo>
                    <a:pt x="699" y="410"/>
                  </a:lnTo>
                  <a:lnTo>
                    <a:pt x="699" y="409"/>
                  </a:lnTo>
                  <a:lnTo>
                    <a:pt x="698" y="409"/>
                  </a:lnTo>
                  <a:lnTo>
                    <a:pt x="699" y="408"/>
                  </a:lnTo>
                  <a:lnTo>
                    <a:pt x="701" y="408"/>
                  </a:lnTo>
                  <a:lnTo>
                    <a:pt x="702" y="412"/>
                  </a:lnTo>
                  <a:lnTo>
                    <a:pt x="702" y="413"/>
                  </a:lnTo>
                  <a:lnTo>
                    <a:pt x="701" y="414"/>
                  </a:lnTo>
                  <a:lnTo>
                    <a:pt x="701" y="413"/>
                  </a:lnTo>
                  <a:lnTo>
                    <a:pt x="699" y="413"/>
                  </a:lnTo>
                  <a:lnTo>
                    <a:pt x="699" y="414"/>
                  </a:lnTo>
                  <a:lnTo>
                    <a:pt x="698" y="414"/>
                  </a:lnTo>
                  <a:lnTo>
                    <a:pt x="695" y="414"/>
                  </a:lnTo>
                  <a:lnTo>
                    <a:pt x="693" y="416"/>
                  </a:lnTo>
                  <a:lnTo>
                    <a:pt x="693" y="417"/>
                  </a:lnTo>
                  <a:lnTo>
                    <a:pt x="697" y="417"/>
                  </a:lnTo>
                  <a:lnTo>
                    <a:pt x="698" y="418"/>
                  </a:lnTo>
                  <a:lnTo>
                    <a:pt x="698" y="420"/>
                  </a:lnTo>
                  <a:lnTo>
                    <a:pt x="697" y="420"/>
                  </a:lnTo>
                  <a:lnTo>
                    <a:pt x="695" y="421"/>
                  </a:lnTo>
                  <a:lnTo>
                    <a:pt x="697" y="421"/>
                  </a:lnTo>
                  <a:lnTo>
                    <a:pt x="698" y="422"/>
                  </a:lnTo>
                  <a:lnTo>
                    <a:pt x="697" y="424"/>
                  </a:lnTo>
                  <a:lnTo>
                    <a:pt x="695" y="424"/>
                  </a:lnTo>
                  <a:lnTo>
                    <a:pt x="694" y="424"/>
                  </a:lnTo>
                  <a:lnTo>
                    <a:pt x="695" y="425"/>
                  </a:lnTo>
                  <a:lnTo>
                    <a:pt x="698" y="425"/>
                  </a:lnTo>
                  <a:lnTo>
                    <a:pt x="699" y="428"/>
                  </a:lnTo>
                  <a:lnTo>
                    <a:pt x="697" y="429"/>
                  </a:lnTo>
                  <a:lnTo>
                    <a:pt x="697" y="431"/>
                  </a:lnTo>
                  <a:lnTo>
                    <a:pt x="695" y="430"/>
                  </a:lnTo>
                  <a:lnTo>
                    <a:pt x="695" y="429"/>
                  </a:lnTo>
                  <a:lnTo>
                    <a:pt x="694" y="429"/>
                  </a:lnTo>
                  <a:lnTo>
                    <a:pt x="691" y="433"/>
                  </a:lnTo>
                  <a:lnTo>
                    <a:pt x="690" y="434"/>
                  </a:lnTo>
                  <a:lnTo>
                    <a:pt x="687" y="433"/>
                  </a:lnTo>
                  <a:lnTo>
                    <a:pt x="690" y="434"/>
                  </a:lnTo>
                  <a:lnTo>
                    <a:pt x="690" y="435"/>
                  </a:lnTo>
                  <a:lnTo>
                    <a:pt x="690" y="437"/>
                  </a:lnTo>
                  <a:lnTo>
                    <a:pt x="689" y="438"/>
                  </a:lnTo>
                  <a:lnTo>
                    <a:pt x="689" y="439"/>
                  </a:lnTo>
                  <a:lnTo>
                    <a:pt x="690" y="441"/>
                  </a:lnTo>
                  <a:lnTo>
                    <a:pt x="689" y="442"/>
                  </a:lnTo>
                  <a:lnTo>
                    <a:pt x="689" y="443"/>
                  </a:lnTo>
                  <a:lnTo>
                    <a:pt x="687" y="445"/>
                  </a:lnTo>
                  <a:lnTo>
                    <a:pt x="686" y="443"/>
                  </a:lnTo>
                  <a:lnTo>
                    <a:pt x="685" y="445"/>
                  </a:lnTo>
                  <a:lnTo>
                    <a:pt x="687" y="445"/>
                  </a:lnTo>
                  <a:lnTo>
                    <a:pt x="689" y="447"/>
                  </a:lnTo>
                  <a:lnTo>
                    <a:pt x="686" y="447"/>
                  </a:lnTo>
                  <a:lnTo>
                    <a:pt x="686" y="449"/>
                  </a:lnTo>
                  <a:lnTo>
                    <a:pt x="682" y="451"/>
                  </a:lnTo>
                  <a:lnTo>
                    <a:pt x="681" y="451"/>
                  </a:lnTo>
                  <a:lnTo>
                    <a:pt x="681" y="449"/>
                  </a:lnTo>
                  <a:lnTo>
                    <a:pt x="680" y="449"/>
                  </a:lnTo>
                  <a:lnTo>
                    <a:pt x="680" y="449"/>
                  </a:lnTo>
                  <a:lnTo>
                    <a:pt x="678" y="451"/>
                  </a:lnTo>
                  <a:lnTo>
                    <a:pt x="677" y="451"/>
                  </a:lnTo>
                  <a:lnTo>
                    <a:pt x="678" y="453"/>
                  </a:lnTo>
                  <a:lnTo>
                    <a:pt x="677" y="453"/>
                  </a:lnTo>
                  <a:lnTo>
                    <a:pt x="680" y="453"/>
                  </a:lnTo>
                  <a:lnTo>
                    <a:pt x="681" y="455"/>
                  </a:lnTo>
                  <a:lnTo>
                    <a:pt x="678" y="455"/>
                  </a:lnTo>
                  <a:lnTo>
                    <a:pt x="681" y="458"/>
                  </a:lnTo>
                  <a:lnTo>
                    <a:pt x="682" y="456"/>
                  </a:lnTo>
                  <a:lnTo>
                    <a:pt x="683" y="458"/>
                  </a:lnTo>
                  <a:lnTo>
                    <a:pt x="680" y="459"/>
                  </a:lnTo>
                  <a:lnTo>
                    <a:pt x="677" y="462"/>
                  </a:lnTo>
                  <a:lnTo>
                    <a:pt x="677" y="463"/>
                  </a:lnTo>
                  <a:lnTo>
                    <a:pt x="678" y="462"/>
                  </a:lnTo>
                  <a:lnTo>
                    <a:pt x="680" y="462"/>
                  </a:lnTo>
                  <a:lnTo>
                    <a:pt x="681" y="463"/>
                  </a:lnTo>
                  <a:lnTo>
                    <a:pt x="678" y="466"/>
                  </a:lnTo>
                  <a:lnTo>
                    <a:pt x="680" y="466"/>
                  </a:lnTo>
                  <a:lnTo>
                    <a:pt x="680" y="468"/>
                  </a:lnTo>
                  <a:lnTo>
                    <a:pt x="678" y="468"/>
                  </a:lnTo>
                  <a:lnTo>
                    <a:pt x="678" y="470"/>
                  </a:lnTo>
                  <a:lnTo>
                    <a:pt x="680" y="470"/>
                  </a:lnTo>
                  <a:lnTo>
                    <a:pt x="681" y="471"/>
                  </a:lnTo>
                  <a:lnTo>
                    <a:pt x="681" y="474"/>
                  </a:lnTo>
                  <a:lnTo>
                    <a:pt x="680" y="472"/>
                  </a:lnTo>
                  <a:lnTo>
                    <a:pt x="678" y="472"/>
                  </a:lnTo>
                  <a:lnTo>
                    <a:pt x="678" y="471"/>
                  </a:lnTo>
                  <a:lnTo>
                    <a:pt x="677" y="470"/>
                  </a:lnTo>
                  <a:lnTo>
                    <a:pt x="676" y="471"/>
                  </a:lnTo>
                  <a:lnTo>
                    <a:pt x="674" y="471"/>
                  </a:lnTo>
                  <a:lnTo>
                    <a:pt x="674" y="472"/>
                  </a:lnTo>
                  <a:lnTo>
                    <a:pt x="676" y="474"/>
                  </a:lnTo>
                  <a:lnTo>
                    <a:pt x="676" y="476"/>
                  </a:lnTo>
                  <a:lnTo>
                    <a:pt x="676" y="475"/>
                  </a:lnTo>
                  <a:lnTo>
                    <a:pt x="674" y="475"/>
                  </a:lnTo>
                  <a:lnTo>
                    <a:pt x="673" y="474"/>
                  </a:lnTo>
                  <a:lnTo>
                    <a:pt x="672" y="474"/>
                  </a:lnTo>
                  <a:lnTo>
                    <a:pt x="673" y="475"/>
                  </a:lnTo>
                  <a:lnTo>
                    <a:pt x="673" y="478"/>
                  </a:lnTo>
                  <a:lnTo>
                    <a:pt x="674" y="478"/>
                  </a:lnTo>
                  <a:lnTo>
                    <a:pt x="674" y="478"/>
                  </a:lnTo>
                  <a:lnTo>
                    <a:pt x="673" y="479"/>
                  </a:lnTo>
                  <a:lnTo>
                    <a:pt x="672" y="478"/>
                  </a:lnTo>
                  <a:lnTo>
                    <a:pt x="670" y="479"/>
                  </a:lnTo>
                  <a:lnTo>
                    <a:pt x="672" y="480"/>
                  </a:lnTo>
                  <a:lnTo>
                    <a:pt x="673" y="481"/>
                  </a:lnTo>
                  <a:lnTo>
                    <a:pt x="673" y="483"/>
                  </a:lnTo>
                  <a:lnTo>
                    <a:pt x="669" y="481"/>
                  </a:lnTo>
                  <a:lnTo>
                    <a:pt x="668" y="483"/>
                  </a:lnTo>
                  <a:lnTo>
                    <a:pt x="668" y="481"/>
                  </a:lnTo>
                  <a:lnTo>
                    <a:pt x="665" y="484"/>
                  </a:lnTo>
                  <a:lnTo>
                    <a:pt x="661" y="484"/>
                  </a:lnTo>
                  <a:lnTo>
                    <a:pt x="665" y="487"/>
                  </a:lnTo>
                  <a:lnTo>
                    <a:pt x="666" y="485"/>
                  </a:lnTo>
                  <a:lnTo>
                    <a:pt x="668" y="487"/>
                  </a:lnTo>
                  <a:lnTo>
                    <a:pt x="668" y="488"/>
                  </a:lnTo>
                  <a:lnTo>
                    <a:pt x="666" y="488"/>
                  </a:lnTo>
                  <a:lnTo>
                    <a:pt x="665" y="491"/>
                  </a:lnTo>
                  <a:lnTo>
                    <a:pt x="664" y="489"/>
                  </a:lnTo>
                  <a:lnTo>
                    <a:pt x="662" y="492"/>
                  </a:lnTo>
                  <a:lnTo>
                    <a:pt x="662" y="492"/>
                  </a:lnTo>
                  <a:lnTo>
                    <a:pt x="662" y="491"/>
                  </a:lnTo>
                  <a:lnTo>
                    <a:pt x="661" y="491"/>
                  </a:lnTo>
                  <a:lnTo>
                    <a:pt x="661" y="493"/>
                  </a:lnTo>
                  <a:lnTo>
                    <a:pt x="660" y="493"/>
                  </a:lnTo>
                  <a:lnTo>
                    <a:pt x="658" y="496"/>
                  </a:lnTo>
                  <a:lnTo>
                    <a:pt x="657" y="496"/>
                  </a:lnTo>
                  <a:lnTo>
                    <a:pt x="656" y="495"/>
                  </a:lnTo>
                  <a:lnTo>
                    <a:pt x="653" y="495"/>
                  </a:lnTo>
                  <a:lnTo>
                    <a:pt x="653" y="496"/>
                  </a:lnTo>
                  <a:lnTo>
                    <a:pt x="652" y="496"/>
                  </a:lnTo>
                  <a:lnTo>
                    <a:pt x="652" y="499"/>
                  </a:lnTo>
                  <a:lnTo>
                    <a:pt x="652" y="501"/>
                  </a:lnTo>
                  <a:lnTo>
                    <a:pt x="651" y="503"/>
                  </a:lnTo>
                  <a:lnTo>
                    <a:pt x="652" y="504"/>
                  </a:lnTo>
                  <a:lnTo>
                    <a:pt x="649" y="505"/>
                  </a:lnTo>
                  <a:lnTo>
                    <a:pt x="648" y="504"/>
                  </a:lnTo>
                  <a:lnTo>
                    <a:pt x="648" y="505"/>
                  </a:lnTo>
                  <a:lnTo>
                    <a:pt x="648" y="504"/>
                  </a:lnTo>
                  <a:lnTo>
                    <a:pt x="647" y="505"/>
                  </a:lnTo>
                  <a:lnTo>
                    <a:pt x="645" y="506"/>
                  </a:lnTo>
                  <a:lnTo>
                    <a:pt x="643" y="506"/>
                  </a:lnTo>
                  <a:lnTo>
                    <a:pt x="641" y="508"/>
                  </a:lnTo>
                  <a:lnTo>
                    <a:pt x="640" y="508"/>
                  </a:lnTo>
                  <a:lnTo>
                    <a:pt x="640" y="508"/>
                  </a:lnTo>
                  <a:lnTo>
                    <a:pt x="639" y="508"/>
                  </a:lnTo>
                  <a:lnTo>
                    <a:pt x="639" y="509"/>
                  </a:lnTo>
                  <a:lnTo>
                    <a:pt x="637" y="510"/>
                  </a:lnTo>
                  <a:lnTo>
                    <a:pt x="635" y="508"/>
                  </a:lnTo>
                  <a:lnTo>
                    <a:pt x="635" y="506"/>
                  </a:lnTo>
                  <a:lnTo>
                    <a:pt x="633" y="508"/>
                  </a:lnTo>
                  <a:lnTo>
                    <a:pt x="632" y="509"/>
                  </a:lnTo>
                  <a:lnTo>
                    <a:pt x="632" y="510"/>
                  </a:lnTo>
                  <a:lnTo>
                    <a:pt x="629" y="510"/>
                  </a:lnTo>
                  <a:lnTo>
                    <a:pt x="628" y="509"/>
                  </a:lnTo>
                  <a:lnTo>
                    <a:pt x="627" y="510"/>
                  </a:lnTo>
                  <a:lnTo>
                    <a:pt x="624" y="512"/>
                  </a:lnTo>
                  <a:lnTo>
                    <a:pt x="624" y="513"/>
                  </a:lnTo>
                  <a:lnTo>
                    <a:pt x="620" y="516"/>
                  </a:lnTo>
                  <a:lnTo>
                    <a:pt x="620" y="514"/>
                  </a:lnTo>
                  <a:lnTo>
                    <a:pt x="622" y="514"/>
                  </a:lnTo>
                  <a:lnTo>
                    <a:pt x="623" y="512"/>
                  </a:lnTo>
                  <a:lnTo>
                    <a:pt x="622" y="513"/>
                  </a:lnTo>
                  <a:lnTo>
                    <a:pt x="619" y="510"/>
                  </a:lnTo>
                  <a:lnTo>
                    <a:pt x="618" y="509"/>
                  </a:lnTo>
                  <a:lnTo>
                    <a:pt x="615" y="508"/>
                  </a:lnTo>
                  <a:lnTo>
                    <a:pt x="614" y="506"/>
                  </a:lnTo>
                  <a:lnTo>
                    <a:pt x="615" y="508"/>
                  </a:lnTo>
                  <a:lnTo>
                    <a:pt x="615" y="509"/>
                  </a:lnTo>
                  <a:lnTo>
                    <a:pt x="615" y="512"/>
                  </a:lnTo>
                  <a:lnTo>
                    <a:pt x="615" y="514"/>
                  </a:lnTo>
                  <a:lnTo>
                    <a:pt x="614" y="516"/>
                  </a:lnTo>
                  <a:lnTo>
                    <a:pt x="612" y="517"/>
                  </a:lnTo>
                  <a:lnTo>
                    <a:pt x="611" y="518"/>
                  </a:lnTo>
                  <a:lnTo>
                    <a:pt x="611" y="517"/>
                  </a:lnTo>
                  <a:lnTo>
                    <a:pt x="610" y="517"/>
                  </a:lnTo>
                  <a:lnTo>
                    <a:pt x="610" y="517"/>
                  </a:lnTo>
                  <a:lnTo>
                    <a:pt x="608" y="520"/>
                  </a:lnTo>
                  <a:lnTo>
                    <a:pt x="606" y="522"/>
                  </a:lnTo>
                  <a:lnTo>
                    <a:pt x="603" y="524"/>
                  </a:lnTo>
                  <a:lnTo>
                    <a:pt x="602" y="524"/>
                  </a:lnTo>
                  <a:lnTo>
                    <a:pt x="599" y="522"/>
                  </a:lnTo>
                  <a:lnTo>
                    <a:pt x="597" y="524"/>
                  </a:lnTo>
                  <a:lnTo>
                    <a:pt x="595" y="524"/>
                  </a:lnTo>
                  <a:lnTo>
                    <a:pt x="597" y="525"/>
                  </a:lnTo>
                  <a:lnTo>
                    <a:pt x="594" y="526"/>
                  </a:lnTo>
                  <a:lnTo>
                    <a:pt x="591" y="526"/>
                  </a:lnTo>
                  <a:lnTo>
                    <a:pt x="590" y="526"/>
                  </a:lnTo>
                  <a:lnTo>
                    <a:pt x="589" y="528"/>
                  </a:lnTo>
                  <a:lnTo>
                    <a:pt x="586" y="529"/>
                  </a:lnTo>
                  <a:lnTo>
                    <a:pt x="585" y="530"/>
                  </a:lnTo>
                  <a:lnTo>
                    <a:pt x="585" y="529"/>
                  </a:lnTo>
                  <a:lnTo>
                    <a:pt x="585" y="529"/>
                  </a:lnTo>
                  <a:lnTo>
                    <a:pt x="583" y="529"/>
                  </a:lnTo>
                  <a:lnTo>
                    <a:pt x="583" y="528"/>
                  </a:lnTo>
                  <a:lnTo>
                    <a:pt x="585" y="528"/>
                  </a:lnTo>
                  <a:lnTo>
                    <a:pt x="583" y="528"/>
                  </a:lnTo>
                  <a:lnTo>
                    <a:pt x="583" y="526"/>
                  </a:lnTo>
                  <a:lnTo>
                    <a:pt x="582" y="526"/>
                  </a:lnTo>
                  <a:lnTo>
                    <a:pt x="582" y="528"/>
                  </a:lnTo>
                  <a:lnTo>
                    <a:pt x="581" y="528"/>
                  </a:lnTo>
                  <a:lnTo>
                    <a:pt x="582" y="529"/>
                  </a:lnTo>
                  <a:lnTo>
                    <a:pt x="581" y="530"/>
                  </a:lnTo>
                  <a:lnTo>
                    <a:pt x="579" y="531"/>
                  </a:lnTo>
                  <a:lnTo>
                    <a:pt x="579" y="533"/>
                  </a:lnTo>
                  <a:lnTo>
                    <a:pt x="579" y="534"/>
                  </a:lnTo>
                  <a:lnTo>
                    <a:pt x="581" y="534"/>
                  </a:lnTo>
                  <a:lnTo>
                    <a:pt x="582" y="537"/>
                  </a:lnTo>
                  <a:lnTo>
                    <a:pt x="582" y="538"/>
                  </a:lnTo>
                  <a:lnTo>
                    <a:pt x="583" y="538"/>
                  </a:lnTo>
                  <a:lnTo>
                    <a:pt x="585" y="539"/>
                  </a:lnTo>
                  <a:lnTo>
                    <a:pt x="582" y="541"/>
                  </a:lnTo>
                  <a:lnTo>
                    <a:pt x="581" y="541"/>
                  </a:lnTo>
                  <a:lnTo>
                    <a:pt x="581" y="541"/>
                  </a:lnTo>
                  <a:lnTo>
                    <a:pt x="578" y="541"/>
                  </a:lnTo>
                  <a:lnTo>
                    <a:pt x="577" y="542"/>
                  </a:lnTo>
                  <a:lnTo>
                    <a:pt x="577" y="542"/>
                  </a:lnTo>
                  <a:lnTo>
                    <a:pt x="577" y="539"/>
                  </a:lnTo>
                  <a:lnTo>
                    <a:pt x="577" y="538"/>
                  </a:lnTo>
                  <a:lnTo>
                    <a:pt x="574" y="538"/>
                  </a:lnTo>
                  <a:lnTo>
                    <a:pt x="572" y="534"/>
                  </a:lnTo>
                  <a:lnTo>
                    <a:pt x="572" y="533"/>
                  </a:lnTo>
                  <a:lnTo>
                    <a:pt x="574" y="530"/>
                  </a:lnTo>
                  <a:lnTo>
                    <a:pt x="574" y="528"/>
                  </a:lnTo>
                  <a:lnTo>
                    <a:pt x="575" y="528"/>
                  </a:lnTo>
                  <a:lnTo>
                    <a:pt x="575" y="528"/>
                  </a:lnTo>
                  <a:lnTo>
                    <a:pt x="574" y="526"/>
                  </a:lnTo>
                  <a:lnTo>
                    <a:pt x="573" y="528"/>
                  </a:lnTo>
                  <a:lnTo>
                    <a:pt x="572" y="525"/>
                  </a:lnTo>
                  <a:lnTo>
                    <a:pt x="570" y="528"/>
                  </a:lnTo>
                  <a:lnTo>
                    <a:pt x="568" y="528"/>
                  </a:lnTo>
                  <a:lnTo>
                    <a:pt x="566" y="528"/>
                  </a:lnTo>
                  <a:lnTo>
                    <a:pt x="564" y="525"/>
                  </a:lnTo>
                  <a:lnTo>
                    <a:pt x="562" y="526"/>
                  </a:lnTo>
                  <a:lnTo>
                    <a:pt x="561" y="524"/>
                  </a:lnTo>
                  <a:lnTo>
                    <a:pt x="560" y="521"/>
                  </a:lnTo>
                  <a:lnTo>
                    <a:pt x="558" y="524"/>
                  </a:lnTo>
                  <a:lnTo>
                    <a:pt x="558" y="525"/>
                  </a:lnTo>
                  <a:lnTo>
                    <a:pt x="557" y="526"/>
                  </a:lnTo>
                  <a:lnTo>
                    <a:pt x="556" y="525"/>
                  </a:lnTo>
                  <a:lnTo>
                    <a:pt x="554" y="526"/>
                  </a:lnTo>
                  <a:lnTo>
                    <a:pt x="554" y="525"/>
                  </a:lnTo>
                  <a:lnTo>
                    <a:pt x="554" y="526"/>
                  </a:lnTo>
                  <a:lnTo>
                    <a:pt x="553" y="525"/>
                  </a:lnTo>
                  <a:lnTo>
                    <a:pt x="552" y="525"/>
                  </a:lnTo>
                  <a:lnTo>
                    <a:pt x="540" y="526"/>
                  </a:lnTo>
                  <a:lnTo>
                    <a:pt x="515" y="517"/>
                  </a:lnTo>
                  <a:lnTo>
                    <a:pt x="474" y="537"/>
                  </a:lnTo>
                  <a:lnTo>
                    <a:pt x="444" y="528"/>
                  </a:lnTo>
                  <a:lnTo>
                    <a:pt x="375" y="476"/>
                  </a:lnTo>
                  <a:lnTo>
                    <a:pt x="228" y="463"/>
                  </a:lnTo>
                  <a:lnTo>
                    <a:pt x="150" y="389"/>
                  </a:lnTo>
                  <a:lnTo>
                    <a:pt x="0" y="325"/>
                  </a:lnTo>
                  <a:lnTo>
                    <a:pt x="12" y="199"/>
                  </a:lnTo>
                  <a:lnTo>
                    <a:pt x="111" y="146"/>
                  </a:lnTo>
                  <a:lnTo>
                    <a:pt x="224" y="122"/>
                  </a:lnTo>
                  <a:lnTo>
                    <a:pt x="233" y="120"/>
                  </a:lnTo>
                  <a:lnTo>
                    <a:pt x="237" y="120"/>
                  </a:lnTo>
                  <a:lnTo>
                    <a:pt x="240" y="121"/>
                  </a:lnTo>
                  <a:lnTo>
                    <a:pt x="241" y="121"/>
                  </a:lnTo>
                  <a:lnTo>
                    <a:pt x="346" y="124"/>
                  </a:lnTo>
                  <a:lnTo>
                    <a:pt x="532" y="104"/>
                  </a:lnTo>
                  <a:lnTo>
                    <a:pt x="554" y="80"/>
                  </a:lnTo>
                  <a:lnTo>
                    <a:pt x="560" y="79"/>
                  </a:lnTo>
                  <a:lnTo>
                    <a:pt x="561" y="79"/>
                  </a:lnTo>
                  <a:lnTo>
                    <a:pt x="561" y="80"/>
                  </a:lnTo>
                  <a:lnTo>
                    <a:pt x="564" y="79"/>
                  </a:lnTo>
                  <a:lnTo>
                    <a:pt x="566" y="80"/>
                  </a:lnTo>
                  <a:lnTo>
                    <a:pt x="569" y="81"/>
                  </a:lnTo>
                  <a:lnTo>
                    <a:pt x="570" y="81"/>
                  </a:lnTo>
                  <a:lnTo>
                    <a:pt x="575" y="76"/>
                  </a:lnTo>
                  <a:lnTo>
                    <a:pt x="578" y="74"/>
                  </a:lnTo>
                  <a:lnTo>
                    <a:pt x="582" y="74"/>
                  </a:lnTo>
                  <a:lnTo>
                    <a:pt x="585" y="71"/>
                  </a:lnTo>
                  <a:lnTo>
                    <a:pt x="585" y="68"/>
                  </a:lnTo>
                  <a:lnTo>
                    <a:pt x="585" y="67"/>
                  </a:lnTo>
                  <a:lnTo>
                    <a:pt x="583" y="66"/>
                  </a:lnTo>
                  <a:lnTo>
                    <a:pt x="582" y="67"/>
                  </a:lnTo>
                  <a:lnTo>
                    <a:pt x="582" y="66"/>
                  </a:lnTo>
                  <a:lnTo>
                    <a:pt x="581" y="66"/>
                  </a:lnTo>
                  <a:lnTo>
                    <a:pt x="581" y="63"/>
                  </a:lnTo>
                  <a:lnTo>
                    <a:pt x="581" y="62"/>
                  </a:lnTo>
                  <a:lnTo>
                    <a:pt x="581" y="58"/>
                  </a:lnTo>
                  <a:lnTo>
                    <a:pt x="579" y="56"/>
                  </a:lnTo>
                  <a:lnTo>
                    <a:pt x="581" y="55"/>
                  </a:lnTo>
                  <a:lnTo>
                    <a:pt x="582" y="54"/>
                  </a:lnTo>
                  <a:lnTo>
                    <a:pt x="582" y="51"/>
                  </a:lnTo>
                  <a:lnTo>
                    <a:pt x="581" y="50"/>
                  </a:lnTo>
                  <a:lnTo>
                    <a:pt x="581" y="47"/>
                  </a:lnTo>
                  <a:lnTo>
                    <a:pt x="581" y="46"/>
                  </a:lnTo>
                  <a:lnTo>
                    <a:pt x="579" y="45"/>
                  </a:lnTo>
                  <a:lnTo>
                    <a:pt x="579" y="42"/>
                  </a:lnTo>
                  <a:lnTo>
                    <a:pt x="581" y="39"/>
                  </a:lnTo>
                  <a:lnTo>
                    <a:pt x="582" y="38"/>
                  </a:lnTo>
                  <a:lnTo>
                    <a:pt x="583" y="35"/>
                  </a:lnTo>
                  <a:lnTo>
                    <a:pt x="585" y="34"/>
                  </a:lnTo>
                  <a:lnTo>
                    <a:pt x="586" y="33"/>
                  </a:lnTo>
                  <a:lnTo>
                    <a:pt x="586" y="30"/>
                  </a:lnTo>
                  <a:lnTo>
                    <a:pt x="586" y="29"/>
                  </a:lnTo>
                  <a:lnTo>
                    <a:pt x="586" y="26"/>
                  </a:lnTo>
                  <a:lnTo>
                    <a:pt x="585" y="25"/>
                  </a:lnTo>
                  <a:lnTo>
                    <a:pt x="583" y="24"/>
                  </a:lnTo>
                  <a:lnTo>
                    <a:pt x="582" y="20"/>
                  </a:lnTo>
                  <a:lnTo>
                    <a:pt x="579" y="20"/>
                  </a:lnTo>
                  <a:lnTo>
                    <a:pt x="578" y="21"/>
                  </a:lnTo>
                  <a:lnTo>
                    <a:pt x="575" y="22"/>
                  </a:lnTo>
                  <a:lnTo>
                    <a:pt x="574" y="22"/>
                  </a:lnTo>
                  <a:lnTo>
                    <a:pt x="574" y="21"/>
                  </a:lnTo>
                  <a:lnTo>
                    <a:pt x="574" y="18"/>
                  </a:lnTo>
                  <a:lnTo>
                    <a:pt x="574" y="17"/>
                  </a:lnTo>
                  <a:lnTo>
                    <a:pt x="574" y="16"/>
                  </a:lnTo>
                  <a:lnTo>
                    <a:pt x="575" y="14"/>
                  </a:lnTo>
                  <a:lnTo>
                    <a:pt x="575" y="13"/>
                  </a:lnTo>
                  <a:lnTo>
                    <a:pt x="578" y="10"/>
                  </a:lnTo>
                  <a:lnTo>
                    <a:pt x="578" y="9"/>
                  </a:lnTo>
                  <a:lnTo>
                    <a:pt x="579" y="8"/>
                  </a:lnTo>
                  <a:lnTo>
                    <a:pt x="582" y="8"/>
                  </a:lnTo>
                  <a:lnTo>
                    <a:pt x="583" y="6"/>
                  </a:lnTo>
                  <a:lnTo>
                    <a:pt x="585" y="6"/>
                  </a:lnTo>
                  <a:lnTo>
                    <a:pt x="586" y="6"/>
                  </a:lnTo>
                  <a:lnTo>
                    <a:pt x="587" y="6"/>
                  </a:lnTo>
                  <a:lnTo>
                    <a:pt x="589" y="6"/>
                  </a:lnTo>
                  <a:lnTo>
                    <a:pt x="590" y="4"/>
                  </a:lnTo>
                  <a:lnTo>
                    <a:pt x="593" y="4"/>
                  </a:lnTo>
                  <a:lnTo>
                    <a:pt x="594" y="2"/>
                  </a:lnTo>
                  <a:lnTo>
                    <a:pt x="597" y="2"/>
                  </a:lnTo>
                  <a:lnTo>
                    <a:pt x="598" y="2"/>
                  </a:lnTo>
                  <a:lnTo>
                    <a:pt x="601" y="2"/>
                  </a:lnTo>
                  <a:lnTo>
                    <a:pt x="601" y="2"/>
                  </a:lnTo>
                  <a:lnTo>
                    <a:pt x="602" y="2"/>
                  </a:lnTo>
                  <a:lnTo>
                    <a:pt x="603" y="0"/>
                  </a:lnTo>
                  <a:lnTo>
                    <a:pt x="606" y="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3" name="Freeform 344">
              <a:extLst>
                <a:ext uri="{FF2B5EF4-FFF2-40B4-BE49-F238E27FC236}">
                  <a16:creationId xmlns:a16="http://schemas.microsoft.com/office/drawing/2014/main" id="{8DAFF3C0-2230-4479-A2F7-37DA273F01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73782" y="1880699"/>
              <a:ext cx="1695573" cy="3264198"/>
            </a:xfrm>
            <a:custGeom>
              <a:avLst/>
              <a:gdLst>
                <a:gd name="T0" fmla="*/ 4 w 187"/>
                <a:gd name="T1" fmla="*/ 357 h 360"/>
                <a:gd name="T2" fmla="*/ 46 w 187"/>
                <a:gd name="T3" fmla="*/ 324 h 360"/>
                <a:gd name="T4" fmla="*/ 54 w 187"/>
                <a:gd name="T5" fmla="*/ 306 h 360"/>
                <a:gd name="T6" fmla="*/ 55 w 187"/>
                <a:gd name="T7" fmla="*/ 299 h 360"/>
                <a:gd name="T8" fmla="*/ 67 w 187"/>
                <a:gd name="T9" fmla="*/ 266 h 360"/>
                <a:gd name="T10" fmla="*/ 70 w 187"/>
                <a:gd name="T11" fmla="*/ 264 h 360"/>
                <a:gd name="T12" fmla="*/ 54 w 187"/>
                <a:gd name="T13" fmla="*/ 233 h 360"/>
                <a:gd name="T14" fmla="*/ 51 w 187"/>
                <a:gd name="T15" fmla="*/ 232 h 360"/>
                <a:gd name="T16" fmla="*/ 39 w 187"/>
                <a:gd name="T17" fmla="*/ 227 h 360"/>
                <a:gd name="T18" fmla="*/ 42 w 187"/>
                <a:gd name="T19" fmla="*/ 222 h 360"/>
                <a:gd name="T20" fmla="*/ 103 w 187"/>
                <a:gd name="T21" fmla="*/ 207 h 360"/>
                <a:gd name="T22" fmla="*/ 85 w 187"/>
                <a:gd name="T23" fmla="*/ 220 h 360"/>
                <a:gd name="T24" fmla="*/ 79 w 187"/>
                <a:gd name="T25" fmla="*/ 220 h 360"/>
                <a:gd name="T26" fmla="*/ 87 w 187"/>
                <a:gd name="T27" fmla="*/ 208 h 360"/>
                <a:gd name="T28" fmla="*/ 103 w 187"/>
                <a:gd name="T29" fmla="*/ 198 h 360"/>
                <a:gd name="T30" fmla="*/ 76 w 187"/>
                <a:gd name="T31" fmla="*/ 174 h 360"/>
                <a:gd name="T32" fmla="*/ 129 w 187"/>
                <a:gd name="T33" fmla="*/ 133 h 360"/>
                <a:gd name="T34" fmla="*/ 128 w 187"/>
                <a:gd name="T35" fmla="*/ 139 h 360"/>
                <a:gd name="T36" fmla="*/ 147 w 187"/>
                <a:gd name="T37" fmla="*/ 79 h 360"/>
                <a:gd name="T38" fmla="*/ 163 w 187"/>
                <a:gd name="T39" fmla="*/ 111 h 360"/>
                <a:gd name="T40" fmla="*/ 164 w 187"/>
                <a:gd name="T41" fmla="*/ 129 h 360"/>
                <a:gd name="T42" fmla="*/ 162 w 187"/>
                <a:gd name="T43" fmla="*/ 166 h 360"/>
                <a:gd name="T44" fmla="*/ 158 w 187"/>
                <a:gd name="T45" fmla="*/ 189 h 360"/>
                <a:gd name="T46" fmla="*/ 153 w 187"/>
                <a:gd name="T47" fmla="*/ 181 h 360"/>
                <a:gd name="T48" fmla="*/ 141 w 187"/>
                <a:gd name="T49" fmla="*/ 190 h 360"/>
                <a:gd name="T50" fmla="*/ 129 w 187"/>
                <a:gd name="T51" fmla="*/ 193 h 360"/>
                <a:gd name="T52" fmla="*/ 120 w 187"/>
                <a:gd name="T53" fmla="*/ 194 h 360"/>
                <a:gd name="T54" fmla="*/ 118 w 187"/>
                <a:gd name="T55" fmla="*/ 207 h 360"/>
                <a:gd name="T56" fmla="*/ 105 w 187"/>
                <a:gd name="T57" fmla="*/ 202 h 360"/>
                <a:gd name="T58" fmla="*/ 92 w 187"/>
                <a:gd name="T59" fmla="*/ 200 h 360"/>
                <a:gd name="T60" fmla="*/ 74 w 187"/>
                <a:gd name="T61" fmla="*/ 206 h 360"/>
                <a:gd name="T62" fmla="*/ 66 w 187"/>
                <a:gd name="T63" fmla="*/ 214 h 360"/>
                <a:gd name="T64" fmla="*/ 74 w 187"/>
                <a:gd name="T65" fmla="*/ 224 h 360"/>
                <a:gd name="T66" fmla="*/ 68 w 187"/>
                <a:gd name="T67" fmla="*/ 248 h 360"/>
                <a:gd name="T68" fmla="*/ 64 w 187"/>
                <a:gd name="T69" fmla="*/ 245 h 360"/>
                <a:gd name="T70" fmla="*/ 59 w 187"/>
                <a:gd name="T71" fmla="*/ 249 h 360"/>
                <a:gd name="T72" fmla="*/ 52 w 187"/>
                <a:gd name="T73" fmla="*/ 222 h 360"/>
                <a:gd name="T74" fmla="*/ 51 w 187"/>
                <a:gd name="T75" fmla="*/ 228 h 360"/>
                <a:gd name="T76" fmla="*/ 49 w 187"/>
                <a:gd name="T77" fmla="*/ 227 h 360"/>
                <a:gd name="T78" fmla="*/ 56 w 187"/>
                <a:gd name="T79" fmla="*/ 211 h 360"/>
                <a:gd name="T80" fmla="*/ 67 w 187"/>
                <a:gd name="T81" fmla="*/ 195 h 360"/>
                <a:gd name="T82" fmla="*/ 92 w 187"/>
                <a:gd name="T83" fmla="*/ 181 h 360"/>
                <a:gd name="T84" fmla="*/ 108 w 187"/>
                <a:gd name="T85" fmla="*/ 179 h 360"/>
                <a:gd name="T86" fmla="*/ 113 w 187"/>
                <a:gd name="T87" fmla="*/ 161 h 360"/>
                <a:gd name="T88" fmla="*/ 114 w 187"/>
                <a:gd name="T89" fmla="*/ 153 h 360"/>
                <a:gd name="T90" fmla="*/ 135 w 187"/>
                <a:gd name="T91" fmla="*/ 139 h 360"/>
                <a:gd name="T92" fmla="*/ 133 w 187"/>
                <a:gd name="T93" fmla="*/ 102 h 360"/>
                <a:gd name="T94" fmla="*/ 135 w 187"/>
                <a:gd name="T95" fmla="*/ 82 h 360"/>
                <a:gd name="T96" fmla="*/ 145 w 187"/>
                <a:gd name="T97" fmla="*/ 83 h 360"/>
                <a:gd name="T98" fmla="*/ 120 w 187"/>
                <a:gd name="T99" fmla="*/ 62 h 360"/>
                <a:gd name="T100" fmla="*/ 139 w 187"/>
                <a:gd name="T101" fmla="*/ 6 h 360"/>
                <a:gd name="T102" fmla="*/ 167 w 187"/>
                <a:gd name="T103" fmla="*/ 25 h 360"/>
                <a:gd name="T104" fmla="*/ 179 w 187"/>
                <a:gd name="T105" fmla="*/ 31 h 360"/>
                <a:gd name="T106" fmla="*/ 184 w 187"/>
                <a:gd name="T107" fmla="*/ 37 h 360"/>
                <a:gd name="T108" fmla="*/ 166 w 187"/>
                <a:gd name="T109" fmla="*/ 48 h 360"/>
                <a:gd name="T110" fmla="*/ 149 w 187"/>
                <a:gd name="T111" fmla="*/ 53 h 360"/>
                <a:gd name="T112" fmla="*/ 129 w 187"/>
                <a:gd name="T113" fmla="*/ 58 h 360"/>
                <a:gd name="T114" fmla="*/ 137 w 187"/>
                <a:gd name="T115" fmla="*/ 69 h 360"/>
                <a:gd name="T116" fmla="*/ 124 w 187"/>
                <a:gd name="T117" fmla="*/ 62 h 360"/>
                <a:gd name="T118" fmla="*/ 128 w 187"/>
                <a:gd name="T119" fmla="*/ 47 h 360"/>
                <a:gd name="T120" fmla="*/ 135 w 187"/>
                <a:gd name="T121" fmla="*/ 39 h 360"/>
                <a:gd name="T122" fmla="*/ 133 w 187"/>
                <a:gd name="T123" fmla="*/ 18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360">
                  <a:moveTo>
                    <a:pt x="2" y="358"/>
                  </a:moveTo>
                  <a:lnTo>
                    <a:pt x="2" y="360"/>
                  </a:lnTo>
                  <a:lnTo>
                    <a:pt x="2" y="360"/>
                  </a:lnTo>
                  <a:lnTo>
                    <a:pt x="0" y="360"/>
                  </a:lnTo>
                  <a:lnTo>
                    <a:pt x="1" y="358"/>
                  </a:lnTo>
                  <a:lnTo>
                    <a:pt x="2" y="358"/>
                  </a:lnTo>
                  <a:close/>
                  <a:moveTo>
                    <a:pt x="5" y="356"/>
                  </a:moveTo>
                  <a:lnTo>
                    <a:pt x="6" y="357"/>
                  </a:lnTo>
                  <a:lnTo>
                    <a:pt x="6" y="360"/>
                  </a:lnTo>
                  <a:lnTo>
                    <a:pt x="5" y="358"/>
                  </a:lnTo>
                  <a:lnTo>
                    <a:pt x="4" y="357"/>
                  </a:lnTo>
                  <a:lnTo>
                    <a:pt x="5" y="356"/>
                  </a:lnTo>
                  <a:close/>
                  <a:moveTo>
                    <a:pt x="16" y="349"/>
                  </a:moveTo>
                  <a:lnTo>
                    <a:pt x="18" y="351"/>
                  </a:lnTo>
                  <a:lnTo>
                    <a:pt x="18" y="353"/>
                  </a:lnTo>
                  <a:lnTo>
                    <a:pt x="16" y="353"/>
                  </a:lnTo>
                  <a:lnTo>
                    <a:pt x="16" y="352"/>
                  </a:lnTo>
                  <a:lnTo>
                    <a:pt x="16" y="349"/>
                  </a:lnTo>
                  <a:close/>
                  <a:moveTo>
                    <a:pt x="46" y="319"/>
                  </a:moveTo>
                  <a:lnTo>
                    <a:pt x="46" y="320"/>
                  </a:lnTo>
                  <a:lnTo>
                    <a:pt x="46" y="323"/>
                  </a:lnTo>
                  <a:lnTo>
                    <a:pt x="46" y="324"/>
                  </a:lnTo>
                  <a:lnTo>
                    <a:pt x="42" y="326"/>
                  </a:lnTo>
                  <a:lnTo>
                    <a:pt x="42" y="328"/>
                  </a:lnTo>
                  <a:lnTo>
                    <a:pt x="41" y="328"/>
                  </a:lnTo>
                  <a:lnTo>
                    <a:pt x="41" y="326"/>
                  </a:lnTo>
                  <a:lnTo>
                    <a:pt x="42" y="324"/>
                  </a:lnTo>
                  <a:lnTo>
                    <a:pt x="43" y="323"/>
                  </a:lnTo>
                  <a:lnTo>
                    <a:pt x="42" y="322"/>
                  </a:lnTo>
                  <a:lnTo>
                    <a:pt x="45" y="320"/>
                  </a:lnTo>
                  <a:lnTo>
                    <a:pt x="46" y="319"/>
                  </a:lnTo>
                  <a:close/>
                  <a:moveTo>
                    <a:pt x="52" y="304"/>
                  </a:moveTo>
                  <a:lnTo>
                    <a:pt x="54" y="306"/>
                  </a:lnTo>
                  <a:lnTo>
                    <a:pt x="54" y="308"/>
                  </a:lnTo>
                  <a:lnTo>
                    <a:pt x="52" y="308"/>
                  </a:lnTo>
                  <a:lnTo>
                    <a:pt x="51" y="307"/>
                  </a:lnTo>
                  <a:lnTo>
                    <a:pt x="51" y="306"/>
                  </a:lnTo>
                  <a:lnTo>
                    <a:pt x="52" y="304"/>
                  </a:lnTo>
                  <a:close/>
                  <a:moveTo>
                    <a:pt x="60" y="294"/>
                  </a:moveTo>
                  <a:lnTo>
                    <a:pt x="59" y="297"/>
                  </a:lnTo>
                  <a:lnTo>
                    <a:pt x="58" y="298"/>
                  </a:lnTo>
                  <a:lnTo>
                    <a:pt x="58" y="299"/>
                  </a:lnTo>
                  <a:lnTo>
                    <a:pt x="56" y="301"/>
                  </a:lnTo>
                  <a:lnTo>
                    <a:pt x="55" y="299"/>
                  </a:lnTo>
                  <a:lnTo>
                    <a:pt x="54" y="299"/>
                  </a:lnTo>
                  <a:lnTo>
                    <a:pt x="54" y="299"/>
                  </a:lnTo>
                  <a:lnTo>
                    <a:pt x="54" y="298"/>
                  </a:lnTo>
                  <a:lnTo>
                    <a:pt x="56" y="297"/>
                  </a:lnTo>
                  <a:lnTo>
                    <a:pt x="56" y="297"/>
                  </a:lnTo>
                  <a:lnTo>
                    <a:pt x="58" y="295"/>
                  </a:lnTo>
                  <a:lnTo>
                    <a:pt x="59" y="295"/>
                  </a:lnTo>
                  <a:lnTo>
                    <a:pt x="59" y="295"/>
                  </a:lnTo>
                  <a:lnTo>
                    <a:pt x="60" y="294"/>
                  </a:lnTo>
                  <a:close/>
                  <a:moveTo>
                    <a:pt x="66" y="264"/>
                  </a:moveTo>
                  <a:lnTo>
                    <a:pt x="67" y="266"/>
                  </a:lnTo>
                  <a:lnTo>
                    <a:pt x="68" y="268"/>
                  </a:lnTo>
                  <a:lnTo>
                    <a:pt x="67" y="269"/>
                  </a:lnTo>
                  <a:lnTo>
                    <a:pt x="66" y="268"/>
                  </a:lnTo>
                  <a:lnTo>
                    <a:pt x="64" y="266"/>
                  </a:lnTo>
                  <a:lnTo>
                    <a:pt x="64" y="265"/>
                  </a:lnTo>
                  <a:lnTo>
                    <a:pt x="66" y="264"/>
                  </a:lnTo>
                  <a:close/>
                  <a:moveTo>
                    <a:pt x="70" y="258"/>
                  </a:moveTo>
                  <a:lnTo>
                    <a:pt x="71" y="258"/>
                  </a:lnTo>
                  <a:lnTo>
                    <a:pt x="71" y="261"/>
                  </a:lnTo>
                  <a:lnTo>
                    <a:pt x="70" y="262"/>
                  </a:lnTo>
                  <a:lnTo>
                    <a:pt x="70" y="264"/>
                  </a:lnTo>
                  <a:lnTo>
                    <a:pt x="70" y="260"/>
                  </a:lnTo>
                  <a:lnTo>
                    <a:pt x="70" y="258"/>
                  </a:lnTo>
                  <a:close/>
                  <a:moveTo>
                    <a:pt x="52" y="237"/>
                  </a:moveTo>
                  <a:lnTo>
                    <a:pt x="54" y="237"/>
                  </a:lnTo>
                  <a:lnTo>
                    <a:pt x="52" y="239"/>
                  </a:lnTo>
                  <a:lnTo>
                    <a:pt x="52" y="237"/>
                  </a:lnTo>
                  <a:lnTo>
                    <a:pt x="52" y="237"/>
                  </a:lnTo>
                  <a:close/>
                  <a:moveTo>
                    <a:pt x="55" y="232"/>
                  </a:moveTo>
                  <a:lnTo>
                    <a:pt x="55" y="232"/>
                  </a:lnTo>
                  <a:lnTo>
                    <a:pt x="55" y="233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5" y="232"/>
                  </a:lnTo>
                  <a:close/>
                  <a:moveTo>
                    <a:pt x="51" y="232"/>
                  </a:moveTo>
                  <a:lnTo>
                    <a:pt x="51" y="232"/>
                  </a:lnTo>
                  <a:lnTo>
                    <a:pt x="51" y="232"/>
                  </a:lnTo>
                  <a:lnTo>
                    <a:pt x="52" y="235"/>
                  </a:lnTo>
                  <a:lnTo>
                    <a:pt x="52" y="236"/>
                  </a:lnTo>
                  <a:lnTo>
                    <a:pt x="51" y="236"/>
                  </a:lnTo>
                  <a:lnTo>
                    <a:pt x="51" y="235"/>
                  </a:lnTo>
                  <a:lnTo>
                    <a:pt x="50" y="232"/>
                  </a:lnTo>
                  <a:lnTo>
                    <a:pt x="51" y="232"/>
                  </a:lnTo>
                  <a:close/>
                  <a:moveTo>
                    <a:pt x="37" y="228"/>
                  </a:moveTo>
                  <a:lnTo>
                    <a:pt x="37" y="229"/>
                  </a:lnTo>
                  <a:lnTo>
                    <a:pt x="38" y="229"/>
                  </a:lnTo>
                  <a:lnTo>
                    <a:pt x="39" y="232"/>
                  </a:lnTo>
                  <a:lnTo>
                    <a:pt x="38" y="233"/>
                  </a:lnTo>
                  <a:lnTo>
                    <a:pt x="37" y="232"/>
                  </a:lnTo>
                  <a:lnTo>
                    <a:pt x="35" y="229"/>
                  </a:lnTo>
                  <a:lnTo>
                    <a:pt x="35" y="228"/>
                  </a:lnTo>
                  <a:lnTo>
                    <a:pt x="37" y="228"/>
                  </a:lnTo>
                  <a:close/>
                  <a:moveTo>
                    <a:pt x="38" y="227"/>
                  </a:moveTo>
                  <a:lnTo>
                    <a:pt x="39" y="227"/>
                  </a:lnTo>
                  <a:lnTo>
                    <a:pt x="38" y="228"/>
                  </a:lnTo>
                  <a:lnTo>
                    <a:pt x="38" y="227"/>
                  </a:lnTo>
                  <a:close/>
                  <a:moveTo>
                    <a:pt x="41" y="226"/>
                  </a:moveTo>
                  <a:lnTo>
                    <a:pt x="41" y="226"/>
                  </a:lnTo>
                  <a:lnTo>
                    <a:pt x="39" y="226"/>
                  </a:lnTo>
                  <a:lnTo>
                    <a:pt x="41" y="226"/>
                  </a:lnTo>
                  <a:close/>
                  <a:moveTo>
                    <a:pt x="41" y="224"/>
                  </a:moveTo>
                  <a:lnTo>
                    <a:pt x="42" y="224"/>
                  </a:lnTo>
                  <a:lnTo>
                    <a:pt x="41" y="224"/>
                  </a:lnTo>
                  <a:lnTo>
                    <a:pt x="41" y="224"/>
                  </a:lnTo>
                  <a:close/>
                  <a:moveTo>
                    <a:pt x="42" y="222"/>
                  </a:moveTo>
                  <a:lnTo>
                    <a:pt x="43" y="223"/>
                  </a:lnTo>
                  <a:lnTo>
                    <a:pt x="42" y="223"/>
                  </a:lnTo>
                  <a:lnTo>
                    <a:pt x="41" y="223"/>
                  </a:lnTo>
                  <a:lnTo>
                    <a:pt x="41" y="222"/>
                  </a:lnTo>
                  <a:lnTo>
                    <a:pt x="42" y="222"/>
                  </a:lnTo>
                  <a:close/>
                  <a:moveTo>
                    <a:pt x="92" y="203"/>
                  </a:moveTo>
                  <a:lnTo>
                    <a:pt x="96" y="203"/>
                  </a:lnTo>
                  <a:lnTo>
                    <a:pt x="97" y="204"/>
                  </a:lnTo>
                  <a:lnTo>
                    <a:pt x="99" y="204"/>
                  </a:lnTo>
                  <a:lnTo>
                    <a:pt x="101" y="206"/>
                  </a:lnTo>
                  <a:lnTo>
                    <a:pt x="103" y="207"/>
                  </a:lnTo>
                  <a:lnTo>
                    <a:pt x="103" y="208"/>
                  </a:lnTo>
                  <a:lnTo>
                    <a:pt x="103" y="210"/>
                  </a:lnTo>
                  <a:lnTo>
                    <a:pt x="100" y="212"/>
                  </a:lnTo>
                  <a:lnTo>
                    <a:pt x="99" y="216"/>
                  </a:lnTo>
                  <a:lnTo>
                    <a:pt x="97" y="218"/>
                  </a:lnTo>
                  <a:lnTo>
                    <a:pt x="96" y="216"/>
                  </a:lnTo>
                  <a:lnTo>
                    <a:pt x="93" y="214"/>
                  </a:lnTo>
                  <a:lnTo>
                    <a:pt x="91" y="214"/>
                  </a:lnTo>
                  <a:lnTo>
                    <a:pt x="89" y="215"/>
                  </a:lnTo>
                  <a:lnTo>
                    <a:pt x="87" y="216"/>
                  </a:lnTo>
                  <a:lnTo>
                    <a:pt x="85" y="220"/>
                  </a:lnTo>
                  <a:lnTo>
                    <a:pt x="85" y="222"/>
                  </a:lnTo>
                  <a:lnTo>
                    <a:pt x="87" y="224"/>
                  </a:lnTo>
                  <a:lnTo>
                    <a:pt x="87" y="226"/>
                  </a:lnTo>
                  <a:lnTo>
                    <a:pt x="87" y="226"/>
                  </a:lnTo>
                  <a:lnTo>
                    <a:pt x="84" y="226"/>
                  </a:lnTo>
                  <a:lnTo>
                    <a:pt x="84" y="227"/>
                  </a:lnTo>
                  <a:lnTo>
                    <a:pt x="83" y="226"/>
                  </a:lnTo>
                  <a:lnTo>
                    <a:pt x="83" y="224"/>
                  </a:lnTo>
                  <a:lnTo>
                    <a:pt x="80" y="224"/>
                  </a:lnTo>
                  <a:lnTo>
                    <a:pt x="79" y="222"/>
                  </a:lnTo>
                  <a:lnTo>
                    <a:pt x="79" y="220"/>
                  </a:lnTo>
                  <a:lnTo>
                    <a:pt x="79" y="219"/>
                  </a:lnTo>
                  <a:lnTo>
                    <a:pt x="79" y="218"/>
                  </a:lnTo>
                  <a:lnTo>
                    <a:pt x="75" y="216"/>
                  </a:lnTo>
                  <a:lnTo>
                    <a:pt x="76" y="214"/>
                  </a:lnTo>
                  <a:lnTo>
                    <a:pt x="78" y="211"/>
                  </a:lnTo>
                  <a:lnTo>
                    <a:pt x="78" y="210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3" y="210"/>
                  </a:lnTo>
                  <a:lnTo>
                    <a:pt x="84" y="210"/>
                  </a:lnTo>
                  <a:lnTo>
                    <a:pt x="87" y="208"/>
                  </a:lnTo>
                  <a:lnTo>
                    <a:pt x="88" y="208"/>
                  </a:lnTo>
                  <a:lnTo>
                    <a:pt x="89" y="206"/>
                  </a:lnTo>
                  <a:lnTo>
                    <a:pt x="89" y="204"/>
                  </a:lnTo>
                  <a:lnTo>
                    <a:pt x="92" y="203"/>
                  </a:lnTo>
                  <a:close/>
                  <a:moveTo>
                    <a:pt x="96" y="199"/>
                  </a:moveTo>
                  <a:lnTo>
                    <a:pt x="97" y="199"/>
                  </a:lnTo>
                  <a:lnTo>
                    <a:pt x="97" y="200"/>
                  </a:lnTo>
                  <a:lnTo>
                    <a:pt x="96" y="202"/>
                  </a:lnTo>
                  <a:lnTo>
                    <a:pt x="93" y="200"/>
                  </a:lnTo>
                  <a:lnTo>
                    <a:pt x="96" y="199"/>
                  </a:lnTo>
                  <a:close/>
                  <a:moveTo>
                    <a:pt x="103" y="198"/>
                  </a:moveTo>
                  <a:lnTo>
                    <a:pt x="104" y="199"/>
                  </a:lnTo>
                  <a:lnTo>
                    <a:pt x="104" y="200"/>
                  </a:lnTo>
                  <a:lnTo>
                    <a:pt x="104" y="202"/>
                  </a:lnTo>
                  <a:lnTo>
                    <a:pt x="104" y="203"/>
                  </a:lnTo>
                  <a:lnTo>
                    <a:pt x="103" y="203"/>
                  </a:lnTo>
                  <a:lnTo>
                    <a:pt x="101" y="200"/>
                  </a:lnTo>
                  <a:lnTo>
                    <a:pt x="101" y="199"/>
                  </a:lnTo>
                  <a:lnTo>
                    <a:pt x="103" y="198"/>
                  </a:lnTo>
                  <a:lnTo>
                    <a:pt x="103" y="198"/>
                  </a:lnTo>
                  <a:close/>
                  <a:moveTo>
                    <a:pt x="75" y="173"/>
                  </a:moveTo>
                  <a:lnTo>
                    <a:pt x="76" y="174"/>
                  </a:lnTo>
                  <a:lnTo>
                    <a:pt x="75" y="175"/>
                  </a:lnTo>
                  <a:lnTo>
                    <a:pt x="75" y="174"/>
                  </a:lnTo>
                  <a:lnTo>
                    <a:pt x="75" y="173"/>
                  </a:lnTo>
                  <a:close/>
                  <a:moveTo>
                    <a:pt x="79" y="170"/>
                  </a:moveTo>
                  <a:lnTo>
                    <a:pt x="79" y="173"/>
                  </a:lnTo>
                  <a:lnTo>
                    <a:pt x="78" y="173"/>
                  </a:lnTo>
                  <a:lnTo>
                    <a:pt x="78" y="173"/>
                  </a:lnTo>
                  <a:lnTo>
                    <a:pt x="76" y="173"/>
                  </a:lnTo>
                  <a:lnTo>
                    <a:pt x="78" y="172"/>
                  </a:lnTo>
                  <a:lnTo>
                    <a:pt x="79" y="170"/>
                  </a:lnTo>
                  <a:close/>
                  <a:moveTo>
                    <a:pt x="129" y="133"/>
                  </a:moveTo>
                  <a:lnTo>
                    <a:pt x="129" y="135"/>
                  </a:lnTo>
                  <a:lnTo>
                    <a:pt x="129" y="136"/>
                  </a:lnTo>
                  <a:lnTo>
                    <a:pt x="132" y="137"/>
                  </a:lnTo>
                  <a:lnTo>
                    <a:pt x="132" y="139"/>
                  </a:lnTo>
                  <a:lnTo>
                    <a:pt x="130" y="141"/>
                  </a:lnTo>
                  <a:lnTo>
                    <a:pt x="129" y="143"/>
                  </a:lnTo>
                  <a:lnTo>
                    <a:pt x="129" y="143"/>
                  </a:lnTo>
                  <a:lnTo>
                    <a:pt x="129" y="140"/>
                  </a:lnTo>
                  <a:lnTo>
                    <a:pt x="129" y="139"/>
                  </a:lnTo>
                  <a:lnTo>
                    <a:pt x="129" y="139"/>
                  </a:lnTo>
                  <a:lnTo>
                    <a:pt x="128" y="139"/>
                  </a:lnTo>
                  <a:lnTo>
                    <a:pt x="128" y="137"/>
                  </a:lnTo>
                  <a:lnTo>
                    <a:pt x="129" y="133"/>
                  </a:lnTo>
                  <a:lnTo>
                    <a:pt x="129" y="133"/>
                  </a:lnTo>
                  <a:close/>
                  <a:moveTo>
                    <a:pt x="141" y="74"/>
                  </a:moveTo>
                  <a:lnTo>
                    <a:pt x="142" y="74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6" y="75"/>
                  </a:lnTo>
                  <a:lnTo>
                    <a:pt x="147" y="75"/>
                  </a:lnTo>
                  <a:lnTo>
                    <a:pt x="147" y="77"/>
                  </a:lnTo>
                  <a:lnTo>
                    <a:pt x="147" y="79"/>
                  </a:lnTo>
                  <a:lnTo>
                    <a:pt x="149" y="83"/>
                  </a:lnTo>
                  <a:lnTo>
                    <a:pt x="150" y="86"/>
                  </a:lnTo>
                  <a:lnTo>
                    <a:pt x="155" y="91"/>
                  </a:lnTo>
                  <a:lnTo>
                    <a:pt x="157" y="94"/>
                  </a:lnTo>
                  <a:lnTo>
                    <a:pt x="158" y="98"/>
                  </a:lnTo>
                  <a:lnTo>
                    <a:pt x="158" y="99"/>
                  </a:lnTo>
                  <a:lnTo>
                    <a:pt x="159" y="99"/>
                  </a:lnTo>
                  <a:lnTo>
                    <a:pt x="162" y="103"/>
                  </a:lnTo>
                  <a:lnTo>
                    <a:pt x="163" y="107"/>
                  </a:lnTo>
                  <a:lnTo>
                    <a:pt x="163" y="110"/>
                  </a:lnTo>
                  <a:lnTo>
                    <a:pt x="163" y="111"/>
                  </a:lnTo>
                  <a:lnTo>
                    <a:pt x="163" y="114"/>
                  </a:lnTo>
                  <a:lnTo>
                    <a:pt x="164" y="115"/>
                  </a:lnTo>
                  <a:lnTo>
                    <a:pt x="163" y="116"/>
                  </a:lnTo>
                  <a:lnTo>
                    <a:pt x="163" y="118"/>
                  </a:lnTo>
                  <a:lnTo>
                    <a:pt x="163" y="119"/>
                  </a:lnTo>
                  <a:lnTo>
                    <a:pt x="163" y="120"/>
                  </a:lnTo>
                  <a:lnTo>
                    <a:pt x="163" y="122"/>
                  </a:lnTo>
                  <a:lnTo>
                    <a:pt x="163" y="124"/>
                  </a:lnTo>
                  <a:lnTo>
                    <a:pt x="164" y="124"/>
                  </a:lnTo>
                  <a:lnTo>
                    <a:pt x="164" y="127"/>
                  </a:lnTo>
                  <a:lnTo>
                    <a:pt x="164" y="129"/>
                  </a:lnTo>
                  <a:lnTo>
                    <a:pt x="164" y="131"/>
                  </a:lnTo>
                  <a:lnTo>
                    <a:pt x="163" y="128"/>
                  </a:lnTo>
                  <a:lnTo>
                    <a:pt x="162" y="128"/>
                  </a:lnTo>
                  <a:lnTo>
                    <a:pt x="158" y="131"/>
                  </a:lnTo>
                  <a:lnTo>
                    <a:pt x="158" y="135"/>
                  </a:lnTo>
                  <a:lnTo>
                    <a:pt x="158" y="137"/>
                  </a:lnTo>
                  <a:lnTo>
                    <a:pt x="160" y="141"/>
                  </a:lnTo>
                  <a:lnTo>
                    <a:pt x="162" y="149"/>
                  </a:lnTo>
                  <a:lnTo>
                    <a:pt x="162" y="154"/>
                  </a:lnTo>
                  <a:lnTo>
                    <a:pt x="162" y="161"/>
                  </a:lnTo>
                  <a:lnTo>
                    <a:pt x="162" y="166"/>
                  </a:lnTo>
                  <a:lnTo>
                    <a:pt x="163" y="169"/>
                  </a:lnTo>
                  <a:lnTo>
                    <a:pt x="166" y="173"/>
                  </a:lnTo>
                  <a:lnTo>
                    <a:pt x="167" y="174"/>
                  </a:lnTo>
                  <a:lnTo>
                    <a:pt x="167" y="175"/>
                  </a:lnTo>
                  <a:lnTo>
                    <a:pt x="164" y="178"/>
                  </a:lnTo>
                  <a:lnTo>
                    <a:pt x="166" y="179"/>
                  </a:lnTo>
                  <a:lnTo>
                    <a:pt x="164" y="183"/>
                  </a:lnTo>
                  <a:lnTo>
                    <a:pt x="162" y="186"/>
                  </a:lnTo>
                  <a:lnTo>
                    <a:pt x="160" y="186"/>
                  </a:lnTo>
                  <a:lnTo>
                    <a:pt x="159" y="187"/>
                  </a:lnTo>
                  <a:lnTo>
                    <a:pt x="158" y="189"/>
                  </a:lnTo>
                  <a:lnTo>
                    <a:pt x="157" y="189"/>
                  </a:lnTo>
                  <a:lnTo>
                    <a:pt x="157" y="182"/>
                  </a:lnTo>
                  <a:lnTo>
                    <a:pt x="157" y="178"/>
                  </a:lnTo>
                  <a:lnTo>
                    <a:pt x="158" y="177"/>
                  </a:lnTo>
                  <a:lnTo>
                    <a:pt x="158" y="175"/>
                  </a:lnTo>
                  <a:lnTo>
                    <a:pt x="155" y="175"/>
                  </a:lnTo>
                  <a:lnTo>
                    <a:pt x="154" y="175"/>
                  </a:lnTo>
                  <a:lnTo>
                    <a:pt x="153" y="178"/>
                  </a:lnTo>
                  <a:lnTo>
                    <a:pt x="154" y="179"/>
                  </a:lnTo>
                  <a:lnTo>
                    <a:pt x="154" y="181"/>
                  </a:lnTo>
                  <a:lnTo>
                    <a:pt x="153" y="181"/>
                  </a:lnTo>
                  <a:lnTo>
                    <a:pt x="149" y="183"/>
                  </a:lnTo>
                  <a:lnTo>
                    <a:pt x="149" y="186"/>
                  </a:lnTo>
                  <a:lnTo>
                    <a:pt x="150" y="190"/>
                  </a:lnTo>
                  <a:lnTo>
                    <a:pt x="147" y="193"/>
                  </a:lnTo>
                  <a:lnTo>
                    <a:pt x="146" y="193"/>
                  </a:lnTo>
                  <a:lnTo>
                    <a:pt x="145" y="191"/>
                  </a:lnTo>
                  <a:lnTo>
                    <a:pt x="146" y="189"/>
                  </a:lnTo>
                  <a:lnTo>
                    <a:pt x="146" y="186"/>
                  </a:lnTo>
                  <a:lnTo>
                    <a:pt x="143" y="186"/>
                  </a:lnTo>
                  <a:lnTo>
                    <a:pt x="141" y="187"/>
                  </a:lnTo>
                  <a:lnTo>
                    <a:pt x="141" y="190"/>
                  </a:lnTo>
                  <a:lnTo>
                    <a:pt x="141" y="193"/>
                  </a:lnTo>
                  <a:lnTo>
                    <a:pt x="142" y="194"/>
                  </a:lnTo>
                  <a:lnTo>
                    <a:pt x="138" y="194"/>
                  </a:lnTo>
                  <a:lnTo>
                    <a:pt x="133" y="193"/>
                  </a:lnTo>
                  <a:lnTo>
                    <a:pt x="130" y="195"/>
                  </a:lnTo>
                  <a:lnTo>
                    <a:pt x="128" y="195"/>
                  </a:lnTo>
                  <a:lnTo>
                    <a:pt x="128" y="195"/>
                  </a:lnTo>
                  <a:lnTo>
                    <a:pt x="128" y="194"/>
                  </a:lnTo>
                  <a:lnTo>
                    <a:pt x="130" y="194"/>
                  </a:lnTo>
                  <a:lnTo>
                    <a:pt x="130" y="193"/>
                  </a:lnTo>
                  <a:lnTo>
                    <a:pt x="129" y="193"/>
                  </a:lnTo>
                  <a:lnTo>
                    <a:pt x="128" y="193"/>
                  </a:lnTo>
                  <a:lnTo>
                    <a:pt x="126" y="193"/>
                  </a:lnTo>
                  <a:lnTo>
                    <a:pt x="125" y="191"/>
                  </a:lnTo>
                  <a:lnTo>
                    <a:pt x="125" y="193"/>
                  </a:lnTo>
                  <a:lnTo>
                    <a:pt x="124" y="193"/>
                  </a:lnTo>
                  <a:lnTo>
                    <a:pt x="122" y="193"/>
                  </a:lnTo>
                  <a:lnTo>
                    <a:pt x="122" y="190"/>
                  </a:lnTo>
                  <a:lnTo>
                    <a:pt x="124" y="189"/>
                  </a:lnTo>
                  <a:lnTo>
                    <a:pt x="122" y="189"/>
                  </a:lnTo>
                  <a:lnTo>
                    <a:pt x="121" y="190"/>
                  </a:lnTo>
                  <a:lnTo>
                    <a:pt x="120" y="194"/>
                  </a:lnTo>
                  <a:lnTo>
                    <a:pt x="121" y="195"/>
                  </a:lnTo>
                  <a:lnTo>
                    <a:pt x="125" y="197"/>
                  </a:lnTo>
                  <a:lnTo>
                    <a:pt x="125" y="199"/>
                  </a:lnTo>
                  <a:lnTo>
                    <a:pt x="126" y="199"/>
                  </a:lnTo>
                  <a:lnTo>
                    <a:pt x="125" y="200"/>
                  </a:lnTo>
                  <a:lnTo>
                    <a:pt x="124" y="200"/>
                  </a:lnTo>
                  <a:lnTo>
                    <a:pt x="121" y="202"/>
                  </a:lnTo>
                  <a:lnTo>
                    <a:pt x="120" y="204"/>
                  </a:lnTo>
                  <a:lnTo>
                    <a:pt x="120" y="206"/>
                  </a:lnTo>
                  <a:lnTo>
                    <a:pt x="120" y="207"/>
                  </a:lnTo>
                  <a:lnTo>
                    <a:pt x="118" y="207"/>
                  </a:lnTo>
                  <a:lnTo>
                    <a:pt x="118" y="210"/>
                  </a:lnTo>
                  <a:lnTo>
                    <a:pt x="116" y="214"/>
                  </a:lnTo>
                  <a:lnTo>
                    <a:pt x="114" y="214"/>
                  </a:lnTo>
                  <a:lnTo>
                    <a:pt x="112" y="214"/>
                  </a:lnTo>
                  <a:lnTo>
                    <a:pt x="109" y="211"/>
                  </a:lnTo>
                  <a:lnTo>
                    <a:pt x="106" y="210"/>
                  </a:lnTo>
                  <a:lnTo>
                    <a:pt x="106" y="207"/>
                  </a:lnTo>
                  <a:lnTo>
                    <a:pt x="106" y="206"/>
                  </a:lnTo>
                  <a:lnTo>
                    <a:pt x="106" y="204"/>
                  </a:lnTo>
                  <a:lnTo>
                    <a:pt x="106" y="202"/>
                  </a:lnTo>
                  <a:lnTo>
                    <a:pt x="105" y="202"/>
                  </a:lnTo>
                  <a:lnTo>
                    <a:pt x="105" y="199"/>
                  </a:lnTo>
                  <a:lnTo>
                    <a:pt x="106" y="197"/>
                  </a:lnTo>
                  <a:lnTo>
                    <a:pt x="106" y="195"/>
                  </a:lnTo>
                  <a:lnTo>
                    <a:pt x="106" y="194"/>
                  </a:lnTo>
                  <a:lnTo>
                    <a:pt x="104" y="194"/>
                  </a:lnTo>
                  <a:lnTo>
                    <a:pt x="101" y="194"/>
                  </a:lnTo>
                  <a:lnTo>
                    <a:pt x="97" y="195"/>
                  </a:lnTo>
                  <a:lnTo>
                    <a:pt x="95" y="197"/>
                  </a:lnTo>
                  <a:lnTo>
                    <a:pt x="95" y="198"/>
                  </a:lnTo>
                  <a:lnTo>
                    <a:pt x="92" y="199"/>
                  </a:lnTo>
                  <a:lnTo>
                    <a:pt x="92" y="200"/>
                  </a:lnTo>
                  <a:lnTo>
                    <a:pt x="91" y="200"/>
                  </a:lnTo>
                  <a:lnTo>
                    <a:pt x="89" y="200"/>
                  </a:lnTo>
                  <a:lnTo>
                    <a:pt x="87" y="200"/>
                  </a:lnTo>
                  <a:lnTo>
                    <a:pt x="84" y="202"/>
                  </a:lnTo>
                  <a:lnTo>
                    <a:pt x="80" y="203"/>
                  </a:lnTo>
                  <a:lnTo>
                    <a:pt x="78" y="203"/>
                  </a:lnTo>
                  <a:lnTo>
                    <a:pt x="76" y="203"/>
                  </a:lnTo>
                  <a:lnTo>
                    <a:pt x="75" y="202"/>
                  </a:lnTo>
                  <a:lnTo>
                    <a:pt x="74" y="202"/>
                  </a:lnTo>
                  <a:lnTo>
                    <a:pt x="72" y="203"/>
                  </a:lnTo>
                  <a:lnTo>
                    <a:pt x="74" y="206"/>
                  </a:lnTo>
                  <a:lnTo>
                    <a:pt x="74" y="207"/>
                  </a:lnTo>
                  <a:lnTo>
                    <a:pt x="74" y="210"/>
                  </a:lnTo>
                  <a:lnTo>
                    <a:pt x="72" y="210"/>
                  </a:lnTo>
                  <a:lnTo>
                    <a:pt x="71" y="210"/>
                  </a:lnTo>
                  <a:lnTo>
                    <a:pt x="67" y="208"/>
                  </a:lnTo>
                  <a:lnTo>
                    <a:pt x="64" y="208"/>
                  </a:lnTo>
                  <a:lnTo>
                    <a:pt x="60" y="211"/>
                  </a:lnTo>
                  <a:lnTo>
                    <a:pt x="60" y="211"/>
                  </a:lnTo>
                  <a:lnTo>
                    <a:pt x="63" y="215"/>
                  </a:lnTo>
                  <a:lnTo>
                    <a:pt x="64" y="215"/>
                  </a:lnTo>
                  <a:lnTo>
                    <a:pt x="66" y="214"/>
                  </a:lnTo>
                  <a:lnTo>
                    <a:pt x="66" y="214"/>
                  </a:lnTo>
                  <a:lnTo>
                    <a:pt x="68" y="214"/>
                  </a:lnTo>
                  <a:lnTo>
                    <a:pt x="70" y="214"/>
                  </a:lnTo>
                  <a:lnTo>
                    <a:pt x="70" y="218"/>
                  </a:lnTo>
                  <a:lnTo>
                    <a:pt x="70" y="219"/>
                  </a:lnTo>
                  <a:lnTo>
                    <a:pt x="67" y="220"/>
                  </a:lnTo>
                  <a:lnTo>
                    <a:pt x="68" y="220"/>
                  </a:lnTo>
                  <a:lnTo>
                    <a:pt x="72" y="220"/>
                  </a:lnTo>
                  <a:lnTo>
                    <a:pt x="72" y="222"/>
                  </a:lnTo>
                  <a:lnTo>
                    <a:pt x="74" y="223"/>
                  </a:lnTo>
                  <a:lnTo>
                    <a:pt x="74" y="224"/>
                  </a:lnTo>
                  <a:lnTo>
                    <a:pt x="74" y="226"/>
                  </a:lnTo>
                  <a:lnTo>
                    <a:pt x="75" y="227"/>
                  </a:lnTo>
                  <a:lnTo>
                    <a:pt x="72" y="229"/>
                  </a:lnTo>
                  <a:lnTo>
                    <a:pt x="71" y="231"/>
                  </a:lnTo>
                  <a:lnTo>
                    <a:pt x="71" y="235"/>
                  </a:lnTo>
                  <a:lnTo>
                    <a:pt x="71" y="241"/>
                  </a:lnTo>
                  <a:lnTo>
                    <a:pt x="72" y="243"/>
                  </a:lnTo>
                  <a:lnTo>
                    <a:pt x="72" y="247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68" y="248"/>
                  </a:lnTo>
                  <a:lnTo>
                    <a:pt x="67" y="249"/>
                  </a:lnTo>
                  <a:lnTo>
                    <a:pt x="68" y="251"/>
                  </a:lnTo>
                  <a:lnTo>
                    <a:pt x="70" y="252"/>
                  </a:lnTo>
                  <a:lnTo>
                    <a:pt x="67" y="256"/>
                  </a:lnTo>
                  <a:lnTo>
                    <a:pt x="66" y="257"/>
                  </a:lnTo>
                  <a:lnTo>
                    <a:pt x="66" y="254"/>
                  </a:lnTo>
                  <a:lnTo>
                    <a:pt x="66" y="253"/>
                  </a:lnTo>
                  <a:lnTo>
                    <a:pt x="64" y="251"/>
                  </a:lnTo>
                  <a:lnTo>
                    <a:pt x="63" y="248"/>
                  </a:lnTo>
                  <a:lnTo>
                    <a:pt x="63" y="247"/>
                  </a:lnTo>
                  <a:lnTo>
                    <a:pt x="64" y="245"/>
                  </a:lnTo>
                  <a:lnTo>
                    <a:pt x="63" y="245"/>
                  </a:lnTo>
                  <a:lnTo>
                    <a:pt x="62" y="247"/>
                  </a:lnTo>
                  <a:lnTo>
                    <a:pt x="62" y="251"/>
                  </a:lnTo>
                  <a:lnTo>
                    <a:pt x="63" y="253"/>
                  </a:lnTo>
                  <a:lnTo>
                    <a:pt x="63" y="254"/>
                  </a:lnTo>
                  <a:lnTo>
                    <a:pt x="63" y="254"/>
                  </a:lnTo>
                  <a:lnTo>
                    <a:pt x="60" y="254"/>
                  </a:lnTo>
                  <a:lnTo>
                    <a:pt x="59" y="254"/>
                  </a:lnTo>
                  <a:lnTo>
                    <a:pt x="58" y="252"/>
                  </a:lnTo>
                  <a:lnTo>
                    <a:pt x="59" y="251"/>
                  </a:lnTo>
                  <a:lnTo>
                    <a:pt x="59" y="249"/>
                  </a:lnTo>
                  <a:lnTo>
                    <a:pt x="56" y="247"/>
                  </a:lnTo>
                  <a:lnTo>
                    <a:pt x="56" y="243"/>
                  </a:lnTo>
                  <a:lnTo>
                    <a:pt x="54" y="240"/>
                  </a:lnTo>
                  <a:lnTo>
                    <a:pt x="54" y="239"/>
                  </a:lnTo>
                  <a:lnTo>
                    <a:pt x="55" y="237"/>
                  </a:lnTo>
                  <a:lnTo>
                    <a:pt x="58" y="235"/>
                  </a:lnTo>
                  <a:lnTo>
                    <a:pt x="58" y="229"/>
                  </a:lnTo>
                  <a:lnTo>
                    <a:pt x="56" y="229"/>
                  </a:lnTo>
                  <a:lnTo>
                    <a:pt x="56" y="227"/>
                  </a:lnTo>
                  <a:lnTo>
                    <a:pt x="54" y="223"/>
                  </a:lnTo>
                  <a:lnTo>
                    <a:pt x="52" y="222"/>
                  </a:lnTo>
                  <a:lnTo>
                    <a:pt x="51" y="223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7"/>
                  </a:lnTo>
                  <a:lnTo>
                    <a:pt x="52" y="227"/>
                  </a:lnTo>
                  <a:lnTo>
                    <a:pt x="54" y="228"/>
                  </a:lnTo>
                  <a:lnTo>
                    <a:pt x="54" y="229"/>
                  </a:lnTo>
                  <a:lnTo>
                    <a:pt x="52" y="231"/>
                  </a:lnTo>
                  <a:lnTo>
                    <a:pt x="51" y="229"/>
                  </a:lnTo>
                  <a:lnTo>
                    <a:pt x="52" y="229"/>
                  </a:lnTo>
                  <a:lnTo>
                    <a:pt x="51" y="228"/>
                  </a:lnTo>
                  <a:lnTo>
                    <a:pt x="50" y="229"/>
                  </a:lnTo>
                  <a:lnTo>
                    <a:pt x="49" y="231"/>
                  </a:lnTo>
                  <a:lnTo>
                    <a:pt x="47" y="231"/>
                  </a:lnTo>
                  <a:lnTo>
                    <a:pt x="49" y="229"/>
                  </a:lnTo>
                  <a:lnTo>
                    <a:pt x="49" y="228"/>
                  </a:lnTo>
                  <a:lnTo>
                    <a:pt x="47" y="228"/>
                  </a:lnTo>
                  <a:lnTo>
                    <a:pt x="46" y="226"/>
                  </a:lnTo>
                  <a:lnTo>
                    <a:pt x="47" y="224"/>
                  </a:lnTo>
                  <a:lnTo>
                    <a:pt x="47" y="226"/>
                  </a:lnTo>
                  <a:lnTo>
                    <a:pt x="49" y="227"/>
                  </a:lnTo>
                  <a:lnTo>
                    <a:pt x="49" y="227"/>
                  </a:lnTo>
                  <a:lnTo>
                    <a:pt x="47" y="223"/>
                  </a:lnTo>
                  <a:lnTo>
                    <a:pt x="47" y="222"/>
                  </a:lnTo>
                  <a:lnTo>
                    <a:pt x="46" y="222"/>
                  </a:lnTo>
                  <a:lnTo>
                    <a:pt x="45" y="222"/>
                  </a:lnTo>
                  <a:lnTo>
                    <a:pt x="47" y="220"/>
                  </a:lnTo>
                  <a:lnTo>
                    <a:pt x="49" y="220"/>
                  </a:lnTo>
                  <a:lnTo>
                    <a:pt x="50" y="218"/>
                  </a:lnTo>
                  <a:lnTo>
                    <a:pt x="52" y="216"/>
                  </a:lnTo>
                  <a:lnTo>
                    <a:pt x="54" y="215"/>
                  </a:lnTo>
                  <a:lnTo>
                    <a:pt x="54" y="214"/>
                  </a:lnTo>
                  <a:lnTo>
                    <a:pt x="56" y="211"/>
                  </a:lnTo>
                  <a:lnTo>
                    <a:pt x="59" y="211"/>
                  </a:lnTo>
                  <a:lnTo>
                    <a:pt x="59" y="210"/>
                  </a:lnTo>
                  <a:lnTo>
                    <a:pt x="59" y="208"/>
                  </a:lnTo>
                  <a:lnTo>
                    <a:pt x="58" y="208"/>
                  </a:lnTo>
                  <a:lnTo>
                    <a:pt x="56" y="204"/>
                  </a:lnTo>
                  <a:lnTo>
                    <a:pt x="58" y="203"/>
                  </a:lnTo>
                  <a:lnTo>
                    <a:pt x="62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6" y="197"/>
                  </a:lnTo>
                  <a:lnTo>
                    <a:pt x="67" y="195"/>
                  </a:lnTo>
                  <a:lnTo>
                    <a:pt x="71" y="191"/>
                  </a:lnTo>
                  <a:lnTo>
                    <a:pt x="71" y="190"/>
                  </a:lnTo>
                  <a:lnTo>
                    <a:pt x="72" y="189"/>
                  </a:lnTo>
                  <a:lnTo>
                    <a:pt x="74" y="186"/>
                  </a:lnTo>
                  <a:lnTo>
                    <a:pt x="78" y="183"/>
                  </a:lnTo>
                  <a:lnTo>
                    <a:pt x="80" y="183"/>
                  </a:lnTo>
                  <a:lnTo>
                    <a:pt x="81" y="183"/>
                  </a:lnTo>
                  <a:lnTo>
                    <a:pt x="84" y="182"/>
                  </a:lnTo>
                  <a:lnTo>
                    <a:pt x="87" y="182"/>
                  </a:lnTo>
                  <a:lnTo>
                    <a:pt x="89" y="181"/>
                  </a:lnTo>
                  <a:lnTo>
                    <a:pt x="92" y="181"/>
                  </a:lnTo>
                  <a:lnTo>
                    <a:pt x="97" y="178"/>
                  </a:lnTo>
                  <a:lnTo>
                    <a:pt x="99" y="179"/>
                  </a:lnTo>
                  <a:lnTo>
                    <a:pt x="100" y="179"/>
                  </a:lnTo>
                  <a:lnTo>
                    <a:pt x="101" y="178"/>
                  </a:lnTo>
                  <a:lnTo>
                    <a:pt x="103" y="178"/>
                  </a:lnTo>
                  <a:lnTo>
                    <a:pt x="103" y="181"/>
                  </a:lnTo>
                  <a:lnTo>
                    <a:pt x="104" y="181"/>
                  </a:lnTo>
                  <a:lnTo>
                    <a:pt x="105" y="179"/>
                  </a:lnTo>
                  <a:lnTo>
                    <a:pt x="106" y="181"/>
                  </a:lnTo>
                  <a:lnTo>
                    <a:pt x="108" y="179"/>
                  </a:lnTo>
                  <a:lnTo>
                    <a:pt x="108" y="179"/>
                  </a:lnTo>
                  <a:lnTo>
                    <a:pt x="109" y="179"/>
                  </a:lnTo>
                  <a:lnTo>
                    <a:pt x="109" y="177"/>
                  </a:lnTo>
                  <a:lnTo>
                    <a:pt x="109" y="177"/>
                  </a:lnTo>
                  <a:lnTo>
                    <a:pt x="109" y="175"/>
                  </a:lnTo>
                  <a:lnTo>
                    <a:pt x="109" y="174"/>
                  </a:lnTo>
                  <a:lnTo>
                    <a:pt x="108" y="173"/>
                  </a:lnTo>
                  <a:lnTo>
                    <a:pt x="109" y="169"/>
                  </a:lnTo>
                  <a:lnTo>
                    <a:pt x="109" y="168"/>
                  </a:lnTo>
                  <a:lnTo>
                    <a:pt x="109" y="166"/>
                  </a:lnTo>
                  <a:lnTo>
                    <a:pt x="112" y="164"/>
                  </a:lnTo>
                  <a:lnTo>
                    <a:pt x="113" y="161"/>
                  </a:lnTo>
                  <a:lnTo>
                    <a:pt x="112" y="156"/>
                  </a:lnTo>
                  <a:lnTo>
                    <a:pt x="110" y="153"/>
                  </a:lnTo>
                  <a:lnTo>
                    <a:pt x="112" y="150"/>
                  </a:lnTo>
                  <a:lnTo>
                    <a:pt x="113" y="149"/>
                  </a:lnTo>
                  <a:lnTo>
                    <a:pt x="116" y="148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9"/>
                  </a:lnTo>
                  <a:lnTo>
                    <a:pt x="117" y="150"/>
                  </a:lnTo>
                  <a:lnTo>
                    <a:pt x="116" y="152"/>
                  </a:lnTo>
                  <a:lnTo>
                    <a:pt x="114" y="153"/>
                  </a:lnTo>
                  <a:lnTo>
                    <a:pt x="114" y="154"/>
                  </a:lnTo>
                  <a:lnTo>
                    <a:pt x="117" y="157"/>
                  </a:lnTo>
                  <a:lnTo>
                    <a:pt x="121" y="160"/>
                  </a:lnTo>
                  <a:lnTo>
                    <a:pt x="121" y="157"/>
                  </a:lnTo>
                  <a:lnTo>
                    <a:pt x="124" y="156"/>
                  </a:lnTo>
                  <a:lnTo>
                    <a:pt x="129" y="153"/>
                  </a:lnTo>
                  <a:lnTo>
                    <a:pt x="133" y="150"/>
                  </a:lnTo>
                  <a:lnTo>
                    <a:pt x="133" y="148"/>
                  </a:lnTo>
                  <a:lnTo>
                    <a:pt x="134" y="145"/>
                  </a:lnTo>
                  <a:lnTo>
                    <a:pt x="134" y="141"/>
                  </a:lnTo>
                  <a:lnTo>
                    <a:pt x="135" y="139"/>
                  </a:lnTo>
                  <a:lnTo>
                    <a:pt x="138" y="136"/>
                  </a:lnTo>
                  <a:lnTo>
                    <a:pt x="139" y="133"/>
                  </a:lnTo>
                  <a:lnTo>
                    <a:pt x="138" y="129"/>
                  </a:lnTo>
                  <a:lnTo>
                    <a:pt x="141" y="122"/>
                  </a:lnTo>
                  <a:lnTo>
                    <a:pt x="141" y="116"/>
                  </a:lnTo>
                  <a:lnTo>
                    <a:pt x="141" y="112"/>
                  </a:lnTo>
                  <a:lnTo>
                    <a:pt x="139" y="107"/>
                  </a:lnTo>
                  <a:lnTo>
                    <a:pt x="138" y="102"/>
                  </a:lnTo>
                  <a:lnTo>
                    <a:pt x="135" y="103"/>
                  </a:lnTo>
                  <a:lnTo>
                    <a:pt x="134" y="104"/>
                  </a:lnTo>
                  <a:lnTo>
                    <a:pt x="133" y="102"/>
                  </a:lnTo>
                  <a:lnTo>
                    <a:pt x="133" y="100"/>
                  </a:lnTo>
                  <a:lnTo>
                    <a:pt x="134" y="100"/>
                  </a:lnTo>
                  <a:lnTo>
                    <a:pt x="137" y="100"/>
                  </a:lnTo>
                  <a:lnTo>
                    <a:pt x="137" y="97"/>
                  </a:lnTo>
                  <a:lnTo>
                    <a:pt x="137" y="95"/>
                  </a:lnTo>
                  <a:lnTo>
                    <a:pt x="133" y="93"/>
                  </a:lnTo>
                  <a:lnTo>
                    <a:pt x="133" y="90"/>
                  </a:lnTo>
                  <a:lnTo>
                    <a:pt x="135" y="89"/>
                  </a:lnTo>
                  <a:lnTo>
                    <a:pt x="137" y="87"/>
                  </a:lnTo>
                  <a:lnTo>
                    <a:pt x="137" y="86"/>
                  </a:lnTo>
                  <a:lnTo>
                    <a:pt x="135" y="82"/>
                  </a:lnTo>
                  <a:lnTo>
                    <a:pt x="135" y="81"/>
                  </a:lnTo>
                  <a:lnTo>
                    <a:pt x="137" y="81"/>
                  </a:lnTo>
                  <a:lnTo>
                    <a:pt x="138" y="81"/>
                  </a:lnTo>
                  <a:lnTo>
                    <a:pt x="139" y="82"/>
                  </a:lnTo>
                  <a:lnTo>
                    <a:pt x="139" y="85"/>
                  </a:lnTo>
                  <a:lnTo>
                    <a:pt x="139" y="86"/>
                  </a:lnTo>
                  <a:lnTo>
                    <a:pt x="142" y="87"/>
                  </a:lnTo>
                  <a:lnTo>
                    <a:pt x="143" y="86"/>
                  </a:lnTo>
                  <a:lnTo>
                    <a:pt x="142" y="83"/>
                  </a:lnTo>
                  <a:lnTo>
                    <a:pt x="142" y="83"/>
                  </a:lnTo>
                  <a:lnTo>
                    <a:pt x="145" y="83"/>
                  </a:lnTo>
                  <a:lnTo>
                    <a:pt x="146" y="83"/>
                  </a:lnTo>
                  <a:lnTo>
                    <a:pt x="146" y="81"/>
                  </a:lnTo>
                  <a:lnTo>
                    <a:pt x="145" y="78"/>
                  </a:lnTo>
                  <a:lnTo>
                    <a:pt x="142" y="81"/>
                  </a:lnTo>
                  <a:lnTo>
                    <a:pt x="142" y="81"/>
                  </a:lnTo>
                  <a:lnTo>
                    <a:pt x="141" y="79"/>
                  </a:lnTo>
                  <a:lnTo>
                    <a:pt x="141" y="78"/>
                  </a:lnTo>
                  <a:lnTo>
                    <a:pt x="142" y="75"/>
                  </a:lnTo>
                  <a:lnTo>
                    <a:pt x="141" y="74"/>
                  </a:lnTo>
                  <a:close/>
                  <a:moveTo>
                    <a:pt x="120" y="60"/>
                  </a:moveTo>
                  <a:lnTo>
                    <a:pt x="120" y="62"/>
                  </a:lnTo>
                  <a:lnTo>
                    <a:pt x="120" y="64"/>
                  </a:lnTo>
                  <a:lnTo>
                    <a:pt x="118" y="65"/>
                  </a:lnTo>
                  <a:lnTo>
                    <a:pt x="117" y="64"/>
                  </a:lnTo>
                  <a:lnTo>
                    <a:pt x="117" y="62"/>
                  </a:lnTo>
                  <a:lnTo>
                    <a:pt x="118" y="61"/>
                  </a:lnTo>
                  <a:lnTo>
                    <a:pt x="120" y="60"/>
                  </a:lnTo>
                  <a:close/>
                  <a:moveTo>
                    <a:pt x="129" y="0"/>
                  </a:moveTo>
                  <a:lnTo>
                    <a:pt x="132" y="0"/>
                  </a:lnTo>
                  <a:lnTo>
                    <a:pt x="133" y="3"/>
                  </a:lnTo>
                  <a:lnTo>
                    <a:pt x="137" y="6"/>
                  </a:lnTo>
                  <a:lnTo>
                    <a:pt x="139" y="6"/>
                  </a:lnTo>
                  <a:lnTo>
                    <a:pt x="142" y="10"/>
                  </a:lnTo>
                  <a:lnTo>
                    <a:pt x="147" y="15"/>
                  </a:lnTo>
                  <a:lnTo>
                    <a:pt x="150" y="16"/>
                  </a:lnTo>
                  <a:lnTo>
                    <a:pt x="151" y="19"/>
                  </a:lnTo>
                  <a:lnTo>
                    <a:pt x="153" y="19"/>
                  </a:lnTo>
                  <a:lnTo>
                    <a:pt x="155" y="22"/>
                  </a:lnTo>
                  <a:lnTo>
                    <a:pt x="159" y="23"/>
                  </a:lnTo>
                  <a:lnTo>
                    <a:pt x="162" y="23"/>
                  </a:lnTo>
                  <a:lnTo>
                    <a:pt x="164" y="25"/>
                  </a:lnTo>
                  <a:lnTo>
                    <a:pt x="166" y="25"/>
                  </a:lnTo>
                  <a:lnTo>
                    <a:pt x="167" y="25"/>
                  </a:lnTo>
                  <a:lnTo>
                    <a:pt x="170" y="25"/>
                  </a:lnTo>
                  <a:lnTo>
                    <a:pt x="174" y="23"/>
                  </a:lnTo>
                  <a:lnTo>
                    <a:pt x="175" y="20"/>
                  </a:lnTo>
                  <a:lnTo>
                    <a:pt x="176" y="18"/>
                  </a:lnTo>
                  <a:lnTo>
                    <a:pt x="176" y="18"/>
                  </a:lnTo>
                  <a:lnTo>
                    <a:pt x="176" y="19"/>
                  </a:lnTo>
                  <a:lnTo>
                    <a:pt x="176" y="20"/>
                  </a:lnTo>
                  <a:lnTo>
                    <a:pt x="176" y="24"/>
                  </a:lnTo>
                  <a:lnTo>
                    <a:pt x="176" y="27"/>
                  </a:lnTo>
                  <a:lnTo>
                    <a:pt x="176" y="28"/>
                  </a:lnTo>
                  <a:lnTo>
                    <a:pt x="179" y="31"/>
                  </a:lnTo>
                  <a:lnTo>
                    <a:pt x="182" y="32"/>
                  </a:lnTo>
                  <a:lnTo>
                    <a:pt x="182" y="35"/>
                  </a:lnTo>
                  <a:lnTo>
                    <a:pt x="182" y="36"/>
                  </a:lnTo>
                  <a:lnTo>
                    <a:pt x="183" y="36"/>
                  </a:lnTo>
                  <a:lnTo>
                    <a:pt x="184" y="33"/>
                  </a:lnTo>
                  <a:lnTo>
                    <a:pt x="185" y="32"/>
                  </a:lnTo>
                  <a:lnTo>
                    <a:pt x="187" y="32"/>
                  </a:lnTo>
                  <a:lnTo>
                    <a:pt x="187" y="33"/>
                  </a:lnTo>
                  <a:lnTo>
                    <a:pt x="185" y="35"/>
                  </a:lnTo>
                  <a:lnTo>
                    <a:pt x="185" y="36"/>
                  </a:lnTo>
                  <a:lnTo>
                    <a:pt x="184" y="37"/>
                  </a:lnTo>
                  <a:lnTo>
                    <a:pt x="182" y="39"/>
                  </a:lnTo>
                  <a:lnTo>
                    <a:pt x="182" y="40"/>
                  </a:lnTo>
                  <a:lnTo>
                    <a:pt x="180" y="41"/>
                  </a:lnTo>
                  <a:lnTo>
                    <a:pt x="179" y="41"/>
                  </a:lnTo>
                  <a:lnTo>
                    <a:pt x="178" y="41"/>
                  </a:lnTo>
                  <a:lnTo>
                    <a:pt x="176" y="43"/>
                  </a:lnTo>
                  <a:lnTo>
                    <a:pt x="176" y="44"/>
                  </a:lnTo>
                  <a:lnTo>
                    <a:pt x="174" y="44"/>
                  </a:lnTo>
                  <a:lnTo>
                    <a:pt x="171" y="43"/>
                  </a:lnTo>
                  <a:lnTo>
                    <a:pt x="170" y="44"/>
                  </a:lnTo>
                  <a:lnTo>
                    <a:pt x="166" y="48"/>
                  </a:lnTo>
                  <a:lnTo>
                    <a:pt x="164" y="53"/>
                  </a:lnTo>
                  <a:lnTo>
                    <a:pt x="164" y="57"/>
                  </a:lnTo>
                  <a:lnTo>
                    <a:pt x="164" y="60"/>
                  </a:lnTo>
                  <a:lnTo>
                    <a:pt x="164" y="61"/>
                  </a:lnTo>
                  <a:lnTo>
                    <a:pt x="164" y="64"/>
                  </a:lnTo>
                  <a:lnTo>
                    <a:pt x="163" y="62"/>
                  </a:lnTo>
                  <a:lnTo>
                    <a:pt x="162" y="61"/>
                  </a:lnTo>
                  <a:lnTo>
                    <a:pt x="158" y="60"/>
                  </a:lnTo>
                  <a:lnTo>
                    <a:pt x="154" y="58"/>
                  </a:lnTo>
                  <a:lnTo>
                    <a:pt x="151" y="54"/>
                  </a:lnTo>
                  <a:lnTo>
                    <a:pt x="149" y="53"/>
                  </a:lnTo>
                  <a:lnTo>
                    <a:pt x="147" y="53"/>
                  </a:lnTo>
                  <a:lnTo>
                    <a:pt x="145" y="53"/>
                  </a:lnTo>
                  <a:lnTo>
                    <a:pt x="145" y="52"/>
                  </a:lnTo>
                  <a:lnTo>
                    <a:pt x="142" y="52"/>
                  </a:lnTo>
                  <a:lnTo>
                    <a:pt x="139" y="53"/>
                  </a:lnTo>
                  <a:lnTo>
                    <a:pt x="137" y="57"/>
                  </a:lnTo>
                  <a:lnTo>
                    <a:pt x="135" y="57"/>
                  </a:lnTo>
                  <a:lnTo>
                    <a:pt x="133" y="54"/>
                  </a:lnTo>
                  <a:lnTo>
                    <a:pt x="130" y="54"/>
                  </a:lnTo>
                  <a:lnTo>
                    <a:pt x="129" y="56"/>
                  </a:lnTo>
                  <a:lnTo>
                    <a:pt x="129" y="58"/>
                  </a:lnTo>
                  <a:lnTo>
                    <a:pt x="130" y="61"/>
                  </a:lnTo>
                  <a:lnTo>
                    <a:pt x="133" y="62"/>
                  </a:lnTo>
                  <a:lnTo>
                    <a:pt x="135" y="61"/>
                  </a:lnTo>
                  <a:lnTo>
                    <a:pt x="138" y="65"/>
                  </a:lnTo>
                  <a:lnTo>
                    <a:pt x="141" y="65"/>
                  </a:lnTo>
                  <a:lnTo>
                    <a:pt x="143" y="65"/>
                  </a:lnTo>
                  <a:lnTo>
                    <a:pt x="145" y="66"/>
                  </a:lnTo>
                  <a:lnTo>
                    <a:pt x="142" y="69"/>
                  </a:lnTo>
                  <a:lnTo>
                    <a:pt x="142" y="70"/>
                  </a:lnTo>
                  <a:lnTo>
                    <a:pt x="141" y="69"/>
                  </a:lnTo>
                  <a:lnTo>
                    <a:pt x="137" y="69"/>
                  </a:lnTo>
                  <a:lnTo>
                    <a:pt x="135" y="70"/>
                  </a:lnTo>
                  <a:lnTo>
                    <a:pt x="135" y="72"/>
                  </a:lnTo>
                  <a:lnTo>
                    <a:pt x="135" y="74"/>
                  </a:lnTo>
                  <a:lnTo>
                    <a:pt x="133" y="77"/>
                  </a:lnTo>
                  <a:lnTo>
                    <a:pt x="130" y="75"/>
                  </a:lnTo>
                  <a:lnTo>
                    <a:pt x="129" y="74"/>
                  </a:lnTo>
                  <a:lnTo>
                    <a:pt x="130" y="73"/>
                  </a:lnTo>
                  <a:lnTo>
                    <a:pt x="129" y="69"/>
                  </a:lnTo>
                  <a:lnTo>
                    <a:pt x="128" y="65"/>
                  </a:lnTo>
                  <a:lnTo>
                    <a:pt x="126" y="64"/>
                  </a:lnTo>
                  <a:lnTo>
                    <a:pt x="124" y="62"/>
                  </a:lnTo>
                  <a:lnTo>
                    <a:pt x="122" y="62"/>
                  </a:lnTo>
                  <a:lnTo>
                    <a:pt x="122" y="60"/>
                  </a:lnTo>
                  <a:lnTo>
                    <a:pt x="122" y="57"/>
                  </a:lnTo>
                  <a:lnTo>
                    <a:pt x="122" y="54"/>
                  </a:lnTo>
                  <a:lnTo>
                    <a:pt x="124" y="53"/>
                  </a:lnTo>
                  <a:lnTo>
                    <a:pt x="125" y="52"/>
                  </a:lnTo>
                  <a:lnTo>
                    <a:pt x="125" y="50"/>
                  </a:lnTo>
                  <a:lnTo>
                    <a:pt x="126" y="50"/>
                  </a:lnTo>
                  <a:lnTo>
                    <a:pt x="128" y="48"/>
                  </a:lnTo>
                  <a:lnTo>
                    <a:pt x="129" y="47"/>
                  </a:lnTo>
                  <a:lnTo>
                    <a:pt x="128" y="47"/>
                  </a:lnTo>
                  <a:lnTo>
                    <a:pt x="126" y="44"/>
                  </a:lnTo>
                  <a:lnTo>
                    <a:pt x="125" y="44"/>
                  </a:lnTo>
                  <a:lnTo>
                    <a:pt x="124" y="44"/>
                  </a:lnTo>
                  <a:lnTo>
                    <a:pt x="125" y="41"/>
                  </a:lnTo>
                  <a:lnTo>
                    <a:pt x="126" y="41"/>
                  </a:lnTo>
                  <a:lnTo>
                    <a:pt x="130" y="43"/>
                  </a:lnTo>
                  <a:lnTo>
                    <a:pt x="134" y="44"/>
                  </a:lnTo>
                  <a:lnTo>
                    <a:pt x="135" y="43"/>
                  </a:lnTo>
                  <a:lnTo>
                    <a:pt x="135" y="41"/>
                  </a:lnTo>
                  <a:lnTo>
                    <a:pt x="137" y="40"/>
                  </a:lnTo>
                  <a:lnTo>
                    <a:pt x="135" y="39"/>
                  </a:lnTo>
                  <a:lnTo>
                    <a:pt x="134" y="37"/>
                  </a:lnTo>
                  <a:lnTo>
                    <a:pt x="134" y="37"/>
                  </a:lnTo>
                  <a:lnTo>
                    <a:pt x="133" y="35"/>
                  </a:lnTo>
                  <a:lnTo>
                    <a:pt x="133" y="32"/>
                  </a:lnTo>
                  <a:lnTo>
                    <a:pt x="134" y="31"/>
                  </a:lnTo>
                  <a:lnTo>
                    <a:pt x="135" y="31"/>
                  </a:lnTo>
                  <a:lnTo>
                    <a:pt x="135" y="29"/>
                  </a:lnTo>
                  <a:lnTo>
                    <a:pt x="134" y="27"/>
                  </a:lnTo>
                  <a:lnTo>
                    <a:pt x="133" y="23"/>
                  </a:lnTo>
                  <a:lnTo>
                    <a:pt x="134" y="22"/>
                  </a:lnTo>
                  <a:lnTo>
                    <a:pt x="133" y="18"/>
                  </a:lnTo>
                  <a:lnTo>
                    <a:pt x="133" y="15"/>
                  </a:lnTo>
                  <a:lnTo>
                    <a:pt x="129" y="8"/>
                  </a:lnTo>
                  <a:lnTo>
                    <a:pt x="128" y="6"/>
                  </a:lnTo>
                  <a:lnTo>
                    <a:pt x="126" y="4"/>
                  </a:lnTo>
                  <a:lnTo>
                    <a:pt x="128" y="3"/>
                  </a:lnTo>
                  <a:lnTo>
                    <a:pt x="129" y="3"/>
                  </a:lnTo>
                  <a:lnTo>
                    <a:pt x="130" y="2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4" name="Freeform 345">
              <a:extLst>
                <a:ext uri="{FF2B5EF4-FFF2-40B4-BE49-F238E27FC236}">
                  <a16:creationId xmlns:a16="http://schemas.microsoft.com/office/drawing/2014/main" id="{542153E6-D18E-4152-ABD1-2B5069B5BF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37771" y="3122906"/>
              <a:ext cx="489631" cy="779781"/>
            </a:xfrm>
            <a:custGeom>
              <a:avLst/>
              <a:gdLst>
                <a:gd name="T0" fmla="*/ 28 w 54"/>
                <a:gd name="T1" fmla="*/ 81 h 86"/>
                <a:gd name="T2" fmla="*/ 27 w 54"/>
                <a:gd name="T3" fmla="*/ 85 h 86"/>
                <a:gd name="T4" fmla="*/ 20 w 54"/>
                <a:gd name="T5" fmla="*/ 86 h 86"/>
                <a:gd name="T6" fmla="*/ 20 w 54"/>
                <a:gd name="T7" fmla="*/ 82 h 86"/>
                <a:gd name="T8" fmla="*/ 52 w 54"/>
                <a:gd name="T9" fmla="*/ 70 h 86"/>
                <a:gd name="T10" fmla="*/ 53 w 54"/>
                <a:gd name="T11" fmla="*/ 71 h 86"/>
                <a:gd name="T12" fmla="*/ 52 w 54"/>
                <a:gd name="T13" fmla="*/ 73 h 86"/>
                <a:gd name="T14" fmla="*/ 52 w 54"/>
                <a:gd name="T15" fmla="*/ 70 h 86"/>
                <a:gd name="T16" fmla="*/ 19 w 54"/>
                <a:gd name="T17" fmla="*/ 67 h 86"/>
                <a:gd name="T18" fmla="*/ 17 w 54"/>
                <a:gd name="T19" fmla="*/ 69 h 86"/>
                <a:gd name="T20" fmla="*/ 16 w 54"/>
                <a:gd name="T21" fmla="*/ 69 h 86"/>
                <a:gd name="T22" fmla="*/ 17 w 54"/>
                <a:gd name="T23" fmla="*/ 67 h 86"/>
                <a:gd name="T24" fmla="*/ 54 w 54"/>
                <a:gd name="T25" fmla="*/ 63 h 86"/>
                <a:gd name="T26" fmla="*/ 54 w 54"/>
                <a:gd name="T27" fmla="*/ 66 h 86"/>
                <a:gd name="T28" fmla="*/ 53 w 54"/>
                <a:gd name="T29" fmla="*/ 69 h 86"/>
                <a:gd name="T30" fmla="*/ 52 w 54"/>
                <a:gd name="T31" fmla="*/ 65 h 86"/>
                <a:gd name="T32" fmla="*/ 54 w 54"/>
                <a:gd name="T33" fmla="*/ 63 h 86"/>
                <a:gd name="T34" fmla="*/ 36 w 54"/>
                <a:gd name="T35" fmla="*/ 62 h 86"/>
                <a:gd name="T36" fmla="*/ 33 w 54"/>
                <a:gd name="T37" fmla="*/ 61 h 86"/>
                <a:gd name="T38" fmla="*/ 44 w 54"/>
                <a:gd name="T39" fmla="*/ 57 h 86"/>
                <a:gd name="T40" fmla="*/ 45 w 54"/>
                <a:gd name="T41" fmla="*/ 60 h 86"/>
                <a:gd name="T42" fmla="*/ 42 w 54"/>
                <a:gd name="T43" fmla="*/ 62 h 86"/>
                <a:gd name="T44" fmla="*/ 42 w 54"/>
                <a:gd name="T45" fmla="*/ 58 h 86"/>
                <a:gd name="T46" fmla="*/ 27 w 54"/>
                <a:gd name="T47" fmla="*/ 0 h 86"/>
                <a:gd name="T48" fmla="*/ 37 w 54"/>
                <a:gd name="T49" fmla="*/ 15 h 86"/>
                <a:gd name="T50" fmla="*/ 44 w 54"/>
                <a:gd name="T51" fmla="*/ 28 h 86"/>
                <a:gd name="T52" fmla="*/ 48 w 54"/>
                <a:gd name="T53" fmla="*/ 38 h 86"/>
                <a:gd name="T54" fmla="*/ 49 w 54"/>
                <a:gd name="T55" fmla="*/ 41 h 86"/>
                <a:gd name="T56" fmla="*/ 50 w 54"/>
                <a:gd name="T57" fmla="*/ 49 h 86"/>
                <a:gd name="T58" fmla="*/ 49 w 54"/>
                <a:gd name="T59" fmla="*/ 52 h 86"/>
                <a:gd name="T60" fmla="*/ 44 w 54"/>
                <a:gd name="T61" fmla="*/ 56 h 86"/>
                <a:gd name="T62" fmla="*/ 41 w 54"/>
                <a:gd name="T63" fmla="*/ 60 h 86"/>
                <a:gd name="T64" fmla="*/ 39 w 54"/>
                <a:gd name="T65" fmla="*/ 60 h 86"/>
                <a:gd name="T66" fmla="*/ 36 w 54"/>
                <a:gd name="T67" fmla="*/ 58 h 86"/>
                <a:gd name="T68" fmla="*/ 33 w 54"/>
                <a:gd name="T69" fmla="*/ 60 h 86"/>
                <a:gd name="T70" fmla="*/ 31 w 54"/>
                <a:gd name="T71" fmla="*/ 60 h 86"/>
                <a:gd name="T72" fmla="*/ 23 w 54"/>
                <a:gd name="T73" fmla="*/ 66 h 86"/>
                <a:gd name="T74" fmla="*/ 23 w 54"/>
                <a:gd name="T75" fmla="*/ 67 h 86"/>
                <a:gd name="T76" fmla="*/ 20 w 54"/>
                <a:gd name="T77" fmla="*/ 67 h 86"/>
                <a:gd name="T78" fmla="*/ 19 w 54"/>
                <a:gd name="T79" fmla="*/ 63 h 86"/>
                <a:gd name="T80" fmla="*/ 15 w 54"/>
                <a:gd name="T81" fmla="*/ 58 h 86"/>
                <a:gd name="T82" fmla="*/ 15 w 54"/>
                <a:gd name="T83" fmla="*/ 56 h 86"/>
                <a:gd name="T84" fmla="*/ 16 w 54"/>
                <a:gd name="T85" fmla="*/ 53 h 86"/>
                <a:gd name="T86" fmla="*/ 15 w 54"/>
                <a:gd name="T87" fmla="*/ 49 h 86"/>
                <a:gd name="T88" fmla="*/ 19 w 54"/>
                <a:gd name="T89" fmla="*/ 45 h 86"/>
                <a:gd name="T90" fmla="*/ 16 w 54"/>
                <a:gd name="T91" fmla="*/ 42 h 86"/>
                <a:gd name="T92" fmla="*/ 14 w 54"/>
                <a:gd name="T93" fmla="*/ 36 h 86"/>
                <a:gd name="T94" fmla="*/ 12 w 54"/>
                <a:gd name="T95" fmla="*/ 33 h 86"/>
                <a:gd name="T96" fmla="*/ 8 w 54"/>
                <a:gd name="T97" fmla="*/ 28 h 86"/>
                <a:gd name="T98" fmla="*/ 11 w 54"/>
                <a:gd name="T99" fmla="*/ 27 h 86"/>
                <a:gd name="T100" fmla="*/ 16 w 54"/>
                <a:gd name="T101" fmla="*/ 29 h 86"/>
                <a:gd name="T102" fmla="*/ 14 w 54"/>
                <a:gd name="T103" fmla="*/ 24 h 86"/>
                <a:gd name="T104" fmla="*/ 12 w 54"/>
                <a:gd name="T105" fmla="*/ 23 h 86"/>
                <a:gd name="T106" fmla="*/ 4 w 54"/>
                <a:gd name="T107" fmla="*/ 15 h 86"/>
                <a:gd name="T108" fmla="*/ 3 w 54"/>
                <a:gd name="T109" fmla="*/ 13 h 86"/>
                <a:gd name="T110" fmla="*/ 0 w 54"/>
                <a:gd name="T111" fmla="*/ 15 h 86"/>
                <a:gd name="T112" fmla="*/ 6 w 54"/>
                <a:gd name="T113" fmla="*/ 8 h 86"/>
                <a:gd name="T114" fmla="*/ 14 w 54"/>
                <a:gd name="T115" fmla="*/ 3 h 86"/>
                <a:gd name="T116" fmla="*/ 27 w 54"/>
                <a:gd name="T1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" h="86">
                  <a:moveTo>
                    <a:pt x="25" y="81"/>
                  </a:moveTo>
                  <a:lnTo>
                    <a:pt x="28" y="81"/>
                  </a:lnTo>
                  <a:lnTo>
                    <a:pt x="28" y="82"/>
                  </a:lnTo>
                  <a:lnTo>
                    <a:pt x="27" y="85"/>
                  </a:lnTo>
                  <a:lnTo>
                    <a:pt x="21" y="86"/>
                  </a:lnTo>
                  <a:lnTo>
                    <a:pt x="20" y="86"/>
                  </a:lnTo>
                  <a:lnTo>
                    <a:pt x="19" y="83"/>
                  </a:lnTo>
                  <a:lnTo>
                    <a:pt x="20" y="82"/>
                  </a:lnTo>
                  <a:lnTo>
                    <a:pt x="25" y="81"/>
                  </a:lnTo>
                  <a:close/>
                  <a:moveTo>
                    <a:pt x="52" y="70"/>
                  </a:moveTo>
                  <a:lnTo>
                    <a:pt x="54" y="70"/>
                  </a:lnTo>
                  <a:lnTo>
                    <a:pt x="53" y="71"/>
                  </a:lnTo>
                  <a:lnTo>
                    <a:pt x="53" y="73"/>
                  </a:lnTo>
                  <a:lnTo>
                    <a:pt x="52" y="73"/>
                  </a:lnTo>
                  <a:lnTo>
                    <a:pt x="52" y="71"/>
                  </a:lnTo>
                  <a:lnTo>
                    <a:pt x="52" y="70"/>
                  </a:lnTo>
                  <a:close/>
                  <a:moveTo>
                    <a:pt x="17" y="66"/>
                  </a:moveTo>
                  <a:lnTo>
                    <a:pt x="19" y="67"/>
                  </a:lnTo>
                  <a:lnTo>
                    <a:pt x="19" y="69"/>
                  </a:lnTo>
                  <a:lnTo>
                    <a:pt x="17" y="69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6" y="67"/>
                  </a:lnTo>
                  <a:lnTo>
                    <a:pt x="17" y="67"/>
                  </a:lnTo>
                  <a:lnTo>
                    <a:pt x="17" y="66"/>
                  </a:lnTo>
                  <a:close/>
                  <a:moveTo>
                    <a:pt x="54" y="63"/>
                  </a:moveTo>
                  <a:lnTo>
                    <a:pt x="54" y="63"/>
                  </a:lnTo>
                  <a:lnTo>
                    <a:pt x="54" y="66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2" y="67"/>
                  </a:lnTo>
                  <a:lnTo>
                    <a:pt x="52" y="65"/>
                  </a:lnTo>
                  <a:lnTo>
                    <a:pt x="53" y="63"/>
                  </a:lnTo>
                  <a:lnTo>
                    <a:pt x="54" y="63"/>
                  </a:lnTo>
                  <a:close/>
                  <a:moveTo>
                    <a:pt x="35" y="61"/>
                  </a:moveTo>
                  <a:lnTo>
                    <a:pt x="36" y="62"/>
                  </a:lnTo>
                  <a:lnTo>
                    <a:pt x="35" y="62"/>
                  </a:lnTo>
                  <a:lnTo>
                    <a:pt x="33" y="61"/>
                  </a:lnTo>
                  <a:lnTo>
                    <a:pt x="35" y="61"/>
                  </a:lnTo>
                  <a:close/>
                  <a:moveTo>
                    <a:pt x="44" y="57"/>
                  </a:moveTo>
                  <a:lnTo>
                    <a:pt x="45" y="58"/>
                  </a:lnTo>
                  <a:lnTo>
                    <a:pt x="45" y="60"/>
                  </a:lnTo>
                  <a:lnTo>
                    <a:pt x="44" y="61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2" y="58"/>
                  </a:lnTo>
                  <a:lnTo>
                    <a:pt x="44" y="57"/>
                  </a:lnTo>
                  <a:close/>
                  <a:moveTo>
                    <a:pt x="27" y="0"/>
                  </a:moveTo>
                  <a:lnTo>
                    <a:pt x="31" y="8"/>
                  </a:lnTo>
                  <a:lnTo>
                    <a:pt x="37" y="15"/>
                  </a:lnTo>
                  <a:lnTo>
                    <a:pt x="44" y="23"/>
                  </a:lnTo>
                  <a:lnTo>
                    <a:pt x="44" y="28"/>
                  </a:lnTo>
                  <a:lnTo>
                    <a:pt x="46" y="31"/>
                  </a:lnTo>
                  <a:lnTo>
                    <a:pt x="48" y="38"/>
                  </a:lnTo>
                  <a:lnTo>
                    <a:pt x="48" y="41"/>
                  </a:lnTo>
                  <a:lnTo>
                    <a:pt x="49" y="41"/>
                  </a:lnTo>
                  <a:lnTo>
                    <a:pt x="49" y="41"/>
                  </a:lnTo>
                  <a:lnTo>
                    <a:pt x="50" y="49"/>
                  </a:lnTo>
                  <a:lnTo>
                    <a:pt x="48" y="50"/>
                  </a:lnTo>
                  <a:lnTo>
                    <a:pt x="49" y="52"/>
                  </a:lnTo>
                  <a:lnTo>
                    <a:pt x="46" y="56"/>
                  </a:lnTo>
                  <a:lnTo>
                    <a:pt x="44" y="56"/>
                  </a:lnTo>
                  <a:lnTo>
                    <a:pt x="40" y="58"/>
                  </a:lnTo>
                  <a:lnTo>
                    <a:pt x="41" y="60"/>
                  </a:lnTo>
                  <a:lnTo>
                    <a:pt x="40" y="61"/>
                  </a:lnTo>
                  <a:lnTo>
                    <a:pt x="39" y="60"/>
                  </a:lnTo>
                  <a:lnTo>
                    <a:pt x="37" y="61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3" y="60"/>
                  </a:lnTo>
                  <a:lnTo>
                    <a:pt x="32" y="58"/>
                  </a:lnTo>
                  <a:lnTo>
                    <a:pt x="31" y="60"/>
                  </a:lnTo>
                  <a:lnTo>
                    <a:pt x="25" y="63"/>
                  </a:lnTo>
                  <a:lnTo>
                    <a:pt x="23" y="66"/>
                  </a:lnTo>
                  <a:lnTo>
                    <a:pt x="23" y="65"/>
                  </a:lnTo>
                  <a:lnTo>
                    <a:pt x="23" y="67"/>
                  </a:lnTo>
                  <a:lnTo>
                    <a:pt x="20" y="69"/>
                  </a:lnTo>
                  <a:lnTo>
                    <a:pt x="20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7" y="63"/>
                  </a:lnTo>
                  <a:lnTo>
                    <a:pt x="15" y="58"/>
                  </a:lnTo>
                  <a:lnTo>
                    <a:pt x="16" y="58"/>
                  </a:lnTo>
                  <a:lnTo>
                    <a:pt x="15" y="56"/>
                  </a:lnTo>
                  <a:lnTo>
                    <a:pt x="15" y="53"/>
                  </a:lnTo>
                  <a:lnTo>
                    <a:pt x="16" y="53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9" y="45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4" y="41"/>
                  </a:lnTo>
                  <a:lnTo>
                    <a:pt x="14" y="36"/>
                  </a:lnTo>
                  <a:lnTo>
                    <a:pt x="14" y="33"/>
                  </a:lnTo>
                  <a:lnTo>
                    <a:pt x="12" y="33"/>
                  </a:lnTo>
                  <a:lnTo>
                    <a:pt x="7" y="32"/>
                  </a:lnTo>
                  <a:lnTo>
                    <a:pt x="8" y="28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2" y="28"/>
                  </a:lnTo>
                  <a:lnTo>
                    <a:pt x="16" y="29"/>
                  </a:lnTo>
                  <a:lnTo>
                    <a:pt x="15" y="27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2" y="23"/>
                  </a:lnTo>
                  <a:lnTo>
                    <a:pt x="10" y="19"/>
                  </a:lnTo>
                  <a:lnTo>
                    <a:pt x="4" y="15"/>
                  </a:lnTo>
                  <a:lnTo>
                    <a:pt x="7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6" y="8"/>
                  </a:lnTo>
                  <a:lnTo>
                    <a:pt x="10" y="7"/>
                  </a:lnTo>
                  <a:lnTo>
                    <a:pt x="14" y="3"/>
                  </a:lnTo>
                  <a:lnTo>
                    <a:pt x="21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5" name="Freeform 346">
              <a:extLst>
                <a:ext uri="{FF2B5EF4-FFF2-40B4-BE49-F238E27FC236}">
                  <a16:creationId xmlns:a16="http://schemas.microsoft.com/office/drawing/2014/main" id="{D99966E4-6694-4298-A8BA-E1B5F227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9224" y="2406595"/>
              <a:ext cx="507766" cy="870451"/>
            </a:xfrm>
            <a:custGeom>
              <a:avLst/>
              <a:gdLst>
                <a:gd name="T0" fmla="*/ 48 w 56"/>
                <a:gd name="T1" fmla="*/ 2 h 96"/>
                <a:gd name="T2" fmla="*/ 50 w 56"/>
                <a:gd name="T3" fmla="*/ 6 h 96"/>
                <a:gd name="T4" fmla="*/ 56 w 56"/>
                <a:gd name="T5" fmla="*/ 10 h 96"/>
                <a:gd name="T6" fmla="*/ 51 w 56"/>
                <a:gd name="T7" fmla="*/ 14 h 96"/>
                <a:gd name="T8" fmla="*/ 50 w 56"/>
                <a:gd name="T9" fmla="*/ 16 h 96"/>
                <a:gd name="T10" fmla="*/ 48 w 56"/>
                <a:gd name="T11" fmla="*/ 25 h 96"/>
                <a:gd name="T12" fmla="*/ 51 w 56"/>
                <a:gd name="T13" fmla="*/ 35 h 96"/>
                <a:gd name="T14" fmla="*/ 52 w 56"/>
                <a:gd name="T15" fmla="*/ 39 h 96"/>
                <a:gd name="T16" fmla="*/ 50 w 56"/>
                <a:gd name="T17" fmla="*/ 41 h 96"/>
                <a:gd name="T18" fmla="*/ 44 w 56"/>
                <a:gd name="T19" fmla="*/ 49 h 96"/>
                <a:gd name="T20" fmla="*/ 42 w 56"/>
                <a:gd name="T21" fmla="*/ 53 h 96"/>
                <a:gd name="T22" fmla="*/ 38 w 56"/>
                <a:gd name="T23" fmla="*/ 54 h 96"/>
                <a:gd name="T24" fmla="*/ 34 w 56"/>
                <a:gd name="T25" fmla="*/ 58 h 96"/>
                <a:gd name="T26" fmla="*/ 34 w 56"/>
                <a:gd name="T27" fmla="*/ 64 h 96"/>
                <a:gd name="T28" fmla="*/ 34 w 56"/>
                <a:gd name="T29" fmla="*/ 69 h 96"/>
                <a:gd name="T30" fmla="*/ 39 w 56"/>
                <a:gd name="T31" fmla="*/ 71 h 96"/>
                <a:gd name="T32" fmla="*/ 50 w 56"/>
                <a:gd name="T33" fmla="*/ 79 h 96"/>
                <a:gd name="T34" fmla="*/ 37 w 56"/>
                <a:gd name="T35" fmla="*/ 82 h 96"/>
                <a:gd name="T36" fmla="*/ 29 w 56"/>
                <a:gd name="T37" fmla="*/ 87 h 96"/>
                <a:gd name="T38" fmla="*/ 23 w 56"/>
                <a:gd name="T39" fmla="*/ 94 h 96"/>
                <a:gd name="T40" fmla="*/ 19 w 56"/>
                <a:gd name="T41" fmla="*/ 91 h 96"/>
                <a:gd name="T42" fmla="*/ 18 w 56"/>
                <a:gd name="T43" fmla="*/ 95 h 96"/>
                <a:gd name="T44" fmla="*/ 14 w 56"/>
                <a:gd name="T45" fmla="*/ 96 h 96"/>
                <a:gd name="T46" fmla="*/ 15 w 56"/>
                <a:gd name="T47" fmla="*/ 91 h 96"/>
                <a:gd name="T48" fmla="*/ 11 w 56"/>
                <a:gd name="T49" fmla="*/ 92 h 96"/>
                <a:gd name="T50" fmla="*/ 10 w 56"/>
                <a:gd name="T51" fmla="*/ 90 h 96"/>
                <a:gd name="T52" fmla="*/ 13 w 56"/>
                <a:gd name="T53" fmla="*/ 81 h 96"/>
                <a:gd name="T54" fmla="*/ 18 w 56"/>
                <a:gd name="T55" fmla="*/ 79 h 96"/>
                <a:gd name="T56" fmla="*/ 11 w 56"/>
                <a:gd name="T57" fmla="*/ 79 h 96"/>
                <a:gd name="T58" fmla="*/ 10 w 56"/>
                <a:gd name="T59" fmla="*/ 73 h 96"/>
                <a:gd name="T60" fmla="*/ 11 w 56"/>
                <a:gd name="T61" fmla="*/ 66 h 96"/>
                <a:gd name="T62" fmla="*/ 14 w 56"/>
                <a:gd name="T63" fmla="*/ 64 h 96"/>
                <a:gd name="T64" fmla="*/ 11 w 56"/>
                <a:gd name="T65" fmla="*/ 65 h 96"/>
                <a:gd name="T66" fmla="*/ 6 w 56"/>
                <a:gd name="T67" fmla="*/ 64 h 96"/>
                <a:gd name="T68" fmla="*/ 4 w 56"/>
                <a:gd name="T69" fmla="*/ 65 h 96"/>
                <a:gd name="T70" fmla="*/ 1 w 56"/>
                <a:gd name="T71" fmla="*/ 61 h 96"/>
                <a:gd name="T72" fmla="*/ 0 w 56"/>
                <a:gd name="T73" fmla="*/ 61 h 96"/>
                <a:gd name="T74" fmla="*/ 2 w 56"/>
                <a:gd name="T75" fmla="*/ 52 h 96"/>
                <a:gd name="T76" fmla="*/ 4 w 56"/>
                <a:gd name="T77" fmla="*/ 46 h 96"/>
                <a:gd name="T78" fmla="*/ 9 w 56"/>
                <a:gd name="T79" fmla="*/ 40 h 96"/>
                <a:gd name="T80" fmla="*/ 13 w 56"/>
                <a:gd name="T81" fmla="*/ 33 h 96"/>
                <a:gd name="T82" fmla="*/ 14 w 56"/>
                <a:gd name="T83" fmla="*/ 31 h 96"/>
                <a:gd name="T84" fmla="*/ 17 w 56"/>
                <a:gd name="T85" fmla="*/ 24 h 96"/>
                <a:gd name="T86" fmla="*/ 21 w 56"/>
                <a:gd name="T87" fmla="*/ 28 h 96"/>
                <a:gd name="T88" fmla="*/ 25 w 56"/>
                <a:gd name="T89" fmla="*/ 28 h 96"/>
                <a:gd name="T90" fmla="*/ 31 w 56"/>
                <a:gd name="T91" fmla="*/ 29 h 96"/>
                <a:gd name="T92" fmla="*/ 37 w 56"/>
                <a:gd name="T93" fmla="*/ 27 h 96"/>
                <a:gd name="T94" fmla="*/ 34 w 56"/>
                <a:gd name="T95" fmla="*/ 23 h 96"/>
                <a:gd name="T96" fmla="*/ 33 w 56"/>
                <a:gd name="T97" fmla="*/ 19 h 96"/>
                <a:gd name="T98" fmla="*/ 40 w 56"/>
                <a:gd name="T99" fmla="*/ 15 h 96"/>
                <a:gd name="T100" fmla="*/ 42 w 56"/>
                <a:gd name="T101" fmla="*/ 10 h 96"/>
                <a:gd name="T102" fmla="*/ 46 w 56"/>
                <a:gd name="T103" fmla="*/ 7 h 96"/>
                <a:gd name="T104" fmla="*/ 44 w 56"/>
                <a:gd name="T105" fmla="*/ 3 h 96"/>
                <a:gd name="T106" fmla="*/ 47 w 56"/>
                <a:gd name="T10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96">
                  <a:moveTo>
                    <a:pt x="47" y="0"/>
                  </a:moveTo>
                  <a:lnTo>
                    <a:pt x="48" y="2"/>
                  </a:lnTo>
                  <a:lnTo>
                    <a:pt x="48" y="4"/>
                  </a:lnTo>
                  <a:lnTo>
                    <a:pt x="50" y="6"/>
                  </a:lnTo>
                  <a:lnTo>
                    <a:pt x="54" y="6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1" y="14"/>
                  </a:lnTo>
                  <a:lnTo>
                    <a:pt x="50" y="14"/>
                  </a:lnTo>
                  <a:lnTo>
                    <a:pt x="50" y="16"/>
                  </a:lnTo>
                  <a:lnTo>
                    <a:pt x="48" y="23"/>
                  </a:lnTo>
                  <a:lnTo>
                    <a:pt x="48" y="25"/>
                  </a:lnTo>
                  <a:lnTo>
                    <a:pt x="51" y="28"/>
                  </a:lnTo>
                  <a:lnTo>
                    <a:pt x="51" y="35"/>
                  </a:lnTo>
                  <a:lnTo>
                    <a:pt x="54" y="36"/>
                  </a:lnTo>
                  <a:lnTo>
                    <a:pt x="52" y="39"/>
                  </a:lnTo>
                  <a:lnTo>
                    <a:pt x="48" y="41"/>
                  </a:lnTo>
                  <a:lnTo>
                    <a:pt x="50" y="41"/>
                  </a:lnTo>
                  <a:lnTo>
                    <a:pt x="43" y="48"/>
                  </a:lnTo>
                  <a:lnTo>
                    <a:pt x="44" y="49"/>
                  </a:lnTo>
                  <a:lnTo>
                    <a:pt x="43" y="52"/>
                  </a:lnTo>
                  <a:lnTo>
                    <a:pt x="42" y="53"/>
                  </a:lnTo>
                  <a:lnTo>
                    <a:pt x="39" y="53"/>
                  </a:lnTo>
                  <a:lnTo>
                    <a:pt x="38" y="54"/>
                  </a:lnTo>
                  <a:lnTo>
                    <a:pt x="37" y="57"/>
                  </a:lnTo>
                  <a:lnTo>
                    <a:pt x="34" y="58"/>
                  </a:lnTo>
                  <a:lnTo>
                    <a:pt x="34" y="61"/>
                  </a:lnTo>
                  <a:lnTo>
                    <a:pt x="34" y="64"/>
                  </a:lnTo>
                  <a:lnTo>
                    <a:pt x="33" y="65"/>
                  </a:lnTo>
                  <a:lnTo>
                    <a:pt x="34" y="69"/>
                  </a:lnTo>
                  <a:lnTo>
                    <a:pt x="38" y="69"/>
                  </a:lnTo>
                  <a:lnTo>
                    <a:pt x="39" y="71"/>
                  </a:lnTo>
                  <a:lnTo>
                    <a:pt x="48" y="77"/>
                  </a:lnTo>
                  <a:lnTo>
                    <a:pt x="50" y="79"/>
                  </a:lnTo>
                  <a:lnTo>
                    <a:pt x="44" y="82"/>
                  </a:lnTo>
                  <a:lnTo>
                    <a:pt x="37" y="82"/>
                  </a:lnTo>
                  <a:lnTo>
                    <a:pt x="33" y="86"/>
                  </a:lnTo>
                  <a:lnTo>
                    <a:pt x="29" y="87"/>
                  </a:lnTo>
                  <a:lnTo>
                    <a:pt x="25" y="91"/>
                  </a:lnTo>
                  <a:lnTo>
                    <a:pt x="23" y="94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21" y="92"/>
                  </a:lnTo>
                  <a:lnTo>
                    <a:pt x="18" y="95"/>
                  </a:lnTo>
                  <a:lnTo>
                    <a:pt x="17" y="95"/>
                  </a:lnTo>
                  <a:lnTo>
                    <a:pt x="14" y="96"/>
                  </a:lnTo>
                  <a:lnTo>
                    <a:pt x="13" y="95"/>
                  </a:lnTo>
                  <a:lnTo>
                    <a:pt x="15" y="91"/>
                  </a:lnTo>
                  <a:lnTo>
                    <a:pt x="13" y="91"/>
                  </a:lnTo>
                  <a:lnTo>
                    <a:pt x="11" y="92"/>
                  </a:lnTo>
                  <a:lnTo>
                    <a:pt x="10" y="91"/>
                  </a:lnTo>
                  <a:lnTo>
                    <a:pt x="10" y="90"/>
                  </a:lnTo>
                  <a:lnTo>
                    <a:pt x="10" y="85"/>
                  </a:lnTo>
                  <a:lnTo>
                    <a:pt x="13" y="81"/>
                  </a:lnTo>
                  <a:lnTo>
                    <a:pt x="15" y="81"/>
                  </a:lnTo>
                  <a:lnTo>
                    <a:pt x="18" y="79"/>
                  </a:lnTo>
                  <a:lnTo>
                    <a:pt x="15" y="79"/>
                  </a:lnTo>
                  <a:lnTo>
                    <a:pt x="11" y="79"/>
                  </a:lnTo>
                  <a:lnTo>
                    <a:pt x="10" y="79"/>
                  </a:lnTo>
                  <a:lnTo>
                    <a:pt x="10" y="73"/>
                  </a:lnTo>
                  <a:lnTo>
                    <a:pt x="13" y="69"/>
                  </a:lnTo>
                  <a:lnTo>
                    <a:pt x="11" y="66"/>
                  </a:lnTo>
                  <a:lnTo>
                    <a:pt x="13" y="65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1" y="65"/>
                  </a:lnTo>
                  <a:lnTo>
                    <a:pt x="8" y="65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4" y="65"/>
                  </a:lnTo>
                  <a:lnTo>
                    <a:pt x="1" y="65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2" y="52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8" y="44"/>
                  </a:lnTo>
                  <a:lnTo>
                    <a:pt x="9" y="40"/>
                  </a:lnTo>
                  <a:lnTo>
                    <a:pt x="11" y="39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4" y="27"/>
                  </a:lnTo>
                  <a:lnTo>
                    <a:pt x="17" y="24"/>
                  </a:lnTo>
                  <a:lnTo>
                    <a:pt x="18" y="27"/>
                  </a:lnTo>
                  <a:lnTo>
                    <a:pt x="21" y="28"/>
                  </a:lnTo>
                  <a:lnTo>
                    <a:pt x="22" y="29"/>
                  </a:lnTo>
                  <a:lnTo>
                    <a:pt x="25" y="28"/>
                  </a:lnTo>
                  <a:lnTo>
                    <a:pt x="27" y="29"/>
                  </a:lnTo>
                  <a:lnTo>
                    <a:pt x="31" y="29"/>
                  </a:lnTo>
                  <a:lnTo>
                    <a:pt x="35" y="29"/>
                  </a:lnTo>
                  <a:lnTo>
                    <a:pt x="37" y="27"/>
                  </a:lnTo>
                  <a:lnTo>
                    <a:pt x="37" y="24"/>
                  </a:lnTo>
                  <a:lnTo>
                    <a:pt x="34" y="23"/>
                  </a:lnTo>
                  <a:lnTo>
                    <a:pt x="31" y="20"/>
                  </a:lnTo>
                  <a:lnTo>
                    <a:pt x="33" y="19"/>
                  </a:lnTo>
                  <a:lnTo>
                    <a:pt x="35" y="19"/>
                  </a:lnTo>
                  <a:lnTo>
                    <a:pt x="40" y="15"/>
                  </a:lnTo>
                  <a:lnTo>
                    <a:pt x="40" y="12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7"/>
                  </a:lnTo>
                  <a:lnTo>
                    <a:pt x="44" y="6"/>
                  </a:lnTo>
                  <a:lnTo>
                    <a:pt x="44" y="3"/>
                  </a:lnTo>
                  <a:lnTo>
                    <a:pt x="44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79" name="Freeform 347">
              <a:extLst>
                <a:ext uri="{FF2B5EF4-FFF2-40B4-BE49-F238E27FC236}">
                  <a16:creationId xmlns:a16="http://schemas.microsoft.com/office/drawing/2014/main" id="{0DD9F10E-6D4E-4163-9D7A-5CD45A3CB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576" y="1264125"/>
              <a:ext cx="3309538" cy="1559561"/>
            </a:xfrm>
            <a:custGeom>
              <a:avLst/>
              <a:gdLst>
                <a:gd name="T0" fmla="*/ 117 w 365"/>
                <a:gd name="T1" fmla="*/ 5 h 172"/>
                <a:gd name="T2" fmla="*/ 133 w 365"/>
                <a:gd name="T3" fmla="*/ 8 h 172"/>
                <a:gd name="T4" fmla="*/ 145 w 365"/>
                <a:gd name="T5" fmla="*/ 13 h 172"/>
                <a:gd name="T6" fmla="*/ 150 w 365"/>
                <a:gd name="T7" fmla="*/ 24 h 172"/>
                <a:gd name="T8" fmla="*/ 163 w 365"/>
                <a:gd name="T9" fmla="*/ 30 h 172"/>
                <a:gd name="T10" fmla="*/ 174 w 365"/>
                <a:gd name="T11" fmla="*/ 29 h 172"/>
                <a:gd name="T12" fmla="*/ 192 w 365"/>
                <a:gd name="T13" fmla="*/ 22 h 172"/>
                <a:gd name="T14" fmla="*/ 213 w 365"/>
                <a:gd name="T15" fmla="*/ 29 h 172"/>
                <a:gd name="T16" fmla="*/ 224 w 365"/>
                <a:gd name="T17" fmla="*/ 37 h 172"/>
                <a:gd name="T18" fmla="*/ 248 w 365"/>
                <a:gd name="T19" fmla="*/ 40 h 172"/>
                <a:gd name="T20" fmla="*/ 261 w 365"/>
                <a:gd name="T21" fmla="*/ 34 h 172"/>
                <a:gd name="T22" fmla="*/ 277 w 365"/>
                <a:gd name="T23" fmla="*/ 28 h 172"/>
                <a:gd name="T24" fmla="*/ 284 w 365"/>
                <a:gd name="T25" fmla="*/ 17 h 172"/>
                <a:gd name="T26" fmla="*/ 298 w 365"/>
                <a:gd name="T27" fmla="*/ 20 h 172"/>
                <a:gd name="T28" fmla="*/ 307 w 365"/>
                <a:gd name="T29" fmla="*/ 18 h 172"/>
                <a:gd name="T30" fmla="*/ 313 w 365"/>
                <a:gd name="T31" fmla="*/ 46 h 172"/>
                <a:gd name="T32" fmla="*/ 329 w 365"/>
                <a:gd name="T33" fmla="*/ 57 h 172"/>
                <a:gd name="T34" fmla="*/ 342 w 365"/>
                <a:gd name="T35" fmla="*/ 50 h 172"/>
                <a:gd name="T36" fmla="*/ 363 w 365"/>
                <a:gd name="T37" fmla="*/ 66 h 172"/>
                <a:gd name="T38" fmla="*/ 363 w 365"/>
                <a:gd name="T39" fmla="*/ 75 h 172"/>
                <a:gd name="T40" fmla="*/ 350 w 365"/>
                <a:gd name="T41" fmla="*/ 74 h 172"/>
                <a:gd name="T42" fmla="*/ 340 w 365"/>
                <a:gd name="T43" fmla="*/ 82 h 172"/>
                <a:gd name="T44" fmla="*/ 333 w 365"/>
                <a:gd name="T45" fmla="*/ 91 h 172"/>
                <a:gd name="T46" fmla="*/ 319 w 365"/>
                <a:gd name="T47" fmla="*/ 99 h 172"/>
                <a:gd name="T48" fmla="*/ 308 w 365"/>
                <a:gd name="T49" fmla="*/ 112 h 172"/>
                <a:gd name="T50" fmla="*/ 292 w 365"/>
                <a:gd name="T51" fmla="*/ 107 h 172"/>
                <a:gd name="T52" fmla="*/ 283 w 365"/>
                <a:gd name="T53" fmla="*/ 121 h 172"/>
                <a:gd name="T54" fmla="*/ 284 w 365"/>
                <a:gd name="T55" fmla="*/ 140 h 172"/>
                <a:gd name="T56" fmla="*/ 269 w 365"/>
                <a:gd name="T57" fmla="*/ 153 h 172"/>
                <a:gd name="T58" fmla="*/ 241 w 365"/>
                <a:gd name="T59" fmla="*/ 161 h 172"/>
                <a:gd name="T60" fmla="*/ 217 w 365"/>
                <a:gd name="T61" fmla="*/ 171 h 172"/>
                <a:gd name="T62" fmla="*/ 200 w 365"/>
                <a:gd name="T63" fmla="*/ 168 h 172"/>
                <a:gd name="T64" fmla="*/ 163 w 365"/>
                <a:gd name="T65" fmla="*/ 157 h 172"/>
                <a:gd name="T66" fmla="*/ 140 w 365"/>
                <a:gd name="T67" fmla="*/ 161 h 172"/>
                <a:gd name="T68" fmla="*/ 115 w 365"/>
                <a:gd name="T69" fmla="*/ 155 h 172"/>
                <a:gd name="T70" fmla="*/ 107 w 365"/>
                <a:gd name="T71" fmla="*/ 140 h 172"/>
                <a:gd name="T72" fmla="*/ 101 w 365"/>
                <a:gd name="T73" fmla="*/ 136 h 172"/>
                <a:gd name="T74" fmla="*/ 86 w 365"/>
                <a:gd name="T75" fmla="*/ 130 h 172"/>
                <a:gd name="T76" fmla="*/ 69 w 365"/>
                <a:gd name="T77" fmla="*/ 125 h 172"/>
                <a:gd name="T78" fmla="*/ 46 w 365"/>
                <a:gd name="T79" fmla="*/ 115 h 172"/>
                <a:gd name="T80" fmla="*/ 47 w 365"/>
                <a:gd name="T81" fmla="*/ 104 h 172"/>
                <a:gd name="T82" fmla="*/ 41 w 365"/>
                <a:gd name="T83" fmla="*/ 92 h 172"/>
                <a:gd name="T84" fmla="*/ 33 w 365"/>
                <a:gd name="T85" fmla="*/ 83 h 172"/>
                <a:gd name="T86" fmla="*/ 25 w 365"/>
                <a:gd name="T87" fmla="*/ 82 h 172"/>
                <a:gd name="T88" fmla="*/ 16 w 365"/>
                <a:gd name="T89" fmla="*/ 83 h 172"/>
                <a:gd name="T90" fmla="*/ 8 w 365"/>
                <a:gd name="T91" fmla="*/ 75 h 172"/>
                <a:gd name="T92" fmla="*/ 3 w 365"/>
                <a:gd name="T93" fmla="*/ 67 h 172"/>
                <a:gd name="T94" fmla="*/ 0 w 365"/>
                <a:gd name="T95" fmla="*/ 63 h 172"/>
                <a:gd name="T96" fmla="*/ 12 w 365"/>
                <a:gd name="T97" fmla="*/ 53 h 172"/>
                <a:gd name="T98" fmla="*/ 21 w 365"/>
                <a:gd name="T99" fmla="*/ 42 h 172"/>
                <a:gd name="T100" fmla="*/ 25 w 365"/>
                <a:gd name="T101" fmla="*/ 34 h 172"/>
                <a:gd name="T102" fmla="*/ 41 w 365"/>
                <a:gd name="T103" fmla="*/ 30 h 172"/>
                <a:gd name="T104" fmla="*/ 50 w 365"/>
                <a:gd name="T105" fmla="*/ 32 h 172"/>
                <a:gd name="T106" fmla="*/ 62 w 365"/>
                <a:gd name="T107" fmla="*/ 32 h 172"/>
                <a:gd name="T108" fmla="*/ 76 w 365"/>
                <a:gd name="T109" fmla="*/ 45 h 172"/>
                <a:gd name="T110" fmla="*/ 90 w 365"/>
                <a:gd name="T111" fmla="*/ 42 h 172"/>
                <a:gd name="T112" fmla="*/ 103 w 365"/>
                <a:gd name="T113" fmla="*/ 42 h 172"/>
                <a:gd name="T114" fmla="*/ 107 w 365"/>
                <a:gd name="T115" fmla="*/ 28 h 172"/>
                <a:gd name="T116" fmla="*/ 99 w 365"/>
                <a:gd name="T117" fmla="*/ 15 h 172"/>
                <a:gd name="T118" fmla="*/ 105 w 365"/>
                <a:gd name="T119" fmla="*/ 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5" h="172">
                  <a:moveTo>
                    <a:pt x="107" y="0"/>
                  </a:moveTo>
                  <a:lnTo>
                    <a:pt x="109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7" y="4"/>
                  </a:lnTo>
                  <a:lnTo>
                    <a:pt x="117" y="5"/>
                  </a:lnTo>
                  <a:lnTo>
                    <a:pt x="120" y="5"/>
                  </a:lnTo>
                  <a:lnTo>
                    <a:pt x="124" y="5"/>
                  </a:lnTo>
                  <a:lnTo>
                    <a:pt x="128" y="5"/>
                  </a:lnTo>
                  <a:lnTo>
                    <a:pt x="129" y="7"/>
                  </a:lnTo>
                  <a:lnTo>
                    <a:pt x="130" y="8"/>
                  </a:lnTo>
                  <a:lnTo>
                    <a:pt x="133" y="8"/>
                  </a:lnTo>
                  <a:lnTo>
                    <a:pt x="134" y="9"/>
                  </a:lnTo>
                  <a:lnTo>
                    <a:pt x="137" y="9"/>
                  </a:lnTo>
                  <a:lnTo>
                    <a:pt x="142" y="9"/>
                  </a:lnTo>
                  <a:lnTo>
                    <a:pt x="144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6" y="15"/>
                  </a:lnTo>
                  <a:lnTo>
                    <a:pt x="146" y="17"/>
                  </a:lnTo>
                  <a:lnTo>
                    <a:pt x="148" y="18"/>
                  </a:lnTo>
                  <a:lnTo>
                    <a:pt x="149" y="21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3" y="26"/>
                  </a:lnTo>
                  <a:lnTo>
                    <a:pt x="154" y="28"/>
                  </a:lnTo>
                  <a:lnTo>
                    <a:pt x="158" y="29"/>
                  </a:lnTo>
                  <a:lnTo>
                    <a:pt x="161" y="30"/>
                  </a:lnTo>
                  <a:lnTo>
                    <a:pt x="163" y="30"/>
                  </a:lnTo>
                  <a:lnTo>
                    <a:pt x="163" y="29"/>
                  </a:lnTo>
                  <a:lnTo>
                    <a:pt x="167" y="30"/>
                  </a:lnTo>
                  <a:lnTo>
                    <a:pt x="169" y="29"/>
                  </a:lnTo>
                  <a:lnTo>
                    <a:pt x="171" y="29"/>
                  </a:lnTo>
                  <a:lnTo>
                    <a:pt x="173" y="29"/>
                  </a:lnTo>
                  <a:lnTo>
                    <a:pt x="174" y="29"/>
                  </a:lnTo>
                  <a:lnTo>
                    <a:pt x="175" y="26"/>
                  </a:lnTo>
                  <a:lnTo>
                    <a:pt x="179" y="25"/>
                  </a:lnTo>
                  <a:lnTo>
                    <a:pt x="184" y="25"/>
                  </a:lnTo>
                  <a:lnTo>
                    <a:pt x="186" y="24"/>
                  </a:lnTo>
                  <a:lnTo>
                    <a:pt x="190" y="24"/>
                  </a:lnTo>
                  <a:lnTo>
                    <a:pt x="192" y="22"/>
                  </a:lnTo>
                  <a:lnTo>
                    <a:pt x="195" y="24"/>
                  </a:lnTo>
                  <a:lnTo>
                    <a:pt x="199" y="25"/>
                  </a:lnTo>
                  <a:lnTo>
                    <a:pt x="203" y="25"/>
                  </a:lnTo>
                  <a:lnTo>
                    <a:pt x="205" y="28"/>
                  </a:lnTo>
                  <a:lnTo>
                    <a:pt x="209" y="29"/>
                  </a:lnTo>
                  <a:lnTo>
                    <a:pt x="213" y="29"/>
                  </a:lnTo>
                  <a:lnTo>
                    <a:pt x="216" y="29"/>
                  </a:lnTo>
                  <a:lnTo>
                    <a:pt x="217" y="30"/>
                  </a:lnTo>
                  <a:lnTo>
                    <a:pt x="219" y="34"/>
                  </a:lnTo>
                  <a:lnTo>
                    <a:pt x="220" y="36"/>
                  </a:lnTo>
                  <a:lnTo>
                    <a:pt x="221" y="36"/>
                  </a:lnTo>
                  <a:lnTo>
                    <a:pt x="224" y="37"/>
                  </a:lnTo>
                  <a:lnTo>
                    <a:pt x="225" y="38"/>
                  </a:lnTo>
                  <a:lnTo>
                    <a:pt x="228" y="38"/>
                  </a:lnTo>
                  <a:lnTo>
                    <a:pt x="233" y="38"/>
                  </a:lnTo>
                  <a:lnTo>
                    <a:pt x="237" y="40"/>
                  </a:lnTo>
                  <a:lnTo>
                    <a:pt x="245" y="40"/>
                  </a:lnTo>
                  <a:lnTo>
                    <a:pt x="248" y="40"/>
                  </a:lnTo>
                  <a:lnTo>
                    <a:pt x="249" y="38"/>
                  </a:lnTo>
                  <a:lnTo>
                    <a:pt x="252" y="38"/>
                  </a:lnTo>
                  <a:lnTo>
                    <a:pt x="253" y="40"/>
                  </a:lnTo>
                  <a:lnTo>
                    <a:pt x="254" y="40"/>
                  </a:lnTo>
                  <a:lnTo>
                    <a:pt x="257" y="37"/>
                  </a:lnTo>
                  <a:lnTo>
                    <a:pt x="261" y="34"/>
                  </a:lnTo>
                  <a:lnTo>
                    <a:pt x="263" y="34"/>
                  </a:lnTo>
                  <a:lnTo>
                    <a:pt x="266" y="32"/>
                  </a:lnTo>
                  <a:lnTo>
                    <a:pt x="267" y="32"/>
                  </a:lnTo>
                  <a:lnTo>
                    <a:pt x="273" y="32"/>
                  </a:lnTo>
                  <a:lnTo>
                    <a:pt x="275" y="29"/>
                  </a:lnTo>
                  <a:lnTo>
                    <a:pt x="277" y="28"/>
                  </a:lnTo>
                  <a:lnTo>
                    <a:pt x="277" y="26"/>
                  </a:lnTo>
                  <a:lnTo>
                    <a:pt x="278" y="24"/>
                  </a:lnTo>
                  <a:lnTo>
                    <a:pt x="281" y="22"/>
                  </a:lnTo>
                  <a:lnTo>
                    <a:pt x="282" y="21"/>
                  </a:lnTo>
                  <a:lnTo>
                    <a:pt x="283" y="18"/>
                  </a:lnTo>
                  <a:lnTo>
                    <a:pt x="284" y="17"/>
                  </a:lnTo>
                  <a:lnTo>
                    <a:pt x="287" y="17"/>
                  </a:lnTo>
                  <a:lnTo>
                    <a:pt x="287" y="17"/>
                  </a:lnTo>
                  <a:lnTo>
                    <a:pt x="291" y="16"/>
                  </a:lnTo>
                  <a:lnTo>
                    <a:pt x="294" y="17"/>
                  </a:lnTo>
                  <a:lnTo>
                    <a:pt x="296" y="18"/>
                  </a:lnTo>
                  <a:lnTo>
                    <a:pt x="298" y="20"/>
                  </a:lnTo>
                  <a:lnTo>
                    <a:pt x="299" y="21"/>
                  </a:lnTo>
                  <a:lnTo>
                    <a:pt x="302" y="20"/>
                  </a:lnTo>
                  <a:lnTo>
                    <a:pt x="303" y="21"/>
                  </a:lnTo>
                  <a:lnTo>
                    <a:pt x="304" y="21"/>
                  </a:lnTo>
                  <a:lnTo>
                    <a:pt x="307" y="20"/>
                  </a:lnTo>
                  <a:lnTo>
                    <a:pt x="307" y="18"/>
                  </a:lnTo>
                  <a:lnTo>
                    <a:pt x="311" y="17"/>
                  </a:lnTo>
                  <a:lnTo>
                    <a:pt x="316" y="18"/>
                  </a:lnTo>
                  <a:lnTo>
                    <a:pt x="317" y="20"/>
                  </a:lnTo>
                  <a:lnTo>
                    <a:pt x="315" y="38"/>
                  </a:lnTo>
                  <a:lnTo>
                    <a:pt x="315" y="42"/>
                  </a:lnTo>
                  <a:lnTo>
                    <a:pt x="313" y="46"/>
                  </a:lnTo>
                  <a:lnTo>
                    <a:pt x="315" y="49"/>
                  </a:lnTo>
                  <a:lnTo>
                    <a:pt x="312" y="53"/>
                  </a:lnTo>
                  <a:lnTo>
                    <a:pt x="315" y="57"/>
                  </a:lnTo>
                  <a:lnTo>
                    <a:pt x="320" y="59"/>
                  </a:lnTo>
                  <a:lnTo>
                    <a:pt x="324" y="57"/>
                  </a:lnTo>
                  <a:lnTo>
                    <a:pt x="329" y="57"/>
                  </a:lnTo>
                  <a:lnTo>
                    <a:pt x="334" y="58"/>
                  </a:lnTo>
                  <a:lnTo>
                    <a:pt x="336" y="61"/>
                  </a:lnTo>
                  <a:lnTo>
                    <a:pt x="340" y="55"/>
                  </a:lnTo>
                  <a:lnTo>
                    <a:pt x="338" y="53"/>
                  </a:lnTo>
                  <a:lnTo>
                    <a:pt x="338" y="51"/>
                  </a:lnTo>
                  <a:lnTo>
                    <a:pt x="342" y="50"/>
                  </a:lnTo>
                  <a:lnTo>
                    <a:pt x="344" y="49"/>
                  </a:lnTo>
                  <a:lnTo>
                    <a:pt x="349" y="50"/>
                  </a:lnTo>
                  <a:lnTo>
                    <a:pt x="352" y="54"/>
                  </a:lnTo>
                  <a:lnTo>
                    <a:pt x="356" y="58"/>
                  </a:lnTo>
                  <a:lnTo>
                    <a:pt x="360" y="62"/>
                  </a:lnTo>
                  <a:lnTo>
                    <a:pt x="363" y="66"/>
                  </a:lnTo>
                  <a:lnTo>
                    <a:pt x="363" y="67"/>
                  </a:lnTo>
                  <a:lnTo>
                    <a:pt x="365" y="68"/>
                  </a:lnTo>
                  <a:lnTo>
                    <a:pt x="365" y="71"/>
                  </a:lnTo>
                  <a:lnTo>
                    <a:pt x="363" y="72"/>
                  </a:lnTo>
                  <a:lnTo>
                    <a:pt x="363" y="74"/>
                  </a:lnTo>
                  <a:lnTo>
                    <a:pt x="363" y="75"/>
                  </a:lnTo>
                  <a:lnTo>
                    <a:pt x="361" y="75"/>
                  </a:lnTo>
                  <a:lnTo>
                    <a:pt x="360" y="74"/>
                  </a:lnTo>
                  <a:lnTo>
                    <a:pt x="357" y="74"/>
                  </a:lnTo>
                  <a:lnTo>
                    <a:pt x="356" y="75"/>
                  </a:lnTo>
                  <a:lnTo>
                    <a:pt x="353" y="74"/>
                  </a:lnTo>
                  <a:lnTo>
                    <a:pt x="350" y="74"/>
                  </a:lnTo>
                  <a:lnTo>
                    <a:pt x="349" y="78"/>
                  </a:lnTo>
                  <a:lnTo>
                    <a:pt x="345" y="80"/>
                  </a:lnTo>
                  <a:lnTo>
                    <a:pt x="344" y="80"/>
                  </a:lnTo>
                  <a:lnTo>
                    <a:pt x="341" y="79"/>
                  </a:lnTo>
                  <a:lnTo>
                    <a:pt x="341" y="80"/>
                  </a:lnTo>
                  <a:lnTo>
                    <a:pt x="340" y="82"/>
                  </a:lnTo>
                  <a:lnTo>
                    <a:pt x="340" y="83"/>
                  </a:lnTo>
                  <a:lnTo>
                    <a:pt x="338" y="83"/>
                  </a:lnTo>
                  <a:lnTo>
                    <a:pt x="337" y="83"/>
                  </a:lnTo>
                  <a:lnTo>
                    <a:pt x="336" y="84"/>
                  </a:lnTo>
                  <a:lnTo>
                    <a:pt x="333" y="88"/>
                  </a:lnTo>
                  <a:lnTo>
                    <a:pt x="333" y="91"/>
                  </a:lnTo>
                  <a:lnTo>
                    <a:pt x="333" y="93"/>
                  </a:lnTo>
                  <a:lnTo>
                    <a:pt x="332" y="95"/>
                  </a:lnTo>
                  <a:lnTo>
                    <a:pt x="329" y="96"/>
                  </a:lnTo>
                  <a:lnTo>
                    <a:pt x="324" y="100"/>
                  </a:lnTo>
                  <a:lnTo>
                    <a:pt x="321" y="100"/>
                  </a:lnTo>
                  <a:lnTo>
                    <a:pt x="319" y="99"/>
                  </a:lnTo>
                  <a:lnTo>
                    <a:pt x="317" y="100"/>
                  </a:lnTo>
                  <a:lnTo>
                    <a:pt x="315" y="105"/>
                  </a:lnTo>
                  <a:lnTo>
                    <a:pt x="312" y="107"/>
                  </a:lnTo>
                  <a:lnTo>
                    <a:pt x="309" y="108"/>
                  </a:lnTo>
                  <a:lnTo>
                    <a:pt x="308" y="111"/>
                  </a:lnTo>
                  <a:lnTo>
                    <a:pt x="308" y="112"/>
                  </a:lnTo>
                  <a:lnTo>
                    <a:pt x="307" y="112"/>
                  </a:lnTo>
                  <a:lnTo>
                    <a:pt x="304" y="111"/>
                  </a:lnTo>
                  <a:lnTo>
                    <a:pt x="302" y="111"/>
                  </a:lnTo>
                  <a:lnTo>
                    <a:pt x="298" y="109"/>
                  </a:lnTo>
                  <a:lnTo>
                    <a:pt x="295" y="107"/>
                  </a:lnTo>
                  <a:lnTo>
                    <a:pt x="292" y="107"/>
                  </a:lnTo>
                  <a:lnTo>
                    <a:pt x="287" y="108"/>
                  </a:lnTo>
                  <a:lnTo>
                    <a:pt x="284" y="109"/>
                  </a:lnTo>
                  <a:lnTo>
                    <a:pt x="283" y="112"/>
                  </a:lnTo>
                  <a:lnTo>
                    <a:pt x="283" y="117"/>
                  </a:lnTo>
                  <a:lnTo>
                    <a:pt x="283" y="120"/>
                  </a:lnTo>
                  <a:lnTo>
                    <a:pt x="283" y="121"/>
                  </a:lnTo>
                  <a:lnTo>
                    <a:pt x="288" y="125"/>
                  </a:lnTo>
                  <a:lnTo>
                    <a:pt x="292" y="128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90" y="134"/>
                  </a:lnTo>
                  <a:lnTo>
                    <a:pt x="284" y="140"/>
                  </a:lnTo>
                  <a:lnTo>
                    <a:pt x="282" y="145"/>
                  </a:lnTo>
                  <a:lnTo>
                    <a:pt x="281" y="149"/>
                  </a:lnTo>
                  <a:lnTo>
                    <a:pt x="278" y="149"/>
                  </a:lnTo>
                  <a:lnTo>
                    <a:pt x="274" y="150"/>
                  </a:lnTo>
                  <a:lnTo>
                    <a:pt x="271" y="150"/>
                  </a:lnTo>
                  <a:lnTo>
                    <a:pt x="269" y="153"/>
                  </a:lnTo>
                  <a:lnTo>
                    <a:pt x="265" y="155"/>
                  </a:lnTo>
                  <a:lnTo>
                    <a:pt x="262" y="155"/>
                  </a:lnTo>
                  <a:lnTo>
                    <a:pt x="257" y="155"/>
                  </a:lnTo>
                  <a:lnTo>
                    <a:pt x="254" y="157"/>
                  </a:lnTo>
                  <a:lnTo>
                    <a:pt x="250" y="158"/>
                  </a:lnTo>
                  <a:lnTo>
                    <a:pt x="241" y="161"/>
                  </a:lnTo>
                  <a:lnTo>
                    <a:pt x="234" y="163"/>
                  </a:lnTo>
                  <a:lnTo>
                    <a:pt x="232" y="167"/>
                  </a:lnTo>
                  <a:lnTo>
                    <a:pt x="227" y="171"/>
                  </a:lnTo>
                  <a:lnTo>
                    <a:pt x="224" y="172"/>
                  </a:lnTo>
                  <a:lnTo>
                    <a:pt x="221" y="172"/>
                  </a:lnTo>
                  <a:lnTo>
                    <a:pt x="217" y="171"/>
                  </a:lnTo>
                  <a:lnTo>
                    <a:pt x="217" y="170"/>
                  </a:lnTo>
                  <a:lnTo>
                    <a:pt x="217" y="168"/>
                  </a:lnTo>
                  <a:lnTo>
                    <a:pt x="212" y="170"/>
                  </a:lnTo>
                  <a:lnTo>
                    <a:pt x="208" y="171"/>
                  </a:lnTo>
                  <a:lnTo>
                    <a:pt x="204" y="168"/>
                  </a:lnTo>
                  <a:lnTo>
                    <a:pt x="200" y="168"/>
                  </a:lnTo>
                  <a:lnTo>
                    <a:pt x="194" y="166"/>
                  </a:lnTo>
                  <a:lnTo>
                    <a:pt x="186" y="162"/>
                  </a:lnTo>
                  <a:lnTo>
                    <a:pt x="182" y="158"/>
                  </a:lnTo>
                  <a:lnTo>
                    <a:pt x="179" y="158"/>
                  </a:lnTo>
                  <a:lnTo>
                    <a:pt x="170" y="157"/>
                  </a:lnTo>
                  <a:lnTo>
                    <a:pt x="163" y="157"/>
                  </a:lnTo>
                  <a:lnTo>
                    <a:pt x="161" y="157"/>
                  </a:lnTo>
                  <a:lnTo>
                    <a:pt x="159" y="158"/>
                  </a:lnTo>
                  <a:lnTo>
                    <a:pt x="159" y="159"/>
                  </a:lnTo>
                  <a:lnTo>
                    <a:pt x="155" y="161"/>
                  </a:lnTo>
                  <a:lnTo>
                    <a:pt x="149" y="161"/>
                  </a:lnTo>
                  <a:lnTo>
                    <a:pt x="140" y="161"/>
                  </a:lnTo>
                  <a:lnTo>
                    <a:pt x="133" y="161"/>
                  </a:lnTo>
                  <a:lnTo>
                    <a:pt x="126" y="161"/>
                  </a:lnTo>
                  <a:lnTo>
                    <a:pt x="122" y="161"/>
                  </a:lnTo>
                  <a:lnTo>
                    <a:pt x="120" y="161"/>
                  </a:lnTo>
                  <a:lnTo>
                    <a:pt x="119" y="161"/>
                  </a:lnTo>
                  <a:lnTo>
                    <a:pt x="115" y="155"/>
                  </a:lnTo>
                  <a:lnTo>
                    <a:pt x="115" y="153"/>
                  </a:lnTo>
                  <a:lnTo>
                    <a:pt x="112" y="149"/>
                  </a:lnTo>
                  <a:lnTo>
                    <a:pt x="109" y="146"/>
                  </a:lnTo>
                  <a:lnTo>
                    <a:pt x="108" y="143"/>
                  </a:lnTo>
                  <a:lnTo>
                    <a:pt x="108" y="141"/>
                  </a:lnTo>
                  <a:lnTo>
                    <a:pt x="107" y="140"/>
                  </a:lnTo>
                  <a:lnTo>
                    <a:pt x="104" y="140"/>
                  </a:lnTo>
                  <a:lnTo>
                    <a:pt x="104" y="138"/>
                  </a:lnTo>
                  <a:lnTo>
                    <a:pt x="103" y="137"/>
                  </a:lnTo>
                  <a:lnTo>
                    <a:pt x="103" y="136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97" y="136"/>
                  </a:lnTo>
                  <a:lnTo>
                    <a:pt x="95" y="134"/>
                  </a:lnTo>
                  <a:lnTo>
                    <a:pt x="91" y="130"/>
                  </a:lnTo>
                  <a:lnTo>
                    <a:pt x="88" y="130"/>
                  </a:lnTo>
                  <a:lnTo>
                    <a:pt x="88" y="130"/>
                  </a:lnTo>
                  <a:lnTo>
                    <a:pt x="86" y="130"/>
                  </a:lnTo>
                  <a:lnTo>
                    <a:pt x="84" y="129"/>
                  </a:lnTo>
                  <a:lnTo>
                    <a:pt x="80" y="126"/>
                  </a:lnTo>
                  <a:lnTo>
                    <a:pt x="72" y="124"/>
                  </a:lnTo>
                  <a:lnTo>
                    <a:pt x="72" y="125"/>
                  </a:lnTo>
                  <a:lnTo>
                    <a:pt x="71" y="125"/>
                  </a:lnTo>
                  <a:lnTo>
                    <a:pt x="69" y="125"/>
                  </a:lnTo>
                  <a:lnTo>
                    <a:pt x="63" y="126"/>
                  </a:lnTo>
                  <a:lnTo>
                    <a:pt x="51" y="124"/>
                  </a:lnTo>
                  <a:lnTo>
                    <a:pt x="49" y="122"/>
                  </a:lnTo>
                  <a:lnTo>
                    <a:pt x="46" y="117"/>
                  </a:lnTo>
                  <a:lnTo>
                    <a:pt x="46" y="116"/>
                  </a:lnTo>
                  <a:lnTo>
                    <a:pt x="46" y="115"/>
                  </a:lnTo>
                  <a:lnTo>
                    <a:pt x="46" y="113"/>
                  </a:lnTo>
                  <a:lnTo>
                    <a:pt x="47" y="112"/>
                  </a:lnTo>
                  <a:lnTo>
                    <a:pt x="49" y="109"/>
                  </a:lnTo>
                  <a:lnTo>
                    <a:pt x="47" y="108"/>
                  </a:lnTo>
                  <a:lnTo>
                    <a:pt x="46" y="105"/>
                  </a:lnTo>
                  <a:lnTo>
                    <a:pt x="47" y="104"/>
                  </a:lnTo>
                  <a:lnTo>
                    <a:pt x="47" y="101"/>
                  </a:lnTo>
                  <a:lnTo>
                    <a:pt x="46" y="100"/>
                  </a:lnTo>
                  <a:lnTo>
                    <a:pt x="45" y="97"/>
                  </a:lnTo>
                  <a:lnTo>
                    <a:pt x="43" y="96"/>
                  </a:lnTo>
                  <a:lnTo>
                    <a:pt x="41" y="95"/>
                  </a:lnTo>
                  <a:lnTo>
                    <a:pt x="41" y="92"/>
                  </a:lnTo>
                  <a:lnTo>
                    <a:pt x="40" y="91"/>
                  </a:lnTo>
                  <a:lnTo>
                    <a:pt x="38" y="88"/>
                  </a:lnTo>
                  <a:lnTo>
                    <a:pt x="38" y="87"/>
                  </a:lnTo>
                  <a:lnTo>
                    <a:pt x="37" y="86"/>
                  </a:lnTo>
                  <a:lnTo>
                    <a:pt x="34" y="83"/>
                  </a:lnTo>
                  <a:lnTo>
                    <a:pt x="33" y="83"/>
                  </a:lnTo>
                  <a:lnTo>
                    <a:pt x="32" y="82"/>
                  </a:lnTo>
                  <a:lnTo>
                    <a:pt x="30" y="80"/>
                  </a:lnTo>
                  <a:lnTo>
                    <a:pt x="29" y="80"/>
                  </a:lnTo>
                  <a:lnTo>
                    <a:pt x="28" y="82"/>
                  </a:lnTo>
                  <a:lnTo>
                    <a:pt x="26" y="83"/>
                  </a:lnTo>
                  <a:lnTo>
                    <a:pt x="25" y="82"/>
                  </a:lnTo>
                  <a:lnTo>
                    <a:pt x="22" y="80"/>
                  </a:lnTo>
                  <a:lnTo>
                    <a:pt x="22" y="79"/>
                  </a:lnTo>
                  <a:lnTo>
                    <a:pt x="20" y="79"/>
                  </a:lnTo>
                  <a:lnTo>
                    <a:pt x="17" y="80"/>
                  </a:lnTo>
                  <a:lnTo>
                    <a:pt x="17" y="82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6"/>
                  </a:lnTo>
                  <a:lnTo>
                    <a:pt x="8" y="75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0" y="62"/>
                  </a:lnTo>
                  <a:lnTo>
                    <a:pt x="1" y="58"/>
                  </a:lnTo>
                  <a:lnTo>
                    <a:pt x="4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12" y="53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7" y="47"/>
                  </a:lnTo>
                  <a:lnTo>
                    <a:pt x="20" y="46"/>
                  </a:lnTo>
                  <a:lnTo>
                    <a:pt x="20" y="43"/>
                  </a:lnTo>
                  <a:lnTo>
                    <a:pt x="21" y="42"/>
                  </a:lnTo>
                  <a:lnTo>
                    <a:pt x="24" y="41"/>
                  </a:lnTo>
                  <a:lnTo>
                    <a:pt x="25" y="40"/>
                  </a:lnTo>
                  <a:lnTo>
                    <a:pt x="26" y="38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9" y="36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8" y="30"/>
                  </a:lnTo>
                  <a:lnTo>
                    <a:pt x="41" y="30"/>
                  </a:lnTo>
                  <a:lnTo>
                    <a:pt x="42" y="30"/>
                  </a:lnTo>
                  <a:lnTo>
                    <a:pt x="45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9" y="30"/>
                  </a:lnTo>
                  <a:lnTo>
                    <a:pt x="50" y="32"/>
                  </a:lnTo>
                  <a:lnTo>
                    <a:pt x="51" y="34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7" y="33"/>
                  </a:lnTo>
                  <a:lnTo>
                    <a:pt x="58" y="32"/>
                  </a:lnTo>
                  <a:lnTo>
                    <a:pt x="62" y="32"/>
                  </a:lnTo>
                  <a:lnTo>
                    <a:pt x="63" y="34"/>
                  </a:lnTo>
                  <a:lnTo>
                    <a:pt x="63" y="36"/>
                  </a:lnTo>
                  <a:lnTo>
                    <a:pt x="65" y="37"/>
                  </a:lnTo>
                  <a:lnTo>
                    <a:pt x="70" y="41"/>
                  </a:lnTo>
                  <a:lnTo>
                    <a:pt x="72" y="42"/>
                  </a:lnTo>
                  <a:lnTo>
                    <a:pt x="76" y="45"/>
                  </a:lnTo>
                  <a:lnTo>
                    <a:pt x="78" y="43"/>
                  </a:lnTo>
                  <a:lnTo>
                    <a:pt x="80" y="42"/>
                  </a:lnTo>
                  <a:lnTo>
                    <a:pt x="83" y="41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90" y="42"/>
                  </a:lnTo>
                  <a:lnTo>
                    <a:pt x="91" y="42"/>
                  </a:lnTo>
                  <a:lnTo>
                    <a:pt x="96" y="42"/>
                  </a:lnTo>
                  <a:lnTo>
                    <a:pt x="97" y="4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103" y="42"/>
                  </a:lnTo>
                  <a:lnTo>
                    <a:pt x="107" y="42"/>
                  </a:lnTo>
                  <a:lnTo>
                    <a:pt x="109" y="38"/>
                  </a:lnTo>
                  <a:lnTo>
                    <a:pt x="108" y="37"/>
                  </a:lnTo>
                  <a:lnTo>
                    <a:pt x="105" y="36"/>
                  </a:lnTo>
                  <a:lnTo>
                    <a:pt x="105" y="32"/>
                  </a:lnTo>
                  <a:lnTo>
                    <a:pt x="107" y="28"/>
                  </a:lnTo>
                  <a:lnTo>
                    <a:pt x="105" y="26"/>
                  </a:lnTo>
                  <a:lnTo>
                    <a:pt x="104" y="25"/>
                  </a:lnTo>
                  <a:lnTo>
                    <a:pt x="103" y="24"/>
                  </a:lnTo>
                  <a:lnTo>
                    <a:pt x="99" y="22"/>
                  </a:lnTo>
                  <a:lnTo>
                    <a:pt x="97" y="20"/>
                  </a:lnTo>
                  <a:lnTo>
                    <a:pt x="99" y="15"/>
                  </a:lnTo>
                  <a:lnTo>
                    <a:pt x="100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4" y="7"/>
                  </a:lnTo>
                  <a:lnTo>
                    <a:pt x="105" y="8"/>
                  </a:lnTo>
                  <a:lnTo>
                    <a:pt x="105" y="5"/>
                  </a:lnTo>
                  <a:lnTo>
                    <a:pt x="105" y="4"/>
                  </a:lnTo>
                  <a:lnTo>
                    <a:pt x="105" y="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0" name="Freeform 348">
              <a:extLst>
                <a:ext uri="{FF2B5EF4-FFF2-40B4-BE49-F238E27FC236}">
                  <a16:creationId xmlns:a16="http://schemas.microsoft.com/office/drawing/2014/main" id="{B2DE569F-073A-4652-957B-C1086FD1A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-2440077" y="973973"/>
              <a:ext cx="4089320" cy="2148932"/>
            </a:xfrm>
            <a:custGeom>
              <a:avLst/>
              <a:gdLst>
                <a:gd name="T0" fmla="*/ 245 w 451"/>
                <a:gd name="T1" fmla="*/ 7 h 237"/>
                <a:gd name="T2" fmla="*/ 249 w 451"/>
                <a:gd name="T3" fmla="*/ 22 h 237"/>
                <a:gd name="T4" fmla="*/ 260 w 451"/>
                <a:gd name="T5" fmla="*/ 19 h 237"/>
                <a:gd name="T6" fmla="*/ 268 w 451"/>
                <a:gd name="T7" fmla="*/ 22 h 237"/>
                <a:gd name="T8" fmla="*/ 278 w 451"/>
                <a:gd name="T9" fmla="*/ 32 h 237"/>
                <a:gd name="T10" fmla="*/ 297 w 451"/>
                <a:gd name="T11" fmla="*/ 27 h 237"/>
                <a:gd name="T12" fmla="*/ 314 w 451"/>
                <a:gd name="T13" fmla="*/ 12 h 237"/>
                <a:gd name="T14" fmla="*/ 368 w 451"/>
                <a:gd name="T15" fmla="*/ 70 h 237"/>
                <a:gd name="T16" fmla="*/ 377 w 451"/>
                <a:gd name="T17" fmla="*/ 73 h 237"/>
                <a:gd name="T18" fmla="*/ 392 w 451"/>
                <a:gd name="T19" fmla="*/ 69 h 237"/>
                <a:gd name="T20" fmla="*/ 414 w 451"/>
                <a:gd name="T21" fmla="*/ 78 h 237"/>
                <a:gd name="T22" fmla="*/ 422 w 451"/>
                <a:gd name="T23" fmla="*/ 87 h 237"/>
                <a:gd name="T24" fmla="*/ 442 w 451"/>
                <a:gd name="T25" fmla="*/ 83 h 237"/>
                <a:gd name="T26" fmla="*/ 447 w 451"/>
                <a:gd name="T27" fmla="*/ 97 h 237"/>
                <a:gd name="T28" fmla="*/ 439 w 451"/>
                <a:gd name="T29" fmla="*/ 122 h 237"/>
                <a:gd name="T30" fmla="*/ 428 w 451"/>
                <a:gd name="T31" fmla="*/ 131 h 237"/>
                <a:gd name="T32" fmla="*/ 409 w 451"/>
                <a:gd name="T33" fmla="*/ 148 h 237"/>
                <a:gd name="T34" fmla="*/ 406 w 451"/>
                <a:gd name="T35" fmla="*/ 162 h 237"/>
                <a:gd name="T36" fmla="*/ 384 w 451"/>
                <a:gd name="T37" fmla="*/ 168 h 237"/>
                <a:gd name="T38" fmla="*/ 393 w 451"/>
                <a:gd name="T39" fmla="*/ 181 h 237"/>
                <a:gd name="T40" fmla="*/ 398 w 451"/>
                <a:gd name="T41" fmla="*/ 202 h 237"/>
                <a:gd name="T42" fmla="*/ 369 w 451"/>
                <a:gd name="T43" fmla="*/ 199 h 237"/>
                <a:gd name="T44" fmla="*/ 332 w 451"/>
                <a:gd name="T45" fmla="*/ 200 h 237"/>
                <a:gd name="T46" fmla="*/ 319 w 451"/>
                <a:gd name="T47" fmla="*/ 208 h 237"/>
                <a:gd name="T48" fmla="*/ 289 w 451"/>
                <a:gd name="T49" fmla="*/ 214 h 237"/>
                <a:gd name="T50" fmla="*/ 268 w 451"/>
                <a:gd name="T51" fmla="*/ 236 h 237"/>
                <a:gd name="T52" fmla="*/ 230 w 451"/>
                <a:gd name="T53" fmla="*/ 206 h 237"/>
                <a:gd name="T54" fmla="*/ 126 w 451"/>
                <a:gd name="T55" fmla="*/ 236 h 237"/>
                <a:gd name="T56" fmla="*/ 81 w 451"/>
                <a:gd name="T57" fmla="*/ 225 h 237"/>
                <a:gd name="T58" fmla="*/ 74 w 451"/>
                <a:gd name="T59" fmla="*/ 216 h 237"/>
                <a:gd name="T60" fmla="*/ 65 w 451"/>
                <a:gd name="T61" fmla="*/ 208 h 237"/>
                <a:gd name="T62" fmla="*/ 53 w 451"/>
                <a:gd name="T63" fmla="*/ 194 h 237"/>
                <a:gd name="T64" fmla="*/ 62 w 451"/>
                <a:gd name="T65" fmla="*/ 190 h 237"/>
                <a:gd name="T66" fmla="*/ 60 w 451"/>
                <a:gd name="T67" fmla="*/ 182 h 237"/>
                <a:gd name="T68" fmla="*/ 73 w 451"/>
                <a:gd name="T69" fmla="*/ 175 h 237"/>
                <a:gd name="T70" fmla="*/ 79 w 451"/>
                <a:gd name="T71" fmla="*/ 174 h 237"/>
                <a:gd name="T72" fmla="*/ 79 w 451"/>
                <a:gd name="T73" fmla="*/ 160 h 237"/>
                <a:gd name="T74" fmla="*/ 70 w 451"/>
                <a:gd name="T75" fmla="*/ 152 h 237"/>
                <a:gd name="T76" fmla="*/ 62 w 451"/>
                <a:gd name="T77" fmla="*/ 154 h 237"/>
                <a:gd name="T78" fmla="*/ 52 w 451"/>
                <a:gd name="T79" fmla="*/ 154 h 237"/>
                <a:gd name="T80" fmla="*/ 41 w 451"/>
                <a:gd name="T81" fmla="*/ 160 h 237"/>
                <a:gd name="T82" fmla="*/ 29 w 451"/>
                <a:gd name="T83" fmla="*/ 158 h 237"/>
                <a:gd name="T84" fmla="*/ 7 w 451"/>
                <a:gd name="T85" fmla="*/ 135 h 237"/>
                <a:gd name="T86" fmla="*/ 7 w 451"/>
                <a:gd name="T87" fmla="*/ 103 h 237"/>
                <a:gd name="T88" fmla="*/ 24 w 451"/>
                <a:gd name="T89" fmla="*/ 97 h 237"/>
                <a:gd name="T90" fmla="*/ 39 w 451"/>
                <a:gd name="T91" fmla="*/ 82 h 237"/>
                <a:gd name="T92" fmla="*/ 47 w 451"/>
                <a:gd name="T93" fmla="*/ 83 h 237"/>
                <a:gd name="T94" fmla="*/ 58 w 451"/>
                <a:gd name="T95" fmla="*/ 81 h 237"/>
                <a:gd name="T96" fmla="*/ 79 w 451"/>
                <a:gd name="T97" fmla="*/ 91 h 237"/>
                <a:gd name="T98" fmla="*/ 94 w 451"/>
                <a:gd name="T99" fmla="*/ 91 h 237"/>
                <a:gd name="T100" fmla="*/ 107 w 451"/>
                <a:gd name="T101" fmla="*/ 85 h 237"/>
                <a:gd name="T102" fmla="*/ 126 w 451"/>
                <a:gd name="T103" fmla="*/ 85 h 237"/>
                <a:gd name="T104" fmla="*/ 140 w 451"/>
                <a:gd name="T105" fmla="*/ 94 h 237"/>
                <a:gd name="T106" fmla="*/ 157 w 451"/>
                <a:gd name="T107" fmla="*/ 78 h 237"/>
                <a:gd name="T108" fmla="*/ 141 w 451"/>
                <a:gd name="T109" fmla="*/ 69 h 237"/>
                <a:gd name="T110" fmla="*/ 149 w 451"/>
                <a:gd name="T111" fmla="*/ 50 h 237"/>
                <a:gd name="T112" fmla="*/ 147 w 451"/>
                <a:gd name="T113" fmla="*/ 45 h 237"/>
                <a:gd name="T114" fmla="*/ 141 w 451"/>
                <a:gd name="T115" fmla="*/ 36 h 237"/>
                <a:gd name="T116" fmla="*/ 154 w 451"/>
                <a:gd name="T117" fmla="*/ 33 h 237"/>
                <a:gd name="T118" fmla="*/ 174 w 451"/>
                <a:gd name="T119" fmla="*/ 28 h 237"/>
                <a:gd name="T120" fmla="*/ 189 w 451"/>
                <a:gd name="T121" fmla="*/ 20 h 237"/>
                <a:gd name="T122" fmla="*/ 207 w 451"/>
                <a:gd name="T123" fmla="*/ 12 h 237"/>
                <a:gd name="T124" fmla="*/ 220 w 451"/>
                <a:gd name="T125" fmla="*/ 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1" h="237">
                  <a:moveTo>
                    <a:pt x="227" y="0"/>
                  </a:moveTo>
                  <a:lnTo>
                    <a:pt x="230" y="2"/>
                  </a:lnTo>
                  <a:lnTo>
                    <a:pt x="234" y="2"/>
                  </a:lnTo>
                  <a:lnTo>
                    <a:pt x="236" y="4"/>
                  </a:lnTo>
                  <a:lnTo>
                    <a:pt x="239" y="4"/>
                  </a:lnTo>
                  <a:lnTo>
                    <a:pt x="241" y="3"/>
                  </a:lnTo>
                  <a:lnTo>
                    <a:pt x="244" y="3"/>
                  </a:lnTo>
                  <a:lnTo>
                    <a:pt x="244" y="6"/>
                  </a:lnTo>
                  <a:lnTo>
                    <a:pt x="245" y="7"/>
                  </a:lnTo>
                  <a:lnTo>
                    <a:pt x="247" y="8"/>
                  </a:lnTo>
                  <a:lnTo>
                    <a:pt x="248" y="11"/>
                  </a:lnTo>
                  <a:lnTo>
                    <a:pt x="249" y="12"/>
                  </a:lnTo>
                  <a:lnTo>
                    <a:pt x="249" y="14"/>
                  </a:lnTo>
                  <a:lnTo>
                    <a:pt x="249" y="15"/>
                  </a:lnTo>
                  <a:lnTo>
                    <a:pt x="249" y="18"/>
                  </a:lnTo>
                  <a:lnTo>
                    <a:pt x="249" y="19"/>
                  </a:lnTo>
                  <a:lnTo>
                    <a:pt x="248" y="19"/>
                  </a:lnTo>
                  <a:lnTo>
                    <a:pt x="249" y="22"/>
                  </a:lnTo>
                  <a:lnTo>
                    <a:pt x="251" y="22"/>
                  </a:lnTo>
                  <a:lnTo>
                    <a:pt x="253" y="20"/>
                  </a:lnTo>
                  <a:lnTo>
                    <a:pt x="255" y="22"/>
                  </a:lnTo>
                  <a:lnTo>
                    <a:pt x="256" y="22"/>
                  </a:lnTo>
                  <a:lnTo>
                    <a:pt x="256" y="19"/>
                  </a:lnTo>
                  <a:lnTo>
                    <a:pt x="259" y="19"/>
                  </a:lnTo>
                  <a:lnTo>
                    <a:pt x="259" y="22"/>
                  </a:lnTo>
                  <a:lnTo>
                    <a:pt x="260" y="22"/>
                  </a:lnTo>
                  <a:lnTo>
                    <a:pt x="260" y="19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4" y="19"/>
                  </a:lnTo>
                  <a:lnTo>
                    <a:pt x="265" y="23"/>
                  </a:lnTo>
                  <a:lnTo>
                    <a:pt x="266" y="25"/>
                  </a:lnTo>
                  <a:lnTo>
                    <a:pt x="268" y="25"/>
                  </a:lnTo>
                  <a:lnTo>
                    <a:pt x="269" y="24"/>
                  </a:lnTo>
                  <a:lnTo>
                    <a:pt x="268" y="23"/>
                  </a:lnTo>
                  <a:lnTo>
                    <a:pt x="268" y="22"/>
                  </a:lnTo>
                  <a:lnTo>
                    <a:pt x="270" y="22"/>
                  </a:lnTo>
                  <a:lnTo>
                    <a:pt x="274" y="24"/>
                  </a:lnTo>
                  <a:lnTo>
                    <a:pt x="276" y="24"/>
                  </a:lnTo>
                  <a:lnTo>
                    <a:pt x="278" y="23"/>
                  </a:lnTo>
                  <a:lnTo>
                    <a:pt x="280" y="23"/>
                  </a:lnTo>
                  <a:lnTo>
                    <a:pt x="278" y="25"/>
                  </a:lnTo>
                  <a:lnTo>
                    <a:pt x="277" y="27"/>
                  </a:lnTo>
                  <a:lnTo>
                    <a:pt x="277" y="29"/>
                  </a:lnTo>
                  <a:lnTo>
                    <a:pt x="278" y="32"/>
                  </a:lnTo>
                  <a:lnTo>
                    <a:pt x="280" y="32"/>
                  </a:lnTo>
                  <a:lnTo>
                    <a:pt x="281" y="29"/>
                  </a:lnTo>
                  <a:lnTo>
                    <a:pt x="284" y="29"/>
                  </a:lnTo>
                  <a:lnTo>
                    <a:pt x="289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28"/>
                  </a:lnTo>
                  <a:lnTo>
                    <a:pt x="293" y="27"/>
                  </a:lnTo>
                  <a:lnTo>
                    <a:pt x="297" y="27"/>
                  </a:lnTo>
                  <a:lnTo>
                    <a:pt x="299" y="24"/>
                  </a:lnTo>
                  <a:lnTo>
                    <a:pt x="299" y="23"/>
                  </a:lnTo>
                  <a:lnTo>
                    <a:pt x="302" y="22"/>
                  </a:lnTo>
                  <a:lnTo>
                    <a:pt x="302" y="19"/>
                  </a:lnTo>
                  <a:lnTo>
                    <a:pt x="305" y="16"/>
                  </a:lnTo>
                  <a:lnTo>
                    <a:pt x="306" y="16"/>
                  </a:lnTo>
                  <a:lnTo>
                    <a:pt x="309" y="14"/>
                  </a:lnTo>
                  <a:lnTo>
                    <a:pt x="311" y="14"/>
                  </a:lnTo>
                  <a:lnTo>
                    <a:pt x="314" y="12"/>
                  </a:lnTo>
                  <a:lnTo>
                    <a:pt x="315" y="14"/>
                  </a:lnTo>
                  <a:lnTo>
                    <a:pt x="315" y="15"/>
                  </a:lnTo>
                  <a:lnTo>
                    <a:pt x="313" y="18"/>
                  </a:lnTo>
                  <a:lnTo>
                    <a:pt x="311" y="18"/>
                  </a:lnTo>
                  <a:lnTo>
                    <a:pt x="313" y="20"/>
                  </a:lnTo>
                  <a:lnTo>
                    <a:pt x="334" y="36"/>
                  </a:lnTo>
                  <a:lnTo>
                    <a:pt x="363" y="73"/>
                  </a:lnTo>
                  <a:lnTo>
                    <a:pt x="365" y="72"/>
                  </a:lnTo>
                  <a:lnTo>
                    <a:pt x="368" y="70"/>
                  </a:lnTo>
                  <a:lnTo>
                    <a:pt x="368" y="69"/>
                  </a:lnTo>
                  <a:lnTo>
                    <a:pt x="368" y="69"/>
                  </a:lnTo>
                  <a:lnTo>
                    <a:pt x="366" y="66"/>
                  </a:lnTo>
                  <a:lnTo>
                    <a:pt x="369" y="65"/>
                  </a:lnTo>
                  <a:lnTo>
                    <a:pt x="372" y="66"/>
                  </a:lnTo>
                  <a:lnTo>
                    <a:pt x="372" y="69"/>
                  </a:lnTo>
                  <a:lnTo>
                    <a:pt x="372" y="70"/>
                  </a:lnTo>
                  <a:lnTo>
                    <a:pt x="374" y="70"/>
                  </a:lnTo>
                  <a:lnTo>
                    <a:pt x="377" y="73"/>
                  </a:lnTo>
                  <a:lnTo>
                    <a:pt x="378" y="73"/>
                  </a:lnTo>
                  <a:lnTo>
                    <a:pt x="381" y="72"/>
                  </a:lnTo>
                  <a:lnTo>
                    <a:pt x="382" y="72"/>
                  </a:lnTo>
                  <a:lnTo>
                    <a:pt x="385" y="73"/>
                  </a:lnTo>
                  <a:lnTo>
                    <a:pt x="388" y="72"/>
                  </a:lnTo>
                  <a:lnTo>
                    <a:pt x="390" y="72"/>
                  </a:lnTo>
                  <a:lnTo>
                    <a:pt x="392" y="72"/>
                  </a:lnTo>
                  <a:lnTo>
                    <a:pt x="393" y="70"/>
                  </a:lnTo>
                  <a:lnTo>
                    <a:pt x="392" y="69"/>
                  </a:lnTo>
                  <a:lnTo>
                    <a:pt x="393" y="68"/>
                  </a:lnTo>
                  <a:lnTo>
                    <a:pt x="397" y="68"/>
                  </a:lnTo>
                  <a:lnTo>
                    <a:pt x="401" y="68"/>
                  </a:lnTo>
                  <a:lnTo>
                    <a:pt x="405" y="68"/>
                  </a:lnTo>
                  <a:lnTo>
                    <a:pt x="407" y="70"/>
                  </a:lnTo>
                  <a:lnTo>
                    <a:pt x="410" y="74"/>
                  </a:lnTo>
                  <a:lnTo>
                    <a:pt x="411" y="77"/>
                  </a:lnTo>
                  <a:lnTo>
                    <a:pt x="413" y="77"/>
                  </a:lnTo>
                  <a:lnTo>
                    <a:pt x="414" y="78"/>
                  </a:lnTo>
                  <a:lnTo>
                    <a:pt x="418" y="79"/>
                  </a:lnTo>
                  <a:lnTo>
                    <a:pt x="418" y="79"/>
                  </a:lnTo>
                  <a:lnTo>
                    <a:pt x="420" y="81"/>
                  </a:lnTo>
                  <a:lnTo>
                    <a:pt x="420" y="82"/>
                  </a:lnTo>
                  <a:lnTo>
                    <a:pt x="419" y="82"/>
                  </a:lnTo>
                  <a:lnTo>
                    <a:pt x="419" y="85"/>
                  </a:lnTo>
                  <a:lnTo>
                    <a:pt x="420" y="86"/>
                  </a:lnTo>
                  <a:lnTo>
                    <a:pt x="422" y="87"/>
                  </a:lnTo>
                  <a:lnTo>
                    <a:pt x="422" y="87"/>
                  </a:lnTo>
                  <a:lnTo>
                    <a:pt x="423" y="87"/>
                  </a:lnTo>
                  <a:lnTo>
                    <a:pt x="426" y="89"/>
                  </a:lnTo>
                  <a:lnTo>
                    <a:pt x="427" y="90"/>
                  </a:lnTo>
                  <a:lnTo>
                    <a:pt x="428" y="89"/>
                  </a:lnTo>
                  <a:lnTo>
                    <a:pt x="430" y="87"/>
                  </a:lnTo>
                  <a:lnTo>
                    <a:pt x="435" y="87"/>
                  </a:lnTo>
                  <a:lnTo>
                    <a:pt x="438" y="86"/>
                  </a:lnTo>
                  <a:lnTo>
                    <a:pt x="439" y="85"/>
                  </a:lnTo>
                  <a:lnTo>
                    <a:pt x="442" y="83"/>
                  </a:lnTo>
                  <a:lnTo>
                    <a:pt x="443" y="83"/>
                  </a:lnTo>
                  <a:lnTo>
                    <a:pt x="442" y="86"/>
                  </a:lnTo>
                  <a:lnTo>
                    <a:pt x="443" y="89"/>
                  </a:lnTo>
                  <a:lnTo>
                    <a:pt x="444" y="89"/>
                  </a:lnTo>
                  <a:lnTo>
                    <a:pt x="447" y="91"/>
                  </a:lnTo>
                  <a:lnTo>
                    <a:pt x="449" y="93"/>
                  </a:lnTo>
                  <a:lnTo>
                    <a:pt x="451" y="94"/>
                  </a:lnTo>
                  <a:lnTo>
                    <a:pt x="448" y="95"/>
                  </a:lnTo>
                  <a:lnTo>
                    <a:pt x="447" y="97"/>
                  </a:lnTo>
                  <a:lnTo>
                    <a:pt x="444" y="100"/>
                  </a:lnTo>
                  <a:lnTo>
                    <a:pt x="444" y="102"/>
                  </a:lnTo>
                  <a:lnTo>
                    <a:pt x="444" y="103"/>
                  </a:lnTo>
                  <a:lnTo>
                    <a:pt x="443" y="106"/>
                  </a:lnTo>
                  <a:lnTo>
                    <a:pt x="439" y="107"/>
                  </a:lnTo>
                  <a:lnTo>
                    <a:pt x="438" y="108"/>
                  </a:lnTo>
                  <a:lnTo>
                    <a:pt x="436" y="111"/>
                  </a:lnTo>
                  <a:lnTo>
                    <a:pt x="438" y="116"/>
                  </a:lnTo>
                  <a:lnTo>
                    <a:pt x="439" y="122"/>
                  </a:lnTo>
                  <a:lnTo>
                    <a:pt x="442" y="124"/>
                  </a:lnTo>
                  <a:lnTo>
                    <a:pt x="442" y="125"/>
                  </a:lnTo>
                  <a:lnTo>
                    <a:pt x="438" y="129"/>
                  </a:lnTo>
                  <a:lnTo>
                    <a:pt x="436" y="129"/>
                  </a:lnTo>
                  <a:lnTo>
                    <a:pt x="434" y="132"/>
                  </a:lnTo>
                  <a:lnTo>
                    <a:pt x="432" y="133"/>
                  </a:lnTo>
                  <a:lnTo>
                    <a:pt x="431" y="132"/>
                  </a:lnTo>
                  <a:lnTo>
                    <a:pt x="430" y="131"/>
                  </a:lnTo>
                  <a:lnTo>
                    <a:pt x="428" y="131"/>
                  </a:lnTo>
                  <a:lnTo>
                    <a:pt x="423" y="132"/>
                  </a:lnTo>
                  <a:lnTo>
                    <a:pt x="420" y="132"/>
                  </a:lnTo>
                  <a:lnTo>
                    <a:pt x="415" y="131"/>
                  </a:lnTo>
                  <a:lnTo>
                    <a:pt x="413" y="129"/>
                  </a:lnTo>
                  <a:lnTo>
                    <a:pt x="411" y="131"/>
                  </a:lnTo>
                  <a:lnTo>
                    <a:pt x="411" y="136"/>
                  </a:lnTo>
                  <a:lnTo>
                    <a:pt x="410" y="139"/>
                  </a:lnTo>
                  <a:lnTo>
                    <a:pt x="410" y="141"/>
                  </a:lnTo>
                  <a:lnTo>
                    <a:pt x="409" y="148"/>
                  </a:lnTo>
                  <a:lnTo>
                    <a:pt x="409" y="153"/>
                  </a:lnTo>
                  <a:lnTo>
                    <a:pt x="407" y="156"/>
                  </a:lnTo>
                  <a:lnTo>
                    <a:pt x="409" y="157"/>
                  </a:lnTo>
                  <a:lnTo>
                    <a:pt x="411" y="157"/>
                  </a:lnTo>
                  <a:lnTo>
                    <a:pt x="411" y="160"/>
                  </a:lnTo>
                  <a:lnTo>
                    <a:pt x="410" y="162"/>
                  </a:lnTo>
                  <a:lnTo>
                    <a:pt x="409" y="162"/>
                  </a:lnTo>
                  <a:lnTo>
                    <a:pt x="407" y="162"/>
                  </a:lnTo>
                  <a:lnTo>
                    <a:pt x="406" y="162"/>
                  </a:lnTo>
                  <a:lnTo>
                    <a:pt x="405" y="161"/>
                  </a:lnTo>
                  <a:lnTo>
                    <a:pt x="403" y="162"/>
                  </a:lnTo>
                  <a:lnTo>
                    <a:pt x="399" y="162"/>
                  </a:lnTo>
                  <a:lnTo>
                    <a:pt x="394" y="164"/>
                  </a:lnTo>
                  <a:lnTo>
                    <a:pt x="392" y="165"/>
                  </a:lnTo>
                  <a:lnTo>
                    <a:pt x="389" y="165"/>
                  </a:lnTo>
                  <a:lnTo>
                    <a:pt x="388" y="165"/>
                  </a:lnTo>
                  <a:lnTo>
                    <a:pt x="386" y="165"/>
                  </a:lnTo>
                  <a:lnTo>
                    <a:pt x="384" y="168"/>
                  </a:lnTo>
                  <a:lnTo>
                    <a:pt x="384" y="169"/>
                  </a:lnTo>
                  <a:lnTo>
                    <a:pt x="386" y="170"/>
                  </a:lnTo>
                  <a:lnTo>
                    <a:pt x="389" y="170"/>
                  </a:lnTo>
                  <a:lnTo>
                    <a:pt x="392" y="170"/>
                  </a:lnTo>
                  <a:lnTo>
                    <a:pt x="392" y="172"/>
                  </a:lnTo>
                  <a:lnTo>
                    <a:pt x="390" y="174"/>
                  </a:lnTo>
                  <a:lnTo>
                    <a:pt x="392" y="177"/>
                  </a:lnTo>
                  <a:lnTo>
                    <a:pt x="392" y="179"/>
                  </a:lnTo>
                  <a:lnTo>
                    <a:pt x="393" y="181"/>
                  </a:lnTo>
                  <a:lnTo>
                    <a:pt x="393" y="183"/>
                  </a:lnTo>
                  <a:lnTo>
                    <a:pt x="395" y="186"/>
                  </a:lnTo>
                  <a:lnTo>
                    <a:pt x="395" y="189"/>
                  </a:lnTo>
                  <a:lnTo>
                    <a:pt x="398" y="190"/>
                  </a:lnTo>
                  <a:lnTo>
                    <a:pt x="399" y="195"/>
                  </a:lnTo>
                  <a:lnTo>
                    <a:pt x="398" y="197"/>
                  </a:lnTo>
                  <a:lnTo>
                    <a:pt x="397" y="199"/>
                  </a:lnTo>
                  <a:lnTo>
                    <a:pt x="399" y="200"/>
                  </a:lnTo>
                  <a:lnTo>
                    <a:pt x="398" y="202"/>
                  </a:lnTo>
                  <a:lnTo>
                    <a:pt x="398" y="203"/>
                  </a:lnTo>
                  <a:lnTo>
                    <a:pt x="395" y="204"/>
                  </a:lnTo>
                  <a:lnTo>
                    <a:pt x="395" y="207"/>
                  </a:lnTo>
                  <a:lnTo>
                    <a:pt x="393" y="208"/>
                  </a:lnTo>
                  <a:lnTo>
                    <a:pt x="388" y="207"/>
                  </a:lnTo>
                  <a:lnTo>
                    <a:pt x="382" y="202"/>
                  </a:lnTo>
                  <a:lnTo>
                    <a:pt x="381" y="202"/>
                  </a:lnTo>
                  <a:lnTo>
                    <a:pt x="376" y="200"/>
                  </a:lnTo>
                  <a:lnTo>
                    <a:pt x="369" y="199"/>
                  </a:lnTo>
                  <a:lnTo>
                    <a:pt x="365" y="200"/>
                  </a:lnTo>
                  <a:lnTo>
                    <a:pt x="359" y="199"/>
                  </a:lnTo>
                  <a:lnTo>
                    <a:pt x="353" y="200"/>
                  </a:lnTo>
                  <a:lnTo>
                    <a:pt x="351" y="200"/>
                  </a:lnTo>
                  <a:lnTo>
                    <a:pt x="348" y="200"/>
                  </a:lnTo>
                  <a:lnTo>
                    <a:pt x="345" y="202"/>
                  </a:lnTo>
                  <a:lnTo>
                    <a:pt x="343" y="203"/>
                  </a:lnTo>
                  <a:lnTo>
                    <a:pt x="336" y="202"/>
                  </a:lnTo>
                  <a:lnTo>
                    <a:pt x="332" y="200"/>
                  </a:lnTo>
                  <a:lnTo>
                    <a:pt x="330" y="199"/>
                  </a:lnTo>
                  <a:lnTo>
                    <a:pt x="326" y="199"/>
                  </a:lnTo>
                  <a:lnTo>
                    <a:pt x="324" y="200"/>
                  </a:lnTo>
                  <a:lnTo>
                    <a:pt x="322" y="200"/>
                  </a:lnTo>
                  <a:lnTo>
                    <a:pt x="319" y="199"/>
                  </a:lnTo>
                  <a:lnTo>
                    <a:pt x="318" y="200"/>
                  </a:lnTo>
                  <a:lnTo>
                    <a:pt x="318" y="203"/>
                  </a:lnTo>
                  <a:lnTo>
                    <a:pt x="319" y="206"/>
                  </a:lnTo>
                  <a:lnTo>
                    <a:pt x="319" y="208"/>
                  </a:lnTo>
                  <a:lnTo>
                    <a:pt x="315" y="210"/>
                  </a:lnTo>
                  <a:lnTo>
                    <a:pt x="309" y="210"/>
                  </a:lnTo>
                  <a:lnTo>
                    <a:pt x="299" y="208"/>
                  </a:lnTo>
                  <a:lnTo>
                    <a:pt x="297" y="207"/>
                  </a:lnTo>
                  <a:lnTo>
                    <a:pt x="293" y="207"/>
                  </a:lnTo>
                  <a:lnTo>
                    <a:pt x="291" y="210"/>
                  </a:lnTo>
                  <a:lnTo>
                    <a:pt x="291" y="211"/>
                  </a:lnTo>
                  <a:lnTo>
                    <a:pt x="289" y="212"/>
                  </a:lnTo>
                  <a:lnTo>
                    <a:pt x="289" y="214"/>
                  </a:lnTo>
                  <a:lnTo>
                    <a:pt x="289" y="214"/>
                  </a:lnTo>
                  <a:lnTo>
                    <a:pt x="286" y="216"/>
                  </a:lnTo>
                  <a:lnTo>
                    <a:pt x="284" y="218"/>
                  </a:lnTo>
                  <a:lnTo>
                    <a:pt x="280" y="223"/>
                  </a:lnTo>
                  <a:lnTo>
                    <a:pt x="278" y="225"/>
                  </a:lnTo>
                  <a:lnTo>
                    <a:pt x="276" y="228"/>
                  </a:lnTo>
                  <a:lnTo>
                    <a:pt x="274" y="232"/>
                  </a:lnTo>
                  <a:lnTo>
                    <a:pt x="269" y="236"/>
                  </a:lnTo>
                  <a:lnTo>
                    <a:pt x="268" y="236"/>
                  </a:lnTo>
                  <a:lnTo>
                    <a:pt x="262" y="233"/>
                  </a:lnTo>
                  <a:lnTo>
                    <a:pt x="259" y="232"/>
                  </a:lnTo>
                  <a:lnTo>
                    <a:pt x="255" y="233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3" y="222"/>
                  </a:lnTo>
                  <a:lnTo>
                    <a:pt x="234" y="222"/>
                  </a:lnTo>
                  <a:lnTo>
                    <a:pt x="234" y="204"/>
                  </a:lnTo>
                  <a:lnTo>
                    <a:pt x="230" y="206"/>
                  </a:lnTo>
                  <a:lnTo>
                    <a:pt x="227" y="198"/>
                  </a:lnTo>
                  <a:lnTo>
                    <a:pt x="220" y="194"/>
                  </a:lnTo>
                  <a:lnTo>
                    <a:pt x="201" y="194"/>
                  </a:lnTo>
                  <a:lnTo>
                    <a:pt x="183" y="195"/>
                  </a:lnTo>
                  <a:lnTo>
                    <a:pt x="173" y="190"/>
                  </a:lnTo>
                  <a:lnTo>
                    <a:pt x="166" y="187"/>
                  </a:lnTo>
                  <a:lnTo>
                    <a:pt x="147" y="174"/>
                  </a:lnTo>
                  <a:lnTo>
                    <a:pt x="116" y="179"/>
                  </a:lnTo>
                  <a:lnTo>
                    <a:pt x="126" y="236"/>
                  </a:lnTo>
                  <a:lnTo>
                    <a:pt x="124" y="236"/>
                  </a:lnTo>
                  <a:lnTo>
                    <a:pt x="119" y="237"/>
                  </a:lnTo>
                  <a:lnTo>
                    <a:pt x="111" y="228"/>
                  </a:lnTo>
                  <a:lnTo>
                    <a:pt x="103" y="224"/>
                  </a:lnTo>
                  <a:lnTo>
                    <a:pt x="95" y="223"/>
                  </a:lnTo>
                  <a:lnTo>
                    <a:pt x="90" y="224"/>
                  </a:lnTo>
                  <a:lnTo>
                    <a:pt x="82" y="231"/>
                  </a:lnTo>
                  <a:lnTo>
                    <a:pt x="82" y="228"/>
                  </a:lnTo>
                  <a:lnTo>
                    <a:pt x="81" y="225"/>
                  </a:lnTo>
                  <a:lnTo>
                    <a:pt x="82" y="222"/>
                  </a:lnTo>
                  <a:lnTo>
                    <a:pt x="83" y="219"/>
                  </a:lnTo>
                  <a:lnTo>
                    <a:pt x="83" y="218"/>
                  </a:lnTo>
                  <a:lnTo>
                    <a:pt x="83" y="216"/>
                  </a:lnTo>
                  <a:lnTo>
                    <a:pt x="82" y="216"/>
                  </a:lnTo>
                  <a:lnTo>
                    <a:pt x="79" y="216"/>
                  </a:lnTo>
                  <a:lnTo>
                    <a:pt x="78" y="215"/>
                  </a:lnTo>
                  <a:lnTo>
                    <a:pt x="75" y="215"/>
                  </a:lnTo>
                  <a:lnTo>
                    <a:pt x="74" y="216"/>
                  </a:lnTo>
                  <a:lnTo>
                    <a:pt x="73" y="215"/>
                  </a:lnTo>
                  <a:lnTo>
                    <a:pt x="72" y="214"/>
                  </a:lnTo>
                  <a:lnTo>
                    <a:pt x="72" y="212"/>
                  </a:lnTo>
                  <a:lnTo>
                    <a:pt x="70" y="211"/>
                  </a:lnTo>
                  <a:lnTo>
                    <a:pt x="69" y="210"/>
                  </a:lnTo>
                  <a:lnTo>
                    <a:pt x="69" y="210"/>
                  </a:lnTo>
                  <a:lnTo>
                    <a:pt x="66" y="211"/>
                  </a:lnTo>
                  <a:lnTo>
                    <a:pt x="65" y="211"/>
                  </a:lnTo>
                  <a:lnTo>
                    <a:pt x="65" y="208"/>
                  </a:lnTo>
                  <a:lnTo>
                    <a:pt x="65" y="206"/>
                  </a:lnTo>
                  <a:lnTo>
                    <a:pt x="62" y="202"/>
                  </a:lnTo>
                  <a:lnTo>
                    <a:pt x="61" y="200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58" y="197"/>
                  </a:lnTo>
                  <a:lnTo>
                    <a:pt x="57" y="195"/>
                  </a:lnTo>
                  <a:lnTo>
                    <a:pt x="56" y="194"/>
                  </a:lnTo>
                  <a:lnTo>
                    <a:pt x="53" y="194"/>
                  </a:lnTo>
                  <a:lnTo>
                    <a:pt x="52" y="193"/>
                  </a:lnTo>
                  <a:lnTo>
                    <a:pt x="52" y="191"/>
                  </a:lnTo>
                  <a:lnTo>
                    <a:pt x="53" y="190"/>
                  </a:lnTo>
                  <a:lnTo>
                    <a:pt x="54" y="190"/>
                  </a:lnTo>
                  <a:lnTo>
                    <a:pt x="57" y="190"/>
                  </a:lnTo>
                  <a:lnTo>
                    <a:pt x="58" y="190"/>
                  </a:lnTo>
                  <a:lnTo>
                    <a:pt x="60" y="190"/>
                  </a:lnTo>
                  <a:lnTo>
                    <a:pt x="61" y="191"/>
                  </a:lnTo>
                  <a:lnTo>
                    <a:pt x="62" y="190"/>
                  </a:lnTo>
                  <a:lnTo>
                    <a:pt x="64" y="189"/>
                  </a:lnTo>
                  <a:lnTo>
                    <a:pt x="65" y="190"/>
                  </a:lnTo>
                  <a:lnTo>
                    <a:pt x="66" y="190"/>
                  </a:lnTo>
                  <a:lnTo>
                    <a:pt x="65" y="189"/>
                  </a:lnTo>
                  <a:lnTo>
                    <a:pt x="64" y="189"/>
                  </a:lnTo>
                  <a:lnTo>
                    <a:pt x="62" y="189"/>
                  </a:lnTo>
                  <a:lnTo>
                    <a:pt x="62" y="186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1" y="182"/>
                  </a:lnTo>
                  <a:lnTo>
                    <a:pt x="61" y="179"/>
                  </a:lnTo>
                  <a:lnTo>
                    <a:pt x="61" y="178"/>
                  </a:lnTo>
                  <a:lnTo>
                    <a:pt x="62" y="177"/>
                  </a:lnTo>
                  <a:lnTo>
                    <a:pt x="65" y="177"/>
                  </a:lnTo>
                  <a:lnTo>
                    <a:pt x="66" y="175"/>
                  </a:lnTo>
                  <a:lnTo>
                    <a:pt x="69" y="177"/>
                  </a:lnTo>
                  <a:lnTo>
                    <a:pt x="70" y="175"/>
                  </a:lnTo>
                  <a:lnTo>
                    <a:pt x="73" y="175"/>
                  </a:lnTo>
                  <a:lnTo>
                    <a:pt x="74" y="177"/>
                  </a:lnTo>
                  <a:lnTo>
                    <a:pt x="74" y="175"/>
                  </a:lnTo>
                  <a:lnTo>
                    <a:pt x="77" y="175"/>
                  </a:lnTo>
                  <a:lnTo>
                    <a:pt x="78" y="178"/>
                  </a:lnTo>
                  <a:lnTo>
                    <a:pt x="81" y="178"/>
                  </a:lnTo>
                  <a:lnTo>
                    <a:pt x="82" y="177"/>
                  </a:lnTo>
                  <a:lnTo>
                    <a:pt x="83" y="175"/>
                  </a:lnTo>
                  <a:lnTo>
                    <a:pt x="81" y="175"/>
                  </a:lnTo>
                  <a:lnTo>
                    <a:pt x="79" y="174"/>
                  </a:lnTo>
                  <a:lnTo>
                    <a:pt x="78" y="172"/>
                  </a:lnTo>
                  <a:lnTo>
                    <a:pt x="78" y="169"/>
                  </a:lnTo>
                  <a:lnTo>
                    <a:pt x="79" y="168"/>
                  </a:lnTo>
                  <a:lnTo>
                    <a:pt x="81" y="168"/>
                  </a:lnTo>
                  <a:lnTo>
                    <a:pt x="79" y="166"/>
                  </a:lnTo>
                  <a:lnTo>
                    <a:pt x="79" y="165"/>
                  </a:lnTo>
                  <a:lnTo>
                    <a:pt x="78" y="164"/>
                  </a:lnTo>
                  <a:lnTo>
                    <a:pt x="79" y="162"/>
                  </a:lnTo>
                  <a:lnTo>
                    <a:pt x="79" y="160"/>
                  </a:lnTo>
                  <a:lnTo>
                    <a:pt x="78" y="158"/>
                  </a:lnTo>
                  <a:lnTo>
                    <a:pt x="78" y="157"/>
                  </a:lnTo>
                  <a:lnTo>
                    <a:pt x="78" y="156"/>
                  </a:lnTo>
                  <a:lnTo>
                    <a:pt x="78" y="154"/>
                  </a:lnTo>
                  <a:lnTo>
                    <a:pt x="77" y="154"/>
                  </a:lnTo>
                  <a:lnTo>
                    <a:pt x="75" y="153"/>
                  </a:lnTo>
                  <a:lnTo>
                    <a:pt x="75" y="152"/>
                  </a:lnTo>
                  <a:lnTo>
                    <a:pt x="72" y="152"/>
                  </a:lnTo>
                  <a:lnTo>
                    <a:pt x="70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8" y="153"/>
                  </a:lnTo>
                  <a:lnTo>
                    <a:pt x="68" y="154"/>
                  </a:lnTo>
                  <a:lnTo>
                    <a:pt x="66" y="154"/>
                  </a:lnTo>
                  <a:lnTo>
                    <a:pt x="64" y="154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4"/>
                  </a:lnTo>
                  <a:lnTo>
                    <a:pt x="61" y="153"/>
                  </a:lnTo>
                  <a:lnTo>
                    <a:pt x="61" y="150"/>
                  </a:lnTo>
                  <a:lnTo>
                    <a:pt x="60" y="150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7" y="150"/>
                  </a:lnTo>
                  <a:lnTo>
                    <a:pt x="53" y="150"/>
                  </a:lnTo>
                  <a:lnTo>
                    <a:pt x="52" y="152"/>
                  </a:lnTo>
                  <a:lnTo>
                    <a:pt x="52" y="154"/>
                  </a:lnTo>
                  <a:lnTo>
                    <a:pt x="50" y="154"/>
                  </a:lnTo>
                  <a:lnTo>
                    <a:pt x="50" y="153"/>
                  </a:lnTo>
                  <a:lnTo>
                    <a:pt x="49" y="153"/>
                  </a:lnTo>
                  <a:lnTo>
                    <a:pt x="48" y="156"/>
                  </a:lnTo>
                  <a:lnTo>
                    <a:pt x="47" y="156"/>
                  </a:lnTo>
                  <a:lnTo>
                    <a:pt x="45" y="157"/>
                  </a:lnTo>
                  <a:lnTo>
                    <a:pt x="44" y="158"/>
                  </a:lnTo>
                  <a:lnTo>
                    <a:pt x="43" y="158"/>
                  </a:lnTo>
                  <a:lnTo>
                    <a:pt x="41" y="160"/>
                  </a:lnTo>
                  <a:lnTo>
                    <a:pt x="41" y="161"/>
                  </a:lnTo>
                  <a:lnTo>
                    <a:pt x="40" y="160"/>
                  </a:lnTo>
                  <a:lnTo>
                    <a:pt x="39" y="160"/>
                  </a:lnTo>
                  <a:lnTo>
                    <a:pt x="39" y="161"/>
                  </a:lnTo>
                  <a:lnTo>
                    <a:pt x="36" y="161"/>
                  </a:lnTo>
                  <a:lnTo>
                    <a:pt x="36" y="160"/>
                  </a:lnTo>
                  <a:lnTo>
                    <a:pt x="35" y="160"/>
                  </a:lnTo>
                  <a:lnTo>
                    <a:pt x="32" y="157"/>
                  </a:lnTo>
                  <a:lnTo>
                    <a:pt x="29" y="158"/>
                  </a:lnTo>
                  <a:lnTo>
                    <a:pt x="24" y="156"/>
                  </a:lnTo>
                  <a:lnTo>
                    <a:pt x="25" y="154"/>
                  </a:lnTo>
                  <a:lnTo>
                    <a:pt x="29" y="154"/>
                  </a:lnTo>
                  <a:lnTo>
                    <a:pt x="24" y="145"/>
                  </a:lnTo>
                  <a:lnTo>
                    <a:pt x="19" y="141"/>
                  </a:lnTo>
                  <a:lnTo>
                    <a:pt x="12" y="139"/>
                  </a:lnTo>
                  <a:lnTo>
                    <a:pt x="11" y="140"/>
                  </a:lnTo>
                  <a:lnTo>
                    <a:pt x="7" y="137"/>
                  </a:lnTo>
                  <a:lnTo>
                    <a:pt x="7" y="135"/>
                  </a:lnTo>
                  <a:lnTo>
                    <a:pt x="6" y="132"/>
                  </a:lnTo>
                  <a:lnTo>
                    <a:pt x="0" y="131"/>
                  </a:lnTo>
                  <a:lnTo>
                    <a:pt x="3" y="125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2" y="111"/>
                  </a:lnTo>
                  <a:lnTo>
                    <a:pt x="3" y="110"/>
                  </a:lnTo>
                  <a:lnTo>
                    <a:pt x="7" y="106"/>
                  </a:lnTo>
                  <a:lnTo>
                    <a:pt x="7" y="103"/>
                  </a:lnTo>
                  <a:lnTo>
                    <a:pt x="8" y="100"/>
                  </a:lnTo>
                  <a:lnTo>
                    <a:pt x="15" y="107"/>
                  </a:lnTo>
                  <a:lnTo>
                    <a:pt x="15" y="108"/>
                  </a:lnTo>
                  <a:lnTo>
                    <a:pt x="19" y="111"/>
                  </a:lnTo>
                  <a:lnTo>
                    <a:pt x="23" y="111"/>
                  </a:lnTo>
                  <a:lnTo>
                    <a:pt x="23" y="107"/>
                  </a:lnTo>
                  <a:lnTo>
                    <a:pt x="24" y="106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8" y="97"/>
                  </a:lnTo>
                  <a:lnTo>
                    <a:pt x="28" y="93"/>
                  </a:lnTo>
                  <a:lnTo>
                    <a:pt x="27" y="91"/>
                  </a:lnTo>
                  <a:lnTo>
                    <a:pt x="28" y="89"/>
                  </a:lnTo>
                  <a:lnTo>
                    <a:pt x="31" y="86"/>
                  </a:lnTo>
                  <a:lnTo>
                    <a:pt x="32" y="86"/>
                  </a:lnTo>
                  <a:lnTo>
                    <a:pt x="33" y="83"/>
                  </a:lnTo>
                  <a:lnTo>
                    <a:pt x="36" y="82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7" y="78"/>
                  </a:lnTo>
                  <a:lnTo>
                    <a:pt x="39" y="77"/>
                  </a:lnTo>
                  <a:lnTo>
                    <a:pt x="41" y="78"/>
                  </a:lnTo>
                  <a:lnTo>
                    <a:pt x="45" y="79"/>
                  </a:lnTo>
                  <a:lnTo>
                    <a:pt x="44" y="81"/>
                  </a:lnTo>
                  <a:lnTo>
                    <a:pt x="43" y="83"/>
                  </a:lnTo>
                  <a:lnTo>
                    <a:pt x="44" y="85"/>
                  </a:lnTo>
                  <a:lnTo>
                    <a:pt x="47" y="83"/>
                  </a:lnTo>
                  <a:lnTo>
                    <a:pt x="47" y="81"/>
                  </a:lnTo>
                  <a:lnTo>
                    <a:pt x="48" y="81"/>
                  </a:lnTo>
                  <a:lnTo>
                    <a:pt x="48" y="82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4" y="77"/>
                  </a:lnTo>
                  <a:lnTo>
                    <a:pt x="57" y="77"/>
                  </a:lnTo>
                  <a:lnTo>
                    <a:pt x="58" y="81"/>
                  </a:lnTo>
                  <a:lnTo>
                    <a:pt x="61" y="82"/>
                  </a:lnTo>
                  <a:lnTo>
                    <a:pt x="65" y="81"/>
                  </a:lnTo>
                  <a:lnTo>
                    <a:pt x="68" y="81"/>
                  </a:lnTo>
                  <a:lnTo>
                    <a:pt x="69" y="82"/>
                  </a:lnTo>
                  <a:lnTo>
                    <a:pt x="70" y="82"/>
                  </a:lnTo>
                  <a:lnTo>
                    <a:pt x="73" y="86"/>
                  </a:lnTo>
                  <a:lnTo>
                    <a:pt x="75" y="86"/>
                  </a:lnTo>
                  <a:lnTo>
                    <a:pt x="77" y="89"/>
                  </a:lnTo>
                  <a:lnTo>
                    <a:pt x="79" y="91"/>
                  </a:lnTo>
                  <a:lnTo>
                    <a:pt x="82" y="91"/>
                  </a:lnTo>
                  <a:lnTo>
                    <a:pt x="83" y="93"/>
                  </a:lnTo>
                  <a:lnTo>
                    <a:pt x="83" y="95"/>
                  </a:lnTo>
                  <a:lnTo>
                    <a:pt x="85" y="95"/>
                  </a:lnTo>
                  <a:lnTo>
                    <a:pt x="86" y="94"/>
                  </a:lnTo>
                  <a:lnTo>
                    <a:pt x="86" y="90"/>
                  </a:lnTo>
                  <a:lnTo>
                    <a:pt x="89" y="89"/>
                  </a:lnTo>
                  <a:lnTo>
                    <a:pt x="90" y="91"/>
                  </a:lnTo>
                  <a:lnTo>
                    <a:pt x="94" y="91"/>
                  </a:lnTo>
                  <a:lnTo>
                    <a:pt x="95" y="94"/>
                  </a:lnTo>
                  <a:lnTo>
                    <a:pt x="98" y="95"/>
                  </a:lnTo>
                  <a:lnTo>
                    <a:pt x="101" y="93"/>
                  </a:lnTo>
                  <a:lnTo>
                    <a:pt x="101" y="89"/>
                  </a:lnTo>
                  <a:lnTo>
                    <a:pt x="103" y="87"/>
                  </a:lnTo>
                  <a:lnTo>
                    <a:pt x="103" y="86"/>
                  </a:lnTo>
                  <a:lnTo>
                    <a:pt x="104" y="85"/>
                  </a:lnTo>
                  <a:lnTo>
                    <a:pt x="107" y="87"/>
                  </a:lnTo>
                  <a:lnTo>
                    <a:pt x="107" y="85"/>
                  </a:lnTo>
                  <a:lnTo>
                    <a:pt x="110" y="85"/>
                  </a:lnTo>
                  <a:lnTo>
                    <a:pt x="114" y="87"/>
                  </a:lnTo>
                  <a:lnTo>
                    <a:pt x="114" y="89"/>
                  </a:lnTo>
                  <a:lnTo>
                    <a:pt x="118" y="89"/>
                  </a:lnTo>
                  <a:lnTo>
                    <a:pt x="118" y="86"/>
                  </a:lnTo>
                  <a:lnTo>
                    <a:pt x="119" y="85"/>
                  </a:lnTo>
                  <a:lnTo>
                    <a:pt x="122" y="86"/>
                  </a:lnTo>
                  <a:lnTo>
                    <a:pt x="123" y="83"/>
                  </a:lnTo>
                  <a:lnTo>
                    <a:pt x="126" y="85"/>
                  </a:lnTo>
                  <a:lnTo>
                    <a:pt x="128" y="86"/>
                  </a:lnTo>
                  <a:lnTo>
                    <a:pt x="127" y="87"/>
                  </a:lnTo>
                  <a:lnTo>
                    <a:pt x="126" y="89"/>
                  </a:lnTo>
                  <a:lnTo>
                    <a:pt x="127" y="91"/>
                  </a:lnTo>
                  <a:lnTo>
                    <a:pt x="129" y="93"/>
                  </a:lnTo>
                  <a:lnTo>
                    <a:pt x="131" y="91"/>
                  </a:lnTo>
                  <a:lnTo>
                    <a:pt x="132" y="93"/>
                  </a:lnTo>
                  <a:lnTo>
                    <a:pt x="136" y="93"/>
                  </a:lnTo>
                  <a:lnTo>
                    <a:pt x="140" y="94"/>
                  </a:lnTo>
                  <a:lnTo>
                    <a:pt x="143" y="94"/>
                  </a:lnTo>
                  <a:lnTo>
                    <a:pt x="144" y="91"/>
                  </a:lnTo>
                  <a:lnTo>
                    <a:pt x="144" y="89"/>
                  </a:lnTo>
                  <a:lnTo>
                    <a:pt x="145" y="89"/>
                  </a:lnTo>
                  <a:lnTo>
                    <a:pt x="149" y="90"/>
                  </a:lnTo>
                  <a:lnTo>
                    <a:pt x="152" y="91"/>
                  </a:lnTo>
                  <a:lnTo>
                    <a:pt x="156" y="90"/>
                  </a:lnTo>
                  <a:lnTo>
                    <a:pt x="157" y="87"/>
                  </a:lnTo>
                  <a:lnTo>
                    <a:pt x="157" y="78"/>
                  </a:lnTo>
                  <a:lnTo>
                    <a:pt x="156" y="77"/>
                  </a:lnTo>
                  <a:lnTo>
                    <a:pt x="152" y="77"/>
                  </a:lnTo>
                  <a:lnTo>
                    <a:pt x="149" y="75"/>
                  </a:lnTo>
                  <a:lnTo>
                    <a:pt x="149" y="74"/>
                  </a:lnTo>
                  <a:lnTo>
                    <a:pt x="147" y="73"/>
                  </a:lnTo>
                  <a:lnTo>
                    <a:pt x="145" y="72"/>
                  </a:lnTo>
                  <a:lnTo>
                    <a:pt x="143" y="72"/>
                  </a:lnTo>
                  <a:lnTo>
                    <a:pt x="143" y="70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44" y="68"/>
                  </a:lnTo>
                  <a:lnTo>
                    <a:pt x="144" y="65"/>
                  </a:lnTo>
                  <a:lnTo>
                    <a:pt x="147" y="62"/>
                  </a:lnTo>
                  <a:lnTo>
                    <a:pt x="145" y="60"/>
                  </a:lnTo>
                  <a:lnTo>
                    <a:pt x="144" y="60"/>
                  </a:lnTo>
                  <a:lnTo>
                    <a:pt x="144" y="57"/>
                  </a:lnTo>
                  <a:lnTo>
                    <a:pt x="147" y="53"/>
                  </a:lnTo>
                  <a:lnTo>
                    <a:pt x="149" y="50"/>
                  </a:lnTo>
                  <a:lnTo>
                    <a:pt x="153" y="50"/>
                  </a:lnTo>
                  <a:lnTo>
                    <a:pt x="156" y="52"/>
                  </a:lnTo>
                  <a:lnTo>
                    <a:pt x="157" y="50"/>
                  </a:lnTo>
                  <a:lnTo>
                    <a:pt x="157" y="48"/>
                  </a:lnTo>
                  <a:lnTo>
                    <a:pt x="154" y="48"/>
                  </a:lnTo>
                  <a:lnTo>
                    <a:pt x="153" y="45"/>
                  </a:lnTo>
                  <a:lnTo>
                    <a:pt x="151" y="45"/>
                  </a:lnTo>
                  <a:lnTo>
                    <a:pt x="149" y="47"/>
                  </a:lnTo>
                  <a:lnTo>
                    <a:pt x="147" y="45"/>
                  </a:lnTo>
                  <a:lnTo>
                    <a:pt x="144" y="45"/>
                  </a:lnTo>
                  <a:lnTo>
                    <a:pt x="144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47" y="40"/>
                  </a:lnTo>
                  <a:lnTo>
                    <a:pt x="144" y="41"/>
                  </a:lnTo>
                  <a:lnTo>
                    <a:pt x="143" y="40"/>
                  </a:lnTo>
                  <a:lnTo>
                    <a:pt x="143" y="39"/>
                  </a:lnTo>
                  <a:lnTo>
                    <a:pt x="141" y="36"/>
                  </a:lnTo>
                  <a:lnTo>
                    <a:pt x="143" y="36"/>
                  </a:lnTo>
                  <a:lnTo>
                    <a:pt x="145" y="35"/>
                  </a:lnTo>
                  <a:lnTo>
                    <a:pt x="147" y="33"/>
                  </a:lnTo>
                  <a:lnTo>
                    <a:pt x="148" y="33"/>
                  </a:lnTo>
                  <a:lnTo>
                    <a:pt x="149" y="35"/>
                  </a:lnTo>
                  <a:lnTo>
                    <a:pt x="152" y="35"/>
                  </a:lnTo>
                  <a:lnTo>
                    <a:pt x="154" y="36"/>
                  </a:lnTo>
                  <a:lnTo>
                    <a:pt x="154" y="35"/>
                  </a:lnTo>
                  <a:lnTo>
                    <a:pt x="154" y="33"/>
                  </a:lnTo>
                  <a:lnTo>
                    <a:pt x="157" y="32"/>
                  </a:lnTo>
                  <a:lnTo>
                    <a:pt x="158" y="32"/>
                  </a:lnTo>
                  <a:lnTo>
                    <a:pt x="160" y="35"/>
                  </a:lnTo>
                  <a:lnTo>
                    <a:pt x="161" y="33"/>
                  </a:lnTo>
                  <a:lnTo>
                    <a:pt x="162" y="31"/>
                  </a:lnTo>
                  <a:lnTo>
                    <a:pt x="166" y="29"/>
                  </a:lnTo>
                  <a:lnTo>
                    <a:pt x="169" y="29"/>
                  </a:lnTo>
                  <a:lnTo>
                    <a:pt x="172" y="28"/>
                  </a:lnTo>
                  <a:lnTo>
                    <a:pt x="174" y="28"/>
                  </a:lnTo>
                  <a:lnTo>
                    <a:pt x="176" y="27"/>
                  </a:lnTo>
                  <a:lnTo>
                    <a:pt x="178" y="25"/>
                  </a:lnTo>
                  <a:lnTo>
                    <a:pt x="181" y="25"/>
                  </a:lnTo>
                  <a:lnTo>
                    <a:pt x="183" y="24"/>
                  </a:lnTo>
                  <a:lnTo>
                    <a:pt x="185" y="24"/>
                  </a:lnTo>
                  <a:lnTo>
                    <a:pt x="186" y="24"/>
                  </a:lnTo>
                  <a:lnTo>
                    <a:pt x="187" y="23"/>
                  </a:lnTo>
                  <a:lnTo>
                    <a:pt x="187" y="22"/>
                  </a:lnTo>
                  <a:lnTo>
                    <a:pt x="189" y="20"/>
                  </a:lnTo>
                  <a:lnTo>
                    <a:pt x="191" y="20"/>
                  </a:lnTo>
                  <a:lnTo>
                    <a:pt x="191" y="18"/>
                  </a:lnTo>
                  <a:lnTo>
                    <a:pt x="193" y="18"/>
                  </a:lnTo>
                  <a:lnTo>
                    <a:pt x="194" y="18"/>
                  </a:lnTo>
                  <a:lnTo>
                    <a:pt x="197" y="19"/>
                  </a:lnTo>
                  <a:lnTo>
                    <a:pt x="198" y="18"/>
                  </a:lnTo>
                  <a:lnTo>
                    <a:pt x="201" y="16"/>
                  </a:lnTo>
                  <a:lnTo>
                    <a:pt x="206" y="12"/>
                  </a:lnTo>
                  <a:lnTo>
                    <a:pt x="207" y="12"/>
                  </a:lnTo>
                  <a:lnTo>
                    <a:pt x="208" y="12"/>
                  </a:lnTo>
                  <a:lnTo>
                    <a:pt x="211" y="11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8" y="10"/>
                  </a:lnTo>
                  <a:lnTo>
                    <a:pt x="218" y="7"/>
                  </a:lnTo>
                  <a:lnTo>
                    <a:pt x="216" y="6"/>
                  </a:lnTo>
                  <a:lnTo>
                    <a:pt x="218" y="6"/>
                  </a:lnTo>
                  <a:lnTo>
                    <a:pt x="220" y="4"/>
                  </a:lnTo>
                  <a:lnTo>
                    <a:pt x="222" y="3"/>
                  </a:lnTo>
                  <a:lnTo>
                    <a:pt x="223" y="2"/>
                  </a:lnTo>
                  <a:lnTo>
                    <a:pt x="226" y="2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1" name="Freeform 349">
              <a:extLst>
                <a:ext uri="{FF2B5EF4-FFF2-40B4-BE49-F238E27FC236}">
                  <a16:creationId xmlns:a16="http://schemas.microsoft.com/office/drawing/2014/main" id="{FD972D85-91ED-4C71-AB48-7FB06CC68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-1388278" y="2551671"/>
              <a:ext cx="1731841" cy="1079002"/>
            </a:xfrm>
            <a:custGeom>
              <a:avLst/>
              <a:gdLst>
                <a:gd name="T0" fmla="*/ 50 w 191"/>
                <a:gd name="T1" fmla="*/ 13 h 119"/>
                <a:gd name="T2" fmla="*/ 67 w 191"/>
                <a:gd name="T3" fmla="*/ 21 h 119"/>
                <a:gd name="T4" fmla="*/ 104 w 191"/>
                <a:gd name="T5" fmla="*/ 20 h 119"/>
                <a:gd name="T6" fmla="*/ 114 w 191"/>
                <a:gd name="T7" fmla="*/ 32 h 119"/>
                <a:gd name="T8" fmla="*/ 118 w 191"/>
                <a:gd name="T9" fmla="*/ 48 h 119"/>
                <a:gd name="T10" fmla="*/ 131 w 191"/>
                <a:gd name="T11" fmla="*/ 62 h 119"/>
                <a:gd name="T12" fmla="*/ 139 w 191"/>
                <a:gd name="T13" fmla="*/ 59 h 119"/>
                <a:gd name="T14" fmla="*/ 146 w 191"/>
                <a:gd name="T15" fmla="*/ 59 h 119"/>
                <a:gd name="T16" fmla="*/ 153 w 191"/>
                <a:gd name="T17" fmla="*/ 62 h 119"/>
                <a:gd name="T18" fmla="*/ 160 w 191"/>
                <a:gd name="T19" fmla="*/ 54 h 119"/>
                <a:gd name="T20" fmla="*/ 164 w 191"/>
                <a:gd name="T21" fmla="*/ 49 h 119"/>
                <a:gd name="T22" fmla="*/ 170 w 191"/>
                <a:gd name="T23" fmla="*/ 42 h 119"/>
                <a:gd name="T24" fmla="*/ 174 w 191"/>
                <a:gd name="T25" fmla="*/ 40 h 119"/>
                <a:gd name="T26" fmla="*/ 170 w 191"/>
                <a:gd name="T27" fmla="*/ 48 h 119"/>
                <a:gd name="T28" fmla="*/ 171 w 191"/>
                <a:gd name="T29" fmla="*/ 53 h 119"/>
                <a:gd name="T30" fmla="*/ 178 w 191"/>
                <a:gd name="T31" fmla="*/ 55 h 119"/>
                <a:gd name="T32" fmla="*/ 183 w 191"/>
                <a:gd name="T33" fmla="*/ 54 h 119"/>
                <a:gd name="T34" fmla="*/ 185 w 191"/>
                <a:gd name="T35" fmla="*/ 51 h 119"/>
                <a:gd name="T36" fmla="*/ 191 w 191"/>
                <a:gd name="T37" fmla="*/ 58 h 119"/>
                <a:gd name="T38" fmla="*/ 183 w 191"/>
                <a:gd name="T39" fmla="*/ 62 h 119"/>
                <a:gd name="T40" fmla="*/ 177 w 191"/>
                <a:gd name="T41" fmla="*/ 61 h 119"/>
                <a:gd name="T42" fmla="*/ 170 w 191"/>
                <a:gd name="T43" fmla="*/ 62 h 119"/>
                <a:gd name="T44" fmla="*/ 165 w 191"/>
                <a:gd name="T45" fmla="*/ 65 h 119"/>
                <a:gd name="T46" fmla="*/ 162 w 191"/>
                <a:gd name="T47" fmla="*/ 69 h 119"/>
                <a:gd name="T48" fmla="*/ 165 w 191"/>
                <a:gd name="T49" fmla="*/ 73 h 119"/>
                <a:gd name="T50" fmla="*/ 156 w 191"/>
                <a:gd name="T51" fmla="*/ 75 h 119"/>
                <a:gd name="T52" fmla="*/ 158 w 191"/>
                <a:gd name="T53" fmla="*/ 78 h 119"/>
                <a:gd name="T54" fmla="*/ 153 w 191"/>
                <a:gd name="T55" fmla="*/ 83 h 119"/>
                <a:gd name="T56" fmla="*/ 145 w 191"/>
                <a:gd name="T57" fmla="*/ 82 h 119"/>
                <a:gd name="T58" fmla="*/ 144 w 191"/>
                <a:gd name="T59" fmla="*/ 88 h 119"/>
                <a:gd name="T60" fmla="*/ 149 w 191"/>
                <a:gd name="T61" fmla="*/ 91 h 119"/>
                <a:gd name="T62" fmla="*/ 153 w 191"/>
                <a:gd name="T63" fmla="*/ 94 h 119"/>
                <a:gd name="T64" fmla="*/ 153 w 191"/>
                <a:gd name="T65" fmla="*/ 99 h 119"/>
                <a:gd name="T66" fmla="*/ 156 w 191"/>
                <a:gd name="T67" fmla="*/ 104 h 119"/>
                <a:gd name="T68" fmla="*/ 152 w 191"/>
                <a:gd name="T69" fmla="*/ 111 h 119"/>
                <a:gd name="T70" fmla="*/ 150 w 191"/>
                <a:gd name="T71" fmla="*/ 117 h 119"/>
                <a:gd name="T72" fmla="*/ 146 w 191"/>
                <a:gd name="T73" fmla="*/ 119 h 119"/>
                <a:gd name="T74" fmla="*/ 143 w 191"/>
                <a:gd name="T75" fmla="*/ 116 h 119"/>
                <a:gd name="T76" fmla="*/ 137 w 191"/>
                <a:gd name="T77" fmla="*/ 116 h 119"/>
                <a:gd name="T78" fmla="*/ 136 w 191"/>
                <a:gd name="T79" fmla="*/ 108 h 119"/>
                <a:gd name="T80" fmla="*/ 131 w 191"/>
                <a:gd name="T81" fmla="*/ 105 h 119"/>
                <a:gd name="T82" fmla="*/ 123 w 191"/>
                <a:gd name="T83" fmla="*/ 103 h 119"/>
                <a:gd name="T84" fmla="*/ 106 w 191"/>
                <a:gd name="T85" fmla="*/ 94 h 119"/>
                <a:gd name="T86" fmla="*/ 90 w 191"/>
                <a:gd name="T87" fmla="*/ 82 h 119"/>
                <a:gd name="T88" fmla="*/ 83 w 191"/>
                <a:gd name="T89" fmla="*/ 75 h 119"/>
                <a:gd name="T90" fmla="*/ 79 w 191"/>
                <a:gd name="T91" fmla="*/ 71 h 119"/>
                <a:gd name="T92" fmla="*/ 73 w 191"/>
                <a:gd name="T93" fmla="*/ 61 h 119"/>
                <a:gd name="T94" fmla="*/ 69 w 191"/>
                <a:gd name="T95" fmla="*/ 61 h 119"/>
                <a:gd name="T96" fmla="*/ 53 w 191"/>
                <a:gd name="T97" fmla="*/ 53 h 119"/>
                <a:gd name="T98" fmla="*/ 45 w 191"/>
                <a:gd name="T99" fmla="*/ 46 h 119"/>
                <a:gd name="T100" fmla="*/ 31 w 191"/>
                <a:gd name="T101" fmla="*/ 41 h 119"/>
                <a:gd name="T102" fmla="*/ 32 w 191"/>
                <a:gd name="T103" fmla="*/ 45 h 119"/>
                <a:gd name="T104" fmla="*/ 27 w 191"/>
                <a:gd name="T105" fmla="*/ 45 h 119"/>
                <a:gd name="T106" fmla="*/ 21 w 191"/>
                <a:gd name="T107" fmla="*/ 49 h 119"/>
                <a:gd name="T108" fmla="*/ 19 w 191"/>
                <a:gd name="T109" fmla="*/ 58 h 119"/>
                <a:gd name="T110" fmla="*/ 20 w 191"/>
                <a:gd name="T111" fmla="*/ 62 h 119"/>
                <a:gd name="T112" fmla="*/ 10 w 191"/>
                <a:gd name="T113" fmla="*/ 62 h 119"/>
                <a:gd name="T114" fmla="*/ 31 w 191"/>
                <a:gd name="T11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1" h="119">
                  <a:moveTo>
                    <a:pt x="31" y="0"/>
                  </a:moveTo>
                  <a:lnTo>
                    <a:pt x="50" y="13"/>
                  </a:lnTo>
                  <a:lnTo>
                    <a:pt x="57" y="16"/>
                  </a:lnTo>
                  <a:lnTo>
                    <a:pt x="67" y="21"/>
                  </a:lnTo>
                  <a:lnTo>
                    <a:pt x="85" y="20"/>
                  </a:lnTo>
                  <a:lnTo>
                    <a:pt x="104" y="20"/>
                  </a:lnTo>
                  <a:lnTo>
                    <a:pt x="111" y="24"/>
                  </a:lnTo>
                  <a:lnTo>
                    <a:pt x="114" y="32"/>
                  </a:lnTo>
                  <a:lnTo>
                    <a:pt x="118" y="30"/>
                  </a:lnTo>
                  <a:lnTo>
                    <a:pt x="118" y="48"/>
                  </a:lnTo>
                  <a:lnTo>
                    <a:pt x="127" y="48"/>
                  </a:lnTo>
                  <a:lnTo>
                    <a:pt x="131" y="62"/>
                  </a:lnTo>
                  <a:lnTo>
                    <a:pt x="133" y="62"/>
                  </a:lnTo>
                  <a:lnTo>
                    <a:pt x="139" y="59"/>
                  </a:lnTo>
                  <a:lnTo>
                    <a:pt x="143" y="58"/>
                  </a:lnTo>
                  <a:lnTo>
                    <a:pt x="146" y="59"/>
                  </a:lnTo>
                  <a:lnTo>
                    <a:pt x="152" y="62"/>
                  </a:lnTo>
                  <a:lnTo>
                    <a:pt x="153" y="62"/>
                  </a:lnTo>
                  <a:lnTo>
                    <a:pt x="158" y="58"/>
                  </a:lnTo>
                  <a:lnTo>
                    <a:pt x="160" y="54"/>
                  </a:lnTo>
                  <a:lnTo>
                    <a:pt x="162" y="51"/>
                  </a:lnTo>
                  <a:lnTo>
                    <a:pt x="164" y="49"/>
                  </a:lnTo>
                  <a:lnTo>
                    <a:pt x="168" y="44"/>
                  </a:lnTo>
                  <a:lnTo>
                    <a:pt x="170" y="42"/>
                  </a:lnTo>
                  <a:lnTo>
                    <a:pt x="173" y="40"/>
                  </a:lnTo>
                  <a:lnTo>
                    <a:pt x="174" y="40"/>
                  </a:lnTo>
                  <a:lnTo>
                    <a:pt x="174" y="42"/>
                  </a:lnTo>
                  <a:lnTo>
                    <a:pt x="170" y="48"/>
                  </a:lnTo>
                  <a:lnTo>
                    <a:pt x="169" y="51"/>
                  </a:lnTo>
                  <a:lnTo>
                    <a:pt x="171" y="53"/>
                  </a:lnTo>
                  <a:lnTo>
                    <a:pt x="177" y="54"/>
                  </a:lnTo>
                  <a:lnTo>
                    <a:pt x="178" y="55"/>
                  </a:lnTo>
                  <a:lnTo>
                    <a:pt x="181" y="57"/>
                  </a:lnTo>
                  <a:lnTo>
                    <a:pt x="183" y="54"/>
                  </a:lnTo>
                  <a:lnTo>
                    <a:pt x="183" y="51"/>
                  </a:lnTo>
                  <a:lnTo>
                    <a:pt x="185" y="51"/>
                  </a:lnTo>
                  <a:lnTo>
                    <a:pt x="190" y="55"/>
                  </a:lnTo>
                  <a:lnTo>
                    <a:pt x="191" y="58"/>
                  </a:lnTo>
                  <a:lnTo>
                    <a:pt x="187" y="62"/>
                  </a:lnTo>
                  <a:lnTo>
                    <a:pt x="183" y="62"/>
                  </a:lnTo>
                  <a:lnTo>
                    <a:pt x="178" y="63"/>
                  </a:lnTo>
                  <a:lnTo>
                    <a:pt x="177" y="61"/>
                  </a:lnTo>
                  <a:lnTo>
                    <a:pt x="174" y="58"/>
                  </a:lnTo>
                  <a:lnTo>
                    <a:pt x="170" y="62"/>
                  </a:lnTo>
                  <a:lnTo>
                    <a:pt x="168" y="62"/>
                  </a:lnTo>
                  <a:lnTo>
                    <a:pt x="165" y="65"/>
                  </a:lnTo>
                  <a:lnTo>
                    <a:pt x="162" y="66"/>
                  </a:lnTo>
                  <a:lnTo>
                    <a:pt x="162" y="69"/>
                  </a:lnTo>
                  <a:lnTo>
                    <a:pt x="165" y="70"/>
                  </a:lnTo>
                  <a:lnTo>
                    <a:pt x="165" y="73"/>
                  </a:lnTo>
                  <a:lnTo>
                    <a:pt x="161" y="74"/>
                  </a:lnTo>
                  <a:lnTo>
                    <a:pt x="156" y="75"/>
                  </a:lnTo>
                  <a:lnTo>
                    <a:pt x="157" y="76"/>
                  </a:lnTo>
                  <a:lnTo>
                    <a:pt x="158" y="78"/>
                  </a:lnTo>
                  <a:lnTo>
                    <a:pt x="153" y="79"/>
                  </a:lnTo>
                  <a:lnTo>
                    <a:pt x="153" y="83"/>
                  </a:lnTo>
                  <a:lnTo>
                    <a:pt x="150" y="83"/>
                  </a:lnTo>
                  <a:lnTo>
                    <a:pt x="145" y="82"/>
                  </a:lnTo>
                  <a:lnTo>
                    <a:pt x="144" y="84"/>
                  </a:lnTo>
                  <a:lnTo>
                    <a:pt x="144" y="88"/>
                  </a:lnTo>
                  <a:lnTo>
                    <a:pt x="146" y="92"/>
                  </a:lnTo>
                  <a:lnTo>
                    <a:pt x="149" y="91"/>
                  </a:lnTo>
                  <a:lnTo>
                    <a:pt x="152" y="91"/>
                  </a:lnTo>
                  <a:lnTo>
                    <a:pt x="153" y="94"/>
                  </a:lnTo>
                  <a:lnTo>
                    <a:pt x="152" y="96"/>
                  </a:lnTo>
                  <a:lnTo>
                    <a:pt x="153" y="99"/>
                  </a:lnTo>
                  <a:lnTo>
                    <a:pt x="154" y="100"/>
                  </a:lnTo>
                  <a:lnTo>
                    <a:pt x="156" y="104"/>
                  </a:lnTo>
                  <a:lnTo>
                    <a:pt x="154" y="105"/>
                  </a:lnTo>
                  <a:lnTo>
                    <a:pt x="152" y="111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48" y="117"/>
                  </a:lnTo>
                  <a:lnTo>
                    <a:pt x="146" y="119"/>
                  </a:lnTo>
                  <a:lnTo>
                    <a:pt x="144" y="119"/>
                  </a:lnTo>
                  <a:lnTo>
                    <a:pt x="143" y="116"/>
                  </a:lnTo>
                  <a:lnTo>
                    <a:pt x="140" y="115"/>
                  </a:lnTo>
                  <a:lnTo>
                    <a:pt x="137" y="116"/>
                  </a:lnTo>
                  <a:lnTo>
                    <a:pt x="136" y="111"/>
                  </a:lnTo>
                  <a:lnTo>
                    <a:pt x="136" y="108"/>
                  </a:lnTo>
                  <a:lnTo>
                    <a:pt x="132" y="104"/>
                  </a:lnTo>
                  <a:lnTo>
                    <a:pt x="131" y="105"/>
                  </a:lnTo>
                  <a:lnTo>
                    <a:pt x="128" y="103"/>
                  </a:lnTo>
                  <a:lnTo>
                    <a:pt x="123" y="103"/>
                  </a:lnTo>
                  <a:lnTo>
                    <a:pt x="115" y="98"/>
                  </a:lnTo>
                  <a:lnTo>
                    <a:pt x="106" y="94"/>
                  </a:lnTo>
                  <a:lnTo>
                    <a:pt x="98" y="87"/>
                  </a:lnTo>
                  <a:lnTo>
                    <a:pt x="90" y="82"/>
                  </a:lnTo>
                  <a:lnTo>
                    <a:pt x="86" y="80"/>
                  </a:lnTo>
                  <a:lnTo>
                    <a:pt x="83" y="75"/>
                  </a:lnTo>
                  <a:lnTo>
                    <a:pt x="82" y="73"/>
                  </a:lnTo>
                  <a:lnTo>
                    <a:pt x="79" y="71"/>
                  </a:lnTo>
                  <a:lnTo>
                    <a:pt x="78" y="63"/>
                  </a:lnTo>
                  <a:lnTo>
                    <a:pt x="73" y="61"/>
                  </a:lnTo>
                  <a:lnTo>
                    <a:pt x="70" y="59"/>
                  </a:lnTo>
                  <a:lnTo>
                    <a:pt x="69" y="61"/>
                  </a:lnTo>
                  <a:lnTo>
                    <a:pt x="61" y="57"/>
                  </a:lnTo>
                  <a:lnTo>
                    <a:pt x="53" y="53"/>
                  </a:lnTo>
                  <a:lnTo>
                    <a:pt x="52" y="50"/>
                  </a:lnTo>
                  <a:lnTo>
                    <a:pt x="45" y="46"/>
                  </a:lnTo>
                  <a:lnTo>
                    <a:pt x="37" y="42"/>
                  </a:lnTo>
                  <a:lnTo>
                    <a:pt x="31" y="41"/>
                  </a:lnTo>
                  <a:lnTo>
                    <a:pt x="33" y="44"/>
                  </a:lnTo>
                  <a:lnTo>
                    <a:pt x="32" y="45"/>
                  </a:lnTo>
                  <a:lnTo>
                    <a:pt x="29" y="44"/>
                  </a:lnTo>
                  <a:lnTo>
                    <a:pt x="27" y="45"/>
                  </a:lnTo>
                  <a:lnTo>
                    <a:pt x="24" y="48"/>
                  </a:lnTo>
                  <a:lnTo>
                    <a:pt x="21" y="49"/>
                  </a:lnTo>
                  <a:lnTo>
                    <a:pt x="19" y="53"/>
                  </a:lnTo>
                  <a:lnTo>
                    <a:pt x="19" y="58"/>
                  </a:lnTo>
                  <a:lnTo>
                    <a:pt x="21" y="59"/>
                  </a:lnTo>
                  <a:lnTo>
                    <a:pt x="20" y="62"/>
                  </a:lnTo>
                  <a:lnTo>
                    <a:pt x="15" y="62"/>
                  </a:lnTo>
                  <a:lnTo>
                    <a:pt x="10" y="62"/>
                  </a:lnTo>
                  <a:lnTo>
                    <a:pt x="0" y="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2" name="Freeform 361">
              <a:extLst>
                <a:ext uri="{FF2B5EF4-FFF2-40B4-BE49-F238E27FC236}">
                  <a16:creationId xmlns:a16="http://schemas.microsoft.com/office/drawing/2014/main" id="{20D9AC61-B0EA-408B-A76B-BE19830C8F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88841" y="5289972"/>
              <a:ext cx="888586" cy="1713706"/>
            </a:xfrm>
            <a:custGeom>
              <a:avLst/>
              <a:gdLst>
                <a:gd name="T0" fmla="*/ 35 w 98"/>
                <a:gd name="T1" fmla="*/ 172 h 189"/>
                <a:gd name="T2" fmla="*/ 37 w 98"/>
                <a:gd name="T3" fmla="*/ 0 h 189"/>
                <a:gd name="T4" fmla="*/ 49 w 98"/>
                <a:gd name="T5" fmla="*/ 5 h 189"/>
                <a:gd name="T6" fmla="*/ 53 w 98"/>
                <a:gd name="T7" fmla="*/ 9 h 189"/>
                <a:gd name="T8" fmla="*/ 60 w 98"/>
                <a:gd name="T9" fmla="*/ 19 h 189"/>
                <a:gd name="T10" fmla="*/ 69 w 98"/>
                <a:gd name="T11" fmla="*/ 22 h 189"/>
                <a:gd name="T12" fmla="*/ 69 w 98"/>
                <a:gd name="T13" fmla="*/ 26 h 189"/>
                <a:gd name="T14" fmla="*/ 61 w 98"/>
                <a:gd name="T15" fmla="*/ 28 h 189"/>
                <a:gd name="T16" fmla="*/ 57 w 98"/>
                <a:gd name="T17" fmla="*/ 31 h 189"/>
                <a:gd name="T18" fmla="*/ 54 w 98"/>
                <a:gd name="T19" fmla="*/ 32 h 189"/>
                <a:gd name="T20" fmla="*/ 53 w 98"/>
                <a:gd name="T21" fmla="*/ 39 h 189"/>
                <a:gd name="T22" fmla="*/ 49 w 98"/>
                <a:gd name="T23" fmla="*/ 44 h 189"/>
                <a:gd name="T24" fmla="*/ 45 w 98"/>
                <a:gd name="T25" fmla="*/ 48 h 189"/>
                <a:gd name="T26" fmla="*/ 45 w 98"/>
                <a:gd name="T27" fmla="*/ 57 h 189"/>
                <a:gd name="T28" fmla="*/ 50 w 98"/>
                <a:gd name="T29" fmla="*/ 64 h 189"/>
                <a:gd name="T30" fmla="*/ 56 w 98"/>
                <a:gd name="T31" fmla="*/ 72 h 189"/>
                <a:gd name="T32" fmla="*/ 65 w 98"/>
                <a:gd name="T33" fmla="*/ 82 h 189"/>
                <a:gd name="T34" fmla="*/ 85 w 98"/>
                <a:gd name="T35" fmla="*/ 100 h 189"/>
                <a:gd name="T36" fmla="*/ 89 w 98"/>
                <a:gd name="T37" fmla="*/ 106 h 189"/>
                <a:gd name="T38" fmla="*/ 92 w 98"/>
                <a:gd name="T39" fmla="*/ 117 h 189"/>
                <a:gd name="T40" fmla="*/ 95 w 98"/>
                <a:gd name="T41" fmla="*/ 126 h 189"/>
                <a:gd name="T42" fmla="*/ 96 w 98"/>
                <a:gd name="T43" fmla="*/ 134 h 189"/>
                <a:gd name="T44" fmla="*/ 96 w 98"/>
                <a:gd name="T45" fmla="*/ 136 h 189"/>
                <a:gd name="T46" fmla="*/ 95 w 98"/>
                <a:gd name="T47" fmla="*/ 142 h 189"/>
                <a:gd name="T48" fmla="*/ 95 w 98"/>
                <a:gd name="T49" fmla="*/ 150 h 189"/>
                <a:gd name="T50" fmla="*/ 87 w 98"/>
                <a:gd name="T51" fmla="*/ 157 h 189"/>
                <a:gd name="T52" fmla="*/ 79 w 98"/>
                <a:gd name="T53" fmla="*/ 164 h 189"/>
                <a:gd name="T54" fmla="*/ 67 w 98"/>
                <a:gd name="T55" fmla="*/ 167 h 189"/>
                <a:gd name="T56" fmla="*/ 65 w 98"/>
                <a:gd name="T57" fmla="*/ 165 h 189"/>
                <a:gd name="T58" fmla="*/ 66 w 98"/>
                <a:gd name="T59" fmla="*/ 169 h 189"/>
                <a:gd name="T60" fmla="*/ 65 w 98"/>
                <a:gd name="T61" fmla="*/ 173 h 189"/>
                <a:gd name="T62" fmla="*/ 61 w 98"/>
                <a:gd name="T63" fmla="*/ 175 h 189"/>
                <a:gd name="T64" fmla="*/ 60 w 98"/>
                <a:gd name="T65" fmla="*/ 178 h 189"/>
                <a:gd name="T66" fmla="*/ 53 w 98"/>
                <a:gd name="T67" fmla="*/ 182 h 189"/>
                <a:gd name="T68" fmla="*/ 45 w 98"/>
                <a:gd name="T69" fmla="*/ 189 h 189"/>
                <a:gd name="T70" fmla="*/ 46 w 98"/>
                <a:gd name="T71" fmla="*/ 186 h 189"/>
                <a:gd name="T72" fmla="*/ 45 w 98"/>
                <a:gd name="T73" fmla="*/ 180 h 189"/>
                <a:gd name="T74" fmla="*/ 49 w 98"/>
                <a:gd name="T75" fmla="*/ 169 h 189"/>
                <a:gd name="T76" fmla="*/ 41 w 98"/>
                <a:gd name="T77" fmla="*/ 169 h 189"/>
                <a:gd name="T78" fmla="*/ 45 w 98"/>
                <a:gd name="T79" fmla="*/ 163 h 189"/>
                <a:gd name="T80" fmla="*/ 58 w 98"/>
                <a:gd name="T81" fmla="*/ 160 h 189"/>
                <a:gd name="T82" fmla="*/ 60 w 98"/>
                <a:gd name="T83" fmla="*/ 155 h 189"/>
                <a:gd name="T84" fmla="*/ 65 w 98"/>
                <a:gd name="T85" fmla="*/ 147 h 189"/>
                <a:gd name="T86" fmla="*/ 75 w 98"/>
                <a:gd name="T87" fmla="*/ 138 h 189"/>
                <a:gd name="T88" fmla="*/ 73 w 98"/>
                <a:gd name="T89" fmla="*/ 121 h 189"/>
                <a:gd name="T90" fmla="*/ 71 w 98"/>
                <a:gd name="T91" fmla="*/ 111 h 189"/>
                <a:gd name="T92" fmla="*/ 71 w 98"/>
                <a:gd name="T93" fmla="*/ 101 h 189"/>
                <a:gd name="T94" fmla="*/ 70 w 98"/>
                <a:gd name="T95" fmla="*/ 94 h 189"/>
                <a:gd name="T96" fmla="*/ 65 w 98"/>
                <a:gd name="T97" fmla="*/ 88 h 189"/>
                <a:gd name="T98" fmla="*/ 58 w 98"/>
                <a:gd name="T99" fmla="*/ 82 h 189"/>
                <a:gd name="T100" fmla="*/ 49 w 98"/>
                <a:gd name="T101" fmla="*/ 72 h 189"/>
                <a:gd name="T102" fmla="*/ 35 w 98"/>
                <a:gd name="T103" fmla="*/ 61 h 189"/>
                <a:gd name="T104" fmla="*/ 29 w 98"/>
                <a:gd name="T105" fmla="*/ 55 h 189"/>
                <a:gd name="T106" fmla="*/ 33 w 98"/>
                <a:gd name="T107" fmla="*/ 48 h 189"/>
                <a:gd name="T108" fmla="*/ 35 w 98"/>
                <a:gd name="T109" fmla="*/ 39 h 189"/>
                <a:gd name="T110" fmla="*/ 25 w 98"/>
                <a:gd name="T111" fmla="*/ 32 h 189"/>
                <a:gd name="T112" fmla="*/ 8 w 98"/>
                <a:gd name="T113" fmla="*/ 25 h 189"/>
                <a:gd name="T114" fmla="*/ 2 w 98"/>
                <a:gd name="T115" fmla="*/ 14 h 189"/>
                <a:gd name="T116" fmla="*/ 4 w 98"/>
                <a:gd name="T117" fmla="*/ 9 h 189"/>
                <a:gd name="T118" fmla="*/ 11 w 98"/>
                <a:gd name="T119" fmla="*/ 11 h 189"/>
                <a:gd name="T120" fmla="*/ 17 w 98"/>
                <a:gd name="T121" fmla="*/ 9 h 189"/>
                <a:gd name="T122" fmla="*/ 27 w 98"/>
                <a:gd name="T123" fmla="*/ 7 h 189"/>
                <a:gd name="T124" fmla="*/ 37 w 98"/>
                <a:gd name="T12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8" h="189">
                  <a:moveTo>
                    <a:pt x="35" y="165"/>
                  </a:moveTo>
                  <a:lnTo>
                    <a:pt x="36" y="167"/>
                  </a:lnTo>
                  <a:lnTo>
                    <a:pt x="37" y="168"/>
                  </a:lnTo>
                  <a:lnTo>
                    <a:pt x="36" y="171"/>
                  </a:lnTo>
                  <a:lnTo>
                    <a:pt x="35" y="172"/>
                  </a:lnTo>
                  <a:lnTo>
                    <a:pt x="33" y="169"/>
                  </a:lnTo>
                  <a:lnTo>
                    <a:pt x="35" y="168"/>
                  </a:lnTo>
                  <a:lnTo>
                    <a:pt x="33" y="167"/>
                  </a:lnTo>
                  <a:lnTo>
                    <a:pt x="35" y="165"/>
                  </a:lnTo>
                  <a:close/>
                  <a:moveTo>
                    <a:pt x="37" y="0"/>
                  </a:moveTo>
                  <a:lnTo>
                    <a:pt x="40" y="1"/>
                  </a:lnTo>
                  <a:lnTo>
                    <a:pt x="40" y="2"/>
                  </a:lnTo>
                  <a:lnTo>
                    <a:pt x="42" y="3"/>
                  </a:lnTo>
                  <a:lnTo>
                    <a:pt x="44" y="5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3" y="5"/>
                  </a:lnTo>
                  <a:lnTo>
                    <a:pt x="56" y="6"/>
                  </a:lnTo>
                  <a:lnTo>
                    <a:pt x="54" y="9"/>
                  </a:lnTo>
                  <a:lnTo>
                    <a:pt x="53" y="9"/>
                  </a:lnTo>
                  <a:lnTo>
                    <a:pt x="52" y="13"/>
                  </a:lnTo>
                  <a:lnTo>
                    <a:pt x="53" y="14"/>
                  </a:lnTo>
                  <a:lnTo>
                    <a:pt x="54" y="1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2" y="21"/>
                  </a:lnTo>
                  <a:lnTo>
                    <a:pt x="64" y="22"/>
                  </a:lnTo>
                  <a:lnTo>
                    <a:pt x="66" y="21"/>
                  </a:lnTo>
                  <a:lnTo>
                    <a:pt x="67" y="22"/>
                  </a:lnTo>
                  <a:lnTo>
                    <a:pt x="69" y="22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0" y="25"/>
                  </a:lnTo>
                  <a:lnTo>
                    <a:pt x="69" y="26"/>
                  </a:lnTo>
                  <a:lnTo>
                    <a:pt x="69" y="26"/>
                  </a:lnTo>
                  <a:lnTo>
                    <a:pt x="66" y="27"/>
                  </a:lnTo>
                  <a:lnTo>
                    <a:pt x="65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2" y="30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60" y="31"/>
                  </a:lnTo>
                  <a:lnTo>
                    <a:pt x="57" y="31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3" y="36"/>
                  </a:lnTo>
                  <a:lnTo>
                    <a:pt x="53" y="38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53" y="42"/>
                  </a:lnTo>
                  <a:lnTo>
                    <a:pt x="52" y="42"/>
                  </a:lnTo>
                  <a:lnTo>
                    <a:pt x="50" y="44"/>
                  </a:lnTo>
                  <a:lnTo>
                    <a:pt x="49" y="44"/>
                  </a:lnTo>
                  <a:lnTo>
                    <a:pt x="48" y="43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47"/>
                  </a:lnTo>
                  <a:lnTo>
                    <a:pt x="45" y="48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8" y="52"/>
                  </a:lnTo>
                  <a:lnTo>
                    <a:pt x="46" y="56"/>
                  </a:lnTo>
                  <a:lnTo>
                    <a:pt x="45" y="57"/>
                  </a:lnTo>
                  <a:lnTo>
                    <a:pt x="48" y="60"/>
                  </a:lnTo>
                  <a:lnTo>
                    <a:pt x="46" y="61"/>
                  </a:lnTo>
                  <a:lnTo>
                    <a:pt x="45" y="61"/>
                  </a:lnTo>
                  <a:lnTo>
                    <a:pt x="46" y="63"/>
                  </a:lnTo>
                  <a:lnTo>
                    <a:pt x="50" y="64"/>
                  </a:lnTo>
                  <a:lnTo>
                    <a:pt x="53" y="67"/>
                  </a:lnTo>
                  <a:lnTo>
                    <a:pt x="54" y="67"/>
                  </a:lnTo>
                  <a:lnTo>
                    <a:pt x="57" y="69"/>
                  </a:lnTo>
                  <a:lnTo>
                    <a:pt x="57" y="71"/>
                  </a:lnTo>
                  <a:lnTo>
                    <a:pt x="56" y="72"/>
                  </a:lnTo>
                  <a:lnTo>
                    <a:pt x="57" y="75"/>
                  </a:lnTo>
                  <a:lnTo>
                    <a:pt x="57" y="76"/>
                  </a:lnTo>
                  <a:lnTo>
                    <a:pt x="62" y="80"/>
                  </a:lnTo>
                  <a:lnTo>
                    <a:pt x="65" y="81"/>
                  </a:lnTo>
                  <a:lnTo>
                    <a:pt x="65" y="82"/>
                  </a:lnTo>
                  <a:lnTo>
                    <a:pt x="71" y="85"/>
                  </a:lnTo>
                  <a:lnTo>
                    <a:pt x="77" y="90"/>
                  </a:lnTo>
                  <a:lnTo>
                    <a:pt x="78" y="92"/>
                  </a:lnTo>
                  <a:lnTo>
                    <a:pt x="83" y="96"/>
                  </a:lnTo>
                  <a:lnTo>
                    <a:pt x="85" y="100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9" y="105"/>
                  </a:lnTo>
                  <a:lnTo>
                    <a:pt x="89" y="106"/>
                  </a:lnTo>
                  <a:lnTo>
                    <a:pt x="90" y="107"/>
                  </a:lnTo>
                  <a:lnTo>
                    <a:pt x="89" y="109"/>
                  </a:lnTo>
                  <a:lnTo>
                    <a:pt x="91" y="111"/>
                  </a:lnTo>
                  <a:lnTo>
                    <a:pt x="91" y="115"/>
                  </a:lnTo>
                  <a:lnTo>
                    <a:pt x="92" y="117"/>
                  </a:lnTo>
                  <a:lnTo>
                    <a:pt x="94" y="119"/>
                  </a:lnTo>
                  <a:lnTo>
                    <a:pt x="94" y="121"/>
                  </a:lnTo>
                  <a:lnTo>
                    <a:pt x="94" y="123"/>
                  </a:lnTo>
                  <a:lnTo>
                    <a:pt x="94" y="125"/>
                  </a:lnTo>
                  <a:lnTo>
                    <a:pt x="95" y="126"/>
                  </a:lnTo>
                  <a:lnTo>
                    <a:pt x="94" y="127"/>
                  </a:lnTo>
                  <a:lnTo>
                    <a:pt x="95" y="130"/>
                  </a:lnTo>
                  <a:lnTo>
                    <a:pt x="95" y="131"/>
                  </a:lnTo>
                  <a:lnTo>
                    <a:pt x="96" y="131"/>
                  </a:lnTo>
                  <a:lnTo>
                    <a:pt x="96" y="134"/>
                  </a:lnTo>
                  <a:lnTo>
                    <a:pt x="98" y="136"/>
                  </a:lnTo>
                  <a:lnTo>
                    <a:pt x="98" y="138"/>
                  </a:lnTo>
                  <a:lnTo>
                    <a:pt x="98" y="138"/>
                  </a:lnTo>
                  <a:lnTo>
                    <a:pt x="98" y="136"/>
                  </a:lnTo>
                  <a:lnTo>
                    <a:pt x="96" y="136"/>
                  </a:lnTo>
                  <a:lnTo>
                    <a:pt x="95" y="136"/>
                  </a:lnTo>
                  <a:lnTo>
                    <a:pt x="95" y="138"/>
                  </a:lnTo>
                  <a:lnTo>
                    <a:pt x="96" y="139"/>
                  </a:lnTo>
                  <a:lnTo>
                    <a:pt x="96" y="140"/>
                  </a:lnTo>
                  <a:lnTo>
                    <a:pt x="95" y="142"/>
                  </a:lnTo>
                  <a:lnTo>
                    <a:pt x="95" y="143"/>
                  </a:lnTo>
                  <a:lnTo>
                    <a:pt x="94" y="144"/>
                  </a:lnTo>
                  <a:lnTo>
                    <a:pt x="95" y="147"/>
                  </a:lnTo>
                  <a:lnTo>
                    <a:pt x="94" y="148"/>
                  </a:lnTo>
                  <a:lnTo>
                    <a:pt x="95" y="150"/>
                  </a:lnTo>
                  <a:lnTo>
                    <a:pt x="94" y="151"/>
                  </a:lnTo>
                  <a:lnTo>
                    <a:pt x="92" y="152"/>
                  </a:lnTo>
                  <a:lnTo>
                    <a:pt x="91" y="155"/>
                  </a:lnTo>
                  <a:lnTo>
                    <a:pt x="90" y="155"/>
                  </a:lnTo>
                  <a:lnTo>
                    <a:pt x="87" y="157"/>
                  </a:lnTo>
                  <a:lnTo>
                    <a:pt x="86" y="159"/>
                  </a:lnTo>
                  <a:lnTo>
                    <a:pt x="83" y="160"/>
                  </a:lnTo>
                  <a:lnTo>
                    <a:pt x="83" y="163"/>
                  </a:lnTo>
                  <a:lnTo>
                    <a:pt x="81" y="163"/>
                  </a:lnTo>
                  <a:lnTo>
                    <a:pt x="79" y="164"/>
                  </a:lnTo>
                  <a:lnTo>
                    <a:pt x="74" y="167"/>
                  </a:lnTo>
                  <a:lnTo>
                    <a:pt x="71" y="167"/>
                  </a:lnTo>
                  <a:lnTo>
                    <a:pt x="70" y="167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7" y="165"/>
                  </a:lnTo>
                  <a:lnTo>
                    <a:pt x="67" y="164"/>
                  </a:lnTo>
                  <a:lnTo>
                    <a:pt x="67" y="165"/>
                  </a:lnTo>
                  <a:lnTo>
                    <a:pt x="66" y="165"/>
                  </a:lnTo>
                  <a:lnTo>
                    <a:pt x="65" y="165"/>
                  </a:lnTo>
                  <a:lnTo>
                    <a:pt x="66" y="167"/>
                  </a:lnTo>
                  <a:lnTo>
                    <a:pt x="66" y="167"/>
                  </a:lnTo>
                  <a:lnTo>
                    <a:pt x="65" y="168"/>
                  </a:lnTo>
                  <a:lnTo>
                    <a:pt x="64" y="168"/>
                  </a:lnTo>
                  <a:lnTo>
                    <a:pt x="66" y="169"/>
                  </a:lnTo>
                  <a:lnTo>
                    <a:pt x="66" y="169"/>
                  </a:lnTo>
                  <a:lnTo>
                    <a:pt x="67" y="172"/>
                  </a:lnTo>
                  <a:lnTo>
                    <a:pt x="65" y="173"/>
                  </a:lnTo>
                  <a:lnTo>
                    <a:pt x="62" y="171"/>
                  </a:lnTo>
                  <a:lnTo>
                    <a:pt x="65" y="173"/>
                  </a:lnTo>
                  <a:lnTo>
                    <a:pt x="65" y="175"/>
                  </a:lnTo>
                  <a:lnTo>
                    <a:pt x="64" y="176"/>
                  </a:lnTo>
                  <a:lnTo>
                    <a:pt x="62" y="175"/>
                  </a:lnTo>
                  <a:lnTo>
                    <a:pt x="62" y="173"/>
                  </a:lnTo>
                  <a:lnTo>
                    <a:pt x="61" y="175"/>
                  </a:lnTo>
                  <a:lnTo>
                    <a:pt x="61" y="176"/>
                  </a:lnTo>
                  <a:lnTo>
                    <a:pt x="61" y="176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0" y="178"/>
                  </a:lnTo>
                  <a:lnTo>
                    <a:pt x="58" y="178"/>
                  </a:lnTo>
                  <a:lnTo>
                    <a:pt x="56" y="181"/>
                  </a:lnTo>
                  <a:lnTo>
                    <a:pt x="56" y="181"/>
                  </a:lnTo>
                  <a:lnTo>
                    <a:pt x="54" y="181"/>
                  </a:lnTo>
                  <a:lnTo>
                    <a:pt x="53" y="182"/>
                  </a:lnTo>
                  <a:lnTo>
                    <a:pt x="53" y="185"/>
                  </a:lnTo>
                  <a:lnTo>
                    <a:pt x="52" y="186"/>
                  </a:lnTo>
                  <a:lnTo>
                    <a:pt x="50" y="186"/>
                  </a:lnTo>
                  <a:lnTo>
                    <a:pt x="50" y="186"/>
                  </a:lnTo>
                  <a:lnTo>
                    <a:pt x="45" y="189"/>
                  </a:lnTo>
                  <a:lnTo>
                    <a:pt x="42" y="189"/>
                  </a:lnTo>
                  <a:lnTo>
                    <a:pt x="45" y="188"/>
                  </a:lnTo>
                  <a:lnTo>
                    <a:pt x="46" y="186"/>
                  </a:lnTo>
                  <a:lnTo>
                    <a:pt x="48" y="185"/>
                  </a:lnTo>
                  <a:lnTo>
                    <a:pt x="46" y="186"/>
                  </a:lnTo>
                  <a:lnTo>
                    <a:pt x="45" y="185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0"/>
                  </a:lnTo>
                  <a:lnTo>
                    <a:pt x="45" y="176"/>
                  </a:lnTo>
                  <a:lnTo>
                    <a:pt x="46" y="173"/>
                  </a:lnTo>
                  <a:lnTo>
                    <a:pt x="50" y="171"/>
                  </a:lnTo>
                  <a:lnTo>
                    <a:pt x="52" y="169"/>
                  </a:lnTo>
                  <a:lnTo>
                    <a:pt x="49" y="169"/>
                  </a:lnTo>
                  <a:lnTo>
                    <a:pt x="48" y="169"/>
                  </a:lnTo>
                  <a:lnTo>
                    <a:pt x="45" y="169"/>
                  </a:lnTo>
                  <a:lnTo>
                    <a:pt x="44" y="169"/>
                  </a:lnTo>
                  <a:lnTo>
                    <a:pt x="42" y="169"/>
                  </a:lnTo>
                  <a:lnTo>
                    <a:pt x="41" y="169"/>
                  </a:lnTo>
                  <a:lnTo>
                    <a:pt x="41" y="168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42" y="163"/>
                  </a:lnTo>
                  <a:lnTo>
                    <a:pt x="45" y="163"/>
                  </a:lnTo>
                  <a:lnTo>
                    <a:pt x="46" y="160"/>
                  </a:lnTo>
                  <a:lnTo>
                    <a:pt x="49" y="159"/>
                  </a:lnTo>
                  <a:lnTo>
                    <a:pt x="50" y="160"/>
                  </a:lnTo>
                  <a:lnTo>
                    <a:pt x="56" y="159"/>
                  </a:lnTo>
                  <a:lnTo>
                    <a:pt x="58" y="160"/>
                  </a:lnTo>
                  <a:lnTo>
                    <a:pt x="58" y="161"/>
                  </a:lnTo>
                  <a:lnTo>
                    <a:pt x="62" y="161"/>
                  </a:lnTo>
                  <a:lnTo>
                    <a:pt x="61" y="159"/>
                  </a:lnTo>
                  <a:lnTo>
                    <a:pt x="62" y="157"/>
                  </a:lnTo>
                  <a:lnTo>
                    <a:pt x="60" y="155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60" y="148"/>
                  </a:lnTo>
                  <a:lnTo>
                    <a:pt x="64" y="148"/>
                  </a:lnTo>
                  <a:lnTo>
                    <a:pt x="65" y="147"/>
                  </a:lnTo>
                  <a:lnTo>
                    <a:pt x="67" y="144"/>
                  </a:lnTo>
                  <a:lnTo>
                    <a:pt x="71" y="143"/>
                  </a:lnTo>
                  <a:lnTo>
                    <a:pt x="71" y="142"/>
                  </a:lnTo>
                  <a:lnTo>
                    <a:pt x="74" y="142"/>
                  </a:lnTo>
                  <a:lnTo>
                    <a:pt x="75" y="138"/>
                  </a:lnTo>
                  <a:lnTo>
                    <a:pt x="75" y="135"/>
                  </a:lnTo>
                  <a:lnTo>
                    <a:pt x="75" y="131"/>
                  </a:lnTo>
                  <a:lnTo>
                    <a:pt x="74" y="130"/>
                  </a:lnTo>
                  <a:lnTo>
                    <a:pt x="75" y="126"/>
                  </a:lnTo>
                  <a:lnTo>
                    <a:pt x="73" y="121"/>
                  </a:lnTo>
                  <a:lnTo>
                    <a:pt x="71" y="119"/>
                  </a:lnTo>
                  <a:lnTo>
                    <a:pt x="70" y="117"/>
                  </a:lnTo>
                  <a:lnTo>
                    <a:pt x="70" y="117"/>
                  </a:lnTo>
                  <a:lnTo>
                    <a:pt x="73" y="115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0" y="106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1" y="101"/>
                  </a:lnTo>
                  <a:lnTo>
                    <a:pt x="71" y="100"/>
                  </a:lnTo>
                  <a:lnTo>
                    <a:pt x="71" y="97"/>
                  </a:lnTo>
                  <a:lnTo>
                    <a:pt x="73" y="94"/>
                  </a:lnTo>
                  <a:lnTo>
                    <a:pt x="73" y="93"/>
                  </a:lnTo>
                  <a:lnTo>
                    <a:pt x="70" y="94"/>
                  </a:lnTo>
                  <a:lnTo>
                    <a:pt x="69" y="93"/>
                  </a:lnTo>
                  <a:lnTo>
                    <a:pt x="67" y="92"/>
                  </a:lnTo>
                  <a:lnTo>
                    <a:pt x="65" y="92"/>
                  </a:lnTo>
                  <a:lnTo>
                    <a:pt x="64" y="90"/>
                  </a:lnTo>
                  <a:lnTo>
                    <a:pt x="65" y="88"/>
                  </a:lnTo>
                  <a:lnTo>
                    <a:pt x="62" y="88"/>
                  </a:lnTo>
                  <a:lnTo>
                    <a:pt x="61" y="88"/>
                  </a:lnTo>
                  <a:lnTo>
                    <a:pt x="60" y="86"/>
                  </a:lnTo>
                  <a:lnTo>
                    <a:pt x="60" y="84"/>
                  </a:lnTo>
                  <a:lnTo>
                    <a:pt x="58" y="82"/>
                  </a:lnTo>
                  <a:lnTo>
                    <a:pt x="56" y="82"/>
                  </a:lnTo>
                  <a:lnTo>
                    <a:pt x="54" y="81"/>
                  </a:lnTo>
                  <a:lnTo>
                    <a:pt x="53" y="78"/>
                  </a:lnTo>
                  <a:lnTo>
                    <a:pt x="49" y="75"/>
                  </a:lnTo>
                  <a:lnTo>
                    <a:pt x="49" y="72"/>
                  </a:lnTo>
                  <a:lnTo>
                    <a:pt x="46" y="69"/>
                  </a:lnTo>
                  <a:lnTo>
                    <a:pt x="44" y="68"/>
                  </a:lnTo>
                  <a:lnTo>
                    <a:pt x="41" y="64"/>
                  </a:lnTo>
                  <a:lnTo>
                    <a:pt x="39" y="63"/>
                  </a:lnTo>
                  <a:lnTo>
                    <a:pt x="35" y="61"/>
                  </a:lnTo>
                  <a:lnTo>
                    <a:pt x="31" y="61"/>
                  </a:lnTo>
                  <a:lnTo>
                    <a:pt x="29" y="57"/>
                  </a:lnTo>
                  <a:lnTo>
                    <a:pt x="28" y="57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27" y="52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1" y="48"/>
                  </a:lnTo>
                  <a:lnTo>
                    <a:pt x="33" y="48"/>
                  </a:lnTo>
                  <a:lnTo>
                    <a:pt x="35" y="47"/>
                  </a:lnTo>
                  <a:lnTo>
                    <a:pt x="36" y="42"/>
                  </a:lnTo>
                  <a:lnTo>
                    <a:pt x="37" y="42"/>
                  </a:lnTo>
                  <a:lnTo>
                    <a:pt x="37" y="40"/>
                  </a:lnTo>
                  <a:lnTo>
                    <a:pt x="35" y="39"/>
                  </a:lnTo>
                  <a:lnTo>
                    <a:pt x="35" y="38"/>
                  </a:lnTo>
                  <a:lnTo>
                    <a:pt x="35" y="35"/>
                  </a:lnTo>
                  <a:lnTo>
                    <a:pt x="31" y="34"/>
                  </a:lnTo>
                  <a:lnTo>
                    <a:pt x="29" y="32"/>
                  </a:lnTo>
                  <a:lnTo>
                    <a:pt x="25" y="32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5" y="32"/>
                  </a:lnTo>
                  <a:lnTo>
                    <a:pt x="13" y="28"/>
                  </a:lnTo>
                  <a:lnTo>
                    <a:pt x="8" y="25"/>
                  </a:lnTo>
                  <a:lnTo>
                    <a:pt x="10" y="23"/>
                  </a:lnTo>
                  <a:lnTo>
                    <a:pt x="10" y="21"/>
                  </a:lnTo>
                  <a:lnTo>
                    <a:pt x="7" y="18"/>
                  </a:lnTo>
                  <a:lnTo>
                    <a:pt x="6" y="15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2" y="7"/>
                  </a:lnTo>
                  <a:lnTo>
                    <a:pt x="15" y="10"/>
                  </a:lnTo>
                  <a:lnTo>
                    <a:pt x="16" y="7"/>
                  </a:lnTo>
                  <a:lnTo>
                    <a:pt x="17" y="9"/>
                  </a:lnTo>
                  <a:lnTo>
                    <a:pt x="19" y="10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4" y="6"/>
                  </a:lnTo>
                  <a:lnTo>
                    <a:pt x="27" y="7"/>
                  </a:lnTo>
                  <a:lnTo>
                    <a:pt x="31" y="6"/>
                  </a:lnTo>
                  <a:lnTo>
                    <a:pt x="31" y="2"/>
                  </a:lnTo>
                  <a:lnTo>
                    <a:pt x="33" y="1"/>
                  </a:lnTo>
                  <a:lnTo>
                    <a:pt x="3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3" name="Freeform 362">
              <a:extLst>
                <a:ext uri="{FF2B5EF4-FFF2-40B4-BE49-F238E27FC236}">
                  <a16:creationId xmlns:a16="http://schemas.microsoft.com/office/drawing/2014/main" id="{A25E06AC-2AF2-475E-AA4F-7CDBC030E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712" y="6314568"/>
              <a:ext cx="562167" cy="489631"/>
            </a:xfrm>
            <a:custGeom>
              <a:avLst/>
              <a:gdLst>
                <a:gd name="T0" fmla="*/ 51 w 62"/>
                <a:gd name="T1" fmla="*/ 1 h 54"/>
                <a:gd name="T2" fmla="*/ 54 w 62"/>
                <a:gd name="T3" fmla="*/ 4 h 54"/>
                <a:gd name="T4" fmla="*/ 58 w 62"/>
                <a:gd name="T5" fmla="*/ 6 h 54"/>
                <a:gd name="T6" fmla="*/ 62 w 62"/>
                <a:gd name="T7" fmla="*/ 13 h 54"/>
                <a:gd name="T8" fmla="*/ 62 w 62"/>
                <a:gd name="T9" fmla="*/ 18 h 54"/>
                <a:gd name="T10" fmla="*/ 62 w 62"/>
                <a:gd name="T11" fmla="*/ 25 h 54"/>
                <a:gd name="T12" fmla="*/ 58 w 62"/>
                <a:gd name="T13" fmla="*/ 29 h 54"/>
                <a:gd name="T14" fmla="*/ 54 w 62"/>
                <a:gd name="T15" fmla="*/ 31 h 54"/>
                <a:gd name="T16" fmla="*/ 51 w 62"/>
                <a:gd name="T17" fmla="*/ 35 h 54"/>
                <a:gd name="T18" fmla="*/ 44 w 62"/>
                <a:gd name="T19" fmla="*/ 38 h 54"/>
                <a:gd name="T20" fmla="*/ 47 w 62"/>
                <a:gd name="T21" fmla="*/ 42 h 54"/>
                <a:gd name="T22" fmla="*/ 48 w 62"/>
                <a:gd name="T23" fmla="*/ 46 h 54"/>
                <a:gd name="T24" fmla="*/ 45 w 62"/>
                <a:gd name="T25" fmla="*/ 48 h 54"/>
                <a:gd name="T26" fmla="*/ 43 w 62"/>
                <a:gd name="T27" fmla="*/ 46 h 54"/>
                <a:gd name="T28" fmla="*/ 36 w 62"/>
                <a:gd name="T29" fmla="*/ 46 h 54"/>
                <a:gd name="T30" fmla="*/ 32 w 62"/>
                <a:gd name="T31" fmla="*/ 50 h 54"/>
                <a:gd name="T32" fmla="*/ 28 w 62"/>
                <a:gd name="T33" fmla="*/ 54 h 54"/>
                <a:gd name="T34" fmla="*/ 24 w 62"/>
                <a:gd name="T35" fmla="*/ 52 h 54"/>
                <a:gd name="T36" fmla="*/ 22 w 62"/>
                <a:gd name="T37" fmla="*/ 50 h 54"/>
                <a:gd name="T38" fmla="*/ 19 w 62"/>
                <a:gd name="T39" fmla="*/ 52 h 54"/>
                <a:gd name="T40" fmla="*/ 18 w 62"/>
                <a:gd name="T41" fmla="*/ 51 h 54"/>
                <a:gd name="T42" fmla="*/ 18 w 62"/>
                <a:gd name="T43" fmla="*/ 48 h 54"/>
                <a:gd name="T44" fmla="*/ 18 w 62"/>
                <a:gd name="T45" fmla="*/ 46 h 54"/>
                <a:gd name="T46" fmla="*/ 16 w 62"/>
                <a:gd name="T47" fmla="*/ 44 h 54"/>
                <a:gd name="T48" fmla="*/ 15 w 62"/>
                <a:gd name="T49" fmla="*/ 48 h 54"/>
                <a:gd name="T50" fmla="*/ 11 w 62"/>
                <a:gd name="T51" fmla="*/ 48 h 54"/>
                <a:gd name="T52" fmla="*/ 11 w 62"/>
                <a:gd name="T53" fmla="*/ 44 h 54"/>
                <a:gd name="T54" fmla="*/ 10 w 62"/>
                <a:gd name="T55" fmla="*/ 42 h 54"/>
                <a:gd name="T56" fmla="*/ 7 w 62"/>
                <a:gd name="T57" fmla="*/ 39 h 54"/>
                <a:gd name="T58" fmla="*/ 6 w 62"/>
                <a:gd name="T59" fmla="*/ 35 h 54"/>
                <a:gd name="T60" fmla="*/ 4 w 62"/>
                <a:gd name="T61" fmla="*/ 31 h 54"/>
                <a:gd name="T62" fmla="*/ 4 w 62"/>
                <a:gd name="T63" fmla="*/ 30 h 54"/>
                <a:gd name="T64" fmla="*/ 3 w 62"/>
                <a:gd name="T65" fmla="*/ 23 h 54"/>
                <a:gd name="T66" fmla="*/ 0 w 62"/>
                <a:gd name="T67" fmla="*/ 17 h 54"/>
                <a:gd name="T68" fmla="*/ 2 w 62"/>
                <a:gd name="T69" fmla="*/ 10 h 54"/>
                <a:gd name="T70" fmla="*/ 6 w 62"/>
                <a:gd name="T71" fmla="*/ 2 h 54"/>
                <a:gd name="T72" fmla="*/ 14 w 62"/>
                <a:gd name="T73" fmla="*/ 1 h 54"/>
                <a:gd name="T74" fmla="*/ 18 w 62"/>
                <a:gd name="T75" fmla="*/ 2 h 54"/>
                <a:gd name="T76" fmla="*/ 24 w 62"/>
                <a:gd name="T77" fmla="*/ 1 h 54"/>
                <a:gd name="T78" fmla="*/ 29 w 62"/>
                <a:gd name="T79" fmla="*/ 1 h 54"/>
                <a:gd name="T80" fmla="*/ 33 w 62"/>
                <a:gd name="T81" fmla="*/ 2 h 54"/>
                <a:gd name="T82" fmla="*/ 37 w 62"/>
                <a:gd name="T83" fmla="*/ 6 h 54"/>
                <a:gd name="T84" fmla="*/ 43 w 62"/>
                <a:gd name="T85" fmla="*/ 9 h 54"/>
                <a:gd name="T86" fmla="*/ 47 w 62"/>
                <a:gd name="T87" fmla="*/ 9 h 54"/>
                <a:gd name="T88" fmla="*/ 47 w 62"/>
                <a:gd name="T89" fmla="*/ 5 h 54"/>
                <a:gd name="T90" fmla="*/ 45 w 62"/>
                <a:gd name="T9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2" h="54">
                  <a:moveTo>
                    <a:pt x="49" y="0"/>
                  </a:moveTo>
                  <a:lnTo>
                    <a:pt x="51" y="1"/>
                  </a:lnTo>
                  <a:lnTo>
                    <a:pt x="52" y="2"/>
                  </a:lnTo>
                  <a:lnTo>
                    <a:pt x="54" y="4"/>
                  </a:lnTo>
                  <a:lnTo>
                    <a:pt x="57" y="4"/>
                  </a:lnTo>
                  <a:lnTo>
                    <a:pt x="58" y="6"/>
                  </a:lnTo>
                  <a:lnTo>
                    <a:pt x="60" y="8"/>
                  </a:lnTo>
                  <a:lnTo>
                    <a:pt x="62" y="13"/>
                  </a:lnTo>
                  <a:lnTo>
                    <a:pt x="61" y="17"/>
                  </a:lnTo>
                  <a:lnTo>
                    <a:pt x="62" y="18"/>
                  </a:lnTo>
                  <a:lnTo>
                    <a:pt x="62" y="22"/>
                  </a:lnTo>
                  <a:lnTo>
                    <a:pt x="62" y="25"/>
                  </a:lnTo>
                  <a:lnTo>
                    <a:pt x="61" y="29"/>
                  </a:lnTo>
                  <a:lnTo>
                    <a:pt x="58" y="29"/>
                  </a:lnTo>
                  <a:lnTo>
                    <a:pt x="58" y="30"/>
                  </a:lnTo>
                  <a:lnTo>
                    <a:pt x="54" y="31"/>
                  </a:lnTo>
                  <a:lnTo>
                    <a:pt x="52" y="34"/>
                  </a:lnTo>
                  <a:lnTo>
                    <a:pt x="51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4" y="42"/>
                  </a:lnTo>
                  <a:lnTo>
                    <a:pt x="47" y="42"/>
                  </a:lnTo>
                  <a:lnTo>
                    <a:pt x="49" y="44"/>
                  </a:lnTo>
                  <a:lnTo>
                    <a:pt x="48" y="46"/>
                  </a:lnTo>
                  <a:lnTo>
                    <a:pt x="49" y="48"/>
                  </a:lnTo>
                  <a:lnTo>
                    <a:pt x="45" y="48"/>
                  </a:lnTo>
                  <a:lnTo>
                    <a:pt x="45" y="47"/>
                  </a:lnTo>
                  <a:lnTo>
                    <a:pt x="43" y="46"/>
                  </a:lnTo>
                  <a:lnTo>
                    <a:pt x="37" y="47"/>
                  </a:lnTo>
                  <a:lnTo>
                    <a:pt x="36" y="46"/>
                  </a:lnTo>
                  <a:lnTo>
                    <a:pt x="33" y="47"/>
                  </a:lnTo>
                  <a:lnTo>
                    <a:pt x="32" y="50"/>
                  </a:lnTo>
                  <a:lnTo>
                    <a:pt x="29" y="50"/>
                  </a:lnTo>
                  <a:lnTo>
                    <a:pt x="28" y="54"/>
                  </a:lnTo>
                  <a:lnTo>
                    <a:pt x="26" y="51"/>
                  </a:lnTo>
                  <a:lnTo>
                    <a:pt x="24" y="52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1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8" y="48"/>
                  </a:lnTo>
                  <a:lnTo>
                    <a:pt x="18" y="47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5" y="46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1" y="48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2" y="22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10"/>
                  </a:lnTo>
                  <a:lnTo>
                    <a:pt x="3" y="6"/>
                  </a:lnTo>
                  <a:lnTo>
                    <a:pt x="6" y="2"/>
                  </a:lnTo>
                  <a:lnTo>
                    <a:pt x="8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8" y="2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9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7" y="6"/>
                  </a:lnTo>
                  <a:lnTo>
                    <a:pt x="40" y="6"/>
                  </a:lnTo>
                  <a:lnTo>
                    <a:pt x="43" y="9"/>
                  </a:lnTo>
                  <a:lnTo>
                    <a:pt x="47" y="10"/>
                  </a:lnTo>
                  <a:lnTo>
                    <a:pt x="47" y="9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4" y="2"/>
                  </a:lnTo>
                  <a:lnTo>
                    <a:pt x="45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4" name="Freeform 363">
              <a:extLst>
                <a:ext uri="{FF2B5EF4-FFF2-40B4-BE49-F238E27FC236}">
                  <a16:creationId xmlns:a16="http://schemas.microsoft.com/office/drawing/2014/main" id="{BD564D0E-6786-440E-994E-B0FEDDB5C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364" y="5407848"/>
              <a:ext cx="870451" cy="997394"/>
            </a:xfrm>
            <a:custGeom>
              <a:avLst/>
              <a:gdLst>
                <a:gd name="T0" fmla="*/ 28 w 96"/>
                <a:gd name="T1" fmla="*/ 2 h 110"/>
                <a:gd name="T2" fmla="*/ 32 w 96"/>
                <a:gd name="T3" fmla="*/ 10 h 110"/>
                <a:gd name="T4" fmla="*/ 37 w 96"/>
                <a:gd name="T5" fmla="*/ 19 h 110"/>
                <a:gd name="T6" fmla="*/ 47 w 96"/>
                <a:gd name="T7" fmla="*/ 19 h 110"/>
                <a:gd name="T8" fmla="*/ 57 w 96"/>
                <a:gd name="T9" fmla="*/ 22 h 110"/>
                <a:gd name="T10" fmla="*/ 59 w 96"/>
                <a:gd name="T11" fmla="*/ 27 h 110"/>
                <a:gd name="T12" fmla="*/ 57 w 96"/>
                <a:gd name="T13" fmla="*/ 34 h 110"/>
                <a:gd name="T14" fmla="*/ 50 w 96"/>
                <a:gd name="T15" fmla="*/ 37 h 110"/>
                <a:gd name="T16" fmla="*/ 51 w 96"/>
                <a:gd name="T17" fmla="*/ 42 h 110"/>
                <a:gd name="T18" fmla="*/ 51 w 96"/>
                <a:gd name="T19" fmla="*/ 44 h 110"/>
                <a:gd name="T20" fmla="*/ 61 w 96"/>
                <a:gd name="T21" fmla="*/ 50 h 110"/>
                <a:gd name="T22" fmla="*/ 68 w 96"/>
                <a:gd name="T23" fmla="*/ 56 h 110"/>
                <a:gd name="T24" fmla="*/ 75 w 96"/>
                <a:gd name="T25" fmla="*/ 65 h 110"/>
                <a:gd name="T26" fmla="*/ 80 w 96"/>
                <a:gd name="T27" fmla="*/ 69 h 110"/>
                <a:gd name="T28" fmla="*/ 83 w 96"/>
                <a:gd name="T29" fmla="*/ 75 h 110"/>
                <a:gd name="T30" fmla="*/ 86 w 96"/>
                <a:gd name="T31" fmla="*/ 77 h 110"/>
                <a:gd name="T32" fmla="*/ 91 w 96"/>
                <a:gd name="T33" fmla="*/ 80 h 110"/>
                <a:gd name="T34" fmla="*/ 95 w 96"/>
                <a:gd name="T35" fmla="*/ 81 h 110"/>
                <a:gd name="T36" fmla="*/ 93 w 96"/>
                <a:gd name="T37" fmla="*/ 88 h 110"/>
                <a:gd name="T38" fmla="*/ 92 w 96"/>
                <a:gd name="T39" fmla="*/ 93 h 110"/>
                <a:gd name="T40" fmla="*/ 95 w 96"/>
                <a:gd name="T41" fmla="*/ 102 h 110"/>
                <a:gd name="T42" fmla="*/ 87 w 96"/>
                <a:gd name="T43" fmla="*/ 102 h 110"/>
                <a:gd name="T44" fmla="*/ 80 w 96"/>
                <a:gd name="T45" fmla="*/ 100 h 110"/>
                <a:gd name="T46" fmla="*/ 80 w 96"/>
                <a:gd name="T47" fmla="*/ 106 h 110"/>
                <a:gd name="T48" fmla="*/ 78 w 96"/>
                <a:gd name="T49" fmla="*/ 109 h 110"/>
                <a:gd name="T50" fmla="*/ 71 w 96"/>
                <a:gd name="T51" fmla="*/ 104 h 110"/>
                <a:gd name="T52" fmla="*/ 71 w 96"/>
                <a:gd name="T53" fmla="*/ 100 h 110"/>
                <a:gd name="T54" fmla="*/ 71 w 96"/>
                <a:gd name="T55" fmla="*/ 92 h 110"/>
                <a:gd name="T56" fmla="*/ 71 w 96"/>
                <a:gd name="T57" fmla="*/ 85 h 110"/>
                <a:gd name="T58" fmla="*/ 67 w 96"/>
                <a:gd name="T59" fmla="*/ 81 h 110"/>
                <a:gd name="T60" fmla="*/ 61 w 96"/>
                <a:gd name="T61" fmla="*/ 77 h 110"/>
                <a:gd name="T62" fmla="*/ 59 w 96"/>
                <a:gd name="T63" fmla="*/ 69 h 110"/>
                <a:gd name="T64" fmla="*/ 61 w 96"/>
                <a:gd name="T65" fmla="*/ 63 h 110"/>
                <a:gd name="T66" fmla="*/ 50 w 96"/>
                <a:gd name="T67" fmla="*/ 54 h 110"/>
                <a:gd name="T68" fmla="*/ 38 w 96"/>
                <a:gd name="T69" fmla="*/ 59 h 110"/>
                <a:gd name="T70" fmla="*/ 29 w 96"/>
                <a:gd name="T71" fmla="*/ 56 h 110"/>
                <a:gd name="T72" fmla="*/ 21 w 96"/>
                <a:gd name="T73" fmla="*/ 59 h 110"/>
                <a:gd name="T74" fmla="*/ 14 w 96"/>
                <a:gd name="T75" fmla="*/ 55 h 110"/>
                <a:gd name="T76" fmla="*/ 14 w 96"/>
                <a:gd name="T77" fmla="*/ 46 h 110"/>
                <a:gd name="T78" fmla="*/ 14 w 96"/>
                <a:gd name="T79" fmla="*/ 39 h 110"/>
                <a:gd name="T80" fmla="*/ 8 w 96"/>
                <a:gd name="T81" fmla="*/ 39 h 110"/>
                <a:gd name="T82" fmla="*/ 7 w 96"/>
                <a:gd name="T83" fmla="*/ 34 h 110"/>
                <a:gd name="T84" fmla="*/ 1 w 96"/>
                <a:gd name="T85" fmla="*/ 27 h 110"/>
                <a:gd name="T86" fmla="*/ 3 w 96"/>
                <a:gd name="T87" fmla="*/ 22 h 110"/>
                <a:gd name="T88" fmla="*/ 5 w 96"/>
                <a:gd name="T89" fmla="*/ 17 h 110"/>
                <a:gd name="T90" fmla="*/ 10 w 96"/>
                <a:gd name="T91" fmla="*/ 12 h 110"/>
                <a:gd name="T92" fmla="*/ 16 w 96"/>
                <a:gd name="T93" fmla="*/ 14 h 110"/>
                <a:gd name="T94" fmla="*/ 17 w 96"/>
                <a:gd name="T95" fmla="*/ 9 h 110"/>
                <a:gd name="T96" fmla="*/ 18 w 96"/>
                <a:gd name="T97" fmla="*/ 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110">
                  <a:moveTo>
                    <a:pt x="22" y="0"/>
                  </a:moveTo>
                  <a:lnTo>
                    <a:pt x="24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0" y="12"/>
                  </a:lnTo>
                  <a:lnTo>
                    <a:pt x="35" y="15"/>
                  </a:lnTo>
                  <a:lnTo>
                    <a:pt x="37" y="19"/>
                  </a:lnTo>
                  <a:lnTo>
                    <a:pt x="42" y="19"/>
                  </a:lnTo>
                  <a:lnTo>
                    <a:pt x="45" y="21"/>
                  </a:lnTo>
                  <a:lnTo>
                    <a:pt x="47" y="19"/>
                  </a:lnTo>
                  <a:lnTo>
                    <a:pt x="51" y="19"/>
                  </a:lnTo>
                  <a:lnTo>
                    <a:pt x="53" y="21"/>
                  </a:lnTo>
                  <a:lnTo>
                    <a:pt x="57" y="22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9" y="27"/>
                  </a:lnTo>
                  <a:lnTo>
                    <a:pt x="59" y="29"/>
                  </a:lnTo>
                  <a:lnTo>
                    <a:pt x="58" y="29"/>
                  </a:lnTo>
                  <a:lnTo>
                    <a:pt x="57" y="34"/>
                  </a:lnTo>
                  <a:lnTo>
                    <a:pt x="55" y="35"/>
                  </a:lnTo>
                  <a:lnTo>
                    <a:pt x="53" y="35"/>
                  </a:lnTo>
                  <a:lnTo>
                    <a:pt x="50" y="37"/>
                  </a:lnTo>
                  <a:lnTo>
                    <a:pt x="47" y="37"/>
                  </a:lnTo>
                  <a:lnTo>
                    <a:pt x="49" y="39"/>
                  </a:lnTo>
                  <a:lnTo>
                    <a:pt x="51" y="42"/>
                  </a:lnTo>
                  <a:lnTo>
                    <a:pt x="49" y="43"/>
                  </a:lnTo>
                  <a:lnTo>
                    <a:pt x="50" y="44"/>
                  </a:lnTo>
                  <a:lnTo>
                    <a:pt x="51" y="44"/>
                  </a:lnTo>
                  <a:lnTo>
                    <a:pt x="53" y="48"/>
                  </a:lnTo>
                  <a:lnTo>
                    <a:pt x="57" y="48"/>
                  </a:lnTo>
                  <a:lnTo>
                    <a:pt x="61" y="50"/>
                  </a:lnTo>
                  <a:lnTo>
                    <a:pt x="63" y="51"/>
                  </a:lnTo>
                  <a:lnTo>
                    <a:pt x="66" y="55"/>
                  </a:lnTo>
                  <a:lnTo>
                    <a:pt x="68" y="56"/>
                  </a:lnTo>
                  <a:lnTo>
                    <a:pt x="71" y="59"/>
                  </a:lnTo>
                  <a:lnTo>
                    <a:pt x="71" y="62"/>
                  </a:lnTo>
                  <a:lnTo>
                    <a:pt x="75" y="65"/>
                  </a:lnTo>
                  <a:lnTo>
                    <a:pt x="76" y="68"/>
                  </a:lnTo>
                  <a:lnTo>
                    <a:pt x="78" y="69"/>
                  </a:lnTo>
                  <a:lnTo>
                    <a:pt x="80" y="69"/>
                  </a:lnTo>
                  <a:lnTo>
                    <a:pt x="82" y="71"/>
                  </a:lnTo>
                  <a:lnTo>
                    <a:pt x="82" y="73"/>
                  </a:lnTo>
                  <a:lnTo>
                    <a:pt x="83" y="75"/>
                  </a:lnTo>
                  <a:lnTo>
                    <a:pt x="84" y="75"/>
                  </a:lnTo>
                  <a:lnTo>
                    <a:pt x="87" y="75"/>
                  </a:lnTo>
                  <a:lnTo>
                    <a:pt x="86" y="77"/>
                  </a:lnTo>
                  <a:lnTo>
                    <a:pt x="87" y="79"/>
                  </a:lnTo>
                  <a:lnTo>
                    <a:pt x="89" y="79"/>
                  </a:lnTo>
                  <a:lnTo>
                    <a:pt x="91" y="80"/>
                  </a:lnTo>
                  <a:lnTo>
                    <a:pt x="92" y="81"/>
                  </a:lnTo>
                  <a:lnTo>
                    <a:pt x="95" y="80"/>
                  </a:lnTo>
                  <a:lnTo>
                    <a:pt x="95" y="81"/>
                  </a:lnTo>
                  <a:lnTo>
                    <a:pt x="93" y="84"/>
                  </a:lnTo>
                  <a:lnTo>
                    <a:pt x="93" y="87"/>
                  </a:lnTo>
                  <a:lnTo>
                    <a:pt x="93" y="88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2" y="93"/>
                  </a:lnTo>
                  <a:lnTo>
                    <a:pt x="93" y="97"/>
                  </a:lnTo>
                  <a:lnTo>
                    <a:pt x="93" y="98"/>
                  </a:lnTo>
                  <a:lnTo>
                    <a:pt x="95" y="102"/>
                  </a:lnTo>
                  <a:lnTo>
                    <a:pt x="92" y="104"/>
                  </a:lnTo>
                  <a:lnTo>
                    <a:pt x="89" y="104"/>
                  </a:lnTo>
                  <a:lnTo>
                    <a:pt x="87" y="102"/>
                  </a:lnTo>
                  <a:lnTo>
                    <a:pt x="86" y="101"/>
                  </a:lnTo>
                  <a:lnTo>
                    <a:pt x="84" y="100"/>
                  </a:lnTo>
                  <a:lnTo>
                    <a:pt x="80" y="100"/>
                  </a:lnTo>
                  <a:lnTo>
                    <a:pt x="79" y="102"/>
                  </a:lnTo>
                  <a:lnTo>
                    <a:pt x="82" y="105"/>
                  </a:lnTo>
                  <a:lnTo>
                    <a:pt x="80" y="106"/>
                  </a:lnTo>
                  <a:lnTo>
                    <a:pt x="82" y="109"/>
                  </a:lnTo>
                  <a:lnTo>
                    <a:pt x="82" y="110"/>
                  </a:lnTo>
                  <a:lnTo>
                    <a:pt x="78" y="109"/>
                  </a:lnTo>
                  <a:lnTo>
                    <a:pt x="75" y="106"/>
                  </a:lnTo>
                  <a:lnTo>
                    <a:pt x="72" y="106"/>
                  </a:lnTo>
                  <a:lnTo>
                    <a:pt x="71" y="104"/>
                  </a:lnTo>
                  <a:lnTo>
                    <a:pt x="68" y="102"/>
                  </a:lnTo>
                  <a:lnTo>
                    <a:pt x="70" y="101"/>
                  </a:lnTo>
                  <a:lnTo>
                    <a:pt x="71" y="100"/>
                  </a:lnTo>
                  <a:lnTo>
                    <a:pt x="71" y="96"/>
                  </a:lnTo>
                  <a:lnTo>
                    <a:pt x="71" y="93"/>
                  </a:lnTo>
                  <a:lnTo>
                    <a:pt x="71" y="92"/>
                  </a:lnTo>
                  <a:lnTo>
                    <a:pt x="71" y="90"/>
                  </a:lnTo>
                  <a:lnTo>
                    <a:pt x="72" y="88"/>
                  </a:lnTo>
                  <a:lnTo>
                    <a:pt x="71" y="85"/>
                  </a:lnTo>
                  <a:lnTo>
                    <a:pt x="68" y="84"/>
                  </a:lnTo>
                  <a:lnTo>
                    <a:pt x="70" y="83"/>
                  </a:lnTo>
                  <a:lnTo>
                    <a:pt x="67" y="81"/>
                  </a:lnTo>
                  <a:lnTo>
                    <a:pt x="64" y="81"/>
                  </a:lnTo>
                  <a:lnTo>
                    <a:pt x="62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2"/>
                  </a:lnTo>
                  <a:lnTo>
                    <a:pt x="59" y="69"/>
                  </a:lnTo>
                  <a:lnTo>
                    <a:pt x="61" y="68"/>
                  </a:lnTo>
                  <a:lnTo>
                    <a:pt x="61" y="65"/>
                  </a:lnTo>
                  <a:lnTo>
                    <a:pt x="61" y="63"/>
                  </a:lnTo>
                  <a:lnTo>
                    <a:pt x="57" y="62"/>
                  </a:lnTo>
                  <a:lnTo>
                    <a:pt x="51" y="58"/>
                  </a:lnTo>
                  <a:lnTo>
                    <a:pt x="50" y="54"/>
                  </a:lnTo>
                  <a:lnTo>
                    <a:pt x="45" y="52"/>
                  </a:lnTo>
                  <a:lnTo>
                    <a:pt x="41" y="54"/>
                  </a:lnTo>
                  <a:lnTo>
                    <a:pt x="38" y="59"/>
                  </a:lnTo>
                  <a:lnTo>
                    <a:pt x="33" y="59"/>
                  </a:lnTo>
                  <a:lnTo>
                    <a:pt x="32" y="56"/>
                  </a:lnTo>
                  <a:lnTo>
                    <a:pt x="29" y="56"/>
                  </a:lnTo>
                  <a:lnTo>
                    <a:pt x="25" y="55"/>
                  </a:lnTo>
                  <a:lnTo>
                    <a:pt x="21" y="56"/>
                  </a:lnTo>
                  <a:lnTo>
                    <a:pt x="21" y="59"/>
                  </a:lnTo>
                  <a:lnTo>
                    <a:pt x="18" y="59"/>
                  </a:lnTo>
                  <a:lnTo>
                    <a:pt x="14" y="62"/>
                  </a:lnTo>
                  <a:lnTo>
                    <a:pt x="14" y="55"/>
                  </a:lnTo>
                  <a:lnTo>
                    <a:pt x="14" y="51"/>
                  </a:lnTo>
                  <a:lnTo>
                    <a:pt x="13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3" y="42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5" y="35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4" y="27"/>
                  </a:lnTo>
                  <a:lnTo>
                    <a:pt x="1" y="27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4"/>
                  </a:lnTo>
                  <a:lnTo>
                    <a:pt x="8" y="14"/>
                  </a:lnTo>
                  <a:lnTo>
                    <a:pt x="10" y="12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7" y="12"/>
                  </a:lnTo>
                  <a:lnTo>
                    <a:pt x="17" y="9"/>
                  </a:lnTo>
                  <a:lnTo>
                    <a:pt x="16" y="6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5" name="Freeform 364">
              <a:extLst>
                <a:ext uri="{FF2B5EF4-FFF2-40B4-BE49-F238E27FC236}">
                  <a16:creationId xmlns:a16="http://schemas.microsoft.com/office/drawing/2014/main" id="{C079CBCC-7F70-4356-9393-EA2BEF0D0E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6409" y="5634524"/>
              <a:ext cx="915791" cy="1695573"/>
            </a:xfrm>
            <a:custGeom>
              <a:avLst/>
              <a:gdLst>
                <a:gd name="T0" fmla="*/ 36 w 101"/>
                <a:gd name="T1" fmla="*/ 175 h 187"/>
                <a:gd name="T2" fmla="*/ 28 w 101"/>
                <a:gd name="T3" fmla="*/ 165 h 187"/>
                <a:gd name="T4" fmla="*/ 18 w 101"/>
                <a:gd name="T5" fmla="*/ 162 h 187"/>
                <a:gd name="T6" fmla="*/ 39 w 101"/>
                <a:gd name="T7" fmla="*/ 139 h 187"/>
                <a:gd name="T8" fmla="*/ 38 w 101"/>
                <a:gd name="T9" fmla="*/ 135 h 187"/>
                <a:gd name="T10" fmla="*/ 66 w 101"/>
                <a:gd name="T11" fmla="*/ 109 h 187"/>
                <a:gd name="T12" fmla="*/ 30 w 101"/>
                <a:gd name="T13" fmla="*/ 2 h 187"/>
                <a:gd name="T14" fmla="*/ 36 w 101"/>
                <a:gd name="T15" fmla="*/ 13 h 187"/>
                <a:gd name="T16" fmla="*/ 42 w 101"/>
                <a:gd name="T17" fmla="*/ 17 h 187"/>
                <a:gd name="T18" fmla="*/ 43 w 101"/>
                <a:gd name="T19" fmla="*/ 30 h 187"/>
                <a:gd name="T20" fmla="*/ 54 w 101"/>
                <a:gd name="T21" fmla="*/ 30 h 187"/>
                <a:gd name="T22" fmla="*/ 70 w 101"/>
                <a:gd name="T23" fmla="*/ 29 h 187"/>
                <a:gd name="T24" fmla="*/ 90 w 101"/>
                <a:gd name="T25" fmla="*/ 38 h 187"/>
                <a:gd name="T26" fmla="*/ 90 w 101"/>
                <a:gd name="T27" fmla="*/ 50 h 187"/>
                <a:gd name="T28" fmla="*/ 99 w 101"/>
                <a:gd name="T29" fmla="*/ 58 h 187"/>
                <a:gd name="T30" fmla="*/ 100 w 101"/>
                <a:gd name="T31" fmla="*/ 67 h 187"/>
                <a:gd name="T32" fmla="*/ 96 w 101"/>
                <a:gd name="T33" fmla="*/ 77 h 187"/>
                <a:gd name="T34" fmla="*/ 82 w 101"/>
                <a:gd name="T35" fmla="*/ 77 h 187"/>
                <a:gd name="T36" fmla="*/ 67 w 101"/>
                <a:gd name="T37" fmla="*/ 81 h 187"/>
                <a:gd name="T38" fmla="*/ 67 w 101"/>
                <a:gd name="T39" fmla="*/ 98 h 187"/>
                <a:gd name="T40" fmla="*/ 67 w 101"/>
                <a:gd name="T41" fmla="*/ 108 h 187"/>
                <a:gd name="T42" fmla="*/ 62 w 101"/>
                <a:gd name="T43" fmla="*/ 105 h 187"/>
                <a:gd name="T44" fmla="*/ 55 w 101"/>
                <a:gd name="T45" fmla="*/ 101 h 187"/>
                <a:gd name="T46" fmla="*/ 47 w 101"/>
                <a:gd name="T47" fmla="*/ 101 h 187"/>
                <a:gd name="T48" fmla="*/ 46 w 101"/>
                <a:gd name="T49" fmla="*/ 93 h 187"/>
                <a:gd name="T50" fmla="*/ 43 w 101"/>
                <a:gd name="T51" fmla="*/ 90 h 187"/>
                <a:gd name="T52" fmla="*/ 37 w 101"/>
                <a:gd name="T53" fmla="*/ 90 h 187"/>
                <a:gd name="T54" fmla="*/ 37 w 101"/>
                <a:gd name="T55" fmla="*/ 94 h 187"/>
                <a:gd name="T56" fmla="*/ 36 w 101"/>
                <a:gd name="T57" fmla="*/ 102 h 187"/>
                <a:gd name="T58" fmla="*/ 32 w 101"/>
                <a:gd name="T59" fmla="*/ 122 h 187"/>
                <a:gd name="T60" fmla="*/ 29 w 101"/>
                <a:gd name="T61" fmla="*/ 131 h 187"/>
                <a:gd name="T62" fmla="*/ 32 w 101"/>
                <a:gd name="T63" fmla="*/ 142 h 187"/>
                <a:gd name="T64" fmla="*/ 33 w 101"/>
                <a:gd name="T65" fmla="*/ 142 h 187"/>
                <a:gd name="T66" fmla="*/ 38 w 101"/>
                <a:gd name="T67" fmla="*/ 147 h 187"/>
                <a:gd name="T68" fmla="*/ 42 w 101"/>
                <a:gd name="T69" fmla="*/ 152 h 187"/>
                <a:gd name="T70" fmla="*/ 45 w 101"/>
                <a:gd name="T71" fmla="*/ 158 h 187"/>
                <a:gd name="T72" fmla="*/ 42 w 101"/>
                <a:gd name="T73" fmla="*/ 164 h 187"/>
                <a:gd name="T74" fmla="*/ 47 w 101"/>
                <a:gd name="T75" fmla="*/ 168 h 187"/>
                <a:gd name="T76" fmla="*/ 57 w 101"/>
                <a:gd name="T77" fmla="*/ 173 h 187"/>
                <a:gd name="T78" fmla="*/ 64 w 101"/>
                <a:gd name="T79" fmla="*/ 181 h 187"/>
                <a:gd name="T80" fmla="*/ 58 w 101"/>
                <a:gd name="T81" fmla="*/ 184 h 187"/>
                <a:gd name="T82" fmla="*/ 54 w 101"/>
                <a:gd name="T83" fmla="*/ 179 h 187"/>
                <a:gd name="T84" fmla="*/ 43 w 101"/>
                <a:gd name="T85" fmla="*/ 173 h 187"/>
                <a:gd name="T86" fmla="*/ 36 w 101"/>
                <a:gd name="T87" fmla="*/ 172 h 187"/>
                <a:gd name="T88" fmla="*/ 32 w 101"/>
                <a:gd name="T89" fmla="*/ 167 h 187"/>
                <a:gd name="T90" fmla="*/ 24 w 101"/>
                <a:gd name="T91" fmla="*/ 158 h 187"/>
                <a:gd name="T92" fmla="*/ 21 w 101"/>
                <a:gd name="T93" fmla="*/ 156 h 187"/>
                <a:gd name="T94" fmla="*/ 18 w 101"/>
                <a:gd name="T95" fmla="*/ 146 h 187"/>
                <a:gd name="T96" fmla="*/ 20 w 101"/>
                <a:gd name="T97" fmla="*/ 139 h 187"/>
                <a:gd name="T98" fmla="*/ 22 w 101"/>
                <a:gd name="T99" fmla="*/ 129 h 187"/>
                <a:gd name="T100" fmla="*/ 29 w 101"/>
                <a:gd name="T101" fmla="*/ 113 h 187"/>
                <a:gd name="T102" fmla="*/ 29 w 101"/>
                <a:gd name="T103" fmla="*/ 100 h 187"/>
                <a:gd name="T104" fmla="*/ 28 w 101"/>
                <a:gd name="T105" fmla="*/ 89 h 187"/>
                <a:gd name="T106" fmla="*/ 16 w 101"/>
                <a:gd name="T107" fmla="*/ 72 h 187"/>
                <a:gd name="T108" fmla="*/ 16 w 101"/>
                <a:gd name="T109" fmla="*/ 56 h 187"/>
                <a:gd name="T110" fmla="*/ 14 w 101"/>
                <a:gd name="T111" fmla="*/ 46 h 187"/>
                <a:gd name="T112" fmla="*/ 4 w 101"/>
                <a:gd name="T113" fmla="*/ 34 h 187"/>
                <a:gd name="T114" fmla="*/ 5 w 101"/>
                <a:gd name="T115" fmla="*/ 25 h 187"/>
                <a:gd name="T116" fmla="*/ 8 w 101"/>
                <a:gd name="T117" fmla="*/ 12 h 187"/>
                <a:gd name="T118" fmla="*/ 18 w 101"/>
                <a:gd name="T119" fmla="*/ 6 h 187"/>
                <a:gd name="T120" fmla="*/ 22 w 101"/>
                <a:gd name="T121" fmla="*/ 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1" h="187">
                  <a:moveTo>
                    <a:pt x="36" y="175"/>
                  </a:moveTo>
                  <a:lnTo>
                    <a:pt x="37" y="175"/>
                  </a:lnTo>
                  <a:lnTo>
                    <a:pt x="37" y="176"/>
                  </a:lnTo>
                  <a:lnTo>
                    <a:pt x="36" y="176"/>
                  </a:lnTo>
                  <a:lnTo>
                    <a:pt x="36" y="175"/>
                  </a:lnTo>
                  <a:lnTo>
                    <a:pt x="36" y="175"/>
                  </a:lnTo>
                  <a:close/>
                  <a:moveTo>
                    <a:pt x="28" y="163"/>
                  </a:moveTo>
                  <a:lnTo>
                    <a:pt x="28" y="163"/>
                  </a:lnTo>
                  <a:lnTo>
                    <a:pt x="28" y="164"/>
                  </a:lnTo>
                  <a:lnTo>
                    <a:pt x="28" y="165"/>
                  </a:lnTo>
                  <a:lnTo>
                    <a:pt x="28" y="163"/>
                  </a:lnTo>
                  <a:close/>
                  <a:moveTo>
                    <a:pt x="18" y="158"/>
                  </a:moveTo>
                  <a:lnTo>
                    <a:pt x="21" y="158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8"/>
                  </a:lnTo>
                  <a:close/>
                  <a:moveTo>
                    <a:pt x="39" y="138"/>
                  </a:moveTo>
                  <a:lnTo>
                    <a:pt x="39" y="139"/>
                  </a:lnTo>
                  <a:lnTo>
                    <a:pt x="39" y="142"/>
                  </a:lnTo>
                  <a:lnTo>
                    <a:pt x="38" y="140"/>
                  </a:lnTo>
                  <a:lnTo>
                    <a:pt x="38" y="139"/>
                  </a:lnTo>
                  <a:lnTo>
                    <a:pt x="39" y="138"/>
                  </a:lnTo>
                  <a:close/>
                  <a:moveTo>
                    <a:pt x="38" y="135"/>
                  </a:moveTo>
                  <a:lnTo>
                    <a:pt x="38" y="137"/>
                  </a:lnTo>
                  <a:lnTo>
                    <a:pt x="37" y="137"/>
                  </a:lnTo>
                  <a:lnTo>
                    <a:pt x="38" y="135"/>
                  </a:lnTo>
                  <a:close/>
                  <a:moveTo>
                    <a:pt x="62" y="106"/>
                  </a:moveTo>
                  <a:lnTo>
                    <a:pt x="66" y="109"/>
                  </a:lnTo>
                  <a:lnTo>
                    <a:pt x="64" y="109"/>
                  </a:lnTo>
                  <a:lnTo>
                    <a:pt x="62" y="108"/>
                  </a:lnTo>
                  <a:lnTo>
                    <a:pt x="62" y="106"/>
                  </a:lnTo>
                  <a:close/>
                  <a:moveTo>
                    <a:pt x="29" y="0"/>
                  </a:moveTo>
                  <a:lnTo>
                    <a:pt x="30" y="2"/>
                  </a:lnTo>
                  <a:lnTo>
                    <a:pt x="33" y="2"/>
                  </a:lnTo>
                  <a:lnTo>
                    <a:pt x="36" y="5"/>
                  </a:lnTo>
                  <a:lnTo>
                    <a:pt x="36" y="9"/>
                  </a:lnTo>
                  <a:lnTo>
                    <a:pt x="34" y="10"/>
                  </a:lnTo>
                  <a:lnTo>
                    <a:pt x="36" y="13"/>
                  </a:lnTo>
                  <a:lnTo>
                    <a:pt x="37" y="14"/>
                  </a:lnTo>
                  <a:lnTo>
                    <a:pt x="39" y="13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2" y="17"/>
                  </a:lnTo>
                  <a:lnTo>
                    <a:pt x="43" y="19"/>
                  </a:lnTo>
                  <a:lnTo>
                    <a:pt x="43" y="21"/>
                  </a:lnTo>
                  <a:lnTo>
                    <a:pt x="42" y="23"/>
                  </a:lnTo>
                  <a:lnTo>
                    <a:pt x="43" y="26"/>
                  </a:lnTo>
                  <a:lnTo>
                    <a:pt x="43" y="30"/>
                  </a:lnTo>
                  <a:lnTo>
                    <a:pt x="43" y="37"/>
                  </a:lnTo>
                  <a:lnTo>
                    <a:pt x="47" y="34"/>
                  </a:lnTo>
                  <a:lnTo>
                    <a:pt x="50" y="34"/>
                  </a:lnTo>
                  <a:lnTo>
                    <a:pt x="50" y="31"/>
                  </a:lnTo>
                  <a:lnTo>
                    <a:pt x="54" y="30"/>
                  </a:lnTo>
                  <a:lnTo>
                    <a:pt x="58" y="31"/>
                  </a:lnTo>
                  <a:lnTo>
                    <a:pt x="61" y="31"/>
                  </a:lnTo>
                  <a:lnTo>
                    <a:pt x="62" y="34"/>
                  </a:lnTo>
                  <a:lnTo>
                    <a:pt x="67" y="34"/>
                  </a:lnTo>
                  <a:lnTo>
                    <a:pt x="70" y="29"/>
                  </a:lnTo>
                  <a:lnTo>
                    <a:pt x="74" y="27"/>
                  </a:lnTo>
                  <a:lnTo>
                    <a:pt x="79" y="29"/>
                  </a:lnTo>
                  <a:lnTo>
                    <a:pt x="80" y="33"/>
                  </a:lnTo>
                  <a:lnTo>
                    <a:pt x="86" y="37"/>
                  </a:lnTo>
                  <a:lnTo>
                    <a:pt x="90" y="38"/>
                  </a:lnTo>
                  <a:lnTo>
                    <a:pt x="90" y="40"/>
                  </a:lnTo>
                  <a:lnTo>
                    <a:pt x="90" y="43"/>
                  </a:lnTo>
                  <a:lnTo>
                    <a:pt x="88" y="44"/>
                  </a:lnTo>
                  <a:lnTo>
                    <a:pt x="90" y="47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1" y="54"/>
                  </a:lnTo>
                  <a:lnTo>
                    <a:pt x="93" y="56"/>
                  </a:lnTo>
                  <a:lnTo>
                    <a:pt x="96" y="56"/>
                  </a:lnTo>
                  <a:lnTo>
                    <a:pt x="99" y="58"/>
                  </a:lnTo>
                  <a:lnTo>
                    <a:pt x="97" y="59"/>
                  </a:lnTo>
                  <a:lnTo>
                    <a:pt x="100" y="60"/>
                  </a:lnTo>
                  <a:lnTo>
                    <a:pt x="101" y="63"/>
                  </a:lnTo>
                  <a:lnTo>
                    <a:pt x="100" y="65"/>
                  </a:lnTo>
                  <a:lnTo>
                    <a:pt x="100" y="67"/>
                  </a:lnTo>
                  <a:lnTo>
                    <a:pt x="100" y="68"/>
                  </a:lnTo>
                  <a:lnTo>
                    <a:pt x="100" y="71"/>
                  </a:lnTo>
                  <a:lnTo>
                    <a:pt x="100" y="75"/>
                  </a:lnTo>
                  <a:lnTo>
                    <a:pt x="99" y="76"/>
                  </a:lnTo>
                  <a:lnTo>
                    <a:pt x="96" y="77"/>
                  </a:lnTo>
                  <a:lnTo>
                    <a:pt x="93" y="76"/>
                  </a:lnTo>
                  <a:lnTo>
                    <a:pt x="91" y="77"/>
                  </a:lnTo>
                  <a:lnTo>
                    <a:pt x="88" y="76"/>
                  </a:lnTo>
                  <a:lnTo>
                    <a:pt x="86" y="76"/>
                  </a:lnTo>
                  <a:lnTo>
                    <a:pt x="82" y="77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2" y="77"/>
                  </a:lnTo>
                  <a:lnTo>
                    <a:pt x="70" y="77"/>
                  </a:lnTo>
                  <a:lnTo>
                    <a:pt x="67" y="81"/>
                  </a:lnTo>
                  <a:lnTo>
                    <a:pt x="66" y="85"/>
                  </a:lnTo>
                  <a:lnTo>
                    <a:pt x="64" y="88"/>
                  </a:lnTo>
                  <a:lnTo>
                    <a:pt x="64" y="92"/>
                  </a:lnTo>
                  <a:lnTo>
                    <a:pt x="66" y="97"/>
                  </a:lnTo>
                  <a:lnTo>
                    <a:pt x="67" y="98"/>
                  </a:lnTo>
                  <a:lnTo>
                    <a:pt x="68" y="100"/>
                  </a:lnTo>
                  <a:lnTo>
                    <a:pt x="68" y="105"/>
                  </a:lnTo>
                  <a:lnTo>
                    <a:pt x="68" y="106"/>
                  </a:lnTo>
                  <a:lnTo>
                    <a:pt x="67" y="106"/>
                  </a:lnTo>
                  <a:lnTo>
                    <a:pt x="67" y="108"/>
                  </a:lnTo>
                  <a:lnTo>
                    <a:pt x="66" y="108"/>
                  </a:lnTo>
                  <a:lnTo>
                    <a:pt x="66" y="108"/>
                  </a:lnTo>
                  <a:lnTo>
                    <a:pt x="63" y="105"/>
                  </a:lnTo>
                  <a:lnTo>
                    <a:pt x="62" y="105"/>
                  </a:lnTo>
                  <a:lnTo>
                    <a:pt x="62" y="105"/>
                  </a:lnTo>
                  <a:lnTo>
                    <a:pt x="61" y="104"/>
                  </a:lnTo>
                  <a:lnTo>
                    <a:pt x="58" y="101"/>
                  </a:lnTo>
                  <a:lnTo>
                    <a:pt x="57" y="100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55" y="102"/>
                  </a:lnTo>
                  <a:lnTo>
                    <a:pt x="54" y="101"/>
                  </a:lnTo>
                  <a:lnTo>
                    <a:pt x="51" y="101"/>
                  </a:lnTo>
                  <a:lnTo>
                    <a:pt x="49" y="101"/>
                  </a:lnTo>
                  <a:lnTo>
                    <a:pt x="47" y="101"/>
                  </a:lnTo>
                  <a:lnTo>
                    <a:pt x="46" y="101"/>
                  </a:lnTo>
                  <a:lnTo>
                    <a:pt x="46" y="98"/>
                  </a:lnTo>
                  <a:lnTo>
                    <a:pt x="47" y="98"/>
                  </a:lnTo>
                  <a:lnTo>
                    <a:pt x="46" y="96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6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2" y="89"/>
                  </a:lnTo>
                  <a:lnTo>
                    <a:pt x="41" y="90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37" y="90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36" y="92"/>
                  </a:lnTo>
                  <a:lnTo>
                    <a:pt x="34" y="93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6" y="98"/>
                  </a:lnTo>
                  <a:lnTo>
                    <a:pt x="36" y="101"/>
                  </a:lnTo>
                  <a:lnTo>
                    <a:pt x="36" y="102"/>
                  </a:lnTo>
                  <a:lnTo>
                    <a:pt x="36" y="102"/>
                  </a:lnTo>
                  <a:lnTo>
                    <a:pt x="36" y="106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2" y="113"/>
                  </a:lnTo>
                  <a:lnTo>
                    <a:pt x="32" y="122"/>
                  </a:lnTo>
                  <a:lnTo>
                    <a:pt x="29" y="126"/>
                  </a:lnTo>
                  <a:lnTo>
                    <a:pt x="29" y="129"/>
                  </a:lnTo>
                  <a:lnTo>
                    <a:pt x="28" y="130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8" y="133"/>
                  </a:lnTo>
                  <a:lnTo>
                    <a:pt x="28" y="134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2" y="142"/>
                  </a:lnTo>
                  <a:lnTo>
                    <a:pt x="30" y="143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2" y="143"/>
                  </a:lnTo>
                  <a:lnTo>
                    <a:pt x="33" y="142"/>
                  </a:lnTo>
                  <a:lnTo>
                    <a:pt x="34" y="142"/>
                  </a:lnTo>
                  <a:lnTo>
                    <a:pt x="36" y="143"/>
                  </a:lnTo>
                  <a:lnTo>
                    <a:pt x="37" y="143"/>
                  </a:lnTo>
                  <a:lnTo>
                    <a:pt x="37" y="146"/>
                  </a:lnTo>
                  <a:lnTo>
                    <a:pt x="38" y="147"/>
                  </a:lnTo>
                  <a:lnTo>
                    <a:pt x="38" y="150"/>
                  </a:lnTo>
                  <a:lnTo>
                    <a:pt x="39" y="151"/>
                  </a:lnTo>
                  <a:lnTo>
                    <a:pt x="41" y="154"/>
                  </a:lnTo>
                  <a:lnTo>
                    <a:pt x="42" y="154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2" y="152"/>
                  </a:lnTo>
                  <a:lnTo>
                    <a:pt x="43" y="155"/>
                  </a:lnTo>
                  <a:lnTo>
                    <a:pt x="43" y="156"/>
                  </a:lnTo>
                  <a:lnTo>
                    <a:pt x="45" y="158"/>
                  </a:lnTo>
                  <a:lnTo>
                    <a:pt x="46" y="162"/>
                  </a:lnTo>
                  <a:lnTo>
                    <a:pt x="45" y="163"/>
                  </a:lnTo>
                  <a:lnTo>
                    <a:pt x="45" y="164"/>
                  </a:lnTo>
                  <a:lnTo>
                    <a:pt x="45" y="163"/>
                  </a:lnTo>
                  <a:lnTo>
                    <a:pt x="42" y="164"/>
                  </a:lnTo>
                  <a:lnTo>
                    <a:pt x="42" y="165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7" y="168"/>
                  </a:lnTo>
                  <a:lnTo>
                    <a:pt x="49" y="169"/>
                  </a:lnTo>
                  <a:lnTo>
                    <a:pt x="51" y="172"/>
                  </a:lnTo>
                  <a:lnTo>
                    <a:pt x="53" y="173"/>
                  </a:lnTo>
                  <a:lnTo>
                    <a:pt x="54" y="173"/>
                  </a:lnTo>
                  <a:lnTo>
                    <a:pt x="57" y="173"/>
                  </a:lnTo>
                  <a:lnTo>
                    <a:pt x="59" y="173"/>
                  </a:lnTo>
                  <a:lnTo>
                    <a:pt x="61" y="177"/>
                  </a:lnTo>
                  <a:lnTo>
                    <a:pt x="62" y="179"/>
                  </a:lnTo>
                  <a:lnTo>
                    <a:pt x="63" y="180"/>
                  </a:lnTo>
                  <a:lnTo>
                    <a:pt x="64" y="181"/>
                  </a:lnTo>
                  <a:lnTo>
                    <a:pt x="63" y="183"/>
                  </a:lnTo>
                  <a:lnTo>
                    <a:pt x="63" y="184"/>
                  </a:lnTo>
                  <a:lnTo>
                    <a:pt x="62" y="185"/>
                  </a:lnTo>
                  <a:lnTo>
                    <a:pt x="61" y="184"/>
                  </a:lnTo>
                  <a:lnTo>
                    <a:pt x="58" y="184"/>
                  </a:lnTo>
                  <a:lnTo>
                    <a:pt x="55" y="187"/>
                  </a:lnTo>
                  <a:lnTo>
                    <a:pt x="53" y="187"/>
                  </a:lnTo>
                  <a:lnTo>
                    <a:pt x="53" y="184"/>
                  </a:lnTo>
                  <a:lnTo>
                    <a:pt x="54" y="183"/>
                  </a:lnTo>
                  <a:lnTo>
                    <a:pt x="54" y="179"/>
                  </a:lnTo>
                  <a:lnTo>
                    <a:pt x="53" y="177"/>
                  </a:lnTo>
                  <a:lnTo>
                    <a:pt x="50" y="177"/>
                  </a:lnTo>
                  <a:lnTo>
                    <a:pt x="50" y="176"/>
                  </a:lnTo>
                  <a:lnTo>
                    <a:pt x="46" y="175"/>
                  </a:lnTo>
                  <a:lnTo>
                    <a:pt x="43" y="173"/>
                  </a:lnTo>
                  <a:lnTo>
                    <a:pt x="42" y="175"/>
                  </a:lnTo>
                  <a:lnTo>
                    <a:pt x="42" y="177"/>
                  </a:lnTo>
                  <a:lnTo>
                    <a:pt x="41" y="176"/>
                  </a:lnTo>
                  <a:lnTo>
                    <a:pt x="36" y="172"/>
                  </a:lnTo>
                  <a:lnTo>
                    <a:pt x="36" y="172"/>
                  </a:lnTo>
                  <a:lnTo>
                    <a:pt x="37" y="171"/>
                  </a:lnTo>
                  <a:lnTo>
                    <a:pt x="37" y="169"/>
                  </a:lnTo>
                  <a:lnTo>
                    <a:pt x="36" y="169"/>
                  </a:lnTo>
                  <a:lnTo>
                    <a:pt x="34" y="167"/>
                  </a:lnTo>
                  <a:lnTo>
                    <a:pt x="32" y="167"/>
                  </a:lnTo>
                  <a:lnTo>
                    <a:pt x="32" y="165"/>
                  </a:lnTo>
                  <a:lnTo>
                    <a:pt x="29" y="162"/>
                  </a:lnTo>
                  <a:lnTo>
                    <a:pt x="28" y="162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5"/>
                  </a:lnTo>
                  <a:lnTo>
                    <a:pt x="22" y="154"/>
                  </a:lnTo>
                  <a:lnTo>
                    <a:pt x="24" y="154"/>
                  </a:lnTo>
                  <a:lnTo>
                    <a:pt x="21" y="154"/>
                  </a:lnTo>
                  <a:lnTo>
                    <a:pt x="21" y="156"/>
                  </a:lnTo>
                  <a:lnTo>
                    <a:pt x="20" y="156"/>
                  </a:lnTo>
                  <a:lnTo>
                    <a:pt x="18" y="155"/>
                  </a:lnTo>
                  <a:lnTo>
                    <a:pt x="17" y="151"/>
                  </a:lnTo>
                  <a:lnTo>
                    <a:pt x="18" y="150"/>
                  </a:lnTo>
                  <a:lnTo>
                    <a:pt x="18" y="146"/>
                  </a:lnTo>
                  <a:lnTo>
                    <a:pt x="20" y="146"/>
                  </a:lnTo>
                  <a:lnTo>
                    <a:pt x="20" y="140"/>
                  </a:lnTo>
                  <a:lnTo>
                    <a:pt x="21" y="140"/>
                  </a:lnTo>
                  <a:lnTo>
                    <a:pt x="21" y="139"/>
                  </a:lnTo>
                  <a:lnTo>
                    <a:pt x="20" y="139"/>
                  </a:lnTo>
                  <a:lnTo>
                    <a:pt x="22" y="137"/>
                  </a:lnTo>
                  <a:lnTo>
                    <a:pt x="21" y="135"/>
                  </a:lnTo>
                  <a:lnTo>
                    <a:pt x="22" y="134"/>
                  </a:lnTo>
                  <a:lnTo>
                    <a:pt x="21" y="133"/>
                  </a:lnTo>
                  <a:lnTo>
                    <a:pt x="22" y="129"/>
                  </a:lnTo>
                  <a:lnTo>
                    <a:pt x="22" y="127"/>
                  </a:lnTo>
                  <a:lnTo>
                    <a:pt x="24" y="126"/>
                  </a:lnTo>
                  <a:lnTo>
                    <a:pt x="24" y="122"/>
                  </a:lnTo>
                  <a:lnTo>
                    <a:pt x="26" y="121"/>
                  </a:lnTo>
                  <a:lnTo>
                    <a:pt x="29" y="113"/>
                  </a:lnTo>
                  <a:lnTo>
                    <a:pt x="30" y="113"/>
                  </a:lnTo>
                  <a:lnTo>
                    <a:pt x="30" y="109"/>
                  </a:lnTo>
                  <a:lnTo>
                    <a:pt x="29" y="106"/>
                  </a:lnTo>
                  <a:lnTo>
                    <a:pt x="29" y="102"/>
                  </a:lnTo>
                  <a:lnTo>
                    <a:pt x="29" y="100"/>
                  </a:lnTo>
                  <a:lnTo>
                    <a:pt x="28" y="97"/>
                  </a:lnTo>
                  <a:lnTo>
                    <a:pt x="26" y="96"/>
                  </a:lnTo>
                  <a:lnTo>
                    <a:pt x="26" y="93"/>
                  </a:lnTo>
                  <a:lnTo>
                    <a:pt x="26" y="90"/>
                  </a:lnTo>
                  <a:lnTo>
                    <a:pt x="28" y="89"/>
                  </a:lnTo>
                  <a:lnTo>
                    <a:pt x="26" y="84"/>
                  </a:lnTo>
                  <a:lnTo>
                    <a:pt x="22" y="80"/>
                  </a:lnTo>
                  <a:lnTo>
                    <a:pt x="18" y="77"/>
                  </a:lnTo>
                  <a:lnTo>
                    <a:pt x="16" y="73"/>
                  </a:lnTo>
                  <a:lnTo>
                    <a:pt x="16" y="72"/>
                  </a:lnTo>
                  <a:lnTo>
                    <a:pt x="14" y="68"/>
                  </a:lnTo>
                  <a:lnTo>
                    <a:pt x="17" y="65"/>
                  </a:lnTo>
                  <a:lnTo>
                    <a:pt x="17" y="64"/>
                  </a:lnTo>
                  <a:lnTo>
                    <a:pt x="16" y="58"/>
                  </a:lnTo>
                  <a:lnTo>
                    <a:pt x="16" y="56"/>
                  </a:lnTo>
                  <a:lnTo>
                    <a:pt x="18" y="55"/>
                  </a:lnTo>
                  <a:lnTo>
                    <a:pt x="18" y="52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9" y="39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0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3" y="26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4" y="19"/>
                  </a:lnTo>
                  <a:lnTo>
                    <a:pt x="7" y="18"/>
                  </a:lnTo>
                  <a:lnTo>
                    <a:pt x="5" y="14"/>
                  </a:lnTo>
                  <a:lnTo>
                    <a:pt x="8" y="12"/>
                  </a:lnTo>
                  <a:lnTo>
                    <a:pt x="12" y="13"/>
                  </a:lnTo>
                  <a:lnTo>
                    <a:pt x="14" y="10"/>
                  </a:lnTo>
                  <a:lnTo>
                    <a:pt x="17" y="12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20" y="5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6" name="Freeform 365">
              <a:extLst>
                <a:ext uri="{FF2B5EF4-FFF2-40B4-BE49-F238E27FC236}">
                  <a16:creationId xmlns:a16="http://schemas.microsoft.com/office/drawing/2014/main" id="{E7149FC1-696B-4CDD-A01D-2B0F9C5E55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7046" y="4709670"/>
              <a:ext cx="961126" cy="2148932"/>
            </a:xfrm>
            <a:custGeom>
              <a:avLst/>
              <a:gdLst>
                <a:gd name="T0" fmla="*/ 18 w 106"/>
                <a:gd name="T1" fmla="*/ 125 h 237"/>
                <a:gd name="T2" fmla="*/ 61 w 106"/>
                <a:gd name="T3" fmla="*/ 6 h 237"/>
                <a:gd name="T4" fmla="*/ 68 w 106"/>
                <a:gd name="T5" fmla="*/ 23 h 237"/>
                <a:gd name="T6" fmla="*/ 62 w 106"/>
                <a:gd name="T7" fmla="*/ 35 h 237"/>
                <a:gd name="T8" fmla="*/ 58 w 106"/>
                <a:gd name="T9" fmla="*/ 44 h 237"/>
                <a:gd name="T10" fmla="*/ 62 w 106"/>
                <a:gd name="T11" fmla="*/ 53 h 237"/>
                <a:gd name="T12" fmla="*/ 72 w 106"/>
                <a:gd name="T13" fmla="*/ 58 h 237"/>
                <a:gd name="T14" fmla="*/ 81 w 106"/>
                <a:gd name="T15" fmla="*/ 65 h 237"/>
                <a:gd name="T16" fmla="*/ 87 w 106"/>
                <a:gd name="T17" fmla="*/ 70 h 237"/>
                <a:gd name="T18" fmla="*/ 83 w 106"/>
                <a:gd name="T19" fmla="*/ 81 h 237"/>
                <a:gd name="T20" fmla="*/ 91 w 106"/>
                <a:gd name="T21" fmla="*/ 87 h 237"/>
                <a:gd name="T22" fmla="*/ 106 w 106"/>
                <a:gd name="T23" fmla="*/ 87 h 237"/>
                <a:gd name="T24" fmla="*/ 97 w 106"/>
                <a:gd name="T25" fmla="*/ 99 h 237"/>
                <a:gd name="T26" fmla="*/ 89 w 106"/>
                <a:gd name="T27" fmla="*/ 107 h 237"/>
                <a:gd name="T28" fmla="*/ 79 w 106"/>
                <a:gd name="T29" fmla="*/ 112 h 237"/>
                <a:gd name="T30" fmla="*/ 69 w 106"/>
                <a:gd name="T31" fmla="*/ 125 h 237"/>
                <a:gd name="T32" fmla="*/ 69 w 106"/>
                <a:gd name="T33" fmla="*/ 136 h 237"/>
                <a:gd name="T34" fmla="*/ 81 w 106"/>
                <a:gd name="T35" fmla="*/ 152 h 237"/>
                <a:gd name="T36" fmla="*/ 82 w 106"/>
                <a:gd name="T37" fmla="*/ 166 h 237"/>
                <a:gd name="T38" fmla="*/ 87 w 106"/>
                <a:gd name="T39" fmla="*/ 182 h 237"/>
                <a:gd name="T40" fmla="*/ 93 w 106"/>
                <a:gd name="T41" fmla="*/ 199 h 237"/>
                <a:gd name="T42" fmla="*/ 94 w 106"/>
                <a:gd name="T43" fmla="*/ 215 h 237"/>
                <a:gd name="T44" fmla="*/ 87 w 106"/>
                <a:gd name="T45" fmla="*/ 231 h 237"/>
                <a:gd name="T46" fmla="*/ 83 w 106"/>
                <a:gd name="T47" fmla="*/ 227 h 237"/>
                <a:gd name="T48" fmla="*/ 86 w 106"/>
                <a:gd name="T49" fmla="*/ 219 h 237"/>
                <a:gd name="T50" fmla="*/ 85 w 106"/>
                <a:gd name="T51" fmla="*/ 208 h 237"/>
                <a:gd name="T52" fmla="*/ 82 w 106"/>
                <a:gd name="T53" fmla="*/ 192 h 237"/>
                <a:gd name="T54" fmla="*/ 77 w 106"/>
                <a:gd name="T55" fmla="*/ 187 h 237"/>
                <a:gd name="T56" fmla="*/ 74 w 106"/>
                <a:gd name="T57" fmla="*/ 171 h 237"/>
                <a:gd name="T58" fmla="*/ 70 w 106"/>
                <a:gd name="T59" fmla="*/ 157 h 237"/>
                <a:gd name="T60" fmla="*/ 65 w 106"/>
                <a:gd name="T61" fmla="*/ 154 h 237"/>
                <a:gd name="T62" fmla="*/ 60 w 106"/>
                <a:gd name="T63" fmla="*/ 142 h 237"/>
                <a:gd name="T64" fmla="*/ 60 w 106"/>
                <a:gd name="T65" fmla="*/ 149 h 237"/>
                <a:gd name="T66" fmla="*/ 52 w 106"/>
                <a:gd name="T67" fmla="*/ 152 h 237"/>
                <a:gd name="T68" fmla="*/ 49 w 106"/>
                <a:gd name="T69" fmla="*/ 156 h 237"/>
                <a:gd name="T70" fmla="*/ 40 w 106"/>
                <a:gd name="T71" fmla="*/ 161 h 237"/>
                <a:gd name="T72" fmla="*/ 32 w 106"/>
                <a:gd name="T73" fmla="*/ 164 h 237"/>
                <a:gd name="T74" fmla="*/ 29 w 106"/>
                <a:gd name="T75" fmla="*/ 162 h 237"/>
                <a:gd name="T76" fmla="*/ 32 w 106"/>
                <a:gd name="T77" fmla="*/ 144 h 237"/>
                <a:gd name="T78" fmla="*/ 27 w 106"/>
                <a:gd name="T79" fmla="*/ 129 h 237"/>
                <a:gd name="T80" fmla="*/ 22 w 106"/>
                <a:gd name="T81" fmla="*/ 121 h 237"/>
                <a:gd name="T82" fmla="*/ 14 w 106"/>
                <a:gd name="T83" fmla="*/ 116 h 237"/>
                <a:gd name="T84" fmla="*/ 16 w 106"/>
                <a:gd name="T85" fmla="*/ 116 h 237"/>
                <a:gd name="T86" fmla="*/ 15 w 106"/>
                <a:gd name="T87" fmla="*/ 111 h 237"/>
                <a:gd name="T88" fmla="*/ 8 w 106"/>
                <a:gd name="T89" fmla="*/ 108 h 237"/>
                <a:gd name="T90" fmla="*/ 3 w 106"/>
                <a:gd name="T91" fmla="*/ 103 h 237"/>
                <a:gd name="T92" fmla="*/ 3 w 106"/>
                <a:gd name="T93" fmla="*/ 91 h 237"/>
                <a:gd name="T94" fmla="*/ 8 w 106"/>
                <a:gd name="T95" fmla="*/ 82 h 237"/>
                <a:gd name="T96" fmla="*/ 11 w 106"/>
                <a:gd name="T97" fmla="*/ 66 h 237"/>
                <a:gd name="T98" fmla="*/ 20 w 106"/>
                <a:gd name="T99" fmla="*/ 54 h 237"/>
                <a:gd name="T100" fmla="*/ 25 w 106"/>
                <a:gd name="T101" fmla="*/ 29 h 237"/>
                <a:gd name="T102" fmla="*/ 35 w 106"/>
                <a:gd name="T103" fmla="*/ 11 h 237"/>
                <a:gd name="T104" fmla="*/ 47 w 106"/>
                <a:gd name="T105" fmla="*/ 6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237">
                  <a:moveTo>
                    <a:pt x="18" y="125"/>
                  </a:moveTo>
                  <a:lnTo>
                    <a:pt x="19" y="127"/>
                  </a:lnTo>
                  <a:lnTo>
                    <a:pt x="19" y="129"/>
                  </a:lnTo>
                  <a:lnTo>
                    <a:pt x="16" y="128"/>
                  </a:lnTo>
                  <a:lnTo>
                    <a:pt x="16" y="125"/>
                  </a:lnTo>
                  <a:lnTo>
                    <a:pt x="18" y="125"/>
                  </a:lnTo>
                  <a:close/>
                  <a:moveTo>
                    <a:pt x="49" y="0"/>
                  </a:moveTo>
                  <a:lnTo>
                    <a:pt x="52" y="2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8" y="3"/>
                  </a:lnTo>
                  <a:lnTo>
                    <a:pt x="61" y="6"/>
                  </a:lnTo>
                  <a:lnTo>
                    <a:pt x="61" y="8"/>
                  </a:lnTo>
                  <a:lnTo>
                    <a:pt x="64" y="8"/>
                  </a:lnTo>
                  <a:lnTo>
                    <a:pt x="65" y="11"/>
                  </a:lnTo>
                  <a:lnTo>
                    <a:pt x="65" y="15"/>
                  </a:lnTo>
                  <a:lnTo>
                    <a:pt x="68" y="19"/>
                  </a:lnTo>
                  <a:lnTo>
                    <a:pt x="68" y="23"/>
                  </a:lnTo>
                  <a:lnTo>
                    <a:pt x="68" y="27"/>
                  </a:lnTo>
                  <a:lnTo>
                    <a:pt x="68" y="29"/>
                  </a:lnTo>
                  <a:lnTo>
                    <a:pt x="66" y="31"/>
                  </a:lnTo>
                  <a:lnTo>
                    <a:pt x="65" y="32"/>
                  </a:lnTo>
                  <a:lnTo>
                    <a:pt x="64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2" y="40"/>
                  </a:lnTo>
                  <a:lnTo>
                    <a:pt x="61" y="40"/>
                  </a:lnTo>
                  <a:lnTo>
                    <a:pt x="60" y="41"/>
                  </a:lnTo>
                  <a:lnTo>
                    <a:pt x="58" y="44"/>
                  </a:lnTo>
                  <a:lnTo>
                    <a:pt x="60" y="45"/>
                  </a:lnTo>
                  <a:lnTo>
                    <a:pt x="58" y="46"/>
                  </a:lnTo>
                  <a:lnTo>
                    <a:pt x="58" y="49"/>
                  </a:lnTo>
                  <a:lnTo>
                    <a:pt x="60" y="49"/>
                  </a:lnTo>
                  <a:lnTo>
                    <a:pt x="61" y="50"/>
                  </a:lnTo>
                  <a:lnTo>
                    <a:pt x="62" y="53"/>
                  </a:lnTo>
                  <a:lnTo>
                    <a:pt x="62" y="56"/>
                  </a:lnTo>
                  <a:lnTo>
                    <a:pt x="64" y="58"/>
                  </a:lnTo>
                  <a:lnTo>
                    <a:pt x="66" y="56"/>
                  </a:lnTo>
                  <a:lnTo>
                    <a:pt x="72" y="54"/>
                  </a:lnTo>
                  <a:lnTo>
                    <a:pt x="73" y="57"/>
                  </a:lnTo>
                  <a:lnTo>
                    <a:pt x="72" y="58"/>
                  </a:lnTo>
                  <a:lnTo>
                    <a:pt x="73" y="60"/>
                  </a:lnTo>
                  <a:lnTo>
                    <a:pt x="76" y="58"/>
                  </a:lnTo>
                  <a:lnTo>
                    <a:pt x="77" y="61"/>
                  </a:lnTo>
                  <a:lnTo>
                    <a:pt x="76" y="62"/>
                  </a:lnTo>
                  <a:lnTo>
                    <a:pt x="77" y="65"/>
                  </a:lnTo>
                  <a:lnTo>
                    <a:pt x="81" y="65"/>
                  </a:lnTo>
                  <a:lnTo>
                    <a:pt x="79" y="66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85" y="66"/>
                  </a:lnTo>
                  <a:lnTo>
                    <a:pt x="87" y="67"/>
                  </a:lnTo>
                  <a:lnTo>
                    <a:pt x="87" y="70"/>
                  </a:lnTo>
                  <a:lnTo>
                    <a:pt x="86" y="71"/>
                  </a:lnTo>
                  <a:lnTo>
                    <a:pt x="86" y="74"/>
                  </a:lnTo>
                  <a:lnTo>
                    <a:pt x="83" y="78"/>
                  </a:lnTo>
                  <a:lnTo>
                    <a:pt x="81" y="79"/>
                  </a:lnTo>
                  <a:lnTo>
                    <a:pt x="81" y="81"/>
                  </a:lnTo>
                  <a:lnTo>
                    <a:pt x="83" y="81"/>
                  </a:lnTo>
                  <a:lnTo>
                    <a:pt x="87" y="81"/>
                  </a:lnTo>
                  <a:lnTo>
                    <a:pt x="87" y="82"/>
                  </a:lnTo>
                  <a:lnTo>
                    <a:pt x="89" y="79"/>
                  </a:lnTo>
                  <a:lnTo>
                    <a:pt x="91" y="82"/>
                  </a:lnTo>
                  <a:lnTo>
                    <a:pt x="90" y="85"/>
                  </a:lnTo>
                  <a:lnTo>
                    <a:pt x="91" y="87"/>
                  </a:lnTo>
                  <a:lnTo>
                    <a:pt x="94" y="89"/>
                  </a:lnTo>
                  <a:lnTo>
                    <a:pt x="95" y="87"/>
                  </a:lnTo>
                  <a:lnTo>
                    <a:pt x="98" y="87"/>
                  </a:lnTo>
                  <a:lnTo>
                    <a:pt x="103" y="85"/>
                  </a:lnTo>
                  <a:lnTo>
                    <a:pt x="106" y="86"/>
                  </a:lnTo>
                  <a:lnTo>
                    <a:pt x="106" y="87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9" y="94"/>
                  </a:lnTo>
                  <a:lnTo>
                    <a:pt x="98" y="95"/>
                  </a:lnTo>
                  <a:lnTo>
                    <a:pt x="98" y="96"/>
                  </a:lnTo>
                  <a:lnTo>
                    <a:pt x="97" y="99"/>
                  </a:lnTo>
                  <a:lnTo>
                    <a:pt x="95" y="99"/>
                  </a:lnTo>
                  <a:lnTo>
                    <a:pt x="93" y="102"/>
                  </a:lnTo>
                  <a:lnTo>
                    <a:pt x="90" y="103"/>
                  </a:lnTo>
                  <a:lnTo>
                    <a:pt x="87" y="103"/>
                  </a:lnTo>
                  <a:lnTo>
                    <a:pt x="87" y="104"/>
                  </a:lnTo>
                  <a:lnTo>
                    <a:pt x="89" y="107"/>
                  </a:lnTo>
                  <a:lnTo>
                    <a:pt x="87" y="108"/>
                  </a:lnTo>
                  <a:lnTo>
                    <a:pt x="85" y="107"/>
                  </a:lnTo>
                  <a:lnTo>
                    <a:pt x="83" y="108"/>
                  </a:lnTo>
                  <a:lnTo>
                    <a:pt x="83" y="112"/>
                  </a:lnTo>
                  <a:lnTo>
                    <a:pt x="82" y="114"/>
                  </a:lnTo>
                  <a:lnTo>
                    <a:pt x="79" y="112"/>
                  </a:lnTo>
                  <a:lnTo>
                    <a:pt x="77" y="115"/>
                  </a:lnTo>
                  <a:lnTo>
                    <a:pt x="73" y="114"/>
                  </a:lnTo>
                  <a:lnTo>
                    <a:pt x="70" y="116"/>
                  </a:lnTo>
                  <a:lnTo>
                    <a:pt x="72" y="120"/>
                  </a:lnTo>
                  <a:lnTo>
                    <a:pt x="69" y="121"/>
                  </a:lnTo>
                  <a:lnTo>
                    <a:pt x="69" y="125"/>
                  </a:lnTo>
                  <a:lnTo>
                    <a:pt x="70" y="127"/>
                  </a:lnTo>
                  <a:lnTo>
                    <a:pt x="68" y="128"/>
                  </a:lnTo>
                  <a:lnTo>
                    <a:pt x="65" y="129"/>
                  </a:lnTo>
                  <a:lnTo>
                    <a:pt x="65" y="132"/>
                  </a:lnTo>
                  <a:lnTo>
                    <a:pt x="68" y="132"/>
                  </a:lnTo>
                  <a:lnTo>
                    <a:pt x="69" y="136"/>
                  </a:lnTo>
                  <a:lnTo>
                    <a:pt x="70" y="137"/>
                  </a:lnTo>
                  <a:lnTo>
                    <a:pt x="72" y="139"/>
                  </a:lnTo>
                  <a:lnTo>
                    <a:pt x="74" y="141"/>
                  </a:lnTo>
                  <a:lnTo>
                    <a:pt x="77" y="148"/>
                  </a:lnTo>
                  <a:lnTo>
                    <a:pt x="79" y="148"/>
                  </a:lnTo>
                  <a:lnTo>
                    <a:pt x="81" y="152"/>
                  </a:lnTo>
                  <a:lnTo>
                    <a:pt x="81" y="154"/>
                  </a:lnTo>
                  <a:lnTo>
                    <a:pt x="83" y="154"/>
                  </a:lnTo>
                  <a:lnTo>
                    <a:pt x="83" y="157"/>
                  </a:lnTo>
                  <a:lnTo>
                    <a:pt x="81" y="158"/>
                  </a:lnTo>
                  <a:lnTo>
                    <a:pt x="81" y="160"/>
                  </a:lnTo>
                  <a:lnTo>
                    <a:pt x="82" y="166"/>
                  </a:lnTo>
                  <a:lnTo>
                    <a:pt x="82" y="167"/>
                  </a:lnTo>
                  <a:lnTo>
                    <a:pt x="79" y="170"/>
                  </a:lnTo>
                  <a:lnTo>
                    <a:pt x="81" y="174"/>
                  </a:lnTo>
                  <a:lnTo>
                    <a:pt x="81" y="175"/>
                  </a:lnTo>
                  <a:lnTo>
                    <a:pt x="83" y="179"/>
                  </a:lnTo>
                  <a:lnTo>
                    <a:pt x="87" y="182"/>
                  </a:lnTo>
                  <a:lnTo>
                    <a:pt x="91" y="186"/>
                  </a:lnTo>
                  <a:lnTo>
                    <a:pt x="93" y="191"/>
                  </a:lnTo>
                  <a:lnTo>
                    <a:pt x="91" y="192"/>
                  </a:lnTo>
                  <a:lnTo>
                    <a:pt x="91" y="195"/>
                  </a:lnTo>
                  <a:lnTo>
                    <a:pt x="91" y="198"/>
                  </a:lnTo>
                  <a:lnTo>
                    <a:pt x="93" y="199"/>
                  </a:lnTo>
                  <a:lnTo>
                    <a:pt x="94" y="202"/>
                  </a:lnTo>
                  <a:lnTo>
                    <a:pt x="94" y="204"/>
                  </a:lnTo>
                  <a:lnTo>
                    <a:pt x="94" y="208"/>
                  </a:lnTo>
                  <a:lnTo>
                    <a:pt x="95" y="211"/>
                  </a:lnTo>
                  <a:lnTo>
                    <a:pt x="95" y="215"/>
                  </a:lnTo>
                  <a:lnTo>
                    <a:pt x="94" y="215"/>
                  </a:lnTo>
                  <a:lnTo>
                    <a:pt x="91" y="223"/>
                  </a:lnTo>
                  <a:lnTo>
                    <a:pt x="89" y="224"/>
                  </a:lnTo>
                  <a:lnTo>
                    <a:pt x="89" y="228"/>
                  </a:lnTo>
                  <a:lnTo>
                    <a:pt x="87" y="229"/>
                  </a:lnTo>
                  <a:lnTo>
                    <a:pt x="87" y="231"/>
                  </a:lnTo>
                  <a:lnTo>
                    <a:pt x="87" y="231"/>
                  </a:lnTo>
                  <a:lnTo>
                    <a:pt x="86" y="233"/>
                  </a:lnTo>
                  <a:lnTo>
                    <a:pt x="86" y="237"/>
                  </a:lnTo>
                  <a:lnTo>
                    <a:pt x="85" y="233"/>
                  </a:lnTo>
                  <a:lnTo>
                    <a:pt x="85" y="229"/>
                  </a:lnTo>
                  <a:lnTo>
                    <a:pt x="83" y="228"/>
                  </a:lnTo>
                  <a:lnTo>
                    <a:pt x="83" y="227"/>
                  </a:lnTo>
                  <a:lnTo>
                    <a:pt x="85" y="228"/>
                  </a:lnTo>
                  <a:lnTo>
                    <a:pt x="85" y="227"/>
                  </a:lnTo>
                  <a:lnTo>
                    <a:pt x="87" y="224"/>
                  </a:lnTo>
                  <a:lnTo>
                    <a:pt x="87" y="223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7" y="219"/>
                  </a:lnTo>
                  <a:lnTo>
                    <a:pt x="87" y="217"/>
                  </a:lnTo>
                  <a:lnTo>
                    <a:pt x="86" y="214"/>
                  </a:lnTo>
                  <a:lnTo>
                    <a:pt x="89" y="212"/>
                  </a:lnTo>
                  <a:lnTo>
                    <a:pt x="86" y="211"/>
                  </a:lnTo>
                  <a:lnTo>
                    <a:pt x="85" y="208"/>
                  </a:lnTo>
                  <a:lnTo>
                    <a:pt x="85" y="206"/>
                  </a:lnTo>
                  <a:lnTo>
                    <a:pt x="86" y="204"/>
                  </a:lnTo>
                  <a:lnTo>
                    <a:pt x="85" y="203"/>
                  </a:lnTo>
                  <a:lnTo>
                    <a:pt x="85" y="202"/>
                  </a:lnTo>
                  <a:lnTo>
                    <a:pt x="83" y="194"/>
                  </a:lnTo>
                  <a:lnTo>
                    <a:pt x="82" y="192"/>
                  </a:lnTo>
                  <a:lnTo>
                    <a:pt x="81" y="190"/>
                  </a:lnTo>
                  <a:lnTo>
                    <a:pt x="79" y="187"/>
                  </a:lnTo>
                  <a:lnTo>
                    <a:pt x="79" y="191"/>
                  </a:lnTo>
                  <a:lnTo>
                    <a:pt x="78" y="191"/>
                  </a:lnTo>
                  <a:lnTo>
                    <a:pt x="78" y="190"/>
                  </a:lnTo>
                  <a:lnTo>
                    <a:pt x="77" y="187"/>
                  </a:lnTo>
                  <a:lnTo>
                    <a:pt x="78" y="182"/>
                  </a:lnTo>
                  <a:lnTo>
                    <a:pt x="76" y="181"/>
                  </a:lnTo>
                  <a:lnTo>
                    <a:pt x="76" y="178"/>
                  </a:lnTo>
                  <a:lnTo>
                    <a:pt x="77" y="177"/>
                  </a:lnTo>
                  <a:lnTo>
                    <a:pt x="74" y="175"/>
                  </a:lnTo>
                  <a:lnTo>
                    <a:pt x="74" y="171"/>
                  </a:lnTo>
                  <a:lnTo>
                    <a:pt x="73" y="171"/>
                  </a:lnTo>
                  <a:lnTo>
                    <a:pt x="72" y="162"/>
                  </a:lnTo>
                  <a:lnTo>
                    <a:pt x="70" y="161"/>
                  </a:lnTo>
                  <a:lnTo>
                    <a:pt x="70" y="160"/>
                  </a:lnTo>
                  <a:lnTo>
                    <a:pt x="70" y="158"/>
                  </a:lnTo>
                  <a:lnTo>
                    <a:pt x="70" y="157"/>
                  </a:lnTo>
                  <a:lnTo>
                    <a:pt x="69" y="154"/>
                  </a:lnTo>
                  <a:lnTo>
                    <a:pt x="70" y="153"/>
                  </a:lnTo>
                  <a:lnTo>
                    <a:pt x="70" y="152"/>
                  </a:lnTo>
                  <a:lnTo>
                    <a:pt x="69" y="153"/>
                  </a:lnTo>
                  <a:lnTo>
                    <a:pt x="68" y="154"/>
                  </a:lnTo>
                  <a:lnTo>
                    <a:pt x="65" y="154"/>
                  </a:lnTo>
                  <a:lnTo>
                    <a:pt x="65" y="152"/>
                  </a:lnTo>
                  <a:lnTo>
                    <a:pt x="64" y="150"/>
                  </a:lnTo>
                  <a:lnTo>
                    <a:pt x="61" y="145"/>
                  </a:lnTo>
                  <a:lnTo>
                    <a:pt x="61" y="144"/>
                  </a:lnTo>
                  <a:lnTo>
                    <a:pt x="60" y="144"/>
                  </a:lnTo>
                  <a:lnTo>
                    <a:pt x="60" y="142"/>
                  </a:lnTo>
                  <a:lnTo>
                    <a:pt x="58" y="141"/>
                  </a:lnTo>
                  <a:lnTo>
                    <a:pt x="60" y="142"/>
                  </a:lnTo>
                  <a:lnTo>
                    <a:pt x="58" y="144"/>
                  </a:lnTo>
                  <a:lnTo>
                    <a:pt x="58" y="145"/>
                  </a:lnTo>
                  <a:lnTo>
                    <a:pt x="60" y="146"/>
                  </a:lnTo>
                  <a:lnTo>
                    <a:pt x="60" y="149"/>
                  </a:lnTo>
                  <a:lnTo>
                    <a:pt x="58" y="150"/>
                  </a:lnTo>
                  <a:lnTo>
                    <a:pt x="58" y="152"/>
                  </a:lnTo>
                  <a:lnTo>
                    <a:pt x="56" y="154"/>
                  </a:lnTo>
                  <a:lnTo>
                    <a:pt x="54" y="153"/>
                  </a:lnTo>
                  <a:lnTo>
                    <a:pt x="53" y="152"/>
                  </a:lnTo>
                  <a:lnTo>
                    <a:pt x="52" y="152"/>
                  </a:lnTo>
                  <a:lnTo>
                    <a:pt x="53" y="153"/>
                  </a:lnTo>
                  <a:lnTo>
                    <a:pt x="53" y="154"/>
                  </a:lnTo>
                  <a:lnTo>
                    <a:pt x="54" y="154"/>
                  </a:lnTo>
                  <a:lnTo>
                    <a:pt x="52" y="157"/>
                  </a:lnTo>
                  <a:lnTo>
                    <a:pt x="50" y="157"/>
                  </a:lnTo>
                  <a:lnTo>
                    <a:pt x="49" y="156"/>
                  </a:lnTo>
                  <a:lnTo>
                    <a:pt x="48" y="158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61"/>
                  </a:lnTo>
                  <a:lnTo>
                    <a:pt x="40" y="162"/>
                  </a:lnTo>
                  <a:lnTo>
                    <a:pt x="39" y="162"/>
                  </a:lnTo>
                  <a:lnTo>
                    <a:pt x="37" y="161"/>
                  </a:lnTo>
                  <a:lnTo>
                    <a:pt x="33" y="162"/>
                  </a:lnTo>
                  <a:lnTo>
                    <a:pt x="33" y="164"/>
                  </a:lnTo>
                  <a:lnTo>
                    <a:pt x="32" y="164"/>
                  </a:lnTo>
                  <a:lnTo>
                    <a:pt x="32" y="161"/>
                  </a:lnTo>
                  <a:lnTo>
                    <a:pt x="35" y="157"/>
                  </a:lnTo>
                  <a:lnTo>
                    <a:pt x="35" y="153"/>
                  </a:lnTo>
                  <a:lnTo>
                    <a:pt x="33" y="157"/>
                  </a:lnTo>
                  <a:lnTo>
                    <a:pt x="31" y="160"/>
                  </a:lnTo>
                  <a:lnTo>
                    <a:pt x="29" y="162"/>
                  </a:lnTo>
                  <a:lnTo>
                    <a:pt x="29" y="161"/>
                  </a:lnTo>
                  <a:lnTo>
                    <a:pt x="29" y="160"/>
                  </a:lnTo>
                  <a:lnTo>
                    <a:pt x="29" y="158"/>
                  </a:lnTo>
                  <a:lnTo>
                    <a:pt x="31" y="146"/>
                  </a:lnTo>
                  <a:lnTo>
                    <a:pt x="33" y="144"/>
                  </a:lnTo>
                  <a:lnTo>
                    <a:pt x="32" y="144"/>
                  </a:lnTo>
                  <a:lnTo>
                    <a:pt x="31" y="139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8" y="132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4"/>
                  </a:lnTo>
                  <a:lnTo>
                    <a:pt x="24" y="123"/>
                  </a:lnTo>
                  <a:lnTo>
                    <a:pt x="24" y="120"/>
                  </a:lnTo>
                  <a:lnTo>
                    <a:pt x="22" y="119"/>
                  </a:lnTo>
                  <a:lnTo>
                    <a:pt x="22" y="121"/>
                  </a:lnTo>
                  <a:lnTo>
                    <a:pt x="23" y="125"/>
                  </a:lnTo>
                  <a:lnTo>
                    <a:pt x="19" y="124"/>
                  </a:lnTo>
                  <a:lnTo>
                    <a:pt x="16" y="121"/>
                  </a:lnTo>
                  <a:lnTo>
                    <a:pt x="16" y="120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6" y="116"/>
                  </a:lnTo>
                  <a:lnTo>
                    <a:pt x="16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6" y="116"/>
                  </a:lnTo>
                  <a:lnTo>
                    <a:pt x="19" y="116"/>
                  </a:lnTo>
                  <a:lnTo>
                    <a:pt x="20" y="117"/>
                  </a:lnTo>
                  <a:lnTo>
                    <a:pt x="22" y="116"/>
                  </a:lnTo>
                  <a:lnTo>
                    <a:pt x="22" y="115"/>
                  </a:lnTo>
                  <a:lnTo>
                    <a:pt x="19" y="111"/>
                  </a:lnTo>
                  <a:lnTo>
                    <a:pt x="15" y="111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1" y="107"/>
                  </a:lnTo>
                  <a:lnTo>
                    <a:pt x="11" y="108"/>
                  </a:lnTo>
                  <a:lnTo>
                    <a:pt x="10" y="108"/>
                  </a:lnTo>
                  <a:lnTo>
                    <a:pt x="8" y="108"/>
                  </a:lnTo>
                  <a:lnTo>
                    <a:pt x="11" y="106"/>
                  </a:lnTo>
                  <a:lnTo>
                    <a:pt x="8" y="106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8" y="107"/>
                  </a:lnTo>
                  <a:lnTo>
                    <a:pt x="3" y="103"/>
                  </a:lnTo>
                  <a:lnTo>
                    <a:pt x="2" y="9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3" y="91"/>
                  </a:lnTo>
                  <a:lnTo>
                    <a:pt x="4" y="92"/>
                  </a:lnTo>
                  <a:lnTo>
                    <a:pt x="4" y="89"/>
                  </a:lnTo>
                  <a:lnTo>
                    <a:pt x="4" y="85"/>
                  </a:lnTo>
                  <a:lnTo>
                    <a:pt x="6" y="83"/>
                  </a:lnTo>
                  <a:lnTo>
                    <a:pt x="7" y="83"/>
                  </a:lnTo>
                  <a:lnTo>
                    <a:pt x="8" y="82"/>
                  </a:lnTo>
                  <a:lnTo>
                    <a:pt x="10" y="79"/>
                  </a:lnTo>
                  <a:lnTo>
                    <a:pt x="8" y="77"/>
                  </a:lnTo>
                  <a:lnTo>
                    <a:pt x="10" y="73"/>
                  </a:lnTo>
                  <a:lnTo>
                    <a:pt x="8" y="70"/>
                  </a:lnTo>
                  <a:lnTo>
                    <a:pt x="11" y="70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0" y="57"/>
                  </a:lnTo>
                  <a:lnTo>
                    <a:pt x="12" y="57"/>
                  </a:lnTo>
                  <a:lnTo>
                    <a:pt x="15" y="58"/>
                  </a:lnTo>
                  <a:lnTo>
                    <a:pt x="18" y="58"/>
                  </a:lnTo>
                  <a:lnTo>
                    <a:pt x="20" y="54"/>
                  </a:lnTo>
                  <a:lnTo>
                    <a:pt x="20" y="49"/>
                  </a:lnTo>
                  <a:lnTo>
                    <a:pt x="23" y="42"/>
                  </a:lnTo>
                  <a:lnTo>
                    <a:pt x="20" y="41"/>
                  </a:lnTo>
                  <a:lnTo>
                    <a:pt x="20" y="40"/>
                  </a:lnTo>
                  <a:lnTo>
                    <a:pt x="24" y="35"/>
                  </a:lnTo>
                  <a:lnTo>
                    <a:pt x="25" y="29"/>
                  </a:lnTo>
                  <a:lnTo>
                    <a:pt x="24" y="28"/>
                  </a:lnTo>
                  <a:lnTo>
                    <a:pt x="24" y="25"/>
                  </a:lnTo>
                  <a:lnTo>
                    <a:pt x="28" y="19"/>
                  </a:lnTo>
                  <a:lnTo>
                    <a:pt x="31" y="17"/>
                  </a:lnTo>
                  <a:lnTo>
                    <a:pt x="35" y="15"/>
                  </a:lnTo>
                  <a:lnTo>
                    <a:pt x="35" y="11"/>
                  </a:lnTo>
                  <a:lnTo>
                    <a:pt x="39" y="11"/>
                  </a:lnTo>
                  <a:lnTo>
                    <a:pt x="43" y="8"/>
                  </a:lnTo>
                  <a:lnTo>
                    <a:pt x="44" y="10"/>
                  </a:lnTo>
                  <a:lnTo>
                    <a:pt x="47" y="11"/>
                  </a:lnTo>
                  <a:lnTo>
                    <a:pt x="47" y="8"/>
                  </a:lnTo>
                  <a:lnTo>
                    <a:pt x="47" y="6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8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7" name="Freeform 367">
              <a:extLst>
                <a:ext uri="{FF2B5EF4-FFF2-40B4-BE49-F238E27FC236}">
                  <a16:creationId xmlns:a16="http://schemas.microsoft.com/office/drawing/2014/main" id="{37392F22-1B0F-4239-9C4D-13BE5AC627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954" y="4120302"/>
              <a:ext cx="3010315" cy="2946850"/>
            </a:xfrm>
            <a:custGeom>
              <a:avLst/>
              <a:gdLst>
                <a:gd name="T0" fmla="*/ 236 w 332"/>
                <a:gd name="T1" fmla="*/ 154 h 325"/>
                <a:gd name="T2" fmla="*/ 234 w 332"/>
                <a:gd name="T3" fmla="*/ 155 h 325"/>
                <a:gd name="T4" fmla="*/ 99 w 332"/>
                <a:gd name="T5" fmla="*/ 7 h 325"/>
                <a:gd name="T6" fmla="*/ 111 w 332"/>
                <a:gd name="T7" fmla="*/ 23 h 325"/>
                <a:gd name="T8" fmla="*/ 122 w 332"/>
                <a:gd name="T9" fmla="*/ 31 h 325"/>
                <a:gd name="T10" fmla="*/ 133 w 332"/>
                <a:gd name="T11" fmla="*/ 50 h 325"/>
                <a:gd name="T12" fmla="*/ 149 w 332"/>
                <a:gd name="T13" fmla="*/ 69 h 325"/>
                <a:gd name="T14" fmla="*/ 186 w 332"/>
                <a:gd name="T15" fmla="*/ 80 h 325"/>
                <a:gd name="T16" fmla="*/ 228 w 332"/>
                <a:gd name="T17" fmla="*/ 89 h 325"/>
                <a:gd name="T18" fmla="*/ 233 w 332"/>
                <a:gd name="T19" fmla="*/ 75 h 325"/>
                <a:gd name="T20" fmla="*/ 252 w 332"/>
                <a:gd name="T21" fmla="*/ 88 h 325"/>
                <a:gd name="T22" fmla="*/ 267 w 332"/>
                <a:gd name="T23" fmla="*/ 76 h 325"/>
                <a:gd name="T24" fmla="*/ 280 w 332"/>
                <a:gd name="T25" fmla="*/ 64 h 325"/>
                <a:gd name="T26" fmla="*/ 299 w 332"/>
                <a:gd name="T27" fmla="*/ 50 h 325"/>
                <a:gd name="T28" fmla="*/ 320 w 332"/>
                <a:gd name="T29" fmla="*/ 48 h 325"/>
                <a:gd name="T30" fmla="*/ 323 w 332"/>
                <a:gd name="T31" fmla="*/ 61 h 325"/>
                <a:gd name="T32" fmla="*/ 331 w 332"/>
                <a:gd name="T33" fmla="*/ 76 h 325"/>
                <a:gd name="T34" fmla="*/ 308 w 332"/>
                <a:gd name="T35" fmla="*/ 93 h 325"/>
                <a:gd name="T36" fmla="*/ 299 w 332"/>
                <a:gd name="T37" fmla="*/ 123 h 325"/>
                <a:gd name="T38" fmla="*/ 294 w 332"/>
                <a:gd name="T39" fmla="*/ 144 h 325"/>
                <a:gd name="T40" fmla="*/ 287 w 332"/>
                <a:gd name="T41" fmla="*/ 148 h 325"/>
                <a:gd name="T42" fmla="*/ 279 w 332"/>
                <a:gd name="T43" fmla="*/ 127 h 325"/>
                <a:gd name="T44" fmla="*/ 275 w 332"/>
                <a:gd name="T45" fmla="*/ 135 h 325"/>
                <a:gd name="T46" fmla="*/ 273 w 332"/>
                <a:gd name="T47" fmla="*/ 121 h 325"/>
                <a:gd name="T48" fmla="*/ 279 w 332"/>
                <a:gd name="T49" fmla="*/ 109 h 325"/>
                <a:gd name="T50" fmla="*/ 254 w 332"/>
                <a:gd name="T51" fmla="*/ 105 h 325"/>
                <a:gd name="T52" fmla="*/ 245 w 332"/>
                <a:gd name="T53" fmla="*/ 94 h 325"/>
                <a:gd name="T54" fmla="*/ 236 w 332"/>
                <a:gd name="T55" fmla="*/ 90 h 325"/>
                <a:gd name="T56" fmla="*/ 229 w 332"/>
                <a:gd name="T57" fmla="*/ 97 h 325"/>
                <a:gd name="T58" fmla="*/ 234 w 332"/>
                <a:gd name="T59" fmla="*/ 107 h 325"/>
                <a:gd name="T60" fmla="*/ 241 w 332"/>
                <a:gd name="T61" fmla="*/ 132 h 325"/>
                <a:gd name="T62" fmla="*/ 244 w 332"/>
                <a:gd name="T63" fmla="*/ 152 h 325"/>
                <a:gd name="T64" fmla="*/ 238 w 332"/>
                <a:gd name="T65" fmla="*/ 152 h 325"/>
                <a:gd name="T66" fmla="*/ 234 w 332"/>
                <a:gd name="T67" fmla="*/ 147 h 325"/>
                <a:gd name="T68" fmla="*/ 221 w 332"/>
                <a:gd name="T69" fmla="*/ 163 h 325"/>
                <a:gd name="T70" fmla="*/ 215 w 332"/>
                <a:gd name="T71" fmla="*/ 177 h 325"/>
                <a:gd name="T72" fmla="*/ 204 w 332"/>
                <a:gd name="T73" fmla="*/ 181 h 325"/>
                <a:gd name="T74" fmla="*/ 173 w 332"/>
                <a:gd name="T75" fmla="*/ 213 h 325"/>
                <a:gd name="T76" fmla="*/ 155 w 332"/>
                <a:gd name="T77" fmla="*/ 230 h 325"/>
                <a:gd name="T78" fmla="*/ 149 w 332"/>
                <a:gd name="T79" fmla="*/ 259 h 325"/>
                <a:gd name="T80" fmla="*/ 146 w 332"/>
                <a:gd name="T81" fmla="*/ 298 h 325"/>
                <a:gd name="T82" fmla="*/ 142 w 332"/>
                <a:gd name="T83" fmla="*/ 311 h 325"/>
                <a:gd name="T84" fmla="*/ 128 w 332"/>
                <a:gd name="T85" fmla="*/ 318 h 325"/>
                <a:gd name="T86" fmla="*/ 105 w 332"/>
                <a:gd name="T87" fmla="*/ 300 h 325"/>
                <a:gd name="T88" fmla="*/ 90 w 332"/>
                <a:gd name="T89" fmla="*/ 275 h 325"/>
                <a:gd name="T90" fmla="*/ 80 w 332"/>
                <a:gd name="T91" fmla="*/ 246 h 325"/>
                <a:gd name="T92" fmla="*/ 68 w 332"/>
                <a:gd name="T93" fmla="*/ 229 h 325"/>
                <a:gd name="T94" fmla="*/ 61 w 332"/>
                <a:gd name="T95" fmla="*/ 193 h 325"/>
                <a:gd name="T96" fmla="*/ 55 w 332"/>
                <a:gd name="T97" fmla="*/ 168 h 325"/>
                <a:gd name="T98" fmla="*/ 51 w 332"/>
                <a:gd name="T99" fmla="*/ 155 h 325"/>
                <a:gd name="T100" fmla="*/ 53 w 332"/>
                <a:gd name="T101" fmla="*/ 146 h 325"/>
                <a:gd name="T102" fmla="*/ 46 w 332"/>
                <a:gd name="T103" fmla="*/ 161 h 325"/>
                <a:gd name="T104" fmla="*/ 13 w 332"/>
                <a:gd name="T105" fmla="*/ 154 h 325"/>
                <a:gd name="T106" fmla="*/ 15 w 332"/>
                <a:gd name="T107" fmla="*/ 148 h 325"/>
                <a:gd name="T108" fmla="*/ 25 w 332"/>
                <a:gd name="T109" fmla="*/ 138 h 325"/>
                <a:gd name="T110" fmla="*/ 1 w 332"/>
                <a:gd name="T111" fmla="*/ 135 h 325"/>
                <a:gd name="T112" fmla="*/ 5 w 332"/>
                <a:gd name="T113" fmla="*/ 122 h 325"/>
                <a:gd name="T114" fmla="*/ 28 w 332"/>
                <a:gd name="T115" fmla="*/ 121 h 325"/>
                <a:gd name="T116" fmla="*/ 17 w 332"/>
                <a:gd name="T117" fmla="*/ 101 h 325"/>
                <a:gd name="T118" fmla="*/ 9 w 332"/>
                <a:gd name="T119" fmla="*/ 81 h 325"/>
                <a:gd name="T120" fmla="*/ 28 w 332"/>
                <a:gd name="T121" fmla="*/ 73 h 325"/>
                <a:gd name="T122" fmla="*/ 54 w 332"/>
                <a:gd name="T123" fmla="*/ 43 h 325"/>
                <a:gd name="T124" fmla="*/ 61 w 332"/>
                <a:gd name="T125" fmla="*/ 1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2" h="325">
                  <a:moveTo>
                    <a:pt x="241" y="154"/>
                  </a:moveTo>
                  <a:lnTo>
                    <a:pt x="241" y="155"/>
                  </a:lnTo>
                  <a:lnTo>
                    <a:pt x="241" y="156"/>
                  </a:lnTo>
                  <a:lnTo>
                    <a:pt x="241" y="154"/>
                  </a:lnTo>
                  <a:close/>
                  <a:moveTo>
                    <a:pt x="236" y="154"/>
                  </a:moveTo>
                  <a:lnTo>
                    <a:pt x="237" y="155"/>
                  </a:lnTo>
                  <a:lnTo>
                    <a:pt x="238" y="156"/>
                  </a:lnTo>
                  <a:lnTo>
                    <a:pt x="237" y="155"/>
                  </a:lnTo>
                  <a:lnTo>
                    <a:pt x="236" y="154"/>
                  </a:lnTo>
                  <a:close/>
                  <a:moveTo>
                    <a:pt x="240" y="152"/>
                  </a:moveTo>
                  <a:lnTo>
                    <a:pt x="240" y="154"/>
                  </a:lnTo>
                  <a:lnTo>
                    <a:pt x="240" y="155"/>
                  </a:lnTo>
                  <a:lnTo>
                    <a:pt x="238" y="155"/>
                  </a:lnTo>
                  <a:lnTo>
                    <a:pt x="238" y="154"/>
                  </a:lnTo>
                  <a:lnTo>
                    <a:pt x="240" y="152"/>
                  </a:lnTo>
                  <a:close/>
                  <a:moveTo>
                    <a:pt x="234" y="151"/>
                  </a:moveTo>
                  <a:lnTo>
                    <a:pt x="234" y="152"/>
                  </a:lnTo>
                  <a:lnTo>
                    <a:pt x="234" y="155"/>
                  </a:lnTo>
                  <a:lnTo>
                    <a:pt x="233" y="155"/>
                  </a:lnTo>
                  <a:lnTo>
                    <a:pt x="233" y="154"/>
                  </a:lnTo>
                  <a:lnTo>
                    <a:pt x="234" y="151"/>
                  </a:lnTo>
                  <a:close/>
                  <a:moveTo>
                    <a:pt x="82" y="0"/>
                  </a:moveTo>
                  <a:lnTo>
                    <a:pt x="84" y="0"/>
                  </a:lnTo>
                  <a:lnTo>
                    <a:pt x="91" y="5"/>
                  </a:lnTo>
                  <a:lnTo>
                    <a:pt x="94" y="2"/>
                  </a:lnTo>
                  <a:lnTo>
                    <a:pt x="97" y="4"/>
                  </a:lnTo>
                  <a:lnTo>
                    <a:pt x="99" y="7"/>
                  </a:lnTo>
                  <a:lnTo>
                    <a:pt x="101" y="6"/>
                  </a:lnTo>
                  <a:lnTo>
                    <a:pt x="107" y="10"/>
                  </a:lnTo>
                  <a:lnTo>
                    <a:pt x="107" y="10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11" y="15"/>
                  </a:lnTo>
                  <a:lnTo>
                    <a:pt x="109" y="19"/>
                  </a:lnTo>
                  <a:lnTo>
                    <a:pt x="111" y="22"/>
                  </a:lnTo>
                  <a:lnTo>
                    <a:pt x="111" y="23"/>
                  </a:lnTo>
                  <a:lnTo>
                    <a:pt x="112" y="25"/>
                  </a:lnTo>
                  <a:lnTo>
                    <a:pt x="113" y="26"/>
                  </a:lnTo>
                  <a:lnTo>
                    <a:pt x="113" y="27"/>
                  </a:lnTo>
                  <a:lnTo>
                    <a:pt x="115" y="29"/>
                  </a:lnTo>
                  <a:lnTo>
                    <a:pt x="115" y="31"/>
                  </a:lnTo>
                  <a:lnTo>
                    <a:pt x="117" y="32"/>
                  </a:lnTo>
                  <a:lnTo>
                    <a:pt x="119" y="30"/>
                  </a:lnTo>
                  <a:lnTo>
                    <a:pt x="121" y="30"/>
                  </a:lnTo>
                  <a:lnTo>
                    <a:pt x="122" y="31"/>
                  </a:lnTo>
                  <a:lnTo>
                    <a:pt x="125" y="31"/>
                  </a:lnTo>
                  <a:lnTo>
                    <a:pt x="128" y="34"/>
                  </a:lnTo>
                  <a:lnTo>
                    <a:pt x="129" y="35"/>
                  </a:lnTo>
                  <a:lnTo>
                    <a:pt x="130" y="38"/>
                  </a:lnTo>
                  <a:lnTo>
                    <a:pt x="133" y="38"/>
                  </a:lnTo>
                  <a:lnTo>
                    <a:pt x="134" y="40"/>
                  </a:lnTo>
                  <a:lnTo>
                    <a:pt x="134" y="39"/>
                  </a:lnTo>
                  <a:lnTo>
                    <a:pt x="134" y="43"/>
                  </a:lnTo>
                  <a:lnTo>
                    <a:pt x="133" y="50"/>
                  </a:lnTo>
                  <a:lnTo>
                    <a:pt x="133" y="54"/>
                  </a:lnTo>
                  <a:lnTo>
                    <a:pt x="129" y="57"/>
                  </a:lnTo>
                  <a:lnTo>
                    <a:pt x="130" y="61"/>
                  </a:lnTo>
                  <a:lnTo>
                    <a:pt x="133" y="61"/>
                  </a:lnTo>
                  <a:lnTo>
                    <a:pt x="136" y="63"/>
                  </a:lnTo>
                  <a:lnTo>
                    <a:pt x="137" y="63"/>
                  </a:lnTo>
                  <a:lnTo>
                    <a:pt x="140" y="64"/>
                  </a:lnTo>
                  <a:lnTo>
                    <a:pt x="144" y="65"/>
                  </a:lnTo>
                  <a:lnTo>
                    <a:pt x="149" y="69"/>
                  </a:lnTo>
                  <a:lnTo>
                    <a:pt x="153" y="73"/>
                  </a:lnTo>
                  <a:lnTo>
                    <a:pt x="157" y="75"/>
                  </a:lnTo>
                  <a:lnTo>
                    <a:pt x="159" y="76"/>
                  </a:lnTo>
                  <a:lnTo>
                    <a:pt x="162" y="76"/>
                  </a:lnTo>
                  <a:lnTo>
                    <a:pt x="166" y="79"/>
                  </a:lnTo>
                  <a:lnTo>
                    <a:pt x="173" y="79"/>
                  </a:lnTo>
                  <a:lnTo>
                    <a:pt x="174" y="80"/>
                  </a:lnTo>
                  <a:lnTo>
                    <a:pt x="180" y="79"/>
                  </a:lnTo>
                  <a:lnTo>
                    <a:pt x="186" y="80"/>
                  </a:lnTo>
                  <a:lnTo>
                    <a:pt x="187" y="82"/>
                  </a:lnTo>
                  <a:lnTo>
                    <a:pt x="190" y="85"/>
                  </a:lnTo>
                  <a:lnTo>
                    <a:pt x="196" y="88"/>
                  </a:lnTo>
                  <a:lnTo>
                    <a:pt x="199" y="86"/>
                  </a:lnTo>
                  <a:lnTo>
                    <a:pt x="203" y="86"/>
                  </a:lnTo>
                  <a:lnTo>
                    <a:pt x="213" y="89"/>
                  </a:lnTo>
                  <a:lnTo>
                    <a:pt x="216" y="88"/>
                  </a:lnTo>
                  <a:lnTo>
                    <a:pt x="220" y="90"/>
                  </a:lnTo>
                  <a:lnTo>
                    <a:pt x="228" y="89"/>
                  </a:lnTo>
                  <a:lnTo>
                    <a:pt x="228" y="84"/>
                  </a:lnTo>
                  <a:lnTo>
                    <a:pt x="227" y="79"/>
                  </a:lnTo>
                  <a:lnTo>
                    <a:pt x="227" y="73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9" y="69"/>
                  </a:lnTo>
                  <a:lnTo>
                    <a:pt x="232" y="69"/>
                  </a:lnTo>
                  <a:lnTo>
                    <a:pt x="233" y="71"/>
                  </a:lnTo>
                  <a:lnTo>
                    <a:pt x="233" y="75"/>
                  </a:lnTo>
                  <a:lnTo>
                    <a:pt x="236" y="76"/>
                  </a:lnTo>
                  <a:lnTo>
                    <a:pt x="236" y="76"/>
                  </a:lnTo>
                  <a:lnTo>
                    <a:pt x="234" y="79"/>
                  </a:lnTo>
                  <a:lnTo>
                    <a:pt x="234" y="80"/>
                  </a:lnTo>
                  <a:lnTo>
                    <a:pt x="237" y="84"/>
                  </a:lnTo>
                  <a:lnTo>
                    <a:pt x="241" y="85"/>
                  </a:lnTo>
                  <a:lnTo>
                    <a:pt x="242" y="84"/>
                  </a:lnTo>
                  <a:lnTo>
                    <a:pt x="248" y="88"/>
                  </a:lnTo>
                  <a:lnTo>
                    <a:pt x="252" y="88"/>
                  </a:lnTo>
                  <a:lnTo>
                    <a:pt x="253" y="84"/>
                  </a:lnTo>
                  <a:lnTo>
                    <a:pt x="255" y="84"/>
                  </a:lnTo>
                  <a:lnTo>
                    <a:pt x="258" y="85"/>
                  </a:lnTo>
                  <a:lnTo>
                    <a:pt x="263" y="84"/>
                  </a:lnTo>
                  <a:lnTo>
                    <a:pt x="266" y="84"/>
                  </a:lnTo>
                  <a:lnTo>
                    <a:pt x="271" y="82"/>
                  </a:lnTo>
                  <a:lnTo>
                    <a:pt x="271" y="81"/>
                  </a:lnTo>
                  <a:lnTo>
                    <a:pt x="271" y="77"/>
                  </a:lnTo>
                  <a:lnTo>
                    <a:pt x="267" y="76"/>
                  </a:lnTo>
                  <a:lnTo>
                    <a:pt x="267" y="73"/>
                  </a:lnTo>
                  <a:lnTo>
                    <a:pt x="267" y="71"/>
                  </a:lnTo>
                  <a:lnTo>
                    <a:pt x="269" y="71"/>
                  </a:lnTo>
                  <a:lnTo>
                    <a:pt x="274" y="69"/>
                  </a:lnTo>
                  <a:lnTo>
                    <a:pt x="275" y="69"/>
                  </a:lnTo>
                  <a:lnTo>
                    <a:pt x="277" y="67"/>
                  </a:lnTo>
                  <a:lnTo>
                    <a:pt x="278" y="65"/>
                  </a:lnTo>
                  <a:lnTo>
                    <a:pt x="280" y="65"/>
                  </a:lnTo>
                  <a:lnTo>
                    <a:pt x="280" y="64"/>
                  </a:lnTo>
                  <a:lnTo>
                    <a:pt x="283" y="64"/>
                  </a:lnTo>
                  <a:lnTo>
                    <a:pt x="283" y="61"/>
                  </a:lnTo>
                  <a:lnTo>
                    <a:pt x="286" y="59"/>
                  </a:lnTo>
                  <a:lnTo>
                    <a:pt x="288" y="59"/>
                  </a:lnTo>
                  <a:lnTo>
                    <a:pt x="292" y="57"/>
                  </a:lnTo>
                  <a:lnTo>
                    <a:pt x="295" y="54"/>
                  </a:lnTo>
                  <a:lnTo>
                    <a:pt x="295" y="51"/>
                  </a:lnTo>
                  <a:lnTo>
                    <a:pt x="296" y="51"/>
                  </a:lnTo>
                  <a:lnTo>
                    <a:pt x="299" y="50"/>
                  </a:lnTo>
                  <a:lnTo>
                    <a:pt x="302" y="52"/>
                  </a:lnTo>
                  <a:lnTo>
                    <a:pt x="304" y="51"/>
                  </a:lnTo>
                  <a:lnTo>
                    <a:pt x="309" y="52"/>
                  </a:lnTo>
                  <a:lnTo>
                    <a:pt x="311" y="51"/>
                  </a:lnTo>
                  <a:lnTo>
                    <a:pt x="309" y="50"/>
                  </a:lnTo>
                  <a:lnTo>
                    <a:pt x="315" y="47"/>
                  </a:lnTo>
                  <a:lnTo>
                    <a:pt x="317" y="47"/>
                  </a:lnTo>
                  <a:lnTo>
                    <a:pt x="319" y="48"/>
                  </a:lnTo>
                  <a:lnTo>
                    <a:pt x="320" y="48"/>
                  </a:lnTo>
                  <a:lnTo>
                    <a:pt x="320" y="50"/>
                  </a:lnTo>
                  <a:lnTo>
                    <a:pt x="319" y="52"/>
                  </a:lnTo>
                  <a:lnTo>
                    <a:pt x="320" y="55"/>
                  </a:lnTo>
                  <a:lnTo>
                    <a:pt x="321" y="54"/>
                  </a:lnTo>
                  <a:lnTo>
                    <a:pt x="323" y="54"/>
                  </a:lnTo>
                  <a:lnTo>
                    <a:pt x="323" y="55"/>
                  </a:lnTo>
                  <a:lnTo>
                    <a:pt x="325" y="57"/>
                  </a:lnTo>
                  <a:lnTo>
                    <a:pt x="325" y="59"/>
                  </a:lnTo>
                  <a:lnTo>
                    <a:pt x="323" y="61"/>
                  </a:lnTo>
                  <a:lnTo>
                    <a:pt x="324" y="63"/>
                  </a:lnTo>
                  <a:lnTo>
                    <a:pt x="327" y="64"/>
                  </a:lnTo>
                  <a:lnTo>
                    <a:pt x="328" y="63"/>
                  </a:lnTo>
                  <a:lnTo>
                    <a:pt x="329" y="64"/>
                  </a:lnTo>
                  <a:lnTo>
                    <a:pt x="332" y="67"/>
                  </a:lnTo>
                  <a:lnTo>
                    <a:pt x="332" y="68"/>
                  </a:lnTo>
                  <a:lnTo>
                    <a:pt x="331" y="71"/>
                  </a:lnTo>
                  <a:lnTo>
                    <a:pt x="331" y="73"/>
                  </a:lnTo>
                  <a:lnTo>
                    <a:pt x="331" y="76"/>
                  </a:lnTo>
                  <a:lnTo>
                    <a:pt x="328" y="75"/>
                  </a:lnTo>
                  <a:lnTo>
                    <a:pt x="327" y="73"/>
                  </a:lnTo>
                  <a:lnTo>
                    <a:pt x="323" y="76"/>
                  </a:lnTo>
                  <a:lnTo>
                    <a:pt x="319" y="76"/>
                  </a:lnTo>
                  <a:lnTo>
                    <a:pt x="319" y="80"/>
                  </a:lnTo>
                  <a:lnTo>
                    <a:pt x="315" y="82"/>
                  </a:lnTo>
                  <a:lnTo>
                    <a:pt x="312" y="84"/>
                  </a:lnTo>
                  <a:lnTo>
                    <a:pt x="308" y="90"/>
                  </a:lnTo>
                  <a:lnTo>
                    <a:pt x="308" y="93"/>
                  </a:lnTo>
                  <a:lnTo>
                    <a:pt x="309" y="94"/>
                  </a:lnTo>
                  <a:lnTo>
                    <a:pt x="308" y="100"/>
                  </a:lnTo>
                  <a:lnTo>
                    <a:pt x="304" y="105"/>
                  </a:lnTo>
                  <a:lnTo>
                    <a:pt x="304" y="106"/>
                  </a:lnTo>
                  <a:lnTo>
                    <a:pt x="307" y="107"/>
                  </a:lnTo>
                  <a:lnTo>
                    <a:pt x="304" y="114"/>
                  </a:lnTo>
                  <a:lnTo>
                    <a:pt x="304" y="119"/>
                  </a:lnTo>
                  <a:lnTo>
                    <a:pt x="302" y="123"/>
                  </a:lnTo>
                  <a:lnTo>
                    <a:pt x="299" y="123"/>
                  </a:lnTo>
                  <a:lnTo>
                    <a:pt x="296" y="122"/>
                  </a:lnTo>
                  <a:lnTo>
                    <a:pt x="294" y="122"/>
                  </a:lnTo>
                  <a:lnTo>
                    <a:pt x="295" y="129"/>
                  </a:lnTo>
                  <a:lnTo>
                    <a:pt x="295" y="131"/>
                  </a:lnTo>
                  <a:lnTo>
                    <a:pt x="295" y="135"/>
                  </a:lnTo>
                  <a:lnTo>
                    <a:pt x="292" y="135"/>
                  </a:lnTo>
                  <a:lnTo>
                    <a:pt x="294" y="138"/>
                  </a:lnTo>
                  <a:lnTo>
                    <a:pt x="292" y="142"/>
                  </a:lnTo>
                  <a:lnTo>
                    <a:pt x="294" y="144"/>
                  </a:lnTo>
                  <a:lnTo>
                    <a:pt x="292" y="147"/>
                  </a:lnTo>
                  <a:lnTo>
                    <a:pt x="291" y="148"/>
                  </a:lnTo>
                  <a:lnTo>
                    <a:pt x="290" y="148"/>
                  </a:lnTo>
                  <a:lnTo>
                    <a:pt x="288" y="150"/>
                  </a:lnTo>
                  <a:lnTo>
                    <a:pt x="288" y="151"/>
                  </a:lnTo>
                  <a:lnTo>
                    <a:pt x="288" y="151"/>
                  </a:lnTo>
                  <a:lnTo>
                    <a:pt x="288" y="150"/>
                  </a:lnTo>
                  <a:lnTo>
                    <a:pt x="288" y="148"/>
                  </a:lnTo>
                  <a:lnTo>
                    <a:pt x="287" y="148"/>
                  </a:lnTo>
                  <a:lnTo>
                    <a:pt x="287" y="146"/>
                  </a:lnTo>
                  <a:lnTo>
                    <a:pt x="286" y="143"/>
                  </a:lnTo>
                  <a:lnTo>
                    <a:pt x="284" y="138"/>
                  </a:lnTo>
                  <a:lnTo>
                    <a:pt x="284" y="136"/>
                  </a:lnTo>
                  <a:lnTo>
                    <a:pt x="284" y="134"/>
                  </a:lnTo>
                  <a:lnTo>
                    <a:pt x="283" y="130"/>
                  </a:lnTo>
                  <a:lnTo>
                    <a:pt x="282" y="129"/>
                  </a:lnTo>
                  <a:lnTo>
                    <a:pt x="282" y="127"/>
                  </a:lnTo>
                  <a:lnTo>
                    <a:pt x="279" y="127"/>
                  </a:lnTo>
                  <a:lnTo>
                    <a:pt x="278" y="127"/>
                  </a:lnTo>
                  <a:lnTo>
                    <a:pt x="277" y="127"/>
                  </a:lnTo>
                  <a:lnTo>
                    <a:pt x="278" y="129"/>
                  </a:lnTo>
                  <a:lnTo>
                    <a:pt x="277" y="130"/>
                  </a:lnTo>
                  <a:lnTo>
                    <a:pt x="277" y="131"/>
                  </a:lnTo>
                  <a:lnTo>
                    <a:pt x="275" y="132"/>
                  </a:lnTo>
                  <a:lnTo>
                    <a:pt x="277" y="134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4" y="132"/>
                  </a:lnTo>
                  <a:lnTo>
                    <a:pt x="271" y="131"/>
                  </a:lnTo>
                  <a:lnTo>
                    <a:pt x="271" y="130"/>
                  </a:lnTo>
                  <a:lnTo>
                    <a:pt x="270" y="129"/>
                  </a:lnTo>
                  <a:lnTo>
                    <a:pt x="269" y="126"/>
                  </a:lnTo>
                  <a:lnTo>
                    <a:pt x="269" y="125"/>
                  </a:lnTo>
                  <a:lnTo>
                    <a:pt x="270" y="123"/>
                  </a:lnTo>
                  <a:lnTo>
                    <a:pt x="270" y="122"/>
                  </a:lnTo>
                  <a:lnTo>
                    <a:pt x="273" y="121"/>
                  </a:lnTo>
                  <a:lnTo>
                    <a:pt x="273" y="121"/>
                  </a:lnTo>
                  <a:lnTo>
                    <a:pt x="274" y="122"/>
                  </a:lnTo>
                  <a:lnTo>
                    <a:pt x="275" y="121"/>
                  </a:lnTo>
                  <a:lnTo>
                    <a:pt x="275" y="119"/>
                  </a:lnTo>
                  <a:lnTo>
                    <a:pt x="277" y="118"/>
                  </a:lnTo>
                  <a:lnTo>
                    <a:pt x="278" y="114"/>
                  </a:lnTo>
                  <a:lnTo>
                    <a:pt x="279" y="111"/>
                  </a:lnTo>
                  <a:lnTo>
                    <a:pt x="280" y="109"/>
                  </a:lnTo>
                  <a:lnTo>
                    <a:pt x="279" y="109"/>
                  </a:lnTo>
                  <a:lnTo>
                    <a:pt x="277" y="106"/>
                  </a:lnTo>
                  <a:lnTo>
                    <a:pt x="275" y="106"/>
                  </a:lnTo>
                  <a:lnTo>
                    <a:pt x="274" y="106"/>
                  </a:lnTo>
                  <a:lnTo>
                    <a:pt x="273" y="106"/>
                  </a:lnTo>
                  <a:lnTo>
                    <a:pt x="269" y="106"/>
                  </a:lnTo>
                  <a:lnTo>
                    <a:pt x="265" y="106"/>
                  </a:lnTo>
                  <a:lnTo>
                    <a:pt x="261" y="106"/>
                  </a:lnTo>
                  <a:lnTo>
                    <a:pt x="257" y="106"/>
                  </a:lnTo>
                  <a:lnTo>
                    <a:pt x="254" y="105"/>
                  </a:lnTo>
                  <a:lnTo>
                    <a:pt x="253" y="105"/>
                  </a:lnTo>
                  <a:lnTo>
                    <a:pt x="250" y="105"/>
                  </a:lnTo>
                  <a:lnTo>
                    <a:pt x="250" y="102"/>
                  </a:lnTo>
                  <a:lnTo>
                    <a:pt x="249" y="100"/>
                  </a:lnTo>
                  <a:lnTo>
                    <a:pt x="249" y="98"/>
                  </a:lnTo>
                  <a:lnTo>
                    <a:pt x="249" y="96"/>
                  </a:lnTo>
                  <a:lnTo>
                    <a:pt x="246" y="93"/>
                  </a:lnTo>
                  <a:lnTo>
                    <a:pt x="246" y="93"/>
                  </a:lnTo>
                  <a:lnTo>
                    <a:pt x="245" y="94"/>
                  </a:lnTo>
                  <a:lnTo>
                    <a:pt x="244" y="93"/>
                  </a:lnTo>
                  <a:lnTo>
                    <a:pt x="242" y="92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2"/>
                  </a:lnTo>
                  <a:lnTo>
                    <a:pt x="241" y="93"/>
                  </a:lnTo>
                  <a:lnTo>
                    <a:pt x="240" y="93"/>
                  </a:lnTo>
                  <a:lnTo>
                    <a:pt x="237" y="93"/>
                  </a:lnTo>
                  <a:lnTo>
                    <a:pt x="236" y="90"/>
                  </a:lnTo>
                  <a:lnTo>
                    <a:pt x="236" y="89"/>
                  </a:lnTo>
                  <a:lnTo>
                    <a:pt x="233" y="88"/>
                  </a:lnTo>
                  <a:lnTo>
                    <a:pt x="233" y="86"/>
                  </a:lnTo>
                  <a:lnTo>
                    <a:pt x="232" y="88"/>
                  </a:lnTo>
                  <a:lnTo>
                    <a:pt x="230" y="88"/>
                  </a:lnTo>
                  <a:lnTo>
                    <a:pt x="230" y="90"/>
                  </a:lnTo>
                  <a:lnTo>
                    <a:pt x="232" y="90"/>
                  </a:lnTo>
                  <a:lnTo>
                    <a:pt x="230" y="94"/>
                  </a:lnTo>
                  <a:lnTo>
                    <a:pt x="229" y="97"/>
                  </a:lnTo>
                  <a:lnTo>
                    <a:pt x="228" y="100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40" y="101"/>
                  </a:lnTo>
                  <a:lnTo>
                    <a:pt x="238" y="102"/>
                  </a:lnTo>
                  <a:lnTo>
                    <a:pt x="240" y="105"/>
                  </a:lnTo>
                  <a:lnTo>
                    <a:pt x="238" y="106"/>
                  </a:lnTo>
                  <a:lnTo>
                    <a:pt x="237" y="106"/>
                  </a:lnTo>
                  <a:lnTo>
                    <a:pt x="234" y="107"/>
                  </a:lnTo>
                  <a:lnTo>
                    <a:pt x="233" y="110"/>
                  </a:lnTo>
                  <a:lnTo>
                    <a:pt x="232" y="110"/>
                  </a:lnTo>
                  <a:lnTo>
                    <a:pt x="232" y="115"/>
                  </a:lnTo>
                  <a:lnTo>
                    <a:pt x="234" y="118"/>
                  </a:lnTo>
                  <a:lnTo>
                    <a:pt x="237" y="119"/>
                  </a:lnTo>
                  <a:lnTo>
                    <a:pt x="240" y="123"/>
                  </a:lnTo>
                  <a:lnTo>
                    <a:pt x="240" y="127"/>
                  </a:lnTo>
                  <a:lnTo>
                    <a:pt x="241" y="130"/>
                  </a:lnTo>
                  <a:lnTo>
                    <a:pt x="241" y="132"/>
                  </a:lnTo>
                  <a:lnTo>
                    <a:pt x="241" y="136"/>
                  </a:lnTo>
                  <a:lnTo>
                    <a:pt x="245" y="140"/>
                  </a:lnTo>
                  <a:lnTo>
                    <a:pt x="245" y="144"/>
                  </a:lnTo>
                  <a:lnTo>
                    <a:pt x="245" y="146"/>
                  </a:lnTo>
                  <a:lnTo>
                    <a:pt x="246" y="150"/>
                  </a:lnTo>
                  <a:lnTo>
                    <a:pt x="245" y="150"/>
                  </a:lnTo>
                  <a:lnTo>
                    <a:pt x="246" y="152"/>
                  </a:lnTo>
                  <a:lnTo>
                    <a:pt x="245" y="155"/>
                  </a:lnTo>
                  <a:lnTo>
                    <a:pt x="244" y="152"/>
                  </a:lnTo>
                  <a:lnTo>
                    <a:pt x="244" y="154"/>
                  </a:lnTo>
                  <a:lnTo>
                    <a:pt x="242" y="154"/>
                  </a:lnTo>
                  <a:lnTo>
                    <a:pt x="241" y="151"/>
                  </a:lnTo>
                  <a:lnTo>
                    <a:pt x="241" y="150"/>
                  </a:lnTo>
                  <a:lnTo>
                    <a:pt x="241" y="151"/>
                  </a:lnTo>
                  <a:lnTo>
                    <a:pt x="240" y="152"/>
                  </a:lnTo>
                  <a:lnTo>
                    <a:pt x="240" y="151"/>
                  </a:lnTo>
                  <a:lnTo>
                    <a:pt x="240" y="152"/>
                  </a:lnTo>
                  <a:lnTo>
                    <a:pt x="238" y="152"/>
                  </a:lnTo>
                  <a:lnTo>
                    <a:pt x="237" y="152"/>
                  </a:lnTo>
                  <a:lnTo>
                    <a:pt x="236" y="152"/>
                  </a:lnTo>
                  <a:lnTo>
                    <a:pt x="234" y="148"/>
                  </a:lnTo>
                  <a:lnTo>
                    <a:pt x="236" y="147"/>
                  </a:lnTo>
                  <a:lnTo>
                    <a:pt x="233" y="146"/>
                  </a:lnTo>
                  <a:lnTo>
                    <a:pt x="232" y="146"/>
                  </a:lnTo>
                  <a:lnTo>
                    <a:pt x="232" y="146"/>
                  </a:lnTo>
                  <a:lnTo>
                    <a:pt x="233" y="147"/>
                  </a:lnTo>
                  <a:lnTo>
                    <a:pt x="234" y="147"/>
                  </a:lnTo>
                  <a:lnTo>
                    <a:pt x="233" y="148"/>
                  </a:lnTo>
                  <a:lnTo>
                    <a:pt x="233" y="150"/>
                  </a:lnTo>
                  <a:lnTo>
                    <a:pt x="233" y="151"/>
                  </a:lnTo>
                  <a:lnTo>
                    <a:pt x="230" y="154"/>
                  </a:lnTo>
                  <a:lnTo>
                    <a:pt x="224" y="156"/>
                  </a:lnTo>
                  <a:lnTo>
                    <a:pt x="223" y="157"/>
                  </a:lnTo>
                  <a:lnTo>
                    <a:pt x="221" y="159"/>
                  </a:lnTo>
                  <a:lnTo>
                    <a:pt x="220" y="161"/>
                  </a:lnTo>
                  <a:lnTo>
                    <a:pt x="221" y="163"/>
                  </a:lnTo>
                  <a:lnTo>
                    <a:pt x="223" y="165"/>
                  </a:lnTo>
                  <a:lnTo>
                    <a:pt x="223" y="165"/>
                  </a:lnTo>
                  <a:lnTo>
                    <a:pt x="223" y="167"/>
                  </a:lnTo>
                  <a:lnTo>
                    <a:pt x="220" y="168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9" y="172"/>
                  </a:lnTo>
                  <a:lnTo>
                    <a:pt x="215" y="176"/>
                  </a:lnTo>
                  <a:lnTo>
                    <a:pt x="215" y="177"/>
                  </a:lnTo>
                  <a:lnTo>
                    <a:pt x="208" y="180"/>
                  </a:lnTo>
                  <a:lnTo>
                    <a:pt x="207" y="180"/>
                  </a:lnTo>
                  <a:lnTo>
                    <a:pt x="207" y="179"/>
                  </a:lnTo>
                  <a:lnTo>
                    <a:pt x="207" y="177"/>
                  </a:lnTo>
                  <a:lnTo>
                    <a:pt x="205" y="177"/>
                  </a:lnTo>
                  <a:lnTo>
                    <a:pt x="204" y="180"/>
                  </a:lnTo>
                  <a:lnTo>
                    <a:pt x="203" y="180"/>
                  </a:lnTo>
                  <a:lnTo>
                    <a:pt x="201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198" y="189"/>
                  </a:lnTo>
                  <a:lnTo>
                    <a:pt x="195" y="194"/>
                  </a:lnTo>
                  <a:lnTo>
                    <a:pt x="184" y="202"/>
                  </a:lnTo>
                  <a:lnTo>
                    <a:pt x="183" y="206"/>
                  </a:lnTo>
                  <a:lnTo>
                    <a:pt x="180" y="209"/>
                  </a:lnTo>
                  <a:lnTo>
                    <a:pt x="176" y="210"/>
                  </a:lnTo>
                  <a:lnTo>
                    <a:pt x="173" y="213"/>
                  </a:lnTo>
                  <a:lnTo>
                    <a:pt x="173" y="215"/>
                  </a:lnTo>
                  <a:lnTo>
                    <a:pt x="173" y="218"/>
                  </a:lnTo>
                  <a:lnTo>
                    <a:pt x="171" y="221"/>
                  </a:lnTo>
                  <a:lnTo>
                    <a:pt x="169" y="222"/>
                  </a:lnTo>
                  <a:lnTo>
                    <a:pt x="163" y="222"/>
                  </a:lnTo>
                  <a:lnTo>
                    <a:pt x="161" y="223"/>
                  </a:lnTo>
                  <a:lnTo>
                    <a:pt x="161" y="226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4" y="229"/>
                  </a:lnTo>
                  <a:lnTo>
                    <a:pt x="153" y="229"/>
                  </a:lnTo>
                  <a:lnTo>
                    <a:pt x="149" y="232"/>
                  </a:lnTo>
                  <a:lnTo>
                    <a:pt x="149" y="234"/>
                  </a:lnTo>
                  <a:lnTo>
                    <a:pt x="149" y="239"/>
                  </a:lnTo>
                  <a:lnTo>
                    <a:pt x="150" y="244"/>
                  </a:lnTo>
                  <a:lnTo>
                    <a:pt x="149" y="247"/>
                  </a:lnTo>
                  <a:lnTo>
                    <a:pt x="149" y="250"/>
                  </a:lnTo>
                  <a:lnTo>
                    <a:pt x="149" y="259"/>
                  </a:lnTo>
                  <a:lnTo>
                    <a:pt x="151" y="260"/>
                  </a:lnTo>
                  <a:lnTo>
                    <a:pt x="153" y="265"/>
                  </a:lnTo>
                  <a:lnTo>
                    <a:pt x="150" y="273"/>
                  </a:lnTo>
                  <a:lnTo>
                    <a:pt x="146" y="279"/>
                  </a:lnTo>
                  <a:lnTo>
                    <a:pt x="146" y="284"/>
                  </a:lnTo>
                  <a:lnTo>
                    <a:pt x="148" y="285"/>
                  </a:lnTo>
                  <a:lnTo>
                    <a:pt x="149" y="296"/>
                  </a:lnTo>
                  <a:lnTo>
                    <a:pt x="149" y="298"/>
                  </a:lnTo>
                  <a:lnTo>
                    <a:pt x="146" y="298"/>
                  </a:lnTo>
                  <a:lnTo>
                    <a:pt x="145" y="298"/>
                  </a:lnTo>
                  <a:lnTo>
                    <a:pt x="142" y="298"/>
                  </a:lnTo>
                  <a:lnTo>
                    <a:pt x="141" y="301"/>
                  </a:lnTo>
                  <a:lnTo>
                    <a:pt x="141" y="302"/>
                  </a:lnTo>
                  <a:lnTo>
                    <a:pt x="138" y="306"/>
                  </a:lnTo>
                  <a:lnTo>
                    <a:pt x="137" y="307"/>
                  </a:lnTo>
                  <a:lnTo>
                    <a:pt x="137" y="309"/>
                  </a:lnTo>
                  <a:lnTo>
                    <a:pt x="141" y="311"/>
                  </a:lnTo>
                  <a:lnTo>
                    <a:pt x="142" y="311"/>
                  </a:lnTo>
                  <a:lnTo>
                    <a:pt x="142" y="313"/>
                  </a:lnTo>
                  <a:lnTo>
                    <a:pt x="141" y="311"/>
                  </a:lnTo>
                  <a:lnTo>
                    <a:pt x="140" y="310"/>
                  </a:lnTo>
                  <a:lnTo>
                    <a:pt x="134" y="313"/>
                  </a:lnTo>
                  <a:lnTo>
                    <a:pt x="133" y="313"/>
                  </a:lnTo>
                  <a:lnTo>
                    <a:pt x="129" y="314"/>
                  </a:lnTo>
                  <a:lnTo>
                    <a:pt x="128" y="317"/>
                  </a:lnTo>
                  <a:lnTo>
                    <a:pt x="128" y="318"/>
                  </a:lnTo>
                  <a:lnTo>
                    <a:pt x="128" y="318"/>
                  </a:lnTo>
                  <a:lnTo>
                    <a:pt x="128" y="319"/>
                  </a:lnTo>
                  <a:lnTo>
                    <a:pt x="126" y="322"/>
                  </a:lnTo>
                  <a:lnTo>
                    <a:pt x="122" y="325"/>
                  </a:lnTo>
                  <a:lnTo>
                    <a:pt x="119" y="325"/>
                  </a:lnTo>
                  <a:lnTo>
                    <a:pt x="115" y="322"/>
                  </a:lnTo>
                  <a:lnTo>
                    <a:pt x="111" y="318"/>
                  </a:lnTo>
                  <a:lnTo>
                    <a:pt x="107" y="309"/>
                  </a:lnTo>
                  <a:lnTo>
                    <a:pt x="107" y="305"/>
                  </a:lnTo>
                  <a:lnTo>
                    <a:pt x="105" y="300"/>
                  </a:lnTo>
                  <a:lnTo>
                    <a:pt x="103" y="294"/>
                  </a:lnTo>
                  <a:lnTo>
                    <a:pt x="103" y="293"/>
                  </a:lnTo>
                  <a:lnTo>
                    <a:pt x="101" y="293"/>
                  </a:lnTo>
                  <a:lnTo>
                    <a:pt x="100" y="289"/>
                  </a:lnTo>
                  <a:lnTo>
                    <a:pt x="100" y="285"/>
                  </a:lnTo>
                  <a:lnTo>
                    <a:pt x="96" y="281"/>
                  </a:lnTo>
                  <a:lnTo>
                    <a:pt x="94" y="277"/>
                  </a:lnTo>
                  <a:lnTo>
                    <a:pt x="94" y="277"/>
                  </a:lnTo>
                  <a:lnTo>
                    <a:pt x="90" y="275"/>
                  </a:lnTo>
                  <a:lnTo>
                    <a:pt x="88" y="271"/>
                  </a:lnTo>
                  <a:lnTo>
                    <a:pt x="87" y="271"/>
                  </a:lnTo>
                  <a:lnTo>
                    <a:pt x="87" y="265"/>
                  </a:lnTo>
                  <a:lnTo>
                    <a:pt x="86" y="263"/>
                  </a:lnTo>
                  <a:lnTo>
                    <a:pt x="84" y="257"/>
                  </a:lnTo>
                  <a:lnTo>
                    <a:pt x="83" y="255"/>
                  </a:lnTo>
                  <a:lnTo>
                    <a:pt x="82" y="252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9" y="246"/>
                  </a:lnTo>
                  <a:lnTo>
                    <a:pt x="76" y="242"/>
                  </a:lnTo>
                  <a:lnTo>
                    <a:pt x="76" y="240"/>
                  </a:lnTo>
                  <a:lnTo>
                    <a:pt x="75" y="240"/>
                  </a:lnTo>
                  <a:lnTo>
                    <a:pt x="72" y="235"/>
                  </a:lnTo>
                  <a:lnTo>
                    <a:pt x="72" y="234"/>
                  </a:lnTo>
                  <a:lnTo>
                    <a:pt x="71" y="232"/>
                  </a:lnTo>
                  <a:lnTo>
                    <a:pt x="70" y="230"/>
                  </a:lnTo>
                  <a:lnTo>
                    <a:pt x="68" y="229"/>
                  </a:lnTo>
                  <a:lnTo>
                    <a:pt x="67" y="223"/>
                  </a:lnTo>
                  <a:lnTo>
                    <a:pt x="66" y="21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59" y="200"/>
                  </a:lnTo>
                  <a:lnTo>
                    <a:pt x="62" y="200"/>
                  </a:lnTo>
                  <a:lnTo>
                    <a:pt x="58" y="196"/>
                  </a:lnTo>
                  <a:lnTo>
                    <a:pt x="58" y="193"/>
                  </a:lnTo>
                  <a:lnTo>
                    <a:pt x="61" y="193"/>
                  </a:lnTo>
                  <a:lnTo>
                    <a:pt x="59" y="190"/>
                  </a:lnTo>
                  <a:lnTo>
                    <a:pt x="58" y="189"/>
                  </a:lnTo>
                  <a:lnTo>
                    <a:pt x="55" y="182"/>
                  </a:lnTo>
                  <a:lnTo>
                    <a:pt x="54" y="179"/>
                  </a:lnTo>
                  <a:lnTo>
                    <a:pt x="57" y="177"/>
                  </a:lnTo>
                  <a:lnTo>
                    <a:pt x="55" y="176"/>
                  </a:lnTo>
                  <a:lnTo>
                    <a:pt x="54" y="175"/>
                  </a:lnTo>
                  <a:lnTo>
                    <a:pt x="55" y="172"/>
                  </a:lnTo>
                  <a:lnTo>
                    <a:pt x="55" y="168"/>
                  </a:lnTo>
                  <a:lnTo>
                    <a:pt x="54" y="164"/>
                  </a:lnTo>
                  <a:lnTo>
                    <a:pt x="53" y="164"/>
                  </a:lnTo>
                  <a:lnTo>
                    <a:pt x="53" y="157"/>
                  </a:lnTo>
                  <a:lnTo>
                    <a:pt x="55" y="156"/>
                  </a:lnTo>
                  <a:lnTo>
                    <a:pt x="55" y="155"/>
                  </a:lnTo>
                  <a:lnTo>
                    <a:pt x="58" y="155"/>
                  </a:lnTo>
                  <a:lnTo>
                    <a:pt x="55" y="155"/>
                  </a:lnTo>
                  <a:lnTo>
                    <a:pt x="53" y="155"/>
                  </a:lnTo>
                  <a:lnTo>
                    <a:pt x="51" y="155"/>
                  </a:lnTo>
                  <a:lnTo>
                    <a:pt x="51" y="152"/>
                  </a:lnTo>
                  <a:lnTo>
                    <a:pt x="50" y="15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53" y="148"/>
                  </a:lnTo>
                  <a:lnTo>
                    <a:pt x="55" y="147"/>
                  </a:lnTo>
                  <a:lnTo>
                    <a:pt x="55" y="144"/>
                  </a:lnTo>
                  <a:lnTo>
                    <a:pt x="54" y="146"/>
                  </a:lnTo>
                  <a:lnTo>
                    <a:pt x="53" y="146"/>
                  </a:lnTo>
                  <a:lnTo>
                    <a:pt x="50" y="146"/>
                  </a:lnTo>
                  <a:lnTo>
                    <a:pt x="49" y="144"/>
                  </a:lnTo>
                  <a:lnTo>
                    <a:pt x="49" y="146"/>
                  </a:lnTo>
                  <a:lnTo>
                    <a:pt x="49" y="148"/>
                  </a:lnTo>
                  <a:lnTo>
                    <a:pt x="46" y="152"/>
                  </a:lnTo>
                  <a:lnTo>
                    <a:pt x="49" y="155"/>
                  </a:lnTo>
                  <a:lnTo>
                    <a:pt x="47" y="159"/>
                  </a:lnTo>
                  <a:lnTo>
                    <a:pt x="46" y="160"/>
                  </a:lnTo>
                  <a:lnTo>
                    <a:pt x="46" y="161"/>
                  </a:lnTo>
                  <a:lnTo>
                    <a:pt x="42" y="164"/>
                  </a:lnTo>
                  <a:lnTo>
                    <a:pt x="36" y="168"/>
                  </a:lnTo>
                  <a:lnTo>
                    <a:pt x="33" y="168"/>
                  </a:lnTo>
                  <a:lnTo>
                    <a:pt x="29" y="168"/>
                  </a:lnTo>
                  <a:lnTo>
                    <a:pt x="20" y="160"/>
                  </a:lnTo>
                  <a:lnTo>
                    <a:pt x="16" y="155"/>
                  </a:lnTo>
                  <a:lnTo>
                    <a:pt x="16" y="155"/>
                  </a:lnTo>
                  <a:lnTo>
                    <a:pt x="15" y="155"/>
                  </a:lnTo>
                  <a:lnTo>
                    <a:pt x="13" y="154"/>
                  </a:lnTo>
                  <a:lnTo>
                    <a:pt x="8" y="148"/>
                  </a:lnTo>
                  <a:lnTo>
                    <a:pt x="8" y="147"/>
                  </a:lnTo>
                  <a:lnTo>
                    <a:pt x="8" y="146"/>
                  </a:lnTo>
                  <a:lnTo>
                    <a:pt x="9" y="146"/>
                  </a:lnTo>
                  <a:lnTo>
                    <a:pt x="9" y="147"/>
                  </a:lnTo>
                  <a:lnTo>
                    <a:pt x="11" y="146"/>
                  </a:lnTo>
                  <a:lnTo>
                    <a:pt x="11" y="148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7"/>
                  </a:lnTo>
                  <a:lnTo>
                    <a:pt x="16" y="148"/>
                  </a:lnTo>
                  <a:lnTo>
                    <a:pt x="17" y="147"/>
                  </a:lnTo>
                  <a:lnTo>
                    <a:pt x="21" y="143"/>
                  </a:lnTo>
                  <a:lnTo>
                    <a:pt x="22" y="143"/>
                  </a:lnTo>
                  <a:lnTo>
                    <a:pt x="25" y="140"/>
                  </a:lnTo>
                  <a:lnTo>
                    <a:pt x="26" y="140"/>
                  </a:lnTo>
                  <a:lnTo>
                    <a:pt x="26" y="138"/>
                  </a:lnTo>
                  <a:lnTo>
                    <a:pt x="25" y="138"/>
                  </a:lnTo>
                  <a:lnTo>
                    <a:pt x="24" y="138"/>
                  </a:lnTo>
                  <a:lnTo>
                    <a:pt x="24" y="138"/>
                  </a:lnTo>
                  <a:lnTo>
                    <a:pt x="24" y="139"/>
                  </a:lnTo>
                  <a:lnTo>
                    <a:pt x="18" y="142"/>
                  </a:lnTo>
                  <a:lnTo>
                    <a:pt x="16" y="142"/>
                  </a:lnTo>
                  <a:lnTo>
                    <a:pt x="15" y="142"/>
                  </a:lnTo>
                  <a:lnTo>
                    <a:pt x="7" y="139"/>
                  </a:lnTo>
                  <a:lnTo>
                    <a:pt x="3" y="135"/>
                  </a:lnTo>
                  <a:lnTo>
                    <a:pt x="1" y="135"/>
                  </a:lnTo>
                  <a:lnTo>
                    <a:pt x="1" y="132"/>
                  </a:lnTo>
                  <a:lnTo>
                    <a:pt x="4" y="130"/>
                  </a:lnTo>
                  <a:lnTo>
                    <a:pt x="7" y="129"/>
                  </a:lnTo>
                  <a:lnTo>
                    <a:pt x="3" y="129"/>
                  </a:lnTo>
                  <a:lnTo>
                    <a:pt x="0" y="131"/>
                  </a:lnTo>
                  <a:lnTo>
                    <a:pt x="0" y="127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5" y="122"/>
                  </a:lnTo>
                  <a:lnTo>
                    <a:pt x="7" y="123"/>
                  </a:lnTo>
                  <a:lnTo>
                    <a:pt x="8" y="122"/>
                  </a:lnTo>
                  <a:lnTo>
                    <a:pt x="17" y="122"/>
                  </a:lnTo>
                  <a:lnTo>
                    <a:pt x="21" y="121"/>
                  </a:lnTo>
                  <a:lnTo>
                    <a:pt x="22" y="119"/>
                  </a:lnTo>
                  <a:lnTo>
                    <a:pt x="25" y="119"/>
                  </a:lnTo>
                  <a:lnTo>
                    <a:pt x="24" y="121"/>
                  </a:lnTo>
                  <a:lnTo>
                    <a:pt x="25" y="122"/>
                  </a:lnTo>
                  <a:lnTo>
                    <a:pt x="28" y="121"/>
                  </a:lnTo>
                  <a:lnTo>
                    <a:pt x="30" y="119"/>
                  </a:lnTo>
                  <a:lnTo>
                    <a:pt x="29" y="118"/>
                  </a:lnTo>
                  <a:lnTo>
                    <a:pt x="29" y="117"/>
                  </a:lnTo>
                  <a:lnTo>
                    <a:pt x="26" y="109"/>
                  </a:lnTo>
                  <a:lnTo>
                    <a:pt x="25" y="106"/>
                  </a:lnTo>
                  <a:lnTo>
                    <a:pt x="25" y="105"/>
                  </a:lnTo>
                  <a:lnTo>
                    <a:pt x="24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7" y="97"/>
                  </a:lnTo>
                  <a:lnTo>
                    <a:pt x="17" y="93"/>
                  </a:lnTo>
                  <a:lnTo>
                    <a:pt x="16" y="90"/>
                  </a:lnTo>
                  <a:lnTo>
                    <a:pt x="13" y="89"/>
                  </a:lnTo>
                  <a:lnTo>
                    <a:pt x="12" y="90"/>
                  </a:lnTo>
                  <a:lnTo>
                    <a:pt x="9" y="89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9" y="81"/>
                  </a:lnTo>
                  <a:lnTo>
                    <a:pt x="11" y="81"/>
                  </a:lnTo>
                  <a:lnTo>
                    <a:pt x="13" y="77"/>
                  </a:lnTo>
                  <a:lnTo>
                    <a:pt x="15" y="75"/>
                  </a:lnTo>
                  <a:lnTo>
                    <a:pt x="16" y="73"/>
                  </a:lnTo>
                  <a:lnTo>
                    <a:pt x="18" y="72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2" y="76"/>
                  </a:lnTo>
                  <a:lnTo>
                    <a:pt x="28" y="73"/>
                  </a:lnTo>
                  <a:lnTo>
                    <a:pt x="33" y="73"/>
                  </a:lnTo>
                  <a:lnTo>
                    <a:pt x="37" y="69"/>
                  </a:lnTo>
                  <a:lnTo>
                    <a:pt x="40" y="63"/>
                  </a:lnTo>
                  <a:lnTo>
                    <a:pt x="45" y="59"/>
                  </a:lnTo>
                  <a:lnTo>
                    <a:pt x="46" y="56"/>
                  </a:lnTo>
                  <a:lnTo>
                    <a:pt x="47" y="52"/>
                  </a:lnTo>
                  <a:lnTo>
                    <a:pt x="50" y="48"/>
                  </a:lnTo>
                  <a:lnTo>
                    <a:pt x="53" y="47"/>
                  </a:lnTo>
                  <a:lnTo>
                    <a:pt x="54" y="43"/>
                  </a:lnTo>
                  <a:lnTo>
                    <a:pt x="54" y="42"/>
                  </a:lnTo>
                  <a:lnTo>
                    <a:pt x="53" y="40"/>
                  </a:lnTo>
                  <a:lnTo>
                    <a:pt x="57" y="36"/>
                  </a:lnTo>
                  <a:lnTo>
                    <a:pt x="58" y="35"/>
                  </a:lnTo>
                  <a:lnTo>
                    <a:pt x="59" y="32"/>
                  </a:lnTo>
                  <a:lnTo>
                    <a:pt x="59" y="26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61" y="17"/>
                  </a:lnTo>
                  <a:lnTo>
                    <a:pt x="63" y="17"/>
                  </a:lnTo>
                  <a:lnTo>
                    <a:pt x="66" y="15"/>
                  </a:lnTo>
                  <a:lnTo>
                    <a:pt x="67" y="15"/>
                  </a:lnTo>
                  <a:lnTo>
                    <a:pt x="70" y="11"/>
                  </a:lnTo>
                  <a:lnTo>
                    <a:pt x="74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8" name="Freeform 368">
              <a:extLst>
                <a:ext uri="{FF2B5EF4-FFF2-40B4-BE49-F238E27FC236}">
                  <a16:creationId xmlns:a16="http://schemas.microsoft.com/office/drawing/2014/main" id="{2E8C2AE7-691C-4677-B497-41C5DD3D7F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9280" y="4900082"/>
              <a:ext cx="544034" cy="716314"/>
            </a:xfrm>
            <a:custGeom>
              <a:avLst/>
              <a:gdLst>
                <a:gd name="T0" fmla="*/ 45 w 60"/>
                <a:gd name="T1" fmla="*/ 57 h 79"/>
                <a:gd name="T2" fmla="*/ 45 w 60"/>
                <a:gd name="T3" fmla="*/ 54 h 79"/>
                <a:gd name="T4" fmla="*/ 42 w 60"/>
                <a:gd name="T5" fmla="*/ 58 h 79"/>
                <a:gd name="T6" fmla="*/ 41 w 60"/>
                <a:gd name="T7" fmla="*/ 57 h 79"/>
                <a:gd name="T8" fmla="*/ 37 w 60"/>
                <a:gd name="T9" fmla="*/ 53 h 79"/>
                <a:gd name="T10" fmla="*/ 35 w 60"/>
                <a:gd name="T11" fmla="*/ 58 h 79"/>
                <a:gd name="T12" fmla="*/ 37 w 60"/>
                <a:gd name="T13" fmla="*/ 53 h 79"/>
                <a:gd name="T14" fmla="*/ 8 w 60"/>
                <a:gd name="T15" fmla="*/ 3 h 79"/>
                <a:gd name="T16" fmla="*/ 12 w 60"/>
                <a:gd name="T17" fmla="*/ 7 h 79"/>
                <a:gd name="T18" fmla="*/ 12 w 60"/>
                <a:gd name="T19" fmla="*/ 4 h 79"/>
                <a:gd name="T20" fmla="*/ 16 w 60"/>
                <a:gd name="T21" fmla="*/ 7 h 79"/>
                <a:gd name="T22" fmla="*/ 18 w 60"/>
                <a:gd name="T23" fmla="*/ 7 h 79"/>
                <a:gd name="T24" fmla="*/ 21 w 60"/>
                <a:gd name="T25" fmla="*/ 14 h 79"/>
                <a:gd name="T26" fmla="*/ 25 w 60"/>
                <a:gd name="T27" fmla="*/ 19 h 79"/>
                <a:gd name="T28" fmla="*/ 33 w 60"/>
                <a:gd name="T29" fmla="*/ 20 h 79"/>
                <a:gd name="T30" fmla="*/ 45 w 60"/>
                <a:gd name="T31" fmla="*/ 20 h 79"/>
                <a:gd name="T32" fmla="*/ 49 w 60"/>
                <a:gd name="T33" fmla="*/ 20 h 79"/>
                <a:gd name="T34" fmla="*/ 51 w 60"/>
                <a:gd name="T35" fmla="*/ 25 h 79"/>
                <a:gd name="T36" fmla="*/ 47 w 60"/>
                <a:gd name="T37" fmla="*/ 33 h 79"/>
                <a:gd name="T38" fmla="*/ 45 w 60"/>
                <a:gd name="T39" fmla="*/ 35 h 79"/>
                <a:gd name="T40" fmla="*/ 42 w 60"/>
                <a:gd name="T41" fmla="*/ 37 h 79"/>
                <a:gd name="T42" fmla="*/ 42 w 60"/>
                <a:gd name="T43" fmla="*/ 43 h 79"/>
                <a:gd name="T44" fmla="*/ 46 w 60"/>
                <a:gd name="T45" fmla="*/ 46 h 79"/>
                <a:gd name="T46" fmla="*/ 49 w 60"/>
                <a:gd name="T47" fmla="*/ 48 h 79"/>
                <a:gd name="T48" fmla="*/ 49 w 60"/>
                <a:gd name="T49" fmla="*/ 44 h 79"/>
                <a:gd name="T50" fmla="*/ 50 w 60"/>
                <a:gd name="T51" fmla="*/ 41 h 79"/>
                <a:gd name="T52" fmla="*/ 54 w 60"/>
                <a:gd name="T53" fmla="*/ 43 h 79"/>
                <a:gd name="T54" fmla="*/ 56 w 60"/>
                <a:gd name="T55" fmla="*/ 50 h 79"/>
                <a:gd name="T56" fmla="*/ 59 w 60"/>
                <a:gd name="T57" fmla="*/ 60 h 79"/>
                <a:gd name="T58" fmla="*/ 60 w 60"/>
                <a:gd name="T59" fmla="*/ 64 h 79"/>
                <a:gd name="T60" fmla="*/ 60 w 60"/>
                <a:gd name="T61" fmla="*/ 68 h 79"/>
                <a:gd name="T62" fmla="*/ 56 w 60"/>
                <a:gd name="T63" fmla="*/ 73 h 79"/>
                <a:gd name="T64" fmla="*/ 56 w 60"/>
                <a:gd name="T65" fmla="*/ 77 h 79"/>
                <a:gd name="T66" fmla="*/ 55 w 60"/>
                <a:gd name="T67" fmla="*/ 75 h 79"/>
                <a:gd name="T68" fmla="*/ 52 w 60"/>
                <a:gd name="T69" fmla="*/ 70 h 79"/>
                <a:gd name="T70" fmla="*/ 50 w 60"/>
                <a:gd name="T71" fmla="*/ 70 h 79"/>
                <a:gd name="T72" fmla="*/ 50 w 60"/>
                <a:gd name="T73" fmla="*/ 65 h 79"/>
                <a:gd name="T74" fmla="*/ 49 w 60"/>
                <a:gd name="T75" fmla="*/ 60 h 79"/>
                <a:gd name="T76" fmla="*/ 45 w 60"/>
                <a:gd name="T77" fmla="*/ 53 h 79"/>
                <a:gd name="T78" fmla="*/ 37 w 60"/>
                <a:gd name="T79" fmla="*/ 52 h 79"/>
                <a:gd name="T80" fmla="*/ 33 w 60"/>
                <a:gd name="T81" fmla="*/ 49 h 79"/>
                <a:gd name="T82" fmla="*/ 34 w 60"/>
                <a:gd name="T83" fmla="*/ 52 h 79"/>
                <a:gd name="T84" fmla="*/ 33 w 60"/>
                <a:gd name="T85" fmla="*/ 54 h 79"/>
                <a:gd name="T86" fmla="*/ 31 w 60"/>
                <a:gd name="T87" fmla="*/ 61 h 79"/>
                <a:gd name="T88" fmla="*/ 29 w 60"/>
                <a:gd name="T89" fmla="*/ 61 h 79"/>
                <a:gd name="T90" fmla="*/ 29 w 60"/>
                <a:gd name="T91" fmla="*/ 61 h 79"/>
                <a:gd name="T92" fmla="*/ 27 w 60"/>
                <a:gd name="T93" fmla="*/ 57 h 79"/>
                <a:gd name="T94" fmla="*/ 27 w 60"/>
                <a:gd name="T95" fmla="*/ 57 h 79"/>
                <a:gd name="T96" fmla="*/ 25 w 60"/>
                <a:gd name="T97" fmla="*/ 61 h 79"/>
                <a:gd name="T98" fmla="*/ 25 w 60"/>
                <a:gd name="T99" fmla="*/ 66 h 79"/>
                <a:gd name="T100" fmla="*/ 22 w 60"/>
                <a:gd name="T101" fmla="*/ 65 h 79"/>
                <a:gd name="T102" fmla="*/ 20 w 60"/>
                <a:gd name="T103" fmla="*/ 66 h 79"/>
                <a:gd name="T104" fmla="*/ 17 w 60"/>
                <a:gd name="T105" fmla="*/ 60 h 79"/>
                <a:gd name="T106" fmla="*/ 13 w 60"/>
                <a:gd name="T107" fmla="*/ 50 h 79"/>
                <a:gd name="T108" fmla="*/ 12 w 60"/>
                <a:gd name="T109" fmla="*/ 41 h 79"/>
                <a:gd name="T110" fmla="*/ 6 w 60"/>
                <a:gd name="T111" fmla="*/ 32 h 79"/>
                <a:gd name="T112" fmla="*/ 5 w 60"/>
                <a:gd name="T113" fmla="*/ 24 h 79"/>
                <a:gd name="T114" fmla="*/ 10 w 60"/>
                <a:gd name="T115" fmla="*/ 20 h 79"/>
                <a:gd name="T116" fmla="*/ 12 w 60"/>
                <a:gd name="T117" fmla="*/ 15 h 79"/>
                <a:gd name="T118" fmla="*/ 0 w 60"/>
                <a:gd name="T119" fmla="*/ 14 h 79"/>
                <a:gd name="T120" fmla="*/ 4 w 60"/>
                <a:gd name="T121" fmla="*/ 4 h 79"/>
                <a:gd name="T122" fmla="*/ 4 w 60"/>
                <a:gd name="T123" fmla="*/ 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" h="79">
                  <a:moveTo>
                    <a:pt x="45" y="54"/>
                  </a:moveTo>
                  <a:lnTo>
                    <a:pt x="45" y="56"/>
                  </a:lnTo>
                  <a:lnTo>
                    <a:pt x="45" y="57"/>
                  </a:lnTo>
                  <a:lnTo>
                    <a:pt x="43" y="58"/>
                  </a:lnTo>
                  <a:lnTo>
                    <a:pt x="43" y="56"/>
                  </a:lnTo>
                  <a:lnTo>
                    <a:pt x="45" y="54"/>
                  </a:lnTo>
                  <a:close/>
                  <a:moveTo>
                    <a:pt x="39" y="54"/>
                  </a:moveTo>
                  <a:lnTo>
                    <a:pt x="42" y="56"/>
                  </a:lnTo>
                  <a:lnTo>
                    <a:pt x="42" y="58"/>
                  </a:lnTo>
                  <a:lnTo>
                    <a:pt x="41" y="61"/>
                  </a:lnTo>
                  <a:lnTo>
                    <a:pt x="39" y="60"/>
                  </a:lnTo>
                  <a:lnTo>
                    <a:pt x="41" y="57"/>
                  </a:lnTo>
                  <a:lnTo>
                    <a:pt x="39" y="56"/>
                  </a:lnTo>
                  <a:lnTo>
                    <a:pt x="39" y="54"/>
                  </a:lnTo>
                  <a:close/>
                  <a:moveTo>
                    <a:pt x="37" y="53"/>
                  </a:moveTo>
                  <a:lnTo>
                    <a:pt x="38" y="56"/>
                  </a:lnTo>
                  <a:lnTo>
                    <a:pt x="38" y="60"/>
                  </a:lnTo>
                  <a:lnTo>
                    <a:pt x="35" y="58"/>
                  </a:lnTo>
                  <a:lnTo>
                    <a:pt x="34" y="56"/>
                  </a:lnTo>
                  <a:lnTo>
                    <a:pt x="34" y="54"/>
                  </a:lnTo>
                  <a:lnTo>
                    <a:pt x="37" y="53"/>
                  </a:lnTo>
                  <a:close/>
                  <a:moveTo>
                    <a:pt x="5" y="0"/>
                  </a:moveTo>
                  <a:lnTo>
                    <a:pt x="5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7"/>
                  </a:lnTo>
                  <a:lnTo>
                    <a:pt x="17" y="8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1" y="14"/>
                  </a:lnTo>
                  <a:lnTo>
                    <a:pt x="22" y="16"/>
                  </a:lnTo>
                  <a:lnTo>
                    <a:pt x="22" y="19"/>
                  </a:lnTo>
                  <a:lnTo>
                    <a:pt x="25" y="19"/>
                  </a:lnTo>
                  <a:lnTo>
                    <a:pt x="26" y="19"/>
                  </a:lnTo>
                  <a:lnTo>
                    <a:pt x="29" y="20"/>
                  </a:lnTo>
                  <a:lnTo>
                    <a:pt x="33" y="20"/>
                  </a:lnTo>
                  <a:lnTo>
                    <a:pt x="37" y="20"/>
                  </a:lnTo>
                  <a:lnTo>
                    <a:pt x="41" y="20"/>
                  </a:lnTo>
                  <a:lnTo>
                    <a:pt x="45" y="20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51" y="23"/>
                  </a:lnTo>
                  <a:lnTo>
                    <a:pt x="52" y="23"/>
                  </a:lnTo>
                  <a:lnTo>
                    <a:pt x="51" y="25"/>
                  </a:lnTo>
                  <a:lnTo>
                    <a:pt x="50" y="28"/>
                  </a:lnTo>
                  <a:lnTo>
                    <a:pt x="49" y="32"/>
                  </a:lnTo>
                  <a:lnTo>
                    <a:pt x="47" y="33"/>
                  </a:lnTo>
                  <a:lnTo>
                    <a:pt x="47" y="35"/>
                  </a:lnTo>
                  <a:lnTo>
                    <a:pt x="46" y="36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2" y="36"/>
                  </a:lnTo>
                  <a:lnTo>
                    <a:pt x="42" y="37"/>
                  </a:lnTo>
                  <a:lnTo>
                    <a:pt x="41" y="39"/>
                  </a:lnTo>
                  <a:lnTo>
                    <a:pt x="41" y="40"/>
                  </a:lnTo>
                  <a:lnTo>
                    <a:pt x="42" y="43"/>
                  </a:lnTo>
                  <a:lnTo>
                    <a:pt x="43" y="44"/>
                  </a:lnTo>
                  <a:lnTo>
                    <a:pt x="43" y="45"/>
                  </a:lnTo>
                  <a:lnTo>
                    <a:pt x="46" y="46"/>
                  </a:lnTo>
                  <a:lnTo>
                    <a:pt x="47" y="49"/>
                  </a:lnTo>
                  <a:lnTo>
                    <a:pt x="49" y="49"/>
                  </a:lnTo>
                  <a:lnTo>
                    <a:pt x="49" y="48"/>
                  </a:lnTo>
                  <a:lnTo>
                    <a:pt x="47" y="46"/>
                  </a:lnTo>
                  <a:lnTo>
                    <a:pt x="49" y="45"/>
                  </a:lnTo>
                  <a:lnTo>
                    <a:pt x="49" y="44"/>
                  </a:lnTo>
                  <a:lnTo>
                    <a:pt x="50" y="43"/>
                  </a:lnTo>
                  <a:lnTo>
                    <a:pt x="49" y="41"/>
                  </a:lnTo>
                  <a:lnTo>
                    <a:pt x="50" y="41"/>
                  </a:lnTo>
                  <a:lnTo>
                    <a:pt x="51" y="41"/>
                  </a:lnTo>
                  <a:lnTo>
                    <a:pt x="54" y="41"/>
                  </a:lnTo>
                  <a:lnTo>
                    <a:pt x="54" y="43"/>
                  </a:lnTo>
                  <a:lnTo>
                    <a:pt x="55" y="44"/>
                  </a:lnTo>
                  <a:lnTo>
                    <a:pt x="56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8" y="57"/>
                  </a:lnTo>
                  <a:lnTo>
                    <a:pt x="59" y="60"/>
                  </a:lnTo>
                  <a:lnTo>
                    <a:pt x="59" y="62"/>
                  </a:lnTo>
                  <a:lnTo>
                    <a:pt x="60" y="62"/>
                  </a:lnTo>
                  <a:lnTo>
                    <a:pt x="60" y="64"/>
                  </a:lnTo>
                  <a:lnTo>
                    <a:pt x="60" y="65"/>
                  </a:lnTo>
                  <a:lnTo>
                    <a:pt x="60" y="65"/>
                  </a:lnTo>
                  <a:lnTo>
                    <a:pt x="60" y="68"/>
                  </a:lnTo>
                  <a:lnTo>
                    <a:pt x="60" y="71"/>
                  </a:lnTo>
                  <a:lnTo>
                    <a:pt x="59" y="70"/>
                  </a:lnTo>
                  <a:lnTo>
                    <a:pt x="56" y="73"/>
                  </a:lnTo>
                  <a:lnTo>
                    <a:pt x="56" y="75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5" y="75"/>
                  </a:lnTo>
                  <a:lnTo>
                    <a:pt x="52" y="73"/>
                  </a:lnTo>
                  <a:lnTo>
                    <a:pt x="51" y="71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1" y="69"/>
                  </a:lnTo>
                  <a:lnTo>
                    <a:pt x="50" y="70"/>
                  </a:lnTo>
                  <a:lnTo>
                    <a:pt x="50" y="69"/>
                  </a:lnTo>
                  <a:lnTo>
                    <a:pt x="51" y="66"/>
                  </a:lnTo>
                  <a:lnTo>
                    <a:pt x="50" y="65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49" y="60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5" y="53"/>
                  </a:lnTo>
                  <a:lnTo>
                    <a:pt x="43" y="52"/>
                  </a:lnTo>
                  <a:lnTo>
                    <a:pt x="41" y="53"/>
                  </a:lnTo>
                  <a:lnTo>
                    <a:pt x="37" y="52"/>
                  </a:lnTo>
                  <a:lnTo>
                    <a:pt x="37" y="50"/>
                  </a:lnTo>
                  <a:lnTo>
                    <a:pt x="35" y="50"/>
                  </a:lnTo>
                  <a:lnTo>
                    <a:pt x="33" y="49"/>
                  </a:lnTo>
                  <a:lnTo>
                    <a:pt x="33" y="45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4" y="57"/>
                  </a:lnTo>
                  <a:lnTo>
                    <a:pt x="34" y="61"/>
                  </a:lnTo>
                  <a:lnTo>
                    <a:pt x="31" y="61"/>
                  </a:lnTo>
                  <a:lnTo>
                    <a:pt x="30" y="65"/>
                  </a:lnTo>
                  <a:lnTo>
                    <a:pt x="29" y="64"/>
                  </a:lnTo>
                  <a:lnTo>
                    <a:pt x="29" y="61"/>
                  </a:lnTo>
                  <a:lnTo>
                    <a:pt x="30" y="61"/>
                  </a:lnTo>
                  <a:lnTo>
                    <a:pt x="31" y="60"/>
                  </a:lnTo>
                  <a:lnTo>
                    <a:pt x="29" y="61"/>
                  </a:lnTo>
                  <a:lnTo>
                    <a:pt x="27" y="64"/>
                  </a:lnTo>
                  <a:lnTo>
                    <a:pt x="26" y="61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6" y="56"/>
                  </a:lnTo>
                  <a:lnTo>
                    <a:pt x="27" y="57"/>
                  </a:lnTo>
                  <a:lnTo>
                    <a:pt x="26" y="58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6" y="64"/>
                  </a:lnTo>
                  <a:lnTo>
                    <a:pt x="26" y="65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4" y="65"/>
                  </a:lnTo>
                  <a:lnTo>
                    <a:pt x="22" y="65"/>
                  </a:lnTo>
                  <a:lnTo>
                    <a:pt x="22" y="66"/>
                  </a:lnTo>
                  <a:lnTo>
                    <a:pt x="21" y="66"/>
                  </a:lnTo>
                  <a:lnTo>
                    <a:pt x="20" y="66"/>
                  </a:lnTo>
                  <a:lnTo>
                    <a:pt x="20" y="64"/>
                  </a:lnTo>
                  <a:lnTo>
                    <a:pt x="18" y="64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4"/>
                  </a:lnTo>
                  <a:lnTo>
                    <a:pt x="13" y="50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2" y="41"/>
                  </a:lnTo>
                  <a:lnTo>
                    <a:pt x="12" y="37"/>
                  </a:lnTo>
                  <a:lnTo>
                    <a:pt x="9" y="33"/>
                  </a:lnTo>
                  <a:lnTo>
                    <a:pt x="6" y="32"/>
                  </a:lnTo>
                  <a:lnTo>
                    <a:pt x="4" y="29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6" y="21"/>
                  </a:lnTo>
                  <a:lnTo>
                    <a:pt x="9" y="20"/>
                  </a:lnTo>
                  <a:lnTo>
                    <a:pt x="10" y="20"/>
                  </a:lnTo>
                  <a:lnTo>
                    <a:pt x="12" y="19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0" y="14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9" name="Freeform 369">
              <a:extLst>
                <a:ext uri="{FF2B5EF4-FFF2-40B4-BE49-F238E27FC236}">
                  <a16:creationId xmlns:a16="http://schemas.microsoft.com/office/drawing/2014/main" id="{AE2CCA99-D544-4467-AA6E-85ACBB4DB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683" y="4709670"/>
              <a:ext cx="335489" cy="208548"/>
            </a:xfrm>
            <a:custGeom>
              <a:avLst/>
              <a:gdLst>
                <a:gd name="T0" fmla="*/ 16 w 37"/>
                <a:gd name="T1" fmla="*/ 0 h 23"/>
                <a:gd name="T2" fmla="*/ 18 w 37"/>
                <a:gd name="T3" fmla="*/ 3 h 23"/>
                <a:gd name="T4" fmla="*/ 23 w 37"/>
                <a:gd name="T5" fmla="*/ 3 h 23"/>
                <a:gd name="T6" fmla="*/ 25 w 37"/>
                <a:gd name="T7" fmla="*/ 4 h 23"/>
                <a:gd name="T8" fmla="*/ 28 w 37"/>
                <a:gd name="T9" fmla="*/ 3 h 23"/>
                <a:gd name="T10" fmla="*/ 31 w 37"/>
                <a:gd name="T11" fmla="*/ 3 h 23"/>
                <a:gd name="T12" fmla="*/ 33 w 37"/>
                <a:gd name="T13" fmla="*/ 6 h 23"/>
                <a:gd name="T14" fmla="*/ 33 w 37"/>
                <a:gd name="T15" fmla="*/ 6 h 23"/>
                <a:gd name="T16" fmla="*/ 33 w 37"/>
                <a:gd name="T17" fmla="*/ 8 h 23"/>
                <a:gd name="T18" fmla="*/ 33 w 37"/>
                <a:gd name="T19" fmla="*/ 11 h 23"/>
                <a:gd name="T20" fmla="*/ 37 w 37"/>
                <a:gd name="T21" fmla="*/ 12 h 23"/>
                <a:gd name="T22" fmla="*/ 37 w 37"/>
                <a:gd name="T23" fmla="*/ 16 h 23"/>
                <a:gd name="T24" fmla="*/ 37 w 37"/>
                <a:gd name="T25" fmla="*/ 17 h 23"/>
                <a:gd name="T26" fmla="*/ 32 w 37"/>
                <a:gd name="T27" fmla="*/ 19 h 23"/>
                <a:gd name="T28" fmla="*/ 29 w 37"/>
                <a:gd name="T29" fmla="*/ 19 h 23"/>
                <a:gd name="T30" fmla="*/ 24 w 37"/>
                <a:gd name="T31" fmla="*/ 20 h 23"/>
                <a:gd name="T32" fmla="*/ 21 w 37"/>
                <a:gd name="T33" fmla="*/ 19 h 23"/>
                <a:gd name="T34" fmla="*/ 19 w 37"/>
                <a:gd name="T35" fmla="*/ 19 h 23"/>
                <a:gd name="T36" fmla="*/ 18 w 37"/>
                <a:gd name="T37" fmla="*/ 23 h 23"/>
                <a:gd name="T38" fmla="*/ 14 w 37"/>
                <a:gd name="T39" fmla="*/ 23 h 23"/>
                <a:gd name="T40" fmla="*/ 8 w 37"/>
                <a:gd name="T41" fmla="*/ 19 h 23"/>
                <a:gd name="T42" fmla="*/ 7 w 37"/>
                <a:gd name="T43" fmla="*/ 20 h 23"/>
                <a:gd name="T44" fmla="*/ 3 w 37"/>
                <a:gd name="T45" fmla="*/ 19 h 23"/>
                <a:gd name="T46" fmla="*/ 0 w 37"/>
                <a:gd name="T47" fmla="*/ 15 h 23"/>
                <a:gd name="T48" fmla="*/ 0 w 37"/>
                <a:gd name="T49" fmla="*/ 14 h 23"/>
                <a:gd name="T50" fmla="*/ 2 w 37"/>
                <a:gd name="T51" fmla="*/ 11 h 23"/>
                <a:gd name="T52" fmla="*/ 3 w 37"/>
                <a:gd name="T53" fmla="*/ 10 h 23"/>
                <a:gd name="T54" fmla="*/ 6 w 37"/>
                <a:gd name="T55" fmla="*/ 4 h 23"/>
                <a:gd name="T56" fmla="*/ 12 w 37"/>
                <a:gd name="T57" fmla="*/ 2 h 23"/>
                <a:gd name="T58" fmla="*/ 16 w 37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" h="23">
                  <a:moveTo>
                    <a:pt x="16" y="0"/>
                  </a:moveTo>
                  <a:lnTo>
                    <a:pt x="18" y="3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8" y="3"/>
                  </a:lnTo>
                  <a:lnTo>
                    <a:pt x="31" y="3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8"/>
                  </a:lnTo>
                  <a:lnTo>
                    <a:pt x="33" y="11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17"/>
                  </a:lnTo>
                  <a:lnTo>
                    <a:pt x="32" y="19"/>
                  </a:lnTo>
                  <a:lnTo>
                    <a:pt x="29" y="19"/>
                  </a:lnTo>
                  <a:lnTo>
                    <a:pt x="24" y="20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19"/>
                  </a:lnTo>
                  <a:lnTo>
                    <a:pt x="7" y="20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90" name="Freeform 370">
              <a:extLst>
                <a:ext uri="{FF2B5EF4-FFF2-40B4-BE49-F238E27FC236}">
                  <a16:creationId xmlns:a16="http://schemas.microsoft.com/office/drawing/2014/main" id="{674B454A-163A-427B-BEC7-32CC37FC4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620" y="4473923"/>
              <a:ext cx="897659" cy="462432"/>
            </a:xfrm>
            <a:custGeom>
              <a:avLst/>
              <a:gdLst>
                <a:gd name="T0" fmla="*/ 9 w 99"/>
                <a:gd name="T1" fmla="*/ 1 h 51"/>
                <a:gd name="T2" fmla="*/ 12 w 99"/>
                <a:gd name="T3" fmla="*/ 3 h 51"/>
                <a:gd name="T4" fmla="*/ 15 w 99"/>
                <a:gd name="T5" fmla="*/ 1 h 51"/>
                <a:gd name="T6" fmla="*/ 22 w 99"/>
                <a:gd name="T7" fmla="*/ 3 h 51"/>
                <a:gd name="T8" fmla="*/ 26 w 99"/>
                <a:gd name="T9" fmla="*/ 4 h 51"/>
                <a:gd name="T10" fmla="*/ 32 w 99"/>
                <a:gd name="T11" fmla="*/ 9 h 51"/>
                <a:gd name="T12" fmla="*/ 37 w 99"/>
                <a:gd name="T13" fmla="*/ 11 h 51"/>
                <a:gd name="T14" fmla="*/ 40 w 99"/>
                <a:gd name="T15" fmla="*/ 15 h 51"/>
                <a:gd name="T16" fmla="*/ 42 w 99"/>
                <a:gd name="T17" fmla="*/ 16 h 51"/>
                <a:gd name="T18" fmla="*/ 44 w 99"/>
                <a:gd name="T19" fmla="*/ 12 h 51"/>
                <a:gd name="T20" fmla="*/ 47 w 99"/>
                <a:gd name="T21" fmla="*/ 13 h 51"/>
                <a:gd name="T22" fmla="*/ 50 w 99"/>
                <a:gd name="T23" fmla="*/ 17 h 51"/>
                <a:gd name="T24" fmla="*/ 57 w 99"/>
                <a:gd name="T25" fmla="*/ 18 h 51"/>
                <a:gd name="T26" fmla="*/ 59 w 99"/>
                <a:gd name="T27" fmla="*/ 24 h 51"/>
                <a:gd name="T28" fmla="*/ 62 w 99"/>
                <a:gd name="T29" fmla="*/ 26 h 51"/>
                <a:gd name="T30" fmla="*/ 67 w 99"/>
                <a:gd name="T31" fmla="*/ 26 h 51"/>
                <a:gd name="T32" fmla="*/ 71 w 99"/>
                <a:gd name="T33" fmla="*/ 24 h 51"/>
                <a:gd name="T34" fmla="*/ 79 w 99"/>
                <a:gd name="T35" fmla="*/ 25 h 51"/>
                <a:gd name="T36" fmla="*/ 83 w 99"/>
                <a:gd name="T37" fmla="*/ 30 h 51"/>
                <a:gd name="T38" fmla="*/ 87 w 99"/>
                <a:gd name="T39" fmla="*/ 33 h 51"/>
                <a:gd name="T40" fmla="*/ 92 w 99"/>
                <a:gd name="T41" fmla="*/ 33 h 51"/>
                <a:gd name="T42" fmla="*/ 98 w 99"/>
                <a:gd name="T43" fmla="*/ 32 h 51"/>
                <a:gd name="T44" fmla="*/ 98 w 99"/>
                <a:gd name="T45" fmla="*/ 40 h 51"/>
                <a:gd name="T46" fmla="*/ 99 w 99"/>
                <a:gd name="T47" fmla="*/ 50 h 51"/>
                <a:gd name="T48" fmla="*/ 87 w 99"/>
                <a:gd name="T49" fmla="*/ 49 h 51"/>
                <a:gd name="T50" fmla="*/ 74 w 99"/>
                <a:gd name="T51" fmla="*/ 47 h 51"/>
                <a:gd name="T52" fmla="*/ 67 w 99"/>
                <a:gd name="T53" fmla="*/ 49 h 51"/>
                <a:gd name="T54" fmla="*/ 58 w 99"/>
                <a:gd name="T55" fmla="*/ 43 h 51"/>
                <a:gd name="T56" fmla="*/ 51 w 99"/>
                <a:gd name="T57" fmla="*/ 40 h 51"/>
                <a:gd name="T58" fmla="*/ 44 w 99"/>
                <a:gd name="T59" fmla="*/ 40 h 51"/>
                <a:gd name="T60" fmla="*/ 33 w 99"/>
                <a:gd name="T61" fmla="*/ 37 h 51"/>
                <a:gd name="T62" fmla="*/ 28 w 99"/>
                <a:gd name="T63" fmla="*/ 36 h 51"/>
                <a:gd name="T64" fmla="*/ 20 w 99"/>
                <a:gd name="T65" fmla="*/ 30 h 51"/>
                <a:gd name="T66" fmla="*/ 11 w 99"/>
                <a:gd name="T67" fmla="*/ 25 h 51"/>
                <a:gd name="T68" fmla="*/ 7 w 99"/>
                <a:gd name="T69" fmla="*/ 24 h 51"/>
                <a:gd name="T70" fmla="*/ 1 w 99"/>
                <a:gd name="T71" fmla="*/ 22 h 51"/>
                <a:gd name="T72" fmla="*/ 4 w 99"/>
                <a:gd name="T73" fmla="*/ 15 h 51"/>
                <a:gd name="T74" fmla="*/ 5 w 99"/>
                <a:gd name="T75" fmla="*/ 4 h 51"/>
                <a:gd name="T76" fmla="*/ 5 w 99"/>
                <a:gd name="T7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9" h="51">
                  <a:moveTo>
                    <a:pt x="5" y="0"/>
                  </a:moveTo>
                  <a:lnTo>
                    <a:pt x="9" y="1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5" y="1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8" y="5"/>
                  </a:lnTo>
                  <a:lnTo>
                    <a:pt x="32" y="9"/>
                  </a:lnTo>
                  <a:lnTo>
                    <a:pt x="34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40" y="15"/>
                  </a:lnTo>
                  <a:lnTo>
                    <a:pt x="41" y="17"/>
                  </a:lnTo>
                  <a:lnTo>
                    <a:pt x="42" y="16"/>
                  </a:lnTo>
                  <a:lnTo>
                    <a:pt x="42" y="13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7" y="13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3" y="20"/>
                  </a:lnTo>
                  <a:lnTo>
                    <a:pt x="57" y="18"/>
                  </a:lnTo>
                  <a:lnTo>
                    <a:pt x="59" y="20"/>
                  </a:lnTo>
                  <a:lnTo>
                    <a:pt x="59" y="24"/>
                  </a:lnTo>
                  <a:lnTo>
                    <a:pt x="61" y="26"/>
                  </a:lnTo>
                  <a:lnTo>
                    <a:pt x="62" y="26"/>
                  </a:lnTo>
                  <a:lnTo>
                    <a:pt x="66" y="28"/>
                  </a:lnTo>
                  <a:lnTo>
                    <a:pt x="67" y="26"/>
                  </a:lnTo>
                  <a:lnTo>
                    <a:pt x="70" y="26"/>
                  </a:lnTo>
                  <a:lnTo>
                    <a:pt x="71" y="24"/>
                  </a:lnTo>
                  <a:lnTo>
                    <a:pt x="76" y="24"/>
                  </a:lnTo>
                  <a:lnTo>
                    <a:pt x="79" y="25"/>
                  </a:lnTo>
                  <a:lnTo>
                    <a:pt x="79" y="29"/>
                  </a:lnTo>
                  <a:lnTo>
                    <a:pt x="83" y="30"/>
                  </a:lnTo>
                  <a:lnTo>
                    <a:pt x="86" y="33"/>
                  </a:lnTo>
                  <a:lnTo>
                    <a:pt x="87" y="33"/>
                  </a:lnTo>
                  <a:lnTo>
                    <a:pt x="91" y="32"/>
                  </a:lnTo>
                  <a:lnTo>
                    <a:pt x="92" y="33"/>
                  </a:lnTo>
                  <a:lnTo>
                    <a:pt x="95" y="32"/>
                  </a:lnTo>
                  <a:lnTo>
                    <a:pt x="98" y="32"/>
                  </a:lnTo>
                  <a:lnTo>
                    <a:pt x="98" y="34"/>
                  </a:lnTo>
                  <a:lnTo>
                    <a:pt x="98" y="40"/>
                  </a:lnTo>
                  <a:lnTo>
                    <a:pt x="99" y="45"/>
                  </a:lnTo>
                  <a:lnTo>
                    <a:pt x="99" y="50"/>
                  </a:lnTo>
                  <a:lnTo>
                    <a:pt x="91" y="51"/>
                  </a:lnTo>
                  <a:lnTo>
                    <a:pt x="87" y="49"/>
                  </a:lnTo>
                  <a:lnTo>
                    <a:pt x="84" y="50"/>
                  </a:lnTo>
                  <a:lnTo>
                    <a:pt x="74" y="47"/>
                  </a:lnTo>
                  <a:lnTo>
                    <a:pt x="70" y="47"/>
                  </a:lnTo>
                  <a:lnTo>
                    <a:pt x="67" y="49"/>
                  </a:lnTo>
                  <a:lnTo>
                    <a:pt x="61" y="46"/>
                  </a:lnTo>
                  <a:lnTo>
                    <a:pt x="58" y="43"/>
                  </a:lnTo>
                  <a:lnTo>
                    <a:pt x="57" y="41"/>
                  </a:lnTo>
                  <a:lnTo>
                    <a:pt x="51" y="40"/>
                  </a:lnTo>
                  <a:lnTo>
                    <a:pt x="45" y="41"/>
                  </a:lnTo>
                  <a:lnTo>
                    <a:pt x="44" y="40"/>
                  </a:lnTo>
                  <a:lnTo>
                    <a:pt x="37" y="40"/>
                  </a:lnTo>
                  <a:lnTo>
                    <a:pt x="33" y="37"/>
                  </a:lnTo>
                  <a:lnTo>
                    <a:pt x="30" y="37"/>
                  </a:lnTo>
                  <a:lnTo>
                    <a:pt x="28" y="36"/>
                  </a:lnTo>
                  <a:lnTo>
                    <a:pt x="24" y="34"/>
                  </a:lnTo>
                  <a:lnTo>
                    <a:pt x="20" y="30"/>
                  </a:lnTo>
                  <a:lnTo>
                    <a:pt x="15" y="26"/>
                  </a:lnTo>
                  <a:lnTo>
                    <a:pt x="11" y="25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4" y="22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5" y="4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91" name="Freeform 371">
              <a:extLst>
                <a:ext uri="{FF2B5EF4-FFF2-40B4-BE49-F238E27FC236}">
                  <a16:creationId xmlns:a16="http://schemas.microsoft.com/office/drawing/2014/main" id="{5EDF2C17-1338-4E12-8329-F1952B2D1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-608498" y="3676005"/>
              <a:ext cx="1505160" cy="1632101"/>
            </a:xfrm>
            <a:custGeom>
              <a:avLst/>
              <a:gdLst>
                <a:gd name="T0" fmla="*/ 129 w 166"/>
                <a:gd name="T1" fmla="*/ 2 h 180"/>
                <a:gd name="T2" fmla="*/ 126 w 166"/>
                <a:gd name="T3" fmla="*/ 12 h 180"/>
                <a:gd name="T4" fmla="*/ 138 w 166"/>
                <a:gd name="T5" fmla="*/ 18 h 180"/>
                <a:gd name="T6" fmla="*/ 139 w 166"/>
                <a:gd name="T7" fmla="*/ 28 h 180"/>
                <a:gd name="T8" fmla="*/ 139 w 166"/>
                <a:gd name="T9" fmla="*/ 38 h 180"/>
                <a:gd name="T10" fmla="*/ 150 w 166"/>
                <a:gd name="T11" fmla="*/ 54 h 180"/>
                <a:gd name="T12" fmla="*/ 162 w 166"/>
                <a:gd name="T13" fmla="*/ 58 h 180"/>
                <a:gd name="T14" fmla="*/ 162 w 166"/>
                <a:gd name="T15" fmla="*/ 64 h 180"/>
                <a:gd name="T16" fmla="*/ 154 w 166"/>
                <a:gd name="T17" fmla="*/ 71 h 180"/>
                <a:gd name="T18" fmla="*/ 153 w 166"/>
                <a:gd name="T19" fmla="*/ 85 h 180"/>
                <a:gd name="T20" fmla="*/ 149 w 166"/>
                <a:gd name="T21" fmla="*/ 96 h 180"/>
                <a:gd name="T22" fmla="*/ 141 w 166"/>
                <a:gd name="T23" fmla="*/ 108 h 180"/>
                <a:gd name="T24" fmla="*/ 124 w 166"/>
                <a:gd name="T25" fmla="*/ 122 h 180"/>
                <a:gd name="T26" fmla="*/ 114 w 166"/>
                <a:gd name="T27" fmla="*/ 121 h 180"/>
                <a:gd name="T28" fmla="*/ 107 w 166"/>
                <a:gd name="T29" fmla="*/ 130 h 180"/>
                <a:gd name="T30" fmla="*/ 105 w 166"/>
                <a:gd name="T31" fmla="*/ 138 h 180"/>
                <a:gd name="T32" fmla="*/ 113 w 166"/>
                <a:gd name="T33" fmla="*/ 142 h 180"/>
                <a:gd name="T34" fmla="*/ 120 w 166"/>
                <a:gd name="T35" fmla="*/ 153 h 180"/>
                <a:gd name="T36" fmla="*/ 125 w 166"/>
                <a:gd name="T37" fmla="*/ 166 h 180"/>
                <a:gd name="T38" fmla="*/ 121 w 166"/>
                <a:gd name="T39" fmla="*/ 171 h 180"/>
                <a:gd name="T40" fmla="*/ 117 w 166"/>
                <a:gd name="T41" fmla="*/ 170 h 180"/>
                <a:gd name="T42" fmla="*/ 101 w 166"/>
                <a:gd name="T43" fmla="*/ 171 h 180"/>
                <a:gd name="T44" fmla="*/ 96 w 166"/>
                <a:gd name="T45" fmla="*/ 180 h 180"/>
                <a:gd name="T46" fmla="*/ 87 w 166"/>
                <a:gd name="T47" fmla="*/ 178 h 180"/>
                <a:gd name="T48" fmla="*/ 82 w 166"/>
                <a:gd name="T49" fmla="*/ 175 h 180"/>
                <a:gd name="T50" fmla="*/ 82 w 166"/>
                <a:gd name="T51" fmla="*/ 168 h 180"/>
                <a:gd name="T52" fmla="*/ 74 w 166"/>
                <a:gd name="T53" fmla="*/ 164 h 180"/>
                <a:gd name="T54" fmla="*/ 74 w 166"/>
                <a:gd name="T55" fmla="*/ 160 h 180"/>
                <a:gd name="T56" fmla="*/ 64 w 166"/>
                <a:gd name="T57" fmla="*/ 156 h 180"/>
                <a:gd name="T58" fmla="*/ 58 w 166"/>
                <a:gd name="T59" fmla="*/ 156 h 180"/>
                <a:gd name="T60" fmla="*/ 49 w 166"/>
                <a:gd name="T61" fmla="*/ 160 h 180"/>
                <a:gd name="T62" fmla="*/ 42 w 166"/>
                <a:gd name="T63" fmla="*/ 158 h 180"/>
                <a:gd name="T64" fmla="*/ 37 w 166"/>
                <a:gd name="T65" fmla="*/ 156 h 180"/>
                <a:gd name="T66" fmla="*/ 33 w 166"/>
                <a:gd name="T67" fmla="*/ 159 h 180"/>
                <a:gd name="T68" fmla="*/ 25 w 166"/>
                <a:gd name="T69" fmla="*/ 160 h 180"/>
                <a:gd name="T70" fmla="*/ 18 w 166"/>
                <a:gd name="T71" fmla="*/ 162 h 180"/>
                <a:gd name="T72" fmla="*/ 16 w 166"/>
                <a:gd name="T73" fmla="*/ 158 h 180"/>
                <a:gd name="T74" fmla="*/ 16 w 166"/>
                <a:gd name="T75" fmla="*/ 146 h 180"/>
                <a:gd name="T76" fmla="*/ 28 w 166"/>
                <a:gd name="T77" fmla="*/ 139 h 180"/>
                <a:gd name="T78" fmla="*/ 29 w 166"/>
                <a:gd name="T79" fmla="*/ 133 h 180"/>
                <a:gd name="T80" fmla="*/ 25 w 166"/>
                <a:gd name="T81" fmla="*/ 125 h 180"/>
                <a:gd name="T82" fmla="*/ 18 w 166"/>
                <a:gd name="T83" fmla="*/ 118 h 180"/>
                <a:gd name="T84" fmla="*/ 8 w 166"/>
                <a:gd name="T85" fmla="*/ 112 h 180"/>
                <a:gd name="T86" fmla="*/ 16 w 166"/>
                <a:gd name="T87" fmla="*/ 105 h 180"/>
                <a:gd name="T88" fmla="*/ 39 w 166"/>
                <a:gd name="T89" fmla="*/ 103 h 180"/>
                <a:gd name="T90" fmla="*/ 58 w 166"/>
                <a:gd name="T91" fmla="*/ 101 h 180"/>
                <a:gd name="T92" fmla="*/ 62 w 166"/>
                <a:gd name="T93" fmla="*/ 92 h 180"/>
                <a:gd name="T94" fmla="*/ 64 w 166"/>
                <a:gd name="T95" fmla="*/ 83 h 180"/>
                <a:gd name="T96" fmla="*/ 70 w 166"/>
                <a:gd name="T97" fmla="*/ 79 h 180"/>
                <a:gd name="T98" fmla="*/ 79 w 166"/>
                <a:gd name="T99" fmla="*/ 71 h 180"/>
                <a:gd name="T100" fmla="*/ 87 w 166"/>
                <a:gd name="T101" fmla="*/ 71 h 180"/>
                <a:gd name="T102" fmla="*/ 93 w 166"/>
                <a:gd name="T103" fmla="*/ 68 h 180"/>
                <a:gd name="T104" fmla="*/ 93 w 166"/>
                <a:gd name="T105" fmla="*/ 58 h 180"/>
                <a:gd name="T106" fmla="*/ 100 w 166"/>
                <a:gd name="T107" fmla="*/ 50 h 180"/>
                <a:gd name="T108" fmla="*/ 96 w 166"/>
                <a:gd name="T109" fmla="*/ 41 h 180"/>
                <a:gd name="T110" fmla="*/ 111 w 166"/>
                <a:gd name="T111" fmla="*/ 35 h 180"/>
                <a:gd name="T112" fmla="*/ 113 w 166"/>
                <a:gd name="T113" fmla="*/ 17 h 180"/>
                <a:gd name="T114" fmla="*/ 114 w 166"/>
                <a:gd name="T115" fmla="*/ 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6" h="180">
                  <a:moveTo>
                    <a:pt x="122" y="0"/>
                  </a:moveTo>
                  <a:lnTo>
                    <a:pt x="125" y="1"/>
                  </a:lnTo>
                  <a:lnTo>
                    <a:pt x="128" y="0"/>
                  </a:lnTo>
                  <a:lnTo>
                    <a:pt x="129" y="2"/>
                  </a:lnTo>
                  <a:lnTo>
                    <a:pt x="122" y="6"/>
                  </a:lnTo>
                  <a:lnTo>
                    <a:pt x="124" y="10"/>
                  </a:lnTo>
                  <a:lnTo>
                    <a:pt x="125" y="13"/>
                  </a:lnTo>
                  <a:lnTo>
                    <a:pt x="126" y="12"/>
                  </a:lnTo>
                  <a:lnTo>
                    <a:pt x="129" y="12"/>
                  </a:lnTo>
                  <a:lnTo>
                    <a:pt x="132" y="13"/>
                  </a:lnTo>
                  <a:lnTo>
                    <a:pt x="136" y="17"/>
                  </a:lnTo>
                  <a:lnTo>
                    <a:pt x="138" y="18"/>
                  </a:lnTo>
                  <a:lnTo>
                    <a:pt x="138" y="21"/>
                  </a:lnTo>
                  <a:lnTo>
                    <a:pt x="142" y="22"/>
                  </a:lnTo>
                  <a:lnTo>
                    <a:pt x="142" y="25"/>
                  </a:lnTo>
                  <a:lnTo>
                    <a:pt x="139" y="28"/>
                  </a:lnTo>
                  <a:lnTo>
                    <a:pt x="138" y="30"/>
                  </a:lnTo>
                  <a:lnTo>
                    <a:pt x="137" y="30"/>
                  </a:lnTo>
                  <a:lnTo>
                    <a:pt x="137" y="34"/>
                  </a:lnTo>
                  <a:lnTo>
                    <a:pt x="139" y="38"/>
                  </a:lnTo>
                  <a:lnTo>
                    <a:pt x="141" y="46"/>
                  </a:lnTo>
                  <a:lnTo>
                    <a:pt x="141" y="49"/>
                  </a:lnTo>
                  <a:lnTo>
                    <a:pt x="146" y="53"/>
                  </a:lnTo>
                  <a:lnTo>
                    <a:pt x="150" y="54"/>
                  </a:lnTo>
                  <a:lnTo>
                    <a:pt x="154" y="55"/>
                  </a:lnTo>
                  <a:lnTo>
                    <a:pt x="155" y="59"/>
                  </a:lnTo>
                  <a:lnTo>
                    <a:pt x="159" y="59"/>
                  </a:lnTo>
                  <a:lnTo>
                    <a:pt x="162" y="58"/>
                  </a:lnTo>
                  <a:lnTo>
                    <a:pt x="164" y="59"/>
                  </a:lnTo>
                  <a:lnTo>
                    <a:pt x="166" y="62"/>
                  </a:lnTo>
                  <a:lnTo>
                    <a:pt x="163" y="64"/>
                  </a:lnTo>
                  <a:lnTo>
                    <a:pt x="162" y="64"/>
                  </a:lnTo>
                  <a:lnTo>
                    <a:pt x="159" y="66"/>
                  </a:lnTo>
                  <a:lnTo>
                    <a:pt x="157" y="66"/>
                  </a:lnTo>
                  <a:lnTo>
                    <a:pt x="154" y="70"/>
                  </a:lnTo>
                  <a:lnTo>
                    <a:pt x="154" y="71"/>
                  </a:lnTo>
                  <a:lnTo>
                    <a:pt x="155" y="75"/>
                  </a:lnTo>
                  <a:lnTo>
                    <a:pt x="155" y="81"/>
                  </a:lnTo>
                  <a:lnTo>
                    <a:pt x="154" y="84"/>
                  </a:lnTo>
                  <a:lnTo>
                    <a:pt x="153" y="85"/>
                  </a:lnTo>
                  <a:lnTo>
                    <a:pt x="149" y="89"/>
                  </a:lnTo>
                  <a:lnTo>
                    <a:pt x="150" y="91"/>
                  </a:lnTo>
                  <a:lnTo>
                    <a:pt x="150" y="92"/>
                  </a:lnTo>
                  <a:lnTo>
                    <a:pt x="149" y="96"/>
                  </a:lnTo>
                  <a:lnTo>
                    <a:pt x="146" y="97"/>
                  </a:lnTo>
                  <a:lnTo>
                    <a:pt x="143" y="101"/>
                  </a:lnTo>
                  <a:lnTo>
                    <a:pt x="142" y="105"/>
                  </a:lnTo>
                  <a:lnTo>
                    <a:pt x="141" y="108"/>
                  </a:lnTo>
                  <a:lnTo>
                    <a:pt x="136" y="112"/>
                  </a:lnTo>
                  <a:lnTo>
                    <a:pt x="133" y="118"/>
                  </a:lnTo>
                  <a:lnTo>
                    <a:pt x="129" y="122"/>
                  </a:lnTo>
                  <a:lnTo>
                    <a:pt x="124" y="122"/>
                  </a:lnTo>
                  <a:lnTo>
                    <a:pt x="118" y="125"/>
                  </a:lnTo>
                  <a:lnTo>
                    <a:pt x="117" y="125"/>
                  </a:lnTo>
                  <a:lnTo>
                    <a:pt x="117" y="122"/>
                  </a:lnTo>
                  <a:lnTo>
                    <a:pt x="114" y="121"/>
                  </a:lnTo>
                  <a:lnTo>
                    <a:pt x="112" y="122"/>
                  </a:lnTo>
                  <a:lnTo>
                    <a:pt x="111" y="124"/>
                  </a:lnTo>
                  <a:lnTo>
                    <a:pt x="109" y="126"/>
                  </a:lnTo>
                  <a:lnTo>
                    <a:pt x="107" y="130"/>
                  </a:lnTo>
                  <a:lnTo>
                    <a:pt x="105" y="130"/>
                  </a:lnTo>
                  <a:lnTo>
                    <a:pt x="103" y="135"/>
                  </a:lnTo>
                  <a:lnTo>
                    <a:pt x="103" y="138"/>
                  </a:lnTo>
                  <a:lnTo>
                    <a:pt x="105" y="138"/>
                  </a:lnTo>
                  <a:lnTo>
                    <a:pt x="108" y="139"/>
                  </a:lnTo>
                  <a:lnTo>
                    <a:pt x="109" y="138"/>
                  </a:lnTo>
                  <a:lnTo>
                    <a:pt x="112" y="139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3" y="150"/>
                  </a:lnTo>
                  <a:lnTo>
                    <a:pt x="117" y="153"/>
                  </a:lnTo>
                  <a:lnTo>
                    <a:pt x="120" y="153"/>
                  </a:lnTo>
                  <a:lnTo>
                    <a:pt x="121" y="154"/>
                  </a:lnTo>
                  <a:lnTo>
                    <a:pt x="121" y="155"/>
                  </a:lnTo>
                  <a:lnTo>
                    <a:pt x="122" y="158"/>
                  </a:lnTo>
                  <a:lnTo>
                    <a:pt x="125" y="166"/>
                  </a:lnTo>
                  <a:lnTo>
                    <a:pt x="125" y="167"/>
                  </a:lnTo>
                  <a:lnTo>
                    <a:pt x="126" y="168"/>
                  </a:lnTo>
                  <a:lnTo>
                    <a:pt x="124" y="170"/>
                  </a:lnTo>
                  <a:lnTo>
                    <a:pt x="121" y="171"/>
                  </a:lnTo>
                  <a:lnTo>
                    <a:pt x="120" y="170"/>
                  </a:lnTo>
                  <a:lnTo>
                    <a:pt x="121" y="168"/>
                  </a:lnTo>
                  <a:lnTo>
                    <a:pt x="118" y="168"/>
                  </a:lnTo>
                  <a:lnTo>
                    <a:pt x="117" y="170"/>
                  </a:lnTo>
                  <a:lnTo>
                    <a:pt x="113" y="171"/>
                  </a:lnTo>
                  <a:lnTo>
                    <a:pt x="104" y="171"/>
                  </a:lnTo>
                  <a:lnTo>
                    <a:pt x="103" y="172"/>
                  </a:lnTo>
                  <a:lnTo>
                    <a:pt x="101" y="171"/>
                  </a:lnTo>
                  <a:lnTo>
                    <a:pt x="100" y="175"/>
                  </a:lnTo>
                  <a:lnTo>
                    <a:pt x="99" y="175"/>
                  </a:lnTo>
                  <a:lnTo>
                    <a:pt x="96" y="176"/>
                  </a:lnTo>
                  <a:lnTo>
                    <a:pt x="96" y="180"/>
                  </a:lnTo>
                  <a:lnTo>
                    <a:pt x="93" y="180"/>
                  </a:lnTo>
                  <a:lnTo>
                    <a:pt x="93" y="179"/>
                  </a:lnTo>
                  <a:lnTo>
                    <a:pt x="89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3" y="175"/>
                  </a:lnTo>
                  <a:lnTo>
                    <a:pt x="83" y="175"/>
                  </a:lnTo>
                  <a:lnTo>
                    <a:pt x="82" y="175"/>
                  </a:lnTo>
                  <a:lnTo>
                    <a:pt x="83" y="174"/>
                  </a:lnTo>
                  <a:lnTo>
                    <a:pt x="83" y="172"/>
                  </a:lnTo>
                  <a:lnTo>
                    <a:pt x="82" y="172"/>
                  </a:lnTo>
                  <a:lnTo>
                    <a:pt x="82" y="168"/>
                  </a:lnTo>
                  <a:lnTo>
                    <a:pt x="79" y="164"/>
                  </a:lnTo>
                  <a:lnTo>
                    <a:pt x="79" y="163"/>
                  </a:lnTo>
                  <a:lnTo>
                    <a:pt x="75" y="164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0"/>
                  </a:lnTo>
                  <a:lnTo>
                    <a:pt x="72" y="158"/>
                  </a:lnTo>
                  <a:lnTo>
                    <a:pt x="71" y="156"/>
                  </a:lnTo>
                  <a:lnTo>
                    <a:pt x="67" y="156"/>
                  </a:lnTo>
                  <a:lnTo>
                    <a:pt x="64" y="156"/>
                  </a:lnTo>
                  <a:lnTo>
                    <a:pt x="60" y="156"/>
                  </a:lnTo>
                  <a:lnTo>
                    <a:pt x="59" y="156"/>
                  </a:lnTo>
                  <a:lnTo>
                    <a:pt x="59" y="156"/>
                  </a:lnTo>
                  <a:lnTo>
                    <a:pt x="58" y="156"/>
                  </a:lnTo>
                  <a:lnTo>
                    <a:pt x="55" y="158"/>
                  </a:lnTo>
                  <a:lnTo>
                    <a:pt x="54" y="158"/>
                  </a:lnTo>
                  <a:lnTo>
                    <a:pt x="51" y="158"/>
                  </a:lnTo>
                  <a:lnTo>
                    <a:pt x="49" y="160"/>
                  </a:lnTo>
                  <a:lnTo>
                    <a:pt x="46" y="160"/>
                  </a:lnTo>
                  <a:lnTo>
                    <a:pt x="45" y="159"/>
                  </a:lnTo>
                  <a:lnTo>
                    <a:pt x="43" y="159"/>
                  </a:lnTo>
                  <a:lnTo>
                    <a:pt x="42" y="158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39" y="158"/>
                  </a:lnTo>
                  <a:lnTo>
                    <a:pt x="37" y="156"/>
                  </a:lnTo>
                  <a:lnTo>
                    <a:pt x="35" y="158"/>
                  </a:lnTo>
                  <a:lnTo>
                    <a:pt x="35" y="159"/>
                  </a:lnTo>
                  <a:lnTo>
                    <a:pt x="34" y="159"/>
                  </a:lnTo>
                  <a:lnTo>
                    <a:pt x="33" y="159"/>
                  </a:lnTo>
                  <a:lnTo>
                    <a:pt x="30" y="159"/>
                  </a:lnTo>
                  <a:lnTo>
                    <a:pt x="29" y="159"/>
                  </a:lnTo>
                  <a:lnTo>
                    <a:pt x="26" y="159"/>
                  </a:lnTo>
                  <a:lnTo>
                    <a:pt x="25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7" y="162"/>
                  </a:lnTo>
                  <a:lnTo>
                    <a:pt x="17" y="160"/>
                  </a:lnTo>
                  <a:lnTo>
                    <a:pt x="16" y="160"/>
                  </a:lnTo>
                  <a:lnTo>
                    <a:pt x="16" y="158"/>
                  </a:lnTo>
                  <a:lnTo>
                    <a:pt x="16" y="154"/>
                  </a:lnTo>
                  <a:lnTo>
                    <a:pt x="14" y="151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7" y="145"/>
                  </a:lnTo>
                  <a:lnTo>
                    <a:pt x="21" y="142"/>
                  </a:lnTo>
                  <a:lnTo>
                    <a:pt x="22" y="141"/>
                  </a:lnTo>
                  <a:lnTo>
                    <a:pt x="28" y="139"/>
                  </a:lnTo>
                  <a:lnTo>
                    <a:pt x="30" y="141"/>
                  </a:lnTo>
                  <a:lnTo>
                    <a:pt x="33" y="139"/>
                  </a:lnTo>
                  <a:lnTo>
                    <a:pt x="32" y="134"/>
                  </a:lnTo>
                  <a:lnTo>
                    <a:pt x="29" y="133"/>
                  </a:lnTo>
                  <a:lnTo>
                    <a:pt x="26" y="133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5"/>
                  </a:lnTo>
                  <a:lnTo>
                    <a:pt x="25" y="121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18" y="118"/>
                  </a:lnTo>
                  <a:lnTo>
                    <a:pt x="14" y="118"/>
                  </a:lnTo>
                  <a:lnTo>
                    <a:pt x="13" y="117"/>
                  </a:lnTo>
                  <a:lnTo>
                    <a:pt x="10" y="114"/>
                  </a:lnTo>
                  <a:lnTo>
                    <a:pt x="8" y="112"/>
                  </a:lnTo>
                  <a:lnTo>
                    <a:pt x="6" y="109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16" y="105"/>
                  </a:lnTo>
                  <a:lnTo>
                    <a:pt x="30" y="105"/>
                  </a:lnTo>
                  <a:lnTo>
                    <a:pt x="34" y="104"/>
                  </a:lnTo>
                  <a:lnTo>
                    <a:pt x="38" y="104"/>
                  </a:lnTo>
                  <a:lnTo>
                    <a:pt x="39" y="103"/>
                  </a:lnTo>
                  <a:lnTo>
                    <a:pt x="43" y="101"/>
                  </a:lnTo>
                  <a:lnTo>
                    <a:pt x="50" y="101"/>
                  </a:lnTo>
                  <a:lnTo>
                    <a:pt x="54" y="101"/>
                  </a:lnTo>
                  <a:lnTo>
                    <a:pt x="58" y="101"/>
                  </a:lnTo>
                  <a:lnTo>
                    <a:pt x="62" y="99"/>
                  </a:lnTo>
                  <a:lnTo>
                    <a:pt x="63" y="97"/>
                  </a:lnTo>
                  <a:lnTo>
                    <a:pt x="62" y="95"/>
                  </a:lnTo>
                  <a:lnTo>
                    <a:pt x="62" y="92"/>
                  </a:lnTo>
                  <a:lnTo>
                    <a:pt x="60" y="88"/>
                  </a:lnTo>
                  <a:lnTo>
                    <a:pt x="60" y="85"/>
                  </a:lnTo>
                  <a:lnTo>
                    <a:pt x="63" y="83"/>
                  </a:lnTo>
                  <a:lnTo>
                    <a:pt x="64" y="83"/>
                  </a:lnTo>
                  <a:lnTo>
                    <a:pt x="66" y="80"/>
                  </a:lnTo>
                  <a:lnTo>
                    <a:pt x="66" y="79"/>
                  </a:lnTo>
                  <a:lnTo>
                    <a:pt x="68" y="78"/>
                  </a:lnTo>
                  <a:lnTo>
                    <a:pt x="70" y="79"/>
                  </a:lnTo>
                  <a:lnTo>
                    <a:pt x="75" y="78"/>
                  </a:lnTo>
                  <a:lnTo>
                    <a:pt x="76" y="75"/>
                  </a:lnTo>
                  <a:lnTo>
                    <a:pt x="74" y="75"/>
                  </a:lnTo>
                  <a:lnTo>
                    <a:pt x="79" y="71"/>
                  </a:lnTo>
                  <a:lnTo>
                    <a:pt x="79" y="70"/>
                  </a:lnTo>
                  <a:lnTo>
                    <a:pt x="82" y="70"/>
                  </a:lnTo>
                  <a:lnTo>
                    <a:pt x="83" y="71"/>
                  </a:lnTo>
                  <a:lnTo>
                    <a:pt x="87" y="71"/>
                  </a:lnTo>
                  <a:lnTo>
                    <a:pt x="87" y="70"/>
                  </a:lnTo>
                  <a:lnTo>
                    <a:pt x="88" y="70"/>
                  </a:lnTo>
                  <a:lnTo>
                    <a:pt x="91" y="72"/>
                  </a:lnTo>
                  <a:lnTo>
                    <a:pt x="93" y="68"/>
                  </a:lnTo>
                  <a:lnTo>
                    <a:pt x="92" y="63"/>
                  </a:lnTo>
                  <a:lnTo>
                    <a:pt x="92" y="62"/>
                  </a:lnTo>
                  <a:lnTo>
                    <a:pt x="93" y="60"/>
                  </a:lnTo>
                  <a:lnTo>
                    <a:pt x="93" y="58"/>
                  </a:lnTo>
                  <a:lnTo>
                    <a:pt x="93" y="54"/>
                  </a:lnTo>
                  <a:lnTo>
                    <a:pt x="95" y="51"/>
                  </a:lnTo>
                  <a:lnTo>
                    <a:pt x="97" y="51"/>
                  </a:lnTo>
                  <a:lnTo>
                    <a:pt x="100" y="50"/>
                  </a:lnTo>
                  <a:lnTo>
                    <a:pt x="101" y="47"/>
                  </a:lnTo>
                  <a:lnTo>
                    <a:pt x="100" y="45"/>
                  </a:lnTo>
                  <a:lnTo>
                    <a:pt x="97" y="43"/>
                  </a:lnTo>
                  <a:lnTo>
                    <a:pt x="96" y="41"/>
                  </a:lnTo>
                  <a:lnTo>
                    <a:pt x="99" y="38"/>
                  </a:lnTo>
                  <a:lnTo>
                    <a:pt x="103" y="39"/>
                  </a:lnTo>
                  <a:lnTo>
                    <a:pt x="108" y="39"/>
                  </a:lnTo>
                  <a:lnTo>
                    <a:pt x="111" y="35"/>
                  </a:lnTo>
                  <a:lnTo>
                    <a:pt x="111" y="31"/>
                  </a:lnTo>
                  <a:lnTo>
                    <a:pt x="108" y="29"/>
                  </a:lnTo>
                  <a:lnTo>
                    <a:pt x="113" y="22"/>
                  </a:lnTo>
                  <a:lnTo>
                    <a:pt x="113" y="17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12" y="4"/>
                  </a:lnTo>
                  <a:lnTo>
                    <a:pt x="114" y="4"/>
                  </a:lnTo>
                  <a:lnTo>
                    <a:pt x="118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92" name="Freeform 372">
              <a:extLst>
                <a:ext uri="{FF2B5EF4-FFF2-40B4-BE49-F238E27FC236}">
                  <a16:creationId xmlns:a16="http://schemas.microsoft.com/office/drawing/2014/main" id="{2512E925-4D60-4F90-B9FA-5D3316234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01" y="3594403"/>
              <a:ext cx="788852" cy="643776"/>
            </a:xfrm>
            <a:custGeom>
              <a:avLst/>
              <a:gdLst>
                <a:gd name="T0" fmla="*/ 33 w 87"/>
                <a:gd name="T1" fmla="*/ 0 h 71"/>
                <a:gd name="T2" fmla="*/ 37 w 87"/>
                <a:gd name="T3" fmla="*/ 5 h 71"/>
                <a:gd name="T4" fmla="*/ 45 w 87"/>
                <a:gd name="T5" fmla="*/ 15 h 71"/>
                <a:gd name="T6" fmla="*/ 48 w 87"/>
                <a:gd name="T7" fmla="*/ 19 h 71"/>
                <a:gd name="T8" fmla="*/ 53 w 87"/>
                <a:gd name="T9" fmla="*/ 22 h 71"/>
                <a:gd name="T10" fmla="*/ 61 w 87"/>
                <a:gd name="T11" fmla="*/ 22 h 71"/>
                <a:gd name="T12" fmla="*/ 66 w 87"/>
                <a:gd name="T13" fmla="*/ 26 h 71"/>
                <a:gd name="T14" fmla="*/ 71 w 87"/>
                <a:gd name="T15" fmla="*/ 34 h 71"/>
                <a:gd name="T16" fmla="*/ 78 w 87"/>
                <a:gd name="T17" fmla="*/ 39 h 71"/>
                <a:gd name="T18" fmla="*/ 81 w 87"/>
                <a:gd name="T19" fmla="*/ 48 h 71"/>
                <a:gd name="T20" fmla="*/ 86 w 87"/>
                <a:gd name="T21" fmla="*/ 55 h 71"/>
                <a:gd name="T22" fmla="*/ 87 w 87"/>
                <a:gd name="T23" fmla="*/ 64 h 71"/>
                <a:gd name="T24" fmla="*/ 86 w 87"/>
                <a:gd name="T25" fmla="*/ 64 h 71"/>
                <a:gd name="T26" fmla="*/ 81 w 87"/>
                <a:gd name="T27" fmla="*/ 68 h 71"/>
                <a:gd name="T28" fmla="*/ 73 w 87"/>
                <a:gd name="T29" fmla="*/ 65 h 71"/>
                <a:gd name="T30" fmla="*/ 68 w 87"/>
                <a:gd name="T31" fmla="*/ 60 h 71"/>
                <a:gd name="T32" fmla="*/ 58 w 87"/>
                <a:gd name="T33" fmla="*/ 58 h 71"/>
                <a:gd name="T34" fmla="*/ 54 w 87"/>
                <a:gd name="T35" fmla="*/ 60 h 71"/>
                <a:gd name="T36" fmla="*/ 48 w 87"/>
                <a:gd name="T37" fmla="*/ 64 h 71"/>
                <a:gd name="T38" fmla="*/ 44 w 87"/>
                <a:gd name="T39" fmla="*/ 71 h 71"/>
                <a:gd name="T40" fmla="*/ 40 w 87"/>
                <a:gd name="T41" fmla="*/ 67 h 71"/>
                <a:gd name="T42" fmla="*/ 33 w 87"/>
                <a:gd name="T43" fmla="*/ 68 h 71"/>
                <a:gd name="T44" fmla="*/ 28 w 87"/>
                <a:gd name="T45" fmla="*/ 63 h 71"/>
                <a:gd name="T46" fmla="*/ 19 w 87"/>
                <a:gd name="T47" fmla="*/ 58 h 71"/>
                <a:gd name="T48" fmla="*/ 17 w 87"/>
                <a:gd name="T49" fmla="*/ 47 h 71"/>
                <a:gd name="T50" fmla="*/ 15 w 87"/>
                <a:gd name="T51" fmla="*/ 39 h 71"/>
                <a:gd name="T52" fmla="*/ 17 w 87"/>
                <a:gd name="T53" fmla="*/ 37 h 71"/>
                <a:gd name="T54" fmla="*/ 20 w 87"/>
                <a:gd name="T55" fmla="*/ 31 h 71"/>
                <a:gd name="T56" fmla="*/ 16 w 87"/>
                <a:gd name="T57" fmla="*/ 27 h 71"/>
                <a:gd name="T58" fmla="*/ 10 w 87"/>
                <a:gd name="T59" fmla="*/ 22 h 71"/>
                <a:gd name="T60" fmla="*/ 4 w 87"/>
                <a:gd name="T61" fmla="*/ 21 h 71"/>
                <a:gd name="T62" fmla="*/ 2 w 87"/>
                <a:gd name="T63" fmla="*/ 19 h 71"/>
                <a:gd name="T64" fmla="*/ 7 w 87"/>
                <a:gd name="T65" fmla="*/ 11 h 71"/>
                <a:gd name="T66" fmla="*/ 15 w 87"/>
                <a:gd name="T67" fmla="*/ 8 h 71"/>
                <a:gd name="T68" fmla="*/ 21 w 87"/>
                <a:gd name="T69" fmla="*/ 1 h 71"/>
                <a:gd name="T70" fmla="*/ 23 w 87"/>
                <a:gd name="T71" fmla="*/ 1 h 71"/>
                <a:gd name="T72" fmla="*/ 27 w 87"/>
                <a:gd name="T73" fmla="*/ 2 h 71"/>
                <a:gd name="T74" fmla="*/ 31 w 87"/>
                <a:gd name="T75" fmla="*/ 1 h 71"/>
                <a:gd name="T76" fmla="*/ 32 w 87"/>
                <a:gd name="T7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71">
                  <a:moveTo>
                    <a:pt x="32" y="0"/>
                  </a:moveTo>
                  <a:lnTo>
                    <a:pt x="33" y="0"/>
                  </a:lnTo>
                  <a:lnTo>
                    <a:pt x="36" y="1"/>
                  </a:lnTo>
                  <a:lnTo>
                    <a:pt x="37" y="5"/>
                  </a:lnTo>
                  <a:lnTo>
                    <a:pt x="42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8" y="19"/>
                  </a:lnTo>
                  <a:lnTo>
                    <a:pt x="49" y="21"/>
                  </a:lnTo>
                  <a:lnTo>
                    <a:pt x="53" y="22"/>
                  </a:lnTo>
                  <a:lnTo>
                    <a:pt x="58" y="22"/>
                  </a:lnTo>
                  <a:lnTo>
                    <a:pt x="61" y="22"/>
                  </a:lnTo>
                  <a:lnTo>
                    <a:pt x="61" y="25"/>
                  </a:lnTo>
                  <a:lnTo>
                    <a:pt x="66" y="26"/>
                  </a:lnTo>
                  <a:lnTo>
                    <a:pt x="70" y="29"/>
                  </a:lnTo>
                  <a:lnTo>
                    <a:pt x="71" y="34"/>
                  </a:lnTo>
                  <a:lnTo>
                    <a:pt x="74" y="38"/>
                  </a:lnTo>
                  <a:lnTo>
                    <a:pt x="78" y="39"/>
                  </a:lnTo>
                  <a:lnTo>
                    <a:pt x="81" y="43"/>
                  </a:lnTo>
                  <a:lnTo>
                    <a:pt x="81" y="48"/>
                  </a:lnTo>
                  <a:lnTo>
                    <a:pt x="82" y="54"/>
                  </a:lnTo>
                  <a:lnTo>
                    <a:pt x="86" y="55"/>
                  </a:lnTo>
                  <a:lnTo>
                    <a:pt x="87" y="60"/>
                  </a:lnTo>
                  <a:lnTo>
                    <a:pt x="87" y="64"/>
                  </a:lnTo>
                  <a:lnTo>
                    <a:pt x="86" y="67"/>
                  </a:lnTo>
                  <a:lnTo>
                    <a:pt x="86" y="64"/>
                  </a:lnTo>
                  <a:lnTo>
                    <a:pt x="83" y="64"/>
                  </a:lnTo>
                  <a:lnTo>
                    <a:pt x="81" y="68"/>
                  </a:lnTo>
                  <a:lnTo>
                    <a:pt x="75" y="64"/>
                  </a:lnTo>
                  <a:lnTo>
                    <a:pt x="73" y="65"/>
                  </a:lnTo>
                  <a:lnTo>
                    <a:pt x="71" y="62"/>
                  </a:lnTo>
                  <a:lnTo>
                    <a:pt x="68" y="60"/>
                  </a:lnTo>
                  <a:lnTo>
                    <a:pt x="65" y="63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4" y="60"/>
                  </a:lnTo>
                  <a:lnTo>
                    <a:pt x="52" y="62"/>
                  </a:lnTo>
                  <a:lnTo>
                    <a:pt x="48" y="64"/>
                  </a:lnTo>
                  <a:lnTo>
                    <a:pt x="44" y="69"/>
                  </a:lnTo>
                  <a:lnTo>
                    <a:pt x="44" y="71"/>
                  </a:lnTo>
                  <a:lnTo>
                    <a:pt x="42" y="68"/>
                  </a:lnTo>
                  <a:lnTo>
                    <a:pt x="40" y="67"/>
                  </a:lnTo>
                  <a:lnTo>
                    <a:pt x="37" y="68"/>
                  </a:lnTo>
                  <a:lnTo>
                    <a:pt x="33" y="68"/>
                  </a:lnTo>
                  <a:lnTo>
                    <a:pt x="32" y="64"/>
                  </a:lnTo>
                  <a:lnTo>
                    <a:pt x="28" y="63"/>
                  </a:lnTo>
                  <a:lnTo>
                    <a:pt x="24" y="62"/>
                  </a:lnTo>
                  <a:lnTo>
                    <a:pt x="19" y="58"/>
                  </a:lnTo>
                  <a:lnTo>
                    <a:pt x="19" y="55"/>
                  </a:lnTo>
                  <a:lnTo>
                    <a:pt x="17" y="47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6" y="39"/>
                  </a:lnTo>
                  <a:lnTo>
                    <a:pt x="17" y="37"/>
                  </a:lnTo>
                  <a:lnTo>
                    <a:pt x="20" y="34"/>
                  </a:lnTo>
                  <a:lnTo>
                    <a:pt x="20" y="31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4" y="26"/>
                  </a:lnTo>
                  <a:lnTo>
                    <a:pt x="10" y="22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3" y="22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7" y="11"/>
                  </a:lnTo>
                  <a:lnTo>
                    <a:pt x="6" y="9"/>
                  </a:lnTo>
                  <a:lnTo>
                    <a:pt x="15" y="8"/>
                  </a:lnTo>
                  <a:lnTo>
                    <a:pt x="20" y="5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8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93" name="Freeform 373">
              <a:extLst>
                <a:ext uri="{FF2B5EF4-FFF2-40B4-BE49-F238E27FC236}">
                  <a16:creationId xmlns:a16="http://schemas.microsoft.com/office/drawing/2014/main" id="{21FD8215-4A29-45C2-97EF-2123AF405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-717303" y="3449329"/>
              <a:ext cx="1432622" cy="1178738"/>
            </a:xfrm>
            <a:custGeom>
              <a:avLst/>
              <a:gdLst>
                <a:gd name="T0" fmla="*/ 113 w 158"/>
                <a:gd name="T1" fmla="*/ 1 h 130"/>
                <a:gd name="T2" fmla="*/ 116 w 158"/>
                <a:gd name="T3" fmla="*/ 6 h 130"/>
                <a:gd name="T4" fmla="*/ 119 w 158"/>
                <a:gd name="T5" fmla="*/ 10 h 130"/>
                <a:gd name="T6" fmla="*/ 120 w 158"/>
                <a:gd name="T7" fmla="*/ 21 h 130"/>
                <a:gd name="T8" fmla="*/ 124 w 158"/>
                <a:gd name="T9" fmla="*/ 26 h 130"/>
                <a:gd name="T10" fmla="*/ 129 w 158"/>
                <a:gd name="T11" fmla="*/ 24 h 130"/>
                <a:gd name="T12" fmla="*/ 136 w 158"/>
                <a:gd name="T13" fmla="*/ 17 h 130"/>
                <a:gd name="T14" fmla="*/ 146 w 158"/>
                <a:gd name="T15" fmla="*/ 12 h 130"/>
                <a:gd name="T16" fmla="*/ 151 w 158"/>
                <a:gd name="T17" fmla="*/ 12 h 130"/>
                <a:gd name="T18" fmla="*/ 154 w 158"/>
                <a:gd name="T19" fmla="*/ 17 h 130"/>
                <a:gd name="T20" fmla="*/ 149 w 158"/>
                <a:gd name="T21" fmla="*/ 24 h 130"/>
                <a:gd name="T22" fmla="*/ 130 w 158"/>
                <a:gd name="T23" fmla="*/ 26 h 130"/>
                <a:gd name="T24" fmla="*/ 121 w 158"/>
                <a:gd name="T25" fmla="*/ 33 h 130"/>
                <a:gd name="T26" fmla="*/ 125 w 158"/>
                <a:gd name="T27" fmla="*/ 47 h 130"/>
                <a:gd name="T28" fmla="*/ 123 w 158"/>
                <a:gd name="T29" fmla="*/ 60 h 130"/>
                <a:gd name="T30" fmla="*/ 111 w 158"/>
                <a:gd name="T31" fmla="*/ 63 h 130"/>
                <a:gd name="T32" fmla="*/ 112 w 158"/>
                <a:gd name="T33" fmla="*/ 70 h 130"/>
                <a:gd name="T34" fmla="*/ 109 w 158"/>
                <a:gd name="T35" fmla="*/ 76 h 130"/>
                <a:gd name="T36" fmla="*/ 105 w 158"/>
                <a:gd name="T37" fmla="*/ 83 h 130"/>
                <a:gd name="T38" fmla="*/ 104 w 158"/>
                <a:gd name="T39" fmla="*/ 88 h 130"/>
                <a:gd name="T40" fmla="*/ 100 w 158"/>
                <a:gd name="T41" fmla="*/ 95 h 130"/>
                <a:gd name="T42" fmla="*/ 95 w 158"/>
                <a:gd name="T43" fmla="*/ 96 h 130"/>
                <a:gd name="T44" fmla="*/ 91 w 158"/>
                <a:gd name="T45" fmla="*/ 96 h 130"/>
                <a:gd name="T46" fmla="*/ 87 w 158"/>
                <a:gd name="T47" fmla="*/ 103 h 130"/>
                <a:gd name="T48" fmla="*/ 78 w 158"/>
                <a:gd name="T49" fmla="*/ 104 h 130"/>
                <a:gd name="T50" fmla="*/ 75 w 158"/>
                <a:gd name="T51" fmla="*/ 108 h 130"/>
                <a:gd name="T52" fmla="*/ 74 w 158"/>
                <a:gd name="T53" fmla="*/ 117 h 130"/>
                <a:gd name="T54" fmla="*/ 74 w 158"/>
                <a:gd name="T55" fmla="*/ 124 h 130"/>
                <a:gd name="T56" fmla="*/ 62 w 158"/>
                <a:gd name="T57" fmla="*/ 126 h 130"/>
                <a:gd name="T58" fmla="*/ 50 w 158"/>
                <a:gd name="T59" fmla="*/ 129 h 130"/>
                <a:gd name="T60" fmla="*/ 28 w 158"/>
                <a:gd name="T61" fmla="*/ 130 h 130"/>
                <a:gd name="T62" fmla="*/ 22 w 158"/>
                <a:gd name="T63" fmla="*/ 112 h 130"/>
                <a:gd name="T64" fmla="*/ 18 w 158"/>
                <a:gd name="T65" fmla="*/ 100 h 130"/>
                <a:gd name="T66" fmla="*/ 7 w 158"/>
                <a:gd name="T67" fmla="*/ 93 h 130"/>
                <a:gd name="T68" fmla="*/ 3 w 158"/>
                <a:gd name="T69" fmla="*/ 80 h 130"/>
                <a:gd name="T70" fmla="*/ 7 w 158"/>
                <a:gd name="T71" fmla="*/ 72 h 130"/>
                <a:gd name="T72" fmla="*/ 1 w 158"/>
                <a:gd name="T73" fmla="*/ 66 h 130"/>
                <a:gd name="T74" fmla="*/ 1 w 158"/>
                <a:gd name="T75" fmla="*/ 60 h 130"/>
                <a:gd name="T76" fmla="*/ 5 w 158"/>
                <a:gd name="T77" fmla="*/ 55 h 130"/>
                <a:gd name="T78" fmla="*/ 5 w 158"/>
                <a:gd name="T79" fmla="*/ 51 h 130"/>
                <a:gd name="T80" fmla="*/ 5 w 158"/>
                <a:gd name="T81" fmla="*/ 45 h 130"/>
                <a:gd name="T82" fmla="*/ 9 w 158"/>
                <a:gd name="T83" fmla="*/ 45 h 130"/>
                <a:gd name="T84" fmla="*/ 15 w 158"/>
                <a:gd name="T85" fmla="*/ 45 h 130"/>
                <a:gd name="T86" fmla="*/ 20 w 158"/>
                <a:gd name="T87" fmla="*/ 49 h 130"/>
                <a:gd name="T88" fmla="*/ 25 w 158"/>
                <a:gd name="T89" fmla="*/ 47 h 130"/>
                <a:gd name="T90" fmla="*/ 29 w 158"/>
                <a:gd name="T91" fmla="*/ 43 h 130"/>
                <a:gd name="T92" fmla="*/ 37 w 158"/>
                <a:gd name="T93" fmla="*/ 38 h 130"/>
                <a:gd name="T94" fmla="*/ 41 w 158"/>
                <a:gd name="T95" fmla="*/ 35 h 130"/>
                <a:gd name="T96" fmla="*/ 45 w 158"/>
                <a:gd name="T97" fmla="*/ 26 h 130"/>
                <a:gd name="T98" fmla="*/ 44 w 158"/>
                <a:gd name="T99" fmla="*/ 21 h 130"/>
                <a:gd name="T100" fmla="*/ 49 w 158"/>
                <a:gd name="T101" fmla="*/ 18 h 130"/>
                <a:gd name="T102" fmla="*/ 57 w 158"/>
                <a:gd name="T103" fmla="*/ 16 h 130"/>
                <a:gd name="T104" fmla="*/ 62 w 158"/>
                <a:gd name="T105" fmla="*/ 17 h 130"/>
                <a:gd name="T106" fmla="*/ 70 w 158"/>
                <a:gd name="T107" fmla="*/ 20 h 130"/>
                <a:gd name="T108" fmla="*/ 76 w 158"/>
                <a:gd name="T109" fmla="*/ 18 h 130"/>
                <a:gd name="T110" fmla="*/ 84 w 158"/>
                <a:gd name="T111" fmla="*/ 21 h 130"/>
                <a:gd name="T112" fmla="*/ 90 w 158"/>
                <a:gd name="T113" fmla="*/ 18 h 130"/>
                <a:gd name="T114" fmla="*/ 94 w 158"/>
                <a:gd name="T115" fmla="*/ 20 h 130"/>
                <a:gd name="T116" fmla="*/ 96 w 158"/>
                <a:gd name="T117" fmla="*/ 17 h 130"/>
                <a:gd name="T118" fmla="*/ 100 w 158"/>
                <a:gd name="T119" fmla="*/ 13 h 130"/>
                <a:gd name="T120" fmla="*/ 104 w 158"/>
                <a:gd name="T121" fmla="*/ 14 h 130"/>
                <a:gd name="T122" fmla="*/ 105 w 158"/>
                <a:gd name="T123" fmla="*/ 6 h 130"/>
                <a:gd name="T124" fmla="*/ 109 w 158"/>
                <a:gd name="T12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8" h="130">
                  <a:moveTo>
                    <a:pt x="109" y="0"/>
                  </a:moveTo>
                  <a:lnTo>
                    <a:pt x="112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6" y="4"/>
                  </a:lnTo>
                  <a:lnTo>
                    <a:pt x="116" y="6"/>
                  </a:lnTo>
                  <a:lnTo>
                    <a:pt x="116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9" y="14"/>
                  </a:lnTo>
                  <a:lnTo>
                    <a:pt x="119" y="17"/>
                  </a:lnTo>
                  <a:lnTo>
                    <a:pt x="120" y="21"/>
                  </a:lnTo>
                  <a:lnTo>
                    <a:pt x="121" y="24"/>
                  </a:lnTo>
                  <a:lnTo>
                    <a:pt x="121" y="25"/>
                  </a:lnTo>
                  <a:lnTo>
                    <a:pt x="124" y="26"/>
                  </a:lnTo>
                  <a:lnTo>
                    <a:pt x="126" y="26"/>
                  </a:lnTo>
                  <a:lnTo>
                    <a:pt x="128" y="25"/>
                  </a:lnTo>
                  <a:lnTo>
                    <a:pt x="129" y="24"/>
                  </a:lnTo>
                  <a:lnTo>
                    <a:pt x="133" y="21"/>
                  </a:lnTo>
                  <a:lnTo>
                    <a:pt x="134" y="20"/>
                  </a:lnTo>
                  <a:lnTo>
                    <a:pt x="136" y="17"/>
                  </a:lnTo>
                  <a:lnTo>
                    <a:pt x="137" y="16"/>
                  </a:lnTo>
                  <a:lnTo>
                    <a:pt x="142" y="13"/>
                  </a:lnTo>
                  <a:lnTo>
                    <a:pt x="146" y="12"/>
                  </a:lnTo>
                  <a:lnTo>
                    <a:pt x="146" y="14"/>
                  </a:lnTo>
                  <a:lnTo>
                    <a:pt x="150" y="14"/>
                  </a:lnTo>
                  <a:lnTo>
                    <a:pt x="151" y="12"/>
                  </a:lnTo>
                  <a:lnTo>
                    <a:pt x="157" y="12"/>
                  </a:lnTo>
                  <a:lnTo>
                    <a:pt x="158" y="14"/>
                  </a:lnTo>
                  <a:lnTo>
                    <a:pt x="154" y="17"/>
                  </a:lnTo>
                  <a:lnTo>
                    <a:pt x="155" y="17"/>
                  </a:lnTo>
                  <a:lnTo>
                    <a:pt x="154" y="21"/>
                  </a:lnTo>
                  <a:lnTo>
                    <a:pt x="149" y="24"/>
                  </a:lnTo>
                  <a:lnTo>
                    <a:pt x="137" y="26"/>
                  </a:lnTo>
                  <a:lnTo>
                    <a:pt x="134" y="25"/>
                  </a:lnTo>
                  <a:lnTo>
                    <a:pt x="130" y="26"/>
                  </a:lnTo>
                  <a:lnTo>
                    <a:pt x="126" y="29"/>
                  </a:lnTo>
                  <a:lnTo>
                    <a:pt x="124" y="29"/>
                  </a:lnTo>
                  <a:lnTo>
                    <a:pt x="121" y="33"/>
                  </a:lnTo>
                  <a:lnTo>
                    <a:pt x="120" y="34"/>
                  </a:lnTo>
                  <a:lnTo>
                    <a:pt x="125" y="42"/>
                  </a:lnTo>
                  <a:lnTo>
                    <a:pt x="125" y="47"/>
                  </a:lnTo>
                  <a:lnTo>
                    <a:pt x="120" y="54"/>
                  </a:lnTo>
                  <a:lnTo>
                    <a:pt x="123" y="56"/>
                  </a:lnTo>
                  <a:lnTo>
                    <a:pt x="123" y="60"/>
                  </a:lnTo>
                  <a:lnTo>
                    <a:pt x="120" y="64"/>
                  </a:lnTo>
                  <a:lnTo>
                    <a:pt x="115" y="64"/>
                  </a:lnTo>
                  <a:lnTo>
                    <a:pt x="111" y="63"/>
                  </a:lnTo>
                  <a:lnTo>
                    <a:pt x="108" y="66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7" y="76"/>
                  </a:lnTo>
                  <a:lnTo>
                    <a:pt x="105" y="79"/>
                  </a:lnTo>
                  <a:lnTo>
                    <a:pt x="105" y="83"/>
                  </a:lnTo>
                  <a:lnTo>
                    <a:pt x="105" y="85"/>
                  </a:lnTo>
                  <a:lnTo>
                    <a:pt x="104" y="87"/>
                  </a:lnTo>
                  <a:lnTo>
                    <a:pt x="104" y="88"/>
                  </a:lnTo>
                  <a:lnTo>
                    <a:pt x="105" y="93"/>
                  </a:lnTo>
                  <a:lnTo>
                    <a:pt x="103" y="97"/>
                  </a:lnTo>
                  <a:lnTo>
                    <a:pt x="100" y="95"/>
                  </a:lnTo>
                  <a:lnTo>
                    <a:pt x="99" y="95"/>
                  </a:lnTo>
                  <a:lnTo>
                    <a:pt x="99" y="96"/>
                  </a:lnTo>
                  <a:lnTo>
                    <a:pt x="95" y="96"/>
                  </a:lnTo>
                  <a:lnTo>
                    <a:pt x="94" y="95"/>
                  </a:lnTo>
                  <a:lnTo>
                    <a:pt x="91" y="95"/>
                  </a:lnTo>
                  <a:lnTo>
                    <a:pt x="91" y="96"/>
                  </a:lnTo>
                  <a:lnTo>
                    <a:pt x="86" y="100"/>
                  </a:lnTo>
                  <a:lnTo>
                    <a:pt x="88" y="100"/>
                  </a:lnTo>
                  <a:lnTo>
                    <a:pt x="87" y="103"/>
                  </a:lnTo>
                  <a:lnTo>
                    <a:pt x="82" y="104"/>
                  </a:lnTo>
                  <a:lnTo>
                    <a:pt x="80" y="103"/>
                  </a:lnTo>
                  <a:lnTo>
                    <a:pt x="78" y="104"/>
                  </a:lnTo>
                  <a:lnTo>
                    <a:pt x="78" y="105"/>
                  </a:lnTo>
                  <a:lnTo>
                    <a:pt x="76" y="108"/>
                  </a:lnTo>
                  <a:lnTo>
                    <a:pt x="75" y="108"/>
                  </a:lnTo>
                  <a:lnTo>
                    <a:pt x="72" y="110"/>
                  </a:lnTo>
                  <a:lnTo>
                    <a:pt x="72" y="113"/>
                  </a:lnTo>
                  <a:lnTo>
                    <a:pt x="74" y="117"/>
                  </a:lnTo>
                  <a:lnTo>
                    <a:pt x="74" y="120"/>
                  </a:lnTo>
                  <a:lnTo>
                    <a:pt x="75" y="122"/>
                  </a:lnTo>
                  <a:lnTo>
                    <a:pt x="74" y="124"/>
                  </a:lnTo>
                  <a:lnTo>
                    <a:pt x="70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55" y="126"/>
                  </a:lnTo>
                  <a:lnTo>
                    <a:pt x="51" y="128"/>
                  </a:lnTo>
                  <a:lnTo>
                    <a:pt x="50" y="129"/>
                  </a:lnTo>
                  <a:lnTo>
                    <a:pt x="46" y="129"/>
                  </a:lnTo>
                  <a:lnTo>
                    <a:pt x="42" y="130"/>
                  </a:lnTo>
                  <a:lnTo>
                    <a:pt x="28" y="130"/>
                  </a:lnTo>
                  <a:lnTo>
                    <a:pt x="12" y="126"/>
                  </a:lnTo>
                  <a:lnTo>
                    <a:pt x="21" y="114"/>
                  </a:lnTo>
                  <a:lnTo>
                    <a:pt x="22" y="112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18" y="100"/>
                  </a:lnTo>
                  <a:lnTo>
                    <a:pt x="9" y="100"/>
                  </a:lnTo>
                  <a:lnTo>
                    <a:pt x="8" y="96"/>
                  </a:lnTo>
                  <a:lnTo>
                    <a:pt x="7" y="93"/>
                  </a:lnTo>
                  <a:lnTo>
                    <a:pt x="8" y="92"/>
                  </a:lnTo>
                  <a:lnTo>
                    <a:pt x="7" y="87"/>
                  </a:lnTo>
                  <a:lnTo>
                    <a:pt x="3" y="80"/>
                  </a:lnTo>
                  <a:lnTo>
                    <a:pt x="4" y="78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3" y="72"/>
                  </a:lnTo>
                  <a:lnTo>
                    <a:pt x="3" y="70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3" y="62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3" y="58"/>
                  </a:lnTo>
                  <a:lnTo>
                    <a:pt x="5" y="55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7" y="45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6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1" y="50"/>
                  </a:lnTo>
                  <a:lnTo>
                    <a:pt x="22" y="49"/>
                  </a:lnTo>
                  <a:lnTo>
                    <a:pt x="25" y="47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9" y="43"/>
                  </a:lnTo>
                  <a:lnTo>
                    <a:pt x="29" y="41"/>
                  </a:lnTo>
                  <a:lnTo>
                    <a:pt x="33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2" y="31"/>
                  </a:lnTo>
                  <a:lnTo>
                    <a:pt x="42" y="29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5" y="21"/>
                  </a:lnTo>
                  <a:lnTo>
                    <a:pt x="46" y="20"/>
                  </a:lnTo>
                  <a:lnTo>
                    <a:pt x="49" y="18"/>
                  </a:lnTo>
                  <a:lnTo>
                    <a:pt x="50" y="20"/>
                  </a:lnTo>
                  <a:lnTo>
                    <a:pt x="54" y="17"/>
                  </a:lnTo>
                  <a:lnTo>
                    <a:pt x="57" y="16"/>
                  </a:lnTo>
                  <a:lnTo>
                    <a:pt x="59" y="17"/>
                  </a:lnTo>
                  <a:lnTo>
                    <a:pt x="62" y="17"/>
                  </a:lnTo>
                  <a:lnTo>
                    <a:pt x="62" y="17"/>
                  </a:lnTo>
                  <a:lnTo>
                    <a:pt x="66" y="16"/>
                  </a:lnTo>
                  <a:lnTo>
                    <a:pt x="69" y="17"/>
                  </a:lnTo>
                  <a:lnTo>
                    <a:pt x="70" y="20"/>
                  </a:lnTo>
                  <a:lnTo>
                    <a:pt x="72" y="20"/>
                  </a:lnTo>
                  <a:lnTo>
                    <a:pt x="74" y="18"/>
                  </a:lnTo>
                  <a:lnTo>
                    <a:pt x="76" y="18"/>
                  </a:lnTo>
                  <a:lnTo>
                    <a:pt x="79" y="21"/>
                  </a:lnTo>
                  <a:lnTo>
                    <a:pt x="80" y="22"/>
                  </a:lnTo>
                  <a:lnTo>
                    <a:pt x="84" y="21"/>
                  </a:lnTo>
                  <a:lnTo>
                    <a:pt x="87" y="20"/>
                  </a:lnTo>
                  <a:lnTo>
                    <a:pt x="88" y="18"/>
                  </a:lnTo>
                  <a:lnTo>
                    <a:pt x="90" y="18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4" y="20"/>
                  </a:lnTo>
                  <a:lnTo>
                    <a:pt x="97" y="20"/>
                  </a:lnTo>
                  <a:lnTo>
                    <a:pt x="97" y="17"/>
                  </a:lnTo>
                  <a:lnTo>
                    <a:pt x="96" y="17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0" y="13"/>
                  </a:lnTo>
                  <a:lnTo>
                    <a:pt x="101" y="13"/>
                  </a:lnTo>
                  <a:lnTo>
                    <a:pt x="101" y="14"/>
                  </a:lnTo>
                  <a:lnTo>
                    <a:pt x="104" y="14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6"/>
                  </a:lnTo>
                  <a:lnTo>
                    <a:pt x="107" y="5"/>
                  </a:lnTo>
                  <a:lnTo>
                    <a:pt x="108" y="1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232" name="자유형: 도형 231">
            <a:extLst>
              <a:ext uri="{FF2B5EF4-FFF2-40B4-BE49-F238E27FC236}">
                <a16:creationId xmlns:a16="http://schemas.microsoft.com/office/drawing/2014/main" id="{904E7E9F-D257-4517-8509-F972C60E902C}"/>
              </a:ext>
            </a:extLst>
          </p:cNvPr>
          <p:cNvSpPr/>
          <p:nvPr/>
        </p:nvSpPr>
        <p:spPr>
          <a:xfrm>
            <a:off x="4446267" y="2704685"/>
            <a:ext cx="2135379" cy="1367839"/>
          </a:xfrm>
          <a:custGeom>
            <a:avLst/>
            <a:gdLst>
              <a:gd name="connsiteX0" fmla="*/ 2291 w 2270706"/>
              <a:gd name="connsiteY0" fmla="*/ 2750723 h 2982127"/>
              <a:gd name="connsiteX1" fmla="*/ 276611 w 2270706"/>
              <a:gd name="connsiteY1" fmla="*/ 2788823 h 2982127"/>
              <a:gd name="connsiteX2" fmla="*/ 794771 w 2270706"/>
              <a:gd name="connsiteY2" fmla="*/ 2324003 h 2982127"/>
              <a:gd name="connsiteX3" fmla="*/ 1488191 w 2270706"/>
              <a:gd name="connsiteY3" fmla="*/ 2209703 h 2982127"/>
              <a:gd name="connsiteX4" fmla="*/ 1716791 w 2270706"/>
              <a:gd name="connsiteY4" fmla="*/ 2042063 h 2982127"/>
              <a:gd name="connsiteX5" fmla="*/ 1960631 w 2270706"/>
              <a:gd name="connsiteY5" fmla="*/ 1683923 h 2982127"/>
              <a:gd name="connsiteX6" fmla="*/ 1876811 w 2270706"/>
              <a:gd name="connsiteY6" fmla="*/ 617123 h 2982127"/>
              <a:gd name="connsiteX7" fmla="*/ 2204471 w 2270706"/>
              <a:gd name="connsiteY7" fmla="*/ 319943 h 2982127"/>
              <a:gd name="connsiteX8" fmla="*/ 2227331 w 2270706"/>
              <a:gd name="connsiteY8" fmla="*/ 22763 h 2982127"/>
              <a:gd name="connsiteX9" fmla="*/ 1724411 w 2270706"/>
              <a:gd name="connsiteY9" fmla="*/ 76103 h 2982127"/>
              <a:gd name="connsiteX10" fmla="*/ 1373891 w 2270706"/>
              <a:gd name="connsiteY10" fmla="*/ 518063 h 2982127"/>
              <a:gd name="connsiteX11" fmla="*/ 848111 w 2270706"/>
              <a:gd name="connsiteY11" fmla="*/ 1996343 h 2982127"/>
              <a:gd name="connsiteX12" fmla="*/ 916691 w 2270706"/>
              <a:gd name="connsiteY12" fmla="*/ 2567843 h 2982127"/>
              <a:gd name="connsiteX13" fmla="*/ 192791 w 2270706"/>
              <a:gd name="connsiteY13" fmla="*/ 2979323 h 2982127"/>
              <a:gd name="connsiteX14" fmla="*/ 2291 w 2270706"/>
              <a:gd name="connsiteY14" fmla="*/ 2750723 h 2982127"/>
              <a:gd name="connsiteX0" fmla="*/ 2291 w 2270706"/>
              <a:gd name="connsiteY0" fmla="*/ 2847199 h 3078603"/>
              <a:gd name="connsiteX1" fmla="*/ 276611 w 2270706"/>
              <a:gd name="connsiteY1" fmla="*/ 2885299 h 3078603"/>
              <a:gd name="connsiteX2" fmla="*/ 794771 w 2270706"/>
              <a:gd name="connsiteY2" fmla="*/ 2420479 h 3078603"/>
              <a:gd name="connsiteX3" fmla="*/ 1488191 w 2270706"/>
              <a:gd name="connsiteY3" fmla="*/ 2306179 h 3078603"/>
              <a:gd name="connsiteX4" fmla="*/ 1716791 w 2270706"/>
              <a:gd name="connsiteY4" fmla="*/ 2138539 h 3078603"/>
              <a:gd name="connsiteX5" fmla="*/ 1960631 w 2270706"/>
              <a:gd name="connsiteY5" fmla="*/ 1780399 h 3078603"/>
              <a:gd name="connsiteX6" fmla="*/ 1876811 w 2270706"/>
              <a:gd name="connsiteY6" fmla="*/ 713599 h 3078603"/>
              <a:gd name="connsiteX7" fmla="*/ 2204471 w 2270706"/>
              <a:gd name="connsiteY7" fmla="*/ 416419 h 3078603"/>
              <a:gd name="connsiteX8" fmla="*/ 2227331 w 2270706"/>
              <a:gd name="connsiteY8" fmla="*/ 119239 h 3078603"/>
              <a:gd name="connsiteX9" fmla="*/ 1724411 w 2270706"/>
              <a:gd name="connsiteY9" fmla="*/ 172579 h 3078603"/>
              <a:gd name="connsiteX10" fmla="*/ 848111 w 2270706"/>
              <a:gd name="connsiteY10" fmla="*/ 2092819 h 3078603"/>
              <a:gd name="connsiteX11" fmla="*/ 916691 w 2270706"/>
              <a:gd name="connsiteY11" fmla="*/ 2664319 h 3078603"/>
              <a:gd name="connsiteX12" fmla="*/ 192791 w 2270706"/>
              <a:gd name="connsiteY12" fmla="*/ 3075799 h 3078603"/>
              <a:gd name="connsiteX13" fmla="*/ 2291 w 2270706"/>
              <a:gd name="connsiteY13" fmla="*/ 2847199 h 3078603"/>
              <a:gd name="connsiteX0" fmla="*/ 2291 w 2335140"/>
              <a:gd name="connsiteY0" fmla="*/ 2814552 h 3045956"/>
              <a:gd name="connsiteX1" fmla="*/ 276611 w 2335140"/>
              <a:gd name="connsiteY1" fmla="*/ 2852652 h 3045956"/>
              <a:gd name="connsiteX2" fmla="*/ 794771 w 2335140"/>
              <a:gd name="connsiteY2" fmla="*/ 2387832 h 3045956"/>
              <a:gd name="connsiteX3" fmla="*/ 1488191 w 2335140"/>
              <a:gd name="connsiteY3" fmla="*/ 2273532 h 3045956"/>
              <a:gd name="connsiteX4" fmla="*/ 1716791 w 2335140"/>
              <a:gd name="connsiteY4" fmla="*/ 2105892 h 3045956"/>
              <a:gd name="connsiteX5" fmla="*/ 1960631 w 2335140"/>
              <a:gd name="connsiteY5" fmla="*/ 1747752 h 3045956"/>
              <a:gd name="connsiteX6" fmla="*/ 1876811 w 2335140"/>
              <a:gd name="connsiteY6" fmla="*/ 680952 h 3045956"/>
              <a:gd name="connsiteX7" fmla="*/ 2204471 w 2335140"/>
              <a:gd name="connsiteY7" fmla="*/ 383772 h 3045956"/>
              <a:gd name="connsiteX8" fmla="*/ 2227331 w 2335140"/>
              <a:gd name="connsiteY8" fmla="*/ 86592 h 3045956"/>
              <a:gd name="connsiteX9" fmla="*/ 848111 w 2335140"/>
              <a:gd name="connsiteY9" fmla="*/ 2060172 h 3045956"/>
              <a:gd name="connsiteX10" fmla="*/ 916691 w 2335140"/>
              <a:gd name="connsiteY10" fmla="*/ 2631672 h 3045956"/>
              <a:gd name="connsiteX11" fmla="*/ 192791 w 2335140"/>
              <a:gd name="connsiteY11" fmla="*/ 3043152 h 3045956"/>
              <a:gd name="connsiteX12" fmla="*/ 2291 w 2335140"/>
              <a:gd name="connsiteY12" fmla="*/ 2814552 h 3045956"/>
              <a:gd name="connsiteX0" fmla="*/ 2227331 w 2295911"/>
              <a:gd name="connsiteY0" fmla="*/ 0 h 2959364"/>
              <a:gd name="connsiteX1" fmla="*/ 848111 w 2295911"/>
              <a:gd name="connsiteY1" fmla="*/ 1973580 h 2959364"/>
              <a:gd name="connsiteX2" fmla="*/ 916691 w 2295911"/>
              <a:gd name="connsiteY2" fmla="*/ 2545080 h 2959364"/>
              <a:gd name="connsiteX3" fmla="*/ 192791 w 2295911"/>
              <a:gd name="connsiteY3" fmla="*/ 2956560 h 2959364"/>
              <a:gd name="connsiteX4" fmla="*/ 2291 w 2295911"/>
              <a:gd name="connsiteY4" fmla="*/ 2727960 h 2959364"/>
              <a:gd name="connsiteX5" fmla="*/ 276611 w 2295911"/>
              <a:gd name="connsiteY5" fmla="*/ 2766060 h 2959364"/>
              <a:gd name="connsiteX6" fmla="*/ 794771 w 2295911"/>
              <a:gd name="connsiteY6" fmla="*/ 2301240 h 2959364"/>
              <a:gd name="connsiteX7" fmla="*/ 1488191 w 2295911"/>
              <a:gd name="connsiteY7" fmla="*/ 2186940 h 2959364"/>
              <a:gd name="connsiteX8" fmla="*/ 1716791 w 2295911"/>
              <a:gd name="connsiteY8" fmla="*/ 2019300 h 2959364"/>
              <a:gd name="connsiteX9" fmla="*/ 1960631 w 2295911"/>
              <a:gd name="connsiteY9" fmla="*/ 1661160 h 2959364"/>
              <a:gd name="connsiteX10" fmla="*/ 1876811 w 2295911"/>
              <a:gd name="connsiteY10" fmla="*/ 594360 h 2959364"/>
              <a:gd name="connsiteX11" fmla="*/ 2295911 w 2295911"/>
              <a:gd name="connsiteY11" fmla="*/ 388620 h 2959364"/>
              <a:gd name="connsiteX0" fmla="*/ 848111 w 2295911"/>
              <a:gd name="connsiteY0" fmla="*/ 1584960 h 2570744"/>
              <a:gd name="connsiteX1" fmla="*/ 916691 w 2295911"/>
              <a:gd name="connsiteY1" fmla="*/ 2156460 h 2570744"/>
              <a:gd name="connsiteX2" fmla="*/ 192791 w 2295911"/>
              <a:gd name="connsiteY2" fmla="*/ 2567940 h 2570744"/>
              <a:gd name="connsiteX3" fmla="*/ 2291 w 2295911"/>
              <a:gd name="connsiteY3" fmla="*/ 2339340 h 2570744"/>
              <a:gd name="connsiteX4" fmla="*/ 276611 w 2295911"/>
              <a:gd name="connsiteY4" fmla="*/ 2377440 h 2570744"/>
              <a:gd name="connsiteX5" fmla="*/ 794771 w 2295911"/>
              <a:gd name="connsiteY5" fmla="*/ 1912620 h 2570744"/>
              <a:gd name="connsiteX6" fmla="*/ 1488191 w 2295911"/>
              <a:gd name="connsiteY6" fmla="*/ 1798320 h 2570744"/>
              <a:gd name="connsiteX7" fmla="*/ 1716791 w 2295911"/>
              <a:gd name="connsiteY7" fmla="*/ 1630680 h 2570744"/>
              <a:gd name="connsiteX8" fmla="*/ 1960631 w 2295911"/>
              <a:gd name="connsiteY8" fmla="*/ 1272540 h 2570744"/>
              <a:gd name="connsiteX9" fmla="*/ 1876811 w 2295911"/>
              <a:gd name="connsiteY9" fmla="*/ 205740 h 2570744"/>
              <a:gd name="connsiteX10" fmla="*/ 2295911 w 2295911"/>
              <a:gd name="connsiteY10" fmla="*/ 0 h 2570744"/>
              <a:gd name="connsiteX0" fmla="*/ 916691 w 2295911"/>
              <a:gd name="connsiteY0" fmla="*/ 2156460 h 2570744"/>
              <a:gd name="connsiteX1" fmla="*/ 192791 w 2295911"/>
              <a:gd name="connsiteY1" fmla="*/ 2567940 h 2570744"/>
              <a:gd name="connsiteX2" fmla="*/ 2291 w 2295911"/>
              <a:gd name="connsiteY2" fmla="*/ 2339340 h 2570744"/>
              <a:gd name="connsiteX3" fmla="*/ 276611 w 2295911"/>
              <a:gd name="connsiteY3" fmla="*/ 2377440 h 2570744"/>
              <a:gd name="connsiteX4" fmla="*/ 794771 w 2295911"/>
              <a:gd name="connsiteY4" fmla="*/ 1912620 h 2570744"/>
              <a:gd name="connsiteX5" fmla="*/ 1488191 w 2295911"/>
              <a:gd name="connsiteY5" fmla="*/ 1798320 h 2570744"/>
              <a:gd name="connsiteX6" fmla="*/ 1716791 w 2295911"/>
              <a:gd name="connsiteY6" fmla="*/ 1630680 h 2570744"/>
              <a:gd name="connsiteX7" fmla="*/ 1960631 w 2295911"/>
              <a:gd name="connsiteY7" fmla="*/ 1272540 h 2570744"/>
              <a:gd name="connsiteX8" fmla="*/ 1876811 w 2295911"/>
              <a:gd name="connsiteY8" fmla="*/ 205740 h 2570744"/>
              <a:gd name="connsiteX9" fmla="*/ 2295911 w 2295911"/>
              <a:gd name="connsiteY9" fmla="*/ 0 h 2570744"/>
              <a:gd name="connsiteX0" fmla="*/ 916691 w 2295911"/>
              <a:gd name="connsiteY0" fmla="*/ 2156460 h 2570744"/>
              <a:gd name="connsiteX1" fmla="*/ 192791 w 2295911"/>
              <a:gd name="connsiteY1" fmla="*/ 2567940 h 2570744"/>
              <a:gd name="connsiteX2" fmla="*/ 2291 w 2295911"/>
              <a:gd name="connsiteY2" fmla="*/ 2339340 h 2570744"/>
              <a:gd name="connsiteX3" fmla="*/ 276611 w 2295911"/>
              <a:gd name="connsiteY3" fmla="*/ 2377440 h 2570744"/>
              <a:gd name="connsiteX4" fmla="*/ 1488191 w 2295911"/>
              <a:gd name="connsiteY4" fmla="*/ 1798320 h 2570744"/>
              <a:gd name="connsiteX5" fmla="*/ 1716791 w 2295911"/>
              <a:gd name="connsiteY5" fmla="*/ 1630680 h 2570744"/>
              <a:gd name="connsiteX6" fmla="*/ 1960631 w 2295911"/>
              <a:gd name="connsiteY6" fmla="*/ 1272540 h 2570744"/>
              <a:gd name="connsiteX7" fmla="*/ 1876811 w 2295911"/>
              <a:gd name="connsiteY7" fmla="*/ 205740 h 2570744"/>
              <a:gd name="connsiteX8" fmla="*/ 2295911 w 2295911"/>
              <a:gd name="connsiteY8" fmla="*/ 0 h 2570744"/>
              <a:gd name="connsiteX0" fmla="*/ 998429 w 2377649"/>
              <a:gd name="connsiteY0" fmla="*/ 2156460 h 2572409"/>
              <a:gd name="connsiteX1" fmla="*/ 274529 w 2377649"/>
              <a:gd name="connsiteY1" fmla="*/ 2567940 h 2572409"/>
              <a:gd name="connsiteX2" fmla="*/ 84029 w 2377649"/>
              <a:gd name="connsiteY2" fmla="*/ 2339340 h 2572409"/>
              <a:gd name="connsiteX3" fmla="*/ 1569929 w 2377649"/>
              <a:gd name="connsiteY3" fmla="*/ 1798320 h 2572409"/>
              <a:gd name="connsiteX4" fmla="*/ 1798529 w 2377649"/>
              <a:gd name="connsiteY4" fmla="*/ 1630680 h 2572409"/>
              <a:gd name="connsiteX5" fmla="*/ 2042369 w 2377649"/>
              <a:gd name="connsiteY5" fmla="*/ 1272540 h 2572409"/>
              <a:gd name="connsiteX6" fmla="*/ 1958549 w 2377649"/>
              <a:gd name="connsiteY6" fmla="*/ 205740 h 2572409"/>
              <a:gd name="connsiteX7" fmla="*/ 2377649 w 2377649"/>
              <a:gd name="connsiteY7" fmla="*/ 0 h 2572409"/>
              <a:gd name="connsiteX0" fmla="*/ 1015038 w 2394258"/>
              <a:gd name="connsiteY0" fmla="*/ 2156460 h 2573291"/>
              <a:gd name="connsiteX1" fmla="*/ 291138 w 2394258"/>
              <a:gd name="connsiteY1" fmla="*/ 2567940 h 2573291"/>
              <a:gd name="connsiteX2" fmla="*/ 100638 w 2394258"/>
              <a:gd name="connsiteY2" fmla="*/ 2339340 h 2573291"/>
              <a:gd name="connsiteX3" fmla="*/ 1815138 w 2394258"/>
              <a:gd name="connsiteY3" fmla="*/ 1630680 h 2573291"/>
              <a:gd name="connsiteX4" fmla="*/ 2058978 w 2394258"/>
              <a:gd name="connsiteY4" fmla="*/ 1272540 h 2573291"/>
              <a:gd name="connsiteX5" fmla="*/ 1975158 w 2394258"/>
              <a:gd name="connsiteY5" fmla="*/ 205740 h 2573291"/>
              <a:gd name="connsiteX6" fmla="*/ 2394258 w 2394258"/>
              <a:gd name="connsiteY6" fmla="*/ 0 h 2573291"/>
              <a:gd name="connsiteX0" fmla="*/ 1379020 w 2404557"/>
              <a:gd name="connsiteY0" fmla="*/ 2346241 h 2567956"/>
              <a:gd name="connsiteX1" fmla="*/ 301437 w 2404557"/>
              <a:gd name="connsiteY1" fmla="*/ 2567940 h 2567956"/>
              <a:gd name="connsiteX2" fmla="*/ 110937 w 2404557"/>
              <a:gd name="connsiteY2" fmla="*/ 2339340 h 2567956"/>
              <a:gd name="connsiteX3" fmla="*/ 1825437 w 2404557"/>
              <a:gd name="connsiteY3" fmla="*/ 1630680 h 2567956"/>
              <a:gd name="connsiteX4" fmla="*/ 2069277 w 2404557"/>
              <a:gd name="connsiteY4" fmla="*/ 1272540 h 2567956"/>
              <a:gd name="connsiteX5" fmla="*/ 1985457 w 2404557"/>
              <a:gd name="connsiteY5" fmla="*/ 205740 h 2567956"/>
              <a:gd name="connsiteX6" fmla="*/ 2404557 w 2404557"/>
              <a:gd name="connsiteY6" fmla="*/ 0 h 2567956"/>
              <a:gd name="connsiteX0" fmla="*/ 1270132 w 2295669"/>
              <a:gd name="connsiteY0" fmla="*/ 2346241 h 2404387"/>
              <a:gd name="connsiteX1" fmla="*/ 1365741 w 2295669"/>
              <a:gd name="connsiteY1" fmla="*/ 2274642 h 2404387"/>
              <a:gd name="connsiteX2" fmla="*/ 2049 w 2295669"/>
              <a:gd name="connsiteY2" fmla="*/ 2339340 h 2404387"/>
              <a:gd name="connsiteX3" fmla="*/ 1716549 w 2295669"/>
              <a:gd name="connsiteY3" fmla="*/ 1630680 h 2404387"/>
              <a:gd name="connsiteX4" fmla="*/ 1960389 w 2295669"/>
              <a:gd name="connsiteY4" fmla="*/ 1272540 h 2404387"/>
              <a:gd name="connsiteX5" fmla="*/ 1876569 w 2295669"/>
              <a:gd name="connsiteY5" fmla="*/ 205740 h 2404387"/>
              <a:gd name="connsiteX6" fmla="*/ 2295669 w 2295669"/>
              <a:gd name="connsiteY6" fmla="*/ 0 h 2404387"/>
              <a:gd name="connsiteX0" fmla="*/ 316208 w 1341745"/>
              <a:gd name="connsiteY0" fmla="*/ 2346241 h 2501228"/>
              <a:gd name="connsiteX1" fmla="*/ 411817 w 1341745"/>
              <a:gd name="connsiteY1" fmla="*/ 2274642 h 2501228"/>
              <a:gd name="connsiteX2" fmla="*/ 5657 w 1341745"/>
              <a:gd name="connsiteY2" fmla="*/ 2477363 h 2501228"/>
              <a:gd name="connsiteX3" fmla="*/ 762625 w 1341745"/>
              <a:gd name="connsiteY3" fmla="*/ 1630680 h 2501228"/>
              <a:gd name="connsiteX4" fmla="*/ 1006465 w 1341745"/>
              <a:gd name="connsiteY4" fmla="*/ 1272540 h 2501228"/>
              <a:gd name="connsiteX5" fmla="*/ 922645 w 1341745"/>
              <a:gd name="connsiteY5" fmla="*/ 205740 h 2501228"/>
              <a:gd name="connsiteX6" fmla="*/ 1341745 w 1341745"/>
              <a:gd name="connsiteY6" fmla="*/ 0 h 2501228"/>
              <a:gd name="connsiteX0" fmla="*/ 2625720 w 3651257"/>
              <a:gd name="connsiteY0" fmla="*/ 2346241 h 2520676"/>
              <a:gd name="connsiteX1" fmla="*/ 2721329 w 3651257"/>
              <a:gd name="connsiteY1" fmla="*/ 2274642 h 2520676"/>
              <a:gd name="connsiteX2" fmla="*/ 2315169 w 3651257"/>
              <a:gd name="connsiteY2" fmla="*/ 2477363 h 2520676"/>
              <a:gd name="connsiteX3" fmla="*/ 9760 w 3651257"/>
              <a:gd name="connsiteY3" fmla="*/ 1302877 h 2520676"/>
              <a:gd name="connsiteX4" fmla="*/ 3315977 w 3651257"/>
              <a:gd name="connsiteY4" fmla="*/ 1272540 h 2520676"/>
              <a:gd name="connsiteX5" fmla="*/ 3232157 w 3651257"/>
              <a:gd name="connsiteY5" fmla="*/ 205740 h 2520676"/>
              <a:gd name="connsiteX6" fmla="*/ 3651257 w 3651257"/>
              <a:gd name="connsiteY6" fmla="*/ 0 h 2520676"/>
              <a:gd name="connsiteX0" fmla="*/ 2705565 w 3731102"/>
              <a:gd name="connsiteY0" fmla="*/ 2377620 h 2552055"/>
              <a:gd name="connsiteX1" fmla="*/ 2801174 w 3731102"/>
              <a:gd name="connsiteY1" fmla="*/ 2306021 h 2552055"/>
              <a:gd name="connsiteX2" fmla="*/ 2395014 w 3731102"/>
              <a:gd name="connsiteY2" fmla="*/ 2508742 h 2552055"/>
              <a:gd name="connsiteX3" fmla="*/ 89605 w 3731102"/>
              <a:gd name="connsiteY3" fmla="*/ 1334256 h 2552055"/>
              <a:gd name="connsiteX4" fmla="*/ 747512 w 3731102"/>
              <a:gd name="connsiteY4" fmla="*/ 2218319 h 2552055"/>
              <a:gd name="connsiteX5" fmla="*/ 3312002 w 3731102"/>
              <a:gd name="connsiteY5" fmla="*/ 237119 h 2552055"/>
              <a:gd name="connsiteX6" fmla="*/ 3731102 w 3731102"/>
              <a:gd name="connsiteY6" fmla="*/ 31379 h 2552055"/>
              <a:gd name="connsiteX0" fmla="*/ 2679084 w 3704621"/>
              <a:gd name="connsiteY0" fmla="*/ 2346241 h 2761767"/>
              <a:gd name="connsiteX1" fmla="*/ 2774693 w 3704621"/>
              <a:gd name="connsiteY1" fmla="*/ 2274642 h 2761767"/>
              <a:gd name="connsiteX2" fmla="*/ 2368533 w 3704621"/>
              <a:gd name="connsiteY2" fmla="*/ 2477363 h 2761767"/>
              <a:gd name="connsiteX3" fmla="*/ 63124 w 3704621"/>
              <a:gd name="connsiteY3" fmla="*/ 1302877 h 2761767"/>
              <a:gd name="connsiteX4" fmla="*/ 721031 w 3704621"/>
              <a:gd name="connsiteY4" fmla="*/ 2186940 h 2761767"/>
              <a:gd name="connsiteX5" fmla="*/ 1482600 w 3704621"/>
              <a:gd name="connsiteY5" fmla="*/ 2647016 h 2761767"/>
              <a:gd name="connsiteX6" fmla="*/ 3704621 w 3704621"/>
              <a:gd name="connsiteY6" fmla="*/ 0 h 2761767"/>
              <a:gd name="connsiteX0" fmla="*/ 2679084 w 2824726"/>
              <a:gd name="connsiteY0" fmla="*/ 1045729 h 1348073"/>
              <a:gd name="connsiteX1" fmla="*/ 2774693 w 2824726"/>
              <a:gd name="connsiteY1" fmla="*/ 974130 h 1348073"/>
              <a:gd name="connsiteX2" fmla="*/ 2368533 w 2824726"/>
              <a:gd name="connsiteY2" fmla="*/ 1176851 h 1348073"/>
              <a:gd name="connsiteX3" fmla="*/ 63124 w 2824726"/>
              <a:gd name="connsiteY3" fmla="*/ 2365 h 1348073"/>
              <a:gd name="connsiteX4" fmla="*/ 721031 w 2824726"/>
              <a:gd name="connsiteY4" fmla="*/ 886428 h 1348073"/>
              <a:gd name="connsiteX5" fmla="*/ 1482600 w 2824726"/>
              <a:gd name="connsiteY5" fmla="*/ 1346504 h 1348073"/>
              <a:gd name="connsiteX6" fmla="*/ 2824726 w 2824726"/>
              <a:gd name="connsiteY6" fmla="*/ 1045873 h 1348073"/>
              <a:gd name="connsiteX0" fmla="*/ 2681465 w 2824726"/>
              <a:gd name="connsiteY0" fmla="*/ 1057635 h 1348073"/>
              <a:gd name="connsiteX1" fmla="*/ 2774693 w 2824726"/>
              <a:gd name="connsiteY1" fmla="*/ 974130 h 1348073"/>
              <a:gd name="connsiteX2" fmla="*/ 2368533 w 2824726"/>
              <a:gd name="connsiteY2" fmla="*/ 1176851 h 1348073"/>
              <a:gd name="connsiteX3" fmla="*/ 63124 w 2824726"/>
              <a:gd name="connsiteY3" fmla="*/ 2365 h 1348073"/>
              <a:gd name="connsiteX4" fmla="*/ 721031 w 2824726"/>
              <a:gd name="connsiteY4" fmla="*/ 886428 h 1348073"/>
              <a:gd name="connsiteX5" fmla="*/ 1482600 w 2824726"/>
              <a:gd name="connsiteY5" fmla="*/ 1346504 h 1348073"/>
              <a:gd name="connsiteX6" fmla="*/ 2824726 w 2824726"/>
              <a:gd name="connsiteY6" fmla="*/ 1045873 h 1348073"/>
              <a:gd name="connsiteX0" fmla="*/ 2683846 w 2824726"/>
              <a:gd name="connsiteY0" fmla="*/ 1038585 h 1348073"/>
              <a:gd name="connsiteX1" fmla="*/ 2774693 w 2824726"/>
              <a:gd name="connsiteY1" fmla="*/ 974130 h 1348073"/>
              <a:gd name="connsiteX2" fmla="*/ 2368533 w 2824726"/>
              <a:gd name="connsiteY2" fmla="*/ 1176851 h 1348073"/>
              <a:gd name="connsiteX3" fmla="*/ 63124 w 2824726"/>
              <a:gd name="connsiteY3" fmla="*/ 2365 h 1348073"/>
              <a:gd name="connsiteX4" fmla="*/ 721031 w 2824726"/>
              <a:gd name="connsiteY4" fmla="*/ 886428 h 1348073"/>
              <a:gd name="connsiteX5" fmla="*/ 1482600 w 2824726"/>
              <a:gd name="connsiteY5" fmla="*/ 1346504 h 1348073"/>
              <a:gd name="connsiteX6" fmla="*/ 2824726 w 2824726"/>
              <a:gd name="connsiteY6" fmla="*/ 1045873 h 1348073"/>
              <a:gd name="connsiteX0" fmla="*/ 2683846 w 2824726"/>
              <a:gd name="connsiteY0" fmla="*/ 1038585 h 1348073"/>
              <a:gd name="connsiteX1" fmla="*/ 2767549 w 2824726"/>
              <a:gd name="connsiteY1" fmla="*/ 945555 h 1348073"/>
              <a:gd name="connsiteX2" fmla="*/ 2368533 w 2824726"/>
              <a:gd name="connsiteY2" fmla="*/ 1176851 h 1348073"/>
              <a:gd name="connsiteX3" fmla="*/ 63124 w 2824726"/>
              <a:gd name="connsiteY3" fmla="*/ 2365 h 1348073"/>
              <a:gd name="connsiteX4" fmla="*/ 721031 w 2824726"/>
              <a:gd name="connsiteY4" fmla="*/ 886428 h 1348073"/>
              <a:gd name="connsiteX5" fmla="*/ 1482600 w 2824726"/>
              <a:gd name="connsiteY5" fmla="*/ 1346504 h 1348073"/>
              <a:gd name="connsiteX6" fmla="*/ 2824726 w 2824726"/>
              <a:gd name="connsiteY6" fmla="*/ 1045873 h 1348073"/>
              <a:gd name="connsiteX0" fmla="*/ 2683846 w 2775027"/>
              <a:gd name="connsiteY0" fmla="*/ 1038585 h 1466111"/>
              <a:gd name="connsiteX1" fmla="*/ 2767549 w 2775027"/>
              <a:gd name="connsiteY1" fmla="*/ 945555 h 1466111"/>
              <a:gd name="connsiteX2" fmla="*/ 2368533 w 2775027"/>
              <a:gd name="connsiteY2" fmla="*/ 1176851 h 1466111"/>
              <a:gd name="connsiteX3" fmla="*/ 63124 w 2775027"/>
              <a:gd name="connsiteY3" fmla="*/ 2365 h 1466111"/>
              <a:gd name="connsiteX4" fmla="*/ 721031 w 2775027"/>
              <a:gd name="connsiteY4" fmla="*/ 886428 h 1466111"/>
              <a:gd name="connsiteX5" fmla="*/ 1482600 w 2775027"/>
              <a:gd name="connsiteY5" fmla="*/ 1346504 h 1466111"/>
              <a:gd name="connsiteX6" fmla="*/ 2577076 w 2775027"/>
              <a:gd name="connsiteY6" fmla="*/ 1464973 h 1466111"/>
              <a:gd name="connsiteX0" fmla="*/ 2683846 w 2775027"/>
              <a:gd name="connsiteY0" fmla="*/ 1051285 h 1466111"/>
              <a:gd name="connsiteX1" fmla="*/ 2767549 w 2775027"/>
              <a:gd name="connsiteY1" fmla="*/ 945555 h 1466111"/>
              <a:gd name="connsiteX2" fmla="*/ 2368533 w 2775027"/>
              <a:gd name="connsiteY2" fmla="*/ 1176851 h 1466111"/>
              <a:gd name="connsiteX3" fmla="*/ 63124 w 2775027"/>
              <a:gd name="connsiteY3" fmla="*/ 2365 h 1466111"/>
              <a:gd name="connsiteX4" fmla="*/ 721031 w 2775027"/>
              <a:gd name="connsiteY4" fmla="*/ 886428 h 1466111"/>
              <a:gd name="connsiteX5" fmla="*/ 1482600 w 2775027"/>
              <a:gd name="connsiteY5" fmla="*/ 1346504 h 1466111"/>
              <a:gd name="connsiteX6" fmla="*/ 2577076 w 2775027"/>
              <a:gd name="connsiteY6" fmla="*/ 1464973 h 1466111"/>
              <a:gd name="connsiteX0" fmla="*/ 2683846 w 2762692"/>
              <a:gd name="connsiteY0" fmla="*/ 1051285 h 1466111"/>
              <a:gd name="connsiteX1" fmla="*/ 2754849 w 2762692"/>
              <a:gd name="connsiteY1" fmla="*/ 958255 h 1466111"/>
              <a:gd name="connsiteX2" fmla="*/ 2368533 w 2762692"/>
              <a:gd name="connsiteY2" fmla="*/ 1176851 h 1466111"/>
              <a:gd name="connsiteX3" fmla="*/ 63124 w 2762692"/>
              <a:gd name="connsiteY3" fmla="*/ 2365 h 1466111"/>
              <a:gd name="connsiteX4" fmla="*/ 721031 w 2762692"/>
              <a:gd name="connsiteY4" fmla="*/ 886428 h 1466111"/>
              <a:gd name="connsiteX5" fmla="*/ 1482600 w 2762692"/>
              <a:gd name="connsiteY5" fmla="*/ 1346504 h 1466111"/>
              <a:gd name="connsiteX6" fmla="*/ 2577076 w 2762692"/>
              <a:gd name="connsiteY6" fmla="*/ 1464973 h 1466111"/>
              <a:gd name="connsiteX0" fmla="*/ 2683846 w 2803499"/>
              <a:gd name="connsiteY0" fmla="*/ 1051285 h 1466111"/>
              <a:gd name="connsiteX1" fmla="*/ 2754849 w 2803499"/>
              <a:gd name="connsiteY1" fmla="*/ 958255 h 1466111"/>
              <a:gd name="connsiteX2" fmla="*/ 2368533 w 2803499"/>
              <a:gd name="connsiteY2" fmla="*/ 1176851 h 1466111"/>
              <a:gd name="connsiteX3" fmla="*/ 63124 w 2803499"/>
              <a:gd name="connsiteY3" fmla="*/ 2365 h 1466111"/>
              <a:gd name="connsiteX4" fmla="*/ 721031 w 2803499"/>
              <a:gd name="connsiteY4" fmla="*/ 886428 h 1466111"/>
              <a:gd name="connsiteX5" fmla="*/ 1482600 w 2803499"/>
              <a:gd name="connsiteY5" fmla="*/ 1346504 h 1466111"/>
              <a:gd name="connsiteX6" fmla="*/ 2577076 w 2803499"/>
              <a:gd name="connsiteY6" fmla="*/ 1464973 h 1466111"/>
              <a:gd name="connsiteX0" fmla="*/ 2683846 w 2843371"/>
              <a:gd name="connsiteY0" fmla="*/ 1051285 h 1466111"/>
              <a:gd name="connsiteX1" fmla="*/ 2754849 w 2843371"/>
              <a:gd name="connsiteY1" fmla="*/ 958255 h 1466111"/>
              <a:gd name="connsiteX2" fmla="*/ 2368533 w 2843371"/>
              <a:gd name="connsiteY2" fmla="*/ 1176851 h 1466111"/>
              <a:gd name="connsiteX3" fmla="*/ 63124 w 2843371"/>
              <a:gd name="connsiteY3" fmla="*/ 2365 h 1466111"/>
              <a:gd name="connsiteX4" fmla="*/ 721031 w 2843371"/>
              <a:gd name="connsiteY4" fmla="*/ 886428 h 1466111"/>
              <a:gd name="connsiteX5" fmla="*/ 1482600 w 2843371"/>
              <a:gd name="connsiteY5" fmla="*/ 1346504 h 1466111"/>
              <a:gd name="connsiteX6" fmla="*/ 2577076 w 2843371"/>
              <a:gd name="connsiteY6" fmla="*/ 1464973 h 1466111"/>
              <a:gd name="connsiteX0" fmla="*/ 2683846 w 2816735"/>
              <a:gd name="connsiteY0" fmla="*/ 1051285 h 1466111"/>
              <a:gd name="connsiteX1" fmla="*/ 2754849 w 2816735"/>
              <a:gd name="connsiteY1" fmla="*/ 958255 h 1466111"/>
              <a:gd name="connsiteX2" fmla="*/ 2368533 w 2816735"/>
              <a:gd name="connsiteY2" fmla="*/ 1176851 h 1466111"/>
              <a:gd name="connsiteX3" fmla="*/ 63124 w 2816735"/>
              <a:gd name="connsiteY3" fmla="*/ 2365 h 1466111"/>
              <a:gd name="connsiteX4" fmla="*/ 721031 w 2816735"/>
              <a:gd name="connsiteY4" fmla="*/ 886428 h 1466111"/>
              <a:gd name="connsiteX5" fmla="*/ 1482600 w 2816735"/>
              <a:gd name="connsiteY5" fmla="*/ 1346504 h 1466111"/>
              <a:gd name="connsiteX6" fmla="*/ 2577076 w 2816735"/>
              <a:gd name="connsiteY6" fmla="*/ 1464973 h 1466111"/>
              <a:gd name="connsiteX0" fmla="*/ 2696546 w 2769671"/>
              <a:gd name="connsiteY0" fmla="*/ 1073510 h 1466111"/>
              <a:gd name="connsiteX1" fmla="*/ 2754849 w 2769671"/>
              <a:gd name="connsiteY1" fmla="*/ 958255 h 1466111"/>
              <a:gd name="connsiteX2" fmla="*/ 2368533 w 2769671"/>
              <a:gd name="connsiteY2" fmla="*/ 1176851 h 1466111"/>
              <a:gd name="connsiteX3" fmla="*/ 63124 w 2769671"/>
              <a:gd name="connsiteY3" fmla="*/ 2365 h 1466111"/>
              <a:gd name="connsiteX4" fmla="*/ 721031 w 2769671"/>
              <a:gd name="connsiteY4" fmla="*/ 886428 h 1466111"/>
              <a:gd name="connsiteX5" fmla="*/ 1482600 w 2769671"/>
              <a:gd name="connsiteY5" fmla="*/ 1346504 h 1466111"/>
              <a:gd name="connsiteX6" fmla="*/ 2577076 w 2769671"/>
              <a:gd name="connsiteY6" fmla="*/ 1464973 h 1466111"/>
              <a:gd name="connsiteX0" fmla="*/ 2696546 w 2765010"/>
              <a:gd name="connsiteY0" fmla="*/ 1073510 h 1466111"/>
              <a:gd name="connsiteX1" fmla="*/ 2754849 w 2765010"/>
              <a:gd name="connsiteY1" fmla="*/ 958255 h 1466111"/>
              <a:gd name="connsiteX2" fmla="*/ 2368533 w 2765010"/>
              <a:gd name="connsiteY2" fmla="*/ 1176851 h 1466111"/>
              <a:gd name="connsiteX3" fmla="*/ 63124 w 2765010"/>
              <a:gd name="connsiteY3" fmla="*/ 2365 h 1466111"/>
              <a:gd name="connsiteX4" fmla="*/ 721031 w 2765010"/>
              <a:gd name="connsiteY4" fmla="*/ 886428 h 1466111"/>
              <a:gd name="connsiteX5" fmla="*/ 1482600 w 2765010"/>
              <a:gd name="connsiteY5" fmla="*/ 1346504 h 1466111"/>
              <a:gd name="connsiteX6" fmla="*/ 2577076 w 2765010"/>
              <a:gd name="connsiteY6" fmla="*/ 1464973 h 1466111"/>
              <a:gd name="connsiteX0" fmla="*/ 2696546 w 2790521"/>
              <a:gd name="connsiteY0" fmla="*/ 1073510 h 1466111"/>
              <a:gd name="connsiteX1" fmla="*/ 2754849 w 2790521"/>
              <a:gd name="connsiteY1" fmla="*/ 958255 h 1466111"/>
              <a:gd name="connsiteX2" fmla="*/ 2368533 w 2790521"/>
              <a:gd name="connsiteY2" fmla="*/ 1176851 h 1466111"/>
              <a:gd name="connsiteX3" fmla="*/ 63124 w 2790521"/>
              <a:gd name="connsiteY3" fmla="*/ 2365 h 1466111"/>
              <a:gd name="connsiteX4" fmla="*/ 721031 w 2790521"/>
              <a:gd name="connsiteY4" fmla="*/ 886428 h 1466111"/>
              <a:gd name="connsiteX5" fmla="*/ 1482600 w 2790521"/>
              <a:gd name="connsiteY5" fmla="*/ 1346504 h 1466111"/>
              <a:gd name="connsiteX6" fmla="*/ 2577076 w 2790521"/>
              <a:gd name="connsiteY6" fmla="*/ 1464973 h 1466111"/>
              <a:gd name="connsiteX0" fmla="*/ 2696546 w 2809788"/>
              <a:gd name="connsiteY0" fmla="*/ 1073510 h 1466111"/>
              <a:gd name="connsiteX1" fmla="*/ 2754849 w 2809788"/>
              <a:gd name="connsiteY1" fmla="*/ 958255 h 1466111"/>
              <a:gd name="connsiteX2" fmla="*/ 2368533 w 2809788"/>
              <a:gd name="connsiteY2" fmla="*/ 1176851 h 1466111"/>
              <a:gd name="connsiteX3" fmla="*/ 63124 w 2809788"/>
              <a:gd name="connsiteY3" fmla="*/ 2365 h 1466111"/>
              <a:gd name="connsiteX4" fmla="*/ 721031 w 2809788"/>
              <a:gd name="connsiteY4" fmla="*/ 886428 h 1466111"/>
              <a:gd name="connsiteX5" fmla="*/ 1482600 w 2809788"/>
              <a:gd name="connsiteY5" fmla="*/ 1346504 h 1466111"/>
              <a:gd name="connsiteX6" fmla="*/ 2577076 w 2809788"/>
              <a:gd name="connsiteY6" fmla="*/ 1464973 h 1466111"/>
              <a:gd name="connsiteX0" fmla="*/ 2696546 w 2793245"/>
              <a:gd name="connsiteY0" fmla="*/ 1073510 h 1466111"/>
              <a:gd name="connsiteX1" fmla="*/ 2754849 w 2793245"/>
              <a:gd name="connsiteY1" fmla="*/ 958255 h 1466111"/>
              <a:gd name="connsiteX2" fmla="*/ 2368533 w 2793245"/>
              <a:gd name="connsiteY2" fmla="*/ 1176851 h 1466111"/>
              <a:gd name="connsiteX3" fmla="*/ 63124 w 2793245"/>
              <a:gd name="connsiteY3" fmla="*/ 2365 h 1466111"/>
              <a:gd name="connsiteX4" fmla="*/ 721031 w 2793245"/>
              <a:gd name="connsiteY4" fmla="*/ 886428 h 1466111"/>
              <a:gd name="connsiteX5" fmla="*/ 1482600 w 2793245"/>
              <a:gd name="connsiteY5" fmla="*/ 1346504 h 1466111"/>
              <a:gd name="connsiteX6" fmla="*/ 2577076 w 2793245"/>
              <a:gd name="connsiteY6" fmla="*/ 1464973 h 1466111"/>
              <a:gd name="connsiteX0" fmla="*/ 2677496 w 2782903"/>
              <a:gd name="connsiteY0" fmla="*/ 1070335 h 1466111"/>
              <a:gd name="connsiteX1" fmla="*/ 2754849 w 2782903"/>
              <a:gd name="connsiteY1" fmla="*/ 958255 h 1466111"/>
              <a:gd name="connsiteX2" fmla="*/ 2368533 w 2782903"/>
              <a:gd name="connsiteY2" fmla="*/ 1176851 h 1466111"/>
              <a:gd name="connsiteX3" fmla="*/ 63124 w 2782903"/>
              <a:gd name="connsiteY3" fmla="*/ 2365 h 1466111"/>
              <a:gd name="connsiteX4" fmla="*/ 721031 w 2782903"/>
              <a:gd name="connsiteY4" fmla="*/ 886428 h 1466111"/>
              <a:gd name="connsiteX5" fmla="*/ 1482600 w 2782903"/>
              <a:gd name="connsiteY5" fmla="*/ 1346504 h 1466111"/>
              <a:gd name="connsiteX6" fmla="*/ 2577076 w 2782903"/>
              <a:gd name="connsiteY6" fmla="*/ 1464973 h 1466111"/>
              <a:gd name="connsiteX0" fmla="*/ 2677496 w 2773237"/>
              <a:gd name="connsiteY0" fmla="*/ 1070335 h 1466111"/>
              <a:gd name="connsiteX1" fmla="*/ 2754849 w 2773237"/>
              <a:gd name="connsiteY1" fmla="*/ 958255 h 1466111"/>
              <a:gd name="connsiteX2" fmla="*/ 2368533 w 2773237"/>
              <a:gd name="connsiteY2" fmla="*/ 1176851 h 1466111"/>
              <a:gd name="connsiteX3" fmla="*/ 63124 w 2773237"/>
              <a:gd name="connsiteY3" fmla="*/ 2365 h 1466111"/>
              <a:gd name="connsiteX4" fmla="*/ 721031 w 2773237"/>
              <a:gd name="connsiteY4" fmla="*/ 886428 h 1466111"/>
              <a:gd name="connsiteX5" fmla="*/ 1482600 w 2773237"/>
              <a:gd name="connsiteY5" fmla="*/ 1346504 h 1466111"/>
              <a:gd name="connsiteX6" fmla="*/ 2577076 w 2773237"/>
              <a:gd name="connsiteY6" fmla="*/ 1464973 h 1466111"/>
              <a:gd name="connsiteX0" fmla="*/ 2677496 w 2791642"/>
              <a:gd name="connsiteY0" fmla="*/ 1070335 h 1466111"/>
              <a:gd name="connsiteX1" fmla="*/ 2754849 w 2791642"/>
              <a:gd name="connsiteY1" fmla="*/ 958255 h 1466111"/>
              <a:gd name="connsiteX2" fmla="*/ 2368533 w 2791642"/>
              <a:gd name="connsiteY2" fmla="*/ 1176851 h 1466111"/>
              <a:gd name="connsiteX3" fmla="*/ 63124 w 2791642"/>
              <a:gd name="connsiteY3" fmla="*/ 2365 h 1466111"/>
              <a:gd name="connsiteX4" fmla="*/ 721031 w 2791642"/>
              <a:gd name="connsiteY4" fmla="*/ 886428 h 1466111"/>
              <a:gd name="connsiteX5" fmla="*/ 1482600 w 2791642"/>
              <a:gd name="connsiteY5" fmla="*/ 1346504 h 1466111"/>
              <a:gd name="connsiteX6" fmla="*/ 2577076 w 2791642"/>
              <a:gd name="connsiteY6" fmla="*/ 1464973 h 1466111"/>
              <a:gd name="connsiteX0" fmla="*/ 2677496 w 2825852"/>
              <a:gd name="connsiteY0" fmla="*/ 1070335 h 1466111"/>
              <a:gd name="connsiteX1" fmla="*/ 2754849 w 2825852"/>
              <a:gd name="connsiteY1" fmla="*/ 958255 h 1466111"/>
              <a:gd name="connsiteX2" fmla="*/ 2368533 w 2825852"/>
              <a:gd name="connsiteY2" fmla="*/ 1176851 h 1466111"/>
              <a:gd name="connsiteX3" fmla="*/ 63124 w 2825852"/>
              <a:gd name="connsiteY3" fmla="*/ 2365 h 1466111"/>
              <a:gd name="connsiteX4" fmla="*/ 721031 w 2825852"/>
              <a:gd name="connsiteY4" fmla="*/ 886428 h 1466111"/>
              <a:gd name="connsiteX5" fmla="*/ 1482600 w 2825852"/>
              <a:gd name="connsiteY5" fmla="*/ 1346504 h 1466111"/>
              <a:gd name="connsiteX6" fmla="*/ 2577076 w 2825852"/>
              <a:gd name="connsiteY6" fmla="*/ 1464973 h 1466111"/>
              <a:gd name="connsiteX0" fmla="*/ 2677496 w 2818424"/>
              <a:gd name="connsiteY0" fmla="*/ 1070335 h 1466111"/>
              <a:gd name="connsiteX1" fmla="*/ 2754849 w 2818424"/>
              <a:gd name="connsiteY1" fmla="*/ 958255 h 1466111"/>
              <a:gd name="connsiteX2" fmla="*/ 2368533 w 2818424"/>
              <a:gd name="connsiteY2" fmla="*/ 1176851 h 1466111"/>
              <a:gd name="connsiteX3" fmla="*/ 63124 w 2818424"/>
              <a:gd name="connsiteY3" fmla="*/ 2365 h 1466111"/>
              <a:gd name="connsiteX4" fmla="*/ 721031 w 2818424"/>
              <a:gd name="connsiteY4" fmla="*/ 886428 h 1466111"/>
              <a:gd name="connsiteX5" fmla="*/ 1482600 w 2818424"/>
              <a:gd name="connsiteY5" fmla="*/ 1346504 h 1466111"/>
              <a:gd name="connsiteX6" fmla="*/ 2577076 w 2818424"/>
              <a:gd name="connsiteY6" fmla="*/ 1464973 h 1466111"/>
              <a:gd name="connsiteX0" fmla="*/ 2677496 w 2811130"/>
              <a:gd name="connsiteY0" fmla="*/ 1070335 h 1466111"/>
              <a:gd name="connsiteX1" fmla="*/ 2738974 w 2811130"/>
              <a:gd name="connsiteY1" fmla="*/ 955080 h 1466111"/>
              <a:gd name="connsiteX2" fmla="*/ 2368533 w 2811130"/>
              <a:gd name="connsiteY2" fmla="*/ 1176851 h 1466111"/>
              <a:gd name="connsiteX3" fmla="*/ 63124 w 2811130"/>
              <a:gd name="connsiteY3" fmla="*/ 2365 h 1466111"/>
              <a:gd name="connsiteX4" fmla="*/ 721031 w 2811130"/>
              <a:gd name="connsiteY4" fmla="*/ 886428 h 1466111"/>
              <a:gd name="connsiteX5" fmla="*/ 1482600 w 2811130"/>
              <a:gd name="connsiteY5" fmla="*/ 1346504 h 1466111"/>
              <a:gd name="connsiteX6" fmla="*/ 2577076 w 2811130"/>
              <a:gd name="connsiteY6" fmla="*/ 1464973 h 1466111"/>
              <a:gd name="connsiteX0" fmla="*/ 2677496 w 2808971"/>
              <a:gd name="connsiteY0" fmla="*/ 1070335 h 1466111"/>
              <a:gd name="connsiteX1" fmla="*/ 2738974 w 2808971"/>
              <a:gd name="connsiteY1" fmla="*/ 955080 h 1466111"/>
              <a:gd name="connsiteX2" fmla="*/ 2368533 w 2808971"/>
              <a:gd name="connsiteY2" fmla="*/ 1176851 h 1466111"/>
              <a:gd name="connsiteX3" fmla="*/ 63124 w 2808971"/>
              <a:gd name="connsiteY3" fmla="*/ 2365 h 1466111"/>
              <a:gd name="connsiteX4" fmla="*/ 721031 w 2808971"/>
              <a:gd name="connsiteY4" fmla="*/ 886428 h 1466111"/>
              <a:gd name="connsiteX5" fmla="*/ 1482600 w 2808971"/>
              <a:gd name="connsiteY5" fmla="*/ 1346504 h 1466111"/>
              <a:gd name="connsiteX6" fmla="*/ 2577076 w 2808971"/>
              <a:gd name="connsiteY6" fmla="*/ 1464973 h 1466111"/>
              <a:gd name="connsiteX0" fmla="*/ 2677496 w 2827082"/>
              <a:gd name="connsiteY0" fmla="*/ 1070335 h 1466111"/>
              <a:gd name="connsiteX1" fmla="*/ 2738974 w 2827082"/>
              <a:gd name="connsiteY1" fmla="*/ 955080 h 1466111"/>
              <a:gd name="connsiteX2" fmla="*/ 2368533 w 2827082"/>
              <a:gd name="connsiteY2" fmla="*/ 1176851 h 1466111"/>
              <a:gd name="connsiteX3" fmla="*/ 63124 w 2827082"/>
              <a:gd name="connsiteY3" fmla="*/ 2365 h 1466111"/>
              <a:gd name="connsiteX4" fmla="*/ 721031 w 2827082"/>
              <a:gd name="connsiteY4" fmla="*/ 886428 h 1466111"/>
              <a:gd name="connsiteX5" fmla="*/ 1482600 w 2827082"/>
              <a:gd name="connsiteY5" fmla="*/ 1346504 h 1466111"/>
              <a:gd name="connsiteX6" fmla="*/ 2577076 w 2827082"/>
              <a:gd name="connsiteY6" fmla="*/ 1464973 h 1466111"/>
              <a:gd name="connsiteX0" fmla="*/ 2677496 w 2810046"/>
              <a:gd name="connsiteY0" fmla="*/ 1070335 h 1466111"/>
              <a:gd name="connsiteX1" fmla="*/ 2738974 w 2810046"/>
              <a:gd name="connsiteY1" fmla="*/ 955080 h 1466111"/>
              <a:gd name="connsiteX2" fmla="*/ 2368533 w 2810046"/>
              <a:gd name="connsiteY2" fmla="*/ 1176851 h 1466111"/>
              <a:gd name="connsiteX3" fmla="*/ 63124 w 2810046"/>
              <a:gd name="connsiteY3" fmla="*/ 2365 h 1466111"/>
              <a:gd name="connsiteX4" fmla="*/ 721031 w 2810046"/>
              <a:gd name="connsiteY4" fmla="*/ 886428 h 1466111"/>
              <a:gd name="connsiteX5" fmla="*/ 1482600 w 2810046"/>
              <a:gd name="connsiteY5" fmla="*/ 1346504 h 1466111"/>
              <a:gd name="connsiteX6" fmla="*/ 2577076 w 2810046"/>
              <a:gd name="connsiteY6" fmla="*/ 1464973 h 1466111"/>
              <a:gd name="connsiteX0" fmla="*/ 2677496 w 2811130"/>
              <a:gd name="connsiteY0" fmla="*/ 1070335 h 1466111"/>
              <a:gd name="connsiteX1" fmla="*/ 2738974 w 2811130"/>
              <a:gd name="connsiteY1" fmla="*/ 955080 h 1466111"/>
              <a:gd name="connsiteX2" fmla="*/ 2368533 w 2811130"/>
              <a:gd name="connsiteY2" fmla="*/ 1176851 h 1466111"/>
              <a:gd name="connsiteX3" fmla="*/ 63124 w 2811130"/>
              <a:gd name="connsiteY3" fmla="*/ 2365 h 1466111"/>
              <a:gd name="connsiteX4" fmla="*/ 721031 w 2811130"/>
              <a:gd name="connsiteY4" fmla="*/ 886428 h 1466111"/>
              <a:gd name="connsiteX5" fmla="*/ 1482600 w 2811130"/>
              <a:gd name="connsiteY5" fmla="*/ 1346504 h 1466111"/>
              <a:gd name="connsiteX6" fmla="*/ 2577076 w 2811130"/>
              <a:gd name="connsiteY6" fmla="*/ 1464973 h 1466111"/>
              <a:gd name="connsiteX0" fmla="*/ 2677496 w 2782267"/>
              <a:gd name="connsiteY0" fmla="*/ 1070335 h 1466111"/>
              <a:gd name="connsiteX1" fmla="*/ 2738974 w 2782267"/>
              <a:gd name="connsiteY1" fmla="*/ 955080 h 1466111"/>
              <a:gd name="connsiteX2" fmla="*/ 2368533 w 2782267"/>
              <a:gd name="connsiteY2" fmla="*/ 1176851 h 1466111"/>
              <a:gd name="connsiteX3" fmla="*/ 63124 w 2782267"/>
              <a:gd name="connsiteY3" fmla="*/ 2365 h 1466111"/>
              <a:gd name="connsiteX4" fmla="*/ 721031 w 2782267"/>
              <a:gd name="connsiteY4" fmla="*/ 886428 h 1466111"/>
              <a:gd name="connsiteX5" fmla="*/ 1482600 w 2782267"/>
              <a:gd name="connsiteY5" fmla="*/ 1346504 h 1466111"/>
              <a:gd name="connsiteX6" fmla="*/ 2577076 w 2782267"/>
              <a:gd name="connsiteY6" fmla="*/ 1464973 h 1466111"/>
              <a:gd name="connsiteX0" fmla="*/ 2677496 w 2790196"/>
              <a:gd name="connsiteY0" fmla="*/ 1070335 h 1466111"/>
              <a:gd name="connsiteX1" fmla="*/ 2738974 w 2790196"/>
              <a:gd name="connsiteY1" fmla="*/ 955080 h 1466111"/>
              <a:gd name="connsiteX2" fmla="*/ 2368533 w 2790196"/>
              <a:gd name="connsiteY2" fmla="*/ 1176851 h 1466111"/>
              <a:gd name="connsiteX3" fmla="*/ 63124 w 2790196"/>
              <a:gd name="connsiteY3" fmla="*/ 2365 h 1466111"/>
              <a:gd name="connsiteX4" fmla="*/ 721031 w 2790196"/>
              <a:gd name="connsiteY4" fmla="*/ 886428 h 1466111"/>
              <a:gd name="connsiteX5" fmla="*/ 1482600 w 2790196"/>
              <a:gd name="connsiteY5" fmla="*/ 1346504 h 1466111"/>
              <a:gd name="connsiteX6" fmla="*/ 2577076 w 2790196"/>
              <a:gd name="connsiteY6" fmla="*/ 1464973 h 1466111"/>
              <a:gd name="connsiteX0" fmla="*/ 2676421 w 2790335"/>
              <a:gd name="connsiteY0" fmla="*/ 1070335 h 1466111"/>
              <a:gd name="connsiteX1" fmla="*/ 2737899 w 2790335"/>
              <a:gd name="connsiteY1" fmla="*/ 955080 h 1466111"/>
              <a:gd name="connsiteX2" fmla="*/ 2348408 w 2790335"/>
              <a:gd name="connsiteY2" fmla="*/ 1176851 h 1466111"/>
              <a:gd name="connsiteX3" fmla="*/ 62049 w 2790335"/>
              <a:gd name="connsiteY3" fmla="*/ 2365 h 1466111"/>
              <a:gd name="connsiteX4" fmla="*/ 719956 w 2790335"/>
              <a:gd name="connsiteY4" fmla="*/ 886428 h 1466111"/>
              <a:gd name="connsiteX5" fmla="*/ 1481525 w 2790335"/>
              <a:gd name="connsiteY5" fmla="*/ 1346504 h 1466111"/>
              <a:gd name="connsiteX6" fmla="*/ 2576001 w 2790335"/>
              <a:gd name="connsiteY6" fmla="*/ 1464973 h 1466111"/>
              <a:gd name="connsiteX0" fmla="*/ 2656861 w 2770775"/>
              <a:gd name="connsiteY0" fmla="*/ 1068450 h 1464226"/>
              <a:gd name="connsiteX1" fmla="*/ 2718339 w 2770775"/>
              <a:gd name="connsiteY1" fmla="*/ 953195 h 1464226"/>
              <a:gd name="connsiteX2" fmla="*/ 2328848 w 2770775"/>
              <a:gd name="connsiteY2" fmla="*/ 1174966 h 1464226"/>
              <a:gd name="connsiteX3" fmla="*/ 1967464 w 2770775"/>
              <a:gd name="connsiteY3" fmla="*/ 1011135 h 1464226"/>
              <a:gd name="connsiteX4" fmla="*/ 42489 w 2770775"/>
              <a:gd name="connsiteY4" fmla="*/ 480 h 1464226"/>
              <a:gd name="connsiteX5" fmla="*/ 700396 w 2770775"/>
              <a:gd name="connsiteY5" fmla="*/ 884543 h 1464226"/>
              <a:gd name="connsiteX6" fmla="*/ 1461965 w 2770775"/>
              <a:gd name="connsiteY6" fmla="*/ 1344619 h 1464226"/>
              <a:gd name="connsiteX7" fmla="*/ 2556441 w 2770775"/>
              <a:gd name="connsiteY7" fmla="*/ 1463088 h 1464226"/>
              <a:gd name="connsiteX0" fmla="*/ 2655392 w 2769306"/>
              <a:gd name="connsiteY0" fmla="*/ 1071893 h 1467669"/>
              <a:gd name="connsiteX1" fmla="*/ 2716870 w 2769306"/>
              <a:gd name="connsiteY1" fmla="*/ 956638 h 1467669"/>
              <a:gd name="connsiteX2" fmla="*/ 2327379 w 2769306"/>
              <a:gd name="connsiteY2" fmla="*/ 1178409 h 1467669"/>
              <a:gd name="connsiteX3" fmla="*/ 1937420 w 2769306"/>
              <a:gd name="connsiteY3" fmla="*/ 1268578 h 1467669"/>
              <a:gd name="connsiteX4" fmla="*/ 41020 w 2769306"/>
              <a:gd name="connsiteY4" fmla="*/ 3923 h 1467669"/>
              <a:gd name="connsiteX5" fmla="*/ 698927 w 2769306"/>
              <a:gd name="connsiteY5" fmla="*/ 887986 h 1467669"/>
              <a:gd name="connsiteX6" fmla="*/ 1460496 w 2769306"/>
              <a:gd name="connsiteY6" fmla="*/ 1348062 h 1467669"/>
              <a:gd name="connsiteX7" fmla="*/ 2554972 w 2769306"/>
              <a:gd name="connsiteY7" fmla="*/ 1466531 h 1467669"/>
              <a:gd name="connsiteX0" fmla="*/ 2621853 w 2735767"/>
              <a:gd name="connsiteY0" fmla="*/ 1068872 h 1464648"/>
              <a:gd name="connsiteX1" fmla="*/ 2683331 w 2735767"/>
              <a:gd name="connsiteY1" fmla="*/ 953617 h 1464648"/>
              <a:gd name="connsiteX2" fmla="*/ 2293840 w 2735767"/>
              <a:gd name="connsiteY2" fmla="*/ 1175388 h 1464648"/>
              <a:gd name="connsiteX3" fmla="*/ 1903881 w 2735767"/>
              <a:gd name="connsiteY3" fmla="*/ 1265557 h 1464648"/>
              <a:gd name="connsiteX4" fmla="*/ 1110130 w 2735767"/>
              <a:gd name="connsiteY4" fmla="*/ 728982 h 1464648"/>
              <a:gd name="connsiteX5" fmla="*/ 7481 w 2735767"/>
              <a:gd name="connsiteY5" fmla="*/ 902 h 1464648"/>
              <a:gd name="connsiteX6" fmla="*/ 665388 w 2735767"/>
              <a:gd name="connsiteY6" fmla="*/ 884965 h 1464648"/>
              <a:gd name="connsiteX7" fmla="*/ 1426957 w 2735767"/>
              <a:gd name="connsiteY7" fmla="*/ 1345041 h 1464648"/>
              <a:gd name="connsiteX8" fmla="*/ 2521433 w 2735767"/>
              <a:gd name="connsiteY8" fmla="*/ 1463510 h 1464648"/>
              <a:gd name="connsiteX0" fmla="*/ 2626746 w 2740660"/>
              <a:gd name="connsiteY0" fmla="*/ 1073808 h 1469584"/>
              <a:gd name="connsiteX1" fmla="*/ 2688224 w 2740660"/>
              <a:gd name="connsiteY1" fmla="*/ 958553 h 1469584"/>
              <a:gd name="connsiteX2" fmla="*/ 2298733 w 2740660"/>
              <a:gd name="connsiteY2" fmla="*/ 1180324 h 1469584"/>
              <a:gd name="connsiteX3" fmla="*/ 1908774 w 2740660"/>
              <a:gd name="connsiteY3" fmla="*/ 1270493 h 1469584"/>
              <a:gd name="connsiteX4" fmla="*/ 1264248 w 2740660"/>
              <a:gd name="connsiteY4" fmla="*/ 543418 h 1469584"/>
              <a:gd name="connsiteX5" fmla="*/ 12374 w 2740660"/>
              <a:gd name="connsiteY5" fmla="*/ 5838 h 1469584"/>
              <a:gd name="connsiteX6" fmla="*/ 670281 w 2740660"/>
              <a:gd name="connsiteY6" fmla="*/ 889901 h 1469584"/>
              <a:gd name="connsiteX7" fmla="*/ 1431850 w 2740660"/>
              <a:gd name="connsiteY7" fmla="*/ 1349977 h 1469584"/>
              <a:gd name="connsiteX8" fmla="*/ 2526326 w 2740660"/>
              <a:gd name="connsiteY8" fmla="*/ 1468446 h 1469584"/>
              <a:gd name="connsiteX0" fmla="*/ 2627316 w 2741230"/>
              <a:gd name="connsiteY0" fmla="*/ 1074985 h 1470761"/>
              <a:gd name="connsiteX1" fmla="*/ 2688794 w 2741230"/>
              <a:gd name="connsiteY1" fmla="*/ 959730 h 1470761"/>
              <a:gd name="connsiteX2" fmla="*/ 2299303 w 2741230"/>
              <a:gd name="connsiteY2" fmla="*/ 1181501 h 1470761"/>
              <a:gd name="connsiteX3" fmla="*/ 1909344 w 2741230"/>
              <a:gd name="connsiteY3" fmla="*/ 1271670 h 1470761"/>
              <a:gd name="connsiteX4" fmla="*/ 1280693 w 2741230"/>
              <a:gd name="connsiteY4" fmla="*/ 519195 h 1470761"/>
              <a:gd name="connsiteX5" fmla="*/ 12944 w 2741230"/>
              <a:gd name="connsiteY5" fmla="*/ 7015 h 1470761"/>
              <a:gd name="connsiteX6" fmla="*/ 670851 w 2741230"/>
              <a:gd name="connsiteY6" fmla="*/ 891078 h 1470761"/>
              <a:gd name="connsiteX7" fmla="*/ 1432420 w 2741230"/>
              <a:gd name="connsiteY7" fmla="*/ 1351154 h 1470761"/>
              <a:gd name="connsiteX8" fmla="*/ 2526896 w 2741230"/>
              <a:gd name="connsiteY8" fmla="*/ 1469623 h 1470761"/>
              <a:gd name="connsiteX0" fmla="*/ 2630297 w 2744211"/>
              <a:gd name="connsiteY0" fmla="*/ 1099362 h 1495138"/>
              <a:gd name="connsiteX1" fmla="*/ 2691775 w 2744211"/>
              <a:gd name="connsiteY1" fmla="*/ 984107 h 1495138"/>
              <a:gd name="connsiteX2" fmla="*/ 2302284 w 2744211"/>
              <a:gd name="connsiteY2" fmla="*/ 1205878 h 1495138"/>
              <a:gd name="connsiteX3" fmla="*/ 1912325 w 2744211"/>
              <a:gd name="connsiteY3" fmla="*/ 1296047 h 1495138"/>
              <a:gd name="connsiteX4" fmla="*/ 1363049 w 2744211"/>
              <a:gd name="connsiteY4" fmla="*/ 302272 h 1495138"/>
              <a:gd name="connsiteX5" fmla="*/ 15925 w 2744211"/>
              <a:gd name="connsiteY5" fmla="*/ 31392 h 1495138"/>
              <a:gd name="connsiteX6" fmla="*/ 673832 w 2744211"/>
              <a:gd name="connsiteY6" fmla="*/ 915455 h 1495138"/>
              <a:gd name="connsiteX7" fmla="*/ 1435401 w 2744211"/>
              <a:gd name="connsiteY7" fmla="*/ 1375531 h 1495138"/>
              <a:gd name="connsiteX8" fmla="*/ 2529877 w 2744211"/>
              <a:gd name="connsiteY8" fmla="*/ 1494000 h 1495138"/>
              <a:gd name="connsiteX0" fmla="*/ 2630297 w 2744211"/>
              <a:gd name="connsiteY0" fmla="*/ 1099362 h 1495138"/>
              <a:gd name="connsiteX1" fmla="*/ 2691775 w 2744211"/>
              <a:gd name="connsiteY1" fmla="*/ 984107 h 1495138"/>
              <a:gd name="connsiteX2" fmla="*/ 2302284 w 2744211"/>
              <a:gd name="connsiteY2" fmla="*/ 1205878 h 1495138"/>
              <a:gd name="connsiteX3" fmla="*/ 2023450 w 2744211"/>
              <a:gd name="connsiteY3" fmla="*/ 1254772 h 1495138"/>
              <a:gd name="connsiteX4" fmla="*/ 1363049 w 2744211"/>
              <a:gd name="connsiteY4" fmla="*/ 302272 h 1495138"/>
              <a:gd name="connsiteX5" fmla="*/ 15925 w 2744211"/>
              <a:gd name="connsiteY5" fmla="*/ 31392 h 1495138"/>
              <a:gd name="connsiteX6" fmla="*/ 673832 w 2744211"/>
              <a:gd name="connsiteY6" fmla="*/ 915455 h 1495138"/>
              <a:gd name="connsiteX7" fmla="*/ 1435401 w 2744211"/>
              <a:gd name="connsiteY7" fmla="*/ 1375531 h 1495138"/>
              <a:gd name="connsiteX8" fmla="*/ 2529877 w 2744211"/>
              <a:gd name="connsiteY8" fmla="*/ 1494000 h 1495138"/>
              <a:gd name="connsiteX0" fmla="*/ 2630297 w 2744211"/>
              <a:gd name="connsiteY0" fmla="*/ 1099362 h 1495138"/>
              <a:gd name="connsiteX1" fmla="*/ 2691775 w 2744211"/>
              <a:gd name="connsiteY1" fmla="*/ 984107 h 1495138"/>
              <a:gd name="connsiteX2" fmla="*/ 2302284 w 2744211"/>
              <a:gd name="connsiteY2" fmla="*/ 1205878 h 1495138"/>
              <a:gd name="connsiteX3" fmla="*/ 2048850 w 2744211"/>
              <a:gd name="connsiteY3" fmla="*/ 1229372 h 1495138"/>
              <a:gd name="connsiteX4" fmla="*/ 1363049 w 2744211"/>
              <a:gd name="connsiteY4" fmla="*/ 302272 h 1495138"/>
              <a:gd name="connsiteX5" fmla="*/ 15925 w 2744211"/>
              <a:gd name="connsiteY5" fmla="*/ 31392 h 1495138"/>
              <a:gd name="connsiteX6" fmla="*/ 673832 w 2744211"/>
              <a:gd name="connsiteY6" fmla="*/ 915455 h 1495138"/>
              <a:gd name="connsiteX7" fmla="*/ 1435401 w 2744211"/>
              <a:gd name="connsiteY7" fmla="*/ 1375531 h 1495138"/>
              <a:gd name="connsiteX8" fmla="*/ 2529877 w 2744211"/>
              <a:gd name="connsiteY8" fmla="*/ 1494000 h 1495138"/>
              <a:gd name="connsiteX0" fmla="*/ 2630297 w 2744211"/>
              <a:gd name="connsiteY0" fmla="*/ 1099362 h 1495138"/>
              <a:gd name="connsiteX1" fmla="*/ 2691775 w 2744211"/>
              <a:gd name="connsiteY1" fmla="*/ 984107 h 1495138"/>
              <a:gd name="connsiteX2" fmla="*/ 2302284 w 2744211"/>
              <a:gd name="connsiteY2" fmla="*/ 1205878 h 1495138"/>
              <a:gd name="connsiteX3" fmla="*/ 2048850 w 2744211"/>
              <a:gd name="connsiteY3" fmla="*/ 1229372 h 1495138"/>
              <a:gd name="connsiteX4" fmla="*/ 1363049 w 2744211"/>
              <a:gd name="connsiteY4" fmla="*/ 302272 h 1495138"/>
              <a:gd name="connsiteX5" fmla="*/ 15925 w 2744211"/>
              <a:gd name="connsiteY5" fmla="*/ 31392 h 1495138"/>
              <a:gd name="connsiteX6" fmla="*/ 673832 w 2744211"/>
              <a:gd name="connsiteY6" fmla="*/ 915455 h 1495138"/>
              <a:gd name="connsiteX7" fmla="*/ 1435401 w 2744211"/>
              <a:gd name="connsiteY7" fmla="*/ 1375531 h 1495138"/>
              <a:gd name="connsiteX8" fmla="*/ 2529877 w 2744211"/>
              <a:gd name="connsiteY8" fmla="*/ 1494000 h 1495138"/>
              <a:gd name="connsiteX0" fmla="*/ 2630297 w 2744211"/>
              <a:gd name="connsiteY0" fmla="*/ 1099362 h 1495138"/>
              <a:gd name="connsiteX1" fmla="*/ 2691775 w 2744211"/>
              <a:gd name="connsiteY1" fmla="*/ 984107 h 1495138"/>
              <a:gd name="connsiteX2" fmla="*/ 2302284 w 2744211"/>
              <a:gd name="connsiteY2" fmla="*/ 1205878 h 1495138"/>
              <a:gd name="connsiteX3" fmla="*/ 2048850 w 2744211"/>
              <a:gd name="connsiteY3" fmla="*/ 1229372 h 1495138"/>
              <a:gd name="connsiteX4" fmla="*/ 1363049 w 2744211"/>
              <a:gd name="connsiteY4" fmla="*/ 302272 h 1495138"/>
              <a:gd name="connsiteX5" fmla="*/ 15925 w 2744211"/>
              <a:gd name="connsiteY5" fmla="*/ 31392 h 1495138"/>
              <a:gd name="connsiteX6" fmla="*/ 673832 w 2744211"/>
              <a:gd name="connsiteY6" fmla="*/ 915455 h 1495138"/>
              <a:gd name="connsiteX7" fmla="*/ 1435401 w 2744211"/>
              <a:gd name="connsiteY7" fmla="*/ 1375531 h 1495138"/>
              <a:gd name="connsiteX8" fmla="*/ 2529877 w 2744211"/>
              <a:gd name="connsiteY8" fmla="*/ 1494000 h 1495138"/>
              <a:gd name="connsiteX0" fmla="*/ 2630297 w 2744211"/>
              <a:gd name="connsiteY0" fmla="*/ 1099362 h 1495138"/>
              <a:gd name="connsiteX1" fmla="*/ 2691775 w 2744211"/>
              <a:gd name="connsiteY1" fmla="*/ 984107 h 1495138"/>
              <a:gd name="connsiteX2" fmla="*/ 2585425 w 2744211"/>
              <a:gd name="connsiteY2" fmla="*/ 1035697 h 1495138"/>
              <a:gd name="connsiteX3" fmla="*/ 2302284 w 2744211"/>
              <a:gd name="connsiteY3" fmla="*/ 1205878 h 1495138"/>
              <a:gd name="connsiteX4" fmla="*/ 2048850 w 2744211"/>
              <a:gd name="connsiteY4" fmla="*/ 1229372 h 1495138"/>
              <a:gd name="connsiteX5" fmla="*/ 1363049 w 2744211"/>
              <a:gd name="connsiteY5" fmla="*/ 302272 h 1495138"/>
              <a:gd name="connsiteX6" fmla="*/ 15925 w 2744211"/>
              <a:gd name="connsiteY6" fmla="*/ 31392 h 1495138"/>
              <a:gd name="connsiteX7" fmla="*/ 673832 w 2744211"/>
              <a:gd name="connsiteY7" fmla="*/ 915455 h 1495138"/>
              <a:gd name="connsiteX8" fmla="*/ 1435401 w 2744211"/>
              <a:gd name="connsiteY8" fmla="*/ 1375531 h 1495138"/>
              <a:gd name="connsiteX9" fmla="*/ 2529877 w 2744211"/>
              <a:gd name="connsiteY9" fmla="*/ 1494000 h 1495138"/>
              <a:gd name="connsiteX0" fmla="*/ 2630297 w 2794433"/>
              <a:gd name="connsiteY0" fmla="*/ 1099362 h 1495138"/>
              <a:gd name="connsiteX1" fmla="*/ 2691775 w 2794433"/>
              <a:gd name="connsiteY1" fmla="*/ 984107 h 1495138"/>
              <a:gd name="connsiteX2" fmla="*/ 2775925 w 2794433"/>
              <a:gd name="connsiteY2" fmla="*/ 1210322 h 1495138"/>
              <a:gd name="connsiteX3" fmla="*/ 2302284 w 2794433"/>
              <a:gd name="connsiteY3" fmla="*/ 1205878 h 1495138"/>
              <a:gd name="connsiteX4" fmla="*/ 2048850 w 2794433"/>
              <a:gd name="connsiteY4" fmla="*/ 1229372 h 1495138"/>
              <a:gd name="connsiteX5" fmla="*/ 1363049 w 2794433"/>
              <a:gd name="connsiteY5" fmla="*/ 302272 h 1495138"/>
              <a:gd name="connsiteX6" fmla="*/ 15925 w 2794433"/>
              <a:gd name="connsiteY6" fmla="*/ 31392 h 1495138"/>
              <a:gd name="connsiteX7" fmla="*/ 673832 w 2794433"/>
              <a:gd name="connsiteY7" fmla="*/ 915455 h 1495138"/>
              <a:gd name="connsiteX8" fmla="*/ 1435401 w 2794433"/>
              <a:gd name="connsiteY8" fmla="*/ 1375531 h 1495138"/>
              <a:gd name="connsiteX9" fmla="*/ 2529877 w 2794433"/>
              <a:gd name="connsiteY9" fmla="*/ 1494000 h 1495138"/>
              <a:gd name="connsiteX0" fmla="*/ 2608072 w 2794802"/>
              <a:gd name="connsiteY0" fmla="*/ 1093012 h 1495138"/>
              <a:gd name="connsiteX1" fmla="*/ 2691775 w 2794802"/>
              <a:gd name="connsiteY1" fmla="*/ 984107 h 1495138"/>
              <a:gd name="connsiteX2" fmla="*/ 2775925 w 2794802"/>
              <a:gd name="connsiteY2" fmla="*/ 1210322 h 1495138"/>
              <a:gd name="connsiteX3" fmla="*/ 2302284 w 2794802"/>
              <a:gd name="connsiteY3" fmla="*/ 1205878 h 1495138"/>
              <a:gd name="connsiteX4" fmla="*/ 2048850 w 2794802"/>
              <a:gd name="connsiteY4" fmla="*/ 1229372 h 1495138"/>
              <a:gd name="connsiteX5" fmla="*/ 1363049 w 2794802"/>
              <a:gd name="connsiteY5" fmla="*/ 302272 h 1495138"/>
              <a:gd name="connsiteX6" fmla="*/ 15925 w 2794802"/>
              <a:gd name="connsiteY6" fmla="*/ 31392 h 1495138"/>
              <a:gd name="connsiteX7" fmla="*/ 673832 w 2794802"/>
              <a:gd name="connsiteY7" fmla="*/ 915455 h 1495138"/>
              <a:gd name="connsiteX8" fmla="*/ 1435401 w 2794802"/>
              <a:gd name="connsiteY8" fmla="*/ 1375531 h 1495138"/>
              <a:gd name="connsiteX9" fmla="*/ 2529877 w 2794802"/>
              <a:gd name="connsiteY9" fmla="*/ 1494000 h 1495138"/>
              <a:gd name="connsiteX0" fmla="*/ 2608072 w 2794802"/>
              <a:gd name="connsiteY0" fmla="*/ 1093012 h 1495138"/>
              <a:gd name="connsiteX1" fmla="*/ 2691775 w 2794802"/>
              <a:gd name="connsiteY1" fmla="*/ 984107 h 1495138"/>
              <a:gd name="connsiteX2" fmla="*/ 2775925 w 2794802"/>
              <a:gd name="connsiteY2" fmla="*/ 1210322 h 1495138"/>
              <a:gd name="connsiteX3" fmla="*/ 2302284 w 2794802"/>
              <a:gd name="connsiteY3" fmla="*/ 1205878 h 1495138"/>
              <a:gd name="connsiteX4" fmla="*/ 2048850 w 2794802"/>
              <a:gd name="connsiteY4" fmla="*/ 1229372 h 1495138"/>
              <a:gd name="connsiteX5" fmla="*/ 1363049 w 2794802"/>
              <a:gd name="connsiteY5" fmla="*/ 302272 h 1495138"/>
              <a:gd name="connsiteX6" fmla="*/ 15925 w 2794802"/>
              <a:gd name="connsiteY6" fmla="*/ 31392 h 1495138"/>
              <a:gd name="connsiteX7" fmla="*/ 673832 w 2794802"/>
              <a:gd name="connsiteY7" fmla="*/ 915455 h 1495138"/>
              <a:gd name="connsiteX8" fmla="*/ 1435401 w 2794802"/>
              <a:gd name="connsiteY8" fmla="*/ 1375531 h 1495138"/>
              <a:gd name="connsiteX9" fmla="*/ 2529877 w 2794802"/>
              <a:gd name="connsiteY9" fmla="*/ 1494000 h 1495138"/>
              <a:gd name="connsiteX0" fmla="*/ 2608072 w 2794802"/>
              <a:gd name="connsiteY0" fmla="*/ 1093012 h 1495138"/>
              <a:gd name="connsiteX1" fmla="*/ 2691775 w 2794802"/>
              <a:gd name="connsiteY1" fmla="*/ 984107 h 1495138"/>
              <a:gd name="connsiteX2" fmla="*/ 2775925 w 2794802"/>
              <a:gd name="connsiteY2" fmla="*/ 1210322 h 1495138"/>
              <a:gd name="connsiteX3" fmla="*/ 2302284 w 2794802"/>
              <a:gd name="connsiteY3" fmla="*/ 1205878 h 1495138"/>
              <a:gd name="connsiteX4" fmla="*/ 2048850 w 2794802"/>
              <a:gd name="connsiteY4" fmla="*/ 1229372 h 1495138"/>
              <a:gd name="connsiteX5" fmla="*/ 1363049 w 2794802"/>
              <a:gd name="connsiteY5" fmla="*/ 302272 h 1495138"/>
              <a:gd name="connsiteX6" fmla="*/ 15925 w 2794802"/>
              <a:gd name="connsiteY6" fmla="*/ 31392 h 1495138"/>
              <a:gd name="connsiteX7" fmla="*/ 673832 w 2794802"/>
              <a:gd name="connsiteY7" fmla="*/ 915455 h 1495138"/>
              <a:gd name="connsiteX8" fmla="*/ 1435401 w 2794802"/>
              <a:gd name="connsiteY8" fmla="*/ 1375531 h 1495138"/>
              <a:gd name="connsiteX9" fmla="*/ 2529877 w 2794802"/>
              <a:gd name="connsiteY9" fmla="*/ 1494000 h 1495138"/>
              <a:gd name="connsiteX0" fmla="*/ 2608072 w 2794802"/>
              <a:gd name="connsiteY0" fmla="*/ 1093012 h 1495138"/>
              <a:gd name="connsiteX1" fmla="*/ 2691775 w 2794802"/>
              <a:gd name="connsiteY1" fmla="*/ 984107 h 1495138"/>
              <a:gd name="connsiteX2" fmla="*/ 2775925 w 2794802"/>
              <a:gd name="connsiteY2" fmla="*/ 1210322 h 1495138"/>
              <a:gd name="connsiteX3" fmla="*/ 2302284 w 2794802"/>
              <a:gd name="connsiteY3" fmla="*/ 1205878 h 1495138"/>
              <a:gd name="connsiteX4" fmla="*/ 2048850 w 2794802"/>
              <a:gd name="connsiteY4" fmla="*/ 1229372 h 1495138"/>
              <a:gd name="connsiteX5" fmla="*/ 1363049 w 2794802"/>
              <a:gd name="connsiteY5" fmla="*/ 302272 h 1495138"/>
              <a:gd name="connsiteX6" fmla="*/ 15925 w 2794802"/>
              <a:gd name="connsiteY6" fmla="*/ 31392 h 1495138"/>
              <a:gd name="connsiteX7" fmla="*/ 673832 w 2794802"/>
              <a:gd name="connsiteY7" fmla="*/ 915455 h 1495138"/>
              <a:gd name="connsiteX8" fmla="*/ 1435401 w 2794802"/>
              <a:gd name="connsiteY8" fmla="*/ 1375531 h 1495138"/>
              <a:gd name="connsiteX9" fmla="*/ 2529877 w 2794802"/>
              <a:gd name="connsiteY9" fmla="*/ 1494000 h 1495138"/>
              <a:gd name="connsiteX0" fmla="*/ 2636647 w 2794329"/>
              <a:gd name="connsiteY0" fmla="*/ 1089837 h 1495138"/>
              <a:gd name="connsiteX1" fmla="*/ 2691775 w 2794329"/>
              <a:gd name="connsiteY1" fmla="*/ 984107 h 1495138"/>
              <a:gd name="connsiteX2" fmla="*/ 2775925 w 2794329"/>
              <a:gd name="connsiteY2" fmla="*/ 1210322 h 1495138"/>
              <a:gd name="connsiteX3" fmla="*/ 2302284 w 2794329"/>
              <a:gd name="connsiteY3" fmla="*/ 1205878 h 1495138"/>
              <a:gd name="connsiteX4" fmla="*/ 2048850 w 2794329"/>
              <a:gd name="connsiteY4" fmla="*/ 1229372 h 1495138"/>
              <a:gd name="connsiteX5" fmla="*/ 1363049 w 2794329"/>
              <a:gd name="connsiteY5" fmla="*/ 302272 h 1495138"/>
              <a:gd name="connsiteX6" fmla="*/ 15925 w 2794329"/>
              <a:gd name="connsiteY6" fmla="*/ 31392 h 1495138"/>
              <a:gd name="connsiteX7" fmla="*/ 673832 w 2794329"/>
              <a:gd name="connsiteY7" fmla="*/ 915455 h 1495138"/>
              <a:gd name="connsiteX8" fmla="*/ 1435401 w 2794329"/>
              <a:gd name="connsiteY8" fmla="*/ 1375531 h 1495138"/>
              <a:gd name="connsiteX9" fmla="*/ 2529877 w 2794329"/>
              <a:gd name="connsiteY9" fmla="*/ 1494000 h 1495138"/>
              <a:gd name="connsiteX0" fmla="*/ 2636647 w 2796163"/>
              <a:gd name="connsiteY0" fmla="*/ 1089837 h 1495138"/>
              <a:gd name="connsiteX1" fmla="*/ 2707650 w 2796163"/>
              <a:gd name="connsiteY1" fmla="*/ 984107 h 1495138"/>
              <a:gd name="connsiteX2" fmla="*/ 2775925 w 2796163"/>
              <a:gd name="connsiteY2" fmla="*/ 1210322 h 1495138"/>
              <a:gd name="connsiteX3" fmla="*/ 2302284 w 2796163"/>
              <a:gd name="connsiteY3" fmla="*/ 1205878 h 1495138"/>
              <a:gd name="connsiteX4" fmla="*/ 2048850 w 2796163"/>
              <a:gd name="connsiteY4" fmla="*/ 1229372 h 1495138"/>
              <a:gd name="connsiteX5" fmla="*/ 1363049 w 2796163"/>
              <a:gd name="connsiteY5" fmla="*/ 302272 h 1495138"/>
              <a:gd name="connsiteX6" fmla="*/ 15925 w 2796163"/>
              <a:gd name="connsiteY6" fmla="*/ 31392 h 1495138"/>
              <a:gd name="connsiteX7" fmla="*/ 673832 w 2796163"/>
              <a:gd name="connsiteY7" fmla="*/ 915455 h 1495138"/>
              <a:gd name="connsiteX8" fmla="*/ 1435401 w 2796163"/>
              <a:gd name="connsiteY8" fmla="*/ 1375531 h 1495138"/>
              <a:gd name="connsiteX9" fmla="*/ 2529877 w 2796163"/>
              <a:gd name="connsiteY9" fmla="*/ 1494000 h 1495138"/>
              <a:gd name="connsiteX0" fmla="*/ 2636647 w 2797727"/>
              <a:gd name="connsiteY0" fmla="*/ 1089837 h 1495138"/>
              <a:gd name="connsiteX1" fmla="*/ 2707650 w 2797727"/>
              <a:gd name="connsiteY1" fmla="*/ 984107 h 1495138"/>
              <a:gd name="connsiteX2" fmla="*/ 2775925 w 2797727"/>
              <a:gd name="connsiteY2" fmla="*/ 1210322 h 1495138"/>
              <a:gd name="connsiteX3" fmla="*/ 2302284 w 2797727"/>
              <a:gd name="connsiteY3" fmla="*/ 1205878 h 1495138"/>
              <a:gd name="connsiteX4" fmla="*/ 2048850 w 2797727"/>
              <a:gd name="connsiteY4" fmla="*/ 1229372 h 1495138"/>
              <a:gd name="connsiteX5" fmla="*/ 1363049 w 2797727"/>
              <a:gd name="connsiteY5" fmla="*/ 302272 h 1495138"/>
              <a:gd name="connsiteX6" fmla="*/ 15925 w 2797727"/>
              <a:gd name="connsiteY6" fmla="*/ 31392 h 1495138"/>
              <a:gd name="connsiteX7" fmla="*/ 673832 w 2797727"/>
              <a:gd name="connsiteY7" fmla="*/ 915455 h 1495138"/>
              <a:gd name="connsiteX8" fmla="*/ 1435401 w 2797727"/>
              <a:gd name="connsiteY8" fmla="*/ 1375531 h 1495138"/>
              <a:gd name="connsiteX9" fmla="*/ 2529877 w 2797727"/>
              <a:gd name="connsiteY9" fmla="*/ 1494000 h 1495138"/>
              <a:gd name="connsiteX0" fmla="*/ 2636647 w 2742894"/>
              <a:gd name="connsiteY0" fmla="*/ 1089837 h 1495138"/>
              <a:gd name="connsiteX1" fmla="*/ 2707650 w 2742894"/>
              <a:gd name="connsiteY1" fmla="*/ 984107 h 1495138"/>
              <a:gd name="connsiteX2" fmla="*/ 2712425 w 2742894"/>
              <a:gd name="connsiteY2" fmla="*/ 1178572 h 1495138"/>
              <a:gd name="connsiteX3" fmla="*/ 2302284 w 2742894"/>
              <a:gd name="connsiteY3" fmla="*/ 1205878 h 1495138"/>
              <a:gd name="connsiteX4" fmla="*/ 2048850 w 2742894"/>
              <a:gd name="connsiteY4" fmla="*/ 1229372 h 1495138"/>
              <a:gd name="connsiteX5" fmla="*/ 1363049 w 2742894"/>
              <a:gd name="connsiteY5" fmla="*/ 302272 h 1495138"/>
              <a:gd name="connsiteX6" fmla="*/ 15925 w 2742894"/>
              <a:gd name="connsiteY6" fmla="*/ 31392 h 1495138"/>
              <a:gd name="connsiteX7" fmla="*/ 673832 w 2742894"/>
              <a:gd name="connsiteY7" fmla="*/ 915455 h 1495138"/>
              <a:gd name="connsiteX8" fmla="*/ 1435401 w 2742894"/>
              <a:gd name="connsiteY8" fmla="*/ 1375531 h 1495138"/>
              <a:gd name="connsiteX9" fmla="*/ 2529877 w 2742894"/>
              <a:gd name="connsiteY9" fmla="*/ 1494000 h 1495138"/>
              <a:gd name="connsiteX0" fmla="*/ 2636647 w 2742894"/>
              <a:gd name="connsiteY0" fmla="*/ 1089837 h 1495138"/>
              <a:gd name="connsiteX1" fmla="*/ 2707650 w 2742894"/>
              <a:gd name="connsiteY1" fmla="*/ 984107 h 1495138"/>
              <a:gd name="connsiteX2" fmla="*/ 2712425 w 2742894"/>
              <a:gd name="connsiteY2" fmla="*/ 1178572 h 1495138"/>
              <a:gd name="connsiteX3" fmla="*/ 2302284 w 2742894"/>
              <a:gd name="connsiteY3" fmla="*/ 1205878 h 1495138"/>
              <a:gd name="connsiteX4" fmla="*/ 2048850 w 2742894"/>
              <a:gd name="connsiteY4" fmla="*/ 1229372 h 1495138"/>
              <a:gd name="connsiteX5" fmla="*/ 1363049 w 2742894"/>
              <a:gd name="connsiteY5" fmla="*/ 302272 h 1495138"/>
              <a:gd name="connsiteX6" fmla="*/ 15925 w 2742894"/>
              <a:gd name="connsiteY6" fmla="*/ 31392 h 1495138"/>
              <a:gd name="connsiteX7" fmla="*/ 673832 w 2742894"/>
              <a:gd name="connsiteY7" fmla="*/ 915455 h 1495138"/>
              <a:gd name="connsiteX8" fmla="*/ 1435401 w 2742894"/>
              <a:gd name="connsiteY8" fmla="*/ 1375531 h 1495138"/>
              <a:gd name="connsiteX9" fmla="*/ 2529877 w 2742894"/>
              <a:gd name="connsiteY9" fmla="*/ 1494000 h 1495138"/>
              <a:gd name="connsiteX0" fmla="*/ 2636647 w 2707683"/>
              <a:gd name="connsiteY0" fmla="*/ 1089837 h 1495138"/>
              <a:gd name="connsiteX1" fmla="*/ 2707650 w 2707683"/>
              <a:gd name="connsiteY1" fmla="*/ 984107 h 1495138"/>
              <a:gd name="connsiteX2" fmla="*/ 2626700 w 2707683"/>
              <a:gd name="connsiteY2" fmla="*/ 1188097 h 1495138"/>
              <a:gd name="connsiteX3" fmla="*/ 2302284 w 2707683"/>
              <a:gd name="connsiteY3" fmla="*/ 1205878 h 1495138"/>
              <a:gd name="connsiteX4" fmla="*/ 2048850 w 2707683"/>
              <a:gd name="connsiteY4" fmla="*/ 1229372 h 1495138"/>
              <a:gd name="connsiteX5" fmla="*/ 1363049 w 2707683"/>
              <a:gd name="connsiteY5" fmla="*/ 302272 h 1495138"/>
              <a:gd name="connsiteX6" fmla="*/ 15925 w 2707683"/>
              <a:gd name="connsiteY6" fmla="*/ 31392 h 1495138"/>
              <a:gd name="connsiteX7" fmla="*/ 673832 w 2707683"/>
              <a:gd name="connsiteY7" fmla="*/ 915455 h 1495138"/>
              <a:gd name="connsiteX8" fmla="*/ 1435401 w 2707683"/>
              <a:gd name="connsiteY8" fmla="*/ 1375531 h 1495138"/>
              <a:gd name="connsiteX9" fmla="*/ 2529877 w 2707683"/>
              <a:gd name="connsiteY9" fmla="*/ 1494000 h 1495138"/>
              <a:gd name="connsiteX0" fmla="*/ 2636647 w 2716167"/>
              <a:gd name="connsiteY0" fmla="*/ 1089837 h 1495138"/>
              <a:gd name="connsiteX1" fmla="*/ 2707650 w 2716167"/>
              <a:gd name="connsiteY1" fmla="*/ 984107 h 1495138"/>
              <a:gd name="connsiteX2" fmla="*/ 2671150 w 2716167"/>
              <a:gd name="connsiteY2" fmla="*/ 1197622 h 1495138"/>
              <a:gd name="connsiteX3" fmla="*/ 2302284 w 2716167"/>
              <a:gd name="connsiteY3" fmla="*/ 1205878 h 1495138"/>
              <a:gd name="connsiteX4" fmla="*/ 2048850 w 2716167"/>
              <a:gd name="connsiteY4" fmla="*/ 1229372 h 1495138"/>
              <a:gd name="connsiteX5" fmla="*/ 1363049 w 2716167"/>
              <a:gd name="connsiteY5" fmla="*/ 302272 h 1495138"/>
              <a:gd name="connsiteX6" fmla="*/ 15925 w 2716167"/>
              <a:gd name="connsiteY6" fmla="*/ 31392 h 1495138"/>
              <a:gd name="connsiteX7" fmla="*/ 673832 w 2716167"/>
              <a:gd name="connsiteY7" fmla="*/ 915455 h 1495138"/>
              <a:gd name="connsiteX8" fmla="*/ 1435401 w 2716167"/>
              <a:gd name="connsiteY8" fmla="*/ 1375531 h 1495138"/>
              <a:gd name="connsiteX9" fmla="*/ 2529877 w 2716167"/>
              <a:gd name="connsiteY9" fmla="*/ 1494000 h 1495138"/>
              <a:gd name="connsiteX0" fmla="*/ 2636647 w 2716167"/>
              <a:gd name="connsiteY0" fmla="*/ 1089837 h 1495138"/>
              <a:gd name="connsiteX1" fmla="*/ 2707650 w 2716167"/>
              <a:gd name="connsiteY1" fmla="*/ 984107 h 1495138"/>
              <a:gd name="connsiteX2" fmla="*/ 2671150 w 2716167"/>
              <a:gd name="connsiteY2" fmla="*/ 1197622 h 1495138"/>
              <a:gd name="connsiteX3" fmla="*/ 2318159 w 2716167"/>
              <a:gd name="connsiteY3" fmla="*/ 1215403 h 1495138"/>
              <a:gd name="connsiteX4" fmla="*/ 2048850 w 2716167"/>
              <a:gd name="connsiteY4" fmla="*/ 1229372 h 1495138"/>
              <a:gd name="connsiteX5" fmla="*/ 1363049 w 2716167"/>
              <a:gd name="connsiteY5" fmla="*/ 302272 h 1495138"/>
              <a:gd name="connsiteX6" fmla="*/ 15925 w 2716167"/>
              <a:gd name="connsiteY6" fmla="*/ 31392 h 1495138"/>
              <a:gd name="connsiteX7" fmla="*/ 673832 w 2716167"/>
              <a:gd name="connsiteY7" fmla="*/ 915455 h 1495138"/>
              <a:gd name="connsiteX8" fmla="*/ 1435401 w 2716167"/>
              <a:gd name="connsiteY8" fmla="*/ 1375531 h 1495138"/>
              <a:gd name="connsiteX9" fmla="*/ 2529877 w 2716167"/>
              <a:gd name="connsiteY9" fmla="*/ 1494000 h 1495138"/>
              <a:gd name="connsiteX0" fmla="*/ 2636647 w 2716167"/>
              <a:gd name="connsiteY0" fmla="*/ 1089837 h 1495138"/>
              <a:gd name="connsiteX1" fmla="*/ 2707650 w 2716167"/>
              <a:gd name="connsiteY1" fmla="*/ 984107 h 1495138"/>
              <a:gd name="connsiteX2" fmla="*/ 2671150 w 2716167"/>
              <a:gd name="connsiteY2" fmla="*/ 1197622 h 1495138"/>
              <a:gd name="connsiteX3" fmla="*/ 2318159 w 2716167"/>
              <a:gd name="connsiteY3" fmla="*/ 1215403 h 1495138"/>
              <a:gd name="connsiteX4" fmla="*/ 2048850 w 2716167"/>
              <a:gd name="connsiteY4" fmla="*/ 1229372 h 1495138"/>
              <a:gd name="connsiteX5" fmla="*/ 1363049 w 2716167"/>
              <a:gd name="connsiteY5" fmla="*/ 302272 h 1495138"/>
              <a:gd name="connsiteX6" fmla="*/ 15925 w 2716167"/>
              <a:gd name="connsiteY6" fmla="*/ 31392 h 1495138"/>
              <a:gd name="connsiteX7" fmla="*/ 673832 w 2716167"/>
              <a:gd name="connsiteY7" fmla="*/ 915455 h 1495138"/>
              <a:gd name="connsiteX8" fmla="*/ 1435401 w 2716167"/>
              <a:gd name="connsiteY8" fmla="*/ 1375531 h 1495138"/>
              <a:gd name="connsiteX9" fmla="*/ 2529877 w 2716167"/>
              <a:gd name="connsiteY9" fmla="*/ 1494000 h 1495138"/>
              <a:gd name="connsiteX0" fmla="*/ 2636647 w 2716167"/>
              <a:gd name="connsiteY0" fmla="*/ 1089837 h 1495138"/>
              <a:gd name="connsiteX1" fmla="*/ 2707650 w 2716167"/>
              <a:gd name="connsiteY1" fmla="*/ 984107 h 1495138"/>
              <a:gd name="connsiteX2" fmla="*/ 2671150 w 2716167"/>
              <a:gd name="connsiteY2" fmla="*/ 1197622 h 1495138"/>
              <a:gd name="connsiteX3" fmla="*/ 2318159 w 2716167"/>
              <a:gd name="connsiteY3" fmla="*/ 1215403 h 1495138"/>
              <a:gd name="connsiteX4" fmla="*/ 2048850 w 2716167"/>
              <a:gd name="connsiteY4" fmla="*/ 1229372 h 1495138"/>
              <a:gd name="connsiteX5" fmla="*/ 1363049 w 2716167"/>
              <a:gd name="connsiteY5" fmla="*/ 302272 h 1495138"/>
              <a:gd name="connsiteX6" fmla="*/ 15925 w 2716167"/>
              <a:gd name="connsiteY6" fmla="*/ 31392 h 1495138"/>
              <a:gd name="connsiteX7" fmla="*/ 673832 w 2716167"/>
              <a:gd name="connsiteY7" fmla="*/ 915455 h 1495138"/>
              <a:gd name="connsiteX8" fmla="*/ 1435401 w 2716167"/>
              <a:gd name="connsiteY8" fmla="*/ 1375531 h 1495138"/>
              <a:gd name="connsiteX9" fmla="*/ 2529877 w 2716167"/>
              <a:gd name="connsiteY9" fmla="*/ 1494000 h 1495138"/>
              <a:gd name="connsiteX0" fmla="*/ 2636647 w 2716167"/>
              <a:gd name="connsiteY0" fmla="*/ 1089837 h 1495138"/>
              <a:gd name="connsiteX1" fmla="*/ 2707650 w 2716167"/>
              <a:gd name="connsiteY1" fmla="*/ 984107 h 1495138"/>
              <a:gd name="connsiteX2" fmla="*/ 2671150 w 2716167"/>
              <a:gd name="connsiteY2" fmla="*/ 1197622 h 1495138"/>
              <a:gd name="connsiteX3" fmla="*/ 2318159 w 2716167"/>
              <a:gd name="connsiteY3" fmla="*/ 1215403 h 1495138"/>
              <a:gd name="connsiteX4" fmla="*/ 2048850 w 2716167"/>
              <a:gd name="connsiteY4" fmla="*/ 1229372 h 1495138"/>
              <a:gd name="connsiteX5" fmla="*/ 1363049 w 2716167"/>
              <a:gd name="connsiteY5" fmla="*/ 302272 h 1495138"/>
              <a:gd name="connsiteX6" fmla="*/ 15925 w 2716167"/>
              <a:gd name="connsiteY6" fmla="*/ 31392 h 1495138"/>
              <a:gd name="connsiteX7" fmla="*/ 673832 w 2716167"/>
              <a:gd name="connsiteY7" fmla="*/ 915455 h 1495138"/>
              <a:gd name="connsiteX8" fmla="*/ 1435401 w 2716167"/>
              <a:gd name="connsiteY8" fmla="*/ 1375531 h 1495138"/>
              <a:gd name="connsiteX9" fmla="*/ 2529877 w 2716167"/>
              <a:gd name="connsiteY9" fmla="*/ 1494000 h 1495138"/>
              <a:gd name="connsiteX0" fmla="*/ 2636647 w 2716167"/>
              <a:gd name="connsiteY0" fmla="*/ 1089837 h 1495138"/>
              <a:gd name="connsiteX1" fmla="*/ 2707650 w 2716167"/>
              <a:gd name="connsiteY1" fmla="*/ 984107 h 1495138"/>
              <a:gd name="connsiteX2" fmla="*/ 2671150 w 2716167"/>
              <a:gd name="connsiteY2" fmla="*/ 1197622 h 1495138"/>
              <a:gd name="connsiteX3" fmla="*/ 2318159 w 2716167"/>
              <a:gd name="connsiteY3" fmla="*/ 1215403 h 1495138"/>
              <a:gd name="connsiteX4" fmla="*/ 2048850 w 2716167"/>
              <a:gd name="connsiteY4" fmla="*/ 1229372 h 1495138"/>
              <a:gd name="connsiteX5" fmla="*/ 1363049 w 2716167"/>
              <a:gd name="connsiteY5" fmla="*/ 302272 h 1495138"/>
              <a:gd name="connsiteX6" fmla="*/ 15925 w 2716167"/>
              <a:gd name="connsiteY6" fmla="*/ 31392 h 1495138"/>
              <a:gd name="connsiteX7" fmla="*/ 673832 w 2716167"/>
              <a:gd name="connsiteY7" fmla="*/ 915455 h 1495138"/>
              <a:gd name="connsiteX8" fmla="*/ 1435401 w 2716167"/>
              <a:gd name="connsiteY8" fmla="*/ 1375531 h 1495138"/>
              <a:gd name="connsiteX9" fmla="*/ 2529877 w 2716167"/>
              <a:gd name="connsiteY9" fmla="*/ 1494000 h 1495138"/>
              <a:gd name="connsiteX0" fmla="*/ 2637906 w 2717426"/>
              <a:gd name="connsiteY0" fmla="*/ 1090674 h 1495922"/>
              <a:gd name="connsiteX1" fmla="*/ 2708909 w 2717426"/>
              <a:gd name="connsiteY1" fmla="*/ 984944 h 1495922"/>
              <a:gd name="connsiteX2" fmla="*/ 2672409 w 2717426"/>
              <a:gd name="connsiteY2" fmla="*/ 1198459 h 1495922"/>
              <a:gd name="connsiteX3" fmla="*/ 2319418 w 2717426"/>
              <a:gd name="connsiteY3" fmla="*/ 1216240 h 1495922"/>
              <a:gd name="connsiteX4" fmla="*/ 2050109 w 2717426"/>
              <a:gd name="connsiteY4" fmla="*/ 1230209 h 1495922"/>
              <a:gd name="connsiteX5" fmla="*/ 1364308 w 2717426"/>
              <a:gd name="connsiteY5" fmla="*/ 303109 h 1495922"/>
              <a:gd name="connsiteX6" fmla="*/ 17184 w 2717426"/>
              <a:gd name="connsiteY6" fmla="*/ 32229 h 1495922"/>
              <a:gd name="connsiteX7" fmla="*/ 656041 w 2717426"/>
              <a:gd name="connsiteY7" fmla="*/ 928992 h 1495922"/>
              <a:gd name="connsiteX8" fmla="*/ 1436660 w 2717426"/>
              <a:gd name="connsiteY8" fmla="*/ 1376368 h 1495922"/>
              <a:gd name="connsiteX9" fmla="*/ 2531136 w 2717426"/>
              <a:gd name="connsiteY9" fmla="*/ 1494837 h 1495922"/>
              <a:gd name="connsiteX0" fmla="*/ 2677324 w 2756844"/>
              <a:gd name="connsiteY0" fmla="*/ 1064728 h 1469976"/>
              <a:gd name="connsiteX1" fmla="*/ 2748327 w 2756844"/>
              <a:gd name="connsiteY1" fmla="*/ 958998 h 1469976"/>
              <a:gd name="connsiteX2" fmla="*/ 2711827 w 2756844"/>
              <a:gd name="connsiteY2" fmla="*/ 1172513 h 1469976"/>
              <a:gd name="connsiteX3" fmla="*/ 2358836 w 2756844"/>
              <a:gd name="connsiteY3" fmla="*/ 1190294 h 1469976"/>
              <a:gd name="connsiteX4" fmla="*/ 2089527 w 2756844"/>
              <a:gd name="connsiteY4" fmla="*/ 1204263 h 1469976"/>
              <a:gd name="connsiteX5" fmla="*/ 1403726 w 2756844"/>
              <a:gd name="connsiteY5" fmla="*/ 277163 h 1469976"/>
              <a:gd name="connsiteX6" fmla="*/ 56602 w 2756844"/>
              <a:gd name="connsiteY6" fmla="*/ 6283 h 1469976"/>
              <a:gd name="connsiteX7" fmla="*/ 295653 w 2756844"/>
              <a:gd name="connsiteY7" fmla="*/ 470839 h 1469976"/>
              <a:gd name="connsiteX8" fmla="*/ 695459 w 2756844"/>
              <a:gd name="connsiteY8" fmla="*/ 903046 h 1469976"/>
              <a:gd name="connsiteX9" fmla="*/ 1476078 w 2756844"/>
              <a:gd name="connsiteY9" fmla="*/ 1350422 h 1469976"/>
              <a:gd name="connsiteX10" fmla="*/ 2570554 w 2756844"/>
              <a:gd name="connsiteY10" fmla="*/ 1468891 h 1469976"/>
              <a:gd name="connsiteX0" fmla="*/ 2629146 w 2708666"/>
              <a:gd name="connsiteY0" fmla="*/ 1059463 h 1464711"/>
              <a:gd name="connsiteX1" fmla="*/ 2700149 w 2708666"/>
              <a:gd name="connsiteY1" fmla="*/ 953733 h 1464711"/>
              <a:gd name="connsiteX2" fmla="*/ 2663649 w 2708666"/>
              <a:gd name="connsiteY2" fmla="*/ 1167248 h 1464711"/>
              <a:gd name="connsiteX3" fmla="*/ 2310658 w 2708666"/>
              <a:gd name="connsiteY3" fmla="*/ 1185029 h 1464711"/>
              <a:gd name="connsiteX4" fmla="*/ 2041349 w 2708666"/>
              <a:gd name="connsiteY4" fmla="*/ 1198998 h 1464711"/>
              <a:gd name="connsiteX5" fmla="*/ 1355548 w 2708666"/>
              <a:gd name="connsiteY5" fmla="*/ 271898 h 1464711"/>
              <a:gd name="connsiteX6" fmla="*/ 8424 w 2708666"/>
              <a:gd name="connsiteY6" fmla="*/ 1018 h 1464711"/>
              <a:gd name="connsiteX7" fmla="*/ 777700 w 2708666"/>
              <a:gd name="connsiteY7" fmla="*/ 335399 h 1464711"/>
              <a:gd name="connsiteX8" fmla="*/ 647281 w 2708666"/>
              <a:gd name="connsiteY8" fmla="*/ 897781 h 1464711"/>
              <a:gd name="connsiteX9" fmla="*/ 1427900 w 2708666"/>
              <a:gd name="connsiteY9" fmla="*/ 1345157 h 1464711"/>
              <a:gd name="connsiteX10" fmla="*/ 2522376 w 2708666"/>
              <a:gd name="connsiteY10" fmla="*/ 1463626 h 1464711"/>
              <a:gd name="connsiteX0" fmla="*/ 2629231 w 2708751"/>
              <a:gd name="connsiteY0" fmla="*/ 1059463 h 1464711"/>
              <a:gd name="connsiteX1" fmla="*/ 2700234 w 2708751"/>
              <a:gd name="connsiteY1" fmla="*/ 953733 h 1464711"/>
              <a:gd name="connsiteX2" fmla="*/ 2663734 w 2708751"/>
              <a:gd name="connsiteY2" fmla="*/ 1167248 h 1464711"/>
              <a:gd name="connsiteX3" fmla="*/ 2310743 w 2708751"/>
              <a:gd name="connsiteY3" fmla="*/ 1185029 h 1464711"/>
              <a:gd name="connsiteX4" fmla="*/ 2041434 w 2708751"/>
              <a:gd name="connsiteY4" fmla="*/ 1198998 h 1464711"/>
              <a:gd name="connsiteX5" fmla="*/ 1355633 w 2708751"/>
              <a:gd name="connsiteY5" fmla="*/ 271898 h 1464711"/>
              <a:gd name="connsiteX6" fmla="*/ 8509 w 2708751"/>
              <a:gd name="connsiteY6" fmla="*/ 1018 h 1464711"/>
              <a:gd name="connsiteX7" fmla="*/ 777785 w 2708751"/>
              <a:gd name="connsiteY7" fmla="*/ 335399 h 1464711"/>
              <a:gd name="connsiteX8" fmla="*/ 698410 w 2708751"/>
              <a:gd name="connsiteY8" fmla="*/ 621149 h 1464711"/>
              <a:gd name="connsiteX9" fmla="*/ 647366 w 2708751"/>
              <a:gd name="connsiteY9" fmla="*/ 897781 h 1464711"/>
              <a:gd name="connsiteX10" fmla="*/ 1427985 w 2708751"/>
              <a:gd name="connsiteY10" fmla="*/ 1345157 h 1464711"/>
              <a:gd name="connsiteX11" fmla="*/ 2522461 w 2708751"/>
              <a:gd name="connsiteY11" fmla="*/ 1463626 h 1464711"/>
              <a:gd name="connsiteX0" fmla="*/ 2629231 w 2708751"/>
              <a:gd name="connsiteY0" fmla="*/ 1059463 h 1464711"/>
              <a:gd name="connsiteX1" fmla="*/ 2700234 w 2708751"/>
              <a:gd name="connsiteY1" fmla="*/ 953733 h 1464711"/>
              <a:gd name="connsiteX2" fmla="*/ 2663734 w 2708751"/>
              <a:gd name="connsiteY2" fmla="*/ 1167248 h 1464711"/>
              <a:gd name="connsiteX3" fmla="*/ 2310743 w 2708751"/>
              <a:gd name="connsiteY3" fmla="*/ 1185029 h 1464711"/>
              <a:gd name="connsiteX4" fmla="*/ 2041434 w 2708751"/>
              <a:gd name="connsiteY4" fmla="*/ 1198998 h 1464711"/>
              <a:gd name="connsiteX5" fmla="*/ 1355633 w 2708751"/>
              <a:gd name="connsiteY5" fmla="*/ 271898 h 1464711"/>
              <a:gd name="connsiteX6" fmla="*/ 8509 w 2708751"/>
              <a:gd name="connsiteY6" fmla="*/ 1018 h 1464711"/>
              <a:gd name="connsiteX7" fmla="*/ 777785 w 2708751"/>
              <a:gd name="connsiteY7" fmla="*/ 335399 h 1464711"/>
              <a:gd name="connsiteX8" fmla="*/ 1152435 w 2708751"/>
              <a:gd name="connsiteY8" fmla="*/ 652899 h 1464711"/>
              <a:gd name="connsiteX9" fmla="*/ 647366 w 2708751"/>
              <a:gd name="connsiteY9" fmla="*/ 897781 h 1464711"/>
              <a:gd name="connsiteX10" fmla="*/ 1427985 w 2708751"/>
              <a:gd name="connsiteY10" fmla="*/ 1345157 h 1464711"/>
              <a:gd name="connsiteX11" fmla="*/ 2522461 w 2708751"/>
              <a:gd name="connsiteY11" fmla="*/ 1463626 h 1464711"/>
              <a:gd name="connsiteX0" fmla="*/ 2629708 w 2709228"/>
              <a:gd name="connsiteY0" fmla="*/ 1059741 h 1464989"/>
              <a:gd name="connsiteX1" fmla="*/ 2700711 w 2709228"/>
              <a:gd name="connsiteY1" fmla="*/ 954011 h 1464989"/>
              <a:gd name="connsiteX2" fmla="*/ 2664211 w 2709228"/>
              <a:gd name="connsiteY2" fmla="*/ 1167526 h 1464989"/>
              <a:gd name="connsiteX3" fmla="*/ 2311220 w 2709228"/>
              <a:gd name="connsiteY3" fmla="*/ 1185307 h 1464989"/>
              <a:gd name="connsiteX4" fmla="*/ 2041911 w 2709228"/>
              <a:gd name="connsiteY4" fmla="*/ 1199276 h 1464989"/>
              <a:gd name="connsiteX5" fmla="*/ 1356110 w 2709228"/>
              <a:gd name="connsiteY5" fmla="*/ 272176 h 1464989"/>
              <a:gd name="connsiteX6" fmla="*/ 8986 w 2709228"/>
              <a:gd name="connsiteY6" fmla="*/ 1296 h 1464989"/>
              <a:gd name="connsiteX7" fmla="*/ 765562 w 2709228"/>
              <a:gd name="connsiteY7" fmla="*/ 345202 h 1464989"/>
              <a:gd name="connsiteX8" fmla="*/ 1152912 w 2709228"/>
              <a:gd name="connsiteY8" fmla="*/ 653177 h 1464989"/>
              <a:gd name="connsiteX9" fmla="*/ 647843 w 2709228"/>
              <a:gd name="connsiteY9" fmla="*/ 898059 h 1464989"/>
              <a:gd name="connsiteX10" fmla="*/ 1428462 w 2709228"/>
              <a:gd name="connsiteY10" fmla="*/ 1345435 h 1464989"/>
              <a:gd name="connsiteX11" fmla="*/ 2522938 w 2709228"/>
              <a:gd name="connsiteY11" fmla="*/ 1463904 h 1464989"/>
              <a:gd name="connsiteX0" fmla="*/ 2629708 w 2709228"/>
              <a:gd name="connsiteY0" fmla="*/ 1059741 h 1464989"/>
              <a:gd name="connsiteX1" fmla="*/ 2700711 w 2709228"/>
              <a:gd name="connsiteY1" fmla="*/ 954011 h 1464989"/>
              <a:gd name="connsiteX2" fmla="*/ 2664211 w 2709228"/>
              <a:gd name="connsiteY2" fmla="*/ 1167526 h 1464989"/>
              <a:gd name="connsiteX3" fmla="*/ 2311220 w 2709228"/>
              <a:gd name="connsiteY3" fmla="*/ 1185307 h 1464989"/>
              <a:gd name="connsiteX4" fmla="*/ 2041911 w 2709228"/>
              <a:gd name="connsiteY4" fmla="*/ 1199276 h 1464989"/>
              <a:gd name="connsiteX5" fmla="*/ 1356110 w 2709228"/>
              <a:gd name="connsiteY5" fmla="*/ 272176 h 1464989"/>
              <a:gd name="connsiteX6" fmla="*/ 8986 w 2709228"/>
              <a:gd name="connsiteY6" fmla="*/ 1296 h 1464989"/>
              <a:gd name="connsiteX7" fmla="*/ 765562 w 2709228"/>
              <a:gd name="connsiteY7" fmla="*/ 345202 h 1464989"/>
              <a:gd name="connsiteX8" fmla="*/ 1152912 w 2709228"/>
              <a:gd name="connsiteY8" fmla="*/ 653177 h 1464989"/>
              <a:gd name="connsiteX9" fmla="*/ 647843 w 2709228"/>
              <a:gd name="connsiteY9" fmla="*/ 898059 h 1464989"/>
              <a:gd name="connsiteX10" fmla="*/ 1428462 w 2709228"/>
              <a:gd name="connsiteY10" fmla="*/ 1345435 h 1464989"/>
              <a:gd name="connsiteX11" fmla="*/ 2522938 w 2709228"/>
              <a:gd name="connsiteY11" fmla="*/ 1463904 h 1464989"/>
              <a:gd name="connsiteX0" fmla="*/ 2629708 w 2709228"/>
              <a:gd name="connsiteY0" fmla="*/ 1059741 h 1464989"/>
              <a:gd name="connsiteX1" fmla="*/ 2700711 w 2709228"/>
              <a:gd name="connsiteY1" fmla="*/ 954011 h 1464989"/>
              <a:gd name="connsiteX2" fmla="*/ 2664211 w 2709228"/>
              <a:gd name="connsiteY2" fmla="*/ 1167526 h 1464989"/>
              <a:gd name="connsiteX3" fmla="*/ 2311220 w 2709228"/>
              <a:gd name="connsiteY3" fmla="*/ 1185307 h 1464989"/>
              <a:gd name="connsiteX4" fmla="*/ 2041911 w 2709228"/>
              <a:gd name="connsiteY4" fmla="*/ 1199276 h 1464989"/>
              <a:gd name="connsiteX5" fmla="*/ 1356110 w 2709228"/>
              <a:gd name="connsiteY5" fmla="*/ 272176 h 1464989"/>
              <a:gd name="connsiteX6" fmla="*/ 8986 w 2709228"/>
              <a:gd name="connsiteY6" fmla="*/ 1296 h 1464989"/>
              <a:gd name="connsiteX7" fmla="*/ 765562 w 2709228"/>
              <a:gd name="connsiteY7" fmla="*/ 345202 h 1464989"/>
              <a:gd name="connsiteX8" fmla="*/ 1152912 w 2709228"/>
              <a:gd name="connsiteY8" fmla="*/ 653177 h 1464989"/>
              <a:gd name="connsiteX9" fmla="*/ 647843 w 2709228"/>
              <a:gd name="connsiteY9" fmla="*/ 898059 h 1464989"/>
              <a:gd name="connsiteX10" fmla="*/ 1428462 w 2709228"/>
              <a:gd name="connsiteY10" fmla="*/ 1345435 h 1464989"/>
              <a:gd name="connsiteX11" fmla="*/ 2522938 w 2709228"/>
              <a:gd name="connsiteY11" fmla="*/ 1463904 h 1464989"/>
              <a:gd name="connsiteX0" fmla="*/ 2629920 w 2709440"/>
              <a:gd name="connsiteY0" fmla="*/ 1059741 h 1464989"/>
              <a:gd name="connsiteX1" fmla="*/ 2700923 w 2709440"/>
              <a:gd name="connsiteY1" fmla="*/ 954011 h 1464989"/>
              <a:gd name="connsiteX2" fmla="*/ 2664423 w 2709440"/>
              <a:gd name="connsiteY2" fmla="*/ 1167526 h 1464989"/>
              <a:gd name="connsiteX3" fmla="*/ 2311432 w 2709440"/>
              <a:gd name="connsiteY3" fmla="*/ 1185307 h 1464989"/>
              <a:gd name="connsiteX4" fmla="*/ 2042123 w 2709440"/>
              <a:gd name="connsiteY4" fmla="*/ 1199276 h 1464989"/>
              <a:gd name="connsiteX5" fmla="*/ 1356322 w 2709440"/>
              <a:gd name="connsiteY5" fmla="*/ 272176 h 1464989"/>
              <a:gd name="connsiteX6" fmla="*/ 9198 w 2709440"/>
              <a:gd name="connsiteY6" fmla="*/ 1296 h 1464989"/>
              <a:gd name="connsiteX7" fmla="*/ 765774 w 2709440"/>
              <a:gd name="connsiteY7" fmla="*/ 345202 h 1464989"/>
              <a:gd name="connsiteX8" fmla="*/ 1153124 w 2709440"/>
              <a:gd name="connsiteY8" fmla="*/ 653177 h 1464989"/>
              <a:gd name="connsiteX9" fmla="*/ 648055 w 2709440"/>
              <a:gd name="connsiteY9" fmla="*/ 898059 h 1464989"/>
              <a:gd name="connsiteX10" fmla="*/ 1428674 w 2709440"/>
              <a:gd name="connsiteY10" fmla="*/ 1345435 h 1464989"/>
              <a:gd name="connsiteX11" fmla="*/ 2523150 w 2709440"/>
              <a:gd name="connsiteY11" fmla="*/ 1463904 h 1464989"/>
              <a:gd name="connsiteX0" fmla="*/ 2630141 w 2709661"/>
              <a:gd name="connsiteY0" fmla="*/ 1059741 h 1464989"/>
              <a:gd name="connsiteX1" fmla="*/ 2701144 w 2709661"/>
              <a:gd name="connsiteY1" fmla="*/ 954011 h 1464989"/>
              <a:gd name="connsiteX2" fmla="*/ 2664644 w 2709661"/>
              <a:gd name="connsiteY2" fmla="*/ 1167526 h 1464989"/>
              <a:gd name="connsiteX3" fmla="*/ 2311653 w 2709661"/>
              <a:gd name="connsiteY3" fmla="*/ 1185307 h 1464989"/>
              <a:gd name="connsiteX4" fmla="*/ 2042344 w 2709661"/>
              <a:gd name="connsiteY4" fmla="*/ 1199276 h 1464989"/>
              <a:gd name="connsiteX5" fmla="*/ 1356543 w 2709661"/>
              <a:gd name="connsiteY5" fmla="*/ 272176 h 1464989"/>
              <a:gd name="connsiteX6" fmla="*/ 9419 w 2709661"/>
              <a:gd name="connsiteY6" fmla="*/ 1296 h 1464989"/>
              <a:gd name="connsiteX7" fmla="*/ 765995 w 2709661"/>
              <a:gd name="connsiteY7" fmla="*/ 345202 h 1464989"/>
              <a:gd name="connsiteX8" fmla="*/ 1153345 w 2709661"/>
              <a:gd name="connsiteY8" fmla="*/ 653177 h 1464989"/>
              <a:gd name="connsiteX9" fmla="*/ 648276 w 2709661"/>
              <a:gd name="connsiteY9" fmla="*/ 898059 h 1464989"/>
              <a:gd name="connsiteX10" fmla="*/ 1428895 w 2709661"/>
              <a:gd name="connsiteY10" fmla="*/ 1345435 h 1464989"/>
              <a:gd name="connsiteX11" fmla="*/ 2523371 w 2709661"/>
              <a:gd name="connsiteY11" fmla="*/ 1463904 h 1464989"/>
              <a:gd name="connsiteX0" fmla="*/ 2630141 w 2709661"/>
              <a:gd name="connsiteY0" fmla="*/ 1059741 h 1465042"/>
              <a:gd name="connsiteX1" fmla="*/ 2701144 w 2709661"/>
              <a:gd name="connsiteY1" fmla="*/ 954011 h 1465042"/>
              <a:gd name="connsiteX2" fmla="*/ 2664644 w 2709661"/>
              <a:gd name="connsiteY2" fmla="*/ 1167526 h 1465042"/>
              <a:gd name="connsiteX3" fmla="*/ 2311653 w 2709661"/>
              <a:gd name="connsiteY3" fmla="*/ 1185307 h 1465042"/>
              <a:gd name="connsiteX4" fmla="*/ 2042344 w 2709661"/>
              <a:gd name="connsiteY4" fmla="*/ 1199276 h 1465042"/>
              <a:gd name="connsiteX5" fmla="*/ 1356543 w 2709661"/>
              <a:gd name="connsiteY5" fmla="*/ 272176 h 1465042"/>
              <a:gd name="connsiteX6" fmla="*/ 9419 w 2709661"/>
              <a:gd name="connsiteY6" fmla="*/ 1296 h 1465042"/>
              <a:gd name="connsiteX7" fmla="*/ 765995 w 2709661"/>
              <a:gd name="connsiteY7" fmla="*/ 345202 h 1465042"/>
              <a:gd name="connsiteX8" fmla="*/ 1153345 w 2709661"/>
              <a:gd name="connsiteY8" fmla="*/ 653177 h 1465042"/>
              <a:gd name="connsiteX9" fmla="*/ 645101 w 2709661"/>
              <a:gd name="connsiteY9" fmla="*/ 885359 h 1465042"/>
              <a:gd name="connsiteX10" fmla="*/ 1428895 w 2709661"/>
              <a:gd name="connsiteY10" fmla="*/ 1345435 h 1465042"/>
              <a:gd name="connsiteX11" fmla="*/ 2523371 w 2709661"/>
              <a:gd name="connsiteY11" fmla="*/ 1463904 h 1465042"/>
              <a:gd name="connsiteX0" fmla="*/ 2630141 w 2774196"/>
              <a:gd name="connsiteY0" fmla="*/ 1059741 h 1347485"/>
              <a:gd name="connsiteX1" fmla="*/ 2701144 w 2774196"/>
              <a:gd name="connsiteY1" fmla="*/ 954011 h 1347485"/>
              <a:gd name="connsiteX2" fmla="*/ 2664644 w 2774196"/>
              <a:gd name="connsiteY2" fmla="*/ 1167526 h 1347485"/>
              <a:gd name="connsiteX3" fmla="*/ 2311653 w 2774196"/>
              <a:gd name="connsiteY3" fmla="*/ 1185307 h 1347485"/>
              <a:gd name="connsiteX4" fmla="*/ 2042344 w 2774196"/>
              <a:gd name="connsiteY4" fmla="*/ 1199276 h 1347485"/>
              <a:gd name="connsiteX5" fmla="*/ 1356543 w 2774196"/>
              <a:gd name="connsiteY5" fmla="*/ 272176 h 1347485"/>
              <a:gd name="connsiteX6" fmla="*/ 9419 w 2774196"/>
              <a:gd name="connsiteY6" fmla="*/ 1296 h 1347485"/>
              <a:gd name="connsiteX7" fmla="*/ 765995 w 2774196"/>
              <a:gd name="connsiteY7" fmla="*/ 345202 h 1347485"/>
              <a:gd name="connsiteX8" fmla="*/ 1153345 w 2774196"/>
              <a:gd name="connsiteY8" fmla="*/ 653177 h 1347485"/>
              <a:gd name="connsiteX9" fmla="*/ 645101 w 2774196"/>
              <a:gd name="connsiteY9" fmla="*/ 885359 h 1347485"/>
              <a:gd name="connsiteX10" fmla="*/ 1428895 w 2774196"/>
              <a:gd name="connsiteY10" fmla="*/ 1345435 h 1347485"/>
              <a:gd name="connsiteX11" fmla="*/ 2774196 w 2774196"/>
              <a:gd name="connsiteY11" fmla="*/ 1063854 h 1347485"/>
              <a:gd name="connsiteX0" fmla="*/ 2630141 w 2774196"/>
              <a:gd name="connsiteY0" fmla="*/ 1059741 h 1367121"/>
              <a:gd name="connsiteX1" fmla="*/ 2701144 w 2774196"/>
              <a:gd name="connsiteY1" fmla="*/ 954011 h 1367121"/>
              <a:gd name="connsiteX2" fmla="*/ 2664644 w 2774196"/>
              <a:gd name="connsiteY2" fmla="*/ 1167526 h 1367121"/>
              <a:gd name="connsiteX3" fmla="*/ 2311653 w 2774196"/>
              <a:gd name="connsiteY3" fmla="*/ 1185307 h 1367121"/>
              <a:gd name="connsiteX4" fmla="*/ 2042344 w 2774196"/>
              <a:gd name="connsiteY4" fmla="*/ 1199276 h 1367121"/>
              <a:gd name="connsiteX5" fmla="*/ 1356543 w 2774196"/>
              <a:gd name="connsiteY5" fmla="*/ 272176 h 1367121"/>
              <a:gd name="connsiteX6" fmla="*/ 9419 w 2774196"/>
              <a:gd name="connsiteY6" fmla="*/ 1296 h 1367121"/>
              <a:gd name="connsiteX7" fmla="*/ 765995 w 2774196"/>
              <a:gd name="connsiteY7" fmla="*/ 345202 h 1367121"/>
              <a:gd name="connsiteX8" fmla="*/ 1153345 w 2774196"/>
              <a:gd name="connsiteY8" fmla="*/ 653177 h 1367121"/>
              <a:gd name="connsiteX9" fmla="*/ 645101 w 2774196"/>
              <a:gd name="connsiteY9" fmla="*/ 885359 h 1367121"/>
              <a:gd name="connsiteX10" fmla="*/ 1428895 w 2774196"/>
              <a:gd name="connsiteY10" fmla="*/ 1345435 h 1367121"/>
              <a:gd name="connsiteX11" fmla="*/ 1997896 w 2774196"/>
              <a:gd name="connsiteY11" fmla="*/ 1269127 h 1367121"/>
              <a:gd name="connsiteX12" fmla="*/ 2774196 w 2774196"/>
              <a:gd name="connsiteY12" fmla="*/ 1063854 h 1367121"/>
              <a:gd name="connsiteX0" fmla="*/ 2630141 w 2774196"/>
              <a:gd name="connsiteY0" fmla="*/ 1059741 h 1437602"/>
              <a:gd name="connsiteX1" fmla="*/ 2701144 w 2774196"/>
              <a:gd name="connsiteY1" fmla="*/ 954011 h 1437602"/>
              <a:gd name="connsiteX2" fmla="*/ 2664644 w 2774196"/>
              <a:gd name="connsiteY2" fmla="*/ 1167526 h 1437602"/>
              <a:gd name="connsiteX3" fmla="*/ 2311653 w 2774196"/>
              <a:gd name="connsiteY3" fmla="*/ 1185307 h 1437602"/>
              <a:gd name="connsiteX4" fmla="*/ 2042344 w 2774196"/>
              <a:gd name="connsiteY4" fmla="*/ 1199276 h 1437602"/>
              <a:gd name="connsiteX5" fmla="*/ 1356543 w 2774196"/>
              <a:gd name="connsiteY5" fmla="*/ 272176 h 1437602"/>
              <a:gd name="connsiteX6" fmla="*/ 9419 w 2774196"/>
              <a:gd name="connsiteY6" fmla="*/ 1296 h 1437602"/>
              <a:gd name="connsiteX7" fmla="*/ 765995 w 2774196"/>
              <a:gd name="connsiteY7" fmla="*/ 345202 h 1437602"/>
              <a:gd name="connsiteX8" fmla="*/ 1153345 w 2774196"/>
              <a:gd name="connsiteY8" fmla="*/ 653177 h 1437602"/>
              <a:gd name="connsiteX9" fmla="*/ 645101 w 2774196"/>
              <a:gd name="connsiteY9" fmla="*/ 885359 h 1437602"/>
              <a:gd name="connsiteX10" fmla="*/ 1428895 w 2774196"/>
              <a:gd name="connsiteY10" fmla="*/ 1345435 h 1437602"/>
              <a:gd name="connsiteX11" fmla="*/ 2042346 w 2774196"/>
              <a:gd name="connsiteY11" fmla="*/ 1415177 h 1437602"/>
              <a:gd name="connsiteX12" fmla="*/ 2774196 w 2774196"/>
              <a:gd name="connsiteY12" fmla="*/ 1063854 h 1437602"/>
              <a:gd name="connsiteX0" fmla="*/ 2630141 w 2709661"/>
              <a:gd name="connsiteY0" fmla="*/ 1059741 h 1437602"/>
              <a:gd name="connsiteX1" fmla="*/ 2701144 w 2709661"/>
              <a:gd name="connsiteY1" fmla="*/ 954011 h 1437602"/>
              <a:gd name="connsiteX2" fmla="*/ 2664644 w 2709661"/>
              <a:gd name="connsiteY2" fmla="*/ 1167526 h 1437602"/>
              <a:gd name="connsiteX3" fmla="*/ 2311653 w 2709661"/>
              <a:gd name="connsiteY3" fmla="*/ 1185307 h 1437602"/>
              <a:gd name="connsiteX4" fmla="*/ 2042344 w 2709661"/>
              <a:gd name="connsiteY4" fmla="*/ 1199276 h 1437602"/>
              <a:gd name="connsiteX5" fmla="*/ 1356543 w 2709661"/>
              <a:gd name="connsiteY5" fmla="*/ 272176 h 1437602"/>
              <a:gd name="connsiteX6" fmla="*/ 9419 w 2709661"/>
              <a:gd name="connsiteY6" fmla="*/ 1296 h 1437602"/>
              <a:gd name="connsiteX7" fmla="*/ 765995 w 2709661"/>
              <a:gd name="connsiteY7" fmla="*/ 345202 h 1437602"/>
              <a:gd name="connsiteX8" fmla="*/ 1153345 w 2709661"/>
              <a:gd name="connsiteY8" fmla="*/ 653177 h 1437602"/>
              <a:gd name="connsiteX9" fmla="*/ 645101 w 2709661"/>
              <a:gd name="connsiteY9" fmla="*/ 885359 h 1437602"/>
              <a:gd name="connsiteX10" fmla="*/ 1428895 w 2709661"/>
              <a:gd name="connsiteY10" fmla="*/ 1345435 h 1437602"/>
              <a:gd name="connsiteX11" fmla="*/ 2042346 w 2709661"/>
              <a:gd name="connsiteY11" fmla="*/ 1415177 h 1437602"/>
              <a:gd name="connsiteX12" fmla="*/ 2644021 w 2709661"/>
              <a:gd name="connsiteY12" fmla="*/ 1067029 h 1437602"/>
              <a:gd name="connsiteX0" fmla="*/ 2630141 w 2709661"/>
              <a:gd name="connsiteY0" fmla="*/ 1059741 h 1416466"/>
              <a:gd name="connsiteX1" fmla="*/ 2701144 w 2709661"/>
              <a:gd name="connsiteY1" fmla="*/ 954011 h 1416466"/>
              <a:gd name="connsiteX2" fmla="*/ 2664644 w 2709661"/>
              <a:gd name="connsiteY2" fmla="*/ 1167526 h 1416466"/>
              <a:gd name="connsiteX3" fmla="*/ 2311653 w 2709661"/>
              <a:gd name="connsiteY3" fmla="*/ 1185307 h 1416466"/>
              <a:gd name="connsiteX4" fmla="*/ 2042344 w 2709661"/>
              <a:gd name="connsiteY4" fmla="*/ 1199276 h 1416466"/>
              <a:gd name="connsiteX5" fmla="*/ 1356543 w 2709661"/>
              <a:gd name="connsiteY5" fmla="*/ 272176 h 1416466"/>
              <a:gd name="connsiteX6" fmla="*/ 9419 w 2709661"/>
              <a:gd name="connsiteY6" fmla="*/ 1296 h 1416466"/>
              <a:gd name="connsiteX7" fmla="*/ 765995 w 2709661"/>
              <a:gd name="connsiteY7" fmla="*/ 345202 h 1416466"/>
              <a:gd name="connsiteX8" fmla="*/ 1153345 w 2709661"/>
              <a:gd name="connsiteY8" fmla="*/ 653177 h 1416466"/>
              <a:gd name="connsiteX9" fmla="*/ 645101 w 2709661"/>
              <a:gd name="connsiteY9" fmla="*/ 885359 h 1416466"/>
              <a:gd name="connsiteX10" fmla="*/ 1428895 w 2709661"/>
              <a:gd name="connsiteY10" fmla="*/ 1345435 h 1416466"/>
              <a:gd name="connsiteX11" fmla="*/ 2042346 w 2709661"/>
              <a:gd name="connsiteY11" fmla="*/ 1386602 h 1416466"/>
              <a:gd name="connsiteX12" fmla="*/ 2644021 w 2709661"/>
              <a:gd name="connsiteY12" fmla="*/ 1067029 h 1416466"/>
              <a:gd name="connsiteX0" fmla="*/ 2630141 w 2709661"/>
              <a:gd name="connsiteY0" fmla="*/ 1059741 h 1416466"/>
              <a:gd name="connsiteX1" fmla="*/ 2701144 w 2709661"/>
              <a:gd name="connsiteY1" fmla="*/ 954011 h 1416466"/>
              <a:gd name="connsiteX2" fmla="*/ 2664644 w 2709661"/>
              <a:gd name="connsiteY2" fmla="*/ 1167526 h 1416466"/>
              <a:gd name="connsiteX3" fmla="*/ 2311653 w 2709661"/>
              <a:gd name="connsiteY3" fmla="*/ 1185307 h 1416466"/>
              <a:gd name="connsiteX4" fmla="*/ 2042344 w 2709661"/>
              <a:gd name="connsiteY4" fmla="*/ 1199276 h 1416466"/>
              <a:gd name="connsiteX5" fmla="*/ 1356543 w 2709661"/>
              <a:gd name="connsiteY5" fmla="*/ 272176 h 1416466"/>
              <a:gd name="connsiteX6" fmla="*/ 9419 w 2709661"/>
              <a:gd name="connsiteY6" fmla="*/ 1296 h 1416466"/>
              <a:gd name="connsiteX7" fmla="*/ 765995 w 2709661"/>
              <a:gd name="connsiteY7" fmla="*/ 345202 h 1416466"/>
              <a:gd name="connsiteX8" fmla="*/ 1153345 w 2709661"/>
              <a:gd name="connsiteY8" fmla="*/ 653177 h 1416466"/>
              <a:gd name="connsiteX9" fmla="*/ 645101 w 2709661"/>
              <a:gd name="connsiteY9" fmla="*/ 885359 h 1416466"/>
              <a:gd name="connsiteX10" fmla="*/ 1428895 w 2709661"/>
              <a:gd name="connsiteY10" fmla="*/ 1345435 h 1416466"/>
              <a:gd name="connsiteX11" fmla="*/ 2042346 w 2709661"/>
              <a:gd name="connsiteY11" fmla="*/ 1386602 h 1416466"/>
              <a:gd name="connsiteX12" fmla="*/ 2653546 w 2709661"/>
              <a:gd name="connsiteY12" fmla="*/ 1095604 h 1416466"/>
              <a:gd name="connsiteX0" fmla="*/ 2630141 w 2709661"/>
              <a:gd name="connsiteY0" fmla="*/ 1059741 h 1416466"/>
              <a:gd name="connsiteX1" fmla="*/ 2701144 w 2709661"/>
              <a:gd name="connsiteY1" fmla="*/ 954011 h 1416466"/>
              <a:gd name="connsiteX2" fmla="*/ 2664644 w 2709661"/>
              <a:gd name="connsiteY2" fmla="*/ 1167526 h 1416466"/>
              <a:gd name="connsiteX3" fmla="*/ 2311653 w 2709661"/>
              <a:gd name="connsiteY3" fmla="*/ 1185307 h 1416466"/>
              <a:gd name="connsiteX4" fmla="*/ 2042344 w 2709661"/>
              <a:gd name="connsiteY4" fmla="*/ 1199276 h 1416466"/>
              <a:gd name="connsiteX5" fmla="*/ 1356543 w 2709661"/>
              <a:gd name="connsiteY5" fmla="*/ 272176 h 1416466"/>
              <a:gd name="connsiteX6" fmla="*/ 9419 w 2709661"/>
              <a:gd name="connsiteY6" fmla="*/ 1296 h 1416466"/>
              <a:gd name="connsiteX7" fmla="*/ 765995 w 2709661"/>
              <a:gd name="connsiteY7" fmla="*/ 345202 h 1416466"/>
              <a:gd name="connsiteX8" fmla="*/ 1153345 w 2709661"/>
              <a:gd name="connsiteY8" fmla="*/ 653177 h 1416466"/>
              <a:gd name="connsiteX9" fmla="*/ 645101 w 2709661"/>
              <a:gd name="connsiteY9" fmla="*/ 885359 h 1416466"/>
              <a:gd name="connsiteX10" fmla="*/ 1428895 w 2709661"/>
              <a:gd name="connsiteY10" fmla="*/ 1345435 h 1416466"/>
              <a:gd name="connsiteX11" fmla="*/ 2042346 w 2709661"/>
              <a:gd name="connsiteY11" fmla="*/ 1386602 h 1416466"/>
              <a:gd name="connsiteX12" fmla="*/ 2647196 w 2709661"/>
              <a:gd name="connsiteY12" fmla="*/ 1089254 h 1416466"/>
              <a:gd name="connsiteX0" fmla="*/ 2630141 w 2709661"/>
              <a:gd name="connsiteY0" fmla="*/ 1059741 h 1399479"/>
              <a:gd name="connsiteX1" fmla="*/ 2701144 w 2709661"/>
              <a:gd name="connsiteY1" fmla="*/ 954011 h 1399479"/>
              <a:gd name="connsiteX2" fmla="*/ 2664644 w 2709661"/>
              <a:gd name="connsiteY2" fmla="*/ 1167526 h 1399479"/>
              <a:gd name="connsiteX3" fmla="*/ 2311653 w 2709661"/>
              <a:gd name="connsiteY3" fmla="*/ 1185307 h 1399479"/>
              <a:gd name="connsiteX4" fmla="*/ 2042344 w 2709661"/>
              <a:gd name="connsiteY4" fmla="*/ 1199276 h 1399479"/>
              <a:gd name="connsiteX5" fmla="*/ 1356543 w 2709661"/>
              <a:gd name="connsiteY5" fmla="*/ 272176 h 1399479"/>
              <a:gd name="connsiteX6" fmla="*/ 9419 w 2709661"/>
              <a:gd name="connsiteY6" fmla="*/ 1296 h 1399479"/>
              <a:gd name="connsiteX7" fmla="*/ 765995 w 2709661"/>
              <a:gd name="connsiteY7" fmla="*/ 345202 h 1399479"/>
              <a:gd name="connsiteX8" fmla="*/ 1153345 w 2709661"/>
              <a:gd name="connsiteY8" fmla="*/ 653177 h 1399479"/>
              <a:gd name="connsiteX9" fmla="*/ 645101 w 2709661"/>
              <a:gd name="connsiteY9" fmla="*/ 885359 h 1399479"/>
              <a:gd name="connsiteX10" fmla="*/ 1447945 w 2709661"/>
              <a:gd name="connsiteY10" fmla="*/ 1259710 h 1399479"/>
              <a:gd name="connsiteX11" fmla="*/ 2042346 w 2709661"/>
              <a:gd name="connsiteY11" fmla="*/ 1386602 h 1399479"/>
              <a:gd name="connsiteX12" fmla="*/ 2647196 w 2709661"/>
              <a:gd name="connsiteY12" fmla="*/ 1089254 h 1399479"/>
              <a:gd name="connsiteX0" fmla="*/ 2630141 w 2709661"/>
              <a:gd name="connsiteY0" fmla="*/ 1059741 h 1401950"/>
              <a:gd name="connsiteX1" fmla="*/ 2701144 w 2709661"/>
              <a:gd name="connsiteY1" fmla="*/ 954011 h 1401950"/>
              <a:gd name="connsiteX2" fmla="*/ 2664644 w 2709661"/>
              <a:gd name="connsiteY2" fmla="*/ 1167526 h 1401950"/>
              <a:gd name="connsiteX3" fmla="*/ 2311653 w 2709661"/>
              <a:gd name="connsiteY3" fmla="*/ 1185307 h 1401950"/>
              <a:gd name="connsiteX4" fmla="*/ 2042344 w 2709661"/>
              <a:gd name="connsiteY4" fmla="*/ 1199276 h 1401950"/>
              <a:gd name="connsiteX5" fmla="*/ 1356543 w 2709661"/>
              <a:gd name="connsiteY5" fmla="*/ 272176 h 1401950"/>
              <a:gd name="connsiteX6" fmla="*/ 9419 w 2709661"/>
              <a:gd name="connsiteY6" fmla="*/ 1296 h 1401950"/>
              <a:gd name="connsiteX7" fmla="*/ 765995 w 2709661"/>
              <a:gd name="connsiteY7" fmla="*/ 345202 h 1401950"/>
              <a:gd name="connsiteX8" fmla="*/ 1153345 w 2709661"/>
              <a:gd name="connsiteY8" fmla="*/ 653177 h 1401950"/>
              <a:gd name="connsiteX9" fmla="*/ 645101 w 2709661"/>
              <a:gd name="connsiteY9" fmla="*/ 885359 h 1401950"/>
              <a:gd name="connsiteX10" fmla="*/ 1425720 w 2709661"/>
              <a:gd name="connsiteY10" fmla="*/ 1281935 h 1401950"/>
              <a:gd name="connsiteX11" fmla="*/ 2042346 w 2709661"/>
              <a:gd name="connsiteY11" fmla="*/ 1386602 h 1401950"/>
              <a:gd name="connsiteX12" fmla="*/ 2647196 w 2709661"/>
              <a:gd name="connsiteY12" fmla="*/ 1089254 h 1401950"/>
              <a:gd name="connsiteX0" fmla="*/ 2630141 w 2709661"/>
              <a:gd name="connsiteY0" fmla="*/ 1059741 h 1371999"/>
              <a:gd name="connsiteX1" fmla="*/ 2701144 w 2709661"/>
              <a:gd name="connsiteY1" fmla="*/ 954011 h 1371999"/>
              <a:gd name="connsiteX2" fmla="*/ 2664644 w 2709661"/>
              <a:gd name="connsiteY2" fmla="*/ 1167526 h 1371999"/>
              <a:gd name="connsiteX3" fmla="*/ 2311653 w 2709661"/>
              <a:gd name="connsiteY3" fmla="*/ 1185307 h 1371999"/>
              <a:gd name="connsiteX4" fmla="*/ 2042344 w 2709661"/>
              <a:gd name="connsiteY4" fmla="*/ 1199276 h 1371999"/>
              <a:gd name="connsiteX5" fmla="*/ 1356543 w 2709661"/>
              <a:gd name="connsiteY5" fmla="*/ 272176 h 1371999"/>
              <a:gd name="connsiteX6" fmla="*/ 9419 w 2709661"/>
              <a:gd name="connsiteY6" fmla="*/ 1296 h 1371999"/>
              <a:gd name="connsiteX7" fmla="*/ 765995 w 2709661"/>
              <a:gd name="connsiteY7" fmla="*/ 345202 h 1371999"/>
              <a:gd name="connsiteX8" fmla="*/ 1153345 w 2709661"/>
              <a:gd name="connsiteY8" fmla="*/ 653177 h 1371999"/>
              <a:gd name="connsiteX9" fmla="*/ 645101 w 2709661"/>
              <a:gd name="connsiteY9" fmla="*/ 885359 h 1371999"/>
              <a:gd name="connsiteX10" fmla="*/ 1425720 w 2709661"/>
              <a:gd name="connsiteY10" fmla="*/ 1281935 h 1371999"/>
              <a:gd name="connsiteX11" fmla="*/ 2042346 w 2709661"/>
              <a:gd name="connsiteY11" fmla="*/ 1351677 h 1371999"/>
              <a:gd name="connsiteX12" fmla="*/ 2647196 w 2709661"/>
              <a:gd name="connsiteY12" fmla="*/ 1089254 h 1371999"/>
              <a:gd name="connsiteX0" fmla="*/ 2630141 w 2709661"/>
              <a:gd name="connsiteY0" fmla="*/ 1059741 h 1354116"/>
              <a:gd name="connsiteX1" fmla="*/ 2701144 w 2709661"/>
              <a:gd name="connsiteY1" fmla="*/ 954011 h 1354116"/>
              <a:gd name="connsiteX2" fmla="*/ 2664644 w 2709661"/>
              <a:gd name="connsiteY2" fmla="*/ 1167526 h 1354116"/>
              <a:gd name="connsiteX3" fmla="*/ 2311653 w 2709661"/>
              <a:gd name="connsiteY3" fmla="*/ 1185307 h 1354116"/>
              <a:gd name="connsiteX4" fmla="*/ 2042344 w 2709661"/>
              <a:gd name="connsiteY4" fmla="*/ 1199276 h 1354116"/>
              <a:gd name="connsiteX5" fmla="*/ 1356543 w 2709661"/>
              <a:gd name="connsiteY5" fmla="*/ 272176 h 1354116"/>
              <a:gd name="connsiteX6" fmla="*/ 9419 w 2709661"/>
              <a:gd name="connsiteY6" fmla="*/ 1296 h 1354116"/>
              <a:gd name="connsiteX7" fmla="*/ 765995 w 2709661"/>
              <a:gd name="connsiteY7" fmla="*/ 345202 h 1354116"/>
              <a:gd name="connsiteX8" fmla="*/ 1153345 w 2709661"/>
              <a:gd name="connsiteY8" fmla="*/ 653177 h 1354116"/>
              <a:gd name="connsiteX9" fmla="*/ 645101 w 2709661"/>
              <a:gd name="connsiteY9" fmla="*/ 885359 h 1354116"/>
              <a:gd name="connsiteX10" fmla="*/ 1425720 w 2709661"/>
              <a:gd name="connsiteY10" fmla="*/ 1281935 h 1354116"/>
              <a:gd name="connsiteX11" fmla="*/ 2042346 w 2709661"/>
              <a:gd name="connsiteY11" fmla="*/ 1351677 h 1354116"/>
              <a:gd name="connsiteX12" fmla="*/ 2647196 w 2709661"/>
              <a:gd name="connsiteY12" fmla="*/ 1089254 h 1354116"/>
              <a:gd name="connsiteX0" fmla="*/ 2630141 w 2709661"/>
              <a:gd name="connsiteY0" fmla="*/ 1059741 h 1358134"/>
              <a:gd name="connsiteX1" fmla="*/ 2701144 w 2709661"/>
              <a:gd name="connsiteY1" fmla="*/ 954011 h 1358134"/>
              <a:gd name="connsiteX2" fmla="*/ 2664644 w 2709661"/>
              <a:gd name="connsiteY2" fmla="*/ 1167526 h 1358134"/>
              <a:gd name="connsiteX3" fmla="*/ 2311653 w 2709661"/>
              <a:gd name="connsiteY3" fmla="*/ 1185307 h 1358134"/>
              <a:gd name="connsiteX4" fmla="*/ 2042344 w 2709661"/>
              <a:gd name="connsiteY4" fmla="*/ 1199276 h 1358134"/>
              <a:gd name="connsiteX5" fmla="*/ 1356543 w 2709661"/>
              <a:gd name="connsiteY5" fmla="*/ 272176 h 1358134"/>
              <a:gd name="connsiteX6" fmla="*/ 9419 w 2709661"/>
              <a:gd name="connsiteY6" fmla="*/ 1296 h 1358134"/>
              <a:gd name="connsiteX7" fmla="*/ 765995 w 2709661"/>
              <a:gd name="connsiteY7" fmla="*/ 345202 h 1358134"/>
              <a:gd name="connsiteX8" fmla="*/ 1153345 w 2709661"/>
              <a:gd name="connsiteY8" fmla="*/ 653177 h 1358134"/>
              <a:gd name="connsiteX9" fmla="*/ 645101 w 2709661"/>
              <a:gd name="connsiteY9" fmla="*/ 885359 h 1358134"/>
              <a:gd name="connsiteX10" fmla="*/ 1425720 w 2709661"/>
              <a:gd name="connsiteY10" fmla="*/ 1281935 h 1358134"/>
              <a:gd name="connsiteX11" fmla="*/ 2042346 w 2709661"/>
              <a:gd name="connsiteY11" fmla="*/ 1351677 h 1358134"/>
              <a:gd name="connsiteX12" fmla="*/ 2647196 w 2709661"/>
              <a:gd name="connsiteY12" fmla="*/ 1089254 h 1358134"/>
              <a:gd name="connsiteX0" fmla="*/ 2630141 w 2709661"/>
              <a:gd name="connsiteY0" fmla="*/ 1059741 h 1358134"/>
              <a:gd name="connsiteX1" fmla="*/ 2701144 w 2709661"/>
              <a:gd name="connsiteY1" fmla="*/ 954011 h 1358134"/>
              <a:gd name="connsiteX2" fmla="*/ 2664644 w 2709661"/>
              <a:gd name="connsiteY2" fmla="*/ 1167526 h 1358134"/>
              <a:gd name="connsiteX3" fmla="*/ 2311653 w 2709661"/>
              <a:gd name="connsiteY3" fmla="*/ 1185307 h 1358134"/>
              <a:gd name="connsiteX4" fmla="*/ 2042344 w 2709661"/>
              <a:gd name="connsiteY4" fmla="*/ 1199276 h 1358134"/>
              <a:gd name="connsiteX5" fmla="*/ 1356543 w 2709661"/>
              <a:gd name="connsiteY5" fmla="*/ 272176 h 1358134"/>
              <a:gd name="connsiteX6" fmla="*/ 9419 w 2709661"/>
              <a:gd name="connsiteY6" fmla="*/ 1296 h 1358134"/>
              <a:gd name="connsiteX7" fmla="*/ 765995 w 2709661"/>
              <a:gd name="connsiteY7" fmla="*/ 345202 h 1358134"/>
              <a:gd name="connsiteX8" fmla="*/ 1153345 w 2709661"/>
              <a:gd name="connsiteY8" fmla="*/ 653177 h 1358134"/>
              <a:gd name="connsiteX9" fmla="*/ 645101 w 2709661"/>
              <a:gd name="connsiteY9" fmla="*/ 885359 h 1358134"/>
              <a:gd name="connsiteX10" fmla="*/ 1425720 w 2709661"/>
              <a:gd name="connsiteY10" fmla="*/ 1281935 h 1358134"/>
              <a:gd name="connsiteX11" fmla="*/ 2042346 w 2709661"/>
              <a:gd name="connsiteY11" fmla="*/ 1351677 h 1358134"/>
              <a:gd name="connsiteX12" fmla="*/ 2647196 w 2709661"/>
              <a:gd name="connsiteY12" fmla="*/ 1089254 h 1358134"/>
              <a:gd name="connsiteX0" fmla="*/ 2630141 w 2743774"/>
              <a:gd name="connsiteY0" fmla="*/ 1059741 h 1358134"/>
              <a:gd name="connsiteX1" fmla="*/ 2701144 w 2743774"/>
              <a:gd name="connsiteY1" fmla="*/ 954011 h 1358134"/>
              <a:gd name="connsiteX2" fmla="*/ 2715444 w 2743774"/>
              <a:gd name="connsiteY2" fmla="*/ 1218326 h 1358134"/>
              <a:gd name="connsiteX3" fmla="*/ 2311653 w 2743774"/>
              <a:gd name="connsiteY3" fmla="*/ 1185307 h 1358134"/>
              <a:gd name="connsiteX4" fmla="*/ 2042344 w 2743774"/>
              <a:gd name="connsiteY4" fmla="*/ 1199276 h 1358134"/>
              <a:gd name="connsiteX5" fmla="*/ 1356543 w 2743774"/>
              <a:gd name="connsiteY5" fmla="*/ 272176 h 1358134"/>
              <a:gd name="connsiteX6" fmla="*/ 9419 w 2743774"/>
              <a:gd name="connsiteY6" fmla="*/ 1296 h 1358134"/>
              <a:gd name="connsiteX7" fmla="*/ 765995 w 2743774"/>
              <a:gd name="connsiteY7" fmla="*/ 345202 h 1358134"/>
              <a:gd name="connsiteX8" fmla="*/ 1153345 w 2743774"/>
              <a:gd name="connsiteY8" fmla="*/ 653177 h 1358134"/>
              <a:gd name="connsiteX9" fmla="*/ 645101 w 2743774"/>
              <a:gd name="connsiteY9" fmla="*/ 885359 h 1358134"/>
              <a:gd name="connsiteX10" fmla="*/ 1425720 w 2743774"/>
              <a:gd name="connsiteY10" fmla="*/ 1281935 h 1358134"/>
              <a:gd name="connsiteX11" fmla="*/ 2042346 w 2743774"/>
              <a:gd name="connsiteY11" fmla="*/ 1351677 h 1358134"/>
              <a:gd name="connsiteX12" fmla="*/ 2647196 w 2743774"/>
              <a:gd name="connsiteY12" fmla="*/ 1089254 h 1358134"/>
              <a:gd name="connsiteX0" fmla="*/ 2630141 w 2743774"/>
              <a:gd name="connsiteY0" fmla="*/ 1059741 h 1358134"/>
              <a:gd name="connsiteX1" fmla="*/ 2701144 w 2743774"/>
              <a:gd name="connsiteY1" fmla="*/ 954011 h 1358134"/>
              <a:gd name="connsiteX2" fmla="*/ 2715444 w 2743774"/>
              <a:gd name="connsiteY2" fmla="*/ 1218326 h 1358134"/>
              <a:gd name="connsiteX3" fmla="*/ 2311653 w 2743774"/>
              <a:gd name="connsiteY3" fmla="*/ 1185307 h 1358134"/>
              <a:gd name="connsiteX4" fmla="*/ 2042344 w 2743774"/>
              <a:gd name="connsiteY4" fmla="*/ 1199276 h 1358134"/>
              <a:gd name="connsiteX5" fmla="*/ 1356543 w 2743774"/>
              <a:gd name="connsiteY5" fmla="*/ 272176 h 1358134"/>
              <a:gd name="connsiteX6" fmla="*/ 9419 w 2743774"/>
              <a:gd name="connsiteY6" fmla="*/ 1296 h 1358134"/>
              <a:gd name="connsiteX7" fmla="*/ 765995 w 2743774"/>
              <a:gd name="connsiteY7" fmla="*/ 345202 h 1358134"/>
              <a:gd name="connsiteX8" fmla="*/ 1153345 w 2743774"/>
              <a:gd name="connsiteY8" fmla="*/ 653177 h 1358134"/>
              <a:gd name="connsiteX9" fmla="*/ 645101 w 2743774"/>
              <a:gd name="connsiteY9" fmla="*/ 885359 h 1358134"/>
              <a:gd name="connsiteX10" fmla="*/ 1425720 w 2743774"/>
              <a:gd name="connsiteY10" fmla="*/ 1281935 h 1358134"/>
              <a:gd name="connsiteX11" fmla="*/ 2042346 w 2743774"/>
              <a:gd name="connsiteY11" fmla="*/ 1351677 h 1358134"/>
              <a:gd name="connsiteX12" fmla="*/ 2624971 w 2743774"/>
              <a:gd name="connsiteY12" fmla="*/ 1092429 h 1358134"/>
              <a:gd name="connsiteX0" fmla="*/ 2630141 w 2743774"/>
              <a:gd name="connsiteY0" fmla="*/ 1059741 h 1358134"/>
              <a:gd name="connsiteX1" fmla="*/ 2701144 w 2743774"/>
              <a:gd name="connsiteY1" fmla="*/ 954011 h 1358134"/>
              <a:gd name="connsiteX2" fmla="*/ 2715444 w 2743774"/>
              <a:gd name="connsiteY2" fmla="*/ 1218326 h 1358134"/>
              <a:gd name="connsiteX3" fmla="*/ 2311653 w 2743774"/>
              <a:gd name="connsiteY3" fmla="*/ 1185307 h 1358134"/>
              <a:gd name="connsiteX4" fmla="*/ 2042344 w 2743774"/>
              <a:gd name="connsiteY4" fmla="*/ 1199276 h 1358134"/>
              <a:gd name="connsiteX5" fmla="*/ 1356543 w 2743774"/>
              <a:gd name="connsiteY5" fmla="*/ 272176 h 1358134"/>
              <a:gd name="connsiteX6" fmla="*/ 9419 w 2743774"/>
              <a:gd name="connsiteY6" fmla="*/ 1296 h 1358134"/>
              <a:gd name="connsiteX7" fmla="*/ 765995 w 2743774"/>
              <a:gd name="connsiteY7" fmla="*/ 345202 h 1358134"/>
              <a:gd name="connsiteX8" fmla="*/ 1153345 w 2743774"/>
              <a:gd name="connsiteY8" fmla="*/ 653177 h 1358134"/>
              <a:gd name="connsiteX9" fmla="*/ 645101 w 2743774"/>
              <a:gd name="connsiteY9" fmla="*/ 885359 h 1358134"/>
              <a:gd name="connsiteX10" fmla="*/ 1425720 w 2743774"/>
              <a:gd name="connsiteY10" fmla="*/ 1281935 h 1358134"/>
              <a:gd name="connsiteX11" fmla="*/ 2042346 w 2743774"/>
              <a:gd name="connsiteY11" fmla="*/ 1351677 h 1358134"/>
              <a:gd name="connsiteX12" fmla="*/ 2605921 w 2743774"/>
              <a:gd name="connsiteY12" fmla="*/ 1089254 h 1358134"/>
              <a:gd name="connsiteX0" fmla="*/ 2630141 w 2784012"/>
              <a:gd name="connsiteY0" fmla="*/ 1059741 h 1358134"/>
              <a:gd name="connsiteX1" fmla="*/ 2701144 w 2784012"/>
              <a:gd name="connsiteY1" fmla="*/ 954011 h 1358134"/>
              <a:gd name="connsiteX2" fmla="*/ 2763069 w 2784012"/>
              <a:gd name="connsiteY2" fmla="*/ 1173876 h 1358134"/>
              <a:gd name="connsiteX3" fmla="*/ 2311653 w 2784012"/>
              <a:gd name="connsiteY3" fmla="*/ 1185307 h 1358134"/>
              <a:gd name="connsiteX4" fmla="*/ 2042344 w 2784012"/>
              <a:gd name="connsiteY4" fmla="*/ 1199276 h 1358134"/>
              <a:gd name="connsiteX5" fmla="*/ 1356543 w 2784012"/>
              <a:gd name="connsiteY5" fmla="*/ 272176 h 1358134"/>
              <a:gd name="connsiteX6" fmla="*/ 9419 w 2784012"/>
              <a:gd name="connsiteY6" fmla="*/ 1296 h 1358134"/>
              <a:gd name="connsiteX7" fmla="*/ 765995 w 2784012"/>
              <a:gd name="connsiteY7" fmla="*/ 345202 h 1358134"/>
              <a:gd name="connsiteX8" fmla="*/ 1153345 w 2784012"/>
              <a:gd name="connsiteY8" fmla="*/ 653177 h 1358134"/>
              <a:gd name="connsiteX9" fmla="*/ 645101 w 2784012"/>
              <a:gd name="connsiteY9" fmla="*/ 885359 h 1358134"/>
              <a:gd name="connsiteX10" fmla="*/ 1425720 w 2784012"/>
              <a:gd name="connsiteY10" fmla="*/ 1281935 h 1358134"/>
              <a:gd name="connsiteX11" fmla="*/ 2042346 w 2784012"/>
              <a:gd name="connsiteY11" fmla="*/ 1351677 h 1358134"/>
              <a:gd name="connsiteX12" fmla="*/ 2605921 w 2784012"/>
              <a:gd name="connsiteY12" fmla="*/ 1089254 h 1358134"/>
              <a:gd name="connsiteX0" fmla="*/ 2630141 w 2756675"/>
              <a:gd name="connsiteY0" fmla="*/ 1059741 h 1358134"/>
              <a:gd name="connsiteX1" fmla="*/ 2701144 w 2756675"/>
              <a:gd name="connsiteY1" fmla="*/ 954011 h 1358134"/>
              <a:gd name="connsiteX2" fmla="*/ 2731319 w 2756675"/>
              <a:gd name="connsiteY2" fmla="*/ 1154826 h 1358134"/>
              <a:gd name="connsiteX3" fmla="*/ 2311653 w 2756675"/>
              <a:gd name="connsiteY3" fmla="*/ 1185307 h 1358134"/>
              <a:gd name="connsiteX4" fmla="*/ 2042344 w 2756675"/>
              <a:gd name="connsiteY4" fmla="*/ 1199276 h 1358134"/>
              <a:gd name="connsiteX5" fmla="*/ 1356543 w 2756675"/>
              <a:gd name="connsiteY5" fmla="*/ 272176 h 1358134"/>
              <a:gd name="connsiteX6" fmla="*/ 9419 w 2756675"/>
              <a:gd name="connsiteY6" fmla="*/ 1296 h 1358134"/>
              <a:gd name="connsiteX7" fmla="*/ 765995 w 2756675"/>
              <a:gd name="connsiteY7" fmla="*/ 345202 h 1358134"/>
              <a:gd name="connsiteX8" fmla="*/ 1153345 w 2756675"/>
              <a:gd name="connsiteY8" fmla="*/ 653177 h 1358134"/>
              <a:gd name="connsiteX9" fmla="*/ 645101 w 2756675"/>
              <a:gd name="connsiteY9" fmla="*/ 885359 h 1358134"/>
              <a:gd name="connsiteX10" fmla="*/ 1425720 w 2756675"/>
              <a:gd name="connsiteY10" fmla="*/ 1281935 h 1358134"/>
              <a:gd name="connsiteX11" fmla="*/ 2042346 w 2756675"/>
              <a:gd name="connsiteY11" fmla="*/ 1351677 h 1358134"/>
              <a:gd name="connsiteX12" fmla="*/ 2605921 w 2756675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1653 w 2775642"/>
              <a:gd name="connsiteY3" fmla="*/ 1185307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1653 w 2775642"/>
              <a:gd name="connsiteY3" fmla="*/ 1185307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1653 w 2775642"/>
              <a:gd name="connsiteY3" fmla="*/ 1194832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8003 w 2775642"/>
              <a:gd name="connsiteY3" fmla="*/ 1169432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8003 w 2775642"/>
              <a:gd name="connsiteY3" fmla="*/ 1169432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8003 w 2775642"/>
              <a:gd name="connsiteY3" fmla="*/ 1182132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8003 w 2775642"/>
              <a:gd name="connsiteY3" fmla="*/ 1182132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  <a:gd name="connsiteX0" fmla="*/ 2630141 w 2775642"/>
              <a:gd name="connsiteY0" fmla="*/ 1059741 h 1358134"/>
              <a:gd name="connsiteX1" fmla="*/ 2701144 w 2775642"/>
              <a:gd name="connsiteY1" fmla="*/ 954011 h 1358134"/>
              <a:gd name="connsiteX2" fmla="*/ 2753544 w 2775642"/>
              <a:gd name="connsiteY2" fmla="*/ 1170701 h 1358134"/>
              <a:gd name="connsiteX3" fmla="*/ 2318003 w 2775642"/>
              <a:gd name="connsiteY3" fmla="*/ 1182132 h 1358134"/>
              <a:gd name="connsiteX4" fmla="*/ 2042344 w 2775642"/>
              <a:gd name="connsiteY4" fmla="*/ 1199276 h 1358134"/>
              <a:gd name="connsiteX5" fmla="*/ 1356543 w 2775642"/>
              <a:gd name="connsiteY5" fmla="*/ 272176 h 1358134"/>
              <a:gd name="connsiteX6" fmla="*/ 9419 w 2775642"/>
              <a:gd name="connsiteY6" fmla="*/ 1296 h 1358134"/>
              <a:gd name="connsiteX7" fmla="*/ 765995 w 2775642"/>
              <a:gd name="connsiteY7" fmla="*/ 345202 h 1358134"/>
              <a:gd name="connsiteX8" fmla="*/ 1153345 w 2775642"/>
              <a:gd name="connsiteY8" fmla="*/ 653177 h 1358134"/>
              <a:gd name="connsiteX9" fmla="*/ 645101 w 2775642"/>
              <a:gd name="connsiteY9" fmla="*/ 885359 h 1358134"/>
              <a:gd name="connsiteX10" fmla="*/ 1425720 w 2775642"/>
              <a:gd name="connsiteY10" fmla="*/ 1281935 h 1358134"/>
              <a:gd name="connsiteX11" fmla="*/ 2042346 w 2775642"/>
              <a:gd name="connsiteY11" fmla="*/ 1351677 h 1358134"/>
              <a:gd name="connsiteX12" fmla="*/ 2605921 w 2775642"/>
              <a:gd name="connsiteY12" fmla="*/ 1089254 h 1358134"/>
              <a:gd name="connsiteX0" fmla="*/ 2630141 w 2775642"/>
              <a:gd name="connsiteY0" fmla="*/ 1059741 h 1351677"/>
              <a:gd name="connsiteX1" fmla="*/ 2701144 w 2775642"/>
              <a:gd name="connsiteY1" fmla="*/ 954011 h 1351677"/>
              <a:gd name="connsiteX2" fmla="*/ 2753544 w 2775642"/>
              <a:gd name="connsiteY2" fmla="*/ 1170701 h 1351677"/>
              <a:gd name="connsiteX3" fmla="*/ 2318003 w 2775642"/>
              <a:gd name="connsiteY3" fmla="*/ 1182132 h 1351677"/>
              <a:gd name="connsiteX4" fmla="*/ 2042344 w 2775642"/>
              <a:gd name="connsiteY4" fmla="*/ 1199276 h 1351677"/>
              <a:gd name="connsiteX5" fmla="*/ 1356543 w 2775642"/>
              <a:gd name="connsiteY5" fmla="*/ 272176 h 1351677"/>
              <a:gd name="connsiteX6" fmla="*/ 9419 w 2775642"/>
              <a:gd name="connsiteY6" fmla="*/ 1296 h 1351677"/>
              <a:gd name="connsiteX7" fmla="*/ 765995 w 2775642"/>
              <a:gd name="connsiteY7" fmla="*/ 345202 h 1351677"/>
              <a:gd name="connsiteX8" fmla="*/ 1153345 w 2775642"/>
              <a:gd name="connsiteY8" fmla="*/ 653177 h 1351677"/>
              <a:gd name="connsiteX9" fmla="*/ 645101 w 2775642"/>
              <a:gd name="connsiteY9" fmla="*/ 885359 h 1351677"/>
              <a:gd name="connsiteX10" fmla="*/ 2042346 w 2775642"/>
              <a:gd name="connsiteY10" fmla="*/ 1351677 h 1351677"/>
              <a:gd name="connsiteX11" fmla="*/ 2605921 w 2775642"/>
              <a:gd name="connsiteY11" fmla="*/ 1089254 h 1351677"/>
              <a:gd name="connsiteX0" fmla="*/ 2630141 w 2775642"/>
              <a:gd name="connsiteY0" fmla="*/ 1059741 h 1201526"/>
              <a:gd name="connsiteX1" fmla="*/ 2701144 w 2775642"/>
              <a:gd name="connsiteY1" fmla="*/ 954011 h 1201526"/>
              <a:gd name="connsiteX2" fmla="*/ 2753544 w 2775642"/>
              <a:gd name="connsiteY2" fmla="*/ 1170701 h 1201526"/>
              <a:gd name="connsiteX3" fmla="*/ 2318003 w 2775642"/>
              <a:gd name="connsiteY3" fmla="*/ 1182132 h 1201526"/>
              <a:gd name="connsiteX4" fmla="*/ 2042344 w 2775642"/>
              <a:gd name="connsiteY4" fmla="*/ 1199276 h 1201526"/>
              <a:gd name="connsiteX5" fmla="*/ 1356543 w 2775642"/>
              <a:gd name="connsiteY5" fmla="*/ 272176 h 1201526"/>
              <a:gd name="connsiteX6" fmla="*/ 9419 w 2775642"/>
              <a:gd name="connsiteY6" fmla="*/ 1296 h 1201526"/>
              <a:gd name="connsiteX7" fmla="*/ 765995 w 2775642"/>
              <a:gd name="connsiteY7" fmla="*/ 345202 h 1201526"/>
              <a:gd name="connsiteX8" fmla="*/ 1153345 w 2775642"/>
              <a:gd name="connsiteY8" fmla="*/ 653177 h 1201526"/>
              <a:gd name="connsiteX9" fmla="*/ 645101 w 2775642"/>
              <a:gd name="connsiteY9" fmla="*/ 885359 h 1201526"/>
              <a:gd name="connsiteX10" fmla="*/ 2605921 w 2775642"/>
              <a:gd name="connsiteY10" fmla="*/ 1089254 h 1201526"/>
              <a:gd name="connsiteX0" fmla="*/ 2630141 w 2775642"/>
              <a:gd name="connsiteY0" fmla="*/ 1059741 h 1201526"/>
              <a:gd name="connsiteX1" fmla="*/ 2701144 w 2775642"/>
              <a:gd name="connsiteY1" fmla="*/ 954011 h 1201526"/>
              <a:gd name="connsiteX2" fmla="*/ 2753544 w 2775642"/>
              <a:gd name="connsiteY2" fmla="*/ 1170701 h 1201526"/>
              <a:gd name="connsiteX3" fmla="*/ 2318003 w 2775642"/>
              <a:gd name="connsiteY3" fmla="*/ 1182132 h 1201526"/>
              <a:gd name="connsiteX4" fmla="*/ 2042344 w 2775642"/>
              <a:gd name="connsiteY4" fmla="*/ 1199276 h 1201526"/>
              <a:gd name="connsiteX5" fmla="*/ 1356543 w 2775642"/>
              <a:gd name="connsiteY5" fmla="*/ 272176 h 1201526"/>
              <a:gd name="connsiteX6" fmla="*/ 9419 w 2775642"/>
              <a:gd name="connsiteY6" fmla="*/ 1296 h 1201526"/>
              <a:gd name="connsiteX7" fmla="*/ 765995 w 2775642"/>
              <a:gd name="connsiteY7" fmla="*/ 345202 h 1201526"/>
              <a:gd name="connsiteX8" fmla="*/ 1153345 w 2775642"/>
              <a:gd name="connsiteY8" fmla="*/ 653177 h 1201526"/>
              <a:gd name="connsiteX9" fmla="*/ 645101 w 2775642"/>
              <a:gd name="connsiteY9" fmla="*/ 885359 h 1201526"/>
              <a:gd name="connsiteX0" fmla="*/ 3127033 w 3272534"/>
              <a:gd name="connsiteY0" fmla="*/ 1059741 h 1201526"/>
              <a:gd name="connsiteX1" fmla="*/ 3198036 w 3272534"/>
              <a:gd name="connsiteY1" fmla="*/ 954011 h 1201526"/>
              <a:gd name="connsiteX2" fmla="*/ 3250436 w 3272534"/>
              <a:gd name="connsiteY2" fmla="*/ 1170701 h 1201526"/>
              <a:gd name="connsiteX3" fmla="*/ 2814895 w 3272534"/>
              <a:gd name="connsiteY3" fmla="*/ 1182132 h 1201526"/>
              <a:gd name="connsiteX4" fmla="*/ 2539236 w 3272534"/>
              <a:gd name="connsiteY4" fmla="*/ 1199276 h 1201526"/>
              <a:gd name="connsiteX5" fmla="*/ 1853435 w 3272534"/>
              <a:gd name="connsiteY5" fmla="*/ 272176 h 1201526"/>
              <a:gd name="connsiteX6" fmla="*/ 506311 w 3272534"/>
              <a:gd name="connsiteY6" fmla="*/ 1296 h 1201526"/>
              <a:gd name="connsiteX7" fmla="*/ 1262887 w 3272534"/>
              <a:gd name="connsiteY7" fmla="*/ 345202 h 1201526"/>
              <a:gd name="connsiteX8" fmla="*/ 1650237 w 3272534"/>
              <a:gd name="connsiteY8" fmla="*/ 653177 h 1201526"/>
              <a:gd name="connsiteX9" fmla="*/ 21853 w 3272534"/>
              <a:gd name="connsiteY9" fmla="*/ 153839 h 1201526"/>
              <a:gd name="connsiteX0" fmla="*/ 3128823 w 3274324"/>
              <a:gd name="connsiteY0" fmla="*/ 1059741 h 1201526"/>
              <a:gd name="connsiteX1" fmla="*/ 3199826 w 3274324"/>
              <a:gd name="connsiteY1" fmla="*/ 954011 h 1201526"/>
              <a:gd name="connsiteX2" fmla="*/ 3252226 w 3274324"/>
              <a:gd name="connsiteY2" fmla="*/ 1170701 h 1201526"/>
              <a:gd name="connsiteX3" fmla="*/ 2816685 w 3274324"/>
              <a:gd name="connsiteY3" fmla="*/ 1182132 h 1201526"/>
              <a:gd name="connsiteX4" fmla="*/ 2541026 w 3274324"/>
              <a:gd name="connsiteY4" fmla="*/ 1199276 h 1201526"/>
              <a:gd name="connsiteX5" fmla="*/ 1855225 w 3274324"/>
              <a:gd name="connsiteY5" fmla="*/ 272176 h 1201526"/>
              <a:gd name="connsiteX6" fmla="*/ 508101 w 3274324"/>
              <a:gd name="connsiteY6" fmla="*/ 1296 h 1201526"/>
              <a:gd name="connsiteX7" fmla="*/ 1264677 w 3274324"/>
              <a:gd name="connsiteY7" fmla="*/ 345202 h 1201526"/>
              <a:gd name="connsiteX8" fmla="*/ 1499627 w 3274324"/>
              <a:gd name="connsiteY8" fmla="*/ 615077 h 1201526"/>
              <a:gd name="connsiteX9" fmla="*/ 23643 w 3274324"/>
              <a:gd name="connsiteY9" fmla="*/ 153839 h 1201526"/>
              <a:gd name="connsiteX0" fmla="*/ 3128823 w 3274324"/>
              <a:gd name="connsiteY0" fmla="*/ 1073127 h 1214912"/>
              <a:gd name="connsiteX1" fmla="*/ 3199826 w 3274324"/>
              <a:gd name="connsiteY1" fmla="*/ 967397 h 1214912"/>
              <a:gd name="connsiteX2" fmla="*/ 3252226 w 3274324"/>
              <a:gd name="connsiteY2" fmla="*/ 1184087 h 1214912"/>
              <a:gd name="connsiteX3" fmla="*/ 2816685 w 3274324"/>
              <a:gd name="connsiteY3" fmla="*/ 1195518 h 1214912"/>
              <a:gd name="connsiteX4" fmla="*/ 2541026 w 3274324"/>
              <a:gd name="connsiteY4" fmla="*/ 1212662 h 1214912"/>
              <a:gd name="connsiteX5" fmla="*/ 1138945 w 3274324"/>
              <a:gd name="connsiteY5" fmla="*/ 910402 h 1214912"/>
              <a:gd name="connsiteX6" fmla="*/ 508101 w 3274324"/>
              <a:gd name="connsiteY6" fmla="*/ 14682 h 1214912"/>
              <a:gd name="connsiteX7" fmla="*/ 1264677 w 3274324"/>
              <a:gd name="connsiteY7" fmla="*/ 358588 h 1214912"/>
              <a:gd name="connsiteX8" fmla="*/ 1499627 w 3274324"/>
              <a:gd name="connsiteY8" fmla="*/ 628463 h 1214912"/>
              <a:gd name="connsiteX9" fmla="*/ 23643 w 3274324"/>
              <a:gd name="connsiteY9" fmla="*/ 167225 h 1214912"/>
              <a:gd name="connsiteX0" fmla="*/ 3128823 w 3274324"/>
              <a:gd name="connsiteY0" fmla="*/ 1080166 h 1221951"/>
              <a:gd name="connsiteX1" fmla="*/ 3199826 w 3274324"/>
              <a:gd name="connsiteY1" fmla="*/ 974436 h 1221951"/>
              <a:gd name="connsiteX2" fmla="*/ 3252226 w 3274324"/>
              <a:gd name="connsiteY2" fmla="*/ 1191126 h 1221951"/>
              <a:gd name="connsiteX3" fmla="*/ 2816685 w 3274324"/>
              <a:gd name="connsiteY3" fmla="*/ 1202557 h 1221951"/>
              <a:gd name="connsiteX4" fmla="*/ 2541026 w 3274324"/>
              <a:gd name="connsiteY4" fmla="*/ 1219701 h 1221951"/>
              <a:gd name="connsiteX5" fmla="*/ 1138945 w 3274324"/>
              <a:gd name="connsiteY5" fmla="*/ 917441 h 1221951"/>
              <a:gd name="connsiteX6" fmla="*/ 508101 w 3274324"/>
              <a:gd name="connsiteY6" fmla="*/ 21721 h 1221951"/>
              <a:gd name="connsiteX7" fmla="*/ 1569477 w 3274324"/>
              <a:gd name="connsiteY7" fmla="*/ 289427 h 1221951"/>
              <a:gd name="connsiteX8" fmla="*/ 1499627 w 3274324"/>
              <a:gd name="connsiteY8" fmla="*/ 635502 h 1221951"/>
              <a:gd name="connsiteX9" fmla="*/ 23643 w 3274324"/>
              <a:gd name="connsiteY9" fmla="*/ 174264 h 1221951"/>
              <a:gd name="connsiteX0" fmla="*/ 3128823 w 3274324"/>
              <a:gd name="connsiteY0" fmla="*/ 1067727 h 1209512"/>
              <a:gd name="connsiteX1" fmla="*/ 3199826 w 3274324"/>
              <a:gd name="connsiteY1" fmla="*/ 961997 h 1209512"/>
              <a:gd name="connsiteX2" fmla="*/ 3252226 w 3274324"/>
              <a:gd name="connsiteY2" fmla="*/ 1178687 h 1209512"/>
              <a:gd name="connsiteX3" fmla="*/ 2816685 w 3274324"/>
              <a:gd name="connsiteY3" fmla="*/ 1190118 h 1209512"/>
              <a:gd name="connsiteX4" fmla="*/ 2541026 w 3274324"/>
              <a:gd name="connsiteY4" fmla="*/ 1207262 h 1209512"/>
              <a:gd name="connsiteX5" fmla="*/ 1138945 w 3274324"/>
              <a:gd name="connsiteY5" fmla="*/ 905002 h 1209512"/>
              <a:gd name="connsiteX6" fmla="*/ 508101 w 3274324"/>
              <a:gd name="connsiteY6" fmla="*/ 9282 h 1209512"/>
              <a:gd name="connsiteX7" fmla="*/ 1958097 w 3274324"/>
              <a:gd name="connsiteY7" fmla="*/ 437008 h 1209512"/>
              <a:gd name="connsiteX8" fmla="*/ 1499627 w 3274324"/>
              <a:gd name="connsiteY8" fmla="*/ 623063 h 1209512"/>
              <a:gd name="connsiteX9" fmla="*/ 23643 w 3274324"/>
              <a:gd name="connsiteY9" fmla="*/ 161825 h 1209512"/>
              <a:gd name="connsiteX0" fmla="*/ 3124477 w 3269978"/>
              <a:gd name="connsiteY0" fmla="*/ 1067727 h 1209512"/>
              <a:gd name="connsiteX1" fmla="*/ 3195480 w 3269978"/>
              <a:gd name="connsiteY1" fmla="*/ 961997 h 1209512"/>
              <a:gd name="connsiteX2" fmla="*/ 3247880 w 3269978"/>
              <a:gd name="connsiteY2" fmla="*/ 1178687 h 1209512"/>
              <a:gd name="connsiteX3" fmla="*/ 2812339 w 3269978"/>
              <a:gd name="connsiteY3" fmla="*/ 1190118 h 1209512"/>
              <a:gd name="connsiteX4" fmla="*/ 2536680 w 3269978"/>
              <a:gd name="connsiteY4" fmla="*/ 1207262 h 1209512"/>
              <a:gd name="connsiteX5" fmla="*/ 1134599 w 3269978"/>
              <a:gd name="connsiteY5" fmla="*/ 905002 h 1209512"/>
              <a:gd name="connsiteX6" fmla="*/ 503755 w 3269978"/>
              <a:gd name="connsiteY6" fmla="*/ 9282 h 1209512"/>
              <a:gd name="connsiteX7" fmla="*/ 1953751 w 3269978"/>
              <a:gd name="connsiteY7" fmla="*/ 437008 h 1209512"/>
              <a:gd name="connsiteX8" fmla="*/ 1914381 w 3269978"/>
              <a:gd name="connsiteY8" fmla="*/ 684023 h 1209512"/>
              <a:gd name="connsiteX9" fmla="*/ 19297 w 3269978"/>
              <a:gd name="connsiteY9" fmla="*/ 161825 h 1209512"/>
              <a:gd name="connsiteX0" fmla="*/ 2645778 w 2791279"/>
              <a:gd name="connsiteY0" fmla="*/ 1260067 h 1401852"/>
              <a:gd name="connsiteX1" fmla="*/ 2716781 w 2791279"/>
              <a:gd name="connsiteY1" fmla="*/ 1154337 h 1401852"/>
              <a:gd name="connsiteX2" fmla="*/ 2769181 w 2791279"/>
              <a:gd name="connsiteY2" fmla="*/ 1371027 h 1401852"/>
              <a:gd name="connsiteX3" fmla="*/ 2333640 w 2791279"/>
              <a:gd name="connsiteY3" fmla="*/ 1382458 h 1401852"/>
              <a:gd name="connsiteX4" fmla="*/ 2057981 w 2791279"/>
              <a:gd name="connsiteY4" fmla="*/ 1399602 h 1401852"/>
              <a:gd name="connsiteX5" fmla="*/ 655900 w 2791279"/>
              <a:gd name="connsiteY5" fmla="*/ 1097342 h 1401852"/>
              <a:gd name="connsiteX6" fmla="*/ 25056 w 2791279"/>
              <a:gd name="connsiteY6" fmla="*/ 201622 h 1401852"/>
              <a:gd name="connsiteX7" fmla="*/ 1475052 w 2791279"/>
              <a:gd name="connsiteY7" fmla="*/ 629348 h 1401852"/>
              <a:gd name="connsiteX8" fmla="*/ 1435682 w 2791279"/>
              <a:gd name="connsiteY8" fmla="*/ 876363 h 1401852"/>
              <a:gd name="connsiteX9" fmla="*/ 1956138 w 2791279"/>
              <a:gd name="connsiteY9" fmla="*/ 3645 h 1401852"/>
              <a:gd name="connsiteX0" fmla="*/ 2645778 w 2791279"/>
              <a:gd name="connsiteY0" fmla="*/ 1067727 h 1209512"/>
              <a:gd name="connsiteX1" fmla="*/ 2716781 w 2791279"/>
              <a:gd name="connsiteY1" fmla="*/ 961997 h 1209512"/>
              <a:gd name="connsiteX2" fmla="*/ 2769181 w 2791279"/>
              <a:gd name="connsiteY2" fmla="*/ 1178687 h 1209512"/>
              <a:gd name="connsiteX3" fmla="*/ 2333640 w 2791279"/>
              <a:gd name="connsiteY3" fmla="*/ 1190118 h 1209512"/>
              <a:gd name="connsiteX4" fmla="*/ 2057981 w 2791279"/>
              <a:gd name="connsiteY4" fmla="*/ 1207262 h 1209512"/>
              <a:gd name="connsiteX5" fmla="*/ 655900 w 2791279"/>
              <a:gd name="connsiteY5" fmla="*/ 905002 h 1209512"/>
              <a:gd name="connsiteX6" fmla="*/ 25056 w 2791279"/>
              <a:gd name="connsiteY6" fmla="*/ 9282 h 1209512"/>
              <a:gd name="connsiteX7" fmla="*/ 1475052 w 2791279"/>
              <a:gd name="connsiteY7" fmla="*/ 437008 h 1209512"/>
              <a:gd name="connsiteX8" fmla="*/ 1435682 w 2791279"/>
              <a:gd name="connsiteY8" fmla="*/ 684023 h 1209512"/>
              <a:gd name="connsiteX9" fmla="*/ 2321898 w 2791279"/>
              <a:gd name="connsiteY9" fmla="*/ 268505 h 1209512"/>
              <a:gd name="connsiteX0" fmla="*/ 2127024 w 2272525"/>
              <a:gd name="connsiteY0" fmla="*/ 1067727 h 1209512"/>
              <a:gd name="connsiteX1" fmla="*/ 2198027 w 2272525"/>
              <a:gd name="connsiteY1" fmla="*/ 961997 h 1209512"/>
              <a:gd name="connsiteX2" fmla="*/ 2250427 w 2272525"/>
              <a:gd name="connsiteY2" fmla="*/ 1178687 h 1209512"/>
              <a:gd name="connsiteX3" fmla="*/ 1814886 w 2272525"/>
              <a:gd name="connsiteY3" fmla="*/ 1190118 h 1209512"/>
              <a:gd name="connsiteX4" fmla="*/ 1539227 w 2272525"/>
              <a:gd name="connsiteY4" fmla="*/ 1207262 h 1209512"/>
              <a:gd name="connsiteX5" fmla="*/ 137146 w 2272525"/>
              <a:gd name="connsiteY5" fmla="*/ 905002 h 1209512"/>
              <a:gd name="connsiteX6" fmla="*/ 268302 w 2272525"/>
              <a:gd name="connsiteY6" fmla="*/ 9282 h 1209512"/>
              <a:gd name="connsiteX7" fmla="*/ 956298 w 2272525"/>
              <a:gd name="connsiteY7" fmla="*/ 437008 h 1209512"/>
              <a:gd name="connsiteX8" fmla="*/ 916928 w 2272525"/>
              <a:gd name="connsiteY8" fmla="*/ 684023 h 1209512"/>
              <a:gd name="connsiteX9" fmla="*/ 1803144 w 2272525"/>
              <a:gd name="connsiteY9" fmla="*/ 268505 h 1209512"/>
              <a:gd name="connsiteX0" fmla="*/ 2127024 w 2272525"/>
              <a:gd name="connsiteY0" fmla="*/ 1067727 h 1662965"/>
              <a:gd name="connsiteX1" fmla="*/ 2198027 w 2272525"/>
              <a:gd name="connsiteY1" fmla="*/ 961997 h 1662965"/>
              <a:gd name="connsiteX2" fmla="*/ 2250427 w 2272525"/>
              <a:gd name="connsiteY2" fmla="*/ 1178687 h 1662965"/>
              <a:gd name="connsiteX3" fmla="*/ 1814886 w 2272525"/>
              <a:gd name="connsiteY3" fmla="*/ 1190118 h 1662965"/>
              <a:gd name="connsiteX4" fmla="*/ 1539227 w 2272525"/>
              <a:gd name="connsiteY4" fmla="*/ 1207262 h 1662965"/>
              <a:gd name="connsiteX5" fmla="*/ 137146 w 2272525"/>
              <a:gd name="connsiteY5" fmla="*/ 905002 h 1662965"/>
              <a:gd name="connsiteX6" fmla="*/ 268302 w 2272525"/>
              <a:gd name="connsiteY6" fmla="*/ 9282 h 1662965"/>
              <a:gd name="connsiteX7" fmla="*/ 956298 w 2272525"/>
              <a:gd name="connsiteY7" fmla="*/ 437008 h 1662965"/>
              <a:gd name="connsiteX8" fmla="*/ 916928 w 2272525"/>
              <a:gd name="connsiteY8" fmla="*/ 684023 h 1662965"/>
              <a:gd name="connsiteX9" fmla="*/ 1726944 w 2272525"/>
              <a:gd name="connsiteY9" fmla="*/ 1662965 h 1662965"/>
              <a:gd name="connsiteX0" fmla="*/ 1989878 w 2135379"/>
              <a:gd name="connsiteY0" fmla="*/ 1067727 h 1662965"/>
              <a:gd name="connsiteX1" fmla="*/ 2060881 w 2135379"/>
              <a:gd name="connsiteY1" fmla="*/ 961997 h 1662965"/>
              <a:gd name="connsiteX2" fmla="*/ 2113281 w 2135379"/>
              <a:gd name="connsiteY2" fmla="*/ 1178687 h 1662965"/>
              <a:gd name="connsiteX3" fmla="*/ 1677740 w 2135379"/>
              <a:gd name="connsiteY3" fmla="*/ 1190118 h 1662965"/>
              <a:gd name="connsiteX4" fmla="*/ 1402081 w 2135379"/>
              <a:gd name="connsiteY4" fmla="*/ 1207262 h 1662965"/>
              <a:gd name="connsiteX5" fmla="*/ 0 w 2135379"/>
              <a:gd name="connsiteY5" fmla="*/ 905002 h 1662965"/>
              <a:gd name="connsiteX6" fmla="*/ 131156 w 2135379"/>
              <a:gd name="connsiteY6" fmla="*/ 9282 h 1662965"/>
              <a:gd name="connsiteX7" fmla="*/ 819152 w 2135379"/>
              <a:gd name="connsiteY7" fmla="*/ 437008 h 1662965"/>
              <a:gd name="connsiteX8" fmla="*/ 779782 w 2135379"/>
              <a:gd name="connsiteY8" fmla="*/ 684023 h 1662965"/>
              <a:gd name="connsiteX9" fmla="*/ 1589798 w 2135379"/>
              <a:gd name="connsiteY9" fmla="*/ 1662965 h 1662965"/>
              <a:gd name="connsiteX0" fmla="*/ 2036398 w 2181899"/>
              <a:gd name="connsiteY0" fmla="*/ 1122154 h 1717392"/>
              <a:gd name="connsiteX1" fmla="*/ 2107401 w 2181899"/>
              <a:gd name="connsiteY1" fmla="*/ 1016424 h 1717392"/>
              <a:gd name="connsiteX2" fmla="*/ 2159801 w 2181899"/>
              <a:gd name="connsiteY2" fmla="*/ 1233114 h 1717392"/>
              <a:gd name="connsiteX3" fmla="*/ 1724260 w 2181899"/>
              <a:gd name="connsiteY3" fmla="*/ 1244545 h 1717392"/>
              <a:gd name="connsiteX4" fmla="*/ 1448601 w 2181899"/>
              <a:gd name="connsiteY4" fmla="*/ 1261689 h 1717392"/>
              <a:gd name="connsiteX5" fmla="*/ 46520 w 2181899"/>
              <a:gd name="connsiteY5" fmla="*/ 959429 h 1717392"/>
              <a:gd name="connsiteX6" fmla="*/ 177676 w 2181899"/>
              <a:gd name="connsiteY6" fmla="*/ 63709 h 1717392"/>
              <a:gd name="connsiteX7" fmla="*/ 865672 w 2181899"/>
              <a:gd name="connsiteY7" fmla="*/ 491435 h 1717392"/>
              <a:gd name="connsiteX8" fmla="*/ 826302 w 2181899"/>
              <a:gd name="connsiteY8" fmla="*/ 738450 h 1717392"/>
              <a:gd name="connsiteX9" fmla="*/ 1636318 w 2181899"/>
              <a:gd name="connsiteY9" fmla="*/ 1717392 h 1717392"/>
              <a:gd name="connsiteX0" fmla="*/ 2056749 w 2202250"/>
              <a:gd name="connsiteY0" fmla="*/ 1101145 h 1696383"/>
              <a:gd name="connsiteX1" fmla="*/ 2127752 w 2202250"/>
              <a:gd name="connsiteY1" fmla="*/ 995415 h 1696383"/>
              <a:gd name="connsiteX2" fmla="*/ 2180152 w 2202250"/>
              <a:gd name="connsiteY2" fmla="*/ 1212105 h 1696383"/>
              <a:gd name="connsiteX3" fmla="*/ 1744611 w 2202250"/>
              <a:gd name="connsiteY3" fmla="*/ 1223536 h 1696383"/>
              <a:gd name="connsiteX4" fmla="*/ 1468952 w 2202250"/>
              <a:gd name="connsiteY4" fmla="*/ 1240680 h 1696383"/>
              <a:gd name="connsiteX5" fmla="*/ 66871 w 2202250"/>
              <a:gd name="connsiteY5" fmla="*/ 938420 h 1696383"/>
              <a:gd name="connsiteX6" fmla="*/ 175167 w 2202250"/>
              <a:gd name="connsiteY6" fmla="*/ 65560 h 1696383"/>
              <a:gd name="connsiteX7" fmla="*/ 886023 w 2202250"/>
              <a:gd name="connsiteY7" fmla="*/ 470426 h 1696383"/>
              <a:gd name="connsiteX8" fmla="*/ 846653 w 2202250"/>
              <a:gd name="connsiteY8" fmla="*/ 717441 h 1696383"/>
              <a:gd name="connsiteX9" fmla="*/ 1656669 w 2202250"/>
              <a:gd name="connsiteY9" fmla="*/ 1696383 h 1696383"/>
              <a:gd name="connsiteX0" fmla="*/ 1989878 w 2135379"/>
              <a:gd name="connsiteY0" fmla="*/ 1035593 h 1630831"/>
              <a:gd name="connsiteX1" fmla="*/ 2060881 w 2135379"/>
              <a:gd name="connsiteY1" fmla="*/ 929863 h 1630831"/>
              <a:gd name="connsiteX2" fmla="*/ 2113281 w 2135379"/>
              <a:gd name="connsiteY2" fmla="*/ 1146553 h 1630831"/>
              <a:gd name="connsiteX3" fmla="*/ 1677740 w 2135379"/>
              <a:gd name="connsiteY3" fmla="*/ 1157984 h 1630831"/>
              <a:gd name="connsiteX4" fmla="*/ 1402081 w 2135379"/>
              <a:gd name="connsiteY4" fmla="*/ 1175128 h 1630831"/>
              <a:gd name="connsiteX5" fmla="*/ 0 w 2135379"/>
              <a:gd name="connsiteY5" fmla="*/ 872868 h 1630831"/>
              <a:gd name="connsiteX6" fmla="*/ 108296 w 2135379"/>
              <a:gd name="connsiteY6" fmla="*/ 8 h 1630831"/>
              <a:gd name="connsiteX7" fmla="*/ 819152 w 2135379"/>
              <a:gd name="connsiteY7" fmla="*/ 404874 h 1630831"/>
              <a:gd name="connsiteX8" fmla="*/ 779782 w 2135379"/>
              <a:gd name="connsiteY8" fmla="*/ 651889 h 1630831"/>
              <a:gd name="connsiteX9" fmla="*/ 1589798 w 2135379"/>
              <a:gd name="connsiteY9" fmla="*/ 1630831 h 1630831"/>
              <a:gd name="connsiteX0" fmla="*/ 1989878 w 2135379"/>
              <a:gd name="connsiteY0" fmla="*/ 1072511 h 1667749"/>
              <a:gd name="connsiteX1" fmla="*/ 2060881 w 2135379"/>
              <a:gd name="connsiteY1" fmla="*/ 966781 h 1667749"/>
              <a:gd name="connsiteX2" fmla="*/ 2113281 w 2135379"/>
              <a:gd name="connsiteY2" fmla="*/ 1183471 h 1667749"/>
              <a:gd name="connsiteX3" fmla="*/ 1677740 w 2135379"/>
              <a:gd name="connsiteY3" fmla="*/ 1194902 h 1667749"/>
              <a:gd name="connsiteX4" fmla="*/ 1402081 w 2135379"/>
              <a:gd name="connsiteY4" fmla="*/ 1212046 h 1667749"/>
              <a:gd name="connsiteX5" fmla="*/ 0 w 2135379"/>
              <a:gd name="connsiteY5" fmla="*/ 909786 h 1667749"/>
              <a:gd name="connsiteX6" fmla="*/ 108296 w 2135379"/>
              <a:gd name="connsiteY6" fmla="*/ 36926 h 1667749"/>
              <a:gd name="connsiteX7" fmla="*/ 819152 w 2135379"/>
              <a:gd name="connsiteY7" fmla="*/ 441792 h 1667749"/>
              <a:gd name="connsiteX8" fmla="*/ 779782 w 2135379"/>
              <a:gd name="connsiteY8" fmla="*/ 688807 h 1667749"/>
              <a:gd name="connsiteX9" fmla="*/ 1589798 w 2135379"/>
              <a:gd name="connsiteY9" fmla="*/ 1667749 h 1667749"/>
              <a:gd name="connsiteX0" fmla="*/ 1989878 w 2135379"/>
              <a:gd name="connsiteY0" fmla="*/ 1072511 h 1667749"/>
              <a:gd name="connsiteX1" fmla="*/ 2060881 w 2135379"/>
              <a:gd name="connsiteY1" fmla="*/ 966781 h 1667749"/>
              <a:gd name="connsiteX2" fmla="*/ 2113281 w 2135379"/>
              <a:gd name="connsiteY2" fmla="*/ 1183471 h 1667749"/>
              <a:gd name="connsiteX3" fmla="*/ 1677740 w 2135379"/>
              <a:gd name="connsiteY3" fmla="*/ 1194902 h 1667749"/>
              <a:gd name="connsiteX4" fmla="*/ 1402081 w 2135379"/>
              <a:gd name="connsiteY4" fmla="*/ 1212046 h 1667749"/>
              <a:gd name="connsiteX5" fmla="*/ 0 w 2135379"/>
              <a:gd name="connsiteY5" fmla="*/ 909786 h 1667749"/>
              <a:gd name="connsiteX6" fmla="*/ 108296 w 2135379"/>
              <a:gd name="connsiteY6" fmla="*/ 36926 h 1667749"/>
              <a:gd name="connsiteX7" fmla="*/ 819152 w 2135379"/>
              <a:gd name="connsiteY7" fmla="*/ 441792 h 1667749"/>
              <a:gd name="connsiteX8" fmla="*/ 1198882 w 2135379"/>
              <a:gd name="connsiteY8" fmla="*/ 941220 h 1667749"/>
              <a:gd name="connsiteX9" fmla="*/ 1589798 w 2135379"/>
              <a:gd name="connsiteY9" fmla="*/ 1667749 h 1667749"/>
              <a:gd name="connsiteX0" fmla="*/ 1989878 w 2135379"/>
              <a:gd name="connsiteY0" fmla="*/ 1072511 h 1667749"/>
              <a:gd name="connsiteX1" fmla="*/ 2060881 w 2135379"/>
              <a:gd name="connsiteY1" fmla="*/ 966781 h 1667749"/>
              <a:gd name="connsiteX2" fmla="*/ 2113281 w 2135379"/>
              <a:gd name="connsiteY2" fmla="*/ 1183471 h 1667749"/>
              <a:gd name="connsiteX3" fmla="*/ 1677740 w 2135379"/>
              <a:gd name="connsiteY3" fmla="*/ 1194902 h 1667749"/>
              <a:gd name="connsiteX4" fmla="*/ 1402081 w 2135379"/>
              <a:gd name="connsiteY4" fmla="*/ 1212046 h 1667749"/>
              <a:gd name="connsiteX5" fmla="*/ 0 w 2135379"/>
              <a:gd name="connsiteY5" fmla="*/ 909786 h 1667749"/>
              <a:gd name="connsiteX6" fmla="*/ 108296 w 2135379"/>
              <a:gd name="connsiteY6" fmla="*/ 36926 h 1667749"/>
              <a:gd name="connsiteX7" fmla="*/ 819152 w 2135379"/>
              <a:gd name="connsiteY7" fmla="*/ 441792 h 1667749"/>
              <a:gd name="connsiteX8" fmla="*/ 1308419 w 2135379"/>
              <a:gd name="connsiteY8" fmla="*/ 922170 h 1667749"/>
              <a:gd name="connsiteX9" fmla="*/ 1589798 w 2135379"/>
              <a:gd name="connsiteY9" fmla="*/ 1667749 h 1667749"/>
              <a:gd name="connsiteX0" fmla="*/ 1989878 w 2135379"/>
              <a:gd name="connsiteY0" fmla="*/ 1072511 h 1667749"/>
              <a:gd name="connsiteX1" fmla="*/ 2060881 w 2135379"/>
              <a:gd name="connsiteY1" fmla="*/ 966781 h 1667749"/>
              <a:gd name="connsiteX2" fmla="*/ 2113281 w 2135379"/>
              <a:gd name="connsiteY2" fmla="*/ 1183471 h 1667749"/>
              <a:gd name="connsiteX3" fmla="*/ 1677740 w 2135379"/>
              <a:gd name="connsiteY3" fmla="*/ 1194902 h 1667749"/>
              <a:gd name="connsiteX4" fmla="*/ 1402081 w 2135379"/>
              <a:gd name="connsiteY4" fmla="*/ 1212046 h 1667749"/>
              <a:gd name="connsiteX5" fmla="*/ 0 w 2135379"/>
              <a:gd name="connsiteY5" fmla="*/ 909786 h 1667749"/>
              <a:gd name="connsiteX6" fmla="*/ 108296 w 2135379"/>
              <a:gd name="connsiteY6" fmla="*/ 36926 h 1667749"/>
              <a:gd name="connsiteX7" fmla="*/ 819152 w 2135379"/>
              <a:gd name="connsiteY7" fmla="*/ 441792 h 1667749"/>
              <a:gd name="connsiteX8" fmla="*/ 1075057 w 2135379"/>
              <a:gd name="connsiteY8" fmla="*/ 941220 h 1667749"/>
              <a:gd name="connsiteX9" fmla="*/ 1589798 w 2135379"/>
              <a:gd name="connsiteY9" fmla="*/ 1667749 h 1667749"/>
              <a:gd name="connsiteX0" fmla="*/ 1989878 w 2135379"/>
              <a:gd name="connsiteY0" fmla="*/ 1040977 h 1636215"/>
              <a:gd name="connsiteX1" fmla="*/ 2060881 w 2135379"/>
              <a:gd name="connsiteY1" fmla="*/ 935247 h 1636215"/>
              <a:gd name="connsiteX2" fmla="*/ 2113281 w 2135379"/>
              <a:gd name="connsiteY2" fmla="*/ 1151937 h 1636215"/>
              <a:gd name="connsiteX3" fmla="*/ 1677740 w 2135379"/>
              <a:gd name="connsiteY3" fmla="*/ 1163368 h 1636215"/>
              <a:gd name="connsiteX4" fmla="*/ 1402081 w 2135379"/>
              <a:gd name="connsiteY4" fmla="*/ 1180512 h 1636215"/>
              <a:gd name="connsiteX5" fmla="*/ 0 w 2135379"/>
              <a:gd name="connsiteY5" fmla="*/ 878252 h 1636215"/>
              <a:gd name="connsiteX6" fmla="*/ 108296 w 2135379"/>
              <a:gd name="connsiteY6" fmla="*/ 5392 h 1636215"/>
              <a:gd name="connsiteX7" fmla="*/ 738190 w 2135379"/>
              <a:gd name="connsiteY7" fmla="*/ 505508 h 1636215"/>
              <a:gd name="connsiteX8" fmla="*/ 1075057 w 2135379"/>
              <a:gd name="connsiteY8" fmla="*/ 909686 h 1636215"/>
              <a:gd name="connsiteX9" fmla="*/ 1589798 w 2135379"/>
              <a:gd name="connsiteY9" fmla="*/ 1636215 h 1636215"/>
              <a:gd name="connsiteX0" fmla="*/ 1989878 w 2135379"/>
              <a:gd name="connsiteY0" fmla="*/ 1040977 h 1636215"/>
              <a:gd name="connsiteX1" fmla="*/ 2060881 w 2135379"/>
              <a:gd name="connsiteY1" fmla="*/ 935247 h 1636215"/>
              <a:gd name="connsiteX2" fmla="*/ 2113281 w 2135379"/>
              <a:gd name="connsiteY2" fmla="*/ 1151937 h 1636215"/>
              <a:gd name="connsiteX3" fmla="*/ 1677740 w 2135379"/>
              <a:gd name="connsiteY3" fmla="*/ 1163368 h 1636215"/>
              <a:gd name="connsiteX4" fmla="*/ 1402081 w 2135379"/>
              <a:gd name="connsiteY4" fmla="*/ 1180512 h 1636215"/>
              <a:gd name="connsiteX5" fmla="*/ 0 w 2135379"/>
              <a:gd name="connsiteY5" fmla="*/ 878252 h 1636215"/>
              <a:gd name="connsiteX6" fmla="*/ 108296 w 2135379"/>
              <a:gd name="connsiteY6" fmla="*/ 5392 h 1636215"/>
              <a:gd name="connsiteX7" fmla="*/ 738190 w 2135379"/>
              <a:gd name="connsiteY7" fmla="*/ 505508 h 1636215"/>
              <a:gd name="connsiteX8" fmla="*/ 1136970 w 2135379"/>
              <a:gd name="connsiteY8" fmla="*/ 914448 h 1636215"/>
              <a:gd name="connsiteX9" fmla="*/ 1589798 w 2135379"/>
              <a:gd name="connsiteY9" fmla="*/ 1636215 h 1636215"/>
              <a:gd name="connsiteX0" fmla="*/ 1989878 w 2135379"/>
              <a:gd name="connsiteY0" fmla="*/ 1040977 h 1612403"/>
              <a:gd name="connsiteX1" fmla="*/ 2060881 w 2135379"/>
              <a:gd name="connsiteY1" fmla="*/ 935247 h 1612403"/>
              <a:gd name="connsiteX2" fmla="*/ 2113281 w 2135379"/>
              <a:gd name="connsiteY2" fmla="*/ 1151937 h 1612403"/>
              <a:gd name="connsiteX3" fmla="*/ 1677740 w 2135379"/>
              <a:gd name="connsiteY3" fmla="*/ 1163368 h 1612403"/>
              <a:gd name="connsiteX4" fmla="*/ 1402081 w 2135379"/>
              <a:gd name="connsiteY4" fmla="*/ 1180512 h 1612403"/>
              <a:gd name="connsiteX5" fmla="*/ 0 w 2135379"/>
              <a:gd name="connsiteY5" fmla="*/ 878252 h 1612403"/>
              <a:gd name="connsiteX6" fmla="*/ 108296 w 2135379"/>
              <a:gd name="connsiteY6" fmla="*/ 5392 h 1612403"/>
              <a:gd name="connsiteX7" fmla="*/ 738190 w 2135379"/>
              <a:gd name="connsiteY7" fmla="*/ 505508 h 1612403"/>
              <a:gd name="connsiteX8" fmla="*/ 1136970 w 2135379"/>
              <a:gd name="connsiteY8" fmla="*/ 914448 h 1612403"/>
              <a:gd name="connsiteX9" fmla="*/ 1989848 w 2135379"/>
              <a:gd name="connsiteY9" fmla="*/ 1612403 h 1612403"/>
              <a:gd name="connsiteX0" fmla="*/ 1989878 w 2135379"/>
              <a:gd name="connsiteY0" fmla="*/ 1040977 h 1182762"/>
              <a:gd name="connsiteX1" fmla="*/ 2060881 w 2135379"/>
              <a:gd name="connsiteY1" fmla="*/ 935247 h 1182762"/>
              <a:gd name="connsiteX2" fmla="*/ 2113281 w 2135379"/>
              <a:gd name="connsiteY2" fmla="*/ 1151937 h 1182762"/>
              <a:gd name="connsiteX3" fmla="*/ 1677740 w 2135379"/>
              <a:gd name="connsiteY3" fmla="*/ 1163368 h 1182762"/>
              <a:gd name="connsiteX4" fmla="*/ 1402081 w 2135379"/>
              <a:gd name="connsiteY4" fmla="*/ 1180512 h 1182762"/>
              <a:gd name="connsiteX5" fmla="*/ 0 w 2135379"/>
              <a:gd name="connsiteY5" fmla="*/ 878252 h 1182762"/>
              <a:gd name="connsiteX6" fmla="*/ 108296 w 2135379"/>
              <a:gd name="connsiteY6" fmla="*/ 5392 h 1182762"/>
              <a:gd name="connsiteX7" fmla="*/ 738190 w 2135379"/>
              <a:gd name="connsiteY7" fmla="*/ 505508 h 1182762"/>
              <a:gd name="connsiteX8" fmla="*/ 1136970 w 2135379"/>
              <a:gd name="connsiteY8" fmla="*/ 914448 h 1182762"/>
              <a:gd name="connsiteX9" fmla="*/ 1973973 w 2135379"/>
              <a:gd name="connsiteY9" fmla="*/ 1059953 h 1182762"/>
              <a:gd name="connsiteX0" fmla="*/ 1989878 w 2135379"/>
              <a:gd name="connsiteY0" fmla="*/ 1040977 h 1493770"/>
              <a:gd name="connsiteX1" fmla="*/ 2060881 w 2135379"/>
              <a:gd name="connsiteY1" fmla="*/ 935247 h 1493770"/>
              <a:gd name="connsiteX2" fmla="*/ 2113281 w 2135379"/>
              <a:gd name="connsiteY2" fmla="*/ 1151937 h 1493770"/>
              <a:gd name="connsiteX3" fmla="*/ 1677740 w 2135379"/>
              <a:gd name="connsiteY3" fmla="*/ 1163368 h 1493770"/>
              <a:gd name="connsiteX4" fmla="*/ 1402081 w 2135379"/>
              <a:gd name="connsiteY4" fmla="*/ 1180512 h 1493770"/>
              <a:gd name="connsiteX5" fmla="*/ 0 w 2135379"/>
              <a:gd name="connsiteY5" fmla="*/ 878252 h 1493770"/>
              <a:gd name="connsiteX6" fmla="*/ 108296 w 2135379"/>
              <a:gd name="connsiteY6" fmla="*/ 5392 h 1493770"/>
              <a:gd name="connsiteX7" fmla="*/ 738190 w 2135379"/>
              <a:gd name="connsiteY7" fmla="*/ 505508 h 1493770"/>
              <a:gd name="connsiteX8" fmla="*/ 1136970 w 2135379"/>
              <a:gd name="connsiteY8" fmla="*/ 914448 h 1493770"/>
              <a:gd name="connsiteX9" fmla="*/ 1973973 w 2135379"/>
              <a:gd name="connsiteY9" fmla="*/ 1059953 h 1493770"/>
              <a:gd name="connsiteX0" fmla="*/ 1989878 w 2135379"/>
              <a:gd name="connsiteY0" fmla="*/ 1040977 h 1539526"/>
              <a:gd name="connsiteX1" fmla="*/ 2060881 w 2135379"/>
              <a:gd name="connsiteY1" fmla="*/ 935247 h 1539526"/>
              <a:gd name="connsiteX2" fmla="*/ 2113281 w 2135379"/>
              <a:gd name="connsiteY2" fmla="*/ 1151937 h 1539526"/>
              <a:gd name="connsiteX3" fmla="*/ 1677740 w 2135379"/>
              <a:gd name="connsiteY3" fmla="*/ 1163368 h 1539526"/>
              <a:gd name="connsiteX4" fmla="*/ 1402081 w 2135379"/>
              <a:gd name="connsiteY4" fmla="*/ 1180512 h 1539526"/>
              <a:gd name="connsiteX5" fmla="*/ 0 w 2135379"/>
              <a:gd name="connsiteY5" fmla="*/ 878252 h 1539526"/>
              <a:gd name="connsiteX6" fmla="*/ 108296 w 2135379"/>
              <a:gd name="connsiteY6" fmla="*/ 5392 h 1539526"/>
              <a:gd name="connsiteX7" fmla="*/ 738190 w 2135379"/>
              <a:gd name="connsiteY7" fmla="*/ 505508 h 1539526"/>
              <a:gd name="connsiteX8" fmla="*/ 1136970 w 2135379"/>
              <a:gd name="connsiteY8" fmla="*/ 914448 h 1539526"/>
              <a:gd name="connsiteX9" fmla="*/ 1973973 w 2135379"/>
              <a:gd name="connsiteY9" fmla="*/ 1059953 h 1539526"/>
              <a:gd name="connsiteX0" fmla="*/ 1989878 w 2135379"/>
              <a:gd name="connsiteY0" fmla="*/ 1040977 h 1503000"/>
              <a:gd name="connsiteX1" fmla="*/ 2060881 w 2135379"/>
              <a:gd name="connsiteY1" fmla="*/ 935247 h 1503000"/>
              <a:gd name="connsiteX2" fmla="*/ 2113281 w 2135379"/>
              <a:gd name="connsiteY2" fmla="*/ 1151937 h 1503000"/>
              <a:gd name="connsiteX3" fmla="*/ 1677740 w 2135379"/>
              <a:gd name="connsiteY3" fmla="*/ 1163368 h 1503000"/>
              <a:gd name="connsiteX4" fmla="*/ 1402081 w 2135379"/>
              <a:gd name="connsiteY4" fmla="*/ 1180512 h 1503000"/>
              <a:gd name="connsiteX5" fmla="*/ 0 w 2135379"/>
              <a:gd name="connsiteY5" fmla="*/ 878252 h 1503000"/>
              <a:gd name="connsiteX6" fmla="*/ 108296 w 2135379"/>
              <a:gd name="connsiteY6" fmla="*/ 5392 h 1503000"/>
              <a:gd name="connsiteX7" fmla="*/ 738190 w 2135379"/>
              <a:gd name="connsiteY7" fmla="*/ 505508 h 1503000"/>
              <a:gd name="connsiteX8" fmla="*/ 1136970 w 2135379"/>
              <a:gd name="connsiteY8" fmla="*/ 914448 h 1503000"/>
              <a:gd name="connsiteX9" fmla="*/ 1973973 w 2135379"/>
              <a:gd name="connsiteY9" fmla="*/ 1059953 h 1503000"/>
              <a:gd name="connsiteX0" fmla="*/ 1989878 w 2135379"/>
              <a:gd name="connsiteY0" fmla="*/ 1040977 h 1184149"/>
              <a:gd name="connsiteX1" fmla="*/ 2060881 w 2135379"/>
              <a:gd name="connsiteY1" fmla="*/ 935247 h 1184149"/>
              <a:gd name="connsiteX2" fmla="*/ 2113281 w 2135379"/>
              <a:gd name="connsiteY2" fmla="*/ 1151937 h 1184149"/>
              <a:gd name="connsiteX3" fmla="*/ 1677740 w 2135379"/>
              <a:gd name="connsiteY3" fmla="*/ 1163368 h 1184149"/>
              <a:gd name="connsiteX4" fmla="*/ 1402081 w 2135379"/>
              <a:gd name="connsiteY4" fmla="*/ 1180512 h 1184149"/>
              <a:gd name="connsiteX5" fmla="*/ 0 w 2135379"/>
              <a:gd name="connsiteY5" fmla="*/ 878252 h 1184149"/>
              <a:gd name="connsiteX6" fmla="*/ 108296 w 2135379"/>
              <a:gd name="connsiteY6" fmla="*/ 5392 h 1184149"/>
              <a:gd name="connsiteX7" fmla="*/ 738190 w 2135379"/>
              <a:gd name="connsiteY7" fmla="*/ 505508 h 1184149"/>
              <a:gd name="connsiteX8" fmla="*/ 1136970 w 2135379"/>
              <a:gd name="connsiteY8" fmla="*/ 914448 h 1184149"/>
              <a:gd name="connsiteX9" fmla="*/ 1973973 w 2135379"/>
              <a:gd name="connsiteY9" fmla="*/ 1059953 h 1184149"/>
              <a:gd name="connsiteX0" fmla="*/ 1989878 w 2135379"/>
              <a:gd name="connsiteY0" fmla="*/ 1040977 h 1202101"/>
              <a:gd name="connsiteX1" fmla="*/ 2060881 w 2135379"/>
              <a:gd name="connsiteY1" fmla="*/ 935247 h 1202101"/>
              <a:gd name="connsiteX2" fmla="*/ 2113281 w 2135379"/>
              <a:gd name="connsiteY2" fmla="*/ 1151937 h 1202101"/>
              <a:gd name="connsiteX3" fmla="*/ 1677740 w 2135379"/>
              <a:gd name="connsiteY3" fmla="*/ 1163368 h 1202101"/>
              <a:gd name="connsiteX4" fmla="*/ 1402081 w 2135379"/>
              <a:gd name="connsiteY4" fmla="*/ 1180512 h 1202101"/>
              <a:gd name="connsiteX5" fmla="*/ 0 w 2135379"/>
              <a:gd name="connsiteY5" fmla="*/ 878252 h 1202101"/>
              <a:gd name="connsiteX6" fmla="*/ 108296 w 2135379"/>
              <a:gd name="connsiteY6" fmla="*/ 5392 h 1202101"/>
              <a:gd name="connsiteX7" fmla="*/ 738190 w 2135379"/>
              <a:gd name="connsiteY7" fmla="*/ 505508 h 1202101"/>
              <a:gd name="connsiteX8" fmla="*/ 1136970 w 2135379"/>
              <a:gd name="connsiteY8" fmla="*/ 914448 h 1202101"/>
              <a:gd name="connsiteX9" fmla="*/ 1973973 w 2135379"/>
              <a:gd name="connsiteY9" fmla="*/ 1059953 h 1202101"/>
              <a:gd name="connsiteX0" fmla="*/ 1989878 w 2135379"/>
              <a:gd name="connsiteY0" fmla="*/ 1040977 h 1313531"/>
              <a:gd name="connsiteX1" fmla="*/ 2060881 w 2135379"/>
              <a:gd name="connsiteY1" fmla="*/ 935247 h 1313531"/>
              <a:gd name="connsiteX2" fmla="*/ 2113281 w 2135379"/>
              <a:gd name="connsiteY2" fmla="*/ 1151937 h 1313531"/>
              <a:gd name="connsiteX3" fmla="*/ 1677740 w 2135379"/>
              <a:gd name="connsiteY3" fmla="*/ 1163368 h 1313531"/>
              <a:gd name="connsiteX4" fmla="*/ 1402081 w 2135379"/>
              <a:gd name="connsiteY4" fmla="*/ 1180512 h 1313531"/>
              <a:gd name="connsiteX5" fmla="*/ 0 w 2135379"/>
              <a:gd name="connsiteY5" fmla="*/ 878252 h 1313531"/>
              <a:gd name="connsiteX6" fmla="*/ 108296 w 2135379"/>
              <a:gd name="connsiteY6" fmla="*/ 5392 h 1313531"/>
              <a:gd name="connsiteX7" fmla="*/ 738190 w 2135379"/>
              <a:gd name="connsiteY7" fmla="*/ 505508 h 1313531"/>
              <a:gd name="connsiteX8" fmla="*/ 1136970 w 2135379"/>
              <a:gd name="connsiteY8" fmla="*/ 914448 h 1313531"/>
              <a:gd name="connsiteX9" fmla="*/ 1973973 w 2135379"/>
              <a:gd name="connsiteY9" fmla="*/ 1059953 h 1313531"/>
              <a:gd name="connsiteX0" fmla="*/ 1989878 w 2135379"/>
              <a:gd name="connsiteY0" fmla="*/ 1040977 h 1361152"/>
              <a:gd name="connsiteX1" fmla="*/ 2060881 w 2135379"/>
              <a:gd name="connsiteY1" fmla="*/ 935247 h 1361152"/>
              <a:gd name="connsiteX2" fmla="*/ 2113281 w 2135379"/>
              <a:gd name="connsiteY2" fmla="*/ 1151937 h 1361152"/>
              <a:gd name="connsiteX3" fmla="*/ 1677740 w 2135379"/>
              <a:gd name="connsiteY3" fmla="*/ 1163368 h 1361152"/>
              <a:gd name="connsiteX4" fmla="*/ 1402081 w 2135379"/>
              <a:gd name="connsiteY4" fmla="*/ 1180512 h 1361152"/>
              <a:gd name="connsiteX5" fmla="*/ 0 w 2135379"/>
              <a:gd name="connsiteY5" fmla="*/ 878252 h 1361152"/>
              <a:gd name="connsiteX6" fmla="*/ 108296 w 2135379"/>
              <a:gd name="connsiteY6" fmla="*/ 5392 h 1361152"/>
              <a:gd name="connsiteX7" fmla="*/ 738190 w 2135379"/>
              <a:gd name="connsiteY7" fmla="*/ 505508 h 1361152"/>
              <a:gd name="connsiteX8" fmla="*/ 1136970 w 2135379"/>
              <a:gd name="connsiteY8" fmla="*/ 914448 h 1361152"/>
              <a:gd name="connsiteX9" fmla="*/ 1973973 w 2135379"/>
              <a:gd name="connsiteY9" fmla="*/ 1059953 h 1361152"/>
              <a:gd name="connsiteX0" fmla="*/ 1989878 w 2135379"/>
              <a:gd name="connsiteY0" fmla="*/ 1040977 h 1361152"/>
              <a:gd name="connsiteX1" fmla="*/ 2060881 w 2135379"/>
              <a:gd name="connsiteY1" fmla="*/ 935247 h 1361152"/>
              <a:gd name="connsiteX2" fmla="*/ 2113281 w 2135379"/>
              <a:gd name="connsiteY2" fmla="*/ 1151937 h 1361152"/>
              <a:gd name="connsiteX3" fmla="*/ 1677740 w 2135379"/>
              <a:gd name="connsiteY3" fmla="*/ 1163368 h 1361152"/>
              <a:gd name="connsiteX4" fmla="*/ 1402081 w 2135379"/>
              <a:gd name="connsiteY4" fmla="*/ 1180512 h 1361152"/>
              <a:gd name="connsiteX5" fmla="*/ 0 w 2135379"/>
              <a:gd name="connsiteY5" fmla="*/ 878252 h 1361152"/>
              <a:gd name="connsiteX6" fmla="*/ 108296 w 2135379"/>
              <a:gd name="connsiteY6" fmla="*/ 5392 h 1361152"/>
              <a:gd name="connsiteX7" fmla="*/ 738190 w 2135379"/>
              <a:gd name="connsiteY7" fmla="*/ 505508 h 1361152"/>
              <a:gd name="connsiteX8" fmla="*/ 1136970 w 2135379"/>
              <a:gd name="connsiteY8" fmla="*/ 914448 h 1361152"/>
              <a:gd name="connsiteX9" fmla="*/ 1973973 w 2135379"/>
              <a:gd name="connsiteY9" fmla="*/ 1059953 h 1361152"/>
              <a:gd name="connsiteX0" fmla="*/ 1989878 w 2135379"/>
              <a:gd name="connsiteY0" fmla="*/ 1040977 h 1361152"/>
              <a:gd name="connsiteX1" fmla="*/ 2060881 w 2135379"/>
              <a:gd name="connsiteY1" fmla="*/ 935247 h 1361152"/>
              <a:gd name="connsiteX2" fmla="*/ 2113281 w 2135379"/>
              <a:gd name="connsiteY2" fmla="*/ 1151937 h 1361152"/>
              <a:gd name="connsiteX3" fmla="*/ 1677740 w 2135379"/>
              <a:gd name="connsiteY3" fmla="*/ 1163368 h 1361152"/>
              <a:gd name="connsiteX4" fmla="*/ 1402081 w 2135379"/>
              <a:gd name="connsiteY4" fmla="*/ 1180512 h 1361152"/>
              <a:gd name="connsiteX5" fmla="*/ 0 w 2135379"/>
              <a:gd name="connsiteY5" fmla="*/ 878252 h 1361152"/>
              <a:gd name="connsiteX6" fmla="*/ 108296 w 2135379"/>
              <a:gd name="connsiteY6" fmla="*/ 5392 h 1361152"/>
              <a:gd name="connsiteX7" fmla="*/ 738190 w 2135379"/>
              <a:gd name="connsiteY7" fmla="*/ 505508 h 1361152"/>
              <a:gd name="connsiteX8" fmla="*/ 1136970 w 2135379"/>
              <a:gd name="connsiteY8" fmla="*/ 914448 h 1361152"/>
              <a:gd name="connsiteX9" fmla="*/ 1973973 w 2135379"/>
              <a:gd name="connsiteY9" fmla="*/ 1059953 h 1361152"/>
              <a:gd name="connsiteX0" fmla="*/ 1989878 w 2135379"/>
              <a:gd name="connsiteY0" fmla="*/ 1041413 h 1361588"/>
              <a:gd name="connsiteX1" fmla="*/ 2060881 w 2135379"/>
              <a:gd name="connsiteY1" fmla="*/ 935683 h 1361588"/>
              <a:gd name="connsiteX2" fmla="*/ 2113281 w 2135379"/>
              <a:gd name="connsiteY2" fmla="*/ 1152373 h 1361588"/>
              <a:gd name="connsiteX3" fmla="*/ 1677740 w 2135379"/>
              <a:gd name="connsiteY3" fmla="*/ 1163804 h 1361588"/>
              <a:gd name="connsiteX4" fmla="*/ 1402081 w 2135379"/>
              <a:gd name="connsiteY4" fmla="*/ 1180948 h 1361588"/>
              <a:gd name="connsiteX5" fmla="*/ 0 w 2135379"/>
              <a:gd name="connsiteY5" fmla="*/ 878688 h 1361588"/>
              <a:gd name="connsiteX6" fmla="*/ 108296 w 2135379"/>
              <a:gd name="connsiteY6" fmla="*/ 5828 h 1361588"/>
              <a:gd name="connsiteX7" fmla="*/ 738190 w 2135379"/>
              <a:gd name="connsiteY7" fmla="*/ 505944 h 1361588"/>
              <a:gd name="connsiteX8" fmla="*/ 1136970 w 2135379"/>
              <a:gd name="connsiteY8" fmla="*/ 914884 h 1361588"/>
              <a:gd name="connsiteX9" fmla="*/ 1973973 w 2135379"/>
              <a:gd name="connsiteY9" fmla="*/ 1060389 h 1361588"/>
              <a:gd name="connsiteX0" fmla="*/ 1989878 w 2135379"/>
              <a:gd name="connsiteY0" fmla="*/ 1041413 h 1361588"/>
              <a:gd name="connsiteX1" fmla="*/ 2060881 w 2135379"/>
              <a:gd name="connsiteY1" fmla="*/ 935683 h 1361588"/>
              <a:gd name="connsiteX2" fmla="*/ 2113281 w 2135379"/>
              <a:gd name="connsiteY2" fmla="*/ 1152373 h 1361588"/>
              <a:gd name="connsiteX3" fmla="*/ 1677740 w 2135379"/>
              <a:gd name="connsiteY3" fmla="*/ 1163804 h 1361588"/>
              <a:gd name="connsiteX4" fmla="*/ 1402081 w 2135379"/>
              <a:gd name="connsiteY4" fmla="*/ 1180948 h 1361588"/>
              <a:gd name="connsiteX5" fmla="*/ 0 w 2135379"/>
              <a:gd name="connsiteY5" fmla="*/ 878688 h 1361588"/>
              <a:gd name="connsiteX6" fmla="*/ 108296 w 2135379"/>
              <a:gd name="connsiteY6" fmla="*/ 5828 h 1361588"/>
              <a:gd name="connsiteX7" fmla="*/ 738190 w 2135379"/>
              <a:gd name="connsiteY7" fmla="*/ 505944 h 1361588"/>
              <a:gd name="connsiteX8" fmla="*/ 1136970 w 2135379"/>
              <a:gd name="connsiteY8" fmla="*/ 914884 h 1361588"/>
              <a:gd name="connsiteX9" fmla="*/ 1973973 w 2135379"/>
              <a:gd name="connsiteY9" fmla="*/ 1060389 h 1361588"/>
              <a:gd name="connsiteX0" fmla="*/ 1989878 w 2135379"/>
              <a:gd name="connsiteY0" fmla="*/ 1035623 h 1355798"/>
              <a:gd name="connsiteX1" fmla="*/ 2060881 w 2135379"/>
              <a:gd name="connsiteY1" fmla="*/ 929893 h 1355798"/>
              <a:gd name="connsiteX2" fmla="*/ 2113281 w 2135379"/>
              <a:gd name="connsiteY2" fmla="*/ 1146583 h 1355798"/>
              <a:gd name="connsiteX3" fmla="*/ 1677740 w 2135379"/>
              <a:gd name="connsiteY3" fmla="*/ 1158014 h 1355798"/>
              <a:gd name="connsiteX4" fmla="*/ 1402081 w 2135379"/>
              <a:gd name="connsiteY4" fmla="*/ 1175158 h 1355798"/>
              <a:gd name="connsiteX5" fmla="*/ 0 w 2135379"/>
              <a:gd name="connsiteY5" fmla="*/ 872898 h 1355798"/>
              <a:gd name="connsiteX6" fmla="*/ 108296 w 2135379"/>
              <a:gd name="connsiteY6" fmla="*/ 38 h 1355798"/>
              <a:gd name="connsiteX7" fmla="*/ 1136970 w 2135379"/>
              <a:gd name="connsiteY7" fmla="*/ 909094 h 1355798"/>
              <a:gd name="connsiteX8" fmla="*/ 1973973 w 2135379"/>
              <a:gd name="connsiteY8" fmla="*/ 1054599 h 1355798"/>
              <a:gd name="connsiteX0" fmla="*/ 1989878 w 2135379"/>
              <a:gd name="connsiteY0" fmla="*/ 1035623 h 1355798"/>
              <a:gd name="connsiteX1" fmla="*/ 2060881 w 2135379"/>
              <a:gd name="connsiteY1" fmla="*/ 929893 h 1355798"/>
              <a:gd name="connsiteX2" fmla="*/ 2113281 w 2135379"/>
              <a:gd name="connsiteY2" fmla="*/ 1146583 h 1355798"/>
              <a:gd name="connsiteX3" fmla="*/ 1677740 w 2135379"/>
              <a:gd name="connsiteY3" fmla="*/ 1158014 h 1355798"/>
              <a:gd name="connsiteX4" fmla="*/ 1402081 w 2135379"/>
              <a:gd name="connsiteY4" fmla="*/ 1175158 h 1355798"/>
              <a:gd name="connsiteX5" fmla="*/ 0 w 2135379"/>
              <a:gd name="connsiteY5" fmla="*/ 872898 h 1355798"/>
              <a:gd name="connsiteX6" fmla="*/ 108296 w 2135379"/>
              <a:gd name="connsiteY6" fmla="*/ 38 h 1355798"/>
              <a:gd name="connsiteX7" fmla="*/ 1136970 w 2135379"/>
              <a:gd name="connsiteY7" fmla="*/ 909094 h 1355798"/>
              <a:gd name="connsiteX8" fmla="*/ 1973973 w 2135379"/>
              <a:gd name="connsiteY8" fmla="*/ 1054599 h 1355798"/>
              <a:gd name="connsiteX0" fmla="*/ 1989878 w 2135379"/>
              <a:gd name="connsiteY0" fmla="*/ 1035623 h 1274632"/>
              <a:gd name="connsiteX1" fmla="*/ 2060881 w 2135379"/>
              <a:gd name="connsiteY1" fmla="*/ 929893 h 1274632"/>
              <a:gd name="connsiteX2" fmla="*/ 2113281 w 2135379"/>
              <a:gd name="connsiteY2" fmla="*/ 1146583 h 1274632"/>
              <a:gd name="connsiteX3" fmla="*/ 1677740 w 2135379"/>
              <a:gd name="connsiteY3" fmla="*/ 1158014 h 1274632"/>
              <a:gd name="connsiteX4" fmla="*/ 1402081 w 2135379"/>
              <a:gd name="connsiteY4" fmla="*/ 1175158 h 1274632"/>
              <a:gd name="connsiteX5" fmla="*/ 0 w 2135379"/>
              <a:gd name="connsiteY5" fmla="*/ 872898 h 1274632"/>
              <a:gd name="connsiteX6" fmla="*/ 108296 w 2135379"/>
              <a:gd name="connsiteY6" fmla="*/ 38 h 1274632"/>
              <a:gd name="connsiteX7" fmla="*/ 1136970 w 2135379"/>
              <a:gd name="connsiteY7" fmla="*/ 909094 h 1274632"/>
              <a:gd name="connsiteX8" fmla="*/ 1973973 w 2135379"/>
              <a:gd name="connsiteY8" fmla="*/ 1054599 h 1274632"/>
              <a:gd name="connsiteX0" fmla="*/ 1989878 w 2135379"/>
              <a:gd name="connsiteY0" fmla="*/ 1035623 h 1333376"/>
              <a:gd name="connsiteX1" fmla="*/ 2060881 w 2135379"/>
              <a:gd name="connsiteY1" fmla="*/ 929893 h 1333376"/>
              <a:gd name="connsiteX2" fmla="*/ 2113281 w 2135379"/>
              <a:gd name="connsiteY2" fmla="*/ 1146583 h 1333376"/>
              <a:gd name="connsiteX3" fmla="*/ 1677740 w 2135379"/>
              <a:gd name="connsiteY3" fmla="*/ 1158014 h 1333376"/>
              <a:gd name="connsiteX4" fmla="*/ 1402081 w 2135379"/>
              <a:gd name="connsiteY4" fmla="*/ 1175158 h 1333376"/>
              <a:gd name="connsiteX5" fmla="*/ 0 w 2135379"/>
              <a:gd name="connsiteY5" fmla="*/ 872898 h 1333376"/>
              <a:gd name="connsiteX6" fmla="*/ 108296 w 2135379"/>
              <a:gd name="connsiteY6" fmla="*/ 38 h 1333376"/>
              <a:gd name="connsiteX7" fmla="*/ 1136970 w 2135379"/>
              <a:gd name="connsiteY7" fmla="*/ 909094 h 1333376"/>
              <a:gd name="connsiteX8" fmla="*/ 1973973 w 2135379"/>
              <a:gd name="connsiteY8" fmla="*/ 1054599 h 1333376"/>
              <a:gd name="connsiteX0" fmla="*/ 1989878 w 2135379"/>
              <a:gd name="connsiteY0" fmla="*/ 1035628 h 1335590"/>
              <a:gd name="connsiteX1" fmla="*/ 2060881 w 2135379"/>
              <a:gd name="connsiteY1" fmla="*/ 929898 h 1335590"/>
              <a:gd name="connsiteX2" fmla="*/ 2113281 w 2135379"/>
              <a:gd name="connsiteY2" fmla="*/ 1146588 h 1335590"/>
              <a:gd name="connsiteX3" fmla="*/ 1677740 w 2135379"/>
              <a:gd name="connsiteY3" fmla="*/ 1158019 h 1335590"/>
              <a:gd name="connsiteX4" fmla="*/ 1402081 w 2135379"/>
              <a:gd name="connsiteY4" fmla="*/ 1175163 h 1335590"/>
              <a:gd name="connsiteX5" fmla="*/ 0 w 2135379"/>
              <a:gd name="connsiteY5" fmla="*/ 872903 h 1335590"/>
              <a:gd name="connsiteX6" fmla="*/ 108296 w 2135379"/>
              <a:gd name="connsiteY6" fmla="*/ 43 h 1335590"/>
              <a:gd name="connsiteX7" fmla="*/ 1121095 w 2135379"/>
              <a:gd name="connsiteY7" fmla="*/ 912274 h 1335590"/>
              <a:gd name="connsiteX8" fmla="*/ 1973973 w 2135379"/>
              <a:gd name="connsiteY8" fmla="*/ 1054604 h 1335590"/>
              <a:gd name="connsiteX0" fmla="*/ 1989878 w 2135379"/>
              <a:gd name="connsiteY0" fmla="*/ 1035628 h 1335590"/>
              <a:gd name="connsiteX1" fmla="*/ 2060881 w 2135379"/>
              <a:gd name="connsiteY1" fmla="*/ 929898 h 1335590"/>
              <a:gd name="connsiteX2" fmla="*/ 2113281 w 2135379"/>
              <a:gd name="connsiteY2" fmla="*/ 1146588 h 1335590"/>
              <a:gd name="connsiteX3" fmla="*/ 1677740 w 2135379"/>
              <a:gd name="connsiteY3" fmla="*/ 1158019 h 1335590"/>
              <a:gd name="connsiteX4" fmla="*/ 1402081 w 2135379"/>
              <a:gd name="connsiteY4" fmla="*/ 1175163 h 1335590"/>
              <a:gd name="connsiteX5" fmla="*/ 0 w 2135379"/>
              <a:gd name="connsiteY5" fmla="*/ 872903 h 1335590"/>
              <a:gd name="connsiteX6" fmla="*/ 108296 w 2135379"/>
              <a:gd name="connsiteY6" fmla="*/ 43 h 1335590"/>
              <a:gd name="connsiteX7" fmla="*/ 1121095 w 2135379"/>
              <a:gd name="connsiteY7" fmla="*/ 912274 h 1335590"/>
              <a:gd name="connsiteX8" fmla="*/ 1973973 w 2135379"/>
              <a:gd name="connsiteY8" fmla="*/ 1054604 h 1335590"/>
              <a:gd name="connsiteX0" fmla="*/ 1989878 w 2135379"/>
              <a:gd name="connsiteY0" fmla="*/ 1035628 h 1335590"/>
              <a:gd name="connsiteX1" fmla="*/ 2060881 w 2135379"/>
              <a:gd name="connsiteY1" fmla="*/ 929898 h 1335590"/>
              <a:gd name="connsiteX2" fmla="*/ 2113281 w 2135379"/>
              <a:gd name="connsiteY2" fmla="*/ 1146588 h 1335590"/>
              <a:gd name="connsiteX3" fmla="*/ 1677740 w 2135379"/>
              <a:gd name="connsiteY3" fmla="*/ 1158019 h 1335590"/>
              <a:gd name="connsiteX4" fmla="*/ 1402081 w 2135379"/>
              <a:gd name="connsiteY4" fmla="*/ 1175163 h 1335590"/>
              <a:gd name="connsiteX5" fmla="*/ 0 w 2135379"/>
              <a:gd name="connsiteY5" fmla="*/ 872903 h 1335590"/>
              <a:gd name="connsiteX6" fmla="*/ 108296 w 2135379"/>
              <a:gd name="connsiteY6" fmla="*/ 43 h 1335590"/>
              <a:gd name="connsiteX7" fmla="*/ 1121095 w 2135379"/>
              <a:gd name="connsiteY7" fmla="*/ 912274 h 1335590"/>
              <a:gd name="connsiteX8" fmla="*/ 1973973 w 2135379"/>
              <a:gd name="connsiteY8" fmla="*/ 1054604 h 1335590"/>
              <a:gd name="connsiteX0" fmla="*/ 1989878 w 2135379"/>
              <a:gd name="connsiteY0" fmla="*/ 1035628 h 1367839"/>
              <a:gd name="connsiteX1" fmla="*/ 2060881 w 2135379"/>
              <a:gd name="connsiteY1" fmla="*/ 929898 h 1367839"/>
              <a:gd name="connsiteX2" fmla="*/ 2113281 w 2135379"/>
              <a:gd name="connsiteY2" fmla="*/ 1146588 h 1367839"/>
              <a:gd name="connsiteX3" fmla="*/ 1677740 w 2135379"/>
              <a:gd name="connsiteY3" fmla="*/ 1158019 h 1367839"/>
              <a:gd name="connsiteX4" fmla="*/ 1402081 w 2135379"/>
              <a:gd name="connsiteY4" fmla="*/ 1175163 h 1367839"/>
              <a:gd name="connsiteX5" fmla="*/ 0 w 2135379"/>
              <a:gd name="connsiteY5" fmla="*/ 872903 h 1367839"/>
              <a:gd name="connsiteX6" fmla="*/ 108296 w 2135379"/>
              <a:gd name="connsiteY6" fmla="*/ 43 h 1367839"/>
              <a:gd name="connsiteX7" fmla="*/ 1121095 w 2135379"/>
              <a:gd name="connsiteY7" fmla="*/ 912274 h 1367839"/>
              <a:gd name="connsiteX8" fmla="*/ 1973973 w 2135379"/>
              <a:gd name="connsiteY8" fmla="*/ 1054604 h 13678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35379" h="1367839">
                <a:moveTo>
                  <a:pt x="1989878" y="1035628"/>
                </a:moveTo>
                <a:cubicBezTo>
                  <a:pt x="2001308" y="1053408"/>
                  <a:pt x="2040314" y="911405"/>
                  <a:pt x="2060881" y="929898"/>
                </a:cubicBezTo>
                <a:cubicBezTo>
                  <a:pt x="2081448" y="948391"/>
                  <a:pt x="2178196" y="1109626"/>
                  <a:pt x="2113281" y="1146588"/>
                </a:cubicBezTo>
                <a:cubicBezTo>
                  <a:pt x="2048366" y="1183550"/>
                  <a:pt x="1812148" y="1146907"/>
                  <a:pt x="1677740" y="1158019"/>
                </a:cubicBezTo>
                <a:cubicBezTo>
                  <a:pt x="1543332" y="1169131"/>
                  <a:pt x="1631116" y="1182889"/>
                  <a:pt x="1402081" y="1175163"/>
                </a:cubicBezTo>
                <a:cubicBezTo>
                  <a:pt x="1204796" y="1100762"/>
                  <a:pt x="316067" y="1083679"/>
                  <a:pt x="0" y="872903"/>
                </a:cubicBezTo>
                <a:cubicBezTo>
                  <a:pt x="605953" y="723087"/>
                  <a:pt x="-78553" y="-6519"/>
                  <a:pt x="108296" y="43"/>
                </a:cubicBezTo>
                <a:cubicBezTo>
                  <a:pt x="295145" y="6605"/>
                  <a:pt x="1003824" y="555539"/>
                  <a:pt x="1121095" y="912274"/>
                </a:cubicBezTo>
                <a:cubicBezTo>
                  <a:pt x="1464484" y="1866429"/>
                  <a:pt x="1839827" y="1020025"/>
                  <a:pt x="1973973" y="1054604"/>
                </a:cubicBezTo>
              </a:path>
            </a:pathLst>
          </a:custGeom>
          <a:noFill/>
          <a:ln w="38100"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Rectangle 100"/>
          <p:cNvSpPr/>
          <p:nvPr/>
        </p:nvSpPr>
        <p:spPr>
          <a:xfrm>
            <a:off x="3089724" y="147918"/>
            <a:ext cx="8640000" cy="672815"/>
          </a:xfrm>
          <a:prstGeom prst="rect">
            <a:avLst/>
          </a:prstGeom>
          <a:solidFill>
            <a:srgbClr val="E6EE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400" b="1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[KMTC / </a:t>
            </a:r>
            <a:r>
              <a:rPr lang="en-US" altLang="ko-KR" sz="2400" b="1" dirty="0" err="1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Namsung</a:t>
            </a:r>
            <a:r>
              <a:rPr lang="en-US" altLang="ko-KR" sz="2400" b="1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] New China Qingdao (NCQ) - China leg</a:t>
            </a:r>
          </a:p>
        </p:txBody>
      </p:sp>
      <p:graphicFrame>
        <p:nvGraphicFramePr>
          <p:cNvPr id="117" name="표 116"/>
          <p:cNvGraphicFramePr>
            <a:graphicFrameLocks noGrp="1"/>
          </p:cNvGraphicFramePr>
          <p:nvPr>
            <p:extLst/>
          </p:nvPr>
        </p:nvGraphicFramePr>
        <p:xfrm>
          <a:off x="9766800" y="1029600"/>
          <a:ext cx="1963806" cy="11067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74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6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704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Terminal</a:t>
                      </a:r>
                    </a:p>
                  </a:txBody>
                  <a:tcPr marL="9525" marR="9525" marT="9525" marB="0"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BCT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Weekly throughput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 150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Schedule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Fri ~ Sat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3" name="Rectangle 84"/>
          <p:cNvSpPr/>
          <p:nvPr/>
        </p:nvSpPr>
        <p:spPr>
          <a:xfrm>
            <a:off x="336176" y="147918"/>
            <a:ext cx="2700000" cy="900000"/>
          </a:xfrm>
          <a:prstGeom prst="rect">
            <a:avLst/>
          </a:prstGeom>
          <a:solidFill>
            <a:srgbClr val="0033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800" b="1" dirty="0">
                <a:solidFill>
                  <a:prstClr val="white"/>
                </a:solidFill>
                <a:latin typeface="Arial" pitchFamily="34" charset="0"/>
                <a:cs typeface="Arial" pitchFamily="34" charset="0"/>
              </a:rPr>
              <a:t>4_K/C/J</a:t>
            </a:r>
          </a:p>
        </p:txBody>
      </p:sp>
      <p:graphicFrame>
        <p:nvGraphicFramePr>
          <p:cNvPr id="93" name="Table 205">
            <a:extLst>
              <a:ext uri="{FF2B5EF4-FFF2-40B4-BE49-F238E27FC236}">
                <a16:creationId xmlns:a16="http://schemas.microsoft.com/office/drawing/2014/main" id="{320FCB6B-9456-464A-A6AC-46E1191CB5E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753634" y="5369602"/>
          <a:ext cx="8684732" cy="129265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9599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51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60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7063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89274"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Carriers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Dur</a:t>
                      </a:r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Freq.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Ships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Rotation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033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KMTC / </a:t>
                      </a:r>
                      <a:r>
                        <a:rPr lang="en-US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Namsung</a:t>
                      </a:r>
                      <a:endParaRPr 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5 x 1,048 teu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/>
                        </a:rPr>
                        <a:t> Busan</a:t>
                      </a:r>
                      <a:r>
                        <a:rPr lang="en-US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Ulsan, </a:t>
                      </a:r>
                      <a:r>
                        <a:rPr lang="en-US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Kwangyang</a:t>
                      </a:r>
                      <a:r>
                        <a:rPr lang="en-US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Qingdao, </a:t>
                      </a:r>
                      <a:r>
                        <a:rPr lang="en-US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Dailian</a:t>
                      </a:r>
                      <a:r>
                        <a:rPr lang="en-US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</a:t>
                      </a:r>
                      <a:r>
                        <a:rPr lang="en-US" altLang="ko-KR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/>
                        </a:rPr>
                        <a:t>Busan, 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Niigata,</a:t>
                      </a:r>
                      <a:b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</a:b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 Akita,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Tomakomai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Hachinohe, Sendai,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Hitachinaka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</a:t>
                      </a:r>
                      <a:r>
                        <a:rPr lang="en-US" altLang="ko-KR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/>
                        </a:rPr>
                        <a:t>Busan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30" name="자유형: 도형 229">
            <a:extLst>
              <a:ext uri="{FF2B5EF4-FFF2-40B4-BE49-F238E27FC236}">
                <a16:creationId xmlns:a16="http://schemas.microsoft.com/office/drawing/2014/main" id="{884545F3-D584-433B-A58C-6B8CAFDB6AED}"/>
              </a:ext>
            </a:extLst>
          </p:cNvPr>
          <p:cNvSpPr/>
          <p:nvPr/>
        </p:nvSpPr>
        <p:spPr>
          <a:xfrm>
            <a:off x="6439248" y="1059005"/>
            <a:ext cx="2520600" cy="3243940"/>
          </a:xfrm>
          <a:custGeom>
            <a:avLst/>
            <a:gdLst>
              <a:gd name="connsiteX0" fmla="*/ 266700 w 551463"/>
              <a:gd name="connsiteY0" fmla="*/ 107366 h 413282"/>
              <a:gd name="connsiteX1" fmla="*/ 388620 w 551463"/>
              <a:gd name="connsiteY1" fmla="*/ 686 h 413282"/>
              <a:gd name="connsiteX2" fmla="*/ 548640 w 551463"/>
              <a:gd name="connsiteY2" fmla="*/ 153086 h 413282"/>
              <a:gd name="connsiteX3" fmla="*/ 243840 w 551463"/>
              <a:gd name="connsiteY3" fmla="*/ 412166 h 413282"/>
              <a:gd name="connsiteX4" fmla="*/ 0 w 551463"/>
              <a:gd name="connsiteY4" fmla="*/ 229286 h 413282"/>
              <a:gd name="connsiteX0" fmla="*/ 266700 w 553452"/>
              <a:gd name="connsiteY0" fmla="*/ 107366 h 297804"/>
              <a:gd name="connsiteX1" fmla="*/ 388620 w 553452"/>
              <a:gd name="connsiteY1" fmla="*/ 686 h 297804"/>
              <a:gd name="connsiteX2" fmla="*/ 548640 w 553452"/>
              <a:gd name="connsiteY2" fmla="*/ 153086 h 297804"/>
              <a:gd name="connsiteX3" fmla="*/ 190500 w 553452"/>
              <a:gd name="connsiteY3" fmla="*/ 282626 h 297804"/>
              <a:gd name="connsiteX4" fmla="*/ 0 w 553452"/>
              <a:gd name="connsiteY4" fmla="*/ 229286 h 297804"/>
              <a:gd name="connsiteX0" fmla="*/ 266700 w 531195"/>
              <a:gd name="connsiteY0" fmla="*/ 106704 h 299766"/>
              <a:gd name="connsiteX1" fmla="*/ 388620 w 531195"/>
              <a:gd name="connsiteY1" fmla="*/ 24 h 299766"/>
              <a:gd name="connsiteX2" fmla="*/ 525780 w 531195"/>
              <a:gd name="connsiteY2" fmla="*/ 114324 h 299766"/>
              <a:gd name="connsiteX3" fmla="*/ 190500 w 531195"/>
              <a:gd name="connsiteY3" fmla="*/ 281964 h 299766"/>
              <a:gd name="connsiteX4" fmla="*/ 0 w 531195"/>
              <a:gd name="connsiteY4" fmla="*/ 228624 h 299766"/>
              <a:gd name="connsiteX0" fmla="*/ 2101850 w 2366345"/>
              <a:gd name="connsiteY0" fmla="*/ 481330 h 657050"/>
              <a:gd name="connsiteX1" fmla="*/ 2223770 w 2366345"/>
              <a:gd name="connsiteY1" fmla="*/ 374650 h 657050"/>
              <a:gd name="connsiteX2" fmla="*/ 2360930 w 2366345"/>
              <a:gd name="connsiteY2" fmla="*/ 488950 h 657050"/>
              <a:gd name="connsiteX3" fmla="*/ 2025650 w 2366345"/>
              <a:gd name="connsiteY3" fmla="*/ 656590 h 657050"/>
              <a:gd name="connsiteX4" fmla="*/ 0 w 2366345"/>
              <a:gd name="connsiteY4" fmla="*/ 0 h 657050"/>
              <a:gd name="connsiteX0" fmla="*/ 2101850 w 2424707"/>
              <a:gd name="connsiteY0" fmla="*/ 481330 h 701468"/>
              <a:gd name="connsiteX1" fmla="*/ 2223770 w 2424707"/>
              <a:gd name="connsiteY1" fmla="*/ 374650 h 701468"/>
              <a:gd name="connsiteX2" fmla="*/ 2360930 w 2424707"/>
              <a:gd name="connsiteY2" fmla="*/ 488950 h 701468"/>
              <a:gd name="connsiteX3" fmla="*/ 1098550 w 2424707"/>
              <a:gd name="connsiteY3" fmla="*/ 701040 h 701468"/>
              <a:gd name="connsiteX4" fmla="*/ 0 w 2424707"/>
              <a:gd name="connsiteY4" fmla="*/ 0 h 701468"/>
              <a:gd name="connsiteX0" fmla="*/ 2101850 w 2387093"/>
              <a:gd name="connsiteY0" fmla="*/ 481330 h 736708"/>
              <a:gd name="connsiteX1" fmla="*/ 2223770 w 2387093"/>
              <a:gd name="connsiteY1" fmla="*/ 374650 h 736708"/>
              <a:gd name="connsiteX2" fmla="*/ 2360930 w 2387093"/>
              <a:gd name="connsiteY2" fmla="*/ 488950 h 736708"/>
              <a:gd name="connsiteX3" fmla="*/ 1657000 w 2387093"/>
              <a:gd name="connsiteY3" fmla="*/ 618965 h 736708"/>
              <a:gd name="connsiteX4" fmla="*/ 1098550 w 2387093"/>
              <a:gd name="connsiteY4" fmla="*/ 701040 h 736708"/>
              <a:gd name="connsiteX5" fmla="*/ 0 w 2387093"/>
              <a:gd name="connsiteY5" fmla="*/ 0 h 736708"/>
              <a:gd name="connsiteX0" fmla="*/ 2101850 w 2372712"/>
              <a:gd name="connsiteY0" fmla="*/ 481330 h 712608"/>
              <a:gd name="connsiteX1" fmla="*/ 2223770 w 2372712"/>
              <a:gd name="connsiteY1" fmla="*/ 374650 h 712608"/>
              <a:gd name="connsiteX2" fmla="*/ 2360930 w 2372712"/>
              <a:gd name="connsiteY2" fmla="*/ 488950 h 712608"/>
              <a:gd name="connsiteX3" fmla="*/ 1898300 w 2372712"/>
              <a:gd name="connsiteY3" fmla="*/ 149065 h 712608"/>
              <a:gd name="connsiteX4" fmla="*/ 1098550 w 2372712"/>
              <a:gd name="connsiteY4" fmla="*/ 701040 h 712608"/>
              <a:gd name="connsiteX5" fmla="*/ 0 w 2372712"/>
              <a:gd name="connsiteY5" fmla="*/ 0 h 712608"/>
              <a:gd name="connsiteX0" fmla="*/ 2101850 w 2704990"/>
              <a:gd name="connsiteY0" fmla="*/ 481330 h 712608"/>
              <a:gd name="connsiteX1" fmla="*/ 2700020 w 2704990"/>
              <a:gd name="connsiteY1" fmla="*/ 463550 h 712608"/>
              <a:gd name="connsiteX2" fmla="*/ 2360930 w 2704990"/>
              <a:gd name="connsiteY2" fmla="*/ 488950 h 712608"/>
              <a:gd name="connsiteX3" fmla="*/ 1898300 w 2704990"/>
              <a:gd name="connsiteY3" fmla="*/ 149065 h 712608"/>
              <a:gd name="connsiteX4" fmla="*/ 1098550 w 2704990"/>
              <a:gd name="connsiteY4" fmla="*/ 701040 h 712608"/>
              <a:gd name="connsiteX5" fmla="*/ 0 w 2704990"/>
              <a:gd name="connsiteY5" fmla="*/ 0 h 712608"/>
              <a:gd name="connsiteX0" fmla="*/ 2101850 w 2365268"/>
              <a:gd name="connsiteY0" fmla="*/ 570232 h 801510"/>
              <a:gd name="connsiteX1" fmla="*/ 2128520 w 2365268"/>
              <a:gd name="connsiteY1" fmla="*/ 2 h 801510"/>
              <a:gd name="connsiteX2" fmla="*/ 2360930 w 2365268"/>
              <a:gd name="connsiteY2" fmla="*/ 577852 h 801510"/>
              <a:gd name="connsiteX3" fmla="*/ 1898300 w 2365268"/>
              <a:gd name="connsiteY3" fmla="*/ 237967 h 801510"/>
              <a:gd name="connsiteX4" fmla="*/ 1098550 w 2365268"/>
              <a:gd name="connsiteY4" fmla="*/ 789942 h 801510"/>
              <a:gd name="connsiteX5" fmla="*/ 0 w 2365268"/>
              <a:gd name="connsiteY5" fmla="*/ 88902 h 801510"/>
              <a:gd name="connsiteX0" fmla="*/ 2184400 w 2365052"/>
              <a:gd name="connsiteY0" fmla="*/ 608365 h 801543"/>
              <a:gd name="connsiteX1" fmla="*/ 2128520 w 2365052"/>
              <a:gd name="connsiteY1" fmla="*/ 35 h 801543"/>
              <a:gd name="connsiteX2" fmla="*/ 2360930 w 2365052"/>
              <a:gd name="connsiteY2" fmla="*/ 577885 h 801543"/>
              <a:gd name="connsiteX3" fmla="*/ 1898300 w 2365052"/>
              <a:gd name="connsiteY3" fmla="*/ 238000 h 801543"/>
              <a:gd name="connsiteX4" fmla="*/ 1098550 w 2365052"/>
              <a:gd name="connsiteY4" fmla="*/ 789975 h 801543"/>
              <a:gd name="connsiteX5" fmla="*/ 0 w 2365052"/>
              <a:gd name="connsiteY5" fmla="*/ 88935 h 801543"/>
              <a:gd name="connsiteX0" fmla="*/ 2184400 w 2539470"/>
              <a:gd name="connsiteY0" fmla="*/ 608365 h 801543"/>
              <a:gd name="connsiteX1" fmla="*/ 2128520 w 2539470"/>
              <a:gd name="connsiteY1" fmla="*/ 35 h 801543"/>
              <a:gd name="connsiteX2" fmla="*/ 2360930 w 2539470"/>
              <a:gd name="connsiteY2" fmla="*/ 577885 h 801543"/>
              <a:gd name="connsiteX3" fmla="*/ 1898300 w 2539470"/>
              <a:gd name="connsiteY3" fmla="*/ 238000 h 801543"/>
              <a:gd name="connsiteX4" fmla="*/ 1098550 w 2539470"/>
              <a:gd name="connsiteY4" fmla="*/ 789975 h 801543"/>
              <a:gd name="connsiteX5" fmla="*/ 0 w 2539470"/>
              <a:gd name="connsiteY5" fmla="*/ 88935 h 801543"/>
              <a:gd name="connsiteX0" fmla="*/ 3448050 w 3656254"/>
              <a:gd name="connsiteY0" fmla="*/ 576581 h 801509"/>
              <a:gd name="connsiteX1" fmla="*/ 2128520 w 3656254"/>
              <a:gd name="connsiteY1" fmla="*/ 1 h 801509"/>
              <a:gd name="connsiteX2" fmla="*/ 2360930 w 3656254"/>
              <a:gd name="connsiteY2" fmla="*/ 577851 h 801509"/>
              <a:gd name="connsiteX3" fmla="*/ 1898300 w 3656254"/>
              <a:gd name="connsiteY3" fmla="*/ 237966 h 801509"/>
              <a:gd name="connsiteX4" fmla="*/ 1098550 w 3656254"/>
              <a:gd name="connsiteY4" fmla="*/ 789941 h 801509"/>
              <a:gd name="connsiteX5" fmla="*/ 0 w 3656254"/>
              <a:gd name="connsiteY5" fmla="*/ 88901 h 801509"/>
              <a:gd name="connsiteX0" fmla="*/ 3448050 w 3522696"/>
              <a:gd name="connsiteY0" fmla="*/ 576581 h 801509"/>
              <a:gd name="connsiteX1" fmla="*/ 2128520 w 3522696"/>
              <a:gd name="connsiteY1" fmla="*/ 1 h 801509"/>
              <a:gd name="connsiteX2" fmla="*/ 2360930 w 3522696"/>
              <a:gd name="connsiteY2" fmla="*/ 577851 h 801509"/>
              <a:gd name="connsiteX3" fmla="*/ 1898300 w 3522696"/>
              <a:gd name="connsiteY3" fmla="*/ 237966 h 801509"/>
              <a:gd name="connsiteX4" fmla="*/ 1098550 w 3522696"/>
              <a:gd name="connsiteY4" fmla="*/ 789941 h 801509"/>
              <a:gd name="connsiteX5" fmla="*/ 0 w 3522696"/>
              <a:gd name="connsiteY5" fmla="*/ 88901 h 801509"/>
              <a:gd name="connsiteX0" fmla="*/ 3448050 w 3776360"/>
              <a:gd name="connsiteY0" fmla="*/ 487680 h 712608"/>
              <a:gd name="connsiteX1" fmla="*/ 3639820 w 3776360"/>
              <a:gd name="connsiteY1" fmla="*/ 609600 h 712608"/>
              <a:gd name="connsiteX2" fmla="*/ 2360930 w 3776360"/>
              <a:gd name="connsiteY2" fmla="*/ 488950 h 712608"/>
              <a:gd name="connsiteX3" fmla="*/ 1898300 w 3776360"/>
              <a:gd name="connsiteY3" fmla="*/ 149065 h 712608"/>
              <a:gd name="connsiteX4" fmla="*/ 1098550 w 3776360"/>
              <a:gd name="connsiteY4" fmla="*/ 701040 h 712608"/>
              <a:gd name="connsiteX5" fmla="*/ 0 w 3776360"/>
              <a:gd name="connsiteY5" fmla="*/ 0 h 712608"/>
              <a:gd name="connsiteX0" fmla="*/ 3448050 w 3791734"/>
              <a:gd name="connsiteY0" fmla="*/ 589864 h 814792"/>
              <a:gd name="connsiteX1" fmla="*/ 3639820 w 3791734"/>
              <a:gd name="connsiteY1" fmla="*/ 711784 h 814792"/>
              <a:gd name="connsiteX2" fmla="*/ 2138680 w 3791734"/>
              <a:gd name="connsiteY2" fmla="*/ 13284 h 814792"/>
              <a:gd name="connsiteX3" fmla="*/ 1898300 w 3791734"/>
              <a:gd name="connsiteY3" fmla="*/ 251249 h 814792"/>
              <a:gd name="connsiteX4" fmla="*/ 1098550 w 3791734"/>
              <a:gd name="connsiteY4" fmla="*/ 803224 h 814792"/>
              <a:gd name="connsiteX5" fmla="*/ 0 w 3791734"/>
              <a:gd name="connsiteY5" fmla="*/ 102184 h 814792"/>
              <a:gd name="connsiteX0" fmla="*/ 3016250 w 3674392"/>
              <a:gd name="connsiteY0" fmla="*/ 12651 h 2015579"/>
              <a:gd name="connsiteX1" fmla="*/ 3639820 w 3674392"/>
              <a:gd name="connsiteY1" fmla="*/ 1912571 h 2015579"/>
              <a:gd name="connsiteX2" fmla="*/ 2138680 w 3674392"/>
              <a:gd name="connsiteY2" fmla="*/ 1214071 h 2015579"/>
              <a:gd name="connsiteX3" fmla="*/ 1898300 w 3674392"/>
              <a:gd name="connsiteY3" fmla="*/ 1452036 h 2015579"/>
              <a:gd name="connsiteX4" fmla="*/ 1098550 w 3674392"/>
              <a:gd name="connsiteY4" fmla="*/ 2004011 h 2015579"/>
              <a:gd name="connsiteX5" fmla="*/ 0 w 3674392"/>
              <a:gd name="connsiteY5" fmla="*/ 1302971 h 2015579"/>
              <a:gd name="connsiteX0" fmla="*/ 3016250 w 3674392"/>
              <a:gd name="connsiteY0" fmla="*/ 12651 h 2015579"/>
              <a:gd name="connsiteX1" fmla="*/ 3639820 w 3674392"/>
              <a:gd name="connsiteY1" fmla="*/ 1912571 h 2015579"/>
              <a:gd name="connsiteX2" fmla="*/ 2653950 w 3674392"/>
              <a:gd name="connsiteY2" fmla="*/ 1483787 h 2015579"/>
              <a:gd name="connsiteX3" fmla="*/ 2138680 w 3674392"/>
              <a:gd name="connsiteY3" fmla="*/ 1214071 h 2015579"/>
              <a:gd name="connsiteX4" fmla="*/ 1898300 w 3674392"/>
              <a:gd name="connsiteY4" fmla="*/ 1452036 h 2015579"/>
              <a:gd name="connsiteX5" fmla="*/ 1098550 w 3674392"/>
              <a:gd name="connsiteY5" fmla="*/ 2004011 h 2015579"/>
              <a:gd name="connsiteX6" fmla="*/ 0 w 3674392"/>
              <a:gd name="connsiteY6" fmla="*/ 1302971 h 2015579"/>
              <a:gd name="connsiteX0" fmla="*/ 3016250 w 3674392"/>
              <a:gd name="connsiteY0" fmla="*/ 12651 h 2039093"/>
              <a:gd name="connsiteX1" fmla="*/ 3639820 w 3674392"/>
              <a:gd name="connsiteY1" fmla="*/ 1912571 h 2039093"/>
              <a:gd name="connsiteX2" fmla="*/ 3187350 w 3674392"/>
              <a:gd name="connsiteY2" fmla="*/ 1820337 h 2039093"/>
              <a:gd name="connsiteX3" fmla="*/ 2653950 w 3674392"/>
              <a:gd name="connsiteY3" fmla="*/ 1483787 h 2039093"/>
              <a:gd name="connsiteX4" fmla="*/ 2138680 w 3674392"/>
              <a:gd name="connsiteY4" fmla="*/ 1214071 h 2039093"/>
              <a:gd name="connsiteX5" fmla="*/ 1898300 w 3674392"/>
              <a:gd name="connsiteY5" fmla="*/ 1452036 h 2039093"/>
              <a:gd name="connsiteX6" fmla="*/ 1098550 w 3674392"/>
              <a:gd name="connsiteY6" fmla="*/ 2004011 h 2039093"/>
              <a:gd name="connsiteX7" fmla="*/ 0 w 3674392"/>
              <a:gd name="connsiteY7" fmla="*/ 1302971 h 2039093"/>
              <a:gd name="connsiteX0" fmla="*/ 3016250 w 3674392"/>
              <a:gd name="connsiteY0" fmla="*/ 12651 h 2039093"/>
              <a:gd name="connsiteX1" fmla="*/ 3639820 w 3674392"/>
              <a:gd name="connsiteY1" fmla="*/ 1912571 h 2039093"/>
              <a:gd name="connsiteX2" fmla="*/ 3187350 w 3674392"/>
              <a:gd name="connsiteY2" fmla="*/ 1820337 h 2039093"/>
              <a:gd name="connsiteX3" fmla="*/ 2450750 w 3674392"/>
              <a:gd name="connsiteY3" fmla="*/ 569387 h 2039093"/>
              <a:gd name="connsiteX4" fmla="*/ 2138680 w 3674392"/>
              <a:gd name="connsiteY4" fmla="*/ 1214071 h 2039093"/>
              <a:gd name="connsiteX5" fmla="*/ 1898300 w 3674392"/>
              <a:gd name="connsiteY5" fmla="*/ 1452036 h 2039093"/>
              <a:gd name="connsiteX6" fmla="*/ 1098550 w 3674392"/>
              <a:gd name="connsiteY6" fmla="*/ 2004011 h 2039093"/>
              <a:gd name="connsiteX7" fmla="*/ 0 w 3674392"/>
              <a:gd name="connsiteY7" fmla="*/ 1302971 h 2039093"/>
              <a:gd name="connsiteX0" fmla="*/ 3016250 w 3660956"/>
              <a:gd name="connsiteY0" fmla="*/ 11642 h 2014570"/>
              <a:gd name="connsiteX1" fmla="*/ 3639820 w 3660956"/>
              <a:gd name="connsiteY1" fmla="*/ 1911562 h 2014570"/>
              <a:gd name="connsiteX2" fmla="*/ 2387250 w 3660956"/>
              <a:gd name="connsiteY2" fmla="*/ 149278 h 2014570"/>
              <a:gd name="connsiteX3" fmla="*/ 2450750 w 3660956"/>
              <a:gd name="connsiteY3" fmla="*/ 568378 h 2014570"/>
              <a:gd name="connsiteX4" fmla="*/ 2138680 w 3660956"/>
              <a:gd name="connsiteY4" fmla="*/ 1213062 h 2014570"/>
              <a:gd name="connsiteX5" fmla="*/ 1898300 w 3660956"/>
              <a:gd name="connsiteY5" fmla="*/ 1451027 h 2014570"/>
              <a:gd name="connsiteX6" fmla="*/ 1098550 w 3660956"/>
              <a:gd name="connsiteY6" fmla="*/ 2003002 h 2014570"/>
              <a:gd name="connsiteX7" fmla="*/ 0 w 3660956"/>
              <a:gd name="connsiteY7" fmla="*/ 1301962 h 2014570"/>
              <a:gd name="connsiteX0" fmla="*/ 3016250 w 3660956"/>
              <a:gd name="connsiteY0" fmla="*/ 11642 h 2014570"/>
              <a:gd name="connsiteX1" fmla="*/ 3639820 w 3660956"/>
              <a:gd name="connsiteY1" fmla="*/ 1911562 h 2014570"/>
              <a:gd name="connsiteX2" fmla="*/ 3041300 w 3660956"/>
              <a:gd name="connsiteY2" fmla="*/ 1082727 h 2014570"/>
              <a:gd name="connsiteX3" fmla="*/ 2387250 w 3660956"/>
              <a:gd name="connsiteY3" fmla="*/ 149278 h 2014570"/>
              <a:gd name="connsiteX4" fmla="*/ 2450750 w 3660956"/>
              <a:gd name="connsiteY4" fmla="*/ 568378 h 2014570"/>
              <a:gd name="connsiteX5" fmla="*/ 2138680 w 3660956"/>
              <a:gd name="connsiteY5" fmla="*/ 1213062 h 2014570"/>
              <a:gd name="connsiteX6" fmla="*/ 1898300 w 3660956"/>
              <a:gd name="connsiteY6" fmla="*/ 1451027 h 2014570"/>
              <a:gd name="connsiteX7" fmla="*/ 1098550 w 3660956"/>
              <a:gd name="connsiteY7" fmla="*/ 2003002 h 2014570"/>
              <a:gd name="connsiteX8" fmla="*/ 0 w 3660956"/>
              <a:gd name="connsiteY8" fmla="*/ 1301962 h 2014570"/>
              <a:gd name="connsiteX0" fmla="*/ 3016250 w 3655647"/>
              <a:gd name="connsiteY0" fmla="*/ 334832 h 2337760"/>
              <a:gd name="connsiteX1" fmla="*/ 3639820 w 3655647"/>
              <a:gd name="connsiteY1" fmla="*/ 2234752 h 2337760"/>
              <a:gd name="connsiteX2" fmla="*/ 2495200 w 3655647"/>
              <a:gd name="connsiteY2" fmla="*/ 66067 h 2337760"/>
              <a:gd name="connsiteX3" fmla="*/ 2387250 w 3655647"/>
              <a:gd name="connsiteY3" fmla="*/ 472468 h 2337760"/>
              <a:gd name="connsiteX4" fmla="*/ 2450750 w 3655647"/>
              <a:gd name="connsiteY4" fmla="*/ 891568 h 2337760"/>
              <a:gd name="connsiteX5" fmla="*/ 2138680 w 3655647"/>
              <a:gd name="connsiteY5" fmla="*/ 1536252 h 2337760"/>
              <a:gd name="connsiteX6" fmla="*/ 1898300 w 3655647"/>
              <a:gd name="connsiteY6" fmla="*/ 1774217 h 2337760"/>
              <a:gd name="connsiteX7" fmla="*/ 1098550 w 3655647"/>
              <a:gd name="connsiteY7" fmla="*/ 2326192 h 2337760"/>
              <a:gd name="connsiteX8" fmla="*/ 0 w 3655647"/>
              <a:gd name="connsiteY8" fmla="*/ 1625152 h 2337760"/>
              <a:gd name="connsiteX0" fmla="*/ 3016250 w 3100212"/>
              <a:gd name="connsiteY0" fmla="*/ 334832 h 2337760"/>
              <a:gd name="connsiteX1" fmla="*/ 1995170 w 3100212"/>
              <a:gd name="connsiteY1" fmla="*/ 571052 h 2337760"/>
              <a:gd name="connsiteX2" fmla="*/ 2495200 w 3100212"/>
              <a:gd name="connsiteY2" fmla="*/ 66067 h 2337760"/>
              <a:gd name="connsiteX3" fmla="*/ 2387250 w 3100212"/>
              <a:gd name="connsiteY3" fmla="*/ 472468 h 2337760"/>
              <a:gd name="connsiteX4" fmla="*/ 2450750 w 3100212"/>
              <a:gd name="connsiteY4" fmla="*/ 891568 h 2337760"/>
              <a:gd name="connsiteX5" fmla="*/ 2138680 w 3100212"/>
              <a:gd name="connsiteY5" fmla="*/ 1536252 h 2337760"/>
              <a:gd name="connsiteX6" fmla="*/ 1898300 w 3100212"/>
              <a:gd name="connsiteY6" fmla="*/ 1774217 h 2337760"/>
              <a:gd name="connsiteX7" fmla="*/ 1098550 w 3100212"/>
              <a:gd name="connsiteY7" fmla="*/ 2326192 h 2337760"/>
              <a:gd name="connsiteX8" fmla="*/ 0 w 3100212"/>
              <a:gd name="connsiteY8" fmla="*/ 1625152 h 2337760"/>
              <a:gd name="connsiteX0" fmla="*/ 495300 w 2555359"/>
              <a:gd name="connsiteY0" fmla="*/ 42732 h 2337760"/>
              <a:gd name="connsiteX1" fmla="*/ 1995170 w 2555359"/>
              <a:gd name="connsiteY1" fmla="*/ 571052 h 2337760"/>
              <a:gd name="connsiteX2" fmla="*/ 2495200 w 2555359"/>
              <a:gd name="connsiteY2" fmla="*/ 66067 h 2337760"/>
              <a:gd name="connsiteX3" fmla="*/ 2387250 w 2555359"/>
              <a:gd name="connsiteY3" fmla="*/ 472468 h 2337760"/>
              <a:gd name="connsiteX4" fmla="*/ 2450750 w 2555359"/>
              <a:gd name="connsiteY4" fmla="*/ 891568 h 2337760"/>
              <a:gd name="connsiteX5" fmla="*/ 2138680 w 2555359"/>
              <a:gd name="connsiteY5" fmla="*/ 1536252 h 2337760"/>
              <a:gd name="connsiteX6" fmla="*/ 1898300 w 2555359"/>
              <a:gd name="connsiteY6" fmla="*/ 1774217 h 2337760"/>
              <a:gd name="connsiteX7" fmla="*/ 1098550 w 2555359"/>
              <a:gd name="connsiteY7" fmla="*/ 2326192 h 2337760"/>
              <a:gd name="connsiteX8" fmla="*/ 0 w 2555359"/>
              <a:gd name="connsiteY8" fmla="*/ 1625152 h 2337760"/>
              <a:gd name="connsiteX0" fmla="*/ 495300 w 2526551"/>
              <a:gd name="connsiteY0" fmla="*/ 221226 h 2516254"/>
              <a:gd name="connsiteX1" fmla="*/ 1480820 w 2526551"/>
              <a:gd name="connsiteY1" fmla="*/ 246 h 2516254"/>
              <a:gd name="connsiteX2" fmla="*/ 2495200 w 2526551"/>
              <a:gd name="connsiteY2" fmla="*/ 244561 h 2516254"/>
              <a:gd name="connsiteX3" fmla="*/ 2387250 w 2526551"/>
              <a:gd name="connsiteY3" fmla="*/ 650962 h 2516254"/>
              <a:gd name="connsiteX4" fmla="*/ 2450750 w 2526551"/>
              <a:gd name="connsiteY4" fmla="*/ 1070062 h 2516254"/>
              <a:gd name="connsiteX5" fmla="*/ 2138680 w 2526551"/>
              <a:gd name="connsiteY5" fmla="*/ 1714746 h 2516254"/>
              <a:gd name="connsiteX6" fmla="*/ 1898300 w 2526551"/>
              <a:gd name="connsiteY6" fmla="*/ 1952711 h 2516254"/>
              <a:gd name="connsiteX7" fmla="*/ 1098550 w 2526551"/>
              <a:gd name="connsiteY7" fmla="*/ 2504686 h 2516254"/>
              <a:gd name="connsiteX8" fmla="*/ 0 w 2526551"/>
              <a:gd name="connsiteY8" fmla="*/ 1803646 h 2516254"/>
              <a:gd name="connsiteX0" fmla="*/ 495300 w 2611051"/>
              <a:gd name="connsiteY0" fmla="*/ 475018 h 2770046"/>
              <a:gd name="connsiteX1" fmla="*/ 2293620 w 2611051"/>
              <a:gd name="connsiteY1" fmla="*/ 38 h 2770046"/>
              <a:gd name="connsiteX2" fmla="*/ 2495200 w 2611051"/>
              <a:gd name="connsiteY2" fmla="*/ 498353 h 2770046"/>
              <a:gd name="connsiteX3" fmla="*/ 2387250 w 2611051"/>
              <a:gd name="connsiteY3" fmla="*/ 904754 h 2770046"/>
              <a:gd name="connsiteX4" fmla="*/ 2450750 w 2611051"/>
              <a:gd name="connsiteY4" fmla="*/ 1323854 h 2770046"/>
              <a:gd name="connsiteX5" fmla="*/ 2138680 w 2611051"/>
              <a:gd name="connsiteY5" fmla="*/ 1968538 h 2770046"/>
              <a:gd name="connsiteX6" fmla="*/ 1898300 w 2611051"/>
              <a:gd name="connsiteY6" fmla="*/ 2206503 h 2770046"/>
              <a:gd name="connsiteX7" fmla="*/ 1098550 w 2611051"/>
              <a:gd name="connsiteY7" fmla="*/ 2758478 h 2770046"/>
              <a:gd name="connsiteX8" fmla="*/ 0 w 2611051"/>
              <a:gd name="connsiteY8" fmla="*/ 2057438 h 2770046"/>
              <a:gd name="connsiteX0" fmla="*/ 495300 w 2629905"/>
              <a:gd name="connsiteY0" fmla="*/ 475103 h 2770131"/>
              <a:gd name="connsiteX1" fmla="*/ 2293620 w 2629905"/>
              <a:gd name="connsiteY1" fmla="*/ 123 h 2770131"/>
              <a:gd name="connsiteX2" fmla="*/ 2520600 w 2629905"/>
              <a:gd name="connsiteY2" fmla="*/ 517488 h 2770131"/>
              <a:gd name="connsiteX3" fmla="*/ 2387250 w 2629905"/>
              <a:gd name="connsiteY3" fmla="*/ 904839 h 2770131"/>
              <a:gd name="connsiteX4" fmla="*/ 2450750 w 2629905"/>
              <a:gd name="connsiteY4" fmla="*/ 1323939 h 2770131"/>
              <a:gd name="connsiteX5" fmla="*/ 2138680 w 2629905"/>
              <a:gd name="connsiteY5" fmla="*/ 1968623 h 2770131"/>
              <a:gd name="connsiteX6" fmla="*/ 1898300 w 2629905"/>
              <a:gd name="connsiteY6" fmla="*/ 2206588 h 2770131"/>
              <a:gd name="connsiteX7" fmla="*/ 1098550 w 2629905"/>
              <a:gd name="connsiteY7" fmla="*/ 2758563 h 2770131"/>
              <a:gd name="connsiteX8" fmla="*/ 0 w 2629905"/>
              <a:gd name="connsiteY8" fmla="*/ 2057523 h 2770131"/>
              <a:gd name="connsiteX0" fmla="*/ 495300 w 2595869"/>
              <a:gd name="connsiteY0" fmla="*/ 678253 h 2973281"/>
              <a:gd name="connsiteX1" fmla="*/ 2134870 w 2595869"/>
              <a:gd name="connsiteY1" fmla="*/ 73 h 2973281"/>
              <a:gd name="connsiteX2" fmla="*/ 2520600 w 2595869"/>
              <a:gd name="connsiteY2" fmla="*/ 720638 h 2973281"/>
              <a:gd name="connsiteX3" fmla="*/ 2387250 w 2595869"/>
              <a:gd name="connsiteY3" fmla="*/ 1107989 h 2973281"/>
              <a:gd name="connsiteX4" fmla="*/ 2450750 w 2595869"/>
              <a:gd name="connsiteY4" fmla="*/ 1527089 h 2973281"/>
              <a:gd name="connsiteX5" fmla="*/ 2138680 w 2595869"/>
              <a:gd name="connsiteY5" fmla="*/ 2171773 h 2973281"/>
              <a:gd name="connsiteX6" fmla="*/ 1898300 w 2595869"/>
              <a:gd name="connsiteY6" fmla="*/ 2409738 h 2973281"/>
              <a:gd name="connsiteX7" fmla="*/ 1098550 w 2595869"/>
              <a:gd name="connsiteY7" fmla="*/ 2961713 h 2973281"/>
              <a:gd name="connsiteX8" fmla="*/ 0 w 2595869"/>
              <a:gd name="connsiteY8" fmla="*/ 2260673 h 2973281"/>
              <a:gd name="connsiteX0" fmla="*/ 495300 w 2576950"/>
              <a:gd name="connsiteY0" fmla="*/ 703703 h 2998731"/>
              <a:gd name="connsiteX1" fmla="*/ 1510952 w 2576950"/>
              <a:gd name="connsiteY1" fmla="*/ 212689 h 2998731"/>
              <a:gd name="connsiteX2" fmla="*/ 2134870 w 2576950"/>
              <a:gd name="connsiteY2" fmla="*/ 25523 h 2998731"/>
              <a:gd name="connsiteX3" fmla="*/ 2520600 w 2576950"/>
              <a:gd name="connsiteY3" fmla="*/ 746088 h 2998731"/>
              <a:gd name="connsiteX4" fmla="*/ 2387250 w 2576950"/>
              <a:gd name="connsiteY4" fmla="*/ 1133439 h 2998731"/>
              <a:gd name="connsiteX5" fmla="*/ 2450750 w 2576950"/>
              <a:gd name="connsiteY5" fmla="*/ 1552539 h 2998731"/>
              <a:gd name="connsiteX6" fmla="*/ 2138680 w 2576950"/>
              <a:gd name="connsiteY6" fmla="*/ 2197223 h 2998731"/>
              <a:gd name="connsiteX7" fmla="*/ 1898300 w 2576950"/>
              <a:gd name="connsiteY7" fmla="*/ 2435188 h 2998731"/>
              <a:gd name="connsiteX8" fmla="*/ 1098550 w 2576950"/>
              <a:gd name="connsiteY8" fmla="*/ 2987163 h 2998731"/>
              <a:gd name="connsiteX9" fmla="*/ 0 w 2576950"/>
              <a:gd name="connsiteY9" fmla="*/ 2286123 h 2998731"/>
              <a:gd name="connsiteX0" fmla="*/ 495300 w 2571224"/>
              <a:gd name="connsiteY0" fmla="*/ 682631 h 2977659"/>
              <a:gd name="connsiteX1" fmla="*/ 1942752 w 2571224"/>
              <a:gd name="connsiteY1" fmla="*/ 1220317 h 2977659"/>
              <a:gd name="connsiteX2" fmla="*/ 2134870 w 2571224"/>
              <a:gd name="connsiteY2" fmla="*/ 4451 h 2977659"/>
              <a:gd name="connsiteX3" fmla="*/ 2520600 w 2571224"/>
              <a:gd name="connsiteY3" fmla="*/ 725016 h 2977659"/>
              <a:gd name="connsiteX4" fmla="*/ 2387250 w 2571224"/>
              <a:gd name="connsiteY4" fmla="*/ 1112367 h 2977659"/>
              <a:gd name="connsiteX5" fmla="*/ 2450750 w 2571224"/>
              <a:gd name="connsiteY5" fmla="*/ 1531467 h 2977659"/>
              <a:gd name="connsiteX6" fmla="*/ 2138680 w 2571224"/>
              <a:gd name="connsiteY6" fmla="*/ 2176151 h 2977659"/>
              <a:gd name="connsiteX7" fmla="*/ 1898300 w 2571224"/>
              <a:gd name="connsiteY7" fmla="*/ 2414116 h 2977659"/>
              <a:gd name="connsiteX8" fmla="*/ 1098550 w 2571224"/>
              <a:gd name="connsiteY8" fmla="*/ 2966091 h 2977659"/>
              <a:gd name="connsiteX9" fmla="*/ 0 w 2571224"/>
              <a:gd name="connsiteY9" fmla="*/ 2265051 h 2977659"/>
              <a:gd name="connsiteX0" fmla="*/ 298450 w 2571224"/>
              <a:gd name="connsiteY0" fmla="*/ 1654181 h 2977659"/>
              <a:gd name="connsiteX1" fmla="*/ 1942752 w 2571224"/>
              <a:gd name="connsiteY1" fmla="*/ 1220317 h 2977659"/>
              <a:gd name="connsiteX2" fmla="*/ 2134870 w 2571224"/>
              <a:gd name="connsiteY2" fmla="*/ 4451 h 2977659"/>
              <a:gd name="connsiteX3" fmla="*/ 2520600 w 2571224"/>
              <a:gd name="connsiteY3" fmla="*/ 725016 h 2977659"/>
              <a:gd name="connsiteX4" fmla="*/ 2387250 w 2571224"/>
              <a:gd name="connsiteY4" fmla="*/ 1112367 h 2977659"/>
              <a:gd name="connsiteX5" fmla="*/ 2450750 w 2571224"/>
              <a:gd name="connsiteY5" fmla="*/ 1531467 h 2977659"/>
              <a:gd name="connsiteX6" fmla="*/ 2138680 w 2571224"/>
              <a:gd name="connsiteY6" fmla="*/ 2176151 h 2977659"/>
              <a:gd name="connsiteX7" fmla="*/ 1898300 w 2571224"/>
              <a:gd name="connsiteY7" fmla="*/ 2414116 h 2977659"/>
              <a:gd name="connsiteX8" fmla="*/ 1098550 w 2571224"/>
              <a:gd name="connsiteY8" fmla="*/ 2966091 h 2977659"/>
              <a:gd name="connsiteX9" fmla="*/ 0 w 2571224"/>
              <a:gd name="connsiteY9" fmla="*/ 2265051 h 2977659"/>
              <a:gd name="connsiteX0" fmla="*/ 298450 w 2571224"/>
              <a:gd name="connsiteY0" fmla="*/ 1654181 h 2977659"/>
              <a:gd name="connsiteX1" fmla="*/ 1237902 w 2571224"/>
              <a:gd name="connsiteY1" fmla="*/ 1398117 h 2977659"/>
              <a:gd name="connsiteX2" fmla="*/ 1942752 w 2571224"/>
              <a:gd name="connsiteY2" fmla="*/ 1220317 h 2977659"/>
              <a:gd name="connsiteX3" fmla="*/ 2134870 w 2571224"/>
              <a:gd name="connsiteY3" fmla="*/ 4451 h 2977659"/>
              <a:gd name="connsiteX4" fmla="*/ 2520600 w 2571224"/>
              <a:gd name="connsiteY4" fmla="*/ 725016 h 2977659"/>
              <a:gd name="connsiteX5" fmla="*/ 2387250 w 2571224"/>
              <a:gd name="connsiteY5" fmla="*/ 1112367 h 2977659"/>
              <a:gd name="connsiteX6" fmla="*/ 2450750 w 2571224"/>
              <a:gd name="connsiteY6" fmla="*/ 1531467 h 2977659"/>
              <a:gd name="connsiteX7" fmla="*/ 2138680 w 2571224"/>
              <a:gd name="connsiteY7" fmla="*/ 2176151 h 2977659"/>
              <a:gd name="connsiteX8" fmla="*/ 1898300 w 2571224"/>
              <a:gd name="connsiteY8" fmla="*/ 2414116 h 2977659"/>
              <a:gd name="connsiteX9" fmla="*/ 1098550 w 2571224"/>
              <a:gd name="connsiteY9" fmla="*/ 2966091 h 2977659"/>
              <a:gd name="connsiteX10" fmla="*/ 0 w 2571224"/>
              <a:gd name="connsiteY10" fmla="*/ 2265051 h 2977659"/>
              <a:gd name="connsiteX0" fmla="*/ 298450 w 2571224"/>
              <a:gd name="connsiteY0" fmla="*/ 1654181 h 2977659"/>
              <a:gd name="connsiteX1" fmla="*/ 907702 w 2571224"/>
              <a:gd name="connsiteY1" fmla="*/ 2096617 h 2977659"/>
              <a:gd name="connsiteX2" fmla="*/ 1942752 w 2571224"/>
              <a:gd name="connsiteY2" fmla="*/ 1220317 h 2977659"/>
              <a:gd name="connsiteX3" fmla="*/ 2134870 w 2571224"/>
              <a:gd name="connsiteY3" fmla="*/ 4451 h 2977659"/>
              <a:gd name="connsiteX4" fmla="*/ 2520600 w 2571224"/>
              <a:gd name="connsiteY4" fmla="*/ 725016 h 2977659"/>
              <a:gd name="connsiteX5" fmla="*/ 2387250 w 2571224"/>
              <a:gd name="connsiteY5" fmla="*/ 1112367 h 2977659"/>
              <a:gd name="connsiteX6" fmla="*/ 2450750 w 2571224"/>
              <a:gd name="connsiteY6" fmla="*/ 1531467 h 2977659"/>
              <a:gd name="connsiteX7" fmla="*/ 2138680 w 2571224"/>
              <a:gd name="connsiteY7" fmla="*/ 2176151 h 2977659"/>
              <a:gd name="connsiteX8" fmla="*/ 1898300 w 2571224"/>
              <a:gd name="connsiteY8" fmla="*/ 2414116 h 2977659"/>
              <a:gd name="connsiteX9" fmla="*/ 1098550 w 2571224"/>
              <a:gd name="connsiteY9" fmla="*/ 2966091 h 2977659"/>
              <a:gd name="connsiteX10" fmla="*/ 0 w 2571224"/>
              <a:gd name="connsiteY10" fmla="*/ 2265051 h 2977659"/>
              <a:gd name="connsiteX0" fmla="*/ 6350 w 2571224"/>
              <a:gd name="connsiteY0" fmla="*/ 2257431 h 2977659"/>
              <a:gd name="connsiteX1" fmla="*/ 907702 w 2571224"/>
              <a:gd name="connsiteY1" fmla="*/ 2096617 h 2977659"/>
              <a:gd name="connsiteX2" fmla="*/ 1942752 w 2571224"/>
              <a:gd name="connsiteY2" fmla="*/ 1220317 h 2977659"/>
              <a:gd name="connsiteX3" fmla="*/ 2134870 w 2571224"/>
              <a:gd name="connsiteY3" fmla="*/ 4451 h 2977659"/>
              <a:gd name="connsiteX4" fmla="*/ 2520600 w 2571224"/>
              <a:gd name="connsiteY4" fmla="*/ 725016 h 2977659"/>
              <a:gd name="connsiteX5" fmla="*/ 2387250 w 2571224"/>
              <a:gd name="connsiteY5" fmla="*/ 1112367 h 2977659"/>
              <a:gd name="connsiteX6" fmla="*/ 2450750 w 2571224"/>
              <a:gd name="connsiteY6" fmla="*/ 1531467 h 2977659"/>
              <a:gd name="connsiteX7" fmla="*/ 2138680 w 2571224"/>
              <a:gd name="connsiteY7" fmla="*/ 2176151 h 2977659"/>
              <a:gd name="connsiteX8" fmla="*/ 1898300 w 2571224"/>
              <a:gd name="connsiteY8" fmla="*/ 2414116 h 2977659"/>
              <a:gd name="connsiteX9" fmla="*/ 1098550 w 2571224"/>
              <a:gd name="connsiteY9" fmla="*/ 2966091 h 2977659"/>
              <a:gd name="connsiteX10" fmla="*/ 0 w 2571224"/>
              <a:gd name="connsiteY10" fmla="*/ 2265051 h 2977659"/>
              <a:gd name="connsiteX0" fmla="*/ 6350 w 2571224"/>
              <a:gd name="connsiteY0" fmla="*/ 2257431 h 2803858"/>
              <a:gd name="connsiteX1" fmla="*/ 907702 w 2571224"/>
              <a:gd name="connsiteY1" fmla="*/ 2096617 h 2803858"/>
              <a:gd name="connsiteX2" fmla="*/ 1942752 w 2571224"/>
              <a:gd name="connsiteY2" fmla="*/ 1220317 h 2803858"/>
              <a:gd name="connsiteX3" fmla="*/ 2134870 w 2571224"/>
              <a:gd name="connsiteY3" fmla="*/ 4451 h 2803858"/>
              <a:gd name="connsiteX4" fmla="*/ 2520600 w 2571224"/>
              <a:gd name="connsiteY4" fmla="*/ 725016 h 2803858"/>
              <a:gd name="connsiteX5" fmla="*/ 2387250 w 2571224"/>
              <a:gd name="connsiteY5" fmla="*/ 1112367 h 2803858"/>
              <a:gd name="connsiteX6" fmla="*/ 2450750 w 2571224"/>
              <a:gd name="connsiteY6" fmla="*/ 1531467 h 2803858"/>
              <a:gd name="connsiteX7" fmla="*/ 2138680 w 2571224"/>
              <a:gd name="connsiteY7" fmla="*/ 2176151 h 2803858"/>
              <a:gd name="connsiteX8" fmla="*/ 1898300 w 2571224"/>
              <a:gd name="connsiteY8" fmla="*/ 2414116 h 2803858"/>
              <a:gd name="connsiteX9" fmla="*/ 1136650 w 2571224"/>
              <a:gd name="connsiteY9" fmla="*/ 2788291 h 2803858"/>
              <a:gd name="connsiteX10" fmla="*/ 0 w 2571224"/>
              <a:gd name="connsiteY10" fmla="*/ 2265051 h 2803858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138680 w 2571224"/>
              <a:gd name="connsiteY7" fmla="*/ 2176151 h 2806047"/>
              <a:gd name="connsiteX8" fmla="*/ 1936400 w 2571224"/>
              <a:gd name="connsiteY8" fmla="*/ 2477616 h 2806047"/>
              <a:gd name="connsiteX9" fmla="*/ 1136650 w 2571224"/>
              <a:gd name="connsiteY9" fmla="*/ 2788291 h 2806047"/>
              <a:gd name="connsiteX10" fmla="*/ 0 w 2571224"/>
              <a:gd name="connsiteY10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138680 w 2571224"/>
              <a:gd name="connsiteY7" fmla="*/ 2176151 h 2806047"/>
              <a:gd name="connsiteX8" fmla="*/ 1936400 w 2571224"/>
              <a:gd name="connsiteY8" fmla="*/ 2477616 h 2806047"/>
              <a:gd name="connsiteX9" fmla="*/ 1136650 w 2571224"/>
              <a:gd name="connsiteY9" fmla="*/ 2788291 h 2806047"/>
              <a:gd name="connsiteX10" fmla="*/ 0 w 2571224"/>
              <a:gd name="connsiteY10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138680 w 2571224"/>
              <a:gd name="connsiteY7" fmla="*/ 2176151 h 2806047"/>
              <a:gd name="connsiteX8" fmla="*/ 1936400 w 2571224"/>
              <a:gd name="connsiteY8" fmla="*/ 2477616 h 2806047"/>
              <a:gd name="connsiteX9" fmla="*/ 1136650 w 2571224"/>
              <a:gd name="connsiteY9" fmla="*/ 2788291 h 2806047"/>
              <a:gd name="connsiteX10" fmla="*/ 0 w 2571224"/>
              <a:gd name="connsiteY10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119630 w 2571224"/>
              <a:gd name="connsiteY7" fmla="*/ 2169801 h 2806047"/>
              <a:gd name="connsiteX8" fmla="*/ 1936400 w 2571224"/>
              <a:gd name="connsiteY8" fmla="*/ 2477616 h 2806047"/>
              <a:gd name="connsiteX9" fmla="*/ 1136650 w 2571224"/>
              <a:gd name="connsiteY9" fmla="*/ 2788291 h 2806047"/>
              <a:gd name="connsiteX10" fmla="*/ 0 w 2571224"/>
              <a:gd name="connsiteY10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228502 w 2571224"/>
              <a:gd name="connsiteY7" fmla="*/ 1829917 h 2806047"/>
              <a:gd name="connsiteX8" fmla="*/ 2119630 w 2571224"/>
              <a:gd name="connsiteY8" fmla="*/ 2169801 h 2806047"/>
              <a:gd name="connsiteX9" fmla="*/ 1936400 w 2571224"/>
              <a:gd name="connsiteY9" fmla="*/ 2477616 h 2806047"/>
              <a:gd name="connsiteX10" fmla="*/ 1136650 w 2571224"/>
              <a:gd name="connsiteY10" fmla="*/ 2788291 h 2806047"/>
              <a:gd name="connsiteX11" fmla="*/ 0 w 2571224"/>
              <a:gd name="connsiteY11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520602 w 2571224"/>
              <a:gd name="connsiteY7" fmla="*/ 1880717 h 2806047"/>
              <a:gd name="connsiteX8" fmla="*/ 2119630 w 2571224"/>
              <a:gd name="connsiteY8" fmla="*/ 2169801 h 2806047"/>
              <a:gd name="connsiteX9" fmla="*/ 1936400 w 2571224"/>
              <a:gd name="connsiteY9" fmla="*/ 2477616 h 2806047"/>
              <a:gd name="connsiteX10" fmla="*/ 1136650 w 2571224"/>
              <a:gd name="connsiteY10" fmla="*/ 2788291 h 2806047"/>
              <a:gd name="connsiteX11" fmla="*/ 0 w 2571224"/>
              <a:gd name="connsiteY11" fmla="*/ 2265051 h 2806047"/>
              <a:gd name="connsiteX0" fmla="*/ 6350 w 2648659"/>
              <a:gd name="connsiteY0" fmla="*/ 2257431 h 2806047"/>
              <a:gd name="connsiteX1" fmla="*/ 907702 w 2648659"/>
              <a:gd name="connsiteY1" fmla="*/ 2096617 h 2806047"/>
              <a:gd name="connsiteX2" fmla="*/ 1942752 w 2648659"/>
              <a:gd name="connsiteY2" fmla="*/ 1220317 h 2806047"/>
              <a:gd name="connsiteX3" fmla="*/ 2134870 w 2648659"/>
              <a:gd name="connsiteY3" fmla="*/ 4451 h 2806047"/>
              <a:gd name="connsiteX4" fmla="*/ 2520600 w 2648659"/>
              <a:gd name="connsiteY4" fmla="*/ 725016 h 2806047"/>
              <a:gd name="connsiteX5" fmla="*/ 2387250 w 2648659"/>
              <a:gd name="connsiteY5" fmla="*/ 1112367 h 2806047"/>
              <a:gd name="connsiteX6" fmla="*/ 2450750 w 2648659"/>
              <a:gd name="connsiteY6" fmla="*/ 1531467 h 2806047"/>
              <a:gd name="connsiteX7" fmla="*/ 2641252 w 2648659"/>
              <a:gd name="connsiteY7" fmla="*/ 1906117 h 2806047"/>
              <a:gd name="connsiteX8" fmla="*/ 2119630 w 2648659"/>
              <a:gd name="connsiteY8" fmla="*/ 2169801 h 2806047"/>
              <a:gd name="connsiteX9" fmla="*/ 1936400 w 2648659"/>
              <a:gd name="connsiteY9" fmla="*/ 2477616 h 2806047"/>
              <a:gd name="connsiteX10" fmla="*/ 1136650 w 2648659"/>
              <a:gd name="connsiteY10" fmla="*/ 2788291 h 2806047"/>
              <a:gd name="connsiteX11" fmla="*/ 0 w 2648659"/>
              <a:gd name="connsiteY11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488852 w 2571224"/>
              <a:gd name="connsiteY7" fmla="*/ 1887067 h 2806047"/>
              <a:gd name="connsiteX8" fmla="*/ 2119630 w 2571224"/>
              <a:gd name="connsiteY8" fmla="*/ 2169801 h 2806047"/>
              <a:gd name="connsiteX9" fmla="*/ 1936400 w 2571224"/>
              <a:gd name="connsiteY9" fmla="*/ 2477616 h 2806047"/>
              <a:gd name="connsiteX10" fmla="*/ 1136650 w 2571224"/>
              <a:gd name="connsiteY10" fmla="*/ 2788291 h 2806047"/>
              <a:gd name="connsiteX11" fmla="*/ 0 w 2571224"/>
              <a:gd name="connsiteY11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488852 w 2571224"/>
              <a:gd name="connsiteY7" fmla="*/ 1887067 h 2806047"/>
              <a:gd name="connsiteX8" fmla="*/ 2119630 w 2571224"/>
              <a:gd name="connsiteY8" fmla="*/ 2169801 h 2806047"/>
              <a:gd name="connsiteX9" fmla="*/ 1936400 w 2571224"/>
              <a:gd name="connsiteY9" fmla="*/ 2477616 h 2806047"/>
              <a:gd name="connsiteX10" fmla="*/ 1136650 w 2571224"/>
              <a:gd name="connsiteY10" fmla="*/ 2788291 h 2806047"/>
              <a:gd name="connsiteX11" fmla="*/ 0 w 2571224"/>
              <a:gd name="connsiteY11" fmla="*/ 2265051 h 2806047"/>
              <a:gd name="connsiteX0" fmla="*/ 6350 w 2571224"/>
              <a:gd name="connsiteY0" fmla="*/ 2257431 h 2806047"/>
              <a:gd name="connsiteX1" fmla="*/ 907702 w 2571224"/>
              <a:gd name="connsiteY1" fmla="*/ 2096617 h 2806047"/>
              <a:gd name="connsiteX2" fmla="*/ 1942752 w 2571224"/>
              <a:gd name="connsiteY2" fmla="*/ 1220317 h 2806047"/>
              <a:gd name="connsiteX3" fmla="*/ 2134870 w 2571224"/>
              <a:gd name="connsiteY3" fmla="*/ 4451 h 2806047"/>
              <a:gd name="connsiteX4" fmla="*/ 2520600 w 2571224"/>
              <a:gd name="connsiteY4" fmla="*/ 725016 h 2806047"/>
              <a:gd name="connsiteX5" fmla="*/ 2387250 w 2571224"/>
              <a:gd name="connsiteY5" fmla="*/ 1112367 h 2806047"/>
              <a:gd name="connsiteX6" fmla="*/ 2450750 w 2571224"/>
              <a:gd name="connsiteY6" fmla="*/ 1531467 h 2806047"/>
              <a:gd name="connsiteX7" fmla="*/ 2488852 w 2571224"/>
              <a:gd name="connsiteY7" fmla="*/ 1887067 h 2806047"/>
              <a:gd name="connsiteX8" fmla="*/ 2119630 w 2571224"/>
              <a:gd name="connsiteY8" fmla="*/ 2169801 h 2806047"/>
              <a:gd name="connsiteX9" fmla="*/ 1936400 w 2571224"/>
              <a:gd name="connsiteY9" fmla="*/ 2477616 h 2806047"/>
              <a:gd name="connsiteX10" fmla="*/ 1136650 w 2571224"/>
              <a:gd name="connsiteY10" fmla="*/ 2788291 h 2806047"/>
              <a:gd name="connsiteX11" fmla="*/ 0 w 2571224"/>
              <a:gd name="connsiteY11" fmla="*/ 2265051 h 2806047"/>
              <a:gd name="connsiteX0" fmla="*/ 6350 w 2571224"/>
              <a:gd name="connsiteY0" fmla="*/ 2257431 h 2809288"/>
              <a:gd name="connsiteX1" fmla="*/ 907702 w 2571224"/>
              <a:gd name="connsiteY1" fmla="*/ 2096617 h 2809288"/>
              <a:gd name="connsiteX2" fmla="*/ 1942752 w 2571224"/>
              <a:gd name="connsiteY2" fmla="*/ 1220317 h 2809288"/>
              <a:gd name="connsiteX3" fmla="*/ 2134870 w 2571224"/>
              <a:gd name="connsiteY3" fmla="*/ 4451 h 2809288"/>
              <a:gd name="connsiteX4" fmla="*/ 2520600 w 2571224"/>
              <a:gd name="connsiteY4" fmla="*/ 725016 h 2809288"/>
              <a:gd name="connsiteX5" fmla="*/ 2387250 w 2571224"/>
              <a:gd name="connsiteY5" fmla="*/ 1112367 h 2809288"/>
              <a:gd name="connsiteX6" fmla="*/ 2450750 w 2571224"/>
              <a:gd name="connsiteY6" fmla="*/ 1531467 h 2809288"/>
              <a:gd name="connsiteX7" fmla="*/ 2488852 w 2571224"/>
              <a:gd name="connsiteY7" fmla="*/ 1887067 h 2809288"/>
              <a:gd name="connsiteX8" fmla="*/ 2119630 w 2571224"/>
              <a:gd name="connsiteY8" fmla="*/ 2169801 h 2809288"/>
              <a:gd name="connsiteX9" fmla="*/ 1987200 w 2571224"/>
              <a:gd name="connsiteY9" fmla="*/ 2547466 h 2809288"/>
              <a:gd name="connsiteX10" fmla="*/ 1136650 w 2571224"/>
              <a:gd name="connsiteY10" fmla="*/ 2788291 h 2809288"/>
              <a:gd name="connsiteX11" fmla="*/ 0 w 2571224"/>
              <a:gd name="connsiteY11" fmla="*/ 2265051 h 2809288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71224"/>
              <a:gd name="connsiteY0" fmla="*/ 2257431 h 2818161"/>
              <a:gd name="connsiteX1" fmla="*/ 907702 w 2571224"/>
              <a:gd name="connsiteY1" fmla="*/ 2096617 h 2818161"/>
              <a:gd name="connsiteX2" fmla="*/ 1942752 w 2571224"/>
              <a:gd name="connsiteY2" fmla="*/ 1220317 h 2818161"/>
              <a:gd name="connsiteX3" fmla="*/ 2134870 w 2571224"/>
              <a:gd name="connsiteY3" fmla="*/ 4451 h 2818161"/>
              <a:gd name="connsiteX4" fmla="*/ 2520600 w 2571224"/>
              <a:gd name="connsiteY4" fmla="*/ 725016 h 2818161"/>
              <a:gd name="connsiteX5" fmla="*/ 2387250 w 2571224"/>
              <a:gd name="connsiteY5" fmla="*/ 1112367 h 2818161"/>
              <a:gd name="connsiteX6" fmla="*/ 2450750 w 2571224"/>
              <a:gd name="connsiteY6" fmla="*/ 1531467 h 2818161"/>
              <a:gd name="connsiteX7" fmla="*/ 2488852 w 2571224"/>
              <a:gd name="connsiteY7" fmla="*/ 1887067 h 2818161"/>
              <a:gd name="connsiteX8" fmla="*/ 2119630 w 2571224"/>
              <a:gd name="connsiteY8" fmla="*/ 2169801 h 2818161"/>
              <a:gd name="connsiteX9" fmla="*/ 2057050 w 2571224"/>
              <a:gd name="connsiteY9" fmla="*/ 2661766 h 2818161"/>
              <a:gd name="connsiteX10" fmla="*/ 1136650 w 2571224"/>
              <a:gd name="connsiteY10" fmla="*/ 2788291 h 2818161"/>
              <a:gd name="connsiteX11" fmla="*/ 0 w 2571224"/>
              <a:gd name="connsiteY11" fmla="*/ 2265051 h 2818161"/>
              <a:gd name="connsiteX0" fmla="*/ 6350 w 2545900"/>
              <a:gd name="connsiteY0" fmla="*/ 2257857 h 2818587"/>
              <a:gd name="connsiteX1" fmla="*/ 907702 w 2545900"/>
              <a:gd name="connsiteY1" fmla="*/ 2097043 h 2818587"/>
              <a:gd name="connsiteX2" fmla="*/ 1942752 w 2545900"/>
              <a:gd name="connsiteY2" fmla="*/ 1220743 h 2818587"/>
              <a:gd name="connsiteX3" fmla="*/ 2134870 w 2545900"/>
              <a:gd name="connsiteY3" fmla="*/ 4877 h 2818587"/>
              <a:gd name="connsiteX4" fmla="*/ 2520600 w 2545900"/>
              <a:gd name="connsiteY4" fmla="*/ 725442 h 2818587"/>
              <a:gd name="connsiteX5" fmla="*/ 2387250 w 2545900"/>
              <a:gd name="connsiteY5" fmla="*/ 1112793 h 2818587"/>
              <a:gd name="connsiteX6" fmla="*/ 2450750 w 2545900"/>
              <a:gd name="connsiteY6" fmla="*/ 1531893 h 2818587"/>
              <a:gd name="connsiteX7" fmla="*/ 2488852 w 2545900"/>
              <a:gd name="connsiteY7" fmla="*/ 1887493 h 2818587"/>
              <a:gd name="connsiteX8" fmla="*/ 2119630 w 2545900"/>
              <a:gd name="connsiteY8" fmla="*/ 2170227 h 2818587"/>
              <a:gd name="connsiteX9" fmla="*/ 2057050 w 2545900"/>
              <a:gd name="connsiteY9" fmla="*/ 2662192 h 2818587"/>
              <a:gd name="connsiteX10" fmla="*/ 1136650 w 2545900"/>
              <a:gd name="connsiteY10" fmla="*/ 2788717 h 2818587"/>
              <a:gd name="connsiteX11" fmla="*/ 0 w 2545900"/>
              <a:gd name="connsiteY11" fmla="*/ 2265477 h 2818587"/>
              <a:gd name="connsiteX0" fmla="*/ 6350 w 2545900"/>
              <a:gd name="connsiteY0" fmla="*/ 2258674 h 2819404"/>
              <a:gd name="connsiteX1" fmla="*/ 907702 w 2545900"/>
              <a:gd name="connsiteY1" fmla="*/ 2097860 h 2819404"/>
              <a:gd name="connsiteX2" fmla="*/ 1942752 w 2545900"/>
              <a:gd name="connsiteY2" fmla="*/ 1221560 h 2819404"/>
              <a:gd name="connsiteX3" fmla="*/ 2134870 w 2545900"/>
              <a:gd name="connsiteY3" fmla="*/ 5694 h 2819404"/>
              <a:gd name="connsiteX4" fmla="*/ 2520600 w 2545900"/>
              <a:gd name="connsiteY4" fmla="*/ 726259 h 2819404"/>
              <a:gd name="connsiteX5" fmla="*/ 2387250 w 2545900"/>
              <a:gd name="connsiteY5" fmla="*/ 1113610 h 2819404"/>
              <a:gd name="connsiteX6" fmla="*/ 2450750 w 2545900"/>
              <a:gd name="connsiteY6" fmla="*/ 1532710 h 2819404"/>
              <a:gd name="connsiteX7" fmla="*/ 2488852 w 2545900"/>
              <a:gd name="connsiteY7" fmla="*/ 1888310 h 2819404"/>
              <a:gd name="connsiteX8" fmla="*/ 2119630 w 2545900"/>
              <a:gd name="connsiteY8" fmla="*/ 2171044 h 2819404"/>
              <a:gd name="connsiteX9" fmla="*/ 2057050 w 2545900"/>
              <a:gd name="connsiteY9" fmla="*/ 2663009 h 2819404"/>
              <a:gd name="connsiteX10" fmla="*/ 1136650 w 2545900"/>
              <a:gd name="connsiteY10" fmla="*/ 2789534 h 2819404"/>
              <a:gd name="connsiteX11" fmla="*/ 0 w 2545900"/>
              <a:gd name="connsiteY11" fmla="*/ 2266294 h 2819404"/>
              <a:gd name="connsiteX0" fmla="*/ 6350 w 2545900"/>
              <a:gd name="connsiteY0" fmla="*/ 2258674 h 2819404"/>
              <a:gd name="connsiteX1" fmla="*/ 907702 w 2545900"/>
              <a:gd name="connsiteY1" fmla="*/ 2097860 h 2819404"/>
              <a:gd name="connsiteX2" fmla="*/ 1942752 w 2545900"/>
              <a:gd name="connsiteY2" fmla="*/ 1221560 h 2819404"/>
              <a:gd name="connsiteX3" fmla="*/ 2134870 w 2545900"/>
              <a:gd name="connsiteY3" fmla="*/ 5694 h 2819404"/>
              <a:gd name="connsiteX4" fmla="*/ 2520600 w 2545900"/>
              <a:gd name="connsiteY4" fmla="*/ 726259 h 2819404"/>
              <a:gd name="connsiteX5" fmla="*/ 2387250 w 2545900"/>
              <a:gd name="connsiteY5" fmla="*/ 1113610 h 2819404"/>
              <a:gd name="connsiteX6" fmla="*/ 2450750 w 2545900"/>
              <a:gd name="connsiteY6" fmla="*/ 1532710 h 2819404"/>
              <a:gd name="connsiteX7" fmla="*/ 2488852 w 2545900"/>
              <a:gd name="connsiteY7" fmla="*/ 1888310 h 2819404"/>
              <a:gd name="connsiteX8" fmla="*/ 2119630 w 2545900"/>
              <a:gd name="connsiteY8" fmla="*/ 2171044 h 2819404"/>
              <a:gd name="connsiteX9" fmla="*/ 2057050 w 2545900"/>
              <a:gd name="connsiteY9" fmla="*/ 2663009 h 2819404"/>
              <a:gd name="connsiteX10" fmla="*/ 1136650 w 2545900"/>
              <a:gd name="connsiteY10" fmla="*/ 2789534 h 2819404"/>
              <a:gd name="connsiteX11" fmla="*/ 0 w 2545900"/>
              <a:gd name="connsiteY11" fmla="*/ 2266294 h 2819404"/>
              <a:gd name="connsiteX0" fmla="*/ 6350 w 2545900"/>
              <a:gd name="connsiteY0" fmla="*/ 2258674 h 2819404"/>
              <a:gd name="connsiteX1" fmla="*/ 907702 w 2545900"/>
              <a:gd name="connsiteY1" fmla="*/ 2097860 h 2819404"/>
              <a:gd name="connsiteX2" fmla="*/ 1942752 w 2545900"/>
              <a:gd name="connsiteY2" fmla="*/ 1221560 h 2819404"/>
              <a:gd name="connsiteX3" fmla="*/ 2134870 w 2545900"/>
              <a:gd name="connsiteY3" fmla="*/ 5694 h 2819404"/>
              <a:gd name="connsiteX4" fmla="*/ 2520600 w 2545900"/>
              <a:gd name="connsiteY4" fmla="*/ 726259 h 2819404"/>
              <a:gd name="connsiteX5" fmla="*/ 2387250 w 2545900"/>
              <a:gd name="connsiteY5" fmla="*/ 1113610 h 2819404"/>
              <a:gd name="connsiteX6" fmla="*/ 2450750 w 2545900"/>
              <a:gd name="connsiteY6" fmla="*/ 1532710 h 2819404"/>
              <a:gd name="connsiteX7" fmla="*/ 2488852 w 2545900"/>
              <a:gd name="connsiteY7" fmla="*/ 1888310 h 2819404"/>
              <a:gd name="connsiteX8" fmla="*/ 2119630 w 2545900"/>
              <a:gd name="connsiteY8" fmla="*/ 2171044 h 2819404"/>
              <a:gd name="connsiteX9" fmla="*/ 2057050 w 2545900"/>
              <a:gd name="connsiteY9" fmla="*/ 2663009 h 2819404"/>
              <a:gd name="connsiteX10" fmla="*/ 1136650 w 2545900"/>
              <a:gd name="connsiteY10" fmla="*/ 2789534 h 2819404"/>
              <a:gd name="connsiteX11" fmla="*/ 0 w 2545900"/>
              <a:gd name="connsiteY11" fmla="*/ 2266294 h 2819404"/>
              <a:gd name="connsiteX0" fmla="*/ 6350 w 2545900"/>
              <a:gd name="connsiteY0" fmla="*/ 2283918 h 2844648"/>
              <a:gd name="connsiteX1" fmla="*/ 907702 w 2545900"/>
              <a:gd name="connsiteY1" fmla="*/ 2123104 h 2844648"/>
              <a:gd name="connsiteX2" fmla="*/ 1942752 w 2545900"/>
              <a:gd name="connsiteY2" fmla="*/ 1246804 h 2844648"/>
              <a:gd name="connsiteX3" fmla="*/ 2103120 w 2545900"/>
              <a:gd name="connsiteY3" fmla="*/ 5538 h 2844648"/>
              <a:gd name="connsiteX4" fmla="*/ 2520600 w 2545900"/>
              <a:gd name="connsiteY4" fmla="*/ 751503 h 2844648"/>
              <a:gd name="connsiteX5" fmla="*/ 2387250 w 2545900"/>
              <a:gd name="connsiteY5" fmla="*/ 1138854 h 2844648"/>
              <a:gd name="connsiteX6" fmla="*/ 2450750 w 2545900"/>
              <a:gd name="connsiteY6" fmla="*/ 1557954 h 2844648"/>
              <a:gd name="connsiteX7" fmla="*/ 2488852 w 2545900"/>
              <a:gd name="connsiteY7" fmla="*/ 1913554 h 2844648"/>
              <a:gd name="connsiteX8" fmla="*/ 2119630 w 2545900"/>
              <a:gd name="connsiteY8" fmla="*/ 2196288 h 2844648"/>
              <a:gd name="connsiteX9" fmla="*/ 2057050 w 2545900"/>
              <a:gd name="connsiteY9" fmla="*/ 2688253 h 2844648"/>
              <a:gd name="connsiteX10" fmla="*/ 1136650 w 2545900"/>
              <a:gd name="connsiteY10" fmla="*/ 2814778 h 2844648"/>
              <a:gd name="connsiteX11" fmla="*/ 0 w 2545900"/>
              <a:gd name="connsiteY11" fmla="*/ 2291538 h 2844648"/>
              <a:gd name="connsiteX0" fmla="*/ 6350 w 2545900"/>
              <a:gd name="connsiteY0" fmla="*/ 2297657 h 2858387"/>
              <a:gd name="connsiteX1" fmla="*/ 907702 w 2545900"/>
              <a:gd name="connsiteY1" fmla="*/ 2136843 h 2858387"/>
              <a:gd name="connsiteX2" fmla="*/ 1942752 w 2545900"/>
              <a:gd name="connsiteY2" fmla="*/ 1260543 h 2858387"/>
              <a:gd name="connsiteX3" fmla="*/ 2103120 w 2545900"/>
              <a:gd name="connsiteY3" fmla="*/ 19277 h 2858387"/>
              <a:gd name="connsiteX4" fmla="*/ 2520600 w 2545900"/>
              <a:gd name="connsiteY4" fmla="*/ 765242 h 2858387"/>
              <a:gd name="connsiteX5" fmla="*/ 2387250 w 2545900"/>
              <a:gd name="connsiteY5" fmla="*/ 1152593 h 2858387"/>
              <a:gd name="connsiteX6" fmla="*/ 2450750 w 2545900"/>
              <a:gd name="connsiteY6" fmla="*/ 1571693 h 2858387"/>
              <a:gd name="connsiteX7" fmla="*/ 2488852 w 2545900"/>
              <a:gd name="connsiteY7" fmla="*/ 1927293 h 2858387"/>
              <a:gd name="connsiteX8" fmla="*/ 2119630 w 2545900"/>
              <a:gd name="connsiteY8" fmla="*/ 2210027 h 2858387"/>
              <a:gd name="connsiteX9" fmla="*/ 2057050 w 2545900"/>
              <a:gd name="connsiteY9" fmla="*/ 2701992 h 2858387"/>
              <a:gd name="connsiteX10" fmla="*/ 1136650 w 2545900"/>
              <a:gd name="connsiteY10" fmla="*/ 2828517 h 2858387"/>
              <a:gd name="connsiteX11" fmla="*/ 0 w 2545900"/>
              <a:gd name="connsiteY11" fmla="*/ 2305277 h 2858387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63005"/>
              <a:gd name="connsiteY0" fmla="*/ 2294946 h 2855676"/>
              <a:gd name="connsiteX1" fmla="*/ 907702 w 2563005"/>
              <a:gd name="connsiteY1" fmla="*/ 2134132 h 2855676"/>
              <a:gd name="connsiteX2" fmla="*/ 1942752 w 2563005"/>
              <a:gd name="connsiteY2" fmla="*/ 1257832 h 2855676"/>
              <a:gd name="connsiteX3" fmla="*/ 2103120 w 2563005"/>
              <a:gd name="connsiteY3" fmla="*/ 16566 h 2855676"/>
              <a:gd name="connsiteX4" fmla="*/ 2520600 w 2563005"/>
              <a:gd name="connsiteY4" fmla="*/ 762531 h 2855676"/>
              <a:gd name="connsiteX5" fmla="*/ 2387250 w 2563005"/>
              <a:gd name="connsiteY5" fmla="*/ 1149882 h 2855676"/>
              <a:gd name="connsiteX6" fmla="*/ 2450750 w 2563005"/>
              <a:gd name="connsiteY6" fmla="*/ 1568982 h 2855676"/>
              <a:gd name="connsiteX7" fmla="*/ 2488852 w 2563005"/>
              <a:gd name="connsiteY7" fmla="*/ 1924582 h 2855676"/>
              <a:gd name="connsiteX8" fmla="*/ 2119630 w 2563005"/>
              <a:gd name="connsiteY8" fmla="*/ 2207316 h 2855676"/>
              <a:gd name="connsiteX9" fmla="*/ 2057050 w 2563005"/>
              <a:gd name="connsiteY9" fmla="*/ 2699281 h 2855676"/>
              <a:gd name="connsiteX10" fmla="*/ 1136650 w 2563005"/>
              <a:gd name="connsiteY10" fmla="*/ 2825806 h 2855676"/>
              <a:gd name="connsiteX11" fmla="*/ 0 w 2563005"/>
              <a:gd name="connsiteY11" fmla="*/ 2302566 h 2855676"/>
              <a:gd name="connsiteX0" fmla="*/ 6350 w 2546101"/>
              <a:gd name="connsiteY0" fmla="*/ 2295551 h 2856281"/>
              <a:gd name="connsiteX1" fmla="*/ 907702 w 2546101"/>
              <a:gd name="connsiteY1" fmla="*/ 2134737 h 2856281"/>
              <a:gd name="connsiteX2" fmla="*/ 1942752 w 2546101"/>
              <a:gd name="connsiteY2" fmla="*/ 1258437 h 2856281"/>
              <a:gd name="connsiteX3" fmla="*/ 2103120 w 2546101"/>
              <a:gd name="connsiteY3" fmla="*/ 17171 h 2856281"/>
              <a:gd name="connsiteX4" fmla="*/ 2520600 w 2546101"/>
              <a:gd name="connsiteY4" fmla="*/ 763136 h 2856281"/>
              <a:gd name="connsiteX5" fmla="*/ 2387250 w 2546101"/>
              <a:gd name="connsiteY5" fmla="*/ 1150487 h 2856281"/>
              <a:gd name="connsiteX6" fmla="*/ 2450750 w 2546101"/>
              <a:gd name="connsiteY6" fmla="*/ 1569587 h 2856281"/>
              <a:gd name="connsiteX7" fmla="*/ 2488852 w 2546101"/>
              <a:gd name="connsiteY7" fmla="*/ 1925187 h 2856281"/>
              <a:gd name="connsiteX8" fmla="*/ 2119630 w 2546101"/>
              <a:gd name="connsiteY8" fmla="*/ 2207921 h 2856281"/>
              <a:gd name="connsiteX9" fmla="*/ 2057050 w 2546101"/>
              <a:gd name="connsiteY9" fmla="*/ 2699886 h 2856281"/>
              <a:gd name="connsiteX10" fmla="*/ 1136650 w 2546101"/>
              <a:gd name="connsiteY10" fmla="*/ 2826411 h 2856281"/>
              <a:gd name="connsiteX11" fmla="*/ 0 w 2546101"/>
              <a:gd name="connsiteY11" fmla="*/ 2303171 h 2856281"/>
              <a:gd name="connsiteX0" fmla="*/ 6350 w 2520600"/>
              <a:gd name="connsiteY0" fmla="*/ 2299974 h 2860704"/>
              <a:gd name="connsiteX1" fmla="*/ 907702 w 2520600"/>
              <a:gd name="connsiteY1" fmla="*/ 2139160 h 2860704"/>
              <a:gd name="connsiteX2" fmla="*/ 1942752 w 2520600"/>
              <a:gd name="connsiteY2" fmla="*/ 1262860 h 2860704"/>
              <a:gd name="connsiteX3" fmla="*/ 2103120 w 2520600"/>
              <a:gd name="connsiteY3" fmla="*/ 21594 h 2860704"/>
              <a:gd name="connsiteX4" fmla="*/ 2520600 w 2520600"/>
              <a:gd name="connsiteY4" fmla="*/ 767559 h 2860704"/>
              <a:gd name="connsiteX5" fmla="*/ 2387250 w 2520600"/>
              <a:gd name="connsiteY5" fmla="*/ 1154910 h 2860704"/>
              <a:gd name="connsiteX6" fmla="*/ 2450750 w 2520600"/>
              <a:gd name="connsiteY6" fmla="*/ 1574010 h 2860704"/>
              <a:gd name="connsiteX7" fmla="*/ 2488852 w 2520600"/>
              <a:gd name="connsiteY7" fmla="*/ 1929610 h 2860704"/>
              <a:gd name="connsiteX8" fmla="*/ 2119630 w 2520600"/>
              <a:gd name="connsiteY8" fmla="*/ 2212344 h 2860704"/>
              <a:gd name="connsiteX9" fmla="*/ 2057050 w 2520600"/>
              <a:gd name="connsiteY9" fmla="*/ 2704309 h 2860704"/>
              <a:gd name="connsiteX10" fmla="*/ 1136650 w 2520600"/>
              <a:gd name="connsiteY10" fmla="*/ 2830834 h 2860704"/>
              <a:gd name="connsiteX11" fmla="*/ 0 w 2520600"/>
              <a:gd name="connsiteY11" fmla="*/ 2307594 h 2860704"/>
              <a:gd name="connsiteX0" fmla="*/ 6350 w 2520600"/>
              <a:gd name="connsiteY0" fmla="*/ 2301424 h 2862154"/>
              <a:gd name="connsiteX1" fmla="*/ 907702 w 2520600"/>
              <a:gd name="connsiteY1" fmla="*/ 2140610 h 2862154"/>
              <a:gd name="connsiteX2" fmla="*/ 1942752 w 2520600"/>
              <a:gd name="connsiteY2" fmla="*/ 1264310 h 2862154"/>
              <a:gd name="connsiteX3" fmla="*/ 2103120 w 2520600"/>
              <a:gd name="connsiteY3" fmla="*/ 23044 h 2862154"/>
              <a:gd name="connsiteX4" fmla="*/ 2520600 w 2520600"/>
              <a:gd name="connsiteY4" fmla="*/ 769009 h 2862154"/>
              <a:gd name="connsiteX5" fmla="*/ 2387250 w 2520600"/>
              <a:gd name="connsiteY5" fmla="*/ 1156360 h 2862154"/>
              <a:gd name="connsiteX6" fmla="*/ 2450750 w 2520600"/>
              <a:gd name="connsiteY6" fmla="*/ 1575460 h 2862154"/>
              <a:gd name="connsiteX7" fmla="*/ 2488852 w 2520600"/>
              <a:gd name="connsiteY7" fmla="*/ 1931060 h 2862154"/>
              <a:gd name="connsiteX8" fmla="*/ 2119630 w 2520600"/>
              <a:gd name="connsiteY8" fmla="*/ 2213794 h 2862154"/>
              <a:gd name="connsiteX9" fmla="*/ 2057050 w 2520600"/>
              <a:gd name="connsiteY9" fmla="*/ 2705759 h 2862154"/>
              <a:gd name="connsiteX10" fmla="*/ 1136650 w 2520600"/>
              <a:gd name="connsiteY10" fmla="*/ 2832284 h 2862154"/>
              <a:gd name="connsiteX11" fmla="*/ 0 w 2520600"/>
              <a:gd name="connsiteY11" fmla="*/ 2309044 h 2862154"/>
              <a:gd name="connsiteX0" fmla="*/ 6350 w 2520600"/>
              <a:gd name="connsiteY0" fmla="*/ 2293089 h 2853819"/>
              <a:gd name="connsiteX1" fmla="*/ 907702 w 2520600"/>
              <a:gd name="connsiteY1" fmla="*/ 2132275 h 2853819"/>
              <a:gd name="connsiteX2" fmla="*/ 1942752 w 2520600"/>
              <a:gd name="connsiteY2" fmla="*/ 1255975 h 2853819"/>
              <a:gd name="connsiteX3" fmla="*/ 2103120 w 2520600"/>
              <a:gd name="connsiteY3" fmla="*/ 14709 h 2853819"/>
              <a:gd name="connsiteX4" fmla="*/ 2520600 w 2520600"/>
              <a:gd name="connsiteY4" fmla="*/ 760674 h 2853819"/>
              <a:gd name="connsiteX5" fmla="*/ 2387250 w 2520600"/>
              <a:gd name="connsiteY5" fmla="*/ 1148025 h 2853819"/>
              <a:gd name="connsiteX6" fmla="*/ 2450750 w 2520600"/>
              <a:gd name="connsiteY6" fmla="*/ 1567125 h 2853819"/>
              <a:gd name="connsiteX7" fmla="*/ 2488852 w 2520600"/>
              <a:gd name="connsiteY7" fmla="*/ 1922725 h 2853819"/>
              <a:gd name="connsiteX8" fmla="*/ 2119630 w 2520600"/>
              <a:gd name="connsiteY8" fmla="*/ 2205459 h 2853819"/>
              <a:gd name="connsiteX9" fmla="*/ 2057050 w 2520600"/>
              <a:gd name="connsiteY9" fmla="*/ 2697424 h 2853819"/>
              <a:gd name="connsiteX10" fmla="*/ 1136650 w 2520600"/>
              <a:gd name="connsiteY10" fmla="*/ 2823949 h 2853819"/>
              <a:gd name="connsiteX11" fmla="*/ 0 w 2520600"/>
              <a:gd name="connsiteY11" fmla="*/ 2300709 h 2853819"/>
              <a:gd name="connsiteX0" fmla="*/ 6350 w 2520600"/>
              <a:gd name="connsiteY0" fmla="*/ 2292142 h 2852872"/>
              <a:gd name="connsiteX1" fmla="*/ 907702 w 2520600"/>
              <a:gd name="connsiteY1" fmla="*/ 2131328 h 2852872"/>
              <a:gd name="connsiteX2" fmla="*/ 1942752 w 2520600"/>
              <a:gd name="connsiteY2" fmla="*/ 1255028 h 2852872"/>
              <a:gd name="connsiteX3" fmla="*/ 2103120 w 2520600"/>
              <a:gd name="connsiteY3" fmla="*/ 13762 h 2852872"/>
              <a:gd name="connsiteX4" fmla="*/ 2520600 w 2520600"/>
              <a:gd name="connsiteY4" fmla="*/ 759727 h 2852872"/>
              <a:gd name="connsiteX5" fmla="*/ 2387250 w 2520600"/>
              <a:gd name="connsiteY5" fmla="*/ 1147078 h 2852872"/>
              <a:gd name="connsiteX6" fmla="*/ 2450750 w 2520600"/>
              <a:gd name="connsiteY6" fmla="*/ 1566178 h 2852872"/>
              <a:gd name="connsiteX7" fmla="*/ 2488852 w 2520600"/>
              <a:gd name="connsiteY7" fmla="*/ 1921778 h 2852872"/>
              <a:gd name="connsiteX8" fmla="*/ 2119630 w 2520600"/>
              <a:gd name="connsiteY8" fmla="*/ 2204512 h 2852872"/>
              <a:gd name="connsiteX9" fmla="*/ 2057050 w 2520600"/>
              <a:gd name="connsiteY9" fmla="*/ 2696477 h 2852872"/>
              <a:gd name="connsiteX10" fmla="*/ 1136650 w 2520600"/>
              <a:gd name="connsiteY10" fmla="*/ 2823002 h 2852872"/>
              <a:gd name="connsiteX11" fmla="*/ 0 w 2520600"/>
              <a:gd name="connsiteY11" fmla="*/ 2299762 h 2852872"/>
              <a:gd name="connsiteX0" fmla="*/ 6350 w 2520600"/>
              <a:gd name="connsiteY0" fmla="*/ 2203363 h 2764093"/>
              <a:gd name="connsiteX1" fmla="*/ 907702 w 2520600"/>
              <a:gd name="connsiteY1" fmla="*/ 2042549 h 2764093"/>
              <a:gd name="connsiteX2" fmla="*/ 1942752 w 2520600"/>
              <a:gd name="connsiteY2" fmla="*/ 1166249 h 2764093"/>
              <a:gd name="connsiteX3" fmla="*/ 2103120 w 2520600"/>
              <a:gd name="connsiteY3" fmla="*/ 15470 h 2764093"/>
              <a:gd name="connsiteX4" fmla="*/ 2520600 w 2520600"/>
              <a:gd name="connsiteY4" fmla="*/ 670948 h 2764093"/>
              <a:gd name="connsiteX5" fmla="*/ 2387250 w 2520600"/>
              <a:gd name="connsiteY5" fmla="*/ 1058299 h 2764093"/>
              <a:gd name="connsiteX6" fmla="*/ 2450750 w 2520600"/>
              <a:gd name="connsiteY6" fmla="*/ 1477399 h 2764093"/>
              <a:gd name="connsiteX7" fmla="*/ 2488852 w 2520600"/>
              <a:gd name="connsiteY7" fmla="*/ 1832999 h 2764093"/>
              <a:gd name="connsiteX8" fmla="*/ 2119630 w 2520600"/>
              <a:gd name="connsiteY8" fmla="*/ 2115733 h 2764093"/>
              <a:gd name="connsiteX9" fmla="*/ 2057050 w 2520600"/>
              <a:gd name="connsiteY9" fmla="*/ 2607698 h 2764093"/>
              <a:gd name="connsiteX10" fmla="*/ 1136650 w 2520600"/>
              <a:gd name="connsiteY10" fmla="*/ 2734223 h 2764093"/>
              <a:gd name="connsiteX11" fmla="*/ 0 w 2520600"/>
              <a:gd name="connsiteY11" fmla="*/ 2210983 h 2764093"/>
              <a:gd name="connsiteX0" fmla="*/ 6350 w 2520600"/>
              <a:gd name="connsiteY0" fmla="*/ 2200378 h 2761108"/>
              <a:gd name="connsiteX1" fmla="*/ 907702 w 2520600"/>
              <a:gd name="connsiteY1" fmla="*/ 2039564 h 2761108"/>
              <a:gd name="connsiteX2" fmla="*/ 1942752 w 2520600"/>
              <a:gd name="connsiteY2" fmla="*/ 1163264 h 2761108"/>
              <a:gd name="connsiteX3" fmla="*/ 2103120 w 2520600"/>
              <a:gd name="connsiteY3" fmla="*/ 12485 h 2761108"/>
              <a:gd name="connsiteX4" fmla="*/ 2520600 w 2520600"/>
              <a:gd name="connsiteY4" fmla="*/ 667963 h 2761108"/>
              <a:gd name="connsiteX5" fmla="*/ 2387250 w 2520600"/>
              <a:gd name="connsiteY5" fmla="*/ 1055314 h 2761108"/>
              <a:gd name="connsiteX6" fmla="*/ 2450750 w 2520600"/>
              <a:gd name="connsiteY6" fmla="*/ 1474414 h 2761108"/>
              <a:gd name="connsiteX7" fmla="*/ 2488852 w 2520600"/>
              <a:gd name="connsiteY7" fmla="*/ 1830014 h 2761108"/>
              <a:gd name="connsiteX8" fmla="*/ 2119630 w 2520600"/>
              <a:gd name="connsiteY8" fmla="*/ 2112748 h 2761108"/>
              <a:gd name="connsiteX9" fmla="*/ 2057050 w 2520600"/>
              <a:gd name="connsiteY9" fmla="*/ 2604713 h 2761108"/>
              <a:gd name="connsiteX10" fmla="*/ 1136650 w 2520600"/>
              <a:gd name="connsiteY10" fmla="*/ 2731238 h 2761108"/>
              <a:gd name="connsiteX11" fmla="*/ 0 w 2520600"/>
              <a:gd name="connsiteY11" fmla="*/ 2207998 h 2761108"/>
              <a:gd name="connsiteX0" fmla="*/ 6350 w 2520600"/>
              <a:gd name="connsiteY0" fmla="*/ 2195148 h 2755878"/>
              <a:gd name="connsiteX1" fmla="*/ 907702 w 2520600"/>
              <a:gd name="connsiteY1" fmla="*/ 2034334 h 2755878"/>
              <a:gd name="connsiteX2" fmla="*/ 1961802 w 2520600"/>
              <a:gd name="connsiteY2" fmla="*/ 1138984 h 2755878"/>
              <a:gd name="connsiteX3" fmla="*/ 2103120 w 2520600"/>
              <a:gd name="connsiteY3" fmla="*/ 7255 h 2755878"/>
              <a:gd name="connsiteX4" fmla="*/ 2520600 w 2520600"/>
              <a:gd name="connsiteY4" fmla="*/ 662733 h 2755878"/>
              <a:gd name="connsiteX5" fmla="*/ 2387250 w 2520600"/>
              <a:gd name="connsiteY5" fmla="*/ 1050084 h 2755878"/>
              <a:gd name="connsiteX6" fmla="*/ 2450750 w 2520600"/>
              <a:gd name="connsiteY6" fmla="*/ 1469184 h 2755878"/>
              <a:gd name="connsiteX7" fmla="*/ 2488852 w 2520600"/>
              <a:gd name="connsiteY7" fmla="*/ 1824784 h 2755878"/>
              <a:gd name="connsiteX8" fmla="*/ 2119630 w 2520600"/>
              <a:gd name="connsiteY8" fmla="*/ 2107518 h 2755878"/>
              <a:gd name="connsiteX9" fmla="*/ 2057050 w 2520600"/>
              <a:gd name="connsiteY9" fmla="*/ 2599483 h 2755878"/>
              <a:gd name="connsiteX10" fmla="*/ 1136650 w 2520600"/>
              <a:gd name="connsiteY10" fmla="*/ 2726008 h 2755878"/>
              <a:gd name="connsiteX11" fmla="*/ 0 w 2520600"/>
              <a:gd name="connsiteY11" fmla="*/ 2202768 h 2755878"/>
              <a:gd name="connsiteX0" fmla="*/ 6350 w 2520600"/>
              <a:gd name="connsiteY0" fmla="*/ 2195943 h 2756673"/>
              <a:gd name="connsiteX1" fmla="*/ 907702 w 2520600"/>
              <a:gd name="connsiteY1" fmla="*/ 2035129 h 2756673"/>
              <a:gd name="connsiteX2" fmla="*/ 1961802 w 2520600"/>
              <a:gd name="connsiteY2" fmla="*/ 1139779 h 2756673"/>
              <a:gd name="connsiteX3" fmla="*/ 2103120 w 2520600"/>
              <a:gd name="connsiteY3" fmla="*/ 8050 h 2756673"/>
              <a:gd name="connsiteX4" fmla="*/ 2520600 w 2520600"/>
              <a:gd name="connsiteY4" fmla="*/ 663528 h 2756673"/>
              <a:gd name="connsiteX5" fmla="*/ 2387250 w 2520600"/>
              <a:gd name="connsiteY5" fmla="*/ 1050879 h 2756673"/>
              <a:gd name="connsiteX6" fmla="*/ 2450750 w 2520600"/>
              <a:gd name="connsiteY6" fmla="*/ 1469979 h 2756673"/>
              <a:gd name="connsiteX7" fmla="*/ 2488852 w 2520600"/>
              <a:gd name="connsiteY7" fmla="*/ 1825579 h 2756673"/>
              <a:gd name="connsiteX8" fmla="*/ 2119630 w 2520600"/>
              <a:gd name="connsiteY8" fmla="*/ 2108313 h 2756673"/>
              <a:gd name="connsiteX9" fmla="*/ 2057050 w 2520600"/>
              <a:gd name="connsiteY9" fmla="*/ 2600278 h 2756673"/>
              <a:gd name="connsiteX10" fmla="*/ 1136650 w 2520600"/>
              <a:gd name="connsiteY10" fmla="*/ 2726803 h 2756673"/>
              <a:gd name="connsiteX11" fmla="*/ 0 w 2520600"/>
              <a:gd name="connsiteY11" fmla="*/ 2203563 h 2756673"/>
              <a:gd name="connsiteX0" fmla="*/ 6350 w 2520600"/>
              <a:gd name="connsiteY0" fmla="*/ 2195943 h 2756673"/>
              <a:gd name="connsiteX1" fmla="*/ 907702 w 2520600"/>
              <a:gd name="connsiteY1" fmla="*/ 2035129 h 2756673"/>
              <a:gd name="connsiteX2" fmla="*/ 1961802 w 2520600"/>
              <a:gd name="connsiteY2" fmla="*/ 1139779 h 2756673"/>
              <a:gd name="connsiteX3" fmla="*/ 2103120 w 2520600"/>
              <a:gd name="connsiteY3" fmla="*/ 8050 h 2756673"/>
              <a:gd name="connsiteX4" fmla="*/ 2520600 w 2520600"/>
              <a:gd name="connsiteY4" fmla="*/ 663528 h 2756673"/>
              <a:gd name="connsiteX5" fmla="*/ 2387250 w 2520600"/>
              <a:gd name="connsiteY5" fmla="*/ 1050879 h 2756673"/>
              <a:gd name="connsiteX6" fmla="*/ 2450750 w 2520600"/>
              <a:gd name="connsiteY6" fmla="*/ 1469979 h 2756673"/>
              <a:gd name="connsiteX7" fmla="*/ 2488852 w 2520600"/>
              <a:gd name="connsiteY7" fmla="*/ 1825579 h 2756673"/>
              <a:gd name="connsiteX8" fmla="*/ 2119630 w 2520600"/>
              <a:gd name="connsiteY8" fmla="*/ 2108313 h 2756673"/>
              <a:gd name="connsiteX9" fmla="*/ 2057050 w 2520600"/>
              <a:gd name="connsiteY9" fmla="*/ 2600278 h 2756673"/>
              <a:gd name="connsiteX10" fmla="*/ 1136650 w 2520600"/>
              <a:gd name="connsiteY10" fmla="*/ 2726803 h 2756673"/>
              <a:gd name="connsiteX11" fmla="*/ 0 w 2520600"/>
              <a:gd name="connsiteY11" fmla="*/ 2203563 h 2756673"/>
              <a:gd name="connsiteX0" fmla="*/ 6350 w 2520600"/>
              <a:gd name="connsiteY0" fmla="*/ 2687796 h 3248526"/>
              <a:gd name="connsiteX1" fmla="*/ 907702 w 2520600"/>
              <a:gd name="connsiteY1" fmla="*/ 2526982 h 3248526"/>
              <a:gd name="connsiteX2" fmla="*/ 1961802 w 2520600"/>
              <a:gd name="connsiteY2" fmla="*/ 1631632 h 3248526"/>
              <a:gd name="connsiteX3" fmla="*/ 2242820 w 2520600"/>
              <a:gd name="connsiteY3" fmla="*/ 4603 h 3248526"/>
              <a:gd name="connsiteX4" fmla="*/ 2520600 w 2520600"/>
              <a:gd name="connsiteY4" fmla="*/ 1155381 h 3248526"/>
              <a:gd name="connsiteX5" fmla="*/ 2387250 w 2520600"/>
              <a:gd name="connsiteY5" fmla="*/ 1542732 h 3248526"/>
              <a:gd name="connsiteX6" fmla="*/ 2450750 w 2520600"/>
              <a:gd name="connsiteY6" fmla="*/ 1961832 h 3248526"/>
              <a:gd name="connsiteX7" fmla="*/ 2488852 w 2520600"/>
              <a:gd name="connsiteY7" fmla="*/ 2317432 h 3248526"/>
              <a:gd name="connsiteX8" fmla="*/ 2119630 w 2520600"/>
              <a:gd name="connsiteY8" fmla="*/ 2600166 h 3248526"/>
              <a:gd name="connsiteX9" fmla="*/ 2057050 w 2520600"/>
              <a:gd name="connsiteY9" fmla="*/ 3092131 h 3248526"/>
              <a:gd name="connsiteX10" fmla="*/ 1136650 w 2520600"/>
              <a:gd name="connsiteY10" fmla="*/ 3218656 h 3248526"/>
              <a:gd name="connsiteX11" fmla="*/ 0 w 2520600"/>
              <a:gd name="connsiteY11" fmla="*/ 2695416 h 3248526"/>
              <a:gd name="connsiteX0" fmla="*/ 6350 w 2520600"/>
              <a:gd name="connsiteY0" fmla="*/ 2692515 h 3253245"/>
              <a:gd name="connsiteX1" fmla="*/ 907702 w 2520600"/>
              <a:gd name="connsiteY1" fmla="*/ 2531701 h 3253245"/>
              <a:gd name="connsiteX2" fmla="*/ 1961802 w 2520600"/>
              <a:gd name="connsiteY2" fmla="*/ 1636351 h 3253245"/>
              <a:gd name="connsiteX3" fmla="*/ 2063402 w 2520600"/>
              <a:gd name="connsiteY3" fmla="*/ 671150 h 3253245"/>
              <a:gd name="connsiteX4" fmla="*/ 2242820 w 2520600"/>
              <a:gd name="connsiteY4" fmla="*/ 9322 h 3253245"/>
              <a:gd name="connsiteX5" fmla="*/ 2520600 w 2520600"/>
              <a:gd name="connsiteY5" fmla="*/ 1160100 h 3253245"/>
              <a:gd name="connsiteX6" fmla="*/ 2387250 w 2520600"/>
              <a:gd name="connsiteY6" fmla="*/ 1547451 h 3253245"/>
              <a:gd name="connsiteX7" fmla="*/ 2450750 w 2520600"/>
              <a:gd name="connsiteY7" fmla="*/ 1966551 h 3253245"/>
              <a:gd name="connsiteX8" fmla="*/ 2488852 w 2520600"/>
              <a:gd name="connsiteY8" fmla="*/ 2322151 h 3253245"/>
              <a:gd name="connsiteX9" fmla="*/ 2119630 w 2520600"/>
              <a:gd name="connsiteY9" fmla="*/ 2604885 h 3253245"/>
              <a:gd name="connsiteX10" fmla="*/ 2057050 w 2520600"/>
              <a:gd name="connsiteY10" fmla="*/ 3096850 h 3253245"/>
              <a:gd name="connsiteX11" fmla="*/ 1136650 w 2520600"/>
              <a:gd name="connsiteY11" fmla="*/ 3223375 h 3253245"/>
              <a:gd name="connsiteX12" fmla="*/ 0 w 2520600"/>
              <a:gd name="connsiteY12" fmla="*/ 2700135 h 3253245"/>
              <a:gd name="connsiteX0" fmla="*/ 6350 w 2520600"/>
              <a:gd name="connsiteY0" fmla="*/ 2692515 h 3253245"/>
              <a:gd name="connsiteX1" fmla="*/ 907702 w 2520600"/>
              <a:gd name="connsiteY1" fmla="*/ 2531701 h 3253245"/>
              <a:gd name="connsiteX2" fmla="*/ 1961802 w 2520600"/>
              <a:gd name="connsiteY2" fmla="*/ 1636351 h 3253245"/>
              <a:gd name="connsiteX3" fmla="*/ 1911002 w 2520600"/>
              <a:gd name="connsiteY3" fmla="*/ 671150 h 3253245"/>
              <a:gd name="connsiteX4" fmla="*/ 2242820 w 2520600"/>
              <a:gd name="connsiteY4" fmla="*/ 9322 h 3253245"/>
              <a:gd name="connsiteX5" fmla="*/ 2520600 w 2520600"/>
              <a:gd name="connsiteY5" fmla="*/ 1160100 h 3253245"/>
              <a:gd name="connsiteX6" fmla="*/ 2387250 w 2520600"/>
              <a:gd name="connsiteY6" fmla="*/ 1547451 h 3253245"/>
              <a:gd name="connsiteX7" fmla="*/ 2450750 w 2520600"/>
              <a:gd name="connsiteY7" fmla="*/ 1966551 h 3253245"/>
              <a:gd name="connsiteX8" fmla="*/ 2488852 w 2520600"/>
              <a:gd name="connsiteY8" fmla="*/ 2322151 h 3253245"/>
              <a:gd name="connsiteX9" fmla="*/ 2119630 w 2520600"/>
              <a:gd name="connsiteY9" fmla="*/ 2604885 h 3253245"/>
              <a:gd name="connsiteX10" fmla="*/ 2057050 w 2520600"/>
              <a:gd name="connsiteY10" fmla="*/ 3096850 h 3253245"/>
              <a:gd name="connsiteX11" fmla="*/ 1136650 w 2520600"/>
              <a:gd name="connsiteY11" fmla="*/ 3223375 h 3253245"/>
              <a:gd name="connsiteX12" fmla="*/ 0 w 2520600"/>
              <a:gd name="connsiteY12" fmla="*/ 2700135 h 3253245"/>
              <a:gd name="connsiteX0" fmla="*/ 6350 w 2520600"/>
              <a:gd name="connsiteY0" fmla="*/ 2684180 h 3244910"/>
              <a:gd name="connsiteX1" fmla="*/ 907702 w 2520600"/>
              <a:gd name="connsiteY1" fmla="*/ 2523366 h 3244910"/>
              <a:gd name="connsiteX2" fmla="*/ 1961802 w 2520600"/>
              <a:gd name="connsiteY2" fmla="*/ 1628016 h 3244910"/>
              <a:gd name="connsiteX3" fmla="*/ 1911002 w 2520600"/>
              <a:gd name="connsiteY3" fmla="*/ 662815 h 3244910"/>
              <a:gd name="connsiteX4" fmla="*/ 2242820 w 2520600"/>
              <a:gd name="connsiteY4" fmla="*/ 987 h 3244910"/>
              <a:gd name="connsiteX5" fmla="*/ 2387252 w 2520600"/>
              <a:gd name="connsiteY5" fmla="*/ 529466 h 3244910"/>
              <a:gd name="connsiteX6" fmla="*/ 2520600 w 2520600"/>
              <a:gd name="connsiteY6" fmla="*/ 1151765 h 3244910"/>
              <a:gd name="connsiteX7" fmla="*/ 2387250 w 2520600"/>
              <a:gd name="connsiteY7" fmla="*/ 1539116 h 3244910"/>
              <a:gd name="connsiteX8" fmla="*/ 2450750 w 2520600"/>
              <a:gd name="connsiteY8" fmla="*/ 1958216 h 3244910"/>
              <a:gd name="connsiteX9" fmla="*/ 2488852 w 2520600"/>
              <a:gd name="connsiteY9" fmla="*/ 2313816 h 3244910"/>
              <a:gd name="connsiteX10" fmla="*/ 2119630 w 2520600"/>
              <a:gd name="connsiteY10" fmla="*/ 2596550 h 3244910"/>
              <a:gd name="connsiteX11" fmla="*/ 2057050 w 2520600"/>
              <a:gd name="connsiteY11" fmla="*/ 3088515 h 3244910"/>
              <a:gd name="connsiteX12" fmla="*/ 1136650 w 2520600"/>
              <a:gd name="connsiteY12" fmla="*/ 3215040 h 3244910"/>
              <a:gd name="connsiteX13" fmla="*/ 0 w 2520600"/>
              <a:gd name="connsiteY13" fmla="*/ 2691800 h 3244910"/>
              <a:gd name="connsiteX0" fmla="*/ 6350 w 2520600"/>
              <a:gd name="connsiteY0" fmla="*/ 2683210 h 3243940"/>
              <a:gd name="connsiteX1" fmla="*/ 907702 w 2520600"/>
              <a:gd name="connsiteY1" fmla="*/ 2522396 h 3243940"/>
              <a:gd name="connsiteX2" fmla="*/ 1961802 w 2520600"/>
              <a:gd name="connsiteY2" fmla="*/ 1627046 h 3243940"/>
              <a:gd name="connsiteX3" fmla="*/ 1911002 w 2520600"/>
              <a:gd name="connsiteY3" fmla="*/ 661845 h 3243940"/>
              <a:gd name="connsiteX4" fmla="*/ 2242820 w 2520600"/>
              <a:gd name="connsiteY4" fmla="*/ 17 h 3243940"/>
              <a:gd name="connsiteX5" fmla="*/ 2285652 w 2520600"/>
              <a:gd name="connsiteY5" fmla="*/ 642796 h 3243940"/>
              <a:gd name="connsiteX6" fmla="*/ 2520600 w 2520600"/>
              <a:gd name="connsiteY6" fmla="*/ 1150795 h 3243940"/>
              <a:gd name="connsiteX7" fmla="*/ 2387250 w 2520600"/>
              <a:gd name="connsiteY7" fmla="*/ 1538146 h 3243940"/>
              <a:gd name="connsiteX8" fmla="*/ 2450750 w 2520600"/>
              <a:gd name="connsiteY8" fmla="*/ 1957246 h 3243940"/>
              <a:gd name="connsiteX9" fmla="*/ 2488852 w 2520600"/>
              <a:gd name="connsiteY9" fmla="*/ 2312846 h 3243940"/>
              <a:gd name="connsiteX10" fmla="*/ 2119630 w 2520600"/>
              <a:gd name="connsiteY10" fmla="*/ 2595580 h 3243940"/>
              <a:gd name="connsiteX11" fmla="*/ 2057050 w 2520600"/>
              <a:gd name="connsiteY11" fmla="*/ 3087545 h 3243940"/>
              <a:gd name="connsiteX12" fmla="*/ 1136650 w 2520600"/>
              <a:gd name="connsiteY12" fmla="*/ 3214070 h 3243940"/>
              <a:gd name="connsiteX13" fmla="*/ 0 w 2520600"/>
              <a:gd name="connsiteY13" fmla="*/ 2690830 h 3243940"/>
              <a:gd name="connsiteX0" fmla="*/ 6350 w 2520600"/>
              <a:gd name="connsiteY0" fmla="*/ 2683210 h 3243940"/>
              <a:gd name="connsiteX1" fmla="*/ 907702 w 2520600"/>
              <a:gd name="connsiteY1" fmla="*/ 2522396 h 3243940"/>
              <a:gd name="connsiteX2" fmla="*/ 1961802 w 2520600"/>
              <a:gd name="connsiteY2" fmla="*/ 1627046 h 3243940"/>
              <a:gd name="connsiteX3" fmla="*/ 1968152 w 2520600"/>
              <a:gd name="connsiteY3" fmla="*/ 1030145 h 3243940"/>
              <a:gd name="connsiteX4" fmla="*/ 1911002 w 2520600"/>
              <a:gd name="connsiteY4" fmla="*/ 661845 h 3243940"/>
              <a:gd name="connsiteX5" fmla="*/ 2242820 w 2520600"/>
              <a:gd name="connsiteY5" fmla="*/ 17 h 3243940"/>
              <a:gd name="connsiteX6" fmla="*/ 2285652 w 2520600"/>
              <a:gd name="connsiteY6" fmla="*/ 642796 h 3243940"/>
              <a:gd name="connsiteX7" fmla="*/ 2520600 w 2520600"/>
              <a:gd name="connsiteY7" fmla="*/ 1150795 h 3243940"/>
              <a:gd name="connsiteX8" fmla="*/ 2387250 w 2520600"/>
              <a:gd name="connsiteY8" fmla="*/ 1538146 h 3243940"/>
              <a:gd name="connsiteX9" fmla="*/ 2450750 w 2520600"/>
              <a:gd name="connsiteY9" fmla="*/ 1957246 h 3243940"/>
              <a:gd name="connsiteX10" fmla="*/ 2488852 w 2520600"/>
              <a:gd name="connsiteY10" fmla="*/ 2312846 h 3243940"/>
              <a:gd name="connsiteX11" fmla="*/ 2119630 w 2520600"/>
              <a:gd name="connsiteY11" fmla="*/ 2595580 h 3243940"/>
              <a:gd name="connsiteX12" fmla="*/ 2057050 w 2520600"/>
              <a:gd name="connsiteY12" fmla="*/ 3087545 h 3243940"/>
              <a:gd name="connsiteX13" fmla="*/ 1136650 w 2520600"/>
              <a:gd name="connsiteY13" fmla="*/ 3214070 h 3243940"/>
              <a:gd name="connsiteX14" fmla="*/ 0 w 2520600"/>
              <a:gd name="connsiteY14" fmla="*/ 2690830 h 3243940"/>
              <a:gd name="connsiteX0" fmla="*/ 6350 w 2520600"/>
              <a:gd name="connsiteY0" fmla="*/ 2683210 h 3243940"/>
              <a:gd name="connsiteX1" fmla="*/ 907702 w 2520600"/>
              <a:gd name="connsiteY1" fmla="*/ 2522396 h 3243940"/>
              <a:gd name="connsiteX2" fmla="*/ 1961802 w 2520600"/>
              <a:gd name="connsiteY2" fmla="*/ 1627046 h 3243940"/>
              <a:gd name="connsiteX3" fmla="*/ 2012602 w 2520600"/>
              <a:gd name="connsiteY3" fmla="*/ 1036495 h 3243940"/>
              <a:gd name="connsiteX4" fmla="*/ 1911002 w 2520600"/>
              <a:gd name="connsiteY4" fmla="*/ 661845 h 3243940"/>
              <a:gd name="connsiteX5" fmla="*/ 2242820 w 2520600"/>
              <a:gd name="connsiteY5" fmla="*/ 17 h 3243940"/>
              <a:gd name="connsiteX6" fmla="*/ 2285652 w 2520600"/>
              <a:gd name="connsiteY6" fmla="*/ 642796 h 3243940"/>
              <a:gd name="connsiteX7" fmla="*/ 2520600 w 2520600"/>
              <a:gd name="connsiteY7" fmla="*/ 1150795 h 3243940"/>
              <a:gd name="connsiteX8" fmla="*/ 2387250 w 2520600"/>
              <a:gd name="connsiteY8" fmla="*/ 1538146 h 3243940"/>
              <a:gd name="connsiteX9" fmla="*/ 2450750 w 2520600"/>
              <a:gd name="connsiteY9" fmla="*/ 1957246 h 3243940"/>
              <a:gd name="connsiteX10" fmla="*/ 2488852 w 2520600"/>
              <a:gd name="connsiteY10" fmla="*/ 2312846 h 3243940"/>
              <a:gd name="connsiteX11" fmla="*/ 2119630 w 2520600"/>
              <a:gd name="connsiteY11" fmla="*/ 2595580 h 3243940"/>
              <a:gd name="connsiteX12" fmla="*/ 2057050 w 2520600"/>
              <a:gd name="connsiteY12" fmla="*/ 3087545 h 3243940"/>
              <a:gd name="connsiteX13" fmla="*/ 1136650 w 2520600"/>
              <a:gd name="connsiteY13" fmla="*/ 3214070 h 3243940"/>
              <a:gd name="connsiteX14" fmla="*/ 0 w 2520600"/>
              <a:gd name="connsiteY14" fmla="*/ 2690830 h 324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520600" h="3243940">
                <a:moveTo>
                  <a:pt x="6350" y="2683210"/>
                </a:moveTo>
                <a:lnTo>
                  <a:pt x="907702" y="2522396"/>
                </a:lnTo>
                <a:cubicBezTo>
                  <a:pt x="1181752" y="2450085"/>
                  <a:pt x="1812307" y="1859324"/>
                  <a:pt x="1961802" y="1627046"/>
                </a:cubicBezTo>
                <a:cubicBezTo>
                  <a:pt x="2138544" y="1378338"/>
                  <a:pt x="2021069" y="1197362"/>
                  <a:pt x="2012602" y="1036495"/>
                </a:cubicBezTo>
                <a:cubicBezTo>
                  <a:pt x="2004135" y="875628"/>
                  <a:pt x="1865224" y="833533"/>
                  <a:pt x="1911002" y="661845"/>
                </a:cubicBezTo>
                <a:cubicBezTo>
                  <a:pt x="1956780" y="490157"/>
                  <a:pt x="2180378" y="3192"/>
                  <a:pt x="2242820" y="17"/>
                </a:cubicBezTo>
                <a:cubicBezTo>
                  <a:pt x="2305262" y="-3158"/>
                  <a:pt x="2239355" y="451000"/>
                  <a:pt x="2285652" y="642796"/>
                </a:cubicBezTo>
                <a:cubicBezTo>
                  <a:pt x="2331949" y="834592"/>
                  <a:pt x="2520600" y="982520"/>
                  <a:pt x="2520600" y="1150795"/>
                </a:cubicBezTo>
                <a:cubicBezTo>
                  <a:pt x="2467413" y="1298406"/>
                  <a:pt x="2384075" y="1550846"/>
                  <a:pt x="2387250" y="1538146"/>
                </a:cubicBezTo>
                <a:cubicBezTo>
                  <a:pt x="2412650" y="1614346"/>
                  <a:pt x="2486733" y="1824954"/>
                  <a:pt x="2450750" y="1957246"/>
                </a:cubicBezTo>
                <a:cubicBezTo>
                  <a:pt x="2487792" y="2099063"/>
                  <a:pt x="2486889" y="2149307"/>
                  <a:pt x="2488852" y="2312846"/>
                </a:cubicBezTo>
                <a:cubicBezTo>
                  <a:pt x="2567015" y="2539885"/>
                  <a:pt x="2318597" y="2606164"/>
                  <a:pt x="2119630" y="2595580"/>
                </a:cubicBezTo>
                <a:cubicBezTo>
                  <a:pt x="1920663" y="2584996"/>
                  <a:pt x="2159497" y="2848997"/>
                  <a:pt x="2057050" y="3087545"/>
                </a:cubicBezTo>
                <a:cubicBezTo>
                  <a:pt x="1846653" y="3122893"/>
                  <a:pt x="1412817" y="3317231"/>
                  <a:pt x="1136650" y="3214070"/>
                </a:cubicBezTo>
                <a:cubicBezTo>
                  <a:pt x="1049020" y="3233120"/>
                  <a:pt x="76200" y="2788620"/>
                  <a:pt x="0" y="2690830"/>
                </a:cubicBezTo>
              </a:path>
            </a:pathLst>
          </a:cu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3" name="그룹 232">
            <a:extLst>
              <a:ext uri="{FF2B5EF4-FFF2-40B4-BE49-F238E27FC236}">
                <a16:creationId xmlns:a16="http://schemas.microsoft.com/office/drawing/2014/main" id="{E8918B96-96FE-4FED-9CCF-9AC3674F4523}"/>
              </a:ext>
            </a:extLst>
          </p:cNvPr>
          <p:cNvGrpSpPr/>
          <p:nvPr/>
        </p:nvGrpSpPr>
        <p:grpSpPr>
          <a:xfrm>
            <a:off x="6223648" y="3902032"/>
            <a:ext cx="197643" cy="261610"/>
            <a:chOff x="1477817" y="2799261"/>
            <a:chExt cx="197643" cy="261610"/>
          </a:xfrm>
        </p:grpSpPr>
        <p:sp>
          <p:nvSpPr>
            <p:cNvPr id="234" name="타원 233">
              <a:extLst>
                <a:ext uri="{FF2B5EF4-FFF2-40B4-BE49-F238E27FC236}">
                  <a16:creationId xmlns:a16="http://schemas.microsoft.com/office/drawing/2014/main" id="{F57B2EBA-3CBE-468F-A6A1-672F545B65CC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3494B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221E39E4-A4BF-4BBC-8BE0-C13CFA81F9F2}"/>
                </a:ext>
              </a:extLst>
            </p:cNvPr>
            <p:cNvSpPr txBox="1"/>
            <p:nvPr/>
          </p:nvSpPr>
          <p:spPr>
            <a:xfrm>
              <a:off x="1553778" y="2799261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1</a:t>
              </a:r>
            </a:p>
          </p:txBody>
        </p:sp>
      </p:grp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D9169B2F-3463-4DC6-A10B-478E67E92D73}"/>
              </a:ext>
            </a:extLst>
          </p:cNvPr>
          <p:cNvGrpSpPr/>
          <p:nvPr/>
        </p:nvGrpSpPr>
        <p:grpSpPr>
          <a:xfrm>
            <a:off x="6732997" y="4019105"/>
            <a:ext cx="197643" cy="261610"/>
            <a:chOff x="1477817" y="2788120"/>
            <a:chExt cx="197643" cy="261610"/>
          </a:xfrm>
        </p:grpSpPr>
        <p:sp>
          <p:nvSpPr>
            <p:cNvPr id="237" name="타원 236">
              <a:extLst>
                <a:ext uri="{FF2B5EF4-FFF2-40B4-BE49-F238E27FC236}">
                  <a16:creationId xmlns:a16="http://schemas.microsoft.com/office/drawing/2014/main" id="{3A9227B1-BF8F-4EE3-9527-8C3B803693FD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17B0D3B4-4FEA-4BCB-9FF7-2EC911764B13}"/>
                </a:ext>
              </a:extLst>
            </p:cNvPr>
            <p:cNvSpPr txBox="1"/>
            <p:nvPr/>
          </p:nvSpPr>
          <p:spPr>
            <a:xfrm>
              <a:off x="1553777" y="278812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2</a:t>
              </a:r>
              <a:endParaRPr lang="ko-KR" altLang="en-US" sz="1100" b="1" dirty="0">
                <a:solidFill>
                  <a:schemeClr val="bg1"/>
                </a:solidFill>
                <a:latin typeface="Arial" pitchFamily="34" charset="0"/>
                <a:ea typeface="HY견고딕" pitchFamily="18" charset="-127"/>
                <a:cs typeface="Arial" pitchFamily="34" charset="0"/>
              </a:endParaRPr>
            </a:p>
          </p:txBody>
        </p:sp>
      </p:grpSp>
      <p:grpSp>
        <p:nvGrpSpPr>
          <p:cNvPr id="241" name="组合 80">
            <a:extLst>
              <a:ext uri="{FF2B5EF4-FFF2-40B4-BE49-F238E27FC236}">
                <a16:creationId xmlns:a16="http://schemas.microsoft.com/office/drawing/2014/main" id="{464C4B3E-A668-453F-873F-5514560B7A68}"/>
              </a:ext>
            </a:extLst>
          </p:cNvPr>
          <p:cNvGrpSpPr/>
          <p:nvPr/>
        </p:nvGrpSpPr>
        <p:grpSpPr>
          <a:xfrm>
            <a:off x="5897104" y="3466433"/>
            <a:ext cx="683249" cy="317818"/>
            <a:chOff x="7169327" y="3885662"/>
            <a:chExt cx="683249" cy="317818"/>
          </a:xfrm>
        </p:grpSpPr>
        <p:sp>
          <p:nvSpPr>
            <p:cNvPr id="242" name="Rectangle 2">
              <a:extLst>
                <a:ext uri="{FF2B5EF4-FFF2-40B4-BE49-F238E27FC236}">
                  <a16:creationId xmlns:a16="http://schemas.microsoft.com/office/drawing/2014/main" id="{C60CCC96-0F50-4E3A-A197-FD9817DD4CE9}"/>
                </a:ext>
              </a:extLst>
            </p:cNvPr>
            <p:cNvSpPr/>
            <p:nvPr/>
          </p:nvSpPr>
          <p:spPr>
            <a:xfrm>
              <a:off x="7169327" y="3885662"/>
              <a:ext cx="683249" cy="18388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rgbClr val="00B05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Busan</a:t>
              </a:r>
            </a:p>
          </p:txBody>
        </p:sp>
        <p:sp>
          <p:nvSpPr>
            <p:cNvPr id="243" name="Oval 213">
              <a:extLst>
                <a:ext uri="{FF2B5EF4-FFF2-40B4-BE49-F238E27FC236}">
                  <a16:creationId xmlns:a16="http://schemas.microsoft.com/office/drawing/2014/main" id="{D1001A68-61EC-4198-87E2-6514A6D7C5E7}"/>
                </a:ext>
              </a:extLst>
            </p:cNvPr>
            <p:cNvSpPr/>
            <p:nvPr/>
          </p:nvSpPr>
          <p:spPr>
            <a:xfrm flipH="1" flipV="1">
              <a:off x="7660045" y="4128176"/>
              <a:ext cx="87854" cy="75304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44" name="组合 94">
            <a:extLst>
              <a:ext uri="{FF2B5EF4-FFF2-40B4-BE49-F238E27FC236}">
                <a16:creationId xmlns:a16="http://schemas.microsoft.com/office/drawing/2014/main" id="{859A3101-1749-4302-8D81-AD284A537A9C}"/>
              </a:ext>
            </a:extLst>
          </p:cNvPr>
          <p:cNvGrpSpPr/>
          <p:nvPr/>
        </p:nvGrpSpPr>
        <p:grpSpPr>
          <a:xfrm>
            <a:off x="6393793" y="3314948"/>
            <a:ext cx="529887" cy="372742"/>
            <a:chOff x="7591529" y="3830738"/>
            <a:chExt cx="529887" cy="372742"/>
          </a:xfrm>
        </p:grpSpPr>
        <p:sp>
          <p:nvSpPr>
            <p:cNvPr id="245" name="Rectangle 2">
              <a:extLst>
                <a:ext uri="{FF2B5EF4-FFF2-40B4-BE49-F238E27FC236}">
                  <a16:creationId xmlns:a16="http://schemas.microsoft.com/office/drawing/2014/main" id="{0F1EAB58-3EDC-4521-B196-21269A77E164}"/>
                </a:ext>
              </a:extLst>
            </p:cNvPr>
            <p:cNvSpPr/>
            <p:nvPr/>
          </p:nvSpPr>
          <p:spPr>
            <a:xfrm>
              <a:off x="7591529" y="3830738"/>
              <a:ext cx="529887" cy="16594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Ulsan</a:t>
              </a:r>
            </a:p>
          </p:txBody>
        </p:sp>
        <p:sp>
          <p:nvSpPr>
            <p:cNvPr id="246" name="Oval 213">
              <a:extLst>
                <a:ext uri="{FF2B5EF4-FFF2-40B4-BE49-F238E27FC236}">
                  <a16:creationId xmlns:a16="http://schemas.microsoft.com/office/drawing/2014/main" id="{943E5700-EB80-40E4-805B-358F6FBDD2FA}"/>
                </a:ext>
              </a:extLst>
            </p:cNvPr>
            <p:cNvSpPr/>
            <p:nvPr/>
          </p:nvSpPr>
          <p:spPr>
            <a:xfrm flipH="1" flipV="1">
              <a:off x="7660045" y="4128176"/>
              <a:ext cx="87854" cy="7530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47" name="Group 1588">
            <a:extLst>
              <a:ext uri="{FF2B5EF4-FFF2-40B4-BE49-F238E27FC236}">
                <a16:creationId xmlns:a16="http://schemas.microsoft.com/office/drawing/2014/main" id="{DF95146F-C61E-4B48-B67E-2160808A9176}"/>
              </a:ext>
            </a:extLst>
          </p:cNvPr>
          <p:cNvGrpSpPr/>
          <p:nvPr/>
        </p:nvGrpSpPr>
        <p:grpSpPr>
          <a:xfrm>
            <a:off x="5042425" y="3636950"/>
            <a:ext cx="1114777" cy="265082"/>
            <a:chOff x="9922766" y="3928968"/>
            <a:chExt cx="319761" cy="76036"/>
          </a:xfrm>
        </p:grpSpPr>
        <p:sp>
          <p:nvSpPr>
            <p:cNvPr id="248" name="Oval 1589">
              <a:extLst>
                <a:ext uri="{FF2B5EF4-FFF2-40B4-BE49-F238E27FC236}">
                  <a16:creationId xmlns:a16="http://schemas.microsoft.com/office/drawing/2014/main" id="{DC21CC83-BAA4-471C-AD05-DCA97817CD8C}"/>
                </a:ext>
              </a:extLst>
            </p:cNvPr>
            <p:cNvSpPr/>
            <p:nvPr/>
          </p:nvSpPr>
          <p:spPr>
            <a:xfrm flipH="1" flipV="1">
              <a:off x="10217327" y="3982355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9" name="Rectangle 1590">
              <a:extLst>
                <a:ext uri="{FF2B5EF4-FFF2-40B4-BE49-F238E27FC236}">
                  <a16:creationId xmlns:a16="http://schemas.microsoft.com/office/drawing/2014/main" id="{AB34512E-E70F-48D6-81AE-B434B7A16F73}"/>
                </a:ext>
              </a:extLst>
            </p:cNvPr>
            <p:cNvSpPr/>
            <p:nvPr/>
          </p:nvSpPr>
          <p:spPr>
            <a:xfrm>
              <a:off x="9922766" y="3928968"/>
              <a:ext cx="306845" cy="7603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Kwangyang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256" name="Group 1607">
            <a:extLst>
              <a:ext uri="{FF2B5EF4-FFF2-40B4-BE49-F238E27FC236}">
                <a16:creationId xmlns:a16="http://schemas.microsoft.com/office/drawing/2014/main" id="{F225725D-75D9-4CAC-AD13-26BB5ADB4B85}"/>
              </a:ext>
            </a:extLst>
          </p:cNvPr>
          <p:cNvGrpSpPr/>
          <p:nvPr/>
        </p:nvGrpSpPr>
        <p:grpSpPr>
          <a:xfrm>
            <a:off x="7568535" y="2497061"/>
            <a:ext cx="880052" cy="238778"/>
            <a:chOff x="9894597" y="3872089"/>
            <a:chExt cx="252433" cy="68491"/>
          </a:xfrm>
        </p:grpSpPr>
        <p:sp>
          <p:nvSpPr>
            <p:cNvPr id="257" name="Oval 1608">
              <a:extLst>
                <a:ext uri="{FF2B5EF4-FFF2-40B4-BE49-F238E27FC236}">
                  <a16:creationId xmlns:a16="http://schemas.microsoft.com/office/drawing/2014/main" id="{B78C490D-F37C-4823-A249-7E3A6DA45186}"/>
                </a:ext>
              </a:extLst>
            </p:cNvPr>
            <p:cNvSpPr/>
            <p:nvPr/>
          </p:nvSpPr>
          <p:spPr>
            <a:xfrm flipH="1" flipV="1">
              <a:off x="10121830" y="3918980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8" name="Rectangle 1609">
              <a:extLst>
                <a:ext uri="{FF2B5EF4-FFF2-40B4-BE49-F238E27FC236}">
                  <a16:creationId xmlns:a16="http://schemas.microsoft.com/office/drawing/2014/main" id="{6E5FCA1A-0034-410F-AECC-1437D247BF00}"/>
                </a:ext>
              </a:extLst>
            </p:cNvPr>
            <p:cNvSpPr/>
            <p:nvPr/>
          </p:nvSpPr>
          <p:spPr>
            <a:xfrm>
              <a:off x="9894597" y="3872089"/>
              <a:ext cx="212836" cy="4689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Niigata</a:t>
              </a:r>
            </a:p>
          </p:txBody>
        </p:sp>
      </p:grpSp>
      <p:grpSp>
        <p:nvGrpSpPr>
          <p:cNvPr id="265" name="组合 97">
            <a:extLst>
              <a:ext uri="{FF2B5EF4-FFF2-40B4-BE49-F238E27FC236}">
                <a16:creationId xmlns:a16="http://schemas.microsoft.com/office/drawing/2014/main" id="{397F9A5C-0F6F-4D5B-84F7-7128C6F2EB37}"/>
              </a:ext>
            </a:extLst>
          </p:cNvPr>
          <p:cNvGrpSpPr/>
          <p:nvPr/>
        </p:nvGrpSpPr>
        <p:grpSpPr>
          <a:xfrm>
            <a:off x="3442498" y="3420039"/>
            <a:ext cx="1040552" cy="193005"/>
            <a:chOff x="4959776" y="2679771"/>
            <a:chExt cx="1040552" cy="193005"/>
          </a:xfrm>
        </p:grpSpPr>
        <p:sp>
          <p:nvSpPr>
            <p:cNvPr id="266" name="Oval 836">
              <a:extLst>
                <a:ext uri="{FF2B5EF4-FFF2-40B4-BE49-F238E27FC236}">
                  <a16:creationId xmlns:a16="http://schemas.microsoft.com/office/drawing/2014/main" id="{844FAD6D-F9E7-4559-AB1A-E2BA87CF7419}"/>
                </a:ext>
              </a:extLst>
            </p:cNvPr>
            <p:cNvSpPr/>
            <p:nvPr/>
          </p:nvSpPr>
          <p:spPr>
            <a:xfrm flipH="1" flipV="1">
              <a:off x="5912474" y="2797472"/>
              <a:ext cx="87854" cy="7530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7" name="Rectangle 837">
              <a:extLst>
                <a:ext uri="{FF2B5EF4-FFF2-40B4-BE49-F238E27FC236}">
                  <a16:creationId xmlns:a16="http://schemas.microsoft.com/office/drawing/2014/main" id="{9BFCCA97-E2A5-43AB-910F-C9A65C2AD439}"/>
                </a:ext>
              </a:extLst>
            </p:cNvPr>
            <p:cNvSpPr/>
            <p:nvPr/>
          </p:nvSpPr>
          <p:spPr>
            <a:xfrm>
              <a:off x="4959776" y="2679771"/>
              <a:ext cx="836623" cy="1808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Qingdao</a:t>
              </a:r>
            </a:p>
          </p:txBody>
        </p:sp>
      </p:grpSp>
      <p:sp>
        <p:nvSpPr>
          <p:cNvPr id="284" name="이등변 삼각형 283">
            <a:extLst>
              <a:ext uri="{FF2B5EF4-FFF2-40B4-BE49-F238E27FC236}">
                <a16:creationId xmlns:a16="http://schemas.microsoft.com/office/drawing/2014/main" id="{594018D0-146B-479E-AEF6-258158AF22B9}"/>
              </a:ext>
            </a:extLst>
          </p:cNvPr>
          <p:cNvSpPr/>
          <p:nvPr/>
        </p:nvSpPr>
        <p:spPr>
          <a:xfrm rot="10064796">
            <a:off x="8794644" y="2726356"/>
            <a:ext cx="162000" cy="1296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5" name="이등변 삼각형 284">
            <a:extLst>
              <a:ext uri="{FF2B5EF4-FFF2-40B4-BE49-F238E27FC236}">
                <a16:creationId xmlns:a16="http://schemas.microsoft.com/office/drawing/2014/main" id="{307C417E-75A1-4673-BC1F-9787A44D3250}"/>
              </a:ext>
            </a:extLst>
          </p:cNvPr>
          <p:cNvSpPr/>
          <p:nvPr/>
        </p:nvSpPr>
        <p:spPr>
          <a:xfrm rot="17603884">
            <a:off x="6713861" y="3885607"/>
            <a:ext cx="162000" cy="1296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6" name="이등변 삼각형 285">
            <a:extLst>
              <a:ext uri="{FF2B5EF4-FFF2-40B4-BE49-F238E27FC236}">
                <a16:creationId xmlns:a16="http://schemas.microsoft.com/office/drawing/2014/main" id="{1FAB3CE4-BDD3-4C7C-ABE9-40557895FF0A}"/>
              </a:ext>
            </a:extLst>
          </p:cNvPr>
          <p:cNvSpPr/>
          <p:nvPr/>
        </p:nvSpPr>
        <p:spPr>
          <a:xfrm rot="10332686">
            <a:off x="8422489" y="3833574"/>
            <a:ext cx="162000" cy="1296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3" name="이등변 삼각형 292">
            <a:extLst>
              <a:ext uri="{FF2B5EF4-FFF2-40B4-BE49-F238E27FC236}">
                <a16:creationId xmlns:a16="http://schemas.microsoft.com/office/drawing/2014/main" id="{0F7EA6EF-9C30-4952-B048-CF82EBFCCB49}"/>
              </a:ext>
            </a:extLst>
          </p:cNvPr>
          <p:cNvSpPr/>
          <p:nvPr/>
        </p:nvSpPr>
        <p:spPr>
          <a:xfrm rot="16375928">
            <a:off x="6314969" y="3803660"/>
            <a:ext cx="162000" cy="129600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0" name="Group 1625">
            <a:extLst>
              <a:ext uri="{FF2B5EF4-FFF2-40B4-BE49-F238E27FC236}">
                <a16:creationId xmlns:a16="http://schemas.microsoft.com/office/drawing/2014/main" id="{28A03215-142B-4A63-B56E-8815787739B3}"/>
              </a:ext>
            </a:extLst>
          </p:cNvPr>
          <p:cNvGrpSpPr/>
          <p:nvPr/>
        </p:nvGrpSpPr>
        <p:grpSpPr>
          <a:xfrm>
            <a:off x="8386337" y="2375885"/>
            <a:ext cx="1520170" cy="258570"/>
            <a:chOff x="10009533" y="3866412"/>
            <a:chExt cx="436043" cy="74168"/>
          </a:xfrm>
        </p:grpSpPr>
        <p:sp>
          <p:nvSpPr>
            <p:cNvPr id="111" name="Oval 1626">
              <a:extLst>
                <a:ext uri="{FF2B5EF4-FFF2-40B4-BE49-F238E27FC236}">
                  <a16:creationId xmlns:a16="http://schemas.microsoft.com/office/drawing/2014/main" id="{2D1D5AD7-943D-4BA6-8B1F-7C53C06F85EA}"/>
                </a:ext>
              </a:extLst>
            </p:cNvPr>
            <p:cNvSpPr/>
            <p:nvPr/>
          </p:nvSpPr>
          <p:spPr>
            <a:xfrm flipH="1" flipV="1">
              <a:off x="10121830" y="3918980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2" name="Rectangle 1627">
              <a:extLst>
                <a:ext uri="{FF2B5EF4-FFF2-40B4-BE49-F238E27FC236}">
                  <a16:creationId xmlns:a16="http://schemas.microsoft.com/office/drawing/2014/main" id="{54E23283-CD8A-4D1A-B279-7CC5BDBB5956}"/>
                </a:ext>
              </a:extLst>
            </p:cNvPr>
            <p:cNvSpPr/>
            <p:nvPr/>
          </p:nvSpPr>
          <p:spPr>
            <a:xfrm>
              <a:off x="10009533" y="3866412"/>
              <a:ext cx="436043" cy="4749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Sendai</a:t>
              </a:r>
            </a:p>
          </p:txBody>
        </p:sp>
      </p:grpSp>
      <p:sp>
        <p:nvSpPr>
          <p:cNvPr id="116" name="이등변 삼각형 115">
            <a:extLst>
              <a:ext uri="{FF2B5EF4-FFF2-40B4-BE49-F238E27FC236}">
                <a16:creationId xmlns:a16="http://schemas.microsoft.com/office/drawing/2014/main" id="{4C7A2ECB-41AA-4102-B847-703F1996A9DB}"/>
              </a:ext>
            </a:extLst>
          </p:cNvPr>
          <p:cNvSpPr/>
          <p:nvPr/>
        </p:nvSpPr>
        <p:spPr>
          <a:xfrm rot="7787445">
            <a:off x="5151839" y="3098036"/>
            <a:ext cx="162000" cy="129600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이등변 삼각형 117">
            <a:extLst>
              <a:ext uri="{FF2B5EF4-FFF2-40B4-BE49-F238E27FC236}">
                <a16:creationId xmlns:a16="http://schemas.microsoft.com/office/drawing/2014/main" id="{BA0BAE14-6248-4907-A6AC-7740312902E0}"/>
              </a:ext>
            </a:extLst>
          </p:cNvPr>
          <p:cNvSpPr/>
          <p:nvPr/>
        </p:nvSpPr>
        <p:spPr>
          <a:xfrm rot="20205349">
            <a:off x="4595157" y="3059925"/>
            <a:ext cx="162000" cy="129600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이등변 삼각형 119">
            <a:extLst>
              <a:ext uri="{FF2B5EF4-FFF2-40B4-BE49-F238E27FC236}">
                <a16:creationId xmlns:a16="http://schemas.microsoft.com/office/drawing/2014/main" id="{9104100A-DBBF-4DAC-8F71-4C9C3E2E64A6}"/>
              </a:ext>
            </a:extLst>
          </p:cNvPr>
          <p:cNvSpPr/>
          <p:nvPr/>
        </p:nvSpPr>
        <p:spPr>
          <a:xfrm rot="3235010">
            <a:off x="7775793" y="3179803"/>
            <a:ext cx="162000" cy="1296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7" name="Group 1588">
            <a:extLst>
              <a:ext uri="{FF2B5EF4-FFF2-40B4-BE49-F238E27FC236}">
                <a16:creationId xmlns:a16="http://schemas.microsoft.com/office/drawing/2014/main" id="{E86BCE9E-2470-46F8-A625-C8D222B5CEBA}"/>
              </a:ext>
            </a:extLst>
          </p:cNvPr>
          <p:cNvGrpSpPr/>
          <p:nvPr/>
        </p:nvGrpSpPr>
        <p:grpSpPr>
          <a:xfrm>
            <a:off x="4272606" y="2404568"/>
            <a:ext cx="1069748" cy="331241"/>
            <a:chOff x="10153186" y="3908942"/>
            <a:chExt cx="306845" cy="95013"/>
          </a:xfrm>
        </p:grpSpPr>
        <p:sp>
          <p:nvSpPr>
            <p:cNvPr id="78" name="Oval 1589">
              <a:extLst>
                <a:ext uri="{FF2B5EF4-FFF2-40B4-BE49-F238E27FC236}">
                  <a16:creationId xmlns:a16="http://schemas.microsoft.com/office/drawing/2014/main" id="{60903309-F9DF-466C-8D26-CFBCB3AB760A}"/>
                </a:ext>
              </a:extLst>
            </p:cNvPr>
            <p:cNvSpPr/>
            <p:nvPr/>
          </p:nvSpPr>
          <p:spPr>
            <a:xfrm flipH="1" flipV="1">
              <a:off x="10217327" y="3982355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9" name="Rectangle 1590">
              <a:extLst>
                <a:ext uri="{FF2B5EF4-FFF2-40B4-BE49-F238E27FC236}">
                  <a16:creationId xmlns:a16="http://schemas.microsoft.com/office/drawing/2014/main" id="{8DF718D9-5B2F-4592-94D6-A125A016601F}"/>
                </a:ext>
              </a:extLst>
            </p:cNvPr>
            <p:cNvSpPr/>
            <p:nvPr/>
          </p:nvSpPr>
          <p:spPr>
            <a:xfrm>
              <a:off x="10153186" y="3908942"/>
              <a:ext cx="306845" cy="7603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Dalian</a:t>
              </a:r>
            </a:p>
          </p:txBody>
        </p:sp>
      </p:grpSp>
      <p:grpSp>
        <p:nvGrpSpPr>
          <p:cNvPr id="80" name="Group 1537">
            <a:extLst>
              <a:ext uri="{FF2B5EF4-FFF2-40B4-BE49-F238E27FC236}">
                <a16:creationId xmlns:a16="http://schemas.microsoft.com/office/drawing/2014/main" id="{4A1D35C3-96CA-4197-ACD6-201A879396F7}"/>
              </a:ext>
            </a:extLst>
          </p:cNvPr>
          <p:cNvGrpSpPr/>
          <p:nvPr/>
        </p:nvGrpSpPr>
        <p:grpSpPr>
          <a:xfrm>
            <a:off x="8661568" y="1518432"/>
            <a:ext cx="1031302" cy="223620"/>
            <a:chOff x="10121830" y="3876437"/>
            <a:chExt cx="295817" cy="64143"/>
          </a:xfrm>
        </p:grpSpPr>
        <p:sp>
          <p:nvSpPr>
            <p:cNvPr id="81" name="Oval 1538">
              <a:extLst>
                <a:ext uri="{FF2B5EF4-FFF2-40B4-BE49-F238E27FC236}">
                  <a16:creationId xmlns:a16="http://schemas.microsoft.com/office/drawing/2014/main" id="{A1E4A71A-B3C8-4CBB-94F0-CE18948B0D79}"/>
                </a:ext>
              </a:extLst>
            </p:cNvPr>
            <p:cNvSpPr/>
            <p:nvPr/>
          </p:nvSpPr>
          <p:spPr>
            <a:xfrm flipH="1" flipV="1">
              <a:off x="10121830" y="3918980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2" name="Rectangle 1539">
              <a:extLst>
                <a:ext uri="{FF2B5EF4-FFF2-40B4-BE49-F238E27FC236}">
                  <a16:creationId xmlns:a16="http://schemas.microsoft.com/office/drawing/2014/main" id="{07E70331-B479-4B6E-9041-4BB1306FEA5A}"/>
                </a:ext>
              </a:extLst>
            </p:cNvPr>
            <p:cNvSpPr/>
            <p:nvPr/>
          </p:nvSpPr>
          <p:spPr>
            <a:xfrm>
              <a:off x="10153439" y="3876437"/>
              <a:ext cx="264208" cy="4809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Hachinohe</a:t>
              </a:r>
            </a:p>
          </p:txBody>
        </p:sp>
      </p:grpSp>
      <p:grpSp>
        <p:nvGrpSpPr>
          <p:cNvPr id="83" name="Group 1598">
            <a:extLst>
              <a:ext uri="{FF2B5EF4-FFF2-40B4-BE49-F238E27FC236}">
                <a16:creationId xmlns:a16="http://schemas.microsoft.com/office/drawing/2014/main" id="{D016F689-AB81-46F2-B025-BFBD9EA12EDF}"/>
              </a:ext>
            </a:extLst>
          </p:cNvPr>
          <p:cNvGrpSpPr/>
          <p:nvPr/>
        </p:nvGrpSpPr>
        <p:grpSpPr>
          <a:xfrm>
            <a:off x="7510357" y="899788"/>
            <a:ext cx="1467630" cy="186337"/>
            <a:chOff x="9802899" y="3879493"/>
            <a:chExt cx="420973" cy="53449"/>
          </a:xfrm>
        </p:grpSpPr>
        <p:sp>
          <p:nvSpPr>
            <p:cNvPr id="84" name="Oval 1599">
              <a:extLst>
                <a:ext uri="{FF2B5EF4-FFF2-40B4-BE49-F238E27FC236}">
                  <a16:creationId xmlns:a16="http://schemas.microsoft.com/office/drawing/2014/main" id="{BF6666DC-350C-4448-86EB-19AAF883840F}"/>
                </a:ext>
              </a:extLst>
            </p:cNvPr>
            <p:cNvSpPr/>
            <p:nvPr/>
          </p:nvSpPr>
          <p:spPr>
            <a:xfrm flipH="1" flipV="1">
              <a:off x="10127040" y="3911342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5" name="Rectangle 1600">
              <a:extLst>
                <a:ext uri="{FF2B5EF4-FFF2-40B4-BE49-F238E27FC236}">
                  <a16:creationId xmlns:a16="http://schemas.microsoft.com/office/drawing/2014/main" id="{49C41A65-90A1-4282-9E72-1CFC9ACCA09D}"/>
                </a:ext>
              </a:extLst>
            </p:cNvPr>
            <p:cNvSpPr/>
            <p:nvPr/>
          </p:nvSpPr>
          <p:spPr>
            <a:xfrm>
              <a:off x="9802899" y="3879493"/>
              <a:ext cx="420973" cy="5151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Tomakomai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86" name="组合 54">
            <a:extLst>
              <a:ext uri="{FF2B5EF4-FFF2-40B4-BE49-F238E27FC236}">
                <a16:creationId xmlns:a16="http://schemas.microsoft.com/office/drawing/2014/main" id="{BB98C21A-7094-4771-B776-435503DC51F8}"/>
              </a:ext>
            </a:extLst>
          </p:cNvPr>
          <p:cNvGrpSpPr/>
          <p:nvPr/>
        </p:nvGrpSpPr>
        <p:grpSpPr>
          <a:xfrm>
            <a:off x="8670675" y="2997474"/>
            <a:ext cx="1013737" cy="255344"/>
            <a:chOff x="7210015" y="1747336"/>
            <a:chExt cx="1084883" cy="273265"/>
          </a:xfrm>
        </p:grpSpPr>
        <p:sp>
          <p:nvSpPr>
            <p:cNvPr id="87" name="Oval 1">
              <a:extLst>
                <a:ext uri="{FF2B5EF4-FFF2-40B4-BE49-F238E27FC236}">
                  <a16:creationId xmlns:a16="http://schemas.microsoft.com/office/drawing/2014/main" id="{D660C7F6-C658-48D8-90F5-0A1B1C44D633}"/>
                </a:ext>
              </a:extLst>
            </p:cNvPr>
            <p:cNvSpPr/>
            <p:nvPr/>
          </p:nvSpPr>
          <p:spPr>
            <a:xfrm flipH="1" flipV="1">
              <a:off x="7412328" y="1747336"/>
              <a:ext cx="99508" cy="8529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8" name="Rectangle 214">
              <a:extLst>
                <a:ext uri="{FF2B5EF4-FFF2-40B4-BE49-F238E27FC236}">
                  <a16:creationId xmlns:a16="http://schemas.microsoft.com/office/drawing/2014/main" id="{E3CC0C1F-A912-420C-8EB9-8685F4AA1124}"/>
                </a:ext>
              </a:extLst>
            </p:cNvPr>
            <p:cNvSpPr/>
            <p:nvPr/>
          </p:nvSpPr>
          <p:spPr>
            <a:xfrm>
              <a:off x="7210015" y="1834143"/>
              <a:ext cx="1084883" cy="18645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altLang="ko-KR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Hitachinaka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89" name="组合 79">
            <a:extLst>
              <a:ext uri="{FF2B5EF4-FFF2-40B4-BE49-F238E27FC236}">
                <a16:creationId xmlns:a16="http://schemas.microsoft.com/office/drawing/2014/main" id="{A5920522-7CB9-4679-B32F-DF0273E73BDC}"/>
              </a:ext>
            </a:extLst>
          </p:cNvPr>
          <p:cNvGrpSpPr/>
          <p:nvPr/>
        </p:nvGrpSpPr>
        <p:grpSpPr>
          <a:xfrm>
            <a:off x="7297433" y="1999306"/>
            <a:ext cx="1210599" cy="138768"/>
            <a:chOff x="6216279" y="1695490"/>
            <a:chExt cx="1295557" cy="148508"/>
          </a:xfrm>
        </p:grpSpPr>
        <p:sp>
          <p:nvSpPr>
            <p:cNvPr id="90" name="Oval 1">
              <a:extLst>
                <a:ext uri="{FF2B5EF4-FFF2-40B4-BE49-F238E27FC236}">
                  <a16:creationId xmlns:a16="http://schemas.microsoft.com/office/drawing/2014/main" id="{7AD8FCCB-9FF1-481A-B377-0384F5AE26CE}"/>
                </a:ext>
              </a:extLst>
            </p:cNvPr>
            <p:cNvSpPr/>
            <p:nvPr/>
          </p:nvSpPr>
          <p:spPr>
            <a:xfrm flipH="1" flipV="1">
              <a:off x="7412328" y="1747336"/>
              <a:ext cx="99508" cy="8529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1" name="Rectangle 214">
              <a:extLst>
                <a:ext uri="{FF2B5EF4-FFF2-40B4-BE49-F238E27FC236}">
                  <a16:creationId xmlns:a16="http://schemas.microsoft.com/office/drawing/2014/main" id="{23269B97-1BFC-40DF-BAA4-927BADA7C10C}"/>
                </a:ext>
              </a:extLst>
            </p:cNvPr>
            <p:cNvSpPr/>
            <p:nvPr/>
          </p:nvSpPr>
          <p:spPr>
            <a:xfrm>
              <a:off x="6216279" y="1695490"/>
              <a:ext cx="1118422" cy="1485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Akita</a:t>
              </a:r>
            </a:p>
          </p:txBody>
        </p:sp>
      </p:grpSp>
      <p:graphicFrame>
        <p:nvGraphicFramePr>
          <p:cNvPr id="75" name="표 74">
            <a:extLst>
              <a:ext uri="{FF2B5EF4-FFF2-40B4-BE49-F238E27FC236}">
                <a16:creationId xmlns:a16="http://schemas.microsoft.com/office/drawing/2014/main" id="{59FD5DE9-F7EA-4533-A8E7-F7BD16E4C73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9766800" y="2212771"/>
          <a:ext cx="1963806" cy="111118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74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6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704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Terminal</a:t>
                      </a:r>
                    </a:p>
                  </a:txBody>
                  <a:tcPr marL="9525" marR="9525" marT="9525" marB="0"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BPTS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Weekly throughput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  1,000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Schedule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Sun 17 ~ Mon 08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582070D8-81AC-48E5-A7E1-EF2B9113F7E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9766800" y="3411986"/>
          <a:ext cx="1963806" cy="111118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74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6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704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Terminal</a:t>
                      </a:r>
                    </a:p>
                  </a:txBody>
                  <a:tcPr marL="9525" marR="9525" marT="9525" marB="0"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HKT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Weekly throughput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  800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Schedule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Tue 05 ~ Tue 22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722548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" name="组合 202">
            <a:extLst>
              <a:ext uri="{FF2B5EF4-FFF2-40B4-BE49-F238E27FC236}">
                <a16:creationId xmlns:a16="http://schemas.microsoft.com/office/drawing/2014/main" id="{994B5C44-2EFF-48B3-93B2-7BD5885EA512}"/>
              </a:ext>
            </a:extLst>
          </p:cNvPr>
          <p:cNvGrpSpPr/>
          <p:nvPr/>
        </p:nvGrpSpPr>
        <p:grpSpPr>
          <a:xfrm>
            <a:off x="-1282061" y="-3847302"/>
            <a:ext cx="12058924" cy="11409151"/>
            <a:chOff x="-1815466" y="-4021870"/>
            <a:chExt cx="12058924" cy="11409151"/>
          </a:xfrm>
        </p:grpSpPr>
        <p:sp>
          <p:nvSpPr>
            <p:cNvPr id="204" name="Freeform 335">
              <a:extLst>
                <a:ext uri="{FF2B5EF4-FFF2-40B4-BE49-F238E27FC236}">
                  <a16:creationId xmlns:a16="http://schemas.microsoft.com/office/drawing/2014/main" id="{3A2BDA7C-4471-4DB0-92EF-0881ED427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161" y="5616344"/>
              <a:ext cx="25482" cy="38220"/>
            </a:xfrm>
            <a:custGeom>
              <a:avLst/>
              <a:gdLst>
                <a:gd name="T0" fmla="*/ 3 w 4"/>
                <a:gd name="T1" fmla="*/ 0 h 6"/>
                <a:gd name="T2" fmla="*/ 4 w 4"/>
                <a:gd name="T3" fmla="*/ 2 h 6"/>
                <a:gd name="T4" fmla="*/ 1 w 4"/>
                <a:gd name="T5" fmla="*/ 6 h 6"/>
                <a:gd name="T6" fmla="*/ 0 w 4"/>
                <a:gd name="T7" fmla="*/ 4 h 6"/>
                <a:gd name="T8" fmla="*/ 1 w 4"/>
                <a:gd name="T9" fmla="*/ 3 h 6"/>
                <a:gd name="T10" fmla="*/ 1 w 4"/>
                <a:gd name="T11" fmla="*/ 0 h 6"/>
                <a:gd name="T12" fmla="*/ 3 w 4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lnTo>
                    <a:pt x="4" y="2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5" name="Freeform 336">
              <a:extLst>
                <a:ext uri="{FF2B5EF4-FFF2-40B4-BE49-F238E27FC236}">
                  <a16:creationId xmlns:a16="http://schemas.microsoft.com/office/drawing/2014/main" id="{D23ACB71-7029-4EC9-BFD1-B614F25478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9016" y="5508051"/>
              <a:ext cx="114664" cy="95556"/>
            </a:xfrm>
            <a:custGeom>
              <a:avLst/>
              <a:gdLst>
                <a:gd name="T0" fmla="*/ 4 w 18"/>
                <a:gd name="T1" fmla="*/ 13 h 15"/>
                <a:gd name="T2" fmla="*/ 5 w 18"/>
                <a:gd name="T3" fmla="*/ 13 h 15"/>
                <a:gd name="T4" fmla="*/ 6 w 18"/>
                <a:gd name="T5" fmla="*/ 15 h 15"/>
                <a:gd name="T6" fmla="*/ 5 w 18"/>
                <a:gd name="T7" fmla="*/ 15 h 15"/>
                <a:gd name="T8" fmla="*/ 4 w 18"/>
                <a:gd name="T9" fmla="*/ 13 h 15"/>
                <a:gd name="T10" fmla="*/ 4 w 18"/>
                <a:gd name="T11" fmla="*/ 13 h 15"/>
                <a:gd name="T12" fmla="*/ 17 w 18"/>
                <a:gd name="T13" fmla="*/ 11 h 15"/>
                <a:gd name="T14" fmla="*/ 18 w 18"/>
                <a:gd name="T15" fmla="*/ 13 h 15"/>
                <a:gd name="T16" fmla="*/ 17 w 18"/>
                <a:gd name="T17" fmla="*/ 15 h 15"/>
                <a:gd name="T18" fmla="*/ 16 w 18"/>
                <a:gd name="T19" fmla="*/ 13 h 15"/>
                <a:gd name="T20" fmla="*/ 13 w 18"/>
                <a:gd name="T21" fmla="*/ 12 h 15"/>
                <a:gd name="T22" fmla="*/ 16 w 18"/>
                <a:gd name="T23" fmla="*/ 12 h 15"/>
                <a:gd name="T24" fmla="*/ 17 w 18"/>
                <a:gd name="T25" fmla="*/ 11 h 15"/>
                <a:gd name="T26" fmla="*/ 1 w 18"/>
                <a:gd name="T27" fmla="*/ 0 h 15"/>
                <a:gd name="T28" fmla="*/ 2 w 18"/>
                <a:gd name="T29" fmla="*/ 1 h 15"/>
                <a:gd name="T30" fmla="*/ 4 w 18"/>
                <a:gd name="T31" fmla="*/ 3 h 15"/>
                <a:gd name="T32" fmla="*/ 4 w 18"/>
                <a:gd name="T33" fmla="*/ 4 h 15"/>
                <a:gd name="T34" fmla="*/ 4 w 18"/>
                <a:gd name="T35" fmla="*/ 7 h 15"/>
                <a:gd name="T36" fmla="*/ 2 w 18"/>
                <a:gd name="T37" fmla="*/ 8 h 15"/>
                <a:gd name="T38" fmla="*/ 2 w 18"/>
                <a:gd name="T39" fmla="*/ 8 h 15"/>
                <a:gd name="T40" fmla="*/ 1 w 18"/>
                <a:gd name="T41" fmla="*/ 8 h 15"/>
                <a:gd name="T42" fmla="*/ 1 w 18"/>
                <a:gd name="T43" fmla="*/ 5 h 15"/>
                <a:gd name="T44" fmla="*/ 0 w 18"/>
                <a:gd name="T45" fmla="*/ 4 h 15"/>
                <a:gd name="T46" fmla="*/ 1 w 18"/>
                <a:gd name="T4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5">
                  <a:moveTo>
                    <a:pt x="4" y="13"/>
                  </a:moveTo>
                  <a:lnTo>
                    <a:pt x="5" y="13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4" y="13"/>
                  </a:lnTo>
                  <a:lnTo>
                    <a:pt x="4" y="13"/>
                  </a:lnTo>
                  <a:close/>
                  <a:moveTo>
                    <a:pt x="17" y="11"/>
                  </a:moveTo>
                  <a:lnTo>
                    <a:pt x="18" y="13"/>
                  </a:lnTo>
                  <a:lnTo>
                    <a:pt x="17" y="15"/>
                  </a:lnTo>
                  <a:lnTo>
                    <a:pt x="16" y="13"/>
                  </a:lnTo>
                  <a:lnTo>
                    <a:pt x="13" y="12"/>
                  </a:lnTo>
                  <a:lnTo>
                    <a:pt x="16" y="12"/>
                  </a:lnTo>
                  <a:lnTo>
                    <a:pt x="17" y="11"/>
                  </a:lnTo>
                  <a:close/>
                  <a:moveTo>
                    <a:pt x="1" y="0"/>
                  </a:moveTo>
                  <a:lnTo>
                    <a:pt x="2" y="1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5"/>
                  </a:lnTo>
                  <a:lnTo>
                    <a:pt x="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6" name="Freeform 337">
              <a:extLst>
                <a:ext uri="{FF2B5EF4-FFF2-40B4-BE49-F238E27FC236}">
                  <a16:creationId xmlns:a16="http://schemas.microsoft.com/office/drawing/2014/main" id="{B39CFB97-0812-4015-9F13-3E91764A39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1085" y="5004799"/>
              <a:ext cx="719843" cy="394956"/>
            </a:xfrm>
            <a:custGeom>
              <a:avLst/>
              <a:gdLst>
                <a:gd name="T0" fmla="*/ 4 w 113"/>
                <a:gd name="T1" fmla="*/ 61 h 62"/>
                <a:gd name="T2" fmla="*/ 4 w 113"/>
                <a:gd name="T3" fmla="*/ 62 h 62"/>
                <a:gd name="T4" fmla="*/ 4 w 113"/>
                <a:gd name="T5" fmla="*/ 61 h 62"/>
                <a:gd name="T6" fmla="*/ 4 w 113"/>
                <a:gd name="T7" fmla="*/ 61 h 62"/>
                <a:gd name="T8" fmla="*/ 1 w 113"/>
                <a:gd name="T9" fmla="*/ 55 h 62"/>
                <a:gd name="T10" fmla="*/ 4 w 113"/>
                <a:gd name="T11" fmla="*/ 57 h 62"/>
                <a:gd name="T12" fmla="*/ 4 w 113"/>
                <a:gd name="T13" fmla="*/ 57 h 62"/>
                <a:gd name="T14" fmla="*/ 4 w 113"/>
                <a:gd name="T15" fmla="*/ 57 h 62"/>
                <a:gd name="T16" fmla="*/ 1 w 113"/>
                <a:gd name="T17" fmla="*/ 58 h 62"/>
                <a:gd name="T18" fmla="*/ 0 w 113"/>
                <a:gd name="T19" fmla="*/ 57 h 62"/>
                <a:gd name="T20" fmla="*/ 1 w 113"/>
                <a:gd name="T21" fmla="*/ 55 h 62"/>
                <a:gd name="T22" fmla="*/ 110 w 113"/>
                <a:gd name="T23" fmla="*/ 0 h 62"/>
                <a:gd name="T24" fmla="*/ 113 w 113"/>
                <a:gd name="T25" fmla="*/ 2 h 62"/>
                <a:gd name="T26" fmla="*/ 113 w 113"/>
                <a:gd name="T27" fmla="*/ 3 h 62"/>
                <a:gd name="T28" fmla="*/ 110 w 113"/>
                <a:gd name="T29" fmla="*/ 4 h 62"/>
                <a:gd name="T30" fmla="*/ 109 w 113"/>
                <a:gd name="T31" fmla="*/ 2 h 62"/>
                <a:gd name="T32" fmla="*/ 110 w 113"/>
                <a:gd name="T3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62">
                  <a:moveTo>
                    <a:pt x="4" y="61"/>
                  </a:moveTo>
                  <a:lnTo>
                    <a:pt x="4" y="62"/>
                  </a:lnTo>
                  <a:lnTo>
                    <a:pt x="4" y="61"/>
                  </a:lnTo>
                  <a:lnTo>
                    <a:pt x="4" y="61"/>
                  </a:lnTo>
                  <a:close/>
                  <a:moveTo>
                    <a:pt x="1" y="55"/>
                  </a:move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1" y="58"/>
                  </a:lnTo>
                  <a:lnTo>
                    <a:pt x="0" y="57"/>
                  </a:lnTo>
                  <a:lnTo>
                    <a:pt x="1" y="55"/>
                  </a:lnTo>
                  <a:close/>
                  <a:moveTo>
                    <a:pt x="110" y="0"/>
                  </a:moveTo>
                  <a:lnTo>
                    <a:pt x="113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09" y="2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7" name="Freeform 340">
              <a:extLst>
                <a:ext uri="{FF2B5EF4-FFF2-40B4-BE49-F238E27FC236}">
                  <a16:creationId xmlns:a16="http://schemas.microsoft.com/office/drawing/2014/main" id="{1530991C-CAE9-4B56-9A06-8E2C622FD9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847183" y="-4021870"/>
              <a:ext cx="9937621" cy="5331917"/>
            </a:xfrm>
            <a:custGeom>
              <a:avLst/>
              <a:gdLst>
                <a:gd name="T0" fmla="*/ 1431 w 1560"/>
                <a:gd name="T1" fmla="*/ 645 h 837"/>
                <a:gd name="T2" fmla="*/ 1209 w 1560"/>
                <a:gd name="T3" fmla="*/ 533 h 837"/>
                <a:gd name="T4" fmla="*/ 1315 w 1560"/>
                <a:gd name="T5" fmla="*/ 646 h 837"/>
                <a:gd name="T6" fmla="*/ 1269 w 1560"/>
                <a:gd name="T7" fmla="*/ 526 h 837"/>
                <a:gd name="T8" fmla="*/ 83 w 1560"/>
                <a:gd name="T9" fmla="*/ 433 h 837"/>
                <a:gd name="T10" fmla="*/ 276 w 1560"/>
                <a:gd name="T11" fmla="*/ 337 h 837"/>
                <a:gd name="T12" fmla="*/ 280 w 1560"/>
                <a:gd name="T13" fmla="*/ 309 h 837"/>
                <a:gd name="T14" fmla="*/ 258 w 1560"/>
                <a:gd name="T15" fmla="*/ 287 h 837"/>
                <a:gd name="T16" fmla="*/ 205 w 1560"/>
                <a:gd name="T17" fmla="*/ 255 h 837"/>
                <a:gd name="T18" fmla="*/ 400 w 1560"/>
                <a:gd name="T19" fmla="*/ 197 h 837"/>
                <a:gd name="T20" fmla="*/ 469 w 1560"/>
                <a:gd name="T21" fmla="*/ 145 h 837"/>
                <a:gd name="T22" fmla="*/ 292 w 1560"/>
                <a:gd name="T23" fmla="*/ 100 h 837"/>
                <a:gd name="T24" fmla="*/ 229 w 1560"/>
                <a:gd name="T25" fmla="*/ 225 h 837"/>
                <a:gd name="T26" fmla="*/ 205 w 1560"/>
                <a:gd name="T27" fmla="*/ 171 h 837"/>
                <a:gd name="T28" fmla="*/ 974 w 1560"/>
                <a:gd name="T29" fmla="*/ 103 h 837"/>
                <a:gd name="T30" fmla="*/ 513 w 1560"/>
                <a:gd name="T31" fmla="*/ 58 h 837"/>
                <a:gd name="T32" fmla="*/ 1199 w 1560"/>
                <a:gd name="T33" fmla="*/ 42 h 837"/>
                <a:gd name="T34" fmla="*/ 956 w 1560"/>
                <a:gd name="T35" fmla="*/ 36 h 837"/>
                <a:gd name="T36" fmla="*/ 143 w 1560"/>
                <a:gd name="T37" fmla="*/ 4 h 837"/>
                <a:gd name="T38" fmla="*/ 600 w 1560"/>
                <a:gd name="T39" fmla="*/ 16 h 837"/>
                <a:gd name="T40" fmla="*/ 691 w 1560"/>
                <a:gd name="T41" fmla="*/ 55 h 837"/>
                <a:gd name="T42" fmla="*/ 710 w 1560"/>
                <a:gd name="T43" fmla="*/ 112 h 837"/>
                <a:gd name="T44" fmla="*/ 844 w 1560"/>
                <a:gd name="T45" fmla="*/ 82 h 837"/>
                <a:gd name="T46" fmla="*/ 926 w 1560"/>
                <a:gd name="T47" fmla="*/ 108 h 837"/>
                <a:gd name="T48" fmla="*/ 1022 w 1560"/>
                <a:gd name="T49" fmla="*/ 53 h 837"/>
                <a:gd name="T50" fmla="*/ 1188 w 1560"/>
                <a:gd name="T51" fmla="*/ 57 h 837"/>
                <a:gd name="T52" fmla="*/ 1314 w 1560"/>
                <a:gd name="T53" fmla="*/ 51 h 837"/>
                <a:gd name="T54" fmla="*/ 1472 w 1560"/>
                <a:gd name="T55" fmla="*/ 37 h 837"/>
                <a:gd name="T56" fmla="*/ 1544 w 1560"/>
                <a:gd name="T57" fmla="*/ 67 h 837"/>
                <a:gd name="T58" fmla="*/ 1486 w 1560"/>
                <a:gd name="T59" fmla="*/ 107 h 837"/>
                <a:gd name="T60" fmla="*/ 1509 w 1560"/>
                <a:gd name="T61" fmla="*/ 188 h 837"/>
                <a:gd name="T62" fmla="*/ 1484 w 1560"/>
                <a:gd name="T63" fmla="*/ 317 h 837"/>
                <a:gd name="T64" fmla="*/ 1454 w 1560"/>
                <a:gd name="T65" fmla="*/ 413 h 837"/>
                <a:gd name="T66" fmla="*/ 1435 w 1560"/>
                <a:gd name="T67" fmla="*/ 538 h 837"/>
                <a:gd name="T68" fmla="*/ 1397 w 1560"/>
                <a:gd name="T69" fmla="*/ 282 h 837"/>
                <a:gd name="T70" fmla="*/ 1342 w 1560"/>
                <a:gd name="T71" fmla="*/ 311 h 837"/>
                <a:gd name="T72" fmla="*/ 1288 w 1560"/>
                <a:gd name="T73" fmla="*/ 379 h 837"/>
                <a:gd name="T74" fmla="*/ 1193 w 1560"/>
                <a:gd name="T75" fmla="*/ 521 h 837"/>
                <a:gd name="T76" fmla="*/ 1278 w 1560"/>
                <a:gd name="T77" fmla="*/ 613 h 837"/>
                <a:gd name="T78" fmla="*/ 1211 w 1560"/>
                <a:gd name="T79" fmla="*/ 734 h 837"/>
                <a:gd name="T80" fmla="*/ 1186 w 1560"/>
                <a:gd name="T81" fmla="*/ 666 h 837"/>
                <a:gd name="T82" fmla="*/ 1098 w 1560"/>
                <a:gd name="T83" fmla="*/ 575 h 837"/>
                <a:gd name="T84" fmla="*/ 1019 w 1560"/>
                <a:gd name="T85" fmla="*/ 645 h 837"/>
                <a:gd name="T86" fmla="*/ 804 w 1560"/>
                <a:gd name="T87" fmla="*/ 626 h 837"/>
                <a:gd name="T88" fmla="*/ 663 w 1560"/>
                <a:gd name="T89" fmla="*/ 679 h 837"/>
                <a:gd name="T90" fmla="*/ 491 w 1560"/>
                <a:gd name="T91" fmla="*/ 604 h 837"/>
                <a:gd name="T92" fmla="*/ 400 w 1560"/>
                <a:gd name="T93" fmla="*/ 671 h 837"/>
                <a:gd name="T94" fmla="*/ 246 w 1560"/>
                <a:gd name="T95" fmla="*/ 712 h 837"/>
                <a:gd name="T96" fmla="*/ 241 w 1560"/>
                <a:gd name="T97" fmla="*/ 834 h 837"/>
                <a:gd name="T98" fmla="*/ 170 w 1560"/>
                <a:gd name="T99" fmla="*/ 717 h 837"/>
                <a:gd name="T100" fmla="*/ 22 w 1560"/>
                <a:gd name="T101" fmla="*/ 553 h 837"/>
                <a:gd name="T102" fmla="*/ 20 w 1560"/>
                <a:gd name="T103" fmla="*/ 340 h 837"/>
                <a:gd name="T104" fmla="*/ 118 w 1560"/>
                <a:gd name="T105" fmla="*/ 375 h 837"/>
                <a:gd name="T106" fmla="*/ 76 w 1560"/>
                <a:gd name="T107" fmla="*/ 447 h 837"/>
                <a:gd name="T108" fmla="*/ 153 w 1560"/>
                <a:gd name="T109" fmla="*/ 368 h 837"/>
                <a:gd name="T110" fmla="*/ 242 w 1560"/>
                <a:gd name="T111" fmla="*/ 345 h 837"/>
                <a:gd name="T112" fmla="*/ 353 w 1560"/>
                <a:gd name="T113" fmla="*/ 321 h 837"/>
                <a:gd name="T114" fmla="*/ 386 w 1560"/>
                <a:gd name="T115" fmla="*/ 249 h 837"/>
                <a:gd name="T116" fmla="*/ 437 w 1560"/>
                <a:gd name="T117" fmla="*/ 326 h 837"/>
                <a:gd name="T118" fmla="*/ 409 w 1560"/>
                <a:gd name="T119" fmla="*/ 234 h 837"/>
                <a:gd name="T120" fmla="*/ 496 w 1560"/>
                <a:gd name="T121" fmla="*/ 267 h 837"/>
                <a:gd name="T122" fmla="*/ 495 w 1560"/>
                <a:gd name="T123" fmla="*/ 166 h 837"/>
                <a:gd name="T124" fmla="*/ 530 w 1560"/>
                <a:gd name="T125" fmla="*/ 75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0" h="837">
                  <a:moveTo>
                    <a:pt x="241" y="834"/>
                  </a:moveTo>
                  <a:lnTo>
                    <a:pt x="243" y="837"/>
                  </a:lnTo>
                  <a:lnTo>
                    <a:pt x="241" y="834"/>
                  </a:lnTo>
                  <a:lnTo>
                    <a:pt x="241" y="834"/>
                  </a:lnTo>
                  <a:close/>
                  <a:moveTo>
                    <a:pt x="390" y="767"/>
                  </a:moveTo>
                  <a:lnTo>
                    <a:pt x="394" y="768"/>
                  </a:lnTo>
                  <a:lnTo>
                    <a:pt x="376" y="770"/>
                  </a:lnTo>
                  <a:lnTo>
                    <a:pt x="390" y="767"/>
                  </a:lnTo>
                  <a:close/>
                  <a:moveTo>
                    <a:pt x="1389" y="716"/>
                  </a:moveTo>
                  <a:lnTo>
                    <a:pt x="1389" y="718"/>
                  </a:lnTo>
                  <a:lnTo>
                    <a:pt x="1386" y="720"/>
                  </a:lnTo>
                  <a:lnTo>
                    <a:pt x="1385" y="718"/>
                  </a:lnTo>
                  <a:lnTo>
                    <a:pt x="1388" y="717"/>
                  </a:lnTo>
                  <a:lnTo>
                    <a:pt x="1389" y="716"/>
                  </a:lnTo>
                  <a:close/>
                  <a:moveTo>
                    <a:pt x="1376" y="707"/>
                  </a:moveTo>
                  <a:lnTo>
                    <a:pt x="1377" y="708"/>
                  </a:lnTo>
                  <a:lnTo>
                    <a:pt x="1378" y="708"/>
                  </a:lnTo>
                  <a:lnTo>
                    <a:pt x="1380" y="708"/>
                  </a:lnTo>
                  <a:lnTo>
                    <a:pt x="1381" y="708"/>
                  </a:lnTo>
                  <a:lnTo>
                    <a:pt x="1380" y="709"/>
                  </a:lnTo>
                  <a:lnTo>
                    <a:pt x="1377" y="713"/>
                  </a:lnTo>
                  <a:lnTo>
                    <a:pt x="1376" y="713"/>
                  </a:lnTo>
                  <a:lnTo>
                    <a:pt x="1376" y="718"/>
                  </a:lnTo>
                  <a:lnTo>
                    <a:pt x="1376" y="722"/>
                  </a:lnTo>
                  <a:lnTo>
                    <a:pt x="1373" y="720"/>
                  </a:lnTo>
                  <a:lnTo>
                    <a:pt x="1373" y="718"/>
                  </a:lnTo>
                  <a:lnTo>
                    <a:pt x="1373" y="716"/>
                  </a:lnTo>
                  <a:lnTo>
                    <a:pt x="1375" y="712"/>
                  </a:lnTo>
                  <a:lnTo>
                    <a:pt x="1375" y="709"/>
                  </a:lnTo>
                  <a:lnTo>
                    <a:pt x="1376" y="707"/>
                  </a:lnTo>
                  <a:lnTo>
                    <a:pt x="1376" y="707"/>
                  </a:lnTo>
                  <a:close/>
                  <a:moveTo>
                    <a:pt x="1401" y="682"/>
                  </a:moveTo>
                  <a:lnTo>
                    <a:pt x="1402" y="684"/>
                  </a:lnTo>
                  <a:lnTo>
                    <a:pt x="1402" y="687"/>
                  </a:lnTo>
                  <a:lnTo>
                    <a:pt x="1400" y="688"/>
                  </a:lnTo>
                  <a:lnTo>
                    <a:pt x="1397" y="688"/>
                  </a:lnTo>
                  <a:lnTo>
                    <a:pt x="1396" y="691"/>
                  </a:lnTo>
                  <a:lnTo>
                    <a:pt x="1393" y="695"/>
                  </a:lnTo>
                  <a:lnTo>
                    <a:pt x="1392" y="696"/>
                  </a:lnTo>
                  <a:lnTo>
                    <a:pt x="1390" y="696"/>
                  </a:lnTo>
                  <a:lnTo>
                    <a:pt x="1389" y="696"/>
                  </a:lnTo>
                  <a:lnTo>
                    <a:pt x="1389" y="697"/>
                  </a:lnTo>
                  <a:lnTo>
                    <a:pt x="1388" y="699"/>
                  </a:lnTo>
                  <a:lnTo>
                    <a:pt x="1389" y="701"/>
                  </a:lnTo>
                  <a:lnTo>
                    <a:pt x="1386" y="704"/>
                  </a:lnTo>
                  <a:lnTo>
                    <a:pt x="1386" y="705"/>
                  </a:lnTo>
                  <a:lnTo>
                    <a:pt x="1385" y="707"/>
                  </a:lnTo>
                  <a:lnTo>
                    <a:pt x="1385" y="704"/>
                  </a:lnTo>
                  <a:lnTo>
                    <a:pt x="1385" y="701"/>
                  </a:lnTo>
                  <a:lnTo>
                    <a:pt x="1386" y="701"/>
                  </a:lnTo>
                  <a:lnTo>
                    <a:pt x="1385" y="700"/>
                  </a:lnTo>
                  <a:lnTo>
                    <a:pt x="1385" y="699"/>
                  </a:lnTo>
                  <a:lnTo>
                    <a:pt x="1386" y="697"/>
                  </a:lnTo>
                  <a:lnTo>
                    <a:pt x="1388" y="695"/>
                  </a:lnTo>
                  <a:lnTo>
                    <a:pt x="1388" y="693"/>
                  </a:lnTo>
                  <a:lnTo>
                    <a:pt x="1388" y="693"/>
                  </a:lnTo>
                  <a:lnTo>
                    <a:pt x="1390" y="692"/>
                  </a:lnTo>
                  <a:lnTo>
                    <a:pt x="1390" y="690"/>
                  </a:lnTo>
                  <a:lnTo>
                    <a:pt x="1390" y="688"/>
                  </a:lnTo>
                  <a:lnTo>
                    <a:pt x="1390" y="687"/>
                  </a:lnTo>
                  <a:lnTo>
                    <a:pt x="1392" y="687"/>
                  </a:lnTo>
                  <a:lnTo>
                    <a:pt x="1392" y="688"/>
                  </a:lnTo>
                  <a:lnTo>
                    <a:pt x="1393" y="688"/>
                  </a:lnTo>
                  <a:lnTo>
                    <a:pt x="1396" y="687"/>
                  </a:lnTo>
                  <a:lnTo>
                    <a:pt x="1397" y="687"/>
                  </a:lnTo>
                  <a:lnTo>
                    <a:pt x="1397" y="686"/>
                  </a:lnTo>
                  <a:lnTo>
                    <a:pt x="1400" y="683"/>
                  </a:lnTo>
                  <a:lnTo>
                    <a:pt x="1401" y="682"/>
                  </a:lnTo>
                  <a:close/>
                  <a:moveTo>
                    <a:pt x="1418" y="666"/>
                  </a:moveTo>
                  <a:lnTo>
                    <a:pt x="1415" y="670"/>
                  </a:lnTo>
                  <a:lnTo>
                    <a:pt x="1414" y="672"/>
                  </a:lnTo>
                  <a:lnTo>
                    <a:pt x="1414" y="674"/>
                  </a:lnTo>
                  <a:lnTo>
                    <a:pt x="1413" y="675"/>
                  </a:lnTo>
                  <a:lnTo>
                    <a:pt x="1411" y="678"/>
                  </a:lnTo>
                  <a:lnTo>
                    <a:pt x="1409" y="680"/>
                  </a:lnTo>
                  <a:lnTo>
                    <a:pt x="1407" y="680"/>
                  </a:lnTo>
                  <a:lnTo>
                    <a:pt x="1407" y="676"/>
                  </a:lnTo>
                  <a:lnTo>
                    <a:pt x="1410" y="675"/>
                  </a:lnTo>
                  <a:lnTo>
                    <a:pt x="1410" y="674"/>
                  </a:lnTo>
                  <a:lnTo>
                    <a:pt x="1411" y="672"/>
                  </a:lnTo>
                  <a:lnTo>
                    <a:pt x="1411" y="671"/>
                  </a:lnTo>
                  <a:lnTo>
                    <a:pt x="1413" y="670"/>
                  </a:lnTo>
                  <a:lnTo>
                    <a:pt x="1414" y="667"/>
                  </a:lnTo>
                  <a:lnTo>
                    <a:pt x="1417" y="667"/>
                  </a:lnTo>
                  <a:lnTo>
                    <a:pt x="1418" y="666"/>
                  </a:lnTo>
                  <a:close/>
                  <a:moveTo>
                    <a:pt x="1429" y="649"/>
                  </a:moveTo>
                  <a:lnTo>
                    <a:pt x="1429" y="649"/>
                  </a:lnTo>
                  <a:lnTo>
                    <a:pt x="1429" y="653"/>
                  </a:lnTo>
                  <a:lnTo>
                    <a:pt x="1427" y="654"/>
                  </a:lnTo>
                  <a:lnTo>
                    <a:pt x="1427" y="653"/>
                  </a:lnTo>
                  <a:lnTo>
                    <a:pt x="1427" y="650"/>
                  </a:lnTo>
                  <a:lnTo>
                    <a:pt x="1429" y="649"/>
                  </a:lnTo>
                  <a:close/>
                  <a:moveTo>
                    <a:pt x="1430" y="643"/>
                  </a:moveTo>
                  <a:lnTo>
                    <a:pt x="1431" y="643"/>
                  </a:lnTo>
                  <a:lnTo>
                    <a:pt x="1431" y="645"/>
                  </a:lnTo>
                  <a:lnTo>
                    <a:pt x="1430" y="645"/>
                  </a:lnTo>
                  <a:lnTo>
                    <a:pt x="1430" y="643"/>
                  </a:lnTo>
                  <a:lnTo>
                    <a:pt x="1430" y="643"/>
                  </a:lnTo>
                  <a:close/>
                  <a:moveTo>
                    <a:pt x="1431" y="640"/>
                  </a:moveTo>
                  <a:lnTo>
                    <a:pt x="1432" y="640"/>
                  </a:lnTo>
                  <a:lnTo>
                    <a:pt x="1432" y="641"/>
                  </a:lnTo>
                  <a:lnTo>
                    <a:pt x="1431" y="640"/>
                  </a:lnTo>
                  <a:close/>
                  <a:moveTo>
                    <a:pt x="1432" y="634"/>
                  </a:moveTo>
                  <a:lnTo>
                    <a:pt x="1432" y="636"/>
                  </a:lnTo>
                  <a:lnTo>
                    <a:pt x="1432" y="638"/>
                  </a:lnTo>
                  <a:lnTo>
                    <a:pt x="1431" y="636"/>
                  </a:lnTo>
                  <a:lnTo>
                    <a:pt x="1432" y="634"/>
                  </a:lnTo>
                  <a:close/>
                  <a:moveTo>
                    <a:pt x="1432" y="628"/>
                  </a:moveTo>
                  <a:lnTo>
                    <a:pt x="1434" y="629"/>
                  </a:lnTo>
                  <a:lnTo>
                    <a:pt x="1432" y="629"/>
                  </a:lnTo>
                  <a:lnTo>
                    <a:pt x="1432" y="628"/>
                  </a:lnTo>
                  <a:lnTo>
                    <a:pt x="1432" y="628"/>
                  </a:lnTo>
                  <a:close/>
                  <a:moveTo>
                    <a:pt x="1438" y="611"/>
                  </a:moveTo>
                  <a:lnTo>
                    <a:pt x="1438" y="611"/>
                  </a:lnTo>
                  <a:lnTo>
                    <a:pt x="1438" y="613"/>
                  </a:lnTo>
                  <a:lnTo>
                    <a:pt x="1436" y="615"/>
                  </a:lnTo>
                  <a:lnTo>
                    <a:pt x="1436" y="615"/>
                  </a:lnTo>
                  <a:lnTo>
                    <a:pt x="1436" y="612"/>
                  </a:lnTo>
                  <a:lnTo>
                    <a:pt x="1438" y="611"/>
                  </a:lnTo>
                  <a:close/>
                  <a:moveTo>
                    <a:pt x="1434" y="608"/>
                  </a:moveTo>
                  <a:lnTo>
                    <a:pt x="1435" y="608"/>
                  </a:lnTo>
                  <a:lnTo>
                    <a:pt x="1435" y="609"/>
                  </a:lnTo>
                  <a:lnTo>
                    <a:pt x="1435" y="609"/>
                  </a:lnTo>
                  <a:lnTo>
                    <a:pt x="1434" y="609"/>
                  </a:lnTo>
                  <a:lnTo>
                    <a:pt x="1434" y="608"/>
                  </a:lnTo>
                  <a:close/>
                  <a:moveTo>
                    <a:pt x="1438" y="603"/>
                  </a:moveTo>
                  <a:lnTo>
                    <a:pt x="1439" y="604"/>
                  </a:lnTo>
                  <a:lnTo>
                    <a:pt x="1440" y="605"/>
                  </a:lnTo>
                  <a:lnTo>
                    <a:pt x="1439" y="605"/>
                  </a:lnTo>
                  <a:lnTo>
                    <a:pt x="1438" y="605"/>
                  </a:lnTo>
                  <a:lnTo>
                    <a:pt x="1438" y="604"/>
                  </a:lnTo>
                  <a:lnTo>
                    <a:pt x="1438" y="603"/>
                  </a:lnTo>
                  <a:close/>
                  <a:moveTo>
                    <a:pt x="1438" y="595"/>
                  </a:moveTo>
                  <a:lnTo>
                    <a:pt x="1438" y="596"/>
                  </a:lnTo>
                  <a:lnTo>
                    <a:pt x="1438" y="597"/>
                  </a:lnTo>
                  <a:lnTo>
                    <a:pt x="1439" y="600"/>
                  </a:lnTo>
                  <a:lnTo>
                    <a:pt x="1438" y="601"/>
                  </a:lnTo>
                  <a:lnTo>
                    <a:pt x="1436" y="600"/>
                  </a:lnTo>
                  <a:lnTo>
                    <a:pt x="1438" y="597"/>
                  </a:lnTo>
                  <a:lnTo>
                    <a:pt x="1438" y="595"/>
                  </a:lnTo>
                  <a:close/>
                  <a:moveTo>
                    <a:pt x="1442" y="568"/>
                  </a:moveTo>
                  <a:lnTo>
                    <a:pt x="1446" y="571"/>
                  </a:lnTo>
                  <a:lnTo>
                    <a:pt x="1447" y="574"/>
                  </a:lnTo>
                  <a:lnTo>
                    <a:pt x="1446" y="575"/>
                  </a:lnTo>
                  <a:lnTo>
                    <a:pt x="1444" y="576"/>
                  </a:lnTo>
                  <a:lnTo>
                    <a:pt x="1446" y="579"/>
                  </a:lnTo>
                  <a:lnTo>
                    <a:pt x="1443" y="582"/>
                  </a:lnTo>
                  <a:lnTo>
                    <a:pt x="1442" y="583"/>
                  </a:lnTo>
                  <a:lnTo>
                    <a:pt x="1442" y="584"/>
                  </a:lnTo>
                  <a:lnTo>
                    <a:pt x="1442" y="587"/>
                  </a:lnTo>
                  <a:lnTo>
                    <a:pt x="1440" y="587"/>
                  </a:lnTo>
                  <a:lnTo>
                    <a:pt x="1439" y="586"/>
                  </a:lnTo>
                  <a:lnTo>
                    <a:pt x="1438" y="586"/>
                  </a:lnTo>
                  <a:lnTo>
                    <a:pt x="1436" y="584"/>
                  </a:lnTo>
                  <a:lnTo>
                    <a:pt x="1438" y="584"/>
                  </a:lnTo>
                  <a:lnTo>
                    <a:pt x="1438" y="583"/>
                  </a:lnTo>
                  <a:lnTo>
                    <a:pt x="1436" y="580"/>
                  </a:lnTo>
                  <a:lnTo>
                    <a:pt x="1436" y="579"/>
                  </a:lnTo>
                  <a:lnTo>
                    <a:pt x="1438" y="579"/>
                  </a:lnTo>
                  <a:lnTo>
                    <a:pt x="1439" y="578"/>
                  </a:lnTo>
                  <a:lnTo>
                    <a:pt x="1442" y="576"/>
                  </a:lnTo>
                  <a:lnTo>
                    <a:pt x="1442" y="574"/>
                  </a:lnTo>
                  <a:lnTo>
                    <a:pt x="1442" y="570"/>
                  </a:lnTo>
                  <a:lnTo>
                    <a:pt x="1442" y="568"/>
                  </a:lnTo>
                  <a:close/>
                  <a:moveTo>
                    <a:pt x="1435" y="566"/>
                  </a:moveTo>
                  <a:lnTo>
                    <a:pt x="1438" y="568"/>
                  </a:lnTo>
                  <a:lnTo>
                    <a:pt x="1438" y="570"/>
                  </a:lnTo>
                  <a:lnTo>
                    <a:pt x="1435" y="570"/>
                  </a:lnTo>
                  <a:lnTo>
                    <a:pt x="1434" y="568"/>
                  </a:lnTo>
                  <a:lnTo>
                    <a:pt x="1434" y="567"/>
                  </a:lnTo>
                  <a:lnTo>
                    <a:pt x="1435" y="566"/>
                  </a:lnTo>
                  <a:close/>
                  <a:moveTo>
                    <a:pt x="1447" y="566"/>
                  </a:moveTo>
                  <a:lnTo>
                    <a:pt x="1448" y="567"/>
                  </a:lnTo>
                  <a:lnTo>
                    <a:pt x="1448" y="568"/>
                  </a:lnTo>
                  <a:lnTo>
                    <a:pt x="1447" y="570"/>
                  </a:lnTo>
                  <a:lnTo>
                    <a:pt x="1447" y="570"/>
                  </a:lnTo>
                  <a:lnTo>
                    <a:pt x="1444" y="568"/>
                  </a:lnTo>
                  <a:lnTo>
                    <a:pt x="1444" y="567"/>
                  </a:lnTo>
                  <a:lnTo>
                    <a:pt x="1447" y="566"/>
                  </a:lnTo>
                  <a:close/>
                  <a:moveTo>
                    <a:pt x="25" y="532"/>
                  </a:moveTo>
                  <a:lnTo>
                    <a:pt x="26" y="534"/>
                  </a:lnTo>
                  <a:lnTo>
                    <a:pt x="26" y="536"/>
                  </a:lnTo>
                  <a:lnTo>
                    <a:pt x="24" y="534"/>
                  </a:lnTo>
                  <a:lnTo>
                    <a:pt x="25" y="532"/>
                  </a:lnTo>
                  <a:close/>
                  <a:moveTo>
                    <a:pt x="1211" y="526"/>
                  </a:moveTo>
                  <a:lnTo>
                    <a:pt x="1211" y="528"/>
                  </a:lnTo>
                  <a:lnTo>
                    <a:pt x="1211" y="528"/>
                  </a:lnTo>
                  <a:lnTo>
                    <a:pt x="1211" y="530"/>
                  </a:lnTo>
                  <a:lnTo>
                    <a:pt x="1210" y="530"/>
                  </a:lnTo>
                  <a:lnTo>
                    <a:pt x="1209" y="533"/>
                  </a:lnTo>
                  <a:lnTo>
                    <a:pt x="1207" y="532"/>
                  </a:lnTo>
                  <a:lnTo>
                    <a:pt x="1206" y="529"/>
                  </a:lnTo>
                  <a:lnTo>
                    <a:pt x="1209" y="526"/>
                  </a:lnTo>
                  <a:lnTo>
                    <a:pt x="1211" y="526"/>
                  </a:lnTo>
                  <a:close/>
                  <a:moveTo>
                    <a:pt x="1211" y="521"/>
                  </a:moveTo>
                  <a:lnTo>
                    <a:pt x="1213" y="522"/>
                  </a:lnTo>
                  <a:lnTo>
                    <a:pt x="1213" y="524"/>
                  </a:lnTo>
                  <a:lnTo>
                    <a:pt x="1211" y="525"/>
                  </a:lnTo>
                  <a:lnTo>
                    <a:pt x="1210" y="524"/>
                  </a:lnTo>
                  <a:lnTo>
                    <a:pt x="1211" y="522"/>
                  </a:lnTo>
                  <a:lnTo>
                    <a:pt x="1211" y="522"/>
                  </a:lnTo>
                  <a:lnTo>
                    <a:pt x="1211" y="521"/>
                  </a:lnTo>
                  <a:close/>
                  <a:moveTo>
                    <a:pt x="1209" y="521"/>
                  </a:moveTo>
                  <a:lnTo>
                    <a:pt x="1209" y="521"/>
                  </a:lnTo>
                  <a:lnTo>
                    <a:pt x="1209" y="524"/>
                  </a:lnTo>
                  <a:lnTo>
                    <a:pt x="1209" y="525"/>
                  </a:lnTo>
                  <a:lnTo>
                    <a:pt x="1207" y="522"/>
                  </a:lnTo>
                  <a:lnTo>
                    <a:pt x="1207" y="521"/>
                  </a:lnTo>
                  <a:lnTo>
                    <a:pt x="1209" y="521"/>
                  </a:lnTo>
                  <a:close/>
                  <a:moveTo>
                    <a:pt x="1264" y="515"/>
                  </a:moveTo>
                  <a:lnTo>
                    <a:pt x="1265" y="516"/>
                  </a:lnTo>
                  <a:lnTo>
                    <a:pt x="1267" y="518"/>
                  </a:lnTo>
                  <a:lnTo>
                    <a:pt x="1271" y="520"/>
                  </a:lnTo>
                  <a:lnTo>
                    <a:pt x="1272" y="522"/>
                  </a:lnTo>
                  <a:lnTo>
                    <a:pt x="1272" y="526"/>
                  </a:lnTo>
                  <a:lnTo>
                    <a:pt x="1273" y="529"/>
                  </a:lnTo>
                  <a:lnTo>
                    <a:pt x="1278" y="532"/>
                  </a:lnTo>
                  <a:lnTo>
                    <a:pt x="1278" y="534"/>
                  </a:lnTo>
                  <a:lnTo>
                    <a:pt x="1280" y="534"/>
                  </a:lnTo>
                  <a:lnTo>
                    <a:pt x="1282" y="537"/>
                  </a:lnTo>
                  <a:lnTo>
                    <a:pt x="1285" y="541"/>
                  </a:lnTo>
                  <a:lnTo>
                    <a:pt x="1286" y="545"/>
                  </a:lnTo>
                  <a:lnTo>
                    <a:pt x="1284" y="541"/>
                  </a:lnTo>
                  <a:lnTo>
                    <a:pt x="1281" y="538"/>
                  </a:lnTo>
                  <a:lnTo>
                    <a:pt x="1281" y="540"/>
                  </a:lnTo>
                  <a:lnTo>
                    <a:pt x="1281" y="541"/>
                  </a:lnTo>
                  <a:lnTo>
                    <a:pt x="1282" y="541"/>
                  </a:lnTo>
                  <a:lnTo>
                    <a:pt x="1282" y="543"/>
                  </a:lnTo>
                  <a:lnTo>
                    <a:pt x="1285" y="546"/>
                  </a:lnTo>
                  <a:lnTo>
                    <a:pt x="1288" y="547"/>
                  </a:lnTo>
                  <a:lnTo>
                    <a:pt x="1288" y="550"/>
                  </a:lnTo>
                  <a:lnTo>
                    <a:pt x="1288" y="553"/>
                  </a:lnTo>
                  <a:lnTo>
                    <a:pt x="1289" y="557"/>
                  </a:lnTo>
                  <a:lnTo>
                    <a:pt x="1288" y="557"/>
                  </a:lnTo>
                  <a:lnTo>
                    <a:pt x="1288" y="558"/>
                  </a:lnTo>
                  <a:lnTo>
                    <a:pt x="1288" y="561"/>
                  </a:lnTo>
                  <a:lnTo>
                    <a:pt x="1289" y="562"/>
                  </a:lnTo>
                  <a:lnTo>
                    <a:pt x="1290" y="566"/>
                  </a:lnTo>
                  <a:lnTo>
                    <a:pt x="1293" y="568"/>
                  </a:lnTo>
                  <a:lnTo>
                    <a:pt x="1294" y="570"/>
                  </a:lnTo>
                  <a:lnTo>
                    <a:pt x="1296" y="571"/>
                  </a:lnTo>
                  <a:lnTo>
                    <a:pt x="1296" y="574"/>
                  </a:lnTo>
                  <a:lnTo>
                    <a:pt x="1296" y="574"/>
                  </a:lnTo>
                  <a:lnTo>
                    <a:pt x="1297" y="575"/>
                  </a:lnTo>
                  <a:lnTo>
                    <a:pt x="1297" y="574"/>
                  </a:lnTo>
                  <a:lnTo>
                    <a:pt x="1298" y="574"/>
                  </a:lnTo>
                  <a:lnTo>
                    <a:pt x="1299" y="576"/>
                  </a:lnTo>
                  <a:lnTo>
                    <a:pt x="1299" y="579"/>
                  </a:lnTo>
                  <a:lnTo>
                    <a:pt x="1302" y="580"/>
                  </a:lnTo>
                  <a:lnTo>
                    <a:pt x="1303" y="584"/>
                  </a:lnTo>
                  <a:lnTo>
                    <a:pt x="1307" y="590"/>
                  </a:lnTo>
                  <a:lnTo>
                    <a:pt x="1309" y="592"/>
                  </a:lnTo>
                  <a:lnTo>
                    <a:pt x="1311" y="599"/>
                  </a:lnTo>
                  <a:lnTo>
                    <a:pt x="1315" y="603"/>
                  </a:lnTo>
                  <a:lnTo>
                    <a:pt x="1315" y="605"/>
                  </a:lnTo>
                  <a:lnTo>
                    <a:pt x="1318" y="605"/>
                  </a:lnTo>
                  <a:lnTo>
                    <a:pt x="1318" y="608"/>
                  </a:lnTo>
                  <a:lnTo>
                    <a:pt x="1321" y="612"/>
                  </a:lnTo>
                  <a:lnTo>
                    <a:pt x="1322" y="613"/>
                  </a:lnTo>
                  <a:lnTo>
                    <a:pt x="1322" y="615"/>
                  </a:lnTo>
                  <a:lnTo>
                    <a:pt x="1325" y="618"/>
                  </a:lnTo>
                  <a:lnTo>
                    <a:pt x="1326" y="621"/>
                  </a:lnTo>
                  <a:lnTo>
                    <a:pt x="1330" y="624"/>
                  </a:lnTo>
                  <a:lnTo>
                    <a:pt x="1331" y="626"/>
                  </a:lnTo>
                  <a:lnTo>
                    <a:pt x="1332" y="630"/>
                  </a:lnTo>
                  <a:lnTo>
                    <a:pt x="1331" y="629"/>
                  </a:lnTo>
                  <a:lnTo>
                    <a:pt x="1330" y="626"/>
                  </a:lnTo>
                  <a:lnTo>
                    <a:pt x="1327" y="625"/>
                  </a:lnTo>
                  <a:lnTo>
                    <a:pt x="1325" y="624"/>
                  </a:lnTo>
                  <a:lnTo>
                    <a:pt x="1323" y="620"/>
                  </a:lnTo>
                  <a:lnTo>
                    <a:pt x="1321" y="618"/>
                  </a:lnTo>
                  <a:lnTo>
                    <a:pt x="1318" y="618"/>
                  </a:lnTo>
                  <a:lnTo>
                    <a:pt x="1315" y="618"/>
                  </a:lnTo>
                  <a:lnTo>
                    <a:pt x="1314" y="618"/>
                  </a:lnTo>
                  <a:lnTo>
                    <a:pt x="1313" y="618"/>
                  </a:lnTo>
                  <a:lnTo>
                    <a:pt x="1313" y="620"/>
                  </a:lnTo>
                  <a:lnTo>
                    <a:pt x="1313" y="622"/>
                  </a:lnTo>
                  <a:lnTo>
                    <a:pt x="1311" y="624"/>
                  </a:lnTo>
                  <a:lnTo>
                    <a:pt x="1313" y="626"/>
                  </a:lnTo>
                  <a:lnTo>
                    <a:pt x="1313" y="629"/>
                  </a:lnTo>
                  <a:lnTo>
                    <a:pt x="1313" y="633"/>
                  </a:lnTo>
                  <a:lnTo>
                    <a:pt x="1314" y="636"/>
                  </a:lnTo>
                  <a:lnTo>
                    <a:pt x="1314" y="640"/>
                  </a:lnTo>
                  <a:lnTo>
                    <a:pt x="1314" y="643"/>
                  </a:lnTo>
                  <a:lnTo>
                    <a:pt x="1315" y="646"/>
                  </a:lnTo>
                  <a:lnTo>
                    <a:pt x="1317" y="650"/>
                  </a:lnTo>
                  <a:lnTo>
                    <a:pt x="1318" y="654"/>
                  </a:lnTo>
                  <a:lnTo>
                    <a:pt x="1319" y="655"/>
                  </a:lnTo>
                  <a:lnTo>
                    <a:pt x="1322" y="657"/>
                  </a:lnTo>
                  <a:lnTo>
                    <a:pt x="1325" y="659"/>
                  </a:lnTo>
                  <a:lnTo>
                    <a:pt x="1326" y="662"/>
                  </a:lnTo>
                  <a:lnTo>
                    <a:pt x="1326" y="665"/>
                  </a:lnTo>
                  <a:lnTo>
                    <a:pt x="1330" y="667"/>
                  </a:lnTo>
                  <a:lnTo>
                    <a:pt x="1331" y="667"/>
                  </a:lnTo>
                  <a:lnTo>
                    <a:pt x="1332" y="666"/>
                  </a:lnTo>
                  <a:lnTo>
                    <a:pt x="1334" y="668"/>
                  </a:lnTo>
                  <a:lnTo>
                    <a:pt x="1335" y="671"/>
                  </a:lnTo>
                  <a:lnTo>
                    <a:pt x="1336" y="674"/>
                  </a:lnTo>
                  <a:lnTo>
                    <a:pt x="1336" y="676"/>
                  </a:lnTo>
                  <a:lnTo>
                    <a:pt x="1336" y="679"/>
                  </a:lnTo>
                  <a:lnTo>
                    <a:pt x="1336" y="680"/>
                  </a:lnTo>
                  <a:lnTo>
                    <a:pt x="1336" y="682"/>
                  </a:lnTo>
                  <a:lnTo>
                    <a:pt x="1335" y="680"/>
                  </a:lnTo>
                  <a:lnTo>
                    <a:pt x="1335" y="678"/>
                  </a:lnTo>
                  <a:lnTo>
                    <a:pt x="1332" y="675"/>
                  </a:lnTo>
                  <a:lnTo>
                    <a:pt x="1332" y="674"/>
                  </a:lnTo>
                  <a:lnTo>
                    <a:pt x="1334" y="672"/>
                  </a:lnTo>
                  <a:lnTo>
                    <a:pt x="1332" y="671"/>
                  </a:lnTo>
                  <a:lnTo>
                    <a:pt x="1331" y="671"/>
                  </a:lnTo>
                  <a:lnTo>
                    <a:pt x="1331" y="672"/>
                  </a:lnTo>
                  <a:lnTo>
                    <a:pt x="1326" y="672"/>
                  </a:lnTo>
                  <a:lnTo>
                    <a:pt x="1325" y="672"/>
                  </a:lnTo>
                  <a:lnTo>
                    <a:pt x="1325" y="670"/>
                  </a:lnTo>
                  <a:lnTo>
                    <a:pt x="1323" y="670"/>
                  </a:lnTo>
                  <a:lnTo>
                    <a:pt x="1322" y="672"/>
                  </a:lnTo>
                  <a:lnTo>
                    <a:pt x="1321" y="675"/>
                  </a:lnTo>
                  <a:lnTo>
                    <a:pt x="1322" y="679"/>
                  </a:lnTo>
                  <a:lnTo>
                    <a:pt x="1323" y="680"/>
                  </a:lnTo>
                  <a:lnTo>
                    <a:pt x="1322" y="683"/>
                  </a:lnTo>
                  <a:lnTo>
                    <a:pt x="1323" y="686"/>
                  </a:lnTo>
                  <a:lnTo>
                    <a:pt x="1319" y="684"/>
                  </a:lnTo>
                  <a:lnTo>
                    <a:pt x="1318" y="680"/>
                  </a:lnTo>
                  <a:lnTo>
                    <a:pt x="1315" y="679"/>
                  </a:lnTo>
                  <a:lnTo>
                    <a:pt x="1314" y="675"/>
                  </a:lnTo>
                  <a:lnTo>
                    <a:pt x="1315" y="671"/>
                  </a:lnTo>
                  <a:lnTo>
                    <a:pt x="1315" y="667"/>
                  </a:lnTo>
                  <a:lnTo>
                    <a:pt x="1315" y="665"/>
                  </a:lnTo>
                  <a:lnTo>
                    <a:pt x="1313" y="661"/>
                  </a:lnTo>
                  <a:lnTo>
                    <a:pt x="1311" y="658"/>
                  </a:lnTo>
                  <a:lnTo>
                    <a:pt x="1310" y="655"/>
                  </a:lnTo>
                  <a:lnTo>
                    <a:pt x="1309" y="651"/>
                  </a:lnTo>
                  <a:lnTo>
                    <a:pt x="1309" y="646"/>
                  </a:lnTo>
                  <a:lnTo>
                    <a:pt x="1307" y="642"/>
                  </a:lnTo>
                  <a:lnTo>
                    <a:pt x="1307" y="641"/>
                  </a:lnTo>
                  <a:lnTo>
                    <a:pt x="1303" y="636"/>
                  </a:lnTo>
                  <a:lnTo>
                    <a:pt x="1301" y="633"/>
                  </a:lnTo>
                  <a:lnTo>
                    <a:pt x="1301" y="630"/>
                  </a:lnTo>
                  <a:lnTo>
                    <a:pt x="1301" y="628"/>
                  </a:lnTo>
                  <a:lnTo>
                    <a:pt x="1299" y="624"/>
                  </a:lnTo>
                  <a:lnTo>
                    <a:pt x="1298" y="620"/>
                  </a:lnTo>
                  <a:lnTo>
                    <a:pt x="1299" y="617"/>
                  </a:lnTo>
                  <a:lnTo>
                    <a:pt x="1298" y="616"/>
                  </a:lnTo>
                  <a:lnTo>
                    <a:pt x="1298" y="612"/>
                  </a:lnTo>
                  <a:lnTo>
                    <a:pt x="1297" y="608"/>
                  </a:lnTo>
                  <a:lnTo>
                    <a:pt x="1296" y="605"/>
                  </a:lnTo>
                  <a:lnTo>
                    <a:pt x="1293" y="601"/>
                  </a:lnTo>
                  <a:lnTo>
                    <a:pt x="1293" y="600"/>
                  </a:lnTo>
                  <a:lnTo>
                    <a:pt x="1294" y="599"/>
                  </a:lnTo>
                  <a:lnTo>
                    <a:pt x="1292" y="596"/>
                  </a:lnTo>
                  <a:lnTo>
                    <a:pt x="1289" y="595"/>
                  </a:lnTo>
                  <a:lnTo>
                    <a:pt x="1289" y="592"/>
                  </a:lnTo>
                  <a:lnTo>
                    <a:pt x="1288" y="590"/>
                  </a:lnTo>
                  <a:lnTo>
                    <a:pt x="1288" y="587"/>
                  </a:lnTo>
                  <a:lnTo>
                    <a:pt x="1288" y="583"/>
                  </a:lnTo>
                  <a:lnTo>
                    <a:pt x="1285" y="579"/>
                  </a:lnTo>
                  <a:lnTo>
                    <a:pt x="1282" y="578"/>
                  </a:lnTo>
                  <a:lnTo>
                    <a:pt x="1277" y="572"/>
                  </a:lnTo>
                  <a:lnTo>
                    <a:pt x="1278" y="571"/>
                  </a:lnTo>
                  <a:lnTo>
                    <a:pt x="1277" y="570"/>
                  </a:lnTo>
                  <a:lnTo>
                    <a:pt x="1274" y="568"/>
                  </a:lnTo>
                  <a:lnTo>
                    <a:pt x="1273" y="565"/>
                  </a:lnTo>
                  <a:lnTo>
                    <a:pt x="1272" y="559"/>
                  </a:lnTo>
                  <a:lnTo>
                    <a:pt x="1271" y="555"/>
                  </a:lnTo>
                  <a:lnTo>
                    <a:pt x="1271" y="554"/>
                  </a:lnTo>
                  <a:lnTo>
                    <a:pt x="1271" y="550"/>
                  </a:lnTo>
                  <a:lnTo>
                    <a:pt x="1268" y="546"/>
                  </a:lnTo>
                  <a:lnTo>
                    <a:pt x="1265" y="543"/>
                  </a:lnTo>
                  <a:lnTo>
                    <a:pt x="1265" y="540"/>
                  </a:lnTo>
                  <a:lnTo>
                    <a:pt x="1263" y="538"/>
                  </a:lnTo>
                  <a:lnTo>
                    <a:pt x="1264" y="534"/>
                  </a:lnTo>
                  <a:lnTo>
                    <a:pt x="1265" y="533"/>
                  </a:lnTo>
                  <a:lnTo>
                    <a:pt x="1267" y="536"/>
                  </a:lnTo>
                  <a:lnTo>
                    <a:pt x="1269" y="536"/>
                  </a:lnTo>
                  <a:lnTo>
                    <a:pt x="1271" y="534"/>
                  </a:lnTo>
                  <a:lnTo>
                    <a:pt x="1271" y="532"/>
                  </a:lnTo>
                  <a:lnTo>
                    <a:pt x="1268" y="532"/>
                  </a:lnTo>
                  <a:lnTo>
                    <a:pt x="1268" y="530"/>
                  </a:lnTo>
                  <a:lnTo>
                    <a:pt x="1269" y="529"/>
                  </a:lnTo>
                  <a:lnTo>
                    <a:pt x="1271" y="529"/>
                  </a:lnTo>
                  <a:lnTo>
                    <a:pt x="1269" y="526"/>
                  </a:lnTo>
                  <a:lnTo>
                    <a:pt x="1268" y="528"/>
                  </a:lnTo>
                  <a:lnTo>
                    <a:pt x="1268" y="528"/>
                  </a:lnTo>
                  <a:lnTo>
                    <a:pt x="1268" y="525"/>
                  </a:lnTo>
                  <a:lnTo>
                    <a:pt x="1267" y="524"/>
                  </a:lnTo>
                  <a:lnTo>
                    <a:pt x="1263" y="521"/>
                  </a:lnTo>
                  <a:lnTo>
                    <a:pt x="1259" y="518"/>
                  </a:lnTo>
                  <a:lnTo>
                    <a:pt x="1261" y="517"/>
                  </a:lnTo>
                  <a:lnTo>
                    <a:pt x="1263" y="518"/>
                  </a:lnTo>
                  <a:lnTo>
                    <a:pt x="1264" y="518"/>
                  </a:lnTo>
                  <a:lnTo>
                    <a:pt x="1264" y="517"/>
                  </a:lnTo>
                  <a:lnTo>
                    <a:pt x="1264" y="516"/>
                  </a:lnTo>
                  <a:lnTo>
                    <a:pt x="1264" y="515"/>
                  </a:lnTo>
                  <a:close/>
                  <a:moveTo>
                    <a:pt x="1198" y="511"/>
                  </a:moveTo>
                  <a:lnTo>
                    <a:pt x="1198" y="512"/>
                  </a:lnTo>
                  <a:lnTo>
                    <a:pt x="1197" y="513"/>
                  </a:lnTo>
                  <a:lnTo>
                    <a:pt x="1198" y="515"/>
                  </a:lnTo>
                  <a:lnTo>
                    <a:pt x="1197" y="516"/>
                  </a:lnTo>
                  <a:lnTo>
                    <a:pt x="1195" y="515"/>
                  </a:lnTo>
                  <a:lnTo>
                    <a:pt x="1195" y="516"/>
                  </a:lnTo>
                  <a:lnTo>
                    <a:pt x="1195" y="516"/>
                  </a:lnTo>
                  <a:lnTo>
                    <a:pt x="1194" y="516"/>
                  </a:lnTo>
                  <a:lnTo>
                    <a:pt x="1193" y="515"/>
                  </a:lnTo>
                  <a:lnTo>
                    <a:pt x="1193" y="513"/>
                  </a:lnTo>
                  <a:lnTo>
                    <a:pt x="1195" y="512"/>
                  </a:lnTo>
                  <a:lnTo>
                    <a:pt x="1197" y="511"/>
                  </a:lnTo>
                  <a:lnTo>
                    <a:pt x="1198" y="511"/>
                  </a:lnTo>
                  <a:close/>
                  <a:moveTo>
                    <a:pt x="1203" y="509"/>
                  </a:moveTo>
                  <a:lnTo>
                    <a:pt x="1205" y="509"/>
                  </a:lnTo>
                  <a:lnTo>
                    <a:pt x="1207" y="509"/>
                  </a:lnTo>
                  <a:lnTo>
                    <a:pt x="1209" y="509"/>
                  </a:lnTo>
                  <a:lnTo>
                    <a:pt x="1209" y="511"/>
                  </a:lnTo>
                  <a:lnTo>
                    <a:pt x="1207" y="512"/>
                  </a:lnTo>
                  <a:lnTo>
                    <a:pt x="1207" y="513"/>
                  </a:lnTo>
                  <a:lnTo>
                    <a:pt x="1209" y="512"/>
                  </a:lnTo>
                  <a:lnTo>
                    <a:pt x="1209" y="511"/>
                  </a:lnTo>
                  <a:lnTo>
                    <a:pt x="1211" y="511"/>
                  </a:lnTo>
                  <a:lnTo>
                    <a:pt x="1211" y="512"/>
                  </a:lnTo>
                  <a:lnTo>
                    <a:pt x="1210" y="513"/>
                  </a:lnTo>
                  <a:lnTo>
                    <a:pt x="1210" y="515"/>
                  </a:lnTo>
                  <a:lnTo>
                    <a:pt x="1210" y="516"/>
                  </a:lnTo>
                  <a:lnTo>
                    <a:pt x="1210" y="517"/>
                  </a:lnTo>
                  <a:lnTo>
                    <a:pt x="1209" y="518"/>
                  </a:lnTo>
                  <a:lnTo>
                    <a:pt x="1206" y="518"/>
                  </a:lnTo>
                  <a:lnTo>
                    <a:pt x="1205" y="516"/>
                  </a:lnTo>
                  <a:lnTo>
                    <a:pt x="1203" y="516"/>
                  </a:lnTo>
                  <a:lnTo>
                    <a:pt x="1203" y="517"/>
                  </a:lnTo>
                  <a:lnTo>
                    <a:pt x="1202" y="518"/>
                  </a:lnTo>
                  <a:lnTo>
                    <a:pt x="1202" y="518"/>
                  </a:lnTo>
                  <a:lnTo>
                    <a:pt x="1199" y="515"/>
                  </a:lnTo>
                  <a:lnTo>
                    <a:pt x="1199" y="513"/>
                  </a:lnTo>
                  <a:lnTo>
                    <a:pt x="1202" y="512"/>
                  </a:lnTo>
                  <a:lnTo>
                    <a:pt x="1202" y="509"/>
                  </a:lnTo>
                  <a:lnTo>
                    <a:pt x="1203" y="509"/>
                  </a:lnTo>
                  <a:close/>
                  <a:moveTo>
                    <a:pt x="1530" y="453"/>
                  </a:moveTo>
                  <a:lnTo>
                    <a:pt x="1533" y="454"/>
                  </a:lnTo>
                  <a:lnTo>
                    <a:pt x="1535" y="455"/>
                  </a:lnTo>
                  <a:lnTo>
                    <a:pt x="1536" y="455"/>
                  </a:lnTo>
                  <a:lnTo>
                    <a:pt x="1539" y="457"/>
                  </a:lnTo>
                  <a:lnTo>
                    <a:pt x="1542" y="459"/>
                  </a:lnTo>
                  <a:lnTo>
                    <a:pt x="1543" y="459"/>
                  </a:lnTo>
                  <a:lnTo>
                    <a:pt x="1540" y="461"/>
                  </a:lnTo>
                  <a:lnTo>
                    <a:pt x="1539" y="459"/>
                  </a:lnTo>
                  <a:lnTo>
                    <a:pt x="1535" y="458"/>
                  </a:lnTo>
                  <a:lnTo>
                    <a:pt x="1533" y="455"/>
                  </a:lnTo>
                  <a:lnTo>
                    <a:pt x="1530" y="455"/>
                  </a:lnTo>
                  <a:lnTo>
                    <a:pt x="1529" y="454"/>
                  </a:lnTo>
                  <a:lnTo>
                    <a:pt x="1530" y="453"/>
                  </a:lnTo>
                  <a:close/>
                  <a:moveTo>
                    <a:pt x="1509" y="443"/>
                  </a:moveTo>
                  <a:lnTo>
                    <a:pt x="1511" y="445"/>
                  </a:lnTo>
                  <a:lnTo>
                    <a:pt x="1510" y="445"/>
                  </a:lnTo>
                  <a:lnTo>
                    <a:pt x="1510" y="446"/>
                  </a:lnTo>
                  <a:lnTo>
                    <a:pt x="1513" y="449"/>
                  </a:lnTo>
                  <a:lnTo>
                    <a:pt x="1515" y="450"/>
                  </a:lnTo>
                  <a:lnTo>
                    <a:pt x="1515" y="451"/>
                  </a:lnTo>
                  <a:lnTo>
                    <a:pt x="1519" y="454"/>
                  </a:lnTo>
                  <a:lnTo>
                    <a:pt x="1522" y="455"/>
                  </a:lnTo>
                  <a:lnTo>
                    <a:pt x="1523" y="458"/>
                  </a:lnTo>
                  <a:lnTo>
                    <a:pt x="1522" y="458"/>
                  </a:lnTo>
                  <a:lnTo>
                    <a:pt x="1519" y="458"/>
                  </a:lnTo>
                  <a:lnTo>
                    <a:pt x="1518" y="455"/>
                  </a:lnTo>
                  <a:lnTo>
                    <a:pt x="1517" y="457"/>
                  </a:lnTo>
                  <a:lnTo>
                    <a:pt x="1515" y="457"/>
                  </a:lnTo>
                  <a:lnTo>
                    <a:pt x="1514" y="454"/>
                  </a:lnTo>
                  <a:lnTo>
                    <a:pt x="1511" y="454"/>
                  </a:lnTo>
                  <a:lnTo>
                    <a:pt x="1510" y="451"/>
                  </a:lnTo>
                  <a:lnTo>
                    <a:pt x="1510" y="450"/>
                  </a:lnTo>
                  <a:lnTo>
                    <a:pt x="1509" y="449"/>
                  </a:lnTo>
                  <a:lnTo>
                    <a:pt x="1506" y="449"/>
                  </a:lnTo>
                  <a:lnTo>
                    <a:pt x="1505" y="447"/>
                  </a:lnTo>
                  <a:lnTo>
                    <a:pt x="1505" y="446"/>
                  </a:lnTo>
                  <a:lnTo>
                    <a:pt x="1506" y="445"/>
                  </a:lnTo>
                  <a:lnTo>
                    <a:pt x="1508" y="445"/>
                  </a:lnTo>
                  <a:lnTo>
                    <a:pt x="1509" y="443"/>
                  </a:lnTo>
                  <a:close/>
                  <a:moveTo>
                    <a:pt x="80" y="433"/>
                  </a:moveTo>
                  <a:lnTo>
                    <a:pt x="83" y="433"/>
                  </a:lnTo>
                  <a:lnTo>
                    <a:pt x="83" y="434"/>
                  </a:lnTo>
                  <a:lnTo>
                    <a:pt x="81" y="436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1" y="438"/>
                  </a:lnTo>
                  <a:lnTo>
                    <a:pt x="81" y="437"/>
                  </a:lnTo>
                  <a:lnTo>
                    <a:pt x="79" y="436"/>
                  </a:lnTo>
                  <a:lnTo>
                    <a:pt x="79" y="434"/>
                  </a:lnTo>
                  <a:lnTo>
                    <a:pt x="80" y="433"/>
                  </a:lnTo>
                  <a:close/>
                  <a:moveTo>
                    <a:pt x="143" y="395"/>
                  </a:moveTo>
                  <a:lnTo>
                    <a:pt x="145" y="397"/>
                  </a:lnTo>
                  <a:lnTo>
                    <a:pt x="146" y="399"/>
                  </a:lnTo>
                  <a:lnTo>
                    <a:pt x="145" y="399"/>
                  </a:lnTo>
                  <a:lnTo>
                    <a:pt x="143" y="397"/>
                  </a:lnTo>
                  <a:lnTo>
                    <a:pt x="143" y="396"/>
                  </a:lnTo>
                  <a:lnTo>
                    <a:pt x="143" y="395"/>
                  </a:lnTo>
                  <a:close/>
                  <a:moveTo>
                    <a:pt x="1302" y="390"/>
                  </a:moveTo>
                  <a:lnTo>
                    <a:pt x="1302" y="392"/>
                  </a:lnTo>
                  <a:lnTo>
                    <a:pt x="1301" y="393"/>
                  </a:lnTo>
                  <a:lnTo>
                    <a:pt x="1299" y="393"/>
                  </a:lnTo>
                  <a:lnTo>
                    <a:pt x="1299" y="392"/>
                  </a:lnTo>
                  <a:lnTo>
                    <a:pt x="1301" y="391"/>
                  </a:lnTo>
                  <a:lnTo>
                    <a:pt x="1302" y="390"/>
                  </a:lnTo>
                  <a:close/>
                  <a:moveTo>
                    <a:pt x="401" y="368"/>
                  </a:moveTo>
                  <a:lnTo>
                    <a:pt x="404" y="368"/>
                  </a:lnTo>
                  <a:lnTo>
                    <a:pt x="405" y="370"/>
                  </a:lnTo>
                  <a:lnTo>
                    <a:pt x="407" y="368"/>
                  </a:lnTo>
                  <a:lnTo>
                    <a:pt x="409" y="370"/>
                  </a:lnTo>
                  <a:lnTo>
                    <a:pt x="409" y="372"/>
                  </a:lnTo>
                  <a:lnTo>
                    <a:pt x="409" y="372"/>
                  </a:lnTo>
                  <a:lnTo>
                    <a:pt x="407" y="374"/>
                  </a:lnTo>
                  <a:lnTo>
                    <a:pt x="404" y="372"/>
                  </a:lnTo>
                  <a:lnTo>
                    <a:pt x="404" y="371"/>
                  </a:lnTo>
                  <a:lnTo>
                    <a:pt x="403" y="370"/>
                  </a:lnTo>
                  <a:lnTo>
                    <a:pt x="401" y="368"/>
                  </a:lnTo>
                  <a:close/>
                  <a:moveTo>
                    <a:pt x="1446" y="355"/>
                  </a:moveTo>
                  <a:lnTo>
                    <a:pt x="1447" y="355"/>
                  </a:lnTo>
                  <a:lnTo>
                    <a:pt x="1450" y="358"/>
                  </a:lnTo>
                  <a:lnTo>
                    <a:pt x="1451" y="362"/>
                  </a:lnTo>
                  <a:lnTo>
                    <a:pt x="1451" y="365"/>
                  </a:lnTo>
                  <a:lnTo>
                    <a:pt x="1450" y="365"/>
                  </a:lnTo>
                  <a:lnTo>
                    <a:pt x="1447" y="367"/>
                  </a:lnTo>
                  <a:lnTo>
                    <a:pt x="1446" y="368"/>
                  </a:lnTo>
                  <a:lnTo>
                    <a:pt x="1444" y="371"/>
                  </a:lnTo>
                  <a:lnTo>
                    <a:pt x="1444" y="374"/>
                  </a:lnTo>
                  <a:lnTo>
                    <a:pt x="1443" y="374"/>
                  </a:lnTo>
                  <a:lnTo>
                    <a:pt x="1444" y="376"/>
                  </a:lnTo>
                  <a:lnTo>
                    <a:pt x="1444" y="379"/>
                  </a:lnTo>
                  <a:lnTo>
                    <a:pt x="1444" y="379"/>
                  </a:lnTo>
                  <a:lnTo>
                    <a:pt x="1442" y="376"/>
                  </a:lnTo>
                  <a:lnTo>
                    <a:pt x="1442" y="375"/>
                  </a:lnTo>
                  <a:lnTo>
                    <a:pt x="1443" y="374"/>
                  </a:lnTo>
                  <a:lnTo>
                    <a:pt x="1442" y="371"/>
                  </a:lnTo>
                  <a:lnTo>
                    <a:pt x="1442" y="370"/>
                  </a:lnTo>
                  <a:lnTo>
                    <a:pt x="1440" y="366"/>
                  </a:lnTo>
                  <a:lnTo>
                    <a:pt x="1440" y="363"/>
                  </a:lnTo>
                  <a:lnTo>
                    <a:pt x="1440" y="363"/>
                  </a:lnTo>
                  <a:lnTo>
                    <a:pt x="1439" y="365"/>
                  </a:lnTo>
                  <a:lnTo>
                    <a:pt x="1438" y="365"/>
                  </a:lnTo>
                  <a:lnTo>
                    <a:pt x="1439" y="362"/>
                  </a:lnTo>
                  <a:lnTo>
                    <a:pt x="1439" y="362"/>
                  </a:lnTo>
                  <a:lnTo>
                    <a:pt x="1443" y="358"/>
                  </a:lnTo>
                  <a:lnTo>
                    <a:pt x="1443" y="358"/>
                  </a:lnTo>
                  <a:lnTo>
                    <a:pt x="1444" y="357"/>
                  </a:lnTo>
                  <a:lnTo>
                    <a:pt x="1446" y="355"/>
                  </a:lnTo>
                  <a:close/>
                  <a:moveTo>
                    <a:pt x="216" y="349"/>
                  </a:moveTo>
                  <a:lnTo>
                    <a:pt x="218" y="349"/>
                  </a:lnTo>
                  <a:lnTo>
                    <a:pt x="217" y="350"/>
                  </a:lnTo>
                  <a:lnTo>
                    <a:pt x="214" y="350"/>
                  </a:lnTo>
                  <a:lnTo>
                    <a:pt x="214" y="351"/>
                  </a:lnTo>
                  <a:lnTo>
                    <a:pt x="213" y="351"/>
                  </a:lnTo>
                  <a:lnTo>
                    <a:pt x="213" y="350"/>
                  </a:lnTo>
                  <a:lnTo>
                    <a:pt x="216" y="349"/>
                  </a:lnTo>
                  <a:close/>
                  <a:moveTo>
                    <a:pt x="245" y="349"/>
                  </a:moveTo>
                  <a:lnTo>
                    <a:pt x="246" y="350"/>
                  </a:lnTo>
                  <a:lnTo>
                    <a:pt x="245" y="351"/>
                  </a:lnTo>
                  <a:lnTo>
                    <a:pt x="242" y="351"/>
                  </a:lnTo>
                  <a:lnTo>
                    <a:pt x="243" y="349"/>
                  </a:lnTo>
                  <a:lnTo>
                    <a:pt x="245" y="349"/>
                  </a:lnTo>
                  <a:close/>
                  <a:moveTo>
                    <a:pt x="250" y="347"/>
                  </a:moveTo>
                  <a:lnTo>
                    <a:pt x="250" y="349"/>
                  </a:lnTo>
                  <a:lnTo>
                    <a:pt x="249" y="351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9" y="347"/>
                  </a:lnTo>
                  <a:lnTo>
                    <a:pt x="250" y="347"/>
                  </a:lnTo>
                  <a:close/>
                  <a:moveTo>
                    <a:pt x="261" y="336"/>
                  </a:moveTo>
                  <a:lnTo>
                    <a:pt x="262" y="337"/>
                  </a:lnTo>
                  <a:lnTo>
                    <a:pt x="262" y="338"/>
                  </a:lnTo>
                  <a:lnTo>
                    <a:pt x="261" y="338"/>
                  </a:lnTo>
                  <a:lnTo>
                    <a:pt x="259" y="337"/>
                  </a:lnTo>
                  <a:lnTo>
                    <a:pt x="261" y="336"/>
                  </a:lnTo>
                  <a:close/>
                  <a:moveTo>
                    <a:pt x="275" y="336"/>
                  </a:moveTo>
                  <a:lnTo>
                    <a:pt x="278" y="337"/>
                  </a:lnTo>
                  <a:lnTo>
                    <a:pt x="276" y="337"/>
                  </a:lnTo>
                  <a:lnTo>
                    <a:pt x="274" y="338"/>
                  </a:lnTo>
                  <a:lnTo>
                    <a:pt x="272" y="340"/>
                  </a:lnTo>
                  <a:lnTo>
                    <a:pt x="271" y="340"/>
                  </a:lnTo>
                  <a:lnTo>
                    <a:pt x="272" y="337"/>
                  </a:lnTo>
                  <a:lnTo>
                    <a:pt x="275" y="336"/>
                  </a:lnTo>
                  <a:close/>
                  <a:moveTo>
                    <a:pt x="250" y="336"/>
                  </a:moveTo>
                  <a:lnTo>
                    <a:pt x="251" y="336"/>
                  </a:lnTo>
                  <a:lnTo>
                    <a:pt x="250" y="337"/>
                  </a:lnTo>
                  <a:lnTo>
                    <a:pt x="249" y="337"/>
                  </a:lnTo>
                  <a:lnTo>
                    <a:pt x="249" y="337"/>
                  </a:lnTo>
                  <a:lnTo>
                    <a:pt x="250" y="336"/>
                  </a:lnTo>
                  <a:close/>
                  <a:moveTo>
                    <a:pt x="254" y="336"/>
                  </a:moveTo>
                  <a:lnTo>
                    <a:pt x="257" y="336"/>
                  </a:lnTo>
                  <a:lnTo>
                    <a:pt x="257" y="338"/>
                  </a:lnTo>
                  <a:lnTo>
                    <a:pt x="255" y="338"/>
                  </a:lnTo>
                  <a:lnTo>
                    <a:pt x="254" y="337"/>
                  </a:lnTo>
                  <a:lnTo>
                    <a:pt x="253" y="336"/>
                  </a:lnTo>
                  <a:lnTo>
                    <a:pt x="254" y="336"/>
                  </a:lnTo>
                  <a:close/>
                  <a:moveTo>
                    <a:pt x="188" y="329"/>
                  </a:moveTo>
                  <a:lnTo>
                    <a:pt x="192" y="329"/>
                  </a:lnTo>
                  <a:lnTo>
                    <a:pt x="201" y="333"/>
                  </a:lnTo>
                  <a:lnTo>
                    <a:pt x="203" y="336"/>
                  </a:lnTo>
                  <a:lnTo>
                    <a:pt x="203" y="338"/>
                  </a:lnTo>
                  <a:lnTo>
                    <a:pt x="201" y="341"/>
                  </a:lnTo>
                  <a:lnTo>
                    <a:pt x="203" y="338"/>
                  </a:lnTo>
                  <a:lnTo>
                    <a:pt x="201" y="336"/>
                  </a:lnTo>
                  <a:lnTo>
                    <a:pt x="200" y="337"/>
                  </a:lnTo>
                  <a:lnTo>
                    <a:pt x="200" y="341"/>
                  </a:lnTo>
                  <a:lnTo>
                    <a:pt x="197" y="343"/>
                  </a:lnTo>
                  <a:lnTo>
                    <a:pt x="195" y="346"/>
                  </a:lnTo>
                  <a:lnTo>
                    <a:pt x="192" y="347"/>
                  </a:lnTo>
                  <a:lnTo>
                    <a:pt x="191" y="349"/>
                  </a:lnTo>
                  <a:lnTo>
                    <a:pt x="188" y="349"/>
                  </a:lnTo>
                  <a:lnTo>
                    <a:pt x="189" y="347"/>
                  </a:lnTo>
                  <a:lnTo>
                    <a:pt x="187" y="346"/>
                  </a:lnTo>
                  <a:lnTo>
                    <a:pt x="187" y="346"/>
                  </a:lnTo>
                  <a:lnTo>
                    <a:pt x="186" y="343"/>
                  </a:lnTo>
                  <a:lnTo>
                    <a:pt x="184" y="341"/>
                  </a:lnTo>
                  <a:lnTo>
                    <a:pt x="184" y="336"/>
                  </a:lnTo>
                  <a:lnTo>
                    <a:pt x="186" y="330"/>
                  </a:lnTo>
                  <a:lnTo>
                    <a:pt x="188" y="329"/>
                  </a:lnTo>
                  <a:close/>
                  <a:moveTo>
                    <a:pt x="292" y="326"/>
                  </a:moveTo>
                  <a:lnTo>
                    <a:pt x="290" y="329"/>
                  </a:lnTo>
                  <a:lnTo>
                    <a:pt x="290" y="328"/>
                  </a:lnTo>
                  <a:lnTo>
                    <a:pt x="292" y="326"/>
                  </a:lnTo>
                  <a:close/>
                  <a:moveTo>
                    <a:pt x="283" y="318"/>
                  </a:moveTo>
                  <a:lnTo>
                    <a:pt x="284" y="321"/>
                  </a:lnTo>
                  <a:lnTo>
                    <a:pt x="288" y="322"/>
                  </a:lnTo>
                  <a:lnTo>
                    <a:pt x="288" y="325"/>
                  </a:lnTo>
                  <a:lnTo>
                    <a:pt x="284" y="322"/>
                  </a:lnTo>
                  <a:lnTo>
                    <a:pt x="282" y="320"/>
                  </a:lnTo>
                  <a:lnTo>
                    <a:pt x="283" y="318"/>
                  </a:lnTo>
                  <a:close/>
                  <a:moveTo>
                    <a:pt x="279" y="316"/>
                  </a:moveTo>
                  <a:lnTo>
                    <a:pt x="280" y="317"/>
                  </a:lnTo>
                  <a:lnTo>
                    <a:pt x="279" y="318"/>
                  </a:lnTo>
                  <a:lnTo>
                    <a:pt x="279" y="318"/>
                  </a:lnTo>
                  <a:lnTo>
                    <a:pt x="279" y="316"/>
                  </a:lnTo>
                  <a:close/>
                  <a:moveTo>
                    <a:pt x="359" y="309"/>
                  </a:moveTo>
                  <a:lnTo>
                    <a:pt x="361" y="311"/>
                  </a:lnTo>
                  <a:lnTo>
                    <a:pt x="361" y="313"/>
                  </a:lnTo>
                  <a:lnTo>
                    <a:pt x="359" y="315"/>
                  </a:lnTo>
                  <a:lnTo>
                    <a:pt x="358" y="313"/>
                  </a:lnTo>
                  <a:lnTo>
                    <a:pt x="358" y="313"/>
                  </a:lnTo>
                  <a:lnTo>
                    <a:pt x="358" y="312"/>
                  </a:lnTo>
                  <a:lnTo>
                    <a:pt x="358" y="311"/>
                  </a:lnTo>
                  <a:lnTo>
                    <a:pt x="359" y="309"/>
                  </a:lnTo>
                  <a:close/>
                  <a:moveTo>
                    <a:pt x="1398" y="297"/>
                  </a:moveTo>
                  <a:lnTo>
                    <a:pt x="1398" y="297"/>
                  </a:lnTo>
                  <a:lnTo>
                    <a:pt x="1398" y="299"/>
                  </a:lnTo>
                  <a:lnTo>
                    <a:pt x="1397" y="300"/>
                  </a:lnTo>
                  <a:lnTo>
                    <a:pt x="1397" y="299"/>
                  </a:lnTo>
                  <a:lnTo>
                    <a:pt x="1397" y="297"/>
                  </a:lnTo>
                  <a:lnTo>
                    <a:pt x="1398" y="297"/>
                  </a:lnTo>
                  <a:close/>
                  <a:moveTo>
                    <a:pt x="275" y="293"/>
                  </a:moveTo>
                  <a:lnTo>
                    <a:pt x="276" y="293"/>
                  </a:lnTo>
                  <a:lnTo>
                    <a:pt x="279" y="296"/>
                  </a:lnTo>
                  <a:lnTo>
                    <a:pt x="280" y="297"/>
                  </a:lnTo>
                  <a:lnTo>
                    <a:pt x="283" y="299"/>
                  </a:lnTo>
                  <a:lnTo>
                    <a:pt x="286" y="301"/>
                  </a:lnTo>
                  <a:lnTo>
                    <a:pt x="288" y="301"/>
                  </a:lnTo>
                  <a:lnTo>
                    <a:pt x="291" y="305"/>
                  </a:lnTo>
                  <a:lnTo>
                    <a:pt x="295" y="308"/>
                  </a:lnTo>
                  <a:lnTo>
                    <a:pt x="295" y="312"/>
                  </a:lnTo>
                  <a:lnTo>
                    <a:pt x="293" y="313"/>
                  </a:lnTo>
                  <a:lnTo>
                    <a:pt x="292" y="313"/>
                  </a:lnTo>
                  <a:lnTo>
                    <a:pt x="291" y="315"/>
                  </a:lnTo>
                  <a:lnTo>
                    <a:pt x="287" y="315"/>
                  </a:lnTo>
                  <a:lnTo>
                    <a:pt x="286" y="313"/>
                  </a:lnTo>
                  <a:lnTo>
                    <a:pt x="287" y="312"/>
                  </a:lnTo>
                  <a:lnTo>
                    <a:pt x="286" y="309"/>
                  </a:lnTo>
                  <a:lnTo>
                    <a:pt x="286" y="308"/>
                  </a:lnTo>
                  <a:lnTo>
                    <a:pt x="283" y="308"/>
                  </a:lnTo>
                  <a:lnTo>
                    <a:pt x="282" y="308"/>
                  </a:lnTo>
                  <a:lnTo>
                    <a:pt x="282" y="311"/>
                  </a:lnTo>
                  <a:lnTo>
                    <a:pt x="280" y="309"/>
                  </a:lnTo>
                  <a:lnTo>
                    <a:pt x="279" y="308"/>
                  </a:lnTo>
                  <a:lnTo>
                    <a:pt x="276" y="307"/>
                  </a:lnTo>
                  <a:lnTo>
                    <a:pt x="272" y="301"/>
                  </a:lnTo>
                  <a:lnTo>
                    <a:pt x="271" y="300"/>
                  </a:lnTo>
                  <a:lnTo>
                    <a:pt x="272" y="300"/>
                  </a:lnTo>
                  <a:lnTo>
                    <a:pt x="274" y="301"/>
                  </a:lnTo>
                  <a:lnTo>
                    <a:pt x="275" y="301"/>
                  </a:lnTo>
                  <a:lnTo>
                    <a:pt x="275" y="300"/>
                  </a:lnTo>
                  <a:lnTo>
                    <a:pt x="274" y="299"/>
                  </a:lnTo>
                  <a:lnTo>
                    <a:pt x="272" y="297"/>
                  </a:lnTo>
                  <a:lnTo>
                    <a:pt x="274" y="296"/>
                  </a:lnTo>
                  <a:lnTo>
                    <a:pt x="274" y="295"/>
                  </a:lnTo>
                  <a:lnTo>
                    <a:pt x="275" y="293"/>
                  </a:lnTo>
                  <a:close/>
                  <a:moveTo>
                    <a:pt x="1397" y="292"/>
                  </a:moveTo>
                  <a:lnTo>
                    <a:pt x="1398" y="293"/>
                  </a:lnTo>
                  <a:lnTo>
                    <a:pt x="1398" y="295"/>
                  </a:lnTo>
                  <a:lnTo>
                    <a:pt x="1397" y="296"/>
                  </a:lnTo>
                  <a:lnTo>
                    <a:pt x="1394" y="293"/>
                  </a:lnTo>
                  <a:lnTo>
                    <a:pt x="1394" y="292"/>
                  </a:lnTo>
                  <a:lnTo>
                    <a:pt x="1397" y="292"/>
                  </a:lnTo>
                  <a:close/>
                  <a:moveTo>
                    <a:pt x="214" y="280"/>
                  </a:moveTo>
                  <a:lnTo>
                    <a:pt x="216" y="282"/>
                  </a:lnTo>
                  <a:lnTo>
                    <a:pt x="216" y="283"/>
                  </a:lnTo>
                  <a:lnTo>
                    <a:pt x="218" y="283"/>
                  </a:lnTo>
                  <a:lnTo>
                    <a:pt x="220" y="286"/>
                  </a:lnTo>
                  <a:lnTo>
                    <a:pt x="218" y="287"/>
                  </a:lnTo>
                  <a:lnTo>
                    <a:pt x="220" y="288"/>
                  </a:lnTo>
                  <a:lnTo>
                    <a:pt x="220" y="290"/>
                  </a:lnTo>
                  <a:lnTo>
                    <a:pt x="218" y="290"/>
                  </a:lnTo>
                  <a:lnTo>
                    <a:pt x="217" y="287"/>
                  </a:lnTo>
                  <a:lnTo>
                    <a:pt x="214" y="287"/>
                  </a:lnTo>
                  <a:lnTo>
                    <a:pt x="214" y="284"/>
                  </a:lnTo>
                  <a:lnTo>
                    <a:pt x="213" y="284"/>
                  </a:lnTo>
                  <a:lnTo>
                    <a:pt x="212" y="284"/>
                  </a:lnTo>
                  <a:lnTo>
                    <a:pt x="211" y="283"/>
                  </a:lnTo>
                  <a:lnTo>
                    <a:pt x="209" y="282"/>
                  </a:lnTo>
                  <a:lnTo>
                    <a:pt x="212" y="280"/>
                  </a:lnTo>
                  <a:lnTo>
                    <a:pt x="214" y="280"/>
                  </a:lnTo>
                  <a:close/>
                  <a:moveTo>
                    <a:pt x="502" y="259"/>
                  </a:moveTo>
                  <a:lnTo>
                    <a:pt x="503" y="259"/>
                  </a:lnTo>
                  <a:lnTo>
                    <a:pt x="504" y="262"/>
                  </a:lnTo>
                  <a:lnTo>
                    <a:pt x="503" y="263"/>
                  </a:lnTo>
                  <a:lnTo>
                    <a:pt x="502" y="262"/>
                  </a:lnTo>
                  <a:lnTo>
                    <a:pt x="502" y="259"/>
                  </a:lnTo>
                  <a:close/>
                  <a:moveTo>
                    <a:pt x="498" y="253"/>
                  </a:moveTo>
                  <a:lnTo>
                    <a:pt x="500" y="255"/>
                  </a:lnTo>
                  <a:lnTo>
                    <a:pt x="500" y="262"/>
                  </a:lnTo>
                  <a:lnTo>
                    <a:pt x="499" y="263"/>
                  </a:lnTo>
                  <a:lnTo>
                    <a:pt x="499" y="263"/>
                  </a:lnTo>
                  <a:lnTo>
                    <a:pt x="499" y="259"/>
                  </a:lnTo>
                  <a:lnTo>
                    <a:pt x="498" y="257"/>
                  </a:lnTo>
                  <a:lnTo>
                    <a:pt x="498" y="253"/>
                  </a:lnTo>
                  <a:lnTo>
                    <a:pt x="498" y="253"/>
                  </a:lnTo>
                  <a:close/>
                  <a:moveTo>
                    <a:pt x="495" y="247"/>
                  </a:moveTo>
                  <a:lnTo>
                    <a:pt x="496" y="249"/>
                  </a:lnTo>
                  <a:lnTo>
                    <a:pt x="496" y="251"/>
                  </a:lnTo>
                  <a:lnTo>
                    <a:pt x="495" y="250"/>
                  </a:lnTo>
                  <a:lnTo>
                    <a:pt x="494" y="247"/>
                  </a:lnTo>
                  <a:lnTo>
                    <a:pt x="495" y="247"/>
                  </a:lnTo>
                  <a:close/>
                  <a:moveTo>
                    <a:pt x="216" y="224"/>
                  </a:moveTo>
                  <a:lnTo>
                    <a:pt x="218" y="224"/>
                  </a:lnTo>
                  <a:lnTo>
                    <a:pt x="220" y="225"/>
                  </a:lnTo>
                  <a:lnTo>
                    <a:pt x="226" y="226"/>
                  </a:lnTo>
                  <a:lnTo>
                    <a:pt x="230" y="226"/>
                  </a:lnTo>
                  <a:lnTo>
                    <a:pt x="232" y="228"/>
                  </a:lnTo>
                  <a:lnTo>
                    <a:pt x="230" y="229"/>
                  </a:lnTo>
                  <a:lnTo>
                    <a:pt x="228" y="230"/>
                  </a:lnTo>
                  <a:lnTo>
                    <a:pt x="226" y="230"/>
                  </a:lnTo>
                  <a:lnTo>
                    <a:pt x="229" y="230"/>
                  </a:lnTo>
                  <a:lnTo>
                    <a:pt x="230" y="230"/>
                  </a:lnTo>
                  <a:lnTo>
                    <a:pt x="232" y="232"/>
                  </a:lnTo>
                  <a:lnTo>
                    <a:pt x="230" y="237"/>
                  </a:lnTo>
                  <a:lnTo>
                    <a:pt x="228" y="238"/>
                  </a:lnTo>
                  <a:lnTo>
                    <a:pt x="225" y="238"/>
                  </a:lnTo>
                  <a:lnTo>
                    <a:pt x="225" y="238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40"/>
                  </a:lnTo>
                  <a:lnTo>
                    <a:pt x="230" y="241"/>
                  </a:lnTo>
                  <a:lnTo>
                    <a:pt x="229" y="242"/>
                  </a:lnTo>
                  <a:lnTo>
                    <a:pt x="229" y="245"/>
                  </a:lnTo>
                  <a:lnTo>
                    <a:pt x="230" y="251"/>
                  </a:lnTo>
                  <a:lnTo>
                    <a:pt x="232" y="254"/>
                  </a:lnTo>
                  <a:lnTo>
                    <a:pt x="233" y="261"/>
                  </a:lnTo>
                  <a:lnTo>
                    <a:pt x="234" y="263"/>
                  </a:lnTo>
                  <a:lnTo>
                    <a:pt x="236" y="268"/>
                  </a:lnTo>
                  <a:lnTo>
                    <a:pt x="241" y="274"/>
                  </a:lnTo>
                  <a:lnTo>
                    <a:pt x="243" y="279"/>
                  </a:lnTo>
                  <a:lnTo>
                    <a:pt x="246" y="279"/>
                  </a:lnTo>
                  <a:lnTo>
                    <a:pt x="247" y="282"/>
                  </a:lnTo>
                  <a:lnTo>
                    <a:pt x="251" y="284"/>
                  </a:lnTo>
                  <a:lnTo>
                    <a:pt x="254" y="284"/>
                  </a:lnTo>
                  <a:lnTo>
                    <a:pt x="255" y="287"/>
                  </a:lnTo>
                  <a:lnTo>
                    <a:pt x="257" y="288"/>
                  </a:lnTo>
                  <a:lnTo>
                    <a:pt x="258" y="287"/>
                  </a:lnTo>
                  <a:lnTo>
                    <a:pt x="261" y="290"/>
                  </a:lnTo>
                  <a:lnTo>
                    <a:pt x="261" y="291"/>
                  </a:lnTo>
                  <a:lnTo>
                    <a:pt x="261" y="292"/>
                  </a:lnTo>
                  <a:lnTo>
                    <a:pt x="259" y="293"/>
                  </a:lnTo>
                  <a:lnTo>
                    <a:pt x="258" y="293"/>
                  </a:lnTo>
                  <a:lnTo>
                    <a:pt x="257" y="293"/>
                  </a:lnTo>
                  <a:lnTo>
                    <a:pt x="257" y="295"/>
                  </a:lnTo>
                  <a:lnTo>
                    <a:pt x="257" y="295"/>
                  </a:lnTo>
                  <a:lnTo>
                    <a:pt x="259" y="295"/>
                  </a:lnTo>
                  <a:lnTo>
                    <a:pt x="259" y="297"/>
                  </a:lnTo>
                  <a:lnTo>
                    <a:pt x="259" y="299"/>
                  </a:lnTo>
                  <a:lnTo>
                    <a:pt x="258" y="300"/>
                  </a:lnTo>
                  <a:lnTo>
                    <a:pt x="257" y="299"/>
                  </a:lnTo>
                  <a:lnTo>
                    <a:pt x="255" y="296"/>
                  </a:lnTo>
                  <a:lnTo>
                    <a:pt x="255" y="296"/>
                  </a:lnTo>
                  <a:lnTo>
                    <a:pt x="254" y="295"/>
                  </a:lnTo>
                  <a:lnTo>
                    <a:pt x="251" y="293"/>
                  </a:lnTo>
                  <a:lnTo>
                    <a:pt x="251" y="295"/>
                  </a:lnTo>
                  <a:lnTo>
                    <a:pt x="251" y="295"/>
                  </a:lnTo>
                  <a:lnTo>
                    <a:pt x="253" y="297"/>
                  </a:lnTo>
                  <a:lnTo>
                    <a:pt x="253" y="299"/>
                  </a:lnTo>
                  <a:lnTo>
                    <a:pt x="251" y="299"/>
                  </a:lnTo>
                  <a:lnTo>
                    <a:pt x="249" y="297"/>
                  </a:lnTo>
                  <a:lnTo>
                    <a:pt x="247" y="295"/>
                  </a:lnTo>
                  <a:lnTo>
                    <a:pt x="246" y="296"/>
                  </a:lnTo>
                  <a:lnTo>
                    <a:pt x="246" y="297"/>
                  </a:lnTo>
                  <a:lnTo>
                    <a:pt x="245" y="297"/>
                  </a:lnTo>
                  <a:lnTo>
                    <a:pt x="243" y="295"/>
                  </a:lnTo>
                  <a:lnTo>
                    <a:pt x="243" y="293"/>
                  </a:lnTo>
                  <a:lnTo>
                    <a:pt x="241" y="292"/>
                  </a:lnTo>
                  <a:lnTo>
                    <a:pt x="238" y="292"/>
                  </a:lnTo>
                  <a:lnTo>
                    <a:pt x="238" y="292"/>
                  </a:lnTo>
                  <a:lnTo>
                    <a:pt x="238" y="293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1" y="299"/>
                  </a:lnTo>
                  <a:lnTo>
                    <a:pt x="239" y="299"/>
                  </a:lnTo>
                  <a:lnTo>
                    <a:pt x="237" y="297"/>
                  </a:lnTo>
                  <a:lnTo>
                    <a:pt x="237" y="295"/>
                  </a:lnTo>
                  <a:lnTo>
                    <a:pt x="236" y="293"/>
                  </a:lnTo>
                  <a:lnTo>
                    <a:pt x="234" y="292"/>
                  </a:lnTo>
                  <a:lnTo>
                    <a:pt x="234" y="295"/>
                  </a:lnTo>
                  <a:lnTo>
                    <a:pt x="232" y="293"/>
                  </a:lnTo>
                  <a:lnTo>
                    <a:pt x="229" y="293"/>
                  </a:lnTo>
                  <a:lnTo>
                    <a:pt x="226" y="293"/>
                  </a:lnTo>
                  <a:lnTo>
                    <a:pt x="224" y="292"/>
                  </a:lnTo>
                  <a:lnTo>
                    <a:pt x="222" y="291"/>
                  </a:lnTo>
                  <a:lnTo>
                    <a:pt x="222" y="290"/>
                  </a:lnTo>
                  <a:lnTo>
                    <a:pt x="224" y="291"/>
                  </a:lnTo>
                  <a:lnTo>
                    <a:pt x="225" y="290"/>
                  </a:lnTo>
                  <a:lnTo>
                    <a:pt x="225" y="288"/>
                  </a:lnTo>
                  <a:lnTo>
                    <a:pt x="222" y="287"/>
                  </a:lnTo>
                  <a:lnTo>
                    <a:pt x="222" y="286"/>
                  </a:lnTo>
                  <a:lnTo>
                    <a:pt x="224" y="284"/>
                  </a:lnTo>
                  <a:lnTo>
                    <a:pt x="225" y="283"/>
                  </a:lnTo>
                  <a:lnTo>
                    <a:pt x="226" y="283"/>
                  </a:lnTo>
                  <a:lnTo>
                    <a:pt x="226" y="282"/>
                  </a:lnTo>
                  <a:lnTo>
                    <a:pt x="226" y="282"/>
                  </a:lnTo>
                  <a:lnTo>
                    <a:pt x="224" y="282"/>
                  </a:lnTo>
                  <a:lnTo>
                    <a:pt x="222" y="283"/>
                  </a:lnTo>
                  <a:lnTo>
                    <a:pt x="220" y="280"/>
                  </a:lnTo>
                  <a:lnTo>
                    <a:pt x="217" y="278"/>
                  </a:lnTo>
                  <a:lnTo>
                    <a:pt x="217" y="275"/>
                  </a:lnTo>
                  <a:lnTo>
                    <a:pt x="217" y="274"/>
                  </a:lnTo>
                  <a:lnTo>
                    <a:pt x="217" y="272"/>
                  </a:lnTo>
                  <a:lnTo>
                    <a:pt x="216" y="275"/>
                  </a:lnTo>
                  <a:lnTo>
                    <a:pt x="216" y="276"/>
                  </a:lnTo>
                  <a:lnTo>
                    <a:pt x="214" y="278"/>
                  </a:lnTo>
                  <a:lnTo>
                    <a:pt x="213" y="278"/>
                  </a:lnTo>
                  <a:lnTo>
                    <a:pt x="212" y="275"/>
                  </a:lnTo>
                  <a:lnTo>
                    <a:pt x="211" y="272"/>
                  </a:lnTo>
                  <a:lnTo>
                    <a:pt x="211" y="271"/>
                  </a:lnTo>
                  <a:lnTo>
                    <a:pt x="212" y="268"/>
                  </a:lnTo>
                  <a:lnTo>
                    <a:pt x="211" y="271"/>
                  </a:lnTo>
                  <a:lnTo>
                    <a:pt x="211" y="272"/>
                  </a:lnTo>
                  <a:lnTo>
                    <a:pt x="211" y="276"/>
                  </a:lnTo>
                  <a:lnTo>
                    <a:pt x="209" y="279"/>
                  </a:lnTo>
                  <a:lnTo>
                    <a:pt x="207" y="279"/>
                  </a:lnTo>
                  <a:lnTo>
                    <a:pt x="205" y="280"/>
                  </a:lnTo>
                  <a:lnTo>
                    <a:pt x="204" y="279"/>
                  </a:lnTo>
                  <a:lnTo>
                    <a:pt x="200" y="276"/>
                  </a:lnTo>
                  <a:lnTo>
                    <a:pt x="200" y="275"/>
                  </a:lnTo>
                  <a:lnTo>
                    <a:pt x="197" y="272"/>
                  </a:lnTo>
                  <a:lnTo>
                    <a:pt x="196" y="271"/>
                  </a:lnTo>
                  <a:lnTo>
                    <a:pt x="197" y="268"/>
                  </a:lnTo>
                  <a:lnTo>
                    <a:pt x="196" y="265"/>
                  </a:lnTo>
                  <a:lnTo>
                    <a:pt x="196" y="263"/>
                  </a:lnTo>
                  <a:lnTo>
                    <a:pt x="199" y="261"/>
                  </a:lnTo>
                  <a:lnTo>
                    <a:pt x="200" y="259"/>
                  </a:lnTo>
                  <a:lnTo>
                    <a:pt x="201" y="261"/>
                  </a:lnTo>
                  <a:lnTo>
                    <a:pt x="204" y="261"/>
                  </a:lnTo>
                  <a:lnTo>
                    <a:pt x="205" y="261"/>
                  </a:lnTo>
                  <a:lnTo>
                    <a:pt x="207" y="261"/>
                  </a:lnTo>
                  <a:lnTo>
                    <a:pt x="205" y="258"/>
                  </a:lnTo>
                  <a:lnTo>
                    <a:pt x="205" y="255"/>
                  </a:lnTo>
                  <a:lnTo>
                    <a:pt x="207" y="254"/>
                  </a:lnTo>
                  <a:lnTo>
                    <a:pt x="208" y="254"/>
                  </a:lnTo>
                  <a:lnTo>
                    <a:pt x="209" y="254"/>
                  </a:lnTo>
                  <a:lnTo>
                    <a:pt x="207" y="254"/>
                  </a:lnTo>
                  <a:lnTo>
                    <a:pt x="205" y="251"/>
                  </a:lnTo>
                  <a:lnTo>
                    <a:pt x="205" y="250"/>
                  </a:lnTo>
                  <a:lnTo>
                    <a:pt x="208" y="249"/>
                  </a:lnTo>
                  <a:lnTo>
                    <a:pt x="207" y="247"/>
                  </a:lnTo>
                  <a:lnTo>
                    <a:pt x="205" y="247"/>
                  </a:lnTo>
                  <a:lnTo>
                    <a:pt x="204" y="250"/>
                  </a:lnTo>
                  <a:lnTo>
                    <a:pt x="203" y="250"/>
                  </a:lnTo>
                  <a:lnTo>
                    <a:pt x="203" y="247"/>
                  </a:lnTo>
                  <a:lnTo>
                    <a:pt x="205" y="246"/>
                  </a:lnTo>
                  <a:lnTo>
                    <a:pt x="205" y="245"/>
                  </a:lnTo>
                  <a:lnTo>
                    <a:pt x="201" y="246"/>
                  </a:lnTo>
                  <a:lnTo>
                    <a:pt x="200" y="247"/>
                  </a:lnTo>
                  <a:lnTo>
                    <a:pt x="199" y="246"/>
                  </a:lnTo>
                  <a:lnTo>
                    <a:pt x="199" y="243"/>
                  </a:lnTo>
                  <a:lnTo>
                    <a:pt x="201" y="240"/>
                  </a:lnTo>
                  <a:lnTo>
                    <a:pt x="203" y="240"/>
                  </a:lnTo>
                  <a:lnTo>
                    <a:pt x="205" y="240"/>
                  </a:lnTo>
                  <a:lnTo>
                    <a:pt x="205" y="238"/>
                  </a:lnTo>
                  <a:lnTo>
                    <a:pt x="205" y="237"/>
                  </a:lnTo>
                  <a:lnTo>
                    <a:pt x="203" y="237"/>
                  </a:lnTo>
                  <a:lnTo>
                    <a:pt x="203" y="234"/>
                  </a:lnTo>
                  <a:lnTo>
                    <a:pt x="203" y="233"/>
                  </a:lnTo>
                  <a:lnTo>
                    <a:pt x="204" y="230"/>
                  </a:lnTo>
                  <a:lnTo>
                    <a:pt x="207" y="228"/>
                  </a:lnTo>
                  <a:lnTo>
                    <a:pt x="208" y="226"/>
                  </a:lnTo>
                  <a:lnTo>
                    <a:pt x="212" y="226"/>
                  </a:lnTo>
                  <a:lnTo>
                    <a:pt x="216" y="224"/>
                  </a:lnTo>
                  <a:close/>
                  <a:moveTo>
                    <a:pt x="428" y="212"/>
                  </a:moveTo>
                  <a:lnTo>
                    <a:pt x="430" y="212"/>
                  </a:lnTo>
                  <a:lnTo>
                    <a:pt x="432" y="212"/>
                  </a:lnTo>
                  <a:lnTo>
                    <a:pt x="432" y="215"/>
                  </a:lnTo>
                  <a:lnTo>
                    <a:pt x="430" y="217"/>
                  </a:lnTo>
                  <a:lnTo>
                    <a:pt x="428" y="217"/>
                  </a:lnTo>
                  <a:lnTo>
                    <a:pt x="426" y="220"/>
                  </a:lnTo>
                  <a:lnTo>
                    <a:pt x="425" y="221"/>
                  </a:lnTo>
                  <a:lnTo>
                    <a:pt x="423" y="224"/>
                  </a:lnTo>
                  <a:lnTo>
                    <a:pt x="421" y="224"/>
                  </a:lnTo>
                  <a:lnTo>
                    <a:pt x="420" y="222"/>
                  </a:lnTo>
                  <a:lnTo>
                    <a:pt x="420" y="220"/>
                  </a:lnTo>
                  <a:lnTo>
                    <a:pt x="421" y="218"/>
                  </a:lnTo>
                  <a:lnTo>
                    <a:pt x="424" y="217"/>
                  </a:lnTo>
                  <a:lnTo>
                    <a:pt x="423" y="215"/>
                  </a:lnTo>
                  <a:lnTo>
                    <a:pt x="425" y="212"/>
                  </a:lnTo>
                  <a:lnTo>
                    <a:pt x="428" y="212"/>
                  </a:lnTo>
                  <a:close/>
                  <a:moveTo>
                    <a:pt x="391" y="204"/>
                  </a:moveTo>
                  <a:lnTo>
                    <a:pt x="392" y="204"/>
                  </a:lnTo>
                  <a:lnTo>
                    <a:pt x="394" y="205"/>
                  </a:lnTo>
                  <a:lnTo>
                    <a:pt x="392" y="207"/>
                  </a:lnTo>
                  <a:lnTo>
                    <a:pt x="392" y="208"/>
                  </a:lnTo>
                  <a:lnTo>
                    <a:pt x="394" y="209"/>
                  </a:lnTo>
                  <a:lnTo>
                    <a:pt x="394" y="212"/>
                  </a:lnTo>
                  <a:lnTo>
                    <a:pt x="392" y="212"/>
                  </a:lnTo>
                  <a:lnTo>
                    <a:pt x="391" y="211"/>
                  </a:lnTo>
                  <a:lnTo>
                    <a:pt x="390" y="211"/>
                  </a:lnTo>
                  <a:lnTo>
                    <a:pt x="388" y="208"/>
                  </a:lnTo>
                  <a:lnTo>
                    <a:pt x="388" y="204"/>
                  </a:lnTo>
                  <a:lnTo>
                    <a:pt x="391" y="204"/>
                  </a:lnTo>
                  <a:close/>
                  <a:moveTo>
                    <a:pt x="355" y="197"/>
                  </a:moveTo>
                  <a:lnTo>
                    <a:pt x="357" y="197"/>
                  </a:lnTo>
                  <a:lnTo>
                    <a:pt x="358" y="200"/>
                  </a:lnTo>
                  <a:lnTo>
                    <a:pt x="359" y="203"/>
                  </a:lnTo>
                  <a:lnTo>
                    <a:pt x="362" y="204"/>
                  </a:lnTo>
                  <a:lnTo>
                    <a:pt x="363" y="207"/>
                  </a:lnTo>
                  <a:lnTo>
                    <a:pt x="363" y="208"/>
                  </a:lnTo>
                  <a:lnTo>
                    <a:pt x="361" y="208"/>
                  </a:lnTo>
                  <a:lnTo>
                    <a:pt x="358" y="211"/>
                  </a:lnTo>
                  <a:lnTo>
                    <a:pt x="357" y="212"/>
                  </a:lnTo>
                  <a:lnTo>
                    <a:pt x="355" y="213"/>
                  </a:lnTo>
                  <a:lnTo>
                    <a:pt x="354" y="212"/>
                  </a:lnTo>
                  <a:lnTo>
                    <a:pt x="353" y="213"/>
                  </a:lnTo>
                  <a:lnTo>
                    <a:pt x="353" y="211"/>
                  </a:lnTo>
                  <a:lnTo>
                    <a:pt x="351" y="211"/>
                  </a:lnTo>
                  <a:lnTo>
                    <a:pt x="351" y="212"/>
                  </a:lnTo>
                  <a:lnTo>
                    <a:pt x="351" y="213"/>
                  </a:lnTo>
                  <a:lnTo>
                    <a:pt x="350" y="213"/>
                  </a:lnTo>
                  <a:lnTo>
                    <a:pt x="349" y="212"/>
                  </a:lnTo>
                  <a:lnTo>
                    <a:pt x="349" y="208"/>
                  </a:lnTo>
                  <a:lnTo>
                    <a:pt x="349" y="205"/>
                  </a:lnTo>
                  <a:lnTo>
                    <a:pt x="347" y="204"/>
                  </a:lnTo>
                  <a:lnTo>
                    <a:pt x="346" y="201"/>
                  </a:lnTo>
                  <a:lnTo>
                    <a:pt x="349" y="200"/>
                  </a:lnTo>
                  <a:lnTo>
                    <a:pt x="351" y="200"/>
                  </a:lnTo>
                  <a:lnTo>
                    <a:pt x="353" y="197"/>
                  </a:lnTo>
                  <a:lnTo>
                    <a:pt x="355" y="197"/>
                  </a:lnTo>
                  <a:close/>
                  <a:moveTo>
                    <a:pt x="401" y="197"/>
                  </a:moveTo>
                  <a:lnTo>
                    <a:pt x="404" y="197"/>
                  </a:lnTo>
                  <a:lnTo>
                    <a:pt x="407" y="199"/>
                  </a:lnTo>
                  <a:lnTo>
                    <a:pt x="407" y="200"/>
                  </a:lnTo>
                  <a:lnTo>
                    <a:pt x="405" y="200"/>
                  </a:lnTo>
                  <a:lnTo>
                    <a:pt x="403" y="200"/>
                  </a:lnTo>
                  <a:lnTo>
                    <a:pt x="400" y="197"/>
                  </a:lnTo>
                  <a:lnTo>
                    <a:pt x="401" y="197"/>
                  </a:lnTo>
                  <a:close/>
                  <a:moveTo>
                    <a:pt x="432" y="192"/>
                  </a:moveTo>
                  <a:lnTo>
                    <a:pt x="433" y="195"/>
                  </a:lnTo>
                  <a:lnTo>
                    <a:pt x="436" y="197"/>
                  </a:lnTo>
                  <a:lnTo>
                    <a:pt x="436" y="201"/>
                  </a:lnTo>
                  <a:lnTo>
                    <a:pt x="438" y="204"/>
                  </a:lnTo>
                  <a:lnTo>
                    <a:pt x="438" y="205"/>
                  </a:lnTo>
                  <a:lnTo>
                    <a:pt x="436" y="207"/>
                  </a:lnTo>
                  <a:lnTo>
                    <a:pt x="434" y="205"/>
                  </a:lnTo>
                  <a:lnTo>
                    <a:pt x="432" y="205"/>
                  </a:lnTo>
                  <a:lnTo>
                    <a:pt x="430" y="204"/>
                  </a:lnTo>
                  <a:lnTo>
                    <a:pt x="428" y="204"/>
                  </a:lnTo>
                  <a:lnTo>
                    <a:pt x="428" y="203"/>
                  </a:lnTo>
                  <a:lnTo>
                    <a:pt x="429" y="199"/>
                  </a:lnTo>
                  <a:lnTo>
                    <a:pt x="429" y="196"/>
                  </a:lnTo>
                  <a:lnTo>
                    <a:pt x="432" y="192"/>
                  </a:lnTo>
                  <a:close/>
                  <a:moveTo>
                    <a:pt x="396" y="188"/>
                  </a:moveTo>
                  <a:lnTo>
                    <a:pt x="396" y="188"/>
                  </a:lnTo>
                  <a:lnTo>
                    <a:pt x="395" y="190"/>
                  </a:lnTo>
                  <a:lnTo>
                    <a:pt x="395" y="191"/>
                  </a:lnTo>
                  <a:lnTo>
                    <a:pt x="396" y="192"/>
                  </a:lnTo>
                  <a:lnTo>
                    <a:pt x="394" y="193"/>
                  </a:lnTo>
                  <a:lnTo>
                    <a:pt x="392" y="192"/>
                  </a:lnTo>
                  <a:lnTo>
                    <a:pt x="390" y="195"/>
                  </a:lnTo>
                  <a:lnTo>
                    <a:pt x="390" y="193"/>
                  </a:lnTo>
                  <a:lnTo>
                    <a:pt x="391" y="190"/>
                  </a:lnTo>
                  <a:lnTo>
                    <a:pt x="395" y="188"/>
                  </a:lnTo>
                  <a:lnTo>
                    <a:pt x="396" y="188"/>
                  </a:lnTo>
                  <a:close/>
                  <a:moveTo>
                    <a:pt x="462" y="162"/>
                  </a:moveTo>
                  <a:lnTo>
                    <a:pt x="465" y="163"/>
                  </a:lnTo>
                  <a:lnTo>
                    <a:pt x="463" y="163"/>
                  </a:lnTo>
                  <a:lnTo>
                    <a:pt x="461" y="163"/>
                  </a:lnTo>
                  <a:lnTo>
                    <a:pt x="459" y="163"/>
                  </a:lnTo>
                  <a:lnTo>
                    <a:pt x="462" y="162"/>
                  </a:lnTo>
                  <a:close/>
                  <a:moveTo>
                    <a:pt x="446" y="161"/>
                  </a:moveTo>
                  <a:lnTo>
                    <a:pt x="448" y="162"/>
                  </a:lnTo>
                  <a:lnTo>
                    <a:pt x="446" y="165"/>
                  </a:lnTo>
                  <a:lnTo>
                    <a:pt x="444" y="163"/>
                  </a:lnTo>
                  <a:lnTo>
                    <a:pt x="444" y="162"/>
                  </a:lnTo>
                  <a:lnTo>
                    <a:pt x="445" y="161"/>
                  </a:lnTo>
                  <a:lnTo>
                    <a:pt x="446" y="161"/>
                  </a:lnTo>
                  <a:close/>
                  <a:moveTo>
                    <a:pt x="453" y="159"/>
                  </a:moveTo>
                  <a:lnTo>
                    <a:pt x="455" y="159"/>
                  </a:lnTo>
                  <a:lnTo>
                    <a:pt x="454" y="161"/>
                  </a:lnTo>
                  <a:lnTo>
                    <a:pt x="453" y="162"/>
                  </a:lnTo>
                  <a:lnTo>
                    <a:pt x="450" y="162"/>
                  </a:lnTo>
                  <a:lnTo>
                    <a:pt x="450" y="161"/>
                  </a:lnTo>
                  <a:lnTo>
                    <a:pt x="451" y="159"/>
                  </a:lnTo>
                  <a:lnTo>
                    <a:pt x="453" y="159"/>
                  </a:lnTo>
                  <a:close/>
                  <a:moveTo>
                    <a:pt x="480" y="158"/>
                  </a:moveTo>
                  <a:lnTo>
                    <a:pt x="482" y="159"/>
                  </a:lnTo>
                  <a:lnTo>
                    <a:pt x="484" y="161"/>
                  </a:lnTo>
                  <a:lnTo>
                    <a:pt x="483" y="162"/>
                  </a:lnTo>
                  <a:lnTo>
                    <a:pt x="482" y="162"/>
                  </a:lnTo>
                  <a:lnTo>
                    <a:pt x="480" y="158"/>
                  </a:lnTo>
                  <a:close/>
                  <a:moveTo>
                    <a:pt x="473" y="154"/>
                  </a:moveTo>
                  <a:lnTo>
                    <a:pt x="475" y="155"/>
                  </a:lnTo>
                  <a:lnTo>
                    <a:pt x="473" y="157"/>
                  </a:lnTo>
                  <a:lnTo>
                    <a:pt x="471" y="157"/>
                  </a:lnTo>
                  <a:lnTo>
                    <a:pt x="471" y="155"/>
                  </a:lnTo>
                  <a:lnTo>
                    <a:pt x="471" y="154"/>
                  </a:lnTo>
                  <a:lnTo>
                    <a:pt x="473" y="154"/>
                  </a:lnTo>
                  <a:close/>
                  <a:moveTo>
                    <a:pt x="413" y="149"/>
                  </a:moveTo>
                  <a:lnTo>
                    <a:pt x="415" y="150"/>
                  </a:lnTo>
                  <a:lnTo>
                    <a:pt x="415" y="151"/>
                  </a:lnTo>
                  <a:lnTo>
                    <a:pt x="416" y="153"/>
                  </a:lnTo>
                  <a:lnTo>
                    <a:pt x="413" y="154"/>
                  </a:lnTo>
                  <a:lnTo>
                    <a:pt x="412" y="153"/>
                  </a:lnTo>
                  <a:lnTo>
                    <a:pt x="412" y="151"/>
                  </a:lnTo>
                  <a:lnTo>
                    <a:pt x="411" y="151"/>
                  </a:lnTo>
                  <a:lnTo>
                    <a:pt x="411" y="150"/>
                  </a:lnTo>
                  <a:lnTo>
                    <a:pt x="413" y="149"/>
                  </a:lnTo>
                  <a:close/>
                  <a:moveTo>
                    <a:pt x="462" y="145"/>
                  </a:moveTo>
                  <a:lnTo>
                    <a:pt x="463" y="146"/>
                  </a:lnTo>
                  <a:lnTo>
                    <a:pt x="463" y="146"/>
                  </a:lnTo>
                  <a:lnTo>
                    <a:pt x="462" y="147"/>
                  </a:lnTo>
                  <a:lnTo>
                    <a:pt x="461" y="149"/>
                  </a:lnTo>
                  <a:lnTo>
                    <a:pt x="462" y="149"/>
                  </a:lnTo>
                  <a:lnTo>
                    <a:pt x="461" y="150"/>
                  </a:lnTo>
                  <a:lnTo>
                    <a:pt x="459" y="149"/>
                  </a:lnTo>
                  <a:lnTo>
                    <a:pt x="459" y="147"/>
                  </a:lnTo>
                  <a:lnTo>
                    <a:pt x="462" y="145"/>
                  </a:lnTo>
                  <a:close/>
                  <a:moveTo>
                    <a:pt x="226" y="143"/>
                  </a:moveTo>
                  <a:lnTo>
                    <a:pt x="228" y="145"/>
                  </a:lnTo>
                  <a:lnTo>
                    <a:pt x="228" y="146"/>
                  </a:lnTo>
                  <a:lnTo>
                    <a:pt x="224" y="147"/>
                  </a:lnTo>
                  <a:lnTo>
                    <a:pt x="224" y="149"/>
                  </a:lnTo>
                  <a:lnTo>
                    <a:pt x="222" y="150"/>
                  </a:lnTo>
                  <a:lnTo>
                    <a:pt x="221" y="147"/>
                  </a:lnTo>
                  <a:lnTo>
                    <a:pt x="222" y="146"/>
                  </a:lnTo>
                  <a:lnTo>
                    <a:pt x="224" y="146"/>
                  </a:lnTo>
                  <a:lnTo>
                    <a:pt x="226" y="143"/>
                  </a:lnTo>
                  <a:close/>
                  <a:moveTo>
                    <a:pt x="466" y="143"/>
                  </a:move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7" y="146"/>
                  </a:lnTo>
                  <a:lnTo>
                    <a:pt x="466" y="146"/>
                  </a:lnTo>
                  <a:lnTo>
                    <a:pt x="466" y="145"/>
                  </a:lnTo>
                  <a:lnTo>
                    <a:pt x="466" y="143"/>
                  </a:lnTo>
                  <a:close/>
                  <a:moveTo>
                    <a:pt x="473" y="142"/>
                  </a:moveTo>
                  <a:lnTo>
                    <a:pt x="474" y="143"/>
                  </a:lnTo>
                  <a:lnTo>
                    <a:pt x="474" y="145"/>
                  </a:lnTo>
                  <a:lnTo>
                    <a:pt x="471" y="146"/>
                  </a:lnTo>
                  <a:lnTo>
                    <a:pt x="471" y="146"/>
                  </a:lnTo>
                  <a:lnTo>
                    <a:pt x="470" y="146"/>
                  </a:lnTo>
                  <a:lnTo>
                    <a:pt x="471" y="145"/>
                  </a:lnTo>
                  <a:lnTo>
                    <a:pt x="470" y="143"/>
                  </a:lnTo>
                  <a:lnTo>
                    <a:pt x="471" y="142"/>
                  </a:lnTo>
                  <a:lnTo>
                    <a:pt x="473" y="142"/>
                  </a:lnTo>
                  <a:close/>
                  <a:moveTo>
                    <a:pt x="462" y="136"/>
                  </a:moveTo>
                  <a:lnTo>
                    <a:pt x="465" y="136"/>
                  </a:lnTo>
                  <a:lnTo>
                    <a:pt x="465" y="137"/>
                  </a:lnTo>
                  <a:lnTo>
                    <a:pt x="463" y="140"/>
                  </a:lnTo>
                  <a:lnTo>
                    <a:pt x="462" y="138"/>
                  </a:lnTo>
                  <a:lnTo>
                    <a:pt x="459" y="137"/>
                  </a:lnTo>
                  <a:lnTo>
                    <a:pt x="459" y="137"/>
                  </a:lnTo>
                  <a:lnTo>
                    <a:pt x="461" y="136"/>
                  </a:lnTo>
                  <a:lnTo>
                    <a:pt x="462" y="136"/>
                  </a:lnTo>
                  <a:close/>
                  <a:moveTo>
                    <a:pt x="471" y="128"/>
                  </a:moveTo>
                  <a:lnTo>
                    <a:pt x="475" y="128"/>
                  </a:lnTo>
                  <a:lnTo>
                    <a:pt x="477" y="129"/>
                  </a:lnTo>
                  <a:lnTo>
                    <a:pt x="477" y="130"/>
                  </a:lnTo>
                  <a:lnTo>
                    <a:pt x="474" y="130"/>
                  </a:lnTo>
                  <a:lnTo>
                    <a:pt x="475" y="132"/>
                  </a:lnTo>
                  <a:lnTo>
                    <a:pt x="475" y="133"/>
                  </a:lnTo>
                  <a:lnTo>
                    <a:pt x="474" y="133"/>
                  </a:lnTo>
                  <a:lnTo>
                    <a:pt x="473" y="133"/>
                  </a:lnTo>
                  <a:lnTo>
                    <a:pt x="470" y="132"/>
                  </a:lnTo>
                  <a:lnTo>
                    <a:pt x="469" y="132"/>
                  </a:lnTo>
                  <a:lnTo>
                    <a:pt x="467" y="129"/>
                  </a:lnTo>
                  <a:lnTo>
                    <a:pt x="469" y="129"/>
                  </a:lnTo>
                  <a:lnTo>
                    <a:pt x="470" y="130"/>
                  </a:lnTo>
                  <a:lnTo>
                    <a:pt x="471" y="130"/>
                  </a:lnTo>
                  <a:lnTo>
                    <a:pt x="470" y="128"/>
                  </a:lnTo>
                  <a:lnTo>
                    <a:pt x="471" y="128"/>
                  </a:lnTo>
                  <a:close/>
                  <a:moveTo>
                    <a:pt x="425" y="118"/>
                  </a:moveTo>
                  <a:lnTo>
                    <a:pt x="425" y="120"/>
                  </a:lnTo>
                  <a:lnTo>
                    <a:pt x="425" y="121"/>
                  </a:lnTo>
                  <a:lnTo>
                    <a:pt x="426" y="122"/>
                  </a:lnTo>
                  <a:lnTo>
                    <a:pt x="426" y="124"/>
                  </a:lnTo>
                  <a:lnTo>
                    <a:pt x="425" y="125"/>
                  </a:lnTo>
                  <a:lnTo>
                    <a:pt x="426" y="128"/>
                  </a:lnTo>
                  <a:lnTo>
                    <a:pt x="425" y="130"/>
                  </a:lnTo>
                  <a:lnTo>
                    <a:pt x="425" y="129"/>
                  </a:lnTo>
                  <a:lnTo>
                    <a:pt x="424" y="126"/>
                  </a:lnTo>
                  <a:lnTo>
                    <a:pt x="424" y="126"/>
                  </a:lnTo>
                  <a:lnTo>
                    <a:pt x="423" y="126"/>
                  </a:lnTo>
                  <a:lnTo>
                    <a:pt x="421" y="126"/>
                  </a:lnTo>
                  <a:lnTo>
                    <a:pt x="420" y="122"/>
                  </a:lnTo>
                  <a:lnTo>
                    <a:pt x="421" y="124"/>
                  </a:lnTo>
                  <a:lnTo>
                    <a:pt x="423" y="124"/>
                  </a:lnTo>
                  <a:lnTo>
                    <a:pt x="423" y="122"/>
                  </a:lnTo>
                  <a:lnTo>
                    <a:pt x="421" y="120"/>
                  </a:lnTo>
                  <a:lnTo>
                    <a:pt x="421" y="118"/>
                  </a:lnTo>
                  <a:lnTo>
                    <a:pt x="423" y="118"/>
                  </a:lnTo>
                  <a:lnTo>
                    <a:pt x="425" y="118"/>
                  </a:lnTo>
                  <a:close/>
                  <a:moveTo>
                    <a:pt x="413" y="107"/>
                  </a:moveTo>
                  <a:lnTo>
                    <a:pt x="415" y="108"/>
                  </a:lnTo>
                  <a:lnTo>
                    <a:pt x="416" y="109"/>
                  </a:lnTo>
                  <a:lnTo>
                    <a:pt x="419" y="109"/>
                  </a:lnTo>
                  <a:lnTo>
                    <a:pt x="417" y="111"/>
                  </a:lnTo>
                  <a:lnTo>
                    <a:pt x="416" y="111"/>
                  </a:lnTo>
                  <a:lnTo>
                    <a:pt x="413" y="109"/>
                  </a:lnTo>
                  <a:lnTo>
                    <a:pt x="412" y="108"/>
                  </a:lnTo>
                  <a:lnTo>
                    <a:pt x="413" y="107"/>
                  </a:lnTo>
                  <a:close/>
                  <a:moveTo>
                    <a:pt x="423" y="104"/>
                  </a:moveTo>
                  <a:lnTo>
                    <a:pt x="424" y="105"/>
                  </a:lnTo>
                  <a:lnTo>
                    <a:pt x="426" y="105"/>
                  </a:lnTo>
                  <a:lnTo>
                    <a:pt x="426" y="107"/>
                  </a:lnTo>
                  <a:lnTo>
                    <a:pt x="425" y="108"/>
                  </a:lnTo>
                  <a:lnTo>
                    <a:pt x="423" y="107"/>
                  </a:lnTo>
                  <a:lnTo>
                    <a:pt x="420" y="108"/>
                  </a:lnTo>
                  <a:lnTo>
                    <a:pt x="419" y="107"/>
                  </a:lnTo>
                  <a:lnTo>
                    <a:pt x="420" y="104"/>
                  </a:lnTo>
                  <a:lnTo>
                    <a:pt x="423" y="104"/>
                  </a:lnTo>
                  <a:close/>
                  <a:moveTo>
                    <a:pt x="786" y="103"/>
                  </a:moveTo>
                  <a:lnTo>
                    <a:pt x="787" y="103"/>
                  </a:lnTo>
                  <a:lnTo>
                    <a:pt x="790" y="105"/>
                  </a:lnTo>
                  <a:lnTo>
                    <a:pt x="791" y="107"/>
                  </a:lnTo>
                  <a:lnTo>
                    <a:pt x="791" y="108"/>
                  </a:lnTo>
                  <a:lnTo>
                    <a:pt x="790" y="107"/>
                  </a:lnTo>
                  <a:lnTo>
                    <a:pt x="790" y="108"/>
                  </a:lnTo>
                  <a:lnTo>
                    <a:pt x="786" y="108"/>
                  </a:lnTo>
                  <a:lnTo>
                    <a:pt x="786" y="107"/>
                  </a:lnTo>
                  <a:lnTo>
                    <a:pt x="785" y="105"/>
                  </a:lnTo>
                  <a:lnTo>
                    <a:pt x="785" y="104"/>
                  </a:lnTo>
                  <a:lnTo>
                    <a:pt x="786" y="103"/>
                  </a:lnTo>
                  <a:close/>
                  <a:moveTo>
                    <a:pt x="291" y="99"/>
                  </a:moveTo>
                  <a:lnTo>
                    <a:pt x="292" y="100"/>
                  </a:lnTo>
                  <a:lnTo>
                    <a:pt x="292" y="103"/>
                  </a:lnTo>
                  <a:lnTo>
                    <a:pt x="293" y="104"/>
                  </a:lnTo>
                  <a:lnTo>
                    <a:pt x="295" y="104"/>
                  </a:lnTo>
                  <a:lnTo>
                    <a:pt x="296" y="105"/>
                  </a:lnTo>
                  <a:lnTo>
                    <a:pt x="299" y="105"/>
                  </a:lnTo>
                  <a:lnTo>
                    <a:pt x="300" y="107"/>
                  </a:lnTo>
                  <a:lnTo>
                    <a:pt x="299" y="109"/>
                  </a:lnTo>
                  <a:lnTo>
                    <a:pt x="299" y="113"/>
                  </a:lnTo>
                  <a:lnTo>
                    <a:pt x="300" y="113"/>
                  </a:lnTo>
                  <a:lnTo>
                    <a:pt x="301" y="113"/>
                  </a:lnTo>
                  <a:lnTo>
                    <a:pt x="301" y="117"/>
                  </a:lnTo>
                  <a:lnTo>
                    <a:pt x="301" y="118"/>
                  </a:lnTo>
                  <a:lnTo>
                    <a:pt x="300" y="121"/>
                  </a:lnTo>
                  <a:lnTo>
                    <a:pt x="301" y="122"/>
                  </a:lnTo>
                  <a:lnTo>
                    <a:pt x="301" y="124"/>
                  </a:lnTo>
                  <a:lnTo>
                    <a:pt x="299" y="125"/>
                  </a:lnTo>
                  <a:lnTo>
                    <a:pt x="297" y="124"/>
                  </a:lnTo>
                  <a:lnTo>
                    <a:pt x="296" y="125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87" y="133"/>
                  </a:lnTo>
                  <a:lnTo>
                    <a:pt x="283" y="136"/>
                  </a:lnTo>
                  <a:lnTo>
                    <a:pt x="282" y="136"/>
                  </a:lnTo>
                  <a:lnTo>
                    <a:pt x="278" y="138"/>
                  </a:lnTo>
                  <a:lnTo>
                    <a:pt x="274" y="143"/>
                  </a:lnTo>
                  <a:lnTo>
                    <a:pt x="268" y="147"/>
                  </a:lnTo>
                  <a:lnTo>
                    <a:pt x="267" y="147"/>
                  </a:lnTo>
                  <a:lnTo>
                    <a:pt x="266" y="151"/>
                  </a:lnTo>
                  <a:lnTo>
                    <a:pt x="265" y="155"/>
                  </a:lnTo>
                  <a:lnTo>
                    <a:pt x="261" y="157"/>
                  </a:lnTo>
                  <a:lnTo>
                    <a:pt x="261" y="161"/>
                  </a:lnTo>
                  <a:lnTo>
                    <a:pt x="259" y="162"/>
                  </a:lnTo>
                  <a:lnTo>
                    <a:pt x="258" y="165"/>
                  </a:lnTo>
                  <a:lnTo>
                    <a:pt x="254" y="168"/>
                  </a:lnTo>
                  <a:lnTo>
                    <a:pt x="253" y="170"/>
                  </a:lnTo>
                  <a:lnTo>
                    <a:pt x="253" y="167"/>
                  </a:lnTo>
                  <a:lnTo>
                    <a:pt x="251" y="170"/>
                  </a:lnTo>
                  <a:lnTo>
                    <a:pt x="251" y="171"/>
                  </a:lnTo>
                  <a:lnTo>
                    <a:pt x="254" y="172"/>
                  </a:lnTo>
                  <a:lnTo>
                    <a:pt x="253" y="174"/>
                  </a:lnTo>
                  <a:lnTo>
                    <a:pt x="250" y="175"/>
                  </a:lnTo>
                  <a:lnTo>
                    <a:pt x="250" y="176"/>
                  </a:lnTo>
                  <a:lnTo>
                    <a:pt x="250" y="178"/>
                  </a:lnTo>
                  <a:lnTo>
                    <a:pt x="250" y="180"/>
                  </a:lnTo>
                  <a:lnTo>
                    <a:pt x="249" y="182"/>
                  </a:lnTo>
                  <a:lnTo>
                    <a:pt x="247" y="180"/>
                  </a:lnTo>
                  <a:lnTo>
                    <a:pt x="245" y="180"/>
                  </a:lnTo>
                  <a:lnTo>
                    <a:pt x="246" y="182"/>
                  </a:lnTo>
                  <a:lnTo>
                    <a:pt x="247" y="183"/>
                  </a:lnTo>
                  <a:lnTo>
                    <a:pt x="246" y="184"/>
                  </a:lnTo>
                  <a:lnTo>
                    <a:pt x="243" y="183"/>
                  </a:lnTo>
                  <a:lnTo>
                    <a:pt x="241" y="182"/>
                  </a:lnTo>
                  <a:lnTo>
                    <a:pt x="239" y="182"/>
                  </a:lnTo>
                  <a:lnTo>
                    <a:pt x="239" y="186"/>
                  </a:lnTo>
                  <a:lnTo>
                    <a:pt x="241" y="186"/>
                  </a:lnTo>
                  <a:lnTo>
                    <a:pt x="242" y="186"/>
                  </a:lnTo>
                  <a:lnTo>
                    <a:pt x="241" y="188"/>
                  </a:lnTo>
                  <a:lnTo>
                    <a:pt x="239" y="188"/>
                  </a:lnTo>
                  <a:lnTo>
                    <a:pt x="237" y="187"/>
                  </a:lnTo>
                  <a:lnTo>
                    <a:pt x="236" y="187"/>
                  </a:lnTo>
                  <a:lnTo>
                    <a:pt x="238" y="191"/>
                  </a:lnTo>
                  <a:lnTo>
                    <a:pt x="239" y="192"/>
                  </a:lnTo>
                  <a:lnTo>
                    <a:pt x="239" y="195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9" y="200"/>
                  </a:lnTo>
                  <a:lnTo>
                    <a:pt x="239" y="201"/>
                  </a:lnTo>
                  <a:lnTo>
                    <a:pt x="239" y="203"/>
                  </a:lnTo>
                  <a:lnTo>
                    <a:pt x="237" y="201"/>
                  </a:lnTo>
                  <a:lnTo>
                    <a:pt x="236" y="201"/>
                  </a:lnTo>
                  <a:lnTo>
                    <a:pt x="234" y="199"/>
                  </a:lnTo>
                  <a:lnTo>
                    <a:pt x="233" y="197"/>
                  </a:lnTo>
                  <a:lnTo>
                    <a:pt x="233" y="199"/>
                  </a:lnTo>
                  <a:lnTo>
                    <a:pt x="234" y="201"/>
                  </a:lnTo>
                  <a:lnTo>
                    <a:pt x="237" y="205"/>
                  </a:lnTo>
                  <a:lnTo>
                    <a:pt x="238" y="209"/>
                  </a:lnTo>
                  <a:lnTo>
                    <a:pt x="237" y="211"/>
                  </a:lnTo>
                  <a:lnTo>
                    <a:pt x="236" y="209"/>
                  </a:lnTo>
                  <a:lnTo>
                    <a:pt x="236" y="208"/>
                  </a:lnTo>
                  <a:lnTo>
                    <a:pt x="234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0" y="207"/>
                  </a:lnTo>
                  <a:lnTo>
                    <a:pt x="230" y="208"/>
                  </a:lnTo>
                  <a:lnTo>
                    <a:pt x="232" y="208"/>
                  </a:lnTo>
                  <a:lnTo>
                    <a:pt x="234" y="208"/>
                  </a:lnTo>
                  <a:lnTo>
                    <a:pt x="236" y="212"/>
                  </a:lnTo>
                  <a:lnTo>
                    <a:pt x="237" y="213"/>
                  </a:lnTo>
                  <a:lnTo>
                    <a:pt x="237" y="215"/>
                  </a:lnTo>
                  <a:lnTo>
                    <a:pt x="236" y="217"/>
                  </a:lnTo>
                  <a:lnTo>
                    <a:pt x="236" y="220"/>
                  </a:lnTo>
                  <a:lnTo>
                    <a:pt x="234" y="222"/>
                  </a:lnTo>
                  <a:lnTo>
                    <a:pt x="233" y="224"/>
                  </a:lnTo>
                  <a:lnTo>
                    <a:pt x="232" y="225"/>
                  </a:lnTo>
                  <a:lnTo>
                    <a:pt x="229" y="225"/>
                  </a:lnTo>
                  <a:lnTo>
                    <a:pt x="226" y="224"/>
                  </a:lnTo>
                  <a:lnTo>
                    <a:pt x="225" y="221"/>
                  </a:lnTo>
                  <a:lnTo>
                    <a:pt x="225" y="221"/>
                  </a:lnTo>
                  <a:lnTo>
                    <a:pt x="224" y="222"/>
                  </a:lnTo>
                  <a:lnTo>
                    <a:pt x="225" y="224"/>
                  </a:lnTo>
                  <a:lnTo>
                    <a:pt x="224" y="225"/>
                  </a:lnTo>
                  <a:lnTo>
                    <a:pt x="221" y="224"/>
                  </a:lnTo>
                  <a:lnTo>
                    <a:pt x="220" y="222"/>
                  </a:lnTo>
                  <a:lnTo>
                    <a:pt x="217" y="222"/>
                  </a:lnTo>
                  <a:lnTo>
                    <a:pt x="214" y="224"/>
                  </a:lnTo>
                  <a:lnTo>
                    <a:pt x="212" y="225"/>
                  </a:lnTo>
                  <a:lnTo>
                    <a:pt x="208" y="225"/>
                  </a:lnTo>
                  <a:lnTo>
                    <a:pt x="208" y="224"/>
                  </a:lnTo>
                  <a:lnTo>
                    <a:pt x="208" y="224"/>
                  </a:lnTo>
                  <a:lnTo>
                    <a:pt x="208" y="221"/>
                  </a:lnTo>
                  <a:lnTo>
                    <a:pt x="208" y="220"/>
                  </a:lnTo>
                  <a:lnTo>
                    <a:pt x="209" y="217"/>
                  </a:lnTo>
                  <a:lnTo>
                    <a:pt x="213" y="216"/>
                  </a:lnTo>
                  <a:lnTo>
                    <a:pt x="213" y="215"/>
                  </a:lnTo>
                  <a:lnTo>
                    <a:pt x="214" y="215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7" y="215"/>
                  </a:lnTo>
                  <a:lnTo>
                    <a:pt x="216" y="213"/>
                  </a:lnTo>
                  <a:lnTo>
                    <a:pt x="214" y="213"/>
                  </a:lnTo>
                  <a:lnTo>
                    <a:pt x="212" y="213"/>
                  </a:lnTo>
                  <a:lnTo>
                    <a:pt x="208" y="216"/>
                  </a:lnTo>
                  <a:lnTo>
                    <a:pt x="207" y="217"/>
                  </a:lnTo>
                  <a:lnTo>
                    <a:pt x="207" y="218"/>
                  </a:lnTo>
                  <a:lnTo>
                    <a:pt x="205" y="218"/>
                  </a:lnTo>
                  <a:lnTo>
                    <a:pt x="203" y="218"/>
                  </a:lnTo>
                  <a:lnTo>
                    <a:pt x="200" y="216"/>
                  </a:lnTo>
                  <a:lnTo>
                    <a:pt x="201" y="215"/>
                  </a:lnTo>
                  <a:lnTo>
                    <a:pt x="203" y="215"/>
                  </a:lnTo>
                  <a:lnTo>
                    <a:pt x="204" y="213"/>
                  </a:lnTo>
                  <a:lnTo>
                    <a:pt x="203" y="212"/>
                  </a:lnTo>
                  <a:lnTo>
                    <a:pt x="204" y="211"/>
                  </a:lnTo>
                  <a:lnTo>
                    <a:pt x="205" y="208"/>
                  </a:lnTo>
                  <a:lnTo>
                    <a:pt x="207" y="209"/>
                  </a:lnTo>
                  <a:lnTo>
                    <a:pt x="207" y="208"/>
                  </a:lnTo>
                  <a:lnTo>
                    <a:pt x="208" y="208"/>
                  </a:lnTo>
                  <a:lnTo>
                    <a:pt x="207" y="207"/>
                  </a:lnTo>
                  <a:lnTo>
                    <a:pt x="207" y="205"/>
                  </a:lnTo>
                  <a:lnTo>
                    <a:pt x="208" y="204"/>
                  </a:lnTo>
                  <a:lnTo>
                    <a:pt x="208" y="203"/>
                  </a:lnTo>
                  <a:lnTo>
                    <a:pt x="209" y="201"/>
                  </a:lnTo>
                  <a:lnTo>
                    <a:pt x="212" y="201"/>
                  </a:lnTo>
                  <a:lnTo>
                    <a:pt x="213" y="203"/>
                  </a:lnTo>
                  <a:lnTo>
                    <a:pt x="216" y="203"/>
                  </a:lnTo>
                  <a:lnTo>
                    <a:pt x="217" y="204"/>
                  </a:lnTo>
                  <a:lnTo>
                    <a:pt x="220" y="205"/>
                  </a:lnTo>
                  <a:lnTo>
                    <a:pt x="218" y="204"/>
                  </a:lnTo>
                  <a:lnTo>
                    <a:pt x="218" y="203"/>
                  </a:lnTo>
                  <a:lnTo>
                    <a:pt x="217" y="203"/>
                  </a:lnTo>
                  <a:lnTo>
                    <a:pt x="214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1" y="199"/>
                  </a:lnTo>
                  <a:lnTo>
                    <a:pt x="212" y="197"/>
                  </a:lnTo>
                  <a:lnTo>
                    <a:pt x="214" y="197"/>
                  </a:lnTo>
                  <a:lnTo>
                    <a:pt x="214" y="196"/>
                  </a:lnTo>
                  <a:lnTo>
                    <a:pt x="212" y="196"/>
                  </a:lnTo>
                  <a:lnTo>
                    <a:pt x="209" y="196"/>
                  </a:lnTo>
                  <a:lnTo>
                    <a:pt x="208" y="196"/>
                  </a:lnTo>
                  <a:lnTo>
                    <a:pt x="209" y="195"/>
                  </a:lnTo>
                  <a:lnTo>
                    <a:pt x="211" y="193"/>
                  </a:lnTo>
                  <a:lnTo>
                    <a:pt x="213" y="193"/>
                  </a:lnTo>
                  <a:lnTo>
                    <a:pt x="216" y="192"/>
                  </a:lnTo>
                  <a:lnTo>
                    <a:pt x="216" y="192"/>
                  </a:lnTo>
                  <a:lnTo>
                    <a:pt x="216" y="191"/>
                  </a:lnTo>
                  <a:lnTo>
                    <a:pt x="213" y="192"/>
                  </a:lnTo>
                  <a:lnTo>
                    <a:pt x="212" y="191"/>
                  </a:lnTo>
                  <a:lnTo>
                    <a:pt x="211" y="191"/>
                  </a:lnTo>
                  <a:lnTo>
                    <a:pt x="209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3" y="186"/>
                  </a:lnTo>
                  <a:lnTo>
                    <a:pt x="216" y="186"/>
                  </a:lnTo>
                  <a:lnTo>
                    <a:pt x="217" y="186"/>
                  </a:lnTo>
                  <a:lnTo>
                    <a:pt x="218" y="183"/>
                  </a:lnTo>
                  <a:lnTo>
                    <a:pt x="217" y="183"/>
                  </a:lnTo>
                  <a:lnTo>
                    <a:pt x="216" y="184"/>
                  </a:lnTo>
                  <a:lnTo>
                    <a:pt x="213" y="184"/>
                  </a:lnTo>
                  <a:lnTo>
                    <a:pt x="213" y="183"/>
                  </a:lnTo>
                  <a:lnTo>
                    <a:pt x="212" y="183"/>
                  </a:lnTo>
                  <a:lnTo>
                    <a:pt x="211" y="184"/>
                  </a:lnTo>
                  <a:lnTo>
                    <a:pt x="209" y="184"/>
                  </a:lnTo>
                  <a:lnTo>
                    <a:pt x="209" y="183"/>
                  </a:lnTo>
                  <a:lnTo>
                    <a:pt x="209" y="180"/>
                  </a:lnTo>
                  <a:lnTo>
                    <a:pt x="209" y="179"/>
                  </a:lnTo>
                  <a:lnTo>
                    <a:pt x="209" y="179"/>
                  </a:lnTo>
                  <a:lnTo>
                    <a:pt x="208" y="179"/>
                  </a:lnTo>
                  <a:lnTo>
                    <a:pt x="205" y="178"/>
                  </a:lnTo>
                  <a:lnTo>
                    <a:pt x="205" y="175"/>
                  </a:lnTo>
                  <a:lnTo>
                    <a:pt x="205" y="171"/>
                  </a:lnTo>
                  <a:lnTo>
                    <a:pt x="207" y="171"/>
                  </a:lnTo>
                  <a:lnTo>
                    <a:pt x="207" y="172"/>
                  </a:lnTo>
                  <a:lnTo>
                    <a:pt x="208" y="174"/>
                  </a:lnTo>
                  <a:lnTo>
                    <a:pt x="211" y="175"/>
                  </a:lnTo>
                  <a:lnTo>
                    <a:pt x="212" y="174"/>
                  </a:lnTo>
                  <a:lnTo>
                    <a:pt x="213" y="171"/>
                  </a:lnTo>
                  <a:lnTo>
                    <a:pt x="213" y="170"/>
                  </a:lnTo>
                  <a:lnTo>
                    <a:pt x="213" y="168"/>
                  </a:lnTo>
                  <a:lnTo>
                    <a:pt x="216" y="167"/>
                  </a:lnTo>
                  <a:lnTo>
                    <a:pt x="218" y="167"/>
                  </a:lnTo>
                  <a:lnTo>
                    <a:pt x="221" y="168"/>
                  </a:lnTo>
                  <a:lnTo>
                    <a:pt x="222" y="167"/>
                  </a:lnTo>
                  <a:lnTo>
                    <a:pt x="222" y="165"/>
                  </a:lnTo>
                  <a:lnTo>
                    <a:pt x="222" y="163"/>
                  </a:lnTo>
                  <a:lnTo>
                    <a:pt x="221" y="162"/>
                  </a:lnTo>
                  <a:lnTo>
                    <a:pt x="220" y="163"/>
                  </a:lnTo>
                  <a:lnTo>
                    <a:pt x="218" y="163"/>
                  </a:lnTo>
                  <a:lnTo>
                    <a:pt x="218" y="161"/>
                  </a:lnTo>
                  <a:lnTo>
                    <a:pt x="218" y="158"/>
                  </a:lnTo>
                  <a:lnTo>
                    <a:pt x="220" y="157"/>
                  </a:lnTo>
                  <a:lnTo>
                    <a:pt x="224" y="157"/>
                  </a:lnTo>
                  <a:lnTo>
                    <a:pt x="225" y="155"/>
                  </a:lnTo>
                  <a:lnTo>
                    <a:pt x="224" y="155"/>
                  </a:lnTo>
                  <a:lnTo>
                    <a:pt x="224" y="154"/>
                  </a:lnTo>
                  <a:lnTo>
                    <a:pt x="224" y="151"/>
                  </a:lnTo>
                  <a:lnTo>
                    <a:pt x="225" y="150"/>
                  </a:lnTo>
                  <a:lnTo>
                    <a:pt x="228" y="149"/>
                  </a:lnTo>
                  <a:lnTo>
                    <a:pt x="228" y="147"/>
                  </a:lnTo>
                  <a:lnTo>
                    <a:pt x="229" y="146"/>
                  </a:lnTo>
                  <a:lnTo>
                    <a:pt x="232" y="146"/>
                  </a:lnTo>
                  <a:lnTo>
                    <a:pt x="233" y="145"/>
                  </a:lnTo>
                  <a:lnTo>
                    <a:pt x="234" y="143"/>
                  </a:lnTo>
                  <a:lnTo>
                    <a:pt x="232" y="142"/>
                  </a:lnTo>
                  <a:lnTo>
                    <a:pt x="232" y="141"/>
                  </a:lnTo>
                  <a:lnTo>
                    <a:pt x="234" y="140"/>
                  </a:lnTo>
                  <a:lnTo>
                    <a:pt x="236" y="137"/>
                  </a:lnTo>
                  <a:lnTo>
                    <a:pt x="237" y="137"/>
                  </a:lnTo>
                  <a:lnTo>
                    <a:pt x="237" y="138"/>
                  </a:lnTo>
                  <a:lnTo>
                    <a:pt x="237" y="140"/>
                  </a:lnTo>
                  <a:lnTo>
                    <a:pt x="237" y="141"/>
                  </a:lnTo>
                  <a:lnTo>
                    <a:pt x="237" y="141"/>
                  </a:lnTo>
                  <a:lnTo>
                    <a:pt x="238" y="140"/>
                  </a:lnTo>
                  <a:lnTo>
                    <a:pt x="239" y="138"/>
                  </a:lnTo>
                  <a:lnTo>
                    <a:pt x="239" y="138"/>
                  </a:lnTo>
                  <a:lnTo>
                    <a:pt x="239" y="137"/>
                  </a:lnTo>
                  <a:lnTo>
                    <a:pt x="238" y="134"/>
                  </a:lnTo>
                  <a:lnTo>
                    <a:pt x="238" y="133"/>
                  </a:lnTo>
                  <a:lnTo>
                    <a:pt x="239" y="132"/>
                  </a:lnTo>
                  <a:lnTo>
                    <a:pt x="241" y="132"/>
                  </a:lnTo>
                  <a:lnTo>
                    <a:pt x="245" y="130"/>
                  </a:lnTo>
                  <a:lnTo>
                    <a:pt x="249" y="130"/>
                  </a:lnTo>
                  <a:lnTo>
                    <a:pt x="250" y="132"/>
                  </a:lnTo>
                  <a:lnTo>
                    <a:pt x="251" y="134"/>
                  </a:lnTo>
                  <a:lnTo>
                    <a:pt x="251" y="133"/>
                  </a:lnTo>
                  <a:lnTo>
                    <a:pt x="251" y="130"/>
                  </a:lnTo>
                  <a:lnTo>
                    <a:pt x="251" y="129"/>
                  </a:lnTo>
                  <a:lnTo>
                    <a:pt x="253" y="129"/>
                  </a:lnTo>
                  <a:lnTo>
                    <a:pt x="253" y="130"/>
                  </a:lnTo>
                  <a:lnTo>
                    <a:pt x="254" y="132"/>
                  </a:lnTo>
                  <a:lnTo>
                    <a:pt x="257" y="130"/>
                  </a:lnTo>
                  <a:lnTo>
                    <a:pt x="258" y="126"/>
                  </a:lnTo>
                  <a:lnTo>
                    <a:pt x="259" y="125"/>
                  </a:lnTo>
                  <a:lnTo>
                    <a:pt x="262" y="126"/>
                  </a:lnTo>
                  <a:lnTo>
                    <a:pt x="263" y="126"/>
                  </a:lnTo>
                  <a:lnTo>
                    <a:pt x="265" y="125"/>
                  </a:lnTo>
                  <a:lnTo>
                    <a:pt x="268" y="122"/>
                  </a:lnTo>
                  <a:lnTo>
                    <a:pt x="270" y="121"/>
                  </a:lnTo>
                  <a:lnTo>
                    <a:pt x="271" y="120"/>
                  </a:lnTo>
                  <a:lnTo>
                    <a:pt x="271" y="118"/>
                  </a:lnTo>
                  <a:lnTo>
                    <a:pt x="271" y="117"/>
                  </a:lnTo>
                  <a:lnTo>
                    <a:pt x="274" y="117"/>
                  </a:lnTo>
                  <a:lnTo>
                    <a:pt x="274" y="116"/>
                  </a:lnTo>
                  <a:lnTo>
                    <a:pt x="272" y="113"/>
                  </a:lnTo>
                  <a:lnTo>
                    <a:pt x="272" y="112"/>
                  </a:lnTo>
                  <a:lnTo>
                    <a:pt x="274" y="109"/>
                  </a:lnTo>
                  <a:lnTo>
                    <a:pt x="275" y="108"/>
                  </a:lnTo>
                  <a:lnTo>
                    <a:pt x="276" y="107"/>
                  </a:lnTo>
                  <a:lnTo>
                    <a:pt x="278" y="107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3" y="101"/>
                  </a:lnTo>
                  <a:lnTo>
                    <a:pt x="284" y="100"/>
                  </a:lnTo>
                  <a:lnTo>
                    <a:pt x="287" y="101"/>
                  </a:lnTo>
                  <a:lnTo>
                    <a:pt x="288" y="103"/>
                  </a:lnTo>
                  <a:lnTo>
                    <a:pt x="288" y="101"/>
                  </a:lnTo>
                  <a:lnTo>
                    <a:pt x="291" y="99"/>
                  </a:lnTo>
                  <a:close/>
                  <a:moveTo>
                    <a:pt x="977" y="99"/>
                  </a:moveTo>
                  <a:lnTo>
                    <a:pt x="978" y="101"/>
                  </a:lnTo>
                  <a:lnTo>
                    <a:pt x="980" y="103"/>
                  </a:lnTo>
                  <a:lnTo>
                    <a:pt x="978" y="104"/>
                  </a:lnTo>
                  <a:lnTo>
                    <a:pt x="976" y="105"/>
                  </a:lnTo>
                  <a:lnTo>
                    <a:pt x="976" y="105"/>
                  </a:lnTo>
                  <a:lnTo>
                    <a:pt x="973" y="105"/>
                  </a:lnTo>
                  <a:lnTo>
                    <a:pt x="972" y="103"/>
                  </a:lnTo>
                  <a:lnTo>
                    <a:pt x="974" y="103"/>
                  </a:lnTo>
                  <a:lnTo>
                    <a:pt x="976" y="101"/>
                  </a:lnTo>
                  <a:lnTo>
                    <a:pt x="977" y="99"/>
                  </a:lnTo>
                  <a:lnTo>
                    <a:pt x="977" y="99"/>
                  </a:lnTo>
                  <a:close/>
                  <a:moveTo>
                    <a:pt x="1232" y="84"/>
                  </a:moveTo>
                  <a:lnTo>
                    <a:pt x="1235" y="86"/>
                  </a:lnTo>
                  <a:lnTo>
                    <a:pt x="1235" y="88"/>
                  </a:lnTo>
                  <a:lnTo>
                    <a:pt x="1235" y="90"/>
                  </a:lnTo>
                  <a:lnTo>
                    <a:pt x="1234" y="88"/>
                  </a:lnTo>
                  <a:lnTo>
                    <a:pt x="1232" y="86"/>
                  </a:lnTo>
                  <a:lnTo>
                    <a:pt x="1232" y="84"/>
                  </a:lnTo>
                  <a:lnTo>
                    <a:pt x="1232" y="84"/>
                  </a:lnTo>
                  <a:close/>
                  <a:moveTo>
                    <a:pt x="1228" y="82"/>
                  </a:moveTo>
                  <a:lnTo>
                    <a:pt x="1230" y="83"/>
                  </a:lnTo>
                  <a:lnTo>
                    <a:pt x="1230" y="86"/>
                  </a:lnTo>
                  <a:lnTo>
                    <a:pt x="1230" y="86"/>
                  </a:lnTo>
                  <a:lnTo>
                    <a:pt x="1228" y="87"/>
                  </a:lnTo>
                  <a:lnTo>
                    <a:pt x="1227" y="86"/>
                  </a:lnTo>
                  <a:lnTo>
                    <a:pt x="1226" y="83"/>
                  </a:lnTo>
                  <a:lnTo>
                    <a:pt x="1227" y="83"/>
                  </a:lnTo>
                  <a:lnTo>
                    <a:pt x="1228" y="82"/>
                  </a:lnTo>
                  <a:close/>
                  <a:moveTo>
                    <a:pt x="1232" y="80"/>
                  </a:moveTo>
                  <a:lnTo>
                    <a:pt x="1234" y="80"/>
                  </a:lnTo>
                  <a:lnTo>
                    <a:pt x="1235" y="83"/>
                  </a:lnTo>
                  <a:lnTo>
                    <a:pt x="1235" y="84"/>
                  </a:lnTo>
                  <a:lnTo>
                    <a:pt x="1234" y="84"/>
                  </a:lnTo>
                  <a:lnTo>
                    <a:pt x="1232" y="82"/>
                  </a:lnTo>
                  <a:lnTo>
                    <a:pt x="1232" y="80"/>
                  </a:lnTo>
                  <a:close/>
                  <a:moveTo>
                    <a:pt x="706" y="78"/>
                  </a:moveTo>
                  <a:lnTo>
                    <a:pt x="707" y="79"/>
                  </a:lnTo>
                  <a:lnTo>
                    <a:pt x="707" y="80"/>
                  </a:lnTo>
                  <a:lnTo>
                    <a:pt x="708" y="83"/>
                  </a:lnTo>
                  <a:lnTo>
                    <a:pt x="710" y="84"/>
                  </a:lnTo>
                  <a:lnTo>
                    <a:pt x="710" y="88"/>
                  </a:lnTo>
                  <a:lnTo>
                    <a:pt x="711" y="90"/>
                  </a:lnTo>
                  <a:lnTo>
                    <a:pt x="711" y="91"/>
                  </a:lnTo>
                  <a:lnTo>
                    <a:pt x="710" y="92"/>
                  </a:lnTo>
                  <a:lnTo>
                    <a:pt x="710" y="93"/>
                  </a:lnTo>
                  <a:lnTo>
                    <a:pt x="708" y="95"/>
                  </a:lnTo>
                  <a:lnTo>
                    <a:pt x="707" y="93"/>
                  </a:lnTo>
                  <a:lnTo>
                    <a:pt x="704" y="93"/>
                  </a:lnTo>
                  <a:lnTo>
                    <a:pt x="698" y="92"/>
                  </a:lnTo>
                  <a:lnTo>
                    <a:pt x="695" y="92"/>
                  </a:lnTo>
                  <a:lnTo>
                    <a:pt x="694" y="91"/>
                  </a:lnTo>
                  <a:lnTo>
                    <a:pt x="694" y="90"/>
                  </a:lnTo>
                  <a:lnTo>
                    <a:pt x="696" y="90"/>
                  </a:lnTo>
                  <a:lnTo>
                    <a:pt x="698" y="88"/>
                  </a:lnTo>
                  <a:lnTo>
                    <a:pt x="696" y="87"/>
                  </a:lnTo>
                  <a:lnTo>
                    <a:pt x="695" y="86"/>
                  </a:lnTo>
                  <a:lnTo>
                    <a:pt x="694" y="83"/>
                  </a:lnTo>
                  <a:lnTo>
                    <a:pt x="695" y="82"/>
                  </a:lnTo>
                  <a:lnTo>
                    <a:pt x="698" y="82"/>
                  </a:lnTo>
                  <a:lnTo>
                    <a:pt x="702" y="79"/>
                  </a:lnTo>
                  <a:lnTo>
                    <a:pt x="706" y="78"/>
                  </a:lnTo>
                  <a:close/>
                  <a:moveTo>
                    <a:pt x="1235" y="78"/>
                  </a:moveTo>
                  <a:lnTo>
                    <a:pt x="1236" y="78"/>
                  </a:lnTo>
                  <a:lnTo>
                    <a:pt x="1236" y="80"/>
                  </a:lnTo>
                  <a:lnTo>
                    <a:pt x="1236" y="82"/>
                  </a:lnTo>
                  <a:lnTo>
                    <a:pt x="1235" y="82"/>
                  </a:lnTo>
                  <a:lnTo>
                    <a:pt x="1235" y="79"/>
                  </a:lnTo>
                  <a:lnTo>
                    <a:pt x="1235" y="78"/>
                  </a:lnTo>
                  <a:close/>
                  <a:moveTo>
                    <a:pt x="818" y="70"/>
                  </a:moveTo>
                  <a:lnTo>
                    <a:pt x="818" y="72"/>
                  </a:lnTo>
                  <a:lnTo>
                    <a:pt x="818" y="75"/>
                  </a:lnTo>
                  <a:lnTo>
                    <a:pt x="816" y="75"/>
                  </a:lnTo>
                  <a:lnTo>
                    <a:pt x="815" y="74"/>
                  </a:lnTo>
                  <a:lnTo>
                    <a:pt x="814" y="74"/>
                  </a:lnTo>
                  <a:lnTo>
                    <a:pt x="814" y="72"/>
                  </a:lnTo>
                  <a:lnTo>
                    <a:pt x="814" y="71"/>
                  </a:lnTo>
                  <a:lnTo>
                    <a:pt x="818" y="70"/>
                  </a:lnTo>
                  <a:close/>
                  <a:moveTo>
                    <a:pt x="534" y="67"/>
                  </a:moveTo>
                  <a:lnTo>
                    <a:pt x="536" y="70"/>
                  </a:lnTo>
                  <a:lnTo>
                    <a:pt x="536" y="70"/>
                  </a:lnTo>
                  <a:lnTo>
                    <a:pt x="536" y="71"/>
                  </a:lnTo>
                  <a:lnTo>
                    <a:pt x="536" y="71"/>
                  </a:lnTo>
                  <a:lnTo>
                    <a:pt x="534" y="72"/>
                  </a:lnTo>
                  <a:lnTo>
                    <a:pt x="533" y="74"/>
                  </a:lnTo>
                  <a:lnTo>
                    <a:pt x="530" y="74"/>
                  </a:lnTo>
                  <a:lnTo>
                    <a:pt x="529" y="74"/>
                  </a:lnTo>
                  <a:lnTo>
                    <a:pt x="527" y="74"/>
                  </a:lnTo>
                  <a:lnTo>
                    <a:pt x="527" y="72"/>
                  </a:lnTo>
                  <a:lnTo>
                    <a:pt x="524" y="72"/>
                  </a:lnTo>
                  <a:lnTo>
                    <a:pt x="524" y="72"/>
                  </a:lnTo>
                  <a:lnTo>
                    <a:pt x="524" y="70"/>
                  </a:lnTo>
                  <a:lnTo>
                    <a:pt x="527" y="71"/>
                  </a:lnTo>
                  <a:lnTo>
                    <a:pt x="528" y="70"/>
                  </a:lnTo>
                  <a:lnTo>
                    <a:pt x="528" y="68"/>
                  </a:lnTo>
                  <a:lnTo>
                    <a:pt x="529" y="68"/>
                  </a:lnTo>
                  <a:lnTo>
                    <a:pt x="530" y="70"/>
                  </a:lnTo>
                  <a:lnTo>
                    <a:pt x="532" y="70"/>
                  </a:lnTo>
                  <a:lnTo>
                    <a:pt x="532" y="70"/>
                  </a:lnTo>
                  <a:lnTo>
                    <a:pt x="532" y="68"/>
                  </a:lnTo>
                  <a:lnTo>
                    <a:pt x="533" y="67"/>
                  </a:lnTo>
                  <a:lnTo>
                    <a:pt x="534" y="67"/>
                  </a:lnTo>
                  <a:close/>
                  <a:moveTo>
                    <a:pt x="512" y="58"/>
                  </a:moveTo>
                  <a:lnTo>
                    <a:pt x="513" y="58"/>
                  </a:lnTo>
                  <a:lnTo>
                    <a:pt x="513" y="59"/>
                  </a:lnTo>
                  <a:lnTo>
                    <a:pt x="511" y="61"/>
                  </a:lnTo>
                  <a:lnTo>
                    <a:pt x="509" y="61"/>
                  </a:lnTo>
                  <a:lnTo>
                    <a:pt x="508" y="61"/>
                  </a:lnTo>
                  <a:lnTo>
                    <a:pt x="511" y="59"/>
                  </a:lnTo>
                  <a:lnTo>
                    <a:pt x="512" y="58"/>
                  </a:lnTo>
                  <a:close/>
                  <a:moveTo>
                    <a:pt x="523" y="55"/>
                  </a:moveTo>
                  <a:lnTo>
                    <a:pt x="524" y="55"/>
                  </a:lnTo>
                  <a:lnTo>
                    <a:pt x="524" y="58"/>
                  </a:lnTo>
                  <a:lnTo>
                    <a:pt x="524" y="58"/>
                  </a:lnTo>
                  <a:lnTo>
                    <a:pt x="524" y="61"/>
                  </a:lnTo>
                  <a:lnTo>
                    <a:pt x="523" y="61"/>
                  </a:lnTo>
                  <a:lnTo>
                    <a:pt x="523" y="59"/>
                  </a:lnTo>
                  <a:lnTo>
                    <a:pt x="521" y="58"/>
                  </a:lnTo>
                  <a:lnTo>
                    <a:pt x="520" y="59"/>
                  </a:lnTo>
                  <a:lnTo>
                    <a:pt x="519" y="61"/>
                  </a:lnTo>
                  <a:lnTo>
                    <a:pt x="519" y="59"/>
                  </a:lnTo>
                  <a:lnTo>
                    <a:pt x="520" y="58"/>
                  </a:lnTo>
                  <a:lnTo>
                    <a:pt x="521" y="55"/>
                  </a:lnTo>
                  <a:lnTo>
                    <a:pt x="523" y="55"/>
                  </a:lnTo>
                  <a:close/>
                  <a:moveTo>
                    <a:pt x="530" y="50"/>
                  </a:moveTo>
                  <a:lnTo>
                    <a:pt x="532" y="51"/>
                  </a:lnTo>
                  <a:lnTo>
                    <a:pt x="532" y="53"/>
                  </a:lnTo>
                  <a:lnTo>
                    <a:pt x="534" y="53"/>
                  </a:lnTo>
                  <a:lnTo>
                    <a:pt x="534" y="54"/>
                  </a:lnTo>
                  <a:lnTo>
                    <a:pt x="533" y="55"/>
                  </a:lnTo>
                  <a:lnTo>
                    <a:pt x="532" y="55"/>
                  </a:lnTo>
                  <a:lnTo>
                    <a:pt x="532" y="53"/>
                  </a:lnTo>
                  <a:lnTo>
                    <a:pt x="530" y="51"/>
                  </a:lnTo>
                  <a:lnTo>
                    <a:pt x="530" y="50"/>
                  </a:lnTo>
                  <a:close/>
                  <a:moveTo>
                    <a:pt x="1309" y="47"/>
                  </a:moveTo>
                  <a:lnTo>
                    <a:pt x="1307" y="50"/>
                  </a:lnTo>
                  <a:lnTo>
                    <a:pt x="1306" y="51"/>
                  </a:lnTo>
                  <a:lnTo>
                    <a:pt x="1306" y="50"/>
                  </a:lnTo>
                  <a:lnTo>
                    <a:pt x="1306" y="49"/>
                  </a:lnTo>
                  <a:lnTo>
                    <a:pt x="1309" y="47"/>
                  </a:lnTo>
                  <a:close/>
                  <a:moveTo>
                    <a:pt x="530" y="47"/>
                  </a:moveTo>
                  <a:lnTo>
                    <a:pt x="532" y="47"/>
                  </a:lnTo>
                  <a:lnTo>
                    <a:pt x="530" y="50"/>
                  </a:lnTo>
                  <a:lnTo>
                    <a:pt x="528" y="50"/>
                  </a:lnTo>
                  <a:lnTo>
                    <a:pt x="528" y="49"/>
                  </a:lnTo>
                  <a:lnTo>
                    <a:pt x="528" y="47"/>
                  </a:lnTo>
                  <a:lnTo>
                    <a:pt x="530" y="47"/>
                  </a:lnTo>
                  <a:close/>
                  <a:moveTo>
                    <a:pt x="454" y="47"/>
                  </a:moveTo>
                  <a:lnTo>
                    <a:pt x="455" y="47"/>
                  </a:lnTo>
                  <a:lnTo>
                    <a:pt x="457" y="49"/>
                  </a:lnTo>
                  <a:lnTo>
                    <a:pt x="457" y="51"/>
                  </a:lnTo>
                  <a:lnTo>
                    <a:pt x="457" y="53"/>
                  </a:lnTo>
                  <a:lnTo>
                    <a:pt x="454" y="54"/>
                  </a:lnTo>
                  <a:lnTo>
                    <a:pt x="453" y="54"/>
                  </a:lnTo>
                  <a:lnTo>
                    <a:pt x="453" y="53"/>
                  </a:lnTo>
                  <a:lnTo>
                    <a:pt x="453" y="50"/>
                  </a:lnTo>
                  <a:lnTo>
                    <a:pt x="453" y="47"/>
                  </a:lnTo>
                  <a:lnTo>
                    <a:pt x="454" y="47"/>
                  </a:lnTo>
                  <a:close/>
                  <a:moveTo>
                    <a:pt x="1286" y="45"/>
                  </a:moveTo>
                  <a:lnTo>
                    <a:pt x="1289" y="45"/>
                  </a:lnTo>
                  <a:lnTo>
                    <a:pt x="1292" y="46"/>
                  </a:lnTo>
                  <a:lnTo>
                    <a:pt x="1293" y="46"/>
                  </a:lnTo>
                  <a:lnTo>
                    <a:pt x="1293" y="45"/>
                  </a:lnTo>
                  <a:lnTo>
                    <a:pt x="1296" y="47"/>
                  </a:lnTo>
                  <a:lnTo>
                    <a:pt x="1297" y="49"/>
                  </a:lnTo>
                  <a:lnTo>
                    <a:pt x="1296" y="50"/>
                  </a:lnTo>
                  <a:lnTo>
                    <a:pt x="1298" y="53"/>
                  </a:lnTo>
                  <a:lnTo>
                    <a:pt x="1298" y="55"/>
                  </a:lnTo>
                  <a:lnTo>
                    <a:pt x="1297" y="57"/>
                  </a:lnTo>
                  <a:lnTo>
                    <a:pt x="1294" y="58"/>
                  </a:lnTo>
                  <a:lnTo>
                    <a:pt x="1292" y="57"/>
                  </a:lnTo>
                  <a:lnTo>
                    <a:pt x="1289" y="54"/>
                  </a:lnTo>
                  <a:lnTo>
                    <a:pt x="1286" y="54"/>
                  </a:lnTo>
                  <a:lnTo>
                    <a:pt x="1284" y="54"/>
                  </a:lnTo>
                  <a:lnTo>
                    <a:pt x="1282" y="53"/>
                  </a:lnTo>
                  <a:lnTo>
                    <a:pt x="1282" y="49"/>
                  </a:lnTo>
                  <a:lnTo>
                    <a:pt x="1284" y="47"/>
                  </a:lnTo>
                  <a:lnTo>
                    <a:pt x="1285" y="47"/>
                  </a:lnTo>
                  <a:lnTo>
                    <a:pt x="1285" y="46"/>
                  </a:lnTo>
                  <a:lnTo>
                    <a:pt x="1286" y="46"/>
                  </a:lnTo>
                  <a:lnTo>
                    <a:pt x="1286" y="45"/>
                  </a:lnTo>
                  <a:close/>
                  <a:moveTo>
                    <a:pt x="1192" y="43"/>
                  </a:moveTo>
                  <a:lnTo>
                    <a:pt x="1193" y="43"/>
                  </a:lnTo>
                  <a:lnTo>
                    <a:pt x="1194" y="46"/>
                  </a:lnTo>
                  <a:lnTo>
                    <a:pt x="1193" y="46"/>
                  </a:lnTo>
                  <a:lnTo>
                    <a:pt x="1192" y="46"/>
                  </a:lnTo>
                  <a:lnTo>
                    <a:pt x="1190" y="45"/>
                  </a:lnTo>
                  <a:lnTo>
                    <a:pt x="1192" y="43"/>
                  </a:lnTo>
                  <a:close/>
                  <a:moveTo>
                    <a:pt x="1210" y="42"/>
                  </a:moveTo>
                  <a:lnTo>
                    <a:pt x="1211" y="43"/>
                  </a:lnTo>
                  <a:lnTo>
                    <a:pt x="1211" y="45"/>
                  </a:lnTo>
                  <a:lnTo>
                    <a:pt x="1210" y="45"/>
                  </a:lnTo>
                  <a:lnTo>
                    <a:pt x="1209" y="43"/>
                  </a:lnTo>
                  <a:lnTo>
                    <a:pt x="1210" y="42"/>
                  </a:lnTo>
                  <a:close/>
                  <a:moveTo>
                    <a:pt x="1201" y="41"/>
                  </a:moveTo>
                  <a:lnTo>
                    <a:pt x="1203" y="42"/>
                  </a:lnTo>
                  <a:lnTo>
                    <a:pt x="1202" y="43"/>
                  </a:lnTo>
                  <a:lnTo>
                    <a:pt x="1201" y="43"/>
                  </a:lnTo>
                  <a:lnTo>
                    <a:pt x="1199" y="42"/>
                  </a:lnTo>
                  <a:lnTo>
                    <a:pt x="1201" y="41"/>
                  </a:lnTo>
                  <a:close/>
                  <a:moveTo>
                    <a:pt x="516" y="37"/>
                  </a:moveTo>
                  <a:lnTo>
                    <a:pt x="516" y="38"/>
                  </a:lnTo>
                  <a:lnTo>
                    <a:pt x="516" y="41"/>
                  </a:lnTo>
                  <a:lnTo>
                    <a:pt x="515" y="42"/>
                  </a:lnTo>
                  <a:lnTo>
                    <a:pt x="515" y="43"/>
                  </a:lnTo>
                  <a:lnTo>
                    <a:pt x="513" y="46"/>
                  </a:lnTo>
                  <a:lnTo>
                    <a:pt x="511" y="47"/>
                  </a:lnTo>
                  <a:lnTo>
                    <a:pt x="511" y="46"/>
                  </a:lnTo>
                  <a:lnTo>
                    <a:pt x="511" y="45"/>
                  </a:lnTo>
                  <a:lnTo>
                    <a:pt x="509" y="46"/>
                  </a:lnTo>
                  <a:lnTo>
                    <a:pt x="508" y="47"/>
                  </a:lnTo>
                  <a:lnTo>
                    <a:pt x="507" y="49"/>
                  </a:lnTo>
                  <a:lnTo>
                    <a:pt x="505" y="49"/>
                  </a:lnTo>
                  <a:lnTo>
                    <a:pt x="505" y="46"/>
                  </a:lnTo>
                  <a:lnTo>
                    <a:pt x="508" y="42"/>
                  </a:lnTo>
                  <a:lnTo>
                    <a:pt x="511" y="41"/>
                  </a:lnTo>
                  <a:lnTo>
                    <a:pt x="513" y="39"/>
                  </a:lnTo>
                  <a:lnTo>
                    <a:pt x="515" y="38"/>
                  </a:lnTo>
                  <a:lnTo>
                    <a:pt x="516" y="37"/>
                  </a:lnTo>
                  <a:close/>
                  <a:moveTo>
                    <a:pt x="465" y="29"/>
                  </a:moveTo>
                  <a:lnTo>
                    <a:pt x="467" y="30"/>
                  </a:lnTo>
                  <a:lnTo>
                    <a:pt x="467" y="32"/>
                  </a:lnTo>
                  <a:lnTo>
                    <a:pt x="466" y="32"/>
                  </a:lnTo>
                  <a:lnTo>
                    <a:pt x="465" y="30"/>
                  </a:lnTo>
                  <a:lnTo>
                    <a:pt x="465" y="29"/>
                  </a:lnTo>
                  <a:close/>
                  <a:moveTo>
                    <a:pt x="897" y="26"/>
                  </a:moveTo>
                  <a:lnTo>
                    <a:pt x="898" y="28"/>
                  </a:lnTo>
                  <a:lnTo>
                    <a:pt x="901" y="30"/>
                  </a:lnTo>
                  <a:lnTo>
                    <a:pt x="903" y="30"/>
                  </a:lnTo>
                  <a:lnTo>
                    <a:pt x="906" y="30"/>
                  </a:lnTo>
                  <a:lnTo>
                    <a:pt x="910" y="34"/>
                  </a:lnTo>
                  <a:lnTo>
                    <a:pt x="910" y="36"/>
                  </a:lnTo>
                  <a:lnTo>
                    <a:pt x="908" y="36"/>
                  </a:lnTo>
                  <a:lnTo>
                    <a:pt x="906" y="33"/>
                  </a:lnTo>
                  <a:lnTo>
                    <a:pt x="903" y="33"/>
                  </a:lnTo>
                  <a:lnTo>
                    <a:pt x="901" y="32"/>
                  </a:lnTo>
                  <a:lnTo>
                    <a:pt x="898" y="32"/>
                  </a:lnTo>
                  <a:lnTo>
                    <a:pt x="897" y="30"/>
                  </a:lnTo>
                  <a:lnTo>
                    <a:pt x="895" y="28"/>
                  </a:lnTo>
                  <a:lnTo>
                    <a:pt x="897" y="26"/>
                  </a:lnTo>
                  <a:close/>
                  <a:moveTo>
                    <a:pt x="113" y="21"/>
                  </a:moveTo>
                  <a:lnTo>
                    <a:pt x="116" y="25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18" y="29"/>
                  </a:lnTo>
                  <a:lnTo>
                    <a:pt x="118" y="32"/>
                  </a:lnTo>
                  <a:lnTo>
                    <a:pt x="114" y="30"/>
                  </a:lnTo>
                  <a:lnTo>
                    <a:pt x="113" y="32"/>
                  </a:lnTo>
                  <a:lnTo>
                    <a:pt x="110" y="32"/>
                  </a:lnTo>
                  <a:lnTo>
                    <a:pt x="110" y="30"/>
                  </a:lnTo>
                  <a:lnTo>
                    <a:pt x="108" y="29"/>
                  </a:lnTo>
                  <a:lnTo>
                    <a:pt x="109" y="28"/>
                  </a:lnTo>
                  <a:lnTo>
                    <a:pt x="112" y="28"/>
                  </a:lnTo>
                  <a:lnTo>
                    <a:pt x="112" y="26"/>
                  </a:lnTo>
                  <a:lnTo>
                    <a:pt x="112" y="22"/>
                  </a:lnTo>
                  <a:lnTo>
                    <a:pt x="113" y="21"/>
                  </a:lnTo>
                  <a:close/>
                  <a:moveTo>
                    <a:pt x="172" y="20"/>
                  </a:moveTo>
                  <a:lnTo>
                    <a:pt x="174" y="20"/>
                  </a:lnTo>
                  <a:lnTo>
                    <a:pt x="176" y="22"/>
                  </a:lnTo>
                  <a:lnTo>
                    <a:pt x="175" y="24"/>
                  </a:lnTo>
                  <a:lnTo>
                    <a:pt x="174" y="22"/>
                  </a:lnTo>
                  <a:lnTo>
                    <a:pt x="171" y="22"/>
                  </a:lnTo>
                  <a:lnTo>
                    <a:pt x="172" y="20"/>
                  </a:lnTo>
                  <a:close/>
                  <a:moveTo>
                    <a:pt x="104" y="17"/>
                  </a:moveTo>
                  <a:lnTo>
                    <a:pt x="106" y="18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08" y="24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3" y="22"/>
                  </a:lnTo>
                  <a:lnTo>
                    <a:pt x="104" y="21"/>
                  </a:lnTo>
                  <a:lnTo>
                    <a:pt x="104" y="17"/>
                  </a:lnTo>
                  <a:close/>
                  <a:moveTo>
                    <a:pt x="958" y="16"/>
                  </a:moveTo>
                  <a:lnTo>
                    <a:pt x="960" y="16"/>
                  </a:lnTo>
                  <a:lnTo>
                    <a:pt x="964" y="17"/>
                  </a:lnTo>
                  <a:lnTo>
                    <a:pt x="965" y="16"/>
                  </a:lnTo>
                  <a:lnTo>
                    <a:pt x="968" y="16"/>
                  </a:lnTo>
                  <a:lnTo>
                    <a:pt x="969" y="18"/>
                  </a:lnTo>
                  <a:lnTo>
                    <a:pt x="973" y="18"/>
                  </a:lnTo>
                  <a:lnTo>
                    <a:pt x="976" y="20"/>
                  </a:lnTo>
                  <a:lnTo>
                    <a:pt x="981" y="22"/>
                  </a:lnTo>
                  <a:lnTo>
                    <a:pt x="983" y="26"/>
                  </a:lnTo>
                  <a:lnTo>
                    <a:pt x="985" y="29"/>
                  </a:lnTo>
                  <a:lnTo>
                    <a:pt x="986" y="30"/>
                  </a:lnTo>
                  <a:lnTo>
                    <a:pt x="985" y="33"/>
                  </a:lnTo>
                  <a:lnTo>
                    <a:pt x="982" y="32"/>
                  </a:lnTo>
                  <a:lnTo>
                    <a:pt x="978" y="33"/>
                  </a:lnTo>
                  <a:lnTo>
                    <a:pt x="976" y="34"/>
                  </a:lnTo>
                  <a:lnTo>
                    <a:pt x="970" y="34"/>
                  </a:lnTo>
                  <a:lnTo>
                    <a:pt x="968" y="34"/>
                  </a:lnTo>
                  <a:lnTo>
                    <a:pt x="962" y="34"/>
                  </a:lnTo>
                  <a:lnTo>
                    <a:pt x="960" y="33"/>
                  </a:lnTo>
                  <a:lnTo>
                    <a:pt x="956" y="36"/>
                  </a:lnTo>
                  <a:lnTo>
                    <a:pt x="953" y="38"/>
                  </a:lnTo>
                  <a:lnTo>
                    <a:pt x="952" y="39"/>
                  </a:lnTo>
                  <a:lnTo>
                    <a:pt x="951" y="39"/>
                  </a:lnTo>
                  <a:lnTo>
                    <a:pt x="951" y="37"/>
                  </a:lnTo>
                  <a:lnTo>
                    <a:pt x="953" y="34"/>
                  </a:lnTo>
                  <a:lnTo>
                    <a:pt x="954" y="29"/>
                  </a:lnTo>
                  <a:lnTo>
                    <a:pt x="954" y="24"/>
                  </a:lnTo>
                  <a:lnTo>
                    <a:pt x="954" y="22"/>
                  </a:lnTo>
                  <a:lnTo>
                    <a:pt x="957" y="18"/>
                  </a:lnTo>
                  <a:lnTo>
                    <a:pt x="958" y="16"/>
                  </a:lnTo>
                  <a:close/>
                  <a:moveTo>
                    <a:pt x="179" y="13"/>
                  </a:moveTo>
                  <a:lnTo>
                    <a:pt x="182" y="13"/>
                  </a:lnTo>
                  <a:lnTo>
                    <a:pt x="182" y="17"/>
                  </a:lnTo>
                  <a:lnTo>
                    <a:pt x="180" y="21"/>
                  </a:lnTo>
                  <a:lnTo>
                    <a:pt x="178" y="20"/>
                  </a:lnTo>
                  <a:lnTo>
                    <a:pt x="175" y="18"/>
                  </a:lnTo>
                  <a:lnTo>
                    <a:pt x="172" y="17"/>
                  </a:lnTo>
                  <a:lnTo>
                    <a:pt x="172" y="16"/>
                  </a:lnTo>
                  <a:lnTo>
                    <a:pt x="176" y="13"/>
                  </a:lnTo>
                  <a:lnTo>
                    <a:pt x="179" y="13"/>
                  </a:lnTo>
                  <a:close/>
                  <a:moveTo>
                    <a:pt x="135" y="12"/>
                  </a:moveTo>
                  <a:lnTo>
                    <a:pt x="137" y="13"/>
                  </a:lnTo>
                  <a:lnTo>
                    <a:pt x="137" y="14"/>
                  </a:lnTo>
                  <a:lnTo>
                    <a:pt x="137" y="17"/>
                  </a:lnTo>
                  <a:lnTo>
                    <a:pt x="135" y="16"/>
                  </a:lnTo>
                  <a:lnTo>
                    <a:pt x="135" y="14"/>
                  </a:lnTo>
                  <a:lnTo>
                    <a:pt x="135" y="12"/>
                  </a:lnTo>
                  <a:close/>
                  <a:moveTo>
                    <a:pt x="129" y="12"/>
                  </a:moveTo>
                  <a:lnTo>
                    <a:pt x="132" y="14"/>
                  </a:lnTo>
                  <a:lnTo>
                    <a:pt x="133" y="14"/>
                  </a:lnTo>
                  <a:lnTo>
                    <a:pt x="133" y="16"/>
                  </a:lnTo>
                  <a:lnTo>
                    <a:pt x="132" y="18"/>
                  </a:lnTo>
                  <a:lnTo>
                    <a:pt x="130" y="21"/>
                  </a:lnTo>
                  <a:lnTo>
                    <a:pt x="126" y="20"/>
                  </a:lnTo>
                  <a:lnTo>
                    <a:pt x="125" y="18"/>
                  </a:lnTo>
                  <a:lnTo>
                    <a:pt x="128" y="17"/>
                  </a:lnTo>
                  <a:lnTo>
                    <a:pt x="128" y="16"/>
                  </a:lnTo>
                  <a:lnTo>
                    <a:pt x="126" y="13"/>
                  </a:lnTo>
                  <a:lnTo>
                    <a:pt x="128" y="12"/>
                  </a:lnTo>
                  <a:lnTo>
                    <a:pt x="129" y="12"/>
                  </a:lnTo>
                  <a:close/>
                  <a:moveTo>
                    <a:pt x="143" y="9"/>
                  </a:moveTo>
                  <a:lnTo>
                    <a:pt x="145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3" y="14"/>
                  </a:lnTo>
                  <a:lnTo>
                    <a:pt x="141" y="13"/>
                  </a:lnTo>
                  <a:lnTo>
                    <a:pt x="139" y="12"/>
                  </a:lnTo>
                  <a:lnTo>
                    <a:pt x="141" y="11"/>
                  </a:lnTo>
                  <a:lnTo>
                    <a:pt x="142" y="9"/>
                  </a:lnTo>
                  <a:lnTo>
                    <a:pt x="143" y="9"/>
                  </a:lnTo>
                  <a:close/>
                  <a:moveTo>
                    <a:pt x="941" y="7"/>
                  </a:moveTo>
                  <a:lnTo>
                    <a:pt x="943" y="7"/>
                  </a:lnTo>
                  <a:lnTo>
                    <a:pt x="944" y="11"/>
                  </a:lnTo>
                  <a:lnTo>
                    <a:pt x="948" y="13"/>
                  </a:lnTo>
                  <a:lnTo>
                    <a:pt x="948" y="16"/>
                  </a:lnTo>
                  <a:lnTo>
                    <a:pt x="947" y="17"/>
                  </a:lnTo>
                  <a:lnTo>
                    <a:pt x="945" y="20"/>
                  </a:lnTo>
                  <a:lnTo>
                    <a:pt x="947" y="21"/>
                  </a:lnTo>
                  <a:lnTo>
                    <a:pt x="945" y="21"/>
                  </a:lnTo>
                  <a:lnTo>
                    <a:pt x="943" y="21"/>
                  </a:lnTo>
                  <a:lnTo>
                    <a:pt x="941" y="17"/>
                  </a:lnTo>
                  <a:lnTo>
                    <a:pt x="939" y="17"/>
                  </a:lnTo>
                  <a:lnTo>
                    <a:pt x="939" y="16"/>
                  </a:lnTo>
                  <a:lnTo>
                    <a:pt x="939" y="14"/>
                  </a:lnTo>
                  <a:lnTo>
                    <a:pt x="937" y="12"/>
                  </a:lnTo>
                  <a:lnTo>
                    <a:pt x="936" y="9"/>
                  </a:lnTo>
                  <a:lnTo>
                    <a:pt x="939" y="8"/>
                  </a:lnTo>
                  <a:lnTo>
                    <a:pt x="941" y="7"/>
                  </a:lnTo>
                  <a:close/>
                  <a:moveTo>
                    <a:pt x="135" y="5"/>
                  </a:moveTo>
                  <a:lnTo>
                    <a:pt x="138" y="5"/>
                  </a:lnTo>
                  <a:lnTo>
                    <a:pt x="138" y="7"/>
                  </a:lnTo>
                  <a:lnTo>
                    <a:pt x="137" y="9"/>
                  </a:lnTo>
                  <a:lnTo>
                    <a:pt x="135" y="11"/>
                  </a:lnTo>
                  <a:lnTo>
                    <a:pt x="134" y="9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5" y="5"/>
                  </a:lnTo>
                  <a:close/>
                  <a:moveTo>
                    <a:pt x="154" y="5"/>
                  </a:moveTo>
                  <a:lnTo>
                    <a:pt x="157" y="7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3"/>
                  </a:lnTo>
                  <a:lnTo>
                    <a:pt x="159" y="16"/>
                  </a:lnTo>
                  <a:lnTo>
                    <a:pt x="159" y="17"/>
                  </a:lnTo>
                  <a:lnTo>
                    <a:pt x="157" y="17"/>
                  </a:lnTo>
                  <a:lnTo>
                    <a:pt x="153" y="18"/>
                  </a:lnTo>
                  <a:lnTo>
                    <a:pt x="151" y="18"/>
                  </a:lnTo>
                  <a:lnTo>
                    <a:pt x="150" y="16"/>
                  </a:lnTo>
                  <a:lnTo>
                    <a:pt x="149" y="13"/>
                  </a:lnTo>
                  <a:lnTo>
                    <a:pt x="147" y="9"/>
                  </a:lnTo>
                  <a:lnTo>
                    <a:pt x="147" y="8"/>
                  </a:lnTo>
                  <a:lnTo>
                    <a:pt x="150" y="7"/>
                  </a:lnTo>
                  <a:lnTo>
                    <a:pt x="153" y="5"/>
                  </a:lnTo>
                  <a:lnTo>
                    <a:pt x="154" y="5"/>
                  </a:lnTo>
                  <a:close/>
                  <a:moveTo>
                    <a:pt x="143" y="4"/>
                  </a:moveTo>
                  <a:lnTo>
                    <a:pt x="142" y="5"/>
                  </a:lnTo>
                  <a:lnTo>
                    <a:pt x="142" y="7"/>
                  </a:lnTo>
                  <a:lnTo>
                    <a:pt x="141" y="8"/>
                  </a:lnTo>
                  <a:lnTo>
                    <a:pt x="141" y="5"/>
                  </a:lnTo>
                  <a:lnTo>
                    <a:pt x="143" y="4"/>
                  </a:lnTo>
                  <a:close/>
                  <a:moveTo>
                    <a:pt x="147" y="4"/>
                  </a:moveTo>
                  <a:lnTo>
                    <a:pt x="149" y="5"/>
                  </a:lnTo>
                  <a:lnTo>
                    <a:pt x="147" y="7"/>
                  </a:lnTo>
                  <a:lnTo>
                    <a:pt x="146" y="7"/>
                  </a:lnTo>
                  <a:lnTo>
                    <a:pt x="145" y="7"/>
                  </a:lnTo>
                  <a:lnTo>
                    <a:pt x="145" y="5"/>
                  </a:lnTo>
                  <a:lnTo>
                    <a:pt x="146" y="5"/>
                  </a:lnTo>
                  <a:lnTo>
                    <a:pt x="146" y="4"/>
                  </a:lnTo>
                  <a:lnTo>
                    <a:pt x="147" y="4"/>
                  </a:lnTo>
                  <a:close/>
                  <a:moveTo>
                    <a:pt x="596" y="3"/>
                  </a:moveTo>
                  <a:lnTo>
                    <a:pt x="599" y="4"/>
                  </a:lnTo>
                  <a:lnTo>
                    <a:pt x="600" y="7"/>
                  </a:lnTo>
                  <a:lnTo>
                    <a:pt x="599" y="9"/>
                  </a:lnTo>
                  <a:lnTo>
                    <a:pt x="598" y="11"/>
                  </a:lnTo>
                  <a:lnTo>
                    <a:pt x="596" y="9"/>
                  </a:lnTo>
                  <a:lnTo>
                    <a:pt x="598" y="8"/>
                  </a:lnTo>
                  <a:lnTo>
                    <a:pt x="595" y="5"/>
                  </a:lnTo>
                  <a:lnTo>
                    <a:pt x="595" y="4"/>
                  </a:lnTo>
                  <a:lnTo>
                    <a:pt x="596" y="3"/>
                  </a:lnTo>
                  <a:close/>
                  <a:moveTo>
                    <a:pt x="128" y="1"/>
                  </a:moveTo>
                  <a:lnTo>
                    <a:pt x="129" y="3"/>
                  </a:lnTo>
                  <a:lnTo>
                    <a:pt x="129" y="5"/>
                  </a:lnTo>
                  <a:lnTo>
                    <a:pt x="130" y="8"/>
                  </a:lnTo>
                  <a:lnTo>
                    <a:pt x="129" y="8"/>
                  </a:lnTo>
                  <a:lnTo>
                    <a:pt x="126" y="8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8" y="1"/>
                  </a:lnTo>
                  <a:close/>
                  <a:moveTo>
                    <a:pt x="135" y="1"/>
                  </a:moveTo>
                  <a:lnTo>
                    <a:pt x="138" y="1"/>
                  </a:lnTo>
                  <a:lnTo>
                    <a:pt x="139" y="4"/>
                  </a:lnTo>
                  <a:lnTo>
                    <a:pt x="139" y="5"/>
                  </a:lnTo>
                  <a:lnTo>
                    <a:pt x="137" y="4"/>
                  </a:lnTo>
                  <a:lnTo>
                    <a:pt x="135" y="3"/>
                  </a:lnTo>
                  <a:lnTo>
                    <a:pt x="135" y="1"/>
                  </a:lnTo>
                  <a:close/>
                  <a:moveTo>
                    <a:pt x="132" y="1"/>
                  </a:moveTo>
                  <a:lnTo>
                    <a:pt x="133" y="4"/>
                  </a:lnTo>
                  <a:lnTo>
                    <a:pt x="134" y="5"/>
                  </a:lnTo>
                  <a:lnTo>
                    <a:pt x="133" y="7"/>
                  </a:lnTo>
                  <a:lnTo>
                    <a:pt x="132" y="7"/>
                  </a:lnTo>
                  <a:lnTo>
                    <a:pt x="130" y="4"/>
                  </a:lnTo>
                  <a:lnTo>
                    <a:pt x="130" y="1"/>
                  </a:lnTo>
                  <a:lnTo>
                    <a:pt x="132" y="1"/>
                  </a:lnTo>
                  <a:close/>
                  <a:moveTo>
                    <a:pt x="313" y="0"/>
                  </a:moveTo>
                  <a:lnTo>
                    <a:pt x="315" y="1"/>
                  </a:lnTo>
                  <a:lnTo>
                    <a:pt x="316" y="3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0" y="3"/>
                  </a:lnTo>
                  <a:lnTo>
                    <a:pt x="317" y="5"/>
                  </a:lnTo>
                  <a:lnTo>
                    <a:pt x="316" y="5"/>
                  </a:lnTo>
                  <a:lnTo>
                    <a:pt x="315" y="4"/>
                  </a:lnTo>
                  <a:lnTo>
                    <a:pt x="312" y="3"/>
                  </a:lnTo>
                  <a:lnTo>
                    <a:pt x="311" y="3"/>
                  </a:lnTo>
                  <a:lnTo>
                    <a:pt x="312" y="1"/>
                  </a:lnTo>
                  <a:lnTo>
                    <a:pt x="313" y="0"/>
                  </a:lnTo>
                  <a:close/>
                  <a:moveTo>
                    <a:pt x="563" y="0"/>
                  </a:moveTo>
                  <a:lnTo>
                    <a:pt x="566" y="0"/>
                  </a:lnTo>
                  <a:lnTo>
                    <a:pt x="569" y="3"/>
                  </a:lnTo>
                  <a:lnTo>
                    <a:pt x="571" y="1"/>
                  </a:lnTo>
                  <a:lnTo>
                    <a:pt x="573" y="1"/>
                  </a:lnTo>
                  <a:lnTo>
                    <a:pt x="574" y="4"/>
                  </a:lnTo>
                  <a:lnTo>
                    <a:pt x="577" y="5"/>
                  </a:lnTo>
                  <a:lnTo>
                    <a:pt x="581" y="3"/>
                  </a:lnTo>
                  <a:lnTo>
                    <a:pt x="582" y="3"/>
                  </a:lnTo>
                  <a:lnTo>
                    <a:pt x="582" y="5"/>
                  </a:lnTo>
                  <a:lnTo>
                    <a:pt x="583" y="7"/>
                  </a:lnTo>
                  <a:lnTo>
                    <a:pt x="586" y="8"/>
                  </a:lnTo>
                  <a:lnTo>
                    <a:pt x="586" y="9"/>
                  </a:lnTo>
                  <a:lnTo>
                    <a:pt x="584" y="11"/>
                  </a:lnTo>
                  <a:lnTo>
                    <a:pt x="584" y="12"/>
                  </a:lnTo>
                  <a:lnTo>
                    <a:pt x="583" y="13"/>
                  </a:lnTo>
                  <a:lnTo>
                    <a:pt x="583" y="16"/>
                  </a:lnTo>
                  <a:lnTo>
                    <a:pt x="581" y="20"/>
                  </a:lnTo>
                  <a:lnTo>
                    <a:pt x="578" y="20"/>
                  </a:lnTo>
                  <a:lnTo>
                    <a:pt x="577" y="24"/>
                  </a:lnTo>
                  <a:lnTo>
                    <a:pt x="578" y="24"/>
                  </a:lnTo>
                  <a:lnTo>
                    <a:pt x="584" y="21"/>
                  </a:lnTo>
                  <a:lnTo>
                    <a:pt x="587" y="16"/>
                  </a:lnTo>
                  <a:lnTo>
                    <a:pt x="590" y="16"/>
                  </a:lnTo>
                  <a:lnTo>
                    <a:pt x="590" y="18"/>
                  </a:lnTo>
                  <a:lnTo>
                    <a:pt x="588" y="21"/>
                  </a:lnTo>
                  <a:lnTo>
                    <a:pt x="588" y="22"/>
                  </a:lnTo>
                  <a:lnTo>
                    <a:pt x="590" y="22"/>
                  </a:lnTo>
                  <a:lnTo>
                    <a:pt x="592" y="18"/>
                  </a:lnTo>
                  <a:lnTo>
                    <a:pt x="595" y="18"/>
                  </a:lnTo>
                  <a:lnTo>
                    <a:pt x="596" y="18"/>
                  </a:lnTo>
                  <a:lnTo>
                    <a:pt x="599" y="18"/>
                  </a:lnTo>
                  <a:lnTo>
                    <a:pt x="599" y="16"/>
                  </a:lnTo>
                  <a:lnTo>
                    <a:pt x="600" y="16"/>
                  </a:lnTo>
                  <a:lnTo>
                    <a:pt x="603" y="17"/>
                  </a:lnTo>
                  <a:lnTo>
                    <a:pt x="604" y="16"/>
                  </a:lnTo>
                  <a:lnTo>
                    <a:pt x="607" y="18"/>
                  </a:lnTo>
                  <a:lnTo>
                    <a:pt x="607" y="21"/>
                  </a:lnTo>
                  <a:lnTo>
                    <a:pt x="608" y="25"/>
                  </a:lnTo>
                  <a:lnTo>
                    <a:pt x="608" y="26"/>
                  </a:lnTo>
                  <a:lnTo>
                    <a:pt x="608" y="29"/>
                  </a:lnTo>
                  <a:lnTo>
                    <a:pt x="606" y="32"/>
                  </a:lnTo>
                  <a:lnTo>
                    <a:pt x="609" y="37"/>
                  </a:lnTo>
                  <a:lnTo>
                    <a:pt x="608" y="39"/>
                  </a:lnTo>
                  <a:lnTo>
                    <a:pt x="607" y="39"/>
                  </a:lnTo>
                  <a:lnTo>
                    <a:pt x="604" y="42"/>
                  </a:lnTo>
                  <a:lnTo>
                    <a:pt x="607" y="42"/>
                  </a:lnTo>
                  <a:lnTo>
                    <a:pt x="611" y="41"/>
                  </a:lnTo>
                  <a:lnTo>
                    <a:pt x="613" y="38"/>
                  </a:lnTo>
                  <a:lnTo>
                    <a:pt x="617" y="38"/>
                  </a:lnTo>
                  <a:lnTo>
                    <a:pt x="619" y="34"/>
                  </a:lnTo>
                  <a:lnTo>
                    <a:pt x="619" y="30"/>
                  </a:lnTo>
                  <a:lnTo>
                    <a:pt x="617" y="28"/>
                  </a:lnTo>
                  <a:lnTo>
                    <a:pt x="616" y="28"/>
                  </a:lnTo>
                  <a:lnTo>
                    <a:pt x="615" y="26"/>
                  </a:lnTo>
                  <a:lnTo>
                    <a:pt x="615" y="24"/>
                  </a:lnTo>
                  <a:lnTo>
                    <a:pt x="615" y="24"/>
                  </a:lnTo>
                  <a:lnTo>
                    <a:pt x="617" y="24"/>
                  </a:lnTo>
                  <a:lnTo>
                    <a:pt x="619" y="24"/>
                  </a:lnTo>
                  <a:lnTo>
                    <a:pt x="620" y="24"/>
                  </a:lnTo>
                  <a:lnTo>
                    <a:pt x="624" y="22"/>
                  </a:lnTo>
                  <a:lnTo>
                    <a:pt x="627" y="20"/>
                  </a:lnTo>
                  <a:lnTo>
                    <a:pt x="628" y="20"/>
                  </a:lnTo>
                  <a:lnTo>
                    <a:pt x="632" y="20"/>
                  </a:lnTo>
                  <a:lnTo>
                    <a:pt x="632" y="17"/>
                  </a:lnTo>
                  <a:lnTo>
                    <a:pt x="635" y="16"/>
                  </a:lnTo>
                  <a:lnTo>
                    <a:pt x="636" y="16"/>
                  </a:lnTo>
                  <a:lnTo>
                    <a:pt x="637" y="14"/>
                  </a:lnTo>
                  <a:lnTo>
                    <a:pt x="640" y="13"/>
                  </a:lnTo>
                  <a:lnTo>
                    <a:pt x="641" y="14"/>
                  </a:lnTo>
                  <a:lnTo>
                    <a:pt x="644" y="14"/>
                  </a:lnTo>
                  <a:lnTo>
                    <a:pt x="644" y="16"/>
                  </a:lnTo>
                  <a:lnTo>
                    <a:pt x="642" y="17"/>
                  </a:lnTo>
                  <a:lnTo>
                    <a:pt x="644" y="18"/>
                  </a:lnTo>
                  <a:lnTo>
                    <a:pt x="649" y="18"/>
                  </a:lnTo>
                  <a:lnTo>
                    <a:pt x="649" y="20"/>
                  </a:lnTo>
                  <a:lnTo>
                    <a:pt x="652" y="20"/>
                  </a:lnTo>
                  <a:lnTo>
                    <a:pt x="661" y="25"/>
                  </a:lnTo>
                  <a:lnTo>
                    <a:pt x="662" y="25"/>
                  </a:lnTo>
                  <a:lnTo>
                    <a:pt x="663" y="28"/>
                  </a:lnTo>
                  <a:lnTo>
                    <a:pt x="663" y="30"/>
                  </a:lnTo>
                  <a:lnTo>
                    <a:pt x="667" y="34"/>
                  </a:lnTo>
                  <a:lnTo>
                    <a:pt x="669" y="34"/>
                  </a:lnTo>
                  <a:lnTo>
                    <a:pt x="669" y="33"/>
                  </a:lnTo>
                  <a:lnTo>
                    <a:pt x="670" y="32"/>
                  </a:lnTo>
                  <a:lnTo>
                    <a:pt x="670" y="30"/>
                  </a:lnTo>
                  <a:lnTo>
                    <a:pt x="669" y="29"/>
                  </a:lnTo>
                  <a:lnTo>
                    <a:pt x="666" y="29"/>
                  </a:lnTo>
                  <a:lnTo>
                    <a:pt x="666" y="26"/>
                  </a:lnTo>
                  <a:lnTo>
                    <a:pt x="669" y="25"/>
                  </a:lnTo>
                  <a:lnTo>
                    <a:pt x="670" y="25"/>
                  </a:lnTo>
                  <a:lnTo>
                    <a:pt x="671" y="28"/>
                  </a:lnTo>
                  <a:lnTo>
                    <a:pt x="673" y="29"/>
                  </a:lnTo>
                  <a:lnTo>
                    <a:pt x="673" y="30"/>
                  </a:lnTo>
                  <a:lnTo>
                    <a:pt x="677" y="34"/>
                  </a:lnTo>
                  <a:lnTo>
                    <a:pt x="677" y="37"/>
                  </a:lnTo>
                  <a:lnTo>
                    <a:pt x="679" y="37"/>
                  </a:lnTo>
                  <a:lnTo>
                    <a:pt x="681" y="37"/>
                  </a:lnTo>
                  <a:lnTo>
                    <a:pt x="681" y="37"/>
                  </a:lnTo>
                  <a:lnTo>
                    <a:pt x="682" y="37"/>
                  </a:lnTo>
                  <a:lnTo>
                    <a:pt x="685" y="39"/>
                  </a:lnTo>
                  <a:lnTo>
                    <a:pt x="685" y="42"/>
                  </a:lnTo>
                  <a:lnTo>
                    <a:pt x="686" y="45"/>
                  </a:lnTo>
                  <a:lnTo>
                    <a:pt x="686" y="46"/>
                  </a:lnTo>
                  <a:lnTo>
                    <a:pt x="685" y="46"/>
                  </a:lnTo>
                  <a:lnTo>
                    <a:pt x="685" y="45"/>
                  </a:lnTo>
                  <a:lnTo>
                    <a:pt x="683" y="43"/>
                  </a:lnTo>
                  <a:lnTo>
                    <a:pt x="683" y="43"/>
                  </a:lnTo>
                  <a:lnTo>
                    <a:pt x="682" y="45"/>
                  </a:lnTo>
                  <a:lnTo>
                    <a:pt x="679" y="43"/>
                  </a:lnTo>
                  <a:lnTo>
                    <a:pt x="675" y="41"/>
                  </a:lnTo>
                  <a:lnTo>
                    <a:pt x="673" y="41"/>
                  </a:lnTo>
                  <a:lnTo>
                    <a:pt x="673" y="42"/>
                  </a:lnTo>
                  <a:lnTo>
                    <a:pt x="674" y="45"/>
                  </a:lnTo>
                  <a:lnTo>
                    <a:pt x="677" y="45"/>
                  </a:lnTo>
                  <a:lnTo>
                    <a:pt x="678" y="45"/>
                  </a:lnTo>
                  <a:lnTo>
                    <a:pt x="678" y="46"/>
                  </a:lnTo>
                  <a:lnTo>
                    <a:pt x="679" y="49"/>
                  </a:lnTo>
                  <a:lnTo>
                    <a:pt x="681" y="50"/>
                  </a:lnTo>
                  <a:lnTo>
                    <a:pt x="681" y="49"/>
                  </a:lnTo>
                  <a:lnTo>
                    <a:pt x="682" y="46"/>
                  </a:lnTo>
                  <a:lnTo>
                    <a:pt x="683" y="46"/>
                  </a:lnTo>
                  <a:lnTo>
                    <a:pt x="685" y="49"/>
                  </a:lnTo>
                  <a:lnTo>
                    <a:pt x="686" y="49"/>
                  </a:lnTo>
                  <a:lnTo>
                    <a:pt x="687" y="49"/>
                  </a:lnTo>
                  <a:lnTo>
                    <a:pt x="689" y="49"/>
                  </a:lnTo>
                  <a:lnTo>
                    <a:pt x="689" y="50"/>
                  </a:lnTo>
                  <a:lnTo>
                    <a:pt x="689" y="51"/>
                  </a:lnTo>
                  <a:lnTo>
                    <a:pt x="691" y="55"/>
                  </a:lnTo>
                  <a:lnTo>
                    <a:pt x="691" y="59"/>
                  </a:lnTo>
                  <a:lnTo>
                    <a:pt x="691" y="65"/>
                  </a:lnTo>
                  <a:lnTo>
                    <a:pt x="690" y="68"/>
                  </a:lnTo>
                  <a:lnTo>
                    <a:pt x="689" y="68"/>
                  </a:lnTo>
                  <a:lnTo>
                    <a:pt x="687" y="70"/>
                  </a:lnTo>
                  <a:lnTo>
                    <a:pt x="689" y="72"/>
                  </a:lnTo>
                  <a:lnTo>
                    <a:pt x="686" y="75"/>
                  </a:lnTo>
                  <a:lnTo>
                    <a:pt x="687" y="76"/>
                  </a:lnTo>
                  <a:lnTo>
                    <a:pt x="689" y="78"/>
                  </a:lnTo>
                  <a:lnTo>
                    <a:pt x="689" y="80"/>
                  </a:lnTo>
                  <a:lnTo>
                    <a:pt x="686" y="82"/>
                  </a:lnTo>
                  <a:lnTo>
                    <a:pt x="685" y="84"/>
                  </a:lnTo>
                  <a:lnTo>
                    <a:pt x="685" y="86"/>
                  </a:lnTo>
                  <a:lnTo>
                    <a:pt x="683" y="88"/>
                  </a:lnTo>
                  <a:lnTo>
                    <a:pt x="682" y="91"/>
                  </a:lnTo>
                  <a:lnTo>
                    <a:pt x="682" y="92"/>
                  </a:lnTo>
                  <a:lnTo>
                    <a:pt x="681" y="93"/>
                  </a:lnTo>
                  <a:lnTo>
                    <a:pt x="679" y="95"/>
                  </a:lnTo>
                  <a:lnTo>
                    <a:pt x="677" y="97"/>
                  </a:lnTo>
                  <a:lnTo>
                    <a:pt x="674" y="97"/>
                  </a:lnTo>
                  <a:lnTo>
                    <a:pt x="677" y="99"/>
                  </a:lnTo>
                  <a:lnTo>
                    <a:pt x="678" y="99"/>
                  </a:lnTo>
                  <a:lnTo>
                    <a:pt x="679" y="96"/>
                  </a:lnTo>
                  <a:lnTo>
                    <a:pt x="681" y="96"/>
                  </a:lnTo>
                  <a:lnTo>
                    <a:pt x="682" y="100"/>
                  </a:lnTo>
                  <a:lnTo>
                    <a:pt x="679" y="104"/>
                  </a:lnTo>
                  <a:lnTo>
                    <a:pt x="678" y="107"/>
                  </a:lnTo>
                  <a:lnTo>
                    <a:pt x="677" y="112"/>
                  </a:lnTo>
                  <a:lnTo>
                    <a:pt x="678" y="115"/>
                  </a:lnTo>
                  <a:lnTo>
                    <a:pt x="678" y="117"/>
                  </a:lnTo>
                  <a:lnTo>
                    <a:pt x="677" y="122"/>
                  </a:lnTo>
                  <a:lnTo>
                    <a:pt x="673" y="122"/>
                  </a:lnTo>
                  <a:lnTo>
                    <a:pt x="673" y="122"/>
                  </a:lnTo>
                  <a:lnTo>
                    <a:pt x="670" y="122"/>
                  </a:lnTo>
                  <a:lnTo>
                    <a:pt x="670" y="124"/>
                  </a:lnTo>
                  <a:lnTo>
                    <a:pt x="670" y="125"/>
                  </a:lnTo>
                  <a:lnTo>
                    <a:pt x="671" y="130"/>
                  </a:lnTo>
                  <a:lnTo>
                    <a:pt x="671" y="133"/>
                  </a:lnTo>
                  <a:lnTo>
                    <a:pt x="669" y="134"/>
                  </a:lnTo>
                  <a:lnTo>
                    <a:pt x="667" y="137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7" y="145"/>
                  </a:lnTo>
                  <a:lnTo>
                    <a:pt x="667" y="146"/>
                  </a:lnTo>
                  <a:lnTo>
                    <a:pt x="670" y="147"/>
                  </a:lnTo>
                  <a:lnTo>
                    <a:pt x="667" y="154"/>
                  </a:lnTo>
                  <a:lnTo>
                    <a:pt x="666" y="155"/>
                  </a:lnTo>
                  <a:lnTo>
                    <a:pt x="666" y="158"/>
                  </a:lnTo>
                  <a:lnTo>
                    <a:pt x="666" y="155"/>
                  </a:lnTo>
                  <a:lnTo>
                    <a:pt x="669" y="155"/>
                  </a:lnTo>
                  <a:lnTo>
                    <a:pt x="671" y="154"/>
                  </a:lnTo>
                  <a:lnTo>
                    <a:pt x="671" y="151"/>
                  </a:lnTo>
                  <a:lnTo>
                    <a:pt x="671" y="150"/>
                  </a:lnTo>
                  <a:lnTo>
                    <a:pt x="673" y="149"/>
                  </a:lnTo>
                  <a:lnTo>
                    <a:pt x="675" y="149"/>
                  </a:lnTo>
                  <a:lnTo>
                    <a:pt x="677" y="147"/>
                  </a:lnTo>
                  <a:lnTo>
                    <a:pt x="675" y="147"/>
                  </a:lnTo>
                  <a:lnTo>
                    <a:pt x="671" y="143"/>
                  </a:lnTo>
                  <a:lnTo>
                    <a:pt x="670" y="141"/>
                  </a:lnTo>
                  <a:lnTo>
                    <a:pt x="671" y="138"/>
                  </a:lnTo>
                  <a:lnTo>
                    <a:pt x="675" y="137"/>
                  </a:lnTo>
                  <a:lnTo>
                    <a:pt x="679" y="137"/>
                  </a:lnTo>
                  <a:lnTo>
                    <a:pt x="683" y="134"/>
                  </a:lnTo>
                  <a:lnTo>
                    <a:pt x="685" y="134"/>
                  </a:lnTo>
                  <a:lnTo>
                    <a:pt x="686" y="133"/>
                  </a:lnTo>
                  <a:lnTo>
                    <a:pt x="685" y="130"/>
                  </a:lnTo>
                  <a:lnTo>
                    <a:pt x="689" y="128"/>
                  </a:lnTo>
                  <a:lnTo>
                    <a:pt x="690" y="125"/>
                  </a:lnTo>
                  <a:lnTo>
                    <a:pt x="689" y="122"/>
                  </a:lnTo>
                  <a:lnTo>
                    <a:pt x="689" y="121"/>
                  </a:lnTo>
                  <a:lnTo>
                    <a:pt x="691" y="122"/>
                  </a:lnTo>
                  <a:lnTo>
                    <a:pt x="694" y="122"/>
                  </a:lnTo>
                  <a:lnTo>
                    <a:pt x="696" y="120"/>
                  </a:lnTo>
                  <a:lnTo>
                    <a:pt x="695" y="117"/>
                  </a:lnTo>
                  <a:lnTo>
                    <a:pt x="699" y="115"/>
                  </a:lnTo>
                  <a:lnTo>
                    <a:pt x="699" y="112"/>
                  </a:lnTo>
                  <a:lnTo>
                    <a:pt x="698" y="111"/>
                  </a:lnTo>
                  <a:lnTo>
                    <a:pt x="694" y="112"/>
                  </a:lnTo>
                  <a:lnTo>
                    <a:pt x="694" y="115"/>
                  </a:lnTo>
                  <a:lnTo>
                    <a:pt x="690" y="117"/>
                  </a:lnTo>
                  <a:lnTo>
                    <a:pt x="687" y="116"/>
                  </a:lnTo>
                  <a:lnTo>
                    <a:pt x="686" y="112"/>
                  </a:lnTo>
                  <a:lnTo>
                    <a:pt x="687" y="109"/>
                  </a:lnTo>
                  <a:lnTo>
                    <a:pt x="687" y="105"/>
                  </a:lnTo>
                  <a:lnTo>
                    <a:pt x="690" y="104"/>
                  </a:lnTo>
                  <a:lnTo>
                    <a:pt x="692" y="104"/>
                  </a:lnTo>
                  <a:lnTo>
                    <a:pt x="696" y="107"/>
                  </a:lnTo>
                  <a:lnTo>
                    <a:pt x="698" y="104"/>
                  </a:lnTo>
                  <a:lnTo>
                    <a:pt x="698" y="101"/>
                  </a:lnTo>
                  <a:lnTo>
                    <a:pt x="702" y="100"/>
                  </a:lnTo>
                  <a:lnTo>
                    <a:pt x="702" y="103"/>
                  </a:lnTo>
                  <a:lnTo>
                    <a:pt x="700" y="104"/>
                  </a:lnTo>
                  <a:lnTo>
                    <a:pt x="700" y="107"/>
                  </a:lnTo>
                  <a:lnTo>
                    <a:pt x="707" y="112"/>
                  </a:lnTo>
                  <a:lnTo>
                    <a:pt x="710" y="112"/>
                  </a:lnTo>
                  <a:lnTo>
                    <a:pt x="712" y="111"/>
                  </a:lnTo>
                  <a:lnTo>
                    <a:pt x="716" y="109"/>
                  </a:lnTo>
                  <a:lnTo>
                    <a:pt x="719" y="108"/>
                  </a:lnTo>
                  <a:lnTo>
                    <a:pt x="717" y="105"/>
                  </a:lnTo>
                  <a:lnTo>
                    <a:pt x="714" y="101"/>
                  </a:lnTo>
                  <a:lnTo>
                    <a:pt x="714" y="100"/>
                  </a:lnTo>
                  <a:lnTo>
                    <a:pt x="715" y="100"/>
                  </a:lnTo>
                  <a:lnTo>
                    <a:pt x="720" y="104"/>
                  </a:lnTo>
                  <a:lnTo>
                    <a:pt x="721" y="104"/>
                  </a:lnTo>
                  <a:lnTo>
                    <a:pt x="724" y="107"/>
                  </a:lnTo>
                  <a:lnTo>
                    <a:pt x="724" y="108"/>
                  </a:lnTo>
                  <a:lnTo>
                    <a:pt x="724" y="111"/>
                  </a:lnTo>
                  <a:lnTo>
                    <a:pt x="727" y="113"/>
                  </a:lnTo>
                  <a:lnTo>
                    <a:pt x="728" y="117"/>
                  </a:lnTo>
                  <a:lnTo>
                    <a:pt x="728" y="118"/>
                  </a:lnTo>
                  <a:lnTo>
                    <a:pt x="728" y="117"/>
                  </a:lnTo>
                  <a:lnTo>
                    <a:pt x="731" y="115"/>
                  </a:lnTo>
                  <a:lnTo>
                    <a:pt x="732" y="115"/>
                  </a:lnTo>
                  <a:lnTo>
                    <a:pt x="733" y="112"/>
                  </a:lnTo>
                  <a:lnTo>
                    <a:pt x="732" y="112"/>
                  </a:lnTo>
                  <a:lnTo>
                    <a:pt x="731" y="113"/>
                  </a:lnTo>
                  <a:lnTo>
                    <a:pt x="728" y="112"/>
                  </a:lnTo>
                  <a:lnTo>
                    <a:pt x="727" y="109"/>
                  </a:lnTo>
                  <a:lnTo>
                    <a:pt x="729" y="107"/>
                  </a:lnTo>
                  <a:lnTo>
                    <a:pt x="732" y="105"/>
                  </a:lnTo>
                  <a:lnTo>
                    <a:pt x="733" y="103"/>
                  </a:lnTo>
                  <a:lnTo>
                    <a:pt x="735" y="103"/>
                  </a:lnTo>
                  <a:lnTo>
                    <a:pt x="736" y="101"/>
                  </a:lnTo>
                  <a:lnTo>
                    <a:pt x="741" y="100"/>
                  </a:lnTo>
                  <a:lnTo>
                    <a:pt x="749" y="99"/>
                  </a:lnTo>
                  <a:lnTo>
                    <a:pt x="758" y="99"/>
                  </a:lnTo>
                  <a:lnTo>
                    <a:pt x="765" y="95"/>
                  </a:lnTo>
                  <a:lnTo>
                    <a:pt x="769" y="95"/>
                  </a:lnTo>
                  <a:lnTo>
                    <a:pt x="773" y="96"/>
                  </a:lnTo>
                  <a:lnTo>
                    <a:pt x="771" y="97"/>
                  </a:lnTo>
                  <a:lnTo>
                    <a:pt x="771" y="99"/>
                  </a:lnTo>
                  <a:lnTo>
                    <a:pt x="770" y="101"/>
                  </a:lnTo>
                  <a:lnTo>
                    <a:pt x="771" y="105"/>
                  </a:lnTo>
                  <a:lnTo>
                    <a:pt x="774" y="108"/>
                  </a:lnTo>
                  <a:lnTo>
                    <a:pt x="785" y="109"/>
                  </a:lnTo>
                  <a:lnTo>
                    <a:pt x="787" y="109"/>
                  </a:lnTo>
                  <a:lnTo>
                    <a:pt x="787" y="109"/>
                  </a:lnTo>
                  <a:lnTo>
                    <a:pt x="791" y="109"/>
                  </a:lnTo>
                  <a:lnTo>
                    <a:pt x="794" y="109"/>
                  </a:lnTo>
                  <a:lnTo>
                    <a:pt x="802" y="109"/>
                  </a:lnTo>
                  <a:lnTo>
                    <a:pt x="807" y="105"/>
                  </a:lnTo>
                  <a:lnTo>
                    <a:pt x="808" y="107"/>
                  </a:lnTo>
                  <a:lnTo>
                    <a:pt x="811" y="107"/>
                  </a:lnTo>
                  <a:lnTo>
                    <a:pt x="812" y="104"/>
                  </a:lnTo>
                  <a:lnTo>
                    <a:pt x="811" y="103"/>
                  </a:lnTo>
                  <a:lnTo>
                    <a:pt x="814" y="101"/>
                  </a:lnTo>
                  <a:lnTo>
                    <a:pt x="816" y="103"/>
                  </a:lnTo>
                  <a:lnTo>
                    <a:pt x="819" y="101"/>
                  </a:lnTo>
                  <a:lnTo>
                    <a:pt x="820" y="103"/>
                  </a:lnTo>
                  <a:lnTo>
                    <a:pt x="821" y="104"/>
                  </a:lnTo>
                  <a:lnTo>
                    <a:pt x="823" y="101"/>
                  </a:lnTo>
                  <a:lnTo>
                    <a:pt x="821" y="100"/>
                  </a:lnTo>
                  <a:lnTo>
                    <a:pt x="820" y="97"/>
                  </a:lnTo>
                  <a:lnTo>
                    <a:pt x="820" y="95"/>
                  </a:lnTo>
                  <a:lnTo>
                    <a:pt x="819" y="93"/>
                  </a:lnTo>
                  <a:lnTo>
                    <a:pt x="816" y="93"/>
                  </a:lnTo>
                  <a:lnTo>
                    <a:pt x="816" y="90"/>
                  </a:lnTo>
                  <a:lnTo>
                    <a:pt x="815" y="90"/>
                  </a:lnTo>
                  <a:lnTo>
                    <a:pt x="814" y="87"/>
                  </a:lnTo>
                  <a:lnTo>
                    <a:pt x="812" y="86"/>
                  </a:lnTo>
                  <a:lnTo>
                    <a:pt x="812" y="82"/>
                  </a:lnTo>
                  <a:lnTo>
                    <a:pt x="814" y="80"/>
                  </a:lnTo>
                  <a:lnTo>
                    <a:pt x="814" y="82"/>
                  </a:lnTo>
                  <a:lnTo>
                    <a:pt x="815" y="82"/>
                  </a:lnTo>
                  <a:lnTo>
                    <a:pt x="818" y="80"/>
                  </a:lnTo>
                  <a:lnTo>
                    <a:pt x="816" y="79"/>
                  </a:lnTo>
                  <a:lnTo>
                    <a:pt x="816" y="76"/>
                  </a:lnTo>
                  <a:lnTo>
                    <a:pt x="818" y="76"/>
                  </a:lnTo>
                  <a:lnTo>
                    <a:pt x="821" y="79"/>
                  </a:lnTo>
                  <a:lnTo>
                    <a:pt x="823" y="78"/>
                  </a:lnTo>
                  <a:lnTo>
                    <a:pt x="823" y="76"/>
                  </a:lnTo>
                  <a:lnTo>
                    <a:pt x="824" y="78"/>
                  </a:lnTo>
                  <a:lnTo>
                    <a:pt x="827" y="78"/>
                  </a:lnTo>
                  <a:lnTo>
                    <a:pt x="828" y="76"/>
                  </a:lnTo>
                  <a:lnTo>
                    <a:pt x="829" y="75"/>
                  </a:lnTo>
                  <a:lnTo>
                    <a:pt x="832" y="78"/>
                  </a:lnTo>
                  <a:lnTo>
                    <a:pt x="833" y="78"/>
                  </a:lnTo>
                  <a:lnTo>
                    <a:pt x="835" y="80"/>
                  </a:lnTo>
                  <a:lnTo>
                    <a:pt x="836" y="79"/>
                  </a:lnTo>
                  <a:lnTo>
                    <a:pt x="836" y="76"/>
                  </a:lnTo>
                  <a:lnTo>
                    <a:pt x="839" y="78"/>
                  </a:lnTo>
                  <a:lnTo>
                    <a:pt x="840" y="79"/>
                  </a:lnTo>
                  <a:lnTo>
                    <a:pt x="839" y="80"/>
                  </a:lnTo>
                  <a:lnTo>
                    <a:pt x="837" y="83"/>
                  </a:lnTo>
                  <a:lnTo>
                    <a:pt x="839" y="83"/>
                  </a:lnTo>
                  <a:lnTo>
                    <a:pt x="841" y="83"/>
                  </a:lnTo>
                  <a:lnTo>
                    <a:pt x="841" y="83"/>
                  </a:lnTo>
                  <a:lnTo>
                    <a:pt x="841" y="82"/>
                  </a:lnTo>
                  <a:lnTo>
                    <a:pt x="843" y="82"/>
                  </a:lnTo>
                  <a:lnTo>
                    <a:pt x="844" y="82"/>
                  </a:lnTo>
                  <a:lnTo>
                    <a:pt x="844" y="79"/>
                  </a:lnTo>
                  <a:lnTo>
                    <a:pt x="843" y="78"/>
                  </a:lnTo>
                  <a:lnTo>
                    <a:pt x="843" y="76"/>
                  </a:lnTo>
                  <a:lnTo>
                    <a:pt x="845" y="76"/>
                  </a:lnTo>
                  <a:lnTo>
                    <a:pt x="848" y="76"/>
                  </a:lnTo>
                  <a:lnTo>
                    <a:pt x="849" y="76"/>
                  </a:lnTo>
                  <a:lnTo>
                    <a:pt x="850" y="76"/>
                  </a:lnTo>
                  <a:lnTo>
                    <a:pt x="854" y="76"/>
                  </a:lnTo>
                  <a:lnTo>
                    <a:pt x="854" y="78"/>
                  </a:lnTo>
                  <a:lnTo>
                    <a:pt x="854" y="82"/>
                  </a:lnTo>
                  <a:lnTo>
                    <a:pt x="856" y="79"/>
                  </a:lnTo>
                  <a:lnTo>
                    <a:pt x="856" y="79"/>
                  </a:lnTo>
                  <a:lnTo>
                    <a:pt x="858" y="78"/>
                  </a:lnTo>
                  <a:lnTo>
                    <a:pt x="860" y="80"/>
                  </a:lnTo>
                  <a:lnTo>
                    <a:pt x="861" y="80"/>
                  </a:lnTo>
                  <a:lnTo>
                    <a:pt x="862" y="79"/>
                  </a:lnTo>
                  <a:lnTo>
                    <a:pt x="865" y="82"/>
                  </a:lnTo>
                  <a:lnTo>
                    <a:pt x="866" y="86"/>
                  </a:lnTo>
                  <a:lnTo>
                    <a:pt x="868" y="83"/>
                  </a:lnTo>
                  <a:lnTo>
                    <a:pt x="869" y="82"/>
                  </a:lnTo>
                  <a:lnTo>
                    <a:pt x="870" y="83"/>
                  </a:lnTo>
                  <a:lnTo>
                    <a:pt x="869" y="86"/>
                  </a:lnTo>
                  <a:lnTo>
                    <a:pt x="870" y="87"/>
                  </a:lnTo>
                  <a:lnTo>
                    <a:pt x="872" y="88"/>
                  </a:lnTo>
                  <a:lnTo>
                    <a:pt x="873" y="88"/>
                  </a:lnTo>
                  <a:lnTo>
                    <a:pt x="874" y="91"/>
                  </a:lnTo>
                  <a:lnTo>
                    <a:pt x="875" y="90"/>
                  </a:lnTo>
                  <a:lnTo>
                    <a:pt x="875" y="90"/>
                  </a:lnTo>
                  <a:lnTo>
                    <a:pt x="877" y="92"/>
                  </a:lnTo>
                  <a:lnTo>
                    <a:pt x="875" y="93"/>
                  </a:lnTo>
                  <a:lnTo>
                    <a:pt x="875" y="96"/>
                  </a:lnTo>
                  <a:lnTo>
                    <a:pt x="878" y="93"/>
                  </a:lnTo>
                  <a:lnTo>
                    <a:pt x="881" y="93"/>
                  </a:lnTo>
                  <a:lnTo>
                    <a:pt x="881" y="95"/>
                  </a:lnTo>
                  <a:lnTo>
                    <a:pt x="877" y="99"/>
                  </a:lnTo>
                  <a:lnTo>
                    <a:pt x="877" y="103"/>
                  </a:lnTo>
                  <a:lnTo>
                    <a:pt x="881" y="103"/>
                  </a:lnTo>
                  <a:lnTo>
                    <a:pt x="882" y="101"/>
                  </a:lnTo>
                  <a:lnTo>
                    <a:pt x="883" y="100"/>
                  </a:lnTo>
                  <a:lnTo>
                    <a:pt x="885" y="101"/>
                  </a:lnTo>
                  <a:lnTo>
                    <a:pt x="885" y="104"/>
                  </a:lnTo>
                  <a:lnTo>
                    <a:pt x="886" y="103"/>
                  </a:lnTo>
                  <a:lnTo>
                    <a:pt x="889" y="105"/>
                  </a:lnTo>
                  <a:lnTo>
                    <a:pt x="889" y="109"/>
                  </a:lnTo>
                  <a:lnTo>
                    <a:pt x="891" y="108"/>
                  </a:lnTo>
                  <a:lnTo>
                    <a:pt x="891" y="111"/>
                  </a:lnTo>
                  <a:lnTo>
                    <a:pt x="893" y="109"/>
                  </a:lnTo>
                  <a:lnTo>
                    <a:pt x="894" y="111"/>
                  </a:lnTo>
                  <a:lnTo>
                    <a:pt x="891" y="115"/>
                  </a:lnTo>
                  <a:lnTo>
                    <a:pt x="889" y="116"/>
                  </a:lnTo>
                  <a:lnTo>
                    <a:pt x="886" y="115"/>
                  </a:lnTo>
                  <a:lnTo>
                    <a:pt x="882" y="113"/>
                  </a:lnTo>
                  <a:lnTo>
                    <a:pt x="877" y="113"/>
                  </a:lnTo>
                  <a:lnTo>
                    <a:pt x="879" y="115"/>
                  </a:lnTo>
                  <a:lnTo>
                    <a:pt x="879" y="117"/>
                  </a:lnTo>
                  <a:lnTo>
                    <a:pt x="885" y="117"/>
                  </a:lnTo>
                  <a:lnTo>
                    <a:pt x="885" y="120"/>
                  </a:lnTo>
                  <a:lnTo>
                    <a:pt x="890" y="122"/>
                  </a:lnTo>
                  <a:lnTo>
                    <a:pt x="894" y="124"/>
                  </a:lnTo>
                  <a:lnTo>
                    <a:pt x="897" y="122"/>
                  </a:lnTo>
                  <a:lnTo>
                    <a:pt x="897" y="120"/>
                  </a:lnTo>
                  <a:lnTo>
                    <a:pt x="895" y="117"/>
                  </a:lnTo>
                  <a:lnTo>
                    <a:pt x="894" y="116"/>
                  </a:lnTo>
                  <a:lnTo>
                    <a:pt x="895" y="116"/>
                  </a:lnTo>
                  <a:lnTo>
                    <a:pt x="898" y="118"/>
                  </a:lnTo>
                  <a:lnTo>
                    <a:pt x="901" y="120"/>
                  </a:lnTo>
                  <a:lnTo>
                    <a:pt x="902" y="121"/>
                  </a:lnTo>
                  <a:lnTo>
                    <a:pt x="899" y="121"/>
                  </a:lnTo>
                  <a:lnTo>
                    <a:pt x="895" y="125"/>
                  </a:lnTo>
                  <a:lnTo>
                    <a:pt x="897" y="126"/>
                  </a:lnTo>
                  <a:lnTo>
                    <a:pt x="898" y="126"/>
                  </a:lnTo>
                  <a:lnTo>
                    <a:pt x="899" y="125"/>
                  </a:lnTo>
                  <a:lnTo>
                    <a:pt x="902" y="125"/>
                  </a:lnTo>
                  <a:lnTo>
                    <a:pt x="908" y="133"/>
                  </a:lnTo>
                  <a:lnTo>
                    <a:pt x="911" y="133"/>
                  </a:lnTo>
                  <a:lnTo>
                    <a:pt x="914" y="137"/>
                  </a:lnTo>
                  <a:lnTo>
                    <a:pt x="919" y="137"/>
                  </a:lnTo>
                  <a:lnTo>
                    <a:pt x="923" y="141"/>
                  </a:lnTo>
                  <a:lnTo>
                    <a:pt x="926" y="142"/>
                  </a:lnTo>
                  <a:lnTo>
                    <a:pt x="927" y="141"/>
                  </a:lnTo>
                  <a:lnTo>
                    <a:pt x="926" y="138"/>
                  </a:lnTo>
                  <a:lnTo>
                    <a:pt x="927" y="138"/>
                  </a:lnTo>
                  <a:lnTo>
                    <a:pt x="929" y="140"/>
                  </a:lnTo>
                  <a:lnTo>
                    <a:pt x="929" y="142"/>
                  </a:lnTo>
                  <a:lnTo>
                    <a:pt x="931" y="143"/>
                  </a:lnTo>
                  <a:lnTo>
                    <a:pt x="932" y="143"/>
                  </a:lnTo>
                  <a:lnTo>
                    <a:pt x="933" y="141"/>
                  </a:lnTo>
                  <a:lnTo>
                    <a:pt x="931" y="129"/>
                  </a:lnTo>
                  <a:lnTo>
                    <a:pt x="928" y="124"/>
                  </a:lnTo>
                  <a:lnTo>
                    <a:pt x="926" y="116"/>
                  </a:lnTo>
                  <a:lnTo>
                    <a:pt x="924" y="109"/>
                  </a:lnTo>
                  <a:lnTo>
                    <a:pt x="923" y="107"/>
                  </a:lnTo>
                  <a:lnTo>
                    <a:pt x="922" y="104"/>
                  </a:lnTo>
                  <a:lnTo>
                    <a:pt x="924" y="105"/>
                  </a:lnTo>
                  <a:lnTo>
                    <a:pt x="926" y="108"/>
                  </a:lnTo>
                  <a:lnTo>
                    <a:pt x="928" y="111"/>
                  </a:lnTo>
                  <a:lnTo>
                    <a:pt x="931" y="112"/>
                  </a:lnTo>
                  <a:lnTo>
                    <a:pt x="933" y="115"/>
                  </a:lnTo>
                  <a:lnTo>
                    <a:pt x="939" y="115"/>
                  </a:lnTo>
                  <a:lnTo>
                    <a:pt x="948" y="113"/>
                  </a:lnTo>
                  <a:lnTo>
                    <a:pt x="949" y="115"/>
                  </a:lnTo>
                  <a:lnTo>
                    <a:pt x="952" y="113"/>
                  </a:lnTo>
                  <a:lnTo>
                    <a:pt x="953" y="116"/>
                  </a:lnTo>
                  <a:lnTo>
                    <a:pt x="954" y="115"/>
                  </a:lnTo>
                  <a:lnTo>
                    <a:pt x="952" y="112"/>
                  </a:lnTo>
                  <a:lnTo>
                    <a:pt x="953" y="111"/>
                  </a:lnTo>
                  <a:lnTo>
                    <a:pt x="951" y="109"/>
                  </a:lnTo>
                  <a:lnTo>
                    <a:pt x="952" y="108"/>
                  </a:lnTo>
                  <a:lnTo>
                    <a:pt x="952" y="105"/>
                  </a:lnTo>
                  <a:lnTo>
                    <a:pt x="960" y="103"/>
                  </a:lnTo>
                  <a:lnTo>
                    <a:pt x="961" y="103"/>
                  </a:lnTo>
                  <a:lnTo>
                    <a:pt x="964" y="103"/>
                  </a:lnTo>
                  <a:lnTo>
                    <a:pt x="966" y="104"/>
                  </a:lnTo>
                  <a:lnTo>
                    <a:pt x="970" y="104"/>
                  </a:lnTo>
                  <a:lnTo>
                    <a:pt x="973" y="107"/>
                  </a:lnTo>
                  <a:lnTo>
                    <a:pt x="976" y="108"/>
                  </a:lnTo>
                  <a:lnTo>
                    <a:pt x="977" y="111"/>
                  </a:lnTo>
                  <a:lnTo>
                    <a:pt x="981" y="111"/>
                  </a:lnTo>
                  <a:lnTo>
                    <a:pt x="982" y="113"/>
                  </a:lnTo>
                  <a:lnTo>
                    <a:pt x="987" y="113"/>
                  </a:lnTo>
                  <a:lnTo>
                    <a:pt x="983" y="111"/>
                  </a:lnTo>
                  <a:lnTo>
                    <a:pt x="983" y="109"/>
                  </a:lnTo>
                  <a:lnTo>
                    <a:pt x="987" y="111"/>
                  </a:lnTo>
                  <a:lnTo>
                    <a:pt x="989" y="109"/>
                  </a:lnTo>
                  <a:lnTo>
                    <a:pt x="986" y="108"/>
                  </a:lnTo>
                  <a:lnTo>
                    <a:pt x="989" y="105"/>
                  </a:lnTo>
                  <a:lnTo>
                    <a:pt x="986" y="104"/>
                  </a:lnTo>
                  <a:lnTo>
                    <a:pt x="983" y="105"/>
                  </a:lnTo>
                  <a:lnTo>
                    <a:pt x="981" y="104"/>
                  </a:lnTo>
                  <a:lnTo>
                    <a:pt x="981" y="101"/>
                  </a:lnTo>
                  <a:lnTo>
                    <a:pt x="980" y="99"/>
                  </a:lnTo>
                  <a:lnTo>
                    <a:pt x="981" y="97"/>
                  </a:lnTo>
                  <a:lnTo>
                    <a:pt x="982" y="99"/>
                  </a:lnTo>
                  <a:lnTo>
                    <a:pt x="985" y="97"/>
                  </a:lnTo>
                  <a:lnTo>
                    <a:pt x="983" y="95"/>
                  </a:lnTo>
                  <a:lnTo>
                    <a:pt x="985" y="95"/>
                  </a:lnTo>
                  <a:lnTo>
                    <a:pt x="989" y="97"/>
                  </a:lnTo>
                  <a:lnTo>
                    <a:pt x="989" y="100"/>
                  </a:lnTo>
                  <a:lnTo>
                    <a:pt x="991" y="99"/>
                  </a:lnTo>
                  <a:lnTo>
                    <a:pt x="993" y="100"/>
                  </a:lnTo>
                  <a:lnTo>
                    <a:pt x="994" y="100"/>
                  </a:lnTo>
                  <a:lnTo>
                    <a:pt x="993" y="97"/>
                  </a:lnTo>
                  <a:lnTo>
                    <a:pt x="995" y="96"/>
                  </a:lnTo>
                  <a:lnTo>
                    <a:pt x="997" y="97"/>
                  </a:lnTo>
                  <a:lnTo>
                    <a:pt x="998" y="95"/>
                  </a:lnTo>
                  <a:lnTo>
                    <a:pt x="994" y="91"/>
                  </a:lnTo>
                  <a:lnTo>
                    <a:pt x="991" y="91"/>
                  </a:lnTo>
                  <a:lnTo>
                    <a:pt x="989" y="87"/>
                  </a:lnTo>
                  <a:lnTo>
                    <a:pt x="989" y="84"/>
                  </a:lnTo>
                  <a:lnTo>
                    <a:pt x="987" y="83"/>
                  </a:lnTo>
                  <a:lnTo>
                    <a:pt x="985" y="84"/>
                  </a:lnTo>
                  <a:lnTo>
                    <a:pt x="982" y="83"/>
                  </a:lnTo>
                  <a:lnTo>
                    <a:pt x="986" y="82"/>
                  </a:lnTo>
                  <a:lnTo>
                    <a:pt x="985" y="79"/>
                  </a:lnTo>
                  <a:lnTo>
                    <a:pt x="985" y="79"/>
                  </a:lnTo>
                  <a:lnTo>
                    <a:pt x="983" y="76"/>
                  </a:lnTo>
                  <a:lnTo>
                    <a:pt x="987" y="76"/>
                  </a:lnTo>
                  <a:lnTo>
                    <a:pt x="989" y="71"/>
                  </a:lnTo>
                  <a:lnTo>
                    <a:pt x="983" y="72"/>
                  </a:lnTo>
                  <a:lnTo>
                    <a:pt x="981" y="75"/>
                  </a:lnTo>
                  <a:lnTo>
                    <a:pt x="981" y="78"/>
                  </a:lnTo>
                  <a:lnTo>
                    <a:pt x="977" y="76"/>
                  </a:lnTo>
                  <a:lnTo>
                    <a:pt x="974" y="72"/>
                  </a:lnTo>
                  <a:lnTo>
                    <a:pt x="976" y="70"/>
                  </a:lnTo>
                  <a:lnTo>
                    <a:pt x="976" y="67"/>
                  </a:lnTo>
                  <a:lnTo>
                    <a:pt x="980" y="66"/>
                  </a:lnTo>
                  <a:lnTo>
                    <a:pt x="982" y="66"/>
                  </a:lnTo>
                  <a:lnTo>
                    <a:pt x="986" y="62"/>
                  </a:lnTo>
                  <a:lnTo>
                    <a:pt x="986" y="61"/>
                  </a:lnTo>
                  <a:lnTo>
                    <a:pt x="985" y="58"/>
                  </a:lnTo>
                  <a:lnTo>
                    <a:pt x="982" y="58"/>
                  </a:lnTo>
                  <a:lnTo>
                    <a:pt x="980" y="57"/>
                  </a:lnTo>
                  <a:lnTo>
                    <a:pt x="976" y="57"/>
                  </a:lnTo>
                  <a:lnTo>
                    <a:pt x="973" y="54"/>
                  </a:lnTo>
                  <a:lnTo>
                    <a:pt x="977" y="53"/>
                  </a:lnTo>
                  <a:lnTo>
                    <a:pt x="981" y="51"/>
                  </a:lnTo>
                  <a:lnTo>
                    <a:pt x="986" y="54"/>
                  </a:lnTo>
                  <a:lnTo>
                    <a:pt x="991" y="53"/>
                  </a:lnTo>
                  <a:lnTo>
                    <a:pt x="999" y="53"/>
                  </a:lnTo>
                  <a:lnTo>
                    <a:pt x="1014" y="51"/>
                  </a:lnTo>
                  <a:lnTo>
                    <a:pt x="1015" y="50"/>
                  </a:lnTo>
                  <a:lnTo>
                    <a:pt x="1026" y="50"/>
                  </a:lnTo>
                  <a:lnTo>
                    <a:pt x="1030" y="51"/>
                  </a:lnTo>
                  <a:lnTo>
                    <a:pt x="1033" y="50"/>
                  </a:lnTo>
                  <a:lnTo>
                    <a:pt x="1039" y="50"/>
                  </a:lnTo>
                  <a:lnTo>
                    <a:pt x="1036" y="51"/>
                  </a:lnTo>
                  <a:lnTo>
                    <a:pt x="1028" y="55"/>
                  </a:lnTo>
                  <a:lnTo>
                    <a:pt x="1026" y="54"/>
                  </a:lnTo>
                  <a:lnTo>
                    <a:pt x="1024" y="54"/>
                  </a:lnTo>
                  <a:lnTo>
                    <a:pt x="1022" y="53"/>
                  </a:lnTo>
                  <a:lnTo>
                    <a:pt x="1020" y="58"/>
                  </a:lnTo>
                  <a:lnTo>
                    <a:pt x="1023" y="61"/>
                  </a:lnTo>
                  <a:lnTo>
                    <a:pt x="1020" y="62"/>
                  </a:lnTo>
                  <a:lnTo>
                    <a:pt x="1020" y="63"/>
                  </a:lnTo>
                  <a:lnTo>
                    <a:pt x="1023" y="65"/>
                  </a:lnTo>
                  <a:lnTo>
                    <a:pt x="1026" y="62"/>
                  </a:lnTo>
                  <a:lnTo>
                    <a:pt x="1027" y="59"/>
                  </a:lnTo>
                  <a:lnTo>
                    <a:pt x="1032" y="55"/>
                  </a:lnTo>
                  <a:lnTo>
                    <a:pt x="1040" y="53"/>
                  </a:lnTo>
                  <a:lnTo>
                    <a:pt x="1041" y="57"/>
                  </a:lnTo>
                  <a:lnTo>
                    <a:pt x="1041" y="63"/>
                  </a:lnTo>
                  <a:lnTo>
                    <a:pt x="1041" y="65"/>
                  </a:lnTo>
                  <a:lnTo>
                    <a:pt x="1040" y="61"/>
                  </a:lnTo>
                  <a:lnTo>
                    <a:pt x="1037" y="58"/>
                  </a:lnTo>
                  <a:lnTo>
                    <a:pt x="1037" y="55"/>
                  </a:lnTo>
                  <a:lnTo>
                    <a:pt x="1035" y="58"/>
                  </a:lnTo>
                  <a:lnTo>
                    <a:pt x="1033" y="57"/>
                  </a:lnTo>
                  <a:lnTo>
                    <a:pt x="1035" y="61"/>
                  </a:lnTo>
                  <a:lnTo>
                    <a:pt x="1037" y="62"/>
                  </a:lnTo>
                  <a:lnTo>
                    <a:pt x="1039" y="67"/>
                  </a:lnTo>
                  <a:lnTo>
                    <a:pt x="1036" y="71"/>
                  </a:lnTo>
                  <a:lnTo>
                    <a:pt x="1035" y="70"/>
                  </a:lnTo>
                  <a:lnTo>
                    <a:pt x="1033" y="71"/>
                  </a:lnTo>
                  <a:lnTo>
                    <a:pt x="1036" y="74"/>
                  </a:lnTo>
                  <a:lnTo>
                    <a:pt x="1036" y="75"/>
                  </a:lnTo>
                  <a:lnTo>
                    <a:pt x="1037" y="76"/>
                  </a:lnTo>
                  <a:lnTo>
                    <a:pt x="1039" y="76"/>
                  </a:lnTo>
                  <a:lnTo>
                    <a:pt x="1041" y="74"/>
                  </a:lnTo>
                  <a:lnTo>
                    <a:pt x="1041" y="71"/>
                  </a:lnTo>
                  <a:lnTo>
                    <a:pt x="1044" y="67"/>
                  </a:lnTo>
                  <a:lnTo>
                    <a:pt x="1043" y="65"/>
                  </a:lnTo>
                  <a:lnTo>
                    <a:pt x="1044" y="62"/>
                  </a:lnTo>
                  <a:lnTo>
                    <a:pt x="1043" y="50"/>
                  </a:lnTo>
                  <a:lnTo>
                    <a:pt x="1047" y="46"/>
                  </a:lnTo>
                  <a:lnTo>
                    <a:pt x="1053" y="45"/>
                  </a:lnTo>
                  <a:lnTo>
                    <a:pt x="1060" y="43"/>
                  </a:lnTo>
                  <a:lnTo>
                    <a:pt x="1066" y="43"/>
                  </a:lnTo>
                  <a:lnTo>
                    <a:pt x="1074" y="46"/>
                  </a:lnTo>
                  <a:lnTo>
                    <a:pt x="1078" y="51"/>
                  </a:lnTo>
                  <a:lnTo>
                    <a:pt x="1078" y="54"/>
                  </a:lnTo>
                  <a:lnTo>
                    <a:pt x="1076" y="55"/>
                  </a:lnTo>
                  <a:lnTo>
                    <a:pt x="1072" y="53"/>
                  </a:lnTo>
                  <a:lnTo>
                    <a:pt x="1072" y="54"/>
                  </a:lnTo>
                  <a:lnTo>
                    <a:pt x="1072" y="55"/>
                  </a:lnTo>
                  <a:lnTo>
                    <a:pt x="1072" y="58"/>
                  </a:lnTo>
                  <a:lnTo>
                    <a:pt x="1072" y="61"/>
                  </a:lnTo>
                  <a:lnTo>
                    <a:pt x="1070" y="62"/>
                  </a:lnTo>
                  <a:lnTo>
                    <a:pt x="1072" y="63"/>
                  </a:lnTo>
                  <a:lnTo>
                    <a:pt x="1074" y="61"/>
                  </a:lnTo>
                  <a:lnTo>
                    <a:pt x="1078" y="61"/>
                  </a:lnTo>
                  <a:lnTo>
                    <a:pt x="1081" y="58"/>
                  </a:lnTo>
                  <a:lnTo>
                    <a:pt x="1082" y="62"/>
                  </a:lnTo>
                  <a:lnTo>
                    <a:pt x="1084" y="65"/>
                  </a:lnTo>
                  <a:lnTo>
                    <a:pt x="1084" y="67"/>
                  </a:lnTo>
                  <a:lnTo>
                    <a:pt x="1085" y="68"/>
                  </a:lnTo>
                  <a:lnTo>
                    <a:pt x="1086" y="66"/>
                  </a:lnTo>
                  <a:lnTo>
                    <a:pt x="1086" y="65"/>
                  </a:lnTo>
                  <a:lnTo>
                    <a:pt x="1089" y="62"/>
                  </a:lnTo>
                  <a:lnTo>
                    <a:pt x="1091" y="63"/>
                  </a:lnTo>
                  <a:lnTo>
                    <a:pt x="1093" y="67"/>
                  </a:lnTo>
                  <a:lnTo>
                    <a:pt x="1091" y="68"/>
                  </a:lnTo>
                  <a:lnTo>
                    <a:pt x="1091" y="71"/>
                  </a:lnTo>
                  <a:lnTo>
                    <a:pt x="1091" y="72"/>
                  </a:lnTo>
                  <a:lnTo>
                    <a:pt x="1094" y="71"/>
                  </a:lnTo>
                  <a:lnTo>
                    <a:pt x="1095" y="68"/>
                  </a:lnTo>
                  <a:lnTo>
                    <a:pt x="1095" y="68"/>
                  </a:lnTo>
                  <a:lnTo>
                    <a:pt x="1097" y="70"/>
                  </a:lnTo>
                  <a:lnTo>
                    <a:pt x="1097" y="67"/>
                  </a:lnTo>
                  <a:lnTo>
                    <a:pt x="1099" y="63"/>
                  </a:lnTo>
                  <a:lnTo>
                    <a:pt x="1101" y="62"/>
                  </a:lnTo>
                  <a:lnTo>
                    <a:pt x="1102" y="62"/>
                  </a:lnTo>
                  <a:lnTo>
                    <a:pt x="1107" y="66"/>
                  </a:lnTo>
                  <a:lnTo>
                    <a:pt x="1114" y="67"/>
                  </a:lnTo>
                  <a:lnTo>
                    <a:pt x="1116" y="71"/>
                  </a:lnTo>
                  <a:lnTo>
                    <a:pt x="1116" y="74"/>
                  </a:lnTo>
                  <a:lnTo>
                    <a:pt x="1113" y="76"/>
                  </a:lnTo>
                  <a:lnTo>
                    <a:pt x="1110" y="79"/>
                  </a:lnTo>
                  <a:lnTo>
                    <a:pt x="1114" y="76"/>
                  </a:lnTo>
                  <a:lnTo>
                    <a:pt x="1118" y="76"/>
                  </a:lnTo>
                  <a:lnTo>
                    <a:pt x="1122" y="78"/>
                  </a:lnTo>
                  <a:lnTo>
                    <a:pt x="1126" y="76"/>
                  </a:lnTo>
                  <a:lnTo>
                    <a:pt x="1128" y="74"/>
                  </a:lnTo>
                  <a:lnTo>
                    <a:pt x="1131" y="72"/>
                  </a:lnTo>
                  <a:lnTo>
                    <a:pt x="1136" y="68"/>
                  </a:lnTo>
                  <a:lnTo>
                    <a:pt x="1139" y="67"/>
                  </a:lnTo>
                  <a:lnTo>
                    <a:pt x="1141" y="63"/>
                  </a:lnTo>
                  <a:lnTo>
                    <a:pt x="1145" y="63"/>
                  </a:lnTo>
                  <a:lnTo>
                    <a:pt x="1155" y="58"/>
                  </a:lnTo>
                  <a:lnTo>
                    <a:pt x="1159" y="57"/>
                  </a:lnTo>
                  <a:lnTo>
                    <a:pt x="1161" y="58"/>
                  </a:lnTo>
                  <a:lnTo>
                    <a:pt x="1161" y="57"/>
                  </a:lnTo>
                  <a:lnTo>
                    <a:pt x="1166" y="53"/>
                  </a:lnTo>
                  <a:lnTo>
                    <a:pt x="1169" y="53"/>
                  </a:lnTo>
                  <a:lnTo>
                    <a:pt x="1176" y="53"/>
                  </a:lnTo>
                  <a:lnTo>
                    <a:pt x="1188" y="57"/>
                  </a:lnTo>
                  <a:lnTo>
                    <a:pt x="1192" y="62"/>
                  </a:lnTo>
                  <a:lnTo>
                    <a:pt x="1197" y="65"/>
                  </a:lnTo>
                  <a:lnTo>
                    <a:pt x="1201" y="68"/>
                  </a:lnTo>
                  <a:lnTo>
                    <a:pt x="1203" y="74"/>
                  </a:lnTo>
                  <a:lnTo>
                    <a:pt x="1203" y="75"/>
                  </a:lnTo>
                  <a:lnTo>
                    <a:pt x="1205" y="76"/>
                  </a:lnTo>
                  <a:lnTo>
                    <a:pt x="1205" y="80"/>
                  </a:lnTo>
                  <a:lnTo>
                    <a:pt x="1207" y="84"/>
                  </a:lnTo>
                  <a:lnTo>
                    <a:pt x="1207" y="87"/>
                  </a:lnTo>
                  <a:lnTo>
                    <a:pt x="1206" y="90"/>
                  </a:lnTo>
                  <a:lnTo>
                    <a:pt x="1209" y="90"/>
                  </a:lnTo>
                  <a:lnTo>
                    <a:pt x="1211" y="86"/>
                  </a:lnTo>
                  <a:lnTo>
                    <a:pt x="1214" y="86"/>
                  </a:lnTo>
                  <a:lnTo>
                    <a:pt x="1215" y="87"/>
                  </a:lnTo>
                  <a:lnTo>
                    <a:pt x="1215" y="86"/>
                  </a:lnTo>
                  <a:lnTo>
                    <a:pt x="1219" y="86"/>
                  </a:lnTo>
                  <a:lnTo>
                    <a:pt x="1222" y="87"/>
                  </a:lnTo>
                  <a:lnTo>
                    <a:pt x="1223" y="90"/>
                  </a:lnTo>
                  <a:lnTo>
                    <a:pt x="1223" y="87"/>
                  </a:lnTo>
                  <a:lnTo>
                    <a:pt x="1222" y="83"/>
                  </a:lnTo>
                  <a:lnTo>
                    <a:pt x="1224" y="83"/>
                  </a:lnTo>
                  <a:lnTo>
                    <a:pt x="1226" y="87"/>
                  </a:lnTo>
                  <a:lnTo>
                    <a:pt x="1230" y="90"/>
                  </a:lnTo>
                  <a:lnTo>
                    <a:pt x="1231" y="95"/>
                  </a:lnTo>
                  <a:lnTo>
                    <a:pt x="1232" y="95"/>
                  </a:lnTo>
                  <a:lnTo>
                    <a:pt x="1236" y="99"/>
                  </a:lnTo>
                  <a:lnTo>
                    <a:pt x="1236" y="97"/>
                  </a:lnTo>
                  <a:lnTo>
                    <a:pt x="1235" y="93"/>
                  </a:lnTo>
                  <a:lnTo>
                    <a:pt x="1232" y="92"/>
                  </a:lnTo>
                  <a:lnTo>
                    <a:pt x="1232" y="91"/>
                  </a:lnTo>
                  <a:lnTo>
                    <a:pt x="1235" y="92"/>
                  </a:lnTo>
                  <a:lnTo>
                    <a:pt x="1236" y="92"/>
                  </a:lnTo>
                  <a:lnTo>
                    <a:pt x="1239" y="93"/>
                  </a:lnTo>
                  <a:lnTo>
                    <a:pt x="1243" y="99"/>
                  </a:lnTo>
                  <a:lnTo>
                    <a:pt x="1242" y="95"/>
                  </a:lnTo>
                  <a:lnTo>
                    <a:pt x="1238" y="88"/>
                  </a:lnTo>
                  <a:lnTo>
                    <a:pt x="1238" y="83"/>
                  </a:lnTo>
                  <a:lnTo>
                    <a:pt x="1238" y="79"/>
                  </a:lnTo>
                  <a:lnTo>
                    <a:pt x="1240" y="75"/>
                  </a:lnTo>
                  <a:lnTo>
                    <a:pt x="1245" y="75"/>
                  </a:lnTo>
                  <a:lnTo>
                    <a:pt x="1247" y="74"/>
                  </a:lnTo>
                  <a:lnTo>
                    <a:pt x="1252" y="71"/>
                  </a:lnTo>
                  <a:lnTo>
                    <a:pt x="1251" y="70"/>
                  </a:lnTo>
                  <a:lnTo>
                    <a:pt x="1252" y="68"/>
                  </a:lnTo>
                  <a:lnTo>
                    <a:pt x="1253" y="68"/>
                  </a:lnTo>
                  <a:lnTo>
                    <a:pt x="1256" y="71"/>
                  </a:lnTo>
                  <a:lnTo>
                    <a:pt x="1259" y="72"/>
                  </a:lnTo>
                  <a:lnTo>
                    <a:pt x="1261" y="71"/>
                  </a:lnTo>
                  <a:lnTo>
                    <a:pt x="1265" y="68"/>
                  </a:lnTo>
                  <a:lnTo>
                    <a:pt x="1267" y="70"/>
                  </a:lnTo>
                  <a:lnTo>
                    <a:pt x="1271" y="67"/>
                  </a:lnTo>
                  <a:lnTo>
                    <a:pt x="1276" y="68"/>
                  </a:lnTo>
                  <a:lnTo>
                    <a:pt x="1278" y="67"/>
                  </a:lnTo>
                  <a:lnTo>
                    <a:pt x="1278" y="66"/>
                  </a:lnTo>
                  <a:lnTo>
                    <a:pt x="1280" y="68"/>
                  </a:lnTo>
                  <a:lnTo>
                    <a:pt x="1281" y="70"/>
                  </a:lnTo>
                  <a:lnTo>
                    <a:pt x="1282" y="67"/>
                  </a:lnTo>
                  <a:lnTo>
                    <a:pt x="1285" y="63"/>
                  </a:lnTo>
                  <a:lnTo>
                    <a:pt x="1284" y="62"/>
                  </a:lnTo>
                  <a:lnTo>
                    <a:pt x="1284" y="58"/>
                  </a:lnTo>
                  <a:lnTo>
                    <a:pt x="1284" y="55"/>
                  </a:lnTo>
                  <a:lnTo>
                    <a:pt x="1285" y="54"/>
                  </a:lnTo>
                  <a:lnTo>
                    <a:pt x="1289" y="55"/>
                  </a:lnTo>
                  <a:lnTo>
                    <a:pt x="1290" y="58"/>
                  </a:lnTo>
                  <a:lnTo>
                    <a:pt x="1292" y="59"/>
                  </a:lnTo>
                  <a:lnTo>
                    <a:pt x="1294" y="59"/>
                  </a:lnTo>
                  <a:lnTo>
                    <a:pt x="1297" y="62"/>
                  </a:lnTo>
                  <a:lnTo>
                    <a:pt x="1297" y="65"/>
                  </a:lnTo>
                  <a:lnTo>
                    <a:pt x="1299" y="68"/>
                  </a:lnTo>
                  <a:lnTo>
                    <a:pt x="1301" y="70"/>
                  </a:lnTo>
                  <a:lnTo>
                    <a:pt x="1305" y="68"/>
                  </a:lnTo>
                  <a:lnTo>
                    <a:pt x="1310" y="70"/>
                  </a:lnTo>
                  <a:lnTo>
                    <a:pt x="1311" y="70"/>
                  </a:lnTo>
                  <a:lnTo>
                    <a:pt x="1313" y="70"/>
                  </a:lnTo>
                  <a:lnTo>
                    <a:pt x="1317" y="75"/>
                  </a:lnTo>
                  <a:lnTo>
                    <a:pt x="1317" y="78"/>
                  </a:lnTo>
                  <a:lnTo>
                    <a:pt x="1318" y="79"/>
                  </a:lnTo>
                  <a:lnTo>
                    <a:pt x="1322" y="79"/>
                  </a:lnTo>
                  <a:lnTo>
                    <a:pt x="1325" y="78"/>
                  </a:lnTo>
                  <a:lnTo>
                    <a:pt x="1327" y="78"/>
                  </a:lnTo>
                  <a:lnTo>
                    <a:pt x="1327" y="76"/>
                  </a:lnTo>
                  <a:lnTo>
                    <a:pt x="1330" y="74"/>
                  </a:lnTo>
                  <a:lnTo>
                    <a:pt x="1331" y="75"/>
                  </a:lnTo>
                  <a:lnTo>
                    <a:pt x="1332" y="74"/>
                  </a:lnTo>
                  <a:lnTo>
                    <a:pt x="1331" y="71"/>
                  </a:lnTo>
                  <a:lnTo>
                    <a:pt x="1332" y="71"/>
                  </a:lnTo>
                  <a:lnTo>
                    <a:pt x="1331" y="68"/>
                  </a:lnTo>
                  <a:lnTo>
                    <a:pt x="1331" y="67"/>
                  </a:lnTo>
                  <a:lnTo>
                    <a:pt x="1328" y="65"/>
                  </a:lnTo>
                  <a:lnTo>
                    <a:pt x="1326" y="63"/>
                  </a:lnTo>
                  <a:lnTo>
                    <a:pt x="1325" y="59"/>
                  </a:lnTo>
                  <a:lnTo>
                    <a:pt x="1321" y="55"/>
                  </a:lnTo>
                  <a:lnTo>
                    <a:pt x="1319" y="55"/>
                  </a:lnTo>
                  <a:lnTo>
                    <a:pt x="1318" y="53"/>
                  </a:lnTo>
                  <a:lnTo>
                    <a:pt x="1314" y="51"/>
                  </a:lnTo>
                  <a:lnTo>
                    <a:pt x="1311" y="53"/>
                  </a:lnTo>
                  <a:lnTo>
                    <a:pt x="1310" y="53"/>
                  </a:lnTo>
                  <a:lnTo>
                    <a:pt x="1310" y="50"/>
                  </a:lnTo>
                  <a:lnTo>
                    <a:pt x="1311" y="49"/>
                  </a:lnTo>
                  <a:lnTo>
                    <a:pt x="1309" y="45"/>
                  </a:lnTo>
                  <a:lnTo>
                    <a:pt x="1309" y="42"/>
                  </a:lnTo>
                  <a:lnTo>
                    <a:pt x="1307" y="41"/>
                  </a:lnTo>
                  <a:lnTo>
                    <a:pt x="1306" y="38"/>
                  </a:lnTo>
                  <a:lnTo>
                    <a:pt x="1302" y="36"/>
                  </a:lnTo>
                  <a:lnTo>
                    <a:pt x="1302" y="34"/>
                  </a:lnTo>
                  <a:lnTo>
                    <a:pt x="1307" y="34"/>
                  </a:lnTo>
                  <a:lnTo>
                    <a:pt x="1310" y="34"/>
                  </a:lnTo>
                  <a:lnTo>
                    <a:pt x="1317" y="34"/>
                  </a:lnTo>
                  <a:lnTo>
                    <a:pt x="1322" y="34"/>
                  </a:lnTo>
                  <a:lnTo>
                    <a:pt x="1322" y="33"/>
                  </a:lnTo>
                  <a:lnTo>
                    <a:pt x="1325" y="32"/>
                  </a:lnTo>
                  <a:lnTo>
                    <a:pt x="1327" y="33"/>
                  </a:lnTo>
                  <a:lnTo>
                    <a:pt x="1330" y="33"/>
                  </a:lnTo>
                  <a:lnTo>
                    <a:pt x="1331" y="33"/>
                  </a:lnTo>
                  <a:lnTo>
                    <a:pt x="1331" y="30"/>
                  </a:lnTo>
                  <a:lnTo>
                    <a:pt x="1334" y="30"/>
                  </a:lnTo>
                  <a:lnTo>
                    <a:pt x="1335" y="32"/>
                  </a:lnTo>
                  <a:lnTo>
                    <a:pt x="1336" y="32"/>
                  </a:lnTo>
                  <a:lnTo>
                    <a:pt x="1338" y="29"/>
                  </a:lnTo>
                  <a:lnTo>
                    <a:pt x="1339" y="30"/>
                  </a:lnTo>
                  <a:lnTo>
                    <a:pt x="1340" y="28"/>
                  </a:lnTo>
                  <a:lnTo>
                    <a:pt x="1350" y="25"/>
                  </a:lnTo>
                  <a:lnTo>
                    <a:pt x="1351" y="28"/>
                  </a:lnTo>
                  <a:lnTo>
                    <a:pt x="1351" y="25"/>
                  </a:lnTo>
                  <a:lnTo>
                    <a:pt x="1352" y="24"/>
                  </a:lnTo>
                  <a:lnTo>
                    <a:pt x="1353" y="24"/>
                  </a:lnTo>
                  <a:lnTo>
                    <a:pt x="1356" y="24"/>
                  </a:lnTo>
                  <a:lnTo>
                    <a:pt x="1359" y="24"/>
                  </a:lnTo>
                  <a:lnTo>
                    <a:pt x="1360" y="25"/>
                  </a:lnTo>
                  <a:lnTo>
                    <a:pt x="1365" y="25"/>
                  </a:lnTo>
                  <a:lnTo>
                    <a:pt x="1367" y="24"/>
                  </a:lnTo>
                  <a:lnTo>
                    <a:pt x="1368" y="25"/>
                  </a:lnTo>
                  <a:lnTo>
                    <a:pt x="1369" y="26"/>
                  </a:lnTo>
                  <a:lnTo>
                    <a:pt x="1372" y="25"/>
                  </a:lnTo>
                  <a:lnTo>
                    <a:pt x="1375" y="24"/>
                  </a:lnTo>
                  <a:lnTo>
                    <a:pt x="1382" y="26"/>
                  </a:lnTo>
                  <a:lnTo>
                    <a:pt x="1385" y="28"/>
                  </a:lnTo>
                  <a:lnTo>
                    <a:pt x="1386" y="28"/>
                  </a:lnTo>
                  <a:lnTo>
                    <a:pt x="1386" y="26"/>
                  </a:lnTo>
                  <a:lnTo>
                    <a:pt x="1389" y="26"/>
                  </a:lnTo>
                  <a:lnTo>
                    <a:pt x="1390" y="28"/>
                  </a:lnTo>
                  <a:lnTo>
                    <a:pt x="1389" y="29"/>
                  </a:lnTo>
                  <a:lnTo>
                    <a:pt x="1390" y="29"/>
                  </a:lnTo>
                  <a:lnTo>
                    <a:pt x="1394" y="29"/>
                  </a:lnTo>
                  <a:lnTo>
                    <a:pt x="1402" y="29"/>
                  </a:lnTo>
                  <a:lnTo>
                    <a:pt x="1409" y="34"/>
                  </a:lnTo>
                  <a:lnTo>
                    <a:pt x="1409" y="36"/>
                  </a:lnTo>
                  <a:lnTo>
                    <a:pt x="1406" y="34"/>
                  </a:lnTo>
                  <a:lnTo>
                    <a:pt x="1402" y="33"/>
                  </a:lnTo>
                  <a:lnTo>
                    <a:pt x="1402" y="33"/>
                  </a:lnTo>
                  <a:lnTo>
                    <a:pt x="1409" y="36"/>
                  </a:lnTo>
                  <a:lnTo>
                    <a:pt x="1413" y="36"/>
                  </a:lnTo>
                  <a:lnTo>
                    <a:pt x="1413" y="34"/>
                  </a:lnTo>
                  <a:lnTo>
                    <a:pt x="1417" y="34"/>
                  </a:lnTo>
                  <a:lnTo>
                    <a:pt x="1419" y="34"/>
                  </a:lnTo>
                  <a:lnTo>
                    <a:pt x="1419" y="32"/>
                  </a:lnTo>
                  <a:lnTo>
                    <a:pt x="1421" y="32"/>
                  </a:lnTo>
                  <a:lnTo>
                    <a:pt x="1423" y="33"/>
                  </a:lnTo>
                  <a:lnTo>
                    <a:pt x="1425" y="34"/>
                  </a:lnTo>
                  <a:lnTo>
                    <a:pt x="1426" y="34"/>
                  </a:lnTo>
                  <a:lnTo>
                    <a:pt x="1426" y="33"/>
                  </a:lnTo>
                  <a:lnTo>
                    <a:pt x="1427" y="33"/>
                  </a:lnTo>
                  <a:lnTo>
                    <a:pt x="1430" y="34"/>
                  </a:lnTo>
                  <a:lnTo>
                    <a:pt x="1430" y="36"/>
                  </a:lnTo>
                  <a:lnTo>
                    <a:pt x="1434" y="37"/>
                  </a:lnTo>
                  <a:lnTo>
                    <a:pt x="1436" y="36"/>
                  </a:lnTo>
                  <a:lnTo>
                    <a:pt x="1447" y="37"/>
                  </a:lnTo>
                  <a:lnTo>
                    <a:pt x="1446" y="36"/>
                  </a:lnTo>
                  <a:lnTo>
                    <a:pt x="1450" y="36"/>
                  </a:lnTo>
                  <a:lnTo>
                    <a:pt x="1451" y="37"/>
                  </a:lnTo>
                  <a:lnTo>
                    <a:pt x="1452" y="38"/>
                  </a:lnTo>
                  <a:lnTo>
                    <a:pt x="1452" y="36"/>
                  </a:lnTo>
                  <a:lnTo>
                    <a:pt x="1452" y="36"/>
                  </a:lnTo>
                  <a:lnTo>
                    <a:pt x="1456" y="37"/>
                  </a:lnTo>
                  <a:lnTo>
                    <a:pt x="1456" y="37"/>
                  </a:lnTo>
                  <a:lnTo>
                    <a:pt x="1457" y="39"/>
                  </a:lnTo>
                  <a:lnTo>
                    <a:pt x="1461" y="38"/>
                  </a:lnTo>
                  <a:lnTo>
                    <a:pt x="1461" y="38"/>
                  </a:lnTo>
                  <a:lnTo>
                    <a:pt x="1460" y="37"/>
                  </a:lnTo>
                  <a:lnTo>
                    <a:pt x="1464" y="37"/>
                  </a:lnTo>
                  <a:lnTo>
                    <a:pt x="1465" y="38"/>
                  </a:lnTo>
                  <a:lnTo>
                    <a:pt x="1464" y="39"/>
                  </a:lnTo>
                  <a:lnTo>
                    <a:pt x="1467" y="42"/>
                  </a:lnTo>
                  <a:lnTo>
                    <a:pt x="1471" y="43"/>
                  </a:lnTo>
                  <a:lnTo>
                    <a:pt x="1473" y="42"/>
                  </a:lnTo>
                  <a:lnTo>
                    <a:pt x="1469" y="41"/>
                  </a:lnTo>
                  <a:lnTo>
                    <a:pt x="1467" y="39"/>
                  </a:lnTo>
                  <a:lnTo>
                    <a:pt x="1467" y="38"/>
                  </a:lnTo>
                  <a:lnTo>
                    <a:pt x="1469" y="37"/>
                  </a:lnTo>
                  <a:lnTo>
                    <a:pt x="1472" y="37"/>
                  </a:lnTo>
                  <a:lnTo>
                    <a:pt x="1477" y="39"/>
                  </a:lnTo>
                  <a:lnTo>
                    <a:pt x="1477" y="42"/>
                  </a:lnTo>
                  <a:lnTo>
                    <a:pt x="1479" y="43"/>
                  </a:lnTo>
                  <a:lnTo>
                    <a:pt x="1480" y="41"/>
                  </a:lnTo>
                  <a:lnTo>
                    <a:pt x="1479" y="41"/>
                  </a:lnTo>
                  <a:lnTo>
                    <a:pt x="1481" y="41"/>
                  </a:lnTo>
                  <a:lnTo>
                    <a:pt x="1483" y="42"/>
                  </a:lnTo>
                  <a:lnTo>
                    <a:pt x="1481" y="43"/>
                  </a:lnTo>
                  <a:lnTo>
                    <a:pt x="1484" y="46"/>
                  </a:lnTo>
                  <a:lnTo>
                    <a:pt x="1488" y="53"/>
                  </a:lnTo>
                  <a:lnTo>
                    <a:pt x="1492" y="54"/>
                  </a:lnTo>
                  <a:lnTo>
                    <a:pt x="1493" y="57"/>
                  </a:lnTo>
                  <a:lnTo>
                    <a:pt x="1494" y="59"/>
                  </a:lnTo>
                  <a:lnTo>
                    <a:pt x="1496" y="61"/>
                  </a:lnTo>
                  <a:lnTo>
                    <a:pt x="1496" y="62"/>
                  </a:lnTo>
                  <a:lnTo>
                    <a:pt x="1496" y="65"/>
                  </a:lnTo>
                  <a:lnTo>
                    <a:pt x="1498" y="66"/>
                  </a:lnTo>
                  <a:lnTo>
                    <a:pt x="1500" y="63"/>
                  </a:lnTo>
                  <a:lnTo>
                    <a:pt x="1504" y="65"/>
                  </a:lnTo>
                  <a:lnTo>
                    <a:pt x="1505" y="67"/>
                  </a:lnTo>
                  <a:lnTo>
                    <a:pt x="1508" y="68"/>
                  </a:lnTo>
                  <a:lnTo>
                    <a:pt x="1508" y="67"/>
                  </a:lnTo>
                  <a:lnTo>
                    <a:pt x="1506" y="66"/>
                  </a:lnTo>
                  <a:lnTo>
                    <a:pt x="1506" y="65"/>
                  </a:lnTo>
                  <a:lnTo>
                    <a:pt x="1508" y="62"/>
                  </a:lnTo>
                  <a:lnTo>
                    <a:pt x="1509" y="63"/>
                  </a:lnTo>
                  <a:lnTo>
                    <a:pt x="1510" y="66"/>
                  </a:lnTo>
                  <a:lnTo>
                    <a:pt x="1513" y="68"/>
                  </a:lnTo>
                  <a:lnTo>
                    <a:pt x="1511" y="67"/>
                  </a:lnTo>
                  <a:lnTo>
                    <a:pt x="1510" y="63"/>
                  </a:lnTo>
                  <a:lnTo>
                    <a:pt x="1510" y="61"/>
                  </a:lnTo>
                  <a:lnTo>
                    <a:pt x="1509" y="59"/>
                  </a:lnTo>
                  <a:lnTo>
                    <a:pt x="1506" y="61"/>
                  </a:lnTo>
                  <a:lnTo>
                    <a:pt x="1502" y="61"/>
                  </a:lnTo>
                  <a:lnTo>
                    <a:pt x="1502" y="59"/>
                  </a:lnTo>
                  <a:lnTo>
                    <a:pt x="1504" y="58"/>
                  </a:lnTo>
                  <a:lnTo>
                    <a:pt x="1504" y="55"/>
                  </a:lnTo>
                  <a:lnTo>
                    <a:pt x="1498" y="51"/>
                  </a:lnTo>
                  <a:lnTo>
                    <a:pt x="1497" y="50"/>
                  </a:lnTo>
                  <a:lnTo>
                    <a:pt x="1496" y="47"/>
                  </a:lnTo>
                  <a:lnTo>
                    <a:pt x="1494" y="47"/>
                  </a:lnTo>
                  <a:lnTo>
                    <a:pt x="1490" y="50"/>
                  </a:lnTo>
                  <a:lnTo>
                    <a:pt x="1490" y="49"/>
                  </a:lnTo>
                  <a:lnTo>
                    <a:pt x="1493" y="46"/>
                  </a:lnTo>
                  <a:lnTo>
                    <a:pt x="1494" y="43"/>
                  </a:lnTo>
                  <a:lnTo>
                    <a:pt x="1497" y="38"/>
                  </a:lnTo>
                  <a:lnTo>
                    <a:pt x="1500" y="38"/>
                  </a:lnTo>
                  <a:lnTo>
                    <a:pt x="1498" y="39"/>
                  </a:lnTo>
                  <a:lnTo>
                    <a:pt x="1501" y="43"/>
                  </a:lnTo>
                  <a:lnTo>
                    <a:pt x="1504" y="45"/>
                  </a:lnTo>
                  <a:lnTo>
                    <a:pt x="1504" y="43"/>
                  </a:lnTo>
                  <a:lnTo>
                    <a:pt x="1501" y="42"/>
                  </a:lnTo>
                  <a:lnTo>
                    <a:pt x="1501" y="39"/>
                  </a:lnTo>
                  <a:lnTo>
                    <a:pt x="1502" y="39"/>
                  </a:lnTo>
                  <a:lnTo>
                    <a:pt x="1505" y="38"/>
                  </a:lnTo>
                  <a:lnTo>
                    <a:pt x="1505" y="36"/>
                  </a:lnTo>
                  <a:lnTo>
                    <a:pt x="1502" y="36"/>
                  </a:lnTo>
                  <a:lnTo>
                    <a:pt x="1504" y="36"/>
                  </a:lnTo>
                  <a:lnTo>
                    <a:pt x="1505" y="34"/>
                  </a:lnTo>
                  <a:lnTo>
                    <a:pt x="1508" y="34"/>
                  </a:lnTo>
                  <a:lnTo>
                    <a:pt x="1509" y="30"/>
                  </a:lnTo>
                  <a:lnTo>
                    <a:pt x="1511" y="30"/>
                  </a:lnTo>
                  <a:lnTo>
                    <a:pt x="1513" y="33"/>
                  </a:lnTo>
                  <a:lnTo>
                    <a:pt x="1514" y="32"/>
                  </a:lnTo>
                  <a:lnTo>
                    <a:pt x="1515" y="33"/>
                  </a:lnTo>
                  <a:lnTo>
                    <a:pt x="1515" y="33"/>
                  </a:lnTo>
                  <a:lnTo>
                    <a:pt x="1518" y="36"/>
                  </a:lnTo>
                  <a:lnTo>
                    <a:pt x="1522" y="36"/>
                  </a:lnTo>
                  <a:lnTo>
                    <a:pt x="1523" y="36"/>
                  </a:lnTo>
                  <a:lnTo>
                    <a:pt x="1530" y="37"/>
                  </a:lnTo>
                  <a:lnTo>
                    <a:pt x="1530" y="39"/>
                  </a:lnTo>
                  <a:lnTo>
                    <a:pt x="1530" y="41"/>
                  </a:lnTo>
                  <a:lnTo>
                    <a:pt x="1531" y="39"/>
                  </a:lnTo>
                  <a:lnTo>
                    <a:pt x="1533" y="38"/>
                  </a:lnTo>
                  <a:lnTo>
                    <a:pt x="1534" y="38"/>
                  </a:lnTo>
                  <a:lnTo>
                    <a:pt x="1534" y="41"/>
                  </a:lnTo>
                  <a:lnTo>
                    <a:pt x="1536" y="39"/>
                  </a:lnTo>
                  <a:lnTo>
                    <a:pt x="1538" y="37"/>
                  </a:lnTo>
                  <a:lnTo>
                    <a:pt x="1540" y="38"/>
                  </a:lnTo>
                  <a:lnTo>
                    <a:pt x="1540" y="39"/>
                  </a:lnTo>
                  <a:lnTo>
                    <a:pt x="1539" y="41"/>
                  </a:lnTo>
                  <a:lnTo>
                    <a:pt x="1539" y="42"/>
                  </a:lnTo>
                  <a:lnTo>
                    <a:pt x="1540" y="49"/>
                  </a:lnTo>
                  <a:lnTo>
                    <a:pt x="1540" y="53"/>
                  </a:lnTo>
                  <a:lnTo>
                    <a:pt x="1540" y="54"/>
                  </a:lnTo>
                  <a:lnTo>
                    <a:pt x="1543" y="53"/>
                  </a:lnTo>
                  <a:lnTo>
                    <a:pt x="1544" y="55"/>
                  </a:lnTo>
                  <a:lnTo>
                    <a:pt x="1547" y="57"/>
                  </a:lnTo>
                  <a:lnTo>
                    <a:pt x="1547" y="59"/>
                  </a:lnTo>
                  <a:lnTo>
                    <a:pt x="1546" y="61"/>
                  </a:lnTo>
                  <a:lnTo>
                    <a:pt x="1543" y="61"/>
                  </a:lnTo>
                  <a:lnTo>
                    <a:pt x="1538" y="61"/>
                  </a:lnTo>
                  <a:lnTo>
                    <a:pt x="1544" y="62"/>
                  </a:lnTo>
                  <a:lnTo>
                    <a:pt x="1546" y="65"/>
                  </a:lnTo>
                  <a:lnTo>
                    <a:pt x="1544" y="67"/>
                  </a:lnTo>
                  <a:lnTo>
                    <a:pt x="1542" y="67"/>
                  </a:lnTo>
                  <a:lnTo>
                    <a:pt x="1539" y="71"/>
                  </a:lnTo>
                  <a:lnTo>
                    <a:pt x="1539" y="70"/>
                  </a:lnTo>
                  <a:lnTo>
                    <a:pt x="1536" y="72"/>
                  </a:lnTo>
                  <a:lnTo>
                    <a:pt x="1533" y="72"/>
                  </a:lnTo>
                  <a:lnTo>
                    <a:pt x="1530" y="74"/>
                  </a:lnTo>
                  <a:lnTo>
                    <a:pt x="1534" y="74"/>
                  </a:lnTo>
                  <a:lnTo>
                    <a:pt x="1535" y="75"/>
                  </a:lnTo>
                  <a:lnTo>
                    <a:pt x="1536" y="76"/>
                  </a:lnTo>
                  <a:lnTo>
                    <a:pt x="1539" y="75"/>
                  </a:lnTo>
                  <a:lnTo>
                    <a:pt x="1539" y="75"/>
                  </a:lnTo>
                  <a:lnTo>
                    <a:pt x="1540" y="76"/>
                  </a:lnTo>
                  <a:lnTo>
                    <a:pt x="1542" y="80"/>
                  </a:lnTo>
                  <a:lnTo>
                    <a:pt x="1540" y="82"/>
                  </a:lnTo>
                  <a:lnTo>
                    <a:pt x="1539" y="84"/>
                  </a:lnTo>
                  <a:lnTo>
                    <a:pt x="1543" y="82"/>
                  </a:lnTo>
                  <a:lnTo>
                    <a:pt x="1546" y="82"/>
                  </a:lnTo>
                  <a:lnTo>
                    <a:pt x="1548" y="84"/>
                  </a:lnTo>
                  <a:lnTo>
                    <a:pt x="1548" y="86"/>
                  </a:lnTo>
                  <a:lnTo>
                    <a:pt x="1550" y="90"/>
                  </a:lnTo>
                  <a:lnTo>
                    <a:pt x="1547" y="91"/>
                  </a:lnTo>
                  <a:lnTo>
                    <a:pt x="1548" y="92"/>
                  </a:lnTo>
                  <a:lnTo>
                    <a:pt x="1550" y="95"/>
                  </a:lnTo>
                  <a:lnTo>
                    <a:pt x="1547" y="96"/>
                  </a:lnTo>
                  <a:lnTo>
                    <a:pt x="1547" y="97"/>
                  </a:lnTo>
                  <a:lnTo>
                    <a:pt x="1547" y="100"/>
                  </a:lnTo>
                  <a:lnTo>
                    <a:pt x="1547" y="97"/>
                  </a:lnTo>
                  <a:lnTo>
                    <a:pt x="1550" y="97"/>
                  </a:lnTo>
                  <a:lnTo>
                    <a:pt x="1551" y="99"/>
                  </a:lnTo>
                  <a:lnTo>
                    <a:pt x="1551" y="101"/>
                  </a:lnTo>
                  <a:lnTo>
                    <a:pt x="1554" y="101"/>
                  </a:lnTo>
                  <a:lnTo>
                    <a:pt x="1554" y="103"/>
                  </a:lnTo>
                  <a:lnTo>
                    <a:pt x="1555" y="101"/>
                  </a:lnTo>
                  <a:lnTo>
                    <a:pt x="1556" y="100"/>
                  </a:lnTo>
                  <a:lnTo>
                    <a:pt x="1558" y="100"/>
                  </a:lnTo>
                  <a:lnTo>
                    <a:pt x="1560" y="101"/>
                  </a:lnTo>
                  <a:lnTo>
                    <a:pt x="1560" y="104"/>
                  </a:lnTo>
                  <a:lnTo>
                    <a:pt x="1558" y="104"/>
                  </a:lnTo>
                  <a:lnTo>
                    <a:pt x="1556" y="103"/>
                  </a:lnTo>
                  <a:lnTo>
                    <a:pt x="1555" y="105"/>
                  </a:lnTo>
                  <a:lnTo>
                    <a:pt x="1558" y="107"/>
                  </a:lnTo>
                  <a:lnTo>
                    <a:pt x="1559" y="107"/>
                  </a:lnTo>
                  <a:lnTo>
                    <a:pt x="1560" y="109"/>
                  </a:lnTo>
                  <a:lnTo>
                    <a:pt x="1560" y="112"/>
                  </a:lnTo>
                  <a:lnTo>
                    <a:pt x="1558" y="113"/>
                  </a:lnTo>
                  <a:lnTo>
                    <a:pt x="1555" y="109"/>
                  </a:lnTo>
                  <a:lnTo>
                    <a:pt x="1554" y="108"/>
                  </a:lnTo>
                  <a:lnTo>
                    <a:pt x="1555" y="113"/>
                  </a:lnTo>
                  <a:lnTo>
                    <a:pt x="1554" y="115"/>
                  </a:lnTo>
                  <a:lnTo>
                    <a:pt x="1552" y="115"/>
                  </a:lnTo>
                  <a:lnTo>
                    <a:pt x="1552" y="113"/>
                  </a:lnTo>
                  <a:lnTo>
                    <a:pt x="1550" y="113"/>
                  </a:lnTo>
                  <a:lnTo>
                    <a:pt x="1548" y="113"/>
                  </a:lnTo>
                  <a:lnTo>
                    <a:pt x="1543" y="112"/>
                  </a:lnTo>
                  <a:lnTo>
                    <a:pt x="1540" y="113"/>
                  </a:lnTo>
                  <a:lnTo>
                    <a:pt x="1538" y="113"/>
                  </a:lnTo>
                  <a:lnTo>
                    <a:pt x="1539" y="112"/>
                  </a:lnTo>
                  <a:lnTo>
                    <a:pt x="1538" y="111"/>
                  </a:lnTo>
                  <a:lnTo>
                    <a:pt x="1536" y="109"/>
                  </a:lnTo>
                  <a:lnTo>
                    <a:pt x="1536" y="113"/>
                  </a:lnTo>
                  <a:lnTo>
                    <a:pt x="1535" y="113"/>
                  </a:lnTo>
                  <a:lnTo>
                    <a:pt x="1535" y="113"/>
                  </a:lnTo>
                  <a:lnTo>
                    <a:pt x="1536" y="116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3" y="116"/>
                  </a:lnTo>
                  <a:lnTo>
                    <a:pt x="1527" y="117"/>
                  </a:lnTo>
                  <a:lnTo>
                    <a:pt x="1526" y="116"/>
                  </a:lnTo>
                  <a:lnTo>
                    <a:pt x="1526" y="115"/>
                  </a:lnTo>
                  <a:lnTo>
                    <a:pt x="1526" y="112"/>
                  </a:lnTo>
                  <a:lnTo>
                    <a:pt x="1525" y="112"/>
                  </a:lnTo>
                  <a:lnTo>
                    <a:pt x="1519" y="108"/>
                  </a:lnTo>
                  <a:lnTo>
                    <a:pt x="1518" y="107"/>
                  </a:lnTo>
                  <a:lnTo>
                    <a:pt x="1519" y="105"/>
                  </a:lnTo>
                  <a:lnTo>
                    <a:pt x="1515" y="104"/>
                  </a:lnTo>
                  <a:lnTo>
                    <a:pt x="1514" y="107"/>
                  </a:lnTo>
                  <a:lnTo>
                    <a:pt x="1510" y="108"/>
                  </a:lnTo>
                  <a:lnTo>
                    <a:pt x="1509" y="109"/>
                  </a:lnTo>
                  <a:lnTo>
                    <a:pt x="1508" y="111"/>
                  </a:lnTo>
                  <a:lnTo>
                    <a:pt x="1506" y="107"/>
                  </a:lnTo>
                  <a:lnTo>
                    <a:pt x="1505" y="105"/>
                  </a:lnTo>
                  <a:lnTo>
                    <a:pt x="1506" y="107"/>
                  </a:lnTo>
                  <a:lnTo>
                    <a:pt x="1506" y="112"/>
                  </a:lnTo>
                  <a:lnTo>
                    <a:pt x="1506" y="115"/>
                  </a:lnTo>
                  <a:lnTo>
                    <a:pt x="1506" y="117"/>
                  </a:lnTo>
                  <a:lnTo>
                    <a:pt x="1501" y="124"/>
                  </a:lnTo>
                  <a:lnTo>
                    <a:pt x="1500" y="124"/>
                  </a:lnTo>
                  <a:lnTo>
                    <a:pt x="1500" y="118"/>
                  </a:lnTo>
                  <a:lnTo>
                    <a:pt x="1497" y="118"/>
                  </a:lnTo>
                  <a:lnTo>
                    <a:pt x="1494" y="120"/>
                  </a:lnTo>
                  <a:lnTo>
                    <a:pt x="1489" y="115"/>
                  </a:lnTo>
                  <a:lnTo>
                    <a:pt x="1489" y="113"/>
                  </a:lnTo>
                  <a:lnTo>
                    <a:pt x="1488" y="108"/>
                  </a:lnTo>
                  <a:lnTo>
                    <a:pt x="1486" y="107"/>
                  </a:lnTo>
                  <a:lnTo>
                    <a:pt x="1485" y="105"/>
                  </a:lnTo>
                  <a:lnTo>
                    <a:pt x="1484" y="104"/>
                  </a:lnTo>
                  <a:lnTo>
                    <a:pt x="1483" y="104"/>
                  </a:lnTo>
                  <a:lnTo>
                    <a:pt x="1484" y="107"/>
                  </a:lnTo>
                  <a:lnTo>
                    <a:pt x="1484" y="108"/>
                  </a:lnTo>
                  <a:lnTo>
                    <a:pt x="1485" y="111"/>
                  </a:lnTo>
                  <a:lnTo>
                    <a:pt x="1484" y="112"/>
                  </a:lnTo>
                  <a:lnTo>
                    <a:pt x="1480" y="109"/>
                  </a:lnTo>
                  <a:lnTo>
                    <a:pt x="1477" y="107"/>
                  </a:lnTo>
                  <a:lnTo>
                    <a:pt x="1477" y="107"/>
                  </a:lnTo>
                  <a:lnTo>
                    <a:pt x="1479" y="109"/>
                  </a:lnTo>
                  <a:lnTo>
                    <a:pt x="1477" y="111"/>
                  </a:lnTo>
                  <a:lnTo>
                    <a:pt x="1479" y="112"/>
                  </a:lnTo>
                  <a:lnTo>
                    <a:pt x="1481" y="112"/>
                  </a:lnTo>
                  <a:lnTo>
                    <a:pt x="1483" y="113"/>
                  </a:lnTo>
                  <a:lnTo>
                    <a:pt x="1481" y="116"/>
                  </a:lnTo>
                  <a:lnTo>
                    <a:pt x="1479" y="117"/>
                  </a:lnTo>
                  <a:lnTo>
                    <a:pt x="1477" y="118"/>
                  </a:lnTo>
                  <a:lnTo>
                    <a:pt x="1480" y="118"/>
                  </a:lnTo>
                  <a:lnTo>
                    <a:pt x="1486" y="126"/>
                  </a:lnTo>
                  <a:lnTo>
                    <a:pt x="1490" y="128"/>
                  </a:lnTo>
                  <a:lnTo>
                    <a:pt x="1493" y="126"/>
                  </a:lnTo>
                  <a:lnTo>
                    <a:pt x="1496" y="128"/>
                  </a:lnTo>
                  <a:lnTo>
                    <a:pt x="1497" y="132"/>
                  </a:lnTo>
                  <a:lnTo>
                    <a:pt x="1497" y="132"/>
                  </a:lnTo>
                  <a:lnTo>
                    <a:pt x="1494" y="129"/>
                  </a:lnTo>
                  <a:lnTo>
                    <a:pt x="1493" y="129"/>
                  </a:lnTo>
                  <a:lnTo>
                    <a:pt x="1494" y="133"/>
                  </a:lnTo>
                  <a:lnTo>
                    <a:pt x="1498" y="134"/>
                  </a:lnTo>
                  <a:lnTo>
                    <a:pt x="1500" y="138"/>
                  </a:lnTo>
                  <a:lnTo>
                    <a:pt x="1501" y="141"/>
                  </a:lnTo>
                  <a:lnTo>
                    <a:pt x="1501" y="146"/>
                  </a:lnTo>
                  <a:lnTo>
                    <a:pt x="1500" y="153"/>
                  </a:lnTo>
                  <a:lnTo>
                    <a:pt x="1501" y="158"/>
                  </a:lnTo>
                  <a:lnTo>
                    <a:pt x="1501" y="161"/>
                  </a:lnTo>
                  <a:lnTo>
                    <a:pt x="1501" y="163"/>
                  </a:lnTo>
                  <a:lnTo>
                    <a:pt x="1498" y="167"/>
                  </a:lnTo>
                  <a:lnTo>
                    <a:pt x="1498" y="170"/>
                  </a:lnTo>
                  <a:lnTo>
                    <a:pt x="1497" y="171"/>
                  </a:lnTo>
                  <a:lnTo>
                    <a:pt x="1497" y="170"/>
                  </a:lnTo>
                  <a:lnTo>
                    <a:pt x="1497" y="168"/>
                  </a:lnTo>
                  <a:lnTo>
                    <a:pt x="1490" y="172"/>
                  </a:lnTo>
                  <a:lnTo>
                    <a:pt x="1489" y="171"/>
                  </a:lnTo>
                  <a:lnTo>
                    <a:pt x="1486" y="172"/>
                  </a:lnTo>
                  <a:lnTo>
                    <a:pt x="1485" y="172"/>
                  </a:lnTo>
                  <a:lnTo>
                    <a:pt x="1484" y="170"/>
                  </a:lnTo>
                  <a:lnTo>
                    <a:pt x="1481" y="170"/>
                  </a:lnTo>
                  <a:lnTo>
                    <a:pt x="1479" y="166"/>
                  </a:lnTo>
                  <a:lnTo>
                    <a:pt x="1476" y="165"/>
                  </a:lnTo>
                  <a:lnTo>
                    <a:pt x="1472" y="163"/>
                  </a:lnTo>
                  <a:lnTo>
                    <a:pt x="1471" y="162"/>
                  </a:lnTo>
                  <a:lnTo>
                    <a:pt x="1468" y="163"/>
                  </a:lnTo>
                  <a:lnTo>
                    <a:pt x="1467" y="166"/>
                  </a:lnTo>
                  <a:lnTo>
                    <a:pt x="1464" y="166"/>
                  </a:lnTo>
                  <a:lnTo>
                    <a:pt x="1467" y="167"/>
                  </a:lnTo>
                  <a:lnTo>
                    <a:pt x="1469" y="167"/>
                  </a:lnTo>
                  <a:lnTo>
                    <a:pt x="1471" y="165"/>
                  </a:lnTo>
                  <a:lnTo>
                    <a:pt x="1477" y="167"/>
                  </a:lnTo>
                  <a:lnTo>
                    <a:pt x="1479" y="170"/>
                  </a:lnTo>
                  <a:lnTo>
                    <a:pt x="1476" y="171"/>
                  </a:lnTo>
                  <a:lnTo>
                    <a:pt x="1473" y="170"/>
                  </a:lnTo>
                  <a:lnTo>
                    <a:pt x="1471" y="170"/>
                  </a:lnTo>
                  <a:lnTo>
                    <a:pt x="1471" y="172"/>
                  </a:lnTo>
                  <a:lnTo>
                    <a:pt x="1468" y="170"/>
                  </a:lnTo>
                  <a:lnTo>
                    <a:pt x="1467" y="171"/>
                  </a:lnTo>
                  <a:lnTo>
                    <a:pt x="1467" y="171"/>
                  </a:lnTo>
                  <a:lnTo>
                    <a:pt x="1468" y="174"/>
                  </a:lnTo>
                  <a:lnTo>
                    <a:pt x="1472" y="175"/>
                  </a:lnTo>
                  <a:lnTo>
                    <a:pt x="1471" y="179"/>
                  </a:lnTo>
                  <a:lnTo>
                    <a:pt x="1472" y="183"/>
                  </a:lnTo>
                  <a:lnTo>
                    <a:pt x="1475" y="184"/>
                  </a:lnTo>
                  <a:lnTo>
                    <a:pt x="1473" y="183"/>
                  </a:lnTo>
                  <a:lnTo>
                    <a:pt x="1473" y="178"/>
                  </a:lnTo>
                  <a:lnTo>
                    <a:pt x="1475" y="178"/>
                  </a:lnTo>
                  <a:lnTo>
                    <a:pt x="1477" y="178"/>
                  </a:lnTo>
                  <a:lnTo>
                    <a:pt x="1477" y="176"/>
                  </a:lnTo>
                  <a:lnTo>
                    <a:pt x="1481" y="172"/>
                  </a:lnTo>
                  <a:lnTo>
                    <a:pt x="1483" y="172"/>
                  </a:lnTo>
                  <a:lnTo>
                    <a:pt x="1484" y="174"/>
                  </a:lnTo>
                  <a:lnTo>
                    <a:pt x="1484" y="175"/>
                  </a:lnTo>
                  <a:lnTo>
                    <a:pt x="1488" y="180"/>
                  </a:lnTo>
                  <a:lnTo>
                    <a:pt x="1490" y="180"/>
                  </a:lnTo>
                  <a:lnTo>
                    <a:pt x="1493" y="183"/>
                  </a:lnTo>
                  <a:lnTo>
                    <a:pt x="1497" y="183"/>
                  </a:lnTo>
                  <a:lnTo>
                    <a:pt x="1497" y="180"/>
                  </a:lnTo>
                  <a:lnTo>
                    <a:pt x="1497" y="179"/>
                  </a:lnTo>
                  <a:lnTo>
                    <a:pt x="1498" y="179"/>
                  </a:lnTo>
                  <a:lnTo>
                    <a:pt x="1504" y="184"/>
                  </a:lnTo>
                  <a:lnTo>
                    <a:pt x="1505" y="187"/>
                  </a:lnTo>
                  <a:lnTo>
                    <a:pt x="1504" y="186"/>
                  </a:lnTo>
                  <a:lnTo>
                    <a:pt x="1502" y="188"/>
                  </a:lnTo>
                  <a:lnTo>
                    <a:pt x="1508" y="192"/>
                  </a:lnTo>
                  <a:lnTo>
                    <a:pt x="1509" y="192"/>
                  </a:lnTo>
                  <a:lnTo>
                    <a:pt x="1509" y="191"/>
                  </a:lnTo>
                  <a:lnTo>
                    <a:pt x="1509" y="188"/>
                  </a:lnTo>
                  <a:lnTo>
                    <a:pt x="1511" y="191"/>
                  </a:lnTo>
                  <a:lnTo>
                    <a:pt x="1517" y="197"/>
                  </a:lnTo>
                  <a:lnTo>
                    <a:pt x="1515" y="196"/>
                  </a:lnTo>
                  <a:lnTo>
                    <a:pt x="1514" y="196"/>
                  </a:lnTo>
                  <a:lnTo>
                    <a:pt x="1513" y="197"/>
                  </a:lnTo>
                  <a:lnTo>
                    <a:pt x="1514" y="200"/>
                  </a:lnTo>
                  <a:lnTo>
                    <a:pt x="1513" y="201"/>
                  </a:lnTo>
                  <a:lnTo>
                    <a:pt x="1511" y="204"/>
                  </a:lnTo>
                  <a:lnTo>
                    <a:pt x="1513" y="205"/>
                  </a:lnTo>
                  <a:lnTo>
                    <a:pt x="1515" y="204"/>
                  </a:lnTo>
                  <a:lnTo>
                    <a:pt x="1515" y="201"/>
                  </a:lnTo>
                  <a:lnTo>
                    <a:pt x="1517" y="201"/>
                  </a:lnTo>
                  <a:lnTo>
                    <a:pt x="1518" y="201"/>
                  </a:lnTo>
                  <a:lnTo>
                    <a:pt x="1519" y="200"/>
                  </a:lnTo>
                  <a:lnTo>
                    <a:pt x="1521" y="203"/>
                  </a:lnTo>
                  <a:lnTo>
                    <a:pt x="1526" y="207"/>
                  </a:lnTo>
                  <a:lnTo>
                    <a:pt x="1531" y="208"/>
                  </a:lnTo>
                  <a:lnTo>
                    <a:pt x="1535" y="211"/>
                  </a:lnTo>
                  <a:lnTo>
                    <a:pt x="1533" y="212"/>
                  </a:lnTo>
                  <a:lnTo>
                    <a:pt x="1536" y="217"/>
                  </a:lnTo>
                  <a:lnTo>
                    <a:pt x="1539" y="217"/>
                  </a:lnTo>
                  <a:lnTo>
                    <a:pt x="1542" y="222"/>
                  </a:lnTo>
                  <a:lnTo>
                    <a:pt x="1542" y="229"/>
                  </a:lnTo>
                  <a:lnTo>
                    <a:pt x="1540" y="230"/>
                  </a:lnTo>
                  <a:lnTo>
                    <a:pt x="1540" y="232"/>
                  </a:lnTo>
                  <a:lnTo>
                    <a:pt x="1543" y="233"/>
                  </a:lnTo>
                  <a:lnTo>
                    <a:pt x="1544" y="236"/>
                  </a:lnTo>
                  <a:lnTo>
                    <a:pt x="1543" y="236"/>
                  </a:lnTo>
                  <a:lnTo>
                    <a:pt x="1542" y="234"/>
                  </a:lnTo>
                  <a:lnTo>
                    <a:pt x="1533" y="234"/>
                  </a:lnTo>
                  <a:lnTo>
                    <a:pt x="1530" y="233"/>
                  </a:lnTo>
                  <a:lnTo>
                    <a:pt x="1529" y="234"/>
                  </a:lnTo>
                  <a:lnTo>
                    <a:pt x="1526" y="233"/>
                  </a:lnTo>
                  <a:lnTo>
                    <a:pt x="1526" y="232"/>
                  </a:lnTo>
                  <a:lnTo>
                    <a:pt x="1525" y="230"/>
                  </a:lnTo>
                  <a:lnTo>
                    <a:pt x="1523" y="232"/>
                  </a:lnTo>
                  <a:lnTo>
                    <a:pt x="1525" y="233"/>
                  </a:lnTo>
                  <a:lnTo>
                    <a:pt x="1521" y="236"/>
                  </a:lnTo>
                  <a:lnTo>
                    <a:pt x="1518" y="236"/>
                  </a:lnTo>
                  <a:lnTo>
                    <a:pt x="1517" y="237"/>
                  </a:lnTo>
                  <a:lnTo>
                    <a:pt x="1519" y="237"/>
                  </a:lnTo>
                  <a:lnTo>
                    <a:pt x="1515" y="241"/>
                  </a:lnTo>
                  <a:lnTo>
                    <a:pt x="1513" y="241"/>
                  </a:lnTo>
                  <a:lnTo>
                    <a:pt x="1513" y="243"/>
                  </a:lnTo>
                  <a:lnTo>
                    <a:pt x="1514" y="243"/>
                  </a:lnTo>
                  <a:lnTo>
                    <a:pt x="1510" y="249"/>
                  </a:lnTo>
                  <a:lnTo>
                    <a:pt x="1509" y="250"/>
                  </a:lnTo>
                  <a:lnTo>
                    <a:pt x="1509" y="249"/>
                  </a:lnTo>
                  <a:lnTo>
                    <a:pt x="1508" y="249"/>
                  </a:lnTo>
                  <a:lnTo>
                    <a:pt x="1508" y="253"/>
                  </a:lnTo>
                  <a:lnTo>
                    <a:pt x="1509" y="255"/>
                  </a:lnTo>
                  <a:lnTo>
                    <a:pt x="1506" y="258"/>
                  </a:lnTo>
                  <a:lnTo>
                    <a:pt x="1505" y="257"/>
                  </a:lnTo>
                  <a:lnTo>
                    <a:pt x="1505" y="259"/>
                  </a:lnTo>
                  <a:lnTo>
                    <a:pt x="1505" y="261"/>
                  </a:lnTo>
                  <a:lnTo>
                    <a:pt x="1502" y="263"/>
                  </a:lnTo>
                  <a:lnTo>
                    <a:pt x="1501" y="265"/>
                  </a:lnTo>
                  <a:lnTo>
                    <a:pt x="1502" y="266"/>
                  </a:lnTo>
                  <a:lnTo>
                    <a:pt x="1501" y="267"/>
                  </a:lnTo>
                  <a:lnTo>
                    <a:pt x="1501" y="268"/>
                  </a:lnTo>
                  <a:lnTo>
                    <a:pt x="1500" y="268"/>
                  </a:lnTo>
                  <a:lnTo>
                    <a:pt x="1497" y="268"/>
                  </a:lnTo>
                  <a:lnTo>
                    <a:pt x="1498" y="271"/>
                  </a:lnTo>
                  <a:lnTo>
                    <a:pt x="1498" y="272"/>
                  </a:lnTo>
                  <a:lnTo>
                    <a:pt x="1497" y="275"/>
                  </a:lnTo>
                  <a:lnTo>
                    <a:pt x="1497" y="276"/>
                  </a:lnTo>
                  <a:lnTo>
                    <a:pt x="1497" y="278"/>
                  </a:lnTo>
                  <a:lnTo>
                    <a:pt x="1496" y="279"/>
                  </a:lnTo>
                  <a:lnTo>
                    <a:pt x="1494" y="278"/>
                  </a:lnTo>
                  <a:lnTo>
                    <a:pt x="1493" y="278"/>
                  </a:lnTo>
                  <a:lnTo>
                    <a:pt x="1494" y="279"/>
                  </a:lnTo>
                  <a:lnTo>
                    <a:pt x="1497" y="282"/>
                  </a:lnTo>
                  <a:lnTo>
                    <a:pt x="1496" y="284"/>
                  </a:lnTo>
                  <a:lnTo>
                    <a:pt x="1493" y="284"/>
                  </a:lnTo>
                  <a:lnTo>
                    <a:pt x="1493" y="286"/>
                  </a:lnTo>
                  <a:lnTo>
                    <a:pt x="1494" y="286"/>
                  </a:lnTo>
                  <a:lnTo>
                    <a:pt x="1496" y="290"/>
                  </a:lnTo>
                  <a:lnTo>
                    <a:pt x="1494" y="291"/>
                  </a:lnTo>
                  <a:lnTo>
                    <a:pt x="1496" y="292"/>
                  </a:lnTo>
                  <a:lnTo>
                    <a:pt x="1493" y="296"/>
                  </a:lnTo>
                  <a:lnTo>
                    <a:pt x="1494" y="299"/>
                  </a:lnTo>
                  <a:lnTo>
                    <a:pt x="1492" y="303"/>
                  </a:lnTo>
                  <a:lnTo>
                    <a:pt x="1492" y="308"/>
                  </a:lnTo>
                  <a:lnTo>
                    <a:pt x="1490" y="311"/>
                  </a:lnTo>
                  <a:lnTo>
                    <a:pt x="1490" y="312"/>
                  </a:lnTo>
                  <a:lnTo>
                    <a:pt x="1492" y="313"/>
                  </a:lnTo>
                  <a:lnTo>
                    <a:pt x="1492" y="315"/>
                  </a:lnTo>
                  <a:lnTo>
                    <a:pt x="1492" y="316"/>
                  </a:lnTo>
                  <a:lnTo>
                    <a:pt x="1494" y="320"/>
                  </a:lnTo>
                  <a:lnTo>
                    <a:pt x="1494" y="322"/>
                  </a:lnTo>
                  <a:lnTo>
                    <a:pt x="1493" y="321"/>
                  </a:lnTo>
                  <a:lnTo>
                    <a:pt x="1490" y="322"/>
                  </a:lnTo>
                  <a:lnTo>
                    <a:pt x="1488" y="320"/>
                  </a:lnTo>
                  <a:lnTo>
                    <a:pt x="1486" y="321"/>
                  </a:lnTo>
                  <a:lnTo>
                    <a:pt x="1484" y="317"/>
                  </a:lnTo>
                  <a:lnTo>
                    <a:pt x="1484" y="316"/>
                  </a:lnTo>
                  <a:lnTo>
                    <a:pt x="1484" y="316"/>
                  </a:lnTo>
                  <a:lnTo>
                    <a:pt x="1481" y="316"/>
                  </a:lnTo>
                  <a:lnTo>
                    <a:pt x="1480" y="316"/>
                  </a:lnTo>
                  <a:lnTo>
                    <a:pt x="1479" y="313"/>
                  </a:lnTo>
                  <a:lnTo>
                    <a:pt x="1473" y="311"/>
                  </a:lnTo>
                  <a:lnTo>
                    <a:pt x="1469" y="309"/>
                  </a:lnTo>
                  <a:lnTo>
                    <a:pt x="1465" y="312"/>
                  </a:lnTo>
                  <a:lnTo>
                    <a:pt x="1464" y="311"/>
                  </a:lnTo>
                  <a:lnTo>
                    <a:pt x="1461" y="312"/>
                  </a:lnTo>
                  <a:lnTo>
                    <a:pt x="1459" y="315"/>
                  </a:lnTo>
                  <a:lnTo>
                    <a:pt x="1456" y="315"/>
                  </a:lnTo>
                  <a:lnTo>
                    <a:pt x="1456" y="320"/>
                  </a:lnTo>
                  <a:lnTo>
                    <a:pt x="1454" y="321"/>
                  </a:lnTo>
                  <a:lnTo>
                    <a:pt x="1452" y="320"/>
                  </a:lnTo>
                  <a:lnTo>
                    <a:pt x="1454" y="322"/>
                  </a:lnTo>
                  <a:lnTo>
                    <a:pt x="1452" y="325"/>
                  </a:lnTo>
                  <a:lnTo>
                    <a:pt x="1452" y="328"/>
                  </a:lnTo>
                  <a:lnTo>
                    <a:pt x="1452" y="329"/>
                  </a:lnTo>
                  <a:lnTo>
                    <a:pt x="1451" y="336"/>
                  </a:lnTo>
                  <a:lnTo>
                    <a:pt x="1450" y="337"/>
                  </a:lnTo>
                  <a:lnTo>
                    <a:pt x="1448" y="336"/>
                  </a:lnTo>
                  <a:lnTo>
                    <a:pt x="1446" y="328"/>
                  </a:lnTo>
                  <a:lnTo>
                    <a:pt x="1446" y="325"/>
                  </a:lnTo>
                  <a:lnTo>
                    <a:pt x="1443" y="324"/>
                  </a:lnTo>
                  <a:lnTo>
                    <a:pt x="1442" y="321"/>
                  </a:lnTo>
                  <a:lnTo>
                    <a:pt x="1442" y="324"/>
                  </a:lnTo>
                  <a:lnTo>
                    <a:pt x="1438" y="329"/>
                  </a:lnTo>
                  <a:lnTo>
                    <a:pt x="1436" y="330"/>
                  </a:lnTo>
                  <a:lnTo>
                    <a:pt x="1436" y="333"/>
                  </a:lnTo>
                  <a:lnTo>
                    <a:pt x="1439" y="333"/>
                  </a:lnTo>
                  <a:lnTo>
                    <a:pt x="1436" y="338"/>
                  </a:lnTo>
                  <a:lnTo>
                    <a:pt x="1434" y="336"/>
                  </a:lnTo>
                  <a:lnTo>
                    <a:pt x="1432" y="336"/>
                  </a:lnTo>
                  <a:lnTo>
                    <a:pt x="1431" y="334"/>
                  </a:lnTo>
                  <a:lnTo>
                    <a:pt x="1430" y="334"/>
                  </a:lnTo>
                  <a:lnTo>
                    <a:pt x="1429" y="338"/>
                  </a:lnTo>
                  <a:lnTo>
                    <a:pt x="1427" y="338"/>
                  </a:lnTo>
                  <a:lnTo>
                    <a:pt x="1426" y="337"/>
                  </a:lnTo>
                  <a:lnTo>
                    <a:pt x="1423" y="337"/>
                  </a:lnTo>
                  <a:lnTo>
                    <a:pt x="1423" y="338"/>
                  </a:lnTo>
                  <a:lnTo>
                    <a:pt x="1425" y="341"/>
                  </a:lnTo>
                  <a:lnTo>
                    <a:pt x="1423" y="342"/>
                  </a:lnTo>
                  <a:lnTo>
                    <a:pt x="1423" y="343"/>
                  </a:lnTo>
                  <a:lnTo>
                    <a:pt x="1422" y="346"/>
                  </a:lnTo>
                  <a:lnTo>
                    <a:pt x="1425" y="349"/>
                  </a:lnTo>
                  <a:lnTo>
                    <a:pt x="1426" y="351"/>
                  </a:lnTo>
                  <a:lnTo>
                    <a:pt x="1425" y="351"/>
                  </a:lnTo>
                  <a:lnTo>
                    <a:pt x="1425" y="353"/>
                  </a:lnTo>
                  <a:lnTo>
                    <a:pt x="1427" y="354"/>
                  </a:lnTo>
                  <a:lnTo>
                    <a:pt x="1429" y="355"/>
                  </a:lnTo>
                  <a:lnTo>
                    <a:pt x="1430" y="358"/>
                  </a:lnTo>
                  <a:lnTo>
                    <a:pt x="1429" y="358"/>
                  </a:lnTo>
                  <a:lnTo>
                    <a:pt x="1427" y="359"/>
                  </a:lnTo>
                  <a:lnTo>
                    <a:pt x="1430" y="361"/>
                  </a:lnTo>
                  <a:lnTo>
                    <a:pt x="1431" y="362"/>
                  </a:lnTo>
                  <a:lnTo>
                    <a:pt x="1431" y="363"/>
                  </a:lnTo>
                  <a:lnTo>
                    <a:pt x="1429" y="362"/>
                  </a:lnTo>
                  <a:lnTo>
                    <a:pt x="1427" y="362"/>
                  </a:lnTo>
                  <a:lnTo>
                    <a:pt x="1427" y="363"/>
                  </a:lnTo>
                  <a:lnTo>
                    <a:pt x="1430" y="366"/>
                  </a:lnTo>
                  <a:lnTo>
                    <a:pt x="1431" y="365"/>
                  </a:lnTo>
                  <a:lnTo>
                    <a:pt x="1431" y="367"/>
                  </a:lnTo>
                  <a:lnTo>
                    <a:pt x="1430" y="370"/>
                  </a:lnTo>
                  <a:lnTo>
                    <a:pt x="1430" y="372"/>
                  </a:lnTo>
                  <a:lnTo>
                    <a:pt x="1429" y="374"/>
                  </a:lnTo>
                  <a:lnTo>
                    <a:pt x="1430" y="378"/>
                  </a:lnTo>
                  <a:lnTo>
                    <a:pt x="1429" y="379"/>
                  </a:lnTo>
                  <a:lnTo>
                    <a:pt x="1430" y="382"/>
                  </a:lnTo>
                  <a:lnTo>
                    <a:pt x="1430" y="383"/>
                  </a:lnTo>
                  <a:lnTo>
                    <a:pt x="1430" y="386"/>
                  </a:lnTo>
                  <a:lnTo>
                    <a:pt x="1432" y="390"/>
                  </a:lnTo>
                  <a:lnTo>
                    <a:pt x="1431" y="391"/>
                  </a:lnTo>
                  <a:lnTo>
                    <a:pt x="1432" y="392"/>
                  </a:lnTo>
                  <a:lnTo>
                    <a:pt x="1435" y="395"/>
                  </a:lnTo>
                  <a:lnTo>
                    <a:pt x="1439" y="399"/>
                  </a:lnTo>
                  <a:lnTo>
                    <a:pt x="1442" y="400"/>
                  </a:lnTo>
                  <a:lnTo>
                    <a:pt x="1442" y="399"/>
                  </a:lnTo>
                  <a:lnTo>
                    <a:pt x="1443" y="397"/>
                  </a:lnTo>
                  <a:lnTo>
                    <a:pt x="1440" y="393"/>
                  </a:lnTo>
                  <a:lnTo>
                    <a:pt x="1439" y="392"/>
                  </a:lnTo>
                  <a:lnTo>
                    <a:pt x="1442" y="391"/>
                  </a:lnTo>
                  <a:lnTo>
                    <a:pt x="1444" y="391"/>
                  </a:lnTo>
                  <a:lnTo>
                    <a:pt x="1448" y="393"/>
                  </a:lnTo>
                  <a:lnTo>
                    <a:pt x="1450" y="393"/>
                  </a:lnTo>
                  <a:lnTo>
                    <a:pt x="1451" y="395"/>
                  </a:lnTo>
                  <a:lnTo>
                    <a:pt x="1451" y="396"/>
                  </a:lnTo>
                  <a:lnTo>
                    <a:pt x="1451" y="397"/>
                  </a:lnTo>
                  <a:lnTo>
                    <a:pt x="1452" y="400"/>
                  </a:lnTo>
                  <a:lnTo>
                    <a:pt x="1451" y="401"/>
                  </a:lnTo>
                  <a:lnTo>
                    <a:pt x="1452" y="404"/>
                  </a:lnTo>
                  <a:lnTo>
                    <a:pt x="1451" y="404"/>
                  </a:lnTo>
                  <a:lnTo>
                    <a:pt x="1450" y="407"/>
                  </a:lnTo>
                  <a:lnTo>
                    <a:pt x="1451" y="411"/>
                  </a:lnTo>
                  <a:lnTo>
                    <a:pt x="1454" y="413"/>
                  </a:lnTo>
                  <a:lnTo>
                    <a:pt x="1452" y="417"/>
                  </a:lnTo>
                  <a:lnTo>
                    <a:pt x="1455" y="420"/>
                  </a:lnTo>
                  <a:lnTo>
                    <a:pt x="1456" y="418"/>
                  </a:lnTo>
                  <a:lnTo>
                    <a:pt x="1456" y="417"/>
                  </a:lnTo>
                  <a:lnTo>
                    <a:pt x="1459" y="416"/>
                  </a:lnTo>
                  <a:lnTo>
                    <a:pt x="1459" y="415"/>
                  </a:lnTo>
                  <a:lnTo>
                    <a:pt x="1460" y="416"/>
                  </a:lnTo>
                  <a:lnTo>
                    <a:pt x="1463" y="417"/>
                  </a:lnTo>
                  <a:lnTo>
                    <a:pt x="1461" y="422"/>
                  </a:lnTo>
                  <a:lnTo>
                    <a:pt x="1467" y="426"/>
                  </a:lnTo>
                  <a:lnTo>
                    <a:pt x="1469" y="430"/>
                  </a:lnTo>
                  <a:lnTo>
                    <a:pt x="1468" y="433"/>
                  </a:lnTo>
                  <a:lnTo>
                    <a:pt x="1468" y="436"/>
                  </a:lnTo>
                  <a:lnTo>
                    <a:pt x="1467" y="436"/>
                  </a:lnTo>
                  <a:lnTo>
                    <a:pt x="1463" y="434"/>
                  </a:lnTo>
                  <a:lnTo>
                    <a:pt x="1460" y="433"/>
                  </a:lnTo>
                  <a:lnTo>
                    <a:pt x="1460" y="429"/>
                  </a:lnTo>
                  <a:lnTo>
                    <a:pt x="1460" y="426"/>
                  </a:lnTo>
                  <a:lnTo>
                    <a:pt x="1461" y="424"/>
                  </a:lnTo>
                  <a:lnTo>
                    <a:pt x="1460" y="421"/>
                  </a:lnTo>
                  <a:lnTo>
                    <a:pt x="1459" y="422"/>
                  </a:lnTo>
                  <a:lnTo>
                    <a:pt x="1460" y="424"/>
                  </a:lnTo>
                  <a:lnTo>
                    <a:pt x="1460" y="425"/>
                  </a:lnTo>
                  <a:lnTo>
                    <a:pt x="1457" y="426"/>
                  </a:lnTo>
                  <a:lnTo>
                    <a:pt x="1455" y="429"/>
                  </a:lnTo>
                  <a:lnTo>
                    <a:pt x="1456" y="430"/>
                  </a:lnTo>
                  <a:lnTo>
                    <a:pt x="1459" y="430"/>
                  </a:lnTo>
                  <a:lnTo>
                    <a:pt x="1459" y="433"/>
                  </a:lnTo>
                  <a:lnTo>
                    <a:pt x="1456" y="436"/>
                  </a:lnTo>
                  <a:lnTo>
                    <a:pt x="1457" y="440"/>
                  </a:lnTo>
                  <a:lnTo>
                    <a:pt x="1457" y="440"/>
                  </a:lnTo>
                  <a:lnTo>
                    <a:pt x="1457" y="449"/>
                  </a:lnTo>
                  <a:lnTo>
                    <a:pt x="1459" y="450"/>
                  </a:lnTo>
                  <a:lnTo>
                    <a:pt x="1459" y="453"/>
                  </a:lnTo>
                  <a:lnTo>
                    <a:pt x="1465" y="461"/>
                  </a:lnTo>
                  <a:lnTo>
                    <a:pt x="1467" y="461"/>
                  </a:lnTo>
                  <a:lnTo>
                    <a:pt x="1471" y="467"/>
                  </a:lnTo>
                  <a:lnTo>
                    <a:pt x="1473" y="468"/>
                  </a:lnTo>
                  <a:lnTo>
                    <a:pt x="1472" y="470"/>
                  </a:lnTo>
                  <a:lnTo>
                    <a:pt x="1472" y="474"/>
                  </a:lnTo>
                  <a:lnTo>
                    <a:pt x="1465" y="476"/>
                  </a:lnTo>
                  <a:lnTo>
                    <a:pt x="1464" y="475"/>
                  </a:lnTo>
                  <a:lnTo>
                    <a:pt x="1460" y="478"/>
                  </a:lnTo>
                  <a:lnTo>
                    <a:pt x="1459" y="476"/>
                  </a:lnTo>
                  <a:lnTo>
                    <a:pt x="1460" y="478"/>
                  </a:lnTo>
                  <a:lnTo>
                    <a:pt x="1457" y="483"/>
                  </a:lnTo>
                  <a:lnTo>
                    <a:pt x="1457" y="486"/>
                  </a:lnTo>
                  <a:lnTo>
                    <a:pt x="1456" y="487"/>
                  </a:lnTo>
                  <a:lnTo>
                    <a:pt x="1457" y="490"/>
                  </a:lnTo>
                  <a:lnTo>
                    <a:pt x="1456" y="495"/>
                  </a:lnTo>
                  <a:lnTo>
                    <a:pt x="1459" y="501"/>
                  </a:lnTo>
                  <a:lnTo>
                    <a:pt x="1461" y="504"/>
                  </a:lnTo>
                  <a:lnTo>
                    <a:pt x="1461" y="507"/>
                  </a:lnTo>
                  <a:lnTo>
                    <a:pt x="1465" y="508"/>
                  </a:lnTo>
                  <a:lnTo>
                    <a:pt x="1467" y="511"/>
                  </a:lnTo>
                  <a:lnTo>
                    <a:pt x="1464" y="511"/>
                  </a:lnTo>
                  <a:lnTo>
                    <a:pt x="1463" y="509"/>
                  </a:lnTo>
                  <a:lnTo>
                    <a:pt x="1461" y="511"/>
                  </a:lnTo>
                  <a:lnTo>
                    <a:pt x="1459" y="513"/>
                  </a:lnTo>
                  <a:lnTo>
                    <a:pt x="1457" y="512"/>
                  </a:lnTo>
                  <a:lnTo>
                    <a:pt x="1454" y="516"/>
                  </a:lnTo>
                  <a:lnTo>
                    <a:pt x="1451" y="513"/>
                  </a:lnTo>
                  <a:lnTo>
                    <a:pt x="1450" y="516"/>
                  </a:lnTo>
                  <a:lnTo>
                    <a:pt x="1452" y="517"/>
                  </a:lnTo>
                  <a:lnTo>
                    <a:pt x="1454" y="517"/>
                  </a:lnTo>
                  <a:lnTo>
                    <a:pt x="1454" y="520"/>
                  </a:lnTo>
                  <a:lnTo>
                    <a:pt x="1454" y="521"/>
                  </a:lnTo>
                  <a:lnTo>
                    <a:pt x="1455" y="524"/>
                  </a:lnTo>
                  <a:lnTo>
                    <a:pt x="1455" y="525"/>
                  </a:lnTo>
                  <a:lnTo>
                    <a:pt x="1454" y="525"/>
                  </a:lnTo>
                  <a:lnTo>
                    <a:pt x="1455" y="528"/>
                  </a:lnTo>
                  <a:lnTo>
                    <a:pt x="1454" y="529"/>
                  </a:lnTo>
                  <a:lnTo>
                    <a:pt x="1455" y="530"/>
                  </a:lnTo>
                  <a:lnTo>
                    <a:pt x="1456" y="529"/>
                  </a:lnTo>
                  <a:lnTo>
                    <a:pt x="1459" y="532"/>
                  </a:lnTo>
                  <a:lnTo>
                    <a:pt x="1457" y="533"/>
                  </a:lnTo>
                  <a:lnTo>
                    <a:pt x="1456" y="537"/>
                  </a:lnTo>
                  <a:lnTo>
                    <a:pt x="1457" y="540"/>
                  </a:lnTo>
                  <a:lnTo>
                    <a:pt x="1457" y="543"/>
                  </a:lnTo>
                  <a:lnTo>
                    <a:pt x="1456" y="546"/>
                  </a:lnTo>
                  <a:lnTo>
                    <a:pt x="1456" y="547"/>
                  </a:lnTo>
                  <a:lnTo>
                    <a:pt x="1456" y="549"/>
                  </a:lnTo>
                  <a:lnTo>
                    <a:pt x="1454" y="551"/>
                  </a:lnTo>
                  <a:lnTo>
                    <a:pt x="1454" y="554"/>
                  </a:lnTo>
                  <a:lnTo>
                    <a:pt x="1452" y="554"/>
                  </a:lnTo>
                  <a:lnTo>
                    <a:pt x="1451" y="559"/>
                  </a:lnTo>
                  <a:lnTo>
                    <a:pt x="1448" y="566"/>
                  </a:lnTo>
                  <a:lnTo>
                    <a:pt x="1450" y="563"/>
                  </a:lnTo>
                  <a:lnTo>
                    <a:pt x="1448" y="561"/>
                  </a:lnTo>
                  <a:lnTo>
                    <a:pt x="1448" y="558"/>
                  </a:lnTo>
                  <a:lnTo>
                    <a:pt x="1448" y="557"/>
                  </a:lnTo>
                  <a:lnTo>
                    <a:pt x="1443" y="557"/>
                  </a:lnTo>
                  <a:lnTo>
                    <a:pt x="1440" y="553"/>
                  </a:lnTo>
                  <a:lnTo>
                    <a:pt x="1440" y="549"/>
                  </a:lnTo>
                  <a:lnTo>
                    <a:pt x="1435" y="538"/>
                  </a:lnTo>
                  <a:lnTo>
                    <a:pt x="1432" y="533"/>
                  </a:lnTo>
                  <a:lnTo>
                    <a:pt x="1434" y="534"/>
                  </a:lnTo>
                  <a:lnTo>
                    <a:pt x="1436" y="533"/>
                  </a:lnTo>
                  <a:lnTo>
                    <a:pt x="1436" y="530"/>
                  </a:lnTo>
                  <a:lnTo>
                    <a:pt x="1435" y="532"/>
                  </a:lnTo>
                  <a:lnTo>
                    <a:pt x="1432" y="532"/>
                  </a:lnTo>
                  <a:lnTo>
                    <a:pt x="1427" y="529"/>
                  </a:lnTo>
                  <a:lnTo>
                    <a:pt x="1419" y="513"/>
                  </a:lnTo>
                  <a:lnTo>
                    <a:pt x="1410" y="503"/>
                  </a:lnTo>
                  <a:lnTo>
                    <a:pt x="1410" y="500"/>
                  </a:lnTo>
                  <a:lnTo>
                    <a:pt x="1407" y="496"/>
                  </a:lnTo>
                  <a:lnTo>
                    <a:pt x="1401" y="486"/>
                  </a:lnTo>
                  <a:lnTo>
                    <a:pt x="1394" y="474"/>
                  </a:lnTo>
                  <a:lnTo>
                    <a:pt x="1389" y="462"/>
                  </a:lnTo>
                  <a:lnTo>
                    <a:pt x="1389" y="457"/>
                  </a:lnTo>
                  <a:lnTo>
                    <a:pt x="1386" y="451"/>
                  </a:lnTo>
                  <a:lnTo>
                    <a:pt x="1385" y="443"/>
                  </a:lnTo>
                  <a:lnTo>
                    <a:pt x="1382" y="440"/>
                  </a:lnTo>
                  <a:lnTo>
                    <a:pt x="1384" y="434"/>
                  </a:lnTo>
                  <a:lnTo>
                    <a:pt x="1386" y="432"/>
                  </a:lnTo>
                  <a:lnTo>
                    <a:pt x="1386" y="428"/>
                  </a:lnTo>
                  <a:lnTo>
                    <a:pt x="1389" y="426"/>
                  </a:lnTo>
                  <a:lnTo>
                    <a:pt x="1388" y="425"/>
                  </a:lnTo>
                  <a:lnTo>
                    <a:pt x="1388" y="424"/>
                  </a:lnTo>
                  <a:lnTo>
                    <a:pt x="1388" y="418"/>
                  </a:lnTo>
                  <a:lnTo>
                    <a:pt x="1384" y="412"/>
                  </a:lnTo>
                  <a:lnTo>
                    <a:pt x="1381" y="412"/>
                  </a:lnTo>
                  <a:lnTo>
                    <a:pt x="1381" y="411"/>
                  </a:lnTo>
                  <a:lnTo>
                    <a:pt x="1382" y="408"/>
                  </a:lnTo>
                  <a:lnTo>
                    <a:pt x="1388" y="411"/>
                  </a:lnTo>
                  <a:lnTo>
                    <a:pt x="1390" y="408"/>
                  </a:lnTo>
                  <a:lnTo>
                    <a:pt x="1389" y="405"/>
                  </a:lnTo>
                  <a:lnTo>
                    <a:pt x="1389" y="401"/>
                  </a:lnTo>
                  <a:lnTo>
                    <a:pt x="1394" y="400"/>
                  </a:lnTo>
                  <a:lnTo>
                    <a:pt x="1396" y="401"/>
                  </a:lnTo>
                  <a:lnTo>
                    <a:pt x="1394" y="399"/>
                  </a:lnTo>
                  <a:lnTo>
                    <a:pt x="1397" y="391"/>
                  </a:lnTo>
                  <a:lnTo>
                    <a:pt x="1396" y="387"/>
                  </a:lnTo>
                  <a:lnTo>
                    <a:pt x="1396" y="382"/>
                  </a:lnTo>
                  <a:lnTo>
                    <a:pt x="1394" y="379"/>
                  </a:lnTo>
                  <a:lnTo>
                    <a:pt x="1397" y="378"/>
                  </a:lnTo>
                  <a:lnTo>
                    <a:pt x="1397" y="375"/>
                  </a:lnTo>
                  <a:lnTo>
                    <a:pt x="1396" y="374"/>
                  </a:lnTo>
                  <a:lnTo>
                    <a:pt x="1397" y="370"/>
                  </a:lnTo>
                  <a:lnTo>
                    <a:pt x="1398" y="370"/>
                  </a:lnTo>
                  <a:lnTo>
                    <a:pt x="1396" y="367"/>
                  </a:lnTo>
                  <a:lnTo>
                    <a:pt x="1396" y="365"/>
                  </a:lnTo>
                  <a:lnTo>
                    <a:pt x="1397" y="365"/>
                  </a:lnTo>
                  <a:lnTo>
                    <a:pt x="1397" y="359"/>
                  </a:lnTo>
                  <a:lnTo>
                    <a:pt x="1396" y="358"/>
                  </a:lnTo>
                  <a:lnTo>
                    <a:pt x="1397" y="357"/>
                  </a:lnTo>
                  <a:lnTo>
                    <a:pt x="1400" y="355"/>
                  </a:lnTo>
                  <a:lnTo>
                    <a:pt x="1401" y="354"/>
                  </a:lnTo>
                  <a:lnTo>
                    <a:pt x="1400" y="350"/>
                  </a:lnTo>
                  <a:lnTo>
                    <a:pt x="1401" y="345"/>
                  </a:lnTo>
                  <a:lnTo>
                    <a:pt x="1400" y="343"/>
                  </a:lnTo>
                  <a:lnTo>
                    <a:pt x="1398" y="342"/>
                  </a:lnTo>
                  <a:lnTo>
                    <a:pt x="1401" y="338"/>
                  </a:lnTo>
                  <a:lnTo>
                    <a:pt x="1401" y="336"/>
                  </a:lnTo>
                  <a:lnTo>
                    <a:pt x="1400" y="336"/>
                  </a:lnTo>
                  <a:lnTo>
                    <a:pt x="1398" y="333"/>
                  </a:lnTo>
                  <a:lnTo>
                    <a:pt x="1400" y="332"/>
                  </a:lnTo>
                  <a:lnTo>
                    <a:pt x="1400" y="329"/>
                  </a:lnTo>
                  <a:lnTo>
                    <a:pt x="1402" y="328"/>
                  </a:lnTo>
                  <a:lnTo>
                    <a:pt x="1402" y="328"/>
                  </a:lnTo>
                  <a:lnTo>
                    <a:pt x="1405" y="325"/>
                  </a:lnTo>
                  <a:lnTo>
                    <a:pt x="1405" y="324"/>
                  </a:lnTo>
                  <a:lnTo>
                    <a:pt x="1407" y="320"/>
                  </a:lnTo>
                  <a:lnTo>
                    <a:pt x="1409" y="321"/>
                  </a:lnTo>
                  <a:lnTo>
                    <a:pt x="1411" y="318"/>
                  </a:lnTo>
                  <a:lnTo>
                    <a:pt x="1413" y="318"/>
                  </a:lnTo>
                  <a:lnTo>
                    <a:pt x="1413" y="317"/>
                  </a:lnTo>
                  <a:lnTo>
                    <a:pt x="1413" y="316"/>
                  </a:lnTo>
                  <a:lnTo>
                    <a:pt x="1410" y="316"/>
                  </a:lnTo>
                  <a:lnTo>
                    <a:pt x="1409" y="317"/>
                  </a:lnTo>
                  <a:lnTo>
                    <a:pt x="1406" y="316"/>
                  </a:lnTo>
                  <a:lnTo>
                    <a:pt x="1407" y="311"/>
                  </a:lnTo>
                  <a:lnTo>
                    <a:pt x="1409" y="308"/>
                  </a:lnTo>
                  <a:lnTo>
                    <a:pt x="1407" y="307"/>
                  </a:lnTo>
                  <a:lnTo>
                    <a:pt x="1406" y="304"/>
                  </a:lnTo>
                  <a:lnTo>
                    <a:pt x="1405" y="304"/>
                  </a:lnTo>
                  <a:lnTo>
                    <a:pt x="1405" y="305"/>
                  </a:lnTo>
                  <a:lnTo>
                    <a:pt x="1404" y="305"/>
                  </a:lnTo>
                  <a:lnTo>
                    <a:pt x="1404" y="299"/>
                  </a:lnTo>
                  <a:lnTo>
                    <a:pt x="1404" y="297"/>
                  </a:lnTo>
                  <a:lnTo>
                    <a:pt x="1404" y="296"/>
                  </a:lnTo>
                  <a:lnTo>
                    <a:pt x="1404" y="293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1"/>
                  </a:lnTo>
                  <a:lnTo>
                    <a:pt x="1398" y="287"/>
                  </a:lnTo>
                  <a:lnTo>
                    <a:pt x="1398" y="286"/>
                  </a:lnTo>
                  <a:lnTo>
                    <a:pt x="1397" y="284"/>
                  </a:lnTo>
                  <a:lnTo>
                    <a:pt x="1397" y="282"/>
                  </a:lnTo>
                  <a:lnTo>
                    <a:pt x="1396" y="279"/>
                  </a:lnTo>
                  <a:lnTo>
                    <a:pt x="1396" y="276"/>
                  </a:lnTo>
                  <a:lnTo>
                    <a:pt x="1398" y="274"/>
                  </a:lnTo>
                  <a:lnTo>
                    <a:pt x="1401" y="274"/>
                  </a:lnTo>
                  <a:lnTo>
                    <a:pt x="1404" y="274"/>
                  </a:lnTo>
                  <a:lnTo>
                    <a:pt x="1402" y="272"/>
                  </a:lnTo>
                  <a:lnTo>
                    <a:pt x="1405" y="271"/>
                  </a:lnTo>
                  <a:lnTo>
                    <a:pt x="1404" y="271"/>
                  </a:lnTo>
                  <a:lnTo>
                    <a:pt x="1401" y="271"/>
                  </a:lnTo>
                  <a:lnTo>
                    <a:pt x="1400" y="270"/>
                  </a:lnTo>
                  <a:lnTo>
                    <a:pt x="1397" y="270"/>
                  </a:lnTo>
                  <a:lnTo>
                    <a:pt x="1393" y="267"/>
                  </a:lnTo>
                  <a:lnTo>
                    <a:pt x="1393" y="268"/>
                  </a:lnTo>
                  <a:lnTo>
                    <a:pt x="1389" y="268"/>
                  </a:lnTo>
                  <a:lnTo>
                    <a:pt x="1388" y="271"/>
                  </a:lnTo>
                  <a:lnTo>
                    <a:pt x="1385" y="271"/>
                  </a:lnTo>
                  <a:lnTo>
                    <a:pt x="1381" y="274"/>
                  </a:lnTo>
                  <a:lnTo>
                    <a:pt x="1382" y="275"/>
                  </a:lnTo>
                  <a:lnTo>
                    <a:pt x="1382" y="276"/>
                  </a:lnTo>
                  <a:lnTo>
                    <a:pt x="1385" y="279"/>
                  </a:lnTo>
                  <a:lnTo>
                    <a:pt x="1385" y="282"/>
                  </a:lnTo>
                  <a:lnTo>
                    <a:pt x="1385" y="283"/>
                  </a:lnTo>
                  <a:lnTo>
                    <a:pt x="1385" y="286"/>
                  </a:lnTo>
                  <a:lnTo>
                    <a:pt x="1388" y="287"/>
                  </a:lnTo>
                  <a:lnTo>
                    <a:pt x="1388" y="288"/>
                  </a:lnTo>
                  <a:lnTo>
                    <a:pt x="1389" y="290"/>
                  </a:lnTo>
                  <a:lnTo>
                    <a:pt x="1390" y="295"/>
                  </a:lnTo>
                  <a:lnTo>
                    <a:pt x="1394" y="296"/>
                  </a:lnTo>
                  <a:lnTo>
                    <a:pt x="1393" y="299"/>
                  </a:lnTo>
                  <a:lnTo>
                    <a:pt x="1396" y="300"/>
                  </a:lnTo>
                  <a:lnTo>
                    <a:pt x="1394" y="301"/>
                  </a:lnTo>
                  <a:lnTo>
                    <a:pt x="1393" y="300"/>
                  </a:lnTo>
                  <a:lnTo>
                    <a:pt x="1392" y="299"/>
                  </a:lnTo>
                  <a:lnTo>
                    <a:pt x="1388" y="299"/>
                  </a:lnTo>
                  <a:lnTo>
                    <a:pt x="1386" y="300"/>
                  </a:lnTo>
                  <a:lnTo>
                    <a:pt x="1385" y="304"/>
                  </a:lnTo>
                  <a:lnTo>
                    <a:pt x="1386" y="305"/>
                  </a:lnTo>
                  <a:lnTo>
                    <a:pt x="1386" y="309"/>
                  </a:lnTo>
                  <a:lnTo>
                    <a:pt x="1385" y="309"/>
                  </a:lnTo>
                  <a:lnTo>
                    <a:pt x="1385" y="311"/>
                  </a:lnTo>
                  <a:lnTo>
                    <a:pt x="1386" y="311"/>
                  </a:lnTo>
                  <a:lnTo>
                    <a:pt x="1386" y="313"/>
                  </a:lnTo>
                  <a:lnTo>
                    <a:pt x="1384" y="315"/>
                  </a:lnTo>
                  <a:lnTo>
                    <a:pt x="1385" y="316"/>
                  </a:lnTo>
                  <a:lnTo>
                    <a:pt x="1384" y="318"/>
                  </a:lnTo>
                  <a:lnTo>
                    <a:pt x="1384" y="324"/>
                  </a:lnTo>
                  <a:lnTo>
                    <a:pt x="1382" y="325"/>
                  </a:lnTo>
                  <a:lnTo>
                    <a:pt x="1382" y="326"/>
                  </a:lnTo>
                  <a:lnTo>
                    <a:pt x="1381" y="328"/>
                  </a:lnTo>
                  <a:lnTo>
                    <a:pt x="1380" y="332"/>
                  </a:lnTo>
                  <a:lnTo>
                    <a:pt x="1378" y="329"/>
                  </a:lnTo>
                  <a:lnTo>
                    <a:pt x="1377" y="326"/>
                  </a:lnTo>
                  <a:lnTo>
                    <a:pt x="1378" y="324"/>
                  </a:lnTo>
                  <a:lnTo>
                    <a:pt x="1377" y="322"/>
                  </a:lnTo>
                  <a:lnTo>
                    <a:pt x="1376" y="322"/>
                  </a:lnTo>
                  <a:lnTo>
                    <a:pt x="1375" y="324"/>
                  </a:lnTo>
                  <a:lnTo>
                    <a:pt x="1375" y="326"/>
                  </a:lnTo>
                  <a:lnTo>
                    <a:pt x="1373" y="326"/>
                  </a:lnTo>
                  <a:lnTo>
                    <a:pt x="1372" y="322"/>
                  </a:lnTo>
                  <a:lnTo>
                    <a:pt x="1371" y="322"/>
                  </a:lnTo>
                  <a:lnTo>
                    <a:pt x="1369" y="320"/>
                  </a:lnTo>
                  <a:lnTo>
                    <a:pt x="1367" y="322"/>
                  </a:lnTo>
                  <a:lnTo>
                    <a:pt x="1367" y="321"/>
                  </a:lnTo>
                  <a:lnTo>
                    <a:pt x="1367" y="320"/>
                  </a:lnTo>
                  <a:lnTo>
                    <a:pt x="1368" y="318"/>
                  </a:lnTo>
                  <a:lnTo>
                    <a:pt x="1368" y="317"/>
                  </a:lnTo>
                  <a:lnTo>
                    <a:pt x="1368" y="316"/>
                  </a:lnTo>
                  <a:lnTo>
                    <a:pt x="1368" y="316"/>
                  </a:lnTo>
                  <a:lnTo>
                    <a:pt x="1368" y="313"/>
                  </a:lnTo>
                  <a:lnTo>
                    <a:pt x="1367" y="312"/>
                  </a:lnTo>
                  <a:lnTo>
                    <a:pt x="1368" y="311"/>
                  </a:lnTo>
                  <a:lnTo>
                    <a:pt x="1367" y="308"/>
                  </a:lnTo>
                  <a:lnTo>
                    <a:pt x="1367" y="308"/>
                  </a:lnTo>
                  <a:lnTo>
                    <a:pt x="1367" y="307"/>
                  </a:lnTo>
                  <a:lnTo>
                    <a:pt x="1367" y="304"/>
                  </a:lnTo>
                  <a:lnTo>
                    <a:pt x="1364" y="301"/>
                  </a:lnTo>
                  <a:lnTo>
                    <a:pt x="1364" y="300"/>
                  </a:lnTo>
                  <a:lnTo>
                    <a:pt x="1363" y="300"/>
                  </a:lnTo>
                  <a:lnTo>
                    <a:pt x="1361" y="303"/>
                  </a:lnTo>
                  <a:lnTo>
                    <a:pt x="1360" y="303"/>
                  </a:lnTo>
                  <a:lnTo>
                    <a:pt x="1360" y="307"/>
                  </a:lnTo>
                  <a:lnTo>
                    <a:pt x="1359" y="309"/>
                  </a:lnTo>
                  <a:lnTo>
                    <a:pt x="1357" y="309"/>
                  </a:lnTo>
                  <a:lnTo>
                    <a:pt x="1356" y="305"/>
                  </a:lnTo>
                  <a:lnTo>
                    <a:pt x="1356" y="305"/>
                  </a:lnTo>
                  <a:lnTo>
                    <a:pt x="1355" y="307"/>
                  </a:lnTo>
                  <a:lnTo>
                    <a:pt x="1353" y="304"/>
                  </a:lnTo>
                  <a:lnTo>
                    <a:pt x="1351" y="304"/>
                  </a:lnTo>
                  <a:lnTo>
                    <a:pt x="1351" y="305"/>
                  </a:lnTo>
                  <a:lnTo>
                    <a:pt x="1350" y="305"/>
                  </a:lnTo>
                  <a:lnTo>
                    <a:pt x="1348" y="307"/>
                  </a:lnTo>
                  <a:lnTo>
                    <a:pt x="1347" y="308"/>
                  </a:lnTo>
                  <a:lnTo>
                    <a:pt x="1347" y="309"/>
                  </a:lnTo>
                  <a:lnTo>
                    <a:pt x="1343" y="309"/>
                  </a:lnTo>
                  <a:lnTo>
                    <a:pt x="1342" y="311"/>
                  </a:lnTo>
                  <a:lnTo>
                    <a:pt x="1339" y="311"/>
                  </a:lnTo>
                  <a:lnTo>
                    <a:pt x="1338" y="312"/>
                  </a:lnTo>
                  <a:lnTo>
                    <a:pt x="1335" y="311"/>
                  </a:lnTo>
                  <a:lnTo>
                    <a:pt x="1332" y="315"/>
                  </a:lnTo>
                  <a:lnTo>
                    <a:pt x="1331" y="316"/>
                  </a:lnTo>
                  <a:lnTo>
                    <a:pt x="1331" y="318"/>
                  </a:lnTo>
                  <a:lnTo>
                    <a:pt x="1330" y="321"/>
                  </a:lnTo>
                  <a:lnTo>
                    <a:pt x="1330" y="322"/>
                  </a:lnTo>
                  <a:lnTo>
                    <a:pt x="1331" y="322"/>
                  </a:lnTo>
                  <a:lnTo>
                    <a:pt x="1331" y="326"/>
                  </a:lnTo>
                  <a:lnTo>
                    <a:pt x="1334" y="329"/>
                  </a:lnTo>
                  <a:lnTo>
                    <a:pt x="1332" y="332"/>
                  </a:lnTo>
                  <a:lnTo>
                    <a:pt x="1331" y="340"/>
                  </a:lnTo>
                  <a:lnTo>
                    <a:pt x="1334" y="342"/>
                  </a:lnTo>
                  <a:lnTo>
                    <a:pt x="1331" y="343"/>
                  </a:lnTo>
                  <a:lnTo>
                    <a:pt x="1332" y="343"/>
                  </a:lnTo>
                  <a:lnTo>
                    <a:pt x="1332" y="346"/>
                  </a:lnTo>
                  <a:lnTo>
                    <a:pt x="1330" y="349"/>
                  </a:lnTo>
                  <a:lnTo>
                    <a:pt x="1330" y="353"/>
                  </a:lnTo>
                  <a:lnTo>
                    <a:pt x="1327" y="355"/>
                  </a:lnTo>
                  <a:lnTo>
                    <a:pt x="1327" y="358"/>
                  </a:lnTo>
                  <a:lnTo>
                    <a:pt x="1326" y="362"/>
                  </a:lnTo>
                  <a:lnTo>
                    <a:pt x="1328" y="365"/>
                  </a:lnTo>
                  <a:lnTo>
                    <a:pt x="1327" y="366"/>
                  </a:lnTo>
                  <a:lnTo>
                    <a:pt x="1330" y="370"/>
                  </a:lnTo>
                  <a:lnTo>
                    <a:pt x="1328" y="371"/>
                  </a:lnTo>
                  <a:lnTo>
                    <a:pt x="1328" y="374"/>
                  </a:lnTo>
                  <a:lnTo>
                    <a:pt x="1330" y="374"/>
                  </a:lnTo>
                  <a:lnTo>
                    <a:pt x="1331" y="374"/>
                  </a:lnTo>
                  <a:lnTo>
                    <a:pt x="1334" y="374"/>
                  </a:lnTo>
                  <a:lnTo>
                    <a:pt x="1332" y="372"/>
                  </a:lnTo>
                  <a:lnTo>
                    <a:pt x="1334" y="371"/>
                  </a:lnTo>
                  <a:lnTo>
                    <a:pt x="1336" y="372"/>
                  </a:lnTo>
                  <a:lnTo>
                    <a:pt x="1338" y="372"/>
                  </a:lnTo>
                  <a:lnTo>
                    <a:pt x="1336" y="372"/>
                  </a:lnTo>
                  <a:lnTo>
                    <a:pt x="1338" y="371"/>
                  </a:lnTo>
                  <a:lnTo>
                    <a:pt x="1339" y="372"/>
                  </a:lnTo>
                  <a:lnTo>
                    <a:pt x="1340" y="374"/>
                  </a:lnTo>
                  <a:lnTo>
                    <a:pt x="1342" y="375"/>
                  </a:lnTo>
                  <a:lnTo>
                    <a:pt x="1340" y="375"/>
                  </a:lnTo>
                  <a:lnTo>
                    <a:pt x="1343" y="378"/>
                  </a:lnTo>
                  <a:lnTo>
                    <a:pt x="1342" y="379"/>
                  </a:lnTo>
                  <a:lnTo>
                    <a:pt x="1340" y="379"/>
                  </a:lnTo>
                  <a:lnTo>
                    <a:pt x="1339" y="379"/>
                  </a:lnTo>
                  <a:lnTo>
                    <a:pt x="1338" y="379"/>
                  </a:lnTo>
                  <a:lnTo>
                    <a:pt x="1336" y="380"/>
                  </a:lnTo>
                  <a:lnTo>
                    <a:pt x="1335" y="380"/>
                  </a:lnTo>
                  <a:lnTo>
                    <a:pt x="1336" y="382"/>
                  </a:lnTo>
                  <a:lnTo>
                    <a:pt x="1334" y="386"/>
                  </a:lnTo>
                  <a:lnTo>
                    <a:pt x="1332" y="384"/>
                  </a:lnTo>
                  <a:lnTo>
                    <a:pt x="1332" y="383"/>
                  </a:lnTo>
                  <a:lnTo>
                    <a:pt x="1331" y="382"/>
                  </a:lnTo>
                  <a:lnTo>
                    <a:pt x="1328" y="382"/>
                  </a:lnTo>
                  <a:lnTo>
                    <a:pt x="1327" y="382"/>
                  </a:lnTo>
                  <a:lnTo>
                    <a:pt x="1326" y="382"/>
                  </a:lnTo>
                  <a:lnTo>
                    <a:pt x="1326" y="383"/>
                  </a:lnTo>
                  <a:lnTo>
                    <a:pt x="1326" y="386"/>
                  </a:lnTo>
                  <a:lnTo>
                    <a:pt x="1326" y="386"/>
                  </a:lnTo>
                  <a:lnTo>
                    <a:pt x="1325" y="387"/>
                  </a:lnTo>
                  <a:lnTo>
                    <a:pt x="1323" y="388"/>
                  </a:lnTo>
                  <a:lnTo>
                    <a:pt x="1325" y="390"/>
                  </a:lnTo>
                  <a:lnTo>
                    <a:pt x="1323" y="391"/>
                  </a:lnTo>
                  <a:lnTo>
                    <a:pt x="1321" y="391"/>
                  </a:lnTo>
                  <a:lnTo>
                    <a:pt x="1318" y="387"/>
                  </a:lnTo>
                  <a:lnTo>
                    <a:pt x="1317" y="387"/>
                  </a:lnTo>
                  <a:lnTo>
                    <a:pt x="1318" y="390"/>
                  </a:lnTo>
                  <a:lnTo>
                    <a:pt x="1317" y="391"/>
                  </a:lnTo>
                  <a:lnTo>
                    <a:pt x="1317" y="392"/>
                  </a:lnTo>
                  <a:lnTo>
                    <a:pt x="1315" y="393"/>
                  </a:lnTo>
                  <a:lnTo>
                    <a:pt x="1311" y="395"/>
                  </a:lnTo>
                  <a:lnTo>
                    <a:pt x="1310" y="396"/>
                  </a:lnTo>
                  <a:lnTo>
                    <a:pt x="1307" y="392"/>
                  </a:lnTo>
                  <a:lnTo>
                    <a:pt x="1306" y="392"/>
                  </a:lnTo>
                  <a:lnTo>
                    <a:pt x="1305" y="391"/>
                  </a:lnTo>
                  <a:lnTo>
                    <a:pt x="1305" y="390"/>
                  </a:lnTo>
                  <a:lnTo>
                    <a:pt x="1307" y="390"/>
                  </a:lnTo>
                  <a:lnTo>
                    <a:pt x="1307" y="388"/>
                  </a:lnTo>
                  <a:lnTo>
                    <a:pt x="1307" y="387"/>
                  </a:lnTo>
                  <a:lnTo>
                    <a:pt x="1311" y="387"/>
                  </a:lnTo>
                  <a:lnTo>
                    <a:pt x="1315" y="383"/>
                  </a:lnTo>
                  <a:lnTo>
                    <a:pt x="1315" y="382"/>
                  </a:lnTo>
                  <a:lnTo>
                    <a:pt x="1313" y="382"/>
                  </a:lnTo>
                  <a:lnTo>
                    <a:pt x="1311" y="384"/>
                  </a:lnTo>
                  <a:lnTo>
                    <a:pt x="1309" y="383"/>
                  </a:lnTo>
                  <a:lnTo>
                    <a:pt x="1307" y="382"/>
                  </a:lnTo>
                  <a:lnTo>
                    <a:pt x="1306" y="380"/>
                  </a:lnTo>
                  <a:lnTo>
                    <a:pt x="1303" y="380"/>
                  </a:lnTo>
                  <a:lnTo>
                    <a:pt x="1299" y="379"/>
                  </a:lnTo>
                  <a:lnTo>
                    <a:pt x="1297" y="379"/>
                  </a:lnTo>
                  <a:lnTo>
                    <a:pt x="1298" y="382"/>
                  </a:lnTo>
                  <a:lnTo>
                    <a:pt x="1296" y="382"/>
                  </a:lnTo>
                  <a:lnTo>
                    <a:pt x="1294" y="380"/>
                  </a:lnTo>
                  <a:lnTo>
                    <a:pt x="1294" y="379"/>
                  </a:lnTo>
                  <a:lnTo>
                    <a:pt x="1292" y="380"/>
                  </a:lnTo>
                  <a:lnTo>
                    <a:pt x="1288" y="379"/>
                  </a:lnTo>
                  <a:lnTo>
                    <a:pt x="1285" y="380"/>
                  </a:lnTo>
                  <a:lnTo>
                    <a:pt x="1284" y="378"/>
                  </a:lnTo>
                  <a:lnTo>
                    <a:pt x="1280" y="378"/>
                  </a:lnTo>
                  <a:lnTo>
                    <a:pt x="1277" y="382"/>
                  </a:lnTo>
                  <a:lnTo>
                    <a:pt x="1276" y="382"/>
                  </a:lnTo>
                  <a:lnTo>
                    <a:pt x="1276" y="383"/>
                  </a:lnTo>
                  <a:lnTo>
                    <a:pt x="1278" y="386"/>
                  </a:lnTo>
                  <a:lnTo>
                    <a:pt x="1276" y="387"/>
                  </a:lnTo>
                  <a:lnTo>
                    <a:pt x="1274" y="386"/>
                  </a:lnTo>
                  <a:lnTo>
                    <a:pt x="1273" y="388"/>
                  </a:lnTo>
                  <a:lnTo>
                    <a:pt x="1276" y="390"/>
                  </a:lnTo>
                  <a:lnTo>
                    <a:pt x="1277" y="388"/>
                  </a:lnTo>
                  <a:lnTo>
                    <a:pt x="1278" y="390"/>
                  </a:lnTo>
                  <a:lnTo>
                    <a:pt x="1278" y="391"/>
                  </a:lnTo>
                  <a:lnTo>
                    <a:pt x="1273" y="393"/>
                  </a:lnTo>
                  <a:lnTo>
                    <a:pt x="1272" y="391"/>
                  </a:lnTo>
                  <a:lnTo>
                    <a:pt x="1268" y="391"/>
                  </a:lnTo>
                  <a:lnTo>
                    <a:pt x="1267" y="392"/>
                  </a:lnTo>
                  <a:lnTo>
                    <a:pt x="1268" y="393"/>
                  </a:lnTo>
                  <a:lnTo>
                    <a:pt x="1265" y="393"/>
                  </a:lnTo>
                  <a:lnTo>
                    <a:pt x="1264" y="395"/>
                  </a:lnTo>
                  <a:lnTo>
                    <a:pt x="1263" y="395"/>
                  </a:lnTo>
                  <a:lnTo>
                    <a:pt x="1263" y="393"/>
                  </a:lnTo>
                  <a:lnTo>
                    <a:pt x="1257" y="393"/>
                  </a:lnTo>
                  <a:lnTo>
                    <a:pt x="1256" y="395"/>
                  </a:lnTo>
                  <a:lnTo>
                    <a:pt x="1251" y="393"/>
                  </a:lnTo>
                  <a:lnTo>
                    <a:pt x="1248" y="395"/>
                  </a:lnTo>
                  <a:lnTo>
                    <a:pt x="1248" y="396"/>
                  </a:lnTo>
                  <a:lnTo>
                    <a:pt x="1252" y="399"/>
                  </a:lnTo>
                  <a:lnTo>
                    <a:pt x="1249" y="400"/>
                  </a:lnTo>
                  <a:lnTo>
                    <a:pt x="1248" y="403"/>
                  </a:lnTo>
                  <a:lnTo>
                    <a:pt x="1247" y="400"/>
                  </a:lnTo>
                  <a:lnTo>
                    <a:pt x="1244" y="400"/>
                  </a:lnTo>
                  <a:lnTo>
                    <a:pt x="1245" y="397"/>
                  </a:lnTo>
                  <a:lnTo>
                    <a:pt x="1244" y="396"/>
                  </a:lnTo>
                  <a:lnTo>
                    <a:pt x="1243" y="397"/>
                  </a:lnTo>
                  <a:lnTo>
                    <a:pt x="1240" y="399"/>
                  </a:lnTo>
                  <a:lnTo>
                    <a:pt x="1239" y="399"/>
                  </a:lnTo>
                  <a:lnTo>
                    <a:pt x="1236" y="400"/>
                  </a:lnTo>
                  <a:lnTo>
                    <a:pt x="1234" y="400"/>
                  </a:lnTo>
                  <a:lnTo>
                    <a:pt x="1230" y="401"/>
                  </a:lnTo>
                  <a:lnTo>
                    <a:pt x="1227" y="401"/>
                  </a:lnTo>
                  <a:lnTo>
                    <a:pt x="1223" y="405"/>
                  </a:lnTo>
                  <a:lnTo>
                    <a:pt x="1220" y="405"/>
                  </a:lnTo>
                  <a:lnTo>
                    <a:pt x="1218" y="404"/>
                  </a:lnTo>
                  <a:lnTo>
                    <a:pt x="1217" y="404"/>
                  </a:lnTo>
                  <a:lnTo>
                    <a:pt x="1217" y="407"/>
                  </a:lnTo>
                  <a:lnTo>
                    <a:pt x="1213" y="409"/>
                  </a:lnTo>
                  <a:lnTo>
                    <a:pt x="1211" y="412"/>
                  </a:lnTo>
                  <a:lnTo>
                    <a:pt x="1209" y="415"/>
                  </a:lnTo>
                  <a:lnTo>
                    <a:pt x="1209" y="417"/>
                  </a:lnTo>
                  <a:lnTo>
                    <a:pt x="1211" y="421"/>
                  </a:lnTo>
                  <a:lnTo>
                    <a:pt x="1211" y="426"/>
                  </a:lnTo>
                  <a:lnTo>
                    <a:pt x="1207" y="430"/>
                  </a:lnTo>
                  <a:lnTo>
                    <a:pt x="1206" y="434"/>
                  </a:lnTo>
                  <a:lnTo>
                    <a:pt x="1206" y="437"/>
                  </a:lnTo>
                  <a:lnTo>
                    <a:pt x="1206" y="442"/>
                  </a:lnTo>
                  <a:lnTo>
                    <a:pt x="1207" y="443"/>
                  </a:lnTo>
                  <a:lnTo>
                    <a:pt x="1207" y="446"/>
                  </a:lnTo>
                  <a:lnTo>
                    <a:pt x="1206" y="446"/>
                  </a:lnTo>
                  <a:lnTo>
                    <a:pt x="1205" y="447"/>
                  </a:lnTo>
                  <a:lnTo>
                    <a:pt x="1205" y="450"/>
                  </a:lnTo>
                  <a:lnTo>
                    <a:pt x="1203" y="450"/>
                  </a:lnTo>
                  <a:lnTo>
                    <a:pt x="1205" y="454"/>
                  </a:lnTo>
                  <a:lnTo>
                    <a:pt x="1202" y="457"/>
                  </a:lnTo>
                  <a:lnTo>
                    <a:pt x="1202" y="459"/>
                  </a:lnTo>
                  <a:lnTo>
                    <a:pt x="1199" y="463"/>
                  </a:lnTo>
                  <a:lnTo>
                    <a:pt x="1199" y="466"/>
                  </a:lnTo>
                  <a:lnTo>
                    <a:pt x="1198" y="467"/>
                  </a:lnTo>
                  <a:lnTo>
                    <a:pt x="1197" y="471"/>
                  </a:lnTo>
                  <a:lnTo>
                    <a:pt x="1197" y="471"/>
                  </a:lnTo>
                  <a:lnTo>
                    <a:pt x="1194" y="476"/>
                  </a:lnTo>
                  <a:lnTo>
                    <a:pt x="1195" y="482"/>
                  </a:lnTo>
                  <a:lnTo>
                    <a:pt x="1194" y="483"/>
                  </a:lnTo>
                  <a:lnTo>
                    <a:pt x="1195" y="486"/>
                  </a:lnTo>
                  <a:lnTo>
                    <a:pt x="1193" y="488"/>
                  </a:lnTo>
                  <a:lnTo>
                    <a:pt x="1193" y="491"/>
                  </a:lnTo>
                  <a:lnTo>
                    <a:pt x="1190" y="493"/>
                  </a:lnTo>
                  <a:lnTo>
                    <a:pt x="1192" y="495"/>
                  </a:lnTo>
                  <a:lnTo>
                    <a:pt x="1190" y="496"/>
                  </a:lnTo>
                  <a:lnTo>
                    <a:pt x="1190" y="499"/>
                  </a:lnTo>
                  <a:lnTo>
                    <a:pt x="1186" y="501"/>
                  </a:lnTo>
                  <a:lnTo>
                    <a:pt x="1186" y="505"/>
                  </a:lnTo>
                  <a:lnTo>
                    <a:pt x="1182" y="509"/>
                  </a:lnTo>
                  <a:lnTo>
                    <a:pt x="1182" y="511"/>
                  </a:lnTo>
                  <a:lnTo>
                    <a:pt x="1181" y="515"/>
                  </a:lnTo>
                  <a:lnTo>
                    <a:pt x="1180" y="517"/>
                  </a:lnTo>
                  <a:lnTo>
                    <a:pt x="1178" y="518"/>
                  </a:lnTo>
                  <a:lnTo>
                    <a:pt x="1180" y="521"/>
                  </a:lnTo>
                  <a:lnTo>
                    <a:pt x="1182" y="522"/>
                  </a:lnTo>
                  <a:lnTo>
                    <a:pt x="1184" y="521"/>
                  </a:lnTo>
                  <a:lnTo>
                    <a:pt x="1186" y="524"/>
                  </a:lnTo>
                  <a:lnTo>
                    <a:pt x="1189" y="524"/>
                  </a:lnTo>
                  <a:lnTo>
                    <a:pt x="1192" y="521"/>
                  </a:lnTo>
                  <a:lnTo>
                    <a:pt x="1193" y="521"/>
                  </a:lnTo>
                  <a:lnTo>
                    <a:pt x="1195" y="520"/>
                  </a:lnTo>
                  <a:lnTo>
                    <a:pt x="1197" y="520"/>
                  </a:lnTo>
                  <a:lnTo>
                    <a:pt x="1199" y="518"/>
                  </a:lnTo>
                  <a:lnTo>
                    <a:pt x="1199" y="525"/>
                  </a:lnTo>
                  <a:lnTo>
                    <a:pt x="1202" y="529"/>
                  </a:lnTo>
                  <a:lnTo>
                    <a:pt x="1202" y="532"/>
                  </a:lnTo>
                  <a:lnTo>
                    <a:pt x="1202" y="536"/>
                  </a:lnTo>
                  <a:lnTo>
                    <a:pt x="1205" y="538"/>
                  </a:lnTo>
                  <a:lnTo>
                    <a:pt x="1207" y="536"/>
                  </a:lnTo>
                  <a:lnTo>
                    <a:pt x="1207" y="536"/>
                  </a:lnTo>
                  <a:lnTo>
                    <a:pt x="1209" y="536"/>
                  </a:lnTo>
                  <a:lnTo>
                    <a:pt x="1210" y="533"/>
                  </a:lnTo>
                  <a:lnTo>
                    <a:pt x="1211" y="532"/>
                  </a:lnTo>
                  <a:lnTo>
                    <a:pt x="1213" y="533"/>
                  </a:lnTo>
                  <a:lnTo>
                    <a:pt x="1214" y="532"/>
                  </a:lnTo>
                  <a:lnTo>
                    <a:pt x="1217" y="533"/>
                  </a:lnTo>
                  <a:lnTo>
                    <a:pt x="1215" y="533"/>
                  </a:lnTo>
                  <a:lnTo>
                    <a:pt x="1214" y="536"/>
                  </a:lnTo>
                  <a:lnTo>
                    <a:pt x="1215" y="538"/>
                  </a:lnTo>
                  <a:lnTo>
                    <a:pt x="1214" y="538"/>
                  </a:lnTo>
                  <a:lnTo>
                    <a:pt x="1211" y="541"/>
                  </a:lnTo>
                  <a:lnTo>
                    <a:pt x="1213" y="542"/>
                  </a:lnTo>
                  <a:lnTo>
                    <a:pt x="1218" y="541"/>
                  </a:lnTo>
                  <a:lnTo>
                    <a:pt x="1220" y="540"/>
                  </a:lnTo>
                  <a:lnTo>
                    <a:pt x="1220" y="536"/>
                  </a:lnTo>
                  <a:lnTo>
                    <a:pt x="1220" y="533"/>
                  </a:lnTo>
                  <a:lnTo>
                    <a:pt x="1222" y="532"/>
                  </a:lnTo>
                  <a:lnTo>
                    <a:pt x="1223" y="534"/>
                  </a:lnTo>
                  <a:lnTo>
                    <a:pt x="1223" y="538"/>
                  </a:lnTo>
                  <a:lnTo>
                    <a:pt x="1223" y="541"/>
                  </a:lnTo>
                  <a:lnTo>
                    <a:pt x="1224" y="540"/>
                  </a:lnTo>
                  <a:lnTo>
                    <a:pt x="1226" y="537"/>
                  </a:lnTo>
                  <a:lnTo>
                    <a:pt x="1224" y="533"/>
                  </a:lnTo>
                  <a:lnTo>
                    <a:pt x="1224" y="530"/>
                  </a:lnTo>
                  <a:lnTo>
                    <a:pt x="1223" y="528"/>
                  </a:lnTo>
                  <a:lnTo>
                    <a:pt x="1222" y="524"/>
                  </a:lnTo>
                  <a:lnTo>
                    <a:pt x="1224" y="524"/>
                  </a:lnTo>
                  <a:lnTo>
                    <a:pt x="1226" y="525"/>
                  </a:lnTo>
                  <a:lnTo>
                    <a:pt x="1226" y="526"/>
                  </a:lnTo>
                  <a:lnTo>
                    <a:pt x="1227" y="528"/>
                  </a:lnTo>
                  <a:lnTo>
                    <a:pt x="1228" y="528"/>
                  </a:lnTo>
                  <a:lnTo>
                    <a:pt x="1230" y="526"/>
                  </a:lnTo>
                  <a:lnTo>
                    <a:pt x="1231" y="526"/>
                  </a:lnTo>
                  <a:lnTo>
                    <a:pt x="1234" y="524"/>
                  </a:lnTo>
                  <a:lnTo>
                    <a:pt x="1238" y="526"/>
                  </a:lnTo>
                  <a:lnTo>
                    <a:pt x="1240" y="526"/>
                  </a:lnTo>
                  <a:lnTo>
                    <a:pt x="1242" y="528"/>
                  </a:lnTo>
                  <a:lnTo>
                    <a:pt x="1243" y="530"/>
                  </a:lnTo>
                  <a:lnTo>
                    <a:pt x="1244" y="532"/>
                  </a:lnTo>
                  <a:lnTo>
                    <a:pt x="1247" y="532"/>
                  </a:lnTo>
                  <a:lnTo>
                    <a:pt x="1248" y="533"/>
                  </a:lnTo>
                  <a:lnTo>
                    <a:pt x="1253" y="536"/>
                  </a:lnTo>
                  <a:lnTo>
                    <a:pt x="1255" y="537"/>
                  </a:lnTo>
                  <a:lnTo>
                    <a:pt x="1256" y="537"/>
                  </a:lnTo>
                  <a:lnTo>
                    <a:pt x="1257" y="540"/>
                  </a:lnTo>
                  <a:lnTo>
                    <a:pt x="1259" y="540"/>
                  </a:lnTo>
                  <a:lnTo>
                    <a:pt x="1261" y="543"/>
                  </a:lnTo>
                  <a:lnTo>
                    <a:pt x="1260" y="545"/>
                  </a:lnTo>
                  <a:lnTo>
                    <a:pt x="1260" y="547"/>
                  </a:lnTo>
                  <a:lnTo>
                    <a:pt x="1259" y="547"/>
                  </a:lnTo>
                  <a:lnTo>
                    <a:pt x="1260" y="550"/>
                  </a:lnTo>
                  <a:lnTo>
                    <a:pt x="1263" y="550"/>
                  </a:lnTo>
                  <a:lnTo>
                    <a:pt x="1265" y="554"/>
                  </a:lnTo>
                  <a:lnTo>
                    <a:pt x="1265" y="557"/>
                  </a:lnTo>
                  <a:lnTo>
                    <a:pt x="1264" y="558"/>
                  </a:lnTo>
                  <a:lnTo>
                    <a:pt x="1264" y="561"/>
                  </a:lnTo>
                  <a:lnTo>
                    <a:pt x="1267" y="563"/>
                  </a:lnTo>
                  <a:lnTo>
                    <a:pt x="1268" y="563"/>
                  </a:lnTo>
                  <a:lnTo>
                    <a:pt x="1271" y="562"/>
                  </a:lnTo>
                  <a:lnTo>
                    <a:pt x="1271" y="565"/>
                  </a:lnTo>
                  <a:lnTo>
                    <a:pt x="1269" y="566"/>
                  </a:lnTo>
                  <a:lnTo>
                    <a:pt x="1269" y="568"/>
                  </a:lnTo>
                  <a:lnTo>
                    <a:pt x="1272" y="570"/>
                  </a:lnTo>
                  <a:lnTo>
                    <a:pt x="1271" y="571"/>
                  </a:lnTo>
                  <a:lnTo>
                    <a:pt x="1271" y="572"/>
                  </a:lnTo>
                  <a:lnTo>
                    <a:pt x="1271" y="575"/>
                  </a:lnTo>
                  <a:lnTo>
                    <a:pt x="1269" y="578"/>
                  </a:lnTo>
                  <a:lnTo>
                    <a:pt x="1271" y="578"/>
                  </a:lnTo>
                  <a:lnTo>
                    <a:pt x="1271" y="580"/>
                  </a:lnTo>
                  <a:lnTo>
                    <a:pt x="1271" y="580"/>
                  </a:lnTo>
                  <a:lnTo>
                    <a:pt x="1272" y="582"/>
                  </a:lnTo>
                  <a:lnTo>
                    <a:pt x="1269" y="583"/>
                  </a:lnTo>
                  <a:lnTo>
                    <a:pt x="1272" y="590"/>
                  </a:lnTo>
                  <a:lnTo>
                    <a:pt x="1271" y="591"/>
                  </a:lnTo>
                  <a:lnTo>
                    <a:pt x="1272" y="595"/>
                  </a:lnTo>
                  <a:lnTo>
                    <a:pt x="1272" y="596"/>
                  </a:lnTo>
                  <a:lnTo>
                    <a:pt x="1272" y="599"/>
                  </a:lnTo>
                  <a:lnTo>
                    <a:pt x="1274" y="607"/>
                  </a:lnTo>
                  <a:lnTo>
                    <a:pt x="1276" y="607"/>
                  </a:lnTo>
                  <a:lnTo>
                    <a:pt x="1278" y="605"/>
                  </a:lnTo>
                  <a:lnTo>
                    <a:pt x="1278" y="607"/>
                  </a:lnTo>
                  <a:lnTo>
                    <a:pt x="1277" y="609"/>
                  </a:lnTo>
                  <a:lnTo>
                    <a:pt x="1276" y="611"/>
                  </a:lnTo>
                  <a:lnTo>
                    <a:pt x="1277" y="613"/>
                  </a:lnTo>
                  <a:lnTo>
                    <a:pt x="1278" y="613"/>
                  </a:lnTo>
                  <a:lnTo>
                    <a:pt x="1281" y="616"/>
                  </a:lnTo>
                  <a:lnTo>
                    <a:pt x="1281" y="621"/>
                  </a:lnTo>
                  <a:lnTo>
                    <a:pt x="1281" y="622"/>
                  </a:lnTo>
                  <a:lnTo>
                    <a:pt x="1281" y="624"/>
                  </a:lnTo>
                  <a:lnTo>
                    <a:pt x="1282" y="629"/>
                  </a:lnTo>
                  <a:lnTo>
                    <a:pt x="1284" y="629"/>
                  </a:lnTo>
                  <a:lnTo>
                    <a:pt x="1284" y="632"/>
                  </a:lnTo>
                  <a:lnTo>
                    <a:pt x="1284" y="633"/>
                  </a:lnTo>
                  <a:lnTo>
                    <a:pt x="1284" y="637"/>
                  </a:lnTo>
                  <a:lnTo>
                    <a:pt x="1285" y="640"/>
                  </a:lnTo>
                  <a:lnTo>
                    <a:pt x="1285" y="642"/>
                  </a:lnTo>
                  <a:lnTo>
                    <a:pt x="1281" y="646"/>
                  </a:lnTo>
                  <a:lnTo>
                    <a:pt x="1281" y="649"/>
                  </a:lnTo>
                  <a:lnTo>
                    <a:pt x="1280" y="653"/>
                  </a:lnTo>
                  <a:lnTo>
                    <a:pt x="1280" y="657"/>
                  </a:lnTo>
                  <a:lnTo>
                    <a:pt x="1281" y="657"/>
                  </a:lnTo>
                  <a:lnTo>
                    <a:pt x="1280" y="661"/>
                  </a:lnTo>
                  <a:lnTo>
                    <a:pt x="1278" y="663"/>
                  </a:lnTo>
                  <a:lnTo>
                    <a:pt x="1278" y="666"/>
                  </a:lnTo>
                  <a:lnTo>
                    <a:pt x="1276" y="670"/>
                  </a:lnTo>
                  <a:lnTo>
                    <a:pt x="1277" y="670"/>
                  </a:lnTo>
                  <a:lnTo>
                    <a:pt x="1277" y="671"/>
                  </a:lnTo>
                  <a:lnTo>
                    <a:pt x="1276" y="674"/>
                  </a:lnTo>
                  <a:lnTo>
                    <a:pt x="1277" y="679"/>
                  </a:lnTo>
                  <a:lnTo>
                    <a:pt x="1274" y="682"/>
                  </a:lnTo>
                  <a:lnTo>
                    <a:pt x="1274" y="686"/>
                  </a:lnTo>
                  <a:lnTo>
                    <a:pt x="1276" y="686"/>
                  </a:lnTo>
                  <a:lnTo>
                    <a:pt x="1276" y="688"/>
                  </a:lnTo>
                  <a:lnTo>
                    <a:pt x="1273" y="691"/>
                  </a:lnTo>
                  <a:lnTo>
                    <a:pt x="1273" y="693"/>
                  </a:lnTo>
                  <a:lnTo>
                    <a:pt x="1271" y="696"/>
                  </a:lnTo>
                  <a:lnTo>
                    <a:pt x="1271" y="699"/>
                  </a:lnTo>
                  <a:lnTo>
                    <a:pt x="1268" y="701"/>
                  </a:lnTo>
                  <a:lnTo>
                    <a:pt x="1265" y="712"/>
                  </a:lnTo>
                  <a:lnTo>
                    <a:pt x="1264" y="712"/>
                  </a:lnTo>
                  <a:lnTo>
                    <a:pt x="1264" y="715"/>
                  </a:lnTo>
                  <a:lnTo>
                    <a:pt x="1264" y="716"/>
                  </a:lnTo>
                  <a:lnTo>
                    <a:pt x="1264" y="717"/>
                  </a:lnTo>
                  <a:lnTo>
                    <a:pt x="1261" y="720"/>
                  </a:lnTo>
                  <a:lnTo>
                    <a:pt x="1261" y="721"/>
                  </a:lnTo>
                  <a:lnTo>
                    <a:pt x="1259" y="722"/>
                  </a:lnTo>
                  <a:lnTo>
                    <a:pt x="1259" y="726"/>
                  </a:lnTo>
                  <a:lnTo>
                    <a:pt x="1257" y="726"/>
                  </a:lnTo>
                  <a:lnTo>
                    <a:pt x="1259" y="729"/>
                  </a:lnTo>
                  <a:lnTo>
                    <a:pt x="1256" y="733"/>
                  </a:lnTo>
                  <a:lnTo>
                    <a:pt x="1256" y="733"/>
                  </a:lnTo>
                  <a:lnTo>
                    <a:pt x="1255" y="732"/>
                  </a:lnTo>
                  <a:lnTo>
                    <a:pt x="1255" y="734"/>
                  </a:lnTo>
                  <a:lnTo>
                    <a:pt x="1255" y="737"/>
                  </a:lnTo>
                  <a:lnTo>
                    <a:pt x="1252" y="738"/>
                  </a:lnTo>
                  <a:lnTo>
                    <a:pt x="1253" y="740"/>
                  </a:lnTo>
                  <a:lnTo>
                    <a:pt x="1249" y="745"/>
                  </a:lnTo>
                  <a:lnTo>
                    <a:pt x="1247" y="747"/>
                  </a:lnTo>
                  <a:lnTo>
                    <a:pt x="1245" y="747"/>
                  </a:lnTo>
                  <a:lnTo>
                    <a:pt x="1245" y="749"/>
                  </a:lnTo>
                  <a:lnTo>
                    <a:pt x="1242" y="750"/>
                  </a:lnTo>
                  <a:lnTo>
                    <a:pt x="1239" y="753"/>
                  </a:lnTo>
                  <a:lnTo>
                    <a:pt x="1238" y="751"/>
                  </a:lnTo>
                  <a:lnTo>
                    <a:pt x="1236" y="753"/>
                  </a:lnTo>
                  <a:lnTo>
                    <a:pt x="1232" y="750"/>
                  </a:lnTo>
                  <a:lnTo>
                    <a:pt x="1228" y="749"/>
                  </a:lnTo>
                  <a:lnTo>
                    <a:pt x="1228" y="745"/>
                  </a:lnTo>
                  <a:lnTo>
                    <a:pt x="1227" y="743"/>
                  </a:lnTo>
                  <a:lnTo>
                    <a:pt x="1224" y="745"/>
                  </a:lnTo>
                  <a:lnTo>
                    <a:pt x="1222" y="743"/>
                  </a:lnTo>
                  <a:lnTo>
                    <a:pt x="1222" y="745"/>
                  </a:lnTo>
                  <a:lnTo>
                    <a:pt x="1222" y="747"/>
                  </a:lnTo>
                  <a:lnTo>
                    <a:pt x="1219" y="749"/>
                  </a:lnTo>
                  <a:lnTo>
                    <a:pt x="1219" y="753"/>
                  </a:lnTo>
                  <a:lnTo>
                    <a:pt x="1218" y="754"/>
                  </a:lnTo>
                  <a:lnTo>
                    <a:pt x="1217" y="758"/>
                  </a:lnTo>
                  <a:lnTo>
                    <a:pt x="1215" y="757"/>
                  </a:lnTo>
                  <a:lnTo>
                    <a:pt x="1213" y="758"/>
                  </a:lnTo>
                  <a:lnTo>
                    <a:pt x="1211" y="761"/>
                  </a:lnTo>
                  <a:lnTo>
                    <a:pt x="1211" y="761"/>
                  </a:lnTo>
                  <a:lnTo>
                    <a:pt x="1210" y="761"/>
                  </a:lnTo>
                  <a:lnTo>
                    <a:pt x="1209" y="758"/>
                  </a:lnTo>
                  <a:lnTo>
                    <a:pt x="1209" y="758"/>
                  </a:lnTo>
                  <a:lnTo>
                    <a:pt x="1209" y="757"/>
                  </a:lnTo>
                  <a:lnTo>
                    <a:pt x="1209" y="755"/>
                  </a:lnTo>
                  <a:lnTo>
                    <a:pt x="1209" y="755"/>
                  </a:lnTo>
                  <a:lnTo>
                    <a:pt x="1207" y="753"/>
                  </a:lnTo>
                  <a:lnTo>
                    <a:pt x="1207" y="753"/>
                  </a:lnTo>
                  <a:lnTo>
                    <a:pt x="1209" y="751"/>
                  </a:lnTo>
                  <a:lnTo>
                    <a:pt x="1213" y="751"/>
                  </a:lnTo>
                  <a:lnTo>
                    <a:pt x="1213" y="751"/>
                  </a:lnTo>
                  <a:lnTo>
                    <a:pt x="1213" y="750"/>
                  </a:lnTo>
                  <a:lnTo>
                    <a:pt x="1213" y="749"/>
                  </a:lnTo>
                  <a:lnTo>
                    <a:pt x="1213" y="747"/>
                  </a:lnTo>
                  <a:lnTo>
                    <a:pt x="1214" y="746"/>
                  </a:lnTo>
                  <a:lnTo>
                    <a:pt x="1213" y="743"/>
                  </a:lnTo>
                  <a:lnTo>
                    <a:pt x="1213" y="741"/>
                  </a:lnTo>
                  <a:lnTo>
                    <a:pt x="1211" y="741"/>
                  </a:lnTo>
                  <a:lnTo>
                    <a:pt x="1211" y="737"/>
                  </a:lnTo>
                  <a:lnTo>
                    <a:pt x="1211" y="734"/>
                  </a:lnTo>
                  <a:lnTo>
                    <a:pt x="1211" y="732"/>
                  </a:lnTo>
                  <a:lnTo>
                    <a:pt x="1211" y="729"/>
                  </a:lnTo>
                  <a:lnTo>
                    <a:pt x="1210" y="728"/>
                  </a:lnTo>
                  <a:lnTo>
                    <a:pt x="1209" y="726"/>
                  </a:lnTo>
                  <a:lnTo>
                    <a:pt x="1209" y="724"/>
                  </a:lnTo>
                  <a:lnTo>
                    <a:pt x="1206" y="720"/>
                  </a:lnTo>
                  <a:lnTo>
                    <a:pt x="1205" y="718"/>
                  </a:lnTo>
                  <a:lnTo>
                    <a:pt x="1205" y="717"/>
                  </a:lnTo>
                  <a:lnTo>
                    <a:pt x="1207" y="716"/>
                  </a:lnTo>
                  <a:lnTo>
                    <a:pt x="1209" y="716"/>
                  </a:lnTo>
                  <a:lnTo>
                    <a:pt x="1209" y="715"/>
                  </a:lnTo>
                  <a:lnTo>
                    <a:pt x="1210" y="713"/>
                  </a:lnTo>
                  <a:lnTo>
                    <a:pt x="1211" y="709"/>
                  </a:lnTo>
                  <a:lnTo>
                    <a:pt x="1213" y="709"/>
                  </a:lnTo>
                  <a:lnTo>
                    <a:pt x="1215" y="709"/>
                  </a:lnTo>
                  <a:lnTo>
                    <a:pt x="1217" y="711"/>
                  </a:lnTo>
                  <a:lnTo>
                    <a:pt x="1223" y="712"/>
                  </a:lnTo>
                  <a:lnTo>
                    <a:pt x="1224" y="712"/>
                  </a:lnTo>
                  <a:lnTo>
                    <a:pt x="1226" y="712"/>
                  </a:lnTo>
                  <a:lnTo>
                    <a:pt x="1227" y="711"/>
                  </a:lnTo>
                  <a:lnTo>
                    <a:pt x="1227" y="709"/>
                  </a:lnTo>
                  <a:lnTo>
                    <a:pt x="1226" y="708"/>
                  </a:lnTo>
                  <a:lnTo>
                    <a:pt x="1226" y="707"/>
                  </a:lnTo>
                  <a:lnTo>
                    <a:pt x="1226" y="705"/>
                  </a:lnTo>
                  <a:lnTo>
                    <a:pt x="1226" y="704"/>
                  </a:lnTo>
                  <a:lnTo>
                    <a:pt x="1226" y="703"/>
                  </a:lnTo>
                  <a:lnTo>
                    <a:pt x="1227" y="700"/>
                  </a:lnTo>
                  <a:lnTo>
                    <a:pt x="1227" y="700"/>
                  </a:lnTo>
                  <a:lnTo>
                    <a:pt x="1227" y="697"/>
                  </a:lnTo>
                  <a:lnTo>
                    <a:pt x="1226" y="696"/>
                  </a:lnTo>
                  <a:lnTo>
                    <a:pt x="1227" y="696"/>
                  </a:lnTo>
                  <a:lnTo>
                    <a:pt x="1228" y="695"/>
                  </a:lnTo>
                  <a:lnTo>
                    <a:pt x="1227" y="693"/>
                  </a:lnTo>
                  <a:lnTo>
                    <a:pt x="1227" y="692"/>
                  </a:lnTo>
                  <a:lnTo>
                    <a:pt x="1227" y="691"/>
                  </a:lnTo>
                  <a:lnTo>
                    <a:pt x="1227" y="690"/>
                  </a:lnTo>
                  <a:lnTo>
                    <a:pt x="1228" y="690"/>
                  </a:lnTo>
                  <a:lnTo>
                    <a:pt x="1228" y="688"/>
                  </a:lnTo>
                  <a:lnTo>
                    <a:pt x="1228" y="687"/>
                  </a:lnTo>
                  <a:lnTo>
                    <a:pt x="1227" y="684"/>
                  </a:lnTo>
                  <a:lnTo>
                    <a:pt x="1227" y="682"/>
                  </a:lnTo>
                  <a:lnTo>
                    <a:pt x="1227" y="682"/>
                  </a:lnTo>
                  <a:lnTo>
                    <a:pt x="1228" y="680"/>
                  </a:lnTo>
                  <a:lnTo>
                    <a:pt x="1228" y="680"/>
                  </a:lnTo>
                  <a:lnTo>
                    <a:pt x="1227" y="679"/>
                  </a:lnTo>
                  <a:lnTo>
                    <a:pt x="1227" y="678"/>
                  </a:lnTo>
                  <a:lnTo>
                    <a:pt x="1227" y="678"/>
                  </a:lnTo>
                  <a:lnTo>
                    <a:pt x="1226" y="676"/>
                  </a:lnTo>
                  <a:lnTo>
                    <a:pt x="1227" y="674"/>
                  </a:lnTo>
                  <a:lnTo>
                    <a:pt x="1227" y="672"/>
                  </a:lnTo>
                  <a:lnTo>
                    <a:pt x="1226" y="671"/>
                  </a:lnTo>
                  <a:lnTo>
                    <a:pt x="1226" y="670"/>
                  </a:lnTo>
                  <a:lnTo>
                    <a:pt x="1226" y="670"/>
                  </a:lnTo>
                  <a:lnTo>
                    <a:pt x="1227" y="667"/>
                  </a:lnTo>
                  <a:lnTo>
                    <a:pt x="1228" y="667"/>
                  </a:lnTo>
                  <a:lnTo>
                    <a:pt x="1230" y="666"/>
                  </a:lnTo>
                  <a:lnTo>
                    <a:pt x="1230" y="665"/>
                  </a:lnTo>
                  <a:lnTo>
                    <a:pt x="1230" y="662"/>
                  </a:lnTo>
                  <a:lnTo>
                    <a:pt x="1228" y="661"/>
                  </a:lnTo>
                  <a:lnTo>
                    <a:pt x="1227" y="659"/>
                  </a:lnTo>
                  <a:lnTo>
                    <a:pt x="1227" y="658"/>
                  </a:lnTo>
                  <a:lnTo>
                    <a:pt x="1224" y="655"/>
                  </a:lnTo>
                  <a:lnTo>
                    <a:pt x="1224" y="654"/>
                  </a:lnTo>
                  <a:lnTo>
                    <a:pt x="1226" y="653"/>
                  </a:lnTo>
                  <a:lnTo>
                    <a:pt x="1224" y="651"/>
                  </a:lnTo>
                  <a:lnTo>
                    <a:pt x="1223" y="650"/>
                  </a:lnTo>
                  <a:lnTo>
                    <a:pt x="1222" y="650"/>
                  </a:lnTo>
                  <a:lnTo>
                    <a:pt x="1220" y="649"/>
                  </a:lnTo>
                  <a:lnTo>
                    <a:pt x="1218" y="647"/>
                  </a:lnTo>
                  <a:lnTo>
                    <a:pt x="1217" y="649"/>
                  </a:lnTo>
                  <a:lnTo>
                    <a:pt x="1215" y="649"/>
                  </a:lnTo>
                  <a:lnTo>
                    <a:pt x="1214" y="650"/>
                  </a:lnTo>
                  <a:lnTo>
                    <a:pt x="1214" y="653"/>
                  </a:lnTo>
                  <a:lnTo>
                    <a:pt x="1213" y="653"/>
                  </a:lnTo>
                  <a:lnTo>
                    <a:pt x="1211" y="653"/>
                  </a:lnTo>
                  <a:lnTo>
                    <a:pt x="1210" y="655"/>
                  </a:lnTo>
                  <a:lnTo>
                    <a:pt x="1209" y="655"/>
                  </a:lnTo>
                  <a:lnTo>
                    <a:pt x="1206" y="655"/>
                  </a:lnTo>
                  <a:lnTo>
                    <a:pt x="1206" y="657"/>
                  </a:lnTo>
                  <a:lnTo>
                    <a:pt x="1206" y="659"/>
                  </a:lnTo>
                  <a:lnTo>
                    <a:pt x="1205" y="661"/>
                  </a:lnTo>
                  <a:lnTo>
                    <a:pt x="1203" y="662"/>
                  </a:lnTo>
                  <a:lnTo>
                    <a:pt x="1203" y="663"/>
                  </a:lnTo>
                  <a:lnTo>
                    <a:pt x="1202" y="665"/>
                  </a:lnTo>
                  <a:lnTo>
                    <a:pt x="1201" y="666"/>
                  </a:lnTo>
                  <a:lnTo>
                    <a:pt x="1198" y="666"/>
                  </a:lnTo>
                  <a:lnTo>
                    <a:pt x="1197" y="666"/>
                  </a:lnTo>
                  <a:lnTo>
                    <a:pt x="1195" y="666"/>
                  </a:lnTo>
                  <a:lnTo>
                    <a:pt x="1194" y="667"/>
                  </a:lnTo>
                  <a:lnTo>
                    <a:pt x="1193" y="667"/>
                  </a:lnTo>
                  <a:lnTo>
                    <a:pt x="1192" y="666"/>
                  </a:lnTo>
                  <a:lnTo>
                    <a:pt x="1192" y="665"/>
                  </a:lnTo>
                  <a:lnTo>
                    <a:pt x="1189" y="665"/>
                  </a:lnTo>
                  <a:lnTo>
                    <a:pt x="1188" y="666"/>
                  </a:lnTo>
                  <a:lnTo>
                    <a:pt x="1186" y="666"/>
                  </a:lnTo>
                  <a:lnTo>
                    <a:pt x="1185" y="665"/>
                  </a:lnTo>
                  <a:lnTo>
                    <a:pt x="1184" y="662"/>
                  </a:lnTo>
                  <a:lnTo>
                    <a:pt x="1182" y="662"/>
                  </a:lnTo>
                  <a:lnTo>
                    <a:pt x="1180" y="659"/>
                  </a:lnTo>
                  <a:lnTo>
                    <a:pt x="1180" y="657"/>
                  </a:lnTo>
                  <a:lnTo>
                    <a:pt x="1181" y="657"/>
                  </a:lnTo>
                  <a:lnTo>
                    <a:pt x="1181" y="654"/>
                  </a:lnTo>
                  <a:lnTo>
                    <a:pt x="1180" y="653"/>
                  </a:lnTo>
                  <a:lnTo>
                    <a:pt x="1180" y="650"/>
                  </a:lnTo>
                  <a:lnTo>
                    <a:pt x="1178" y="650"/>
                  </a:lnTo>
                  <a:lnTo>
                    <a:pt x="1177" y="649"/>
                  </a:lnTo>
                  <a:lnTo>
                    <a:pt x="1177" y="647"/>
                  </a:lnTo>
                  <a:lnTo>
                    <a:pt x="1178" y="646"/>
                  </a:lnTo>
                  <a:lnTo>
                    <a:pt x="1178" y="645"/>
                  </a:lnTo>
                  <a:lnTo>
                    <a:pt x="1178" y="643"/>
                  </a:lnTo>
                  <a:lnTo>
                    <a:pt x="1177" y="645"/>
                  </a:lnTo>
                  <a:lnTo>
                    <a:pt x="1176" y="645"/>
                  </a:lnTo>
                  <a:lnTo>
                    <a:pt x="1174" y="645"/>
                  </a:lnTo>
                  <a:lnTo>
                    <a:pt x="1173" y="646"/>
                  </a:lnTo>
                  <a:lnTo>
                    <a:pt x="1172" y="645"/>
                  </a:lnTo>
                  <a:lnTo>
                    <a:pt x="1170" y="645"/>
                  </a:lnTo>
                  <a:lnTo>
                    <a:pt x="1169" y="645"/>
                  </a:lnTo>
                  <a:lnTo>
                    <a:pt x="1169" y="643"/>
                  </a:lnTo>
                  <a:lnTo>
                    <a:pt x="1166" y="642"/>
                  </a:lnTo>
                  <a:lnTo>
                    <a:pt x="1165" y="641"/>
                  </a:lnTo>
                  <a:lnTo>
                    <a:pt x="1165" y="641"/>
                  </a:lnTo>
                  <a:lnTo>
                    <a:pt x="1164" y="641"/>
                  </a:lnTo>
                  <a:lnTo>
                    <a:pt x="1163" y="640"/>
                  </a:lnTo>
                  <a:lnTo>
                    <a:pt x="1163" y="638"/>
                  </a:lnTo>
                  <a:lnTo>
                    <a:pt x="1161" y="638"/>
                  </a:lnTo>
                  <a:lnTo>
                    <a:pt x="1160" y="637"/>
                  </a:lnTo>
                  <a:lnTo>
                    <a:pt x="1160" y="636"/>
                  </a:lnTo>
                  <a:lnTo>
                    <a:pt x="1159" y="634"/>
                  </a:lnTo>
                  <a:lnTo>
                    <a:pt x="1157" y="634"/>
                  </a:lnTo>
                  <a:lnTo>
                    <a:pt x="1157" y="636"/>
                  </a:lnTo>
                  <a:lnTo>
                    <a:pt x="1156" y="636"/>
                  </a:lnTo>
                  <a:lnTo>
                    <a:pt x="1155" y="636"/>
                  </a:lnTo>
                  <a:lnTo>
                    <a:pt x="1155" y="637"/>
                  </a:lnTo>
                  <a:lnTo>
                    <a:pt x="1152" y="636"/>
                  </a:lnTo>
                  <a:lnTo>
                    <a:pt x="1152" y="636"/>
                  </a:lnTo>
                  <a:lnTo>
                    <a:pt x="1151" y="634"/>
                  </a:lnTo>
                  <a:lnTo>
                    <a:pt x="1148" y="634"/>
                  </a:lnTo>
                  <a:lnTo>
                    <a:pt x="1147" y="634"/>
                  </a:lnTo>
                  <a:lnTo>
                    <a:pt x="1148" y="633"/>
                  </a:lnTo>
                  <a:lnTo>
                    <a:pt x="1148" y="632"/>
                  </a:lnTo>
                  <a:lnTo>
                    <a:pt x="1147" y="632"/>
                  </a:lnTo>
                  <a:lnTo>
                    <a:pt x="1145" y="633"/>
                  </a:lnTo>
                  <a:lnTo>
                    <a:pt x="1143" y="633"/>
                  </a:lnTo>
                  <a:lnTo>
                    <a:pt x="1141" y="633"/>
                  </a:lnTo>
                  <a:lnTo>
                    <a:pt x="1140" y="633"/>
                  </a:lnTo>
                  <a:lnTo>
                    <a:pt x="1139" y="633"/>
                  </a:lnTo>
                  <a:lnTo>
                    <a:pt x="1138" y="633"/>
                  </a:lnTo>
                  <a:lnTo>
                    <a:pt x="1138" y="632"/>
                  </a:lnTo>
                  <a:lnTo>
                    <a:pt x="1135" y="630"/>
                  </a:lnTo>
                  <a:lnTo>
                    <a:pt x="1132" y="628"/>
                  </a:lnTo>
                  <a:lnTo>
                    <a:pt x="1131" y="625"/>
                  </a:lnTo>
                  <a:lnTo>
                    <a:pt x="1131" y="624"/>
                  </a:lnTo>
                  <a:lnTo>
                    <a:pt x="1131" y="622"/>
                  </a:lnTo>
                  <a:lnTo>
                    <a:pt x="1130" y="621"/>
                  </a:lnTo>
                  <a:lnTo>
                    <a:pt x="1128" y="621"/>
                  </a:lnTo>
                  <a:lnTo>
                    <a:pt x="1128" y="618"/>
                  </a:lnTo>
                  <a:lnTo>
                    <a:pt x="1127" y="617"/>
                  </a:lnTo>
                  <a:lnTo>
                    <a:pt x="1127" y="616"/>
                  </a:lnTo>
                  <a:lnTo>
                    <a:pt x="1126" y="613"/>
                  </a:lnTo>
                  <a:lnTo>
                    <a:pt x="1122" y="611"/>
                  </a:lnTo>
                  <a:lnTo>
                    <a:pt x="1119" y="607"/>
                  </a:lnTo>
                  <a:lnTo>
                    <a:pt x="1119" y="605"/>
                  </a:lnTo>
                  <a:lnTo>
                    <a:pt x="1118" y="604"/>
                  </a:lnTo>
                  <a:lnTo>
                    <a:pt x="1116" y="604"/>
                  </a:lnTo>
                  <a:lnTo>
                    <a:pt x="1116" y="604"/>
                  </a:lnTo>
                  <a:lnTo>
                    <a:pt x="1116" y="603"/>
                  </a:lnTo>
                  <a:lnTo>
                    <a:pt x="1116" y="601"/>
                  </a:lnTo>
                  <a:lnTo>
                    <a:pt x="1115" y="600"/>
                  </a:lnTo>
                  <a:lnTo>
                    <a:pt x="1114" y="599"/>
                  </a:lnTo>
                  <a:lnTo>
                    <a:pt x="1114" y="599"/>
                  </a:lnTo>
                  <a:lnTo>
                    <a:pt x="1113" y="596"/>
                  </a:lnTo>
                  <a:lnTo>
                    <a:pt x="1111" y="595"/>
                  </a:lnTo>
                  <a:lnTo>
                    <a:pt x="1110" y="592"/>
                  </a:lnTo>
                  <a:lnTo>
                    <a:pt x="1107" y="591"/>
                  </a:lnTo>
                  <a:lnTo>
                    <a:pt x="1107" y="590"/>
                  </a:lnTo>
                  <a:lnTo>
                    <a:pt x="1109" y="588"/>
                  </a:lnTo>
                  <a:lnTo>
                    <a:pt x="1107" y="587"/>
                  </a:lnTo>
                  <a:lnTo>
                    <a:pt x="1105" y="587"/>
                  </a:lnTo>
                  <a:lnTo>
                    <a:pt x="1105" y="586"/>
                  </a:lnTo>
                  <a:lnTo>
                    <a:pt x="1105" y="584"/>
                  </a:lnTo>
                  <a:lnTo>
                    <a:pt x="1103" y="583"/>
                  </a:lnTo>
                  <a:lnTo>
                    <a:pt x="1103" y="582"/>
                  </a:lnTo>
                  <a:lnTo>
                    <a:pt x="1103" y="580"/>
                  </a:lnTo>
                  <a:lnTo>
                    <a:pt x="1102" y="579"/>
                  </a:lnTo>
                  <a:lnTo>
                    <a:pt x="1102" y="579"/>
                  </a:lnTo>
                  <a:lnTo>
                    <a:pt x="1101" y="578"/>
                  </a:lnTo>
                  <a:lnTo>
                    <a:pt x="1099" y="578"/>
                  </a:lnTo>
                  <a:lnTo>
                    <a:pt x="1098" y="578"/>
                  </a:lnTo>
                  <a:lnTo>
                    <a:pt x="1097" y="576"/>
                  </a:lnTo>
                  <a:lnTo>
                    <a:pt x="1098" y="575"/>
                  </a:lnTo>
                  <a:lnTo>
                    <a:pt x="1097" y="574"/>
                  </a:lnTo>
                  <a:lnTo>
                    <a:pt x="1095" y="574"/>
                  </a:lnTo>
                  <a:lnTo>
                    <a:pt x="1094" y="575"/>
                  </a:lnTo>
                  <a:lnTo>
                    <a:pt x="1094" y="574"/>
                  </a:lnTo>
                  <a:lnTo>
                    <a:pt x="1093" y="574"/>
                  </a:lnTo>
                  <a:lnTo>
                    <a:pt x="1093" y="572"/>
                  </a:lnTo>
                  <a:lnTo>
                    <a:pt x="1093" y="571"/>
                  </a:lnTo>
                  <a:lnTo>
                    <a:pt x="1091" y="570"/>
                  </a:lnTo>
                  <a:lnTo>
                    <a:pt x="1090" y="570"/>
                  </a:lnTo>
                  <a:lnTo>
                    <a:pt x="1089" y="570"/>
                  </a:lnTo>
                  <a:lnTo>
                    <a:pt x="1087" y="568"/>
                  </a:lnTo>
                  <a:lnTo>
                    <a:pt x="1087" y="568"/>
                  </a:lnTo>
                  <a:lnTo>
                    <a:pt x="1085" y="568"/>
                  </a:lnTo>
                  <a:lnTo>
                    <a:pt x="1085" y="568"/>
                  </a:lnTo>
                  <a:lnTo>
                    <a:pt x="1084" y="568"/>
                  </a:lnTo>
                  <a:lnTo>
                    <a:pt x="1084" y="571"/>
                  </a:lnTo>
                  <a:lnTo>
                    <a:pt x="1082" y="571"/>
                  </a:lnTo>
                  <a:lnTo>
                    <a:pt x="1080" y="570"/>
                  </a:lnTo>
                  <a:lnTo>
                    <a:pt x="1080" y="570"/>
                  </a:lnTo>
                  <a:lnTo>
                    <a:pt x="1078" y="570"/>
                  </a:lnTo>
                  <a:lnTo>
                    <a:pt x="1076" y="570"/>
                  </a:lnTo>
                  <a:lnTo>
                    <a:pt x="1074" y="568"/>
                  </a:lnTo>
                  <a:lnTo>
                    <a:pt x="1073" y="567"/>
                  </a:lnTo>
                  <a:lnTo>
                    <a:pt x="1069" y="567"/>
                  </a:lnTo>
                  <a:lnTo>
                    <a:pt x="1068" y="566"/>
                  </a:lnTo>
                  <a:lnTo>
                    <a:pt x="1066" y="566"/>
                  </a:lnTo>
                  <a:lnTo>
                    <a:pt x="1065" y="566"/>
                  </a:lnTo>
                  <a:lnTo>
                    <a:pt x="1064" y="566"/>
                  </a:lnTo>
                  <a:lnTo>
                    <a:pt x="1061" y="566"/>
                  </a:lnTo>
                  <a:lnTo>
                    <a:pt x="1060" y="568"/>
                  </a:lnTo>
                  <a:lnTo>
                    <a:pt x="1059" y="568"/>
                  </a:lnTo>
                  <a:lnTo>
                    <a:pt x="1059" y="568"/>
                  </a:lnTo>
                  <a:lnTo>
                    <a:pt x="1056" y="568"/>
                  </a:lnTo>
                  <a:lnTo>
                    <a:pt x="1055" y="568"/>
                  </a:lnTo>
                  <a:lnTo>
                    <a:pt x="1052" y="568"/>
                  </a:lnTo>
                  <a:lnTo>
                    <a:pt x="1051" y="570"/>
                  </a:lnTo>
                  <a:lnTo>
                    <a:pt x="1048" y="570"/>
                  </a:lnTo>
                  <a:lnTo>
                    <a:pt x="1047" y="572"/>
                  </a:lnTo>
                  <a:lnTo>
                    <a:pt x="1045" y="572"/>
                  </a:lnTo>
                  <a:lnTo>
                    <a:pt x="1044" y="572"/>
                  </a:lnTo>
                  <a:lnTo>
                    <a:pt x="1043" y="572"/>
                  </a:lnTo>
                  <a:lnTo>
                    <a:pt x="1041" y="572"/>
                  </a:lnTo>
                  <a:lnTo>
                    <a:pt x="1040" y="574"/>
                  </a:lnTo>
                  <a:lnTo>
                    <a:pt x="1037" y="574"/>
                  </a:lnTo>
                  <a:lnTo>
                    <a:pt x="1036" y="575"/>
                  </a:lnTo>
                  <a:lnTo>
                    <a:pt x="1036" y="576"/>
                  </a:lnTo>
                  <a:lnTo>
                    <a:pt x="1033" y="579"/>
                  </a:lnTo>
                  <a:lnTo>
                    <a:pt x="1033" y="580"/>
                  </a:lnTo>
                  <a:lnTo>
                    <a:pt x="1032" y="582"/>
                  </a:lnTo>
                  <a:lnTo>
                    <a:pt x="1032" y="583"/>
                  </a:lnTo>
                  <a:lnTo>
                    <a:pt x="1032" y="584"/>
                  </a:lnTo>
                  <a:lnTo>
                    <a:pt x="1032" y="587"/>
                  </a:lnTo>
                  <a:lnTo>
                    <a:pt x="1032" y="588"/>
                  </a:lnTo>
                  <a:lnTo>
                    <a:pt x="1033" y="588"/>
                  </a:lnTo>
                  <a:lnTo>
                    <a:pt x="1036" y="587"/>
                  </a:lnTo>
                  <a:lnTo>
                    <a:pt x="1037" y="586"/>
                  </a:lnTo>
                  <a:lnTo>
                    <a:pt x="1040" y="586"/>
                  </a:lnTo>
                  <a:lnTo>
                    <a:pt x="1041" y="590"/>
                  </a:lnTo>
                  <a:lnTo>
                    <a:pt x="1043" y="591"/>
                  </a:lnTo>
                  <a:lnTo>
                    <a:pt x="1044" y="592"/>
                  </a:lnTo>
                  <a:lnTo>
                    <a:pt x="1044" y="595"/>
                  </a:lnTo>
                  <a:lnTo>
                    <a:pt x="1044" y="596"/>
                  </a:lnTo>
                  <a:lnTo>
                    <a:pt x="1044" y="599"/>
                  </a:lnTo>
                  <a:lnTo>
                    <a:pt x="1043" y="600"/>
                  </a:lnTo>
                  <a:lnTo>
                    <a:pt x="1041" y="601"/>
                  </a:lnTo>
                  <a:lnTo>
                    <a:pt x="1040" y="604"/>
                  </a:lnTo>
                  <a:lnTo>
                    <a:pt x="1039" y="605"/>
                  </a:lnTo>
                  <a:lnTo>
                    <a:pt x="1037" y="608"/>
                  </a:lnTo>
                  <a:lnTo>
                    <a:pt x="1037" y="611"/>
                  </a:lnTo>
                  <a:lnTo>
                    <a:pt x="1039" y="612"/>
                  </a:lnTo>
                  <a:lnTo>
                    <a:pt x="1039" y="613"/>
                  </a:lnTo>
                  <a:lnTo>
                    <a:pt x="1039" y="616"/>
                  </a:lnTo>
                  <a:lnTo>
                    <a:pt x="1040" y="617"/>
                  </a:lnTo>
                  <a:lnTo>
                    <a:pt x="1040" y="620"/>
                  </a:lnTo>
                  <a:lnTo>
                    <a:pt x="1039" y="621"/>
                  </a:lnTo>
                  <a:lnTo>
                    <a:pt x="1037" y="622"/>
                  </a:lnTo>
                  <a:lnTo>
                    <a:pt x="1039" y="624"/>
                  </a:lnTo>
                  <a:lnTo>
                    <a:pt x="1039" y="628"/>
                  </a:lnTo>
                  <a:lnTo>
                    <a:pt x="1039" y="629"/>
                  </a:lnTo>
                  <a:lnTo>
                    <a:pt x="1039" y="632"/>
                  </a:lnTo>
                  <a:lnTo>
                    <a:pt x="1040" y="632"/>
                  </a:lnTo>
                  <a:lnTo>
                    <a:pt x="1040" y="633"/>
                  </a:lnTo>
                  <a:lnTo>
                    <a:pt x="1041" y="632"/>
                  </a:lnTo>
                  <a:lnTo>
                    <a:pt x="1043" y="633"/>
                  </a:lnTo>
                  <a:lnTo>
                    <a:pt x="1043" y="634"/>
                  </a:lnTo>
                  <a:lnTo>
                    <a:pt x="1043" y="637"/>
                  </a:lnTo>
                  <a:lnTo>
                    <a:pt x="1040" y="640"/>
                  </a:lnTo>
                  <a:lnTo>
                    <a:pt x="1036" y="640"/>
                  </a:lnTo>
                  <a:lnTo>
                    <a:pt x="1033" y="642"/>
                  </a:lnTo>
                  <a:lnTo>
                    <a:pt x="1028" y="647"/>
                  </a:lnTo>
                  <a:lnTo>
                    <a:pt x="1027" y="647"/>
                  </a:lnTo>
                  <a:lnTo>
                    <a:pt x="1024" y="646"/>
                  </a:lnTo>
                  <a:lnTo>
                    <a:pt x="1022" y="645"/>
                  </a:lnTo>
                  <a:lnTo>
                    <a:pt x="1019" y="646"/>
                  </a:lnTo>
                  <a:lnTo>
                    <a:pt x="1019" y="645"/>
                  </a:lnTo>
                  <a:lnTo>
                    <a:pt x="1018" y="645"/>
                  </a:lnTo>
                  <a:lnTo>
                    <a:pt x="1016" y="645"/>
                  </a:lnTo>
                  <a:lnTo>
                    <a:pt x="1015" y="643"/>
                  </a:lnTo>
                  <a:lnTo>
                    <a:pt x="1010" y="642"/>
                  </a:lnTo>
                  <a:lnTo>
                    <a:pt x="1006" y="643"/>
                  </a:lnTo>
                  <a:lnTo>
                    <a:pt x="1006" y="645"/>
                  </a:lnTo>
                  <a:lnTo>
                    <a:pt x="1003" y="646"/>
                  </a:lnTo>
                  <a:lnTo>
                    <a:pt x="1002" y="646"/>
                  </a:lnTo>
                  <a:lnTo>
                    <a:pt x="1001" y="645"/>
                  </a:lnTo>
                  <a:lnTo>
                    <a:pt x="998" y="646"/>
                  </a:lnTo>
                  <a:lnTo>
                    <a:pt x="997" y="645"/>
                  </a:lnTo>
                  <a:lnTo>
                    <a:pt x="995" y="643"/>
                  </a:lnTo>
                  <a:lnTo>
                    <a:pt x="993" y="642"/>
                  </a:lnTo>
                  <a:lnTo>
                    <a:pt x="990" y="641"/>
                  </a:lnTo>
                  <a:lnTo>
                    <a:pt x="986" y="642"/>
                  </a:lnTo>
                  <a:lnTo>
                    <a:pt x="986" y="642"/>
                  </a:lnTo>
                  <a:lnTo>
                    <a:pt x="983" y="642"/>
                  </a:lnTo>
                  <a:lnTo>
                    <a:pt x="982" y="643"/>
                  </a:lnTo>
                  <a:lnTo>
                    <a:pt x="981" y="646"/>
                  </a:lnTo>
                  <a:lnTo>
                    <a:pt x="980" y="647"/>
                  </a:lnTo>
                  <a:lnTo>
                    <a:pt x="977" y="649"/>
                  </a:lnTo>
                  <a:lnTo>
                    <a:pt x="976" y="651"/>
                  </a:lnTo>
                  <a:lnTo>
                    <a:pt x="976" y="653"/>
                  </a:lnTo>
                  <a:lnTo>
                    <a:pt x="974" y="654"/>
                  </a:lnTo>
                  <a:lnTo>
                    <a:pt x="972" y="657"/>
                  </a:lnTo>
                  <a:lnTo>
                    <a:pt x="966" y="657"/>
                  </a:lnTo>
                  <a:lnTo>
                    <a:pt x="965" y="657"/>
                  </a:lnTo>
                  <a:lnTo>
                    <a:pt x="962" y="659"/>
                  </a:lnTo>
                  <a:lnTo>
                    <a:pt x="960" y="659"/>
                  </a:lnTo>
                  <a:lnTo>
                    <a:pt x="956" y="662"/>
                  </a:lnTo>
                  <a:lnTo>
                    <a:pt x="953" y="665"/>
                  </a:lnTo>
                  <a:lnTo>
                    <a:pt x="952" y="665"/>
                  </a:lnTo>
                  <a:lnTo>
                    <a:pt x="951" y="663"/>
                  </a:lnTo>
                  <a:lnTo>
                    <a:pt x="948" y="663"/>
                  </a:lnTo>
                  <a:lnTo>
                    <a:pt x="947" y="665"/>
                  </a:lnTo>
                  <a:lnTo>
                    <a:pt x="944" y="665"/>
                  </a:lnTo>
                  <a:lnTo>
                    <a:pt x="936" y="665"/>
                  </a:lnTo>
                  <a:lnTo>
                    <a:pt x="932" y="663"/>
                  </a:lnTo>
                  <a:lnTo>
                    <a:pt x="927" y="663"/>
                  </a:lnTo>
                  <a:lnTo>
                    <a:pt x="924" y="663"/>
                  </a:lnTo>
                  <a:lnTo>
                    <a:pt x="923" y="662"/>
                  </a:lnTo>
                  <a:lnTo>
                    <a:pt x="920" y="661"/>
                  </a:lnTo>
                  <a:lnTo>
                    <a:pt x="919" y="661"/>
                  </a:lnTo>
                  <a:lnTo>
                    <a:pt x="918" y="659"/>
                  </a:lnTo>
                  <a:lnTo>
                    <a:pt x="916" y="655"/>
                  </a:lnTo>
                  <a:lnTo>
                    <a:pt x="915" y="654"/>
                  </a:lnTo>
                  <a:lnTo>
                    <a:pt x="912" y="654"/>
                  </a:lnTo>
                  <a:lnTo>
                    <a:pt x="908" y="654"/>
                  </a:lnTo>
                  <a:lnTo>
                    <a:pt x="904" y="653"/>
                  </a:lnTo>
                  <a:lnTo>
                    <a:pt x="902" y="650"/>
                  </a:lnTo>
                  <a:lnTo>
                    <a:pt x="898" y="650"/>
                  </a:lnTo>
                  <a:lnTo>
                    <a:pt x="894" y="649"/>
                  </a:lnTo>
                  <a:lnTo>
                    <a:pt x="891" y="647"/>
                  </a:lnTo>
                  <a:lnTo>
                    <a:pt x="889" y="649"/>
                  </a:lnTo>
                  <a:lnTo>
                    <a:pt x="885" y="649"/>
                  </a:lnTo>
                  <a:lnTo>
                    <a:pt x="883" y="650"/>
                  </a:lnTo>
                  <a:lnTo>
                    <a:pt x="878" y="650"/>
                  </a:lnTo>
                  <a:lnTo>
                    <a:pt x="874" y="651"/>
                  </a:lnTo>
                  <a:lnTo>
                    <a:pt x="873" y="654"/>
                  </a:lnTo>
                  <a:lnTo>
                    <a:pt x="872" y="654"/>
                  </a:lnTo>
                  <a:lnTo>
                    <a:pt x="870" y="654"/>
                  </a:lnTo>
                  <a:lnTo>
                    <a:pt x="868" y="654"/>
                  </a:lnTo>
                  <a:lnTo>
                    <a:pt x="866" y="655"/>
                  </a:lnTo>
                  <a:lnTo>
                    <a:pt x="862" y="654"/>
                  </a:lnTo>
                  <a:lnTo>
                    <a:pt x="862" y="655"/>
                  </a:lnTo>
                  <a:lnTo>
                    <a:pt x="860" y="655"/>
                  </a:lnTo>
                  <a:lnTo>
                    <a:pt x="857" y="654"/>
                  </a:lnTo>
                  <a:lnTo>
                    <a:pt x="853" y="653"/>
                  </a:lnTo>
                  <a:lnTo>
                    <a:pt x="852" y="651"/>
                  </a:lnTo>
                  <a:lnTo>
                    <a:pt x="850" y="649"/>
                  </a:lnTo>
                  <a:lnTo>
                    <a:pt x="849" y="649"/>
                  </a:lnTo>
                  <a:lnTo>
                    <a:pt x="847" y="647"/>
                  </a:lnTo>
                  <a:lnTo>
                    <a:pt x="848" y="646"/>
                  </a:lnTo>
                  <a:lnTo>
                    <a:pt x="847" y="643"/>
                  </a:lnTo>
                  <a:lnTo>
                    <a:pt x="845" y="642"/>
                  </a:lnTo>
                  <a:lnTo>
                    <a:pt x="845" y="640"/>
                  </a:lnTo>
                  <a:lnTo>
                    <a:pt x="844" y="638"/>
                  </a:lnTo>
                  <a:lnTo>
                    <a:pt x="844" y="637"/>
                  </a:lnTo>
                  <a:lnTo>
                    <a:pt x="843" y="636"/>
                  </a:lnTo>
                  <a:lnTo>
                    <a:pt x="841" y="634"/>
                  </a:lnTo>
                  <a:lnTo>
                    <a:pt x="836" y="634"/>
                  </a:lnTo>
                  <a:lnTo>
                    <a:pt x="833" y="634"/>
                  </a:lnTo>
                  <a:lnTo>
                    <a:pt x="832" y="633"/>
                  </a:lnTo>
                  <a:lnTo>
                    <a:pt x="829" y="633"/>
                  </a:lnTo>
                  <a:lnTo>
                    <a:pt x="828" y="632"/>
                  </a:lnTo>
                  <a:lnTo>
                    <a:pt x="827" y="630"/>
                  </a:lnTo>
                  <a:lnTo>
                    <a:pt x="823" y="630"/>
                  </a:lnTo>
                  <a:lnTo>
                    <a:pt x="819" y="630"/>
                  </a:lnTo>
                  <a:lnTo>
                    <a:pt x="816" y="630"/>
                  </a:lnTo>
                  <a:lnTo>
                    <a:pt x="816" y="629"/>
                  </a:lnTo>
                  <a:lnTo>
                    <a:pt x="812" y="628"/>
                  </a:lnTo>
                  <a:lnTo>
                    <a:pt x="810" y="626"/>
                  </a:lnTo>
                  <a:lnTo>
                    <a:pt x="808" y="625"/>
                  </a:lnTo>
                  <a:lnTo>
                    <a:pt x="806" y="625"/>
                  </a:lnTo>
                  <a:lnTo>
                    <a:pt x="804" y="626"/>
                  </a:lnTo>
                  <a:lnTo>
                    <a:pt x="804" y="629"/>
                  </a:lnTo>
                  <a:lnTo>
                    <a:pt x="804" y="630"/>
                  </a:lnTo>
                  <a:lnTo>
                    <a:pt x="804" y="633"/>
                  </a:lnTo>
                  <a:lnTo>
                    <a:pt x="803" y="632"/>
                  </a:lnTo>
                  <a:lnTo>
                    <a:pt x="800" y="633"/>
                  </a:lnTo>
                  <a:lnTo>
                    <a:pt x="799" y="634"/>
                  </a:lnTo>
                  <a:lnTo>
                    <a:pt x="799" y="637"/>
                  </a:lnTo>
                  <a:lnTo>
                    <a:pt x="798" y="640"/>
                  </a:lnTo>
                  <a:lnTo>
                    <a:pt x="796" y="645"/>
                  </a:lnTo>
                  <a:lnTo>
                    <a:pt x="798" y="647"/>
                  </a:lnTo>
                  <a:lnTo>
                    <a:pt x="802" y="649"/>
                  </a:lnTo>
                  <a:lnTo>
                    <a:pt x="803" y="650"/>
                  </a:lnTo>
                  <a:lnTo>
                    <a:pt x="804" y="651"/>
                  </a:lnTo>
                  <a:lnTo>
                    <a:pt x="806" y="653"/>
                  </a:lnTo>
                  <a:lnTo>
                    <a:pt x="804" y="657"/>
                  </a:lnTo>
                  <a:lnTo>
                    <a:pt x="804" y="661"/>
                  </a:lnTo>
                  <a:lnTo>
                    <a:pt x="807" y="662"/>
                  </a:lnTo>
                  <a:lnTo>
                    <a:pt x="808" y="663"/>
                  </a:lnTo>
                  <a:lnTo>
                    <a:pt x="806" y="667"/>
                  </a:lnTo>
                  <a:lnTo>
                    <a:pt x="802" y="667"/>
                  </a:lnTo>
                  <a:lnTo>
                    <a:pt x="799" y="667"/>
                  </a:lnTo>
                  <a:lnTo>
                    <a:pt x="799" y="667"/>
                  </a:lnTo>
                  <a:lnTo>
                    <a:pt x="796" y="667"/>
                  </a:lnTo>
                  <a:lnTo>
                    <a:pt x="795" y="667"/>
                  </a:lnTo>
                  <a:lnTo>
                    <a:pt x="790" y="667"/>
                  </a:lnTo>
                  <a:lnTo>
                    <a:pt x="789" y="667"/>
                  </a:lnTo>
                  <a:lnTo>
                    <a:pt x="786" y="666"/>
                  </a:lnTo>
                  <a:lnTo>
                    <a:pt x="785" y="666"/>
                  </a:lnTo>
                  <a:lnTo>
                    <a:pt x="782" y="666"/>
                  </a:lnTo>
                  <a:lnTo>
                    <a:pt x="779" y="667"/>
                  </a:lnTo>
                  <a:lnTo>
                    <a:pt x="777" y="668"/>
                  </a:lnTo>
                  <a:lnTo>
                    <a:pt x="775" y="670"/>
                  </a:lnTo>
                  <a:lnTo>
                    <a:pt x="771" y="667"/>
                  </a:lnTo>
                  <a:lnTo>
                    <a:pt x="769" y="666"/>
                  </a:lnTo>
                  <a:lnTo>
                    <a:pt x="764" y="662"/>
                  </a:lnTo>
                  <a:lnTo>
                    <a:pt x="762" y="661"/>
                  </a:lnTo>
                  <a:lnTo>
                    <a:pt x="762" y="659"/>
                  </a:lnTo>
                  <a:lnTo>
                    <a:pt x="761" y="657"/>
                  </a:lnTo>
                  <a:lnTo>
                    <a:pt x="757" y="657"/>
                  </a:lnTo>
                  <a:lnTo>
                    <a:pt x="756" y="658"/>
                  </a:lnTo>
                  <a:lnTo>
                    <a:pt x="753" y="658"/>
                  </a:lnTo>
                  <a:lnTo>
                    <a:pt x="753" y="658"/>
                  </a:lnTo>
                  <a:lnTo>
                    <a:pt x="750" y="659"/>
                  </a:lnTo>
                  <a:lnTo>
                    <a:pt x="749" y="657"/>
                  </a:lnTo>
                  <a:lnTo>
                    <a:pt x="748" y="655"/>
                  </a:lnTo>
                  <a:lnTo>
                    <a:pt x="746" y="654"/>
                  </a:lnTo>
                  <a:lnTo>
                    <a:pt x="746" y="654"/>
                  </a:lnTo>
                  <a:lnTo>
                    <a:pt x="744" y="655"/>
                  </a:lnTo>
                  <a:lnTo>
                    <a:pt x="741" y="655"/>
                  </a:lnTo>
                  <a:lnTo>
                    <a:pt x="740" y="655"/>
                  </a:lnTo>
                  <a:lnTo>
                    <a:pt x="737" y="655"/>
                  </a:lnTo>
                  <a:lnTo>
                    <a:pt x="733" y="657"/>
                  </a:lnTo>
                  <a:lnTo>
                    <a:pt x="732" y="657"/>
                  </a:lnTo>
                  <a:lnTo>
                    <a:pt x="731" y="659"/>
                  </a:lnTo>
                  <a:lnTo>
                    <a:pt x="728" y="661"/>
                  </a:lnTo>
                  <a:lnTo>
                    <a:pt x="724" y="659"/>
                  </a:lnTo>
                  <a:lnTo>
                    <a:pt x="724" y="661"/>
                  </a:lnTo>
                  <a:lnTo>
                    <a:pt x="724" y="662"/>
                  </a:lnTo>
                  <a:lnTo>
                    <a:pt x="725" y="663"/>
                  </a:lnTo>
                  <a:lnTo>
                    <a:pt x="724" y="665"/>
                  </a:lnTo>
                  <a:lnTo>
                    <a:pt x="723" y="666"/>
                  </a:lnTo>
                  <a:lnTo>
                    <a:pt x="720" y="667"/>
                  </a:lnTo>
                  <a:lnTo>
                    <a:pt x="719" y="668"/>
                  </a:lnTo>
                  <a:lnTo>
                    <a:pt x="719" y="671"/>
                  </a:lnTo>
                  <a:lnTo>
                    <a:pt x="716" y="672"/>
                  </a:lnTo>
                  <a:lnTo>
                    <a:pt x="715" y="674"/>
                  </a:lnTo>
                  <a:lnTo>
                    <a:pt x="715" y="676"/>
                  </a:lnTo>
                  <a:lnTo>
                    <a:pt x="711" y="678"/>
                  </a:lnTo>
                  <a:lnTo>
                    <a:pt x="708" y="680"/>
                  </a:lnTo>
                  <a:lnTo>
                    <a:pt x="708" y="682"/>
                  </a:lnTo>
                  <a:lnTo>
                    <a:pt x="703" y="682"/>
                  </a:lnTo>
                  <a:lnTo>
                    <a:pt x="700" y="683"/>
                  </a:lnTo>
                  <a:lnTo>
                    <a:pt x="699" y="687"/>
                  </a:lnTo>
                  <a:lnTo>
                    <a:pt x="699" y="687"/>
                  </a:lnTo>
                  <a:lnTo>
                    <a:pt x="698" y="687"/>
                  </a:lnTo>
                  <a:lnTo>
                    <a:pt x="695" y="686"/>
                  </a:lnTo>
                  <a:lnTo>
                    <a:pt x="694" y="686"/>
                  </a:lnTo>
                  <a:lnTo>
                    <a:pt x="692" y="686"/>
                  </a:lnTo>
                  <a:lnTo>
                    <a:pt x="690" y="684"/>
                  </a:lnTo>
                  <a:lnTo>
                    <a:pt x="687" y="682"/>
                  </a:lnTo>
                  <a:lnTo>
                    <a:pt x="686" y="682"/>
                  </a:lnTo>
                  <a:lnTo>
                    <a:pt x="685" y="679"/>
                  </a:lnTo>
                  <a:lnTo>
                    <a:pt x="686" y="676"/>
                  </a:lnTo>
                  <a:lnTo>
                    <a:pt x="685" y="676"/>
                  </a:lnTo>
                  <a:lnTo>
                    <a:pt x="682" y="678"/>
                  </a:lnTo>
                  <a:lnTo>
                    <a:pt x="681" y="679"/>
                  </a:lnTo>
                  <a:lnTo>
                    <a:pt x="678" y="680"/>
                  </a:lnTo>
                  <a:lnTo>
                    <a:pt x="673" y="680"/>
                  </a:lnTo>
                  <a:lnTo>
                    <a:pt x="671" y="682"/>
                  </a:lnTo>
                  <a:lnTo>
                    <a:pt x="670" y="683"/>
                  </a:lnTo>
                  <a:lnTo>
                    <a:pt x="669" y="682"/>
                  </a:lnTo>
                  <a:lnTo>
                    <a:pt x="666" y="680"/>
                  </a:lnTo>
                  <a:lnTo>
                    <a:pt x="665" y="680"/>
                  </a:lnTo>
                  <a:lnTo>
                    <a:pt x="665" y="680"/>
                  </a:lnTo>
                  <a:lnTo>
                    <a:pt x="663" y="679"/>
                  </a:lnTo>
                  <a:lnTo>
                    <a:pt x="662" y="678"/>
                  </a:lnTo>
                  <a:lnTo>
                    <a:pt x="662" y="675"/>
                  </a:lnTo>
                  <a:lnTo>
                    <a:pt x="663" y="675"/>
                  </a:lnTo>
                  <a:lnTo>
                    <a:pt x="663" y="674"/>
                  </a:lnTo>
                  <a:lnTo>
                    <a:pt x="661" y="672"/>
                  </a:lnTo>
                  <a:lnTo>
                    <a:pt x="661" y="672"/>
                  </a:lnTo>
                  <a:lnTo>
                    <a:pt x="657" y="671"/>
                  </a:lnTo>
                  <a:lnTo>
                    <a:pt x="656" y="670"/>
                  </a:lnTo>
                  <a:lnTo>
                    <a:pt x="654" y="670"/>
                  </a:lnTo>
                  <a:lnTo>
                    <a:pt x="653" y="667"/>
                  </a:lnTo>
                  <a:lnTo>
                    <a:pt x="650" y="663"/>
                  </a:lnTo>
                  <a:lnTo>
                    <a:pt x="648" y="661"/>
                  </a:lnTo>
                  <a:lnTo>
                    <a:pt x="644" y="661"/>
                  </a:lnTo>
                  <a:lnTo>
                    <a:pt x="640" y="661"/>
                  </a:lnTo>
                  <a:lnTo>
                    <a:pt x="636" y="661"/>
                  </a:lnTo>
                  <a:lnTo>
                    <a:pt x="635" y="662"/>
                  </a:lnTo>
                  <a:lnTo>
                    <a:pt x="636" y="663"/>
                  </a:lnTo>
                  <a:lnTo>
                    <a:pt x="635" y="665"/>
                  </a:lnTo>
                  <a:lnTo>
                    <a:pt x="633" y="665"/>
                  </a:lnTo>
                  <a:lnTo>
                    <a:pt x="631" y="665"/>
                  </a:lnTo>
                  <a:lnTo>
                    <a:pt x="628" y="666"/>
                  </a:lnTo>
                  <a:lnTo>
                    <a:pt x="625" y="665"/>
                  </a:lnTo>
                  <a:lnTo>
                    <a:pt x="624" y="665"/>
                  </a:lnTo>
                  <a:lnTo>
                    <a:pt x="621" y="666"/>
                  </a:lnTo>
                  <a:lnTo>
                    <a:pt x="620" y="666"/>
                  </a:lnTo>
                  <a:lnTo>
                    <a:pt x="617" y="663"/>
                  </a:lnTo>
                  <a:lnTo>
                    <a:pt x="615" y="663"/>
                  </a:lnTo>
                  <a:lnTo>
                    <a:pt x="615" y="662"/>
                  </a:lnTo>
                  <a:lnTo>
                    <a:pt x="615" y="659"/>
                  </a:lnTo>
                  <a:lnTo>
                    <a:pt x="612" y="658"/>
                  </a:lnTo>
                  <a:lnTo>
                    <a:pt x="609" y="659"/>
                  </a:lnTo>
                  <a:lnTo>
                    <a:pt x="611" y="662"/>
                  </a:lnTo>
                  <a:lnTo>
                    <a:pt x="611" y="662"/>
                  </a:lnTo>
                  <a:lnTo>
                    <a:pt x="611" y="663"/>
                  </a:lnTo>
                  <a:lnTo>
                    <a:pt x="608" y="665"/>
                  </a:lnTo>
                  <a:lnTo>
                    <a:pt x="606" y="666"/>
                  </a:lnTo>
                  <a:lnTo>
                    <a:pt x="577" y="629"/>
                  </a:lnTo>
                  <a:lnTo>
                    <a:pt x="556" y="613"/>
                  </a:lnTo>
                  <a:lnTo>
                    <a:pt x="554" y="611"/>
                  </a:lnTo>
                  <a:lnTo>
                    <a:pt x="556" y="611"/>
                  </a:lnTo>
                  <a:lnTo>
                    <a:pt x="558" y="608"/>
                  </a:lnTo>
                  <a:lnTo>
                    <a:pt x="558" y="607"/>
                  </a:lnTo>
                  <a:lnTo>
                    <a:pt x="557" y="605"/>
                  </a:lnTo>
                  <a:lnTo>
                    <a:pt x="554" y="607"/>
                  </a:lnTo>
                  <a:lnTo>
                    <a:pt x="552" y="607"/>
                  </a:lnTo>
                  <a:lnTo>
                    <a:pt x="549" y="609"/>
                  </a:lnTo>
                  <a:lnTo>
                    <a:pt x="548" y="609"/>
                  </a:lnTo>
                  <a:lnTo>
                    <a:pt x="545" y="612"/>
                  </a:lnTo>
                  <a:lnTo>
                    <a:pt x="545" y="615"/>
                  </a:lnTo>
                  <a:lnTo>
                    <a:pt x="542" y="616"/>
                  </a:lnTo>
                  <a:lnTo>
                    <a:pt x="542" y="617"/>
                  </a:lnTo>
                  <a:lnTo>
                    <a:pt x="540" y="620"/>
                  </a:lnTo>
                  <a:lnTo>
                    <a:pt x="536" y="620"/>
                  </a:lnTo>
                  <a:lnTo>
                    <a:pt x="534" y="621"/>
                  </a:lnTo>
                  <a:lnTo>
                    <a:pt x="534" y="624"/>
                  </a:lnTo>
                  <a:lnTo>
                    <a:pt x="533" y="624"/>
                  </a:lnTo>
                  <a:lnTo>
                    <a:pt x="532" y="624"/>
                  </a:lnTo>
                  <a:lnTo>
                    <a:pt x="527" y="622"/>
                  </a:lnTo>
                  <a:lnTo>
                    <a:pt x="524" y="622"/>
                  </a:lnTo>
                  <a:lnTo>
                    <a:pt x="523" y="625"/>
                  </a:lnTo>
                  <a:lnTo>
                    <a:pt x="521" y="625"/>
                  </a:lnTo>
                  <a:lnTo>
                    <a:pt x="520" y="622"/>
                  </a:lnTo>
                  <a:lnTo>
                    <a:pt x="520" y="620"/>
                  </a:lnTo>
                  <a:lnTo>
                    <a:pt x="521" y="618"/>
                  </a:lnTo>
                  <a:lnTo>
                    <a:pt x="523" y="616"/>
                  </a:lnTo>
                  <a:lnTo>
                    <a:pt x="521" y="616"/>
                  </a:lnTo>
                  <a:lnTo>
                    <a:pt x="519" y="617"/>
                  </a:lnTo>
                  <a:lnTo>
                    <a:pt x="517" y="617"/>
                  </a:lnTo>
                  <a:lnTo>
                    <a:pt x="513" y="615"/>
                  </a:lnTo>
                  <a:lnTo>
                    <a:pt x="511" y="615"/>
                  </a:lnTo>
                  <a:lnTo>
                    <a:pt x="511" y="616"/>
                  </a:lnTo>
                  <a:lnTo>
                    <a:pt x="512" y="617"/>
                  </a:lnTo>
                  <a:lnTo>
                    <a:pt x="511" y="618"/>
                  </a:lnTo>
                  <a:lnTo>
                    <a:pt x="509" y="618"/>
                  </a:lnTo>
                  <a:lnTo>
                    <a:pt x="508" y="616"/>
                  </a:lnTo>
                  <a:lnTo>
                    <a:pt x="507" y="612"/>
                  </a:lnTo>
                  <a:lnTo>
                    <a:pt x="503" y="609"/>
                  </a:lnTo>
                  <a:lnTo>
                    <a:pt x="503" y="609"/>
                  </a:lnTo>
                  <a:lnTo>
                    <a:pt x="503" y="612"/>
                  </a:lnTo>
                  <a:lnTo>
                    <a:pt x="503" y="615"/>
                  </a:lnTo>
                  <a:lnTo>
                    <a:pt x="502" y="615"/>
                  </a:lnTo>
                  <a:lnTo>
                    <a:pt x="502" y="612"/>
                  </a:lnTo>
                  <a:lnTo>
                    <a:pt x="499" y="612"/>
                  </a:lnTo>
                  <a:lnTo>
                    <a:pt x="499" y="615"/>
                  </a:lnTo>
                  <a:lnTo>
                    <a:pt x="498" y="615"/>
                  </a:lnTo>
                  <a:lnTo>
                    <a:pt x="496" y="613"/>
                  </a:lnTo>
                  <a:lnTo>
                    <a:pt x="494" y="615"/>
                  </a:lnTo>
                  <a:lnTo>
                    <a:pt x="492" y="615"/>
                  </a:lnTo>
                  <a:lnTo>
                    <a:pt x="491" y="612"/>
                  </a:lnTo>
                  <a:lnTo>
                    <a:pt x="492" y="612"/>
                  </a:lnTo>
                  <a:lnTo>
                    <a:pt x="492" y="611"/>
                  </a:lnTo>
                  <a:lnTo>
                    <a:pt x="492" y="608"/>
                  </a:lnTo>
                  <a:lnTo>
                    <a:pt x="492" y="607"/>
                  </a:lnTo>
                  <a:lnTo>
                    <a:pt x="492" y="605"/>
                  </a:lnTo>
                  <a:lnTo>
                    <a:pt x="491" y="604"/>
                  </a:lnTo>
                  <a:lnTo>
                    <a:pt x="490" y="601"/>
                  </a:lnTo>
                  <a:lnTo>
                    <a:pt x="488" y="600"/>
                  </a:lnTo>
                  <a:lnTo>
                    <a:pt x="487" y="599"/>
                  </a:lnTo>
                  <a:lnTo>
                    <a:pt x="487" y="596"/>
                  </a:lnTo>
                  <a:lnTo>
                    <a:pt x="484" y="596"/>
                  </a:lnTo>
                  <a:lnTo>
                    <a:pt x="482" y="597"/>
                  </a:lnTo>
                  <a:lnTo>
                    <a:pt x="479" y="597"/>
                  </a:lnTo>
                  <a:lnTo>
                    <a:pt x="477" y="595"/>
                  </a:lnTo>
                  <a:lnTo>
                    <a:pt x="473" y="595"/>
                  </a:lnTo>
                  <a:lnTo>
                    <a:pt x="470" y="593"/>
                  </a:lnTo>
                  <a:lnTo>
                    <a:pt x="469" y="595"/>
                  </a:lnTo>
                  <a:lnTo>
                    <a:pt x="466" y="595"/>
                  </a:lnTo>
                  <a:lnTo>
                    <a:pt x="465" y="596"/>
                  </a:lnTo>
                  <a:lnTo>
                    <a:pt x="463" y="597"/>
                  </a:lnTo>
                  <a:lnTo>
                    <a:pt x="461" y="599"/>
                  </a:lnTo>
                  <a:lnTo>
                    <a:pt x="459" y="599"/>
                  </a:lnTo>
                  <a:lnTo>
                    <a:pt x="461" y="600"/>
                  </a:lnTo>
                  <a:lnTo>
                    <a:pt x="461" y="603"/>
                  </a:lnTo>
                  <a:lnTo>
                    <a:pt x="457" y="603"/>
                  </a:lnTo>
                  <a:lnTo>
                    <a:pt x="455" y="603"/>
                  </a:lnTo>
                  <a:lnTo>
                    <a:pt x="454" y="604"/>
                  </a:lnTo>
                  <a:lnTo>
                    <a:pt x="451" y="605"/>
                  </a:lnTo>
                  <a:lnTo>
                    <a:pt x="450" y="605"/>
                  </a:lnTo>
                  <a:lnTo>
                    <a:pt x="449" y="605"/>
                  </a:lnTo>
                  <a:lnTo>
                    <a:pt x="444" y="609"/>
                  </a:lnTo>
                  <a:lnTo>
                    <a:pt x="441" y="611"/>
                  </a:lnTo>
                  <a:lnTo>
                    <a:pt x="440" y="612"/>
                  </a:lnTo>
                  <a:lnTo>
                    <a:pt x="437" y="611"/>
                  </a:lnTo>
                  <a:lnTo>
                    <a:pt x="436" y="611"/>
                  </a:lnTo>
                  <a:lnTo>
                    <a:pt x="434" y="611"/>
                  </a:lnTo>
                  <a:lnTo>
                    <a:pt x="434" y="613"/>
                  </a:lnTo>
                  <a:lnTo>
                    <a:pt x="432" y="613"/>
                  </a:lnTo>
                  <a:lnTo>
                    <a:pt x="430" y="615"/>
                  </a:lnTo>
                  <a:lnTo>
                    <a:pt x="430" y="616"/>
                  </a:lnTo>
                  <a:lnTo>
                    <a:pt x="429" y="617"/>
                  </a:lnTo>
                  <a:lnTo>
                    <a:pt x="428" y="617"/>
                  </a:lnTo>
                  <a:lnTo>
                    <a:pt x="426" y="617"/>
                  </a:lnTo>
                  <a:lnTo>
                    <a:pt x="424" y="618"/>
                  </a:lnTo>
                  <a:lnTo>
                    <a:pt x="421" y="618"/>
                  </a:lnTo>
                  <a:lnTo>
                    <a:pt x="419" y="620"/>
                  </a:lnTo>
                  <a:lnTo>
                    <a:pt x="417" y="621"/>
                  </a:lnTo>
                  <a:lnTo>
                    <a:pt x="415" y="621"/>
                  </a:lnTo>
                  <a:lnTo>
                    <a:pt x="412" y="622"/>
                  </a:lnTo>
                  <a:lnTo>
                    <a:pt x="409" y="622"/>
                  </a:lnTo>
                  <a:lnTo>
                    <a:pt x="405" y="624"/>
                  </a:lnTo>
                  <a:lnTo>
                    <a:pt x="404" y="626"/>
                  </a:lnTo>
                  <a:lnTo>
                    <a:pt x="403" y="628"/>
                  </a:lnTo>
                  <a:lnTo>
                    <a:pt x="401" y="625"/>
                  </a:lnTo>
                  <a:lnTo>
                    <a:pt x="400" y="625"/>
                  </a:lnTo>
                  <a:lnTo>
                    <a:pt x="397" y="626"/>
                  </a:lnTo>
                  <a:lnTo>
                    <a:pt x="397" y="628"/>
                  </a:lnTo>
                  <a:lnTo>
                    <a:pt x="397" y="629"/>
                  </a:lnTo>
                  <a:lnTo>
                    <a:pt x="395" y="628"/>
                  </a:lnTo>
                  <a:lnTo>
                    <a:pt x="392" y="628"/>
                  </a:lnTo>
                  <a:lnTo>
                    <a:pt x="391" y="626"/>
                  </a:lnTo>
                  <a:lnTo>
                    <a:pt x="390" y="626"/>
                  </a:lnTo>
                  <a:lnTo>
                    <a:pt x="388" y="628"/>
                  </a:lnTo>
                  <a:lnTo>
                    <a:pt x="386" y="629"/>
                  </a:lnTo>
                  <a:lnTo>
                    <a:pt x="384" y="629"/>
                  </a:lnTo>
                  <a:lnTo>
                    <a:pt x="386" y="632"/>
                  </a:lnTo>
                  <a:lnTo>
                    <a:pt x="386" y="633"/>
                  </a:lnTo>
                  <a:lnTo>
                    <a:pt x="387" y="634"/>
                  </a:lnTo>
                  <a:lnTo>
                    <a:pt x="390" y="633"/>
                  </a:lnTo>
                  <a:lnTo>
                    <a:pt x="391" y="636"/>
                  </a:lnTo>
                  <a:lnTo>
                    <a:pt x="388" y="636"/>
                  </a:lnTo>
                  <a:lnTo>
                    <a:pt x="387" y="637"/>
                  </a:lnTo>
                  <a:lnTo>
                    <a:pt x="387" y="638"/>
                  </a:lnTo>
                  <a:lnTo>
                    <a:pt x="390" y="638"/>
                  </a:lnTo>
                  <a:lnTo>
                    <a:pt x="392" y="640"/>
                  </a:lnTo>
                  <a:lnTo>
                    <a:pt x="394" y="638"/>
                  </a:lnTo>
                  <a:lnTo>
                    <a:pt x="396" y="638"/>
                  </a:lnTo>
                  <a:lnTo>
                    <a:pt x="397" y="641"/>
                  </a:lnTo>
                  <a:lnTo>
                    <a:pt x="400" y="641"/>
                  </a:lnTo>
                  <a:lnTo>
                    <a:pt x="400" y="643"/>
                  </a:lnTo>
                  <a:lnTo>
                    <a:pt x="399" y="645"/>
                  </a:lnTo>
                  <a:lnTo>
                    <a:pt x="396" y="643"/>
                  </a:lnTo>
                  <a:lnTo>
                    <a:pt x="392" y="643"/>
                  </a:lnTo>
                  <a:lnTo>
                    <a:pt x="390" y="646"/>
                  </a:lnTo>
                  <a:lnTo>
                    <a:pt x="387" y="650"/>
                  </a:lnTo>
                  <a:lnTo>
                    <a:pt x="387" y="653"/>
                  </a:lnTo>
                  <a:lnTo>
                    <a:pt x="388" y="653"/>
                  </a:lnTo>
                  <a:lnTo>
                    <a:pt x="390" y="655"/>
                  </a:lnTo>
                  <a:lnTo>
                    <a:pt x="387" y="658"/>
                  </a:lnTo>
                  <a:lnTo>
                    <a:pt x="387" y="661"/>
                  </a:lnTo>
                  <a:lnTo>
                    <a:pt x="384" y="661"/>
                  </a:lnTo>
                  <a:lnTo>
                    <a:pt x="384" y="662"/>
                  </a:lnTo>
                  <a:lnTo>
                    <a:pt x="386" y="663"/>
                  </a:lnTo>
                  <a:lnTo>
                    <a:pt x="386" y="665"/>
                  </a:lnTo>
                  <a:lnTo>
                    <a:pt x="388" y="665"/>
                  </a:lnTo>
                  <a:lnTo>
                    <a:pt x="390" y="666"/>
                  </a:lnTo>
                  <a:lnTo>
                    <a:pt x="392" y="667"/>
                  </a:lnTo>
                  <a:lnTo>
                    <a:pt x="392" y="668"/>
                  </a:lnTo>
                  <a:lnTo>
                    <a:pt x="395" y="670"/>
                  </a:lnTo>
                  <a:lnTo>
                    <a:pt x="399" y="670"/>
                  </a:lnTo>
                  <a:lnTo>
                    <a:pt x="400" y="671"/>
                  </a:lnTo>
                  <a:lnTo>
                    <a:pt x="400" y="680"/>
                  </a:lnTo>
                  <a:lnTo>
                    <a:pt x="399" y="683"/>
                  </a:lnTo>
                  <a:lnTo>
                    <a:pt x="395" y="684"/>
                  </a:lnTo>
                  <a:lnTo>
                    <a:pt x="392" y="683"/>
                  </a:lnTo>
                  <a:lnTo>
                    <a:pt x="388" y="682"/>
                  </a:lnTo>
                  <a:lnTo>
                    <a:pt x="387" y="682"/>
                  </a:lnTo>
                  <a:lnTo>
                    <a:pt x="387" y="684"/>
                  </a:lnTo>
                  <a:lnTo>
                    <a:pt x="386" y="687"/>
                  </a:lnTo>
                  <a:lnTo>
                    <a:pt x="383" y="687"/>
                  </a:lnTo>
                  <a:lnTo>
                    <a:pt x="379" y="686"/>
                  </a:lnTo>
                  <a:lnTo>
                    <a:pt x="375" y="686"/>
                  </a:lnTo>
                  <a:lnTo>
                    <a:pt x="374" y="684"/>
                  </a:lnTo>
                  <a:lnTo>
                    <a:pt x="372" y="686"/>
                  </a:lnTo>
                  <a:lnTo>
                    <a:pt x="370" y="684"/>
                  </a:lnTo>
                  <a:lnTo>
                    <a:pt x="369" y="682"/>
                  </a:lnTo>
                  <a:lnTo>
                    <a:pt x="370" y="680"/>
                  </a:lnTo>
                  <a:lnTo>
                    <a:pt x="371" y="679"/>
                  </a:lnTo>
                  <a:lnTo>
                    <a:pt x="369" y="678"/>
                  </a:lnTo>
                  <a:lnTo>
                    <a:pt x="366" y="676"/>
                  </a:lnTo>
                  <a:lnTo>
                    <a:pt x="365" y="679"/>
                  </a:lnTo>
                  <a:lnTo>
                    <a:pt x="362" y="678"/>
                  </a:lnTo>
                  <a:lnTo>
                    <a:pt x="361" y="679"/>
                  </a:lnTo>
                  <a:lnTo>
                    <a:pt x="361" y="682"/>
                  </a:lnTo>
                  <a:lnTo>
                    <a:pt x="357" y="682"/>
                  </a:lnTo>
                  <a:lnTo>
                    <a:pt x="357" y="680"/>
                  </a:lnTo>
                  <a:lnTo>
                    <a:pt x="353" y="678"/>
                  </a:lnTo>
                  <a:lnTo>
                    <a:pt x="350" y="678"/>
                  </a:lnTo>
                  <a:lnTo>
                    <a:pt x="350" y="680"/>
                  </a:lnTo>
                  <a:lnTo>
                    <a:pt x="347" y="678"/>
                  </a:lnTo>
                  <a:lnTo>
                    <a:pt x="346" y="679"/>
                  </a:lnTo>
                  <a:lnTo>
                    <a:pt x="346" y="680"/>
                  </a:lnTo>
                  <a:lnTo>
                    <a:pt x="344" y="682"/>
                  </a:lnTo>
                  <a:lnTo>
                    <a:pt x="344" y="686"/>
                  </a:lnTo>
                  <a:lnTo>
                    <a:pt x="341" y="688"/>
                  </a:lnTo>
                  <a:lnTo>
                    <a:pt x="338" y="687"/>
                  </a:lnTo>
                  <a:lnTo>
                    <a:pt x="337" y="684"/>
                  </a:lnTo>
                  <a:lnTo>
                    <a:pt x="333" y="684"/>
                  </a:lnTo>
                  <a:lnTo>
                    <a:pt x="332" y="682"/>
                  </a:lnTo>
                  <a:lnTo>
                    <a:pt x="329" y="683"/>
                  </a:lnTo>
                  <a:lnTo>
                    <a:pt x="329" y="687"/>
                  </a:lnTo>
                  <a:lnTo>
                    <a:pt x="328" y="688"/>
                  </a:lnTo>
                  <a:lnTo>
                    <a:pt x="326" y="688"/>
                  </a:lnTo>
                  <a:lnTo>
                    <a:pt x="326" y="686"/>
                  </a:lnTo>
                  <a:lnTo>
                    <a:pt x="325" y="684"/>
                  </a:lnTo>
                  <a:lnTo>
                    <a:pt x="322" y="684"/>
                  </a:lnTo>
                  <a:lnTo>
                    <a:pt x="320" y="682"/>
                  </a:lnTo>
                  <a:lnTo>
                    <a:pt x="318" y="679"/>
                  </a:lnTo>
                  <a:lnTo>
                    <a:pt x="316" y="679"/>
                  </a:lnTo>
                  <a:lnTo>
                    <a:pt x="313" y="675"/>
                  </a:lnTo>
                  <a:lnTo>
                    <a:pt x="312" y="675"/>
                  </a:lnTo>
                  <a:lnTo>
                    <a:pt x="311" y="674"/>
                  </a:lnTo>
                  <a:lnTo>
                    <a:pt x="308" y="674"/>
                  </a:lnTo>
                  <a:lnTo>
                    <a:pt x="304" y="675"/>
                  </a:lnTo>
                  <a:lnTo>
                    <a:pt x="301" y="674"/>
                  </a:lnTo>
                  <a:lnTo>
                    <a:pt x="300" y="670"/>
                  </a:lnTo>
                  <a:lnTo>
                    <a:pt x="297" y="670"/>
                  </a:lnTo>
                  <a:lnTo>
                    <a:pt x="296" y="672"/>
                  </a:lnTo>
                  <a:lnTo>
                    <a:pt x="293" y="672"/>
                  </a:lnTo>
                  <a:lnTo>
                    <a:pt x="293" y="674"/>
                  </a:lnTo>
                  <a:lnTo>
                    <a:pt x="291" y="675"/>
                  </a:lnTo>
                  <a:lnTo>
                    <a:pt x="291" y="674"/>
                  </a:lnTo>
                  <a:lnTo>
                    <a:pt x="290" y="674"/>
                  </a:lnTo>
                  <a:lnTo>
                    <a:pt x="290" y="676"/>
                  </a:lnTo>
                  <a:lnTo>
                    <a:pt x="287" y="678"/>
                  </a:lnTo>
                  <a:lnTo>
                    <a:pt x="286" y="676"/>
                  </a:lnTo>
                  <a:lnTo>
                    <a:pt x="287" y="674"/>
                  </a:lnTo>
                  <a:lnTo>
                    <a:pt x="288" y="672"/>
                  </a:lnTo>
                  <a:lnTo>
                    <a:pt x="284" y="671"/>
                  </a:lnTo>
                  <a:lnTo>
                    <a:pt x="282" y="670"/>
                  </a:lnTo>
                  <a:lnTo>
                    <a:pt x="280" y="671"/>
                  </a:lnTo>
                  <a:lnTo>
                    <a:pt x="282" y="672"/>
                  </a:lnTo>
                  <a:lnTo>
                    <a:pt x="282" y="675"/>
                  </a:lnTo>
                  <a:lnTo>
                    <a:pt x="279" y="675"/>
                  </a:lnTo>
                  <a:lnTo>
                    <a:pt x="276" y="676"/>
                  </a:lnTo>
                  <a:lnTo>
                    <a:pt x="275" y="679"/>
                  </a:lnTo>
                  <a:lnTo>
                    <a:pt x="274" y="679"/>
                  </a:lnTo>
                  <a:lnTo>
                    <a:pt x="271" y="682"/>
                  </a:lnTo>
                  <a:lnTo>
                    <a:pt x="270" y="684"/>
                  </a:lnTo>
                  <a:lnTo>
                    <a:pt x="271" y="686"/>
                  </a:lnTo>
                  <a:lnTo>
                    <a:pt x="271" y="690"/>
                  </a:lnTo>
                  <a:lnTo>
                    <a:pt x="267" y="690"/>
                  </a:lnTo>
                  <a:lnTo>
                    <a:pt x="265" y="690"/>
                  </a:lnTo>
                  <a:lnTo>
                    <a:pt x="267" y="699"/>
                  </a:lnTo>
                  <a:lnTo>
                    <a:pt x="266" y="700"/>
                  </a:lnTo>
                  <a:lnTo>
                    <a:pt x="266" y="704"/>
                  </a:lnTo>
                  <a:lnTo>
                    <a:pt x="262" y="704"/>
                  </a:lnTo>
                  <a:lnTo>
                    <a:pt x="258" y="701"/>
                  </a:lnTo>
                  <a:lnTo>
                    <a:pt x="258" y="700"/>
                  </a:lnTo>
                  <a:lnTo>
                    <a:pt x="251" y="693"/>
                  </a:lnTo>
                  <a:lnTo>
                    <a:pt x="250" y="696"/>
                  </a:lnTo>
                  <a:lnTo>
                    <a:pt x="250" y="699"/>
                  </a:lnTo>
                  <a:lnTo>
                    <a:pt x="246" y="703"/>
                  </a:lnTo>
                  <a:lnTo>
                    <a:pt x="245" y="704"/>
                  </a:lnTo>
                  <a:lnTo>
                    <a:pt x="245" y="709"/>
                  </a:lnTo>
                  <a:lnTo>
                    <a:pt x="246" y="712"/>
                  </a:lnTo>
                  <a:lnTo>
                    <a:pt x="246" y="718"/>
                  </a:lnTo>
                  <a:lnTo>
                    <a:pt x="243" y="724"/>
                  </a:lnTo>
                  <a:lnTo>
                    <a:pt x="249" y="725"/>
                  </a:lnTo>
                  <a:lnTo>
                    <a:pt x="250" y="728"/>
                  </a:lnTo>
                  <a:lnTo>
                    <a:pt x="250" y="730"/>
                  </a:lnTo>
                  <a:lnTo>
                    <a:pt x="254" y="733"/>
                  </a:lnTo>
                  <a:lnTo>
                    <a:pt x="255" y="732"/>
                  </a:lnTo>
                  <a:lnTo>
                    <a:pt x="262" y="734"/>
                  </a:lnTo>
                  <a:lnTo>
                    <a:pt x="267" y="738"/>
                  </a:lnTo>
                  <a:lnTo>
                    <a:pt x="272" y="747"/>
                  </a:lnTo>
                  <a:lnTo>
                    <a:pt x="268" y="747"/>
                  </a:lnTo>
                  <a:lnTo>
                    <a:pt x="267" y="749"/>
                  </a:lnTo>
                  <a:lnTo>
                    <a:pt x="272" y="751"/>
                  </a:lnTo>
                  <a:lnTo>
                    <a:pt x="275" y="750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4"/>
                  </a:lnTo>
                  <a:lnTo>
                    <a:pt x="278" y="755"/>
                  </a:lnTo>
                  <a:lnTo>
                    <a:pt x="276" y="755"/>
                  </a:lnTo>
                  <a:lnTo>
                    <a:pt x="276" y="755"/>
                  </a:lnTo>
                  <a:lnTo>
                    <a:pt x="278" y="757"/>
                  </a:lnTo>
                  <a:lnTo>
                    <a:pt x="276" y="758"/>
                  </a:lnTo>
                  <a:lnTo>
                    <a:pt x="276" y="758"/>
                  </a:lnTo>
                  <a:lnTo>
                    <a:pt x="276" y="759"/>
                  </a:lnTo>
                  <a:lnTo>
                    <a:pt x="275" y="759"/>
                  </a:lnTo>
                  <a:lnTo>
                    <a:pt x="274" y="759"/>
                  </a:lnTo>
                  <a:lnTo>
                    <a:pt x="272" y="759"/>
                  </a:lnTo>
                  <a:lnTo>
                    <a:pt x="270" y="759"/>
                  </a:lnTo>
                  <a:lnTo>
                    <a:pt x="274" y="761"/>
                  </a:lnTo>
                  <a:lnTo>
                    <a:pt x="274" y="762"/>
                  </a:lnTo>
                  <a:lnTo>
                    <a:pt x="274" y="763"/>
                  </a:lnTo>
                  <a:lnTo>
                    <a:pt x="272" y="762"/>
                  </a:lnTo>
                  <a:lnTo>
                    <a:pt x="271" y="762"/>
                  </a:lnTo>
                  <a:lnTo>
                    <a:pt x="270" y="762"/>
                  </a:lnTo>
                  <a:lnTo>
                    <a:pt x="268" y="762"/>
                  </a:lnTo>
                  <a:lnTo>
                    <a:pt x="270" y="763"/>
                  </a:lnTo>
                  <a:lnTo>
                    <a:pt x="270" y="763"/>
                  </a:lnTo>
                  <a:lnTo>
                    <a:pt x="268" y="765"/>
                  </a:lnTo>
                  <a:lnTo>
                    <a:pt x="267" y="765"/>
                  </a:lnTo>
                  <a:lnTo>
                    <a:pt x="266" y="766"/>
                  </a:lnTo>
                  <a:lnTo>
                    <a:pt x="265" y="765"/>
                  </a:lnTo>
                  <a:lnTo>
                    <a:pt x="265" y="766"/>
                  </a:lnTo>
                  <a:lnTo>
                    <a:pt x="263" y="767"/>
                  </a:lnTo>
                  <a:lnTo>
                    <a:pt x="262" y="766"/>
                  </a:lnTo>
                  <a:lnTo>
                    <a:pt x="262" y="766"/>
                  </a:lnTo>
                  <a:lnTo>
                    <a:pt x="261" y="767"/>
                  </a:lnTo>
                  <a:lnTo>
                    <a:pt x="261" y="768"/>
                  </a:lnTo>
                  <a:lnTo>
                    <a:pt x="259" y="771"/>
                  </a:lnTo>
                  <a:lnTo>
                    <a:pt x="258" y="772"/>
                  </a:lnTo>
                  <a:lnTo>
                    <a:pt x="258" y="775"/>
                  </a:lnTo>
                  <a:lnTo>
                    <a:pt x="257" y="776"/>
                  </a:lnTo>
                  <a:lnTo>
                    <a:pt x="257" y="780"/>
                  </a:lnTo>
                  <a:lnTo>
                    <a:pt x="255" y="782"/>
                  </a:lnTo>
                  <a:lnTo>
                    <a:pt x="254" y="784"/>
                  </a:lnTo>
                  <a:lnTo>
                    <a:pt x="255" y="788"/>
                  </a:lnTo>
                  <a:lnTo>
                    <a:pt x="258" y="788"/>
                  </a:lnTo>
                  <a:lnTo>
                    <a:pt x="259" y="788"/>
                  </a:lnTo>
                  <a:lnTo>
                    <a:pt x="261" y="790"/>
                  </a:lnTo>
                  <a:lnTo>
                    <a:pt x="263" y="791"/>
                  </a:lnTo>
                  <a:lnTo>
                    <a:pt x="263" y="795"/>
                  </a:lnTo>
                  <a:lnTo>
                    <a:pt x="266" y="796"/>
                  </a:lnTo>
                  <a:lnTo>
                    <a:pt x="267" y="795"/>
                  </a:lnTo>
                  <a:lnTo>
                    <a:pt x="268" y="795"/>
                  </a:lnTo>
                  <a:lnTo>
                    <a:pt x="267" y="797"/>
                  </a:lnTo>
                  <a:lnTo>
                    <a:pt x="267" y="799"/>
                  </a:lnTo>
                  <a:lnTo>
                    <a:pt x="266" y="799"/>
                  </a:lnTo>
                  <a:lnTo>
                    <a:pt x="265" y="800"/>
                  </a:lnTo>
                  <a:lnTo>
                    <a:pt x="267" y="800"/>
                  </a:lnTo>
                  <a:lnTo>
                    <a:pt x="267" y="801"/>
                  </a:lnTo>
                  <a:lnTo>
                    <a:pt x="267" y="804"/>
                  </a:lnTo>
                  <a:lnTo>
                    <a:pt x="268" y="807"/>
                  </a:lnTo>
                  <a:lnTo>
                    <a:pt x="270" y="809"/>
                  </a:lnTo>
                  <a:lnTo>
                    <a:pt x="271" y="812"/>
                  </a:lnTo>
                  <a:lnTo>
                    <a:pt x="275" y="818"/>
                  </a:lnTo>
                  <a:lnTo>
                    <a:pt x="282" y="822"/>
                  </a:lnTo>
                  <a:lnTo>
                    <a:pt x="283" y="824"/>
                  </a:lnTo>
                  <a:lnTo>
                    <a:pt x="283" y="824"/>
                  </a:lnTo>
                  <a:lnTo>
                    <a:pt x="278" y="829"/>
                  </a:lnTo>
                  <a:lnTo>
                    <a:pt x="275" y="830"/>
                  </a:lnTo>
                  <a:lnTo>
                    <a:pt x="274" y="833"/>
                  </a:lnTo>
                  <a:lnTo>
                    <a:pt x="268" y="832"/>
                  </a:lnTo>
                  <a:lnTo>
                    <a:pt x="267" y="829"/>
                  </a:lnTo>
                  <a:lnTo>
                    <a:pt x="262" y="825"/>
                  </a:lnTo>
                  <a:lnTo>
                    <a:pt x="258" y="825"/>
                  </a:lnTo>
                  <a:lnTo>
                    <a:pt x="257" y="829"/>
                  </a:lnTo>
                  <a:lnTo>
                    <a:pt x="259" y="830"/>
                  </a:lnTo>
                  <a:lnTo>
                    <a:pt x="262" y="833"/>
                  </a:lnTo>
                  <a:lnTo>
                    <a:pt x="261" y="837"/>
                  </a:lnTo>
                  <a:lnTo>
                    <a:pt x="257" y="836"/>
                  </a:lnTo>
                  <a:lnTo>
                    <a:pt x="253" y="836"/>
                  </a:lnTo>
                  <a:lnTo>
                    <a:pt x="246" y="832"/>
                  </a:lnTo>
                  <a:lnTo>
                    <a:pt x="241" y="833"/>
                  </a:lnTo>
                  <a:lnTo>
                    <a:pt x="241" y="834"/>
                  </a:lnTo>
                  <a:lnTo>
                    <a:pt x="241" y="834"/>
                  </a:lnTo>
                  <a:lnTo>
                    <a:pt x="233" y="834"/>
                  </a:lnTo>
                  <a:lnTo>
                    <a:pt x="232" y="834"/>
                  </a:lnTo>
                  <a:lnTo>
                    <a:pt x="226" y="836"/>
                  </a:lnTo>
                  <a:lnTo>
                    <a:pt x="222" y="837"/>
                  </a:lnTo>
                  <a:lnTo>
                    <a:pt x="222" y="837"/>
                  </a:lnTo>
                  <a:lnTo>
                    <a:pt x="221" y="836"/>
                  </a:lnTo>
                  <a:lnTo>
                    <a:pt x="216" y="832"/>
                  </a:lnTo>
                  <a:lnTo>
                    <a:pt x="213" y="832"/>
                  </a:lnTo>
                  <a:lnTo>
                    <a:pt x="212" y="833"/>
                  </a:lnTo>
                  <a:lnTo>
                    <a:pt x="211" y="833"/>
                  </a:lnTo>
                  <a:lnTo>
                    <a:pt x="208" y="832"/>
                  </a:lnTo>
                  <a:lnTo>
                    <a:pt x="207" y="833"/>
                  </a:lnTo>
                  <a:lnTo>
                    <a:pt x="205" y="833"/>
                  </a:lnTo>
                  <a:lnTo>
                    <a:pt x="204" y="830"/>
                  </a:lnTo>
                  <a:lnTo>
                    <a:pt x="203" y="830"/>
                  </a:lnTo>
                  <a:lnTo>
                    <a:pt x="203" y="830"/>
                  </a:lnTo>
                  <a:lnTo>
                    <a:pt x="204" y="830"/>
                  </a:lnTo>
                  <a:lnTo>
                    <a:pt x="203" y="828"/>
                  </a:lnTo>
                  <a:lnTo>
                    <a:pt x="204" y="826"/>
                  </a:lnTo>
                  <a:lnTo>
                    <a:pt x="201" y="822"/>
                  </a:lnTo>
                  <a:lnTo>
                    <a:pt x="201" y="817"/>
                  </a:lnTo>
                  <a:lnTo>
                    <a:pt x="200" y="816"/>
                  </a:lnTo>
                  <a:lnTo>
                    <a:pt x="197" y="812"/>
                  </a:lnTo>
                  <a:lnTo>
                    <a:pt x="195" y="812"/>
                  </a:lnTo>
                  <a:lnTo>
                    <a:pt x="193" y="811"/>
                  </a:lnTo>
                  <a:lnTo>
                    <a:pt x="191" y="808"/>
                  </a:lnTo>
                  <a:lnTo>
                    <a:pt x="189" y="808"/>
                  </a:lnTo>
                  <a:lnTo>
                    <a:pt x="188" y="808"/>
                  </a:lnTo>
                  <a:lnTo>
                    <a:pt x="187" y="808"/>
                  </a:lnTo>
                  <a:lnTo>
                    <a:pt x="184" y="804"/>
                  </a:lnTo>
                  <a:lnTo>
                    <a:pt x="183" y="804"/>
                  </a:lnTo>
                  <a:lnTo>
                    <a:pt x="180" y="804"/>
                  </a:lnTo>
                  <a:lnTo>
                    <a:pt x="180" y="803"/>
                  </a:lnTo>
                  <a:lnTo>
                    <a:pt x="178" y="801"/>
                  </a:lnTo>
                  <a:lnTo>
                    <a:pt x="176" y="800"/>
                  </a:lnTo>
                  <a:lnTo>
                    <a:pt x="176" y="799"/>
                  </a:lnTo>
                  <a:lnTo>
                    <a:pt x="174" y="799"/>
                  </a:lnTo>
                  <a:lnTo>
                    <a:pt x="172" y="795"/>
                  </a:lnTo>
                  <a:lnTo>
                    <a:pt x="164" y="790"/>
                  </a:lnTo>
                  <a:lnTo>
                    <a:pt x="162" y="790"/>
                  </a:lnTo>
                  <a:lnTo>
                    <a:pt x="157" y="786"/>
                  </a:lnTo>
                  <a:lnTo>
                    <a:pt x="153" y="787"/>
                  </a:lnTo>
                  <a:lnTo>
                    <a:pt x="150" y="784"/>
                  </a:lnTo>
                  <a:lnTo>
                    <a:pt x="150" y="782"/>
                  </a:lnTo>
                  <a:lnTo>
                    <a:pt x="146" y="779"/>
                  </a:lnTo>
                  <a:lnTo>
                    <a:pt x="145" y="779"/>
                  </a:lnTo>
                  <a:lnTo>
                    <a:pt x="142" y="779"/>
                  </a:lnTo>
                  <a:lnTo>
                    <a:pt x="143" y="778"/>
                  </a:lnTo>
                  <a:lnTo>
                    <a:pt x="146" y="776"/>
                  </a:lnTo>
                  <a:lnTo>
                    <a:pt x="145" y="775"/>
                  </a:lnTo>
                  <a:lnTo>
                    <a:pt x="145" y="774"/>
                  </a:lnTo>
                  <a:lnTo>
                    <a:pt x="147" y="775"/>
                  </a:lnTo>
                  <a:lnTo>
                    <a:pt x="149" y="776"/>
                  </a:lnTo>
                  <a:lnTo>
                    <a:pt x="150" y="776"/>
                  </a:lnTo>
                  <a:lnTo>
                    <a:pt x="153" y="776"/>
                  </a:lnTo>
                  <a:lnTo>
                    <a:pt x="153" y="772"/>
                  </a:lnTo>
                  <a:lnTo>
                    <a:pt x="151" y="772"/>
                  </a:lnTo>
                  <a:lnTo>
                    <a:pt x="151" y="770"/>
                  </a:lnTo>
                  <a:lnTo>
                    <a:pt x="154" y="767"/>
                  </a:lnTo>
                  <a:lnTo>
                    <a:pt x="154" y="766"/>
                  </a:lnTo>
                  <a:lnTo>
                    <a:pt x="155" y="766"/>
                  </a:lnTo>
                  <a:lnTo>
                    <a:pt x="157" y="766"/>
                  </a:lnTo>
                  <a:lnTo>
                    <a:pt x="158" y="765"/>
                  </a:lnTo>
                  <a:lnTo>
                    <a:pt x="159" y="763"/>
                  </a:lnTo>
                  <a:lnTo>
                    <a:pt x="159" y="763"/>
                  </a:lnTo>
                  <a:lnTo>
                    <a:pt x="157" y="762"/>
                  </a:lnTo>
                  <a:lnTo>
                    <a:pt x="157" y="761"/>
                  </a:lnTo>
                  <a:lnTo>
                    <a:pt x="155" y="762"/>
                  </a:lnTo>
                  <a:lnTo>
                    <a:pt x="153" y="761"/>
                  </a:lnTo>
                  <a:lnTo>
                    <a:pt x="151" y="757"/>
                  </a:lnTo>
                  <a:lnTo>
                    <a:pt x="155" y="757"/>
                  </a:lnTo>
                  <a:lnTo>
                    <a:pt x="158" y="757"/>
                  </a:lnTo>
                  <a:lnTo>
                    <a:pt x="160" y="755"/>
                  </a:lnTo>
                  <a:lnTo>
                    <a:pt x="158" y="755"/>
                  </a:lnTo>
                  <a:lnTo>
                    <a:pt x="158" y="754"/>
                  </a:lnTo>
                  <a:lnTo>
                    <a:pt x="159" y="753"/>
                  </a:lnTo>
                  <a:lnTo>
                    <a:pt x="166" y="749"/>
                  </a:lnTo>
                  <a:lnTo>
                    <a:pt x="167" y="747"/>
                  </a:lnTo>
                  <a:lnTo>
                    <a:pt x="166" y="746"/>
                  </a:lnTo>
                  <a:lnTo>
                    <a:pt x="163" y="746"/>
                  </a:lnTo>
                  <a:lnTo>
                    <a:pt x="160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2"/>
                  </a:lnTo>
                  <a:lnTo>
                    <a:pt x="159" y="742"/>
                  </a:lnTo>
                  <a:lnTo>
                    <a:pt x="162" y="737"/>
                  </a:lnTo>
                  <a:lnTo>
                    <a:pt x="167" y="737"/>
                  </a:lnTo>
                  <a:lnTo>
                    <a:pt x="170" y="736"/>
                  </a:lnTo>
                  <a:lnTo>
                    <a:pt x="170" y="733"/>
                  </a:lnTo>
                  <a:lnTo>
                    <a:pt x="171" y="728"/>
                  </a:lnTo>
                  <a:lnTo>
                    <a:pt x="170" y="725"/>
                  </a:lnTo>
                  <a:lnTo>
                    <a:pt x="167" y="722"/>
                  </a:lnTo>
                  <a:lnTo>
                    <a:pt x="167" y="717"/>
                  </a:lnTo>
                  <a:lnTo>
                    <a:pt x="170" y="717"/>
                  </a:lnTo>
                  <a:lnTo>
                    <a:pt x="172" y="715"/>
                  </a:lnTo>
                  <a:lnTo>
                    <a:pt x="172" y="711"/>
                  </a:lnTo>
                  <a:lnTo>
                    <a:pt x="171" y="711"/>
                  </a:lnTo>
                  <a:lnTo>
                    <a:pt x="170" y="708"/>
                  </a:lnTo>
                  <a:lnTo>
                    <a:pt x="167" y="709"/>
                  </a:lnTo>
                  <a:lnTo>
                    <a:pt x="164" y="708"/>
                  </a:lnTo>
                  <a:lnTo>
                    <a:pt x="160" y="707"/>
                  </a:lnTo>
                  <a:lnTo>
                    <a:pt x="158" y="707"/>
                  </a:lnTo>
                  <a:lnTo>
                    <a:pt x="157" y="705"/>
                  </a:lnTo>
                  <a:lnTo>
                    <a:pt x="153" y="705"/>
                  </a:lnTo>
                  <a:lnTo>
                    <a:pt x="149" y="704"/>
                  </a:lnTo>
                  <a:lnTo>
                    <a:pt x="147" y="707"/>
                  </a:lnTo>
                  <a:lnTo>
                    <a:pt x="146" y="704"/>
                  </a:lnTo>
                  <a:lnTo>
                    <a:pt x="142" y="701"/>
                  </a:lnTo>
                  <a:lnTo>
                    <a:pt x="139" y="696"/>
                  </a:lnTo>
                  <a:lnTo>
                    <a:pt x="138" y="696"/>
                  </a:lnTo>
                  <a:lnTo>
                    <a:pt x="134" y="699"/>
                  </a:lnTo>
                  <a:lnTo>
                    <a:pt x="132" y="699"/>
                  </a:lnTo>
                  <a:lnTo>
                    <a:pt x="129" y="699"/>
                  </a:lnTo>
                  <a:lnTo>
                    <a:pt x="125" y="697"/>
                  </a:lnTo>
                  <a:lnTo>
                    <a:pt x="124" y="700"/>
                  </a:lnTo>
                  <a:lnTo>
                    <a:pt x="118" y="695"/>
                  </a:lnTo>
                  <a:lnTo>
                    <a:pt x="117" y="691"/>
                  </a:lnTo>
                  <a:lnTo>
                    <a:pt x="117" y="688"/>
                  </a:lnTo>
                  <a:lnTo>
                    <a:pt x="114" y="687"/>
                  </a:lnTo>
                  <a:lnTo>
                    <a:pt x="114" y="684"/>
                  </a:lnTo>
                  <a:lnTo>
                    <a:pt x="112" y="683"/>
                  </a:lnTo>
                  <a:lnTo>
                    <a:pt x="105" y="684"/>
                  </a:lnTo>
                  <a:lnTo>
                    <a:pt x="101" y="679"/>
                  </a:lnTo>
                  <a:lnTo>
                    <a:pt x="103" y="676"/>
                  </a:lnTo>
                  <a:lnTo>
                    <a:pt x="100" y="675"/>
                  </a:lnTo>
                  <a:lnTo>
                    <a:pt x="99" y="670"/>
                  </a:lnTo>
                  <a:lnTo>
                    <a:pt x="96" y="670"/>
                  </a:lnTo>
                  <a:lnTo>
                    <a:pt x="93" y="671"/>
                  </a:lnTo>
                  <a:lnTo>
                    <a:pt x="87" y="671"/>
                  </a:lnTo>
                  <a:lnTo>
                    <a:pt x="81" y="668"/>
                  </a:lnTo>
                  <a:lnTo>
                    <a:pt x="79" y="671"/>
                  </a:lnTo>
                  <a:lnTo>
                    <a:pt x="80" y="672"/>
                  </a:lnTo>
                  <a:lnTo>
                    <a:pt x="76" y="674"/>
                  </a:lnTo>
                  <a:lnTo>
                    <a:pt x="75" y="674"/>
                  </a:lnTo>
                  <a:lnTo>
                    <a:pt x="75" y="670"/>
                  </a:lnTo>
                  <a:lnTo>
                    <a:pt x="72" y="667"/>
                  </a:lnTo>
                  <a:lnTo>
                    <a:pt x="72" y="663"/>
                  </a:lnTo>
                  <a:lnTo>
                    <a:pt x="70" y="661"/>
                  </a:lnTo>
                  <a:lnTo>
                    <a:pt x="70" y="657"/>
                  </a:lnTo>
                  <a:lnTo>
                    <a:pt x="71" y="655"/>
                  </a:lnTo>
                  <a:lnTo>
                    <a:pt x="74" y="658"/>
                  </a:lnTo>
                  <a:lnTo>
                    <a:pt x="80" y="657"/>
                  </a:lnTo>
                  <a:lnTo>
                    <a:pt x="81" y="653"/>
                  </a:lnTo>
                  <a:lnTo>
                    <a:pt x="83" y="651"/>
                  </a:lnTo>
                  <a:lnTo>
                    <a:pt x="80" y="650"/>
                  </a:lnTo>
                  <a:lnTo>
                    <a:pt x="80" y="647"/>
                  </a:lnTo>
                  <a:lnTo>
                    <a:pt x="76" y="643"/>
                  </a:lnTo>
                  <a:lnTo>
                    <a:pt x="72" y="642"/>
                  </a:lnTo>
                  <a:lnTo>
                    <a:pt x="71" y="638"/>
                  </a:lnTo>
                  <a:lnTo>
                    <a:pt x="68" y="637"/>
                  </a:lnTo>
                  <a:lnTo>
                    <a:pt x="66" y="633"/>
                  </a:lnTo>
                  <a:lnTo>
                    <a:pt x="64" y="629"/>
                  </a:lnTo>
                  <a:lnTo>
                    <a:pt x="62" y="626"/>
                  </a:lnTo>
                  <a:lnTo>
                    <a:pt x="62" y="622"/>
                  </a:lnTo>
                  <a:lnTo>
                    <a:pt x="59" y="620"/>
                  </a:lnTo>
                  <a:lnTo>
                    <a:pt x="60" y="617"/>
                  </a:lnTo>
                  <a:lnTo>
                    <a:pt x="59" y="615"/>
                  </a:lnTo>
                  <a:lnTo>
                    <a:pt x="54" y="613"/>
                  </a:lnTo>
                  <a:lnTo>
                    <a:pt x="53" y="613"/>
                  </a:lnTo>
                  <a:lnTo>
                    <a:pt x="51" y="611"/>
                  </a:lnTo>
                  <a:lnTo>
                    <a:pt x="47" y="612"/>
                  </a:lnTo>
                  <a:lnTo>
                    <a:pt x="45" y="615"/>
                  </a:lnTo>
                  <a:lnTo>
                    <a:pt x="42" y="611"/>
                  </a:lnTo>
                  <a:lnTo>
                    <a:pt x="39" y="611"/>
                  </a:lnTo>
                  <a:lnTo>
                    <a:pt x="37" y="612"/>
                  </a:lnTo>
                  <a:lnTo>
                    <a:pt x="34" y="608"/>
                  </a:lnTo>
                  <a:lnTo>
                    <a:pt x="31" y="609"/>
                  </a:lnTo>
                  <a:lnTo>
                    <a:pt x="30" y="608"/>
                  </a:lnTo>
                  <a:lnTo>
                    <a:pt x="29" y="608"/>
                  </a:lnTo>
                  <a:lnTo>
                    <a:pt x="29" y="605"/>
                  </a:lnTo>
                  <a:lnTo>
                    <a:pt x="26" y="603"/>
                  </a:lnTo>
                  <a:lnTo>
                    <a:pt x="26" y="599"/>
                  </a:lnTo>
                  <a:lnTo>
                    <a:pt x="25" y="599"/>
                  </a:lnTo>
                  <a:lnTo>
                    <a:pt x="24" y="595"/>
                  </a:lnTo>
                  <a:lnTo>
                    <a:pt x="24" y="593"/>
                  </a:lnTo>
                  <a:lnTo>
                    <a:pt x="24" y="592"/>
                  </a:lnTo>
                  <a:lnTo>
                    <a:pt x="22" y="591"/>
                  </a:lnTo>
                  <a:lnTo>
                    <a:pt x="22" y="590"/>
                  </a:lnTo>
                  <a:lnTo>
                    <a:pt x="22" y="588"/>
                  </a:lnTo>
                  <a:lnTo>
                    <a:pt x="20" y="587"/>
                  </a:lnTo>
                  <a:lnTo>
                    <a:pt x="21" y="584"/>
                  </a:lnTo>
                  <a:lnTo>
                    <a:pt x="21" y="583"/>
                  </a:lnTo>
                  <a:lnTo>
                    <a:pt x="24" y="580"/>
                  </a:lnTo>
                  <a:lnTo>
                    <a:pt x="24" y="579"/>
                  </a:lnTo>
                  <a:lnTo>
                    <a:pt x="17" y="568"/>
                  </a:lnTo>
                  <a:lnTo>
                    <a:pt x="18" y="559"/>
                  </a:lnTo>
                  <a:lnTo>
                    <a:pt x="20" y="559"/>
                  </a:lnTo>
                  <a:lnTo>
                    <a:pt x="21" y="555"/>
                  </a:lnTo>
                  <a:lnTo>
                    <a:pt x="22" y="553"/>
                  </a:lnTo>
                  <a:lnTo>
                    <a:pt x="22" y="553"/>
                  </a:lnTo>
                  <a:lnTo>
                    <a:pt x="22" y="551"/>
                  </a:lnTo>
                  <a:lnTo>
                    <a:pt x="21" y="550"/>
                  </a:lnTo>
                  <a:lnTo>
                    <a:pt x="21" y="550"/>
                  </a:lnTo>
                  <a:lnTo>
                    <a:pt x="22" y="547"/>
                  </a:lnTo>
                  <a:lnTo>
                    <a:pt x="21" y="545"/>
                  </a:lnTo>
                  <a:lnTo>
                    <a:pt x="21" y="543"/>
                  </a:lnTo>
                  <a:lnTo>
                    <a:pt x="22" y="543"/>
                  </a:lnTo>
                  <a:lnTo>
                    <a:pt x="24" y="546"/>
                  </a:lnTo>
                  <a:lnTo>
                    <a:pt x="25" y="545"/>
                  </a:lnTo>
                  <a:lnTo>
                    <a:pt x="25" y="542"/>
                  </a:lnTo>
                  <a:lnTo>
                    <a:pt x="26" y="542"/>
                  </a:lnTo>
                  <a:lnTo>
                    <a:pt x="29" y="543"/>
                  </a:lnTo>
                  <a:lnTo>
                    <a:pt x="31" y="541"/>
                  </a:lnTo>
                  <a:lnTo>
                    <a:pt x="33" y="538"/>
                  </a:lnTo>
                  <a:lnTo>
                    <a:pt x="34" y="538"/>
                  </a:lnTo>
                  <a:lnTo>
                    <a:pt x="37" y="540"/>
                  </a:lnTo>
                  <a:lnTo>
                    <a:pt x="39" y="538"/>
                  </a:lnTo>
                  <a:lnTo>
                    <a:pt x="37" y="534"/>
                  </a:lnTo>
                  <a:lnTo>
                    <a:pt x="35" y="534"/>
                  </a:lnTo>
                  <a:lnTo>
                    <a:pt x="34" y="536"/>
                  </a:lnTo>
                  <a:lnTo>
                    <a:pt x="31" y="536"/>
                  </a:lnTo>
                  <a:lnTo>
                    <a:pt x="30" y="533"/>
                  </a:lnTo>
                  <a:lnTo>
                    <a:pt x="26" y="533"/>
                  </a:lnTo>
                  <a:lnTo>
                    <a:pt x="24" y="529"/>
                  </a:lnTo>
                  <a:lnTo>
                    <a:pt x="25" y="528"/>
                  </a:lnTo>
                  <a:lnTo>
                    <a:pt x="27" y="530"/>
                  </a:lnTo>
                  <a:lnTo>
                    <a:pt x="27" y="528"/>
                  </a:lnTo>
                  <a:lnTo>
                    <a:pt x="26" y="526"/>
                  </a:lnTo>
                  <a:lnTo>
                    <a:pt x="27" y="525"/>
                  </a:lnTo>
                  <a:lnTo>
                    <a:pt x="25" y="525"/>
                  </a:lnTo>
                  <a:lnTo>
                    <a:pt x="25" y="526"/>
                  </a:lnTo>
                  <a:lnTo>
                    <a:pt x="24" y="526"/>
                  </a:lnTo>
                  <a:lnTo>
                    <a:pt x="22" y="528"/>
                  </a:lnTo>
                  <a:lnTo>
                    <a:pt x="22" y="528"/>
                  </a:lnTo>
                  <a:lnTo>
                    <a:pt x="21" y="528"/>
                  </a:lnTo>
                  <a:lnTo>
                    <a:pt x="21" y="528"/>
                  </a:lnTo>
                  <a:lnTo>
                    <a:pt x="21" y="525"/>
                  </a:lnTo>
                  <a:lnTo>
                    <a:pt x="26" y="520"/>
                  </a:lnTo>
                  <a:lnTo>
                    <a:pt x="29" y="518"/>
                  </a:lnTo>
                  <a:lnTo>
                    <a:pt x="33" y="513"/>
                  </a:lnTo>
                  <a:lnTo>
                    <a:pt x="35" y="508"/>
                  </a:lnTo>
                  <a:lnTo>
                    <a:pt x="38" y="501"/>
                  </a:lnTo>
                  <a:lnTo>
                    <a:pt x="43" y="493"/>
                  </a:lnTo>
                  <a:lnTo>
                    <a:pt x="46" y="486"/>
                  </a:lnTo>
                  <a:lnTo>
                    <a:pt x="46" y="482"/>
                  </a:lnTo>
                  <a:lnTo>
                    <a:pt x="41" y="476"/>
                  </a:lnTo>
                  <a:lnTo>
                    <a:pt x="38" y="475"/>
                  </a:lnTo>
                  <a:lnTo>
                    <a:pt x="31" y="467"/>
                  </a:lnTo>
                  <a:lnTo>
                    <a:pt x="33" y="463"/>
                  </a:lnTo>
                  <a:lnTo>
                    <a:pt x="35" y="461"/>
                  </a:lnTo>
                  <a:lnTo>
                    <a:pt x="35" y="457"/>
                  </a:lnTo>
                  <a:lnTo>
                    <a:pt x="31" y="454"/>
                  </a:lnTo>
                  <a:lnTo>
                    <a:pt x="30" y="451"/>
                  </a:lnTo>
                  <a:lnTo>
                    <a:pt x="30" y="447"/>
                  </a:lnTo>
                  <a:lnTo>
                    <a:pt x="30" y="446"/>
                  </a:lnTo>
                  <a:lnTo>
                    <a:pt x="30" y="445"/>
                  </a:lnTo>
                  <a:lnTo>
                    <a:pt x="26" y="443"/>
                  </a:lnTo>
                  <a:lnTo>
                    <a:pt x="25" y="442"/>
                  </a:lnTo>
                  <a:lnTo>
                    <a:pt x="25" y="438"/>
                  </a:lnTo>
                  <a:lnTo>
                    <a:pt x="27" y="436"/>
                  </a:lnTo>
                  <a:lnTo>
                    <a:pt x="25" y="436"/>
                  </a:lnTo>
                  <a:lnTo>
                    <a:pt x="25" y="433"/>
                  </a:lnTo>
                  <a:lnTo>
                    <a:pt x="25" y="425"/>
                  </a:lnTo>
                  <a:lnTo>
                    <a:pt x="27" y="425"/>
                  </a:lnTo>
                  <a:lnTo>
                    <a:pt x="22" y="412"/>
                  </a:lnTo>
                  <a:lnTo>
                    <a:pt x="17" y="404"/>
                  </a:lnTo>
                  <a:lnTo>
                    <a:pt x="16" y="400"/>
                  </a:lnTo>
                  <a:lnTo>
                    <a:pt x="13" y="397"/>
                  </a:lnTo>
                  <a:lnTo>
                    <a:pt x="16" y="392"/>
                  </a:lnTo>
                  <a:lnTo>
                    <a:pt x="17" y="388"/>
                  </a:lnTo>
                  <a:lnTo>
                    <a:pt x="18" y="384"/>
                  </a:lnTo>
                  <a:lnTo>
                    <a:pt x="17" y="383"/>
                  </a:lnTo>
                  <a:lnTo>
                    <a:pt x="12" y="379"/>
                  </a:lnTo>
                  <a:lnTo>
                    <a:pt x="10" y="378"/>
                  </a:lnTo>
                  <a:lnTo>
                    <a:pt x="9" y="375"/>
                  </a:lnTo>
                  <a:lnTo>
                    <a:pt x="6" y="372"/>
                  </a:lnTo>
                  <a:lnTo>
                    <a:pt x="4" y="372"/>
                  </a:lnTo>
                  <a:lnTo>
                    <a:pt x="2" y="367"/>
                  </a:lnTo>
                  <a:lnTo>
                    <a:pt x="1" y="365"/>
                  </a:lnTo>
                  <a:lnTo>
                    <a:pt x="1" y="361"/>
                  </a:lnTo>
                  <a:lnTo>
                    <a:pt x="2" y="358"/>
                  </a:lnTo>
                  <a:lnTo>
                    <a:pt x="0" y="358"/>
                  </a:lnTo>
                  <a:lnTo>
                    <a:pt x="2" y="357"/>
                  </a:lnTo>
                  <a:lnTo>
                    <a:pt x="5" y="355"/>
                  </a:lnTo>
                  <a:lnTo>
                    <a:pt x="5" y="355"/>
                  </a:lnTo>
                  <a:lnTo>
                    <a:pt x="6" y="354"/>
                  </a:lnTo>
                  <a:lnTo>
                    <a:pt x="6" y="350"/>
                  </a:lnTo>
                  <a:lnTo>
                    <a:pt x="9" y="347"/>
                  </a:lnTo>
                  <a:lnTo>
                    <a:pt x="13" y="347"/>
                  </a:lnTo>
                  <a:lnTo>
                    <a:pt x="14" y="345"/>
                  </a:lnTo>
                  <a:lnTo>
                    <a:pt x="14" y="341"/>
                  </a:lnTo>
                  <a:lnTo>
                    <a:pt x="16" y="341"/>
                  </a:lnTo>
                  <a:lnTo>
                    <a:pt x="18" y="342"/>
                  </a:lnTo>
                  <a:lnTo>
                    <a:pt x="20" y="340"/>
                  </a:lnTo>
                  <a:lnTo>
                    <a:pt x="20" y="337"/>
                  </a:lnTo>
                  <a:lnTo>
                    <a:pt x="20" y="337"/>
                  </a:lnTo>
                  <a:lnTo>
                    <a:pt x="22" y="338"/>
                  </a:lnTo>
                  <a:lnTo>
                    <a:pt x="24" y="338"/>
                  </a:lnTo>
                  <a:lnTo>
                    <a:pt x="24" y="341"/>
                  </a:lnTo>
                  <a:lnTo>
                    <a:pt x="25" y="342"/>
                  </a:lnTo>
                  <a:lnTo>
                    <a:pt x="25" y="340"/>
                  </a:lnTo>
                  <a:lnTo>
                    <a:pt x="26" y="338"/>
                  </a:lnTo>
                  <a:lnTo>
                    <a:pt x="27" y="338"/>
                  </a:lnTo>
                  <a:lnTo>
                    <a:pt x="29" y="338"/>
                  </a:lnTo>
                  <a:lnTo>
                    <a:pt x="26" y="336"/>
                  </a:lnTo>
                  <a:lnTo>
                    <a:pt x="26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4"/>
                  </a:lnTo>
                  <a:lnTo>
                    <a:pt x="29" y="334"/>
                  </a:lnTo>
                  <a:lnTo>
                    <a:pt x="27" y="333"/>
                  </a:lnTo>
                  <a:lnTo>
                    <a:pt x="27" y="332"/>
                  </a:lnTo>
                  <a:lnTo>
                    <a:pt x="30" y="332"/>
                  </a:lnTo>
                  <a:lnTo>
                    <a:pt x="33" y="333"/>
                  </a:lnTo>
                  <a:lnTo>
                    <a:pt x="34" y="336"/>
                  </a:lnTo>
                  <a:lnTo>
                    <a:pt x="35" y="336"/>
                  </a:lnTo>
                  <a:lnTo>
                    <a:pt x="37" y="336"/>
                  </a:lnTo>
                  <a:lnTo>
                    <a:pt x="38" y="336"/>
                  </a:lnTo>
                  <a:lnTo>
                    <a:pt x="38" y="337"/>
                  </a:lnTo>
                  <a:lnTo>
                    <a:pt x="39" y="338"/>
                  </a:lnTo>
                  <a:lnTo>
                    <a:pt x="41" y="340"/>
                  </a:lnTo>
                  <a:lnTo>
                    <a:pt x="38" y="341"/>
                  </a:lnTo>
                  <a:lnTo>
                    <a:pt x="37" y="340"/>
                  </a:lnTo>
                  <a:lnTo>
                    <a:pt x="34" y="341"/>
                  </a:lnTo>
                  <a:lnTo>
                    <a:pt x="31" y="338"/>
                  </a:lnTo>
                  <a:lnTo>
                    <a:pt x="31" y="337"/>
                  </a:lnTo>
                  <a:lnTo>
                    <a:pt x="30" y="338"/>
                  </a:lnTo>
                  <a:lnTo>
                    <a:pt x="30" y="341"/>
                  </a:lnTo>
                  <a:lnTo>
                    <a:pt x="31" y="343"/>
                  </a:lnTo>
                  <a:lnTo>
                    <a:pt x="33" y="342"/>
                  </a:lnTo>
                  <a:lnTo>
                    <a:pt x="34" y="342"/>
                  </a:lnTo>
                  <a:lnTo>
                    <a:pt x="34" y="345"/>
                  </a:lnTo>
                  <a:lnTo>
                    <a:pt x="35" y="343"/>
                  </a:lnTo>
                  <a:lnTo>
                    <a:pt x="38" y="343"/>
                  </a:lnTo>
                  <a:lnTo>
                    <a:pt x="38" y="345"/>
                  </a:lnTo>
                  <a:lnTo>
                    <a:pt x="39" y="345"/>
                  </a:lnTo>
                  <a:lnTo>
                    <a:pt x="39" y="343"/>
                  </a:lnTo>
                  <a:lnTo>
                    <a:pt x="41" y="345"/>
                  </a:lnTo>
                  <a:lnTo>
                    <a:pt x="41" y="345"/>
                  </a:lnTo>
                  <a:lnTo>
                    <a:pt x="41" y="346"/>
                  </a:lnTo>
                  <a:lnTo>
                    <a:pt x="42" y="345"/>
                  </a:lnTo>
                  <a:lnTo>
                    <a:pt x="43" y="343"/>
                  </a:lnTo>
                  <a:lnTo>
                    <a:pt x="45" y="343"/>
                  </a:lnTo>
                  <a:lnTo>
                    <a:pt x="43" y="345"/>
                  </a:lnTo>
                  <a:lnTo>
                    <a:pt x="43" y="346"/>
                  </a:lnTo>
                  <a:lnTo>
                    <a:pt x="45" y="346"/>
                  </a:lnTo>
                  <a:lnTo>
                    <a:pt x="46" y="347"/>
                  </a:lnTo>
                  <a:lnTo>
                    <a:pt x="45" y="347"/>
                  </a:lnTo>
                  <a:lnTo>
                    <a:pt x="43" y="350"/>
                  </a:lnTo>
                  <a:lnTo>
                    <a:pt x="46" y="350"/>
                  </a:lnTo>
                  <a:lnTo>
                    <a:pt x="47" y="347"/>
                  </a:lnTo>
                  <a:lnTo>
                    <a:pt x="46" y="345"/>
                  </a:lnTo>
                  <a:lnTo>
                    <a:pt x="47" y="345"/>
                  </a:lnTo>
                  <a:lnTo>
                    <a:pt x="50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0" y="342"/>
                  </a:lnTo>
                  <a:lnTo>
                    <a:pt x="50" y="342"/>
                  </a:lnTo>
                  <a:lnTo>
                    <a:pt x="53" y="343"/>
                  </a:lnTo>
                  <a:lnTo>
                    <a:pt x="54" y="345"/>
                  </a:lnTo>
                  <a:lnTo>
                    <a:pt x="58" y="345"/>
                  </a:lnTo>
                  <a:lnTo>
                    <a:pt x="60" y="346"/>
                  </a:lnTo>
                  <a:lnTo>
                    <a:pt x="62" y="345"/>
                  </a:lnTo>
                  <a:lnTo>
                    <a:pt x="62" y="343"/>
                  </a:lnTo>
                  <a:lnTo>
                    <a:pt x="64" y="345"/>
                  </a:lnTo>
                  <a:lnTo>
                    <a:pt x="67" y="346"/>
                  </a:lnTo>
                  <a:lnTo>
                    <a:pt x="67" y="345"/>
                  </a:lnTo>
                  <a:lnTo>
                    <a:pt x="70" y="346"/>
                  </a:lnTo>
                  <a:lnTo>
                    <a:pt x="81" y="353"/>
                  </a:lnTo>
                  <a:lnTo>
                    <a:pt x="91" y="358"/>
                  </a:lnTo>
                  <a:lnTo>
                    <a:pt x="92" y="361"/>
                  </a:lnTo>
                  <a:lnTo>
                    <a:pt x="95" y="361"/>
                  </a:lnTo>
                  <a:lnTo>
                    <a:pt x="97" y="365"/>
                  </a:lnTo>
                  <a:lnTo>
                    <a:pt x="99" y="366"/>
                  </a:lnTo>
                  <a:lnTo>
                    <a:pt x="99" y="365"/>
                  </a:lnTo>
                  <a:lnTo>
                    <a:pt x="99" y="363"/>
                  </a:lnTo>
                  <a:lnTo>
                    <a:pt x="100" y="363"/>
                  </a:lnTo>
                  <a:lnTo>
                    <a:pt x="103" y="366"/>
                  </a:lnTo>
                  <a:lnTo>
                    <a:pt x="105" y="366"/>
                  </a:lnTo>
                  <a:lnTo>
                    <a:pt x="108" y="368"/>
                  </a:lnTo>
                  <a:lnTo>
                    <a:pt x="109" y="368"/>
                  </a:lnTo>
                  <a:lnTo>
                    <a:pt x="108" y="366"/>
                  </a:lnTo>
                  <a:lnTo>
                    <a:pt x="106" y="365"/>
                  </a:lnTo>
                  <a:lnTo>
                    <a:pt x="108" y="365"/>
                  </a:lnTo>
                  <a:lnTo>
                    <a:pt x="110" y="367"/>
                  </a:lnTo>
                  <a:lnTo>
                    <a:pt x="110" y="370"/>
                  </a:lnTo>
                  <a:lnTo>
                    <a:pt x="116" y="372"/>
                  </a:lnTo>
                  <a:lnTo>
                    <a:pt x="116" y="374"/>
                  </a:lnTo>
                  <a:lnTo>
                    <a:pt x="118" y="375"/>
                  </a:lnTo>
                  <a:lnTo>
                    <a:pt x="118" y="374"/>
                  </a:lnTo>
                  <a:lnTo>
                    <a:pt x="121" y="375"/>
                  </a:lnTo>
                  <a:lnTo>
                    <a:pt x="122" y="378"/>
                  </a:lnTo>
                  <a:lnTo>
                    <a:pt x="124" y="380"/>
                  </a:lnTo>
                  <a:lnTo>
                    <a:pt x="125" y="382"/>
                  </a:lnTo>
                  <a:lnTo>
                    <a:pt x="128" y="384"/>
                  </a:lnTo>
                  <a:lnTo>
                    <a:pt x="128" y="384"/>
                  </a:lnTo>
                  <a:lnTo>
                    <a:pt x="129" y="384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9" y="393"/>
                  </a:lnTo>
                  <a:lnTo>
                    <a:pt x="128" y="396"/>
                  </a:lnTo>
                  <a:lnTo>
                    <a:pt x="128" y="397"/>
                  </a:lnTo>
                  <a:lnTo>
                    <a:pt x="125" y="400"/>
                  </a:lnTo>
                  <a:lnTo>
                    <a:pt x="125" y="403"/>
                  </a:lnTo>
                  <a:lnTo>
                    <a:pt x="120" y="408"/>
                  </a:lnTo>
                  <a:lnTo>
                    <a:pt x="117" y="411"/>
                  </a:lnTo>
                  <a:lnTo>
                    <a:pt x="113" y="411"/>
                  </a:lnTo>
                  <a:lnTo>
                    <a:pt x="112" y="412"/>
                  </a:lnTo>
                  <a:lnTo>
                    <a:pt x="108" y="412"/>
                  </a:lnTo>
                  <a:lnTo>
                    <a:pt x="106" y="413"/>
                  </a:lnTo>
                  <a:lnTo>
                    <a:pt x="101" y="413"/>
                  </a:lnTo>
                  <a:lnTo>
                    <a:pt x="95" y="413"/>
                  </a:lnTo>
                  <a:lnTo>
                    <a:pt x="91" y="412"/>
                  </a:lnTo>
                  <a:lnTo>
                    <a:pt x="88" y="411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1" y="411"/>
                  </a:lnTo>
                  <a:lnTo>
                    <a:pt x="80" y="409"/>
                  </a:lnTo>
                  <a:lnTo>
                    <a:pt x="79" y="409"/>
                  </a:lnTo>
                  <a:lnTo>
                    <a:pt x="78" y="411"/>
                  </a:lnTo>
                  <a:lnTo>
                    <a:pt x="74" y="408"/>
                  </a:lnTo>
                  <a:lnTo>
                    <a:pt x="74" y="405"/>
                  </a:lnTo>
                  <a:lnTo>
                    <a:pt x="72" y="407"/>
                  </a:lnTo>
                  <a:lnTo>
                    <a:pt x="70" y="407"/>
                  </a:lnTo>
                  <a:lnTo>
                    <a:pt x="71" y="405"/>
                  </a:lnTo>
                  <a:lnTo>
                    <a:pt x="67" y="405"/>
                  </a:lnTo>
                  <a:lnTo>
                    <a:pt x="66" y="407"/>
                  </a:lnTo>
                  <a:lnTo>
                    <a:pt x="63" y="407"/>
                  </a:lnTo>
                  <a:lnTo>
                    <a:pt x="63" y="405"/>
                  </a:lnTo>
                  <a:lnTo>
                    <a:pt x="63" y="404"/>
                  </a:lnTo>
                  <a:lnTo>
                    <a:pt x="64" y="404"/>
                  </a:lnTo>
                  <a:lnTo>
                    <a:pt x="63" y="401"/>
                  </a:lnTo>
                  <a:lnTo>
                    <a:pt x="62" y="403"/>
                  </a:lnTo>
                  <a:lnTo>
                    <a:pt x="58" y="403"/>
                  </a:lnTo>
                  <a:lnTo>
                    <a:pt x="56" y="401"/>
                  </a:lnTo>
                  <a:lnTo>
                    <a:pt x="55" y="401"/>
                  </a:lnTo>
                  <a:lnTo>
                    <a:pt x="54" y="401"/>
                  </a:lnTo>
                  <a:lnTo>
                    <a:pt x="49" y="397"/>
                  </a:lnTo>
                  <a:lnTo>
                    <a:pt x="49" y="395"/>
                  </a:lnTo>
                  <a:lnTo>
                    <a:pt x="45" y="395"/>
                  </a:lnTo>
                  <a:lnTo>
                    <a:pt x="45" y="395"/>
                  </a:lnTo>
                  <a:lnTo>
                    <a:pt x="42" y="395"/>
                  </a:lnTo>
                  <a:lnTo>
                    <a:pt x="42" y="395"/>
                  </a:lnTo>
                  <a:lnTo>
                    <a:pt x="45" y="396"/>
                  </a:lnTo>
                  <a:lnTo>
                    <a:pt x="45" y="400"/>
                  </a:lnTo>
                  <a:lnTo>
                    <a:pt x="47" y="401"/>
                  </a:lnTo>
                  <a:lnTo>
                    <a:pt x="49" y="404"/>
                  </a:lnTo>
                  <a:lnTo>
                    <a:pt x="53" y="404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49" y="408"/>
                  </a:lnTo>
                  <a:lnTo>
                    <a:pt x="50" y="408"/>
                  </a:lnTo>
                  <a:lnTo>
                    <a:pt x="54" y="408"/>
                  </a:lnTo>
                  <a:lnTo>
                    <a:pt x="55" y="407"/>
                  </a:lnTo>
                  <a:lnTo>
                    <a:pt x="56" y="408"/>
                  </a:lnTo>
                  <a:lnTo>
                    <a:pt x="55" y="408"/>
                  </a:lnTo>
                  <a:lnTo>
                    <a:pt x="55" y="409"/>
                  </a:lnTo>
                  <a:lnTo>
                    <a:pt x="58" y="409"/>
                  </a:lnTo>
                  <a:lnTo>
                    <a:pt x="56" y="411"/>
                  </a:lnTo>
                  <a:lnTo>
                    <a:pt x="55" y="412"/>
                  </a:lnTo>
                  <a:lnTo>
                    <a:pt x="54" y="413"/>
                  </a:lnTo>
                  <a:lnTo>
                    <a:pt x="56" y="413"/>
                  </a:lnTo>
                  <a:lnTo>
                    <a:pt x="58" y="412"/>
                  </a:lnTo>
                  <a:lnTo>
                    <a:pt x="59" y="412"/>
                  </a:lnTo>
                  <a:lnTo>
                    <a:pt x="60" y="413"/>
                  </a:lnTo>
                  <a:lnTo>
                    <a:pt x="62" y="413"/>
                  </a:lnTo>
                  <a:lnTo>
                    <a:pt x="67" y="415"/>
                  </a:lnTo>
                  <a:lnTo>
                    <a:pt x="70" y="418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0" y="422"/>
                  </a:lnTo>
                  <a:lnTo>
                    <a:pt x="71" y="422"/>
                  </a:lnTo>
                  <a:lnTo>
                    <a:pt x="71" y="425"/>
                  </a:lnTo>
                  <a:lnTo>
                    <a:pt x="71" y="428"/>
                  </a:lnTo>
                  <a:lnTo>
                    <a:pt x="70" y="429"/>
                  </a:lnTo>
                  <a:lnTo>
                    <a:pt x="68" y="430"/>
                  </a:lnTo>
                  <a:lnTo>
                    <a:pt x="71" y="432"/>
                  </a:lnTo>
                  <a:lnTo>
                    <a:pt x="71" y="434"/>
                  </a:lnTo>
                  <a:lnTo>
                    <a:pt x="74" y="437"/>
                  </a:lnTo>
                  <a:lnTo>
                    <a:pt x="74" y="440"/>
                  </a:lnTo>
                  <a:lnTo>
                    <a:pt x="76" y="441"/>
                  </a:lnTo>
                  <a:lnTo>
                    <a:pt x="76" y="443"/>
                  </a:lnTo>
                  <a:lnTo>
                    <a:pt x="76" y="446"/>
                  </a:lnTo>
                  <a:lnTo>
                    <a:pt x="76" y="447"/>
                  </a:lnTo>
                  <a:lnTo>
                    <a:pt x="76" y="449"/>
                  </a:lnTo>
                  <a:lnTo>
                    <a:pt x="78" y="451"/>
                  </a:lnTo>
                  <a:lnTo>
                    <a:pt x="83" y="453"/>
                  </a:lnTo>
                  <a:lnTo>
                    <a:pt x="84" y="451"/>
                  </a:lnTo>
                  <a:lnTo>
                    <a:pt x="85" y="451"/>
                  </a:lnTo>
                  <a:lnTo>
                    <a:pt x="87" y="453"/>
                  </a:lnTo>
                  <a:lnTo>
                    <a:pt x="89" y="454"/>
                  </a:lnTo>
                  <a:lnTo>
                    <a:pt x="89" y="458"/>
                  </a:lnTo>
                  <a:lnTo>
                    <a:pt x="91" y="458"/>
                  </a:lnTo>
                  <a:lnTo>
                    <a:pt x="95" y="458"/>
                  </a:lnTo>
                  <a:lnTo>
                    <a:pt x="96" y="459"/>
                  </a:lnTo>
                  <a:lnTo>
                    <a:pt x="100" y="459"/>
                  </a:lnTo>
                  <a:lnTo>
                    <a:pt x="101" y="462"/>
                  </a:lnTo>
                  <a:lnTo>
                    <a:pt x="103" y="462"/>
                  </a:lnTo>
                  <a:lnTo>
                    <a:pt x="105" y="459"/>
                  </a:lnTo>
                  <a:lnTo>
                    <a:pt x="108" y="459"/>
                  </a:lnTo>
                  <a:lnTo>
                    <a:pt x="109" y="458"/>
                  </a:lnTo>
                  <a:lnTo>
                    <a:pt x="109" y="454"/>
                  </a:lnTo>
                  <a:lnTo>
                    <a:pt x="106" y="453"/>
                  </a:lnTo>
                  <a:lnTo>
                    <a:pt x="108" y="451"/>
                  </a:lnTo>
                  <a:lnTo>
                    <a:pt x="108" y="451"/>
                  </a:lnTo>
                  <a:lnTo>
                    <a:pt x="105" y="450"/>
                  </a:lnTo>
                  <a:lnTo>
                    <a:pt x="105" y="447"/>
                  </a:lnTo>
                  <a:lnTo>
                    <a:pt x="103" y="449"/>
                  </a:lnTo>
                  <a:lnTo>
                    <a:pt x="101" y="449"/>
                  </a:lnTo>
                  <a:lnTo>
                    <a:pt x="100" y="450"/>
                  </a:lnTo>
                  <a:lnTo>
                    <a:pt x="96" y="449"/>
                  </a:lnTo>
                  <a:lnTo>
                    <a:pt x="95" y="446"/>
                  </a:lnTo>
                  <a:lnTo>
                    <a:pt x="91" y="445"/>
                  </a:lnTo>
                  <a:lnTo>
                    <a:pt x="91" y="442"/>
                  </a:lnTo>
                  <a:lnTo>
                    <a:pt x="89" y="438"/>
                  </a:lnTo>
                  <a:lnTo>
                    <a:pt x="91" y="438"/>
                  </a:lnTo>
                  <a:lnTo>
                    <a:pt x="93" y="437"/>
                  </a:lnTo>
                  <a:lnTo>
                    <a:pt x="92" y="436"/>
                  </a:lnTo>
                  <a:lnTo>
                    <a:pt x="92" y="434"/>
                  </a:lnTo>
                  <a:lnTo>
                    <a:pt x="92" y="433"/>
                  </a:lnTo>
                  <a:lnTo>
                    <a:pt x="92" y="432"/>
                  </a:lnTo>
                  <a:lnTo>
                    <a:pt x="95" y="432"/>
                  </a:lnTo>
                  <a:lnTo>
                    <a:pt x="97" y="433"/>
                  </a:lnTo>
                  <a:lnTo>
                    <a:pt x="101" y="434"/>
                  </a:lnTo>
                  <a:lnTo>
                    <a:pt x="103" y="437"/>
                  </a:lnTo>
                  <a:lnTo>
                    <a:pt x="105" y="438"/>
                  </a:lnTo>
                  <a:lnTo>
                    <a:pt x="109" y="438"/>
                  </a:lnTo>
                  <a:lnTo>
                    <a:pt x="109" y="440"/>
                  </a:lnTo>
                  <a:lnTo>
                    <a:pt x="112" y="441"/>
                  </a:lnTo>
                  <a:lnTo>
                    <a:pt x="120" y="443"/>
                  </a:lnTo>
                  <a:lnTo>
                    <a:pt x="122" y="447"/>
                  </a:lnTo>
                  <a:lnTo>
                    <a:pt x="124" y="445"/>
                  </a:lnTo>
                  <a:lnTo>
                    <a:pt x="126" y="443"/>
                  </a:lnTo>
                  <a:lnTo>
                    <a:pt x="126" y="441"/>
                  </a:lnTo>
                  <a:lnTo>
                    <a:pt x="128" y="441"/>
                  </a:lnTo>
                  <a:lnTo>
                    <a:pt x="130" y="438"/>
                  </a:lnTo>
                  <a:lnTo>
                    <a:pt x="126" y="434"/>
                  </a:lnTo>
                  <a:lnTo>
                    <a:pt x="121" y="429"/>
                  </a:lnTo>
                  <a:lnTo>
                    <a:pt x="120" y="425"/>
                  </a:lnTo>
                  <a:lnTo>
                    <a:pt x="121" y="422"/>
                  </a:lnTo>
                  <a:lnTo>
                    <a:pt x="124" y="420"/>
                  </a:lnTo>
                  <a:lnTo>
                    <a:pt x="126" y="417"/>
                  </a:lnTo>
                  <a:lnTo>
                    <a:pt x="128" y="413"/>
                  </a:lnTo>
                  <a:lnTo>
                    <a:pt x="129" y="412"/>
                  </a:lnTo>
                  <a:lnTo>
                    <a:pt x="132" y="412"/>
                  </a:lnTo>
                  <a:lnTo>
                    <a:pt x="135" y="408"/>
                  </a:lnTo>
                  <a:lnTo>
                    <a:pt x="138" y="403"/>
                  </a:lnTo>
                  <a:lnTo>
                    <a:pt x="139" y="401"/>
                  </a:lnTo>
                  <a:lnTo>
                    <a:pt x="143" y="401"/>
                  </a:lnTo>
                  <a:lnTo>
                    <a:pt x="145" y="404"/>
                  </a:lnTo>
                  <a:lnTo>
                    <a:pt x="149" y="403"/>
                  </a:lnTo>
                  <a:lnTo>
                    <a:pt x="153" y="404"/>
                  </a:lnTo>
                  <a:lnTo>
                    <a:pt x="154" y="405"/>
                  </a:lnTo>
                  <a:lnTo>
                    <a:pt x="153" y="408"/>
                  </a:lnTo>
                  <a:lnTo>
                    <a:pt x="157" y="405"/>
                  </a:lnTo>
                  <a:lnTo>
                    <a:pt x="159" y="407"/>
                  </a:lnTo>
                  <a:lnTo>
                    <a:pt x="159" y="411"/>
                  </a:lnTo>
                  <a:lnTo>
                    <a:pt x="162" y="412"/>
                  </a:lnTo>
                  <a:lnTo>
                    <a:pt x="160" y="407"/>
                  </a:lnTo>
                  <a:lnTo>
                    <a:pt x="159" y="404"/>
                  </a:lnTo>
                  <a:lnTo>
                    <a:pt x="160" y="403"/>
                  </a:lnTo>
                  <a:lnTo>
                    <a:pt x="160" y="397"/>
                  </a:lnTo>
                  <a:lnTo>
                    <a:pt x="160" y="396"/>
                  </a:lnTo>
                  <a:lnTo>
                    <a:pt x="160" y="395"/>
                  </a:lnTo>
                  <a:lnTo>
                    <a:pt x="160" y="393"/>
                  </a:lnTo>
                  <a:lnTo>
                    <a:pt x="160" y="392"/>
                  </a:lnTo>
                  <a:lnTo>
                    <a:pt x="160" y="391"/>
                  </a:lnTo>
                  <a:lnTo>
                    <a:pt x="160" y="390"/>
                  </a:lnTo>
                  <a:lnTo>
                    <a:pt x="159" y="388"/>
                  </a:lnTo>
                  <a:lnTo>
                    <a:pt x="157" y="386"/>
                  </a:lnTo>
                  <a:lnTo>
                    <a:pt x="153" y="387"/>
                  </a:lnTo>
                  <a:lnTo>
                    <a:pt x="151" y="383"/>
                  </a:lnTo>
                  <a:lnTo>
                    <a:pt x="153" y="380"/>
                  </a:lnTo>
                  <a:lnTo>
                    <a:pt x="153" y="375"/>
                  </a:lnTo>
                  <a:lnTo>
                    <a:pt x="154" y="374"/>
                  </a:lnTo>
                  <a:lnTo>
                    <a:pt x="153" y="372"/>
                  </a:lnTo>
                  <a:lnTo>
                    <a:pt x="153" y="370"/>
                  </a:lnTo>
                  <a:lnTo>
                    <a:pt x="154" y="370"/>
                  </a:lnTo>
                  <a:lnTo>
                    <a:pt x="153" y="368"/>
                  </a:lnTo>
                  <a:lnTo>
                    <a:pt x="153" y="366"/>
                  </a:lnTo>
                  <a:lnTo>
                    <a:pt x="151" y="361"/>
                  </a:lnTo>
                  <a:lnTo>
                    <a:pt x="147" y="358"/>
                  </a:lnTo>
                  <a:lnTo>
                    <a:pt x="142" y="353"/>
                  </a:lnTo>
                  <a:lnTo>
                    <a:pt x="142" y="351"/>
                  </a:lnTo>
                  <a:lnTo>
                    <a:pt x="145" y="351"/>
                  </a:lnTo>
                  <a:lnTo>
                    <a:pt x="149" y="355"/>
                  </a:lnTo>
                  <a:lnTo>
                    <a:pt x="151" y="355"/>
                  </a:lnTo>
                  <a:lnTo>
                    <a:pt x="154" y="354"/>
                  </a:lnTo>
                  <a:lnTo>
                    <a:pt x="158" y="354"/>
                  </a:lnTo>
                  <a:lnTo>
                    <a:pt x="164" y="354"/>
                  </a:lnTo>
                  <a:lnTo>
                    <a:pt x="167" y="357"/>
                  </a:lnTo>
                  <a:lnTo>
                    <a:pt x="167" y="358"/>
                  </a:lnTo>
                  <a:lnTo>
                    <a:pt x="170" y="361"/>
                  </a:lnTo>
                  <a:lnTo>
                    <a:pt x="172" y="362"/>
                  </a:lnTo>
                  <a:lnTo>
                    <a:pt x="174" y="363"/>
                  </a:lnTo>
                  <a:lnTo>
                    <a:pt x="176" y="367"/>
                  </a:lnTo>
                  <a:lnTo>
                    <a:pt x="176" y="370"/>
                  </a:lnTo>
                  <a:lnTo>
                    <a:pt x="172" y="370"/>
                  </a:lnTo>
                  <a:lnTo>
                    <a:pt x="171" y="371"/>
                  </a:lnTo>
                  <a:lnTo>
                    <a:pt x="167" y="371"/>
                  </a:lnTo>
                  <a:lnTo>
                    <a:pt x="166" y="372"/>
                  </a:lnTo>
                  <a:lnTo>
                    <a:pt x="166" y="374"/>
                  </a:lnTo>
                  <a:lnTo>
                    <a:pt x="166" y="375"/>
                  </a:lnTo>
                  <a:lnTo>
                    <a:pt x="164" y="375"/>
                  </a:lnTo>
                  <a:lnTo>
                    <a:pt x="163" y="376"/>
                  </a:lnTo>
                  <a:lnTo>
                    <a:pt x="163" y="379"/>
                  </a:lnTo>
                  <a:lnTo>
                    <a:pt x="164" y="380"/>
                  </a:lnTo>
                  <a:lnTo>
                    <a:pt x="170" y="384"/>
                  </a:lnTo>
                  <a:lnTo>
                    <a:pt x="175" y="391"/>
                  </a:lnTo>
                  <a:lnTo>
                    <a:pt x="176" y="391"/>
                  </a:lnTo>
                  <a:lnTo>
                    <a:pt x="180" y="388"/>
                  </a:lnTo>
                  <a:lnTo>
                    <a:pt x="182" y="391"/>
                  </a:lnTo>
                  <a:lnTo>
                    <a:pt x="183" y="390"/>
                  </a:lnTo>
                  <a:lnTo>
                    <a:pt x="184" y="390"/>
                  </a:lnTo>
                  <a:lnTo>
                    <a:pt x="186" y="388"/>
                  </a:lnTo>
                  <a:lnTo>
                    <a:pt x="189" y="387"/>
                  </a:lnTo>
                  <a:lnTo>
                    <a:pt x="191" y="384"/>
                  </a:lnTo>
                  <a:lnTo>
                    <a:pt x="189" y="380"/>
                  </a:lnTo>
                  <a:lnTo>
                    <a:pt x="191" y="378"/>
                  </a:lnTo>
                  <a:lnTo>
                    <a:pt x="191" y="375"/>
                  </a:lnTo>
                  <a:lnTo>
                    <a:pt x="189" y="374"/>
                  </a:lnTo>
                  <a:lnTo>
                    <a:pt x="191" y="372"/>
                  </a:lnTo>
                  <a:lnTo>
                    <a:pt x="196" y="371"/>
                  </a:lnTo>
                  <a:lnTo>
                    <a:pt x="197" y="370"/>
                  </a:lnTo>
                  <a:lnTo>
                    <a:pt x="201" y="371"/>
                  </a:lnTo>
                  <a:lnTo>
                    <a:pt x="201" y="370"/>
                  </a:lnTo>
                  <a:lnTo>
                    <a:pt x="197" y="367"/>
                  </a:lnTo>
                  <a:lnTo>
                    <a:pt x="197" y="366"/>
                  </a:lnTo>
                  <a:lnTo>
                    <a:pt x="197" y="366"/>
                  </a:lnTo>
                  <a:lnTo>
                    <a:pt x="200" y="367"/>
                  </a:lnTo>
                  <a:lnTo>
                    <a:pt x="201" y="366"/>
                  </a:lnTo>
                  <a:lnTo>
                    <a:pt x="207" y="361"/>
                  </a:lnTo>
                  <a:lnTo>
                    <a:pt x="208" y="361"/>
                  </a:lnTo>
                  <a:lnTo>
                    <a:pt x="212" y="354"/>
                  </a:lnTo>
                  <a:lnTo>
                    <a:pt x="212" y="353"/>
                  </a:lnTo>
                  <a:lnTo>
                    <a:pt x="213" y="353"/>
                  </a:lnTo>
                  <a:lnTo>
                    <a:pt x="216" y="353"/>
                  </a:lnTo>
                  <a:lnTo>
                    <a:pt x="220" y="351"/>
                  </a:lnTo>
                  <a:lnTo>
                    <a:pt x="220" y="350"/>
                  </a:lnTo>
                  <a:lnTo>
                    <a:pt x="225" y="349"/>
                  </a:lnTo>
                  <a:lnTo>
                    <a:pt x="225" y="350"/>
                  </a:lnTo>
                  <a:lnTo>
                    <a:pt x="226" y="350"/>
                  </a:lnTo>
                  <a:lnTo>
                    <a:pt x="226" y="351"/>
                  </a:lnTo>
                  <a:lnTo>
                    <a:pt x="225" y="353"/>
                  </a:lnTo>
                  <a:lnTo>
                    <a:pt x="226" y="354"/>
                  </a:lnTo>
                  <a:lnTo>
                    <a:pt x="229" y="351"/>
                  </a:lnTo>
                  <a:lnTo>
                    <a:pt x="230" y="350"/>
                  </a:lnTo>
                  <a:lnTo>
                    <a:pt x="229" y="349"/>
                  </a:lnTo>
                  <a:lnTo>
                    <a:pt x="226" y="347"/>
                  </a:lnTo>
                  <a:lnTo>
                    <a:pt x="226" y="346"/>
                  </a:lnTo>
                  <a:lnTo>
                    <a:pt x="230" y="342"/>
                  </a:lnTo>
                  <a:lnTo>
                    <a:pt x="232" y="342"/>
                  </a:lnTo>
                  <a:lnTo>
                    <a:pt x="232" y="343"/>
                  </a:lnTo>
                  <a:lnTo>
                    <a:pt x="232" y="343"/>
                  </a:lnTo>
                  <a:lnTo>
                    <a:pt x="230" y="345"/>
                  </a:lnTo>
                  <a:lnTo>
                    <a:pt x="233" y="347"/>
                  </a:lnTo>
                  <a:lnTo>
                    <a:pt x="234" y="347"/>
                  </a:lnTo>
                  <a:lnTo>
                    <a:pt x="236" y="345"/>
                  </a:lnTo>
                  <a:lnTo>
                    <a:pt x="234" y="343"/>
                  </a:lnTo>
                  <a:lnTo>
                    <a:pt x="234" y="342"/>
                  </a:lnTo>
                  <a:lnTo>
                    <a:pt x="233" y="341"/>
                  </a:lnTo>
                  <a:lnTo>
                    <a:pt x="234" y="340"/>
                  </a:lnTo>
                  <a:lnTo>
                    <a:pt x="241" y="337"/>
                  </a:lnTo>
                  <a:lnTo>
                    <a:pt x="245" y="336"/>
                  </a:lnTo>
                  <a:lnTo>
                    <a:pt x="246" y="337"/>
                  </a:lnTo>
                  <a:lnTo>
                    <a:pt x="243" y="338"/>
                  </a:lnTo>
                  <a:lnTo>
                    <a:pt x="241" y="338"/>
                  </a:lnTo>
                  <a:lnTo>
                    <a:pt x="237" y="340"/>
                  </a:lnTo>
                  <a:lnTo>
                    <a:pt x="238" y="341"/>
                  </a:lnTo>
                  <a:lnTo>
                    <a:pt x="239" y="342"/>
                  </a:lnTo>
                  <a:lnTo>
                    <a:pt x="241" y="341"/>
                  </a:lnTo>
                  <a:lnTo>
                    <a:pt x="243" y="343"/>
                  </a:lnTo>
                  <a:lnTo>
                    <a:pt x="242" y="345"/>
                  </a:lnTo>
                  <a:lnTo>
                    <a:pt x="242" y="345"/>
                  </a:lnTo>
                  <a:lnTo>
                    <a:pt x="243" y="347"/>
                  </a:lnTo>
                  <a:lnTo>
                    <a:pt x="242" y="349"/>
                  </a:lnTo>
                  <a:lnTo>
                    <a:pt x="239" y="350"/>
                  </a:lnTo>
                  <a:lnTo>
                    <a:pt x="237" y="351"/>
                  </a:lnTo>
                  <a:lnTo>
                    <a:pt x="238" y="354"/>
                  </a:lnTo>
                  <a:lnTo>
                    <a:pt x="239" y="354"/>
                  </a:lnTo>
                  <a:lnTo>
                    <a:pt x="241" y="354"/>
                  </a:lnTo>
                  <a:lnTo>
                    <a:pt x="243" y="354"/>
                  </a:lnTo>
                  <a:lnTo>
                    <a:pt x="245" y="353"/>
                  </a:lnTo>
                  <a:lnTo>
                    <a:pt x="247" y="354"/>
                  </a:lnTo>
                  <a:lnTo>
                    <a:pt x="247" y="357"/>
                  </a:lnTo>
                  <a:lnTo>
                    <a:pt x="249" y="354"/>
                  </a:lnTo>
                  <a:lnTo>
                    <a:pt x="250" y="350"/>
                  </a:lnTo>
                  <a:lnTo>
                    <a:pt x="251" y="350"/>
                  </a:lnTo>
                  <a:lnTo>
                    <a:pt x="253" y="351"/>
                  </a:lnTo>
                  <a:lnTo>
                    <a:pt x="255" y="354"/>
                  </a:lnTo>
                  <a:lnTo>
                    <a:pt x="255" y="353"/>
                  </a:lnTo>
                  <a:lnTo>
                    <a:pt x="255" y="351"/>
                  </a:lnTo>
                  <a:lnTo>
                    <a:pt x="255" y="350"/>
                  </a:lnTo>
                  <a:lnTo>
                    <a:pt x="254" y="349"/>
                  </a:lnTo>
                  <a:lnTo>
                    <a:pt x="254" y="347"/>
                  </a:lnTo>
                  <a:lnTo>
                    <a:pt x="255" y="345"/>
                  </a:lnTo>
                  <a:lnTo>
                    <a:pt x="258" y="345"/>
                  </a:lnTo>
                  <a:lnTo>
                    <a:pt x="259" y="343"/>
                  </a:lnTo>
                  <a:lnTo>
                    <a:pt x="262" y="341"/>
                  </a:lnTo>
                  <a:lnTo>
                    <a:pt x="263" y="342"/>
                  </a:lnTo>
                  <a:lnTo>
                    <a:pt x="265" y="342"/>
                  </a:lnTo>
                  <a:lnTo>
                    <a:pt x="266" y="342"/>
                  </a:lnTo>
                  <a:lnTo>
                    <a:pt x="267" y="342"/>
                  </a:lnTo>
                  <a:lnTo>
                    <a:pt x="272" y="342"/>
                  </a:lnTo>
                  <a:lnTo>
                    <a:pt x="275" y="341"/>
                  </a:lnTo>
                  <a:lnTo>
                    <a:pt x="275" y="340"/>
                  </a:lnTo>
                  <a:lnTo>
                    <a:pt x="276" y="338"/>
                  </a:lnTo>
                  <a:lnTo>
                    <a:pt x="279" y="338"/>
                  </a:lnTo>
                  <a:lnTo>
                    <a:pt x="279" y="337"/>
                  </a:lnTo>
                  <a:lnTo>
                    <a:pt x="282" y="336"/>
                  </a:lnTo>
                  <a:lnTo>
                    <a:pt x="283" y="334"/>
                  </a:lnTo>
                  <a:lnTo>
                    <a:pt x="287" y="332"/>
                  </a:lnTo>
                  <a:lnTo>
                    <a:pt x="288" y="332"/>
                  </a:lnTo>
                  <a:lnTo>
                    <a:pt x="290" y="330"/>
                  </a:lnTo>
                  <a:lnTo>
                    <a:pt x="290" y="332"/>
                  </a:lnTo>
                  <a:lnTo>
                    <a:pt x="288" y="333"/>
                  </a:lnTo>
                  <a:lnTo>
                    <a:pt x="290" y="334"/>
                  </a:lnTo>
                  <a:lnTo>
                    <a:pt x="292" y="337"/>
                  </a:lnTo>
                  <a:lnTo>
                    <a:pt x="292" y="338"/>
                  </a:lnTo>
                  <a:lnTo>
                    <a:pt x="291" y="340"/>
                  </a:lnTo>
                  <a:lnTo>
                    <a:pt x="291" y="342"/>
                  </a:lnTo>
                  <a:lnTo>
                    <a:pt x="291" y="343"/>
                  </a:lnTo>
                  <a:lnTo>
                    <a:pt x="292" y="345"/>
                  </a:lnTo>
                  <a:lnTo>
                    <a:pt x="299" y="346"/>
                  </a:lnTo>
                  <a:lnTo>
                    <a:pt x="300" y="345"/>
                  </a:lnTo>
                  <a:lnTo>
                    <a:pt x="300" y="343"/>
                  </a:lnTo>
                  <a:lnTo>
                    <a:pt x="299" y="342"/>
                  </a:lnTo>
                  <a:lnTo>
                    <a:pt x="296" y="340"/>
                  </a:lnTo>
                  <a:lnTo>
                    <a:pt x="296" y="338"/>
                  </a:lnTo>
                  <a:lnTo>
                    <a:pt x="299" y="337"/>
                  </a:lnTo>
                  <a:lnTo>
                    <a:pt x="301" y="338"/>
                  </a:lnTo>
                  <a:lnTo>
                    <a:pt x="304" y="337"/>
                  </a:lnTo>
                  <a:lnTo>
                    <a:pt x="304" y="333"/>
                  </a:lnTo>
                  <a:lnTo>
                    <a:pt x="307" y="332"/>
                  </a:lnTo>
                  <a:lnTo>
                    <a:pt x="308" y="333"/>
                  </a:lnTo>
                  <a:lnTo>
                    <a:pt x="311" y="334"/>
                  </a:lnTo>
                  <a:lnTo>
                    <a:pt x="308" y="330"/>
                  </a:lnTo>
                  <a:lnTo>
                    <a:pt x="304" y="329"/>
                  </a:lnTo>
                  <a:lnTo>
                    <a:pt x="304" y="328"/>
                  </a:lnTo>
                  <a:lnTo>
                    <a:pt x="303" y="324"/>
                  </a:lnTo>
                  <a:lnTo>
                    <a:pt x="301" y="324"/>
                  </a:lnTo>
                  <a:lnTo>
                    <a:pt x="300" y="325"/>
                  </a:lnTo>
                  <a:lnTo>
                    <a:pt x="299" y="324"/>
                  </a:lnTo>
                  <a:lnTo>
                    <a:pt x="299" y="318"/>
                  </a:lnTo>
                  <a:lnTo>
                    <a:pt x="296" y="318"/>
                  </a:lnTo>
                  <a:lnTo>
                    <a:pt x="295" y="316"/>
                  </a:lnTo>
                  <a:lnTo>
                    <a:pt x="295" y="315"/>
                  </a:lnTo>
                  <a:lnTo>
                    <a:pt x="297" y="313"/>
                  </a:lnTo>
                  <a:lnTo>
                    <a:pt x="297" y="312"/>
                  </a:lnTo>
                  <a:lnTo>
                    <a:pt x="296" y="309"/>
                  </a:lnTo>
                  <a:lnTo>
                    <a:pt x="297" y="308"/>
                  </a:lnTo>
                  <a:lnTo>
                    <a:pt x="300" y="308"/>
                  </a:lnTo>
                  <a:lnTo>
                    <a:pt x="300" y="308"/>
                  </a:lnTo>
                  <a:lnTo>
                    <a:pt x="303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16" y="308"/>
                  </a:lnTo>
                  <a:lnTo>
                    <a:pt x="328" y="309"/>
                  </a:lnTo>
                  <a:lnTo>
                    <a:pt x="330" y="311"/>
                  </a:lnTo>
                  <a:lnTo>
                    <a:pt x="338" y="315"/>
                  </a:lnTo>
                  <a:lnTo>
                    <a:pt x="340" y="316"/>
                  </a:lnTo>
                  <a:lnTo>
                    <a:pt x="338" y="317"/>
                  </a:lnTo>
                  <a:lnTo>
                    <a:pt x="340" y="320"/>
                  </a:lnTo>
                  <a:lnTo>
                    <a:pt x="341" y="317"/>
                  </a:lnTo>
                  <a:lnTo>
                    <a:pt x="345" y="316"/>
                  </a:lnTo>
                  <a:lnTo>
                    <a:pt x="347" y="318"/>
                  </a:lnTo>
                  <a:lnTo>
                    <a:pt x="349" y="318"/>
                  </a:lnTo>
                  <a:lnTo>
                    <a:pt x="349" y="320"/>
                  </a:lnTo>
                  <a:lnTo>
                    <a:pt x="353" y="321"/>
                  </a:lnTo>
                  <a:lnTo>
                    <a:pt x="359" y="325"/>
                  </a:lnTo>
                  <a:lnTo>
                    <a:pt x="366" y="325"/>
                  </a:lnTo>
                  <a:lnTo>
                    <a:pt x="369" y="328"/>
                  </a:lnTo>
                  <a:lnTo>
                    <a:pt x="370" y="330"/>
                  </a:lnTo>
                  <a:lnTo>
                    <a:pt x="374" y="332"/>
                  </a:lnTo>
                  <a:lnTo>
                    <a:pt x="376" y="334"/>
                  </a:lnTo>
                  <a:lnTo>
                    <a:pt x="379" y="340"/>
                  </a:lnTo>
                  <a:lnTo>
                    <a:pt x="382" y="340"/>
                  </a:lnTo>
                  <a:lnTo>
                    <a:pt x="382" y="338"/>
                  </a:lnTo>
                  <a:lnTo>
                    <a:pt x="382" y="334"/>
                  </a:lnTo>
                  <a:lnTo>
                    <a:pt x="383" y="334"/>
                  </a:lnTo>
                  <a:lnTo>
                    <a:pt x="383" y="333"/>
                  </a:lnTo>
                  <a:lnTo>
                    <a:pt x="382" y="330"/>
                  </a:lnTo>
                  <a:lnTo>
                    <a:pt x="383" y="329"/>
                  </a:lnTo>
                  <a:lnTo>
                    <a:pt x="383" y="322"/>
                  </a:lnTo>
                  <a:lnTo>
                    <a:pt x="384" y="321"/>
                  </a:lnTo>
                  <a:lnTo>
                    <a:pt x="383" y="321"/>
                  </a:lnTo>
                  <a:lnTo>
                    <a:pt x="382" y="320"/>
                  </a:lnTo>
                  <a:lnTo>
                    <a:pt x="380" y="320"/>
                  </a:lnTo>
                  <a:lnTo>
                    <a:pt x="378" y="321"/>
                  </a:lnTo>
                  <a:lnTo>
                    <a:pt x="376" y="321"/>
                  </a:lnTo>
                  <a:lnTo>
                    <a:pt x="371" y="315"/>
                  </a:lnTo>
                  <a:lnTo>
                    <a:pt x="370" y="315"/>
                  </a:lnTo>
                  <a:lnTo>
                    <a:pt x="367" y="313"/>
                  </a:lnTo>
                  <a:lnTo>
                    <a:pt x="367" y="308"/>
                  </a:lnTo>
                  <a:lnTo>
                    <a:pt x="367" y="307"/>
                  </a:lnTo>
                  <a:lnTo>
                    <a:pt x="365" y="311"/>
                  </a:lnTo>
                  <a:lnTo>
                    <a:pt x="362" y="309"/>
                  </a:lnTo>
                  <a:lnTo>
                    <a:pt x="359" y="308"/>
                  </a:lnTo>
                  <a:lnTo>
                    <a:pt x="357" y="307"/>
                  </a:lnTo>
                  <a:lnTo>
                    <a:pt x="355" y="309"/>
                  </a:lnTo>
                  <a:lnTo>
                    <a:pt x="355" y="305"/>
                  </a:lnTo>
                  <a:lnTo>
                    <a:pt x="353" y="304"/>
                  </a:lnTo>
                  <a:lnTo>
                    <a:pt x="351" y="299"/>
                  </a:lnTo>
                  <a:lnTo>
                    <a:pt x="351" y="296"/>
                  </a:lnTo>
                  <a:lnTo>
                    <a:pt x="353" y="297"/>
                  </a:lnTo>
                  <a:lnTo>
                    <a:pt x="354" y="296"/>
                  </a:lnTo>
                  <a:lnTo>
                    <a:pt x="354" y="293"/>
                  </a:lnTo>
                  <a:lnTo>
                    <a:pt x="351" y="291"/>
                  </a:lnTo>
                  <a:lnTo>
                    <a:pt x="351" y="288"/>
                  </a:lnTo>
                  <a:lnTo>
                    <a:pt x="353" y="286"/>
                  </a:lnTo>
                  <a:lnTo>
                    <a:pt x="354" y="286"/>
                  </a:lnTo>
                  <a:lnTo>
                    <a:pt x="353" y="284"/>
                  </a:lnTo>
                  <a:lnTo>
                    <a:pt x="349" y="284"/>
                  </a:lnTo>
                  <a:lnTo>
                    <a:pt x="347" y="279"/>
                  </a:lnTo>
                  <a:lnTo>
                    <a:pt x="346" y="278"/>
                  </a:lnTo>
                  <a:lnTo>
                    <a:pt x="345" y="279"/>
                  </a:lnTo>
                  <a:lnTo>
                    <a:pt x="342" y="276"/>
                  </a:lnTo>
                  <a:lnTo>
                    <a:pt x="342" y="272"/>
                  </a:lnTo>
                  <a:lnTo>
                    <a:pt x="344" y="270"/>
                  </a:lnTo>
                  <a:lnTo>
                    <a:pt x="342" y="268"/>
                  </a:lnTo>
                  <a:lnTo>
                    <a:pt x="341" y="266"/>
                  </a:lnTo>
                  <a:lnTo>
                    <a:pt x="344" y="265"/>
                  </a:lnTo>
                  <a:lnTo>
                    <a:pt x="347" y="258"/>
                  </a:lnTo>
                  <a:lnTo>
                    <a:pt x="350" y="257"/>
                  </a:lnTo>
                  <a:lnTo>
                    <a:pt x="350" y="255"/>
                  </a:lnTo>
                  <a:lnTo>
                    <a:pt x="349" y="253"/>
                  </a:lnTo>
                  <a:lnTo>
                    <a:pt x="349" y="250"/>
                  </a:lnTo>
                  <a:lnTo>
                    <a:pt x="351" y="247"/>
                  </a:lnTo>
                  <a:lnTo>
                    <a:pt x="349" y="245"/>
                  </a:lnTo>
                  <a:lnTo>
                    <a:pt x="349" y="241"/>
                  </a:lnTo>
                  <a:lnTo>
                    <a:pt x="350" y="240"/>
                  </a:lnTo>
                  <a:lnTo>
                    <a:pt x="349" y="237"/>
                  </a:lnTo>
                  <a:lnTo>
                    <a:pt x="349" y="234"/>
                  </a:lnTo>
                  <a:lnTo>
                    <a:pt x="347" y="233"/>
                  </a:lnTo>
                  <a:lnTo>
                    <a:pt x="349" y="229"/>
                  </a:lnTo>
                  <a:lnTo>
                    <a:pt x="349" y="228"/>
                  </a:lnTo>
                  <a:lnTo>
                    <a:pt x="347" y="225"/>
                  </a:lnTo>
                  <a:lnTo>
                    <a:pt x="347" y="221"/>
                  </a:lnTo>
                  <a:lnTo>
                    <a:pt x="347" y="216"/>
                  </a:lnTo>
                  <a:lnTo>
                    <a:pt x="350" y="216"/>
                  </a:lnTo>
                  <a:lnTo>
                    <a:pt x="351" y="216"/>
                  </a:lnTo>
                  <a:lnTo>
                    <a:pt x="351" y="217"/>
                  </a:lnTo>
                  <a:lnTo>
                    <a:pt x="351" y="218"/>
                  </a:lnTo>
                  <a:lnTo>
                    <a:pt x="354" y="217"/>
                  </a:lnTo>
                  <a:lnTo>
                    <a:pt x="358" y="217"/>
                  </a:lnTo>
                  <a:lnTo>
                    <a:pt x="361" y="216"/>
                  </a:lnTo>
                  <a:lnTo>
                    <a:pt x="362" y="216"/>
                  </a:lnTo>
                  <a:lnTo>
                    <a:pt x="365" y="217"/>
                  </a:lnTo>
                  <a:lnTo>
                    <a:pt x="366" y="216"/>
                  </a:lnTo>
                  <a:lnTo>
                    <a:pt x="369" y="216"/>
                  </a:lnTo>
                  <a:lnTo>
                    <a:pt x="376" y="218"/>
                  </a:lnTo>
                  <a:lnTo>
                    <a:pt x="379" y="218"/>
                  </a:lnTo>
                  <a:lnTo>
                    <a:pt x="382" y="220"/>
                  </a:lnTo>
                  <a:lnTo>
                    <a:pt x="383" y="221"/>
                  </a:lnTo>
                  <a:lnTo>
                    <a:pt x="380" y="222"/>
                  </a:lnTo>
                  <a:lnTo>
                    <a:pt x="382" y="225"/>
                  </a:lnTo>
                  <a:lnTo>
                    <a:pt x="382" y="228"/>
                  </a:lnTo>
                  <a:lnTo>
                    <a:pt x="383" y="229"/>
                  </a:lnTo>
                  <a:lnTo>
                    <a:pt x="383" y="233"/>
                  </a:lnTo>
                  <a:lnTo>
                    <a:pt x="384" y="237"/>
                  </a:lnTo>
                  <a:lnTo>
                    <a:pt x="384" y="243"/>
                  </a:lnTo>
                  <a:lnTo>
                    <a:pt x="386" y="245"/>
                  </a:lnTo>
                  <a:lnTo>
                    <a:pt x="384" y="247"/>
                  </a:lnTo>
                  <a:lnTo>
                    <a:pt x="386" y="249"/>
                  </a:lnTo>
                  <a:lnTo>
                    <a:pt x="386" y="251"/>
                  </a:lnTo>
                  <a:lnTo>
                    <a:pt x="383" y="251"/>
                  </a:lnTo>
                  <a:lnTo>
                    <a:pt x="384" y="254"/>
                  </a:lnTo>
                  <a:lnTo>
                    <a:pt x="387" y="257"/>
                  </a:lnTo>
                  <a:lnTo>
                    <a:pt x="388" y="261"/>
                  </a:lnTo>
                  <a:lnTo>
                    <a:pt x="391" y="261"/>
                  </a:lnTo>
                  <a:lnTo>
                    <a:pt x="391" y="262"/>
                  </a:lnTo>
                  <a:lnTo>
                    <a:pt x="394" y="261"/>
                  </a:lnTo>
                  <a:lnTo>
                    <a:pt x="395" y="262"/>
                  </a:lnTo>
                  <a:lnTo>
                    <a:pt x="395" y="266"/>
                  </a:lnTo>
                  <a:lnTo>
                    <a:pt x="399" y="268"/>
                  </a:lnTo>
                  <a:lnTo>
                    <a:pt x="400" y="271"/>
                  </a:lnTo>
                  <a:lnTo>
                    <a:pt x="400" y="278"/>
                  </a:lnTo>
                  <a:lnTo>
                    <a:pt x="403" y="280"/>
                  </a:lnTo>
                  <a:lnTo>
                    <a:pt x="403" y="282"/>
                  </a:lnTo>
                  <a:lnTo>
                    <a:pt x="401" y="283"/>
                  </a:lnTo>
                  <a:lnTo>
                    <a:pt x="404" y="286"/>
                  </a:lnTo>
                  <a:lnTo>
                    <a:pt x="404" y="290"/>
                  </a:lnTo>
                  <a:lnTo>
                    <a:pt x="408" y="295"/>
                  </a:lnTo>
                  <a:lnTo>
                    <a:pt x="407" y="297"/>
                  </a:lnTo>
                  <a:lnTo>
                    <a:pt x="408" y="300"/>
                  </a:lnTo>
                  <a:lnTo>
                    <a:pt x="411" y="303"/>
                  </a:lnTo>
                  <a:lnTo>
                    <a:pt x="409" y="304"/>
                  </a:lnTo>
                  <a:lnTo>
                    <a:pt x="411" y="305"/>
                  </a:lnTo>
                  <a:lnTo>
                    <a:pt x="412" y="311"/>
                  </a:lnTo>
                  <a:lnTo>
                    <a:pt x="417" y="317"/>
                  </a:lnTo>
                  <a:lnTo>
                    <a:pt x="421" y="318"/>
                  </a:lnTo>
                  <a:lnTo>
                    <a:pt x="423" y="320"/>
                  </a:lnTo>
                  <a:lnTo>
                    <a:pt x="424" y="320"/>
                  </a:lnTo>
                  <a:lnTo>
                    <a:pt x="428" y="324"/>
                  </a:lnTo>
                  <a:lnTo>
                    <a:pt x="428" y="325"/>
                  </a:lnTo>
                  <a:lnTo>
                    <a:pt x="426" y="325"/>
                  </a:lnTo>
                  <a:lnTo>
                    <a:pt x="426" y="328"/>
                  </a:lnTo>
                  <a:lnTo>
                    <a:pt x="425" y="330"/>
                  </a:lnTo>
                  <a:lnTo>
                    <a:pt x="428" y="336"/>
                  </a:lnTo>
                  <a:lnTo>
                    <a:pt x="430" y="338"/>
                  </a:lnTo>
                  <a:lnTo>
                    <a:pt x="430" y="342"/>
                  </a:lnTo>
                  <a:lnTo>
                    <a:pt x="428" y="343"/>
                  </a:lnTo>
                  <a:lnTo>
                    <a:pt x="428" y="345"/>
                  </a:lnTo>
                  <a:lnTo>
                    <a:pt x="426" y="346"/>
                  </a:lnTo>
                  <a:lnTo>
                    <a:pt x="428" y="349"/>
                  </a:lnTo>
                  <a:lnTo>
                    <a:pt x="428" y="353"/>
                  </a:lnTo>
                  <a:lnTo>
                    <a:pt x="425" y="354"/>
                  </a:lnTo>
                  <a:lnTo>
                    <a:pt x="425" y="355"/>
                  </a:lnTo>
                  <a:lnTo>
                    <a:pt x="428" y="355"/>
                  </a:lnTo>
                  <a:lnTo>
                    <a:pt x="428" y="357"/>
                  </a:lnTo>
                  <a:lnTo>
                    <a:pt x="425" y="358"/>
                  </a:lnTo>
                  <a:lnTo>
                    <a:pt x="425" y="363"/>
                  </a:lnTo>
                  <a:lnTo>
                    <a:pt x="424" y="365"/>
                  </a:lnTo>
                  <a:lnTo>
                    <a:pt x="421" y="363"/>
                  </a:lnTo>
                  <a:lnTo>
                    <a:pt x="421" y="365"/>
                  </a:lnTo>
                  <a:lnTo>
                    <a:pt x="423" y="367"/>
                  </a:lnTo>
                  <a:lnTo>
                    <a:pt x="424" y="370"/>
                  </a:lnTo>
                  <a:lnTo>
                    <a:pt x="421" y="370"/>
                  </a:lnTo>
                  <a:lnTo>
                    <a:pt x="419" y="372"/>
                  </a:lnTo>
                  <a:lnTo>
                    <a:pt x="415" y="372"/>
                  </a:lnTo>
                  <a:lnTo>
                    <a:pt x="412" y="371"/>
                  </a:lnTo>
                  <a:lnTo>
                    <a:pt x="416" y="368"/>
                  </a:lnTo>
                  <a:lnTo>
                    <a:pt x="416" y="367"/>
                  </a:lnTo>
                  <a:lnTo>
                    <a:pt x="413" y="367"/>
                  </a:lnTo>
                  <a:lnTo>
                    <a:pt x="413" y="368"/>
                  </a:lnTo>
                  <a:lnTo>
                    <a:pt x="411" y="368"/>
                  </a:lnTo>
                  <a:lnTo>
                    <a:pt x="405" y="366"/>
                  </a:lnTo>
                  <a:lnTo>
                    <a:pt x="405" y="367"/>
                  </a:lnTo>
                  <a:lnTo>
                    <a:pt x="397" y="368"/>
                  </a:lnTo>
                  <a:lnTo>
                    <a:pt x="395" y="368"/>
                  </a:lnTo>
                  <a:lnTo>
                    <a:pt x="392" y="371"/>
                  </a:lnTo>
                  <a:lnTo>
                    <a:pt x="395" y="372"/>
                  </a:lnTo>
                  <a:lnTo>
                    <a:pt x="395" y="372"/>
                  </a:lnTo>
                  <a:lnTo>
                    <a:pt x="396" y="371"/>
                  </a:lnTo>
                  <a:lnTo>
                    <a:pt x="400" y="370"/>
                  </a:lnTo>
                  <a:lnTo>
                    <a:pt x="401" y="372"/>
                  </a:lnTo>
                  <a:lnTo>
                    <a:pt x="404" y="375"/>
                  </a:lnTo>
                  <a:lnTo>
                    <a:pt x="413" y="376"/>
                  </a:lnTo>
                  <a:lnTo>
                    <a:pt x="417" y="378"/>
                  </a:lnTo>
                  <a:lnTo>
                    <a:pt x="421" y="376"/>
                  </a:lnTo>
                  <a:lnTo>
                    <a:pt x="425" y="376"/>
                  </a:lnTo>
                  <a:lnTo>
                    <a:pt x="426" y="378"/>
                  </a:lnTo>
                  <a:lnTo>
                    <a:pt x="430" y="379"/>
                  </a:lnTo>
                  <a:lnTo>
                    <a:pt x="434" y="378"/>
                  </a:lnTo>
                  <a:lnTo>
                    <a:pt x="434" y="375"/>
                  </a:lnTo>
                  <a:lnTo>
                    <a:pt x="433" y="372"/>
                  </a:lnTo>
                  <a:lnTo>
                    <a:pt x="433" y="370"/>
                  </a:lnTo>
                  <a:lnTo>
                    <a:pt x="434" y="368"/>
                  </a:lnTo>
                  <a:lnTo>
                    <a:pt x="437" y="367"/>
                  </a:lnTo>
                  <a:lnTo>
                    <a:pt x="437" y="366"/>
                  </a:lnTo>
                  <a:lnTo>
                    <a:pt x="440" y="362"/>
                  </a:lnTo>
                  <a:lnTo>
                    <a:pt x="441" y="359"/>
                  </a:lnTo>
                  <a:lnTo>
                    <a:pt x="442" y="354"/>
                  </a:lnTo>
                  <a:lnTo>
                    <a:pt x="441" y="351"/>
                  </a:lnTo>
                  <a:lnTo>
                    <a:pt x="441" y="347"/>
                  </a:lnTo>
                  <a:lnTo>
                    <a:pt x="445" y="341"/>
                  </a:lnTo>
                  <a:lnTo>
                    <a:pt x="445" y="338"/>
                  </a:lnTo>
                  <a:lnTo>
                    <a:pt x="441" y="329"/>
                  </a:lnTo>
                  <a:lnTo>
                    <a:pt x="437" y="326"/>
                  </a:lnTo>
                  <a:lnTo>
                    <a:pt x="436" y="325"/>
                  </a:lnTo>
                  <a:lnTo>
                    <a:pt x="434" y="318"/>
                  </a:lnTo>
                  <a:lnTo>
                    <a:pt x="438" y="315"/>
                  </a:lnTo>
                  <a:lnTo>
                    <a:pt x="441" y="312"/>
                  </a:lnTo>
                  <a:lnTo>
                    <a:pt x="444" y="312"/>
                  </a:lnTo>
                  <a:lnTo>
                    <a:pt x="449" y="307"/>
                  </a:lnTo>
                  <a:lnTo>
                    <a:pt x="451" y="307"/>
                  </a:lnTo>
                  <a:lnTo>
                    <a:pt x="455" y="311"/>
                  </a:lnTo>
                  <a:lnTo>
                    <a:pt x="455" y="313"/>
                  </a:lnTo>
                  <a:lnTo>
                    <a:pt x="459" y="316"/>
                  </a:lnTo>
                  <a:lnTo>
                    <a:pt x="461" y="317"/>
                  </a:lnTo>
                  <a:lnTo>
                    <a:pt x="461" y="317"/>
                  </a:lnTo>
                  <a:lnTo>
                    <a:pt x="465" y="321"/>
                  </a:lnTo>
                  <a:lnTo>
                    <a:pt x="463" y="324"/>
                  </a:lnTo>
                  <a:lnTo>
                    <a:pt x="466" y="325"/>
                  </a:lnTo>
                  <a:lnTo>
                    <a:pt x="466" y="328"/>
                  </a:lnTo>
                  <a:lnTo>
                    <a:pt x="469" y="330"/>
                  </a:lnTo>
                  <a:lnTo>
                    <a:pt x="469" y="334"/>
                  </a:lnTo>
                  <a:lnTo>
                    <a:pt x="469" y="334"/>
                  </a:lnTo>
                  <a:lnTo>
                    <a:pt x="470" y="337"/>
                  </a:lnTo>
                  <a:lnTo>
                    <a:pt x="473" y="338"/>
                  </a:lnTo>
                  <a:lnTo>
                    <a:pt x="475" y="340"/>
                  </a:lnTo>
                  <a:lnTo>
                    <a:pt x="479" y="340"/>
                  </a:lnTo>
                  <a:lnTo>
                    <a:pt x="480" y="338"/>
                  </a:lnTo>
                  <a:lnTo>
                    <a:pt x="484" y="338"/>
                  </a:lnTo>
                  <a:lnTo>
                    <a:pt x="486" y="337"/>
                  </a:lnTo>
                  <a:lnTo>
                    <a:pt x="487" y="336"/>
                  </a:lnTo>
                  <a:lnTo>
                    <a:pt x="486" y="336"/>
                  </a:lnTo>
                  <a:lnTo>
                    <a:pt x="483" y="336"/>
                  </a:lnTo>
                  <a:lnTo>
                    <a:pt x="482" y="334"/>
                  </a:lnTo>
                  <a:lnTo>
                    <a:pt x="480" y="337"/>
                  </a:lnTo>
                  <a:lnTo>
                    <a:pt x="477" y="337"/>
                  </a:lnTo>
                  <a:lnTo>
                    <a:pt x="475" y="336"/>
                  </a:lnTo>
                  <a:lnTo>
                    <a:pt x="473" y="336"/>
                  </a:lnTo>
                  <a:lnTo>
                    <a:pt x="471" y="333"/>
                  </a:lnTo>
                  <a:lnTo>
                    <a:pt x="473" y="332"/>
                  </a:lnTo>
                  <a:lnTo>
                    <a:pt x="470" y="330"/>
                  </a:lnTo>
                  <a:lnTo>
                    <a:pt x="469" y="326"/>
                  </a:lnTo>
                  <a:lnTo>
                    <a:pt x="469" y="322"/>
                  </a:lnTo>
                  <a:lnTo>
                    <a:pt x="471" y="322"/>
                  </a:lnTo>
                  <a:lnTo>
                    <a:pt x="474" y="321"/>
                  </a:lnTo>
                  <a:lnTo>
                    <a:pt x="471" y="320"/>
                  </a:lnTo>
                  <a:lnTo>
                    <a:pt x="471" y="317"/>
                  </a:lnTo>
                  <a:lnTo>
                    <a:pt x="470" y="317"/>
                  </a:lnTo>
                  <a:lnTo>
                    <a:pt x="470" y="315"/>
                  </a:lnTo>
                  <a:lnTo>
                    <a:pt x="466" y="313"/>
                  </a:lnTo>
                  <a:lnTo>
                    <a:pt x="466" y="311"/>
                  </a:lnTo>
                  <a:lnTo>
                    <a:pt x="463" y="308"/>
                  </a:lnTo>
                  <a:lnTo>
                    <a:pt x="459" y="308"/>
                  </a:lnTo>
                  <a:lnTo>
                    <a:pt x="453" y="305"/>
                  </a:lnTo>
                  <a:lnTo>
                    <a:pt x="451" y="303"/>
                  </a:lnTo>
                  <a:lnTo>
                    <a:pt x="449" y="304"/>
                  </a:lnTo>
                  <a:lnTo>
                    <a:pt x="445" y="301"/>
                  </a:lnTo>
                  <a:lnTo>
                    <a:pt x="444" y="301"/>
                  </a:lnTo>
                  <a:lnTo>
                    <a:pt x="440" y="301"/>
                  </a:lnTo>
                  <a:lnTo>
                    <a:pt x="437" y="304"/>
                  </a:lnTo>
                  <a:lnTo>
                    <a:pt x="437" y="307"/>
                  </a:lnTo>
                  <a:lnTo>
                    <a:pt x="434" y="308"/>
                  </a:lnTo>
                  <a:lnTo>
                    <a:pt x="430" y="307"/>
                  </a:lnTo>
                  <a:lnTo>
                    <a:pt x="428" y="309"/>
                  </a:lnTo>
                  <a:lnTo>
                    <a:pt x="424" y="308"/>
                  </a:lnTo>
                  <a:lnTo>
                    <a:pt x="423" y="307"/>
                  </a:lnTo>
                  <a:lnTo>
                    <a:pt x="423" y="304"/>
                  </a:lnTo>
                  <a:lnTo>
                    <a:pt x="423" y="301"/>
                  </a:lnTo>
                  <a:lnTo>
                    <a:pt x="419" y="296"/>
                  </a:lnTo>
                  <a:lnTo>
                    <a:pt x="417" y="293"/>
                  </a:lnTo>
                  <a:lnTo>
                    <a:pt x="417" y="288"/>
                  </a:lnTo>
                  <a:lnTo>
                    <a:pt x="415" y="284"/>
                  </a:lnTo>
                  <a:lnTo>
                    <a:pt x="415" y="282"/>
                  </a:lnTo>
                  <a:lnTo>
                    <a:pt x="416" y="274"/>
                  </a:lnTo>
                  <a:lnTo>
                    <a:pt x="413" y="268"/>
                  </a:lnTo>
                  <a:lnTo>
                    <a:pt x="411" y="266"/>
                  </a:lnTo>
                  <a:lnTo>
                    <a:pt x="408" y="266"/>
                  </a:lnTo>
                  <a:lnTo>
                    <a:pt x="407" y="263"/>
                  </a:lnTo>
                  <a:lnTo>
                    <a:pt x="401" y="258"/>
                  </a:lnTo>
                  <a:lnTo>
                    <a:pt x="397" y="255"/>
                  </a:lnTo>
                  <a:lnTo>
                    <a:pt x="396" y="253"/>
                  </a:lnTo>
                  <a:lnTo>
                    <a:pt x="399" y="247"/>
                  </a:lnTo>
                  <a:lnTo>
                    <a:pt x="397" y="245"/>
                  </a:lnTo>
                  <a:lnTo>
                    <a:pt x="396" y="242"/>
                  </a:lnTo>
                  <a:lnTo>
                    <a:pt x="396" y="241"/>
                  </a:lnTo>
                  <a:lnTo>
                    <a:pt x="399" y="238"/>
                  </a:lnTo>
                  <a:lnTo>
                    <a:pt x="403" y="234"/>
                  </a:lnTo>
                  <a:lnTo>
                    <a:pt x="404" y="229"/>
                  </a:lnTo>
                  <a:lnTo>
                    <a:pt x="401" y="222"/>
                  </a:lnTo>
                  <a:lnTo>
                    <a:pt x="397" y="213"/>
                  </a:lnTo>
                  <a:lnTo>
                    <a:pt x="399" y="212"/>
                  </a:lnTo>
                  <a:lnTo>
                    <a:pt x="401" y="215"/>
                  </a:lnTo>
                  <a:lnTo>
                    <a:pt x="403" y="217"/>
                  </a:lnTo>
                  <a:lnTo>
                    <a:pt x="404" y="218"/>
                  </a:lnTo>
                  <a:lnTo>
                    <a:pt x="405" y="220"/>
                  </a:lnTo>
                  <a:lnTo>
                    <a:pt x="405" y="224"/>
                  </a:lnTo>
                  <a:lnTo>
                    <a:pt x="408" y="225"/>
                  </a:lnTo>
                  <a:lnTo>
                    <a:pt x="408" y="230"/>
                  </a:lnTo>
                  <a:lnTo>
                    <a:pt x="409" y="234"/>
                  </a:lnTo>
                  <a:lnTo>
                    <a:pt x="408" y="237"/>
                  </a:lnTo>
                  <a:lnTo>
                    <a:pt x="409" y="240"/>
                  </a:lnTo>
                  <a:lnTo>
                    <a:pt x="413" y="242"/>
                  </a:lnTo>
                  <a:lnTo>
                    <a:pt x="413" y="245"/>
                  </a:lnTo>
                  <a:lnTo>
                    <a:pt x="416" y="246"/>
                  </a:lnTo>
                  <a:lnTo>
                    <a:pt x="416" y="249"/>
                  </a:lnTo>
                  <a:lnTo>
                    <a:pt x="413" y="250"/>
                  </a:lnTo>
                  <a:lnTo>
                    <a:pt x="415" y="251"/>
                  </a:lnTo>
                  <a:lnTo>
                    <a:pt x="417" y="251"/>
                  </a:lnTo>
                  <a:lnTo>
                    <a:pt x="421" y="253"/>
                  </a:lnTo>
                  <a:lnTo>
                    <a:pt x="425" y="253"/>
                  </a:lnTo>
                  <a:lnTo>
                    <a:pt x="428" y="251"/>
                  </a:lnTo>
                  <a:lnTo>
                    <a:pt x="429" y="254"/>
                  </a:lnTo>
                  <a:lnTo>
                    <a:pt x="430" y="255"/>
                  </a:lnTo>
                  <a:lnTo>
                    <a:pt x="432" y="253"/>
                  </a:lnTo>
                  <a:lnTo>
                    <a:pt x="436" y="253"/>
                  </a:lnTo>
                  <a:lnTo>
                    <a:pt x="437" y="251"/>
                  </a:lnTo>
                  <a:lnTo>
                    <a:pt x="440" y="251"/>
                  </a:lnTo>
                  <a:lnTo>
                    <a:pt x="442" y="255"/>
                  </a:lnTo>
                  <a:lnTo>
                    <a:pt x="445" y="255"/>
                  </a:lnTo>
                  <a:lnTo>
                    <a:pt x="448" y="258"/>
                  </a:lnTo>
                  <a:lnTo>
                    <a:pt x="453" y="257"/>
                  </a:lnTo>
                  <a:lnTo>
                    <a:pt x="454" y="254"/>
                  </a:lnTo>
                  <a:lnTo>
                    <a:pt x="453" y="255"/>
                  </a:lnTo>
                  <a:lnTo>
                    <a:pt x="448" y="255"/>
                  </a:lnTo>
                  <a:lnTo>
                    <a:pt x="448" y="253"/>
                  </a:lnTo>
                  <a:lnTo>
                    <a:pt x="445" y="253"/>
                  </a:lnTo>
                  <a:lnTo>
                    <a:pt x="444" y="249"/>
                  </a:lnTo>
                  <a:lnTo>
                    <a:pt x="440" y="249"/>
                  </a:lnTo>
                  <a:lnTo>
                    <a:pt x="440" y="247"/>
                  </a:lnTo>
                  <a:lnTo>
                    <a:pt x="438" y="247"/>
                  </a:lnTo>
                  <a:lnTo>
                    <a:pt x="437" y="249"/>
                  </a:lnTo>
                  <a:lnTo>
                    <a:pt x="432" y="249"/>
                  </a:lnTo>
                  <a:lnTo>
                    <a:pt x="429" y="246"/>
                  </a:lnTo>
                  <a:lnTo>
                    <a:pt x="425" y="246"/>
                  </a:lnTo>
                  <a:lnTo>
                    <a:pt x="421" y="242"/>
                  </a:lnTo>
                  <a:lnTo>
                    <a:pt x="420" y="240"/>
                  </a:lnTo>
                  <a:lnTo>
                    <a:pt x="419" y="240"/>
                  </a:lnTo>
                  <a:lnTo>
                    <a:pt x="415" y="234"/>
                  </a:lnTo>
                  <a:lnTo>
                    <a:pt x="417" y="233"/>
                  </a:lnTo>
                  <a:lnTo>
                    <a:pt x="419" y="232"/>
                  </a:lnTo>
                  <a:lnTo>
                    <a:pt x="421" y="230"/>
                  </a:lnTo>
                  <a:lnTo>
                    <a:pt x="423" y="230"/>
                  </a:lnTo>
                  <a:lnTo>
                    <a:pt x="426" y="233"/>
                  </a:lnTo>
                  <a:lnTo>
                    <a:pt x="432" y="236"/>
                  </a:lnTo>
                  <a:lnTo>
                    <a:pt x="434" y="236"/>
                  </a:lnTo>
                  <a:lnTo>
                    <a:pt x="437" y="230"/>
                  </a:lnTo>
                  <a:lnTo>
                    <a:pt x="436" y="226"/>
                  </a:lnTo>
                  <a:lnTo>
                    <a:pt x="430" y="225"/>
                  </a:lnTo>
                  <a:lnTo>
                    <a:pt x="426" y="228"/>
                  </a:lnTo>
                  <a:lnTo>
                    <a:pt x="425" y="225"/>
                  </a:lnTo>
                  <a:lnTo>
                    <a:pt x="426" y="224"/>
                  </a:lnTo>
                  <a:lnTo>
                    <a:pt x="428" y="225"/>
                  </a:lnTo>
                  <a:lnTo>
                    <a:pt x="429" y="224"/>
                  </a:lnTo>
                  <a:lnTo>
                    <a:pt x="429" y="221"/>
                  </a:lnTo>
                  <a:lnTo>
                    <a:pt x="432" y="217"/>
                  </a:lnTo>
                  <a:lnTo>
                    <a:pt x="434" y="216"/>
                  </a:lnTo>
                  <a:lnTo>
                    <a:pt x="437" y="216"/>
                  </a:lnTo>
                  <a:lnTo>
                    <a:pt x="445" y="216"/>
                  </a:lnTo>
                  <a:lnTo>
                    <a:pt x="448" y="220"/>
                  </a:lnTo>
                  <a:lnTo>
                    <a:pt x="451" y="221"/>
                  </a:lnTo>
                  <a:lnTo>
                    <a:pt x="458" y="222"/>
                  </a:lnTo>
                  <a:lnTo>
                    <a:pt x="458" y="225"/>
                  </a:lnTo>
                  <a:lnTo>
                    <a:pt x="461" y="226"/>
                  </a:lnTo>
                  <a:lnTo>
                    <a:pt x="466" y="230"/>
                  </a:lnTo>
                  <a:lnTo>
                    <a:pt x="470" y="232"/>
                  </a:lnTo>
                  <a:lnTo>
                    <a:pt x="475" y="230"/>
                  </a:lnTo>
                  <a:lnTo>
                    <a:pt x="480" y="228"/>
                  </a:lnTo>
                  <a:lnTo>
                    <a:pt x="483" y="229"/>
                  </a:lnTo>
                  <a:lnTo>
                    <a:pt x="483" y="229"/>
                  </a:lnTo>
                  <a:lnTo>
                    <a:pt x="486" y="229"/>
                  </a:lnTo>
                  <a:lnTo>
                    <a:pt x="486" y="233"/>
                  </a:lnTo>
                  <a:lnTo>
                    <a:pt x="486" y="236"/>
                  </a:lnTo>
                  <a:lnTo>
                    <a:pt x="486" y="237"/>
                  </a:lnTo>
                  <a:lnTo>
                    <a:pt x="483" y="240"/>
                  </a:lnTo>
                  <a:lnTo>
                    <a:pt x="482" y="242"/>
                  </a:lnTo>
                  <a:lnTo>
                    <a:pt x="484" y="245"/>
                  </a:lnTo>
                  <a:lnTo>
                    <a:pt x="484" y="249"/>
                  </a:lnTo>
                  <a:lnTo>
                    <a:pt x="488" y="253"/>
                  </a:lnTo>
                  <a:lnTo>
                    <a:pt x="488" y="255"/>
                  </a:lnTo>
                  <a:lnTo>
                    <a:pt x="487" y="257"/>
                  </a:lnTo>
                  <a:lnTo>
                    <a:pt x="487" y="265"/>
                  </a:lnTo>
                  <a:lnTo>
                    <a:pt x="490" y="265"/>
                  </a:lnTo>
                  <a:lnTo>
                    <a:pt x="490" y="262"/>
                  </a:lnTo>
                  <a:lnTo>
                    <a:pt x="490" y="261"/>
                  </a:lnTo>
                  <a:lnTo>
                    <a:pt x="491" y="258"/>
                  </a:lnTo>
                  <a:lnTo>
                    <a:pt x="490" y="255"/>
                  </a:lnTo>
                  <a:lnTo>
                    <a:pt x="492" y="254"/>
                  </a:lnTo>
                  <a:lnTo>
                    <a:pt x="494" y="251"/>
                  </a:lnTo>
                  <a:lnTo>
                    <a:pt x="495" y="253"/>
                  </a:lnTo>
                  <a:lnTo>
                    <a:pt x="496" y="257"/>
                  </a:lnTo>
                  <a:lnTo>
                    <a:pt x="498" y="262"/>
                  </a:lnTo>
                  <a:lnTo>
                    <a:pt x="498" y="263"/>
                  </a:lnTo>
                  <a:lnTo>
                    <a:pt x="496" y="265"/>
                  </a:lnTo>
                  <a:lnTo>
                    <a:pt x="496" y="267"/>
                  </a:lnTo>
                  <a:lnTo>
                    <a:pt x="495" y="268"/>
                  </a:lnTo>
                  <a:lnTo>
                    <a:pt x="499" y="271"/>
                  </a:lnTo>
                  <a:lnTo>
                    <a:pt x="503" y="271"/>
                  </a:lnTo>
                  <a:lnTo>
                    <a:pt x="507" y="272"/>
                  </a:lnTo>
                  <a:lnTo>
                    <a:pt x="509" y="275"/>
                  </a:lnTo>
                  <a:lnTo>
                    <a:pt x="508" y="278"/>
                  </a:lnTo>
                  <a:lnTo>
                    <a:pt x="511" y="279"/>
                  </a:lnTo>
                  <a:lnTo>
                    <a:pt x="516" y="279"/>
                  </a:lnTo>
                  <a:lnTo>
                    <a:pt x="521" y="284"/>
                  </a:lnTo>
                  <a:lnTo>
                    <a:pt x="520" y="283"/>
                  </a:lnTo>
                  <a:lnTo>
                    <a:pt x="520" y="279"/>
                  </a:lnTo>
                  <a:lnTo>
                    <a:pt x="524" y="275"/>
                  </a:lnTo>
                  <a:lnTo>
                    <a:pt x="527" y="275"/>
                  </a:lnTo>
                  <a:lnTo>
                    <a:pt x="532" y="279"/>
                  </a:lnTo>
                  <a:lnTo>
                    <a:pt x="536" y="279"/>
                  </a:lnTo>
                  <a:lnTo>
                    <a:pt x="537" y="282"/>
                  </a:lnTo>
                  <a:lnTo>
                    <a:pt x="538" y="287"/>
                  </a:lnTo>
                  <a:lnTo>
                    <a:pt x="538" y="282"/>
                  </a:lnTo>
                  <a:lnTo>
                    <a:pt x="537" y="279"/>
                  </a:lnTo>
                  <a:lnTo>
                    <a:pt x="534" y="279"/>
                  </a:lnTo>
                  <a:lnTo>
                    <a:pt x="530" y="278"/>
                  </a:lnTo>
                  <a:lnTo>
                    <a:pt x="527" y="274"/>
                  </a:lnTo>
                  <a:lnTo>
                    <a:pt x="523" y="275"/>
                  </a:lnTo>
                  <a:lnTo>
                    <a:pt x="519" y="278"/>
                  </a:lnTo>
                  <a:lnTo>
                    <a:pt x="517" y="278"/>
                  </a:lnTo>
                  <a:lnTo>
                    <a:pt x="516" y="278"/>
                  </a:lnTo>
                  <a:lnTo>
                    <a:pt x="512" y="276"/>
                  </a:lnTo>
                  <a:lnTo>
                    <a:pt x="508" y="271"/>
                  </a:lnTo>
                  <a:lnTo>
                    <a:pt x="505" y="270"/>
                  </a:lnTo>
                  <a:lnTo>
                    <a:pt x="502" y="270"/>
                  </a:lnTo>
                  <a:lnTo>
                    <a:pt x="499" y="266"/>
                  </a:lnTo>
                  <a:lnTo>
                    <a:pt x="502" y="267"/>
                  </a:lnTo>
                  <a:lnTo>
                    <a:pt x="503" y="266"/>
                  </a:lnTo>
                  <a:lnTo>
                    <a:pt x="505" y="261"/>
                  </a:lnTo>
                  <a:lnTo>
                    <a:pt x="504" y="259"/>
                  </a:lnTo>
                  <a:lnTo>
                    <a:pt x="502" y="255"/>
                  </a:lnTo>
                  <a:lnTo>
                    <a:pt x="500" y="250"/>
                  </a:lnTo>
                  <a:lnTo>
                    <a:pt x="496" y="245"/>
                  </a:lnTo>
                  <a:lnTo>
                    <a:pt x="494" y="243"/>
                  </a:lnTo>
                  <a:lnTo>
                    <a:pt x="491" y="241"/>
                  </a:lnTo>
                  <a:lnTo>
                    <a:pt x="492" y="238"/>
                  </a:lnTo>
                  <a:lnTo>
                    <a:pt x="491" y="236"/>
                  </a:lnTo>
                  <a:lnTo>
                    <a:pt x="491" y="229"/>
                  </a:lnTo>
                  <a:lnTo>
                    <a:pt x="488" y="226"/>
                  </a:lnTo>
                  <a:lnTo>
                    <a:pt x="487" y="226"/>
                  </a:lnTo>
                  <a:lnTo>
                    <a:pt x="482" y="224"/>
                  </a:lnTo>
                  <a:lnTo>
                    <a:pt x="477" y="224"/>
                  </a:lnTo>
                  <a:lnTo>
                    <a:pt x="474" y="220"/>
                  </a:lnTo>
                  <a:lnTo>
                    <a:pt x="471" y="218"/>
                  </a:lnTo>
                  <a:lnTo>
                    <a:pt x="471" y="215"/>
                  </a:lnTo>
                  <a:lnTo>
                    <a:pt x="470" y="213"/>
                  </a:lnTo>
                  <a:lnTo>
                    <a:pt x="470" y="212"/>
                  </a:lnTo>
                  <a:lnTo>
                    <a:pt x="467" y="213"/>
                  </a:lnTo>
                  <a:lnTo>
                    <a:pt x="458" y="213"/>
                  </a:lnTo>
                  <a:lnTo>
                    <a:pt x="455" y="213"/>
                  </a:lnTo>
                  <a:lnTo>
                    <a:pt x="453" y="211"/>
                  </a:lnTo>
                  <a:lnTo>
                    <a:pt x="451" y="208"/>
                  </a:lnTo>
                  <a:lnTo>
                    <a:pt x="451" y="208"/>
                  </a:lnTo>
                  <a:lnTo>
                    <a:pt x="450" y="205"/>
                  </a:lnTo>
                  <a:lnTo>
                    <a:pt x="450" y="201"/>
                  </a:lnTo>
                  <a:lnTo>
                    <a:pt x="448" y="196"/>
                  </a:lnTo>
                  <a:lnTo>
                    <a:pt x="444" y="193"/>
                  </a:lnTo>
                  <a:lnTo>
                    <a:pt x="444" y="192"/>
                  </a:lnTo>
                  <a:lnTo>
                    <a:pt x="444" y="191"/>
                  </a:lnTo>
                  <a:lnTo>
                    <a:pt x="441" y="190"/>
                  </a:lnTo>
                  <a:lnTo>
                    <a:pt x="440" y="188"/>
                  </a:lnTo>
                  <a:lnTo>
                    <a:pt x="441" y="186"/>
                  </a:lnTo>
                  <a:lnTo>
                    <a:pt x="441" y="183"/>
                  </a:lnTo>
                  <a:lnTo>
                    <a:pt x="438" y="182"/>
                  </a:lnTo>
                  <a:lnTo>
                    <a:pt x="440" y="180"/>
                  </a:lnTo>
                  <a:lnTo>
                    <a:pt x="444" y="180"/>
                  </a:lnTo>
                  <a:lnTo>
                    <a:pt x="446" y="176"/>
                  </a:lnTo>
                  <a:lnTo>
                    <a:pt x="449" y="176"/>
                  </a:lnTo>
                  <a:lnTo>
                    <a:pt x="455" y="175"/>
                  </a:lnTo>
                  <a:lnTo>
                    <a:pt x="465" y="172"/>
                  </a:lnTo>
                  <a:lnTo>
                    <a:pt x="467" y="170"/>
                  </a:lnTo>
                  <a:lnTo>
                    <a:pt x="471" y="168"/>
                  </a:lnTo>
                  <a:lnTo>
                    <a:pt x="473" y="170"/>
                  </a:lnTo>
                  <a:lnTo>
                    <a:pt x="477" y="168"/>
                  </a:lnTo>
                  <a:lnTo>
                    <a:pt x="478" y="166"/>
                  </a:lnTo>
                  <a:lnTo>
                    <a:pt x="482" y="165"/>
                  </a:lnTo>
                  <a:lnTo>
                    <a:pt x="490" y="161"/>
                  </a:lnTo>
                  <a:lnTo>
                    <a:pt x="491" y="162"/>
                  </a:lnTo>
                  <a:lnTo>
                    <a:pt x="490" y="165"/>
                  </a:lnTo>
                  <a:lnTo>
                    <a:pt x="490" y="166"/>
                  </a:lnTo>
                  <a:lnTo>
                    <a:pt x="488" y="167"/>
                  </a:lnTo>
                  <a:lnTo>
                    <a:pt x="486" y="172"/>
                  </a:lnTo>
                  <a:lnTo>
                    <a:pt x="486" y="174"/>
                  </a:lnTo>
                  <a:lnTo>
                    <a:pt x="491" y="178"/>
                  </a:lnTo>
                  <a:lnTo>
                    <a:pt x="495" y="178"/>
                  </a:lnTo>
                  <a:lnTo>
                    <a:pt x="492" y="178"/>
                  </a:lnTo>
                  <a:lnTo>
                    <a:pt x="488" y="172"/>
                  </a:lnTo>
                  <a:lnTo>
                    <a:pt x="488" y="171"/>
                  </a:lnTo>
                  <a:lnTo>
                    <a:pt x="490" y="168"/>
                  </a:lnTo>
                  <a:lnTo>
                    <a:pt x="495" y="166"/>
                  </a:lnTo>
                  <a:lnTo>
                    <a:pt x="496" y="162"/>
                  </a:lnTo>
                  <a:lnTo>
                    <a:pt x="495" y="158"/>
                  </a:lnTo>
                  <a:lnTo>
                    <a:pt x="492" y="158"/>
                  </a:lnTo>
                  <a:lnTo>
                    <a:pt x="488" y="155"/>
                  </a:lnTo>
                  <a:lnTo>
                    <a:pt x="490" y="154"/>
                  </a:lnTo>
                  <a:lnTo>
                    <a:pt x="486" y="154"/>
                  </a:lnTo>
                  <a:lnTo>
                    <a:pt x="484" y="155"/>
                  </a:lnTo>
                  <a:lnTo>
                    <a:pt x="483" y="154"/>
                  </a:lnTo>
                  <a:lnTo>
                    <a:pt x="482" y="150"/>
                  </a:lnTo>
                  <a:lnTo>
                    <a:pt x="478" y="151"/>
                  </a:lnTo>
                  <a:lnTo>
                    <a:pt x="477" y="151"/>
                  </a:lnTo>
                  <a:lnTo>
                    <a:pt x="473" y="149"/>
                  </a:lnTo>
                  <a:lnTo>
                    <a:pt x="474" y="147"/>
                  </a:lnTo>
                  <a:lnTo>
                    <a:pt x="475" y="146"/>
                  </a:lnTo>
                  <a:lnTo>
                    <a:pt x="477" y="145"/>
                  </a:lnTo>
                  <a:lnTo>
                    <a:pt x="478" y="147"/>
                  </a:lnTo>
                  <a:lnTo>
                    <a:pt x="480" y="147"/>
                  </a:lnTo>
                  <a:lnTo>
                    <a:pt x="483" y="146"/>
                  </a:lnTo>
                  <a:lnTo>
                    <a:pt x="483" y="145"/>
                  </a:lnTo>
                  <a:lnTo>
                    <a:pt x="482" y="145"/>
                  </a:lnTo>
                  <a:lnTo>
                    <a:pt x="479" y="146"/>
                  </a:lnTo>
                  <a:lnTo>
                    <a:pt x="477" y="143"/>
                  </a:lnTo>
                  <a:lnTo>
                    <a:pt x="477" y="141"/>
                  </a:lnTo>
                  <a:lnTo>
                    <a:pt x="474" y="141"/>
                  </a:lnTo>
                  <a:lnTo>
                    <a:pt x="470" y="140"/>
                  </a:lnTo>
                  <a:lnTo>
                    <a:pt x="467" y="141"/>
                  </a:lnTo>
                  <a:lnTo>
                    <a:pt x="466" y="138"/>
                  </a:lnTo>
                  <a:lnTo>
                    <a:pt x="467" y="137"/>
                  </a:lnTo>
                  <a:lnTo>
                    <a:pt x="467" y="134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3"/>
                  </a:lnTo>
                  <a:lnTo>
                    <a:pt x="470" y="137"/>
                  </a:lnTo>
                  <a:lnTo>
                    <a:pt x="473" y="136"/>
                  </a:lnTo>
                  <a:lnTo>
                    <a:pt x="475" y="140"/>
                  </a:lnTo>
                  <a:lnTo>
                    <a:pt x="475" y="137"/>
                  </a:lnTo>
                  <a:lnTo>
                    <a:pt x="475" y="136"/>
                  </a:lnTo>
                  <a:lnTo>
                    <a:pt x="478" y="134"/>
                  </a:lnTo>
                  <a:lnTo>
                    <a:pt x="478" y="129"/>
                  </a:lnTo>
                  <a:lnTo>
                    <a:pt x="477" y="128"/>
                  </a:lnTo>
                  <a:lnTo>
                    <a:pt x="477" y="126"/>
                  </a:lnTo>
                  <a:lnTo>
                    <a:pt x="479" y="128"/>
                  </a:lnTo>
                  <a:lnTo>
                    <a:pt x="480" y="125"/>
                  </a:lnTo>
                  <a:lnTo>
                    <a:pt x="475" y="124"/>
                  </a:lnTo>
                  <a:lnTo>
                    <a:pt x="474" y="126"/>
                  </a:lnTo>
                  <a:lnTo>
                    <a:pt x="471" y="126"/>
                  </a:lnTo>
                  <a:lnTo>
                    <a:pt x="471" y="124"/>
                  </a:lnTo>
                  <a:lnTo>
                    <a:pt x="474" y="121"/>
                  </a:lnTo>
                  <a:lnTo>
                    <a:pt x="478" y="121"/>
                  </a:lnTo>
                  <a:lnTo>
                    <a:pt x="480" y="120"/>
                  </a:lnTo>
                  <a:lnTo>
                    <a:pt x="480" y="118"/>
                  </a:lnTo>
                  <a:lnTo>
                    <a:pt x="483" y="116"/>
                  </a:lnTo>
                  <a:lnTo>
                    <a:pt x="483" y="113"/>
                  </a:lnTo>
                  <a:lnTo>
                    <a:pt x="483" y="112"/>
                  </a:lnTo>
                  <a:lnTo>
                    <a:pt x="483" y="112"/>
                  </a:lnTo>
                  <a:lnTo>
                    <a:pt x="486" y="108"/>
                  </a:lnTo>
                  <a:lnTo>
                    <a:pt x="487" y="108"/>
                  </a:lnTo>
                  <a:lnTo>
                    <a:pt x="487" y="109"/>
                  </a:lnTo>
                  <a:lnTo>
                    <a:pt x="488" y="109"/>
                  </a:lnTo>
                  <a:lnTo>
                    <a:pt x="490" y="107"/>
                  </a:lnTo>
                  <a:lnTo>
                    <a:pt x="491" y="107"/>
                  </a:lnTo>
                  <a:lnTo>
                    <a:pt x="490" y="105"/>
                  </a:lnTo>
                  <a:lnTo>
                    <a:pt x="490" y="104"/>
                  </a:lnTo>
                  <a:lnTo>
                    <a:pt x="494" y="103"/>
                  </a:lnTo>
                  <a:lnTo>
                    <a:pt x="495" y="101"/>
                  </a:lnTo>
                  <a:lnTo>
                    <a:pt x="495" y="100"/>
                  </a:lnTo>
                  <a:lnTo>
                    <a:pt x="496" y="100"/>
                  </a:lnTo>
                  <a:lnTo>
                    <a:pt x="499" y="100"/>
                  </a:lnTo>
                  <a:lnTo>
                    <a:pt x="503" y="100"/>
                  </a:lnTo>
                  <a:lnTo>
                    <a:pt x="502" y="97"/>
                  </a:lnTo>
                  <a:lnTo>
                    <a:pt x="502" y="96"/>
                  </a:lnTo>
                  <a:lnTo>
                    <a:pt x="507" y="95"/>
                  </a:lnTo>
                  <a:lnTo>
                    <a:pt x="509" y="93"/>
                  </a:lnTo>
                  <a:lnTo>
                    <a:pt x="511" y="91"/>
                  </a:lnTo>
                  <a:lnTo>
                    <a:pt x="517" y="88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3" y="88"/>
                  </a:lnTo>
                  <a:lnTo>
                    <a:pt x="512" y="87"/>
                  </a:lnTo>
                  <a:lnTo>
                    <a:pt x="509" y="90"/>
                  </a:lnTo>
                  <a:lnTo>
                    <a:pt x="507" y="88"/>
                  </a:lnTo>
                  <a:lnTo>
                    <a:pt x="507" y="83"/>
                  </a:lnTo>
                  <a:lnTo>
                    <a:pt x="509" y="82"/>
                  </a:lnTo>
                  <a:lnTo>
                    <a:pt x="509" y="80"/>
                  </a:lnTo>
                  <a:lnTo>
                    <a:pt x="511" y="80"/>
                  </a:lnTo>
                  <a:lnTo>
                    <a:pt x="511" y="82"/>
                  </a:lnTo>
                  <a:lnTo>
                    <a:pt x="512" y="82"/>
                  </a:lnTo>
                  <a:lnTo>
                    <a:pt x="513" y="80"/>
                  </a:lnTo>
                  <a:lnTo>
                    <a:pt x="511" y="78"/>
                  </a:lnTo>
                  <a:lnTo>
                    <a:pt x="513" y="78"/>
                  </a:lnTo>
                  <a:lnTo>
                    <a:pt x="516" y="79"/>
                  </a:lnTo>
                  <a:lnTo>
                    <a:pt x="519" y="79"/>
                  </a:lnTo>
                  <a:lnTo>
                    <a:pt x="521" y="76"/>
                  </a:lnTo>
                  <a:lnTo>
                    <a:pt x="524" y="78"/>
                  </a:lnTo>
                  <a:lnTo>
                    <a:pt x="530" y="75"/>
                  </a:lnTo>
                  <a:lnTo>
                    <a:pt x="533" y="75"/>
                  </a:lnTo>
                  <a:lnTo>
                    <a:pt x="533" y="78"/>
                  </a:lnTo>
                  <a:lnTo>
                    <a:pt x="532" y="83"/>
                  </a:lnTo>
                  <a:lnTo>
                    <a:pt x="532" y="84"/>
                  </a:lnTo>
                  <a:lnTo>
                    <a:pt x="533" y="86"/>
                  </a:lnTo>
                  <a:lnTo>
                    <a:pt x="534" y="83"/>
                  </a:lnTo>
                  <a:lnTo>
                    <a:pt x="537" y="79"/>
                  </a:lnTo>
                  <a:lnTo>
                    <a:pt x="536" y="76"/>
                  </a:lnTo>
                  <a:lnTo>
                    <a:pt x="537" y="76"/>
                  </a:lnTo>
                  <a:lnTo>
                    <a:pt x="538" y="78"/>
                  </a:lnTo>
                  <a:lnTo>
                    <a:pt x="540" y="82"/>
                  </a:lnTo>
                  <a:lnTo>
                    <a:pt x="541" y="82"/>
                  </a:lnTo>
                  <a:lnTo>
                    <a:pt x="542" y="79"/>
                  </a:lnTo>
                  <a:lnTo>
                    <a:pt x="541" y="76"/>
                  </a:lnTo>
                  <a:lnTo>
                    <a:pt x="542" y="75"/>
                  </a:lnTo>
                  <a:lnTo>
                    <a:pt x="544" y="75"/>
                  </a:lnTo>
                  <a:lnTo>
                    <a:pt x="544" y="78"/>
                  </a:lnTo>
                  <a:lnTo>
                    <a:pt x="548" y="75"/>
                  </a:lnTo>
                  <a:lnTo>
                    <a:pt x="548" y="74"/>
                  </a:lnTo>
                  <a:lnTo>
                    <a:pt x="546" y="72"/>
                  </a:lnTo>
                  <a:lnTo>
                    <a:pt x="549" y="72"/>
                  </a:lnTo>
                  <a:lnTo>
                    <a:pt x="550" y="71"/>
                  </a:lnTo>
                  <a:lnTo>
                    <a:pt x="548" y="70"/>
                  </a:lnTo>
                  <a:lnTo>
                    <a:pt x="550" y="67"/>
                  </a:lnTo>
                  <a:lnTo>
                    <a:pt x="554" y="67"/>
                  </a:lnTo>
                  <a:lnTo>
                    <a:pt x="556" y="66"/>
                  </a:lnTo>
                  <a:lnTo>
                    <a:pt x="557" y="66"/>
                  </a:lnTo>
                  <a:lnTo>
                    <a:pt x="557" y="67"/>
                  </a:lnTo>
                  <a:lnTo>
                    <a:pt x="558" y="68"/>
                  </a:lnTo>
                  <a:lnTo>
                    <a:pt x="562" y="68"/>
                  </a:lnTo>
                  <a:lnTo>
                    <a:pt x="562" y="72"/>
                  </a:lnTo>
                  <a:lnTo>
                    <a:pt x="563" y="74"/>
                  </a:lnTo>
                  <a:lnTo>
                    <a:pt x="561" y="79"/>
                  </a:lnTo>
                  <a:lnTo>
                    <a:pt x="565" y="78"/>
                  </a:lnTo>
                  <a:lnTo>
                    <a:pt x="567" y="72"/>
                  </a:lnTo>
                  <a:lnTo>
                    <a:pt x="565" y="67"/>
                  </a:lnTo>
                  <a:lnTo>
                    <a:pt x="561" y="66"/>
                  </a:lnTo>
                  <a:lnTo>
                    <a:pt x="559" y="63"/>
                  </a:lnTo>
                  <a:lnTo>
                    <a:pt x="557" y="65"/>
                  </a:lnTo>
                  <a:lnTo>
                    <a:pt x="556" y="63"/>
                  </a:lnTo>
                  <a:lnTo>
                    <a:pt x="553" y="63"/>
                  </a:lnTo>
                  <a:lnTo>
                    <a:pt x="552" y="62"/>
                  </a:lnTo>
                  <a:lnTo>
                    <a:pt x="549" y="61"/>
                  </a:lnTo>
                  <a:lnTo>
                    <a:pt x="549" y="61"/>
                  </a:lnTo>
                  <a:lnTo>
                    <a:pt x="550" y="58"/>
                  </a:lnTo>
                  <a:lnTo>
                    <a:pt x="556" y="58"/>
                  </a:lnTo>
                  <a:lnTo>
                    <a:pt x="557" y="57"/>
                  </a:lnTo>
                  <a:lnTo>
                    <a:pt x="559" y="57"/>
                  </a:lnTo>
                  <a:lnTo>
                    <a:pt x="562" y="57"/>
                  </a:lnTo>
                  <a:lnTo>
                    <a:pt x="563" y="55"/>
                  </a:lnTo>
                  <a:lnTo>
                    <a:pt x="566" y="57"/>
                  </a:lnTo>
                  <a:lnTo>
                    <a:pt x="571" y="55"/>
                  </a:lnTo>
                  <a:lnTo>
                    <a:pt x="574" y="57"/>
                  </a:lnTo>
                  <a:lnTo>
                    <a:pt x="575" y="55"/>
                  </a:lnTo>
                  <a:lnTo>
                    <a:pt x="578" y="57"/>
                  </a:lnTo>
                  <a:lnTo>
                    <a:pt x="579" y="55"/>
                  </a:lnTo>
                  <a:lnTo>
                    <a:pt x="579" y="54"/>
                  </a:lnTo>
                  <a:lnTo>
                    <a:pt x="575" y="53"/>
                  </a:lnTo>
                  <a:lnTo>
                    <a:pt x="571" y="51"/>
                  </a:lnTo>
                  <a:lnTo>
                    <a:pt x="569" y="53"/>
                  </a:lnTo>
                  <a:lnTo>
                    <a:pt x="563" y="53"/>
                  </a:lnTo>
                  <a:lnTo>
                    <a:pt x="563" y="51"/>
                  </a:lnTo>
                  <a:lnTo>
                    <a:pt x="563" y="47"/>
                  </a:lnTo>
                  <a:lnTo>
                    <a:pt x="566" y="46"/>
                  </a:lnTo>
                  <a:lnTo>
                    <a:pt x="563" y="45"/>
                  </a:lnTo>
                  <a:lnTo>
                    <a:pt x="561" y="41"/>
                  </a:lnTo>
                  <a:lnTo>
                    <a:pt x="558" y="42"/>
                  </a:lnTo>
                  <a:lnTo>
                    <a:pt x="556" y="38"/>
                  </a:lnTo>
                  <a:lnTo>
                    <a:pt x="556" y="36"/>
                  </a:lnTo>
                  <a:lnTo>
                    <a:pt x="558" y="36"/>
                  </a:lnTo>
                  <a:lnTo>
                    <a:pt x="558" y="33"/>
                  </a:lnTo>
                  <a:lnTo>
                    <a:pt x="554" y="30"/>
                  </a:lnTo>
                  <a:lnTo>
                    <a:pt x="556" y="20"/>
                  </a:lnTo>
                  <a:lnTo>
                    <a:pt x="558" y="17"/>
                  </a:lnTo>
                  <a:lnTo>
                    <a:pt x="557" y="13"/>
                  </a:lnTo>
                  <a:lnTo>
                    <a:pt x="557" y="9"/>
                  </a:lnTo>
                  <a:lnTo>
                    <a:pt x="559" y="8"/>
                  </a:lnTo>
                  <a:lnTo>
                    <a:pt x="558" y="5"/>
                  </a:lnTo>
                  <a:lnTo>
                    <a:pt x="559" y="4"/>
                  </a:lnTo>
                  <a:lnTo>
                    <a:pt x="561" y="3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8" name="Freeform 342">
              <a:extLst>
                <a:ext uri="{FF2B5EF4-FFF2-40B4-BE49-F238E27FC236}">
                  <a16:creationId xmlns:a16="http://schemas.microsoft.com/office/drawing/2014/main" id="{E2BD3FE4-F151-4E19-8530-D55653EEF9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0400" y="-416298"/>
              <a:ext cx="4917848" cy="3631052"/>
            </a:xfrm>
            <a:custGeom>
              <a:avLst/>
              <a:gdLst>
                <a:gd name="T0" fmla="*/ 578 w 772"/>
                <a:gd name="T1" fmla="*/ 566 h 570"/>
                <a:gd name="T2" fmla="*/ 573 w 772"/>
                <a:gd name="T3" fmla="*/ 547 h 570"/>
                <a:gd name="T4" fmla="*/ 658 w 772"/>
                <a:gd name="T5" fmla="*/ 497 h 570"/>
                <a:gd name="T6" fmla="*/ 708 w 772"/>
                <a:gd name="T7" fmla="*/ 488 h 570"/>
                <a:gd name="T8" fmla="*/ 702 w 772"/>
                <a:gd name="T9" fmla="*/ 514 h 570"/>
                <a:gd name="T10" fmla="*/ 697 w 772"/>
                <a:gd name="T11" fmla="*/ 483 h 570"/>
                <a:gd name="T12" fmla="*/ 701 w 772"/>
                <a:gd name="T13" fmla="*/ 400 h 570"/>
                <a:gd name="T14" fmla="*/ 687 w 772"/>
                <a:gd name="T15" fmla="*/ 378 h 570"/>
                <a:gd name="T16" fmla="*/ 627 w 772"/>
                <a:gd name="T17" fmla="*/ 2 h 570"/>
                <a:gd name="T18" fmla="*/ 639 w 772"/>
                <a:gd name="T19" fmla="*/ 10 h 570"/>
                <a:gd name="T20" fmla="*/ 649 w 772"/>
                <a:gd name="T21" fmla="*/ 25 h 570"/>
                <a:gd name="T22" fmla="*/ 668 w 772"/>
                <a:gd name="T23" fmla="*/ 47 h 570"/>
                <a:gd name="T24" fmla="*/ 683 w 772"/>
                <a:gd name="T25" fmla="*/ 67 h 570"/>
                <a:gd name="T26" fmla="*/ 699 w 772"/>
                <a:gd name="T27" fmla="*/ 68 h 570"/>
                <a:gd name="T28" fmla="*/ 715 w 772"/>
                <a:gd name="T29" fmla="*/ 80 h 570"/>
                <a:gd name="T30" fmla="*/ 722 w 772"/>
                <a:gd name="T31" fmla="*/ 93 h 570"/>
                <a:gd name="T32" fmla="*/ 744 w 772"/>
                <a:gd name="T33" fmla="*/ 99 h 570"/>
                <a:gd name="T34" fmla="*/ 760 w 772"/>
                <a:gd name="T35" fmla="*/ 81 h 570"/>
                <a:gd name="T36" fmla="*/ 769 w 772"/>
                <a:gd name="T37" fmla="*/ 101 h 570"/>
                <a:gd name="T38" fmla="*/ 770 w 772"/>
                <a:gd name="T39" fmla="*/ 121 h 570"/>
                <a:gd name="T40" fmla="*/ 768 w 772"/>
                <a:gd name="T41" fmla="*/ 139 h 570"/>
                <a:gd name="T42" fmla="*/ 749 w 772"/>
                <a:gd name="T43" fmla="*/ 150 h 570"/>
                <a:gd name="T44" fmla="*/ 755 w 772"/>
                <a:gd name="T45" fmla="*/ 181 h 570"/>
                <a:gd name="T46" fmla="*/ 697 w 772"/>
                <a:gd name="T47" fmla="*/ 246 h 570"/>
                <a:gd name="T48" fmla="*/ 669 w 772"/>
                <a:gd name="T49" fmla="*/ 262 h 570"/>
                <a:gd name="T50" fmla="*/ 669 w 772"/>
                <a:gd name="T51" fmla="*/ 256 h 570"/>
                <a:gd name="T52" fmla="*/ 669 w 772"/>
                <a:gd name="T53" fmla="*/ 237 h 570"/>
                <a:gd name="T54" fmla="*/ 643 w 772"/>
                <a:gd name="T55" fmla="*/ 246 h 570"/>
                <a:gd name="T56" fmla="*/ 622 w 772"/>
                <a:gd name="T57" fmla="*/ 267 h 570"/>
                <a:gd name="T58" fmla="*/ 639 w 772"/>
                <a:gd name="T59" fmla="*/ 283 h 570"/>
                <a:gd name="T60" fmla="*/ 657 w 772"/>
                <a:gd name="T61" fmla="*/ 283 h 570"/>
                <a:gd name="T62" fmla="*/ 685 w 772"/>
                <a:gd name="T63" fmla="*/ 288 h 570"/>
                <a:gd name="T64" fmla="*/ 669 w 772"/>
                <a:gd name="T65" fmla="*/ 300 h 570"/>
                <a:gd name="T66" fmla="*/ 655 w 772"/>
                <a:gd name="T67" fmla="*/ 317 h 570"/>
                <a:gd name="T68" fmla="*/ 674 w 772"/>
                <a:gd name="T69" fmla="*/ 354 h 570"/>
                <a:gd name="T70" fmla="*/ 681 w 772"/>
                <a:gd name="T71" fmla="*/ 374 h 570"/>
                <a:gd name="T72" fmla="*/ 660 w 772"/>
                <a:gd name="T73" fmla="*/ 371 h 570"/>
                <a:gd name="T74" fmla="*/ 690 w 772"/>
                <a:gd name="T75" fmla="*/ 393 h 570"/>
                <a:gd name="T76" fmla="*/ 689 w 772"/>
                <a:gd name="T77" fmla="*/ 399 h 570"/>
                <a:gd name="T78" fmla="*/ 699 w 772"/>
                <a:gd name="T79" fmla="*/ 408 h 570"/>
                <a:gd name="T80" fmla="*/ 697 w 772"/>
                <a:gd name="T81" fmla="*/ 420 h 570"/>
                <a:gd name="T82" fmla="*/ 691 w 772"/>
                <a:gd name="T83" fmla="*/ 433 h 570"/>
                <a:gd name="T84" fmla="*/ 689 w 772"/>
                <a:gd name="T85" fmla="*/ 447 h 570"/>
                <a:gd name="T86" fmla="*/ 681 w 772"/>
                <a:gd name="T87" fmla="*/ 458 h 570"/>
                <a:gd name="T88" fmla="*/ 681 w 772"/>
                <a:gd name="T89" fmla="*/ 471 h 570"/>
                <a:gd name="T90" fmla="*/ 673 w 772"/>
                <a:gd name="T91" fmla="*/ 475 h 570"/>
                <a:gd name="T92" fmla="*/ 665 w 772"/>
                <a:gd name="T93" fmla="*/ 487 h 570"/>
                <a:gd name="T94" fmla="*/ 656 w 772"/>
                <a:gd name="T95" fmla="*/ 495 h 570"/>
                <a:gd name="T96" fmla="*/ 641 w 772"/>
                <a:gd name="T97" fmla="*/ 508 h 570"/>
                <a:gd name="T98" fmla="*/ 624 w 772"/>
                <a:gd name="T99" fmla="*/ 513 h 570"/>
                <a:gd name="T100" fmla="*/ 612 w 772"/>
                <a:gd name="T101" fmla="*/ 517 h 570"/>
                <a:gd name="T102" fmla="*/ 590 w 772"/>
                <a:gd name="T103" fmla="*/ 526 h 570"/>
                <a:gd name="T104" fmla="*/ 581 w 772"/>
                <a:gd name="T105" fmla="*/ 530 h 570"/>
                <a:gd name="T106" fmla="*/ 577 w 772"/>
                <a:gd name="T107" fmla="*/ 539 h 570"/>
                <a:gd name="T108" fmla="*/ 564 w 772"/>
                <a:gd name="T109" fmla="*/ 525 h 570"/>
                <a:gd name="T110" fmla="*/ 474 w 772"/>
                <a:gd name="T111" fmla="*/ 537 h 570"/>
                <a:gd name="T112" fmla="*/ 554 w 772"/>
                <a:gd name="T113" fmla="*/ 80 h 570"/>
                <a:gd name="T114" fmla="*/ 582 w 772"/>
                <a:gd name="T115" fmla="*/ 67 h 570"/>
                <a:gd name="T116" fmla="*/ 581 w 772"/>
                <a:gd name="T117" fmla="*/ 39 h 570"/>
                <a:gd name="T118" fmla="*/ 574 w 772"/>
                <a:gd name="T119" fmla="*/ 21 h 570"/>
                <a:gd name="T120" fmla="*/ 590 w 772"/>
                <a:gd name="T121" fmla="*/ 4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72" h="570">
                  <a:moveTo>
                    <a:pt x="586" y="545"/>
                  </a:moveTo>
                  <a:lnTo>
                    <a:pt x="589" y="545"/>
                  </a:lnTo>
                  <a:lnTo>
                    <a:pt x="590" y="547"/>
                  </a:lnTo>
                  <a:lnTo>
                    <a:pt x="591" y="550"/>
                  </a:lnTo>
                  <a:lnTo>
                    <a:pt x="590" y="553"/>
                  </a:lnTo>
                  <a:lnTo>
                    <a:pt x="589" y="554"/>
                  </a:lnTo>
                  <a:lnTo>
                    <a:pt x="589" y="555"/>
                  </a:lnTo>
                  <a:lnTo>
                    <a:pt x="587" y="559"/>
                  </a:lnTo>
                  <a:lnTo>
                    <a:pt x="587" y="560"/>
                  </a:lnTo>
                  <a:lnTo>
                    <a:pt x="586" y="563"/>
                  </a:lnTo>
                  <a:lnTo>
                    <a:pt x="583" y="563"/>
                  </a:lnTo>
                  <a:lnTo>
                    <a:pt x="583" y="564"/>
                  </a:lnTo>
                  <a:lnTo>
                    <a:pt x="582" y="567"/>
                  </a:lnTo>
                  <a:lnTo>
                    <a:pt x="579" y="566"/>
                  </a:lnTo>
                  <a:lnTo>
                    <a:pt x="578" y="566"/>
                  </a:lnTo>
                  <a:lnTo>
                    <a:pt x="577" y="568"/>
                  </a:lnTo>
                  <a:lnTo>
                    <a:pt x="575" y="570"/>
                  </a:lnTo>
                  <a:lnTo>
                    <a:pt x="574" y="568"/>
                  </a:lnTo>
                  <a:lnTo>
                    <a:pt x="572" y="568"/>
                  </a:lnTo>
                  <a:lnTo>
                    <a:pt x="570" y="567"/>
                  </a:lnTo>
                  <a:lnTo>
                    <a:pt x="568" y="567"/>
                  </a:lnTo>
                  <a:lnTo>
                    <a:pt x="566" y="564"/>
                  </a:lnTo>
                  <a:lnTo>
                    <a:pt x="566" y="563"/>
                  </a:lnTo>
                  <a:lnTo>
                    <a:pt x="565" y="560"/>
                  </a:lnTo>
                  <a:lnTo>
                    <a:pt x="565" y="556"/>
                  </a:lnTo>
                  <a:lnTo>
                    <a:pt x="564" y="555"/>
                  </a:lnTo>
                  <a:lnTo>
                    <a:pt x="566" y="551"/>
                  </a:lnTo>
                  <a:lnTo>
                    <a:pt x="570" y="550"/>
                  </a:lnTo>
                  <a:lnTo>
                    <a:pt x="570" y="547"/>
                  </a:lnTo>
                  <a:lnTo>
                    <a:pt x="573" y="547"/>
                  </a:lnTo>
                  <a:lnTo>
                    <a:pt x="575" y="546"/>
                  </a:lnTo>
                  <a:lnTo>
                    <a:pt x="577" y="546"/>
                  </a:lnTo>
                  <a:lnTo>
                    <a:pt x="579" y="545"/>
                  </a:lnTo>
                  <a:lnTo>
                    <a:pt x="579" y="545"/>
                  </a:lnTo>
                  <a:lnTo>
                    <a:pt x="582" y="545"/>
                  </a:lnTo>
                  <a:lnTo>
                    <a:pt x="583" y="546"/>
                  </a:lnTo>
                  <a:lnTo>
                    <a:pt x="586" y="545"/>
                  </a:lnTo>
                  <a:close/>
                  <a:moveTo>
                    <a:pt x="585" y="531"/>
                  </a:moveTo>
                  <a:lnTo>
                    <a:pt x="587" y="533"/>
                  </a:lnTo>
                  <a:lnTo>
                    <a:pt x="587" y="534"/>
                  </a:lnTo>
                  <a:lnTo>
                    <a:pt x="585" y="533"/>
                  </a:lnTo>
                  <a:lnTo>
                    <a:pt x="583" y="534"/>
                  </a:lnTo>
                  <a:lnTo>
                    <a:pt x="582" y="533"/>
                  </a:lnTo>
                  <a:lnTo>
                    <a:pt x="585" y="531"/>
                  </a:lnTo>
                  <a:close/>
                  <a:moveTo>
                    <a:pt x="658" y="497"/>
                  </a:moveTo>
                  <a:lnTo>
                    <a:pt x="660" y="499"/>
                  </a:lnTo>
                  <a:lnTo>
                    <a:pt x="658" y="500"/>
                  </a:lnTo>
                  <a:lnTo>
                    <a:pt x="657" y="500"/>
                  </a:lnTo>
                  <a:lnTo>
                    <a:pt x="656" y="499"/>
                  </a:lnTo>
                  <a:lnTo>
                    <a:pt x="658" y="497"/>
                  </a:lnTo>
                  <a:close/>
                  <a:moveTo>
                    <a:pt x="706" y="470"/>
                  </a:moveTo>
                  <a:lnTo>
                    <a:pt x="708" y="470"/>
                  </a:lnTo>
                  <a:lnTo>
                    <a:pt x="710" y="472"/>
                  </a:lnTo>
                  <a:lnTo>
                    <a:pt x="710" y="472"/>
                  </a:lnTo>
                  <a:lnTo>
                    <a:pt x="712" y="475"/>
                  </a:lnTo>
                  <a:lnTo>
                    <a:pt x="712" y="476"/>
                  </a:lnTo>
                  <a:lnTo>
                    <a:pt x="711" y="476"/>
                  </a:lnTo>
                  <a:lnTo>
                    <a:pt x="711" y="480"/>
                  </a:lnTo>
                  <a:lnTo>
                    <a:pt x="710" y="485"/>
                  </a:lnTo>
                  <a:lnTo>
                    <a:pt x="708" y="488"/>
                  </a:lnTo>
                  <a:lnTo>
                    <a:pt x="710" y="492"/>
                  </a:lnTo>
                  <a:lnTo>
                    <a:pt x="710" y="495"/>
                  </a:lnTo>
                  <a:lnTo>
                    <a:pt x="708" y="500"/>
                  </a:lnTo>
                  <a:lnTo>
                    <a:pt x="710" y="500"/>
                  </a:lnTo>
                  <a:lnTo>
                    <a:pt x="708" y="501"/>
                  </a:lnTo>
                  <a:lnTo>
                    <a:pt x="708" y="504"/>
                  </a:lnTo>
                  <a:lnTo>
                    <a:pt x="706" y="508"/>
                  </a:lnTo>
                  <a:lnTo>
                    <a:pt x="703" y="510"/>
                  </a:lnTo>
                  <a:lnTo>
                    <a:pt x="705" y="514"/>
                  </a:lnTo>
                  <a:lnTo>
                    <a:pt x="705" y="517"/>
                  </a:lnTo>
                  <a:lnTo>
                    <a:pt x="705" y="520"/>
                  </a:lnTo>
                  <a:lnTo>
                    <a:pt x="703" y="518"/>
                  </a:lnTo>
                  <a:lnTo>
                    <a:pt x="702" y="520"/>
                  </a:lnTo>
                  <a:lnTo>
                    <a:pt x="702" y="517"/>
                  </a:lnTo>
                  <a:lnTo>
                    <a:pt x="702" y="514"/>
                  </a:lnTo>
                  <a:lnTo>
                    <a:pt x="699" y="512"/>
                  </a:lnTo>
                  <a:lnTo>
                    <a:pt x="697" y="510"/>
                  </a:lnTo>
                  <a:lnTo>
                    <a:pt x="697" y="509"/>
                  </a:lnTo>
                  <a:lnTo>
                    <a:pt x="695" y="509"/>
                  </a:lnTo>
                  <a:lnTo>
                    <a:pt x="694" y="508"/>
                  </a:lnTo>
                  <a:lnTo>
                    <a:pt x="694" y="505"/>
                  </a:lnTo>
                  <a:lnTo>
                    <a:pt x="694" y="505"/>
                  </a:lnTo>
                  <a:lnTo>
                    <a:pt x="694" y="504"/>
                  </a:lnTo>
                  <a:lnTo>
                    <a:pt x="693" y="504"/>
                  </a:lnTo>
                  <a:lnTo>
                    <a:pt x="693" y="499"/>
                  </a:lnTo>
                  <a:lnTo>
                    <a:pt x="693" y="495"/>
                  </a:lnTo>
                  <a:lnTo>
                    <a:pt x="691" y="493"/>
                  </a:lnTo>
                  <a:lnTo>
                    <a:pt x="693" y="492"/>
                  </a:lnTo>
                  <a:lnTo>
                    <a:pt x="694" y="488"/>
                  </a:lnTo>
                  <a:lnTo>
                    <a:pt x="697" y="483"/>
                  </a:lnTo>
                  <a:lnTo>
                    <a:pt x="697" y="483"/>
                  </a:lnTo>
                  <a:lnTo>
                    <a:pt x="698" y="480"/>
                  </a:lnTo>
                  <a:lnTo>
                    <a:pt x="697" y="479"/>
                  </a:lnTo>
                  <a:lnTo>
                    <a:pt x="699" y="475"/>
                  </a:lnTo>
                  <a:lnTo>
                    <a:pt x="702" y="472"/>
                  </a:lnTo>
                  <a:lnTo>
                    <a:pt x="705" y="472"/>
                  </a:lnTo>
                  <a:lnTo>
                    <a:pt x="703" y="470"/>
                  </a:lnTo>
                  <a:lnTo>
                    <a:pt x="706" y="470"/>
                  </a:lnTo>
                  <a:close/>
                  <a:moveTo>
                    <a:pt x="682" y="467"/>
                  </a:moveTo>
                  <a:lnTo>
                    <a:pt x="683" y="468"/>
                  </a:lnTo>
                  <a:lnTo>
                    <a:pt x="683" y="470"/>
                  </a:lnTo>
                  <a:lnTo>
                    <a:pt x="682" y="471"/>
                  </a:lnTo>
                  <a:lnTo>
                    <a:pt x="682" y="468"/>
                  </a:lnTo>
                  <a:lnTo>
                    <a:pt x="682" y="467"/>
                  </a:lnTo>
                  <a:close/>
                  <a:moveTo>
                    <a:pt x="701" y="400"/>
                  </a:moveTo>
                  <a:lnTo>
                    <a:pt x="701" y="400"/>
                  </a:lnTo>
                  <a:lnTo>
                    <a:pt x="702" y="400"/>
                  </a:lnTo>
                  <a:lnTo>
                    <a:pt x="705" y="401"/>
                  </a:lnTo>
                  <a:lnTo>
                    <a:pt x="705" y="403"/>
                  </a:lnTo>
                  <a:lnTo>
                    <a:pt x="703" y="403"/>
                  </a:lnTo>
                  <a:lnTo>
                    <a:pt x="701" y="401"/>
                  </a:lnTo>
                  <a:lnTo>
                    <a:pt x="701" y="400"/>
                  </a:lnTo>
                  <a:close/>
                  <a:moveTo>
                    <a:pt x="687" y="376"/>
                  </a:moveTo>
                  <a:lnTo>
                    <a:pt x="690" y="376"/>
                  </a:lnTo>
                  <a:lnTo>
                    <a:pt x="691" y="378"/>
                  </a:lnTo>
                  <a:lnTo>
                    <a:pt x="693" y="378"/>
                  </a:lnTo>
                  <a:lnTo>
                    <a:pt x="693" y="380"/>
                  </a:lnTo>
                  <a:lnTo>
                    <a:pt x="690" y="379"/>
                  </a:lnTo>
                  <a:lnTo>
                    <a:pt x="689" y="379"/>
                  </a:lnTo>
                  <a:lnTo>
                    <a:pt x="687" y="378"/>
                  </a:lnTo>
                  <a:lnTo>
                    <a:pt x="687" y="376"/>
                  </a:lnTo>
                  <a:close/>
                  <a:moveTo>
                    <a:pt x="607" y="0"/>
                  </a:moveTo>
                  <a:lnTo>
                    <a:pt x="608" y="0"/>
                  </a:lnTo>
                  <a:lnTo>
                    <a:pt x="610" y="0"/>
                  </a:lnTo>
                  <a:lnTo>
                    <a:pt x="611" y="1"/>
                  </a:lnTo>
                  <a:lnTo>
                    <a:pt x="615" y="1"/>
                  </a:lnTo>
                  <a:lnTo>
                    <a:pt x="616" y="2"/>
                  </a:lnTo>
                  <a:lnTo>
                    <a:pt x="618" y="4"/>
                  </a:lnTo>
                  <a:lnTo>
                    <a:pt x="620" y="4"/>
                  </a:lnTo>
                  <a:lnTo>
                    <a:pt x="622" y="4"/>
                  </a:lnTo>
                  <a:lnTo>
                    <a:pt x="622" y="4"/>
                  </a:lnTo>
                  <a:lnTo>
                    <a:pt x="624" y="5"/>
                  </a:lnTo>
                  <a:lnTo>
                    <a:pt x="626" y="5"/>
                  </a:lnTo>
                  <a:lnTo>
                    <a:pt x="626" y="2"/>
                  </a:lnTo>
                  <a:lnTo>
                    <a:pt x="627" y="2"/>
                  </a:lnTo>
                  <a:lnTo>
                    <a:pt x="627" y="2"/>
                  </a:lnTo>
                  <a:lnTo>
                    <a:pt x="629" y="2"/>
                  </a:lnTo>
                  <a:lnTo>
                    <a:pt x="629" y="2"/>
                  </a:lnTo>
                  <a:lnTo>
                    <a:pt x="631" y="4"/>
                  </a:lnTo>
                  <a:lnTo>
                    <a:pt x="632" y="4"/>
                  </a:lnTo>
                  <a:lnTo>
                    <a:pt x="633" y="4"/>
                  </a:lnTo>
                  <a:lnTo>
                    <a:pt x="635" y="5"/>
                  </a:lnTo>
                  <a:lnTo>
                    <a:pt x="635" y="6"/>
                  </a:lnTo>
                  <a:lnTo>
                    <a:pt x="635" y="8"/>
                  </a:lnTo>
                  <a:lnTo>
                    <a:pt x="636" y="8"/>
                  </a:lnTo>
                  <a:lnTo>
                    <a:pt x="636" y="9"/>
                  </a:lnTo>
                  <a:lnTo>
                    <a:pt x="637" y="8"/>
                  </a:lnTo>
                  <a:lnTo>
                    <a:pt x="639" y="8"/>
                  </a:lnTo>
                  <a:lnTo>
                    <a:pt x="640" y="9"/>
                  </a:lnTo>
                  <a:lnTo>
                    <a:pt x="639" y="10"/>
                  </a:lnTo>
                  <a:lnTo>
                    <a:pt x="640" y="12"/>
                  </a:lnTo>
                  <a:lnTo>
                    <a:pt x="641" y="12"/>
                  </a:lnTo>
                  <a:lnTo>
                    <a:pt x="643" y="12"/>
                  </a:lnTo>
                  <a:lnTo>
                    <a:pt x="644" y="13"/>
                  </a:lnTo>
                  <a:lnTo>
                    <a:pt x="644" y="13"/>
                  </a:lnTo>
                  <a:lnTo>
                    <a:pt x="645" y="14"/>
                  </a:lnTo>
                  <a:lnTo>
                    <a:pt x="645" y="16"/>
                  </a:lnTo>
                  <a:lnTo>
                    <a:pt x="645" y="17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1"/>
                  </a:lnTo>
                  <a:lnTo>
                    <a:pt x="649" y="21"/>
                  </a:lnTo>
                  <a:lnTo>
                    <a:pt x="651" y="22"/>
                  </a:lnTo>
                  <a:lnTo>
                    <a:pt x="649" y="24"/>
                  </a:lnTo>
                  <a:lnTo>
                    <a:pt x="649" y="25"/>
                  </a:lnTo>
                  <a:lnTo>
                    <a:pt x="652" y="26"/>
                  </a:lnTo>
                  <a:lnTo>
                    <a:pt x="653" y="29"/>
                  </a:lnTo>
                  <a:lnTo>
                    <a:pt x="655" y="30"/>
                  </a:lnTo>
                  <a:lnTo>
                    <a:pt x="656" y="33"/>
                  </a:lnTo>
                  <a:lnTo>
                    <a:pt x="656" y="33"/>
                  </a:lnTo>
                  <a:lnTo>
                    <a:pt x="657" y="34"/>
                  </a:lnTo>
                  <a:lnTo>
                    <a:pt x="658" y="35"/>
                  </a:lnTo>
                  <a:lnTo>
                    <a:pt x="658" y="37"/>
                  </a:lnTo>
                  <a:lnTo>
                    <a:pt x="658" y="38"/>
                  </a:lnTo>
                  <a:lnTo>
                    <a:pt x="658" y="38"/>
                  </a:lnTo>
                  <a:lnTo>
                    <a:pt x="660" y="38"/>
                  </a:lnTo>
                  <a:lnTo>
                    <a:pt x="661" y="39"/>
                  </a:lnTo>
                  <a:lnTo>
                    <a:pt x="661" y="41"/>
                  </a:lnTo>
                  <a:lnTo>
                    <a:pt x="664" y="45"/>
                  </a:lnTo>
                  <a:lnTo>
                    <a:pt x="668" y="47"/>
                  </a:lnTo>
                  <a:lnTo>
                    <a:pt x="669" y="50"/>
                  </a:lnTo>
                  <a:lnTo>
                    <a:pt x="669" y="51"/>
                  </a:lnTo>
                  <a:lnTo>
                    <a:pt x="670" y="52"/>
                  </a:lnTo>
                  <a:lnTo>
                    <a:pt x="670" y="55"/>
                  </a:lnTo>
                  <a:lnTo>
                    <a:pt x="672" y="55"/>
                  </a:lnTo>
                  <a:lnTo>
                    <a:pt x="673" y="56"/>
                  </a:lnTo>
                  <a:lnTo>
                    <a:pt x="673" y="58"/>
                  </a:lnTo>
                  <a:lnTo>
                    <a:pt x="673" y="59"/>
                  </a:lnTo>
                  <a:lnTo>
                    <a:pt x="674" y="62"/>
                  </a:lnTo>
                  <a:lnTo>
                    <a:pt x="677" y="64"/>
                  </a:lnTo>
                  <a:lnTo>
                    <a:pt x="680" y="66"/>
                  </a:lnTo>
                  <a:lnTo>
                    <a:pt x="680" y="67"/>
                  </a:lnTo>
                  <a:lnTo>
                    <a:pt x="681" y="67"/>
                  </a:lnTo>
                  <a:lnTo>
                    <a:pt x="682" y="67"/>
                  </a:lnTo>
                  <a:lnTo>
                    <a:pt x="683" y="67"/>
                  </a:lnTo>
                  <a:lnTo>
                    <a:pt x="685" y="67"/>
                  </a:lnTo>
                  <a:lnTo>
                    <a:pt x="687" y="67"/>
                  </a:lnTo>
                  <a:lnTo>
                    <a:pt x="689" y="66"/>
                  </a:lnTo>
                  <a:lnTo>
                    <a:pt x="690" y="66"/>
                  </a:lnTo>
                  <a:lnTo>
                    <a:pt x="690" y="67"/>
                  </a:lnTo>
                  <a:lnTo>
                    <a:pt x="689" y="68"/>
                  </a:lnTo>
                  <a:lnTo>
                    <a:pt x="690" y="68"/>
                  </a:lnTo>
                  <a:lnTo>
                    <a:pt x="693" y="68"/>
                  </a:lnTo>
                  <a:lnTo>
                    <a:pt x="694" y="70"/>
                  </a:lnTo>
                  <a:lnTo>
                    <a:pt x="694" y="70"/>
                  </a:lnTo>
                  <a:lnTo>
                    <a:pt x="697" y="71"/>
                  </a:lnTo>
                  <a:lnTo>
                    <a:pt x="697" y="70"/>
                  </a:lnTo>
                  <a:lnTo>
                    <a:pt x="698" y="70"/>
                  </a:lnTo>
                  <a:lnTo>
                    <a:pt x="699" y="70"/>
                  </a:lnTo>
                  <a:lnTo>
                    <a:pt x="699" y="68"/>
                  </a:lnTo>
                  <a:lnTo>
                    <a:pt x="701" y="68"/>
                  </a:lnTo>
                  <a:lnTo>
                    <a:pt x="702" y="70"/>
                  </a:lnTo>
                  <a:lnTo>
                    <a:pt x="702" y="71"/>
                  </a:lnTo>
                  <a:lnTo>
                    <a:pt x="703" y="72"/>
                  </a:lnTo>
                  <a:lnTo>
                    <a:pt x="705" y="72"/>
                  </a:lnTo>
                  <a:lnTo>
                    <a:pt x="705" y="74"/>
                  </a:lnTo>
                  <a:lnTo>
                    <a:pt x="706" y="75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8" y="76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2" y="79"/>
                  </a:lnTo>
                  <a:lnTo>
                    <a:pt x="714" y="79"/>
                  </a:lnTo>
                  <a:lnTo>
                    <a:pt x="715" y="80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9" y="79"/>
                  </a:lnTo>
                  <a:lnTo>
                    <a:pt x="720" y="77"/>
                  </a:lnTo>
                  <a:lnTo>
                    <a:pt x="720" y="79"/>
                  </a:lnTo>
                  <a:lnTo>
                    <a:pt x="720" y="80"/>
                  </a:lnTo>
                  <a:lnTo>
                    <a:pt x="719" y="81"/>
                  </a:lnTo>
                  <a:lnTo>
                    <a:pt x="719" y="83"/>
                  </a:lnTo>
                  <a:lnTo>
                    <a:pt x="720" y="84"/>
                  </a:lnTo>
                  <a:lnTo>
                    <a:pt x="722" y="84"/>
                  </a:lnTo>
                  <a:lnTo>
                    <a:pt x="722" y="87"/>
                  </a:lnTo>
                  <a:lnTo>
                    <a:pt x="723" y="88"/>
                  </a:lnTo>
                  <a:lnTo>
                    <a:pt x="723" y="91"/>
                  </a:lnTo>
                  <a:lnTo>
                    <a:pt x="722" y="91"/>
                  </a:lnTo>
                  <a:lnTo>
                    <a:pt x="722" y="93"/>
                  </a:lnTo>
                  <a:lnTo>
                    <a:pt x="724" y="96"/>
                  </a:lnTo>
                  <a:lnTo>
                    <a:pt x="726" y="96"/>
                  </a:lnTo>
                  <a:lnTo>
                    <a:pt x="727" y="99"/>
                  </a:lnTo>
                  <a:lnTo>
                    <a:pt x="728" y="100"/>
                  </a:lnTo>
                  <a:lnTo>
                    <a:pt x="730" y="100"/>
                  </a:lnTo>
                  <a:lnTo>
                    <a:pt x="731" y="99"/>
                  </a:lnTo>
                  <a:lnTo>
                    <a:pt x="734" y="99"/>
                  </a:lnTo>
                  <a:lnTo>
                    <a:pt x="734" y="100"/>
                  </a:lnTo>
                  <a:lnTo>
                    <a:pt x="735" y="101"/>
                  </a:lnTo>
                  <a:lnTo>
                    <a:pt x="736" y="101"/>
                  </a:lnTo>
                  <a:lnTo>
                    <a:pt x="737" y="100"/>
                  </a:lnTo>
                  <a:lnTo>
                    <a:pt x="739" y="100"/>
                  </a:lnTo>
                  <a:lnTo>
                    <a:pt x="740" y="100"/>
                  </a:lnTo>
                  <a:lnTo>
                    <a:pt x="743" y="100"/>
                  </a:lnTo>
                  <a:lnTo>
                    <a:pt x="744" y="99"/>
                  </a:lnTo>
                  <a:lnTo>
                    <a:pt x="745" y="97"/>
                  </a:lnTo>
                  <a:lnTo>
                    <a:pt x="745" y="96"/>
                  </a:lnTo>
                  <a:lnTo>
                    <a:pt x="747" y="95"/>
                  </a:lnTo>
                  <a:lnTo>
                    <a:pt x="748" y="93"/>
                  </a:lnTo>
                  <a:lnTo>
                    <a:pt x="748" y="91"/>
                  </a:lnTo>
                  <a:lnTo>
                    <a:pt x="748" y="89"/>
                  </a:lnTo>
                  <a:lnTo>
                    <a:pt x="751" y="89"/>
                  </a:lnTo>
                  <a:lnTo>
                    <a:pt x="752" y="89"/>
                  </a:lnTo>
                  <a:lnTo>
                    <a:pt x="753" y="87"/>
                  </a:lnTo>
                  <a:lnTo>
                    <a:pt x="755" y="87"/>
                  </a:lnTo>
                  <a:lnTo>
                    <a:pt x="756" y="87"/>
                  </a:lnTo>
                  <a:lnTo>
                    <a:pt x="756" y="84"/>
                  </a:lnTo>
                  <a:lnTo>
                    <a:pt x="757" y="83"/>
                  </a:lnTo>
                  <a:lnTo>
                    <a:pt x="759" y="83"/>
                  </a:lnTo>
                  <a:lnTo>
                    <a:pt x="760" y="81"/>
                  </a:lnTo>
                  <a:lnTo>
                    <a:pt x="762" y="83"/>
                  </a:lnTo>
                  <a:lnTo>
                    <a:pt x="764" y="84"/>
                  </a:lnTo>
                  <a:lnTo>
                    <a:pt x="765" y="84"/>
                  </a:lnTo>
                  <a:lnTo>
                    <a:pt x="766" y="85"/>
                  </a:lnTo>
                  <a:lnTo>
                    <a:pt x="768" y="87"/>
                  </a:lnTo>
                  <a:lnTo>
                    <a:pt x="766" y="88"/>
                  </a:lnTo>
                  <a:lnTo>
                    <a:pt x="766" y="89"/>
                  </a:lnTo>
                  <a:lnTo>
                    <a:pt x="769" y="92"/>
                  </a:lnTo>
                  <a:lnTo>
                    <a:pt x="769" y="93"/>
                  </a:lnTo>
                  <a:lnTo>
                    <a:pt x="770" y="95"/>
                  </a:lnTo>
                  <a:lnTo>
                    <a:pt x="772" y="96"/>
                  </a:lnTo>
                  <a:lnTo>
                    <a:pt x="772" y="99"/>
                  </a:lnTo>
                  <a:lnTo>
                    <a:pt x="772" y="100"/>
                  </a:lnTo>
                  <a:lnTo>
                    <a:pt x="770" y="101"/>
                  </a:lnTo>
                  <a:lnTo>
                    <a:pt x="769" y="101"/>
                  </a:lnTo>
                  <a:lnTo>
                    <a:pt x="768" y="104"/>
                  </a:lnTo>
                  <a:lnTo>
                    <a:pt x="768" y="104"/>
                  </a:lnTo>
                  <a:lnTo>
                    <a:pt x="768" y="105"/>
                  </a:lnTo>
                  <a:lnTo>
                    <a:pt x="769" y="106"/>
                  </a:lnTo>
                  <a:lnTo>
                    <a:pt x="769" y="108"/>
                  </a:lnTo>
                  <a:lnTo>
                    <a:pt x="768" y="110"/>
                  </a:lnTo>
                  <a:lnTo>
                    <a:pt x="769" y="112"/>
                  </a:lnTo>
                  <a:lnTo>
                    <a:pt x="769" y="112"/>
                  </a:lnTo>
                  <a:lnTo>
                    <a:pt x="769" y="113"/>
                  </a:lnTo>
                  <a:lnTo>
                    <a:pt x="770" y="114"/>
                  </a:lnTo>
                  <a:lnTo>
                    <a:pt x="770" y="114"/>
                  </a:lnTo>
                  <a:lnTo>
                    <a:pt x="769" y="116"/>
                  </a:lnTo>
                  <a:lnTo>
                    <a:pt x="769" y="116"/>
                  </a:lnTo>
                  <a:lnTo>
                    <a:pt x="769" y="118"/>
                  </a:lnTo>
                  <a:lnTo>
                    <a:pt x="770" y="121"/>
                  </a:lnTo>
                  <a:lnTo>
                    <a:pt x="770" y="122"/>
                  </a:lnTo>
                  <a:lnTo>
                    <a:pt x="770" y="124"/>
                  </a:lnTo>
                  <a:lnTo>
                    <a:pt x="769" y="124"/>
                  </a:lnTo>
                  <a:lnTo>
                    <a:pt x="769" y="125"/>
                  </a:lnTo>
                  <a:lnTo>
                    <a:pt x="769" y="126"/>
                  </a:lnTo>
                  <a:lnTo>
                    <a:pt x="769" y="127"/>
                  </a:lnTo>
                  <a:lnTo>
                    <a:pt x="770" y="129"/>
                  </a:lnTo>
                  <a:lnTo>
                    <a:pt x="769" y="130"/>
                  </a:lnTo>
                  <a:lnTo>
                    <a:pt x="768" y="130"/>
                  </a:lnTo>
                  <a:lnTo>
                    <a:pt x="769" y="131"/>
                  </a:lnTo>
                  <a:lnTo>
                    <a:pt x="769" y="134"/>
                  </a:lnTo>
                  <a:lnTo>
                    <a:pt x="769" y="134"/>
                  </a:lnTo>
                  <a:lnTo>
                    <a:pt x="768" y="137"/>
                  </a:lnTo>
                  <a:lnTo>
                    <a:pt x="768" y="138"/>
                  </a:lnTo>
                  <a:lnTo>
                    <a:pt x="768" y="139"/>
                  </a:lnTo>
                  <a:lnTo>
                    <a:pt x="768" y="141"/>
                  </a:lnTo>
                  <a:lnTo>
                    <a:pt x="768" y="142"/>
                  </a:lnTo>
                  <a:lnTo>
                    <a:pt x="769" y="143"/>
                  </a:lnTo>
                  <a:lnTo>
                    <a:pt x="769" y="145"/>
                  </a:lnTo>
                  <a:lnTo>
                    <a:pt x="768" y="146"/>
                  </a:lnTo>
                  <a:lnTo>
                    <a:pt x="766" y="146"/>
                  </a:lnTo>
                  <a:lnTo>
                    <a:pt x="765" y="146"/>
                  </a:lnTo>
                  <a:lnTo>
                    <a:pt x="759" y="145"/>
                  </a:lnTo>
                  <a:lnTo>
                    <a:pt x="757" y="143"/>
                  </a:lnTo>
                  <a:lnTo>
                    <a:pt x="755" y="143"/>
                  </a:lnTo>
                  <a:lnTo>
                    <a:pt x="753" y="143"/>
                  </a:lnTo>
                  <a:lnTo>
                    <a:pt x="752" y="147"/>
                  </a:lnTo>
                  <a:lnTo>
                    <a:pt x="751" y="149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7" y="151"/>
                  </a:lnTo>
                  <a:lnTo>
                    <a:pt x="747" y="152"/>
                  </a:lnTo>
                  <a:lnTo>
                    <a:pt x="748" y="154"/>
                  </a:lnTo>
                  <a:lnTo>
                    <a:pt x="751" y="158"/>
                  </a:lnTo>
                  <a:lnTo>
                    <a:pt x="751" y="160"/>
                  </a:lnTo>
                  <a:lnTo>
                    <a:pt x="752" y="162"/>
                  </a:lnTo>
                  <a:lnTo>
                    <a:pt x="753" y="163"/>
                  </a:lnTo>
                  <a:lnTo>
                    <a:pt x="753" y="166"/>
                  </a:lnTo>
                  <a:lnTo>
                    <a:pt x="753" y="168"/>
                  </a:lnTo>
                  <a:lnTo>
                    <a:pt x="753" y="171"/>
                  </a:lnTo>
                  <a:lnTo>
                    <a:pt x="753" y="175"/>
                  </a:lnTo>
                  <a:lnTo>
                    <a:pt x="755" y="175"/>
                  </a:lnTo>
                  <a:lnTo>
                    <a:pt x="755" y="177"/>
                  </a:lnTo>
                  <a:lnTo>
                    <a:pt x="756" y="180"/>
                  </a:lnTo>
                  <a:lnTo>
                    <a:pt x="755" y="181"/>
                  </a:lnTo>
                  <a:lnTo>
                    <a:pt x="755" y="183"/>
                  </a:lnTo>
                  <a:lnTo>
                    <a:pt x="755" y="184"/>
                  </a:lnTo>
                  <a:lnTo>
                    <a:pt x="755" y="185"/>
                  </a:lnTo>
                  <a:lnTo>
                    <a:pt x="755" y="185"/>
                  </a:lnTo>
                  <a:lnTo>
                    <a:pt x="751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91"/>
                  </a:lnTo>
                  <a:lnTo>
                    <a:pt x="751" y="192"/>
                  </a:lnTo>
                  <a:lnTo>
                    <a:pt x="740" y="201"/>
                  </a:lnTo>
                  <a:lnTo>
                    <a:pt x="737" y="218"/>
                  </a:lnTo>
                  <a:lnTo>
                    <a:pt x="703" y="243"/>
                  </a:lnTo>
                  <a:lnTo>
                    <a:pt x="697" y="246"/>
                  </a:lnTo>
                  <a:lnTo>
                    <a:pt x="697" y="246"/>
                  </a:lnTo>
                  <a:lnTo>
                    <a:pt x="695" y="243"/>
                  </a:lnTo>
                  <a:lnTo>
                    <a:pt x="693" y="247"/>
                  </a:lnTo>
                  <a:lnTo>
                    <a:pt x="690" y="247"/>
                  </a:lnTo>
                  <a:lnTo>
                    <a:pt x="689" y="249"/>
                  </a:lnTo>
                  <a:lnTo>
                    <a:pt x="687" y="247"/>
                  </a:lnTo>
                  <a:lnTo>
                    <a:pt x="683" y="250"/>
                  </a:lnTo>
                  <a:lnTo>
                    <a:pt x="681" y="250"/>
                  </a:lnTo>
                  <a:lnTo>
                    <a:pt x="681" y="251"/>
                  </a:lnTo>
                  <a:lnTo>
                    <a:pt x="680" y="251"/>
                  </a:lnTo>
                  <a:lnTo>
                    <a:pt x="674" y="255"/>
                  </a:lnTo>
                  <a:lnTo>
                    <a:pt x="672" y="258"/>
                  </a:lnTo>
                  <a:lnTo>
                    <a:pt x="672" y="260"/>
                  </a:lnTo>
                  <a:lnTo>
                    <a:pt x="672" y="260"/>
                  </a:lnTo>
                  <a:lnTo>
                    <a:pt x="669" y="262"/>
                  </a:lnTo>
                  <a:lnTo>
                    <a:pt x="666" y="266"/>
                  </a:lnTo>
                  <a:lnTo>
                    <a:pt x="665" y="266"/>
                  </a:lnTo>
                  <a:lnTo>
                    <a:pt x="664" y="267"/>
                  </a:lnTo>
                  <a:lnTo>
                    <a:pt x="662" y="267"/>
                  </a:lnTo>
                  <a:lnTo>
                    <a:pt x="662" y="266"/>
                  </a:lnTo>
                  <a:lnTo>
                    <a:pt x="660" y="264"/>
                  </a:lnTo>
                  <a:lnTo>
                    <a:pt x="661" y="262"/>
                  </a:lnTo>
                  <a:lnTo>
                    <a:pt x="662" y="262"/>
                  </a:lnTo>
                  <a:lnTo>
                    <a:pt x="664" y="260"/>
                  </a:lnTo>
                  <a:lnTo>
                    <a:pt x="666" y="260"/>
                  </a:lnTo>
                  <a:lnTo>
                    <a:pt x="668" y="260"/>
                  </a:lnTo>
                  <a:lnTo>
                    <a:pt x="668" y="259"/>
                  </a:lnTo>
                  <a:lnTo>
                    <a:pt x="666" y="259"/>
                  </a:lnTo>
                  <a:lnTo>
                    <a:pt x="666" y="258"/>
                  </a:lnTo>
                  <a:lnTo>
                    <a:pt x="669" y="256"/>
                  </a:lnTo>
                  <a:lnTo>
                    <a:pt x="670" y="254"/>
                  </a:lnTo>
                  <a:lnTo>
                    <a:pt x="668" y="256"/>
                  </a:lnTo>
                  <a:lnTo>
                    <a:pt x="665" y="256"/>
                  </a:lnTo>
                  <a:lnTo>
                    <a:pt x="664" y="255"/>
                  </a:lnTo>
                  <a:lnTo>
                    <a:pt x="664" y="254"/>
                  </a:lnTo>
                  <a:lnTo>
                    <a:pt x="665" y="254"/>
                  </a:lnTo>
                  <a:lnTo>
                    <a:pt x="665" y="252"/>
                  </a:lnTo>
                  <a:lnTo>
                    <a:pt x="662" y="250"/>
                  </a:lnTo>
                  <a:lnTo>
                    <a:pt x="662" y="246"/>
                  </a:lnTo>
                  <a:lnTo>
                    <a:pt x="662" y="246"/>
                  </a:lnTo>
                  <a:lnTo>
                    <a:pt x="665" y="246"/>
                  </a:lnTo>
                  <a:lnTo>
                    <a:pt x="665" y="242"/>
                  </a:lnTo>
                  <a:lnTo>
                    <a:pt x="668" y="239"/>
                  </a:lnTo>
                  <a:lnTo>
                    <a:pt x="668" y="238"/>
                  </a:lnTo>
                  <a:lnTo>
                    <a:pt x="669" y="237"/>
                  </a:lnTo>
                  <a:lnTo>
                    <a:pt x="669" y="235"/>
                  </a:lnTo>
                  <a:lnTo>
                    <a:pt x="664" y="231"/>
                  </a:lnTo>
                  <a:lnTo>
                    <a:pt x="660" y="227"/>
                  </a:lnTo>
                  <a:lnTo>
                    <a:pt x="660" y="230"/>
                  </a:lnTo>
                  <a:lnTo>
                    <a:pt x="657" y="230"/>
                  </a:lnTo>
                  <a:lnTo>
                    <a:pt x="656" y="229"/>
                  </a:lnTo>
                  <a:lnTo>
                    <a:pt x="653" y="229"/>
                  </a:lnTo>
                  <a:lnTo>
                    <a:pt x="652" y="231"/>
                  </a:lnTo>
                  <a:lnTo>
                    <a:pt x="651" y="233"/>
                  </a:lnTo>
                  <a:lnTo>
                    <a:pt x="651" y="235"/>
                  </a:lnTo>
                  <a:lnTo>
                    <a:pt x="648" y="238"/>
                  </a:lnTo>
                  <a:lnTo>
                    <a:pt x="648" y="242"/>
                  </a:lnTo>
                  <a:lnTo>
                    <a:pt x="647" y="242"/>
                  </a:lnTo>
                  <a:lnTo>
                    <a:pt x="644" y="246"/>
                  </a:lnTo>
                  <a:lnTo>
                    <a:pt x="643" y="246"/>
                  </a:lnTo>
                  <a:lnTo>
                    <a:pt x="637" y="249"/>
                  </a:lnTo>
                  <a:lnTo>
                    <a:pt x="636" y="254"/>
                  </a:lnTo>
                  <a:lnTo>
                    <a:pt x="636" y="255"/>
                  </a:lnTo>
                  <a:lnTo>
                    <a:pt x="636" y="256"/>
                  </a:lnTo>
                  <a:lnTo>
                    <a:pt x="637" y="259"/>
                  </a:lnTo>
                  <a:lnTo>
                    <a:pt x="635" y="259"/>
                  </a:lnTo>
                  <a:lnTo>
                    <a:pt x="636" y="260"/>
                  </a:lnTo>
                  <a:lnTo>
                    <a:pt x="635" y="263"/>
                  </a:lnTo>
                  <a:lnTo>
                    <a:pt x="632" y="263"/>
                  </a:lnTo>
                  <a:lnTo>
                    <a:pt x="628" y="263"/>
                  </a:lnTo>
                  <a:lnTo>
                    <a:pt x="623" y="262"/>
                  </a:lnTo>
                  <a:lnTo>
                    <a:pt x="623" y="263"/>
                  </a:lnTo>
                  <a:lnTo>
                    <a:pt x="622" y="263"/>
                  </a:lnTo>
                  <a:lnTo>
                    <a:pt x="622" y="266"/>
                  </a:lnTo>
                  <a:lnTo>
                    <a:pt x="622" y="267"/>
                  </a:lnTo>
                  <a:lnTo>
                    <a:pt x="622" y="268"/>
                  </a:lnTo>
                  <a:lnTo>
                    <a:pt x="620" y="270"/>
                  </a:lnTo>
                  <a:lnTo>
                    <a:pt x="622" y="272"/>
                  </a:lnTo>
                  <a:lnTo>
                    <a:pt x="622" y="275"/>
                  </a:lnTo>
                  <a:lnTo>
                    <a:pt x="624" y="276"/>
                  </a:lnTo>
                  <a:lnTo>
                    <a:pt x="628" y="279"/>
                  </a:lnTo>
                  <a:lnTo>
                    <a:pt x="628" y="280"/>
                  </a:lnTo>
                  <a:lnTo>
                    <a:pt x="631" y="284"/>
                  </a:lnTo>
                  <a:lnTo>
                    <a:pt x="631" y="283"/>
                  </a:lnTo>
                  <a:lnTo>
                    <a:pt x="631" y="284"/>
                  </a:lnTo>
                  <a:lnTo>
                    <a:pt x="632" y="283"/>
                  </a:lnTo>
                  <a:lnTo>
                    <a:pt x="633" y="283"/>
                  </a:lnTo>
                  <a:lnTo>
                    <a:pt x="633" y="283"/>
                  </a:lnTo>
                  <a:lnTo>
                    <a:pt x="635" y="283"/>
                  </a:lnTo>
                  <a:lnTo>
                    <a:pt x="639" y="283"/>
                  </a:lnTo>
                  <a:lnTo>
                    <a:pt x="639" y="285"/>
                  </a:lnTo>
                  <a:lnTo>
                    <a:pt x="639" y="288"/>
                  </a:lnTo>
                  <a:lnTo>
                    <a:pt x="641" y="295"/>
                  </a:lnTo>
                  <a:lnTo>
                    <a:pt x="645" y="295"/>
                  </a:lnTo>
                  <a:lnTo>
                    <a:pt x="647" y="293"/>
                  </a:lnTo>
                  <a:lnTo>
                    <a:pt x="649" y="293"/>
                  </a:lnTo>
                  <a:lnTo>
                    <a:pt x="651" y="293"/>
                  </a:lnTo>
                  <a:lnTo>
                    <a:pt x="652" y="291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53" y="288"/>
                  </a:lnTo>
                  <a:lnTo>
                    <a:pt x="655" y="287"/>
                  </a:lnTo>
                  <a:lnTo>
                    <a:pt x="655" y="284"/>
                  </a:lnTo>
                  <a:lnTo>
                    <a:pt x="655" y="283"/>
                  </a:lnTo>
                  <a:lnTo>
                    <a:pt x="657" y="283"/>
                  </a:lnTo>
                  <a:lnTo>
                    <a:pt x="662" y="280"/>
                  </a:lnTo>
                  <a:lnTo>
                    <a:pt x="664" y="281"/>
                  </a:lnTo>
                  <a:lnTo>
                    <a:pt x="665" y="283"/>
                  </a:lnTo>
                  <a:lnTo>
                    <a:pt x="666" y="284"/>
                  </a:lnTo>
                  <a:lnTo>
                    <a:pt x="668" y="285"/>
                  </a:lnTo>
                  <a:lnTo>
                    <a:pt x="669" y="287"/>
                  </a:lnTo>
                  <a:lnTo>
                    <a:pt x="677" y="285"/>
                  </a:lnTo>
                  <a:lnTo>
                    <a:pt x="677" y="285"/>
                  </a:lnTo>
                  <a:lnTo>
                    <a:pt x="680" y="285"/>
                  </a:lnTo>
                  <a:lnTo>
                    <a:pt x="680" y="285"/>
                  </a:lnTo>
                  <a:lnTo>
                    <a:pt x="683" y="285"/>
                  </a:lnTo>
                  <a:lnTo>
                    <a:pt x="686" y="285"/>
                  </a:lnTo>
                  <a:lnTo>
                    <a:pt x="687" y="285"/>
                  </a:lnTo>
                  <a:lnTo>
                    <a:pt x="685" y="287"/>
                  </a:lnTo>
                  <a:lnTo>
                    <a:pt x="685" y="288"/>
                  </a:lnTo>
                  <a:lnTo>
                    <a:pt x="686" y="291"/>
                  </a:lnTo>
                  <a:lnTo>
                    <a:pt x="685" y="291"/>
                  </a:lnTo>
                  <a:lnTo>
                    <a:pt x="683" y="292"/>
                  </a:lnTo>
                  <a:lnTo>
                    <a:pt x="683" y="295"/>
                  </a:lnTo>
                  <a:lnTo>
                    <a:pt x="686" y="295"/>
                  </a:lnTo>
                  <a:lnTo>
                    <a:pt x="686" y="296"/>
                  </a:lnTo>
                  <a:lnTo>
                    <a:pt x="683" y="299"/>
                  </a:lnTo>
                  <a:lnTo>
                    <a:pt x="680" y="296"/>
                  </a:lnTo>
                  <a:lnTo>
                    <a:pt x="680" y="295"/>
                  </a:lnTo>
                  <a:lnTo>
                    <a:pt x="678" y="296"/>
                  </a:lnTo>
                  <a:lnTo>
                    <a:pt x="678" y="295"/>
                  </a:lnTo>
                  <a:lnTo>
                    <a:pt x="676" y="299"/>
                  </a:lnTo>
                  <a:lnTo>
                    <a:pt x="674" y="299"/>
                  </a:lnTo>
                  <a:lnTo>
                    <a:pt x="672" y="300"/>
                  </a:lnTo>
                  <a:lnTo>
                    <a:pt x="669" y="300"/>
                  </a:lnTo>
                  <a:lnTo>
                    <a:pt x="669" y="301"/>
                  </a:lnTo>
                  <a:lnTo>
                    <a:pt x="666" y="300"/>
                  </a:lnTo>
                  <a:lnTo>
                    <a:pt x="664" y="300"/>
                  </a:lnTo>
                  <a:lnTo>
                    <a:pt x="666" y="301"/>
                  </a:lnTo>
                  <a:lnTo>
                    <a:pt x="668" y="304"/>
                  </a:lnTo>
                  <a:lnTo>
                    <a:pt x="664" y="304"/>
                  </a:lnTo>
                  <a:lnTo>
                    <a:pt x="664" y="306"/>
                  </a:lnTo>
                  <a:lnTo>
                    <a:pt x="661" y="306"/>
                  </a:lnTo>
                  <a:lnTo>
                    <a:pt x="658" y="309"/>
                  </a:lnTo>
                  <a:lnTo>
                    <a:pt x="660" y="310"/>
                  </a:lnTo>
                  <a:lnTo>
                    <a:pt x="662" y="312"/>
                  </a:lnTo>
                  <a:lnTo>
                    <a:pt x="660" y="314"/>
                  </a:lnTo>
                  <a:lnTo>
                    <a:pt x="658" y="313"/>
                  </a:lnTo>
                  <a:lnTo>
                    <a:pt x="657" y="317"/>
                  </a:lnTo>
                  <a:lnTo>
                    <a:pt x="655" y="317"/>
                  </a:lnTo>
                  <a:lnTo>
                    <a:pt x="655" y="317"/>
                  </a:lnTo>
                  <a:lnTo>
                    <a:pt x="653" y="320"/>
                  </a:lnTo>
                  <a:lnTo>
                    <a:pt x="655" y="322"/>
                  </a:lnTo>
                  <a:lnTo>
                    <a:pt x="653" y="326"/>
                  </a:lnTo>
                  <a:lnTo>
                    <a:pt x="653" y="333"/>
                  </a:lnTo>
                  <a:lnTo>
                    <a:pt x="655" y="333"/>
                  </a:lnTo>
                  <a:lnTo>
                    <a:pt x="661" y="335"/>
                  </a:lnTo>
                  <a:lnTo>
                    <a:pt x="661" y="337"/>
                  </a:lnTo>
                  <a:lnTo>
                    <a:pt x="662" y="337"/>
                  </a:lnTo>
                  <a:lnTo>
                    <a:pt x="669" y="339"/>
                  </a:lnTo>
                  <a:lnTo>
                    <a:pt x="673" y="347"/>
                  </a:lnTo>
                  <a:lnTo>
                    <a:pt x="673" y="347"/>
                  </a:lnTo>
                  <a:lnTo>
                    <a:pt x="672" y="350"/>
                  </a:lnTo>
                  <a:lnTo>
                    <a:pt x="674" y="351"/>
                  </a:lnTo>
                  <a:lnTo>
                    <a:pt x="674" y="354"/>
                  </a:lnTo>
                  <a:lnTo>
                    <a:pt x="680" y="358"/>
                  </a:lnTo>
                  <a:lnTo>
                    <a:pt x="680" y="360"/>
                  </a:lnTo>
                  <a:lnTo>
                    <a:pt x="682" y="366"/>
                  </a:lnTo>
                  <a:lnTo>
                    <a:pt x="685" y="366"/>
                  </a:lnTo>
                  <a:lnTo>
                    <a:pt x="687" y="366"/>
                  </a:lnTo>
                  <a:lnTo>
                    <a:pt x="689" y="367"/>
                  </a:lnTo>
                  <a:lnTo>
                    <a:pt x="689" y="368"/>
                  </a:lnTo>
                  <a:lnTo>
                    <a:pt x="691" y="371"/>
                  </a:lnTo>
                  <a:lnTo>
                    <a:pt x="693" y="372"/>
                  </a:lnTo>
                  <a:lnTo>
                    <a:pt x="694" y="375"/>
                  </a:lnTo>
                  <a:lnTo>
                    <a:pt x="693" y="376"/>
                  </a:lnTo>
                  <a:lnTo>
                    <a:pt x="687" y="375"/>
                  </a:lnTo>
                  <a:lnTo>
                    <a:pt x="685" y="376"/>
                  </a:lnTo>
                  <a:lnTo>
                    <a:pt x="682" y="374"/>
                  </a:lnTo>
                  <a:lnTo>
                    <a:pt x="681" y="374"/>
                  </a:lnTo>
                  <a:lnTo>
                    <a:pt x="678" y="372"/>
                  </a:lnTo>
                  <a:lnTo>
                    <a:pt x="674" y="372"/>
                  </a:lnTo>
                  <a:lnTo>
                    <a:pt x="673" y="374"/>
                  </a:lnTo>
                  <a:lnTo>
                    <a:pt x="670" y="374"/>
                  </a:lnTo>
                  <a:lnTo>
                    <a:pt x="669" y="372"/>
                  </a:lnTo>
                  <a:lnTo>
                    <a:pt x="668" y="368"/>
                  </a:lnTo>
                  <a:lnTo>
                    <a:pt x="664" y="370"/>
                  </a:lnTo>
                  <a:lnTo>
                    <a:pt x="662" y="370"/>
                  </a:lnTo>
                  <a:lnTo>
                    <a:pt x="661" y="370"/>
                  </a:lnTo>
                  <a:lnTo>
                    <a:pt x="660" y="370"/>
                  </a:lnTo>
                  <a:lnTo>
                    <a:pt x="658" y="370"/>
                  </a:lnTo>
                  <a:lnTo>
                    <a:pt x="657" y="371"/>
                  </a:lnTo>
                  <a:lnTo>
                    <a:pt x="655" y="376"/>
                  </a:lnTo>
                  <a:lnTo>
                    <a:pt x="657" y="372"/>
                  </a:lnTo>
                  <a:lnTo>
                    <a:pt x="660" y="371"/>
                  </a:lnTo>
                  <a:lnTo>
                    <a:pt x="662" y="371"/>
                  </a:lnTo>
                  <a:lnTo>
                    <a:pt x="665" y="371"/>
                  </a:lnTo>
                  <a:lnTo>
                    <a:pt x="666" y="371"/>
                  </a:lnTo>
                  <a:lnTo>
                    <a:pt x="666" y="372"/>
                  </a:lnTo>
                  <a:lnTo>
                    <a:pt x="670" y="375"/>
                  </a:lnTo>
                  <a:lnTo>
                    <a:pt x="672" y="375"/>
                  </a:lnTo>
                  <a:lnTo>
                    <a:pt x="676" y="372"/>
                  </a:lnTo>
                  <a:lnTo>
                    <a:pt x="678" y="372"/>
                  </a:lnTo>
                  <a:lnTo>
                    <a:pt x="682" y="378"/>
                  </a:lnTo>
                  <a:lnTo>
                    <a:pt x="686" y="380"/>
                  </a:lnTo>
                  <a:lnTo>
                    <a:pt x="693" y="384"/>
                  </a:lnTo>
                  <a:lnTo>
                    <a:pt x="695" y="388"/>
                  </a:lnTo>
                  <a:lnTo>
                    <a:pt x="695" y="389"/>
                  </a:lnTo>
                  <a:lnTo>
                    <a:pt x="693" y="391"/>
                  </a:lnTo>
                  <a:lnTo>
                    <a:pt x="690" y="393"/>
                  </a:lnTo>
                  <a:lnTo>
                    <a:pt x="687" y="393"/>
                  </a:lnTo>
                  <a:lnTo>
                    <a:pt x="687" y="395"/>
                  </a:lnTo>
                  <a:lnTo>
                    <a:pt x="686" y="396"/>
                  </a:lnTo>
                  <a:lnTo>
                    <a:pt x="685" y="397"/>
                  </a:lnTo>
                  <a:lnTo>
                    <a:pt x="682" y="396"/>
                  </a:lnTo>
                  <a:lnTo>
                    <a:pt x="681" y="397"/>
                  </a:lnTo>
                  <a:lnTo>
                    <a:pt x="678" y="397"/>
                  </a:lnTo>
                  <a:lnTo>
                    <a:pt x="676" y="400"/>
                  </a:lnTo>
                  <a:lnTo>
                    <a:pt x="676" y="403"/>
                  </a:lnTo>
                  <a:lnTo>
                    <a:pt x="677" y="400"/>
                  </a:lnTo>
                  <a:lnTo>
                    <a:pt x="678" y="399"/>
                  </a:lnTo>
                  <a:lnTo>
                    <a:pt x="681" y="397"/>
                  </a:lnTo>
                  <a:lnTo>
                    <a:pt x="683" y="401"/>
                  </a:lnTo>
                  <a:lnTo>
                    <a:pt x="686" y="401"/>
                  </a:lnTo>
                  <a:lnTo>
                    <a:pt x="689" y="399"/>
                  </a:lnTo>
                  <a:lnTo>
                    <a:pt x="691" y="399"/>
                  </a:lnTo>
                  <a:lnTo>
                    <a:pt x="695" y="404"/>
                  </a:lnTo>
                  <a:lnTo>
                    <a:pt x="697" y="403"/>
                  </a:lnTo>
                  <a:lnTo>
                    <a:pt x="698" y="404"/>
                  </a:lnTo>
                  <a:lnTo>
                    <a:pt x="699" y="404"/>
                  </a:lnTo>
                  <a:lnTo>
                    <a:pt x="701" y="405"/>
                  </a:lnTo>
                  <a:lnTo>
                    <a:pt x="695" y="409"/>
                  </a:lnTo>
                  <a:lnTo>
                    <a:pt x="691" y="410"/>
                  </a:lnTo>
                  <a:lnTo>
                    <a:pt x="691" y="413"/>
                  </a:lnTo>
                  <a:lnTo>
                    <a:pt x="693" y="413"/>
                  </a:lnTo>
                  <a:lnTo>
                    <a:pt x="697" y="410"/>
                  </a:lnTo>
                  <a:lnTo>
                    <a:pt x="699" y="410"/>
                  </a:lnTo>
                  <a:lnTo>
                    <a:pt x="699" y="409"/>
                  </a:lnTo>
                  <a:lnTo>
                    <a:pt x="698" y="409"/>
                  </a:lnTo>
                  <a:lnTo>
                    <a:pt x="699" y="408"/>
                  </a:lnTo>
                  <a:lnTo>
                    <a:pt x="701" y="408"/>
                  </a:lnTo>
                  <a:lnTo>
                    <a:pt x="702" y="412"/>
                  </a:lnTo>
                  <a:lnTo>
                    <a:pt x="702" y="413"/>
                  </a:lnTo>
                  <a:lnTo>
                    <a:pt x="701" y="414"/>
                  </a:lnTo>
                  <a:lnTo>
                    <a:pt x="701" y="413"/>
                  </a:lnTo>
                  <a:lnTo>
                    <a:pt x="699" y="413"/>
                  </a:lnTo>
                  <a:lnTo>
                    <a:pt x="699" y="414"/>
                  </a:lnTo>
                  <a:lnTo>
                    <a:pt x="698" y="414"/>
                  </a:lnTo>
                  <a:lnTo>
                    <a:pt x="695" y="414"/>
                  </a:lnTo>
                  <a:lnTo>
                    <a:pt x="693" y="416"/>
                  </a:lnTo>
                  <a:lnTo>
                    <a:pt x="693" y="417"/>
                  </a:lnTo>
                  <a:lnTo>
                    <a:pt x="697" y="417"/>
                  </a:lnTo>
                  <a:lnTo>
                    <a:pt x="698" y="418"/>
                  </a:lnTo>
                  <a:lnTo>
                    <a:pt x="698" y="420"/>
                  </a:lnTo>
                  <a:lnTo>
                    <a:pt x="697" y="420"/>
                  </a:lnTo>
                  <a:lnTo>
                    <a:pt x="695" y="421"/>
                  </a:lnTo>
                  <a:lnTo>
                    <a:pt x="697" y="421"/>
                  </a:lnTo>
                  <a:lnTo>
                    <a:pt x="698" y="422"/>
                  </a:lnTo>
                  <a:lnTo>
                    <a:pt x="697" y="424"/>
                  </a:lnTo>
                  <a:lnTo>
                    <a:pt x="695" y="424"/>
                  </a:lnTo>
                  <a:lnTo>
                    <a:pt x="694" y="424"/>
                  </a:lnTo>
                  <a:lnTo>
                    <a:pt x="695" y="425"/>
                  </a:lnTo>
                  <a:lnTo>
                    <a:pt x="698" y="425"/>
                  </a:lnTo>
                  <a:lnTo>
                    <a:pt x="699" y="428"/>
                  </a:lnTo>
                  <a:lnTo>
                    <a:pt x="697" y="429"/>
                  </a:lnTo>
                  <a:lnTo>
                    <a:pt x="697" y="431"/>
                  </a:lnTo>
                  <a:lnTo>
                    <a:pt x="695" y="430"/>
                  </a:lnTo>
                  <a:lnTo>
                    <a:pt x="695" y="429"/>
                  </a:lnTo>
                  <a:lnTo>
                    <a:pt x="694" y="429"/>
                  </a:lnTo>
                  <a:lnTo>
                    <a:pt x="691" y="433"/>
                  </a:lnTo>
                  <a:lnTo>
                    <a:pt x="690" y="434"/>
                  </a:lnTo>
                  <a:lnTo>
                    <a:pt x="687" y="433"/>
                  </a:lnTo>
                  <a:lnTo>
                    <a:pt x="690" y="434"/>
                  </a:lnTo>
                  <a:lnTo>
                    <a:pt x="690" y="435"/>
                  </a:lnTo>
                  <a:lnTo>
                    <a:pt x="690" y="437"/>
                  </a:lnTo>
                  <a:lnTo>
                    <a:pt x="689" y="438"/>
                  </a:lnTo>
                  <a:lnTo>
                    <a:pt x="689" y="439"/>
                  </a:lnTo>
                  <a:lnTo>
                    <a:pt x="690" y="441"/>
                  </a:lnTo>
                  <a:lnTo>
                    <a:pt x="689" y="442"/>
                  </a:lnTo>
                  <a:lnTo>
                    <a:pt x="689" y="443"/>
                  </a:lnTo>
                  <a:lnTo>
                    <a:pt x="687" y="445"/>
                  </a:lnTo>
                  <a:lnTo>
                    <a:pt x="686" y="443"/>
                  </a:lnTo>
                  <a:lnTo>
                    <a:pt x="685" y="445"/>
                  </a:lnTo>
                  <a:lnTo>
                    <a:pt x="687" y="445"/>
                  </a:lnTo>
                  <a:lnTo>
                    <a:pt x="689" y="447"/>
                  </a:lnTo>
                  <a:lnTo>
                    <a:pt x="686" y="447"/>
                  </a:lnTo>
                  <a:lnTo>
                    <a:pt x="686" y="449"/>
                  </a:lnTo>
                  <a:lnTo>
                    <a:pt x="682" y="451"/>
                  </a:lnTo>
                  <a:lnTo>
                    <a:pt x="681" y="451"/>
                  </a:lnTo>
                  <a:lnTo>
                    <a:pt x="681" y="449"/>
                  </a:lnTo>
                  <a:lnTo>
                    <a:pt x="680" y="449"/>
                  </a:lnTo>
                  <a:lnTo>
                    <a:pt x="680" y="449"/>
                  </a:lnTo>
                  <a:lnTo>
                    <a:pt x="678" y="451"/>
                  </a:lnTo>
                  <a:lnTo>
                    <a:pt x="677" y="451"/>
                  </a:lnTo>
                  <a:lnTo>
                    <a:pt x="678" y="453"/>
                  </a:lnTo>
                  <a:lnTo>
                    <a:pt x="677" y="453"/>
                  </a:lnTo>
                  <a:lnTo>
                    <a:pt x="680" y="453"/>
                  </a:lnTo>
                  <a:lnTo>
                    <a:pt x="681" y="455"/>
                  </a:lnTo>
                  <a:lnTo>
                    <a:pt x="678" y="455"/>
                  </a:lnTo>
                  <a:lnTo>
                    <a:pt x="681" y="458"/>
                  </a:lnTo>
                  <a:lnTo>
                    <a:pt x="682" y="456"/>
                  </a:lnTo>
                  <a:lnTo>
                    <a:pt x="683" y="458"/>
                  </a:lnTo>
                  <a:lnTo>
                    <a:pt x="680" y="459"/>
                  </a:lnTo>
                  <a:lnTo>
                    <a:pt x="677" y="462"/>
                  </a:lnTo>
                  <a:lnTo>
                    <a:pt x="677" y="463"/>
                  </a:lnTo>
                  <a:lnTo>
                    <a:pt x="678" y="462"/>
                  </a:lnTo>
                  <a:lnTo>
                    <a:pt x="680" y="462"/>
                  </a:lnTo>
                  <a:lnTo>
                    <a:pt x="681" y="463"/>
                  </a:lnTo>
                  <a:lnTo>
                    <a:pt x="678" y="466"/>
                  </a:lnTo>
                  <a:lnTo>
                    <a:pt x="680" y="466"/>
                  </a:lnTo>
                  <a:lnTo>
                    <a:pt x="680" y="468"/>
                  </a:lnTo>
                  <a:lnTo>
                    <a:pt x="678" y="468"/>
                  </a:lnTo>
                  <a:lnTo>
                    <a:pt x="678" y="470"/>
                  </a:lnTo>
                  <a:lnTo>
                    <a:pt x="680" y="470"/>
                  </a:lnTo>
                  <a:lnTo>
                    <a:pt x="681" y="471"/>
                  </a:lnTo>
                  <a:lnTo>
                    <a:pt x="681" y="474"/>
                  </a:lnTo>
                  <a:lnTo>
                    <a:pt x="680" y="472"/>
                  </a:lnTo>
                  <a:lnTo>
                    <a:pt x="678" y="472"/>
                  </a:lnTo>
                  <a:lnTo>
                    <a:pt x="678" y="471"/>
                  </a:lnTo>
                  <a:lnTo>
                    <a:pt x="677" y="470"/>
                  </a:lnTo>
                  <a:lnTo>
                    <a:pt x="676" y="471"/>
                  </a:lnTo>
                  <a:lnTo>
                    <a:pt x="674" y="471"/>
                  </a:lnTo>
                  <a:lnTo>
                    <a:pt x="674" y="472"/>
                  </a:lnTo>
                  <a:lnTo>
                    <a:pt x="676" y="474"/>
                  </a:lnTo>
                  <a:lnTo>
                    <a:pt x="676" y="476"/>
                  </a:lnTo>
                  <a:lnTo>
                    <a:pt x="676" y="475"/>
                  </a:lnTo>
                  <a:lnTo>
                    <a:pt x="674" y="475"/>
                  </a:lnTo>
                  <a:lnTo>
                    <a:pt x="673" y="474"/>
                  </a:lnTo>
                  <a:lnTo>
                    <a:pt x="672" y="474"/>
                  </a:lnTo>
                  <a:lnTo>
                    <a:pt x="673" y="475"/>
                  </a:lnTo>
                  <a:lnTo>
                    <a:pt x="673" y="478"/>
                  </a:lnTo>
                  <a:lnTo>
                    <a:pt x="674" y="478"/>
                  </a:lnTo>
                  <a:lnTo>
                    <a:pt x="674" y="478"/>
                  </a:lnTo>
                  <a:lnTo>
                    <a:pt x="673" y="479"/>
                  </a:lnTo>
                  <a:lnTo>
                    <a:pt x="672" y="478"/>
                  </a:lnTo>
                  <a:lnTo>
                    <a:pt x="670" y="479"/>
                  </a:lnTo>
                  <a:lnTo>
                    <a:pt x="672" y="480"/>
                  </a:lnTo>
                  <a:lnTo>
                    <a:pt x="673" y="481"/>
                  </a:lnTo>
                  <a:lnTo>
                    <a:pt x="673" y="483"/>
                  </a:lnTo>
                  <a:lnTo>
                    <a:pt x="669" y="481"/>
                  </a:lnTo>
                  <a:lnTo>
                    <a:pt x="668" y="483"/>
                  </a:lnTo>
                  <a:lnTo>
                    <a:pt x="668" y="481"/>
                  </a:lnTo>
                  <a:lnTo>
                    <a:pt x="665" y="484"/>
                  </a:lnTo>
                  <a:lnTo>
                    <a:pt x="661" y="484"/>
                  </a:lnTo>
                  <a:lnTo>
                    <a:pt x="665" y="487"/>
                  </a:lnTo>
                  <a:lnTo>
                    <a:pt x="666" y="485"/>
                  </a:lnTo>
                  <a:lnTo>
                    <a:pt x="668" y="487"/>
                  </a:lnTo>
                  <a:lnTo>
                    <a:pt x="668" y="488"/>
                  </a:lnTo>
                  <a:lnTo>
                    <a:pt x="666" y="488"/>
                  </a:lnTo>
                  <a:lnTo>
                    <a:pt x="665" y="491"/>
                  </a:lnTo>
                  <a:lnTo>
                    <a:pt x="664" y="489"/>
                  </a:lnTo>
                  <a:lnTo>
                    <a:pt x="662" y="492"/>
                  </a:lnTo>
                  <a:lnTo>
                    <a:pt x="662" y="492"/>
                  </a:lnTo>
                  <a:lnTo>
                    <a:pt x="662" y="491"/>
                  </a:lnTo>
                  <a:lnTo>
                    <a:pt x="661" y="491"/>
                  </a:lnTo>
                  <a:lnTo>
                    <a:pt x="661" y="493"/>
                  </a:lnTo>
                  <a:lnTo>
                    <a:pt x="660" y="493"/>
                  </a:lnTo>
                  <a:lnTo>
                    <a:pt x="658" y="496"/>
                  </a:lnTo>
                  <a:lnTo>
                    <a:pt x="657" y="496"/>
                  </a:lnTo>
                  <a:lnTo>
                    <a:pt x="656" y="495"/>
                  </a:lnTo>
                  <a:lnTo>
                    <a:pt x="653" y="495"/>
                  </a:lnTo>
                  <a:lnTo>
                    <a:pt x="653" y="496"/>
                  </a:lnTo>
                  <a:lnTo>
                    <a:pt x="652" y="496"/>
                  </a:lnTo>
                  <a:lnTo>
                    <a:pt x="652" y="499"/>
                  </a:lnTo>
                  <a:lnTo>
                    <a:pt x="652" y="501"/>
                  </a:lnTo>
                  <a:lnTo>
                    <a:pt x="651" y="503"/>
                  </a:lnTo>
                  <a:lnTo>
                    <a:pt x="652" y="504"/>
                  </a:lnTo>
                  <a:lnTo>
                    <a:pt x="649" y="505"/>
                  </a:lnTo>
                  <a:lnTo>
                    <a:pt x="648" y="504"/>
                  </a:lnTo>
                  <a:lnTo>
                    <a:pt x="648" y="505"/>
                  </a:lnTo>
                  <a:lnTo>
                    <a:pt x="648" y="504"/>
                  </a:lnTo>
                  <a:lnTo>
                    <a:pt x="647" y="505"/>
                  </a:lnTo>
                  <a:lnTo>
                    <a:pt x="645" y="506"/>
                  </a:lnTo>
                  <a:lnTo>
                    <a:pt x="643" y="506"/>
                  </a:lnTo>
                  <a:lnTo>
                    <a:pt x="641" y="508"/>
                  </a:lnTo>
                  <a:lnTo>
                    <a:pt x="640" y="508"/>
                  </a:lnTo>
                  <a:lnTo>
                    <a:pt x="640" y="508"/>
                  </a:lnTo>
                  <a:lnTo>
                    <a:pt x="639" y="508"/>
                  </a:lnTo>
                  <a:lnTo>
                    <a:pt x="639" y="509"/>
                  </a:lnTo>
                  <a:lnTo>
                    <a:pt x="637" y="510"/>
                  </a:lnTo>
                  <a:lnTo>
                    <a:pt x="635" y="508"/>
                  </a:lnTo>
                  <a:lnTo>
                    <a:pt x="635" y="506"/>
                  </a:lnTo>
                  <a:lnTo>
                    <a:pt x="633" y="508"/>
                  </a:lnTo>
                  <a:lnTo>
                    <a:pt x="632" y="509"/>
                  </a:lnTo>
                  <a:lnTo>
                    <a:pt x="632" y="510"/>
                  </a:lnTo>
                  <a:lnTo>
                    <a:pt x="629" y="510"/>
                  </a:lnTo>
                  <a:lnTo>
                    <a:pt x="628" y="509"/>
                  </a:lnTo>
                  <a:lnTo>
                    <a:pt x="627" y="510"/>
                  </a:lnTo>
                  <a:lnTo>
                    <a:pt x="624" y="512"/>
                  </a:lnTo>
                  <a:lnTo>
                    <a:pt x="624" y="513"/>
                  </a:lnTo>
                  <a:lnTo>
                    <a:pt x="620" y="516"/>
                  </a:lnTo>
                  <a:lnTo>
                    <a:pt x="620" y="514"/>
                  </a:lnTo>
                  <a:lnTo>
                    <a:pt x="622" y="514"/>
                  </a:lnTo>
                  <a:lnTo>
                    <a:pt x="623" y="512"/>
                  </a:lnTo>
                  <a:lnTo>
                    <a:pt x="622" y="513"/>
                  </a:lnTo>
                  <a:lnTo>
                    <a:pt x="619" y="510"/>
                  </a:lnTo>
                  <a:lnTo>
                    <a:pt x="618" y="509"/>
                  </a:lnTo>
                  <a:lnTo>
                    <a:pt x="615" y="508"/>
                  </a:lnTo>
                  <a:lnTo>
                    <a:pt x="614" y="506"/>
                  </a:lnTo>
                  <a:lnTo>
                    <a:pt x="615" y="508"/>
                  </a:lnTo>
                  <a:lnTo>
                    <a:pt x="615" y="509"/>
                  </a:lnTo>
                  <a:lnTo>
                    <a:pt x="615" y="512"/>
                  </a:lnTo>
                  <a:lnTo>
                    <a:pt x="615" y="514"/>
                  </a:lnTo>
                  <a:lnTo>
                    <a:pt x="614" y="516"/>
                  </a:lnTo>
                  <a:lnTo>
                    <a:pt x="612" y="517"/>
                  </a:lnTo>
                  <a:lnTo>
                    <a:pt x="611" y="518"/>
                  </a:lnTo>
                  <a:lnTo>
                    <a:pt x="611" y="517"/>
                  </a:lnTo>
                  <a:lnTo>
                    <a:pt x="610" y="517"/>
                  </a:lnTo>
                  <a:lnTo>
                    <a:pt x="610" y="517"/>
                  </a:lnTo>
                  <a:lnTo>
                    <a:pt x="608" y="520"/>
                  </a:lnTo>
                  <a:lnTo>
                    <a:pt x="606" y="522"/>
                  </a:lnTo>
                  <a:lnTo>
                    <a:pt x="603" y="524"/>
                  </a:lnTo>
                  <a:lnTo>
                    <a:pt x="602" y="524"/>
                  </a:lnTo>
                  <a:lnTo>
                    <a:pt x="599" y="522"/>
                  </a:lnTo>
                  <a:lnTo>
                    <a:pt x="597" y="524"/>
                  </a:lnTo>
                  <a:lnTo>
                    <a:pt x="595" y="524"/>
                  </a:lnTo>
                  <a:lnTo>
                    <a:pt x="597" y="525"/>
                  </a:lnTo>
                  <a:lnTo>
                    <a:pt x="594" y="526"/>
                  </a:lnTo>
                  <a:lnTo>
                    <a:pt x="591" y="526"/>
                  </a:lnTo>
                  <a:lnTo>
                    <a:pt x="590" y="526"/>
                  </a:lnTo>
                  <a:lnTo>
                    <a:pt x="589" y="528"/>
                  </a:lnTo>
                  <a:lnTo>
                    <a:pt x="586" y="529"/>
                  </a:lnTo>
                  <a:lnTo>
                    <a:pt x="585" y="530"/>
                  </a:lnTo>
                  <a:lnTo>
                    <a:pt x="585" y="529"/>
                  </a:lnTo>
                  <a:lnTo>
                    <a:pt x="585" y="529"/>
                  </a:lnTo>
                  <a:lnTo>
                    <a:pt x="583" y="529"/>
                  </a:lnTo>
                  <a:lnTo>
                    <a:pt x="583" y="528"/>
                  </a:lnTo>
                  <a:lnTo>
                    <a:pt x="585" y="528"/>
                  </a:lnTo>
                  <a:lnTo>
                    <a:pt x="583" y="528"/>
                  </a:lnTo>
                  <a:lnTo>
                    <a:pt x="583" y="526"/>
                  </a:lnTo>
                  <a:lnTo>
                    <a:pt x="582" y="526"/>
                  </a:lnTo>
                  <a:lnTo>
                    <a:pt x="582" y="528"/>
                  </a:lnTo>
                  <a:lnTo>
                    <a:pt x="581" y="528"/>
                  </a:lnTo>
                  <a:lnTo>
                    <a:pt x="582" y="529"/>
                  </a:lnTo>
                  <a:lnTo>
                    <a:pt x="581" y="530"/>
                  </a:lnTo>
                  <a:lnTo>
                    <a:pt x="579" y="531"/>
                  </a:lnTo>
                  <a:lnTo>
                    <a:pt x="579" y="533"/>
                  </a:lnTo>
                  <a:lnTo>
                    <a:pt x="579" y="534"/>
                  </a:lnTo>
                  <a:lnTo>
                    <a:pt x="581" y="534"/>
                  </a:lnTo>
                  <a:lnTo>
                    <a:pt x="582" y="537"/>
                  </a:lnTo>
                  <a:lnTo>
                    <a:pt x="582" y="538"/>
                  </a:lnTo>
                  <a:lnTo>
                    <a:pt x="583" y="538"/>
                  </a:lnTo>
                  <a:lnTo>
                    <a:pt x="585" y="539"/>
                  </a:lnTo>
                  <a:lnTo>
                    <a:pt x="582" y="541"/>
                  </a:lnTo>
                  <a:lnTo>
                    <a:pt x="581" y="541"/>
                  </a:lnTo>
                  <a:lnTo>
                    <a:pt x="581" y="541"/>
                  </a:lnTo>
                  <a:lnTo>
                    <a:pt x="578" y="541"/>
                  </a:lnTo>
                  <a:lnTo>
                    <a:pt x="577" y="542"/>
                  </a:lnTo>
                  <a:lnTo>
                    <a:pt x="577" y="542"/>
                  </a:lnTo>
                  <a:lnTo>
                    <a:pt x="577" y="539"/>
                  </a:lnTo>
                  <a:lnTo>
                    <a:pt x="577" y="538"/>
                  </a:lnTo>
                  <a:lnTo>
                    <a:pt x="574" y="538"/>
                  </a:lnTo>
                  <a:lnTo>
                    <a:pt x="572" y="534"/>
                  </a:lnTo>
                  <a:lnTo>
                    <a:pt x="572" y="533"/>
                  </a:lnTo>
                  <a:lnTo>
                    <a:pt x="574" y="530"/>
                  </a:lnTo>
                  <a:lnTo>
                    <a:pt x="574" y="528"/>
                  </a:lnTo>
                  <a:lnTo>
                    <a:pt x="575" y="528"/>
                  </a:lnTo>
                  <a:lnTo>
                    <a:pt x="575" y="528"/>
                  </a:lnTo>
                  <a:lnTo>
                    <a:pt x="574" y="526"/>
                  </a:lnTo>
                  <a:lnTo>
                    <a:pt x="573" y="528"/>
                  </a:lnTo>
                  <a:lnTo>
                    <a:pt x="572" y="525"/>
                  </a:lnTo>
                  <a:lnTo>
                    <a:pt x="570" y="528"/>
                  </a:lnTo>
                  <a:lnTo>
                    <a:pt x="568" y="528"/>
                  </a:lnTo>
                  <a:lnTo>
                    <a:pt x="566" y="528"/>
                  </a:lnTo>
                  <a:lnTo>
                    <a:pt x="564" y="525"/>
                  </a:lnTo>
                  <a:lnTo>
                    <a:pt x="562" y="526"/>
                  </a:lnTo>
                  <a:lnTo>
                    <a:pt x="561" y="524"/>
                  </a:lnTo>
                  <a:lnTo>
                    <a:pt x="560" y="521"/>
                  </a:lnTo>
                  <a:lnTo>
                    <a:pt x="558" y="524"/>
                  </a:lnTo>
                  <a:lnTo>
                    <a:pt x="558" y="525"/>
                  </a:lnTo>
                  <a:lnTo>
                    <a:pt x="557" y="526"/>
                  </a:lnTo>
                  <a:lnTo>
                    <a:pt x="556" y="525"/>
                  </a:lnTo>
                  <a:lnTo>
                    <a:pt x="554" y="526"/>
                  </a:lnTo>
                  <a:lnTo>
                    <a:pt x="554" y="525"/>
                  </a:lnTo>
                  <a:lnTo>
                    <a:pt x="554" y="526"/>
                  </a:lnTo>
                  <a:lnTo>
                    <a:pt x="553" y="525"/>
                  </a:lnTo>
                  <a:lnTo>
                    <a:pt x="552" y="525"/>
                  </a:lnTo>
                  <a:lnTo>
                    <a:pt x="540" y="526"/>
                  </a:lnTo>
                  <a:lnTo>
                    <a:pt x="515" y="517"/>
                  </a:lnTo>
                  <a:lnTo>
                    <a:pt x="474" y="537"/>
                  </a:lnTo>
                  <a:lnTo>
                    <a:pt x="444" y="528"/>
                  </a:lnTo>
                  <a:lnTo>
                    <a:pt x="375" y="476"/>
                  </a:lnTo>
                  <a:lnTo>
                    <a:pt x="228" y="463"/>
                  </a:lnTo>
                  <a:lnTo>
                    <a:pt x="150" y="389"/>
                  </a:lnTo>
                  <a:lnTo>
                    <a:pt x="0" y="325"/>
                  </a:lnTo>
                  <a:lnTo>
                    <a:pt x="12" y="199"/>
                  </a:lnTo>
                  <a:lnTo>
                    <a:pt x="111" y="146"/>
                  </a:lnTo>
                  <a:lnTo>
                    <a:pt x="224" y="122"/>
                  </a:lnTo>
                  <a:lnTo>
                    <a:pt x="233" y="120"/>
                  </a:lnTo>
                  <a:lnTo>
                    <a:pt x="237" y="120"/>
                  </a:lnTo>
                  <a:lnTo>
                    <a:pt x="240" y="121"/>
                  </a:lnTo>
                  <a:lnTo>
                    <a:pt x="241" y="121"/>
                  </a:lnTo>
                  <a:lnTo>
                    <a:pt x="346" y="124"/>
                  </a:lnTo>
                  <a:lnTo>
                    <a:pt x="532" y="104"/>
                  </a:lnTo>
                  <a:lnTo>
                    <a:pt x="554" y="80"/>
                  </a:lnTo>
                  <a:lnTo>
                    <a:pt x="560" y="79"/>
                  </a:lnTo>
                  <a:lnTo>
                    <a:pt x="561" y="79"/>
                  </a:lnTo>
                  <a:lnTo>
                    <a:pt x="561" y="80"/>
                  </a:lnTo>
                  <a:lnTo>
                    <a:pt x="564" y="79"/>
                  </a:lnTo>
                  <a:lnTo>
                    <a:pt x="566" y="80"/>
                  </a:lnTo>
                  <a:lnTo>
                    <a:pt x="569" y="81"/>
                  </a:lnTo>
                  <a:lnTo>
                    <a:pt x="570" y="81"/>
                  </a:lnTo>
                  <a:lnTo>
                    <a:pt x="575" y="76"/>
                  </a:lnTo>
                  <a:lnTo>
                    <a:pt x="578" y="74"/>
                  </a:lnTo>
                  <a:lnTo>
                    <a:pt x="582" y="74"/>
                  </a:lnTo>
                  <a:lnTo>
                    <a:pt x="585" y="71"/>
                  </a:lnTo>
                  <a:lnTo>
                    <a:pt x="585" y="68"/>
                  </a:lnTo>
                  <a:lnTo>
                    <a:pt x="585" y="67"/>
                  </a:lnTo>
                  <a:lnTo>
                    <a:pt x="583" y="66"/>
                  </a:lnTo>
                  <a:lnTo>
                    <a:pt x="582" y="67"/>
                  </a:lnTo>
                  <a:lnTo>
                    <a:pt x="582" y="66"/>
                  </a:lnTo>
                  <a:lnTo>
                    <a:pt x="581" y="66"/>
                  </a:lnTo>
                  <a:lnTo>
                    <a:pt x="581" y="63"/>
                  </a:lnTo>
                  <a:lnTo>
                    <a:pt x="581" y="62"/>
                  </a:lnTo>
                  <a:lnTo>
                    <a:pt x="581" y="58"/>
                  </a:lnTo>
                  <a:lnTo>
                    <a:pt x="579" y="56"/>
                  </a:lnTo>
                  <a:lnTo>
                    <a:pt x="581" y="55"/>
                  </a:lnTo>
                  <a:lnTo>
                    <a:pt x="582" y="54"/>
                  </a:lnTo>
                  <a:lnTo>
                    <a:pt x="582" y="51"/>
                  </a:lnTo>
                  <a:lnTo>
                    <a:pt x="581" y="50"/>
                  </a:lnTo>
                  <a:lnTo>
                    <a:pt x="581" y="47"/>
                  </a:lnTo>
                  <a:lnTo>
                    <a:pt x="581" y="46"/>
                  </a:lnTo>
                  <a:lnTo>
                    <a:pt x="579" y="45"/>
                  </a:lnTo>
                  <a:lnTo>
                    <a:pt x="579" y="42"/>
                  </a:lnTo>
                  <a:lnTo>
                    <a:pt x="581" y="39"/>
                  </a:lnTo>
                  <a:lnTo>
                    <a:pt x="582" y="38"/>
                  </a:lnTo>
                  <a:lnTo>
                    <a:pt x="583" y="35"/>
                  </a:lnTo>
                  <a:lnTo>
                    <a:pt x="585" y="34"/>
                  </a:lnTo>
                  <a:lnTo>
                    <a:pt x="586" y="33"/>
                  </a:lnTo>
                  <a:lnTo>
                    <a:pt x="586" y="30"/>
                  </a:lnTo>
                  <a:lnTo>
                    <a:pt x="586" y="29"/>
                  </a:lnTo>
                  <a:lnTo>
                    <a:pt x="586" y="26"/>
                  </a:lnTo>
                  <a:lnTo>
                    <a:pt x="585" y="25"/>
                  </a:lnTo>
                  <a:lnTo>
                    <a:pt x="583" y="24"/>
                  </a:lnTo>
                  <a:lnTo>
                    <a:pt x="582" y="20"/>
                  </a:lnTo>
                  <a:lnTo>
                    <a:pt x="579" y="20"/>
                  </a:lnTo>
                  <a:lnTo>
                    <a:pt x="578" y="21"/>
                  </a:lnTo>
                  <a:lnTo>
                    <a:pt x="575" y="22"/>
                  </a:lnTo>
                  <a:lnTo>
                    <a:pt x="574" y="22"/>
                  </a:lnTo>
                  <a:lnTo>
                    <a:pt x="574" y="21"/>
                  </a:lnTo>
                  <a:lnTo>
                    <a:pt x="574" y="18"/>
                  </a:lnTo>
                  <a:lnTo>
                    <a:pt x="574" y="17"/>
                  </a:lnTo>
                  <a:lnTo>
                    <a:pt x="574" y="16"/>
                  </a:lnTo>
                  <a:lnTo>
                    <a:pt x="575" y="14"/>
                  </a:lnTo>
                  <a:lnTo>
                    <a:pt x="575" y="13"/>
                  </a:lnTo>
                  <a:lnTo>
                    <a:pt x="578" y="10"/>
                  </a:lnTo>
                  <a:lnTo>
                    <a:pt x="578" y="9"/>
                  </a:lnTo>
                  <a:lnTo>
                    <a:pt x="579" y="8"/>
                  </a:lnTo>
                  <a:lnTo>
                    <a:pt x="582" y="8"/>
                  </a:lnTo>
                  <a:lnTo>
                    <a:pt x="583" y="6"/>
                  </a:lnTo>
                  <a:lnTo>
                    <a:pt x="585" y="6"/>
                  </a:lnTo>
                  <a:lnTo>
                    <a:pt x="586" y="6"/>
                  </a:lnTo>
                  <a:lnTo>
                    <a:pt x="587" y="6"/>
                  </a:lnTo>
                  <a:lnTo>
                    <a:pt x="589" y="6"/>
                  </a:lnTo>
                  <a:lnTo>
                    <a:pt x="590" y="4"/>
                  </a:lnTo>
                  <a:lnTo>
                    <a:pt x="593" y="4"/>
                  </a:lnTo>
                  <a:lnTo>
                    <a:pt x="594" y="2"/>
                  </a:lnTo>
                  <a:lnTo>
                    <a:pt x="597" y="2"/>
                  </a:lnTo>
                  <a:lnTo>
                    <a:pt x="598" y="2"/>
                  </a:lnTo>
                  <a:lnTo>
                    <a:pt x="601" y="2"/>
                  </a:lnTo>
                  <a:lnTo>
                    <a:pt x="601" y="2"/>
                  </a:lnTo>
                  <a:lnTo>
                    <a:pt x="602" y="2"/>
                  </a:lnTo>
                  <a:lnTo>
                    <a:pt x="603" y="0"/>
                  </a:lnTo>
                  <a:lnTo>
                    <a:pt x="606" y="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9" name="Freeform 344">
              <a:extLst>
                <a:ext uri="{FF2B5EF4-FFF2-40B4-BE49-F238E27FC236}">
                  <a16:creationId xmlns:a16="http://schemas.microsoft.com/office/drawing/2014/main" id="{7AC29BEF-85D4-4EA3-9C46-6DFC724895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52550" y="392724"/>
              <a:ext cx="1191243" cy="2293297"/>
            </a:xfrm>
            <a:custGeom>
              <a:avLst/>
              <a:gdLst>
                <a:gd name="T0" fmla="*/ 4 w 187"/>
                <a:gd name="T1" fmla="*/ 357 h 360"/>
                <a:gd name="T2" fmla="*/ 46 w 187"/>
                <a:gd name="T3" fmla="*/ 324 h 360"/>
                <a:gd name="T4" fmla="*/ 54 w 187"/>
                <a:gd name="T5" fmla="*/ 306 h 360"/>
                <a:gd name="T6" fmla="*/ 55 w 187"/>
                <a:gd name="T7" fmla="*/ 299 h 360"/>
                <a:gd name="T8" fmla="*/ 67 w 187"/>
                <a:gd name="T9" fmla="*/ 266 h 360"/>
                <a:gd name="T10" fmla="*/ 70 w 187"/>
                <a:gd name="T11" fmla="*/ 264 h 360"/>
                <a:gd name="T12" fmla="*/ 54 w 187"/>
                <a:gd name="T13" fmla="*/ 233 h 360"/>
                <a:gd name="T14" fmla="*/ 51 w 187"/>
                <a:gd name="T15" fmla="*/ 232 h 360"/>
                <a:gd name="T16" fmla="*/ 39 w 187"/>
                <a:gd name="T17" fmla="*/ 227 h 360"/>
                <a:gd name="T18" fmla="*/ 42 w 187"/>
                <a:gd name="T19" fmla="*/ 222 h 360"/>
                <a:gd name="T20" fmla="*/ 103 w 187"/>
                <a:gd name="T21" fmla="*/ 207 h 360"/>
                <a:gd name="T22" fmla="*/ 85 w 187"/>
                <a:gd name="T23" fmla="*/ 220 h 360"/>
                <a:gd name="T24" fmla="*/ 79 w 187"/>
                <a:gd name="T25" fmla="*/ 220 h 360"/>
                <a:gd name="T26" fmla="*/ 87 w 187"/>
                <a:gd name="T27" fmla="*/ 208 h 360"/>
                <a:gd name="T28" fmla="*/ 103 w 187"/>
                <a:gd name="T29" fmla="*/ 198 h 360"/>
                <a:gd name="T30" fmla="*/ 76 w 187"/>
                <a:gd name="T31" fmla="*/ 174 h 360"/>
                <a:gd name="T32" fmla="*/ 129 w 187"/>
                <a:gd name="T33" fmla="*/ 133 h 360"/>
                <a:gd name="T34" fmla="*/ 128 w 187"/>
                <a:gd name="T35" fmla="*/ 139 h 360"/>
                <a:gd name="T36" fmla="*/ 147 w 187"/>
                <a:gd name="T37" fmla="*/ 79 h 360"/>
                <a:gd name="T38" fmla="*/ 163 w 187"/>
                <a:gd name="T39" fmla="*/ 111 h 360"/>
                <a:gd name="T40" fmla="*/ 164 w 187"/>
                <a:gd name="T41" fmla="*/ 129 h 360"/>
                <a:gd name="T42" fmla="*/ 162 w 187"/>
                <a:gd name="T43" fmla="*/ 166 h 360"/>
                <a:gd name="T44" fmla="*/ 158 w 187"/>
                <a:gd name="T45" fmla="*/ 189 h 360"/>
                <a:gd name="T46" fmla="*/ 153 w 187"/>
                <a:gd name="T47" fmla="*/ 181 h 360"/>
                <a:gd name="T48" fmla="*/ 141 w 187"/>
                <a:gd name="T49" fmla="*/ 190 h 360"/>
                <a:gd name="T50" fmla="*/ 129 w 187"/>
                <a:gd name="T51" fmla="*/ 193 h 360"/>
                <a:gd name="T52" fmla="*/ 120 w 187"/>
                <a:gd name="T53" fmla="*/ 194 h 360"/>
                <a:gd name="T54" fmla="*/ 118 w 187"/>
                <a:gd name="T55" fmla="*/ 207 h 360"/>
                <a:gd name="T56" fmla="*/ 105 w 187"/>
                <a:gd name="T57" fmla="*/ 202 h 360"/>
                <a:gd name="T58" fmla="*/ 92 w 187"/>
                <a:gd name="T59" fmla="*/ 200 h 360"/>
                <a:gd name="T60" fmla="*/ 74 w 187"/>
                <a:gd name="T61" fmla="*/ 206 h 360"/>
                <a:gd name="T62" fmla="*/ 66 w 187"/>
                <a:gd name="T63" fmla="*/ 214 h 360"/>
                <a:gd name="T64" fmla="*/ 74 w 187"/>
                <a:gd name="T65" fmla="*/ 224 h 360"/>
                <a:gd name="T66" fmla="*/ 68 w 187"/>
                <a:gd name="T67" fmla="*/ 248 h 360"/>
                <a:gd name="T68" fmla="*/ 64 w 187"/>
                <a:gd name="T69" fmla="*/ 245 h 360"/>
                <a:gd name="T70" fmla="*/ 59 w 187"/>
                <a:gd name="T71" fmla="*/ 249 h 360"/>
                <a:gd name="T72" fmla="*/ 52 w 187"/>
                <a:gd name="T73" fmla="*/ 222 h 360"/>
                <a:gd name="T74" fmla="*/ 51 w 187"/>
                <a:gd name="T75" fmla="*/ 228 h 360"/>
                <a:gd name="T76" fmla="*/ 49 w 187"/>
                <a:gd name="T77" fmla="*/ 227 h 360"/>
                <a:gd name="T78" fmla="*/ 56 w 187"/>
                <a:gd name="T79" fmla="*/ 211 h 360"/>
                <a:gd name="T80" fmla="*/ 67 w 187"/>
                <a:gd name="T81" fmla="*/ 195 h 360"/>
                <a:gd name="T82" fmla="*/ 92 w 187"/>
                <a:gd name="T83" fmla="*/ 181 h 360"/>
                <a:gd name="T84" fmla="*/ 108 w 187"/>
                <a:gd name="T85" fmla="*/ 179 h 360"/>
                <a:gd name="T86" fmla="*/ 113 w 187"/>
                <a:gd name="T87" fmla="*/ 161 h 360"/>
                <a:gd name="T88" fmla="*/ 114 w 187"/>
                <a:gd name="T89" fmla="*/ 153 h 360"/>
                <a:gd name="T90" fmla="*/ 135 w 187"/>
                <a:gd name="T91" fmla="*/ 139 h 360"/>
                <a:gd name="T92" fmla="*/ 133 w 187"/>
                <a:gd name="T93" fmla="*/ 102 h 360"/>
                <a:gd name="T94" fmla="*/ 135 w 187"/>
                <a:gd name="T95" fmla="*/ 82 h 360"/>
                <a:gd name="T96" fmla="*/ 145 w 187"/>
                <a:gd name="T97" fmla="*/ 83 h 360"/>
                <a:gd name="T98" fmla="*/ 120 w 187"/>
                <a:gd name="T99" fmla="*/ 62 h 360"/>
                <a:gd name="T100" fmla="*/ 139 w 187"/>
                <a:gd name="T101" fmla="*/ 6 h 360"/>
                <a:gd name="T102" fmla="*/ 167 w 187"/>
                <a:gd name="T103" fmla="*/ 25 h 360"/>
                <a:gd name="T104" fmla="*/ 179 w 187"/>
                <a:gd name="T105" fmla="*/ 31 h 360"/>
                <a:gd name="T106" fmla="*/ 184 w 187"/>
                <a:gd name="T107" fmla="*/ 37 h 360"/>
                <a:gd name="T108" fmla="*/ 166 w 187"/>
                <a:gd name="T109" fmla="*/ 48 h 360"/>
                <a:gd name="T110" fmla="*/ 149 w 187"/>
                <a:gd name="T111" fmla="*/ 53 h 360"/>
                <a:gd name="T112" fmla="*/ 129 w 187"/>
                <a:gd name="T113" fmla="*/ 58 h 360"/>
                <a:gd name="T114" fmla="*/ 137 w 187"/>
                <a:gd name="T115" fmla="*/ 69 h 360"/>
                <a:gd name="T116" fmla="*/ 124 w 187"/>
                <a:gd name="T117" fmla="*/ 62 h 360"/>
                <a:gd name="T118" fmla="*/ 128 w 187"/>
                <a:gd name="T119" fmla="*/ 47 h 360"/>
                <a:gd name="T120" fmla="*/ 135 w 187"/>
                <a:gd name="T121" fmla="*/ 39 h 360"/>
                <a:gd name="T122" fmla="*/ 133 w 187"/>
                <a:gd name="T123" fmla="*/ 18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360">
                  <a:moveTo>
                    <a:pt x="2" y="358"/>
                  </a:moveTo>
                  <a:lnTo>
                    <a:pt x="2" y="360"/>
                  </a:lnTo>
                  <a:lnTo>
                    <a:pt x="2" y="360"/>
                  </a:lnTo>
                  <a:lnTo>
                    <a:pt x="0" y="360"/>
                  </a:lnTo>
                  <a:lnTo>
                    <a:pt x="1" y="358"/>
                  </a:lnTo>
                  <a:lnTo>
                    <a:pt x="2" y="358"/>
                  </a:lnTo>
                  <a:close/>
                  <a:moveTo>
                    <a:pt x="5" y="356"/>
                  </a:moveTo>
                  <a:lnTo>
                    <a:pt x="6" y="357"/>
                  </a:lnTo>
                  <a:lnTo>
                    <a:pt x="6" y="360"/>
                  </a:lnTo>
                  <a:lnTo>
                    <a:pt x="5" y="358"/>
                  </a:lnTo>
                  <a:lnTo>
                    <a:pt x="4" y="357"/>
                  </a:lnTo>
                  <a:lnTo>
                    <a:pt x="5" y="356"/>
                  </a:lnTo>
                  <a:close/>
                  <a:moveTo>
                    <a:pt x="16" y="349"/>
                  </a:moveTo>
                  <a:lnTo>
                    <a:pt x="18" y="351"/>
                  </a:lnTo>
                  <a:lnTo>
                    <a:pt x="18" y="353"/>
                  </a:lnTo>
                  <a:lnTo>
                    <a:pt x="16" y="353"/>
                  </a:lnTo>
                  <a:lnTo>
                    <a:pt x="16" y="352"/>
                  </a:lnTo>
                  <a:lnTo>
                    <a:pt x="16" y="349"/>
                  </a:lnTo>
                  <a:close/>
                  <a:moveTo>
                    <a:pt x="46" y="319"/>
                  </a:moveTo>
                  <a:lnTo>
                    <a:pt x="46" y="320"/>
                  </a:lnTo>
                  <a:lnTo>
                    <a:pt x="46" y="323"/>
                  </a:lnTo>
                  <a:lnTo>
                    <a:pt x="46" y="324"/>
                  </a:lnTo>
                  <a:lnTo>
                    <a:pt x="42" y="326"/>
                  </a:lnTo>
                  <a:lnTo>
                    <a:pt x="42" y="328"/>
                  </a:lnTo>
                  <a:lnTo>
                    <a:pt x="41" y="328"/>
                  </a:lnTo>
                  <a:lnTo>
                    <a:pt x="41" y="326"/>
                  </a:lnTo>
                  <a:lnTo>
                    <a:pt x="42" y="324"/>
                  </a:lnTo>
                  <a:lnTo>
                    <a:pt x="43" y="323"/>
                  </a:lnTo>
                  <a:lnTo>
                    <a:pt x="42" y="322"/>
                  </a:lnTo>
                  <a:lnTo>
                    <a:pt x="45" y="320"/>
                  </a:lnTo>
                  <a:lnTo>
                    <a:pt x="46" y="319"/>
                  </a:lnTo>
                  <a:close/>
                  <a:moveTo>
                    <a:pt x="52" y="304"/>
                  </a:moveTo>
                  <a:lnTo>
                    <a:pt x="54" y="306"/>
                  </a:lnTo>
                  <a:lnTo>
                    <a:pt x="54" y="308"/>
                  </a:lnTo>
                  <a:lnTo>
                    <a:pt x="52" y="308"/>
                  </a:lnTo>
                  <a:lnTo>
                    <a:pt x="51" y="307"/>
                  </a:lnTo>
                  <a:lnTo>
                    <a:pt x="51" y="306"/>
                  </a:lnTo>
                  <a:lnTo>
                    <a:pt x="52" y="304"/>
                  </a:lnTo>
                  <a:close/>
                  <a:moveTo>
                    <a:pt x="60" y="294"/>
                  </a:moveTo>
                  <a:lnTo>
                    <a:pt x="59" y="297"/>
                  </a:lnTo>
                  <a:lnTo>
                    <a:pt x="58" y="298"/>
                  </a:lnTo>
                  <a:lnTo>
                    <a:pt x="58" y="299"/>
                  </a:lnTo>
                  <a:lnTo>
                    <a:pt x="56" y="301"/>
                  </a:lnTo>
                  <a:lnTo>
                    <a:pt x="55" y="299"/>
                  </a:lnTo>
                  <a:lnTo>
                    <a:pt x="54" y="299"/>
                  </a:lnTo>
                  <a:lnTo>
                    <a:pt x="54" y="299"/>
                  </a:lnTo>
                  <a:lnTo>
                    <a:pt x="54" y="298"/>
                  </a:lnTo>
                  <a:lnTo>
                    <a:pt x="56" y="297"/>
                  </a:lnTo>
                  <a:lnTo>
                    <a:pt x="56" y="297"/>
                  </a:lnTo>
                  <a:lnTo>
                    <a:pt x="58" y="295"/>
                  </a:lnTo>
                  <a:lnTo>
                    <a:pt x="59" y="295"/>
                  </a:lnTo>
                  <a:lnTo>
                    <a:pt x="59" y="295"/>
                  </a:lnTo>
                  <a:lnTo>
                    <a:pt x="60" y="294"/>
                  </a:lnTo>
                  <a:close/>
                  <a:moveTo>
                    <a:pt x="66" y="264"/>
                  </a:moveTo>
                  <a:lnTo>
                    <a:pt x="67" y="266"/>
                  </a:lnTo>
                  <a:lnTo>
                    <a:pt x="68" y="268"/>
                  </a:lnTo>
                  <a:lnTo>
                    <a:pt x="67" y="269"/>
                  </a:lnTo>
                  <a:lnTo>
                    <a:pt x="66" y="268"/>
                  </a:lnTo>
                  <a:lnTo>
                    <a:pt x="64" y="266"/>
                  </a:lnTo>
                  <a:lnTo>
                    <a:pt x="64" y="265"/>
                  </a:lnTo>
                  <a:lnTo>
                    <a:pt x="66" y="264"/>
                  </a:lnTo>
                  <a:close/>
                  <a:moveTo>
                    <a:pt x="70" y="258"/>
                  </a:moveTo>
                  <a:lnTo>
                    <a:pt x="71" y="258"/>
                  </a:lnTo>
                  <a:lnTo>
                    <a:pt x="71" y="261"/>
                  </a:lnTo>
                  <a:lnTo>
                    <a:pt x="70" y="262"/>
                  </a:lnTo>
                  <a:lnTo>
                    <a:pt x="70" y="264"/>
                  </a:lnTo>
                  <a:lnTo>
                    <a:pt x="70" y="260"/>
                  </a:lnTo>
                  <a:lnTo>
                    <a:pt x="70" y="258"/>
                  </a:lnTo>
                  <a:close/>
                  <a:moveTo>
                    <a:pt x="52" y="237"/>
                  </a:moveTo>
                  <a:lnTo>
                    <a:pt x="54" y="237"/>
                  </a:lnTo>
                  <a:lnTo>
                    <a:pt x="52" y="239"/>
                  </a:lnTo>
                  <a:lnTo>
                    <a:pt x="52" y="237"/>
                  </a:lnTo>
                  <a:lnTo>
                    <a:pt x="52" y="237"/>
                  </a:lnTo>
                  <a:close/>
                  <a:moveTo>
                    <a:pt x="55" y="232"/>
                  </a:moveTo>
                  <a:lnTo>
                    <a:pt x="55" y="232"/>
                  </a:lnTo>
                  <a:lnTo>
                    <a:pt x="55" y="233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5" y="232"/>
                  </a:lnTo>
                  <a:close/>
                  <a:moveTo>
                    <a:pt x="51" y="232"/>
                  </a:moveTo>
                  <a:lnTo>
                    <a:pt x="51" y="232"/>
                  </a:lnTo>
                  <a:lnTo>
                    <a:pt x="51" y="232"/>
                  </a:lnTo>
                  <a:lnTo>
                    <a:pt x="52" y="235"/>
                  </a:lnTo>
                  <a:lnTo>
                    <a:pt x="52" y="236"/>
                  </a:lnTo>
                  <a:lnTo>
                    <a:pt x="51" y="236"/>
                  </a:lnTo>
                  <a:lnTo>
                    <a:pt x="51" y="235"/>
                  </a:lnTo>
                  <a:lnTo>
                    <a:pt x="50" y="232"/>
                  </a:lnTo>
                  <a:lnTo>
                    <a:pt x="51" y="232"/>
                  </a:lnTo>
                  <a:close/>
                  <a:moveTo>
                    <a:pt x="37" y="228"/>
                  </a:moveTo>
                  <a:lnTo>
                    <a:pt x="37" y="229"/>
                  </a:lnTo>
                  <a:lnTo>
                    <a:pt x="38" y="229"/>
                  </a:lnTo>
                  <a:lnTo>
                    <a:pt x="39" y="232"/>
                  </a:lnTo>
                  <a:lnTo>
                    <a:pt x="38" y="233"/>
                  </a:lnTo>
                  <a:lnTo>
                    <a:pt x="37" y="232"/>
                  </a:lnTo>
                  <a:lnTo>
                    <a:pt x="35" y="229"/>
                  </a:lnTo>
                  <a:lnTo>
                    <a:pt x="35" y="228"/>
                  </a:lnTo>
                  <a:lnTo>
                    <a:pt x="37" y="228"/>
                  </a:lnTo>
                  <a:close/>
                  <a:moveTo>
                    <a:pt x="38" y="227"/>
                  </a:moveTo>
                  <a:lnTo>
                    <a:pt x="39" y="227"/>
                  </a:lnTo>
                  <a:lnTo>
                    <a:pt x="38" y="228"/>
                  </a:lnTo>
                  <a:lnTo>
                    <a:pt x="38" y="227"/>
                  </a:lnTo>
                  <a:close/>
                  <a:moveTo>
                    <a:pt x="41" y="226"/>
                  </a:moveTo>
                  <a:lnTo>
                    <a:pt x="41" y="226"/>
                  </a:lnTo>
                  <a:lnTo>
                    <a:pt x="39" y="226"/>
                  </a:lnTo>
                  <a:lnTo>
                    <a:pt x="41" y="226"/>
                  </a:lnTo>
                  <a:close/>
                  <a:moveTo>
                    <a:pt x="41" y="224"/>
                  </a:moveTo>
                  <a:lnTo>
                    <a:pt x="42" y="224"/>
                  </a:lnTo>
                  <a:lnTo>
                    <a:pt x="41" y="224"/>
                  </a:lnTo>
                  <a:lnTo>
                    <a:pt x="41" y="224"/>
                  </a:lnTo>
                  <a:close/>
                  <a:moveTo>
                    <a:pt x="42" y="222"/>
                  </a:moveTo>
                  <a:lnTo>
                    <a:pt x="43" y="223"/>
                  </a:lnTo>
                  <a:lnTo>
                    <a:pt x="42" y="223"/>
                  </a:lnTo>
                  <a:lnTo>
                    <a:pt x="41" y="223"/>
                  </a:lnTo>
                  <a:lnTo>
                    <a:pt x="41" y="222"/>
                  </a:lnTo>
                  <a:lnTo>
                    <a:pt x="42" y="222"/>
                  </a:lnTo>
                  <a:close/>
                  <a:moveTo>
                    <a:pt x="92" y="203"/>
                  </a:moveTo>
                  <a:lnTo>
                    <a:pt x="96" y="203"/>
                  </a:lnTo>
                  <a:lnTo>
                    <a:pt x="97" y="204"/>
                  </a:lnTo>
                  <a:lnTo>
                    <a:pt x="99" y="204"/>
                  </a:lnTo>
                  <a:lnTo>
                    <a:pt x="101" y="206"/>
                  </a:lnTo>
                  <a:lnTo>
                    <a:pt x="103" y="207"/>
                  </a:lnTo>
                  <a:lnTo>
                    <a:pt x="103" y="208"/>
                  </a:lnTo>
                  <a:lnTo>
                    <a:pt x="103" y="210"/>
                  </a:lnTo>
                  <a:lnTo>
                    <a:pt x="100" y="212"/>
                  </a:lnTo>
                  <a:lnTo>
                    <a:pt x="99" y="216"/>
                  </a:lnTo>
                  <a:lnTo>
                    <a:pt x="97" y="218"/>
                  </a:lnTo>
                  <a:lnTo>
                    <a:pt x="96" y="216"/>
                  </a:lnTo>
                  <a:lnTo>
                    <a:pt x="93" y="214"/>
                  </a:lnTo>
                  <a:lnTo>
                    <a:pt x="91" y="214"/>
                  </a:lnTo>
                  <a:lnTo>
                    <a:pt x="89" y="215"/>
                  </a:lnTo>
                  <a:lnTo>
                    <a:pt x="87" y="216"/>
                  </a:lnTo>
                  <a:lnTo>
                    <a:pt x="85" y="220"/>
                  </a:lnTo>
                  <a:lnTo>
                    <a:pt x="85" y="222"/>
                  </a:lnTo>
                  <a:lnTo>
                    <a:pt x="87" y="224"/>
                  </a:lnTo>
                  <a:lnTo>
                    <a:pt x="87" y="226"/>
                  </a:lnTo>
                  <a:lnTo>
                    <a:pt x="87" y="226"/>
                  </a:lnTo>
                  <a:lnTo>
                    <a:pt x="84" y="226"/>
                  </a:lnTo>
                  <a:lnTo>
                    <a:pt x="84" y="227"/>
                  </a:lnTo>
                  <a:lnTo>
                    <a:pt x="83" y="226"/>
                  </a:lnTo>
                  <a:lnTo>
                    <a:pt x="83" y="224"/>
                  </a:lnTo>
                  <a:lnTo>
                    <a:pt x="80" y="224"/>
                  </a:lnTo>
                  <a:lnTo>
                    <a:pt x="79" y="222"/>
                  </a:lnTo>
                  <a:lnTo>
                    <a:pt x="79" y="220"/>
                  </a:lnTo>
                  <a:lnTo>
                    <a:pt x="79" y="219"/>
                  </a:lnTo>
                  <a:lnTo>
                    <a:pt x="79" y="218"/>
                  </a:lnTo>
                  <a:lnTo>
                    <a:pt x="75" y="216"/>
                  </a:lnTo>
                  <a:lnTo>
                    <a:pt x="76" y="214"/>
                  </a:lnTo>
                  <a:lnTo>
                    <a:pt x="78" y="211"/>
                  </a:lnTo>
                  <a:lnTo>
                    <a:pt x="78" y="210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3" y="210"/>
                  </a:lnTo>
                  <a:lnTo>
                    <a:pt x="84" y="210"/>
                  </a:lnTo>
                  <a:lnTo>
                    <a:pt x="87" y="208"/>
                  </a:lnTo>
                  <a:lnTo>
                    <a:pt x="88" y="208"/>
                  </a:lnTo>
                  <a:lnTo>
                    <a:pt x="89" y="206"/>
                  </a:lnTo>
                  <a:lnTo>
                    <a:pt x="89" y="204"/>
                  </a:lnTo>
                  <a:lnTo>
                    <a:pt x="92" y="203"/>
                  </a:lnTo>
                  <a:close/>
                  <a:moveTo>
                    <a:pt x="96" y="199"/>
                  </a:moveTo>
                  <a:lnTo>
                    <a:pt x="97" y="199"/>
                  </a:lnTo>
                  <a:lnTo>
                    <a:pt x="97" y="200"/>
                  </a:lnTo>
                  <a:lnTo>
                    <a:pt x="96" y="202"/>
                  </a:lnTo>
                  <a:lnTo>
                    <a:pt x="93" y="200"/>
                  </a:lnTo>
                  <a:lnTo>
                    <a:pt x="96" y="199"/>
                  </a:lnTo>
                  <a:close/>
                  <a:moveTo>
                    <a:pt x="103" y="198"/>
                  </a:moveTo>
                  <a:lnTo>
                    <a:pt x="104" y="199"/>
                  </a:lnTo>
                  <a:lnTo>
                    <a:pt x="104" y="200"/>
                  </a:lnTo>
                  <a:lnTo>
                    <a:pt x="104" y="202"/>
                  </a:lnTo>
                  <a:lnTo>
                    <a:pt x="104" y="203"/>
                  </a:lnTo>
                  <a:lnTo>
                    <a:pt x="103" y="203"/>
                  </a:lnTo>
                  <a:lnTo>
                    <a:pt x="101" y="200"/>
                  </a:lnTo>
                  <a:lnTo>
                    <a:pt x="101" y="199"/>
                  </a:lnTo>
                  <a:lnTo>
                    <a:pt x="103" y="198"/>
                  </a:lnTo>
                  <a:lnTo>
                    <a:pt x="103" y="198"/>
                  </a:lnTo>
                  <a:close/>
                  <a:moveTo>
                    <a:pt x="75" y="173"/>
                  </a:moveTo>
                  <a:lnTo>
                    <a:pt x="76" y="174"/>
                  </a:lnTo>
                  <a:lnTo>
                    <a:pt x="75" y="175"/>
                  </a:lnTo>
                  <a:lnTo>
                    <a:pt x="75" y="174"/>
                  </a:lnTo>
                  <a:lnTo>
                    <a:pt x="75" y="173"/>
                  </a:lnTo>
                  <a:close/>
                  <a:moveTo>
                    <a:pt x="79" y="170"/>
                  </a:moveTo>
                  <a:lnTo>
                    <a:pt x="79" y="173"/>
                  </a:lnTo>
                  <a:lnTo>
                    <a:pt x="78" y="173"/>
                  </a:lnTo>
                  <a:lnTo>
                    <a:pt x="78" y="173"/>
                  </a:lnTo>
                  <a:lnTo>
                    <a:pt x="76" y="173"/>
                  </a:lnTo>
                  <a:lnTo>
                    <a:pt x="78" y="172"/>
                  </a:lnTo>
                  <a:lnTo>
                    <a:pt x="79" y="170"/>
                  </a:lnTo>
                  <a:close/>
                  <a:moveTo>
                    <a:pt x="129" y="133"/>
                  </a:moveTo>
                  <a:lnTo>
                    <a:pt x="129" y="135"/>
                  </a:lnTo>
                  <a:lnTo>
                    <a:pt x="129" y="136"/>
                  </a:lnTo>
                  <a:lnTo>
                    <a:pt x="132" y="137"/>
                  </a:lnTo>
                  <a:lnTo>
                    <a:pt x="132" y="139"/>
                  </a:lnTo>
                  <a:lnTo>
                    <a:pt x="130" y="141"/>
                  </a:lnTo>
                  <a:lnTo>
                    <a:pt x="129" y="143"/>
                  </a:lnTo>
                  <a:lnTo>
                    <a:pt x="129" y="143"/>
                  </a:lnTo>
                  <a:lnTo>
                    <a:pt x="129" y="140"/>
                  </a:lnTo>
                  <a:lnTo>
                    <a:pt x="129" y="139"/>
                  </a:lnTo>
                  <a:lnTo>
                    <a:pt x="129" y="139"/>
                  </a:lnTo>
                  <a:lnTo>
                    <a:pt x="128" y="139"/>
                  </a:lnTo>
                  <a:lnTo>
                    <a:pt x="128" y="137"/>
                  </a:lnTo>
                  <a:lnTo>
                    <a:pt x="129" y="133"/>
                  </a:lnTo>
                  <a:lnTo>
                    <a:pt x="129" y="133"/>
                  </a:lnTo>
                  <a:close/>
                  <a:moveTo>
                    <a:pt x="141" y="74"/>
                  </a:moveTo>
                  <a:lnTo>
                    <a:pt x="142" y="74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6" y="75"/>
                  </a:lnTo>
                  <a:lnTo>
                    <a:pt x="147" y="75"/>
                  </a:lnTo>
                  <a:lnTo>
                    <a:pt x="147" y="77"/>
                  </a:lnTo>
                  <a:lnTo>
                    <a:pt x="147" y="79"/>
                  </a:lnTo>
                  <a:lnTo>
                    <a:pt x="149" y="83"/>
                  </a:lnTo>
                  <a:lnTo>
                    <a:pt x="150" y="86"/>
                  </a:lnTo>
                  <a:lnTo>
                    <a:pt x="155" y="91"/>
                  </a:lnTo>
                  <a:lnTo>
                    <a:pt x="157" y="94"/>
                  </a:lnTo>
                  <a:lnTo>
                    <a:pt x="158" y="98"/>
                  </a:lnTo>
                  <a:lnTo>
                    <a:pt x="158" y="99"/>
                  </a:lnTo>
                  <a:lnTo>
                    <a:pt x="159" y="99"/>
                  </a:lnTo>
                  <a:lnTo>
                    <a:pt x="162" y="103"/>
                  </a:lnTo>
                  <a:lnTo>
                    <a:pt x="163" y="107"/>
                  </a:lnTo>
                  <a:lnTo>
                    <a:pt x="163" y="110"/>
                  </a:lnTo>
                  <a:lnTo>
                    <a:pt x="163" y="111"/>
                  </a:lnTo>
                  <a:lnTo>
                    <a:pt x="163" y="114"/>
                  </a:lnTo>
                  <a:lnTo>
                    <a:pt x="164" y="115"/>
                  </a:lnTo>
                  <a:lnTo>
                    <a:pt x="163" y="116"/>
                  </a:lnTo>
                  <a:lnTo>
                    <a:pt x="163" y="118"/>
                  </a:lnTo>
                  <a:lnTo>
                    <a:pt x="163" y="119"/>
                  </a:lnTo>
                  <a:lnTo>
                    <a:pt x="163" y="120"/>
                  </a:lnTo>
                  <a:lnTo>
                    <a:pt x="163" y="122"/>
                  </a:lnTo>
                  <a:lnTo>
                    <a:pt x="163" y="124"/>
                  </a:lnTo>
                  <a:lnTo>
                    <a:pt x="164" y="124"/>
                  </a:lnTo>
                  <a:lnTo>
                    <a:pt x="164" y="127"/>
                  </a:lnTo>
                  <a:lnTo>
                    <a:pt x="164" y="129"/>
                  </a:lnTo>
                  <a:lnTo>
                    <a:pt x="164" y="131"/>
                  </a:lnTo>
                  <a:lnTo>
                    <a:pt x="163" y="128"/>
                  </a:lnTo>
                  <a:lnTo>
                    <a:pt x="162" y="128"/>
                  </a:lnTo>
                  <a:lnTo>
                    <a:pt x="158" y="131"/>
                  </a:lnTo>
                  <a:lnTo>
                    <a:pt x="158" y="135"/>
                  </a:lnTo>
                  <a:lnTo>
                    <a:pt x="158" y="137"/>
                  </a:lnTo>
                  <a:lnTo>
                    <a:pt x="160" y="141"/>
                  </a:lnTo>
                  <a:lnTo>
                    <a:pt x="162" y="149"/>
                  </a:lnTo>
                  <a:lnTo>
                    <a:pt x="162" y="154"/>
                  </a:lnTo>
                  <a:lnTo>
                    <a:pt x="162" y="161"/>
                  </a:lnTo>
                  <a:lnTo>
                    <a:pt x="162" y="166"/>
                  </a:lnTo>
                  <a:lnTo>
                    <a:pt x="163" y="169"/>
                  </a:lnTo>
                  <a:lnTo>
                    <a:pt x="166" y="173"/>
                  </a:lnTo>
                  <a:lnTo>
                    <a:pt x="167" y="174"/>
                  </a:lnTo>
                  <a:lnTo>
                    <a:pt x="167" y="175"/>
                  </a:lnTo>
                  <a:lnTo>
                    <a:pt x="164" y="178"/>
                  </a:lnTo>
                  <a:lnTo>
                    <a:pt x="166" y="179"/>
                  </a:lnTo>
                  <a:lnTo>
                    <a:pt x="164" y="183"/>
                  </a:lnTo>
                  <a:lnTo>
                    <a:pt x="162" y="186"/>
                  </a:lnTo>
                  <a:lnTo>
                    <a:pt x="160" y="186"/>
                  </a:lnTo>
                  <a:lnTo>
                    <a:pt x="159" y="187"/>
                  </a:lnTo>
                  <a:lnTo>
                    <a:pt x="158" y="189"/>
                  </a:lnTo>
                  <a:lnTo>
                    <a:pt x="157" y="189"/>
                  </a:lnTo>
                  <a:lnTo>
                    <a:pt x="157" y="182"/>
                  </a:lnTo>
                  <a:lnTo>
                    <a:pt x="157" y="178"/>
                  </a:lnTo>
                  <a:lnTo>
                    <a:pt x="158" y="177"/>
                  </a:lnTo>
                  <a:lnTo>
                    <a:pt x="158" y="175"/>
                  </a:lnTo>
                  <a:lnTo>
                    <a:pt x="155" y="175"/>
                  </a:lnTo>
                  <a:lnTo>
                    <a:pt x="154" y="175"/>
                  </a:lnTo>
                  <a:lnTo>
                    <a:pt x="153" y="178"/>
                  </a:lnTo>
                  <a:lnTo>
                    <a:pt x="154" y="179"/>
                  </a:lnTo>
                  <a:lnTo>
                    <a:pt x="154" y="181"/>
                  </a:lnTo>
                  <a:lnTo>
                    <a:pt x="153" y="181"/>
                  </a:lnTo>
                  <a:lnTo>
                    <a:pt x="149" y="183"/>
                  </a:lnTo>
                  <a:lnTo>
                    <a:pt x="149" y="186"/>
                  </a:lnTo>
                  <a:lnTo>
                    <a:pt x="150" y="190"/>
                  </a:lnTo>
                  <a:lnTo>
                    <a:pt x="147" y="193"/>
                  </a:lnTo>
                  <a:lnTo>
                    <a:pt x="146" y="193"/>
                  </a:lnTo>
                  <a:lnTo>
                    <a:pt x="145" y="191"/>
                  </a:lnTo>
                  <a:lnTo>
                    <a:pt x="146" y="189"/>
                  </a:lnTo>
                  <a:lnTo>
                    <a:pt x="146" y="186"/>
                  </a:lnTo>
                  <a:lnTo>
                    <a:pt x="143" y="186"/>
                  </a:lnTo>
                  <a:lnTo>
                    <a:pt x="141" y="187"/>
                  </a:lnTo>
                  <a:lnTo>
                    <a:pt x="141" y="190"/>
                  </a:lnTo>
                  <a:lnTo>
                    <a:pt x="141" y="193"/>
                  </a:lnTo>
                  <a:lnTo>
                    <a:pt x="142" y="194"/>
                  </a:lnTo>
                  <a:lnTo>
                    <a:pt x="138" y="194"/>
                  </a:lnTo>
                  <a:lnTo>
                    <a:pt x="133" y="193"/>
                  </a:lnTo>
                  <a:lnTo>
                    <a:pt x="130" y="195"/>
                  </a:lnTo>
                  <a:lnTo>
                    <a:pt x="128" y="195"/>
                  </a:lnTo>
                  <a:lnTo>
                    <a:pt x="128" y="195"/>
                  </a:lnTo>
                  <a:lnTo>
                    <a:pt x="128" y="194"/>
                  </a:lnTo>
                  <a:lnTo>
                    <a:pt x="130" y="194"/>
                  </a:lnTo>
                  <a:lnTo>
                    <a:pt x="130" y="193"/>
                  </a:lnTo>
                  <a:lnTo>
                    <a:pt x="129" y="193"/>
                  </a:lnTo>
                  <a:lnTo>
                    <a:pt x="128" y="193"/>
                  </a:lnTo>
                  <a:lnTo>
                    <a:pt x="126" y="193"/>
                  </a:lnTo>
                  <a:lnTo>
                    <a:pt x="125" y="191"/>
                  </a:lnTo>
                  <a:lnTo>
                    <a:pt x="125" y="193"/>
                  </a:lnTo>
                  <a:lnTo>
                    <a:pt x="124" y="193"/>
                  </a:lnTo>
                  <a:lnTo>
                    <a:pt x="122" y="193"/>
                  </a:lnTo>
                  <a:lnTo>
                    <a:pt x="122" y="190"/>
                  </a:lnTo>
                  <a:lnTo>
                    <a:pt x="124" y="189"/>
                  </a:lnTo>
                  <a:lnTo>
                    <a:pt x="122" y="189"/>
                  </a:lnTo>
                  <a:lnTo>
                    <a:pt x="121" y="190"/>
                  </a:lnTo>
                  <a:lnTo>
                    <a:pt x="120" y="194"/>
                  </a:lnTo>
                  <a:lnTo>
                    <a:pt x="121" y="195"/>
                  </a:lnTo>
                  <a:lnTo>
                    <a:pt x="125" y="197"/>
                  </a:lnTo>
                  <a:lnTo>
                    <a:pt x="125" y="199"/>
                  </a:lnTo>
                  <a:lnTo>
                    <a:pt x="126" y="199"/>
                  </a:lnTo>
                  <a:lnTo>
                    <a:pt x="125" y="200"/>
                  </a:lnTo>
                  <a:lnTo>
                    <a:pt x="124" y="200"/>
                  </a:lnTo>
                  <a:lnTo>
                    <a:pt x="121" y="202"/>
                  </a:lnTo>
                  <a:lnTo>
                    <a:pt x="120" y="204"/>
                  </a:lnTo>
                  <a:lnTo>
                    <a:pt x="120" y="206"/>
                  </a:lnTo>
                  <a:lnTo>
                    <a:pt x="120" y="207"/>
                  </a:lnTo>
                  <a:lnTo>
                    <a:pt x="118" y="207"/>
                  </a:lnTo>
                  <a:lnTo>
                    <a:pt x="118" y="210"/>
                  </a:lnTo>
                  <a:lnTo>
                    <a:pt x="116" y="214"/>
                  </a:lnTo>
                  <a:lnTo>
                    <a:pt x="114" y="214"/>
                  </a:lnTo>
                  <a:lnTo>
                    <a:pt x="112" y="214"/>
                  </a:lnTo>
                  <a:lnTo>
                    <a:pt x="109" y="211"/>
                  </a:lnTo>
                  <a:lnTo>
                    <a:pt x="106" y="210"/>
                  </a:lnTo>
                  <a:lnTo>
                    <a:pt x="106" y="207"/>
                  </a:lnTo>
                  <a:lnTo>
                    <a:pt x="106" y="206"/>
                  </a:lnTo>
                  <a:lnTo>
                    <a:pt x="106" y="204"/>
                  </a:lnTo>
                  <a:lnTo>
                    <a:pt x="106" y="202"/>
                  </a:lnTo>
                  <a:lnTo>
                    <a:pt x="105" y="202"/>
                  </a:lnTo>
                  <a:lnTo>
                    <a:pt x="105" y="199"/>
                  </a:lnTo>
                  <a:lnTo>
                    <a:pt x="106" y="197"/>
                  </a:lnTo>
                  <a:lnTo>
                    <a:pt x="106" y="195"/>
                  </a:lnTo>
                  <a:lnTo>
                    <a:pt x="106" y="194"/>
                  </a:lnTo>
                  <a:lnTo>
                    <a:pt x="104" y="194"/>
                  </a:lnTo>
                  <a:lnTo>
                    <a:pt x="101" y="194"/>
                  </a:lnTo>
                  <a:lnTo>
                    <a:pt x="97" y="195"/>
                  </a:lnTo>
                  <a:lnTo>
                    <a:pt x="95" y="197"/>
                  </a:lnTo>
                  <a:lnTo>
                    <a:pt x="95" y="198"/>
                  </a:lnTo>
                  <a:lnTo>
                    <a:pt x="92" y="199"/>
                  </a:lnTo>
                  <a:lnTo>
                    <a:pt x="92" y="200"/>
                  </a:lnTo>
                  <a:lnTo>
                    <a:pt x="91" y="200"/>
                  </a:lnTo>
                  <a:lnTo>
                    <a:pt x="89" y="200"/>
                  </a:lnTo>
                  <a:lnTo>
                    <a:pt x="87" y="200"/>
                  </a:lnTo>
                  <a:lnTo>
                    <a:pt x="84" y="202"/>
                  </a:lnTo>
                  <a:lnTo>
                    <a:pt x="80" y="203"/>
                  </a:lnTo>
                  <a:lnTo>
                    <a:pt x="78" y="203"/>
                  </a:lnTo>
                  <a:lnTo>
                    <a:pt x="76" y="203"/>
                  </a:lnTo>
                  <a:lnTo>
                    <a:pt x="75" y="202"/>
                  </a:lnTo>
                  <a:lnTo>
                    <a:pt x="74" y="202"/>
                  </a:lnTo>
                  <a:lnTo>
                    <a:pt x="72" y="203"/>
                  </a:lnTo>
                  <a:lnTo>
                    <a:pt x="74" y="206"/>
                  </a:lnTo>
                  <a:lnTo>
                    <a:pt x="74" y="207"/>
                  </a:lnTo>
                  <a:lnTo>
                    <a:pt x="74" y="210"/>
                  </a:lnTo>
                  <a:lnTo>
                    <a:pt x="72" y="210"/>
                  </a:lnTo>
                  <a:lnTo>
                    <a:pt x="71" y="210"/>
                  </a:lnTo>
                  <a:lnTo>
                    <a:pt x="67" y="208"/>
                  </a:lnTo>
                  <a:lnTo>
                    <a:pt x="64" y="208"/>
                  </a:lnTo>
                  <a:lnTo>
                    <a:pt x="60" y="211"/>
                  </a:lnTo>
                  <a:lnTo>
                    <a:pt x="60" y="211"/>
                  </a:lnTo>
                  <a:lnTo>
                    <a:pt x="63" y="215"/>
                  </a:lnTo>
                  <a:lnTo>
                    <a:pt x="64" y="215"/>
                  </a:lnTo>
                  <a:lnTo>
                    <a:pt x="66" y="214"/>
                  </a:lnTo>
                  <a:lnTo>
                    <a:pt x="66" y="214"/>
                  </a:lnTo>
                  <a:lnTo>
                    <a:pt x="68" y="214"/>
                  </a:lnTo>
                  <a:lnTo>
                    <a:pt x="70" y="214"/>
                  </a:lnTo>
                  <a:lnTo>
                    <a:pt x="70" y="218"/>
                  </a:lnTo>
                  <a:lnTo>
                    <a:pt x="70" y="219"/>
                  </a:lnTo>
                  <a:lnTo>
                    <a:pt x="67" y="220"/>
                  </a:lnTo>
                  <a:lnTo>
                    <a:pt x="68" y="220"/>
                  </a:lnTo>
                  <a:lnTo>
                    <a:pt x="72" y="220"/>
                  </a:lnTo>
                  <a:lnTo>
                    <a:pt x="72" y="222"/>
                  </a:lnTo>
                  <a:lnTo>
                    <a:pt x="74" y="223"/>
                  </a:lnTo>
                  <a:lnTo>
                    <a:pt x="74" y="224"/>
                  </a:lnTo>
                  <a:lnTo>
                    <a:pt x="74" y="226"/>
                  </a:lnTo>
                  <a:lnTo>
                    <a:pt x="75" y="227"/>
                  </a:lnTo>
                  <a:lnTo>
                    <a:pt x="72" y="229"/>
                  </a:lnTo>
                  <a:lnTo>
                    <a:pt x="71" y="231"/>
                  </a:lnTo>
                  <a:lnTo>
                    <a:pt x="71" y="235"/>
                  </a:lnTo>
                  <a:lnTo>
                    <a:pt x="71" y="241"/>
                  </a:lnTo>
                  <a:lnTo>
                    <a:pt x="72" y="243"/>
                  </a:lnTo>
                  <a:lnTo>
                    <a:pt x="72" y="247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68" y="248"/>
                  </a:lnTo>
                  <a:lnTo>
                    <a:pt x="67" y="249"/>
                  </a:lnTo>
                  <a:lnTo>
                    <a:pt x="68" y="251"/>
                  </a:lnTo>
                  <a:lnTo>
                    <a:pt x="70" y="252"/>
                  </a:lnTo>
                  <a:lnTo>
                    <a:pt x="67" y="256"/>
                  </a:lnTo>
                  <a:lnTo>
                    <a:pt x="66" y="257"/>
                  </a:lnTo>
                  <a:lnTo>
                    <a:pt x="66" y="254"/>
                  </a:lnTo>
                  <a:lnTo>
                    <a:pt x="66" y="253"/>
                  </a:lnTo>
                  <a:lnTo>
                    <a:pt x="64" y="251"/>
                  </a:lnTo>
                  <a:lnTo>
                    <a:pt x="63" y="248"/>
                  </a:lnTo>
                  <a:lnTo>
                    <a:pt x="63" y="247"/>
                  </a:lnTo>
                  <a:lnTo>
                    <a:pt x="64" y="245"/>
                  </a:lnTo>
                  <a:lnTo>
                    <a:pt x="63" y="245"/>
                  </a:lnTo>
                  <a:lnTo>
                    <a:pt x="62" y="247"/>
                  </a:lnTo>
                  <a:lnTo>
                    <a:pt x="62" y="251"/>
                  </a:lnTo>
                  <a:lnTo>
                    <a:pt x="63" y="253"/>
                  </a:lnTo>
                  <a:lnTo>
                    <a:pt x="63" y="254"/>
                  </a:lnTo>
                  <a:lnTo>
                    <a:pt x="63" y="254"/>
                  </a:lnTo>
                  <a:lnTo>
                    <a:pt x="60" y="254"/>
                  </a:lnTo>
                  <a:lnTo>
                    <a:pt x="59" y="254"/>
                  </a:lnTo>
                  <a:lnTo>
                    <a:pt x="58" y="252"/>
                  </a:lnTo>
                  <a:lnTo>
                    <a:pt x="59" y="251"/>
                  </a:lnTo>
                  <a:lnTo>
                    <a:pt x="59" y="249"/>
                  </a:lnTo>
                  <a:lnTo>
                    <a:pt x="56" y="247"/>
                  </a:lnTo>
                  <a:lnTo>
                    <a:pt x="56" y="243"/>
                  </a:lnTo>
                  <a:lnTo>
                    <a:pt x="54" y="240"/>
                  </a:lnTo>
                  <a:lnTo>
                    <a:pt x="54" y="239"/>
                  </a:lnTo>
                  <a:lnTo>
                    <a:pt x="55" y="237"/>
                  </a:lnTo>
                  <a:lnTo>
                    <a:pt x="58" y="235"/>
                  </a:lnTo>
                  <a:lnTo>
                    <a:pt x="58" y="229"/>
                  </a:lnTo>
                  <a:lnTo>
                    <a:pt x="56" y="229"/>
                  </a:lnTo>
                  <a:lnTo>
                    <a:pt x="56" y="227"/>
                  </a:lnTo>
                  <a:lnTo>
                    <a:pt x="54" y="223"/>
                  </a:lnTo>
                  <a:lnTo>
                    <a:pt x="52" y="222"/>
                  </a:lnTo>
                  <a:lnTo>
                    <a:pt x="51" y="223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7"/>
                  </a:lnTo>
                  <a:lnTo>
                    <a:pt x="52" y="227"/>
                  </a:lnTo>
                  <a:lnTo>
                    <a:pt x="54" y="228"/>
                  </a:lnTo>
                  <a:lnTo>
                    <a:pt x="54" y="229"/>
                  </a:lnTo>
                  <a:lnTo>
                    <a:pt x="52" y="231"/>
                  </a:lnTo>
                  <a:lnTo>
                    <a:pt x="51" y="229"/>
                  </a:lnTo>
                  <a:lnTo>
                    <a:pt x="52" y="229"/>
                  </a:lnTo>
                  <a:lnTo>
                    <a:pt x="51" y="228"/>
                  </a:lnTo>
                  <a:lnTo>
                    <a:pt x="50" y="229"/>
                  </a:lnTo>
                  <a:lnTo>
                    <a:pt x="49" y="231"/>
                  </a:lnTo>
                  <a:lnTo>
                    <a:pt x="47" y="231"/>
                  </a:lnTo>
                  <a:lnTo>
                    <a:pt x="49" y="229"/>
                  </a:lnTo>
                  <a:lnTo>
                    <a:pt x="49" y="228"/>
                  </a:lnTo>
                  <a:lnTo>
                    <a:pt x="47" y="228"/>
                  </a:lnTo>
                  <a:lnTo>
                    <a:pt x="46" y="226"/>
                  </a:lnTo>
                  <a:lnTo>
                    <a:pt x="47" y="224"/>
                  </a:lnTo>
                  <a:lnTo>
                    <a:pt x="47" y="226"/>
                  </a:lnTo>
                  <a:lnTo>
                    <a:pt x="49" y="227"/>
                  </a:lnTo>
                  <a:lnTo>
                    <a:pt x="49" y="227"/>
                  </a:lnTo>
                  <a:lnTo>
                    <a:pt x="47" y="223"/>
                  </a:lnTo>
                  <a:lnTo>
                    <a:pt x="47" y="222"/>
                  </a:lnTo>
                  <a:lnTo>
                    <a:pt x="46" y="222"/>
                  </a:lnTo>
                  <a:lnTo>
                    <a:pt x="45" y="222"/>
                  </a:lnTo>
                  <a:lnTo>
                    <a:pt x="47" y="220"/>
                  </a:lnTo>
                  <a:lnTo>
                    <a:pt x="49" y="220"/>
                  </a:lnTo>
                  <a:lnTo>
                    <a:pt x="50" y="218"/>
                  </a:lnTo>
                  <a:lnTo>
                    <a:pt x="52" y="216"/>
                  </a:lnTo>
                  <a:lnTo>
                    <a:pt x="54" y="215"/>
                  </a:lnTo>
                  <a:lnTo>
                    <a:pt x="54" y="214"/>
                  </a:lnTo>
                  <a:lnTo>
                    <a:pt x="56" y="211"/>
                  </a:lnTo>
                  <a:lnTo>
                    <a:pt x="59" y="211"/>
                  </a:lnTo>
                  <a:lnTo>
                    <a:pt x="59" y="210"/>
                  </a:lnTo>
                  <a:lnTo>
                    <a:pt x="59" y="208"/>
                  </a:lnTo>
                  <a:lnTo>
                    <a:pt x="58" y="208"/>
                  </a:lnTo>
                  <a:lnTo>
                    <a:pt x="56" y="204"/>
                  </a:lnTo>
                  <a:lnTo>
                    <a:pt x="58" y="203"/>
                  </a:lnTo>
                  <a:lnTo>
                    <a:pt x="62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6" y="197"/>
                  </a:lnTo>
                  <a:lnTo>
                    <a:pt x="67" y="195"/>
                  </a:lnTo>
                  <a:lnTo>
                    <a:pt x="71" y="191"/>
                  </a:lnTo>
                  <a:lnTo>
                    <a:pt x="71" y="190"/>
                  </a:lnTo>
                  <a:lnTo>
                    <a:pt x="72" y="189"/>
                  </a:lnTo>
                  <a:lnTo>
                    <a:pt x="74" y="186"/>
                  </a:lnTo>
                  <a:lnTo>
                    <a:pt x="78" y="183"/>
                  </a:lnTo>
                  <a:lnTo>
                    <a:pt x="80" y="183"/>
                  </a:lnTo>
                  <a:lnTo>
                    <a:pt x="81" y="183"/>
                  </a:lnTo>
                  <a:lnTo>
                    <a:pt x="84" y="182"/>
                  </a:lnTo>
                  <a:lnTo>
                    <a:pt x="87" y="182"/>
                  </a:lnTo>
                  <a:lnTo>
                    <a:pt x="89" y="181"/>
                  </a:lnTo>
                  <a:lnTo>
                    <a:pt x="92" y="181"/>
                  </a:lnTo>
                  <a:lnTo>
                    <a:pt x="97" y="178"/>
                  </a:lnTo>
                  <a:lnTo>
                    <a:pt x="99" y="179"/>
                  </a:lnTo>
                  <a:lnTo>
                    <a:pt x="100" y="179"/>
                  </a:lnTo>
                  <a:lnTo>
                    <a:pt x="101" y="178"/>
                  </a:lnTo>
                  <a:lnTo>
                    <a:pt x="103" y="178"/>
                  </a:lnTo>
                  <a:lnTo>
                    <a:pt x="103" y="181"/>
                  </a:lnTo>
                  <a:lnTo>
                    <a:pt x="104" y="181"/>
                  </a:lnTo>
                  <a:lnTo>
                    <a:pt x="105" y="179"/>
                  </a:lnTo>
                  <a:lnTo>
                    <a:pt x="106" y="181"/>
                  </a:lnTo>
                  <a:lnTo>
                    <a:pt x="108" y="179"/>
                  </a:lnTo>
                  <a:lnTo>
                    <a:pt x="108" y="179"/>
                  </a:lnTo>
                  <a:lnTo>
                    <a:pt x="109" y="179"/>
                  </a:lnTo>
                  <a:lnTo>
                    <a:pt x="109" y="177"/>
                  </a:lnTo>
                  <a:lnTo>
                    <a:pt x="109" y="177"/>
                  </a:lnTo>
                  <a:lnTo>
                    <a:pt x="109" y="175"/>
                  </a:lnTo>
                  <a:lnTo>
                    <a:pt x="109" y="174"/>
                  </a:lnTo>
                  <a:lnTo>
                    <a:pt x="108" y="173"/>
                  </a:lnTo>
                  <a:lnTo>
                    <a:pt x="109" y="169"/>
                  </a:lnTo>
                  <a:lnTo>
                    <a:pt x="109" y="168"/>
                  </a:lnTo>
                  <a:lnTo>
                    <a:pt x="109" y="166"/>
                  </a:lnTo>
                  <a:lnTo>
                    <a:pt x="112" y="164"/>
                  </a:lnTo>
                  <a:lnTo>
                    <a:pt x="113" y="161"/>
                  </a:lnTo>
                  <a:lnTo>
                    <a:pt x="112" y="156"/>
                  </a:lnTo>
                  <a:lnTo>
                    <a:pt x="110" y="153"/>
                  </a:lnTo>
                  <a:lnTo>
                    <a:pt x="112" y="150"/>
                  </a:lnTo>
                  <a:lnTo>
                    <a:pt x="113" y="149"/>
                  </a:lnTo>
                  <a:lnTo>
                    <a:pt x="116" y="148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9"/>
                  </a:lnTo>
                  <a:lnTo>
                    <a:pt x="117" y="150"/>
                  </a:lnTo>
                  <a:lnTo>
                    <a:pt x="116" y="152"/>
                  </a:lnTo>
                  <a:lnTo>
                    <a:pt x="114" y="153"/>
                  </a:lnTo>
                  <a:lnTo>
                    <a:pt x="114" y="154"/>
                  </a:lnTo>
                  <a:lnTo>
                    <a:pt x="117" y="157"/>
                  </a:lnTo>
                  <a:lnTo>
                    <a:pt x="121" y="160"/>
                  </a:lnTo>
                  <a:lnTo>
                    <a:pt x="121" y="157"/>
                  </a:lnTo>
                  <a:lnTo>
                    <a:pt x="124" y="156"/>
                  </a:lnTo>
                  <a:lnTo>
                    <a:pt x="129" y="153"/>
                  </a:lnTo>
                  <a:lnTo>
                    <a:pt x="133" y="150"/>
                  </a:lnTo>
                  <a:lnTo>
                    <a:pt x="133" y="148"/>
                  </a:lnTo>
                  <a:lnTo>
                    <a:pt x="134" y="145"/>
                  </a:lnTo>
                  <a:lnTo>
                    <a:pt x="134" y="141"/>
                  </a:lnTo>
                  <a:lnTo>
                    <a:pt x="135" y="139"/>
                  </a:lnTo>
                  <a:lnTo>
                    <a:pt x="138" y="136"/>
                  </a:lnTo>
                  <a:lnTo>
                    <a:pt x="139" y="133"/>
                  </a:lnTo>
                  <a:lnTo>
                    <a:pt x="138" y="129"/>
                  </a:lnTo>
                  <a:lnTo>
                    <a:pt x="141" y="122"/>
                  </a:lnTo>
                  <a:lnTo>
                    <a:pt x="141" y="116"/>
                  </a:lnTo>
                  <a:lnTo>
                    <a:pt x="141" y="112"/>
                  </a:lnTo>
                  <a:lnTo>
                    <a:pt x="139" y="107"/>
                  </a:lnTo>
                  <a:lnTo>
                    <a:pt x="138" y="102"/>
                  </a:lnTo>
                  <a:lnTo>
                    <a:pt x="135" y="103"/>
                  </a:lnTo>
                  <a:lnTo>
                    <a:pt x="134" y="104"/>
                  </a:lnTo>
                  <a:lnTo>
                    <a:pt x="133" y="102"/>
                  </a:lnTo>
                  <a:lnTo>
                    <a:pt x="133" y="100"/>
                  </a:lnTo>
                  <a:lnTo>
                    <a:pt x="134" y="100"/>
                  </a:lnTo>
                  <a:lnTo>
                    <a:pt x="137" y="100"/>
                  </a:lnTo>
                  <a:lnTo>
                    <a:pt x="137" y="97"/>
                  </a:lnTo>
                  <a:lnTo>
                    <a:pt x="137" y="95"/>
                  </a:lnTo>
                  <a:lnTo>
                    <a:pt x="133" y="93"/>
                  </a:lnTo>
                  <a:lnTo>
                    <a:pt x="133" y="90"/>
                  </a:lnTo>
                  <a:lnTo>
                    <a:pt x="135" y="89"/>
                  </a:lnTo>
                  <a:lnTo>
                    <a:pt x="137" y="87"/>
                  </a:lnTo>
                  <a:lnTo>
                    <a:pt x="137" y="86"/>
                  </a:lnTo>
                  <a:lnTo>
                    <a:pt x="135" y="82"/>
                  </a:lnTo>
                  <a:lnTo>
                    <a:pt x="135" y="81"/>
                  </a:lnTo>
                  <a:lnTo>
                    <a:pt x="137" y="81"/>
                  </a:lnTo>
                  <a:lnTo>
                    <a:pt x="138" y="81"/>
                  </a:lnTo>
                  <a:lnTo>
                    <a:pt x="139" y="82"/>
                  </a:lnTo>
                  <a:lnTo>
                    <a:pt x="139" y="85"/>
                  </a:lnTo>
                  <a:lnTo>
                    <a:pt x="139" y="86"/>
                  </a:lnTo>
                  <a:lnTo>
                    <a:pt x="142" y="87"/>
                  </a:lnTo>
                  <a:lnTo>
                    <a:pt x="143" y="86"/>
                  </a:lnTo>
                  <a:lnTo>
                    <a:pt x="142" y="83"/>
                  </a:lnTo>
                  <a:lnTo>
                    <a:pt x="142" y="83"/>
                  </a:lnTo>
                  <a:lnTo>
                    <a:pt x="145" y="83"/>
                  </a:lnTo>
                  <a:lnTo>
                    <a:pt x="146" y="83"/>
                  </a:lnTo>
                  <a:lnTo>
                    <a:pt x="146" y="81"/>
                  </a:lnTo>
                  <a:lnTo>
                    <a:pt x="145" y="78"/>
                  </a:lnTo>
                  <a:lnTo>
                    <a:pt x="142" y="81"/>
                  </a:lnTo>
                  <a:lnTo>
                    <a:pt x="142" y="81"/>
                  </a:lnTo>
                  <a:lnTo>
                    <a:pt x="141" y="79"/>
                  </a:lnTo>
                  <a:lnTo>
                    <a:pt x="141" y="78"/>
                  </a:lnTo>
                  <a:lnTo>
                    <a:pt x="142" y="75"/>
                  </a:lnTo>
                  <a:lnTo>
                    <a:pt x="141" y="74"/>
                  </a:lnTo>
                  <a:close/>
                  <a:moveTo>
                    <a:pt x="120" y="60"/>
                  </a:moveTo>
                  <a:lnTo>
                    <a:pt x="120" y="62"/>
                  </a:lnTo>
                  <a:lnTo>
                    <a:pt x="120" y="64"/>
                  </a:lnTo>
                  <a:lnTo>
                    <a:pt x="118" y="65"/>
                  </a:lnTo>
                  <a:lnTo>
                    <a:pt x="117" y="64"/>
                  </a:lnTo>
                  <a:lnTo>
                    <a:pt x="117" y="62"/>
                  </a:lnTo>
                  <a:lnTo>
                    <a:pt x="118" y="61"/>
                  </a:lnTo>
                  <a:lnTo>
                    <a:pt x="120" y="60"/>
                  </a:lnTo>
                  <a:close/>
                  <a:moveTo>
                    <a:pt x="129" y="0"/>
                  </a:moveTo>
                  <a:lnTo>
                    <a:pt x="132" y="0"/>
                  </a:lnTo>
                  <a:lnTo>
                    <a:pt x="133" y="3"/>
                  </a:lnTo>
                  <a:lnTo>
                    <a:pt x="137" y="6"/>
                  </a:lnTo>
                  <a:lnTo>
                    <a:pt x="139" y="6"/>
                  </a:lnTo>
                  <a:lnTo>
                    <a:pt x="142" y="10"/>
                  </a:lnTo>
                  <a:lnTo>
                    <a:pt x="147" y="15"/>
                  </a:lnTo>
                  <a:lnTo>
                    <a:pt x="150" y="16"/>
                  </a:lnTo>
                  <a:lnTo>
                    <a:pt x="151" y="19"/>
                  </a:lnTo>
                  <a:lnTo>
                    <a:pt x="153" y="19"/>
                  </a:lnTo>
                  <a:lnTo>
                    <a:pt x="155" y="22"/>
                  </a:lnTo>
                  <a:lnTo>
                    <a:pt x="159" y="23"/>
                  </a:lnTo>
                  <a:lnTo>
                    <a:pt x="162" y="23"/>
                  </a:lnTo>
                  <a:lnTo>
                    <a:pt x="164" y="25"/>
                  </a:lnTo>
                  <a:lnTo>
                    <a:pt x="166" y="25"/>
                  </a:lnTo>
                  <a:lnTo>
                    <a:pt x="167" y="25"/>
                  </a:lnTo>
                  <a:lnTo>
                    <a:pt x="170" y="25"/>
                  </a:lnTo>
                  <a:lnTo>
                    <a:pt x="174" y="23"/>
                  </a:lnTo>
                  <a:lnTo>
                    <a:pt x="175" y="20"/>
                  </a:lnTo>
                  <a:lnTo>
                    <a:pt x="176" y="18"/>
                  </a:lnTo>
                  <a:lnTo>
                    <a:pt x="176" y="18"/>
                  </a:lnTo>
                  <a:lnTo>
                    <a:pt x="176" y="19"/>
                  </a:lnTo>
                  <a:lnTo>
                    <a:pt x="176" y="20"/>
                  </a:lnTo>
                  <a:lnTo>
                    <a:pt x="176" y="24"/>
                  </a:lnTo>
                  <a:lnTo>
                    <a:pt x="176" y="27"/>
                  </a:lnTo>
                  <a:lnTo>
                    <a:pt x="176" y="28"/>
                  </a:lnTo>
                  <a:lnTo>
                    <a:pt x="179" y="31"/>
                  </a:lnTo>
                  <a:lnTo>
                    <a:pt x="182" y="32"/>
                  </a:lnTo>
                  <a:lnTo>
                    <a:pt x="182" y="35"/>
                  </a:lnTo>
                  <a:lnTo>
                    <a:pt x="182" y="36"/>
                  </a:lnTo>
                  <a:lnTo>
                    <a:pt x="183" y="36"/>
                  </a:lnTo>
                  <a:lnTo>
                    <a:pt x="184" y="33"/>
                  </a:lnTo>
                  <a:lnTo>
                    <a:pt x="185" y="32"/>
                  </a:lnTo>
                  <a:lnTo>
                    <a:pt x="187" y="32"/>
                  </a:lnTo>
                  <a:lnTo>
                    <a:pt x="187" y="33"/>
                  </a:lnTo>
                  <a:lnTo>
                    <a:pt x="185" y="35"/>
                  </a:lnTo>
                  <a:lnTo>
                    <a:pt x="185" y="36"/>
                  </a:lnTo>
                  <a:lnTo>
                    <a:pt x="184" y="37"/>
                  </a:lnTo>
                  <a:lnTo>
                    <a:pt x="182" y="39"/>
                  </a:lnTo>
                  <a:lnTo>
                    <a:pt x="182" y="40"/>
                  </a:lnTo>
                  <a:lnTo>
                    <a:pt x="180" y="41"/>
                  </a:lnTo>
                  <a:lnTo>
                    <a:pt x="179" y="41"/>
                  </a:lnTo>
                  <a:lnTo>
                    <a:pt x="178" y="41"/>
                  </a:lnTo>
                  <a:lnTo>
                    <a:pt x="176" y="43"/>
                  </a:lnTo>
                  <a:lnTo>
                    <a:pt x="176" y="44"/>
                  </a:lnTo>
                  <a:lnTo>
                    <a:pt x="174" y="44"/>
                  </a:lnTo>
                  <a:lnTo>
                    <a:pt x="171" y="43"/>
                  </a:lnTo>
                  <a:lnTo>
                    <a:pt x="170" y="44"/>
                  </a:lnTo>
                  <a:lnTo>
                    <a:pt x="166" y="48"/>
                  </a:lnTo>
                  <a:lnTo>
                    <a:pt x="164" y="53"/>
                  </a:lnTo>
                  <a:lnTo>
                    <a:pt x="164" y="57"/>
                  </a:lnTo>
                  <a:lnTo>
                    <a:pt x="164" y="60"/>
                  </a:lnTo>
                  <a:lnTo>
                    <a:pt x="164" y="61"/>
                  </a:lnTo>
                  <a:lnTo>
                    <a:pt x="164" y="64"/>
                  </a:lnTo>
                  <a:lnTo>
                    <a:pt x="163" y="62"/>
                  </a:lnTo>
                  <a:lnTo>
                    <a:pt x="162" y="61"/>
                  </a:lnTo>
                  <a:lnTo>
                    <a:pt x="158" y="60"/>
                  </a:lnTo>
                  <a:lnTo>
                    <a:pt x="154" y="58"/>
                  </a:lnTo>
                  <a:lnTo>
                    <a:pt x="151" y="54"/>
                  </a:lnTo>
                  <a:lnTo>
                    <a:pt x="149" y="53"/>
                  </a:lnTo>
                  <a:lnTo>
                    <a:pt x="147" y="53"/>
                  </a:lnTo>
                  <a:lnTo>
                    <a:pt x="145" y="53"/>
                  </a:lnTo>
                  <a:lnTo>
                    <a:pt x="145" y="52"/>
                  </a:lnTo>
                  <a:lnTo>
                    <a:pt x="142" y="52"/>
                  </a:lnTo>
                  <a:lnTo>
                    <a:pt x="139" y="53"/>
                  </a:lnTo>
                  <a:lnTo>
                    <a:pt x="137" y="57"/>
                  </a:lnTo>
                  <a:lnTo>
                    <a:pt x="135" y="57"/>
                  </a:lnTo>
                  <a:lnTo>
                    <a:pt x="133" y="54"/>
                  </a:lnTo>
                  <a:lnTo>
                    <a:pt x="130" y="54"/>
                  </a:lnTo>
                  <a:lnTo>
                    <a:pt x="129" y="56"/>
                  </a:lnTo>
                  <a:lnTo>
                    <a:pt x="129" y="58"/>
                  </a:lnTo>
                  <a:lnTo>
                    <a:pt x="130" y="61"/>
                  </a:lnTo>
                  <a:lnTo>
                    <a:pt x="133" y="62"/>
                  </a:lnTo>
                  <a:lnTo>
                    <a:pt x="135" y="61"/>
                  </a:lnTo>
                  <a:lnTo>
                    <a:pt x="138" y="65"/>
                  </a:lnTo>
                  <a:lnTo>
                    <a:pt x="141" y="65"/>
                  </a:lnTo>
                  <a:lnTo>
                    <a:pt x="143" y="65"/>
                  </a:lnTo>
                  <a:lnTo>
                    <a:pt x="145" y="66"/>
                  </a:lnTo>
                  <a:lnTo>
                    <a:pt x="142" y="69"/>
                  </a:lnTo>
                  <a:lnTo>
                    <a:pt x="142" y="70"/>
                  </a:lnTo>
                  <a:lnTo>
                    <a:pt x="141" y="69"/>
                  </a:lnTo>
                  <a:lnTo>
                    <a:pt x="137" y="69"/>
                  </a:lnTo>
                  <a:lnTo>
                    <a:pt x="135" y="70"/>
                  </a:lnTo>
                  <a:lnTo>
                    <a:pt x="135" y="72"/>
                  </a:lnTo>
                  <a:lnTo>
                    <a:pt x="135" y="74"/>
                  </a:lnTo>
                  <a:lnTo>
                    <a:pt x="133" y="77"/>
                  </a:lnTo>
                  <a:lnTo>
                    <a:pt x="130" y="75"/>
                  </a:lnTo>
                  <a:lnTo>
                    <a:pt x="129" y="74"/>
                  </a:lnTo>
                  <a:lnTo>
                    <a:pt x="130" y="73"/>
                  </a:lnTo>
                  <a:lnTo>
                    <a:pt x="129" y="69"/>
                  </a:lnTo>
                  <a:lnTo>
                    <a:pt x="128" y="65"/>
                  </a:lnTo>
                  <a:lnTo>
                    <a:pt x="126" y="64"/>
                  </a:lnTo>
                  <a:lnTo>
                    <a:pt x="124" y="62"/>
                  </a:lnTo>
                  <a:lnTo>
                    <a:pt x="122" y="62"/>
                  </a:lnTo>
                  <a:lnTo>
                    <a:pt x="122" y="60"/>
                  </a:lnTo>
                  <a:lnTo>
                    <a:pt x="122" y="57"/>
                  </a:lnTo>
                  <a:lnTo>
                    <a:pt x="122" y="54"/>
                  </a:lnTo>
                  <a:lnTo>
                    <a:pt x="124" y="53"/>
                  </a:lnTo>
                  <a:lnTo>
                    <a:pt x="125" y="52"/>
                  </a:lnTo>
                  <a:lnTo>
                    <a:pt x="125" y="50"/>
                  </a:lnTo>
                  <a:lnTo>
                    <a:pt x="126" y="50"/>
                  </a:lnTo>
                  <a:lnTo>
                    <a:pt x="128" y="48"/>
                  </a:lnTo>
                  <a:lnTo>
                    <a:pt x="129" y="47"/>
                  </a:lnTo>
                  <a:lnTo>
                    <a:pt x="128" y="47"/>
                  </a:lnTo>
                  <a:lnTo>
                    <a:pt x="126" y="44"/>
                  </a:lnTo>
                  <a:lnTo>
                    <a:pt x="125" y="44"/>
                  </a:lnTo>
                  <a:lnTo>
                    <a:pt x="124" y="44"/>
                  </a:lnTo>
                  <a:lnTo>
                    <a:pt x="125" y="41"/>
                  </a:lnTo>
                  <a:lnTo>
                    <a:pt x="126" y="41"/>
                  </a:lnTo>
                  <a:lnTo>
                    <a:pt x="130" y="43"/>
                  </a:lnTo>
                  <a:lnTo>
                    <a:pt x="134" y="44"/>
                  </a:lnTo>
                  <a:lnTo>
                    <a:pt x="135" y="43"/>
                  </a:lnTo>
                  <a:lnTo>
                    <a:pt x="135" y="41"/>
                  </a:lnTo>
                  <a:lnTo>
                    <a:pt x="137" y="40"/>
                  </a:lnTo>
                  <a:lnTo>
                    <a:pt x="135" y="39"/>
                  </a:lnTo>
                  <a:lnTo>
                    <a:pt x="134" y="37"/>
                  </a:lnTo>
                  <a:lnTo>
                    <a:pt x="134" y="37"/>
                  </a:lnTo>
                  <a:lnTo>
                    <a:pt x="133" y="35"/>
                  </a:lnTo>
                  <a:lnTo>
                    <a:pt x="133" y="32"/>
                  </a:lnTo>
                  <a:lnTo>
                    <a:pt x="134" y="31"/>
                  </a:lnTo>
                  <a:lnTo>
                    <a:pt x="135" y="31"/>
                  </a:lnTo>
                  <a:lnTo>
                    <a:pt x="135" y="29"/>
                  </a:lnTo>
                  <a:lnTo>
                    <a:pt x="134" y="27"/>
                  </a:lnTo>
                  <a:lnTo>
                    <a:pt x="133" y="23"/>
                  </a:lnTo>
                  <a:lnTo>
                    <a:pt x="134" y="22"/>
                  </a:lnTo>
                  <a:lnTo>
                    <a:pt x="133" y="18"/>
                  </a:lnTo>
                  <a:lnTo>
                    <a:pt x="133" y="15"/>
                  </a:lnTo>
                  <a:lnTo>
                    <a:pt x="129" y="8"/>
                  </a:lnTo>
                  <a:lnTo>
                    <a:pt x="128" y="6"/>
                  </a:lnTo>
                  <a:lnTo>
                    <a:pt x="126" y="4"/>
                  </a:lnTo>
                  <a:lnTo>
                    <a:pt x="128" y="3"/>
                  </a:lnTo>
                  <a:lnTo>
                    <a:pt x="129" y="3"/>
                  </a:lnTo>
                  <a:lnTo>
                    <a:pt x="130" y="2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0" name="Freeform 347">
              <a:extLst>
                <a:ext uri="{FF2B5EF4-FFF2-40B4-BE49-F238E27FC236}">
                  <a16:creationId xmlns:a16="http://schemas.microsoft.com/office/drawing/2014/main" id="{C6B06F59-FDA5-41D5-8E63-DFF69B0D5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637" y="-40454"/>
              <a:ext cx="2325151" cy="1095686"/>
            </a:xfrm>
            <a:custGeom>
              <a:avLst/>
              <a:gdLst>
                <a:gd name="T0" fmla="*/ 117 w 365"/>
                <a:gd name="T1" fmla="*/ 5 h 172"/>
                <a:gd name="T2" fmla="*/ 133 w 365"/>
                <a:gd name="T3" fmla="*/ 8 h 172"/>
                <a:gd name="T4" fmla="*/ 145 w 365"/>
                <a:gd name="T5" fmla="*/ 13 h 172"/>
                <a:gd name="T6" fmla="*/ 150 w 365"/>
                <a:gd name="T7" fmla="*/ 24 h 172"/>
                <a:gd name="T8" fmla="*/ 163 w 365"/>
                <a:gd name="T9" fmla="*/ 30 h 172"/>
                <a:gd name="T10" fmla="*/ 174 w 365"/>
                <a:gd name="T11" fmla="*/ 29 h 172"/>
                <a:gd name="T12" fmla="*/ 192 w 365"/>
                <a:gd name="T13" fmla="*/ 22 h 172"/>
                <a:gd name="T14" fmla="*/ 213 w 365"/>
                <a:gd name="T15" fmla="*/ 29 h 172"/>
                <a:gd name="T16" fmla="*/ 224 w 365"/>
                <a:gd name="T17" fmla="*/ 37 h 172"/>
                <a:gd name="T18" fmla="*/ 248 w 365"/>
                <a:gd name="T19" fmla="*/ 40 h 172"/>
                <a:gd name="T20" fmla="*/ 261 w 365"/>
                <a:gd name="T21" fmla="*/ 34 h 172"/>
                <a:gd name="T22" fmla="*/ 277 w 365"/>
                <a:gd name="T23" fmla="*/ 28 h 172"/>
                <a:gd name="T24" fmla="*/ 284 w 365"/>
                <a:gd name="T25" fmla="*/ 17 h 172"/>
                <a:gd name="T26" fmla="*/ 298 w 365"/>
                <a:gd name="T27" fmla="*/ 20 h 172"/>
                <a:gd name="T28" fmla="*/ 307 w 365"/>
                <a:gd name="T29" fmla="*/ 18 h 172"/>
                <a:gd name="T30" fmla="*/ 313 w 365"/>
                <a:gd name="T31" fmla="*/ 46 h 172"/>
                <a:gd name="T32" fmla="*/ 329 w 365"/>
                <a:gd name="T33" fmla="*/ 57 h 172"/>
                <a:gd name="T34" fmla="*/ 342 w 365"/>
                <a:gd name="T35" fmla="*/ 50 h 172"/>
                <a:gd name="T36" fmla="*/ 363 w 365"/>
                <a:gd name="T37" fmla="*/ 66 h 172"/>
                <a:gd name="T38" fmla="*/ 363 w 365"/>
                <a:gd name="T39" fmla="*/ 75 h 172"/>
                <a:gd name="T40" fmla="*/ 350 w 365"/>
                <a:gd name="T41" fmla="*/ 74 h 172"/>
                <a:gd name="T42" fmla="*/ 340 w 365"/>
                <a:gd name="T43" fmla="*/ 82 h 172"/>
                <a:gd name="T44" fmla="*/ 333 w 365"/>
                <a:gd name="T45" fmla="*/ 91 h 172"/>
                <a:gd name="T46" fmla="*/ 319 w 365"/>
                <a:gd name="T47" fmla="*/ 99 h 172"/>
                <a:gd name="T48" fmla="*/ 308 w 365"/>
                <a:gd name="T49" fmla="*/ 112 h 172"/>
                <a:gd name="T50" fmla="*/ 292 w 365"/>
                <a:gd name="T51" fmla="*/ 107 h 172"/>
                <a:gd name="T52" fmla="*/ 283 w 365"/>
                <a:gd name="T53" fmla="*/ 121 h 172"/>
                <a:gd name="T54" fmla="*/ 284 w 365"/>
                <a:gd name="T55" fmla="*/ 140 h 172"/>
                <a:gd name="T56" fmla="*/ 269 w 365"/>
                <a:gd name="T57" fmla="*/ 153 h 172"/>
                <a:gd name="T58" fmla="*/ 241 w 365"/>
                <a:gd name="T59" fmla="*/ 161 h 172"/>
                <a:gd name="T60" fmla="*/ 217 w 365"/>
                <a:gd name="T61" fmla="*/ 171 h 172"/>
                <a:gd name="T62" fmla="*/ 200 w 365"/>
                <a:gd name="T63" fmla="*/ 168 h 172"/>
                <a:gd name="T64" fmla="*/ 163 w 365"/>
                <a:gd name="T65" fmla="*/ 157 h 172"/>
                <a:gd name="T66" fmla="*/ 140 w 365"/>
                <a:gd name="T67" fmla="*/ 161 h 172"/>
                <a:gd name="T68" fmla="*/ 115 w 365"/>
                <a:gd name="T69" fmla="*/ 155 h 172"/>
                <a:gd name="T70" fmla="*/ 107 w 365"/>
                <a:gd name="T71" fmla="*/ 140 h 172"/>
                <a:gd name="T72" fmla="*/ 101 w 365"/>
                <a:gd name="T73" fmla="*/ 136 h 172"/>
                <a:gd name="T74" fmla="*/ 86 w 365"/>
                <a:gd name="T75" fmla="*/ 130 h 172"/>
                <a:gd name="T76" fmla="*/ 69 w 365"/>
                <a:gd name="T77" fmla="*/ 125 h 172"/>
                <a:gd name="T78" fmla="*/ 46 w 365"/>
                <a:gd name="T79" fmla="*/ 115 h 172"/>
                <a:gd name="T80" fmla="*/ 47 w 365"/>
                <a:gd name="T81" fmla="*/ 104 h 172"/>
                <a:gd name="T82" fmla="*/ 41 w 365"/>
                <a:gd name="T83" fmla="*/ 92 h 172"/>
                <a:gd name="T84" fmla="*/ 33 w 365"/>
                <a:gd name="T85" fmla="*/ 83 h 172"/>
                <a:gd name="T86" fmla="*/ 25 w 365"/>
                <a:gd name="T87" fmla="*/ 82 h 172"/>
                <a:gd name="T88" fmla="*/ 16 w 365"/>
                <a:gd name="T89" fmla="*/ 83 h 172"/>
                <a:gd name="T90" fmla="*/ 8 w 365"/>
                <a:gd name="T91" fmla="*/ 75 h 172"/>
                <a:gd name="T92" fmla="*/ 3 w 365"/>
                <a:gd name="T93" fmla="*/ 67 h 172"/>
                <a:gd name="T94" fmla="*/ 0 w 365"/>
                <a:gd name="T95" fmla="*/ 63 h 172"/>
                <a:gd name="T96" fmla="*/ 12 w 365"/>
                <a:gd name="T97" fmla="*/ 53 h 172"/>
                <a:gd name="T98" fmla="*/ 21 w 365"/>
                <a:gd name="T99" fmla="*/ 42 h 172"/>
                <a:gd name="T100" fmla="*/ 25 w 365"/>
                <a:gd name="T101" fmla="*/ 34 h 172"/>
                <a:gd name="T102" fmla="*/ 41 w 365"/>
                <a:gd name="T103" fmla="*/ 30 h 172"/>
                <a:gd name="T104" fmla="*/ 50 w 365"/>
                <a:gd name="T105" fmla="*/ 32 h 172"/>
                <a:gd name="T106" fmla="*/ 62 w 365"/>
                <a:gd name="T107" fmla="*/ 32 h 172"/>
                <a:gd name="T108" fmla="*/ 76 w 365"/>
                <a:gd name="T109" fmla="*/ 45 h 172"/>
                <a:gd name="T110" fmla="*/ 90 w 365"/>
                <a:gd name="T111" fmla="*/ 42 h 172"/>
                <a:gd name="T112" fmla="*/ 103 w 365"/>
                <a:gd name="T113" fmla="*/ 42 h 172"/>
                <a:gd name="T114" fmla="*/ 107 w 365"/>
                <a:gd name="T115" fmla="*/ 28 h 172"/>
                <a:gd name="T116" fmla="*/ 99 w 365"/>
                <a:gd name="T117" fmla="*/ 15 h 172"/>
                <a:gd name="T118" fmla="*/ 105 w 365"/>
                <a:gd name="T119" fmla="*/ 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5" h="172">
                  <a:moveTo>
                    <a:pt x="107" y="0"/>
                  </a:moveTo>
                  <a:lnTo>
                    <a:pt x="109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7" y="4"/>
                  </a:lnTo>
                  <a:lnTo>
                    <a:pt x="117" y="5"/>
                  </a:lnTo>
                  <a:lnTo>
                    <a:pt x="120" y="5"/>
                  </a:lnTo>
                  <a:lnTo>
                    <a:pt x="124" y="5"/>
                  </a:lnTo>
                  <a:lnTo>
                    <a:pt x="128" y="5"/>
                  </a:lnTo>
                  <a:lnTo>
                    <a:pt x="129" y="7"/>
                  </a:lnTo>
                  <a:lnTo>
                    <a:pt x="130" y="8"/>
                  </a:lnTo>
                  <a:lnTo>
                    <a:pt x="133" y="8"/>
                  </a:lnTo>
                  <a:lnTo>
                    <a:pt x="134" y="9"/>
                  </a:lnTo>
                  <a:lnTo>
                    <a:pt x="137" y="9"/>
                  </a:lnTo>
                  <a:lnTo>
                    <a:pt x="142" y="9"/>
                  </a:lnTo>
                  <a:lnTo>
                    <a:pt x="144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6" y="15"/>
                  </a:lnTo>
                  <a:lnTo>
                    <a:pt x="146" y="17"/>
                  </a:lnTo>
                  <a:lnTo>
                    <a:pt x="148" y="18"/>
                  </a:lnTo>
                  <a:lnTo>
                    <a:pt x="149" y="21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3" y="26"/>
                  </a:lnTo>
                  <a:lnTo>
                    <a:pt x="154" y="28"/>
                  </a:lnTo>
                  <a:lnTo>
                    <a:pt x="158" y="29"/>
                  </a:lnTo>
                  <a:lnTo>
                    <a:pt x="161" y="30"/>
                  </a:lnTo>
                  <a:lnTo>
                    <a:pt x="163" y="30"/>
                  </a:lnTo>
                  <a:lnTo>
                    <a:pt x="163" y="29"/>
                  </a:lnTo>
                  <a:lnTo>
                    <a:pt x="167" y="30"/>
                  </a:lnTo>
                  <a:lnTo>
                    <a:pt x="169" y="29"/>
                  </a:lnTo>
                  <a:lnTo>
                    <a:pt x="171" y="29"/>
                  </a:lnTo>
                  <a:lnTo>
                    <a:pt x="173" y="29"/>
                  </a:lnTo>
                  <a:lnTo>
                    <a:pt x="174" y="29"/>
                  </a:lnTo>
                  <a:lnTo>
                    <a:pt x="175" y="26"/>
                  </a:lnTo>
                  <a:lnTo>
                    <a:pt x="179" y="25"/>
                  </a:lnTo>
                  <a:lnTo>
                    <a:pt x="184" y="25"/>
                  </a:lnTo>
                  <a:lnTo>
                    <a:pt x="186" y="24"/>
                  </a:lnTo>
                  <a:lnTo>
                    <a:pt x="190" y="24"/>
                  </a:lnTo>
                  <a:lnTo>
                    <a:pt x="192" y="22"/>
                  </a:lnTo>
                  <a:lnTo>
                    <a:pt x="195" y="24"/>
                  </a:lnTo>
                  <a:lnTo>
                    <a:pt x="199" y="25"/>
                  </a:lnTo>
                  <a:lnTo>
                    <a:pt x="203" y="25"/>
                  </a:lnTo>
                  <a:lnTo>
                    <a:pt x="205" y="28"/>
                  </a:lnTo>
                  <a:lnTo>
                    <a:pt x="209" y="29"/>
                  </a:lnTo>
                  <a:lnTo>
                    <a:pt x="213" y="29"/>
                  </a:lnTo>
                  <a:lnTo>
                    <a:pt x="216" y="29"/>
                  </a:lnTo>
                  <a:lnTo>
                    <a:pt x="217" y="30"/>
                  </a:lnTo>
                  <a:lnTo>
                    <a:pt x="219" y="34"/>
                  </a:lnTo>
                  <a:lnTo>
                    <a:pt x="220" y="36"/>
                  </a:lnTo>
                  <a:lnTo>
                    <a:pt x="221" y="36"/>
                  </a:lnTo>
                  <a:lnTo>
                    <a:pt x="224" y="37"/>
                  </a:lnTo>
                  <a:lnTo>
                    <a:pt x="225" y="38"/>
                  </a:lnTo>
                  <a:lnTo>
                    <a:pt x="228" y="38"/>
                  </a:lnTo>
                  <a:lnTo>
                    <a:pt x="233" y="38"/>
                  </a:lnTo>
                  <a:lnTo>
                    <a:pt x="237" y="40"/>
                  </a:lnTo>
                  <a:lnTo>
                    <a:pt x="245" y="40"/>
                  </a:lnTo>
                  <a:lnTo>
                    <a:pt x="248" y="40"/>
                  </a:lnTo>
                  <a:lnTo>
                    <a:pt x="249" y="38"/>
                  </a:lnTo>
                  <a:lnTo>
                    <a:pt x="252" y="38"/>
                  </a:lnTo>
                  <a:lnTo>
                    <a:pt x="253" y="40"/>
                  </a:lnTo>
                  <a:lnTo>
                    <a:pt x="254" y="40"/>
                  </a:lnTo>
                  <a:lnTo>
                    <a:pt x="257" y="37"/>
                  </a:lnTo>
                  <a:lnTo>
                    <a:pt x="261" y="34"/>
                  </a:lnTo>
                  <a:lnTo>
                    <a:pt x="263" y="34"/>
                  </a:lnTo>
                  <a:lnTo>
                    <a:pt x="266" y="32"/>
                  </a:lnTo>
                  <a:lnTo>
                    <a:pt x="267" y="32"/>
                  </a:lnTo>
                  <a:lnTo>
                    <a:pt x="273" y="32"/>
                  </a:lnTo>
                  <a:lnTo>
                    <a:pt x="275" y="29"/>
                  </a:lnTo>
                  <a:lnTo>
                    <a:pt x="277" y="28"/>
                  </a:lnTo>
                  <a:lnTo>
                    <a:pt x="277" y="26"/>
                  </a:lnTo>
                  <a:lnTo>
                    <a:pt x="278" y="24"/>
                  </a:lnTo>
                  <a:lnTo>
                    <a:pt x="281" y="22"/>
                  </a:lnTo>
                  <a:lnTo>
                    <a:pt x="282" y="21"/>
                  </a:lnTo>
                  <a:lnTo>
                    <a:pt x="283" y="18"/>
                  </a:lnTo>
                  <a:lnTo>
                    <a:pt x="284" y="17"/>
                  </a:lnTo>
                  <a:lnTo>
                    <a:pt x="287" y="17"/>
                  </a:lnTo>
                  <a:lnTo>
                    <a:pt x="287" y="17"/>
                  </a:lnTo>
                  <a:lnTo>
                    <a:pt x="291" y="16"/>
                  </a:lnTo>
                  <a:lnTo>
                    <a:pt x="294" y="17"/>
                  </a:lnTo>
                  <a:lnTo>
                    <a:pt x="296" y="18"/>
                  </a:lnTo>
                  <a:lnTo>
                    <a:pt x="298" y="20"/>
                  </a:lnTo>
                  <a:lnTo>
                    <a:pt x="299" y="21"/>
                  </a:lnTo>
                  <a:lnTo>
                    <a:pt x="302" y="20"/>
                  </a:lnTo>
                  <a:lnTo>
                    <a:pt x="303" y="21"/>
                  </a:lnTo>
                  <a:lnTo>
                    <a:pt x="304" y="21"/>
                  </a:lnTo>
                  <a:lnTo>
                    <a:pt x="307" y="20"/>
                  </a:lnTo>
                  <a:lnTo>
                    <a:pt x="307" y="18"/>
                  </a:lnTo>
                  <a:lnTo>
                    <a:pt x="311" y="17"/>
                  </a:lnTo>
                  <a:lnTo>
                    <a:pt x="316" y="18"/>
                  </a:lnTo>
                  <a:lnTo>
                    <a:pt x="317" y="20"/>
                  </a:lnTo>
                  <a:lnTo>
                    <a:pt x="315" y="38"/>
                  </a:lnTo>
                  <a:lnTo>
                    <a:pt x="315" y="42"/>
                  </a:lnTo>
                  <a:lnTo>
                    <a:pt x="313" y="46"/>
                  </a:lnTo>
                  <a:lnTo>
                    <a:pt x="315" y="49"/>
                  </a:lnTo>
                  <a:lnTo>
                    <a:pt x="312" y="53"/>
                  </a:lnTo>
                  <a:lnTo>
                    <a:pt x="315" y="57"/>
                  </a:lnTo>
                  <a:lnTo>
                    <a:pt x="320" y="59"/>
                  </a:lnTo>
                  <a:lnTo>
                    <a:pt x="324" y="57"/>
                  </a:lnTo>
                  <a:lnTo>
                    <a:pt x="329" y="57"/>
                  </a:lnTo>
                  <a:lnTo>
                    <a:pt x="334" y="58"/>
                  </a:lnTo>
                  <a:lnTo>
                    <a:pt x="336" y="61"/>
                  </a:lnTo>
                  <a:lnTo>
                    <a:pt x="340" y="55"/>
                  </a:lnTo>
                  <a:lnTo>
                    <a:pt x="338" y="53"/>
                  </a:lnTo>
                  <a:lnTo>
                    <a:pt x="338" y="51"/>
                  </a:lnTo>
                  <a:lnTo>
                    <a:pt x="342" y="50"/>
                  </a:lnTo>
                  <a:lnTo>
                    <a:pt x="344" y="49"/>
                  </a:lnTo>
                  <a:lnTo>
                    <a:pt x="349" y="50"/>
                  </a:lnTo>
                  <a:lnTo>
                    <a:pt x="352" y="54"/>
                  </a:lnTo>
                  <a:lnTo>
                    <a:pt x="356" y="58"/>
                  </a:lnTo>
                  <a:lnTo>
                    <a:pt x="360" y="62"/>
                  </a:lnTo>
                  <a:lnTo>
                    <a:pt x="363" y="66"/>
                  </a:lnTo>
                  <a:lnTo>
                    <a:pt x="363" y="67"/>
                  </a:lnTo>
                  <a:lnTo>
                    <a:pt x="365" y="68"/>
                  </a:lnTo>
                  <a:lnTo>
                    <a:pt x="365" y="71"/>
                  </a:lnTo>
                  <a:lnTo>
                    <a:pt x="363" y="72"/>
                  </a:lnTo>
                  <a:lnTo>
                    <a:pt x="363" y="74"/>
                  </a:lnTo>
                  <a:lnTo>
                    <a:pt x="363" y="75"/>
                  </a:lnTo>
                  <a:lnTo>
                    <a:pt x="361" y="75"/>
                  </a:lnTo>
                  <a:lnTo>
                    <a:pt x="360" y="74"/>
                  </a:lnTo>
                  <a:lnTo>
                    <a:pt x="357" y="74"/>
                  </a:lnTo>
                  <a:lnTo>
                    <a:pt x="356" y="75"/>
                  </a:lnTo>
                  <a:lnTo>
                    <a:pt x="353" y="74"/>
                  </a:lnTo>
                  <a:lnTo>
                    <a:pt x="350" y="74"/>
                  </a:lnTo>
                  <a:lnTo>
                    <a:pt x="349" y="78"/>
                  </a:lnTo>
                  <a:lnTo>
                    <a:pt x="345" y="80"/>
                  </a:lnTo>
                  <a:lnTo>
                    <a:pt x="344" y="80"/>
                  </a:lnTo>
                  <a:lnTo>
                    <a:pt x="341" y="79"/>
                  </a:lnTo>
                  <a:lnTo>
                    <a:pt x="341" y="80"/>
                  </a:lnTo>
                  <a:lnTo>
                    <a:pt x="340" y="82"/>
                  </a:lnTo>
                  <a:lnTo>
                    <a:pt x="340" y="83"/>
                  </a:lnTo>
                  <a:lnTo>
                    <a:pt x="338" y="83"/>
                  </a:lnTo>
                  <a:lnTo>
                    <a:pt x="337" y="83"/>
                  </a:lnTo>
                  <a:lnTo>
                    <a:pt x="336" y="84"/>
                  </a:lnTo>
                  <a:lnTo>
                    <a:pt x="333" y="88"/>
                  </a:lnTo>
                  <a:lnTo>
                    <a:pt x="333" y="91"/>
                  </a:lnTo>
                  <a:lnTo>
                    <a:pt x="333" y="93"/>
                  </a:lnTo>
                  <a:lnTo>
                    <a:pt x="332" y="95"/>
                  </a:lnTo>
                  <a:lnTo>
                    <a:pt x="329" y="96"/>
                  </a:lnTo>
                  <a:lnTo>
                    <a:pt x="324" y="100"/>
                  </a:lnTo>
                  <a:lnTo>
                    <a:pt x="321" y="100"/>
                  </a:lnTo>
                  <a:lnTo>
                    <a:pt x="319" y="99"/>
                  </a:lnTo>
                  <a:lnTo>
                    <a:pt x="317" y="100"/>
                  </a:lnTo>
                  <a:lnTo>
                    <a:pt x="315" y="105"/>
                  </a:lnTo>
                  <a:lnTo>
                    <a:pt x="312" y="107"/>
                  </a:lnTo>
                  <a:lnTo>
                    <a:pt x="309" y="108"/>
                  </a:lnTo>
                  <a:lnTo>
                    <a:pt x="308" y="111"/>
                  </a:lnTo>
                  <a:lnTo>
                    <a:pt x="308" y="112"/>
                  </a:lnTo>
                  <a:lnTo>
                    <a:pt x="307" y="112"/>
                  </a:lnTo>
                  <a:lnTo>
                    <a:pt x="304" y="111"/>
                  </a:lnTo>
                  <a:lnTo>
                    <a:pt x="302" y="111"/>
                  </a:lnTo>
                  <a:lnTo>
                    <a:pt x="298" y="109"/>
                  </a:lnTo>
                  <a:lnTo>
                    <a:pt x="295" y="107"/>
                  </a:lnTo>
                  <a:lnTo>
                    <a:pt x="292" y="107"/>
                  </a:lnTo>
                  <a:lnTo>
                    <a:pt x="287" y="108"/>
                  </a:lnTo>
                  <a:lnTo>
                    <a:pt x="284" y="109"/>
                  </a:lnTo>
                  <a:lnTo>
                    <a:pt x="283" y="112"/>
                  </a:lnTo>
                  <a:lnTo>
                    <a:pt x="283" y="117"/>
                  </a:lnTo>
                  <a:lnTo>
                    <a:pt x="283" y="120"/>
                  </a:lnTo>
                  <a:lnTo>
                    <a:pt x="283" y="121"/>
                  </a:lnTo>
                  <a:lnTo>
                    <a:pt x="288" y="125"/>
                  </a:lnTo>
                  <a:lnTo>
                    <a:pt x="292" y="128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90" y="134"/>
                  </a:lnTo>
                  <a:lnTo>
                    <a:pt x="284" y="140"/>
                  </a:lnTo>
                  <a:lnTo>
                    <a:pt x="282" y="145"/>
                  </a:lnTo>
                  <a:lnTo>
                    <a:pt x="281" y="149"/>
                  </a:lnTo>
                  <a:lnTo>
                    <a:pt x="278" y="149"/>
                  </a:lnTo>
                  <a:lnTo>
                    <a:pt x="274" y="150"/>
                  </a:lnTo>
                  <a:lnTo>
                    <a:pt x="271" y="150"/>
                  </a:lnTo>
                  <a:lnTo>
                    <a:pt x="269" y="153"/>
                  </a:lnTo>
                  <a:lnTo>
                    <a:pt x="265" y="155"/>
                  </a:lnTo>
                  <a:lnTo>
                    <a:pt x="262" y="155"/>
                  </a:lnTo>
                  <a:lnTo>
                    <a:pt x="257" y="155"/>
                  </a:lnTo>
                  <a:lnTo>
                    <a:pt x="254" y="157"/>
                  </a:lnTo>
                  <a:lnTo>
                    <a:pt x="250" y="158"/>
                  </a:lnTo>
                  <a:lnTo>
                    <a:pt x="241" y="161"/>
                  </a:lnTo>
                  <a:lnTo>
                    <a:pt x="234" y="163"/>
                  </a:lnTo>
                  <a:lnTo>
                    <a:pt x="232" y="167"/>
                  </a:lnTo>
                  <a:lnTo>
                    <a:pt x="227" y="171"/>
                  </a:lnTo>
                  <a:lnTo>
                    <a:pt x="224" y="172"/>
                  </a:lnTo>
                  <a:lnTo>
                    <a:pt x="221" y="172"/>
                  </a:lnTo>
                  <a:lnTo>
                    <a:pt x="217" y="171"/>
                  </a:lnTo>
                  <a:lnTo>
                    <a:pt x="217" y="170"/>
                  </a:lnTo>
                  <a:lnTo>
                    <a:pt x="217" y="168"/>
                  </a:lnTo>
                  <a:lnTo>
                    <a:pt x="212" y="170"/>
                  </a:lnTo>
                  <a:lnTo>
                    <a:pt x="208" y="171"/>
                  </a:lnTo>
                  <a:lnTo>
                    <a:pt x="204" y="168"/>
                  </a:lnTo>
                  <a:lnTo>
                    <a:pt x="200" y="168"/>
                  </a:lnTo>
                  <a:lnTo>
                    <a:pt x="194" y="166"/>
                  </a:lnTo>
                  <a:lnTo>
                    <a:pt x="186" y="162"/>
                  </a:lnTo>
                  <a:lnTo>
                    <a:pt x="182" y="158"/>
                  </a:lnTo>
                  <a:lnTo>
                    <a:pt x="179" y="158"/>
                  </a:lnTo>
                  <a:lnTo>
                    <a:pt x="170" y="157"/>
                  </a:lnTo>
                  <a:lnTo>
                    <a:pt x="163" y="157"/>
                  </a:lnTo>
                  <a:lnTo>
                    <a:pt x="161" y="157"/>
                  </a:lnTo>
                  <a:lnTo>
                    <a:pt x="159" y="158"/>
                  </a:lnTo>
                  <a:lnTo>
                    <a:pt x="159" y="159"/>
                  </a:lnTo>
                  <a:lnTo>
                    <a:pt x="155" y="161"/>
                  </a:lnTo>
                  <a:lnTo>
                    <a:pt x="149" y="161"/>
                  </a:lnTo>
                  <a:lnTo>
                    <a:pt x="140" y="161"/>
                  </a:lnTo>
                  <a:lnTo>
                    <a:pt x="133" y="161"/>
                  </a:lnTo>
                  <a:lnTo>
                    <a:pt x="126" y="161"/>
                  </a:lnTo>
                  <a:lnTo>
                    <a:pt x="122" y="161"/>
                  </a:lnTo>
                  <a:lnTo>
                    <a:pt x="120" y="161"/>
                  </a:lnTo>
                  <a:lnTo>
                    <a:pt x="119" y="161"/>
                  </a:lnTo>
                  <a:lnTo>
                    <a:pt x="115" y="155"/>
                  </a:lnTo>
                  <a:lnTo>
                    <a:pt x="115" y="153"/>
                  </a:lnTo>
                  <a:lnTo>
                    <a:pt x="112" y="149"/>
                  </a:lnTo>
                  <a:lnTo>
                    <a:pt x="109" y="146"/>
                  </a:lnTo>
                  <a:lnTo>
                    <a:pt x="108" y="143"/>
                  </a:lnTo>
                  <a:lnTo>
                    <a:pt x="108" y="141"/>
                  </a:lnTo>
                  <a:lnTo>
                    <a:pt x="107" y="140"/>
                  </a:lnTo>
                  <a:lnTo>
                    <a:pt x="104" y="140"/>
                  </a:lnTo>
                  <a:lnTo>
                    <a:pt x="104" y="138"/>
                  </a:lnTo>
                  <a:lnTo>
                    <a:pt x="103" y="137"/>
                  </a:lnTo>
                  <a:lnTo>
                    <a:pt x="103" y="136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97" y="136"/>
                  </a:lnTo>
                  <a:lnTo>
                    <a:pt x="95" y="134"/>
                  </a:lnTo>
                  <a:lnTo>
                    <a:pt x="91" y="130"/>
                  </a:lnTo>
                  <a:lnTo>
                    <a:pt x="88" y="130"/>
                  </a:lnTo>
                  <a:lnTo>
                    <a:pt x="88" y="130"/>
                  </a:lnTo>
                  <a:lnTo>
                    <a:pt x="86" y="130"/>
                  </a:lnTo>
                  <a:lnTo>
                    <a:pt x="84" y="129"/>
                  </a:lnTo>
                  <a:lnTo>
                    <a:pt x="80" y="126"/>
                  </a:lnTo>
                  <a:lnTo>
                    <a:pt x="72" y="124"/>
                  </a:lnTo>
                  <a:lnTo>
                    <a:pt x="72" y="125"/>
                  </a:lnTo>
                  <a:lnTo>
                    <a:pt x="71" y="125"/>
                  </a:lnTo>
                  <a:lnTo>
                    <a:pt x="69" y="125"/>
                  </a:lnTo>
                  <a:lnTo>
                    <a:pt x="63" y="126"/>
                  </a:lnTo>
                  <a:lnTo>
                    <a:pt x="51" y="124"/>
                  </a:lnTo>
                  <a:lnTo>
                    <a:pt x="49" y="122"/>
                  </a:lnTo>
                  <a:lnTo>
                    <a:pt x="46" y="117"/>
                  </a:lnTo>
                  <a:lnTo>
                    <a:pt x="46" y="116"/>
                  </a:lnTo>
                  <a:lnTo>
                    <a:pt x="46" y="115"/>
                  </a:lnTo>
                  <a:lnTo>
                    <a:pt x="46" y="113"/>
                  </a:lnTo>
                  <a:lnTo>
                    <a:pt x="47" y="112"/>
                  </a:lnTo>
                  <a:lnTo>
                    <a:pt x="49" y="109"/>
                  </a:lnTo>
                  <a:lnTo>
                    <a:pt x="47" y="108"/>
                  </a:lnTo>
                  <a:lnTo>
                    <a:pt x="46" y="105"/>
                  </a:lnTo>
                  <a:lnTo>
                    <a:pt x="47" y="104"/>
                  </a:lnTo>
                  <a:lnTo>
                    <a:pt x="47" y="101"/>
                  </a:lnTo>
                  <a:lnTo>
                    <a:pt x="46" y="100"/>
                  </a:lnTo>
                  <a:lnTo>
                    <a:pt x="45" y="97"/>
                  </a:lnTo>
                  <a:lnTo>
                    <a:pt x="43" y="96"/>
                  </a:lnTo>
                  <a:lnTo>
                    <a:pt x="41" y="95"/>
                  </a:lnTo>
                  <a:lnTo>
                    <a:pt x="41" y="92"/>
                  </a:lnTo>
                  <a:lnTo>
                    <a:pt x="40" y="91"/>
                  </a:lnTo>
                  <a:lnTo>
                    <a:pt x="38" y="88"/>
                  </a:lnTo>
                  <a:lnTo>
                    <a:pt x="38" y="87"/>
                  </a:lnTo>
                  <a:lnTo>
                    <a:pt x="37" y="86"/>
                  </a:lnTo>
                  <a:lnTo>
                    <a:pt x="34" y="83"/>
                  </a:lnTo>
                  <a:lnTo>
                    <a:pt x="33" y="83"/>
                  </a:lnTo>
                  <a:lnTo>
                    <a:pt x="32" y="82"/>
                  </a:lnTo>
                  <a:lnTo>
                    <a:pt x="30" y="80"/>
                  </a:lnTo>
                  <a:lnTo>
                    <a:pt x="29" y="80"/>
                  </a:lnTo>
                  <a:lnTo>
                    <a:pt x="28" y="82"/>
                  </a:lnTo>
                  <a:lnTo>
                    <a:pt x="26" y="83"/>
                  </a:lnTo>
                  <a:lnTo>
                    <a:pt x="25" y="82"/>
                  </a:lnTo>
                  <a:lnTo>
                    <a:pt x="22" y="80"/>
                  </a:lnTo>
                  <a:lnTo>
                    <a:pt x="22" y="79"/>
                  </a:lnTo>
                  <a:lnTo>
                    <a:pt x="20" y="79"/>
                  </a:lnTo>
                  <a:lnTo>
                    <a:pt x="17" y="80"/>
                  </a:lnTo>
                  <a:lnTo>
                    <a:pt x="17" y="82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6"/>
                  </a:lnTo>
                  <a:lnTo>
                    <a:pt x="8" y="75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0" y="62"/>
                  </a:lnTo>
                  <a:lnTo>
                    <a:pt x="1" y="58"/>
                  </a:lnTo>
                  <a:lnTo>
                    <a:pt x="4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12" y="53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7" y="47"/>
                  </a:lnTo>
                  <a:lnTo>
                    <a:pt x="20" y="46"/>
                  </a:lnTo>
                  <a:lnTo>
                    <a:pt x="20" y="43"/>
                  </a:lnTo>
                  <a:lnTo>
                    <a:pt x="21" y="42"/>
                  </a:lnTo>
                  <a:lnTo>
                    <a:pt x="24" y="41"/>
                  </a:lnTo>
                  <a:lnTo>
                    <a:pt x="25" y="40"/>
                  </a:lnTo>
                  <a:lnTo>
                    <a:pt x="26" y="38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9" y="36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8" y="30"/>
                  </a:lnTo>
                  <a:lnTo>
                    <a:pt x="41" y="30"/>
                  </a:lnTo>
                  <a:lnTo>
                    <a:pt x="42" y="30"/>
                  </a:lnTo>
                  <a:lnTo>
                    <a:pt x="45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9" y="30"/>
                  </a:lnTo>
                  <a:lnTo>
                    <a:pt x="50" y="32"/>
                  </a:lnTo>
                  <a:lnTo>
                    <a:pt x="51" y="34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7" y="33"/>
                  </a:lnTo>
                  <a:lnTo>
                    <a:pt x="58" y="32"/>
                  </a:lnTo>
                  <a:lnTo>
                    <a:pt x="62" y="32"/>
                  </a:lnTo>
                  <a:lnTo>
                    <a:pt x="63" y="34"/>
                  </a:lnTo>
                  <a:lnTo>
                    <a:pt x="63" y="36"/>
                  </a:lnTo>
                  <a:lnTo>
                    <a:pt x="65" y="37"/>
                  </a:lnTo>
                  <a:lnTo>
                    <a:pt x="70" y="41"/>
                  </a:lnTo>
                  <a:lnTo>
                    <a:pt x="72" y="42"/>
                  </a:lnTo>
                  <a:lnTo>
                    <a:pt x="76" y="45"/>
                  </a:lnTo>
                  <a:lnTo>
                    <a:pt x="78" y="43"/>
                  </a:lnTo>
                  <a:lnTo>
                    <a:pt x="80" y="42"/>
                  </a:lnTo>
                  <a:lnTo>
                    <a:pt x="83" y="41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90" y="42"/>
                  </a:lnTo>
                  <a:lnTo>
                    <a:pt x="91" y="42"/>
                  </a:lnTo>
                  <a:lnTo>
                    <a:pt x="96" y="42"/>
                  </a:lnTo>
                  <a:lnTo>
                    <a:pt x="97" y="4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103" y="42"/>
                  </a:lnTo>
                  <a:lnTo>
                    <a:pt x="107" y="42"/>
                  </a:lnTo>
                  <a:lnTo>
                    <a:pt x="109" y="38"/>
                  </a:lnTo>
                  <a:lnTo>
                    <a:pt x="108" y="37"/>
                  </a:lnTo>
                  <a:lnTo>
                    <a:pt x="105" y="36"/>
                  </a:lnTo>
                  <a:lnTo>
                    <a:pt x="105" y="32"/>
                  </a:lnTo>
                  <a:lnTo>
                    <a:pt x="107" y="28"/>
                  </a:lnTo>
                  <a:lnTo>
                    <a:pt x="105" y="26"/>
                  </a:lnTo>
                  <a:lnTo>
                    <a:pt x="104" y="25"/>
                  </a:lnTo>
                  <a:lnTo>
                    <a:pt x="103" y="24"/>
                  </a:lnTo>
                  <a:lnTo>
                    <a:pt x="99" y="22"/>
                  </a:lnTo>
                  <a:lnTo>
                    <a:pt x="97" y="20"/>
                  </a:lnTo>
                  <a:lnTo>
                    <a:pt x="99" y="15"/>
                  </a:lnTo>
                  <a:lnTo>
                    <a:pt x="100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4" y="7"/>
                  </a:lnTo>
                  <a:lnTo>
                    <a:pt x="105" y="8"/>
                  </a:lnTo>
                  <a:lnTo>
                    <a:pt x="105" y="5"/>
                  </a:lnTo>
                  <a:lnTo>
                    <a:pt x="105" y="4"/>
                  </a:lnTo>
                  <a:lnTo>
                    <a:pt x="105" y="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1" name="Freeform 348">
              <a:extLst>
                <a:ext uri="{FF2B5EF4-FFF2-40B4-BE49-F238E27FC236}">
                  <a16:creationId xmlns:a16="http://schemas.microsoft.com/office/drawing/2014/main" id="{E703E714-C6B3-4E7C-A77F-718D64597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93" y="-244304"/>
              <a:ext cx="2872995" cy="1509755"/>
            </a:xfrm>
            <a:custGeom>
              <a:avLst/>
              <a:gdLst>
                <a:gd name="T0" fmla="*/ 245 w 451"/>
                <a:gd name="T1" fmla="*/ 7 h 237"/>
                <a:gd name="T2" fmla="*/ 249 w 451"/>
                <a:gd name="T3" fmla="*/ 22 h 237"/>
                <a:gd name="T4" fmla="*/ 260 w 451"/>
                <a:gd name="T5" fmla="*/ 19 h 237"/>
                <a:gd name="T6" fmla="*/ 268 w 451"/>
                <a:gd name="T7" fmla="*/ 22 h 237"/>
                <a:gd name="T8" fmla="*/ 278 w 451"/>
                <a:gd name="T9" fmla="*/ 32 h 237"/>
                <a:gd name="T10" fmla="*/ 297 w 451"/>
                <a:gd name="T11" fmla="*/ 27 h 237"/>
                <a:gd name="T12" fmla="*/ 314 w 451"/>
                <a:gd name="T13" fmla="*/ 12 h 237"/>
                <a:gd name="T14" fmla="*/ 368 w 451"/>
                <a:gd name="T15" fmla="*/ 70 h 237"/>
                <a:gd name="T16" fmla="*/ 377 w 451"/>
                <a:gd name="T17" fmla="*/ 73 h 237"/>
                <a:gd name="T18" fmla="*/ 392 w 451"/>
                <a:gd name="T19" fmla="*/ 69 h 237"/>
                <a:gd name="T20" fmla="*/ 414 w 451"/>
                <a:gd name="T21" fmla="*/ 78 h 237"/>
                <a:gd name="T22" fmla="*/ 422 w 451"/>
                <a:gd name="T23" fmla="*/ 87 h 237"/>
                <a:gd name="T24" fmla="*/ 442 w 451"/>
                <a:gd name="T25" fmla="*/ 83 h 237"/>
                <a:gd name="T26" fmla="*/ 447 w 451"/>
                <a:gd name="T27" fmla="*/ 97 h 237"/>
                <a:gd name="T28" fmla="*/ 439 w 451"/>
                <a:gd name="T29" fmla="*/ 122 h 237"/>
                <a:gd name="T30" fmla="*/ 428 w 451"/>
                <a:gd name="T31" fmla="*/ 131 h 237"/>
                <a:gd name="T32" fmla="*/ 409 w 451"/>
                <a:gd name="T33" fmla="*/ 148 h 237"/>
                <a:gd name="T34" fmla="*/ 406 w 451"/>
                <a:gd name="T35" fmla="*/ 162 h 237"/>
                <a:gd name="T36" fmla="*/ 384 w 451"/>
                <a:gd name="T37" fmla="*/ 168 h 237"/>
                <a:gd name="T38" fmla="*/ 393 w 451"/>
                <a:gd name="T39" fmla="*/ 181 h 237"/>
                <a:gd name="T40" fmla="*/ 398 w 451"/>
                <a:gd name="T41" fmla="*/ 202 h 237"/>
                <a:gd name="T42" fmla="*/ 369 w 451"/>
                <a:gd name="T43" fmla="*/ 199 h 237"/>
                <a:gd name="T44" fmla="*/ 332 w 451"/>
                <a:gd name="T45" fmla="*/ 200 h 237"/>
                <a:gd name="T46" fmla="*/ 319 w 451"/>
                <a:gd name="T47" fmla="*/ 208 h 237"/>
                <a:gd name="T48" fmla="*/ 289 w 451"/>
                <a:gd name="T49" fmla="*/ 214 h 237"/>
                <a:gd name="T50" fmla="*/ 268 w 451"/>
                <a:gd name="T51" fmla="*/ 236 h 237"/>
                <a:gd name="T52" fmla="*/ 230 w 451"/>
                <a:gd name="T53" fmla="*/ 206 h 237"/>
                <a:gd name="T54" fmla="*/ 126 w 451"/>
                <a:gd name="T55" fmla="*/ 236 h 237"/>
                <a:gd name="T56" fmla="*/ 81 w 451"/>
                <a:gd name="T57" fmla="*/ 225 h 237"/>
                <a:gd name="T58" fmla="*/ 74 w 451"/>
                <a:gd name="T59" fmla="*/ 216 h 237"/>
                <a:gd name="T60" fmla="*/ 65 w 451"/>
                <a:gd name="T61" fmla="*/ 208 h 237"/>
                <a:gd name="T62" fmla="*/ 53 w 451"/>
                <a:gd name="T63" fmla="*/ 194 h 237"/>
                <a:gd name="T64" fmla="*/ 62 w 451"/>
                <a:gd name="T65" fmla="*/ 190 h 237"/>
                <a:gd name="T66" fmla="*/ 60 w 451"/>
                <a:gd name="T67" fmla="*/ 182 h 237"/>
                <a:gd name="T68" fmla="*/ 73 w 451"/>
                <a:gd name="T69" fmla="*/ 175 h 237"/>
                <a:gd name="T70" fmla="*/ 79 w 451"/>
                <a:gd name="T71" fmla="*/ 174 h 237"/>
                <a:gd name="T72" fmla="*/ 79 w 451"/>
                <a:gd name="T73" fmla="*/ 160 h 237"/>
                <a:gd name="T74" fmla="*/ 70 w 451"/>
                <a:gd name="T75" fmla="*/ 152 h 237"/>
                <a:gd name="T76" fmla="*/ 62 w 451"/>
                <a:gd name="T77" fmla="*/ 154 h 237"/>
                <a:gd name="T78" fmla="*/ 52 w 451"/>
                <a:gd name="T79" fmla="*/ 154 h 237"/>
                <a:gd name="T80" fmla="*/ 41 w 451"/>
                <a:gd name="T81" fmla="*/ 160 h 237"/>
                <a:gd name="T82" fmla="*/ 29 w 451"/>
                <a:gd name="T83" fmla="*/ 158 h 237"/>
                <a:gd name="T84" fmla="*/ 7 w 451"/>
                <a:gd name="T85" fmla="*/ 135 h 237"/>
                <a:gd name="T86" fmla="*/ 7 w 451"/>
                <a:gd name="T87" fmla="*/ 103 h 237"/>
                <a:gd name="T88" fmla="*/ 24 w 451"/>
                <a:gd name="T89" fmla="*/ 97 h 237"/>
                <a:gd name="T90" fmla="*/ 39 w 451"/>
                <a:gd name="T91" fmla="*/ 82 h 237"/>
                <a:gd name="T92" fmla="*/ 47 w 451"/>
                <a:gd name="T93" fmla="*/ 83 h 237"/>
                <a:gd name="T94" fmla="*/ 58 w 451"/>
                <a:gd name="T95" fmla="*/ 81 h 237"/>
                <a:gd name="T96" fmla="*/ 79 w 451"/>
                <a:gd name="T97" fmla="*/ 91 h 237"/>
                <a:gd name="T98" fmla="*/ 94 w 451"/>
                <a:gd name="T99" fmla="*/ 91 h 237"/>
                <a:gd name="T100" fmla="*/ 107 w 451"/>
                <a:gd name="T101" fmla="*/ 85 h 237"/>
                <a:gd name="T102" fmla="*/ 126 w 451"/>
                <a:gd name="T103" fmla="*/ 85 h 237"/>
                <a:gd name="T104" fmla="*/ 140 w 451"/>
                <a:gd name="T105" fmla="*/ 94 h 237"/>
                <a:gd name="T106" fmla="*/ 157 w 451"/>
                <a:gd name="T107" fmla="*/ 78 h 237"/>
                <a:gd name="T108" fmla="*/ 141 w 451"/>
                <a:gd name="T109" fmla="*/ 69 h 237"/>
                <a:gd name="T110" fmla="*/ 149 w 451"/>
                <a:gd name="T111" fmla="*/ 50 h 237"/>
                <a:gd name="T112" fmla="*/ 147 w 451"/>
                <a:gd name="T113" fmla="*/ 45 h 237"/>
                <a:gd name="T114" fmla="*/ 141 w 451"/>
                <a:gd name="T115" fmla="*/ 36 h 237"/>
                <a:gd name="T116" fmla="*/ 154 w 451"/>
                <a:gd name="T117" fmla="*/ 33 h 237"/>
                <a:gd name="T118" fmla="*/ 174 w 451"/>
                <a:gd name="T119" fmla="*/ 28 h 237"/>
                <a:gd name="T120" fmla="*/ 189 w 451"/>
                <a:gd name="T121" fmla="*/ 20 h 237"/>
                <a:gd name="T122" fmla="*/ 207 w 451"/>
                <a:gd name="T123" fmla="*/ 12 h 237"/>
                <a:gd name="T124" fmla="*/ 220 w 451"/>
                <a:gd name="T125" fmla="*/ 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1" h="237">
                  <a:moveTo>
                    <a:pt x="227" y="0"/>
                  </a:moveTo>
                  <a:lnTo>
                    <a:pt x="230" y="2"/>
                  </a:lnTo>
                  <a:lnTo>
                    <a:pt x="234" y="2"/>
                  </a:lnTo>
                  <a:lnTo>
                    <a:pt x="236" y="4"/>
                  </a:lnTo>
                  <a:lnTo>
                    <a:pt x="239" y="4"/>
                  </a:lnTo>
                  <a:lnTo>
                    <a:pt x="241" y="3"/>
                  </a:lnTo>
                  <a:lnTo>
                    <a:pt x="244" y="3"/>
                  </a:lnTo>
                  <a:lnTo>
                    <a:pt x="244" y="6"/>
                  </a:lnTo>
                  <a:lnTo>
                    <a:pt x="245" y="7"/>
                  </a:lnTo>
                  <a:lnTo>
                    <a:pt x="247" y="8"/>
                  </a:lnTo>
                  <a:lnTo>
                    <a:pt x="248" y="11"/>
                  </a:lnTo>
                  <a:lnTo>
                    <a:pt x="249" y="12"/>
                  </a:lnTo>
                  <a:lnTo>
                    <a:pt x="249" y="14"/>
                  </a:lnTo>
                  <a:lnTo>
                    <a:pt x="249" y="15"/>
                  </a:lnTo>
                  <a:lnTo>
                    <a:pt x="249" y="18"/>
                  </a:lnTo>
                  <a:lnTo>
                    <a:pt x="249" y="19"/>
                  </a:lnTo>
                  <a:lnTo>
                    <a:pt x="248" y="19"/>
                  </a:lnTo>
                  <a:lnTo>
                    <a:pt x="249" y="22"/>
                  </a:lnTo>
                  <a:lnTo>
                    <a:pt x="251" y="22"/>
                  </a:lnTo>
                  <a:lnTo>
                    <a:pt x="253" y="20"/>
                  </a:lnTo>
                  <a:lnTo>
                    <a:pt x="255" y="22"/>
                  </a:lnTo>
                  <a:lnTo>
                    <a:pt x="256" y="22"/>
                  </a:lnTo>
                  <a:lnTo>
                    <a:pt x="256" y="19"/>
                  </a:lnTo>
                  <a:lnTo>
                    <a:pt x="259" y="19"/>
                  </a:lnTo>
                  <a:lnTo>
                    <a:pt x="259" y="22"/>
                  </a:lnTo>
                  <a:lnTo>
                    <a:pt x="260" y="22"/>
                  </a:lnTo>
                  <a:lnTo>
                    <a:pt x="260" y="19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4" y="19"/>
                  </a:lnTo>
                  <a:lnTo>
                    <a:pt x="265" y="23"/>
                  </a:lnTo>
                  <a:lnTo>
                    <a:pt x="266" y="25"/>
                  </a:lnTo>
                  <a:lnTo>
                    <a:pt x="268" y="25"/>
                  </a:lnTo>
                  <a:lnTo>
                    <a:pt x="269" y="24"/>
                  </a:lnTo>
                  <a:lnTo>
                    <a:pt x="268" y="23"/>
                  </a:lnTo>
                  <a:lnTo>
                    <a:pt x="268" y="22"/>
                  </a:lnTo>
                  <a:lnTo>
                    <a:pt x="270" y="22"/>
                  </a:lnTo>
                  <a:lnTo>
                    <a:pt x="274" y="24"/>
                  </a:lnTo>
                  <a:lnTo>
                    <a:pt x="276" y="24"/>
                  </a:lnTo>
                  <a:lnTo>
                    <a:pt x="278" y="23"/>
                  </a:lnTo>
                  <a:lnTo>
                    <a:pt x="280" y="23"/>
                  </a:lnTo>
                  <a:lnTo>
                    <a:pt x="278" y="25"/>
                  </a:lnTo>
                  <a:lnTo>
                    <a:pt x="277" y="27"/>
                  </a:lnTo>
                  <a:lnTo>
                    <a:pt x="277" y="29"/>
                  </a:lnTo>
                  <a:lnTo>
                    <a:pt x="278" y="32"/>
                  </a:lnTo>
                  <a:lnTo>
                    <a:pt x="280" y="32"/>
                  </a:lnTo>
                  <a:lnTo>
                    <a:pt x="281" y="29"/>
                  </a:lnTo>
                  <a:lnTo>
                    <a:pt x="284" y="29"/>
                  </a:lnTo>
                  <a:lnTo>
                    <a:pt x="289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28"/>
                  </a:lnTo>
                  <a:lnTo>
                    <a:pt x="293" y="27"/>
                  </a:lnTo>
                  <a:lnTo>
                    <a:pt x="297" y="27"/>
                  </a:lnTo>
                  <a:lnTo>
                    <a:pt x="299" y="24"/>
                  </a:lnTo>
                  <a:lnTo>
                    <a:pt x="299" y="23"/>
                  </a:lnTo>
                  <a:lnTo>
                    <a:pt x="302" y="22"/>
                  </a:lnTo>
                  <a:lnTo>
                    <a:pt x="302" y="19"/>
                  </a:lnTo>
                  <a:lnTo>
                    <a:pt x="305" y="16"/>
                  </a:lnTo>
                  <a:lnTo>
                    <a:pt x="306" y="16"/>
                  </a:lnTo>
                  <a:lnTo>
                    <a:pt x="309" y="14"/>
                  </a:lnTo>
                  <a:lnTo>
                    <a:pt x="311" y="14"/>
                  </a:lnTo>
                  <a:lnTo>
                    <a:pt x="314" y="12"/>
                  </a:lnTo>
                  <a:lnTo>
                    <a:pt x="315" y="14"/>
                  </a:lnTo>
                  <a:lnTo>
                    <a:pt x="315" y="15"/>
                  </a:lnTo>
                  <a:lnTo>
                    <a:pt x="313" y="18"/>
                  </a:lnTo>
                  <a:lnTo>
                    <a:pt x="311" y="18"/>
                  </a:lnTo>
                  <a:lnTo>
                    <a:pt x="313" y="20"/>
                  </a:lnTo>
                  <a:lnTo>
                    <a:pt x="334" y="36"/>
                  </a:lnTo>
                  <a:lnTo>
                    <a:pt x="363" y="73"/>
                  </a:lnTo>
                  <a:lnTo>
                    <a:pt x="365" y="72"/>
                  </a:lnTo>
                  <a:lnTo>
                    <a:pt x="368" y="70"/>
                  </a:lnTo>
                  <a:lnTo>
                    <a:pt x="368" y="69"/>
                  </a:lnTo>
                  <a:lnTo>
                    <a:pt x="368" y="69"/>
                  </a:lnTo>
                  <a:lnTo>
                    <a:pt x="366" y="66"/>
                  </a:lnTo>
                  <a:lnTo>
                    <a:pt x="369" y="65"/>
                  </a:lnTo>
                  <a:lnTo>
                    <a:pt x="372" y="66"/>
                  </a:lnTo>
                  <a:lnTo>
                    <a:pt x="372" y="69"/>
                  </a:lnTo>
                  <a:lnTo>
                    <a:pt x="372" y="70"/>
                  </a:lnTo>
                  <a:lnTo>
                    <a:pt x="374" y="70"/>
                  </a:lnTo>
                  <a:lnTo>
                    <a:pt x="377" y="73"/>
                  </a:lnTo>
                  <a:lnTo>
                    <a:pt x="378" y="73"/>
                  </a:lnTo>
                  <a:lnTo>
                    <a:pt x="381" y="72"/>
                  </a:lnTo>
                  <a:lnTo>
                    <a:pt x="382" y="72"/>
                  </a:lnTo>
                  <a:lnTo>
                    <a:pt x="385" y="73"/>
                  </a:lnTo>
                  <a:lnTo>
                    <a:pt x="388" y="72"/>
                  </a:lnTo>
                  <a:lnTo>
                    <a:pt x="390" y="72"/>
                  </a:lnTo>
                  <a:lnTo>
                    <a:pt x="392" y="72"/>
                  </a:lnTo>
                  <a:lnTo>
                    <a:pt x="393" y="70"/>
                  </a:lnTo>
                  <a:lnTo>
                    <a:pt x="392" y="69"/>
                  </a:lnTo>
                  <a:lnTo>
                    <a:pt x="393" y="68"/>
                  </a:lnTo>
                  <a:lnTo>
                    <a:pt x="397" y="68"/>
                  </a:lnTo>
                  <a:lnTo>
                    <a:pt x="401" y="68"/>
                  </a:lnTo>
                  <a:lnTo>
                    <a:pt x="405" y="68"/>
                  </a:lnTo>
                  <a:lnTo>
                    <a:pt x="407" y="70"/>
                  </a:lnTo>
                  <a:lnTo>
                    <a:pt x="410" y="74"/>
                  </a:lnTo>
                  <a:lnTo>
                    <a:pt x="411" y="77"/>
                  </a:lnTo>
                  <a:lnTo>
                    <a:pt x="413" y="77"/>
                  </a:lnTo>
                  <a:lnTo>
                    <a:pt x="414" y="78"/>
                  </a:lnTo>
                  <a:lnTo>
                    <a:pt x="418" y="79"/>
                  </a:lnTo>
                  <a:lnTo>
                    <a:pt x="418" y="79"/>
                  </a:lnTo>
                  <a:lnTo>
                    <a:pt x="420" y="81"/>
                  </a:lnTo>
                  <a:lnTo>
                    <a:pt x="420" y="82"/>
                  </a:lnTo>
                  <a:lnTo>
                    <a:pt x="419" y="82"/>
                  </a:lnTo>
                  <a:lnTo>
                    <a:pt x="419" y="85"/>
                  </a:lnTo>
                  <a:lnTo>
                    <a:pt x="420" y="86"/>
                  </a:lnTo>
                  <a:lnTo>
                    <a:pt x="422" y="87"/>
                  </a:lnTo>
                  <a:lnTo>
                    <a:pt x="422" y="87"/>
                  </a:lnTo>
                  <a:lnTo>
                    <a:pt x="423" y="87"/>
                  </a:lnTo>
                  <a:lnTo>
                    <a:pt x="426" y="89"/>
                  </a:lnTo>
                  <a:lnTo>
                    <a:pt x="427" y="90"/>
                  </a:lnTo>
                  <a:lnTo>
                    <a:pt x="428" y="89"/>
                  </a:lnTo>
                  <a:lnTo>
                    <a:pt x="430" y="87"/>
                  </a:lnTo>
                  <a:lnTo>
                    <a:pt x="435" y="87"/>
                  </a:lnTo>
                  <a:lnTo>
                    <a:pt x="438" y="86"/>
                  </a:lnTo>
                  <a:lnTo>
                    <a:pt x="439" y="85"/>
                  </a:lnTo>
                  <a:lnTo>
                    <a:pt x="442" y="83"/>
                  </a:lnTo>
                  <a:lnTo>
                    <a:pt x="443" y="83"/>
                  </a:lnTo>
                  <a:lnTo>
                    <a:pt x="442" y="86"/>
                  </a:lnTo>
                  <a:lnTo>
                    <a:pt x="443" y="89"/>
                  </a:lnTo>
                  <a:lnTo>
                    <a:pt x="444" y="89"/>
                  </a:lnTo>
                  <a:lnTo>
                    <a:pt x="447" y="91"/>
                  </a:lnTo>
                  <a:lnTo>
                    <a:pt x="449" y="93"/>
                  </a:lnTo>
                  <a:lnTo>
                    <a:pt x="451" y="94"/>
                  </a:lnTo>
                  <a:lnTo>
                    <a:pt x="448" y="95"/>
                  </a:lnTo>
                  <a:lnTo>
                    <a:pt x="447" y="97"/>
                  </a:lnTo>
                  <a:lnTo>
                    <a:pt x="444" y="100"/>
                  </a:lnTo>
                  <a:lnTo>
                    <a:pt x="444" y="102"/>
                  </a:lnTo>
                  <a:lnTo>
                    <a:pt x="444" y="103"/>
                  </a:lnTo>
                  <a:lnTo>
                    <a:pt x="443" y="106"/>
                  </a:lnTo>
                  <a:lnTo>
                    <a:pt x="439" y="107"/>
                  </a:lnTo>
                  <a:lnTo>
                    <a:pt x="438" y="108"/>
                  </a:lnTo>
                  <a:lnTo>
                    <a:pt x="436" y="111"/>
                  </a:lnTo>
                  <a:lnTo>
                    <a:pt x="438" y="116"/>
                  </a:lnTo>
                  <a:lnTo>
                    <a:pt x="439" y="122"/>
                  </a:lnTo>
                  <a:lnTo>
                    <a:pt x="442" y="124"/>
                  </a:lnTo>
                  <a:lnTo>
                    <a:pt x="442" y="125"/>
                  </a:lnTo>
                  <a:lnTo>
                    <a:pt x="438" y="129"/>
                  </a:lnTo>
                  <a:lnTo>
                    <a:pt x="436" y="129"/>
                  </a:lnTo>
                  <a:lnTo>
                    <a:pt x="434" y="132"/>
                  </a:lnTo>
                  <a:lnTo>
                    <a:pt x="432" y="133"/>
                  </a:lnTo>
                  <a:lnTo>
                    <a:pt x="431" y="132"/>
                  </a:lnTo>
                  <a:lnTo>
                    <a:pt x="430" y="131"/>
                  </a:lnTo>
                  <a:lnTo>
                    <a:pt x="428" y="131"/>
                  </a:lnTo>
                  <a:lnTo>
                    <a:pt x="423" y="132"/>
                  </a:lnTo>
                  <a:lnTo>
                    <a:pt x="420" y="132"/>
                  </a:lnTo>
                  <a:lnTo>
                    <a:pt x="415" y="131"/>
                  </a:lnTo>
                  <a:lnTo>
                    <a:pt x="413" y="129"/>
                  </a:lnTo>
                  <a:lnTo>
                    <a:pt x="411" y="131"/>
                  </a:lnTo>
                  <a:lnTo>
                    <a:pt x="411" y="136"/>
                  </a:lnTo>
                  <a:lnTo>
                    <a:pt x="410" y="139"/>
                  </a:lnTo>
                  <a:lnTo>
                    <a:pt x="410" y="141"/>
                  </a:lnTo>
                  <a:lnTo>
                    <a:pt x="409" y="148"/>
                  </a:lnTo>
                  <a:lnTo>
                    <a:pt x="409" y="153"/>
                  </a:lnTo>
                  <a:lnTo>
                    <a:pt x="407" y="156"/>
                  </a:lnTo>
                  <a:lnTo>
                    <a:pt x="409" y="157"/>
                  </a:lnTo>
                  <a:lnTo>
                    <a:pt x="411" y="157"/>
                  </a:lnTo>
                  <a:lnTo>
                    <a:pt x="411" y="160"/>
                  </a:lnTo>
                  <a:lnTo>
                    <a:pt x="410" y="162"/>
                  </a:lnTo>
                  <a:lnTo>
                    <a:pt x="409" y="162"/>
                  </a:lnTo>
                  <a:lnTo>
                    <a:pt x="407" y="162"/>
                  </a:lnTo>
                  <a:lnTo>
                    <a:pt x="406" y="162"/>
                  </a:lnTo>
                  <a:lnTo>
                    <a:pt x="405" y="161"/>
                  </a:lnTo>
                  <a:lnTo>
                    <a:pt x="403" y="162"/>
                  </a:lnTo>
                  <a:lnTo>
                    <a:pt x="399" y="162"/>
                  </a:lnTo>
                  <a:lnTo>
                    <a:pt x="394" y="164"/>
                  </a:lnTo>
                  <a:lnTo>
                    <a:pt x="392" y="165"/>
                  </a:lnTo>
                  <a:lnTo>
                    <a:pt x="389" y="165"/>
                  </a:lnTo>
                  <a:lnTo>
                    <a:pt x="388" y="165"/>
                  </a:lnTo>
                  <a:lnTo>
                    <a:pt x="386" y="165"/>
                  </a:lnTo>
                  <a:lnTo>
                    <a:pt x="384" y="168"/>
                  </a:lnTo>
                  <a:lnTo>
                    <a:pt x="384" y="169"/>
                  </a:lnTo>
                  <a:lnTo>
                    <a:pt x="386" y="170"/>
                  </a:lnTo>
                  <a:lnTo>
                    <a:pt x="389" y="170"/>
                  </a:lnTo>
                  <a:lnTo>
                    <a:pt x="392" y="170"/>
                  </a:lnTo>
                  <a:lnTo>
                    <a:pt x="392" y="172"/>
                  </a:lnTo>
                  <a:lnTo>
                    <a:pt x="390" y="174"/>
                  </a:lnTo>
                  <a:lnTo>
                    <a:pt x="392" y="177"/>
                  </a:lnTo>
                  <a:lnTo>
                    <a:pt x="392" y="179"/>
                  </a:lnTo>
                  <a:lnTo>
                    <a:pt x="393" y="181"/>
                  </a:lnTo>
                  <a:lnTo>
                    <a:pt x="393" y="183"/>
                  </a:lnTo>
                  <a:lnTo>
                    <a:pt x="395" y="186"/>
                  </a:lnTo>
                  <a:lnTo>
                    <a:pt x="395" y="189"/>
                  </a:lnTo>
                  <a:lnTo>
                    <a:pt x="398" y="190"/>
                  </a:lnTo>
                  <a:lnTo>
                    <a:pt x="399" y="195"/>
                  </a:lnTo>
                  <a:lnTo>
                    <a:pt x="398" y="197"/>
                  </a:lnTo>
                  <a:lnTo>
                    <a:pt x="397" y="199"/>
                  </a:lnTo>
                  <a:lnTo>
                    <a:pt x="399" y="200"/>
                  </a:lnTo>
                  <a:lnTo>
                    <a:pt x="398" y="202"/>
                  </a:lnTo>
                  <a:lnTo>
                    <a:pt x="398" y="203"/>
                  </a:lnTo>
                  <a:lnTo>
                    <a:pt x="395" y="204"/>
                  </a:lnTo>
                  <a:lnTo>
                    <a:pt x="395" y="207"/>
                  </a:lnTo>
                  <a:lnTo>
                    <a:pt x="393" y="208"/>
                  </a:lnTo>
                  <a:lnTo>
                    <a:pt x="388" y="207"/>
                  </a:lnTo>
                  <a:lnTo>
                    <a:pt x="382" y="202"/>
                  </a:lnTo>
                  <a:lnTo>
                    <a:pt x="381" y="202"/>
                  </a:lnTo>
                  <a:lnTo>
                    <a:pt x="376" y="200"/>
                  </a:lnTo>
                  <a:lnTo>
                    <a:pt x="369" y="199"/>
                  </a:lnTo>
                  <a:lnTo>
                    <a:pt x="365" y="200"/>
                  </a:lnTo>
                  <a:lnTo>
                    <a:pt x="359" y="199"/>
                  </a:lnTo>
                  <a:lnTo>
                    <a:pt x="353" y="200"/>
                  </a:lnTo>
                  <a:lnTo>
                    <a:pt x="351" y="200"/>
                  </a:lnTo>
                  <a:lnTo>
                    <a:pt x="348" y="200"/>
                  </a:lnTo>
                  <a:lnTo>
                    <a:pt x="345" y="202"/>
                  </a:lnTo>
                  <a:lnTo>
                    <a:pt x="343" y="203"/>
                  </a:lnTo>
                  <a:lnTo>
                    <a:pt x="336" y="202"/>
                  </a:lnTo>
                  <a:lnTo>
                    <a:pt x="332" y="200"/>
                  </a:lnTo>
                  <a:lnTo>
                    <a:pt x="330" y="199"/>
                  </a:lnTo>
                  <a:lnTo>
                    <a:pt x="326" y="199"/>
                  </a:lnTo>
                  <a:lnTo>
                    <a:pt x="324" y="200"/>
                  </a:lnTo>
                  <a:lnTo>
                    <a:pt x="322" y="200"/>
                  </a:lnTo>
                  <a:lnTo>
                    <a:pt x="319" y="199"/>
                  </a:lnTo>
                  <a:lnTo>
                    <a:pt x="318" y="200"/>
                  </a:lnTo>
                  <a:lnTo>
                    <a:pt x="318" y="203"/>
                  </a:lnTo>
                  <a:lnTo>
                    <a:pt x="319" y="206"/>
                  </a:lnTo>
                  <a:lnTo>
                    <a:pt x="319" y="208"/>
                  </a:lnTo>
                  <a:lnTo>
                    <a:pt x="315" y="210"/>
                  </a:lnTo>
                  <a:lnTo>
                    <a:pt x="309" y="210"/>
                  </a:lnTo>
                  <a:lnTo>
                    <a:pt x="299" y="208"/>
                  </a:lnTo>
                  <a:lnTo>
                    <a:pt x="297" y="207"/>
                  </a:lnTo>
                  <a:lnTo>
                    <a:pt x="293" y="207"/>
                  </a:lnTo>
                  <a:lnTo>
                    <a:pt x="291" y="210"/>
                  </a:lnTo>
                  <a:lnTo>
                    <a:pt x="291" y="211"/>
                  </a:lnTo>
                  <a:lnTo>
                    <a:pt x="289" y="212"/>
                  </a:lnTo>
                  <a:lnTo>
                    <a:pt x="289" y="214"/>
                  </a:lnTo>
                  <a:lnTo>
                    <a:pt x="289" y="214"/>
                  </a:lnTo>
                  <a:lnTo>
                    <a:pt x="286" y="216"/>
                  </a:lnTo>
                  <a:lnTo>
                    <a:pt x="284" y="218"/>
                  </a:lnTo>
                  <a:lnTo>
                    <a:pt x="280" y="223"/>
                  </a:lnTo>
                  <a:lnTo>
                    <a:pt x="278" y="225"/>
                  </a:lnTo>
                  <a:lnTo>
                    <a:pt x="276" y="228"/>
                  </a:lnTo>
                  <a:lnTo>
                    <a:pt x="274" y="232"/>
                  </a:lnTo>
                  <a:lnTo>
                    <a:pt x="269" y="236"/>
                  </a:lnTo>
                  <a:lnTo>
                    <a:pt x="268" y="236"/>
                  </a:lnTo>
                  <a:lnTo>
                    <a:pt x="262" y="233"/>
                  </a:lnTo>
                  <a:lnTo>
                    <a:pt x="259" y="232"/>
                  </a:lnTo>
                  <a:lnTo>
                    <a:pt x="255" y="233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3" y="222"/>
                  </a:lnTo>
                  <a:lnTo>
                    <a:pt x="234" y="222"/>
                  </a:lnTo>
                  <a:lnTo>
                    <a:pt x="234" y="204"/>
                  </a:lnTo>
                  <a:lnTo>
                    <a:pt x="230" y="206"/>
                  </a:lnTo>
                  <a:lnTo>
                    <a:pt x="227" y="198"/>
                  </a:lnTo>
                  <a:lnTo>
                    <a:pt x="220" y="194"/>
                  </a:lnTo>
                  <a:lnTo>
                    <a:pt x="201" y="194"/>
                  </a:lnTo>
                  <a:lnTo>
                    <a:pt x="183" y="195"/>
                  </a:lnTo>
                  <a:lnTo>
                    <a:pt x="173" y="190"/>
                  </a:lnTo>
                  <a:lnTo>
                    <a:pt x="166" y="187"/>
                  </a:lnTo>
                  <a:lnTo>
                    <a:pt x="147" y="174"/>
                  </a:lnTo>
                  <a:lnTo>
                    <a:pt x="116" y="179"/>
                  </a:lnTo>
                  <a:lnTo>
                    <a:pt x="126" y="236"/>
                  </a:lnTo>
                  <a:lnTo>
                    <a:pt x="124" y="236"/>
                  </a:lnTo>
                  <a:lnTo>
                    <a:pt x="119" y="237"/>
                  </a:lnTo>
                  <a:lnTo>
                    <a:pt x="111" y="228"/>
                  </a:lnTo>
                  <a:lnTo>
                    <a:pt x="103" y="224"/>
                  </a:lnTo>
                  <a:lnTo>
                    <a:pt x="95" y="223"/>
                  </a:lnTo>
                  <a:lnTo>
                    <a:pt x="90" y="224"/>
                  </a:lnTo>
                  <a:lnTo>
                    <a:pt x="82" y="231"/>
                  </a:lnTo>
                  <a:lnTo>
                    <a:pt x="82" y="228"/>
                  </a:lnTo>
                  <a:lnTo>
                    <a:pt x="81" y="225"/>
                  </a:lnTo>
                  <a:lnTo>
                    <a:pt x="82" y="222"/>
                  </a:lnTo>
                  <a:lnTo>
                    <a:pt x="83" y="219"/>
                  </a:lnTo>
                  <a:lnTo>
                    <a:pt x="83" y="218"/>
                  </a:lnTo>
                  <a:lnTo>
                    <a:pt x="83" y="216"/>
                  </a:lnTo>
                  <a:lnTo>
                    <a:pt x="82" y="216"/>
                  </a:lnTo>
                  <a:lnTo>
                    <a:pt x="79" y="216"/>
                  </a:lnTo>
                  <a:lnTo>
                    <a:pt x="78" y="215"/>
                  </a:lnTo>
                  <a:lnTo>
                    <a:pt x="75" y="215"/>
                  </a:lnTo>
                  <a:lnTo>
                    <a:pt x="74" y="216"/>
                  </a:lnTo>
                  <a:lnTo>
                    <a:pt x="73" y="215"/>
                  </a:lnTo>
                  <a:lnTo>
                    <a:pt x="72" y="214"/>
                  </a:lnTo>
                  <a:lnTo>
                    <a:pt x="72" y="212"/>
                  </a:lnTo>
                  <a:lnTo>
                    <a:pt x="70" y="211"/>
                  </a:lnTo>
                  <a:lnTo>
                    <a:pt x="69" y="210"/>
                  </a:lnTo>
                  <a:lnTo>
                    <a:pt x="69" y="210"/>
                  </a:lnTo>
                  <a:lnTo>
                    <a:pt x="66" y="211"/>
                  </a:lnTo>
                  <a:lnTo>
                    <a:pt x="65" y="211"/>
                  </a:lnTo>
                  <a:lnTo>
                    <a:pt x="65" y="208"/>
                  </a:lnTo>
                  <a:lnTo>
                    <a:pt x="65" y="206"/>
                  </a:lnTo>
                  <a:lnTo>
                    <a:pt x="62" y="202"/>
                  </a:lnTo>
                  <a:lnTo>
                    <a:pt x="61" y="200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58" y="197"/>
                  </a:lnTo>
                  <a:lnTo>
                    <a:pt x="57" y="195"/>
                  </a:lnTo>
                  <a:lnTo>
                    <a:pt x="56" y="194"/>
                  </a:lnTo>
                  <a:lnTo>
                    <a:pt x="53" y="194"/>
                  </a:lnTo>
                  <a:lnTo>
                    <a:pt x="52" y="193"/>
                  </a:lnTo>
                  <a:lnTo>
                    <a:pt x="52" y="191"/>
                  </a:lnTo>
                  <a:lnTo>
                    <a:pt x="53" y="190"/>
                  </a:lnTo>
                  <a:lnTo>
                    <a:pt x="54" y="190"/>
                  </a:lnTo>
                  <a:lnTo>
                    <a:pt x="57" y="190"/>
                  </a:lnTo>
                  <a:lnTo>
                    <a:pt x="58" y="190"/>
                  </a:lnTo>
                  <a:lnTo>
                    <a:pt x="60" y="190"/>
                  </a:lnTo>
                  <a:lnTo>
                    <a:pt x="61" y="191"/>
                  </a:lnTo>
                  <a:lnTo>
                    <a:pt x="62" y="190"/>
                  </a:lnTo>
                  <a:lnTo>
                    <a:pt x="64" y="189"/>
                  </a:lnTo>
                  <a:lnTo>
                    <a:pt x="65" y="190"/>
                  </a:lnTo>
                  <a:lnTo>
                    <a:pt x="66" y="190"/>
                  </a:lnTo>
                  <a:lnTo>
                    <a:pt x="65" y="189"/>
                  </a:lnTo>
                  <a:lnTo>
                    <a:pt x="64" y="189"/>
                  </a:lnTo>
                  <a:lnTo>
                    <a:pt x="62" y="189"/>
                  </a:lnTo>
                  <a:lnTo>
                    <a:pt x="62" y="186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1" y="182"/>
                  </a:lnTo>
                  <a:lnTo>
                    <a:pt x="61" y="179"/>
                  </a:lnTo>
                  <a:lnTo>
                    <a:pt x="61" y="178"/>
                  </a:lnTo>
                  <a:lnTo>
                    <a:pt x="62" y="177"/>
                  </a:lnTo>
                  <a:lnTo>
                    <a:pt x="65" y="177"/>
                  </a:lnTo>
                  <a:lnTo>
                    <a:pt x="66" y="175"/>
                  </a:lnTo>
                  <a:lnTo>
                    <a:pt x="69" y="177"/>
                  </a:lnTo>
                  <a:lnTo>
                    <a:pt x="70" y="175"/>
                  </a:lnTo>
                  <a:lnTo>
                    <a:pt x="73" y="175"/>
                  </a:lnTo>
                  <a:lnTo>
                    <a:pt x="74" y="177"/>
                  </a:lnTo>
                  <a:lnTo>
                    <a:pt x="74" y="175"/>
                  </a:lnTo>
                  <a:lnTo>
                    <a:pt x="77" y="175"/>
                  </a:lnTo>
                  <a:lnTo>
                    <a:pt x="78" y="178"/>
                  </a:lnTo>
                  <a:lnTo>
                    <a:pt x="81" y="178"/>
                  </a:lnTo>
                  <a:lnTo>
                    <a:pt x="82" y="177"/>
                  </a:lnTo>
                  <a:lnTo>
                    <a:pt x="83" y="175"/>
                  </a:lnTo>
                  <a:lnTo>
                    <a:pt x="81" y="175"/>
                  </a:lnTo>
                  <a:lnTo>
                    <a:pt x="79" y="174"/>
                  </a:lnTo>
                  <a:lnTo>
                    <a:pt x="78" y="172"/>
                  </a:lnTo>
                  <a:lnTo>
                    <a:pt x="78" y="169"/>
                  </a:lnTo>
                  <a:lnTo>
                    <a:pt x="79" y="168"/>
                  </a:lnTo>
                  <a:lnTo>
                    <a:pt x="81" y="168"/>
                  </a:lnTo>
                  <a:lnTo>
                    <a:pt x="79" y="166"/>
                  </a:lnTo>
                  <a:lnTo>
                    <a:pt x="79" y="165"/>
                  </a:lnTo>
                  <a:lnTo>
                    <a:pt x="78" y="164"/>
                  </a:lnTo>
                  <a:lnTo>
                    <a:pt x="79" y="162"/>
                  </a:lnTo>
                  <a:lnTo>
                    <a:pt x="79" y="160"/>
                  </a:lnTo>
                  <a:lnTo>
                    <a:pt x="78" y="158"/>
                  </a:lnTo>
                  <a:lnTo>
                    <a:pt x="78" y="157"/>
                  </a:lnTo>
                  <a:lnTo>
                    <a:pt x="78" y="156"/>
                  </a:lnTo>
                  <a:lnTo>
                    <a:pt x="78" y="154"/>
                  </a:lnTo>
                  <a:lnTo>
                    <a:pt x="77" y="154"/>
                  </a:lnTo>
                  <a:lnTo>
                    <a:pt x="75" y="153"/>
                  </a:lnTo>
                  <a:lnTo>
                    <a:pt x="75" y="152"/>
                  </a:lnTo>
                  <a:lnTo>
                    <a:pt x="72" y="152"/>
                  </a:lnTo>
                  <a:lnTo>
                    <a:pt x="70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8" y="153"/>
                  </a:lnTo>
                  <a:lnTo>
                    <a:pt x="68" y="154"/>
                  </a:lnTo>
                  <a:lnTo>
                    <a:pt x="66" y="154"/>
                  </a:lnTo>
                  <a:lnTo>
                    <a:pt x="64" y="154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4"/>
                  </a:lnTo>
                  <a:lnTo>
                    <a:pt x="61" y="153"/>
                  </a:lnTo>
                  <a:lnTo>
                    <a:pt x="61" y="150"/>
                  </a:lnTo>
                  <a:lnTo>
                    <a:pt x="60" y="150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7" y="150"/>
                  </a:lnTo>
                  <a:lnTo>
                    <a:pt x="53" y="150"/>
                  </a:lnTo>
                  <a:lnTo>
                    <a:pt x="52" y="152"/>
                  </a:lnTo>
                  <a:lnTo>
                    <a:pt x="52" y="154"/>
                  </a:lnTo>
                  <a:lnTo>
                    <a:pt x="50" y="154"/>
                  </a:lnTo>
                  <a:lnTo>
                    <a:pt x="50" y="153"/>
                  </a:lnTo>
                  <a:lnTo>
                    <a:pt x="49" y="153"/>
                  </a:lnTo>
                  <a:lnTo>
                    <a:pt x="48" y="156"/>
                  </a:lnTo>
                  <a:lnTo>
                    <a:pt x="47" y="156"/>
                  </a:lnTo>
                  <a:lnTo>
                    <a:pt x="45" y="157"/>
                  </a:lnTo>
                  <a:lnTo>
                    <a:pt x="44" y="158"/>
                  </a:lnTo>
                  <a:lnTo>
                    <a:pt x="43" y="158"/>
                  </a:lnTo>
                  <a:lnTo>
                    <a:pt x="41" y="160"/>
                  </a:lnTo>
                  <a:lnTo>
                    <a:pt x="41" y="161"/>
                  </a:lnTo>
                  <a:lnTo>
                    <a:pt x="40" y="160"/>
                  </a:lnTo>
                  <a:lnTo>
                    <a:pt x="39" y="160"/>
                  </a:lnTo>
                  <a:lnTo>
                    <a:pt x="39" y="161"/>
                  </a:lnTo>
                  <a:lnTo>
                    <a:pt x="36" y="161"/>
                  </a:lnTo>
                  <a:lnTo>
                    <a:pt x="36" y="160"/>
                  </a:lnTo>
                  <a:lnTo>
                    <a:pt x="35" y="160"/>
                  </a:lnTo>
                  <a:lnTo>
                    <a:pt x="32" y="157"/>
                  </a:lnTo>
                  <a:lnTo>
                    <a:pt x="29" y="158"/>
                  </a:lnTo>
                  <a:lnTo>
                    <a:pt x="24" y="156"/>
                  </a:lnTo>
                  <a:lnTo>
                    <a:pt x="25" y="154"/>
                  </a:lnTo>
                  <a:lnTo>
                    <a:pt x="29" y="154"/>
                  </a:lnTo>
                  <a:lnTo>
                    <a:pt x="24" y="145"/>
                  </a:lnTo>
                  <a:lnTo>
                    <a:pt x="19" y="141"/>
                  </a:lnTo>
                  <a:lnTo>
                    <a:pt x="12" y="139"/>
                  </a:lnTo>
                  <a:lnTo>
                    <a:pt x="11" y="140"/>
                  </a:lnTo>
                  <a:lnTo>
                    <a:pt x="7" y="137"/>
                  </a:lnTo>
                  <a:lnTo>
                    <a:pt x="7" y="135"/>
                  </a:lnTo>
                  <a:lnTo>
                    <a:pt x="6" y="132"/>
                  </a:lnTo>
                  <a:lnTo>
                    <a:pt x="0" y="131"/>
                  </a:lnTo>
                  <a:lnTo>
                    <a:pt x="3" y="125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2" y="111"/>
                  </a:lnTo>
                  <a:lnTo>
                    <a:pt x="3" y="110"/>
                  </a:lnTo>
                  <a:lnTo>
                    <a:pt x="7" y="106"/>
                  </a:lnTo>
                  <a:lnTo>
                    <a:pt x="7" y="103"/>
                  </a:lnTo>
                  <a:lnTo>
                    <a:pt x="8" y="100"/>
                  </a:lnTo>
                  <a:lnTo>
                    <a:pt x="15" y="107"/>
                  </a:lnTo>
                  <a:lnTo>
                    <a:pt x="15" y="108"/>
                  </a:lnTo>
                  <a:lnTo>
                    <a:pt x="19" y="111"/>
                  </a:lnTo>
                  <a:lnTo>
                    <a:pt x="23" y="111"/>
                  </a:lnTo>
                  <a:lnTo>
                    <a:pt x="23" y="107"/>
                  </a:lnTo>
                  <a:lnTo>
                    <a:pt x="24" y="106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8" y="97"/>
                  </a:lnTo>
                  <a:lnTo>
                    <a:pt x="28" y="93"/>
                  </a:lnTo>
                  <a:lnTo>
                    <a:pt x="27" y="91"/>
                  </a:lnTo>
                  <a:lnTo>
                    <a:pt x="28" y="89"/>
                  </a:lnTo>
                  <a:lnTo>
                    <a:pt x="31" y="86"/>
                  </a:lnTo>
                  <a:lnTo>
                    <a:pt x="32" y="86"/>
                  </a:lnTo>
                  <a:lnTo>
                    <a:pt x="33" y="83"/>
                  </a:lnTo>
                  <a:lnTo>
                    <a:pt x="36" y="82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7" y="78"/>
                  </a:lnTo>
                  <a:lnTo>
                    <a:pt x="39" y="77"/>
                  </a:lnTo>
                  <a:lnTo>
                    <a:pt x="41" y="78"/>
                  </a:lnTo>
                  <a:lnTo>
                    <a:pt x="45" y="79"/>
                  </a:lnTo>
                  <a:lnTo>
                    <a:pt x="44" y="81"/>
                  </a:lnTo>
                  <a:lnTo>
                    <a:pt x="43" y="83"/>
                  </a:lnTo>
                  <a:lnTo>
                    <a:pt x="44" y="85"/>
                  </a:lnTo>
                  <a:lnTo>
                    <a:pt x="47" y="83"/>
                  </a:lnTo>
                  <a:lnTo>
                    <a:pt x="47" y="81"/>
                  </a:lnTo>
                  <a:lnTo>
                    <a:pt x="48" y="81"/>
                  </a:lnTo>
                  <a:lnTo>
                    <a:pt x="48" y="82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4" y="77"/>
                  </a:lnTo>
                  <a:lnTo>
                    <a:pt x="57" y="77"/>
                  </a:lnTo>
                  <a:lnTo>
                    <a:pt x="58" y="81"/>
                  </a:lnTo>
                  <a:lnTo>
                    <a:pt x="61" y="82"/>
                  </a:lnTo>
                  <a:lnTo>
                    <a:pt x="65" y="81"/>
                  </a:lnTo>
                  <a:lnTo>
                    <a:pt x="68" y="81"/>
                  </a:lnTo>
                  <a:lnTo>
                    <a:pt x="69" y="82"/>
                  </a:lnTo>
                  <a:lnTo>
                    <a:pt x="70" y="82"/>
                  </a:lnTo>
                  <a:lnTo>
                    <a:pt x="73" y="86"/>
                  </a:lnTo>
                  <a:lnTo>
                    <a:pt x="75" y="86"/>
                  </a:lnTo>
                  <a:lnTo>
                    <a:pt x="77" y="89"/>
                  </a:lnTo>
                  <a:lnTo>
                    <a:pt x="79" y="91"/>
                  </a:lnTo>
                  <a:lnTo>
                    <a:pt x="82" y="91"/>
                  </a:lnTo>
                  <a:lnTo>
                    <a:pt x="83" y="93"/>
                  </a:lnTo>
                  <a:lnTo>
                    <a:pt x="83" y="95"/>
                  </a:lnTo>
                  <a:lnTo>
                    <a:pt x="85" y="95"/>
                  </a:lnTo>
                  <a:lnTo>
                    <a:pt x="86" y="94"/>
                  </a:lnTo>
                  <a:lnTo>
                    <a:pt x="86" y="90"/>
                  </a:lnTo>
                  <a:lnTo>
                    <a:pt x="89" y="89"/>
                  </a:lnTo>
                  <a:lnTo>
                    <a:pt x="90" y="91"/>
                  </a:lnTo>
                  <a:lnTo>
                    <a:pt x="94" y="91"/>
                  </a:lnTo>
                  <a:lnTo>
                    <a:pt x="95" y="94"/>
                  </a:lnTo>
                  <a:lnTo>
                    <a:pt x="98" y="95"/>
                  </a:lnTo>
                  <a:lnTo>
                    <a:pt x="101" y="93"/>
                  </a:lnTo>
                  <a:lnTo>
                    <a:pt x="101" y="89"/>
                  </a:lnTo>
                  <a:lnTo>
                    <a:pt x="103" y="87"/>
                  </a:lnTo>
                  <a:lnTo>
                    <a:pt x="103" y="86"/>
                  </a:lnTo>
                  <a:lnTo>
                    <a:pt x="104" y="85"/>
                  </a:lnTo>
                  <a:lnTo>
                    <a:pt x="107" y="87"/>
                  </a:lnTo>
                  <a:lnTo>
                    <a:pt x="107" y="85"/>
                  </a:lnTo>
                  <a:lnTo>
                    <a:pt x="110" y="85"/>
                  </a:lnTo>
                  <a:lnTo>
                    <a:pt x="114" y="87"/>
                  </a:lnTo>
                  <a:lnTo>
                    <a:pt x="114" y="89"/>
                  </a:lnTo>
                  <a:lnTo>
                    <a:pt x="118" y="89"/>
                  </a:lnTo>
                  <a:lnTo>
                    <a:pt x="118" y="86"/>
                  </a:lnTo>
                  <a:lnTo>
                    <a:pt x="119" y="85"/>
                  </a:lnTo>
                  <a:lnTo>
                    <a:pt x="122" y="86"/>
                  </a:lnTo>
                  <a:lnTo>
                    <a:pt x="123" y="83"/>
                  </a:lnTo>
                  <a:lnTo>
                    <a:pt x="126" y="85"/>
                  </a:lnTo>
                  <a:lnTo>
                    <a:pt x="128" y="86"/>
                  </a:lnTo>
                  <a:lnTo>
                    <a:pt x="127" y="87"/>
                  </a:lnTo>
                  <a:lnTo>
                    <a:pt x="126" y="89"/>
                  </a:lnTo>
                  <a:lnTo>
                    <a:pt x="127" y="91"/>
                  </a:lnTo>
                  <a:lnTo>
                    <a:pt x="129" y="93"/>
                  </a:lnTo>
                  <a:lnTo>
                    <a:pt x="131" y="91"/>
                  </a:lnTo>
                  <a:lnTo>
                    <a:pt x="132" y="93"/>
                  </a:lnTo>
                  <a:lnTo>
                    <a:pt x="136" y="93"/>
                  </a:lnTo>
                  <a:lnTo>
                    <a:pt x="140" y="94"/>
                  </a:lnTo>
                  <a:lnTo>
                    <a:pt x="143" y="94"/>
                  </a:lnTo>
                  <a:lnTo>
                    <a:pt x="144" y="91"/>
                  </a:lnTo>
                  <a:lnTo>
                    <a:pt x="144" y="89"/>
                  </a:lnTo>
                  <a:lnTo>
                    <a:pt x="145" y="89"/>
                  </a:lnTo>
                  <a:lnTo>
                    <a:pt x="149" y="90"/>
                  </a:lnTo>
                  <a:lnTo>
                    <a:pt x="152" y="91"/>
                  </a:lnTo>
                  <a:lnTo>
                    <a:pt x="156" y="90"/>
                  </a:lnTo>
                  <a:lnTo>
                    <a:pt x="157" y="87"/>
                  </a:lnTo>
                  <a:lnTo>
                    <a:pt x="157" y="78"/>
                  </a:lnTo>
                  <a:lnTo>
                    <a:pt x="156" y="77"/>
                  </a:lnTo>
                  <a:lnTo>
                    <a:pt x="152" y="77"/>
                  </a:lnTo>
                  <a:lnTo>
                    <a:pt x="149" y="75"/>
                  </a:lnTo>
                  <a:lnTo>
                    <a:pt x="149" y="74"/>
                  </a:lnTo>
                  <a:lnTo>
                    <a:pt x="147" y="73"/>
                  </a:lnTo>
                  <a:lnTo>
                    <a:pt x="145" y="72"/>
                  </a:lnTo>
                  <a:lnTo>
                    <a:pt x="143" y="72"/>
                  </a:lnTo>
                  <a:lnTo>
                    <a:pt x="143" y="70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44" y="68"/>
                  </a:lnTo>
                  <a:lnTo>
                    <a:pt x="144" y="65"/>
                  </a:lnTo>
                  <a:lnTo>
                    <a:pt x="147" y="62"/>
                  </a:lnTo>
                  <a:lnTo>
                    <a:pt x="145" y="60"/>
                  </a:lnTo>
                  <a:lnTo>
                    <a:pt x="144" y="60"/>
                  </a:lnTo>
                  <a:lnTo>
                    <a:pt x="144" y="57"/>
                  </a:lnTo>
                  <a:lnTo>
                    <a:pt x="147" y="53"/>
                  </a:lnTo>
                  <a:lnTo>
                    <a:pt x="149" y="50"/>
                  </a:lnTo>
                  <a:lnTo>
                    <a:pt x="153" y="50"/>
                  </a:lnTo>
                  <a:lnTo>
                    <a:pt x="156" y="52"/>
                  </a:lnTo>
                  <a:lnTo>
                    <a:pt x="157" y="50"/>
                  </a:lnTo>
                  <a:lnTo>
                    <a:pt x="157" y="48"/>
                  </a:lnTo>
                  <a:lnTo>
                    <a:pt x="154" y="48"/>
                  </a:lnTo>
                  <a:lnTo>
                    <a:pt x="153" y="45"/>
                  </a:lnTo>
                  <a:lnTo>
                    <a:pt x="151" y="45"/>
                  </a:lnTo>
                  <a:lnTo>
                    <a:pt x="149" y="47"/>
                  </a:lnTo>
                  <a:lnTo>
                    <a:pt x="147" y="45"/>
                  </a:lnTo>
                  <a:lnTo>
                    <a:pt x="144" y="45"/>
                  </a:lnTo>
                  <a:lnTo>
                    <a:pt x="144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47" y="40"/>
                  </a:lnTo>
                  <a:lnTo>
                    <a:pt x="144" y="41"/>
                  </a:lnTo>
                  <a:lnTo>
                    <a:pt x="143" y="40"/>
                  </a:lnTo>
                  <a:lnTo>
                    <a:pt x="143" y="39"/>
                  </a:lnTo>
                  <a:lnTo>
                    <a:pt x="141" y="36"/>
                  </a:lnTo>
                  <a:lnTo>
                    <a:pt x="143" y="36"/>
                  </a:lnTo>
                  <a:lnTo>
                    <a:pt x="145" y="35"/>
                  </a:lnTo>
                  <a:lnTo>
                    <a:pt x="147" y="33"/>
                  </a:lnTo>
                  <a:lnTo>
                    <a:pt x="148" y="33"/>
                  </a:lnTo>
                  <a:lnTo>
                    <a:pt x="149" y="35"/>
                  </a:lnTo>
                  <a:lnTo>
                    <a:pt x="152" y="35"/>
                  </a:lnTo>
                  <a:lnTo>
                    <a:pt x="154" y="36"/>
                  </a:lnTo>
                  <a:lnTo>
                    <a:pt x="154" y="35"/>
                  </a:lnTo>
                  <a:lnTo>
                    <a:pt x="154" y="33"/>
                  </a:lnTo>
                  <a:lnTo>
                    <a:pt x="157" y="32"/>
                  </a:lnTo>
                  <a:lnTo>
                    <a:pt x="158" y="32"/>
                  </a:lnTo>
                  <a:lnTo>
                    <a:pt x="160" y="35"/>
                  </a:lnTo>
                  <a:lnTo>
                    <a:pt x="161" y="33"/>
                  </a:lnTo>
                  <a:lnTo>
                    <a:pt x="162" y="31"/>
                  </a:lnTo>
                  <a:lnTo>
                    <a:pt x="166" y="29"/>
                  </a:lnTo>
                  <a:lnTo>
                    <a:pt x="169" y="29"/>
                  </a:lnTo>
                  <a:lnTo>
                    <a:pt x="172" y="28"/>
                  </a:lnTo>
                  <a:lnTo>
                    <a:pt x="174" y="28"/>
                  </a:lnTo>
                  <a:lnTo>
                    <a:pt x="176" y="27"/>
                  </a:lnTo>
                  <a:lnTo>
                    <a:pt x="178" y="25"/>
                  </a:lnTo>
                  <a:lnTo>
                    <a:pt x="181" y="25"/>
                  </a:lnTo>
                  <a:lnTo>
                    <a:pt x="183" y="24"/>
                  </a:lnTo>
                  <a:lnTo>
                    <a:pt x="185" y="24"/>
                  </a:lnTo>
                  <a:lnTo>
                    <a:pt x="186" y="24"/>
                  </a:lnTo>
                  <a:lnTo>
                    <a:pt x="187" y="23"/>
                  </a:lnTo>
                  <a:lnTo>
                    <a:pt x="187" y="22"/>
                  </a:lnTo>
                  <a:lnTo>
                    <a:pt x="189" y="20"/>
                  </a:lnTo>
                  <a:lnTo>
                    <a:pt x="191" y="20"/>
                  </a:lnTo>
                  <a:lnTo>
                    <a:pt x="191" y="18"/>
                  </a:lnTo>
                  <a:lnTo>
                    <a:pt x="193" y="18"/>
                  </a:lnTo>
                  <a:lnTo>
                    <a:pt x="194" y="18"/>
                  </a:lnTo>
                  <a:lnTo>
                    <a:pt x="197" y="19"/>
                  </a:lnTo>
                  <a:lnTo>
                    <a:pt x="198" y="18"/>
                  </a:lnTo>
                  <a:lnTo>
                    <a:pt x="201" y="16"/>
                  </a:lnTo>
                  <a:lnTo>
                    <a:pt x="206" y="12"/>
                  </a:lnTo>
                  <a:lnTo>
                    <a:pt x="207" y="12"/>
                  </a:lnTo>
                  <a:lnTo>
                    <a:pt x="208" y="12"/>
                  </a:lnTo>
                  <a:lnTo>
                    <a:pt x="211" y="11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8" y="10"/>
                  </a:lnTo>
                  <a:lnTo>
                    <a:pt x="218" y="7"/>
                  </a:lnTo>
                  <a:lnTo>
                    <a:pt x="216" y="6"/>
                  </a:lnTo>
                  <a:lnTo>
                    <a:pt x="218" y="6"/>
                  </a:lnTo>
                  <a:lnTo>
                    <a:pt x="220" y="4"/>
                  </a:lnTo>
                  <a:lnTo>
                    <a:pt x="222" y="3"/>
                  </a:lnTo>
                  <a:lnTo>
                    <a:pt x="223" y="2"/>
                  </a:lnTo>
                  <a:lnTo>
                    <a:pt x="226" y="2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2" name="Freeform 349">
              <a:extLst>
                <a:ext uri="{FF2B5EF4-FFF2-40B4-BE49-F238E27FC236}">
                  <a16:creationId xmlns:a16="http://schemas.microsoft.com/office/drawing/2014/main" id="{BE7E0A3A-B805-4FF0-AB47-62571A5BB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746" y="864124"/>
              <a:ext cx="1216723" cy="758063"/>
            </a:xfrm>
            <a:custGeom>
              <a:avLst/>
              <a:gdLst>
                <a:gd name="T0" fmla="*/ 50 w 191"/>
                <a:gd name="T1" fmla="*/ 13 h 119"/>
                <a:gd name="T2" fmla="*/ 67 w 191"/>
                <a:gd name="T3" fmla="*/ 21 h 119"/>
                <a:gd name="T4" fmla="*/ 104 w 191"/>
                <a:gd name="T5" fmla="*/ 20 h 119"/>
                <a:gd name="T6" fmla="*/ 114 w 191"/>
                <a:gd name="T7" fmla="*/ 32 h 119"/>
                <a:gd name="T8" fmla="*/ 118 w 191"/>
                <a:gd name="T9" fmla="*/ 48 h 119"/>
                <a:gd name="T10" fmla="*/ 131 w 191"/>
                <a:gd name="T11" fmla="*/ 62 h 119"/>
                <a:gd name="T12" fmla="*/ 139 w 191"/>
                <a:gd name="T13" fmla="*/ 59 h 119"/>
                <a:gd name="T14" fmla="*/ 146 w 191"/>
                <a:gd name="T15" fmla="*/ 59 h 119"/>
                <a:gd name="T16" fmla="*/ 153 w 191"/>
                <a:gd name="T17" fmla="*/ 62 h 119"/>
                <a:gd name="T18" fmla="*/ 160 w 191"/>
                <a:gd name="T19" fmla="*/ 54 h 119"/>
                <a:gd name="T20" fmla="*/ 164 w 191"/>
                <a:gd name="T21" fmla="*/ 49 h 119"/>
                <a:gd name="T22" fmla="*/ 170 w 191"/>
                <a:gd name="T23" fmla="*/ 42 h 119"/>
                <a:gd name="T24" fmla="*/ 174 w 191"/>
                <a:gd name="T25" fmla="*/ 40 h 119"/>
                <a:gd name="T26" fmla="*/ 170 w 191"/>
                <a:gd name="T27" fmla="*/ 48 h 119"/>
                <a:gd name="T28" fmla="*/ 171 w 191"/>
                <a:gd name="T29" fmla="*/ 53 h 119"/>
                <a:gd name="T30" fmla="*/ 178 w 191"/>
                <a:gd name="T31" fmla="*/ 55 h 119"/>
                <a:gd name="T32" fmla="*/ 183 w 191"/>
                <a:gd name="T33" fmla="*/ 54 h 119"/>
                <a:gd name="T34" fmla="*/ 185 w 191"/>
                <a:gd name="T35" fmla="*/ 51 h 119"/>
                <a:gd name="T36" fmla="*/ 191 w 191"/>
                <a:gd name="T37" fmla="*/ 58 h 119"/>
                <a:gd name="T38" fmla="*/ 183 w 191"/>
                <a:gd name="T39" fmla="*/ 62 h 119"/>
                <a:gd name="T40" fmla="*/ 177 w 191"/>
                <a:gd name="T41" fmla="*/ 61 h 119"/>
                <a:gd name="T42" fmla="*/ 170 w 191"/>
                <a:gd name="T43" fmla="*/ 62 h 119"/>
                <a:gd name="T44" fmla="*/ 165 w 191"/>
                <a:gd name="T45" fmla="*/ 65 h 119"/>
                <a:gd name="T46" fmla="*/ 162 w 191"/>
                <a:gd name="T47" fmla="*/ 69 h 119"/>
                <a:gd name="T48" fmla="*/ 165 w 191"/>
                <a:gd name="T49" fmla="*/ 73 h 119"/>
                <a:gd name="T50" fmla="*/ 156 w 191"/>
                <a:gd name="T51" fmla="*/ 75 h 119"/>
                <a:gd name="T52" fmla="*/ 158 w 191"/>
                <a:gd name="T53" fmla="*/ 78 h 119"/>
                <a:gd name="T54" fmla="*/ 153 w 191"/>
                <a:gd name="T55" fmla="*/ 83 h 119"/>
                <a:gd name="T56" fmla="*/ 145 w 191"/>
                <a:gd name="T57" fmla="*/ 82 h 119"/>
                <a:gd name="T58" fmla="*/ 144 w 191"/>
                <a:gd name="T59" fmla="*/ 88 h 119"/>
                <a:gd name="T60" fmla="*/ 149 w 191"/>
                <a:gd name="T61" fmla="*/ 91 h 119"/>
                <a:gd name="T62" fmla="*/ 153 w 191"/>
                <a:gd name="T63" fmla="*/ 94 h 119"/>
                <a:gd name="T64" fmla="*/ 153 w 191"/>
                <a:gd name="T65" fmla="*/ 99 h 119"/>
                <a:gd name="T66" fmla="*/ 156 w 191"/>
                <a:gd name="T67" fmla="*/ 104 h 119"/>
                <a:gd name="T68" fmla="*/ 152 w 191"/>
                <a:gd name="T69" fmla="*/ 111 h 119"/>
                <a:gd name="T70" fmla="*/ 150 w 191"/>
                <a:gd name="T71" fmla="*/ 117 h 119"/>
                <a:gd name="T72" fmla="*/ 146 w 191"/>
                <a:gd name="T73" fmla="*/ 119 h 119"/>
                <a:gd name="T74" fmla="*/ 143 w 191"/>
                <a:gd name="T75" fmla="*/ 116 h 119"/>
                <a:gd name="T76" fmla="*/ 137 w 191"/>
                <a:gd name="T77" fmla="*/ 116 h 119"/>
                <a:gd name="T78" fmla="*/ 136 w 191"/>
                <a:gd name="T79" fmla="*/ 108 h 119"/>
                <a:gd name="T80" fmla="*/ 131 w 191"/>
                <a:gd name="T81" fmla="*/ 105 h 119"/>
                <a:gd name="T82" fmla="*/ 123 w 191"/>
                <a:gd name="T83" fmla="*/ 103 h 119"/>
                <a:gd name="T84" fmla="*/ 106 w 191"/>
                <a:gd name="T85" fmla="*/ 94 h 119"/>
                <a:gd name="T86" fmla="*/ 90 w 191"/>
                <a:gd name="T87" fmla="*/ 82 h 119"/>
                <a:gd name="T88" fmla="*/ 83 w 191"/>
                <a:gd name="T89" fmla="*/ 75 h 119"/>
                <a:gd name="T90" fmla="*/ 79 w 191"/>
                <a:gd name="T91" fmla="*/ 71 h 119"/>
                <a:gd name="T92" fmla="*/ 73 w 191"/>
                <a:gd name="T93" fmla="*/ 61 h 119"/>
                <a:gd name="T94" fmla="*/ 69 w 191"/>
                <a:gd name="T95" fmla="*/ 61 h 119"/>
                <a:gd name="T96" fmla="*/ 53 w 191"/>
                <a:gd name="T97" fmla="*/ 53 h 119"/>
                <a:gd name="T98" fmla="*/ 45 w 191"/>
                <a:gd name="T99" fmla="*/ 46 h 119"/>
                <a:gd name="T100" fmla="*/ 31 w 191"/>
                <a:gd name="T101" fmla="*/ 41 h 119"/>
                <a:gd name="T102" fmla="*/ 32 w 191"/>
                <a:gd name="T103" fmla="*/ 45 h 119"/>
                <a:gd name="T104" fmla="*/ 27 w 191"/>
                <a:gd name="T105" fmla="*/ 45 h 119"/>
                <a:gd name="T106" fmla="*/ 21 w 191"/>
                <a:gd name="T107" fmla="*/ 49 h 119"/>
                <a:gd name="T108" fmla="*/ 19 w 191"/>
                <a:gd name="T109" fmla="*/ 58 h 119"/>
                <a:gd name="T110" fmla="*/ 20 w 191"/>
                <a:gd name="T111" fmla="*/ 62 h 119"/>
                <a:gd name="T112" fmla="*/ 10 w 191"/>
                <a:gd name="T113" fmla="*/ 62 h 119"/>
                <a:gd name="T114" fmla="*/ 31 w 191"/>
                <a:gd name="T11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1" h="119">
                  <a:moveTo>
                    <a:pt x="31" y="0"/>
                  </a:moveTo>
                  <a:lnTo>
                    <a:pt x="50" y="13"/>
                  </a:lnTo>
                  <a:lnTo>
                    <a:pt x="57" y="16"/>
                  </a:lnTo>
                  <a:lnTo>
                    <a:pt x="67" y="21"/>
                  </a:lnTo>
                  <a:lnTo>
                    <a:pt x="85" y="20"/>
                  </a:lnTo>
                  <a:lnTo>
                    <a:pt x="104" y="20"/>
                  </a:lnTo>
                  <a:lnTo>
                    <a:pt x="111" y="24"/>
                  </a:lnTo>
                  <a:lnTo>
                    <a:pt x="114" y="32"/>
                  </a:lnTo>
                  <a:lnTo>
                    <a:pt x="118" y="30"/>
                  </a:lnTo>
                  <a:lnTo>
                    <a:pt x="118" y="48"/>
                  </a:lnTo>
                  <a:lnTo>
                    <a:pt x="127" y="48"/>
                  </a:lnTo>
                  <a:lnTo>
                    <a:pt x="131" y="62"/>
                  </a:lnTo>
                  <a:lnTo>
                    <a:pt x="133" y="62"/>
                  </a:lnTo>
                  <a:lnTo>
                    <a:pt x="139" y="59"/>
                  </a:lnTo>
                  <a:lnTo>
                    <a:pt x="143" y="58"/>
                  </a:lnTo>
                  <a:lnTo>
                    <a:pt x="146" y="59"/>
                  </a:lnTo>
                  <a:lnTo>
                    <a:pt x="152" y="62"/>
                  </a:lnTo>
                  <a:lnTo>
                    <a:pt x="153" y="62"/>
                  </a:lnTo>
                  <a:lnTo>
                    <a:pt x="158" y="58"/>
                  </a:lnTo>
                  <a:lnTo>
                    <a:pt x="160" y="54"/>
                  </a:lnTo>
                  <a:lnTo>
                    <a:pt x="162" y="51"/>
                  </a:lnTo>
                  <a:lnTo>
                    <a:pt x="164" y="49"/>
                  </a:lnTo>
                  <a:lnTo>
                    <a:pt x="168" y="44"/>
                  </a:lnTo>
                  <a:lnTo>
                    <a:pt x="170" y="42"/>
                  </a:lnTo>
                  <a:lnTo>
                    <a:pt x="173" y="40"/>
                  </a:lnTo>
                  <a:lnTo>
                    <a:pt x="174" y="40"/>
                  </a:lnTo>
                  <a:lnTo>
                    <a:pt x="174" y="42"/>
                  </a:lnTo>
                  <a:lnTo>
                    <a:pt x="170" y="48"/>
                  </a:lnTo>
                  <a:lnTo>
                    <a:pt x="169" y="51"/>
                  </a:lnTo>
                  <a:lnTo>
                    <a:pt x="171" y="53"/>
                  </a:lnTo>
                  <a:lnTo>
                    <a:pt x="177" y="54"/>
                  </a:lnTo>
                  <a:lnTo>
                    <a:pt x="178" y="55"/>
                  </a:lnTo>
                  <a:lnTo>
                    <a:pt x="181" y="57"/>
                  </a:lnTo>
                  <a:lnTo>
                    <a:pt x="183" y="54"/>
                  </a:lnTo>
                  <a:lnTo>
                    <a:pt x="183" y="51"/>
                  </a:lnTo>
                  <a:lnTo>
                    <a:pt x="185" y="51"/>
                  </a:lnTo>
                  <a:lnTo>
                    <a:pt x="190" y="55"/>
                  </a:lnTo>
                  <a:lnTo>
                    <a:pt x="191" y="58"/>
                  </a:lnTo>
                  <a:lnTo>
                    <a:pt x="187" y="62"/>
                  </a:lnTo>
                  <a:lnTo>
                    <a:pt x="183" y="62"/>
                  </a:lnTo>
                  <a:lnTo>
                    <a:pt x="178" y="63"/>
                  </a:lnTo>
                  <a:lnTo>
                    <a:pt x="177" y="61"/>
                  </a:lnTo>
                  <a:lnTo>
                    <a:pt x="174" y="58"/>
                  </a:lnTo>
                  <a:lnTo>
                    <a:pt x="170" y="62"/>
                  </a:lnTo>
                  <a:lnTo>
                    <a:pt x="168" y="62"/>
                  </a:lnTo>
                  <a:lnTo>
                    <a:pt x="165" y="65"/>
                  </a:lnTo>
                  <a:lnTo>
                    <a:pt x="162" y="66"/>
                  </a:lnTo>
                  <a:lnTo>
                    <a:pt x="162" y="69"/>
                  </a:lnTo>
                  <a:lnTo>
                    <a:pt x="165" y="70"/>
                  </a:lnTo>
                  <a:lnTo>
                    <a:pt x="165" y="73"/>
                  </a:lnTo>
                  <a:lnTo>
                    <a:pt x="161" y="74"/>
                  </a:lnTo>
                  <a:lnTo>
                    <a:pt x="156" y="75"/>
                  </a:lnTo>
                  <a:lnTo>
                    <a:pt x="157" y="76"/>
                  </a:lnTo>
                  <a:lnTo>
                    <a:pt x="158" y="78"/>
                  </a:lnTo>
                  <a:lnTo>
                    <a:pt x="153" y="79"/>
                  </a:lnTo>
                  <a:lnTo>
                    <a:pt x="153" y="83"/>
                  </a:lnTo>
                  <a:lnTo>
                    <a:pt x="150" y="83"/>
                  </a:lnTo>
                  <a:lnTo>
                    <a:pt x="145" y="82"/>
                  </a:lnTo>
                  <a:lnTo>
                    <a:pt x="144" y="84"/>
                  </a:lnTo>
                  <a:lnTo>
                    <a:pt x="144" y="88"/>
                  </a:lnTo>
                  <a:lnTo>
                    <a:pt x="146" y="92"/>
                  </a:lnTo>
                  <a:lnTo>
                    <a:pt x="149" y="91"/>
                  </a:lnTo>
                  <a:lnTo>
                    <a:pt x="152" y="91"/>
                  </a:lnTo>
                  <a:lnTo>
                    <a:pt x="153" y="94"/>
                  </a:lnTo>
                  <a:lnTo>
                    <a:pt x="152" y="96"/>
                  </a:lnTo>
                  <a:lnTo>
                    <a:pt x="153" y="99"/>
                  </a:lnTo>
                  <a:lnTo>
                    <a:pt x="154" y="100"/>
                  </a:lnTo>
                  <a:lnTo>
                    <a:pt x="156" y="104"/>
                  </a:lnTo>
                  <a:lnTo>
                    <a:pt x="154" y="105"/>
                  </a:lnTo>
                  <a:lnTo>
                    <a:pt x="152" y="111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48" y="117"/>
                  </a:lnTo>
                  <a:lnTo>
                    <a:pt x="146" y="119"/>
                  </a:lnTo>
                  <a:lnTo>
                    <a:pt x="144" y="119"/>
                  </a:lnTo>
                  <a:lnTo>
                    <a:pt x="143" y="116"/>
                  </a:lnTo>
                  <a:lnTo>
                    <a:pt x="140" y="115"/>
                  </a:lnTo>
                  <a:lnTo>
                    <a:pt x="137" y="116"/>
                  </a:lnTo>
                  <a:lnTo>
                    <a:pt x="136" y="111"/>
                  </a:lnTo>
                  <a:lnTo>
                    <a:pt x="136" y="108"/>
                  </a:lnTo>
                  <a:lnTo>
                    <a:pt x="132" y="104"/>
                  </a:lnTo>
                  <a:lnTo>
                    <a:pt x="131" y="105"/>
                  </a:lnTo>
                  <a:lnTo>
                    <a:pt x="128" y="103"/>
                  </a:lnTo>
                  <a:lnTo>
                    <a:pt x="123" y="103"/>
                  </a:lnTo>
                  <a:lnTo>
                    <a:pt x="115" y="98"/>
                  </a:lnTo>
                  <a:lnTo>
                    <a:pt x="106" y="94"/>
                  </a:lnTo>
                  <a:lnTo>
                    <a:pt x="98" y="87"/>
                  </a:lnTo>
                  <a:lnTo>
                    <a:pt x="90" y="82"/>
                  </a:lnTo>
                  <a:lnTo>
                    <a:pt x="86" y="80"/>
                  </a:lnTo>
                  <a:lnTo>
                    <a:pt x="83" y="75"/>
                  </a:lnTo>
                  <a:lnTo>
                    <a:pt x="82" y="73"/>
                  </a:lnTo>
                  <a:lnTo>
                    <a:pt x="79" y="71"/>
                  </a:lnTo>
                  <a:lnTo>
                    <a:pt x="78" y="63"/>
                  </a:lnTo>
                  <a:lnTo>
                    <a:pt x="73" y="61"/>
                  </a:lnTo>
                  <a:lnTo>
                    <a:pt x="70" y="59"/>
                  </a:lnTo>
                  <a:lnTo>
                    <a:pt x="69" y="61"/>
                  </a:lnTo>
                  <a:lnTo>
                    <a:pt x="61" y="57"/>
                  </a:lnTo>
                  <a:lnTo>
                    <a:pt x="53" y="53"/>
                  </a:lnTo>
                  <a:lnTo>
                    <a:pt x="52" y="50"/>
                  </a:lnTo>
                  <a:lnTo>
                    <a:pt x="45" y="46"/>
                  </a:lnTo>
                  <a:lnTo>
                    <a:pt x="37" y="42"/>
                  </a:lnTo>
                  <a:lnTo>
                    <a:pt x="31" y="41"/>
                  </a:lnTo>
                  <a:lnTo>
                    <a:pt x="33" y="44"/>
                  </a:lnTo>
                  <a:lnTo>
                    <a:pt x="32" y="45"/>
                  </a:lnTo>
                  <a:lnTo>
                    <a:pt x="29" y="44"/>
                  </a:lnTo>
                  <a:lnTo>
                    <a:pt x="27" y="45"/>
                  </a:lnTo>
                  <a:lnTo>
                    <a:pt x="24" y="48"/>
                  </a:lnTo>
                  <a:lnTo>
                    <a:pt x="21" y="49"/>
                  </a:lnTo>
                  <a:lnTo>
                    <a:pt x="19" y="53"/>
                  </a:lnTo>
                  <a:lnTo>
                    <a:pt x="19" y="58"/>
                  </a:lnTo>
                  <a:lnTo>
                    <a:pt x="21" y="59"/>
                  </a:lnTo>
                  <a:lnTo>
                    <a:pt x="20" y="62"/>
                  </a:lnTo>
                  <a:lnTo>
                    <a:pt x="15" y="62"/>
                  </a:lnTo>
                  <a:lnTo>
                    <a:pt x="10" y="62"/>
                  </a:lnTo>
                  <a:lnTo>
                    <a:pt x="0" y="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3" name="Freeform 350">
              <a:extLst>
                <a:ext uri="{FF2B5EF4-FFF2-40B4-BE49-F238E27FC236}">
                  <a16:creationId xmlns:a16="http://schemas.microsoft.com/office/drawing/2014/main" id="{316E1734-AEDB-4ADE-9C86-B81A329FB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154" y="1125307"/>
              <a:ext cx="1089318" cy="687988"/>
            </a:xfrm>
            <a:custGeom>
              <a:avLst/>
              <a:gdLst>
                <a:gd name="T0" fmla="*/ 79 w 171"/>
                <a:gd name="T1" fmla="*/ 5 h 108"/>
                <a:gd name="T2" fmla="*/ 95 w 171"/>
                <a:gd name="T3" fmla="*/ 16 h 108"/>
                <a:gd name="T4" fmla="*/ 107 w 171"/>
                <a:gd name="T5" fmla="*/ 20 h 108"/>
                <a:gd name="T6" fmla="*/ 116 w 171"/>
                <a:gd name="T7" fmla="*/ 32 h 108"/>
                <a:gd name="T8" fmla="*/ 124 w 171"/>
                <a:gd name="T9" fmla="*/ 41 h 108"/>
                <a:gd name="T10" fmla="*/ 149 w 171"/>
                <a:gd name="T11" fmla="*/ 57 h 108"/>
                <a:gd name="T12" fmla="*/ 165 w 171"/>
                <a:gd name="T13" fmla="*/ 64 h 108"/>
                <a:gd name="T14" fmla="*/ 170 w 171"/>
                <a:gd name="T15" fmla="*/ 70 h 108"/>
                <a:gd name="T16" fmla="*/ 170 w 171"/>
                <a:gd name="T17" fmla="*/ 75 h 108"/>
                <a:gd name="T18" fmla="*/ 162 w 171"/>
                <a:gd name="T19" fmla="*/ 75 h 108"/>
                <a:gd name="T20" fmla="*/ 154 w 171"/>
                <a:gd name="T21" fmla="*/ 78 h 108"/>
                <a:gd name="T22" fmla="*/ 152 w 171"/>
                <a:gd name="T23" fmla="*/ 80 h 108"/>
                <a:gd name="T24" fmla="*/ 150 w 171"/>
                <a:gd name="T25" fmla="*/ 87 h 108"/>
                <a:gd name="T26" fmla="*/ 148 w 171"/>
                <a:gd name="T27" fmla="*/ 93 h 108"/>
                <a:gd name="T28" fmla="*/ 141 w 171"/>
                <a:gd name="T29" fmla="*/ 96 h 108"/>
                <a:gd name="T30" fmla="*/ 136 w 171"/>
                <a:gd name="T31" fmla="*/ 103 h 108"/>
                <a:gd name="T32" fmla="*/ 130 w 171"/>
                <a:gd name="T33" fmla="*/ 107 h 108"/>
                <a:gd name="T34" fmla="*/ 128 w 171"/>
                <a:gd name="T35" fmla="*/ 105 h 108"/>
                <a:gd name="T36" fmla="*/ 121 w 171"/>
                <a:gd name="T37" fmla="*/ 104 h 108"/>
                <a:gd name="T38" fmla="*/ 115 w 171"/>
                <a:gd name="T39" fmla="*/ 103 h 108"/>
                <a:gd name="T40" fmla="*/ 112 w 171"/>
                <a:gd name="T41" fmla="*/ 99 h 108"/>
                <a:gd name="T42" fmla="*/ 111 w 171"/>
                <a:gd name="T43" fmla="*/ 91 h 108"/>
                <a:gd name="T44" fmla="*/ 98 w 171"/>
                <a:gd name="T45" fmla="*/ 83 h 108"/>
                <a:gd name="T46" fmla="*/ 90 w 171"/>
                <a:gd name="T47" fmla="*/ 82 h 108"/>
                <a:gd name="T48" fmla="*/ 82 w 171"/>
                <a:gd name="T49" fmla="*/ 75 h 108"/>
                <a:gd name="T50" fmla="*/ 71 w 171"/>
                <a:gd name="T51" fmla="*/ 72 h 108"/>
                <a:gd name="T52" fmla="*/ 61 w 171"/>
                <a:gd name="T53" fmla="*/ 68 h 108"/>
                <a:gd name="T54" fmla="*/ 55 w 171"/>
                <a:gd name="T55" fmla="*/ 71 h 108"/>
                <a:gd name="T56" fmla="*/ 41 w 171"/>
                <a:gd name="T57" fmla="*/ 75 h 108"/>
                <a:gd name="T58" fmla="*/ 36 w 171"/>
                <a:gd name="T59" fmla="*/ 80 h 108"/>
                <a:gd name="T60" fmla="*/ 25 w 171"/>
                <a:gd name="T61" fmla="*/ 76 h 108"/>
                <a:gd name="T62" fmla="*/ 24 w 171"/>
                <a:gd name="T63" fmla="*/ 63 h 108"/>
                <a:gd name="T64" fmla="*/ 20 w 171"/>
                <a:gd name="T65" fmla="*/ 57 h 108"/>
                <a:gd name="T66" fmla="*/ 16 w 171"/>
                <a:gd name="T67" fmla="*/ 53 h 108"/>
                <a:gd name="T68" fmla="*/ 13 w 171"/>
                <a:gd name="T69" fmla="*/ 54 h 108"/>
                <a:gd name="T70" fmla="*/ 17 w 171"/>
                <a:gd name="T71" fmla="*/ 51 h 108"/>
                <a:gd name="T72" fmla="*/ 21 w 171"/>
                <a:gd name="T73" fmla="*/ 50 h 108"/>
                <a:gd name="T74" fmla="*/ 17 w 171"/>
                <a:gd name="T75" fmla="*/ 46 h 108"/>
                <a:gd name="T76" fmla="*/ 16 w 171"/>
                <a:gd name="T77" fmla="*/ 45 h 108"/>
                <a:gd name="T78" fmla="*/ 12 w 171"/>
                <a:gd name="T79" fmla="*/ 46 h 108"/>
                <a:gd name="T80" fmla="*/ 8 w 171"/>
                <a:gd name="T81" fmla="*/ 42 h 108"/>
                <a:gd name="T82" fmla="*/ 8 w 171"/>
                <a:gd name="T83" fmla="*/ 32 h 108"/>
                <a:gd name="T84" fmla="*/ 5 w 171"/>
                <a:gd name="T85" fmla="*/ 22 h 108"/>
                <a:gd name="T86" fmla="*/ 0 w 171"/>
                <a:gd name="T87" fmla="*/ 17 h 108"/>
                <a:gd name="T88" fmla="*/ 13 w 171"/>
                <a:gd name="T89" fmla="*/ 8 h 108"/>
                <a:gd name="T90" fmla="*/ 37 w 171"/>
                <a:gd name="T91" fmla="*/ 22 h 108"/>
                <a:gd name="T92" fmla="*/ 54 w 171"/>
                <a:gd name="T93" fmla="*/ 21 h 108"/>
                <a:gd name="T94" fmla="*/ 53 w 171"/>
                <a:gd name="T95" fmla="*/ 12 h 108"/>
                <a:gd name="T96" fmla="*/ 61 w 171"/>
                <a:gd name="T97" fmla="*/ 4 h 108"/>
                <a:gd name="T98" fmla="*/ 67 w 171"/>
                <a:gd name="T99" fmla="*/ 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71" h="108">
                  <a:moveTo>
                    <a:pt x="65" y="0"/>
                  </a:moveTo>
                  <a:lnTo>
                    <a:pt x="71" y="1"/>
                  </a:lnTo>
                  <a:lnTo>
                    <a:pt x="79" y="5"/>
                  </a:lnTo>
                  <a:lnTo>
                    <a:pt x="86" y="9"/>
                  </a:lnTo>
                  <a:lnTo>
                    <a:pt x="87" y="12"/>
                  </a:lnTo>
                  <a:lnTo>
                    <a:pt x="95" y="16"/>
                  </a:lnTo>
                  <a:lnTo>
                    <a:pt x="103" y="20"/>
                  </a:lnTo>
                  <a:lnTo>
                    <a:pt x="104" y="18"/>
                  </a:lnTo>
                  <a:lnTo>
                    <a:pt x="107" y="20"/>
                  </a:lnTo>
                  <a:lnTo>
                    <a:pt x="112" y="22"/>
                  </a:lnTo>
                  <a:lnTo>
                    <a:pt x="113" y="30"/>
                  </a:lnTo>
                  <a:lnTo>
                    <a:pt x="116" y="32"/>
                  </a:lnTo>
                  <a:lnTo>
                    <a:pt x="117" y="34"/>
                  </a:lnTo>
                  <a:lnTo>
                    <a:pt x="120" y="39"/>
                  </a:lnTo>
                  <a:lnTo>
                    <a:pt x="124" y="41"/>
                  </a:lnTo>
                  <a:lnTo>
                    <a:pt x="132" y="46"/>
                  </a:lnTo>
                  <a:lnTo>
                    <a:pt x="140" y="53"/>
                  </a:lnTo>
                  <a:lnTo>
                    <a:pt x="149" y="57"/>
                  </a:lnTo>
                  <a:lnTo>
                    <a:pt x="157" y="62"/>
                  </a:lnTo>
                  <a:lnTo>
                    <a:pt x="162" y="62"/>
                  </a:lnTo>
                  <a:lnTo>
                    <a:pt x="165" y="64"/>
                  </a:lnTo>
                  <a:lnTo>
                    <a:pt x="166" y="63"/>
                  </a:lnTo>
                  <a:lnTo>
                    <a:pt x="170" y="67"/>
                  </a:lnTo>
                  <a:lnTo>
                    <a:pt x="170" y="70"/>
                  </a:lnTo>
                  <a:lnTo>
                    <a:pt x="171" y="75"/>
                  </a:lnTo>
                  <a:lnTo>
                    <a:pt x="170" y="75"/>
                  </a:lnTo>
                  <a:lnTo>
                    <a:pt x="170" y="75"/>
                  </a:lnTo>
                  <a:lnTo>
                    <a:pt x="167" y="75"/>
                  </a:lnTo>
                  <a:lnTo>
                    <a:pt x="165" y="74"/>
                  </a:lnTo>
                  <a:lnTo>
                    <a:pt x="162" y="75"/>
                  </a:lnTo>
                  <a:lnTo>
                    <a:pt x="158" y="78"/>
                  </a:lnTo>
                  <a:lnTo>
                    <a:pt x="157" y="76"/>
                  </a:lnTo>
                  <a:lnTo>
                    <a:pt x="154" y="78"/>
                  </a:lnTo>
                  <a:lnTo>
                    <a:pt x="153" y="79"/>
                  </a:lnTo>
                  <a:lnTo>
                    <a:pt x="152" y="79"/>
                  </a:lnTo>
                  <a:lnTo>
                    <a:pt x="152" y="80"/>
                  </a:lnTo>
                  <a:lnTo>
                    <a:pt x="153" y="82"/>
                  </a:lnTo>
                  <a:lnTo>
                    <a:pt x="153" y="84"/>
                  </a:lnTo>
                  <a:lnTo>
                    <a:pt x="150" y="87"/>
                  </a:lnTo>
                  <a:lnTo>
                    <a:pt x="150" y="89"/>
                  </a:lnTo>
                  <a:lnTo>
                    <a:pt x="149" y="93"/>
                  </a:lnTo>
                  <a:lnTo>
                    <a:pt x="148" y="93"/>
                  </a:lnTo>
                  <a:lnTo>
                    <a:pt x="145" y="95"/>
                  </a:lnTo>
                  <a:lnTo>
                    <a:pt x="145" y="96"/>
                  </a:lnTo>
                  <a:lnTo>
                    <a:pt x="141" y="96"/>
                  </a:lnTo>
                  <a:lnTo>
                    <a:pt x="137" y="99"/>
                  </a:lnTo>
                  <a:lnTo>
                    <a:pt x="137" y="101"/>
                  </a:lnTo>
                  <a:lnTo>
                    <a:pt x="136" y="103"/>
                  </a:lnTo>
                  <a:lnTo>
                    <a:pt x="136" y="104"/>
                  </a:lnTo>
                  <a:lnTo>
                    <a:pt x="133" y="105"/>
                  </a:lnTo>
                  <a:lnTo>
                    <a:pt x="130" y="107"/>
                  </a:lnTo>
                  <a:lnTo>
                    <a:pt x="129" y="108"/>
                  </a:lnTo>
                  <a:lnTo>
                    <a:pt x="128" y="107"/>
                  </a:lnTo>
                  <a:lnTo>
                    <a:pt x="128" y="105"/>
                  </a:lnTo>
                  <a:lnTo>
                    <a:pt x="125" y="103"/>
                  </a:lnTo>
                  <a:lnTo>
                    <a:pt x="123" y="103"/>
                  </a:lnTo>
                  <a:lnTo>
                    <a:pt x="121" y="104"/>
                  </a:lnTo>
                  <a:lnTo>
                    <a:pt x="119" y="104"/>
                  </a:lnTo>
                  <a:lnTo>
                    <a:pt x="117" y="103"/>
                  </a:lnTo>
                  <a:lnTo>
                    <a:pt x="115" y="103"/>
                  </a:lnTo>
                  <a:lnTo>
                    <a:pt x="113" y="103"/>
                  </a:lnTo>
                  <a:lnTo>
                    <a:pt x="112" y="100"/>
                  </a:lnTo>
                  <a:lnTo>
                    <a:pt x="112" y="99"/>
                  </a:lnTo>
                  <a:lnTo>
                    <a:pt x="112" y="96"/>
                  </a:lnTo>
                  <a:lnTo>
                    <a:pt x="112" y="95"/>
                  </a:lnTo>
                  <a:lnTo>
                    <a:pt x="111" y="91"/>
                  </a:lnTo>
                  <a:lnTo>
                    <a:pt x="108" y="89"/>
                  </a:lnTo>
                  <a:lnTo>
                    <a:pt x="103" y="89"/>
                  </a:lnTo>
                  <a:lnTo>
                    <a:pt x="98" y="83"/>
                  </a:lnTo>
                  <a:lnTo>
                    <a:pt x="94" y="82"/>
                  </a:lnTo>
                  <a:lnTo>
                    <a:pt x="91" y="82"/>
                  </a:lnTo>
                  <a:lnTo>
                    <a:pt x="90" y="82"/>
                  </a:lnTo>
                  <a:lnTo>
                    <a:pt x="88" y="78"/>
                  </a:lnTo>
                  <a:lnTo>
                    <a:pt x="87" y="78"/>
                  </a:lnTo>
                  <a:lnTo>
                    <a:pt x="82" y="75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1" y="72"/>
                  </a:lnTo>
                  <a:lnTo>
                    <a:pt x="67" y="71"/>
                  </a:lnTo>
                  <a:lnTo>
                    <a:pt x="63" y="68"/>
                  </a:lnTo>
                  <a:lnTo>
                    <a:pt x="61" y="68"/>
                  </a:lnTo>
                  <a:lnTo>
                    <a:pt x="58" y="67"/>
                  </a:lnTo>
                  <a:lnTo>
                    <a:pt x="55" y="67"/>
                  </a:lnTo>
                  <a:lnTo>
                    <a:pt x="55" y="71"/>
                  </a:lnTo>
                  <a:lnTo>
                    <a:pt x="50" y="70"/>
                  </a:lnTo>
                  <a:lnTo>
                    <a:pt x="45" y="71"/>
                  </a:lnTo>
                  <a:lnTo>
                    <a:pt x="41" y="75"/>
                  </a:lnTo>
                  <a:lnTo>
                    <a:pt x="38" y="75"/>
                  </a:lnTo>
                  <a:lnTo>
                    <a:pt x="37" y="76"/>
                  </a:lnTo>
                  <a:lnTo>
                    <a:pt x="36" y="80"/>
                  </a:lnTo>
                  <a:lnTo>
                    <a:pt x="30" y="80"/>
                  </a:lnTo>
                  <a:lnTo>
                    <a:pt x="28" y="82"/>
                  </a:lnTo>
                  <a:lnTo>
                    <a:pt x="25" y="76"/>
                  </a:lnTo>
                  <a:lnTo>
                    <a:pt x="24" y="71"/>
                  </a:lnTo>
                  <a:lnTo>
                    <a:pt x="25" y="66"/>
                  </a:lnTo>
                  <a:lnTo>
                    <a:pt x="24" y="63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0" y="57"/>
                  </a:lnTo>
                  <a:lnTo>
                    <a:pt x="19" y="54"/>
                  </a:lnTo>
                  <a:lnTo>
                    <a:pt x="17" y="54"/>
                  </a:lnTo>
                  <a:lnTo>
                    <a:pt x="16" y="53"/>
                  </a:lnTo>
                  <a:lnTo>
                    <a:pt x="15" y="54"/>
                  </a:lnTo>
                  <a:lnTo>
                    <a:pt x="15" y="57"/>
                  </a:lnTo>
                  <a:lnTo>
                    <a:pt x="13" y="54"/>
                  </a:lnTo>
                  <a:lnTo>
                    <a:pt x="13" y="53"/>
                  </a:lnTo>
                  <a:lnTo>
                    <a:pt x="16" y="50"/>
                  </a:lnTo>
                  <a:lnTo>
                    <a:pt x="17" y="51"/>
                  </a:lnTo>
                  <a:lnTo>
                    <a:pt x="19" y="51"/>
                  </a:lnTo>
                  <a:lnTo>
                    <a:pt x="20" y="51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7" y="46"/>
                  </a:lnTo>
                  <a:lnTo>
                    <a:pt x="19" y="45"/>
                  </a:lnTo>
                  <a:lnTo>
                    <a:pt x="17" y="43"/>
                  </a:lnTo>
                  <a:lnTo>
                    <a:pt x="16" y="45"/>
                  </a:lnTo>
                  <a:lnTo>
                    <a:pt x="12" y="43"/>
                  </a:lnTo>
                  <a:lnTo>
                    <a:pt x="11" y="45"/>
                  </a:lnTo>
                  <a:lnTo>
                    <a:pt x="12" y="46"/>
                  </a:lnTo>
                  <a:lnTo>
                    <a:pt x="13" y="47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4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8" y="9"/>
                  </a:lnTo>
                  <a:lnTo>
                    <a:pt x="13" y="8"/>
                  </a:lnTo>
                  <a:lnTo>
                    <a:pt x="21" y="9"/>
                  </a:lnTo>
                  <a:lnTo>
                    <a:pt x="29" y="13"/>
                  </a:lnTo>
                  <a:lnTo>
                    <a:pt x="37" y="22"/>
                  </a:lnTo>
                  <a:lnTo>
                    <a:pt x="42" y="21"/>
                  </a:lnTo>
                  <a:lnTo>
                    <a:pt x="49" y="21"/>
                  </a:lnTo>
                  <a:lnTo>
                    <a:pt x="54" y="21"/>
                  </a:lnTo>
                  <a:lnTo>
                    <a:pt x="55" y="18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5" y="8"/>
                  </a:lnTo>
                  <a:lnTo>
                    <a:pt x="58" y="7"/>
                  </a:lnTo>
                  <a:lnTo>
                    <a:pt x="61" y="4"/>
                  </a:lnTo>
                  <a:lnTo>
                    <a:pt x="63" y="3"/>
                  </a:lnTo>
                  <a:lnTo>
                    <a:pt x="66" y="4"/>
                  </a:lnTo>
                  <a:lnTo>
                    <a:pt x="67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4" name="Freeform 352">
              <a:extLst>
                <a:ext uri="{FF2B5EF4-FFF2-40B4-BE49-F238E27FC236}">
                  <a16:creationId xmlns:a16="http://schemas.microsoft.com/office/drawing/2014/main" id="{924A29F6-119A-4C2A-988B-036CD1E743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65090" y="5852045"/>
              <a:ext cx="178368" cy="445918"/>
            </a:xfrm>
            <a:custGeom>
              <a:avLst/>
              <a:gdLst>
                <a:gd name="T0" fmla="*/ 28 w 28"/>
                <a:gd name="T1" fmla="*/ 69 h 70"/>
                <a:gd name="T2" fmla="*/ 26 w 28"/>
                <a:gd name="T3" fmla="*/ 69 h 70"/>
                <a:gd name="T4" fmla="*/ 25 w 28"/>
                <a:gd name="T5" fmla="*/ 55 h 70"/>
                <a:gd name="T6" fmla="*/ 26 w 28"/>
                <a:gd name="T7" fmla="*/ 61 h 70"/>
                <a:gd name="T8" fmla="*/ 24 w 28"/>
                <a:gd name="T9" fmla="*/ 57 h 70"/>
                <a:gd name="T10" fmla="*/ 20 w 28"/>
                <a:gd name="T11" fmla="*/ 40 h 70"/>
                <a:gd name="T12" fmla="*/ 21 w 28"/>
                <a:gd name="T13" fmla="*/ 44 h 70"/>
                <a:gd name="T14" fmla="*/ 17 w 28"/>
                <a:gd name="T15" fmla="*/ 42 h 70"/>
                <a:gd name="T16" fmla="*/ 20 w 28"/>
                <a:gd name="T17" fmla="*/ 40 h 70"/>
                <a:gd name="T18" fmla="*/ 21 w 28"/>
                <a:gd name="T19" fmla="*/ 29 h 70"/>
                <a:gd name="T20" fmla="*/ 18 w 28"/>
                <a:gd name="T21" fmla="*/ 30 h 70"/>
                <a:gd name="T22" fmla="*/ 18 w 28"/>
                <a:gd name="T23" fmla="*/ 28 h 70"/>
                <a:gd name="T24" fmla="*/ 20 w 28"/>
                <a:gd name="T25" fmla="*/ 22 h 70"/>
                <a:gd name="T26" fmla="*/ 20 w 28"/>
                <a:gd name="T27" fmla="*/ 25 h 70"/>
                <a:gd name="T28" fmla="*/ 18 w 28"/>
                <a:gd name="T29" fmla="*/ 26 h 70"/>
                <a:gd name="T30" fmla="*/ 16 w 28"/>
                <a:gd name="T31" fmla="*/ 25 h 70"/>
                <a:gd name="T32" fmla="*/ 18 w 28"/>
                <a:gd name="T33" fmla="*/ 21 h 70"/>
                <a:gd name="T34" fmla="*/ 9 w 28"/>
                <a:gd name="T35" fmla="*/ 17 h 70"/>
                <a:gd name="T36" fmla="*/ 10 w 28"/>
                <a:gd name="T37" fmla="*/ 21 h 70"/>
                <a:gd name="T38" fmla="*/ 14 w 28"/>
                <a:gd name="T39" fmla="*/ 26 h 70"/>
                <a:gd name="T40" fmla="*/ 9 w 28"/>
                <a:gd name="T41" fmla="*/ 28 h 70"/>
                <a:gd name="T42" fmla="*/ 9 w 28"/>
                <a:gd name="T43" fmla="*/ 22 h 70"/>
                <a:gd name="T44" fmla="*/ 9 w 28"/>
                <a:gd name="T45" fmla="*/ 20 h 70"/>
                <a:gd name="T46" fmla="*/ 7 w 28"/>
                <a:gd name="T47" fmla="*/ 19 h 70"/>
                <a:gd name="T48" fmla="*/ 20 w 28"/>
                <a:gd name="T49" fmla="*/ 12 h 70"/>
                <a:gd name="T50" fmla="*/ 21 w 28"/>
                <a:gd name="T51" fmla="*/ 16 h 70"/>
                <a:gd name="T52" fmla="*/ 20 w 28"/>
                <a:gd name="T53" fmla="*/ 17 h 70"/>
                <a:gd name="T54" fmla="*/ 20 w 28"/>
                <a:gd name="T55" fmla="*/ 12 h 70"/>
                <a:gd name="T56" fmla="*/ 17 w 28"/>
                <a:gd name="T57" fmla="*/ 9 h 70"/>
                <a:gd name="T58" fmla="*/ 14 w 28"/>
                <a:gd name="T59" fmla="*/ 11 h 70"/>
                <a:gd name="T60" fmla="*/ 18 w 28"/>
                <a:gd name="T61" fmla="*/ 8 h 70"/>
                <a:gd name="T62" fmla="*/ 21 w 28"/>
                <a:gd name="T63" fmla="*/ 7 h 70"/>
                <a:gd name="T64" fmla="*/ 20 w 28"/>
                <a:gd name="T65" fmla="*/ 7 h 70"/>
                <a:gd name="T66" fmla="*/ 1 w 28"/>
                <a:gd name="T67" fmla="*/ 0 h 70"/>
                <a:gd name="T68" fmla="*/ 4 w 28"/>
                <a:gd name="T69" fmla="*/ 5 h 70"/>
                <a:gd name="T70" fmla="*/ 7 w 28"/>
                <a:gd name="T71" fmla="*/ 7 h 70"/>
                <a:gd name="T72" fmla="*/ 7 w 28"/>
                <a:gd name="T73" fmla="*/ 4 h 70"/>
                <a:gd name="T74" fmla="*/ 8 w 28"/>
                <a:gd name="T75" fmla="*/ 8 h 70"/>
                <a:gd name="T76" fmla="*/ 8 w 28"/>
                <a:gd name="T77" fmla="*/ 12 h 70"/>
                <a:gd name="T78" fmla="*/ 5 w 28"/>
                <a:gd name="T79" fmla="*/ 12 h 70"/>
                <a:gd name="T80" fmla="*/ 3 w 28"/>
                <a:gd name="T81" fmla="*/ 13 h 70"/>
                <a:gd name="T82" fmla="*/ 1 w 28"/>
                <a:gd name="T83" fmla="*/ 8 h 70"/>
                <a:gd name="T84" fmla="*/ 1 w 28"/>
                <a:gd name="T8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" h="70">
                  <a:moveTo>
                    <a:pt x="26" y="66"/>
                  </a:moveTo>
                  <a:lnTo>
                    <a:pt x="28" y="69"/>
                  </a:lnTo>
                  <a:lnTo>
                    <a:pt x="28" y="70"/>
                  </a:lnTo>
                  <a:lnTo>
                    <a:pt x="26" y="69"/>
                  </a:lnTo>
                  <a:lnTo>
                    <a:pt x="26" y="66"/>
                  </a:lnTo>
                  <a:close/>
                  <a:moveTo>
                    <a:pt x="25" y="55"/>
                  </a:moveTo>
                  <a:lnTo>
                    <a:pt x="26" y="57"/>
                  </a:lnTo>
                  <a:lnTo>
                    <a:pt x="26" y="61"/>
                  </a:lnTo>
                  <a:lnTo>
                    <a:pt x="25" y="58"/>
                  </a:lnTo>
                  <a:lnTo>
                    <a:pt x="24" y="57"/>
                  </a:lnTo>
                  <a:lnTo>
                    <a:pt x="25" y="55"/>
                  </a:lnTo>
                  <a:close/>
                  <a:moveTo>
                    <a:pt x="20" y="40"/>
                  </a:moveTo>
                  <a:lnTo>
                    <a:pt x="21" y="41"/>
                  </a:lnTo>
                  <a:lnTo>
                    <a:pt x="21" y="44"/>
                  </a:lnTo>
                  <a:lnTo>
                    <a:pt x="18" y="45"/>
                  </a:lnTo>
                  <a:lnTo>
                    <a:pt x="17" y="42"/>
                  </a:lnTo>
                  <a:lnTo>
                    <a:pt x="17" y="41"/>
                  </a:lnTo>
                  <a:lnTo>
                    <a:pt x="20" y="40"/>
                  </a:lnTo>
                  <a:close/>
                  <a:moveTo>
                    <a:pt x="18" y="28"/>
                  </a:moveTo>
                  <a:lnTo>
                    <a:pt x="21" y="29"/>
                  </a:lnTo>
                  <a:lnTo>
                    <a:pt x="21" y="30"/>
                  </a:lnTo>
                  <a:lnTo>
                    <a:pt x="18" y="30"/>
                  </a:lnTo>
                  <a:lnTo>
                    <a:pt x="17" y="30"/>
                  </a:lnTo>
                  <a:lnTo>
                    <a:pt x="18" y="28"/>
                  </a:lnTo>
                  <a:close/>
                  <a:moveTo>
                    <a:pt x="18" y="21"/>
                  </a:moveTo>
                  <a:lnTo>
                    <a:pt x="20" y="22"/>
                  </a:lnTo>
                  <a:lnTo>
                    <a:pt x="20" y="24"/>
                  </a:lnTo>
                  <a:lnTo>
                    <a:pt x="20" y="25"/>
                  </a:lnTo>
                  <a:lnTo>
                    <a:pt x="18" y="25"/>
                  </a:lnTo>
                  <a:lnTo>
                    <a:pt x="18" y="26"/>
                  </a:lnTo>
                  <a:lnTo>
                    <a:pt x="17" y="25"/>
                  </a:lnTo>
                  <a:lnTo>
                    <a:pt x="16" y="25"/>
                  </a:lnTo>
                  <a:lnTo>
                    <a:pt x="16" y="24"/>
                  </a:lnTo>
                  <a:lnTo>
                    <a:pt x="18" y="21"/>
                  </a:lnTo>
                  <a:close/>
                  <a:moveTo>
                    <a:pt x="8" y="17"/>
                  </a:moveTo>
                  <a:lnTo>
                    <a:pt x="9" y="17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3" y="24"/>
                  </a:lnTo>
                  <a:lnTo>
                    <a:pt x="14" y="26"/>
                  </a:lnTo>
                  <a:lnTo>
                    <a:pt x="12" y="26"/>
                  </a:lnTo>
                  <a:lnTo>
                    <a:pt x="9" y="28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8" y="20"/>
                  </a:lnTo>
                  <a:lnTo>
                    <a:pt x="7" y="19"/>
                  </a:lnTo>
                  <a:lnTo>
                    <a:pt x="8" y="17"/>
                  </a:lnTo>
                  <a:close/>
                  <a:moveTo>
                    <a:pt x="20" y="12"/>
                  </a:moveTo>
                  <a:lnTo>
                    <a:pt x="21" y="13"/>
                  </a:lnTo>
                  <a:lnTo>
                    <a:pt x="21" y="16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0" y="12"/>
                  </a:lnTo>
                  <a:close/>
                  <a:moveTo>
                    <a:pt x="18" y="8"/>
                  </a:moveTo>
                  <a:lnTo>
                    <a:pt x="17" y="9"/>
                  </a:lnTo>
                  <a:lnTo>
                    <a:pt x="16" y="11"/>
                  </a:lnTo>
                  <a:lnTo>
                    <a:pt x="14" y="11"/>
                  </a:lnTo>
                  <a:lnTo>
                    <a:pt x="16" y="9"/>
                  </a:lnTo>
                  <a:lnTo>
                    <a:pt x="18" y="8"/>
                  </a:lnTo>
                  <a:close/>
                  <a:moveTo>
                    <a:pt x="20" y="3"/>
                  </a:moveTo>
                  <a:lnTo>
                    <a:pt x="21" y="7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20" y="3"/>
                  </a:lnTo>
                  <a:close/>
                  <a:moveTo>
                    <a:pt x="1" y="0"/>
                  </a:moveTo>
                  <a:lnTo>
                    <a:pt x="3" y="1"/>
                  </a:lnTo>
                  <a:lnTo>
                    <a:pt x="4" y="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4"/>
                  </a:lnTo>
                  <a:lnTo>
                    <a:pt x="8" y="5"/>
                  </a:lnTo>
                  <a:lnTo>
                    <a:pt x="8" y="8"/>
                  </a:lnTo>
                  <a:lnTo>
                    <a:pt x="8" y="9"/>
                  </a:lnTo>
                  <a:lnTo>
                    <a:pt x="8" y="12"/>
                  </a:lnTo>
                  <a:lnTo>
                    <a:pt x="7" y="13"/>
                  </a:lnTo>
                  <a:lnTo>
                    <a:pt x="5" y="12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1" y="11"/>
                  </a:lnTo>
                  <a:lnTo>
                    <a:pt x="1" y="8"/>
                  </a:lnTo>
                  <a:lnTo>
                    <a:pt x="0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5" name="Freeform 353">
              <a:extLst>
                <a:ext uri="{FF2B5EF4-FFF2-40B4-BE49-F238E27FC236}">
                  <a16:creationId xmlns:a16="http://schemas.microsoft.com/office/drawing/2014/main" id="{62B35CD7-E50F-4AA0-B463-E5468AF2DB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26137" y="5157683"/>
              <a:ext cx="738950" cy="433179"/>
            </a:xfrm>
            <a:custGeom>
              <a:avLst/>
              <a:gdLst>
                <a:gd name="T0" fmla="*/ 49 w 116"/>
                <a:gd name="T1" fmla="*/ 67 h 68"/>
                <a:gd name="T2" fmla="*/ 47 w 116"/>
                <a:gd name="T3" fmla="*/ 68 h 68"/>
                <a:gd name="T4" fmla="*/ 44 w 116"/>
                <a:gd name="T5" fmla="*/ 66 h 68"/>
                <a:gd name="T6" fmla="*/ 116 w 116"/>
                <a:gd name="T7" fmla="*/ 58 h 68"/>
                <a:gd name="T8" fmla="*/ 111 w 116"/>
                <a:gd name="T9" fmla="*/ 58 h 68"/>
                <a:gd name="T10" fmla="*/ 63 w 116"/>
                <a:gd name="T11" fmla="*/ 50 h 68"/>
                <a:gd name="T12" fmla="*/ 71 w 116"/>
                <a:gd name="T13" fmla="*/ 56 h 68"/>
                <a:gd name="T14" fmla="*/ 69 w 116"/>
                <a:gd name="T15" fmla="*/ 58 h 68"/>
                <a:gd name="T16" fmla="*/ 62 w 116"/>
                <a:gd name="T17" fmla="*/ 53 h 68"/>
                <a:gd name="T18" fmla="*/ 45 w 116"/>
                <a:gd name="T19" fmla="*/ 38 h 68"/>
                <a:gd name="T20" fmla="*/ 54 w 116"/>
                <a:gd name="T21" fmla="*/ 42 h 68"/>
                <a:gd name="T22" fmla="*/ 54 w 116"/>
                <a:gd name="T23" fmla="*/ 46 h 68"/>
                <a:gd name="T24" fmla="*/ 47 w 116"/>
                <a:gd name="T25" fmla="*/ 45 h 68"/>
                <a:gd name="T26" fmla="*/ 42 w 116"/>
                <a:gd name="T27" fmla="*/ 37 h 68"/>
                <a:gd name="T28" fmla="*/ 51 w 116"/>
                <a:gd name="T29" fmla="*/ 34 h 68"/>
                <a:gd name="T30" fmla="*/ 49 w 116"/>
                <a:gd name="T31" fmla="*/ 34 h 68"/>
                <a:gd name="T32" fmla="*/ 24 w 116"/>
                <a:gd name="T33" fmla="*/ 30 h 68"/>
                <a:gd name="T34" fmla="*/ 21 w 116"/>
                <a:gd name="T35" fmla="*/ 28 h 68"/>
                <a:gd name="T36" fmla="*/ 16 w 116"/>
                <a:gd name="T37" fmla="*/ 28 h 68"/>
                <a:gd name="T38" fmla="*/ 53 w 116"/>
                <a:gd name="T39" fmla="*/ 26 h 68"/>
                <a:gd name="T40" fmla="*/ 57 w 116"/>
                <a:gd name="T41" fmla="*/ 30 h 68"/>
                <a:gd name="T42" fmla="*/ 63 w 116"/>
                <a:gd name="T43" fmla="*/ 38 h 68"/>
                <a:gd name="T44" fmla="*/ 63 w 116"/>
                <a:gd name="T45" fmla="*/ 42 h 68"/>
                <a:gd name="T46" fmla="*/ 55 w 116"/>
                <a:gd name="T47" fmla="*/ 35 h 68"/>
                <a:gd name="T48" fmla="*/ 54 w 116"/>
                <a:gd name="T49" fmla="*/ 28 h 68"/>
                <a:gd name="T50" fmla="*/ 17 w 116"/>
                <a:gd name="T51" fmla="*/ 21 h 68"/>
                <a:gd name="T52" fmla="*/ 20 w 116"/>
                <a:gd name="T53" fmla="*/ 24 h 68"/>
                <a:gd name="T54" fmla="*/ 20 w 116"/>
                <a:gd name="T55" fmla="*/ 28 h 68"/>
                <a:gd name="T56" fmla="*/ 16 w 116"/>
                <a:gd name="T57" fmla="*/ 25 h 68"/>
                <a:gd name="T58" fmla="*/ 17 w 116"/>
                <a:gd name="T59" fmla="*/ 21 h 68"/>
                <a:gd name="T60" fmla="*/ 15 w 116"/>
                <a:gd name="T61" fmla="*/ 22 h 68"/>
                <a:gd name="T62" fmla="*/ 11 w 116"/>
                <a:gd name="T63" fmla="*/ 20 h 68"/>
                <a:gd name="T64" fmla="*/ 9 w 116"/>
                <a:gd name="T65" fmla="*/ 18 h 68"/>
                <a:gd name="T66" fmla="*/ 8 w 116"/>
                <a:gd name="T67" fmla="*/ 20 h 68"/>
                <a:gd name="T68" fmla="*/ 29 w 116"/>
                <a:gd name="T69" fmla="*/ 16 h 68"/>
                <a:gd name="T70" fmla="*/ 40 w 116"/>
                <a:gd name="T71" fmla="*/ 20 h 68"/>
                <a:gd name="T72" fmla="*/ 44 w 116"/>
                <a:gd name="T73" fmla="*/ 28 h 68"/>
                <a:gd name="T74" fmla="*/ 41 w 116"/>
                <a:gd name="T75" fmla="*/ 26 h 68"/>
                <a:gd name="T76" fmla="*/ 32 w 116"/>
                <a:gd name="T77" fmla="*/ 17 h 68"/>
                <a:gd name="T78" fmla="*/ 3 w 116"/>
                <a:gd name="T79" fmla="*/ 8 h 68"/>
                <a:gd name="T80" fmla="*/ 7 w 116"/>
                <a:gd name="T81" fmla="*/ 3 h 68"/>
                <a:gd name="T82" fmla="*/ 12 w 116"/>
                <a:gd name="T83" fmla="*/ 6 h 68"/>
                <a:gd name="T84" fmla="*/ 16 w 116"/>
                <a:gd name="T85" fmla="*/ 9 h 68"/>
                <a:gd name="T86" fmla="*/ 16 w 116"/>
                <a:gd name="T87" fmla="*/ 13 h 68"/>
                <a:gd name="T88" fmla="*/ 7 w 116"/>
                <a:gd name="T89" fmla="*/ 8 h 68"/>
                <a:gd name="T90" fmla="*/ 7 w 116"/>
                <a:gd name="T91" fmla="*/ 0 h 68"/>
                <a:gd name="T92" fmla="*/ 7 w 116"/>
                <a:gd name="T9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6" h="68">
                  <a:moveTo>
                    <a:pt x="44" y="66"/>
                  </a:moveTo>
                  <a:lnTo>
                    <a:pt x="46" y="66"/>
                  </a:lnTo>
                  <a:lnTo>
                    <a:pt x="49" y="67"/>
                  </a:lnTo>
                  <a:lnTo>
                    <a:pt x="51" y="68"/>
                  </a:lnTo>
                  <a:lnTo>
                    <a:pt x="49" y="68"/>
                  </a:lnTo>
                  <a:lnTo>
                    <a:pt x="47" y="68"/>
                  </a:lnTo>
                  <a:lnTo>
                    <a:pt x="45" y="68"/>
                  </a:lnTo>
                  <a:lnTo>
                    <a:pt x="44" y="67"/>
                  </a:lnTo>
                  <a:lnTo>
                    <a:pt x="44" y="66"/>
                  </a:lnTo>
                  <a:close/>
                  <a:moveTo>
                    <a:pt x="113" y="56"/>
                  </a:moveTo>
                  <a:lnTo>
                    <a:pt x="115" y="56"/>
                  </a:lnTo>
                  <a:lnTo>
                    <a:pt x="116" y="58"/>
                  </a:lnTo>
                  <a:lnTo>
                    <a:pt x="113" y="59"/>
                  </a:lnTo>
                  <a:lnTo>
                    <a:pt x="112" y="59"/>
                  </a:lnTo>
                  <a:lnTo>
                    <a:pt x="111" y="58"/>
                  </a:lnTo>
                  <a:lnTo>
                    <a:pt x="113" y="56"/>
                  </a:lnTo>
                  <a:close/>
                  <a:moveTo>
                    <a:pt x="61" y="50"/>
                  </a:moveTo>
                  <a:lnTo>
                    <a:pt x="63" y="50"/>
                  </a:lnTo>
                  <a:lnTo>
                    <a:pt x="65" y="53"/>
                  </a:lnTo>
                  <a:lnTo>
                    <a:pt x="70" y="54"/>
                  </a:lnTo>
                  <a:lnTo>
                    <a:pt x="71" y="56"/>
                  </a:lnTo>
                  <a:lnTo>
                    <a:pt x="71" y="58"/>
                  </a:lnTo>
                  <a:lnTo>
                    <a:pt x="71" y="58"/>
                  </a:lnTo>
                  <a:lnTo>
                    <a:pt x="69" y="58"/>
                  </a:lnTo>
                  <a:lnTo>
                    <a:pt x="65" y="56"/>
                  </a:lnTo>
                  <a:lnTo>
                    <a:pt x="62" y="54"/>
                  </a:lnTo>
                  <a:lnTo>
                    <a:pt x="62" y="53"/>
                  </a:lnTo>
                  <a:lnTo>
                    <a:pt x="61" y="50"/>
                  </a:lnTo>
                  <a:close/>
                  <a:moveTo>
                    <a:pt x="44" y="37"/>
                  </a:moveTo>
                  <a:lnTo>
                    <a:pt x="45" y="38"/>
                  </a:lnTo>
                  <a:lnTo>
                    <a:pt x="49" y="38"/>
                  </a:lnTo>
                  <a:lnTo>
                    <a:pt x="51" y="41"/>
                  </a:lnTo>
                  <a:lnTo>
                    <a:pt x="54" y="42"/>
                  </a:lnTo>
                  <a:lnTo>
                    <a:pt x="55" y="42"/>
                  </a:lnTo>
                  <a:lnTo>
                    <a:pt x="55" y="43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3"/>
                  </a:lnTo>
                  <a:lnTo>
                    <a:pt x="47" y="45"/>
                  </a:lnTo>
                  <a:lnTo>
                    <a:pt x="45" y="43"/>
                  </a:lnTo>
                  <a:lnTo>
                    <a:pt x="42" y="39"/>
                  </a:lnTo>
                  <a:lnTo>
                    <a:pt x="42" y="37"/>
                  </a:lnTo>
                  <a:lnTo>
                    <a:pt x="44" y="37"/>
                  </a:lnTo>
                  <a:close/>
                  <a:moveTo>
                    <a:pt x="49" y="34"/>
                  </a:moveTo>
                  <a:lnTo>
                    <a:pt x="51" y="34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4"/>
                  </a:lnTo>
                  <a:close/>
                  <a:moveTo>
                    <a:pt x="21" y="28"/>
                  </a:moveTo>
                  <a:lnTo>
                    <a:pt x="24" y="29"/>
                  </a:lnTo>
                  <a:lnTo>
                    <a:pt x="24" y="30"/>
                  </a:lnTo>
                  <a:lnTo>
                    <a:pt x="22" y="30"/>
                  </a:lnTo>
                  <a:lnTo>
                    <a:pt x="21" y="29"/>
                  </a:lnTo>
                  <a:lnTo>
                    <a:pt x="21" y="28"/>
                  </a:lnTo>
                  <a:close/>
                  <a:moveTo>
                    <a:pt x="15" y="26"/>
                  </a:move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6"/>
                  </a:lnTo>
                  <a:close/>
                  <a:moveTo>
                    <a:pt x="53" y="26"/>
                  </a:moveTo>
                  <a:lnTo>
                    <a:pt x="55" y="26"/>
                  </a:lnTo>
                  <a:lnTo>
                    <a:pt x="58" y="29"/>
                  </a:lnTo>
                  <a:lnTo>
                    <a:pt x="57" y="30"/>
                  </a:lnTo>
                  <a:lnTo>
                    <a:pt x="61" y="34"/>
                  </a:lnTo>
                  <a:lnTo>
                    <a:pt x="61" y="37"/>
                  </a:lnTo>
                  <a:lnTo>
                    <a:pt x="63" y="38"/>
                  </a:lnTo>
                  <a:lnTo>
                    <a:pt x="66" y="39"/>
                  </a:lnTo>
                  <a:lnTo>
                    <a:pt x="65" y="42"/>
                  </a:lnTo>
                  <a:lnTo>
                    <a:pt x="63" y="42"/>
                  </a:lnTo>
                  <a:lnTo>
                    <a:pt x="63" y="39"/>
                  </a:lnTo>
                  <a:lnTo>
                    <a:pt x="61" y="39"/>
                  </a:lnTo>
                  <a:lnTo>
                    <a:pt x="55" y="35"/>
                  </a:lnTo>
                  <a:lnTo>
                    <a:pt x="55" y="31"/>
                  </a:lnTo>
                  <a:lnTo>
                    <a:pt x="54" y="29"/>
                  </a:lnTo>
                  <a:lnTo>
                    <a:pt x="54" y="28"/>
                  </a:lnTo>
                  <a:lnTo>
                    <a:pt x="53" y="26"/>
                  </a:lnTo>
                  <a:lnTo>
                    <a:pt x="53" y="26"/>
                  </a:lnTo>
                  <a:close/>
                  <a:moveTo>
                    <a:pt x="17" y="21"/>
                  </a:moveTo>
                  <a:lnTo>
                    <a:pt x="17" y="21"/>
                  </a:lnTo>
                  <a:lnTo>
                    <a:pt x="19" y="22"/>
                  </a:lnTo>
                  <a:lnTo>
                    <a:pt x="20" y="24"/>
                  </a:lnTo>
                  <a:lnTo>
                    <a:pt x="21" y="25"/>
                  </a:lnTo>
                  <a:lnTo>
                    <a:pt x="21" y="28"/>
                  </a:lnTo>
                  <a:lnTo>
                    <a:pt x="20" y="28"/>
                  </a:lnTo>
                  <a:lnTo>
                    <a:pt x="19" y="26"/>
                  </a:lnTo>
                  <a:lnTo>
                    <a:pt x="17" y="25"/>
                  </a:lnTo>
                  <a:lnTo>
                    <a:pt x="16" y="25"/>
                  </a:lnTo>
                  <a:lnTo>
                    <a:pt x="15" y="25"/>
                  </a:lnTo>
                  <a:lnTo>
                    <a:pt x="15" y="22"/>
                  </a:lnTo>
                  <a:lnTo>
                    <a:pt x="17" y="21"/>
                  </a:lnTo>
                  <a:close/>
                  <a:moveTo>
                    <a:pt x="12" y="20"/>
                  </a:moveTo>
                  <a:lnTo>
                    <a:pt x="15" y="21"/>
                  </a:lnTo>
                  <a:lnTo>
                    <a:pt x="15" y="22"/>
                  </a:lnTo>
                  <a:lnTo>
                    <a:pt x="12" y="22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2" y="20"/>
                  </a:lnTo>
                  <a:close/>
                  <a:moveTo>
                    <a:pt x="7" y="16"/>
                  </a:moveTo>
                  <a:lnTo>
                    <a:pt x="9" y="18"/>
                  </a:lnTo>
                  <a:lnTo>
                    <a:pt x="9" y="20"/>
                  </a:lnTo>
                  <a:lnTo>
                    <a:pt x="8" y="21"/>
                  </a:lnTo>
                  <a:lnTo>
                    <a:pt x="8" y="20"/>
                  </a:lnTo>
                  <a:lnTo>
                    <a:pt x="7" y="18"/>
                  </a:lnTo>
                  <a:lnTo>
                    <a:pt x="7" y="16"/>
                  </a:lnTo>
                  <a:close/>
                  <a:moveTo>
                    <a:pt x="29" y="16"/>
                  </a:moveTo>
                  <a:lnTo>
                    <a:pt x="33" y="16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4" y="25"/>
                  </a:lnTo>
                  <a:lnTo>
                    <a:pt x="44" y="26"/>
                  </a:lnTo>
                  <a:lnTo>
                    <a:pt x="44" y="28"/>
                  </a:lnTo>
                  <a:lnTo>
                    <a:pt x="42" y="26"/>
                  </a:lnTo>
                  <a:lnTo>
                    <a:pt x="41" y="28"/>
                  </a:lnTo>
                  <a:lnTo>
                    <a:pt x="41" y="26"/>
                  </a:lnTo>
                  <a:lnTo>
                    <a:pt x="40" y="25"/>
                  </a:lnTo>
                  <a:lnTo>
                    <a:pt x="37" y="22"/>
                  </a:lnTo>
                  <a:lnTo>
                    <a:pt x="32" y="17"/>
                  </a:lnTo>
                  <a:lnTo>
                    <a:pt x="29" y="16"/>
                  </a:lnTo>
                  <a:close/>
                  <a:moveTo>
                    <a:pt x="1" y="5"/>
                  </a:moveTo>
                  <a:lnTo>
                    <a:pt x="3" y="8"/>
                  </a:lnTo>
                  <a:lnTo>
                    <a:pt x="0" y="6"/>
                  </a:lnTo>
                  <a:lnTo>
                    <a:pt x="1" y="5"/>
                  </a:lnTo>
                  <a:close/>
                  <a:moveTo>
                    <a:pt x="7" y="3"/>
                  </a:moveTo>
                  <a:lnTo>
                    <a:pt x="8" y="4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3" y="8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12"/>
                  </a:lnTo>
                  <a:lnTo>
                    <a:pt x="19" y="13"/>
                  </a:lnTo>
                  <a:lnTo>
                    <a:pt x="16" y="13"/>
                  </a:lnTo>
                  <a:lnTo>
                    <a:pt x="13" y="13"/>
                  </a:lnTo>
                  <a:lnTo>
                    <a:pt x="11" y="10"/>
                  </a:lnTo>
                  <a:lnTo>
                    <a:pt x="7" y="8"/>
                  </a:lnTo>
                  <a:lnTo>
                    <a:pt x="5" y="4"/>
                  </a:lnTo>
                  <a:lnTo>
                    <a:pt x="7" y="3"/>
                  </a:lnTo>
                  <a:close/>
                  <a:moveTo>
                    <a:pt x="7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6" name="Freeform 354">
              <a:extLst>
                <a:ext uri="{FF2B5EF4-FFF2-40B4-BE49-F238E27FC236}">
                  <a16:creationId xmlns:a16="http://schemas.microsoft.com/office/drawing/2014/main" id="{BBE91806-5F05-4025-8876-3CD1D78BA1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9489" y="4756359"/>
              <a:ext cx="1146649" cy="834507"/>
            </a:xfrm>
            <a:custGeom>
              <a:avLst/>
              <a:gdLst>
                <a:gd name="T0" fmla="*/ 143 w 180"/>
                <a:gd name="T1" fmla="*/ 127 h 131"/>
                <a:gd name="T2" fmla="*/ 155 w 180"/>
                <a:gd name="T3" fmla="*/ 126 h 131"/>
                <a:gd name="T4" fmla="*/ 122 w 180"/>
                <a:gd name="T5" fmla="*/ 108 h 131"/>
                <a:gd name="T6" fmla="*/ 117 w 180"/>
                <a:gd name="T7" fmla="*/ 108 h 131"/>
                <a:gd name="T8" fmla="*/ 117 w 180"/>
                <a:gd name="T9" fmla="*/ 104 h 131"/>
                <a:gd name="T10" fmla="*/ 109 w 180"/>
                <a:gd name="T11" fmla="*/ 100 h 131"/>
                <a:gd name="T12" fmla="*/ 109 w 180"/>
                <a:gd name="T13" fmla="*/ 100 h 131"/>
                <a:gd name="T14" fmla="*/ 27 w 180"/>
                <a:gd name="T15" fmla="*/ 92 h 131"/>
                <a:gd name="T16" fmla="*/ 30 w 180"/>
                <a:gd name="T17" fmla="*/ 91 h 131"/>
                <a:gd name="T18" fmla="*/ 33 w 180"/>
                <a:gd name="T19" fmla="*/ 89 h 131"/>
                <a:gd name="T20" fmla="*/ 119 w 180"/>
                <a:gd name="T21" fmla="*/ 91 h 131"/>
                <a:gd name="T22" fmla="*/ 34 w 180"/>
                <a:gd name="T23" fmla="*/ 83 h 131"/>
                <a:gd name="T24" fmla="*/ 37 w 180"/>
                <a:gd name="T25" fmla="*/ 83 h 131"/>
                <a:gd name="T26" fmla="*/ 40 w 180"/>
                <a:gd name="T27" fmla="*/ 80 h 131"/>
                <a:gd name="T28" fmla="*/ 44 w 180"/>
                <a:gd name="T29" fmla="*/ 80 h 131"/>
                <a:gd name="T30" fmla="*/ 85 w 180"/>
                <a:gd name="T31" fmla="*/ 54 h 131"/>
                <a:gd name="T32" fmla="*/ 170 w 180"/>
                <a:gd name="T33" fmla="*/ 58 h 131"/>
                <a:gd name="T34" fmla="*/ 172 w 180"/>
                <a:gd name="T35" fmla="*/ 69 h 131"/>
                <a:gd name="T36" fmla="*/ 166 w 180"/>
                <a:gd name="T37" fmla="*/ 52 h 131"/>
                <a:gd name="T38" fmla="*/ 163 w 180"/>
                <a:gd name="T39" fmla="*/ 47 h 131"/>
                <a:gd name="T40" fmla="*/ 113 w 180"/>
                <a:gd name="T41" fmla="*/ 47 h 131"/>
                <a:gd name="T42" fmla="*/ 60 w 180"/>
                <a:gd name="T43" fmla="*/ 43 h 131"/>
                <a:gd name="T44" fmla="*/ 162 w 180"/>
                <a:gd name="T45" fmla="*/ 39 h 131"/>
                <a:gd name="T46" fmla="*/ 135 w 180"/>
                <a:gd name="T47" fmla="*/ 51 h 131"/>
                <a:gd name="T48" fmla="*/ 121 w 180"/>
                <a:gd name="T49" fmla="*/ 63 h 131"/>
                <a:gd name="T50" fmla="*/ 102 w 180"/>
                <a:gd name="T51" fmla="*/ 62 h 131"/>
                <a:gd name="T52" fmla="*/ 92 w 180"/>
                <a:gd name="T53" fmla="*/ 54 h 131"/>
                <a:gd name="T54" fmla="*/ 108 w 180"/>
                <a:gd name="T55" fmla="*/ 50 h 131"/>
                <a:gd name="T56" fmla="*/ 117 w 180"/>
                <a:gd name="T57" fmla="*/ 54 h 131"/>
                <a:gd name="T58" fmla="*/ 129 w 180"/>
                <a:gd name="T59" fmla="*/ 44 h 131"/>
                <a:gd name="T60" fmla="*/ 5 w 180"/>
                <a:gd name="T61" fmla="*/ 19 h 131"/>
                <a:gd name="T62" fmla="*/ 22 w 180"/>
                <a:gd name="T63" fmla="*/ 26 h 131"/>
                <a:gd name="T64" fmla="*/ 44 w 180"/>
                <a:gd name="T65" fmla="*/ 35 h 131"/>
                <a:gd name="T66" fmla="*/ 59 w 180"/>
                <a:gd name="T67" fmla="*/ 47 h 131"/>
                <a:gd name="T68" fmla="*/ 75 w 180"/>
                <a:gd name="T69" fmla="*/ 60 h 131"/>
                <a:gd name="T70" fmla="*/ 72 w 180"/>
                <a:gd name="T71" fmla="*/ 71 h 131"/>
                <a:gd name="T72" fmla="*/ 84 w 180"/>
                <a:gd name="T73" fmla="*/ 85 h 131"/>
                <a:gd name="T74" fmla="*/ 96 w 180"/>
                <a:gd name="T75" fmla="*/ 97 h 131"/>
                <a:gd name="T76" fmla="*/ 106 w 180"/>
                <a:gd name="T77" fmla="*/ 105 h 131"/>
                <a:gd name="T78" fmla="*/ 116 w 180"/>
                <a:gd name="T79" fmla="*/ 113 h 131"/>
                <a:gd name="T80" fmla="*/ 110 w 180"/>
                <a:gd name="T81" fmla="*/ 118 h 131"/>
                <a:gd name="T82" fmla="*/ 98 w 180"/>
                <a:gd name="T83" fmla="*/ 113 h 131"/>
                <a:gd name="T84" fmla="*/ 79 w 180"/>
                <a:gd name="T85" fmla="*/ 110 h 131"/>
                <a:gd name="T86" fmla="*/ 63 w 180"/>
                <a:gd name="T87" fmla="*/ 92 h 131"/>
                <a:gd name="T88" fmla="*/ 50 w 180"/>
                <a:gd name="T89" fmla="*/ 79 h 131"/>
                <a:gd name="T90" fmla="*/ 39 w 180"/>
                <a:gd name="T91" fmla="*/ 79 h 131"/>
                <a:gd name="T92" fmla="*/ 37 w 180"/>
                <a:gd name="T93" fmla="*/ 81 h 131"/>
                <a:gd name="T94" fmla="*/ 33 w 180"/>
                <a:gd name="T95" fmla="*/ 83 h 131"/>
                <a:gd name="T96" fmla="*/ 27 w 180"/>
                <a:gd name="T97" fmla="*/ 84 h 131"/>
                <a:gd name="T98" fmla="*/ 19 w 180"/>
                <a:gd name="T99" fmla="*/ 89 h 131"/>
                <a:gd name="T100" fmla="*/ 9 w 180"/>
                <a:gd name="T101" fmla="*/ 79 h 131"/>
                <a:gd name="T102" fmla="*/ 15 w 180"/>
                <a:gd name="T103" fmla="*/ 88 h 131"/>
                <a:gd name="T104" fmla="*/ 26 w 180"/>
                <a:gd name="T105" fmla="*/ 98 h 131"/>
                <a:gd name="T106" fmla="*/ 8 w 180"/>
                <a:gd name="T107" fmla="*/ 98 h 131"/>
                <a:gd name="T108" fmla="*/ 2 w 180"/>
                <a:gd name="T109" fmla="*/ 19 h 131"/>
                <a:gd name="T110" fmla="*/ 143 w 180"/>
                <a:gd name="T111" fmla="*/ 33 h 131"/>
                <a:gd name="T112" fmla="*/ 142 w 180"/>
                <a:gd name="T113" fmla="*/ 41 h 131"/>
                <a:gd name="T114" fmla="*/ 119 w 180"/>
                <a:gd name="T115" fmla="*/ 18 h 131"/>
                <a:gd name="T116" fmla="*/ 73 w 180"/>
                <a:gd name="T117" fmla="*/ 9 h 131"/>
                <a:gd name="T118" fmla="*/ 69 w 180"/>
                <a:gd name="T119" fmla="*/ 10 h 131"/>
                <a:gd name="T120" fmla="*/ 104 w 180"/>
                <a:gd name="T121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0" h="131">
                  <a:moveTo>
                    <a:pt x="146" y="127"/>
                  </a:moveTo>
                  <a:lnTo>
                    <a:pt x="147" y="129"/>
                  </a:lnTo>
                  <a:lnTo>
                    <a:pt x="150" y="129"/>
                  </a:lnTo>
                  <a:lnTo>
                    <a:pt x="150" y="130"/>
                  </a:lnTo>
                  <a:lnTo>
                    <a:pt x="150" y="131"/>
                  </a:lnTo>
                  <a:lnTo>
                    <a:pt x="148" y="130"/>
                  </a:lnTo>
                  <a:lnTo>
                    <a:pt x="147" y="130"/>
                  </a:lnTo>
                  <a:lnTo>
                    <a:pt x="143" y="127"/>
                  </a:lnTo>
                  <a:lnTo>
                    <a:pt x="146" y="127"/>
                  </a:lnTo>
                  <a:close/>
                  <a:moveTo>
                    <a:pt x="155" y="126"/>
                  </a:moveTo>
                  <a:lnTo>
                    <a:pt x="158" y="126"/>
                  </a:lnTo>
                  <a:lnTo>
                    <a:pt x="156" y="127"/>
                  </a:lnTo>
                  <a:lnTo>
                    <a:pt x="155" y="127"/>
                  </a:lnTo>
                  <a:lnTo>
                    <a:pt x="154" y="127"/>
                  </a:lnTo>
                  <a:lnTo>
                    <a:pt x="154" y="127"/>
                  </a:lnTo>
                  <a:lnTo>
                    <a:pt x="155" y="126"/>
                  </a:lnTo>
                  <a:close/>
                  <a:moveTo>
                    <a:pt x="116" y="106"/>
                  </a:moveTo>
                  <a:lnTo>
                    <a:pt x="117" y="106"/>
                  </a:lnTo>
                  <a:lnTo>
                    <a:pt x="118" y="108"/>
                  </a:lnTo>
                  <a:lnTo>
                    <a:pt x="118" y="108"/>
                  </a:lnTo>
                  <a:lnTo>
                    <a:pt x="119" y="109"/>
                  </a:lnTo>
                  <a:lnTo>
                    <a:pt x="119" y="109"/>
                  </a:lnTo>
                  <a:lnTo>
                    <a:pt x="121" y="108"/>
                  </a:lnTo>
                  <a:lnTo>
                    <a:pt x="122" y="108"/>
                  </a:lnTo>
                  <a:lnTo>
                    <a:pt x="122" y="109"/>
                  </a:lnTo>
                  <a:lnTo>
                    <a:pt x="121" y="110"/>
                  </a:lnTo>
                  <a:lnTo>
                    <a:pt x="121" y="112"/>
                  </a:lnTo>
                  <a:lnTo>
                    <a:pt x="119" y="112"/>
                  </a:lnTo>
                  <a:lnTo>
                    <a:pt x="118" y="112"/>
                  </a:lnTo>
                  <a:lnTo>
                    <a:pt x="118" y="109"/>
                  </a:lnTo>
                  <a:lnTo>
                    <a:pt x="117" y="109"/>
                  </a:lnTo>
                  <a:lnTo>
                    <a:pt x="117" y="108"/>
                  </a:lnTo>
                  <a:lnTo>
                    <a:pt x="116" y="106"/>
                  </a:lnTo>
                  <a:lnTo>
                    <a:pt x="116" y="106"/>
                  </a:lnTo>
                  <a:close/>
                  <a:moveTo>
                    <a:pt x="114" y="102"/>
                  </a:moveTo>
                  <a:lnTo>
                    <a:pt x="116" y="102"/>
                  </a:lnTo>
                  <a:lnTo>
                    <a:pt x="116" y="102"/>
                  </a:lnTo>
                  <a:lnTo>
                    <a:pt x="117" y="104"/>
                  </a:lnTo>
                  <a:lnTo>
                    <a:pt x="117" y="104"/>
                  </a:lnTo>
                  <a:lnTo>
                    <a:pt x="117" y="104"/>
                  </a:lnTo>
                  <a:lnTo>
                    <a:pt x="118" y="105"/>
                  </a:lnTo>
                  <a:lnTo>
                    <a:pt x="117" y="106"/>
                  </a:lnTo>
                  <a:lnTo>
                    <a:pt x="117" y="105"/>
                  </a:lnTo>
                  <a:lnTo>
                    <a:pt x="116" y="105"/>
                  </a:lnTo>
                  <a:lnTo>
                    <a:pt x="114" y="105"/>
                  </a:lnTo>
                  <a:lnTo>
                    <a:pt x="113" y="102"/>
                  </a:lnTo>
                  <a:lnTo>
                    <a:pt x="114" y="102"/>
                  </a:lnTo>
                  <a:close/>
                  <a:moveTo>
                    <a:pt x="109" y="100"/>
                  </a:moveTo>
                  <a:lnTo>
                    <a:pt x="110" y="101"/>
                  </a:lnTo>
                  <a:lnTo>
                    <a:pt x="112" y="102"/>
                  </a:lnTo>
                  <a:lnTo>
                    <a:pt x="112" y="104"/>
                  </a:lnTo>
                  <a:lnTo>
                    <a:pt x="112" y="104"/>
                  </a:lnTo>
                  <a:lnTo>
                    <a:pt x="110" y="102"/>
                  </a:lnTo>
                  <a:lnTo>
                    <a:pt x="109" y="102"/>
                  </a:lnTo>
                  <a:lnTo>
                    <a:pt x="109" y="101"/>
                  </a:lnTo>
                  <a:lnTo>
                    <a:pt x="109" y="100"/>
                  </a:lnTo>
                  <a:close/>
                  <a:moveTo>
                    <a:pt x="138" y="96"/>
                  </a:moveTo>
                  <a:lnTo>
                    <a:pt x="142" y="100"/>
                  </a:lnTo>
                  <a:lnTo>
                    <a:pt x="142" y="101"/>
                  </a:lnTo>
                  <a:lnTo>
                    <a:pt x="139" y="98"/>
                  </a:lnTo>
                  <a:lnTo>
                    <a:pt x="138" y="100"/>
                  </a:lnTo>
                  <a:lnTo>
                    <a:pt x="138" y="98"/>
                  </a:lnTo>
                  <a:lnTo>
                    <a:pt x="138" y="96"/>
                  </a:lnTo>
                  <a:close/>
                  <a:moveTo>
                    <a:pt x="27" y="92"/>
                  </a:moveTo>
                  <a:lnTo>
                    <a:pt x="30" y="93"/>
                  </a:lnTo>
                  <a:lnTo>
                    <a:pt x="33" y="94"/>
                  </a:lnTo>
                  <a:lnTo>
                    <a:pt x="27" y="92"/>
                  </a:lnTo>
                  <a:close/>
                  <a:moveTo>
                    <a:pt x="31" y="92"/>
                  </a:moveTo>
                  <a:lnTo>
                    <a:pt x="31" y="93"/>
                  </a:lnTo>
                  <a:lnTo>
                    <a:pt x="31" y="92"/>
                  </a:lnTo>
                  <a:lnTo>
                    <a:pt x="31" y="92"/>
                  </a:lnTo>
                  <a:close/>
                  <a:moveTo>
                    <a:pt x="30" y="91"/>
                  </a:moveTo>
                  <a:lnTo>
                    <a:pt x="30" y="92"/>
                  </a:lnTo>
                  <a:lnTo>
                    <a:pt x="29" y="91"/>
                  </a:lnTo>
                  <a:lnTo>
                    <a:pt x="30" y="91"/>
                  </a:lnTo>
                  <a:close/>
                  <a:moveTo>
                    <a:pt x="33" y="89"/>
                  </a:moveTo>
                  <a:lnTo>
                    <a:pt x="34" y="89"/>
                  </a:lnTo>
                  <a:lnTo>
                    <a:pt x="34" y="91"/>
                  </a:lnTo>
                  <a:lnTo>
                    <a:pt x="31" y="91"/>
                  </a:lnTo>
                  <a:lnTo>
                    <a:pt x="33" y="89"/>
                  </a:lnTo>
                  <a:close/>
                  <a:moveTo>
                    <a:pt x="122" y="89"/>
                  </a:moveTo>
                  <a:lnTo>
                    <a:pt x="122" y="92"/>
                  </a:lnTo>
                  <a:lnTo>
                    <a:pt x="122" y="94"/>
                  </a:lnTo>
                  <a:lnTo>
                    <a:pt x="121" y="94"/>
                  </a:lnTo>
                  <a:lnTo>
                    <a:pt x="122" y="93"/>
                  </a:lnTo>
                  <a:lnTo>
                    <a:pt x="121" y="92"/>
                  </a:lnTo>
                  <a:lnTo>
                    <a:pt x="121" y="92"/>
                  </a:lnTo>
                  <a:lnTo>
                    <a:pt x="119" y="91"/>
                  </a:lnTo>
                  <a:lnTo>
                    <a:pt x="121" y="89"/>
                  </a:lnTo>
                  <a:lnTo>
                    <a:pt x="122" y="89"/>
                  </a:lnTo>
                  <a:close/>
                  <a:moveTo>
                    <a:pt x="30" y="87"/>
                  </a:moveTo>
                  <a:lnTo>
                    <a:pt x="33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close/>
                  <a:moveTo>
                    <a:pt x="34" y="83"/>
                  </a:moveTo>
                  <a:lnTo>
                    <a:pt x="35" y="84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3" y="84"/>
                  </a:lnTo>
                  <a:lnTo>
                    <a:pt x="33" y="83"/>
                  </a:lnTo>
                  <a:lnTo>
                    <a:pt x="34" y="83"/>
                  </a:lnTo>
                  <a:close/>
                  <a:moveTo>
                    <a:pt x="35" y="81"/>
                  </a:moveTo>
                  <a:lnTo>
                    <a:pt x="37" y="83"/>
                  </a:lnTo>
                  <a:lnTo>
                    <a:pt x="37" y="84"/>
                  </a:lnTo>
                  <a:lnTo>
                    <a:pt x="37" y="83"/>
                  </a:lnTo>
                  <a:lnTo>
                    <a:pt x="35" y="81"/>
                  </a:lnTo>
                  <a:close/>
                  <a:moveTo>
                    <a:pt x="48" y="81"/>
                  </a:moveTo>
                  <a:lnTo>
                    <a:pt x="50" y="83"/>
                  </a:lnTo>
                  <a:lnTo>
                    <a:pt x="48" y="81"/>
                  </a:lnTo>
                  <a:lnTo>
                    <a:pt x="48" y="81"/>
                  </a:lnTo>
                  <a:close/>
                  <a:moveTo>
                    <a:pt x="40" y="80"/>
                  </a:moveTo>
                  <a:lnTo>
                    <a:pt x="42" y="81"/>
                  </a:lnTo>
                  <a:lnTo>
                    <a:pt x="42" y="81"/>
                  </a:lnTo>
                  <a:lnTo>
                    <a:pt x="40" y="81"/>
                  </a:lnTo>
                  <a:lnTo>
                    <a:pt x="40" y="80"/>
                  </a:lnTo>
                  <a:close/>
                  <a:moveTo>
                    <a:pt x="44" y="80"/>
                  </a:moveTo>
                  <a:lnTo>
                    <a:pt x="44" y="81"/>
                  </a:lnTo>
                  <a:lnTo>
                    <a:pt x="44" y="80"/>
                  </a:lnTo>
                  <a:lnTo>
                    <a:pt x="44" y="80"/>
                  </a:lnTo>
                  <a:close/>
                  <a:moveTo>
                    <a:pt x="43" y="79"/>
                  </a:moveTo>
                  <a:lnTo>
                    <a:pt x="43" y="79"/>
                  </a:lnTo>
                  <a:lnTo>
                    <a:pt x="43" y="80"/>
                  </a:lnTo>
                  <a:lnTo>
                    <a:pt x="43" y="81"/>
                  </a:lnTo>
                  <a:lnTo>
                    <a:pt x="42" y="80"/>
                  </a:lnTo>
                  <a:lnTo>
                    <a:pt x="43" y="79"/>
                  </a:lnTo>
                  <a:close/>
                  <a:moveTo>
                    <a:pt x="83" y="52"/>
                  </a:moveTo>
                  <a:lnTo>
                    <a:pt x="85" y="54"/>
                  </a:lnTo>
                  <a:lnTo>
                    <a:pt x="85" y="56"/>
                  </a:lnTo>
                  <a:lnTo>
                    <a:pt x="85" y="58"/>
                  </a:lnTo>
                  <a:lnTo>
                    <a:pt x="83" y="56"/>
                  </a:lnTo>
                  <a:lnTo>
                    <a:pt x="81" y="54"/>
                  </a:lnTo>
                  <a:lnTo>
                    <a:pt x="83" y="52"/>
                  </a:lnTo>
                  <a:close/>
                  <a:moveTo>
                    <a:pt x="168" y="52"/>
                  </a:moveTo>
                  <a:lnTo>
                    <a:pt x="170" y="54"/>
                  </a:lnTo>
                  <a:lnTo>
                    <a:pt x="170" y="58"/>
                  </a:lnTo>
                  <a:lnTo>
                    <a:pt x="173" y="59"/>
                  </a:lnTo>
                  <a:lnTo>
                    <a:pt x="177" y="62"/>
                  </a:lnTo>
                  <a:lnTo>
                    <a:pt x="180" y="64"/>
                  </a:lnTo>
                  <a:lnTo>
                    <a:pt x="179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2" y="69"/>
                  </a:lnTo>
                  <a:lnTo>
                    <a:pt x="171" y="69"/>
                  </a:lnTo>
                  <a:lnTo>
                    <a:pt x="170" y="67"/>
                  </a:lnTo>
                  <a:lnTo>
                    <a:pt x="170" y="66"/>
                  </a:lnTo>
                  <a:lnTo>
                    <a:pt x="168" y="62"/>
                  </a:lnTo>
                  <a:lnTo>
                    <a:pt x="166" y="60"/>
                  </a:lnTo>
                  <a:lnTo>
                    <a:pt x="166" y="56"/>
                  </a:lnTo>
                  <a:lnTo>
                    <a:pt x="166" y="55"/>
                  </a:lnTo>
                  <a:lnTo>
                    <a:pt x="166" y="52"/>
                  </a:lnTo>
                  <a:lnTo>
                    <a:pt x="168" y="52"/>
                  </a:lnTo>
                  <a:close/>
                  <a:moveTo>
                    <a:pt x="75" y="50"/>
                  </a:moveTo>
                  <a:lnTo>
                    <a:pt x="76" y="51"/>
                  </a:lnTo>
                  <a:lnTo>
                    <a:pt x="76" y="52"/>
                  </a:lnTo>
                  <a:lnTo>
                    <a:pt x="75" y="52"/>
                  </a:lnTo>
                  <a:lnTo>
                    <a:pt x="73" y="51"/>
                  </a:lnTo>
                  <a:lnTo>
                    <a:pt x="75" y="50"/>
                  </a:lnTo>
                  <a:close/>
                  <a:moveTo>
                    <a:pt x="163" y="47"/>
                  </a:moveTo>
                  <a:lnTo>
                    <a:pt x="164" y="47"/>
                  </a:lnTo>
                  <a:lnTo>
                    <a:pt x="166" y="50"/>
                  </a:lnTo>
                  <a:lnTo>
                    <a:pt x="163" y="52"/>
                  </a:lnTo>
                  <a:lnTo>
                    <a:pt x="163" y="50"/>
                  </a:lnTo>
                  <a:lnTo>
                    <a:pt x="163" y="48"/>
                  </a:lnTo>
                  <a:lnTo>
                    <a:pt x="163" y="47"/>
                  </a:lnTo>
                  <a:close/>
                  <a:moveTo>
                    <a:pt x="112" y="44"/>
                  </a:moveTo>
                  <a:lnTo>
                    <a:pt x="113" y="47"/>
                  </a:lnTo>
                  <a:lnTo>
                    <a:pt x="112" y="48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12" y="44"/>
                  </a:lnTo>
                  <a:close/>
                  <a:moveTo>
                    <a:pt x="63" y="42"/>
                  </a:moveTo>
                  <a:lnTo>
                    <a:pt x="63" y="43"/>
                  </a:lnTo>
                  <a:lnTo>
                    <a:pt x="62" y="44"/>
                  </a:lnTo>
                  <a:lnTo>
                    <a:pt x="60" y="43"/>
                  </a:lnTo>
                  <a:lnTo>
                    <a:pt x="63" y="42"/>
                  </a:lnTo>
                  <a:close/>
                  <a:moveTo>
                    <a:pt x="162" y="39"/>
                  </a:moveTo>
                  <a:lnTo>
                    <a:pt x="163" y="42"/>
                  </a:lnTo>
                  <a:lnTo>
                    <a:pt x="162" y="43"/>
                  </a:lnTo>
                  <a:lnTo>
                    <a:pt x="159" y="43"/>
                  </a:lnTo>
                  <a:lnTo>
                    <a:pt x="159" y="42"/>
                  </a:lnTo>
                  <a:lnTo>
                    <a:pt x="160" y="42"/>
                  </a:lnTo>
                  <a:lnTo>
                    <a:pt x="162" y="39"/>
                  </a:lnTo>
                  <a:close/>
                  <a:moveTo>
                    <a:pt x="135" y="37"/>
                  </a:moveTo>
                  <a:lnTo>
                    <a:pt x="138" y="39"/>
                  </a:lnTo>
                  <a:lnTo>
                    <a:pt x="138" y="44"/>
                  </a:lnTo>
                  <a:lnTo>
                    <a:pt x="135" y="47"/>
                  </a:lnTo>
                  <a:lnTo>
                    <a:pt x="134" y="46"/>
                  </a:lnTo>
                  <a:lnTo>
                    <a:pt x="133" y="47"/>
                  </a:lnTo>
                  <a:lnTo>
                    <a:pt x="133" y="48"/>
                  </a:lnTo>
                  <a:lnTo>
                    <a:pt x="135" y="51"/>
                  </a:lnTo>
                  <a:lnTo>
                    <a:pt x="134" y="54"/>
                  </a:lnTo>
                  <a:lnTo>
                    <a:pt x="131" y="55"/>
                  </a:lnTo>
                  <a:lnTo>
                    <a:pt x="130" y="54"/>
                  </a:lnTo>
                  <a:lnTo>
                    <a:pt x="127" y="54"/>
                  </a:lnTo>
                  <a:lnTo>
                    <a:pt x="127" y="55"/>
                  </a:lnTo>
                  <a:lnTo>
                    <a:pt x="123" y="60"/>
                  </a:lnTo>
                  <a:lnTo>
                    <a:pt x="121" y="60"/>
                  </a:lnTo>
                  <a:lnTo>
                    <a:pt x="121" y="63"/>
                  </a:lnTo>
                  <a:lnTo>
                    <a:pt x="119" y="64"/>
                  </a:lnTo>
                  <a:lnTo>
                    <a:pt x="117" y="63"/>
                  </a:lnTo>
                  <a:lnTo>
                    <a:pt x="116" y="63"/>
                  </a:lnTo>
                  <a:lnTo>
                    <a:pt x="113" y="63"/>
                  </a:lnTo>
                  <a:lnTo>
                    <a:pt x="109" y="63"/>
                  </a:lnTo>
                  <a:lnTo>
                    <a:pt x="106" y="64"/>
                  </a:lnTo>
                  <a:lnTo>
                    <a:pt x="104" y="63"/>
                  </a:lnTo>
                  <a:lnTo>
                    <a:pt x="102" y="62"/>
                  </a:lnTo>
                  <a:lnTo>
                    <a:pt x="98" y="60"/>
                  </a:lnTo>
                  <a:lnTo>
                    <a:pt x="97" y="62"/>
                  </a:lnTo>
                  <a:lnTo>
                    <a:pt x="97" y="60"/>
                  </a:lnTo>
                  <a:lnTo>
                    <a:pt x="93" y="58"/>
                  </a:lnTo>
                  <a:lnTo>
                    <a:pt x="91" y="58"/>
                  </a:lnTo>
                  <a:lnTo>
                    <a:pt x="88" y="55"/>
                  </a:lnTo>
                  <a:lnTo>
                    <a:pt x="89" y="52"/>
                  </a:lnTo>
                  <a:lnTo>
                    <a:pt x="92" y="54"/>
                  </a:lnTo>
                  <a:lnTo>
                    <a:pt x="94" y="52"/>
                  </a:lnTo>
                  <a:lnTo>
                    <a:pt x="97" y="52"/>
                  </a:lnTo>
                  <a:lnTo>
                    <a:pt x="98" y="54"/>
                  </a:lnTo>
                  <a:lnTo>
                    <a:pt x="101" y="54"/>
                  </a:lnTo>
                  <a:lnTo>
                    <a:pt x="104" y="52"/>
                  </a:lnTo>
                  <a:lnTo>
                    <a:pt x="106" y="52"/>
                  </a:lnTo>
                  <a:lnTo>
                    <a:pt x="108" y="51"/>
                  </a:lnTo>
                  <a:lnTo>
                    <a:pt x="108" y="50"/>
                  </a:lnTo>
                  <a:lnTo>
                    <a:pt x="109" y="48"/>
                  </a:lnTo>
                  <a:lnTo>
                    <a:pt x="110" y="50"/>
                  </a:lnTo>
                  <a:lnTo>
                    <a:pt x="110" y="51"/>
                  </a:lnTo>
                  <a:lnTo>
                    <a:pt x="110" y="55"/>
                  </a:lnTo>
                  <a:lnTo>
                    <a:pt x="112" y="55"/>
                  </a:lnTo>
                  <a:lnTo>
                    <a:pt x="114" y="52"/>
                  </a:lnTo>
                  <a:lnTo>
                    <a:pt x="116" y="52"/>
                  </a:lnTo>
                  <a:lnTo>
                    <a:pt x="117" y="54"/>
                  </a:lnTo>
                  <a:lnTo>
                    <a:pt x="118" y="54"/>
                  </a:lnTo>
                  <a:lnTo>
                    <a:pt x="119" y="54"/>
                  </a:lnTo>
                  <a:lnTo>
                    <a:pt x="121" y="52"/>
                  </a:lnTo>
                  <a:lnTo>
                    <a:pt x="122" y="50"/>
                  </a:lnTo>
                  <a:lnTo>
                    <a:pt x="126" y="47"/>
                  </a:lnTo>
                  <a:lnTo>
                    <a:pt x="129" y="47"/>
                  </a:lnTo>
                  <a:lnTo>
                    <a:pt x="130" y="46"/>
                  </a:lnTo>
                  <a:lnTo>
                    <a:pt x="129" y="44"/>
                  </a:lnTo>
                  <a:lnTo>
                    <a:pt x="127" y="39"/>
                  </a:lnTo>
                  <a:lnTo>
                    <a:pt x="129" y="38"/>
                  </a:lnTo>
                  <a:lnTo>
                    <a:pt x="131" y="38"/>
                  </a:lnTo>
                  <a:lnTo>
                    <a:pt x="134" y="39"/>
                  </a:lnTo>
                  <a:lnTo>
                    <a:pt x="134" y="38"/>
                  </a:lnTo>
                  <a:lnTo>
                    <a:pt x="135" y="37"/>
                  </a:lnTo>
                  <a:close/>
                  <a:moveTo>
                    <a:pt x="2" y="19"/>
                  </a:moveTo>
                  <a:lnTo>
                    <a:pt x="5" y="19"/>
                  </a:lnTo>
                  <a:lnTo>
                    <a:pt x="9" y="21"/>
                  </a:lnTo>
                  <a:lnTo>
                    <a:pt x="10" y="22"/>
                  </a:lnTo>
                  <a:lnTo>
                    <a:pt x="12" y="22"/>
                  </a:lnTo>
                  <a:lnTo>
                    <a:pt x="17" y="25"/>
                  </a:lnTo>
                  <a:lnTo>
                    <a:pt x="17" y="23"/>
                  </a:lnTo>
                  <a:lnTo>
                    <a:pt x="18" y="23"/>
                  </a:lnTo>
                  <a:lnTo>
                    <a:pt x="19" y="26"/>
                  </a:lnTo>
                  <a:lnTo>
                    <a:pt x="22" y="26"/>
                  </a:lnTo>
                  <a:lnTo>
                    <a:pt x="29" y="27"/>
                  </a:lnTo>
                  <a:lnTo>
                    <a:pt x="33" y="30"/>
                  </a:lnTo>
                  <a:lnTo>
                    <a:pt x="35" y="30"/>
                  </a:lnTo>
                  <a:lnTo>
                    <a:pt x="38" y="33"/>
                  </a:lnTo>
                  <a:lnTo>
                    <a:pt x="40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4" y="35"/>
                  </a:lnTo>
                  <a:lnTo>
                    <a:pt x="47" y="35"/>
                  </a:lnTo>
                  <a:lnTo>
                    <a:pt x="48" y="38"/>
                  </a:lnTo>
                  <a:lnTo>
                    <a:pt x="50" y="39"/>
                  </a:lnTo>
                  <a:lnTo>
                    <a:pt x="51" y="41"/>
                  </a:lnTo>
                  <a:lnTo>
                    <a:pt x="52" y="41"/>
                  </a:lnTo>
                  <a:lnTo>
                    <a:pt x="54" y="41"/>
                  </a:lnTo>
                  <a:lnTo>
                    <a:pt x="58" y="44"/>
                  </a:lnTo>
                  <a:lnTo>
                    <a:pt x="59" y="47"/>
                  </a:lnTo>
                  <a:lnTo>
                    <a:pt x="59" y="48"/>
                  </a:lnTo>
                  <a:lnTo>
                    <a:pt x="58" y="51"/>
                  </a:lnTo>
                  <a:lnTo>
                    <a:pt x="58" y="52"/>
                  </a:lnTo>
                  <a:lnTo>
                    <a:pt x="64" y="55"/>
                  </a:lnTo>
                  <a:lnTo>
                    <a:pt x="67" y="55"/>
                  </a:lnTo>
                  <a:lnTo>
                    <a:pt x="68" y="56"/>
                  </a:lnTo>
                  <a:lnTo>
                    <a:pt x="72" y="59"/>
                  </a:lnTo>
                  <a:lnTo>
                    <a:pt x="75" y="60"/>
                  </a:lnTo>
                  <a:lnTo>
                    <a:pt x="76" y="59"/>
                  </a:lnTo>
                  <a:lnTo>
                    <a:pt x="79" y="60"/>
                  </a:lnTo>
                  <a:lnTo>
                    <a:pt x="83" y="63"/>
                  </a:lnTo>
                  <a:lnTo>
                    <a:pt x="83" y="66"/>
                  </a:lnTo>
                  <a:lnTo>
                    <a:pt x="81" y="68"/>
                  </a:lnTo>
                  <a:lnTo>
                    <a:pt x="77" y="69"/>
                  </a:lnTo>
                  <a:lnTo>
                    <a:pt x="72" y="69"/>
                  </a:lnTo>
                  <a:lnTo>
                    <a:pt x="72" y="71"/>
                  </a:lnTo>
                  <a:lnTo>
                    <a:pt x="73" y="73"/>
                  </a:lnTo>
                  <a:lnTo>
                    <a:pt x="75" y="75"/>
                  </a:lnTo>
                  <a:lnTo>
                    <a:pt x="76" y="77"/>
                  </a:lnTo>
                  <a:lnTo>
                    <a:pt x="79" y="80"/>
                  </a:lnTo>
                  <a:lnTo>
                    <a:pt x="80" y="83"/>
                  </a:lnTo>
                  <a:lnTo>
                    <a:pt x="81" y="84"/>
                  </a:lnTo>
                  <a:lnTo>
                    <a:pt x="84" y="84"/>
                  </a:lnTo>
                  <a:lnTo>
                    <a:pt x="84" y="85"/>
                  </a:lnTo>
                  <a:lnTo>
                    <a:pt x="85" y="85"/>
                  </a:lnTo>
                  <a:lnTo>
                    <a:pt x="88" y="91"/>
                  </a:lnTo>
                  <a:lnTo>
                    <a:pt x="89" y="92"/>
                  </a:lnTo>
                  <a:lnTo>
                    <a:pt x="89" y="94"/>
                  </a:lnTo>
                  <a:lnTo>
                    <a:pt x="92" y="97"/>
                  </a:lnTo>
                  <a:lnTo>
                    <a:pt x="93" y="97"/>
                  </a:lnTo>
                  <a:lnTo>
                    <a:pt x="94" y="97"/>
                  </a:lnTo>
                  <a:lnTo>
                    <a:pt x="96" y="97"/>
                  </a:lnTo>
                  <a:lnTo>
                    <a:pt x="97" y="97"/>
                  </a:lnTo>
                  <a:lnTo>
                    <a:pt x="98" y="98"/>
                  </a:lnTo>
                  <a:lnTo>
                    <a:pt x="98" y="100"/>
                  </a:lnTo>
                  <a:lnTo>
                    <a:pt x="97" y="101"/>
                  </a:lnTo>
                  <a:lnTo>
                    <a:pt x="97" y="102"/>
                  </a:lnTo>
                  <a:lnTo>
                    <a:pt x="98" y="104"/>
                  </a:lnTo>
                  <a:lnTo>
                    <a:pt x="102" y="105"/>
                  </a:lnTo>
                  <a:lnTo>
                    <a:pt x="106" y="105"/>
                  </a:lnTo>
                  <a:lnTo>
                    <a:pt x="108" y="106"/>
                  </a:lnTo>
                  <a:lnTo>
                    <a:pt x="106" y="106"/>
                  </a:lnTo>
                  <a:lnTo>
                    <a:pt x="105" y="106"/>
                  </a:lnTo>
                  <a:lnTo>
                    <a:pt x="102" y="108"/>
                  </a:lnTo>
                  <a:lnTo>
                    <a:pt x="104" y="109"/>
                  </a:lnTo>
                  <a:lnTo>
                    <a:pt x="106" y="110"/>
                  </a:lnTo>
                  <a:lnTo>
                    <a:pt x="112" y="112"/>
                  </a:lnTo>
                  <a:lnTo>
                    <a:pt x="116" y="113"/>
                  </a:lnTo>
                  <a:lnTo>
                    <a:pt x="114" y="114"/>
                  </a:lnTo>
                  <a:lnTo>
                    <a:pt x="112" y="113"/>
                  </a:lnTo>
                  <a:lnTo>
                    <a:pt x="110" y="114"/>
                  </a:lnTo>
                  <a:lnTo>
                    <a:pt x="110" y="114"/>
                  </a:lnTo>
                  <a:lnTo>
                    <a:pt x="110" y="114"/>
                  </a:lnTo>
                  <a:lnTo>
                    <a:pt x="114" y="117"/>
                  </a:lnTo>
                  <a:lnTo>
                    <a:pt x="113" y="118"/>
                  </a:lnTo>
                  <a:lnTo>
                    <a:pt x="110" y="118"/>
                  </a:lnTo>
                  <a:lnTo>
                    <a:pt x="108" y="117"/>
                  </a:lnTo>
                  <a:lnTo>
                    <a:pt x="105" y="117"/>
                  </a:lnTo>
                  <a:lnTo>
                    <a:pt x="106" y="116"/>
                  </a:lnTo>
                  <a:lnTo>
                    <a:pt x="106" y="114"/>
                  </a:lnTo>
                  <a:lnTo>
                    <a:pt x="104" y="114"/>
                  </a:lnTo>
                  <a:lnTo>
                    <a:pt x="102" y="113"/>
                  </a:lnTo>
                  <a:lnTo>
                    <a:pt x="100" y="114"/>
                  </a:lnTo>
                  <a:lnTo>
                    <a:pt x="98" y="113"/>
                  </a:lnTo>
                  <a:lnTo>
                    <a:pt x="94" y="112"/>
                  </a:lnTo>
                  <a:lnTo>
                    <a:pt x="93" y="113"/>
                  </a:lnTo>
                  <a:lnTo>
                    <a:pt x="91" y="112"/>
                  </a:lnTo>
                  <a:lnTo>
                    <a:pt x="87" y="112"/>
                  </a:lnTo>
                  <a:lnTo>
                    <a:pt x="85" y="112"/>
                  </a:lnTo>
                  <a:lnTo>
                    <a:pt x="84" y="112"/>
                  </a:lnTo>
                  <a:lnTo>
                    <a:pt x="83" y="112"/>
                  </a:lnTo>
                  <a:lnTo>
                    <a:pt x="79" y="110"/>
                  </a:lnTo>
                  <a:lnTo>
                    <a:pt x="76" y="109"/>
                  </a:lnTo>
                  <a:lnTo>
                    <a:pt x="76" y="108"/>
                  </a:lnTo>
                  <a:lnTo>
                    <a:pt x="71" y="101"/>
                  </a:lnTo>
                  <a:lnTo>
                    <a:pt x="71" y="100"/>
                  </a:lnTo>
                  <a:lnTo>
                    <a:pt x="69" y="98"/>
                  </a:lnTo>
                  <a:lnTo>
                    <a:pt x="67" y="97"/>
                  </a:lnTo>
                  <a:lnTo>
                    <a:pt x="67" y="96"/>
                  </a:lnTo>
                  <a:lnTo>
                    <a:pt x="63" y="92"/>
                  </a:lnTo>
                  <a:lnTo>
                    <a:pt x="63" y="89"/>
                  </a:lnTo>
                  <a:lnTo>
                    <a:pt x="60" y="87"/>
                  </a:lnTo>
                  <a:lnTo>
                    <a:pt x="59" y="85"/>
                  </a:lnTo>
                  <a:lnTo>
                    <a:pt x="52" y="84"/>
                  </a:lnTo>
                  <a:lnTo>
                    <a:pt x="51" y="83"/>
                  </a:lnTo>
                  <a:lnTo>
                    <a:pt x="50" y="83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46" y="80"/>
                  </a:lnTo>
                  <a:lnTo>
                    <a:pt x="44" y="80"/>
                  </a:lnTo>
                  <a:lnTo>
                    <a:pt x="44" y="77"/>
                  </a:lnTo>
                  <a:lnTo>
                    <a:pt x="42" y="77"/>
                  </a:lnTo>
                  <a:lnTo>
                    <a:pt x="40" y="76"/>
                  </a:lnTo>
                  <a:lnTo>
                    <a:pt x="39" y="79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39" y="81"/>
                  </a:lnTo>
                  <a:lnTo>
                    <a:pt x="39" y="79"/>
                  </a:lnTo>
                  <a:lnTo>
                    <a:pt x="38" y="79"/>
                  </a:lnTo>
                  <a:lnTo>
                    <a:pt x="38" y="80"/>
                  </a:lnTo>
                  <a:lnTo>
                    <a:pt x="38" y="81"/>
                  </a:lnTo>
                  <a:lnTo>
                    <a:pt x="37" y="81"/>
                  </a:lnTo>
                  <a:lnTo>
                    <a:pt x="34" y="79"/>
                  </a:lnTo>
                  <a:lnTo>
                    <a:pt x="34" y="77"/>
                  </a:lnTo>
                  <a:lnTo>
                    <a:pt x="31" y="76"/>
                  </a:lnTo>
                  <a:lnTo>
                    <a:pt x="31" y="77"/>
                  </a:lnTo>
                  <a:lnTo>
                    <a:pt x="33" y="79"/>
                  </a:lnTo>
                  <a:lnTo>
                    <a:pt x="34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33" y="84"/>
                  </a:lnTo>
                  <a:lnTo>
                    <a:pt x="33" y="85"/>
                  </a:lnTo>
                  <a:lnTo>
                    <a:pt x="31" y="85"/>
                  </a:lnTo>
                  <a:lnTo>
                    <a:pt x="29" y="84"/>
                  </a:lnTo>
                  <a:lnTo>
                    <a:pt x="27" y="84"/>
                  </a:lnTo>
                  <a:lnTo>
                    <a:pt x="26" y="83"/>
                  </a:lnTo>
                  <a:lnTo>
                    <a:pt x="26" y="84"/>
                  </a:lnTo>
                  <a:lnTo>
                    <a:pt x="27" y="84"/>
                  </a:lnTo>
                  <a:lnTo>
                    <a:pt x="29" y="85"/>
                  </a:lnTo>
                  <a:lnTo>
                    <a:pt x="30" y="87"/>
                  </a:lnTo>
                  <a:lnTo>
                    <a:pt x="31" y="88"/>
                  </a:lnTo>
                  <a:lnTo>
                    <a:pt x="29" y="89"/>
                  </a:lnTo>
                  <a:lnTo>
                    <a:pt x="27" y="88"/>
                  </a:lnTo>
                  <a:lnTo>
                    <a:pt x="23" y="89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8" y="88"/>
                  </a:lnTo>
                  <a:lnTo>
                    <a:pt x="15" y="87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3" y="83"/>
                  </a:lnTo>
                  <a:lnTo>
                    <a:pt x="10" y="81"/>
                  </a:lnTo>
                  <a:lnTo>
                    <a:pt x="9" y="80"/>
                  </a:lnTo>
                  <a:lnTo>
                    <a:pt x="9" y="79"/>
                  </a:lnTo>
                  <a:lnTo>
                    <a:pt x="8" y="77"/>
                  </a:lnTo>
                  <a:lnTo>
                    <a:pt x="9" y="79"/>
                  </a:lnTo>
                  <a:lnTo>
                    <a:pt x="9" y="81"/>
                  </a:lnTo>
                  <a:lnTo>
                    <a:pt x="12" y="81"/>
                  </a:lnTo>
                  <a:lnTo>
                    <a:pt x="13" y="84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5" y="88"/>
                  </a:lnTo>
                  <a:lnTo>
                    <a:pt x="17" y="89"/>
                  </a:lnTo>
                  <a:lnTo>
                    <a:pt x="18" y="91"/>
                  </a:lnTo>
                  <a:lnTo>
                    <a:pt x="22" y="91"/>
                  </a:lnTo>
                  <a:lnTo>
                    <a:pt x="25" y="92"/>
                  </a:lnTo>
                  <a:lnTo>
                    <a:pt x="27" y="94"/>
                  </a:lnTo>
                  <a:lnTo>
                    <a:pt x="29" y="97"/>
                  </a:lnTo>
                  <a:lnTo>
                    <a:pt x="27" y="98"/>
                  </a:lnTo>
                  <a:lnTo>
                    <a:pt x="26" y="98"/>
                  </a:lnTo>
                  <a:lnTo>
                    <a:pt x="26" y="100"/>
                  </a:lnTo>
                  <a:lnTo>
                    <a:pt x="22" y="100"/>
                  </a:lnTo>
                  <a:lnTo>
                    <a:pt x="19" y="102"/>
                  </a:lnTo>
                  <a:lnTo>
                    <a:pt x="17" y="101"/>
                  </a:lnTo>
                  <a:lnTo>
                    <a:pt x="15" y="100"/>
                  </a:lnTo>
                  <a:lnTo>
                    <a:pt x="15" y="98"/>
                  </a:lnTo>
                  <a:lnTo>
                    <a:pt x="13" y="98"/>
                  </a:lnTo>
                  <a:lnTo>
                    <a:pt x="8" y="98"/>
                  </a:lnTo>
                  <a:lnTo>
                    <a:pt x="5" y="100"/>
                  </a:lnTo>
                  <a:lnTo>
                    <a:pt x="4" y="98"/>
                  </a:lnTo>
                  <a:lnTo>
                    <a:pt x="0" y="98"/>
                  </a:lnTo>
                  <a:lnTo>
                    <a:pt x="1" y="69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1" y="63"/>
                  </a:lnTo>
                  <a:lnTo>
                    <a:pt x="2" y="19"/>
                  </a:lnTo>
                  <a:close/>
                  <a:moveTo>
                    <a:pt x="119" y="18"/>
                  </a:moveTo>
                  <a:lnTo>
                    <a:pt x="125" y="21"/>
                  </a:lnTo>
                  <a:lnTo>
                    <a:pt x="129" y="22"/>
                  </a:lnTo>
                  <a:lnTo>
                    <a:pt x="133" y="25"/>
                  </a:lnTo>
                  <a:lnTo>
                    <a:pt x="137" y="26"/>
                  </a:lnTo>
                  <a:lnTo>
                    <a:pt x="138" y="29"/>
                  </a:lnTo>
                  <a:lnTo>
                    <a:pt x="141" y="30"/>
                  </a:lnTo>
                  <a:lnTo>
                    <a:pt x="143" y="33"/>
                  </a:lnTo>
                  <a:lnTo>
                    <a:pt x="145" y="33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7" y="41"/>
                  </a:lnTo>
                  <a:lnTo>
                    <a:pt x="146" y="43"/>
                  </a:lnTo>
                  <a:lnTo>
                    <a:pt x="145" y="46"/>
                  </a:lnTo>
                  <a:lnTo>
                    <a:pt x="142" y="43"/>
                  </a:lnTo>
                  <a:lnTo>
                    <a:pt x="142" y="41"/>
                  </a:lnTo>
                  <a:lnTo>
                    <a:pt x="142" y="38"/>
                  </a:lnTo>
                  <a:lnTo>
                    <a:pt x="141" y="33"/>
                  </a:lnTo>
                  <a:lnTo>
                    <a:pt x="137" y="27"/>
                  </a:lnTo>
                  <a:lnTo>
                    <a:pt x="134" y="27"/>
                  </a:lnTo>
                  <a:lnTo>
                    <a:pt x="130" y="25"/>
                  </a:lnTo>
                  <a:lnTo>
                    <a:pt x="121" y="21"/>
                  </a:lnTo>
                  <a:lnTo>
                    <a:pt x="119" y="19"/>
                  </a:lnTo>
                  <a:lnTo>
                    <a:pt x="119" y="18"/>
                  </a:lnTo>
                  <a:close/>
                  <a:moveTo>
                    <a:pt x="113" y="16"/>
                  </a:moveTo>
                  <a:lnTo>
                    <a:pt x="114" y="17"/>
                  </a:lnTo>
                  <a:lnTo>
                    <a:pt x="114" y="19"/>
                  </a:lnTo>
                  <a:lnTo>
                    <a:pt x="112" y="21"/>
                  </a:lnTo>
                  <a:lnTo>
                    <a:pt x="110" y="19"/>
                  </a:lnTo>
                  <a:lnTo>
                    <a:pt x="110" y="17"/>
                  </a:lnTo>
                  <a:lnTo>
                    <a:pt x="113" y="16"/>
                  </a:lnTo>
                  <a:close/>
                  <a:moveTo>
                    <a:pt x="73" y="9"/>
                  </a:moveTo>
                  <a:lnTo>
                    <a:pt x="76" y="10"/>
                  </a:lnTo>
                  <a:lnTo>
                    <a:pt x="77" y="10"/>
                  </a:lnTo>
                  <a:lnTo>
                    <a:pt x="79" y="10"/>
                  </a:lnTo>
                  <a:lnTo>
                    <a:pt x="76" y="13"/>
                  </a:lnTo>
                  <a:lnTo>
                    <a:pt x="73" y="13"/>
                  </a:lnTo>
                  <a:lnTo>
                    <a:pt x="72" y="12"/>
                  </a:lnTo>
                  <a:lnTo>
                    <a:pt x="69" y="12"/>
                  </a:lnTo>
                  <a:lnTo>
                    <a:pt x="69" y="10"/>
                  </a:lnTo>
                  <a:lnTo>
                    <a:pt x="69" y="9"/>
                  </a:lnTo>
                  <a:lnTo>
                    <a:pt x="72" y="10"/>
                  </a:lnTo>
                  <a:lnTo>
                    <a:pt x="73" y="9"/>
                  </a:lnTo>
                  <a:close/>
                  <a:moveTo>
                    <a:pt x="104" y="0"/>
                  </a:moveTo>
                  <a:lnTo>
                    <a:pt x="105" y="0"/>
                  </a:lnTo>
                  <a:lnTo>
                    <a:pt x="106" y="2"/>
                  </a:lnTo>
                  <a:lnTo>
                    <a:pt x="106" y="4"/>
                  </a:lnTo>
                  <a:lnTo>
                    <a:pt x="104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7" name="Freeform 356">
              <a:extLst>
                <a:ext uri="{FF2B5EF4-FFF2-40B4-BE49-F238E27FC236}">
                  <a16:creationId xmlns:a16="http://schemas.microsoft.com/office/drawing/2014/main" id="{26A8BDD5-317B-4280-96C6-BF7D1080B3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0431" y="4227626"/>
              <a:ext cx="3471800" cy="1305907"/>
            </a:xfrm>
            <a:custGeom>
              <a:avLst/>
              <a:gdLst>
                <a:gd name="T0" fmla="*/ 294 w 545"/>
                <a:gd name="T1" fmla="*/ 196 h 205"/>
                <a:gd name="T2" fmla="*/ 341 w 545"/>
                <a:gd name="T3" fmla="*/ 187 h 205"/>
                <a:gd name="T4" fmla="*/ 343 w 545"/>
                <a:gd name="T5" fmla="*/ 174 h 205"/>
                <a:gd name="T6" fmla="*/ 398 w 545"/>
                <a:gd name="T7" fmla="*/ 172 h 205"/>
                <a:gd name="T8" fmla="*/ 274 w 545"/>
                <a:gd name="T9" fmla="*/ 171 h 205"/>
                <a:gd name="T10" fmla="*/ 264 w 545"/>
                <a:gd name="T11" fmla="*/ 175 h 205"/>
                <a:gd name="T12" fmla="*/ 239 w 545"/>
                <a:gd name="T13" fmla="*/ 170 h 205"/>
                <a:gd name="T14" fmla="*/ 296 w 545"/>
                <a:gd name="T15" fmla="*/ 179 h 205"/>
                <a:gd name="T16" fmla="*/ 370 w 545"/>
                <a:gd name="T17" fmla="*/ 167 h 205"/>
                <a:gd name="T18" fmla="*/ 516 w 545"/>
                <a:gd name="T19" fmla="*/ 168 h 205"/>
                <a:gd name="T20" fmla="*/ 433 w 545"/>
                <a:gd name="T21" fmla="*/ 156 h 205"/>
                <a:gd name="T22" fmla="*/ 236 w 545"/>
                <a:gd name="T23" fmla="*/ 154 h 205"/>
                <a:gd name="T24" fmla="*/ 465 w 545"/>
                <a:gd name="T25" fmla="*/ 149 h 205"/>
                <a:gd name="T26" fmla="*/ 468 w 545"/>
                <a:gd name="T27" fmla="*/ 146 h 205"/>
                <a:gd name="T28" fmla="*/ 202 w 545"/>
                <a:gd name="T29" fmla="*/ 154 h 205"/>
                <a:gd name="T30" fmla="*/ 185 w 545"/>
                <a:gd name="T31" fmla="*/ 172 h 205"/>
                <a:gd name="T32" fmla="*/ 127 w 545"/>
                <a:gd name="T33" fmla="*/ 149 h 205"/>
                <a:gd name="T34" fmla="*/ 464 w 545"/>
                <a:gd name="T35" fmla="*/ 141 h 205"/>
                <a:gd name="T36" fmla="*/ 325 w 545"/>
                <a:gd name="T37" fmla="*/ 127 h 205"/>
                <a:gd name="T38" fmla="*/ 329 w 545"/>
                <a:gd name="T39" fmla="*/ 129 h 205"/>
                <a:gd name="T40" fmla="*/ 246 w 545"/>
                <a:gd name="T41" fmla="*/ 116 h 205"/>
                <a:gd name="T42" fmla="*/ 61 w 545"/>
                <a:gd name="T43" fmla="*/ 105 h 205"/>
                <a:gd name="T44" fmla="*/ 397 w 545"/>
                <a:gd name="T45" fmla="*/ 105 h 205"/>
                <a:gd name="T46" fmla="*/ 365 w 545"/>
                <a:gd name="T47" fmla="*/ 97 h 205"/>
                <a:gd name="T48" fmla="*/ 411 w 545"/>
                <a:gd name="T49" fmla="*/ 93 h 205"/>
                <a:gd name="T50" fmla="*/ 491 w 545"/>
                <a:gd name="T51" fmla="*/ 91 h 205"/>
                <a:gd name="T52" fmla="*/ 127 w 545"/>
                <a:gd name="T53" fmla="*/ 92 h 205"/>
                <a:gd name="T54" fmla="*/ 175 w 545"/>
                <a:gd name="T55" fmla="*/ 85 h 205"/>
                <a:gd name="T56" fmla="*/ 170 w 545"/>
                <a:gd name="T57" fmla="*/ 83 h 205"/>
                <a:gd name="T58" fmla="*/ 478 w 545"/>
                <a:gd name="T59" fmla="*/ 77 h 205"/>
                <a:gd name="T60" fmla="*/ 169 w 545"/>
                <a:gd name="T61" fmla="*/ 77 h 205"/>
                <a:gd name="T62" fmla="*/ 470 w 545"/>
                <a:gd name="T63" fmla="*/ 101 h 205"/>
                <a:gd name="T64" fmla="*/ 532 w 545"/>
                <a:gd name="T65" fmla="*/ 97 h 205"/>
                <a:gd name="T66" fmla="*/ 518 w 545"/>
                <a:gd name="T67" fmla="*/ 168 h 205"/>
                <a:gd name="T68" fmla="*/ 507 w 545"/>
                <a:gd name="T69" fmla="*/ 134 h 205"/>
                <a:gd name="T70" fmla="*/ 458 w 545"/>
                <a:gd name="T71" fmla="*/ 109 h 205"/>
                <a:gd name="T72" fmla="*/ 458 w 545"/>
                <a:gd name="T73" fmla="*/ 101 h 205"/>
                <a:gd name="T74" fmla="*/ 441 w 545"/>
                <a:gd name="T75" fmla="*/ 74 h 205"/>
                <a:gd name="T76" fmla="*/ 404 w 545"/>
                <a:gd name="T77" fmla="*/ 70 h 205"/>
                <a:gd name="T78" fmla="*/ 28 w 545"/>
                <a:gd name="T79" fmla="*/ 52 h 205"/>
                <a:gd name="T80" fmla="*/ 333 w 545"/>
                <a:gd name="T81" fmla="*/ 66 h 205"/>
                <a:gd name="T82" fmla="*/ 335 w 545"/>
                <a:gd name="T83" fmla="*/ 77 h 205"/>
                <a:gd name="T84" fmla="*/ 320 w 545"/>
                <a:gd name="T85" fmla="*/ 114 h 205"/>
                <a:gd name="T86" fmla="*/ 307 w 545"/>
                <a:gd name="T87" fmla="*/ 117 h 205"/>
                <a:gd name="T88" fmla="*/ 286 w 545"/>
                <a:gd name="T89" fmla="*/ 129 h 205"/>
                <a:gd name="T90" fmla="*/ 291 w 545"/>
                <a:gd name="T91" fmla="*/ 70 h 205"/>
                <a:gd name="T92" fmla="*/ 78 w 545"/>
                <a:gd name="T93" fmla="*/ 45 h 205"/>
                <a:gd name="T94" fmla="*/ 393 w 545"/>
                <a:gd name="T95" fmla="*/ 60 h 205"/>
                <a:gd name="T96" fmla="*/ 385 w 545"/>
                <a:gd name="T97" fmla="*/ 50 h 205"/>
                <a:gd name="T98" fmla="*/ 132 w 545"/>
                <a:gd name="T99" fmla="*/ 29 h 205"/>
                <a:gd name="T100" fmla="*/ 266 w 545"/>
                <a:gd name="T101" fmla="*/ 20 h 205"/>
                <a:gd name="T102" fmla="*/ 265 w 545"/>
                <a:gd name="T103" fmla="*/ 33 h 205"/>
                <a:gd name="T104" fmla="*/ 257 w 545"/>
                <a:gd name="T105" fmla="*/ 85 h 205"/>
                <a:gd name="T106" fmla="*/ 229 w 545"/>
                <a:gd name="T107" fmla="*/ 121 h 205"/>
                <a:gd name="T108" fmla="*/ 196 w 545"/>
                <a:gd name="T109" fmla="*/ 106 h 205"/>
                <a:gd name="T110" fmla="*/ 166 w 545"/>
                <a:gd name="T111" fmla="*/ 72 h 205"/>
                <a:gd name="T112" fmla="*/ 231 w 545"/>
                <a:gd name="T113" fmla="*/ 50 h 205"/>
                <a:gd name="T114" fmla="*/ 17 w 545"/>
                <a:gd name="T115" fmla="*/ 4 h 205"/>
                <a:gd name="T116" fmla="*/ 84 w 545"/>
                <a:gd name="T117" fmla="*/ 58 h 205"/>
                <a:gd name="T118" fmla="*/ 113 w 545"/>
                <a:gd name="T119" fmla="*/ 93 h 205"/>
                <a:gd name="T120" fmla="*/ 109 w 545"/>
                <a:gd name="T121" fmla="*/ 139 h 205"/>
                <a:gd name="T122" fmla="*/ 40 w 545"/>
                <a:gd name="T123" fmla="*/ 49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5" h="205">
                  <a:moveTo>
                    <a:pt x="331" y="199"/>
                  </a:moveTo>
                  <a:lnTo>
                    <a:pt x="331" y="200"/>
                  </a:lnTo>
                  <a:lnTo>
                    <a:pt x="329" y="202"/>
                  </a:lnTo>
                  <a:lnTo>
                    <a:pt x="324" y="205"/>
                  </a:lnTo>
                  <a:lnTo>
                    <a:pt x="323" y="204"/>
                  </a:lnTo>
                  <a:lnTo>
                    <a:pt x="324" y="202"/>
                  </a:lnTo>
                  <a:lnTo>
                    <a:pt x="328" y="200"/>
                  </a:lnTo>
                  <a:lnTo>
                    <a:pt x="328" y="200"/>
                  </a:lnTo>
                  <a:lnTo>
                    <a:pt x="331" y="199"/>
                  </a:lnTo>
                  <a:close/>
                  <a:moveTo>
                    <a:pt x="312" y="199"/>
                  </a:moveTo>
                  <a:lnTo>
                    <a:pt x="314" y="200"/>
                  </a:lnTo>
                  <a:lnTo>
                    <a:pt x="314" y="201"/>
                  </a:lnTo>
                  <a:lnTo>
                    <a:pt x="312" y="201"/>
                  </a:lnTo>
                  <a:lnTo>
                    <a:pt x="311" y="201"/>
                  </a:lnTo>
                  <a:lnTo>
                    <a:pt x="312" y="200"/>
                  </a:lnTo>
                  <a:lnTo>
                    <a:pt x="312" y="199"/>
                  </a:lnTo>
                  <a:close/>
                  <a:moveTo>
                    <a:pt x="329" y="195"/>
                  </a:moveTo>
                  <a:lnTo>
                    <a:pt x="331" y="195"/>
                  </a:lnTo>
                  <a:lnTo>
                    <a:pt x="329" y="197"/>
                  </a:lnTo>
                  <a:lnTo>
                    <a:pt x="328" y="197"/>
                  </a:lnTo>
                  <a:lnTo>
                    <a:pt x="329" y="195"/>
                  </a:lnTo>
                  <a:close/>
                  <a:moveTo>
                    <a:pt x="283" y="183"/>
                  </a:moveTo>
                  <a:lnTo>
                    <a:pt x="287" y="185"/>
                  </a:lnTo>
                  <a:lnTo>
                    <a:pt x="289" y="185"/>
                  </a:lnTo>
                  <a:lnTo>
                    <a:pt x="291" y="184"/>
                  </a:lnTo>
                  <a:lnTo>
                    <a:pt x="294" y="185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9" y="191"/>
                  </a:lnTo>
                  <a:lnTo>
                    <a:pt x="300" y="193"/>
                  </a:lnTo>
                  <a:lnTo>
                    <a:pt x="300" y="195"/>
                  </a:lnTo>
                  <a:lnTo>
                    <a:pt x="298" y="196"/>
                  </a:lnTo>
                  <a:lnTo>
                    <a:pt x="294" y="196"/>
                  </a:lnTo>
                  <a:lnTo>
                    <a:pt x="291" y="195"/>
                  </a:lnTo>
                  <a:lnTo>
                    <a:pt x="290" y="192"/>
                  </a:lnTo>
                  <a:lnTo>
                    <a:pt x="287" y="192"/>
                  </a:lnTo>
                  <a:lnTo>
                    <a:pt x="286" y="189"/>
                  </a:lnTo>
                  <a:lnTo>
                    <a:pt x="283" y="189"/>
                  </a:lnTo>
                  <a:lnTo>
                    <a:pt x="281" y="189"/>
                  </a:lnTo>
                  <a:lnTo>
                    <a:pt x="278" y="188"/>
                  </a:lnTo>
                  <a:lnTo>
                    <a:pt x="278" y="185"/>
                  </a:lnTo>
                  <a:lnTo>
                    <a:pt x="283" y="183"/>
                  </a:lnTo>
                  <a:close/>
                  <a:moveTo>
                    <a:pt x="349" y="180"/>
                  </a:moveTo>
                  <a:lnTo>
                    <a:pt x="352" y="184"/>
                  </a:lnTo>
                  <a:lnTo>
                    <a:pt x="354" y="187"/>
                  </a:lnTo>
                  <a:lnTo>
                    <a:pt x="353" y="187"/>
                  </a:lnTo>
                  <a:lnTo>
                    <a:pt x="352" y="188"/>
                  </a:lnTo>
                  <a:lnTo>
                    <a:pt x="348" y="192"/>
                  </a:lnTo>
                  <a:lnTo>
                    <a:pt x="346" y="193"/>
                  </a:lnTo>
                  <a:lnTo>
                    <a:pt x="344" y="195"/>
                  </a:lnTo>
                  <a:lnTo>
                    <a:pt x="343" y="195"/>
                  </a:lnTo>
                  <a:lnTo>
                    <a:pt x="340" y="196"/>
                  </a:lnTo>
                  <a:lnTo>
                    <a:pt x="336" y="199"/>
                  </a:lnTo>
                  <a:lnTo>
                    <a:pt x="333" y="199"/>
                  </a:lnTo>
                  <a:lnTo>
                    <a:pt x="332" y="197"/>
                  </a:lnTo>
                  <a:lnTo>
                    <a:pt x="332" y="195"/>
                  </a:lnTo>
                  <a:lnTo>
                    <a:pt x="333" y="196"/>
                  </a:lnTo>
                  <a:lnTo>
                    <a:pt x="335" y="196"/>
                  </a:lnTo>
                  <a:lnTo>
                    <a:pt x="335" y="195"/>
                  </a:lnTo>
                  <a:lnTo>
                    <a:pt x="333" y="193"/>
                  </a:lnTo>
                  <a:lnTo>
                    <a:pt x="333" y="192"/>
                  </a:lnTo>
                  <a:lnTo>
                    <a:pt x="336" y="189"/>
                  </a:lnTo>
                  <a:lnTo>
                    <a:pt x="336" y="187"/>
                  </a:lnTo>
                  <a:lnTo>
                    <a:pt x="339" y="185"/>
                  </a:lnTo>
                  <a:lnTo>
                    <a:pt x="340" y="184"/>
                  </a:lnTo>
                  <a:lnTo>
                    <a:pt x="341" y="187"/>
                  </a:lnTo>
                  <a:lnTo>
                    <a:pt x="344" y="185"/>
                  </a:lnTo>
                  <a:lnTo>
                    <a:pt x="346" y="185"/>
                  </a:lnTo>
                  <a:lnTo>
                    <a:pt x="346" y="181"/>
                  </a:lnTo>
                  <a:lnTo>
                    <a:pt x="348" y="181"/>
                  </a:lnTo>
                  <a:lnTo>
                    <a:pt x="349" y="180"/>
                  </a:lnTo>
                  <a:close/>
                  <a:moveTo>
                    <a:pt x="287" y="176"/>
                  </a:moveTo>
                  <a:lnTo>
                    <a:pt x="289" y="176"/>
                  </a:lnTo>
                  <a:lnTo>
                    <a:pt x="289" y="177"/>
                  </a:lnTo>
                  <a:lnTo>
                    <a:pt x="286" y="177"/>
                  </a:lnTo>
                  <a:lnTo>
                    <a:pt x="287" y="176"/>
                  </a:lnTo>
                  <a:close/>
                  <a:moveTo>
                    <a:pt x="239" y="176"/>
                  </a:moveTo>
                  <a:lnTo>
                    <a:pt x="240" y="177"/>
                  </a:lnTo>
                  <a:lnTo>
                    <a:pt x="239" y="177"/>
                  </a:lnTo>
                  <a:lnTo>
                    <a:pt x="237" y="177"/>
                  </a:lnTo>
                  <a:lnTo>
                    <a:pt x="239" y="176"/>
                  </a:lnTo>
                  <a:close/>
                  <a:moveTo>
                    <a:pt x="329" y="175"/>
                  </a:moveTo>
                  <a:lnTo>
                    <a:pt x="328" y="175"/>
                  </a:lnTo>
                  <a:lnTo>
                    <a:pt x="327" y="176"/>
                  </a:lnTo>
                  <a:lnTo>
                    <a:pt x="327" y="175"/>
                  </a:lnTo>
                  <a:lnTo>
                    <a:pt x="329" y="175"/>
                  </a:lnTo>
                  <a:close/>
                  <a:moveTo>
                    <a:pt x="285" y="174"/>
                  </a:moveTo>
                  <a:lnTo>
                    <a:pt x="286" y="175"/>
                  </a:lnTo>
                  <a:lnTo>
                    <a:pt x="285" y="175"/>
                  </a:lnTo>
                  <a:lnTo>
                    <a:pt x="285" y="179"/>
                  </a:lnTo>
                  <a:lnTo>
                    <a:pt x="283" y="176"/>
                  </a:lnTo>
                  <a:lnTo>
                    <a:pt x="285" y="174"/>
                  </a:lnTo>
                  <a:close/>
                  <a:moveTo>
                    <a:pt x="344" y="172"/>
                  </a:moveTo>
                  <a:lnTo>
                    <a:pt x="344" y="174"/>
                  </a:lnTo>
                  <a:lnTo>
                    <a:pt x="341" y="176"/>
                  </a:lnTo>
                  <a:lnTo>
                    <a:pt x="340" y="175"/>
                  </a:lnTo>
                  <a:lnTo>
                    <a:pt x="339" y="175"/>
                  </a:lnTo>
                  <a:lnTo>
                    <a:pt x="340" y="174"/>
                  </a:lnTo>
                  <a:lnTo>
                    <a:pt x="343" y="174"/>
                  </a:lnTo>
                  <a:lnTo>
                    <a:pt x="344" y="172"/>
                  </a:lnTo>
                  <a:close/>
                  <a:moveTo>
                    <a:pt x="248" y="171"/>
                  </a:moveTo>
                  <a:lnTo>
                    <a:pt x="252" y="172"/>
                  </a:lnTo>
                  <a:lnTo>
                    <a:pt x="252" y="175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6" y="179"/>
                  </a:lnTo>
                  <a:lnTo>
                    <a:pt x="242" y="177"/>
                  </a:lnTo>
                  <a:lnTo>
                    <a:pt x="241" y="177"/>
                  </a:lnTo>
                  <a:lnTo>
                    <a:pt x="242" y="176"/>
                  </a:lnTo>
                  <a:lnTo>
                    <a:pt x="245" y="176"/>
                  </a:lnTo>
                  <a:lnTo>
                    <a:pt x="245" y="174"/>
                  </a:lnTo>
                  <a:lnTo>
                    <a:pt x="248" y="171"/>
                  </a:lnTo>
                  <a:close/>
                  <a:moveTo>
                    <a:pt x="337" y="171"/>
                  </a:moveTo>
                  <a:lnTo>
                    <a:pt x="339" y="172"/>
                  </a:lnTo>
                  <a:lnTo>
                    <a:pt x="336" y="174"/>
                  </a:lnTo>
                  <a:lnTo>
                    <a:pt x="335" y="175"/>
                  </a:lnTo>
                  <a:lnTo>
                    <a:pt x="332" y="176"/>
                  </a:lnTo>
                  <a:lnTo>
                    <a:pt x="332" y="175"/>
                  </a:lnTo>
                  <a:lnTo>
                    <a:pt x="333" y="174"/>
                  </a:lnTo>
                  <a:lnTo>
                    <a:pt x="333" y="172"/>
                  </a:lnTo>
                  <a:lnTo>
                    <a:pt x="335" y="172"/>
                  </a:lnTo>
                  <a:lnTo>
                    <a:pt x="336" y="172"/>
                  </a:lnTo>
                  <a:lnTo>
                    <a:pt x="337" y="171"/>
                  </a:lnTo>
                  <a:close/>
                  <a:moveTo>
                    <a:pt x="331" y="171"/>
                  </a:moveTo>
                  <a:lnTo>
                    <a:pt x="331" y="172"/>
                  </a:lnTo>
                  <a:lnTo>
                    <a:pt x="331" y="174"/>
                  </a:lnTo>
                  <a:lnTo>
                    <a:pt x="329" y="172"/>
                  </a:lnTo>
                  <a:lnTo>
                    <a:pt x="331" y="171"/>
                  </a:lnTo>
                  <a:close/>
                  <a:moveTo>
                    <a:pt x="399" y="171"/>
                  </a:moveTo>
                  <a:lnTo>
                    <a:pt x="400" y="171"/>
                  </a:lnTo>
                  <a:lnTo>
                    <a:pt x="398" y="172"/>
                  </a:lnTo>
                  <a:lnTo>
                    <a:pt x="397" y="171"/>
                  </a:lnTo>
                  <a:lnTo>
                    <a:pt x="399" y="171"/>
                  </a:lnTo>
                  <a:close/>
                  <a:moveTo>
                    <a:pt x="358" y="171"/>
                  </a:moveTo>
                  <a:lnTo>
                    <a:pt x="358" y="171"/>
                  </a:lnTo>
                  <a:lnTo>
                    <a:pt x="358" y="172"/>
                  </a:lnTo>
                  <a:lnTo>
                    <a:pt x="357" y="171"/>
                  </a:lnTo>
                  <a:lnTo>
                    <a:pt x="358" y="171"/>
                  </a:lnTo>
                  <a:close/>
                  <a:moveTo>
                    <a:pt x="383" y="170"/>
                  </a:moveTo>
                  <a:lnTo>
                    <a:pt x="383" y="171"/>
                  </a:lnTo>
                  <a:lnTo>
                    <a:pt x="382" y="171"/>
                  </a:lnTo>
                  <a:lnTo>
                    <a:pt x="383" y="170"/>
                  </a:lnTo>
                  <a:close/>
                  <a:moveTo>
                    <a:pt x="348" y="170"/>
                  </a:moveTo>
                  <a:lnTo>
                    <a:pt x="349" y="171"/>
                  </a:lnTo>
                  <a:lnTo>
                    <a:pt x="352" y="171"/>
                  </a:lnTo>
                  <a:lnTo>
                    <a:pt x="353" y="171"/>
                  </a:lnTo>
                  <a:lnTo>
                    <a:pt x="352" y="172"/>
                  </a:lnTo>
                  <a:lnTo>
                    <a:pt x="348" y="174"/>
                  </a:lnTo>
                  <a:lnTo>
                    <a:pt x="345" y="174"/>
                  </a:lnTo>
                  <a:lnTo>
                    <a:pt x="345" y="172"/>
                  </a:lnTo>
                  <a:lnTo>
                    <a:pt x="346" y="172"/>
                  </a:lnTo>
                  <a:lnTo>
                    <a:pt x="345" y="171"/>
                  </a:lnTo>
                  <a:lnTo>
                    <a:pt x="348" y="170"/>
                  </a:lnTo>
                  <a:close/>
                  <a:moveTo>
                    <a:pt x="391" y="170"/>
                  </a:moveTo>
                  <a:lnTo>
                    <a:pt x="391" y="171"/>
                  </a:lnTo>
                  <a:lnTo>
                    <a:pt x="387" y="172"/>
                  </a:lnTo>
                  <a:lnTo>
                    <a:pt x="386" y="171"/>
                  </a:lnTo>
                  <a:lnTo>
                    <a:pt x="385" y="170"/>
                  </a:lnTo>
                  <a:lnTo>
                    <a:pt x="389" y="170"/>
                  </a:lnTo>
                  <a:lnTo>
                    <a:pt x="391" y="170"/>
                  </a:lnTo>
                  <a:close/>
                  <a:moveTo>
                    <a:pt x="267" y="170"/>
                  </a:moveTo>
                  <a:lnTo>
                    <a:pt x="270" y="170"/>
                  </a:lnTo>
                  <a:lnTo>
                    <a:pt x="271" y="171"/>
                  </a:lnTo>
                  <a:lnTo>
                    <a:pt x="274" y="171"/>
                  </a:lnTo>
                  <a:lnTo>
                    <a:pt x="277" y="172"/>
                  </a:lnTo>
                  <a:lnTo>
                    <a:pt x="277" y="174"/>
                  </a:lnTo>
                  <a:lnTo>
                    <a:pt x="278" y="174"/>
                  </a:lnTo>
                  <a:lnTo>
                    <a:pt x="278" y="171"/>
                  </a:lnTo>
                  <a:lnTo>
                    <a:pt x="281" y="172"/>
                  </a:lnTo>
                  <a:lnTo>
                    <a:pt x="279" y="174"/>
                  </a:lnTo>
                  <a:lnTo>
                    <a:pt x="281" y="176"/>
                  </a:lnTo>
                  <a:lnTo>
                    <a:pt x="282" y="175"/>
                  </a:lnTo>
                  <a:lnTo>
                    <a:pt x="281" y="177"/>
                  </a:lnTo>
                  <a:lnTo>
                    <a:pt x="278" y="177"/>
                  </a:lnTo>
                  <a:lnTo>
                    <a:pt x="279" y="179"/>
                  </a:lnTo>
                  <a:lnTo>
                    <a:pt x="277" y="179"/>
                  </a:lnTo>
                  <a:lnTo>
                    <a:pt x="274" y="179"/>
                  </a:lnTo>
                  <a:lnTo>
                    <a:pt x="273" y="177"/>
                  </a:lnTo>
                  <a:lnTo>
                    <a:pt x="270" y="180"/>
                  </a:lnTo>
                  <a:lnTo>
                    <a:pt x="269" y="179"/>
                  </a:lnTo>
                  <a:lnTo>
                    <a:pt x="266" y="180"/>
                  </a:lnTo>
                  <a:lnTo>
                    <a:pt x="264" y="179"/>
                  </a:lnTo>
                  <a:lnTo>
                    <a:pt x="262" y="180"/>
                  </a:lnTo>
                  <a:lnTo>
                    <a:pt x="260" y="181"/>
                  </a:lnTo>
                  <a:lnTo>
                    <a:pt x="258" y="181"/>
                  </a:lnTo>
                  <a:lnTo>
                    <a:pt x="256" y="181"/>
                  </a:lnTo>
                  <a:lnTo>
                    <a:pt x="253" y="180"/>
                  </a:lnTo>
                  <a:lnTo>
                    <a:pt x="252" y="179"/>
                  </a:lnTo>
                  <a:lnTo>
                    <a:pt x="253" y="179"/>
                  </a:lnTo>
                  <a:lnTo>
                    <a:pt x="252" y="177"/>
                  </a:lnTo>
                  <a:lnTo>
                    <a:pt x="252" y="176"/>
                  </a:lnTo>
                  <a:lnTo>
                    <a:pt x="254" y="175"/>
                  </a:lnTo>
                  <a:lnTo>
                    <a:pt x="257" y="174"/>
                  </a:lnTo>
                  <a:lnTo>
                    <a:pt x="260" y="174"/>
                  </a:lnTo>
                  <a:lnTo>
                    <a:pt x="261" y="174"/>
                  </a:lnTo>
                  <a:lnTo>
                    <a:pt x="264" y="174"/>
                  </a:lnTo>
                  <a:lnTo>
                    <a:pt x="264" y="175"/>
                  </a:lnTo>
                  <a:lnTo>
                    <a:pt x="266" y="177"/>
                  </a:lnTo>
                  <a:lnTo>
                    <a:pt x="269" y="176"/>
                  </a:lnTo>
                  <a:lnTo>
                    <a:pt x="271" y="176"/>
                  </a:lnTo>
                  <a:lnTo>
                    <a:pt x="270" y="174"/>
                  </a:lnTo>
                  <a:lnTo>
                    <a:pt x="265" y="172"/>
                  </a:lnTo>
                  <a:lnTo>
                    <a:pt x="265" y="171"/>
                  </a:lnTo>
                  <a:lnTo>
                    <a:pt x="267" y="170"/>
                  </a:lnTo>
                  <a:close/>
                  <a:moveTo>
                    <a:pt x="378" y="170"/>
                  </a:moveTo>
                  <a:lnTo>
                    <a:pt x="379" y="170"/>
                  </a:lnTo>
                  <a:lnTo>
                    <a:pt x="378" y="171"/>
                  </a:lnTo>
                  <a:lnTo>
                    <a:pt x="377" y="170"/>
                  </a:lnTo>
                  <a:lnTo>
                    <a:pt x="378" y="170"/>
                  </a:lnTo>
                  <a:close/>
                  <a:moveTo>
                    <a:pt x="411" y="168"/>
                  </a:moveTo>
                  <a:lnTo>
                    <a:pt x="410" y="170"/>
                  </a:lnTo>
                  <a:lnTo>
                    <a:pt x="408" y="170"/>
                  </a:lnTo>
                  <a:lnTo>
                    <a:pt x="411" y="168"/>
                  </a:lnTo>
                  <a:close/>
                  <a:moveTo>
                    <a:pt x="516" y="168"/>
                  </a:moveTo>
                  <a:lnTo>
                    <a:pt x="518" y="168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5" y="171"/>
                  </a:lnTo>
                  <a:lnTo>
                    <a:pt x="514" y="171"/>
                  </a:lnTo>
                  <a:lnTo>
                    <a:pt x="515" y="170"/>
                  </a:lnTo>
                  <a:lnTo>
                    <a:pt x="516" y="168"/>
                  </a:lnTo>
                  <a:close/>
                  <a:moveTo>
                    <a:pt x="425" y="168"/>
                  </a:moveTo>
                  <a:lnTo>
                    <a:pt x="427" y="168"/>
                  </a:lnTo>
                  <a:lnTo>
                    <a:pt x="425" y="170"/>
                  </a:lnTo>
                  <a:lnTo>
                    <a:pt x="424" y="171"/>
                  </a:lnTo>
                  <a:lnTo>
                    <a:pt x="423" y="171"/>
                  </a:lnTo>
                  <a:lnTo>
                    <a:pt x="423" y="170"/>
                  </a:lnTo>
                  <a:lnTo>
                    <a:pt x="425" y="168"/>
                  </a:lnTo>
                  <a:close/>
                  <a:moveTo>
                    <a:pt x="235" y="168"/>
                  </a:moveTo>
                  <a:lnTo>
                    <a:pt x="239" y="170"/>
                  </a:lnTo>
                  <a:lnTo>
                    <a:pt x="241" y="172"/>
                  </a:lnTo>
                  <a:lnTo>
                    <a:pt x="240" y="174"/>
                  </a:lnTo>
                  <a:lnTo>
                    <a:pt x="239" y="174"/>
                  </a:lnTo>
                  <a:lnTo>
                    <a:pt x="237" y="175"/>
                  </a:lnTo>
                  <a:lnTo>
                    <a:pt x="236" y="176"/>
                  </a:lnTo>
                  <a:lnTo>
                    <a:pt x="235" y="177"/>
                  </a:lnTo>
                  <a:lnTo>
                    <a:pt x="233" y="176"/>
                  </a:lnTo>
                  <a:lnTo>
                    <a:pt x="231" y="174"/>
                  </a:lnTo>
                  <a:lnTo>
                    <a:pt x="228" y="174"/>
                  </a:lnTo>
                  <a:lnTo>
                    <a:pt x="227" y="171"/>
                  </a:lnTo>
                  <a:lnTo>
                    <a:pt x="227" y="170"/>
                  </a:lnTo>
                  <a:lnTo>
                    <a:pt x="229" y="168"/>
                  </a:lnTo>
                  <a:lnTo>
                    <a:pt x="232" y="170"/>
                  </a:lnTo>
                  <a:lnTo>
                    <a:pt x="235" y="168"/>
                  </a:lnTo>
                  <a:close/>
                  <a:moveTo>
                    <a:pt x="325" y="168"/>
                  </a:moveTo>
                  <a:lnTo>
                    <a:pt x="328" y="170"/>
                  </a:lnTo>
                  <a:lnTo>
                    <a:pt x="328" y="171"/>
                  </a:lnTo>
                  <a:lnTo>
                    <a:pt x="327" y="174"/>
                  </a:lnTo>
                  <a:lnTo>
                    <a:pt x="325" y="174"/>
                  </a:lnTo>
                  <a:lnTo>
                    <a:pt x="324" y="176"/>
                  </a:lnTo>
                  <a:lnTo>
                    <a:pt x="321" y="176"/>
                  </a:lnTo>
                  <a:lnTo>
                    <a:pt x="320" y="177"/>
                  </a:lnTo>
                  <a:lnTo>
                    <a:pt x="319" y="177"/>
                  </a:lnTo>
                  <a:lnTo>
                    <a:pt x="315" y="177"/>
                  </a:lnTo>
                  <a:lnTo>
                    <a:pt x="312" y="179"/>
                  </a:lnTo>
                  <a:lnTo>
                    <a:pt x="308" y="177"/>
                  </a:lnTo>
                  <a:lnTo>
                    <a:pt x="306" y="179"/>
                  </a:lnTo>
                  <a:lnTo>
                    <a:pt x="304" y="180"/>
                  </a:lnTo>
                  <a:lnTo>
                    <a:pt x="303" y="180"/>
                  </a:lnTo>
                  <a:lnTo>
                    <a:pt x="302" y="179"/>
                  </a:lnTo>
                  <a:lnTo>
                    <a:pt x="299" y="180"/>
                  </a:lnTo>
                  <a:lnTo>
                    <a:pt x="298" y="179"/>
                  </a:lnTo>
                  <a:lnTo>
                    <a:pt x="296" y="179"/>
                  </a:lnTo>
                  <a:lnTo>
                    <a:pt x="295" y="179"/>
                  </a:lnTo>
                  <a:lnTo>
                    <a:pt x="292" y="179"/>
                  </a:lnTo>
                  <a:lnTo>
                    <a:pt x="291" y="179"/>
                  </a:lnTo>
                  <a:lnTo>
                    <a:pt x="290" y="177"/>
                  </a:lnTo>
                  <a:lnTo>
                    <a:pt x="289" y="176"/>
                  </a:lnTo>
                  <a:lnTo>
                    <a:pt x="290" y="174"/>
                  </a:lnTo>
                  <a:lnTo>
                    <a:pt x="292" y="172"/>
                  </a:lnTo>
                  <a:lnTo>
                    <a:pt x="299" y="171"/>
                  </a:lnTo>
                  <a:lnTo>
                    <a:pt x="302" y="172"/>
                  </a:lnTo>
                  <a:lnTo>
                    <a:pt x="303" y="171"/>
                  </a:lnTo>
                  <a:lnTo>
                    <a:pt x="307" y="172"/>
                  </a:lnTo>
                  <a:lnTo>
                    <a:pt x="310" y="175"/>
                  </a:lnTo>
                  <a:lnTo>
                    <a:pt x="312" y="174"/>
                  </a:lnTo>
                  <a:lnTo>
                    <a:pt x="315" y="174"/>
                  </a:lnTo>
                  <a:lnTo>
                    <a:pt x="318" y="175"/>
                  </a:lnTo>
                  <a:lnTo>
                    <a:pt x="320" y="175"/>
                  </a:lnTo>
                  <a:lnTo>
                    <a:pt x="321" y="172"/>
                  </a:lnTo>
                  <a:lnTo>
                    <a:pt x="323" y="172"/>
                  </a:lnTo>
                  <a:lnTo>
                    <a:pt x="324" y="170"/>
                  </a:lnTo>
                  <a:lnTo>
                    <a:pt x="324" y="170"/>
                  </a:lnTo>
                  <a:lnTo>
                    <a:pt x="325" y="168"/>
                  </a:lnTo>
                  <a:close/>
                  <a:moveTo>
                    <a:pt x="408" y="164"/>
                  </a:moveTo>
                  <a:lnTo>
                    <a:pt x="410" y="166"/>
                  </a:lnTo>
                  <a:lnTo>
                    <a:pt x="411" y="167"/>
                  </a:lnTo>
                  <a:lnTo>
                    <a:pt x="408" y="168"/>
                  </a:lnTo>
                  <a:lnTo>
                    <a:pt x="407" y="167"/>
                  </a:lnTo>
                  <a:lnTo>
                    <a:pt x="407" y="166"/>
                  </a:lnTo>
                  <a:lnTo>
                    <a:pt x="408" y="164"/>
                  </a:lnTo>
                  <a:close/>
                  <a:moveTo>
                    <a:pt x="371" y="162"/>
                  </a:moveTo>
                  <a:lnTo>
                    <a:pt x="373" y="163"/>
                  </a:lnTo>
                  <a:lnTo>
                    <a:pt x="374" y="164"/>
                  </a:lnTo>
                  <a:lnTo>
                    <a:pt x="371" y="166"/>
                  </a:lnTo>
                  <a:lnTo>
                    <a:pt x="370" y="167"/>
                  </a:lnTo>
                  <a:lnTo>
                    <a:pt x="370" y="167"/>
                  </a:lnTo>
                  <a:lnTo>
                    <a:pt x="369" y="167"/>
                  </a:lnTo>
                  <a:lnTo>
                    <a:pt x="365" y="166"/>
                  </a:lnTo>
                  <a:lnTo>
                    <a:pt x="362" y="167"/>
                  </a:lnTo>
                  <a:lnTo>
                    <a:pt x="362" y="166"/>
                  </a:lnTo>
                  <a:lnTo>
                    <a:pt x="362" y="163"/>
                  </a:lnTo>
                  <a:lnTo>
                    <a:pt x="365" y="163"/>
                  </a:lnTo>
                  <a:lnTo>
                    <a:pt x="366" y="164"/>
                  </a:lnTo>
                  <a:lnTo>
                    <a:pt x="370" y="163"/>
                  </a:lnTo>
                  <a:lnTo>
                    <a:pt x="371" y="162"/>
                  </a:lnTo>
                  <a:close/>
                  <a:moveTo>
                    <a:pt x="423" y="162"/>
                  </a:moveTo>
                  <a:lnTo>
                    <a:pt x="423" y="162"/>
                  </a:lnTo>
                  <a:lnTo>
                    <a:pt x="422" y="162"/>
                  </a:lnTo>
                  <a:lnTo>
                    <a:pt x="423" y="162"/>
                  </a:lnTo>
                  <a:close/>
                  <a:moveTo>
                    <a:pt x="379" y="160"/>
                  </a:moveTo>
                  <a:lnTo>
                    <a:pt x="381" y="162"/>
                  </a:lnTo>
                  <a:lnTo>
                    <a:pt x="379" y="163"/>
                  </a:lnTo>
                  <a:lnTo>
                    <a:pt x="379" y="162"/>
                  </a:lnTo>
                  <a:lnTo>
                    <a:pt x="379" y="160"/>
                  </a:lnTo>
                  <a:close/>
                  <a:moveTo>
                    <a:pt x="427" y="160"/>
                  </a:moveTo>
                  <a:lnTo>
                    <a:pt x="425" y="160"/>
                  </a:lnTo>
                  <a:lnTo>
                    <a:pt x="424" y="160"/>
                  </a:lnTo>
                  <a:lnTo>
                    <a:pt x="423" y="160"/>
                  </a:lnTo>
                  <a:lnTo>
                    <a:pt x="427" y="160"/>
                  </a:lnTo>
                  <a:close/>
                  <a:moveTo>
                    <a:pt x="512" y="160"/>
                  </a:moveTo>
                  <a:lnTo>
                    <a:pt x="516" y="160"/>
                  </a:lnTo>
                  <a:lnTo>
                    <a:pt x="518" y="160"/>
                  </a:lnTo>
                  <a:lnTo>
                    <a:pt x="519" y="162"/>
                  </a:lnTo>
                  <a:lnTo>
                    <a:pt x="519" y="163"/>
                  </a:lnTo>
                  <a:lnTo>
                    <a:pt x="518" y="166"/>
                  </a:lnTo>
                  <a:lnTo>
                    <a:pt x="518" y="166"/>
                  </a:lnTo>
                  <a:lnTo>
                    <a:pt x="518" y="167"/>
                  </a:lnTo>
                  <a:lnTo>
                    <a:pt x="516" y="168"/>
                  </a:lnTo>
                  <a:lnTo>
                    <a:pt x="515" y="168"/>
                  </a:lnTo>
                  <a:lnTo>
                    <a:pt x="512" y="171"/>
                  </a:lnTo>
                  <a:lnTo>
                    <a:pt x="511" y="172"/>
                  </a:lnTo>
                  <a:lnTo>
                    <a:pt x="508" y="171"/>
                  </a:lnTo>
                  <a:lnTo>
                    <a:pt x="506" y="171"/>
                  </a:lnTo>
                  <a:lnTo>
                    <a:pt x="502" y="172"/>
                  </a:lnTo>
                  <a:lnTo>
                    <a:pt x="507" y="167"/>
                  </a:lnTo>
                  <a:lnTo>
                    <a:pt x="508" y="164"/>
                  </a:lnTo>
                  <a:lnTo>
                    <a:pt x="510" y="162"/>
                  </a:lnTo>
                  <a:lnTo>
                    <a:pt x="512" y="160"/>
                  </a:lnTo>
                  <a:close/>
                  <a:moveTo>
                    <a:pt x="244" y="159"/>
                  </a:moveTo>
                  <a:lnTo>
                    <a:pt x="244" y="159"/>
                  </a:lnTo>
                  <a:lnTo>
                    <a:pt x="242" y="159"/>
                  </a:lnTo>
                  <a:lnTo>
                    <a:pt x="241" y="159"/>
                  </a:lnTo>
                  <a:lnTo>
                    <a:pt x="244" y="159"/>
                  </a:lnTo>
                  <a:lnTo>
                    <a:pt x="244" y="159"/>
                  </a:lnTo>
                  <a:close/>
                  <a:moveTo>
                    <a:pt x="431" y="158"/>
                  </a:moveTo>
                  <a:lnTo>
                    <a:pt x="432" y="158"/>
                  </a:lnTo>
                  <a:lnTo>
                    <a:pt x="433" y="158"/>
                  </a:lnTo>
                  <a:lnTo>
                    <a:pt x="432" y="159"/>
                  </a:lnTo>
                  <a:lnTo>
                    <a:pt x="433" y="162"/>
                  </a:lnTo>
                  <a:lnTo>
                    <a:pt x="432" y="164"/>
                  </a:lnTo>
                  <a:lnTo>
                    <a:pt x="429" y="167"/>
                  </a:lnTo>
                  <a:lnTo>
                    <a:pt x="428" y="168"/>
                  </a:lnTo>
                  <a:lnTo>
                    <a:pt x="425" y="167"/>
                  </a:lnTo>
                  <a:lnTo>
                    <a:pt x="425" y="164"/>
                  </a:lnTo>
                  <a:lnTo>
                    <a:pt x="427" y="164"/>
                  </a:lnTo>
                  <a:lnTo>
                    <a:pt x="427" y="163"/>
                  </a:lnTo>
                  <a:lnTo>
                    <a:pt x="427" y="162"/>
                  </a:lnTo>
                  <a:lnTo>
                    <a:pt x="431" y="159"/>
                  </a:lnTo>
                  <a:lnTo>
                    <a:pt x="431" y="158"/>
                  </a:lnTo>
                  <a:lnTo>
                    <a:pt x="431" y="158"/>
                  </a:lnTo>
                  <a:close/>
                  <a:moveTo>
                    <a:pt x="433" y="156"/>
                  </a:moveTo>
                  <a:lnTo>
                    <a:pt x="436" y="156"/>
                  </a:lnTo>
                  <a:lnTo>
                    <a:pt x="436" y="158"/>
                  </a:lnTo>
                  <a:lnTo>
                    <a:pt x="433" y="156"/>
                  </a:lnTo>
                  <a:close/>
                  <a:moveTo>
                    <a:pt x="395" y="156"/>
                  </a:moveTo>
                  <a:lnTo>
                    <a:pt x="397" y="158"/>
                  </a:lnTo>
                  <a:lnTo>
                    <a:pt x="397" y="158"/>
                  </a:lnTo>
                  <a:lnTo>
                    <a:pt x="395" y="158"/>
                  </a:lnTo>
                  <a:lnTo>
                    <a:pt x="394" y="158"/>
                  </a:lnTo>
                  <a:lnTo>
                    <a:pt x="395" y="156"/>
                  </a:lnTo>
                  <a:close/>
                  <a:moveTo>
                    <a:pt x="300" y="156"/>
                  </a:moveTo>
                  <a:lnTo>
                    <a:pt x="302" y="158"/>
                  </a:lnTo>
                  <a:lnTo>
                    <a:pt x="300" y="158"/>
                  </a:lnTo>
                  <a:lnTo>
                    <a:pt x="299" y="158"/>
                  </a:lnTo>
                  <a:lnTo>
                    <a:pt x="300" y="156"/>
                  </a:lnTo>
                  <a:close/>
                  <a:moveTo>
                    <a:pt x="437" y="154"/>
                  </a:moveTo>
                  <a:lnTo>
                    <a:pt x="437" y="154"/>
                  </a:lnTo>
                  <a:lnTo>
                    <a:pt x="436" y="155"/>
                  </a:lnTo>
                  <a:lnTo>
                    <a:pt x="437" y="154"/>
                  </a:lnTo>
                  <a:close/>
                  <a:moveTo>
                    <a:pt x="208" y="154"/>
                  </a:moveTo>
                  <a:lnTo>
                    <a:pt x="210" y="155"/>
                  </a:lnTo>
                  <a:lnTo>
                    <a:pt x="216" y="155"/>
                  </a:lnTo>
                  <a:lnTo>
                    <a:pt x="217" y="155"/>
                  </a:lnTo>
                  <a:lnTo>
                    <a:pt x="221" y="155"/>
                  </a:lnTo>
                  <a:lnTo>
                    <a:pt x="223" y="155"/>
                  </a:lnTo>
                  <a:lnTo>
                    <a:pt x="221" y="156"/>
                  </a:lnTo>
                  <a:lnTo>
                    <a:pt x="219" y="158"/>
                  </a:lnTo>
                  <a:lnTo>
                    <a:pt x="216" y="158"/>
                  </a:lnTo>
                  <a:lnTo>
                    <a:pt x="212" y="158"/>
                  </a:lnTo>
                  <a:lnTo>
                    <a:pt x="211" y="159"/>
                  </a:lnTo>
                  <a:lnTo>
                    <a:pt x="210" y="159"/>
                  </a:lnTo>
                  <a:lnTo>
                    <a:pt x="207" y="156"/>
                  </a:lnTo>
                  <a:lnTo>
                    <a:pt x="208" y="154"/>
                  </a:lnTo>
                  <a:close/>
                  <a:moveTo>
                    <a:pt x="236" y="154"/>
                  </a:moveTo>
                  <a:lnTo>
                    <a:pt x="239" y="154"/>
                  </a:lnTo>
                  <a:lnTo>
                    <a:pt x="240" y="155"/>
                  </a:lnTo>
                  <a:lnTo>
                    <a:pt x="240" y="155"/>
                  </a:lnTo>
                  <a:lnTo>
                    <a:pt x="239" y="155"/>
                  </a:lnTo>
                  <a:lnTo>
                    <a:pt x="239" y="155"/>
                  </a:lnTo>
                  <a:lnTo>
                    <a:pt x="236" y="156"/>
                  </a:lnTo>
                  <a:lnTo>
                    <a:pt x="235" y="155"/>
                  </a:lnTo>
                  <a:lnTo>
                    <a:pt x="235" y="155"/>
                  </a:lnTo>
                  <a:lnTo>
                    <a:pt x="236" y="154"/>
                  </a:lnTo>
                  <a:close/>
                  <a:moveTo>
                    <a:pt x="407" y="151"/>
                  </a:moveTo>
                  <a:lnTo>
                    <a:pt x="407" y="152"/>
                  </a:lnTo>
                  <a:lnTo>
                    <a:pt x="406" y="151"/>
                  </a:lnTo>
                  <a:lnTo>
                    <a:pt x="407" y="151"/>
                  </a:lnTo>
                  <a:close/>
                  <a:moveTo>
                    <a:pt x="469" y="151"/>
                  </a:moveTo>
                  <a:lnTo>
                    <a:pt x="469" y="151"/>
                  </a:lnTo>
                  <a:lnTo>
                    <a:pt x="469" y="152"/>
                  </a:lnTo>
                  <a:lnTo>
                    <a:pt x="469" y="151"/>
                  </a:lnTo>
                  <a:lnTo>
                    <a:pt x="469" y="151"/>
                  </a:lnTo>
                  <a:close/>
                  <a:moveTo>
                    <a:pt x="119" y="150"/>
                  </a:moveTo>
                  <a:lnTo>
                    <a:pt x="120" y="150"/>
                  </a:lnTo>
                  <a:lnTo>
                    <a:pt x="120" y="151"/>
                  </a:lnTo>
                  <a:lnTo>
                    <a:pt x="120" y="151"/>
                  </a:lnTo>
                  <a:lnTo>
                    <a:pt x="119" y="150"/>
                  </a:lnTo>
                  <a:close/>
                  <a:moveTo>
                    <a:pt x="466" y="147"/>
                  </a:moveTo>
                  <a:lnTo>
                    <a:pt x="468" y="149"/>
                  </a:lnTo>
                  <a:lnTo>
                    <a:pt x="468" y="150"/>
                  </a:lnTo>
                  <a:lnTo>
                    <a:pt x="468" y="150"/>
                  </a:lnTo>
                  <a:lnTo>
                    <a:pt x="466" y="149"/>
                  </a:lnTo>
                  <a:lnTo>
                    <a:pt x="466" y="147"/>
                  </a:lnTo>
                  <a:lnTo>
                    <a:pt x="466" y="147"/>
                  </a:lnTo>
                  <a:close/>
                  <a:moveTo>
                    <a:pt x="461" y="146"/>
                  </a:moveTo>
                  <a:lnTo>
                    <a:pt x="462" y="146"/>
                  </a:lnTo>
                  <a:lnTo>
                    <a:pt x="465" y="149"/>
                  </a:lnTo>
                  <a:lnTo>
                    <a:pt x="465" y="150"/>
                  </a:lnTo>
                  <a:lnTo>
                    <a:pt x="466" y="151"/>
                  </a:lnTo>
                  <a:lnTo>
                    <a:pt x="466" y="151"/>
                  </a:lnTo>
                  <a:lnTo>
                    <a:pt x="464" y="154"/>
                  </a:lnTo>
                  <a:lnTo>
                    <a:pt x="462" y="154"/>
                  </a:lnTo>
                  <a:lnTo>
                    <a:pt x="461" y="152"/>
                  </a:lnTo>
                  <a:lnTo>
                    <a:pt x="461" y="151"/>
                  </a:lnTo>
                  <a:lnTo>
                    <a:pt x="462" y="151"/>
                  </a:lnTo>
                  <a:lnTo>
                    <a:pt x="464" y="151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7"/>
                  </a:lnTo>
                  <a:lnTo>
                    <a:pt x="461" y="146"/>
                  </a:lnTo>
                  <a:close/>
                  <a:moveTo>
                    <a:pt x="412" y="146"/>
                  </a:moveTo>
                  <a:lnTo>
                    <a:pt x="414" y="146"/>
                  </a:lnTo>
                  <a:lnTo>
                    <a:pt x="412" y="147"/>
                  </a:lnTo>
                  <a:lnTo>
                    <a:pt x="412" y="146"/>
                  </a:lnTo>
                  <a:close/>
                  <a:moveTo>
                    <a:pt x="462" y="143"/>
                  </a:moveTo>
                  <a:lnTo>
                    <a:pt x="464" y="143"/>
                  </a:lnTo>
                  <a:lnTo>
                    <a:pt x="464" y="145"/>
                  </a:lnTo>
                  <a:lnTo>
                    <a:pt x="466" y="147"/>
                  </a:lnTo>
                  <a:lnTo>
                    <a:pt x="465" y="147"/>
                  </a:lnTo>
                  <a:lnTo>
                    <a:pt x="464" y="147"/>
                  </a:lnTo>
                  <a:lnTo>
                    <a:pt x="462" y="145"/>
                  </a:lnTo>
                  <a:lnTo>
                    <a:pt x="462" y="143"/>
                  </a:lnTo>
                  <a:close/>
                  <a:moveTo>
                    <a:pt x="468" y="142"/>
                  </a:moveTo>
                  <a:lnTo>
                    <a:pt x="469" y="142"/>
                  </a:lnTo>
                  <a:lnTo>
                    <a:pt x="469" y="143"/>
                  </a:ln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8" y="147"/>
                  </a:lnTo>
                  <a:lnTo>
                    <a:pt x="468" y="146"/>
                  </a:lnTo>
                  <a:lnTo>
                    <a:pt x="465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8" y="142"/>
                  </a:lnTo>
                  <a:close/>
                  <a:moveTo>
                    <a:pt x="129" y="142"/>
                  </a:moveTo>
                  <a:lnTo>
                    <a:pt x="131" y="142"/>
                  </a:lnTo>
                  <a:lnTo>
                    <a:pt x="133" y="142"/>
                  </a:lnTo>
                  <a:lnTo>
                    <a:pt x="137" y="14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1" y="142"/>
                  </a:lnTo>
                  <a:lnTo>
                    <a:pt x="145" y="143"/>
                  </a:lnTo>
                  <a:lnTo>
                    <a:pt x="148" y="145"/>
                  </a:lnTo>
                  <a:lnTo>
                    <a:pt x="152" y="146"/>
                  </a:lnTo>
                  <a:lnTo>
                    <a:pt x="157" y="146"/>
                  </a:lnTo>
                  <a:lnTo>
                    <a:pt x="158" y="149"/>
                  </a:lnTo>
                  <a:lnTo>
                    <a:pt x="157" y="151"/>
                  </a:lnTo>
                  <a:lnTo>
                    <a:pt x="158" y="152"/>
                  </a:lnTo>
                  <a:lnTo>
                    <a:pt x="162" y="154"/>
                  </a:lnTo>
                  <a:lnTo>
                    <a:pt x="170" y="154"/>
                  </a:lnTo>
                  <a:lnTo>
                    <a:pt x="175" y="155"/>
                  </a:lnTo>
                  <a:lnTo>
                    <a:pt x="182" y="154"/>
                  </a:lnTo>
                  <a:lnTo>
                    <a:pt x="183" y="151"/>
                  </a:lnTo>
                  <a:lnTo>
                    <a:pt x="183" y="147"/>
                  </a:lnTo>
                  <a:lnTo>
                    <a:pt x="186" y="147"/>
                  </a:lnTo>
                  <a:lnTo>
                    <a:pt x="188" y="150"/>
                  </a:lnTo>
                  <a:lnTo>
                    <a:pt x="190" y="150"/>
                  </a:lnTo>
                  <a:lnTo>
                    <a:pt x="192" y="150"/>
                  </a:lnTo>
                  <a:lnTo>
                    <a:pt x="194" y="151"/>
                  </a:lnTo>
                  <a:lnTo>
                    <a:pt x="196" y="152"/>
                  </a:lnTo>
                  <a:lnTo>
                    <a:pt x="199" y="152"/>
                  </a:lnTo>
                  <a:lnTo>
                    <a:pt x="200" y="155"/>
                  </a:lnTo>
                  <a:lnTo>
                    <a:pt x="202" y="154"/>
                  </a:lnTo>
                  <a:lnTo>
                    <a:pt x="206" y="154"/>
                  </a:lnTo>
                  <a:lnTo>
                    <a:pt x="206" y="156"/>
                  </a:lnTo>
                  <a:lnTo>
                    <a:pt x="207" y="160"/>
                  </a:lnTo>
                  <a:lnTo>
                    <a:pt x="208" y="162"/>
                  </a:lnTo>
                  <a:lnTo>
                    <a:pt x="210" y="163"/>
                  </a:lnTo>
                  <a:lnTo>
                    <a:pt x="212" y="164"/>
                  </a:lnTo>
                  <a:lnTo>
                    <a:pt x="215" y="164"/>
                  </a:lnTo>
                  <a:lnTo>
                    <a:pt x="216" y="166"/>
                  </a:lnTo>
                  <a:lnTo>
                    <a:pt x="219" y="164"/>
                  </a:lnTo>
                  <a:lnTo>
                    <a:pt x="220" y="164"/>
                  </a:lnTo>
                  <a:lnTo>
                    <a:pt x="221" y="164"/>
                  </a:lnTo>
                  <a:lnTo>
                    <a:pt x="223" y="164"/>
                  </a:lnTo>
                  <a:lnTo>
                    <a:pt x="224" y="166"/>
                  </a:lnTo>
                  <a:lnTo>
                    <a:pt x="225" y="167"/>
                  </a:lnTo>
                  <a:lnTo>
                    <a:pt x="225" y="172"/>
                  </a:lnTo>
                  <a:lnTo>
                    <a:pt x="224" y="174"/>
                  </a:lnTo>
                  <a:lnTo>
                    <a:pt x="225" y="174"/>
                  </a:lnTo>
                  <a:lnTo>
                    <a:pt x="225" y="177"/>
                  </a:lnTo>
                  <a:lnTo>
                    <a:pt x="224" y="177"/>
                  </a:lnTo>
                  <a:lnTo>
                    <a:pt x="223" y="176"/>
                  </a:lnTo>
                  <a:lnTo>
                    <a:pt x="220" y="176"/>
                  </a:lnTo>
                  <a:lnTo>
                    <a:pt x="217" y="174"/>
                  </a:lnTo>
                  <a:lnTo>
                    <a:pt x="215" y="174"/>
                  </a:lnTo>
                  <a:lnTo>
                    <a:pt x="212" y="171"/>
                  </a:lnTo>
                  <a:lnTo>
                    <a:pt x="211" y="171"/>
                  </a:lnTo>
                  <a:lnTo>
                    <a:pt x="207" y="172"/>
                  </a:lnTo>
                  <a:lnTo>
                    <a:pt x="203" y="172"/>
                  </a:lnTo>
                  <a:lnTo>
                    <a:pt x="200" y="171"/>
                  </a:lnTo>
                  <a:lnTo>
                    <a:pt x="198" y="171"/>
                  </a:lnTo>
                  <a:lnTo>
                    <a:pt x="195" y="172"/>
                  </a:lnTo>
                  <a:lnTo>
                    <a:pt x="191" y="171"/>
                  </a:lnTo>
                  <a:lnTo>
                    <a:pt x="187" y="171"/>
                  </a:lnTo>
                  <a:lnTo>
                    <a:pt x="185" y="172"/>
                  </a:lnTo>
                  <a:lnTo>
                    <a:pt x="179" y="170"/>
                  </a:lnTo>
                  <a:lnTo>
                    <a:pt x="173" y="166"/>
                  </a:lnTo>
                  <a:lnTo>
                    <a:pt x="169" y="166"/>
                  </a:lnTo>
                  <a:lnTo>
                    <a:pt x="166" y="164"/>
                  </a:lnTo>
                  <a:lnTo>
                    <a:pt x="165" y="164"/>
                  </a:lnTo>
                  <a:lnTo>
                    <a:pt x="163" y="166"/>
                  </a:lnTo>
                  <a:lnTo>
                    <a:pt x="161" y="166"/>
                  </a:lnTo>
                  <a:lnTo>
                    <a:pt x="159" y="163"/>
                  </a:lnTo>
                  <a:lnTo>
                    <a:pt x="158" y="163"/>
                  </a:lnTo>
                  <a:lnTo>
                    <a:pt x="156" y="166"/>
                  </a:lnTo>
                  <a:lnTo>
                    <a:pt x="150" y="164"/>
                  </a:lnTo>
                  <a:lnTo>
                    <a:pt x="146" y="162"/>
                  </a:lnTo>
                  <a:lnTo>
                    <a:pt x="142" y="162"/>
                  </a:lnTo>
                  <a:lnTo>
                    <a:pt x="141" y="160"/>
                  </a:lnTo>
                  <a:lnTo>
                    <a:pt x="140" y="162"/>
                  </a:lnTo>
                  <a:lnTo>
                    <a:pt x="136" y="160"/>
                  </a:lnTo>
                  <a:lnTo>
                    <a:pt x="133" y="160"/>
                  </a:lnTo>
                  <a:lnTo>
                    <a:pt x="132" y="159"/>
                  </a:lnTo>
                  <a:lnTo>
                    <a:pt x="133" y="156"/>
                  </a:lnTo>
                  <a:lnTo>
                    <a:pt x="134" y="155"/>
                  </a:lnTo>
                  <a:lnTo>
                    <a:pt x="133" y="155"/>
                  </a:lnTo>
                  <a:lnTo>
                    <a:pt x="132" y="156"/>
                  </a:lnTo>
                  <a:lnTo>
                    <a:pt x="131" y="155"/>
                  </a:lnTo>
                  <a:lnTo>
                    <a:pt x="129" y="152"/>
                  </a:lnTo>
                  <a:lnTo>
                    <a:pt x="127" y="154"/>
                  </a:lnTo>
                  <a:lnTo>
                    <a:pt x="121" y="154"/>
                  </a:lnTo>
                  <a:lnTo>
                    <a:pt x="120" y="152"/>
                  </a:lnTo>
                  <a:lnTo>
                    <a:pt x="120" y="151"/>
                  </a:lnTo>
                  <a:lnTo>
                    <a:pt x="121" y="151"/>
                  </a:lnTo>
                  <a:lnTo>
                    <a:pt x="121" y="152"/>
                  </a:lnTo>
                  <a:lnTo>
                    <a:pt x="124" y="152"/>
                  </a:lnTo>
                  <a:lnTo>
                    <a:pt x="124" y="150"/>
                  </a:lnTo>
                  <a:lnTo>
                    <a:pt x="127" y="149"/>
                  </a:lnTo>
                  <a:lnTo>
                    <a:pt x="128" y="147"/>
                  </a:lnTo>
                  <a:lnTo>
                    <a:pt x="128" y="145"/>
                  </a:lnTo>
                  <a:lnTo>
                    <a:pt x="129" y="142"/>
                  </a:lnTo>
                  <a:close/>
                  <a:moveTo>
                    <a:pt x="299" y="141"/>
                  </a:moveTo>
                  <a:lnTo>
                    <a:pt x="300" y="145"/>
                  </a:lnTo>
                  <a:lnTo>
                    <a:pt x="300" y="146"/>
                  </a:lnTo>
                  <a:lnTo>
                    <a:pt x="299" y="149"/>
                  </a:lnTo>
                  <a:lnTo>
                    <a:pt x="299" y="147"/>
                  </a:lnTo>
                  <a:lnTo>
                    <a:pt x="298" y="146"/>
                  </a:lnTo>
                  <a:lnTo>
                    <a:pt x="298" y="143"/>
                  </a:lnTo>
                  <a:lnTo>
                    <a:pt x="299" y="142"/>
                  </a:lnTo>
                  <a:lnTo>
                    <a:pt x="299" y="141"/>
                  </a:lnTo>
                  <a:close/>
                  <a:moveTo>
                    <a:pt x="464" y="139"/>
                  </a:moveTo>
                  <a:lnTo>
                    <a:pt x="464" y="141"/>
                  </a:lnTo>
                  <a:lnTo>
                    <a:pt x="462" y="141"/>
                  </a:lnTo>
                  <a:lnTo>
                    <a:pt x="462" y="139"/>
                  </a:lnTo>
                  <a:lnTo>
                    <a:pt x="464" y="139"/>
                  </a:lnTo>
                  <a:close/>
                  <a:moveTo>
                    <a:pt x="444" y="137"/>
                  </a:moveTo>
                  <a:lnTo>
                    <a:pt x="447" y="139"/>
                  </a:lnTo>
                  <a:lnTo>
                    <a:pt x="447" y="142"/>
                  </a:lnTo>
                  <a:lnTo>
                    <a:pt x="445" y="142"/>
                  </a:lnTo>
                  <a:lnTo>
                    <a:pt x="445" y="139"/>
                  </a:lnTo>
                  <a:lnTo>
                    <a:pt x="444" y="137"/>
                  </a:lnTo>
                  <a:close/>
                  <a:moveTo>
                    <a:pt x="465" y="137"/>
                  </a:moveTo>
                  <a:lnTo>
                    <a:pt x="466" y="137"/>
                  </a:lnTo>
                  <a:lnTo>
                    <a:pt x="468" y="138"/>
                  </a:lnTo>
                  <a:lnTo>
                    <a:pt x="469" y="138"/>
                  </a:lnTo>
                  <a:lnTo>
                    <a:pt x="469" y="141"/>
                  </a:lnTo>
                  <a:lnTo>
                    <a:pt x="469" y="141"/>
                  </a:lnTo>
                  <a:lnTo>
                    <a:pt x="468" y="141"/>
                  </a:lnTo>
                  <a:lnTo>
                    <a:pt x="465" y="142"/>
                  </a:lnTo>
                  <a:lnTo>
                    <a:pt x="465" y="142"/>
                  </a:lnTo>
                  <a:lnTo>
                    <a:pt x="464" y="141"/>
                  </a:lnTo>
                  <a:lnTo>
                    <a:pt x="466" y="139"/>
                  </a:lnTo>
                  <a:lnTo>
                    <a:pt x="465" y="141"/>
                  </a:lnTo>
                  <a:lnTo>
                    <a:pt x="465" y="139"/>
                  </a:lnTo>
                  <a:lnTo>
                    <a:pt x="464" y="139"/>
                  </a:lnTo>
                  <a:lnTo>
                    <a:pt x="465" y="138"/>
                  </a:lnTo>
                  <a:lnTo>
                    <a:pt x="465" y="137"/>
                  </a:lnTo>
                  <a:close/>
                  <a:moveTo>
                    <a:pt x="468" y="135"/>
                  </a:moveTo>
                  <a:lnTo>
                    <a:pt x="469" y="137"/>
                  </a:lnTo>
                  <a:lnTo>
                    <a:pt x="468" y="137"/>
                  </a:lnTo>
                  <a:lnTo>
                    <a:pt x="466" y="135"/>
                  </a:lnTo>
                  <a:lnTo>
                    <a:pt x="468" y="135"/>
                  </a:lnTo>
                  <a:close/>
                  <a:moveTo>
                    <a:pt x="451" y="135"/>
                  </a:moveTo>
                  <a:lnTo>
                    <a:pt x="449" y="137"/>
                  </a:lnTo>
                  <a:lnTo>
                    <a:pt x="448" y="142"/>
                  </a:lnTo>
                  <a:lnTo>
                    <a:pt x="447" y="142"/>
                  </a:lnTo>
                  <a:lnTo>
                    <a:pt x="448" y="141"/>
                  </a:lnTo>
                  <a:lnTo>
                    <a:pt x="448" y="137"/>
                  </a:lnTo>
                  <a:lnTo>
                    <a:pt x="451" y="135"/>
                  </a:lnTo>
                  <a:close/>
                  <a:moveTo>
                    <a:pt x="84" y="134"/>
                  </a:moveTo>
                  <a:lnTo>
                    <a:pt x="86" y="135"/>
                  </a:lnTo>
                  <a:lnTo>
                    <a:pt x="86" y="137"/>
                  </a:lnTo>
                  <a:lnTo>
                    <a:pt x="83" y="134"/>
                  </a:lnTo>
                  <a:lnTo>
                    <a:pt x="84" y="134"/>
                  </a:lnTo>
                  <a:close/>
                  <a:moveTo>
                    <a:pt x="316" y="131"/>
                  </a:moveTo>
                  <a:lnTo>
                    <a:pt x="318" y="134"/>
                  </a:lnTo>
                  <a:lnTo>
                    <a:pt x="318" y="135"/>
                  </a:lnTo>
                  <a:lnTo>
                    <a:pt x="316" y="137"/>
                  </a:lnTo>
                  <a:lnTo>
                    <a:pt x="315" y="137"/>
                  </a:lnTo>
                  <a:lnTo>
                    <a:pt x="314" y="134"/>
                  </a:lnTo>
                  <a:lnTo>
                    <a:pt x="315" y="134"/>
                  </a:lnTo>
                  <a:lnTo>
                    <a:pt x="315" y="131"/>
                  </a:lnTo>
                  <a:lnTo>
                    <a:pt x="316" y="131"/>
                  </a:lnTo>
                  <a:close/>
                  <a:moveTo>
                    <a:pt x="325" y="127"/>
                  </a:moveTo>
                  <a:lnTo>
                    <a:pt x="327" y="129"/>
                  </a:lnTo>
                  <a:lnTo>
                    <a:pt x="327" y="130"/>
                  </a:lnTo>
                  <a:lnTo>
                    <a:pt x="324" y="131"/>
                  </a:lnTo>
                  <a:lnTo>
                    <a:pt x="324" y="134"/>
                  </a:lnTo>
                  <a:lnTo>
                    <a:pt x="324" y="134"/>
                  </a:lnTo>
                  <a:lnTo>
                    <a:pt x="323" y="135"/>
                  </a:lnTo>
                  <a:lnTo>
                    <a:pt x="321" y="135"/>
                  </a:lnTo>
                  <a:lnTo>
                    <a:pt x="320" y="134"/>
                  </a:lnTo>
                  <a:lnTo>
                    <a:pt x="320" y="134"/>
                  </a:lnTo>
                  <a:lnTo>
                    <a:pt x="323" y="131"/>
                  </a:lnTo>
                  <a:lnTo>
                    <a:pt x="321" y="130"/>
                  </a:lnTo>
                  <a:lnTo>
                    <a:pt x="323" y="129"/>
                  </a:lnTo>
                  <a:lnTo>
                    <a:pt x="325" y="127"/>
                  </a:lnTo>
                  <a:close/>
                  <a:moveTo>
                    <a:pt x="329" y="125"/>
                  </a:moveTo>
                  <a:lnTo>
                    <a:pt x="332" y="125"/>
                  </a:lnTo>
                  <a:lnTo>
                    <a:pt x="332" y="126"/>
                  </a:lnTo>
                  <a:lnTo>
                    <a:pt x="332" y="127"/>
                  </a:lnTo>
                  <a:lnTo>
                    <a:pt x="332" y="129"/>
                  </a:lnTo>
                  <a:lnTo>
                    <a:pt x="332" y="127"/>
                  </a:lnTo>
                  <a:lnTo>
                    <a:pt x="331" y="129"/>
                  </a:lnTo>
                  <a:lnTo>
                    <a:pt x="329" y="130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8" y="138"/>
                  </a:lnTo>
                  <a:lnTo>
                    <a:pt x="327" y="139"/>
                  </a:lnTo>
                  <a:lnTo>
                    <a:pt x="325" y="138"/>
                  </a:lnTo>
                  <a:lnTo>
                    <a:pt x="325" y="137"/>
                  </a:lnTo>
                  <a:lnTo>
                    <a:pt x="328" y="133"/>
                  </a:lnTo>
                  <a:lnTo>
                    <a:pt x="329" y="129"/>
                  </a:lnTo>
                  <a:lnTo>
                    <a:pt x="329" y="125"/>
                  </a:lnTo>
                  <a:lnTo>
                    <a:pt x="329" y="125"/>
                  </a:lnTo>
                  <a:close/>
                  <a:moveTo>
                    <a:pt x="394" y="114"/>
                  </a:moveTo>
                  <a:lnTo>
                    <a:pt x="395" y="114"/>
                  </a:lnTo>
                  <a:lnTo>
                    <a:pt x="395" y="116"/>
                  </a:lnTo>
                  <a:lnTo>
                    <a:pt x="394" y="116"/>
                  </a:lnTo>
                  <a:lnTo>
                    <a:pt x="394" y="114"/>
                  </a:lnTo>
                  <a:close/>
                  <a:moveTo>
                    <a:pt x="398" y="113"/>
                  </a:moveTo>
                  <a:lnTo>
                    <a:pt x="398" y="114"/>
                  </a:lnTo>
                  <a:lnTo>
                    <a:pt x="397" y="114"/>
                  </a:lnTo>
                  <a:lnTo>
                    <a:pt x="397" y="114"/>
                  </a:lnTo>
                  <a:lnTo>
                    <a:pt x="398" y="113"/>
                  </a:lnTo>
                  <a:close/>
                  <a:moveTo>
                    <a:pt x="393" y="113"/>
                  </a:moveTo>
                  <a:lnTo>
                    <a:pt x="394" y="114"/>
                  </a:lnTo>
                  <a:lnTo>
                    <a:pt x="391" y="117"/>
                  </a:lnTo>
                  <a:lnTo>
                    <a:pt x="391" y="116"/>
                  </a:lnTo>
                  <a:lnTo>
                    <a:pt x="390" y="117"/>
                  </a:lnTo>
                  <a:lnTo>
                    <a:pt x="389" y="116"/>
                  </a:lnTo>
                  <a:lnTo>
                    <a:pt x="391" y="114"/>
                  </a:lnTo>
                  <a:lnTo>
                    <a:pt x="393" y="113"/>
                  </a:lnTo>
                  <a:close/>
                  <a:moveTo>
                    <a:pt x="250" y="112"/>
                  </a:moveTo>
                  <a:lnTo>
                    <a:pt x="250" y="113"/>
                  </a:lnTo>
                  <a:lnTo>
                    <a:pt x="250" y="116"/>
                  </a:lnTo>
                  <a:lnTo>
                    <a:pt x="250" y="116"/>
                  </a:lnTo>
                  <a:lnTo>
                    <a:pt x="249" y="113"/>
                  </a:lnTo>
                  <a:lnTo>
                    <a:pt x="250" y="112"/>
                  </a:lnTo>
                  <a:close/>
                  <a:moveTo>
                    <a:pt x="249" y="112"/>
                  </a:moveTo>
                  <a:lnTo>
                    <a:pt x="249" y="112"/>
                  </a:lnTo>
                  <a:lnTo>
                    <a:pt x="249" y="117"/>
                  </a:lnTo>
                  <a:lnTo>
                    <a:pt x="249" y="118"/>
                  </a:lnTo>
                  <a:lnTo>
                    <a:pt x="246" y="120"/>
                  </a:lnTo>
                  <a:lnTo>
                    <a:pt x="246" y="120"/>
                  </a:lnTo>
                  <a:lnTo>
                    <a:pt x="246" y="116"/>
                  </a:lnTo>
                  <a:lnTo>
                    <a:pt x="248" y="112"/>
                  </a:lnTo>
                  <a:lnTo>
                    <a:pt x="249" y="112"/>
                  </a:lnTo>
                  <a:close/>
                  <a:moveTo>
                    <a:pt x="387" y="108"/>
                  </a:moveTo>
                  <a:lnTo>
                    <a:pt x="387" y="109"/>
                  </a:lnTo>
                  <a:lnTo>
                    <a:pt x="386" y="109"/>
                  </a:lnTo>
                  <a:lnTo>
                    <a:pt x="387" y="108"/>
                  </a:lnTo>
                  <a:close/>
                  <a:moveTo>
                    <a:pt x="371" y="108"/>
                  </a:moveTo>
                  <a:lnTo>
                    <a:pt x="375" y="108"/>
                  </a:lnTo>
                  <a:lnTo>
                    <a:pt x="379" y="109"/>
                  </a:lnTo>
                  <a:lnTo>
                    <a:pt x="379" y="110"/>
                  </a:lnTo>
                  <a:lnTo>
                    <a:pt x="381" y="113"/>
                  </a:lnTo>
                  <a:lnTo>
                    <a:pt x="381" y="114"/>
                  </a:lnTo>
                  <a:lnTo>
                    <a:pt x="379" y="114"/>
                  </a:lnTo>
                  <a:lnTo>
                    <a:pt x="377" y="117"/>
                  </a:lnTo>
                  <a:lnTo>
                    <a:pt x="374" y="117"/>
                  </a:lnTo>
                  <a:lnTo>
                    <a:pt x="371" y="117"/>
                  </a:lnTo>
                  <a:lnTo>
                    <a:pt x="370" y="116"/>
                  </a:lnTo>
                  <a:lnTo>
                    <a:pt x="366" y="116"/>
                  </a:lnTo>
                  <a:lnTo>
                    <a:pt x="365" y="113"/>
                  </a:lnTo>
                  <a:lnTo>
                    <a:pt x="365" y="110"/>
                  </a:lnTo>
                  <a:lnTo>
                    <a:pt x="368" y="108"/>
                  </a:lnTo>
                  <a:lnTo>
                    <a:pt x="369" y="109"/>
                  </a:lnTo>
                  <a:lnTo>
                    <a:pt x="371" y="108"/>
                  </a:lnTo>
                  <a:close/>
                  <a:moveTo>
                    <a:pt x="140" y="106"/>
                  </a:moveTo>
                  <a:lnTo>
                    <a:pt x="141" y="106"/>
                  </a:lnTo>
                  <a:lnTo>
                    <a:pt x="140" y="108"/>
                  </a:lnTo>
                  <a:lnTo>
                    <a:pt x="140" y="106"/>
                  </a:lnTo>
                  <a:close/>
                  <a:moveTo>
                    <a:pt x="390" y="105"/>
                  </a:moveTo>
                  <a:lnTo>
                    <a:pt x="390" y="106"/>
                  </a:lnTo>
                  <a:lnTo>
                    <a:pt x="389" y="106"/>
                  </a:lnTo>
                  <a:lnTo>
                    <a:pt x="387" y="105"/>
                  </a:lnTo>
                  <a:lnTo>
                    <a:pt x="390" y="105"/>
                  </a:lnTo>
                  <a:close/>
                  <a:moveTo>
                    <a:pt x="61" y="105"/>
                  </a:moveTo>
                  <a:lnTo>
                    <a:pt x="63" y="106"/>
                  </a:lnTo>
                  <a:lnTo>
                    <a:pt x="63" y="109"/>
                  </a:lnTo>
                  <a:lnTo>
                    <a:pt x="63" y="110"/>
                  </a:lnTo>
                  <a:lnTo>
                    <a:pt x="59" y="106"/>
                  </a:lnTo>
                  <a:lnTo>
                    <a:pt x="61" y="105"/>
                  </a:lnTo>
                  <a:close/>
                  <a:moveTo>
                    <a:pt x="407" y="104"/>
                  </a:moveTo>
                  <a:lnTo>
                    <a:pt x="410" y="104"/>
                  </a:lnTo>
                  <a:lnTo>
                    <a:pt x="412" y="106"/>
                  </a:lnTo>
                  <a:lnTo>
                    <a:pt x="416" y="108"/>
                  </a:lnTo>
                  <a:lnTo>
                    <a:pt x="423" y="110"/>
                  </a:lnTo>
                  <a:lnTo>
                    <a:pt x="424" y="114"/>
                  </a:lnTo>
                  <a:lnTo>
                    <a:pt x="423" y="117"/>
                  </a:lnTo>
                  <a:lnTo>
                    <a:pt x="420" y="117"/>
                  </a:lnTo>
                  <a:lnTo>
                    <a:pt x="418" y="114"/>
                  </a:lnTo>
                  <a:lnTo>
                    <a:pt x="416" y="114"/>
                  </a:lnTo>
                  <a:lnTo>
                    <a:pt x="411" y="112"/>
                  </a:lnTo>
                  <a:lnTo>
                    <a:pt x="408" y="112"/>
                  </a:lnTo>
                  <a:lnTo>
                    <a:pt x="407" y="113"/>
                  </a:lnTo>
                  <a:lnTo>
                    <a:pt x="402" y="112"/>
                  </a:lnTo>
                  <a:lnTo>
                    <a:pt x="400" y="110"/>
                  </a:lnTo>
                  <a:lnTo>
                    <a:pt x="399" y="110"/>
                  </a:lnTo>
                  <a:lnTo>
                    <a:pt x="398" y="112"/>
                  </a:lnTo>
                  <a:lnTo>
                    <a:pt x="395" y="112"/>
                  </a:lnTo>
                  <a:lnTo>
                    <a:pt x="394" y="110"/>
                  </a:lnTo>
                  <a:lnTo>
                    <a:pt x="393" y="109"/>
                  </a:lnTo>
                  <a:lnTo>
                    <a:pt x="390" y="112"/>
                  </a:lnTo>
                  <a:lnTo>
                    <a:pt x="389" y="112"/>
                  </a:lnTo>
                  <a:lnTo>
                    <a:pt x="389" y="110"/>
                  </a:lnTo>
                  <a:lnTo>
                    <a:pt x="389" y="109"/>
                  </a:lnTo>
                  <a:lnTo>
                    <a:pt x="391" y="108"/>
                  </a:lnTo>
                  <a:lnTo>
                    <a:pt x="391" y="106"/>
                  </a:lnTo>
                  <a:lnTo>
                    <a:pt x="393" y="105"/>
                  </a:lnTo>
                  <a:lnTo>
                    <a:pt x="397" y="105"/>
                  </a:lnTo>
                  <a:lnTo>
                    <a:pt x="400" y="105"/>
                  </a:lnTo>
                  <a:lnTo>
                    <a:pt x="402" y="105"/>
                  </a:lnTo>
                  <a:lnTo>
                    <a:pt x="404" y="106"/>
                  </a:lnTo>
                  <a:lnTo>
                    <a:pt x="407" y="104"/>
                  </a:lnTo>
                  <a:close/>
                  <a:moveTo>
                    <a:pt x="57" y="102"/>
                  </a:moveTo>
                  <a:lnTo>
                    <a:pt x="59" y="104"/>
                  </a:lnTo>
                  <a:lnTo>
                    <a:pt x="58" y="105"/>
                  </a:lnTo>
                  <a:lnTo>
                    <a:pt x="57" y="102"/>
                  </a:lnTo>
                  <a:close/>
                  <a:moveTo>
                    <a:pt x="149" y="101"/>
                  </a:moveTo>
                  <a:lnTo>
                    <a:pt x="153" y="102"/>
                  </a:lnTo>
                  <a:lnTo>
                    <a:pt x="157" y="105"/>
                  </a:lnTo>
                  <a:lnTo>
                    <a:pt x="157" y="106"/>
                  </a:lnTo>
                  <a:lnTo>
                    <a:pt x="156" y="108"/>
                  </a:lnTo>
                  <a:lnTo>
                    <a:pt x="156" y="109"/>
                  </a:lnTo>
                  <a:lnTo>
                    <a:pt x="153" y="109"/>
                  </a:lnTo>
                  <a:lnTo>
                    <a:pt x="152" y="108"/>
                  </a:lnTo>
                  <a:lnTo>
                    <a:pt x="150" y="110"/>
                  </a:lnTo>
                  <a:lnTo>
                    <a:pt x="148" y="109"/>
                  </a:lnTo>
                  <a:lnTo>
                    <a:pt x="148" y="105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5" y="106"/>
                  </a:lnTo>
                  <a:lnTo>
                    <a:pt x="145" y="105"/>
                  </a:lnTo>
                  <a:lnTo>
                    <a:pt x="148" y="105"/>
                  </a:lnTo>
                  <a:lnTo>
                    <a:pt x="148" y="104"/>
                  </a:lnTo>
                  <a:lnTo>
                    <a:pt x="148" y="101"/>
                  </a:lnTo>
                  <a:lnTo>
                    <a:pt x="149" y="101"/>
                  </a:lnTo>
                  <a:close/>
                  <a:moveTo>
                    <a:pt x="365" y="95"/>
                  </a:moveTo>
                  <a:lnTo>
                    <a:pt x="365" y="97"/>
                  </a:lnTo>
                  <a:lnTo>
                    <a:pt x="366" y="100"/>
                  </a:lnTo>
                  <a:lnTo>
                    <a:pt x="366" y="101"/>
                  </a:lnTo>
                  <a:lnTo>
                    <a:pt x="365" y="100"/>
                  </a:lnTo>
                  <a:lnTo>
                    <a:pt x="365" y="97"/>
                  </a:lnTo>
                  <a:lnTo>
                    <a:pt x="364" y="96"/>
                  </a:lnTo>
                  <a:lnTo>
                    <a:pt x="365" y="95"/>
                  </a:lnTo>
                  <a:close/>
                  <a:moveTo>
                    <a:pt x="53" y="95"/>
                  </a:moveTo>
                  <a:lnTo>
                    <a:pt x="55" y="99"/>
                  </a:lnTo>
                  <a:lnTo>
                    <a:pt x="53" y="99"/>
                  </a:lnTo>
                  <a:lnTo>
                    <a:pt x="52" y="96"/>
                  </a:lnTo>
                  <a:lnTo>
                    <a:pt x="53" y="95"/>
                  </a:lnTo>
                  <a:close/>
                  <a:moveTo>
                    <a:pt x="332" y="93"/>
                  </a:moveTo>
                  <a:lnTo>
                    <a:pt x="332" y="95"/>
                  </a:lnTo>
                  <a:lnTo>
                    <a:pt x="331" y="95"/>
                  </a:lnTo>
                  <a:lnTo>
                    <a:pt x="332" y="93"/>
                  </a:lnTo>
                  <a:close/>
                  <a:moveTo>
                    <a:pt x="335" y="92"/>
                  </a:moveTo>
                  <a:lnTo>
                    <a:pt x="336" y="93"/>
                  </a:lnTo>
                  <a:lnTo>
                    <a:pt x="333" y="93"/>
                  </a:lnTo>
                  <a:lnTo>
                    <a:pt x="335" y="92"/>
                  </a:lnTo>
                  <a:close/>
                  <a:moveTo>
                    <a:pt x="364" y="92"/>
                  </a:moveTo>
                  <a:lnTo>
                    <a:pt x="368" y="92"/>
                  </a:lnTo>
                  <a:lnTo>
                    <a:pt x="370" y="92"/>
                  </a:lnTo>
                  <a:lnTo>
                    <a:pt x="368" y="93"/>
                  </a:lnTo>
                  <a:lnTo>
                    <a:pt x="362" y="95"/>
                  </a:lnTo>
                  <a:lnTo>
                    <a:pt x="360" y="93"/>
                  </a:lnTo>
                  <a:lnTo>
                    <a:pt x="360" y="93"/>
                  </a:lnTo>
                  <a:lnTo>
                    <a:pt x="358" y="92"/>
                  </a:lnTo>
                  <a:lnTo>
                    <a:pt x="360" y="92"/>
                  </a:lnTo>
                  <a:lnTo>
                    <a:pt x="361" y="92"/>
                  </a:lnTo>
                  <a:lnTo>
                    <a:pt x="364" y="92"/>
                  </a:lnTo>
                  <a:close/>
                  <a:moveTo>
                    <a:pt x="416" y="91"/>
                  </a:moveTo>
                  <a:lnTo>
                    <a:pt x="418" y="92"/>
                  </a:lnTo>
                  <a:lnTo>
                    <a:pt x="418" y="93"/>
                  </a:lnTo>
                  <a:lnTo>
                    <a:pt x="419" y="95"/>
                  </a:lnTo>
                  <a:lnTo>
                    <a:pt x="416" y="95"/>
                  </a:lnTo>
                  <a:lnTo>
                    <a:pt x="412" y="93"/>
                  </a:lnTo>
                  <a:lnTo>
                    <a:pt x="411" y="93"/>
                  </a:lnTo>
                  <a:lnTo>
                    <a:pt x="412" y="92"/>
                  </a:lnTo>
                  <a:lnTo>
                    <a:pt x="416" y="91"/>
                  </a:lnTo>
                  <a:close/>
                  <a:moveTo>
                    <a:pt x="350" y="91"/>
                  </a:moveTo>
                  <a:lnTo>
                    <a:pt x="353" y="91"/>
                  </a:lnTo>
                  <a:lnTo>
                    <a:pt x="354" y="92"/>
                  </a:lnTo>
                  <a:lnTo>
                    <a:pt x="356" y="91"/>
                  </a:lnTo>
                  <a:lnTo>
                    <a:pt x="357" y="92"/>
                  </a:lnTo>
                  <a:lnTo>
                    <a:pt x="357" y="93"/>
                  </a:lnTo>
                  <a:lnTo>
                    <a:pt x="356" y="93"/>
                  </a:lnTo>
                  <a:lnTo>
                    <a:pt x="353" y="95"/>
                  </a:lnTo>
                  <a:lnTo>
                    <a:pt x="352" y="93"/>
                  </a:lnTo>
                  <a:lnTo>
                    <a:pt x="349" y="96"/>
                  </a:lnTo>
                  <a:lnTo>
                    <a:pt x="348" y="95"/>
                  </a:lnTo>
                  <a:lnTo>
                    <a:pt x="346" y="93"/>
                  </a:lnTo>
                  <a:lnTo>
                    <a:pt x="346" y="92"/>
                  </a:lnTo>
                  <a:lnTo>
                    <a:pt x="348" y="91"/>
                  </a:lnTo>
                  <a:lnTo>
                    <a:pt x="349" y="91"/>
                  </a:lnTo>
                  <a:lnTo>
                    <a:pt x="350" y="91"/>
                  </a:lnTo>
                  <a:close/>
                  <a:moveTo>
                    <a:pt x="165" y="91"/>
                  </a:moveTo>
                  <a:lnTo>
                    <a:pt x="165" y="92"/>
                  </a:lnTo>
                  <a:lnTo>
                    <a:pt x="165" y="92"/>
                  </a:lnTo>
                  <a:lnTo>
                    <a:pt x="163" y="92"/>
                  </a:lnTo>
                  <a:lnTo>
                    <a:pt x="162" y="91"/>
                  </a:lnTo>
                  <a:lnTo>
                    <a:pt x="165" y="91"/>
                  </a:lnTo>
                  <a:close/>
                  <a:moveTo>
                    <a:pt x="337" y="89"/>
                  </a:moveTo>
                  <a:lnTo>
                    <a:pt x="339" y="91"/>
                  </a:lnTo>
                  <a:lnTo>
                    <a:pt x="336" y="91"/>
                  </a:lnTo>
                  <a:lnTo>
                    <a:pt x="337" y="89"/>
                  </a:lnTo>
                  <a:close/>
                  <a:moveTo>
                    <a:pt x="478" y="89"/>
                  </a:moveTo>
                  <a:lnTo>
                    <a:pt x="483" y="91"/>
                  </a:lnTo>
                  <a:lnTo>
                    <a:pt x="486" y="89"/>
                  </a:lnTo>
                  <a:lnTo>
                    <a:pt x="489" y="91"/>
                  </a:lnTo>
                  <a:lnTo>
                    <a:pt x="491" y="91"/>
                  </a:lnTo>
                  <a:lnTo>
                    <a:pt x="495" y="91"/>
                  </a:lnTo>
                  <a:lnTo>
                    <a:pt x="494" y="92"/>
                  </a:lnTo>
                  <a:lnTo>
                    <a:pt x="489" y="92"/>
                  </a:lnTo>
                  <a:lnTo>
                    <a:pt x="483" y="92"/>
                  </a:lnTo>
                  <a:lnTo>
                    <a:pt x="479" y="91"/>
                  </a:lnTo>
                  <a:lnTo>
                    <a:pt x="478" y="89"/>
                  </a:lnTo>
                  <a:close/>
                  <a:moveTo>
                    <a:pt x="127" y="89"/>
                  </a:moveTo>
                  <a:lnTo>
                    <a:pt x="128" y="89"/>
                  </a:lnTo>
                  <a:lnTo>
                    <a:pt x="129" y="91"/>
                  </a:lnTo>
                  <a:lnTo>
                    <a:pt x="129" y="92"/>
                  </a:lnTo>
                  <a:lnTo>
                    <a:pt x="131" y="93"/>
                  </a:lnTo>
                  <a:lnTo>
                    <a:pt x="132" y="99"/>
                  </a:lnTo>
                  <a:lnTo>
                    <a:pt x="134" y="101"/>
                  </a:lnTo>
                  <a:lnTo>
                    <a:pt x="138" y="102"/>
                  </a:lnTo>
                  <a:lnTo>
                    <a:pt x="137" y="105"/>
                  </a:lnTo>
                  <a:lnTo>
                    <a:pt x="137" y="108"/>
                  </a:lnTo>
                  <a:lnTo>
                    <a:pt x="136" y="109"/>
                  </a:lnTo>
                  <a:lnTo>
                    <a:pt x="134" y="108"/>
                  </a:lnTo>
                  <a:lnTo>
                    <a:pt x="134" y="105"/>
                  </a:lnTo>
                  <a:lnTo>
                    <a:pt x="132" y="106"/>
                  </a:lnTo>
                  <a:lnTo>
                    <a:pt x="129" y="104"/>
                  </a:lnTo>
                  <a:lnTo>
                    <a:pt x="129" y="101"/>
                  </a:lnTo>
                  <a:lnTo>
                    <a:pt x="128" y="100"/>
                  </a:lnTo>
                  <a:lnTo>
                    <a:pt x="127" y="99"/>
                  </a:lnTo>
                  <a:lnTo>
                    <a:pt x="127" y="97"/>
                  </a:lnTo>
                  <a:lnTo>
                    <a:pt x="121" y="96"/>
                  </a:lnTo>
                  <a:lnTo>
                    <a:pt x="120" y="95"/>
                  </a:lnTo>
                  <a:lnTo>
                    <a:pt x="123" y="93"/>
                  </a:lnTo>
                  <a:lnTo>
                    <a:pt x="123" y="91"/>
                  </a:lnTo>
                  <a:lnTo>
                    <a:pt x="124" y="91"/>
                  </a:lnTo>
                  <a:lnTo>
                    <a:pt x="125" y="92"/>
                  </a:lnTo>
                  <a:lnTo>
                    <a:pt x="127" y="93"/>
                  </a:lnTo>
                  <a:lnTo>
                    <a:pt x="127" y="92"/>
                  </a:lnTo>
                  <a:lnTo>
                    <a:pt x="127" y="89"/>
                  </a:lnTo>
                  <a:close/>
                  <a:moveTo>
                    <a:pt x="474" y="88"/>
                  </a:moveTo>
                  <a:lnTo>
                    <a:pt x="477" y="88"/>
                  </a:lnTo>
                  <a:lnTo>
                    <a:pt x="476" y="89"/>
                  </a:lnTo>
                  <a:lnTo>
                    <a:pt x="474" y="88"/>
                  </a:lnTo>
                  <a:close/>
                  <a:moveTo>
                    <a:pt x="386" y="87"/>
                  </a:moveTo>
                  <a:lnTo>
                    <a:pt x="389" y="87"/>
                  </a:lnTo>
                  <a:lnTo>
                    <a:pt x="391" y="91"/>
                  </a:lnTo>
                  <a:lnTo>
                    <a:pt x="391" y="92"/>
                  </a:lnTo>
                  <a:lnTo>
                    <a:pt x="387" y="92"/>
                  </a:lnTo>
                  <a:lnTo>
                    <a:pt x="386" y="92"/>
                  </a:lnTo>
                  <a:lnTo>
                    <a:pt x="383" y="91"/>
                  </a:lnTo>
                  <a:lnTo>
                    <a:pt x="382" y="89"/>
                  </a:lnTo>
                  <a:lnTo>
                    <a:pt x="386" y="87"/>
                  </a:lnTo>
                  <a:close/>
                  <a:moveTo>
                    <a:pt x="331" y="85"/>
                  </a:moveTo>
                  <a:lnTo>
                    <a:pt x="333" y="85"/>
                  </a:lnTo>
                  <a:lnTo>
                    <a:pt x="335" y="87"/>
                  </a:lnTo>
                  <a:lnTo>
                    <a:pt x="333" y="88"/>
                  </a:lnTo>
                  <a:lnTo>
                    <a:pt x="335" y="87"/>
                  </a:lnTo>
                  <a:lnTo>
                    <a:pt x="336" y="85"/>
                  </a:lnTo>
                  <a:lnTo>
                    <a:pt x="337" y="87"/>
                  </a:lnTo>
                  <a:lnTo>
                    <a:pt x="337" y="89"/>
                  </a:lnTo>
                  <a:lnTo>
                    <a:pt x="335" y="89"/>
                  </a:lnTo>
                  <a:lnTo>
                    <a:pt x="335" y="88"/>
                  </a:lnTo>
                  <a:lnTo>
                    <a:pt x="333" y="91"/>
                  </a:lnTo>
                  <a:lnTo>
                    <a:pt x="332" y="89"/>
                  </a:lnTo>
                  <a:lnTo>
                    <a:pt x="329" y="91"/>
                  </a:lnTo>
                  <a:lnTo>
                    <a:pt x="328" y="89"/>
                  </a:lnTo>
                  <a:lnTo>
                    <a:pt x="328" y="87"/>
                  </a:lnTo>
                  <a:lnTo>
                    <a:pt x="331" y="85"/>
                  </a:lnTo>
                  <a:close/>
                  <a:moveTo>
                    <a:pt x="170" y="84"/>
                  </a:moveTo>
                  <a:lnTo>
                    <a:pt x="174" y="84"/>
                  </a:lnTo>
                  <a:lnTo>
                    <a:pt x="175" y="85"/>
                  </a:lnTo>
                  <a:lnTo>
                    <a:pt x="173" y="88"/>
                  </a:lnTo>
                  <a:lnTo>
                    <a:pt x="171" y="88"/>
                  </a:lnTo>
                  <a:lnTo>
                    <a:pt x="170" y="87"/>
                  </a:lnTo>
                  <a:lnTo>
                    <a:pt x="171" y="85"/>
                  </a:lnTo>
                  <a:lnTo>
                    <a:pt x="170" y="84"/>
                  </a:lnTo>
                  <a:close/>
                  <a:moveTo>
                    <a:pt x="42" y="83"/>
                  </a:moveTo>
                  <a:lnTo>
                    <a:pt x="45" y="83"/>
                  </a:lnTo>
                  <a:lnTo>
                    <a:pt x="49" y="88"/>
                  </a:lnTo>
                  <a:lnTo>
                    <a:pt x="49" y="93"/>
                  </a:lnTo>
                  <a:lnTo>
                    <a:pt x="46" y="92"/>
                  </a:lnTo>
                  <a:lnTo>
                    <a:pt x="42" y="87"/>
                  </a:lnTo>
                  <a:lnTo>
                    <a:pt x="40" y="87"/>
                  </a:lnTo>
                  <a:lnTo>
                    <a:pt x="40" y="84"/>
                  </a:lnTo>
                  <a:lnTo>
                    <a:pt x="42" y="83"/>
                  </a:lnTo>
                  <a:close/>
                  <a:moveTo>
                    <a:pt x="472" y="81"/>
                  </a:moveTo>
                  <a:lnTo>
                    <a:pt x="473" y="83"/>
                  </a:lnTo>
                  <a:lnTo>
                    <a:pt x="472" y="83"/>
                  </a:lnTo>
                  <a:lnTo>
                    <a:pt x="470" y="81"/>
                  </a:lnTo>
                  <a:lnTo>
                    <a:pt x="472" y="81"/>
                  </a:lnTo>
                  <a:close/>
                  <a:moveTo>
                    <a:pt x="425" y="81"/>
                  </a:moveTo>
                  <a:lnTo>
                    <a:pt x="427" y="81"/>
                  </a:lnTo>
                  <a:lnTo>
                    <a:pt x="427" y="85"/>
                  </a:lnTo>
                  <a:lnTo>
                    <a:pt x="425" y="87"/>
                  </a:lnTo>
                  <a:lnTo>
                    <a:pt x="423" y="85"/>
                  </a:lnTo>
                  <a:lnTo>
                    <a:pt x="423" y="83"/>
                  </a:lnTo>
                  <a:lnTo>
                    <a:pt x="425" y="81"/>
                  </a:lnTo>
                  <a:close/>
                  <a:moveTo>
                    <a:pt x="169" y="80"/>
                  </a:moveTo>
                  <a:lnTo>
                    <a:pt x="171" y="80"/>
                  </a:lnTo>
                  <a:lnTo>
                    <a:pt x="173" y="81"/>
                  </a:lnTo>
                  <a:lnTo>
                    <a:pt x="174" y="83"/>
                  </a:lnTo>
                  <a:lnTo>
                    <a:pt x="174" y="83"/>
                  </a:lnTo>
                  <a:lnTo>
                    <a:pt x="171" y="83"/>
                  </a:lnTo>
                  <a:lnTo>
                    <a:pt x="170" y="83"/>
                  </a:lnTo>
                  <a:lnTo>
                    <a:pt x="167" y="81"/>
                  </a:lnTo>
                  <a:lnTo>
                    <a:pt x="169" y="80"/>
                  </a:lnTo>
                  <a:close/>
                  <a:moveTo>
                    <a:pt x="422" y="80"/>
                  </a:moveTo>
                  <a:lnTo>
                    <a:pt x="424" y="81"/>
                  </a:lnTo>
                  <a:lnTo>
                    <a:pt x="422" y="81"/>
                  </a:lnTo>
                  <a:lnTo>
                    <a:pt x="419" y="80"/>
                  </a:lnTo>
                  <a:lnTo>
                    <a:pt x="422" y="80"/>
                  </a:lnTo>
                  <a:close/>
                  <a:moveTo>
                    <a:pt x="425" y="79"/>
                  </a:moveTo>
                  <a:lnTo>
                    <a:pt x="425" y="80"/>
                  </a:lnTo>
                  <a:lnTo>
                    <a:pt x="424" y="79"/>
                  </a:lnTo>
                  <a:lnTo>
                    <a:pt x="425" y="79"/>
                  </a:lnTo>
                  <a:close/>
                  <a:moveTo>
                    <a:pt x="381" y="79"/>
                  </a:moveTo>
                  <a:lnTo>
                    <a:pt x="381" y="79"/>
                  </a:lnTo>
                  <a:lnTo>
                    <a:pt x="382" y="81"/>
                  </a:lnTo>
                  <a:lnTo>
                    <a:pt x="379" y="80"/>
                  </a:lnTo>
                  <a:lnTo>
                    <a:pt x="381" y="79"/>
                  </a:lnTo>
                  <a:close/>
                  <a:moveTo>
                    <a:pt x="478" y="77"/>
                  </a:moveTo>
                  <a:lnTo>
                    <a:pt x="482" y="77"/>
                  </a:lnTo>
                  <a:lnTo>
                    <a:pt x="483" y="77"/>
                  </a:lnTo>
                  <a:lnTo>
                    <a:pt x="486" y="79"/>
                  </a:lnTo>
                  <a:lnTo>
                    <a:pt x="487" y="81"/>
                  </a:lnTo>
                  <a:lnTo>
                    <a:pt x="489" y="83"/>
                  </a:lnTo>
                  <a:lnTo>
                    <a:pt x="490" y="83"/>
                  </a:lnTo>
                  <a:lnTo>
                    <a:pt x="487" y="84"/>
                  </a:lnTo>
                  <a:lnTo>
                    <a:pt x="486" y="83"/>
                  </a:lnTo>
                  <a:lnTo>
                    <a:pt x="485" y="83"/>
                  </a:lnTo>
                  <a:lnTo>
                    <a:pt x="483" y="83"/>
                  </a:lnTo>
                  <a:lnTo>
                    <a:pt x="483" y="81"/>
                  </a:lnTo>
                  <a:lnTo>
                    <a:pt x="482" y="79"/>
                  </a:lnTo>
                  <a:lnTo>
                    <a:pt x="481" y="79"/>
                  </a:lnTo>
                  <a:lnTo>
                    <a:pt x="481" y="80"/>
                  </a:lnTo>
                  <a:lnTo>
                    <a:pt x="478" y="77"/>
                  </a:lnTo>
                  <a:lnTo>
                    <a:pt x="478" y="77"/>
                  </a:lnTo>
                  <a:close/>
                  <a:moveTo>
                    <a:pt x="111" y="76"/>
                  </a:moveTo>
                  <a:lnTo>
                    <a:pt x="113" y="76"/>
                  </a:lnTo>
                  <a:lnTo>
                    <a:pt x="113" y="79"/>
                  </a:lnTo>
                  <a:lnTo>
                    <a:pt x="112" y="80"/>
                  </a:lnTo>
                  <a:lnTo>
                    <a:pt x="109" y="77"/>
                  </a:lnTo>
                  <a:lnTo>
                    <a:pt x="111" y="76"/>
                  </a:lnTo>
                  <a:close/>
                  <a:moveTo>
                    <a:pt x="385" y="76"/>
                  </a:moveTo>
                  <a:lnTo>
                    <a:pt x="386" y="76"/>
                  </a:lnTo>
                  <a:lnTo>
                    <a:pt x="386" y="79"/>
                  </a:lnTo>
                  <a:lnTo>
                    <a:pt x="387" y="79"/>
                  </a:lnTo>
                  <a:lnTo>
                    <a:pt x="389" y="80"/>
                  </a:lnTo>
                  <a:lnTo>
                    <a:pt x="387" y="81"/>
                  </a:lnTo>
                  <a:lnTo>
                    <a:pt x="386" y="80"/>
                  </a:lnTo>
                  <a:lnTo>
                    <a:pt x="383" y="80"/>
                  </a:lnTo>
                  <a:lnTo>
                    <a:pt x="382" y="77"/>
                  </a:lnTo>
                  <a:lnTo>
                    <a:pt x="382" y="76"/>
                  </a:lnTo>
                  <a:lnTo>
                    <a:pt x="383" y="76"/>
                  </a:lnTo>
                  <a:lnTo>
                    <a:pt x="385" y="76"/>
                  </a:lnTo>
                  <a:close/>
                  <a:moveTo>
                    <a:pt x="38" y="75"/>
                  </a:moveTo>
                  <a:lnTo>
                    <a:pt x="41" y="76"/>
                  </a:lnTo>
                  <a:lnTo>
                    <a:pt x="41" y="77"/>
                  </a:lnTo>
                  <a:lnTo>
                    <a:pt x="38" y="80"/>
                  </a:lnTo>
                  <a:lnTo>
                    <a:pt x="37" y="77"/>
                  </a:lnTo>
                  <a:lnTo>
                    <a:pt x="38" y="75"/>
                  </a:lnTo>
                  <a:close/>
                  <a:moveTo>
                    <a:pt x="315" y="75"/>
                  </a:moveTo>
                  <a:lnTo>
                    <a:pt x="316" y="76"/>
                  </a:lnTo>
                  <a:lnTo>
                    <a:pt x="315" y="77"/>
                  </a:lnTo>
                  <a:lnTo>
                    <a:pt x="314" y="76"/>
                  </a:lnTo>
                  <a:lnTo>
                    <a:pt x="315" y="75"/>
                  </a:lnTo>
                  <a:close/>
                  <a:moveTo>
                    <a:pt x="167" y="75"/>
                  </a:moveTo>
                  <a:lnTo>
                    <a:pt x="170" y="76"/>
                  </a:lnTo>
                  <a:lnTo>
                    <a:pt x="170" y="76"/>
                  </a:lnTo>
                  <a:lnTo>
                    <a:pt x="169" y="77"/>
                  </a:lnTo>
                  <a:lnTo>
                    <a:pt x="167" y="76"/>
                  </a:lnTo>
                  <a:lnTo>
                    <a:pt x="166" y="75"/>
                  </a:lnTo>
                  <a:lnTo>
                    <a:pt x="167" y="75"/>
                  </a:lnTo>
                  <a:close/>
                  <a:moveTo>
                    <a:pt x="379" y="75"/>
                  </a:moveTo>
                  <a:lnTo>
                    <a:pt x="381" y="75"/>
                  </a:lnTo>
                  <a:lnTo>
                    <a:pt x="381" y="76"/>
                  </a:lnTo>
                  <a:lnTo>
                    <a:pt x="381" y="77"/>
                  </a:lnTo>
                  <a:lnTo>
                    <a:pt x="379" y="76"/>
                  </a:lnTo>
                  <a:lnTo>
                    <a:pt x="379" y="75"/>
                  </a:lnTo>
                  <a:close/>
                  <a:moveTo>
                    <a:pt x="318" y="75"/>
                  </a:moveTo>
                  <a:lnTo>
                    <a:pt x="318" y="76"/>
                  </a:lnTo>
                  <a:lnTo>
                    <a:pt x="315" y="75"/>
                  </a:lnTo>
                  <a:lnTo>
                    <a:pt x="318" y="75"/>
                  </a:lnTo>
                  <a:close/>
                  <a:moveTo>
                    <a:pt x="445" y="74"/>
                  </a:moveTo>
                  <a:lnTo>
                    <a:pt x="452" y="76"/>
                  </a:lnTo>
                  <a:lnTo>
                    <a:pt x="454" y="79"/>
                  </a:lnTo>
                  <a:lnTo>
                    <a:pt x="458" y="77"/>
                  </a:lnTo>
                  <a:lnTo>
                    <a:pt x="462" y="79"/>
                  </a:lnTo>
                  <a:lnTo>
                    <a:pt x="464" y="80"/>
                  </a:lnTo>
                  <a:lnTo>
                    <a:pt x="464" y="80"/>
                  </a:lnTo>
                  <a:lnTo>
                    <a:pt x="464" y="84"/>
                  </a:lnTo>
                  <a:lnTo>
                    <a:pt x="465" y="85"/>
                  </a:lnTo>
                  <a:lnTo>
                    <a:pt x="466" y="88"/>
                  </a:lnTo>
                  <a:lnTo>
                    <a:pt x="465" y="89"/>
                  </a:lnTo>
                  <a:lnTo>
                    <a:pt x="464" y="92"/>
                  </a:lnTo>
                  <a:lnTo>
                    <a:pt x="464" y="95"/>
                  </a:lnTo>
                  <a:lnTo>
                    <a:pt x="464" y="100"/>
                  </a:lnTo>
                  <a:lnTo>
                    <a:pt x="466" y="102"/>
                  </a:lnTo>
                  <a:lnTo>
                    <a:pt x="468" y="105"/>
                  </a:lnTo>
                  <a:lnTo>
                    <a:pt x="468" y="105"/>
                  </a:lnTo>
                  <a:lnTo>
                    <a:pt x="468" y="102"/>
                  </a:lnTo>
                  <a:lnTo>
                    <a:pt x="469" y="101"/>
                  </a:lnTo>
                  <a:lnTo>
                    <a:pt x="470" y="101"/>
                  </a:lnTo>
                  <a:lnTo>
                    <a:pt x="470" y="104"/>
                  </a:lnTo>
                  <a:lnTo>
                    <a:pt x="470" y="106"/>
                  </a:lnTo>
                  <a:lnTo>
                    <a:pt x="472" y="105"/>
                  </a:lnTo>
                  <a:lnTo>
                    <a:pt x="473" y="108"/>
                  </a:lnTo>
                  <a:lnTo>
                    <a:pt x="476" y="110"/>
                  </a:lnTo>
                  <a:lnTo>
                    <a:pt x="477" y="112"/>
                  </a:lnTo>
                  <a:lnTo>
                    <a:pt x="478" y="112"/>
                  </a:lnTo>
                  <a:lnTo>
                    <a:pt x="481" y="110"/>
                  </a:lnTo>
                  <a:lnTo>
                    <a:pt x="481" y="108"/>
                  </a:lnTo>
                  <a:lnTo>
                    <a:pt x="482" y="108"/>
                  </a:lnTo>
                  <a:lnTo>
                    <a:pt x="483" y="106"/>
                  </a:lnTo>
                  <a:lnTo>
                    <a:pt x="483" y="104"/>
                  </a:lnTo>
                  <a:lnTo>
                    <a:pt x="485" y="101"/>
                  </a:lnTo>
                  <a:lnTo>
                    <a:pt x="487" y="101"/>
                  </a:lnTo>
                  <a:lnTo>
                    <a:pt x="490" y="100"/>
                  </a:lnTo>
                  <a:lnTo>
                    <a:pt x="490" y="97"/>
                  </a:lnTo>
                  <a:lnTo>
                    <a:pt x="491" y="96"/>
                  </a:lnTo>
                  <a:lnTo>
                    <a:pt x="493" y="97"/>
                  </a:lnTo>
                  <a:lnTo>
                    <a:pt x="494" y="97"/>
                  </a:lnTo>
                  <a:lnTo>
                    <a:pt x="495" y="96"/>
                  </a:lnTo>
                  <a:lnTo>
                    <a:pt x="499" y="96"/>
                  </a:lnTo>
                  <a:lnTo>
                    <a:pt x="499" y="93"/>
                  </a:lnTo>
                  <a:lnTo>
                    <a:pt x="498" y="92"/>
                  </a:lnTo>
                  <a:lnTo>
                    <a:pt x="499" y="91"/>
                  </a:lnTo>
                  <a:lnTo>
                    <a:pt x="504" y="87"/>
                  </a:lnTo>
                  <a:lnTo>
                    <a:pt x="507" y="88"/>
                  </a:lnTo>
                  <a:lnTo>
                    <a:pt x="510" y="89"/>
                  </a:lnTo>
                  <a:lnTo>
                    <a:pt x="514" y="91"/>
                  </a:lnTo>
                  <a:lnTo>
                    <a:pt x="518" y="92"/>
                  </a:lnTo>
                  <a:lnTo>
                    <a:pt x="519" y="93"/>
                  </a:lnTo>
                  <a:lnTo>
                    <a:pt x="522" y="93"/>
                  </a:lnTo>
                  <a:lnTo>
                    <a:pt x="526" y="95"/>
                  </a:lnTo>
                  <a:lnTo>
                    <a:pt x="532" y="97"/>
                  </a:lnTo>
                  <a:lnTo>
                    <a:pt x="533" y="97"/>
                  </a:lnTo>
                  <a:lnTo>
                    <a:pt x="535" y="97"/>
                  </a:lnTo>
                  <a:lnTo>
                    <a:pt x="539" y="99"/>
                  </a:lnTo>
                  <a:lnTo>
                    <a:pt x="540" y="99"/>
                  </a:lnTo>
                  <a:lnTo>
                    <a:pt x="543" y="100"/>
                  </a:lnTo>
                  <a:lnTo>
                    <a:pt x="541" y="101"/>
                  </a:lnTo>
                  <a:lnTo>
                    <a:pt x="541" y="102"/>
                  </a:lnTo>
                  <a:lnTo>
                    <a:pt x="543" y="102"/>
                  </a:lnTo>
                  <a:lnTo>
                    <a:pt x="545" y="102"/>
                  </a:lnTo>
                  <a:lnTo>
                    <a:pt x="545" y="102"/>
                  </a:lnTo>
                  <a:lnTo>
                    <a:pt x="544" y="146"/>
                  </a:lnTo>
                  <a:lnTo>
                    <a:pt x="543" y="150"/>
                  </a:lnTo>
                  <a:lnTo>
                    <a:pt x="543" y="151"/>
                  </a:lnTo>
                  <a:lnTo>
                    <a:pt x="544" y="152"/>
                  </a:lnTo>
                  <a:lnTo>
                    <a:pt x="543" y="181"/>
                  </a:lnTo>
                  <a:lnTo>
                    <a:pt x="541" y="181"/>
                  </a:lnTo>
                  <a:lnTo>
                    <a:pt x="539" y="180"/>
                  </a:lnTo>
                  <a:lnTo>
                    <a:pt x="536" y="176"/>
                  </a:lnTo>
                  <a:lnTo>
                    <a:pt x="535" y="175"/>
                  </a:lnTo>
                  <a:lnTo>
                    <a:pt x="535" y="175"/>
                  </a:lnTo>
                  <a:lnTo>
                    <a:pt x="532" y="172"/>
                  </a:lnTo>
                  <a:lnTo>
                    <a:pt x="532" y="171"/>
                  </a:lnTo>
                  <a:lnTo>
                    <a:pt x="531" y="170"/>
                  </a:lnTo>
                  <a:lnTo>
                    <a:pt x="532" y="168"/>
                  </a:lnTo>
                  <a:lnTo>
                    <a:pt x="532" y="166"/>
                  </a:lnTo>
                  <a:lnTo>
                    <a:pt x="532" y="168"/>
                  </a:lnTo>
                  <a:lnTo>
                    <a:pt x="530" y="168"/>
                  </a:lnTo>
                  <a:lnTo>
                    <a:pt x="527" y="168"/>
                  </a:lnTo>
                  <a:lnTo>
                    <a:pt x="524" y="170"/>
                  </a:lnTo>
                  <a:lnTo>
                    <a:pt x="523" y="170"/>
                  </a:lnTo>
                  <a:lnTo>
                    <a:pt x="522" y="168"/>
                  </a:lnTo>
                  <a:lnTo>
                    <a:pt x="519" y="170"/>
                  </a:lnTo>
                  <a:lnTo>
                    <a:pt x="518" y="168"/>
                  </a:lnTo>
                  <a:lnTo>
                    <a:pt x="519" y="168"/>
                  </a:lnTo>
                  <a:lnTo>
                    <a:pt x="519" y="166"/>
                  </a:lnTo>
                  <a:lnTo>
                    <a:pt x="519" y="164"/>
                  </a:lnTo>
                  <a:lnTo>
                    <a:pt x="520" y="164"/>
                  </a:lnTo>
                  <a:lnTo>
                    <a:pt x="520" y="160"/>
                  </a:lnTo>
                  <a:lnTo>
                    <a:pt x="519" y="160"/>
                  </a:lnTo>
                  <a:lnTo>
                    <a:pt x="518" y="158"/>
                  </a:lnTo>
                  <a:lnTo>
                    <a:pt x="519" y="158"/>
                  </a:lnTo>
                  <a:lnTo>
                    <a:pt x="520" y="158"/>
                  </a:lnTo>
                  <a:lnTo>
                    <a:pt x="522" y="158"/>
                  </a:lnTo>
                  <a:lnTo>
                    <a:pt x="524" y="158"/>
                  </a:lnTo>
                  <a:lnTo>
                    <a:pt x="522" y="156"/>
                  </a:lnTo>
                  <a:lnTo>
                    <a:pt x="519" y="158"/>
                  </a:lnTo>
                  <a:lnTo>
                    <a:pt x="518" y="156"/>
                  </a:lnTo>
                  <a:lnTo>
                    <a:pt x="515" y="155"/>
                  </a:lnTo>
                  <a:lnTo>
                    <a:pt x="516" y="154"/>
                  </a:lnTo>
                  <a:lnTo>
                    <a:pt x="518" y="152"/>
                  </a:lnTo>
                  <a:lnTo>
                    <a:pt x="519" y="154"/>
                  </a:lnTo>
                  <a:lnTo>
                    <a:pt x="518" y="152"/>
                  </a:lnTo>
                  <a:lnTo>
                    <a:pt x="515" y="150"/>
                  </a:lnTo>
                  <a:lnTo>
                    <a:pt x="512" y="149"/>
                  </a:lnTo>
                  <a:lnTo>
                    <a:pt x="512" y="147"/>
                  </a:lnTo>
                  <a:lnTo>
                    <a:pt x="512" y="145"/>
                  </a:lnTo>
                  <a:lnTo>
                    <a:pt x="510" y="142"/>
                  </a:lnTo>
                  <a:lnTo>
                    <a:pt x="510" y="141"/>
                  </a:lnTo>
                  <a:lnTo>
                    <a:pt x="512" y="139"/>
                  </a:lnTo>
                  <a:lnTo>
                    <a:pt x="510" y="139"/>
                  </a:lnTo>
                  <a:lnTo>
                    <a:pt x="508" y="138"/>
                  </a:lnTo>
                  <a:lnTo>
                    <a:pt x="510" y="137"/>
                  </a:lnTo>
                  <a:lnTo>
                    <a:pt x="508" y="135"/>
                  </a:lnTo>
                  <a:lnTo>
                    <a:pt x="510" y="134"/>
                  </a:lnTo>
                  <a:lnTo>
                    <a:pt x="507" y="135"/>
                  </a:lnTo>
                  <a:lnTo>
                    <a:pt x="507" y="134"/>
                  </a:lnTo>
                  <a:lnTo>
                    <a:pt x="506" y="135"/>
                  </a:lnTo>
                  <a:lnTo>
                    <a:pt x="504" y="134"/>
                  </a:lnTo>
                  <a:lnTo>
                    <a:pt x="506" y="131"/>
                  </a:lnTo>
                  <a:lnTo>
                    <a:pt x="504" y="133"/>
                  </a:lnTo>
                  <a:lnTo>
                    <a:pt x="503" y="133"/>
                  </a:lnTo>
                  <a:lnTo>
                    <a:pt x="499" y="131"/>
                  </a:lnTo>
                  <a:lnTo>
                    <a:pt x="498" y="129"/>
                  </a:lnTo>
                  <a:lnTo>
                    <a:pt x="495" y="129"/>
                  </a:lnTo>
                  <a:lnTo>
                    <a:pt x="493" y="129"/>
                  </a:lnTo>
                  <a:lnTo>
                    <a:pt x="486" y="126"/>
                  </a:lnTo>
                  <a:lnTo>
                    <a:pt x="479" y="124"/>
                  </a:lnTo>
                  <a:lnTo>
                    <a:pt x="476" y="124"/>
                  </a:lnTo>
                  <a:lnTo>
                    <a:pt x="473" y="122"/>
                  </a:lnTo>
                  <a:lnTo>
                    <a:pt x="472" y="122"/>
                  </a:lnTo>
                  <a:lnTo>
                    <a:pt x="472" y="121"/>
                  </a:lnTo>
                  <a:lnTo>
                    <a:pt x="469" y="120"/>
                  </a:lnTo>
                  <a:lnTo>
                    <a:pt x="469" y="118"/>
                  </a:lnTo>
                  <a:lnTo>
                    <a:pt x="472" y="118"/>
                  </a:lnTo>
                  <a:lnTo>
                    <a:pt x="472" y="118"/>
                  </a:lnTo>
                  <a:lnTo>
                    <a:pt x="472" y="118"/>
                  </a:lnTo>
                  <a:lnTo>
                    <a:pt x="470" y="117"/>
                  </a:lnTo>
                  <a:lnTo>
                    <a:pt x="468" y="118"/>
                  </a:lnTo>
                  <a:lnTo>
                    <a:pt x="466" y="118"/>
                  </a:lnTo>
                  <a:lnTo>
                    <a:pt x="466" y="117"/>
                  </a:lnTo>
                  <a:lnTo>
                    <a:pt x="465" y="117"/>
                  </a:lnTo>
                  <a:lnTo>
                    <a:pt x="464" y="118"/>
                  </a:lnTo>
                  <a:lnTo>
                    <a:pt x="464" y="116"/>
                  </a:lnTo>
                  <a:lnTo>
                    <a:pt x="462" y="114"/>
                  </a:lnTo>
                  <a:lnTo>
                    <a:pt x="462" y="116"/>
                  </a:lnTo>
                  <a:lnTo>
                    <a:pt x="461" y="116"/>
                  </a:lnTo>
                  <a:lnTo>
                    <a:pt x="460" y="114"/>
                  </a:lnTo>
                  <a:lnTo>
                    <a:pt x="460" y="112"/>
                  </a:lnTo>
                  <a:lnTo>
                    <a:pt x="458" y="109"/>
                  </a:lnTo>
                  <a:lnTo>
                    <a:pt x="460" y="108"/>
                  </a:lnTo>
                  <a:lnTo>
                    <a:pt x="460" y="105"/>
                  </a:lnTo>
                  <a:lnTo>
                    <a:pt x="458" y="106"/>
                  </a:lnTo>
                  <a:lnTo>
                    <a:pt x="457" y="109"/>
                  </a:lnTo>
                  <a:lnTo>
                    <a:pt x="457" y="112"/>
                  </a:lnTo>
                  <a:lnTo>
                    <a:pt x="456" y="112"/>
                  </a:lnTo>
                  <a:lnTo>
                    <a:pt x="454" y="116"/>
                  </a:lnTo>
                  <a:lnTo>
                    <a:pt x="454" y="117"/>
                  </a:lnTo>
                  <a:lnTo>
                    <a:pt x="452" y="120"/>
                  </a:lnTo>
                  <a:lnTo>
                    <a:pt x="449" y="121"/>
                  </a:lnTo>
                  <a:lnTo>
                    <a:pt x="448" y="120"/>
                  </a:lnTo>
                  <a:lnTo>
                    <a:pt x="445" y="116"/>
                  </a:lnTo>
                  <a:lnTo>
                    <a:pt x="445" y="114"/>
                  </a:lnTo>
                  <a:lnTo>
                    <a:pt x="447" y="114"/>
                  </a:lnTo>
                  <a:lnTo>
                    <a:pt x="447" y="112"/>
                  </a:lnTo>
                  <a:lnTo>
                    <a:pt x="447" y="110"/>
                  </a:lnTo>
                  <a:lnTo>
                    <a:pt x="445" y="112"/>
                  </a:lnTo>
                  <a:lnTo>
                    <a:pt x="444" y="110"/>
                  </a:lnTo>
                  <a:lnTo>
                    <a:pt x="444" y="108"/>
                  </a:lnTo>
                  <a:lnTo>
                    <a:pt x="441" y="106"/>
                  </a:lnTo>
                  <a:lnTo>
                    <a:pt x="439" y="106"/>
                  </a:lnTo>
                  <a:lnTo>
                    <a:pt x="437" y="105"/>
                  </a:lnTo>
                  <a:lnTo>
                    <a:pt x="439" y="102"/>
                  </a:lnTo>
                  <a:lnTo>
                    <a:pt x="441" y="102"/>
                  </a:lnTo>
                  <a:lnTo>
                    <a:pt x="443" y="104"/>
                  </a:lnTo>
                  <a:lnTo>
                    <a:pt x="445" y="104"/>
                  </a:lnTo>
                  <a:lnTo>
                    <a:pt x="447" y="105"/>
                  </a:lnTo>
                  <a:lnTo>
                    <a:pt x="449" y="104"/>
                  </a:lnTo>
                  <a:lnTo>
                    <a:pt x="451" y="101"/>
                  </a:lnTo>
                  <a:lnTo>
                    <a:pt x="452" y="100"/>
                  </a:lnTo>
                  <a:lnTo>
                    <a:pt x="456" y="101"/>
                  </a:lnTo>
                  <a:lnTo>
                    <a:pt x="457" y="104"/>
                  </a:lnTo>
                  <a:lnTo>
                    <a:pt x="458" y="101"/>
                  </a:lnTo>
                  <a:lnTo>
                    <a:pt x="460" y="100"/>
                  </a:lnTo>
                  <a:lnTo>
                    <a:pt x="461" y="100"/>
                  </a:lnTo>
                  <a:lnTo>
                    <a:pt x="461" y="97"/>
                  </a:lnTo>
                  <a:lnTo>
                    <a:pt x="460" y="96"/>
                  </a:lnTo>
                  <a:lnTo>
                    <a:pt x="454" y="96"/>
                  </a:lnTo>
                  <a:lnTo>
                    <a:pt x="454" y="97"/>
                  </a:lnTo>
                  <a:lnTo>
                    <a:pt x="453" y="97"/>
                  </a:lnTo>
                  <a:lnTo>
                    <a:pt x="452" y="97"/>
                  </a:lnTo>
                  <a:lnTo>
                    <a:pt x="449" y="97"/>
                  </a:lnTo>
                  <a:lnTo>
                    <a:pt x="448" y="97"/>
                  </a:lnTo>
                  <a:lnTo>
                    <a:pt x="447" y="97"/>
                  </a:lnTo>
                  <a:lnTo>
                    <a:pt x="444" y="97"/>
                  </a:lnTo>
                  <a:lnTo>
                    <a:pt x="443" y="97"/>
                  </a:lnTo>
                  <a:lnTo>
                    <a:pt x="440" y="97"/>
                  </a:lnTo>
                  <a:lnTo>
                    <a:pt x="437" y="95"/>
                  </a:lnTo>
                  <a:lnTo>
                    <a:pt x="437" y="92"/>
                  </a:lnTo>
                  <a:lnTo>
                    <a:pt x="437" y="92"/>
                  </a:lnTo>
                  <a:lnTo>
                    <a:pt x="436" y="89"/>
                  </a:lnTo>
                  <a:lnTo>
                    <a:pt x="433" y="88"/>
                  </a:lnTo>
                  <a:lnTo>
                    <a:pt x="432" y="87"/>
                  </a:lnTo>
                  <a:lnTo>
                    <a:pt x="431" y="87"/>
                  </a:lnTo>
                  <a:lnTo>
                    <a:pt x="429" y="88"/>
                  </a:lnTo>
                  <a:lnTo>
                    <a:pt x="427" y="88"/>
                  </a:lnTo>
                  <a:lnTo>
                    <a:pt x="427" y="87"/>
                  </a:lnTo>
                  <a:lnTo>
                    <a:pt x="429" y="84"/>
                  </a:lnTo>
                  <a:lnTo>
                    <a:pt x="429" y="83"/>
                  </a:lnTo>
                  <a:lnTo>
                    <a:pt x="429" y="81"/>
                  </a:lnTo>
                  <a:lnTo>
                    <a:pt x="431" y="80"/>
                  </a:lnTo>
                  <a:lnTo>
                    <a:pt x="433" y="80"/>
                  </a:lnTo>
                  <a:lnTo>
                    <a:pt x="436" y="77"/>
                  </a:lnTo>
                  <a:lnTo>
                    <a:pt x="437" y="77"/>
                  </a:lnTo>
                  <a:lnTo>
                    <a:pt x="440" y="75"/>
                  </a:lnTo>
                  <a:lnTo>
                    <a:pt x="441" y="74"/>
                  </a:lnTo>
                  <a:lnTo>
                    <a:pt x="445" y="74"/>
                  </a:lnTo>
                  <a:close/>
                  <a:moveTo>
                    <a:pt x="113" y="71"/>
                  </a:moveTo>
                  <a:lnTo>
                    <a:pt x="115" y="72"/>
                  </a:lnTo>
                  <a:lnTo>
                    <a:pt x="119" y="75"/>
                  </a:lnTo>
                  <a:lnTo>
                    <a:pt x="117" y="76"/>
                  </a:lnTo>
                  <a:lnTo>
                    <a:pt x="115" y="75"/>
                  </a:lnTo>
                  <a:lnTo>
                    <a:pt x="113" y="75"/>
                  </a:lnTo>
                  <a:lnTo>
                    <a:pt x="112" y="74"/>
                  </a:lnTo>
                  <a:lnTo>
                    <a:pt x="113" y="71"/>
                  </a:lnTo>
                  <a:close/>
                  <a:moveTo>
                    <a:pt x="424" y="71"/>
                  </a:moveTo>
                  <a:lnTo>
                    <a:pt x="428" y="71"/>
                  </a:lnTo>
                  <a:lnTo>
                    <a:pt x="431" y="72"/>
                  </a:lnTo>
                  <a:lnTo>
                    <a:pt x="432" y="74"/>
                  </a:lnTo>
                  <a:lnTo>
                    <a:pt x="429" y="75"/>
                  </a:lnTo>
                  <a:lnTo>
                    <a:pt x="428" y="74"/>
                  </a:lnTo>
                  <a:lnTo>
                    <a:pt x="424" y="72"/>
                  </a:lnTo>
                  <a:lnTo>
                    <a:pt x="424" y="72"/>
                  </a:lnTo>
                  <a:lnTo>
                    <a:pt x="424" y="72"/>
                  </a:lnTo>
                  <a:lnTo>
                    <a:pt x="425" y="74"/>
                  </a:lnTo>
                  <a:lnTo>
                    <a:pt x="425" y="75"/>
                  </a:lnTo>
                  <a:lnTo>
                    <a:pt x="424" y="75"/>
                  </a:lnTo>
                  <a:lnTo>
                    <a:pt x="422" y="74"/>
                  </a:lnTo>
                  <a:lnTo>
                    <a:pt x="419" y="74"/>
                  </a:lnTo>
                  <a:lnTo>
                    <a:pt x="420" y="74"/>
                  </a:lnTo>
                  <a:lnTo>
                    <a:pt x="419" y="72"/>
                  </a:lnTo>
                  <a:lnTo>
                    <a:pt x="420" y="72"/>
                  </a:lnTo>
                  <a:lnTo>
                    <a:pt x="423" y="72"/>
                  </a:lnTo>
                  <a:lnTo>
                    <a:pt x="424" y="71"/>
                  </a:lnTo>
                  <a:close/>
                  <a:moveTo>
                    <a:pt x="404" y="70"/>
                  </a:moveTo>
                  <a:lnTo>
                    <a:pt x="408" y="71"/>
                  </a:lnTo>
                  <a:lnTo>
                    <a:pt x="410" y="72"/>
                  </a:lnTo>
                  <a:lnTo>
                    <a:pt x="406" y="71"/>
                  </a:lnTo>
                  <a:lnTo>
                    <a:pt x="404" y="70"/>
                  </a:lnTo>
                  <a:close/>
                  <a:moveTo>
                    <a:pt x="41" y="67"/>
                  </a:moveTo>
                  <a:lnTo>
                    <a:pt x="44" y="68"/>
                  </a:lnTo>
                  <a:lnTo>
                    <a:pt x="44" y="70"/>
                  </a:lnTo>
                  <a:lnTo>
                    <a:pt x="42" y="70"/>
                  </a:lnTo>
                  <a:lnTo>
                    <a:pt x="40" y="70"/>
                  </a:lnTo>
                  <a:lnTo>
                    <a:pt x="41" y="67"/>
                  </a:lnTo>
                  <a:close/>
                  <a:moveTo>
                    <a:pt x="90" y="55"/>
                  </a:moveTo>
                  <a:lnTo>
                    <a:pt x="92" y="56"/>
                  </a:lnTo>
                  <a:lnTo>
                    <a:pt x="95" y="58"/>
                  </a:lnTo>
                  <a:lnTo>
                    <a:pt x="96" y="62"/>
                  </a:lnTo>
                  <a:lnTo>
                    <a:pt x="95" y="63"/>
                  </a:lnTo>
                  <a:lnTo>
                    <a:pt x="92" y="62"/>
                  </a:lnTo>
                  <a:lnTo>
                    <a:pt x="88" y="60"/>
                  </a:lnTo>
                  <a:lnTo>
                    <a:pt x="87" y="58"/>
                  </a:lnTo>
                  <a:lnTo>
                    <a:pt x="90" y="55"/>
                  </a:lnTo>
                  <a:close/>
                  <a:moveTo>
                    <a:pt x="108" y="54"/>
                  </a:moveTo>
                  <a:lnTo>
                    <a:pt x="108" y="56"/>
                  </a:lnTo>
                  <a:lnTo>
                    <a:pt x="107" y="58"/>
                  </a:lnTo>
                  <a:lnTo>
                    <a:pt x="104" y="58"/>
                  </a:lnTo>
                  <a:lnTo>
                    <a:pt x="108" y="54"/>
                  </a:lnTo>
                  <a:close/>
                  <a:moveTo>
                    <a:pt x="115" y="54"/>
                  </a:moveTo>
                  <a:lnTo>
                    <a:pt x="113" y="56"/>
                  </a:lnTo>
                  <a:lnTo>
                    <a:pt x="115" y="56"/>
                  </a:lnTo>
                  <a:lnTo>
                    <a:pt x="113" y="60"/>
                  </a:lnTo>
                  <a:lnTo>
                    <a:pt x="112" y="62"/>
                  </a:lnTo>
                  <a:lnTo>
                    <a:pt x="112" y="58"/>
                  </a:lnTo>
                  <a:lnTo>
                    <a:pt x="109" y="58"/>
                  </a:lnTo>
                  <a:lnTo>
                    <a:pt x="111" y="55"/>
                  </a:lnTo>
                  <a:lnTo>
                    <a:pt x="112" y="55"/>
                  </a:lnTo>
                  <a:lnTo>
                    <a:pt x="113" y="54"/>
                  </a:lnTo>
                  <a:lnTo>
                    <a:pt x="115" y="54"/>
                  </a:lnTo>
                  <a:close/>
                  <a:moveTo>
                    <a:pt x="27" y="51"/>
                  </a:moveTo>
                  <a:lnTo>
                    <a:pt x="28" y="52"/>
                  </a:lnTo>
                  <a:lnTo>
                    <a:pt x="30" y="55"/>
                  </a:lnTo>
                  <a:lnTo>
                    <a:pt x="33" y="58"/>
                  </a:lnTo>
                  <a:lnTo>
                    <a:pt x="32" y="59"/>
                  </a:lnTo>
                  <a:lnTo>
                    <a:pt x="32" y="63"/>
                  </a:lnTo>
                  <a:lnTo>
                    <a:pt x="30" y="63"/>
                  </a:lnTo>
                  <a:lnTo>
                    <a:pt x="28" y="59"/>
                  </a:lnTo>
                  <a:lnTo>
                    <a:pt x="27" y="59"/>
                  </a:lnTo>
                  <a:lnTo>
                    <a:pt x="27" y="56"/>
                  </a:lnTo>
                  <a:lnTo>
                    <a:pt x="23" y="52"/>
                  </a:lnTo>
                  <a:lnTo>
                    <a:pt x="25" y="52"/>
                  </a:lnTo>
                  <a:lnTo>
                    <a:pt x="27" y="51"/>
                  </a:lnTo>
                  <a:close/>
                  <a:moveTo>
                    <a:pt x="84" y="51"/>
                  </a:moveTo>
                  <a:lnTo>
                    <a:pt x="87" y="52"/>
                  </a:lnTo>
                  <a:lnTo>
                    <a:pt x="88" y="55"/>
                  </a:lnTo>
                  <a:lnTo>
                    <a:pt x="87" y="58"/>
                  </a:lnTo>
                  <a:lnTo>
                    <a:pt x="86" y="56"/>
                  </a:lnTo>
                  <a:lnTo>
                    <a:pt x="83" y="51"/>
                  </a:lnTo>
                  <a:lnTo>
                    <a:pt x="84" y="51"/>
                  </a:lnTo>
                  <a:close/>
                  <a:moveTo>
                    <a:pt x="353" y="50"/>
                  </a:moveTo>
                  <a:lnTo>
                    <a:pt x="357" y="51"/>
                  </a:lnTo>
                  <a:lnTo>
                    <a:pt x="357" y="52"/>
                  </a:lnTo>
                  <a:lnTo>
                    <a:pt x="358" y="54"/>
                  </a:lnTo>
                  <a:lnTo>
                    <a:pt x="357" y="54"/>
                  </a:lnTo>
                  <a:lnTo>
                    <a:pt x="356" y="56"/>
                  </a:lnTo>
                  <a:lnTo>
                    <a:pt x="354" y="58"/>
                  </a:lnTo>
                  <a:lnTo>
                    <a:pt x="353" y="59"/>
                  </a:lnTo>
                  <a:lnTo>
                    <a:pt x="352" y="60"/>
                  </a:lnTo>
                  <a:lnTo>
                    <a:pt x="350" y="60"/>
                  </a:lnTo>
                  <a:lnTo>
                    <a:pt x="349" y="63"/>
                  </a:lnTo>
                  <a:lnTo>
                    <a:pt x="345" y="66"/>
                  </a:lnTo>
                  <a:lnTo>
                    <a:pt x="337" y="67"/>
                  </a:lnTo>
                  <a:lnTo>
                    <a:pt x="335" y="67"/>
                  </a:lnTo>
                  <a:lnTo>
                    <a:pt x="333" y="66"/>
                  </a:lnTo>
                  <a:lnTo>
                    <a:pt x="332" y="64"/>
                  </a:lnTo>
                  <a:lnTo>
                    <a:pt x="329" y="64"/>
                  </a:lnTo>
                  <a:lnTo>
                    <a:pt x="328" y="66"/>
                  </a:lnTo>
                  <a:lnTo>
                    <a:pt x="325" y="66"/>
                  </a:lnTo>
                  <a:lnTo>
                    <a:pt x="320" y="64"/>
                  </a:lnTo>
                  <a:lnTo>
                    <a:pt x="319" y="66"/>
                  </a:lnTo>
                  <a:lnTo>
                    <a:pt x="318" y="66"/>
                  </a:lnTo>
                  <a:lnTo>
                    <a:pt x="316" y="64"/>
                  </a:lnTo>
                  <a:lnTo>
                    <a:pt x="314" y="64"/>
                  </a:lnTo>
                  <a:lnTo>
                    <a:pt x="308" y="66"/>
                  </a:lnTo>
                  <a:lnTo>
                    <a:pt x="304" y="66"/>
                  </a:lnTo>
                  <a:lnTo>
                    <a:pt x="302" y="64"/>
                  </a:lnTo>
                  <a:lnTo>
                    <a:pt x="299" y="66"/>
                  </a:lnTo>
                  <a:lnTo>
                    <a:pt x="296" y="67"/>
                  </a:lnTo>
                  <a:lnTo>
                    <a:pt x="295" y="72"/>
                  </a:lnTo>
                  <a:lnTo>
                    <a:pt x="295" y="76"/>
                  </a:lnTo>
                  <a:lnTo>
                    <a:pt x="296" y="80"/>
                  </a:lnTo>
                  <a:lnTo>
                    <a:pt x="299" y="83"/>
                  </a:lnTo>
                  <a:lnTo>
                    <a:pt x="302" y="87"/>
                  </a:lnTo>
                  <a:lnTo>
                    <a:pt x="303" y="88"/>
                  </a:lnTo>
                  <a:lnTo>
                    <a:pt x="306" y="88"/>
                  </a:lnTo>
                  <a:lnTo>
                    <a:pt x="308" y="87"/>
                  </a:lnTo>
                  <a:lnTo>
                    <a:pt x="310" y="83"/>
                  </a:lnTo>
                  <a:lnTo>
                    <a:pt x="312" y="80"/>
                  </a:lnTo>
                  <a:lnTo>
                    <a:pt x="314" y="80"/>
                  </a:lnTo>
                  <a:lnTo>
                    <a:pt x="316" y="81"/>
                  </a:lnTo>
                  <a:lnTo>
                    <a:pt x="318" y="81"/>
                  </a:lnTo>
                  <a:lnTo>
                    <a:pt x="320" y="81"/>
                  </a:lnTo>
                  <a:lnTo>
                    <a:pt x="321" y="80"/>
                  </a:lnTo>
                  <a:lnTo>
                    <a:pt x="324" y="79"/>
                  </a:lnTo>
                  <a:lnTo>
                    <a:pt x="327" y="79"/>
                  </a:lnTo>
                  <a:lnTo>
                    <a:pt x="329" y="77"/>
                  </a:lnTo>
                  <a:lnTo>
                    <a:pt x="335" y="77"/>
                  </a:lnTo>
                  <a:lnTo>
                    <a:pt x="337" y="77"/>
                  </a:lnTo>
                  <a:lnTo>
                    <a:pt x="337" y="80"/>
                  </a:lnTo>
                  <a:lnTo>
                    <a:pt x="335" y="83"/>
                  </a:lnTo>
                  <a:lnTo>
                    <a:pt x="333" y="83"/>
                  </a:lnTo>
                  <a:lnTo>
                    <a:pt x="332" y="81"/>
                  </a:lnTo>
                  <a:lnTo>
                    <a:pt x="329" y="81"/>
                  </a:lnTo>
                  <a:lnTo>
                    <a:pt x="329" y="83"/>
                  </a:lnTo>
                  <a:lnTo>
                    <a:pt x="327" y="84"/>
                  </a:lnTo>
                  <a:lnTo>
                    <a:pt x="325" y="87"/>
                  </a:lnTo>
                  <a:lnTo>
                    <a:pt x="321" y="89"/>
                  </a:lnTo>
                  <a:lnTo>
                    <a:pt x="318" y="92"/>
                  </a:lnTo>
                  <a:lnTo>
                    <a:pt x="316" y="93"/>
                  </a:lnTo>
                  <a:lnTo>
                    <a:pt x="315" y="95"/>
                  </a:lnTo>
                  <a:lnTo>
                    <a:pt x="312" y="95"/>
                  </a:lnTo>
                  <a:lnTo>
                    <a:pt x="312" y="93"/>
                  </a:lnTo>
                  <a:lnTo>
                    <a:pt x="311" y="93"/>
                  </a:lnTo>
                  <a:lnTo>
                    <a:pt x="311" y="95"/>
                  </a:lnTo>
                  <a:lnTo>
                    <a:pt x="312" y="96"/>
                  </a:lnTo>
                  <a:lnTo>
                    <a:pt x="314" y="97"/>
                  </a:lnTo>
                  <a:lnTo>
                    <a:pt x="318" y="101"/>
                  </a:lnTo>
                  <a:lnTo>
                    <a:pt x="318" y="104"/>
                  </a:lnTo>
                  <a:lnTo>
                    <a:pt x="319" y="104"/>
                  </a:lnTo>
                  <a:lnTo>
                    <a:pt x="321" y="105"/>
                  </a:lnTo>
                  <a:lnTo>
                    <a:pt x="321" y="106"/>
                  </a:lnTo>
                  <a:lnTo>
                    <a:pt x="320" y="108"/>
                  </a:lnTo>
                  <a:lnTo>
                    <a:pt x="323" y="108"/>
                  </a:lnTo>
                  <a:lnTo>
                    <a:pt x="323" y="109"/>
                  </a:lnTo>
                  <a:lnTo>
                    <a:pt x="323" y="110"/>
                  </a:lnTo>
                  <a:lnTo>
                    <a:pt x="321" y="110"/>
                  </a:lnTo>
                  <a:lnTo>
                    <a:pt x="323" y="112"/>
                  </a:lnTo>
                  <a:lnTo>
                    <a:pt x="321" y="112"/>
                  </a:lnTo>
                  <a:lnTo>
                    <a:pt x="321" y="113"/>
                  </a:lnTo>
                  <a:lnTo>
                    <a:pt x="320" y="114"/>
                  </a:lnTo>
                  <a:lnTo>
                    <a:pt x="320" y="116"/>
                  </a:lnTo>
                  <a:lnTo>
                    <a:pt x="323" y="116"/>
                  </a:lnTo>
                  <a:lnTo>
                    <a:pt x="323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8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3" y="120"/>
                  </a:lnTo>
                  <a:lnTo>
                    <a:pt x="333" y="121"/>
                  </a:lnTo>
                  <a:lnTo>
                    <a:pt x="332" y="122"/>
                  </a:lnTo>
                  <a:lnTo>
                    <a:pt x="331" y="122"/>
                  </a:lnTo>
                  <a:lnTo>
                    <a:pt x="329" y="122"/>
                  </a:lnTo>
                  <a:lnTo>
                    <a:pt x="328" y="124"/>
                  </a:lnTo>
                  <a:lnTo>
                    <a:pt x="325" y="124"/>
                  </a:lnTo>
                  <a:lnTo>
                    <a:pt x="323" y="125"/>
                  </a:lnTo>
                  <a:lnTo>
                    <a:pt x="320" y="125"/>
                  </a:lnTo>
                  <a:lnTo>
                    <a:pt x="318" y="127"/>
                  </a:lnTo>
                  <a:lnTo>
                    <a:pt x="319" y="129"/>
                  </a:lnTo>
                  <a:lnTo>
                    <a:pt x="319" y="130"/>
                  </a:lnTo>
                  <a:lnTo>
                    <a:pt x="318" y="130"/>
                  </a:lnTo>
                  <a:lnTo>
                    <a:pt x="315" y="129"/>
                  </a:lnTo>
                  <a:lnTo>
                    <a:pt x="314" y="129"/>
                  </a:lnTo>
                  <a:lnTo>
                    <a:pt x="311" y="129"/>
                  </a:lnTo>
                  <a:lnTo>
                    <a:pt x="311" y="126"/>
                  </a:lnTo>
                  <a:lnTo>
                    <a:pt x="311" y="122"/>
                  </a:lnTo>
                  <a:lnTo>
                    <a:pt x="312" y="122"/>
                  </a:lnTo>
                  <a:lnTo>
                    <a:pt x="311" y="120"/>
                  </a:lnTo>
                  <a:lnTo>
                    <a:pt x="308" y="118"/>
                  </a:lnTo>
                  <a:lnTo>
                    <a:pt x="307" y="117"/>
                  </a:lnTo>
                  <a:lnTo>
                    <a:pt x="306" y="116"/>
                  </a:lnTo>
                  <a:lnTo>
                    <a:pt x="304" y="114"/>
                  </a:lnTo>
                  <a:lnTo>
                    <a:pt x="304" y="112"/>
                  </a:lnTo>
                  <a:lnTo>
                    <a:pt x="307" y="109"/>
                  </a:lnTo>
                  <a:lnTo>
                    <a:pt x="307" y="108"/>
                  </a:lnTo>
                  <a:lnTo>
                    <a:pt x="306" y="105"/>
                  </a:lnTo>
                  <a:lnTo>
                    <a:pt x="306" y="104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0" y="105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299" y="109"/>
                  </a:lnTo>
                  <a:lnTo>
                    <a:pt x="300" y="113"/>
                  </a:lnTo>
                  <a:lnTo>
                    <a:pt x="299" y="116"/>
                  </a:lnTo>
                  <a:lnTo>
                    <a:pt x="296" y="120"/>
                  </a:lnTo>
                  <a:lnTo>
                    <a:pt x="298" y="121"/>
                  </a:lnTo>
                  <a:lnTo>
                    <a:pt x="298" y="125"/>
                  </a:lnTo>
                  <a:lnTo>
                    <a:pt x="298" y="129"/>
                  </a:lnTo>
                  <a:lnTo>
                    <a:pt x="296" y="130"/>
                  </a:lnTo>
                  <a:lnTo>
                    <a:pt x="296" y="133"/>
                  </a:lnTo>
                  <a:lnTo>
                    <a:pt x="298" y="134"/>
                  </a:lnTo>
                  <a:lnTo>
                    <a:pt x="299" y="137"/>
                  </a:lnTo>
                  <a:lnTo>
                    <a:pt x="298" y="139"/>
                  </a:lnTo>
                  <a:lnTo>
                    <a:pt x="296" y="138"/>
                  </a:lnTo>
                  <a:lnTo>
                    <a:pt x="295" y="138"/>
                  </a:lnTo>
                  <a:lnTo>
                    <a:pt x="292" y="138"/>
                  </a:lnTo>
                  <a:lnTo>
                    <a:pt x="291" y="139"/>
                  </a:lnTo>
                  <a:lnTo>
                    <a:pt x="289" y="139"/>
                  </a:lnTo>
                  <a:lnTo>
                    <a:pt x="287" y="138"/>
                  </a:lnTo>
                  <a:lnTo>
                    <a:pt x="286" y="138"/>
                  </a:lnTo>
                  <a:lnTo>
                    <a:pt x="286" y="134"/>
                  </a:lnTo>
                  <a:lnTo>
                    <a:pt x="286" y="129"/>
                  </a:lnTo>
                  <a:lnTo>
                    <a:pt x="287" y="126"/>
                  </a:lnTo>
                  <a:lnTo>
                    <a:pt x="289" y="124"/>
                  </a:lnTo>
                  <a:lnTo>
                    <a:pt x="290" y="122"/>
                  </a:lnTo>
                  <a:lnTo>
                    <a:pt x="287" y="117"/>
                  </a:lnTo>
                  <a:lnTo>
                    <a:pt x="286" y="113"/>
                  </a:lnTo>
                  <a:lnTo>
                    <a:pt x="285" y="113"/>
                  </a:lnTo>
                  <a:lnTo>
                    <a:pt x="283" y="114"/>
                  </a:lnTo>
                  <a:lnTo>
                    <a:pt x="282" y="114"/>
                  </a:lnTo>
                  <a:lnTo>
                    <a:pt x="281" y="114"/>
                  </a:lnTo>
                  <a:lnTo>
                    <a:pt x="281" y="112"/>
                  </a:lnTo>
                  <a:lnTo>
                    <a:pt x="278" y="108"/>
                  </a:lnTo>
                  <a:lnTo>
                    <a:pt x="279" y="106"/>
                  </a:lnTo>
                  <a:lnTo>
                    <a:pt x="279" y="106"/>
                  </a:lnTo>
                  <a:lnTo>
                    <a:pt x="281" y="102"/>
                  </a:lnTo>
                  <a:lnTo>
                    <a:pt x="283" y="101"/>
                  </a:lnTo>
                  <a:lnTo>
                    <a:pt x="283" y="97"/>
                  </a:lnTo>
                  <a:lnTo>
                    <a:pt x="285" y="97"/>
                  </a:lnTo>
                  <a:lnTo>
                    <a:pt x="285" y="95"/>
                  </a:lnTo>
                  <a:lnTo>
                    <a:pt x="285" y="95"/>
                  </a:lnTo>
                  <a:lnTo>
                    <a:pt x="285" y="89"/>
                  </a:lnTo>
                  <a:lnTo>
                    <a:pt x="286" y="87"/>
                  </a:lnTo>
                  <a:lnTo>
                    <a:pt x="285" y="84"/>
                  </a:lnTo>
                  <a:lnTo>
                    <a:pt x="286" y="83"/>
                  </a:lnTo>
                  <a:lnTo>
                    <a:pt x="287" y="81"/>
                  </a:lnTo>
                  <a:lnTo>
                    <a:pt x="289" y="79"/>
                  </a:lnTo>
                  <a:lnTo>
                    <a:pt x="290" y="79"/>
                  </a:lnTo>
                  <a:lnTo>
                    <a:pt x="291" y="80"/>
                  </a:lnTo>
                  <a:lnTo>
                    <a:pt x="292" y="81"/>
                  </a:lnTo>
                  <a:lnTo>
                    <a:pt x="291" y="80"/>
                  </a:lnTo>
                  <a:lnTo>
                    <a:pt x="291" y="77"/>
                  </a:lnTo>
                  <a:lnTo>
                    <a:pt x="291" y="75"/>
                  </a:lnTo>
                  <a:lnTo>
                    <a:pt x="291" y="71"/>
                  </a:lnTo>
                  <a:lnTo>
                    <a:pt x="291" y="70"/>
                  </a:lnTo>
                  <a:lnTo>
                    <a:pt x="291" y="66"/>
                  </a:lnTo>
                  <a:lnTo>
                    <a:pt x="294" y="63"/>
                  </a:lnTo>
                  <a:lnTo>
                    <a:pt x="294" y="63"/>
                  </a:lnTo>
                  <a:lnTo>
                    <a:pt x="295" y="62"/>
                  </a:lnTo>
                  <a:lnTo>
                    <a:pt x="298" y="60"/>
                  </a:lnTo>
                  <a:lnTo>
                    <a:pt x="300" y="62"/>
                  </a:lnTo>
                  <a:lnTo>
                    <a:pt x="302" y="60"/>
                  </a:lnTo>
                  <a:lnTo>
                    <a:pt x="303" y="58"/>
                  </a:lnTo>
                  <a:lnTo>
                    <a:pt x="304" y="56"/>
                  </a:lnTo>
                  <a:lnTo>
                    <a:pt x="304" y="54"/>
                  </a:lnTo>
                  <a:lnTo>
                    <a:pt x="307" y="54"/>
                  </a:lnTo>
                  <a:lnTo>
                    <a:pt x="311" y="55"/>
                  </a:lnTo>
                  <a:lnTo>
                    <a:pt x="312" y="56"/>
                  </a:lnTo>
                  <a:lnTo>
                    <a:pt x="315" y="58"/>
                  </a:lnTo>
                  <a:lnTo>
                    <a:pt x="316" y="56"/>
                  </a:lnTo>
                  <a:lnTo>
                    <a:pt x="319" y="58"/>
                  </a:lnTo>
                  <a:lnTo>
                    <a:pt x="321" y="58"/>
                  </a:lnTo>
                  <a:lnTo>
                    <a:pt x="324" y="58"/>
                  </a:lnTo>
                  <a:lnTo>
                    <a:pt x="325" y="58"/>
                  </a:lnTo>
                  <a:lnTo>
                    <a:pt x="328" y="60"/>
                  </a:lnTo>
                  <a:lnTo>
                    <a:pt x="329" y="60"/>
                  </a:lnTo>
                  <a:lnTo>
                    <a:pt x="329" y="59"/>
                  </a:lnTo>
                  <a:lnTo>
                    <a:pt x="335" y="59"/>
                  </a:lnTo>
                  <a:lnTo>
                    <a:pt x="340" y="60"/>
                  </a:lnTo>
                  <a:lnTo>
                    <a:pt x="343" y="59"/>
                  </a:lnTo>
                  <a:lnTo>
                    <a:pt x="344" y="58"/>
                  </a:lnTo>
                  <a:lnTo>
                    <a:pt x="346" y="58"/>
                  </a:lnTo>
                  <a:lnTo>
                    <a:pt x="348" y="55"/>
                  </a:lnTo>
                  <a:lnTo>
                    <a:pt x="349" y="55"/>
                  </a:lnTo>
                  <a:lnTo>
                    <a:pt x="350" y="54"/>
                  </a:lnTo>
                  <a:lnTo>
                    <a:pt x="350" y="51"/>
                  </a:lnTo>
                  <a:lnTo>
                    <a:pt x="353" y="50"/>
                  </a:lnTo>
                  <a:close/>
                  <a:moveTo>
                    <a:pt x="78" y="45"/>
                  </a:moveTo>
                  <a:lnTo>
                    <a:pt x="80" y="47"/>
                  </a:lnTo>
                  <a:lnTo>
                    <a:pt x="78" y="49"/>
                  </a:lnTo>
                  <a:lnTo>
                    <a:pt x="75" y="50"/>
                  </a:lnTo>
                  <a:lnTo>
                    <a:pt x="74" y="46"/>
                  </a:lnTo>
                  <a:lnTo>
                    <a:pt x="77" y="46"/>
                  </a:lnTo>
                  <a:lnTo>
                    <a:pt x="78" y="45"/>
                  </a:lnTo>
                  <a:close/>
                  <a:moveTo>
                    <a:pt x="25" y="43"/>
                  </a:moveTo>
                  <a:lnTo>
                    <a:pt x="25" y="45"/>
                  </a:lnTo>
                  <a:lnTo>
                    <a:pt x="23" y="45"/>
                  </a:lnTo>
                  <a:lnTo>
                    <a:pt x="25" y="43"/>
                  </a:lnTo>
                  <a:close/>
                  <a:moveTo>
                    <a:pt x="390" y="43"/>
                  </a:moveTo>
                  <a:lnTo>
                    <a:pt x="390" y="45"/>
                  </a:lnTo>
                  <a:lnTo>
                    <a:pt x="389" y="47"/>
                  </a:lnTo>
                  <a:lnTo>
                    <a:pt x="389" y="49"/>
                  </a:lnTo>
                  <a:lnTo>
                    <a:pt x="391" y="49"/>
                  </a:lnTo>
                  <a:lnTo>
                    <a:pt x="391" y="52"/>
                  </a:lnTo>
                  <a:lnTo>
                    <a:pt x="390" y="55"/>
                  </a:lnTo>
                  <a:lnTo>
                    <a:pt x="389" y="55"/>
                  </a:lnTo>
                  <a:lnTo>
                    <a:pt x="386" y="58"/>
                  </a:lnTo>
                  <a:lnTo>
                    <a:pt x="387" y="59"/>
                  </a:lnTo>
                  <a:lnTo>
                    <a:pt x="389" y="59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3" y="55"/>
                  </a:lnTo>
                  <a:lnTo>
                    <a:pt x="391" y="55"/>
                  </a:lnTo>
                  <a:lnTo>
                    <a:pt x="391" y="52"/>
                  </a:lnTo>
                  <a:lnTo>
                    <a:pt x="395" y="51"/>
                  </a:lnTo>
                  <a:lnTo>
                    <a:pt x="399" y="50"/>
                  </a:lnTo>
                  <a:lnTo>
                    <a:pt x="400" y="51"/>
                  </a:lnTo>
                  <a:lnTo>
                    <a:pt x="400" y="52"/>
                  </a:lnTo>
                  <a:lnTo>
                    <a:pt x="399" y="58"/>
                  </a:lnTo>
                  <a:lnTo>
                    <a:pt x="395" y="59"/>
                  </a:lnTo>
                  <a:lnTo>
                    <a:pt x="393" y="60"/>
                  </a:lnTo>
                  <a:lnTo>
                    <a:pt x="394" y="62"/>
                  </a:lnTo>
                  <a:lnTo>
                    <a:pt x="395" y="62"/>
                  </a:lnTo>
                  <a:lnTo>
                    <a:pt x="399" y="64"/>
                  </a:lnTo>
                  <a:lnTo>
                    <a:pt x="399" y="66"/>
                  </a:lnTo>
                  <a:lnTo>
                    <a:pt x="400" y="67"/>
                  </a:lnTo>
                  <a:lnTo>
                    <a:pt x="398" y="67"/>
                  </a:lnTo>
                  <a:lnTo>
                    <a:pt x="397" y="66"/>
                  </a:lnTo>
                  <a:lnTo>
                    <a:pt x="393" y="66"/>
                  </a:lnTo>
                  <a:lnTo>
                    <a:pt x="390" y="66"/>
                  </a:lnTo>
                  <a:lnTo>
                    <a:pt x="389" y="66"/>
                  </a:lnTo>
                  <a:lnTo>
                    <a:pt x="389" y="70"/>
                  </a:lnTo>
                  <a:lnTo>
                    <a:pt x="390" y="74"/>
                  </a:lnTo>
                  <a:lnTo>
                    <a:pt x="391" y="77"/>
                  </a:lnTo>
                  <a:lnTo>
                    <a:pt x="395" y="80"/>
                  </a:lnTo>
                  <a:lnTo>
                    <a:pt x="395" y="81"/>
                  </a:lnTo>
                  <a:lnTo>
                    <a:pt x="394" y="81"/>
                  </a:lnTo>
                  <a:lnTo>
                    <a:pt x="394" y="83"/>
                  </a:lnTo>
                  <a:lnTo>
                    <a:pt x="394" y="81"/>
                  </a:lnTo>
                  <a:lnTo>
                    <a:pt x="391" y="80"/>
                  </a:lnTo>
                  <a:lnTo>
                    <a:pt x="390" y="76"/>
                  </a:lnTo>
                  <a:lnTo>
                    <a:pt x="387" y="75"/>
                  </a:lnTo>
                  <a:lnTo>
                    <a:pt x="386" y="72"/>
                  </a:lnTo>
                  <a:lnTo>
                    <a:pt x="387" y="70"/>
                  </a:lnTo>
                  <a:lnTo>
                    <a:pt x="386" y="68"/>
                  </a:lnTo>
                  <a:lnTo>
                    <a:pt x="386" y="67"/>
                  </a:lnTo>
                  <a:lnTo>
                    <a:pt x="385" y="64"/>
                  </a:lnTo>
                  <a:lnTo>
                    <a:pt x="385" y="63"/>
                  </a:lnTo>
                  <a:lnTo>
                    <a:pt x="386" y="62"/>
                  </a:lnTo>
                  <a:lnTo>
                    <a:pt x="385" y="59"/>
                  </a:lnTo>
                  <a:lnTo>
                    <a:pt x="383" y="56"/>
                  </a:lnTo>
                  <a:lnTo>
                    <a:pt x="383" y="54"/>
                  </a:lnTo>
                  <a:lnTo>
                    <a:pt x="385" y="52"/>
                  </a:lnTo>
                  <a:lnTo>
                    <a:pt x="385" y="50"/>
                  </a:lnTo>
                  <a:lnTo>
                    <a:pt x="386" y="47"/>
                  </a:lnTo>
                  <a:lnTo>
                    <a:pt x="390" y="43"/>
                  </a:lnTo>
                  <a:lnTo>
                    <a:pt x="390" y="43"/>
                  </a:lnTo>
                  <a:close/>
                  <a:moveTo>
                    <a:pt x="397" y="41"/>
                  </a:moveTo>
                  <a:lnTo>
                    <a:pt x="398" y="42"/>
                  </a:lnTo>
                  <a:lnTo>
                    <a:pt x="398" y="43"/>
                  </a:lnTo>
                  <a:lnTo>
                    <a:pt x="397" y="45"/>
                  </a:lnTo>
                  <a:lnTo>
                    <a:pt x="395" y="45"/>
                  </a:lnTo>
                  <a:lnTo>
                    <a:pt x="394" y="46"/>
                  </a:lnTo>
                  <a:lnTo>
                    <a:pt x="393" y="42"/>
                  </a:lnTo>
                  <a:lnTo>
                    <a:pt x="395" y="42"/>
                  </a:lnTo>
                  <a:lnTo>
                    <a:pt x="397" y="41"/>
                  </a:lnTo>
                  <a:close/>
                  <a:moveTo>
                    <a:pt x="7" y="34"/>
                  </a:moveTo>
                  <a:lnTo>
                    <a:pt x="8" y="35"/>
                  </a:lnTo>
                  <a:lnTo>
                    <a:pt x="11" y="37"/>
                  </a:lnTo>
                  <a:lnTo>
                    <a:pt x="8" y="38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7" y="34"/>
                  </a:lnTo>
                  <a:close/>
                  <a:moveTo>
                    <a:pt x="132" y="33"/>
                  </a:moveTo>
                  <a:lnTo>
                    <a:pt x="133" y="34"/>
                  </a:lnTo>
                  <a:lnTo>
                    <a:pt x="132" y="35"/>
                  </a:lnTo>
                  <a:lnTo>
                    <a:pt x="132" y="33"/>
                  </a:lnTo>
                  <a:close/>
                  <a:moveTo>
                    <a:pt x="127" y="31"/>
                  </a:moveTo>
                  <a:lnTo>
                    <a:pt x="128" y="31"/>
                  </a:lnTo>
                  <a:lnTo>
                    <a:pt x="125" y="34"/>
                  </a:lnTo>
                  <a:lnTo>
                    <a:pt x="124" y="33"/>
                  </a:lnTo>
                  <a:lnTo>
                    <a:pt x="125" y="31"/>
                  </a:lnTo>
                  <a:lnTo>
                    <a:pt x="127" y="31"/>
                  </a:lnTo>
                  <a:close/>
                  <a:moveTo>
                    <a:pt x="132" y="29"/>
                  </a:moveTo>
                  <a:lnTo>
                    <a:pt x="133" y="30"/>
                  </a:lnTo>
                  <a:lnTo>
                    <a:pt x="132" y="30"/>
                  </a:lnTo>
                  <a:lnTo>
                    <a:pt x="132" y="29"/>
                  </a:lnTo>
                  <a:close/>
                  <a:moveTo>
                    <a:pt x="265" y="27"/>
                  </a:moveTo>
                  <a:lnTo>
                    <a:pt x="266" y="27"/>
                  </a:lnTo>
                  <a:lnTo>
                    <a:pt x="266" y="30"/>
                  </a:lnTo>
                  <a:lnTo>
                    <a:pt x="265" y="29"/>
                  </a:lnTo>
                  <a:lnTo>
                    <a:pt x="265" y="27"/>
                  </a:lnTo>
                  <a:close/>
                  <a:moveTo>
                    <a:pt x="132" y="26"/>
                  </a:moveTo>
                  <a:lnTo>
                    <a:pt x="133" y="26"/>
                  </a:lnTo>
                  <a:lnTo>
                    <a:pt x="132" y="27"/>
                  </a:lnTo>
                  <a:lnTo>
                    <a:pt x="132" y="26"/>
                  </a:lnTo>
                  <a:close/>
                  <a:moveTo>
                    <a:pt x="267" y="25"/>
                  </a:moveTo>
                  <a:lnTo>
                    <a:pt x="266" y="25"/>
                  </a:lnTo>
                  <a:lnTo>
                    <a:pt x="265" y="25"/>
                  </a:lnTo>
                  <a:lnTo>
                    <a:pt x="267" y="25"/>
                  </a:lnTo>
                  <a:close/>
                  <a:moveTo>
                    <a:pt x="360" y="24"/>
                  </a:moveTo>
                  <a:lnTo>
                    <a:pt x="362" y="26"/>
                  </a:lnTo>
                  <a:lnTo>
                    <a:pt x="362" y="29"/>
                  </a:lnTo>
                  <a:lnTo>
                    <a:pt x="361" y="30"/>
                  </a:lnTo>
                  <a:lnTo>
                    <a:pt x="360" y="27"/>
                  </a:lnTo>
                  <a:lnTo>
                    <a:pt x="358" y="25"/>
                  </a:lnTo>
                  <a:lnTo>
                    <a:pt x="360" y="24"/>
                  </a:lnTo>
                  <a:close/>
                  <a:moveTo>
                    <a:pt x="374" y="21"/>
                  </a:moveTo>
                  <a:lnTo>
                    <a:pt x="375" y="21"/>
                  </a:lnTo>
                  <a:lnTo>
                    <a:pt x="375" y="24"/>
                  </a:lnTo>
                  <a:lnTo>
                    <a:pt x="375" y="24"/>
                  </a:lnTo>
                  <a:lnTo>
                    <a:pt x="374" y="21"/>
                  </a:lnTo>
                  <a:close/>
                  <a:moveTo>
                    <a:pt x="266" y="20"/>
                  </a:moveTo>
                  <a:lnTo>
                    <a:pt x="266" y="21"/>
                  </a:lnTo>
                  <a:lnTo>
                    <a:pt x="266" y="20"/>
                  </a:lnTo>
                  <a:lnTo>
                    <a:pt x="266" y="20"/>
                  </a:lnTo>
                  <a:close/>
                  <a:moveTo>
                    <a:pt x="266" y="18"/>
                  </a:moveTo>
                  <a:lnTo>
                    <a:pt x="269" y="18"/>
                  </a:lnTo>
                  <a:lnTo>
                    <a:pt x="269" y="20"/>
                  </a:lnTo>
                  <a:lnTo>
                    <a:pt x="266" y="20"/>
                  </a:lnTo>
                  <a:lnTo>
                    <a:pt x="266" y="18"/>
                  </a:lnTo>
                  <a:lnTo>
                    <a:pt x="266" y="18"/>
                  </a:lnTo>
                  <a:close/>
                  <a:moveTo>
                    <a:pt x="154" y="16"/>
                  </a:moveTo>
                  <a:lnTo>
                    <a:pt x="158" y="20"/>
                  </a:lnTo>
                  <a:lnTo>
                    <a:pt x="157" y="22"/>
                  </a:lnTo>
                  <a:lnTo>
                    <a:pt x="154" y="22"/>
                  </a:lnTo>
                  <a:lnTo>
                    <a:pt x="156" y="21"/>
                  </a:lnTo>
                  <a:lnTo>
                    <a:pt x="154" y="21"/>
                  </a:lnTo>
                  <a:lnTo>
                    <a:pt x="152" y="18"/>
                  </a:lnTo>
                  <a:lnTo>
                    <a:pt x="153" y="17"/>
                  </a:lnTo>
                  <a:lnTo>
                    <a:pt x="154" y="16"/>
                  </a:lnTo>
                  <a:close/>
                  <a:moveTo>
                    <a:pt x="246" y="14"/>
                  </a:moveTo>
                  <a:lnTo>
                    <a:pt x="249" y="16"/>
                  </a:lnTo>
                  <a:lnTo>
                    <a:pt x="253" y="14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2" y="16"/>
                  </a:lnTo>
                  <a:lnTo>
                    <a:pt x="265" y="17"/>
                  </a:lnTo>
                  <a:lnTo>
                    <a:pt x="265" y="17"/>
                  </a:lnTo>
                  <a:lnTo>
                    <a:pt x="264" y="17"/>
                  </a:lnTo>
                  <a:lnTo>
                    <a:pt x="264" y="18"/>
                  </a:lnTo>
                  <a:lnTo>
                    <a:pt x="264" y="20"/>
                  </a:lnTo>
                  <a:lnTo>
                    <a:pt x="265" y="21"/>
                  </a:lnTo>
                  <a:lnTo>
                    <a:pt x="267" y="24"/>
                  </a:lnTo>
                  <a:lnTo>
                    <a:pt x="265" y="25"/>
                  </a:lnTo>
                  <a:lnTo>
                    <a:pt x="262" y="24"/>
                  </a:lnTo>
                  <a:lnTo>
                    <a:pt x="261" y="25"/>
                  </a:lnTo>
                  <a:lnTo>
                    <a:pt x="264" y="26"/>
                  </a:lnTo>
                  <a:lnTo>
                    <a:pt x="265" y="27"/>
                  </a:lnTo>
                  <a:lnTo>
                    <a:pt x="265" y="29"/>
                  </a:lnTo>
                  <a:lnTo>
                    <a:pt x="264" y="29"/>
                  </a:lnTo>
                  <a:lnTo>
                    <a:pt x="262" y="30"/>
                  </a:lnTo>
                  <a:lnTo>
                    <a:pt x="265" y="33"/>
                  </a:lnTo>
                  <a:lnTo>
                    <a:pt x="265" y="35"/>
                  </a:lnTo>
                  <a:lnTo>
                    <a:pt x="269" y="39"/>
                  </a:lnTo>
                  <a:lnTo>
                    <a:pt x="271" y="41"/>
                  </a:lnTo>
                  <a:lnTo>
                    <a:pt x="270" y="43"/>
                  </a:lnTo>
                  <a:lnTo>
                    <a:pt x="267" y="43"/>
                  </a:lnTo>
                  <a:lnTo>
                    <a:pt x="266" y="45"/>
                  </a:lnTo>
                  <a:lnTo>
                    <a:pt x="267" y="46"/>
                  </a:lnTo>
                  <a:lnTo>
                    <a:pt x="267" y="47"/>
                  </a:lnTo>
                  <a:lnTo>
                    <a:pt x="270" y="49"/>
                  </a:lnTo>
                  <a:lnTo>
                    <a:pt x="275" y="54"/>
                  </a:lnTo>
                  <a:lnTo>
                    <a:pt x="277" y="54"/>
                  </a:lnTo>
                  <a:lnTo>
                    <a:pt x="278" y="55"/>
                  </a:lnTo>
                  <a:lnTo>
                    <a:pt x="279" y="58"/>
                  </a:lnTo>
                  <a:lnTo>
                    <a:pt x="281" y="58"/>
                  </a:lnTo>
                  <a:lnTo>
                    <a:pt x="281" y="59"/>
                  </a:lnTo>
                  <a:lnTo>
                    <a:pt x="279" y="60"/>
                  </a:lnTo>
                  <a:lnTo>
                    <a:pt x="278" y="59"/>
                  </a:lnTo>
                  <a:lnTo>
                    <a:pt x="275" y="60"/>
                  </a:lnTo>
                  <a:lnTo>
                    <a:pt x="273" y="60"/>
                  </a:lnTo>
                  <a:lnTo>
                    <a:pt x="269" y="56"/>
                  </a:lnTo>
                  <a:lnTo>
                    <a:pt x="270" y="60"/>
                  </a:lnTo>
                  <a:lnTo>
                    <a:pt x="269" y="62"/>
                  </a:lnTo>
                  <a:lnTo>
                    <a:pt x="267" y="60"/>
                  </a:lnTo>
                  <a:lnTo>
                    <a:pt x="266" y="62"/>
                  </a:lnTo>
                  <a:lnTo>
                    <a:pt x="266" y="64"/>
                  </a:lnTo>
                  <a:lnTo>
                    <a:pt x="265" y="66"/>
                  </a:lnTo>
                  <a:lnTo>
                    <a:pt x="264" y="70"/>
                  </a:lnTo>
                  <a:lnTo>
                    <a:pt x="264" y="71"/>
                  </a:lnTo>
                  <a:lnTo>
                    <a:pt x="262" y="75"/>
                  </a:lnTo>
                  <a:lnTo>
                    <a:pt x="260" y="77"/>
                  </a:lnTo>
                  <a:lnTo>
                    <a:pt x="260" y="81"/>
                  </a:lnTo>
                  <a:lnTo>
                    <a:pt x="258" y="83"/>
                  </a:lnTo>
                  <a:lnTo>
                    <a:pt x="257" y="85"/>
                  </a:lnTo>
                  <a:lnTo>
                    <a:pt x="256" y="83"/>
                  </a:lnTo>
                  <a:lnTo>
                    <a:pt x="254" y="83"/>
                  </a:lnTo>
                  <a:lnTo>
                    <a:pt x="256" y="84"/>
                  </a:lnTo>
                  <a:lnTo>
                    <a:pt x="256" y="87"/>
                  </a:lnTo>
                  <a:lnTo>
                    <a:pt x="253" y="89"/>
                  </a:lnTo>
                  <a:lnTo>
                    <a:pt x="253" y="91"/>
                  </a:lnTo>
                  <a:lnTo>
                    <a:pt x="250" y="92"/>
                  </a:lnTo>
                  <a:lnTo>
                    <a:pt x="249" y="92"/>
                  </a:lnTo>
                  <a:lnTo>
                    <a:pt x="249" y="92"/>
                  </a:lnTo>
                  <a:lnTo>
                    <a:pt x="248" y="95"/>
                  </a:lnTo>
                  <a:lnTo>
                    <a:pt x="252" y="93"/>
                  </a:lnTo>
                  <a:lnTo>
                    <a:pt x="252" y="95"/>
                  </a:lnTo>
                  <a:lnTo>
                    <a:pt x="252" y="96"/>
                  </a:lnTo>
                  <a:lnTo>
                    <a:pt x="250" y="97"/>
                  </a:lnTo>
                  <a:lnTo>
                    <a:pt x="250" y="97"/>
                  </a:lnTo>
                  <a:lnTo>
                    <a:pt x="252" y="97"/>
                  </a:lnTo>
                  <a:lnTo>
                    <a:pt x="253" y="100"/>
                  </a:lnTo>
                  <a:lnTo>
                    <a:pt x="252" y="101"/>
                  </a:lnTo>
                  <a:lnTo>
                    <a:pt x="250" y="101"/>
                  </a:lnTo>
                  <a:lnTo>
                    <a:pt x="249" y="100"/>
                  </a:lnTo>
                  <a:lnTo>
                    <a:pt x="249" y="101"/>
                  </a:lnTo>
                  <a:lnTo>
                    <a:pt x="250" y="102"/>
                  </a:lnTo>
                  <a:lnTo>
                    <a:pt x="252" y="102"/>
                  </a:lnTo>
                  <a:lnTo>
                    <a:pt x="249" y="106"/>
                  </a:lnTo>
                  <a:lnTo>
                    <a:pt x="248" y="106"/>
                  </a:lnTo>
                  <a:lnTo>
                    <a:pt x="248" y="105"/>
                  </a:lnTo>
                  <a:lnTo>
                    <a:pt x="246" y="109"/>
                  </a:lnTo>
                  <a:lnTo>
                    <a:pt x="246" y="110"/>
                  </a:lnTo>
                  <a:lnTo>
                    <a:pt x="244" y="114"/>
                  </a:lnTo>
                  <a:lnTo>
                    <a:pt x="240" y="117"/>
                  </a:lnTo>
                  <a:lnTo>
                    <a:pt x="237" y="118"/>
                  </a:lnTo>
                  <a:lnTo>
                    <a:pt x="232" y="121"/>
                  </a:lnTo>
                  <a:lnTo>
                    <a:pt x="229" y="121"/>
                  </a:lnTo>
                  <a:lnTo>
                    <a:pt x="229" y="117"/>
                  </a:lnTo>
                  <a:lnTo>
                    <a:pt x="229" y="116"/>
                  </a:lnTo>
                  <a:lnTo>
                    <a:pt x="228" y="114"/>
                  </a:lnTo>
                  <a:lnTo>
                    <a:pt x="228" y="113"/>
                  </a:lnTo>
                  <a:lnTo>
                    <a:pt x="227" y="113"/>
                  </a:lnTo>
                  <a:lnTo>
                    <a:pt x="225" y="112"/>
                  </a:lnTo>
                  <a:lnTo>
                    <a:pt x="224" y="113"/>
                  </a:lnTo>
                  <a:lnTo>
                    <a:pt x="223" y="112"/>
                  </a:lnTo>
                  <a:lnTo>
                    <a:pt x="221" y="110"/>
                  </a:lnTo>
                  <a:lnTo>
                    <a:pt x="220" y="112"/>
                  </a:lnTo>
                  <a:lnTo>
                    <a:pt x="221" y="113"/>
                  </a:lnTo>
                  <a:lnTo>
                    <a:pt x="219" y="113"/>
                  </a:lnTo>
                  <a:lnTo>
                    <a:pt x="219" y="112"/>
                  </a:lnTo>
                  <a:lnTo>
                    <a:pt x="219" y="110"/>
                  </a:lnTo>
                  <a:lnTo>
                    <a:pt x="217" y="109"/>
                  </a:lnTo>
                  <a:lnTo>
                    <a:pt x="216" y="109"/>
                  </a:lnTo>
                  <a:lnTo>
                    <a:pt x="213" y="108"/>
                  </a:lnTo>
                  <a:lnTo>
                    <a:pt x="212" y="109"/>
                  </a:lnTo>
                  <a:lnTo>
                    <a:pt x="211" y="110"/>
                  </a:lnTo>
                  <a:lnTo>
                    <a:pt x="208" y="110"/>
                  </a:lnTo>
                  <a:lnTo>
                    <a:pt x="207" y="112"/>
                  </a:lnTo>
                  <a:lnTo>
                    <a:pt x="206" y="112"/>
                  </a:lnTo>
                  <a:lnTo>
                    <a:pt x="204" y="112"/>
                  </a:lnTo>
                  <a:lnTo>
                    <a:pt x="203" y="112"/>
                  </a:lnTo>
                  <a:lnTo>
                    <a:pt x="200" y="114"/>
                  </a:lnTo>
                  <a:lnTo>
                    <a:pt x="198" y="114"/>
                  </a:lnTo>
                  <a:lnTo>
                    <a:pt x="199" y="113"/>
                  </a:lnTo>
                  <a:lnTo>
                    <a:pt x="198" y="109"/>
                  </a:lnTo>
                  <a:lnTo>
                    <a:pt x="198" y="106"/>
                  </a:lnTo>
                  <a:lnTo>
                    <a:pt x="198" y="104"/>
                  </a:lnTo>
                  <a:lnTo>
                    <a:pt x="196" y="102"/>
                  </a:lnTo>
                  <a:lnTo>
                    <a:pt x="198" y="104"/>
                  </a:lnTo>
                  <a:lnTo>
                    <a:pt x="196" y="106"/>
                  </a:lnTo>
                  <a:lnTo>
                    <a:pt x="195" y="106"/>
                  </a:lnTo>
                  <a:lnTo>
                    <a:pt x="194" y="106"/>
                  </a:lnTo>
                  <a:lnTo>
                    <a:pt x="191" y="108"/>
                  </a:lnTo>
                  <a:lnTo>
                    <a:pt x="188" y="108"/>
                  </a:lnTo>
                  <a:lnTo>
                    <a:pt x="186" y="106"/>
                  </a:lnTo>
                  <a:lnTo>
                    <a:pt x="185" y="106"/>
                  </a:lnTo>
                  <a:lnTo>
                    <a:pt x="183" y="105"/>
                  </a:lnTo>
                  <a:lnTo>
                    <a:pt x="182" y="106"/>
                  </a:lnTo>
                  <a:lnTo>
                    <a:pt x="181" y="106"/>
                  </a:lnTo>
                  <a:lnTo>
                    <a:pt x="179" y="104"/>
                  </a:lnTo>
                  <a:lnTo>
                    <a:pt x="179" y="101"/>
                  </a:lnTo>
                  <a:lnTo>
                    <a:pt x="178" y="96"/>
                  </a:lnTo>
                  <a:lnTo>
                    <a:pt x="175" y="95"/>
                  </a:lnTo>
                  <a:lnTo>
                    <a:pt x="175" y="93"/>
                  </a:lnTo>
                  <a:lnTo>
                    <a:pt x="177" y="91"/>
                  </a:lnTo>
                  <a:lnTo>
                    <a:pt x="178" y="89"/>
                  </a:lnTo>
                  <a:lnTo>
                    <a:pt x="178" y="87"/>
                  </a:lnTo>
                  <a:lnTo>
                    <a:pt x="177" y="84"/>
                  </a:lnTo>
                  <a:lnTo>
                    <a:pt x="174" y="81"/>
                  </a:lnTo>
                  <a:lnTo>
                    <a:pt x="170" y="80"/>
                  </a:lnTo>
                  <a:lnTo>
                    <a:pt x="167" y="79"/>
                  </a:lnTo>
                  <a:lnTo>
                    <a:pt x="167" y="77"/>
                  </a:lnTo>
                  <a:lnTo>
                    <a:pt x="170" y="77"/>
                  </a:lnTo>
                  <a:lnTo>
                    <a:pt x="171" y="76"/>
                  </a:lnTo>
                  <a:lnTo>
                    <a:pt x="175" y="75"/>
                  </a:lnTo>
                  <a:lnTo>
                    <a:pt x="178" y="74"/>
                  </a:lnTo>
                  <a:lnTo>
                    <a:pt x="181" y="74"/>
                  </a:lnTo>
                  <a:lnTo>
                    <a:pt x="179" y="72"/>
                  </a:lnTo>
                  <a:lnTo>
                    <a:pt x="175" y="75"/>
                  </a:lnTo>
                  <a:lnTo>
                    <a:pt x="171" y="75"/>
                  </a:lnTo>
                  <a:lnTo>
                    <a:pt x="170" y="75"/>
                  </a:lnTo>
                  <a:lnTo>
                    <a:pt x="167" y="75"/>
                  </a:lnTo>
                  <a:lnTo>
                    <a:pt x="166" y="72"/>
                  </a:lnTo>
                  <a:lnTo>
                    <a:pt x="167" y="71"/>
                  </a:lnTo>
                  <a:lnTo>
                    <a:pt x="169" y="72"/>
                  </a:lnTo>
                  <a:lnTo>
                    <a:pt x="167" y="70"/>
                  </a:lnTo>
                  <a:lnTo>
                    <a:pt x="163" y="66"/>
                  </a:lnTo>
                  <a:lnTo>
                    <a:pt x="163" y="62"/>
                  </a:lnTo>
                  <a:lnTo>
                    <a:pt x="165" y="60"/>
                  </a:lnTo>
                  <a:lnTo>
                    <a:pt x="166" y="59"/>
                  </a:lnTo>
                  <a:lnTo>
                    <a:pt x="165" y="58"/>
                  </a:lnTo>
                  <a:lnTo>
                    <a:pt x="165" y="55"/>
                  </a:lnTo>
                  <a:lnTo>
                    <a:pt x="167" y="52"/>
                  </a:lnTo>
                  <a:lnTo>
                    <a:pt x="170" y="49"/>
                  </a:lnTo>
                  <a:lnTo>
                    <a:pt x="171" y="47"/>
                  </a:lnTo>
                  <a:lnTo>
                    <a:pt x="173" y="46"/>
                  </a:lnTo>
                  <a:lnTo>
                    <a:pt x="175" y="50"/>
                  </a:lnTo>
                  <a:lnTo>
                    <a:pt x="179" y="54"/>
                  </a:lnTo>
                  <a:lnTo>
                    <a:pt x="179" y="54"/>
                  </a:lnTo>
                  <a:lnTo>
                    <a:pt x="182" y="56"/>
                  </a:lnTo>
                  <a:lnTo>
                    <a:pt x="183" y="59"/>
                  </a:lnTo>
                  <a:lnTo>
                    <a:pt x="185" y="59"/>
                  </a:lnTo>
                  <a:lnTo>
                    <a:pt x="188" y="58"/>
                  </a:lnTo>
                  <a:lnTo>
                    <a:pt x="188" y="56"/>
                  </a:lnTo>
                  <a:lnTo>
                    <a:pt x="191" y="56"/>
                  </a:lnTo>
                  <a:lnTo>
                    <a:pt x="194" y="56"/>
                  </a:lnTo>
                  <a:lnTo>
                    <a:pt x="199" y="56"/>
                  </a:lnTo>
                  <a:lnTo>
                    <a:pt x="206" y="54"/>
                  </a:lnTo>
                  <a:lnTo>
                    <a:pt x="208" y="52"/>
                  </a:lnTo>
                  <a:lnTo>
                    <a:pt x="213" y="52"/>
                  </a:lnTo>
                  <a:lnTo>
                    <a:pt x="216" y="54"/>
                  </a:lnTo>
                  <a:lnTo>
                    <a:pt x="217" y="55"/>
                  </a:lnTo>
                  <a:lnTo>
                    <a:pt x="220" y="55"/>
                  </a:lnTo>
                  <a:lnTo>
                    <a:pt x="225" y="52"/>
                  </a:lnTo>
                  <a:lnTo>
                    <a:pt x="231" y="51"/>
                  </a:lnTo>
                  <a:lnTo>
                    <a:pt x="231" y="50"/>
                  </a:lnTo>
                  <a:lnTo>
                    <a:pt x="236" y="42"/>
                  </a:lnTo>
                  <a:lnTo>
                    <a:pt x="237" y="37"/>
                  </a:lnTo>
                  <a:lnTo>
                    <a:pt x="241" y="31"/>
                  </a:lnTo>
                  <a:lnTo>
                    <a:pt x="244" y="22"/>
                  </a:lnTo>
                  <a:lnTo>
                    <a:pt x="244" y="21"/>
                  </a:lnTo>
                  <a:lnTo>
                    <a:pt x="245" y="20"/>
                  </a:lnTo>
                  <a:lnTo>
                    <a:pt x="244" y="17"/>
                  </a:lnTo>
                  <a:lnTo>
                    <a:pt x="246" y="14"/>
                  </a:lnTo>
                  <a:close/>
                  <a:moveTo>
                    <a:pt x="375" y="14"/>
                  </a:moveTo>
                  <a:lnTo>
                    <a:pt x="377" y="14"/>
                  </a:lnTo>
                  <a:lnTo>
                    <a:pt x="377" y="17"/>
                  </a:lnTo>
                  <a:lnTo>
                    <a:pt x="375" y="20"/>
                  </a:lnTo>
                  <a:lnTo>
                    <a:pt x="375" y="20"/>
                  </a:lnTo>
                  <a:lnTo>
                    <a:pt x="374" y="17"/>
                  </a:lnTo>
                  <a:lnTo>
                    <a:pt x="374" y="14"/>
                  </a:lnTo>
                  <a:lnTo>
                    <a:pt x="375" y="14"/>
                  </a:lnTo>
                  <a:close/>
                  <a:moveTo>
                    <a:pt x="286" y="9"/>
                  </a:moveTo>
                  <a:lnTo>
                    <a:pt x="287" y="10"/>
                  </a:lnTo>
                  <a:lnTo>
                    <a:pt x="287" y="12"/>
                  </a:lnTo>
                  <a:lnTo>
                    <a:pt x="286" y="10"/>
                  </a:lnTo>
                  <a:lnTo>
                    <a:pt x="286" y="9"/>
                  </a:lnTo>
                  <a:close/>
                  <a:moveTo>
                    <a:pt x="296" y="2"/>
                  </a:moveTo>
                  <a:lnTo>
                    <a:pt x="296" y="4"/>
                  </a:lnTo>
                  <a:lnTo>
                    <a:pt x="294" y="6"/>
                  </a:lnTo>
                  <a:lnTo>
                    <a:pt x="291" y="6"/>
                  </a:lnTo>
                  <a:lnTo>
                    <a:pt x="290" y="6"/>
                  </a:lnTo>
                  <a:lnTo>
                    <a:pt x="294" y="2"/>
                  </a:lnTo>
                  <a:lnTo>
                    <a:pt x="296" y="2"/>
                  </a:lnTo>
                  <a:close/>
                  <a:moveTo>
                    <a:pt x="1" y="0"/>
                  </a:moveTo>
                  <a:lnTo>
                    <a:pt x="7" y="0"/>
                  </a:lnTo>
                  <a:lnTo>
                    <a:pt x="12" y="4"/>
                  </a:lnTo>
                  <a:lnTo>
                    <a:pt x="13" y="5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1" y="5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8" y="5"/>
                  </a:lnTo>
                  <a:lnTo>
                    <a:pt x="30" y="9"/>
                  </a:lnTo>
                  <a:lnTo>
                    <a:pt x="32" y="9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6" y="17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52" y="27"/>
                  </a:lnTo>
                  <a:lnTo>
                    <a:pt x="52" y="29"/>
                  </a:lnTo>
                  <a:lnTo>
                    <a:pt x="54" y="29"/>
                  </a:lnTo>
                  <a:lnTo>
                    <a:pt x="57" y="31"/>
                  </a:lnTo>
                  <a:lnTo>
                    <a:pt x="57" y="35"/>
                  </a:lnTo>
                  <a:lnTo>
                    <a:pt x="58" y="37"/>
                  </a:lnTo>
                  <a:lnTo>
                    <a:pt x="59" y="35"/>
                  </a:lnTo>
                  <a:lnTo>
                    <a:pt x="61" y="39"/>
                  </a:lnTo>
                  <a:lnTo>
                    <a:pt x="62" y="39"/>
                  </a:lnTo>
                  <a:lnTo>
                    <a:pt x="62" y="38"/>
                  </a:lnTo>
                  <a:lnTo>
                    <a:pt x="65" y="39"/>
                  </a:lnTo>
                  <a:lnTo>
                    <a:pt x="70" y="41"/>
                  </a:lnTo>
                  <a:lnTo>
                    <a:pt x="73" y="45"/>
                  </a:lnTo>
                  <a:lnTo>
                    <a:pt x="74" y="49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9" y="50"/>
                  </a:lnTo>
                  <a:lnTo>
                    <a:pt x="83" y="55"/>
                  </a:lnTo>
                  <a:lnTo>
                    <a:pt x="84" y="58"/>
                  </a:lnTo>
                  <a:lnTo>
                    <a:pt x="84" y="60"/>
                  </a:lnTo>
                  <a:lnTo>
                    <a:pt x="87" y="62"/>
                  </a:lnTo>
                  <a:lnTo>
                    <a:pt x="91" y="62"/>
                  </a:lnTo>
                  <a:lnTo>
                    <a:pt x="94" y="63"/>
                  </a:lnTo>
                  <a:lnTo>
                    <a:pt x="95" y="64"/>
                  </a:lnTo>
                  <a:lnTo>
                    <a:pt x="94" y="67"/>
                  </a:lnTo>
                  <a:lnTo>
                    <a:pt x="92" y="67"/>
                  </a:lnTo>
                  <a:lnTo>
                    <a:pt x="91" y="68"/>
                  </a:lnTo>
                  <a:lnTo>
                    <a:pt x="90" y="68"/>
                  </a:lnTo>
                  <a:lnTo>
                    <a:pt x="92" y="68"/>
                  </a:lnTo>
                  <a:lnTo>
                    <a:pt x="95" y="67"/>
                  </a:lnTo>
                  <a:lnTo>
                    <a:pt x="98" y="64"/>
                  </a:lnTo>
                  <a:lnTo>
                    <a:pt x="99" y="64"/>
                  </a:lnTo>
                  <a:lnTo>
                    <a:pt x="103" y="70"/>
                  </a:lnTo>
                  <a:lnTo>
                    <a:pt x="104" y="71"/>
                  </a:lnTo>
                  <a:lnTo>
                    <a:pt x="100" y="72"/>
                  </a:lnTo>
                  <a:lnTo>
                    <a:pt x="98" y="74"/>
                  </a:lnTo>
                  <a:lnTo>
                    <a:pt x="96" y="76"/>
                  </a:lnTo>
                  <a:lnTo>
                    <a:pt x="98" y="75"/>
                  </a:lnTo>
                  <a:lnTo>
                    <a:pt x="100" y="75"/>
                  </a:lnTo>
                  <a:lnTo>
                    <a:pt x="102" y="75"/>
                  </a:lnTo>
                  <a:lnTo>
                    <a:pt x="104" y="76"/>
                  </a:lnTo>
                  <a:lnTo>
                    <a:pt x="102" y="77"/>
                  </a:lnTo>
                  <a:lnTo>
                    <a:pt x="99" y="79"/>
                  </a:lnTo>
                  <a:lnTo>
                    <a:pt x="99" y="80"/>
                  </a:lnTo>
                  <a:lnTo>
                    <a:pt x="103" y="83"/>
                  </a:lnTo>
                  <a:lnTo>
                    <a:pt x="107" y="83"/>
                  </a:lnTo>
                  <a:lnTo>
                    <a:pt x="108" y="84"/>
                  </a:lnTo>
                  <a:lnTo>
                    <a:pt x="111" y="83"/>
                  </a:lnTo>
                  <a:lnTo>
                    <a:pt x="112" y="89"/>
                  </a:lnTo>
                  <a:lnTo>
                    <a:pt x="112" y="92"/>
                  </a:lnTo>
                  <a:lnTo>
                    <a:pt x="112" y="95"/>
                  </a:lnTo>
                  <a:lnTo>
                    <a:pt x="113" y="93"/>
                  </a:lnTo>
                  <a:lnTo>
                    <a:pt x="115" y="96"/>
                  </a:lnTo>
                  <a:lnTo>
                    <a:pt x="115" y="99"/>
                  </a:lnTo>
                  <a:lnTo>
                    <a:pt x="117" y="100"/>
                  </a:lnTo>
                  <a:lnTo>
                    <a:pt x="121" y="99"/>
                  </a:lnTo>
                  <a:lnTo>
                    <a:pt x="123" y="100"/>
                  </a:lnTo>
                  <a:lnTo>
                    <a:pt x="124" y="101"/>
                  </a:lnTo>
                  <a:lnTo>
                    <a:pt x="125" y="102"/>
                  </a:lnTo>
                  <a:lnTo>
                    <a:pt x="127" y="105"/>
                  </a:lnTo>
                  <a:lnTo>
                    <a:pt x="128" y="106"/>
                  </a:lnTo>
                  <a:lnTo>
                    <a:pt x="131" y="108"/>
                  </a:lnTo>
                  <a:lnTo>
                    <a:pt x="131" y="110"/>
                  </a:lnTo>
                  <a:lnTo>
                    <a:pt x="129" y="112"/>
                  </a:lnTo>
                  <a:lnTo>
                    <a:pt x="128" y="113"/>
                  </a:lnTo>
                  <a:lnTo>
                    <a:pt x="128" y="116"/>
                  </a:lnTo>
                  <a:lnTo>
                    <a:pt x="128" y="118"/>
                  </a:lnTo>
                  <a:lnTo>
                    <a:pt x="127" y="122"/>
                  </a:lnTo>
                  <a:lnTo>
                    <a:pt x="128" y="127"/>
                  </a:lnTo>
                  <a:lnTo>
                    <a:pt x="127" y="134"/>
                  </a:lnTo>
                  <a:lnTo>
                    <a:pt x="127" y="139"/>
                  </a:lnTo>
                  <a:lnTo>
                    <a:pt x="125" y="141"/>
                  </a:lnTo>
                  <a:lnTo>
                    <a:pt x="124" y="139"/>
                  </a:lnTo>
                  <a:lnTo>
                    <a:pt x="121" y="137"/>
                  </a:lnTo>
                  <a:lnTo>
                    <a:pt x="120" y="137"/>
                  </a:lnTo>
                  <a:lnTo>
                    <a:pt x="119" y="138"/>
                  </a:lnTo>
                  <a:lnTo>
                    <a:pt x="119" y="141"/>
                  </a:lnTo>
                  <a:lnTo>
                    <a:pt x="117" y="142"/>
                  </a:lnTo>
                  <a:lnTo>
                    <a:pt x="113" y="137"/>
                  </a:lnTo>
                  <a:lnTo>
                    <a:pt x="111" y="137"/>
                  </a:lnTo>
                  <a:lnTo>
                    <a:pt x="111" y="138"/>
                  </a:lnTo>
                  <a:lnTo>
                    <a:pt x="112" y="139"/>
                  </a:lnTo>
                  <a:lnTo>
                    <a:pt x="112" y="142"/>
                  </a:lnTo>
                  <a:lnTo>
                    <a:pt x="111" y="143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7" y="137"/>
                  </a:lnTo>
                  <a:lnTo>
                    <a:pt x="100" y="130"/>
                  </a:lnTo>
                  <a:lnTo>
                    <a:pt x="96" y="130"/>
                  </a:lnTo>
                  <a:lnTo>
                    <a:pt x="95" y="127"/>
                  </a:lnTo>
                  <a:lnTo>
                    <a:pt x="90" y="124"/>
                  </a:lnTo>
                  <a:lnTo>
                    <a:pt x="87" y="121"/>
                  </a:lnTo>
                  <a:lnTo>
                    <a:pt x="84" y="118"/>
                  </a:lnTo>
                  <a:lnTo>
                    <a:pt x="84" y="116"/>
                  </a:lnTo>
                  <a:lnTo>
                    <a:pt x="82" y="113"/>
                  </a:lnTo>
                  <a:lnTo>
                    <a:pt x="80" y="112"/>
                  </a:lnTo>
                  <a:lnTo>
                    <a:pt x="77" y="112"/>
                  </a:lnTo>
                  <a:lnTo>
                    <a:pt x="75" y="109"/>
                  </a:lnTo>
                  <a:lnTo>
                    <a:pt x="71" y="104"/>
                  </a:lnTo>
                  <a:lnTo>
                    <a:pt x="67" y="100"/>
                  </a:lnTo>
                  <a:lnTo>
                    <a:pt x="66" y="97"/>
                  </a:lnTo>
                  <a:lnTo>
                    <a:pt x="66" y="93"/>
                  </a:lnTo>
                  <a:lnTo>
                    <a:pt x="62" y="85"/>
                  </a:lnTo>
                  <a:lnTo>
                    <a:pt x="61" y="80"/>
                  </a:lnTo>
                  <a:lnTo>
                    <a:pt x="58" y="77"/>
                  </a:lnTo>
                  <a:lnTo>
                    <a:pt x="55" y="72"/>
                  </a:lnTo>
                  <a:lnTo>
                    <a:pt x="55" y="71"/>
                  </a:lnTo>
                  <a:lnTo>
                    <a:pt x="52" y="68"/>
                  </a:lnTo>
                  <a:lnTo>
                    <a:pt x="49" y="67"/>
                  </a:lnTo>
                  <a:lnTo>
                    <a:pt x="48" y="64"/>
                  </a:lnTo>
                  <a:lnTo>
                    <a:pt x="45" y="58"/>
                  </a:lnTo>
                  <a:lnTo>
                    <a:pt x="45" y="56"/>
                  </a:lnTo>
                  <a:lnTo>
                    <a:pt x="45" y="54"/>
                  </a:lnTo>
                  <a:lnTo>
                    <a:pt x="42" y="52"/>
                  </a:lnTo>
                  <a:lnTo>
                    <a:pt x="44" y="50"/>
                  </a:lnTo>
                  <a:lnTo>
                    <a:pt x="44" y="49"/>
                  </a:lnTo>
                  <a:lnTo>
                    <a:pt x="42" y="50"/>
                  </a:lnTo>
                  <a:lnTo>
                    <a:pt x="40" y="49"/>
                  </a:lnTo>
                  <a:lnTo>
                    <a:pt x="37" y="45"/>
                  </a:lnTo>
                  <a:lnTo>
                    <a:pt x="34" y="45"/>
                  </a:lnTo>
                  <a:lnTo>
                    <a:pt x="33" y="43"/>
                  </a:lnTo>
                  <a:lnTo>
                    <a:pt x="33" y="41"/>
                  </a:lnTo>
                  <a:lnTo>
                    <a:pt x="32" y="39"/>
                  </a:lnTo>
                  <a:lnTo>
                    <a:pt x="32" y="35"/>
                  </a:lnTo>
                  <a:lnTo>
                    <a:pt x="30" y="35"/>
                  </a:lnTo>
                  <a:lnTo>
                    <a:pt x="27" y="31"/>
                  </a:lnTo>
                  <a:lnTo>
                    <a:pt x="23" y="25"/>
                  </a:lnTo>
                  <a:lnTo>
                    <a:pt x="19" y="22"/>
                  </a:lnTo>
                  <a:lnTo>
                    <a:pt x="17" y="22"/>
                  </a:lnTo>
                  <a:lnTo>
                    <a:pt x="15" y="22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5" y="13"/>
                  </a:lnTo>
                  <a:lnTo>
                    <a:pt x="3" y="1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8" name="Freeform 367">
              <a:extLst>
                <a:ext uri="{FF2B5EF4-FFF2-40B4-BE49-F238E27FC236}">
                  <a16:creationId xmlns:a16="http://schemas.microsoft.com/office/drawing/2014/main" id="{846ED5C9-7FC9-4E89-A23B-F05A733754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133" y="1966181"/>
              <a:ext cx="2114929" cy="2070340"/>
            </a:xfrm>
            <a:custGeom>
              <a:avLst/>
              <a:gdLst>
                <a:gd name="T0" fmla="*/ 236 w 332"/>
                <a:gd name="T1" fmla="*/ 154 h 325"/>
                <a:gd name="T2" fmla="*/ 234 w 332"/>
                <a:gd name="T3" fmla="*/ 155 h 325"/>
                <a:gd name="T4" fmla="*/ 99 w 332"/>
                <a:gd name="T5" fmla="*/ 7 h 325"/>
                <a:gd name="T6" fmla="*/ 111 w 332"/>
                <a:gd name="T7" fmla="*/ 23 h 325"/>
                <a:gd name="T8" fmla="*/ 122 w 332"/>
                <a:gd name="T9" fmla="*/ 31 h 325"/>
                <a:gd name="T10" fmla="*/ 133 w 332"/>
                <a:gd name="T11" fmla="*/ 50 h 325"/>
                <a:gd name="T12" fmla="*/ 149 w 332"/>
                <a:gd name="T13" fmla="*/ 69 h 325"/>
                <a:gd name="T14" fmla="*/ 186 w 332"/>
                <a:gd name="T15" fmla="*/ 80 h 325"/>
                <a:gd name="T16" fmla="*/ 228 w 332"/>
                <a:gd name="T17" fmla="*/ 89 h 325"/>
                <a:gd name="T18" fmla="*/ 233 w 332"/>
                <a:gd name="T19" fmla="*/ 75 h 325"/>
                <a:gd name="T20" fmla="*/ 252 w 332"/>
                <a:gd name="T21" fmla="*/ 88 h 325"/>
                <a:gd name="T22" fmla="*/ 267 w 332"/>
                <a:gd name="T23" fmla="*/ 76 h 325"/>
                <a:gd name="T24" fmla="*/ 280 w 332"/>
                <a:gd name="T25" fmla="*/ 64 h 325"/>
                <a:gd name="T26" fmla="*/ 299 w 332"/>
                <a:gd name="T27" fmla="*/ 50 h 325"/>
                <a:gd name="T28" fmla="*/ 320 w 332"/>
                <a:gd name="T29" fmla="*/ 48 h 325"/>
                <a:gd name="T30" fmla="*/ 323 w 332"/>
                <a:gd name="T31" fmla="*/ 61 h 325"/>
                <a:gd name="T32" fmla="*/ 331 w 332"/>
                <a:gd name="T33" fmla="*/ 76 h 325"/>
                <a:gd name="T34" fmla="*/ 308 w 332"/>
                <a:gd name="T35" fmla="*/ 93 h 325"/>
                <a:gd name="T36" fmla="*/ 299 w 332"/>
                <a:gd name="T37" fmla="*/ 123 h 325"/>
                <a:gd name="T38" fmla="*/ 294 w 332"/>
                <a:gd name="T39" fmla="*/ 144 h 325"/>
                <a:gd name="T40" fmla="*/ 287 w 332"/>
                <a:gd name="T41" fmla="*/ 148 h 325"/>
                <a:gd name="T42" fmla="*/ 279 w 332"/>
                <a:gd name="T43" fmla="*/ 127 h 325"/>
                <a:gd name="T44" fmla="*/ 275 w 332"/>
                <a:gd name="T45" fmla="*/ 135 h 325"/>
                <a:gd name="T46" fmla="*/ 273 w 332"/>
                <a:gd name="T47" fmla="*/ 121 h 325"/>
                <a:gd name="T48" fmla="*/ 279 w 332"/>
                <a:gd name="T49" fmla="*/ 109 h 325"/>
                <a:gd name="T50" fmla="*/ 254 w 332"/>
                <a:gd name="T51" fmla="*/ 105 h 325"/>
                <a:gd name="T52" fmla="*/ 245 w 332"/>
                <a:gd name="T53" fmla="*/ 94 h 325"/>
                <a:gd name="T54" fmla="*/ 236 w 332"/>
                <a:gd name="T55" fmla="*/ 90 h 325"/>
                <a:gd name="T56" fmla="*/ 229 w 332"/>
                <a:gd name="T57" fmla="*/ 97 h 325"/>
                <a:gd name="T58" fmla="*/ 234 w 332"/>
                <a:gd name="T59" fmla="*/ 107 h 325"/>
                <a:gd name="T60" fmla="*/ 241 w 332"/>
                <a:gd name="T61" fmla="*/ 132 h 325"/>
                <a:gd name="T62" fmla="*/ 244 w 332"/>
                <a:gd name="T63" fmla="*/ 152 h 325"/>
                <a:gd name="T64" fmla="*/ 238 w 332"/>
                <a:gd name="T65" fmla="*/ 152 h 325"/>
                <a:gd name="T66" fmla="*/ 234 w 332"/>
                <a:gd name="T67" fmla="*/ 147 h 325"/>
                <a:gd name="T68" fmla="*/ 221 w 332"/>
                <a:gd name="T69" fmla="*/ 163 h 325"/>
                <a:gd name="T70" fmla="*/ 215 w 332"/>
                <a:gd name="T71" fmla="*/ 177 h 325"/>
                <a:gd name="T72" fmla="*/ 204 w 332"/>
                <a:gd name="T73" fmla="*/ 181 h 325"/>
                <a:gd name="T74" fmla="*/ 173 w 332"/>
                <a:gd name="T75" fmla="*/ 213 h 325"/>
                <a:gd name="T76" fmla="*/ 155 w 332"/>
                <a:gd name="T77" fmla="*/ 230 h 325"/>
                <a:gd name="T78" fmla="*/ 149 w 332"/>
                <a:gd name="T79" fmla="*/ 259 h 325"/>
                <a:gd name="T80" fmla="*/ 146 w 332"/>
                <a:gd name="T81" fmla="*/ 298 h 325"/>
                <a:gd name="T82" fmla="*/ 142 w 332"/>
                <a:gd name="T83" fmla="*/ 311 h 325"/>
                <a:gd name="T84" fmla="*/ 128 w 332"/>
                <a:gd name="T85" fmla="*/ 318 h 325"/>
                <a:gd name="T86" fmla="*/ 105 w 332"/>
                <a:gd name="T87" fmla="*/ 300 h 325"/>
                <a:gd name="T88" fmla="*/ 90 w 332"/>
                <a:gd name="T89" fmla="*/ 275 h 325"/>
                <a:gd name="T90" fmla="*/ 80 w 332"/>
                <a:gd name="T91" fmla="*/ 246 h 325"/>
                <a:gd name="T92" fmla="*/ 68 w 332"/>
                <a:gd name="T93" fmla="*/ 229 h 325"/>
                <a:gd name="T94" fmla="*/ 61 w 332"/>
                <a:gd name="T95" fmla="*/ 193 h 325"/>
                <a:gd name="T96" fmla="*/ 55 w 332"/>
                <a:gd name="T97" fmla="*/ 168 h 325"/>
                <a:gd name="T98" fmla="*/ 51 w 332"/>
                <a:gd name="T99" fmla="*/ 155 h 325"/>
                <a:gd name="T100" fmla="*/ 53 w 332"/>
                <a:gd name="T101" fmla="*/ 146 h 325"/>
                <a:gd name="T102" fmla="*/ 46 w 332"/>
                <a:gd name="T103" fmla="*/ 161 h 325"/>
                <a:gd name="T104" fmla="*/ 13 w 332"/>
                <a:gd name="T105" fmla="*/ 154 h 325"/>
                <a:gd name="T106" fmla="*/ 15 w 332"/>
                <a:gd name="T107" fmla="*/ 148 h 325"/>
                <a:gd name="T108" fmla="*/ 25 w 332"/>
                <a:gd name="T109" fmla="*/ 138 h 325"/>
                <a:gd name="T110" fmla="*/ 1 w 332"/>
                <a:gd name="T111" fmla="*/ 135 h 325"/>
                <a:gd name="T112" fmla="*/ 5 w 332"/>
                <a:gd name="T113" fmla="*/ 122 h 325"/>
                <a:gd name="T114" fmla="*/ 28 w 332"/>
                <a:gd name="T115" fmla="*/ 121 h 325"/>
                <a:gd name="T116" fmla="*/ 17 w 332"/>
                <a:gd name="T117" fmla="*/ 101 h 325"/>
                <a:gd name="T118" fmla="*/ 9 w 332"/>
                <a:gd name="T119" fmla="*/ 81 h 325"/>
                <a:gd name="T120" fmla="*/ 28 w 332"/>
                <a:gd name="T121" fmla="*/ 73 h 325"/>
                <a:gd name="T122" fmla="*/ 54 w 332"/>
                <a:gd name="T123" fmla="*/ 43 h 325"/>
                <a:gd name="T124" fmla="*/ 61 w 332"/>
                <a:gd name="T125" fmla="*/ 1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2" h="325">
                  <a:moveTo>
                    <a:pt x="241" y="154"/>
                  </a:moveTo>
                  <a:lnTo>
                    <a:pt x="241" y="155"/>
                  </a:lnTo>
                  <a:lnTo>
                    <a:pt x="241" y="156"/>
                  </a:lnTo>
                  <a:lnTo>
                    <a:pt x="241" y="154"/>
                  </a:lnTo>
                  <a:close/>
                  <a:moveTo>
                    <a:pt x="236" y="154"/>
                  </a:moveTo>
                  <a:lnTo>
                    <a:pt x="237" y="155"/>
                  </a:lnTo>
                  <a:lnTo>
                    <a:pt x="238" y="156"/>
                  </a:lnTo>
                  <a:lnTo>
                    <a:pt x="237" y="155"/>
                  </a:lnTo>
                  <a:lnTo>
                    <a:pt x="236" y="154"/>
                  </a:lnTo>
                  <a:close/>
                  <a:moveTo>
                    <a:pt x="240" y="152"/>
                  </a:moveTo>
                  <a:lnTo>
                    <a:pt x="240" y="154"/>
                  </a:lnTo>
                  <a:lnTo>
                    <a:pt x="240" y="155"/>
                  </a:lnTo>
                  <a:lnTo>
                    <a:pt x="238" y="155"/>
                  </a:lnTo>
                  <a:lnTo>
                    <a:pt x="238" y="154"/>
                  </a:lnTo>
                  <a:lnTo>
                    <a:pt x="240" y="152"/>
                  </a:lnTo>
                  <a:close/>
                  <a:moveTo>
                    <a:pt x="234" y="151"/>
                  </a:moveTo>
                  <a:lnTo>
                    <a:pt x="234" y="152"/>
                  </a:lnTo>
                  <a:lnTo>
                    <a:pt x="234" y="155"/>
                  </a:lnTo>
                  <a:lnTo>
                    <a:pt x="233" y="155"/>
                  </a:lnTo>
                  <a:lnTo>
                    <a:pt x="233" y="154"/>
                  </a:lnTo>
                  <a:lnTo>
                    <a:pt x="234" y="151"/>
                  </a:lnTo>
                  <a:close/>
                  <a:moveTo>
                    <a:pt x="82" y="0"/>
                  </a:moveTo>
                  <a:lnTo>
                    <a:pt x="84" y="0"/>
                  </a:lnTo>
                  <a:lnTo>
                    <a:pt x="91" y="5"/>
                  </a:lnTo>
                  <a:lnTo>
                    <a:pt x="94" y="2"/>
                  </a:lnTo>
                  <a:lnTo>
                    <a:pt x="97" y="4"/>
                  </a:lnTo>
                  <a:lnTo>
                    <a:pt x="99" y="7"/>
                  </a:lnTo>
                  <a:lnTo>
                    <a:pt x="101" y="6"/>
                  </a:lnTo>
                  <a:lnTo>
                    <a:pt x="107" y="10"/>
                  </a:lnTo>
                  <a:lnTo>
                    <a:pt x="107" y="10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11" y="15"/>
                  </a:lnTo>
                  <a:lnTo>
                    <a:pt x="109" y="19"/>
                  </a:lnTo>
                  <a:lnTo>
                    <a:pt x="111" y="22"/>
                  </a:lnTo>
                  <a:lnTo>
                    <a:pt x="111" y="23"/>
                  </a:lnTo>
                  <a:lnTo>
                    <a:pt x="112" y="25"/>
                  </a:lnTo>
                  <a:lnTo>
                    <a:pt x="113" y="26"/>
                  </a:lnTo>
                  <a:lnTo>
                    <a:pt x="113" y="27"/>
                  </a:lnTo>
                  <a:lnTo>
                    <a:pt x="115" y="29"/>
                  </a:lnTo>
                  <a:lnTo>
                    <a:pt x="115" y="31"/>
                  </a:lnTo>
                  <a:lnTo>
                    <a:pt x="117" y="32"/>
                  </a:lnTo>
                  <a:lnTo>
                    <a:pt x="119" y="30"/>
                  </a:lnTo>
                  <a:lnTo>
                    <a:pt x="121" y="30"/>
                  </a:lnTo>
                  <a:lnTo>
                    <a:pt x="122" y="31"/>
                  </a:lnTo>
                  <a:lnTo>
                    <a:pt x="125" y="31"/>
                  </a:lnTo>
                  <a:lnTo>
                    <a:pt x="128" y="34"/>
                  </a:lnTo>
                  <a:lnTo>
                    <a:pt x="129" y="35"/>
                  </a:lnTo>
                  <a:lnTo>
                    <a:pt x="130" y="38"/>
                  </a:lnTo>
                  <a:lnTo>
                    <a:pt x="133" y="38"/>
                  </a:lnTo>
                  <a:lnTo>
                    <a:pt x="134" y="40"/>
                  </a:lnTo>
                  <a:lnTo>
                    <a:pt x="134" y="39"/>
                  </a:lnTo>
                  <a:lnTo>
                    <a:pt x="134" y="43"/>
                  </a:lnTo>
                  <a:lnTo>
                    <a:pt x="133" y="50"/>
                  </a:lnTo>
                  <a:lnTo>
                    <a:pt x="133" y="54"/>
                  </a:lnTo>
                  <a:lnTo>
                    <a:pt x="129" y="57"/>
                  </a:lnTo>
                  <a:lnTo>
                    <a:pt x="130" y="61"/>
                  </a:lnTo>
                  <a:lnTo>
                    <a:pt x="133" y="61"/>
                  </a:lnTo>
                  <a:lnTo>
                    <a:pt x="136" y="63"/>
                  </a:lnTo>
                  <a:lnTo>
                    <a:pt x="137" y="63"/>
                  </a:lnTo>
                  <a:lnTo>
                    <a:pt x="140" y="64"/>
                  </a:lnTo>
                  <a:lnTo>
                    <a:pt x="144" y="65"/>
                  </a:lnTo>
                  <a:lnTo>
                    <a:pt x="149" y="69"/>
                  </a:lnTo>
                  <a:lnTo>
                    <a:pt x="153" y="73"/>
                  </a:lnTo>
                  <a:lnTo>
                    <a:pt x="157" y="75"/>
                  </a:lnTo>
                  <a:lnTo>
                    <a:pt x="159" y="76"/>
                  </a:lnTo>
                  <a:lnTo>
                    <a:pt x="162" y="76"/>
                  </a:lnTo>
                  <a:lnTo>
                    <a:pt x="166" y="79"/>
                  </a:lnTo>
                  <a:lnTo>
                    <a:pt x="173" y="79"/>
                  </a:lnTo>
                  <a:lnTo>
                    <a:pt x="174" y="80"/>
                  </a:lnTo>
                  <a:lnTo>
                    <a:pt x="180" y="79"/>
                  </a:lnTo>
                  <a:lnTo>
                    <a:pt x="186" y="80"/>
                  </a:lnTo>
                  <a:lnTo>
                    <a:pt x="187" y="82"/>
                  </a:lnTo>
                  <a:lnTo>
                    <a:pt x="190" y="85"/>
                  </a:lnTo>
                  <a:lnTo>
                    <a:pt x="196" y="88"/>
                  </a:lnTo>
                  <a:lnTo>
                    <a:pt x="199" y="86"/>
                  </a:lnTo>
                  <a:lnTo>
                    <a:pt x="203" y="86"/>
                  </a:lnTo>
                  <a:lnTo>
                    <a:pt x="213" y="89"/>
                  </a:lnTo>
                  <a:lnTo>
                    <a:pt x="216" y="88"/>
                  </a:lnTo>
                  <a:lnTo>
                    <a:pt x="220" y="90"/>
                  </a:lnTo>
                  <a:lnTo>
                    <a:pt x="228" y="89"/>
                  </a:lnTo>
                  <a:lnTo>
                    <a:pt x="228" y="84"/>
                  </a:lnTo>
                  <a:lnTo>
                    <a:pt x="227" y="79"/>
                  </a:lnTo>
                  <a:lnTo>
                    <a:pt x="227" y="73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9" y="69"/>
                  </a:lnTo>
                  <a:lnTo>
                    <a:pt x="232" y="69"/>
                  </a:lnTo>
                  <a:lnTo>
                    <a:pt x="233" y="71"/>
                  </a:lnTo>
                  <a:lnTo>
                    <a:pt x="233" y="75"/>
                  </a:lnTo>
                  <a:lnTo>
                    <a:pt x="236" y="76"/>
                  </a:lnTo>
                  <a:lnTo>
                    <a:pt x="236" y="76"/>
                  </a:lnTo>
                  <a:lnTo>
                    <a:pt x="234" y="79"/>
                  </a:lnTo>
                  <a:lnTo>
                    <a:pt x="234" y="80"/>
                  </a:lnTo>
                  <a:lnTo>
                    <a:pt x="237" y="84"/>
                  </a:lnTo>
                  <a:lnTo>
                    <a:pt x="241" y="85"/>
                  </a:lnTo>
                  <a:lnTo>
                    <a:pt x="242" y="84"/>
                  </a:lnTo>
                  <a:lnTo>
                    <a:pt x="248" y="88"/>
                  </a:lnTo>
                  <a:lnTo>
                    <a:pt x="252" y="88"/>
                  </a:lnTo>
                  <a:lnTo>
                    <a:pt x="253" y="84"/>
                  </a:lnTo>
                  <a:lnTo>
                    <a:pt x="255" y="84"/>
                  </a:lnTo>
                  <a:lnTo>
                    <a:pt x="258" y="85"/>
                  </a:lnTo>
                  <a:lnTo>
                    <a:pt x="263" y="84"/>
                  </a:lnTo>
                  <a:lnTo>
                    <a:pt x="266" y="84"/>
                  </a:lnTo>
                  <a:lnTo>
                    <a:pt x="271" y="82"/>
                  </a:lnTo>
                  <a:lnTo>
                    <a:pt x="271" y="81"/>
                  </a:lnTo>
                  <a:lnTo>
                    <a:pt x="271" y="77"/>
                  </a:lnTo>
                  <a:lnTo>
                    <a:pt x="267" y="76"/>
                  </a:lnTo>
                  <a:lnTo>
                    <a:pt x="267" y="73"/>
                  </a:lnTo>
                  <a:lnTo>
                    <a:pt x="267" y="71"/>
                  </a:lnTo>
                  <a:lnTo>
                    <a:pt x="269" y="71"/>
                  </a:lnTo>
                  <a:lnTo>
                    <a:pt x="274" y="69"/>
                  </a:lnTo>
                  <a:lnTo>
                    <a:pt x="275" y="69"/>
                  </a:lnTo>
                  <a:lnTo>
                    <a:pt x="277" y="67"/>
                  </a:lnTo>
                  <a:lnTo>
                    <a:pt x="278" y="65"/>
                  </a:lnTo>
                  <a:lnTo>
                    <a:pt x="280" y="65"/>
                  </a:lnTo>
                  <a:lnTo>
                    <a:pt x="280" y="64"/>
                  </a:lnTo>
                  <a:lnTo>
                    <a:pt x="283" y="64"/>
                  </a:lnTo>
                  <a:lnTo>
                    <a:pt x="283" y="61"/>
                  </a:lnTo>
                  <a:lnTo>
                    <a:pt x="286" y="59"/>
                  </a:lnTo>
                  <a:lnTo>
                    <a:pt x="288" y="59"/>
                  </a:lnTo>
                  <a:lnTo>
                    <a:pt x="292" y="57"/>
                  </a:lnTo>
                  <a:lnTo>
                    <a:pt x="295" y="54"/>
                  </a:lnTo>
                  <a:lnTo>
                    <a:pt x="295" y="51"/>
                  </a:lnTo>
                  <a:lnTo>
                    <a:pt x="296" y="51"/>
                  </a:lnTo>
                  <a:lnTo>
                    <a:pt x="299" y="50"/>
                  </a:lnTo>
                  <a:lnTo>
                    <a:pt x="302" y="52"/>
                  </a:lnTo>
                  <a:lnTo>
                    <a:pt x="304" y="51"/>
                  </a:lnTo>
                  <a:lnTo>
                    <a:pt x="309" y="52"/>
                  </a:lnTo>
                  <a:lnTo>
                    <a:pt x="311" y="51"/>
                  </a:lnTo>
                  <a:lnTo>
                    <a:pt x="309" y="50"/>
                  </a:lnTo>
                  <a:lnTo>
                    <a:pt x="315" y="47"/>
                  </a:lnTo>
                  <a:lnTo>
                    <a:pt x="317" y="47"/>
                  </a:lnTo>
                  <a:lnTo>
                    <a:pt x="319" y="48"/>
                  </a:lnTo>
                  <a:lnTo>
                    <a:pt x="320" y="48"/>
                  </a:lnTo>
                  <a:lnTo>
                    <a:pt x="320" y="50"/>
                  </a:lnTo>
                  <a:lnTo>
                    <a:pt x="319" y="52"/>
                  </a:lnTo>
                  <a:lnTo>
                    <a:pt x="320" y="55"/>
                  </a:lnTo>
                  <a:lnTo>
                    <a:pt x="321" y="54"/>
                  </a:lnTo>
                  <a:lnTo>
                    <a:pt x="323" y="54"/>
                  </a:lnTo>
                  <a:lnTo>
                    <a:pt x="323" y="55"/>
                  </a:lnTo>
                  <a:lnTo>
                    <a:pt x="325" y="57"/>
                  </a:lnTo>
                  <a:lnTo>
                    <a:pt x="325" y="59"/>
                  </a:lnTo>
                  <a:lnTo>
                    <a:pt x="323" y="61"/>
                  </a:lnTo>
                  <a:lnTo>
                    <a:pt x="324" y="63"/>
                  </a:lnTo>
                  <a:lnTo>
                    <a:pt x="327" y="64"/>
                  </a:lnTo>
                  <a:lnTo>
                    <a:pt x="328" y="63"/>
                  </a:lnTo>
                  <a:lnTo>
                    <a:pt x="329" y="64"/>
                  </a:lnTo>
                  <a:lnTo>
                    <a:pt x="332" y="67"/>
                  </a:lnTo>
                  <a:lnTo>
                    <a:pt x="332" y="68"/>
                  </a:lnTo>
                  <a:lnTo>
                    <a:pt x="331" y="71"/>
                  </a:lnTo>
                  <a:lnTo>
                    <a:pt x="331" y="73"/>
                  </a:lnTo>
                  <a:lnTo>
                    <a:pt x="331" y="76"/>
                  </a:lnTo>
                  <a:lnTo>
                    <a:pt x="328" y="75"/>
                  </a:lnTo>
                  <a:lnTo>
                    <a:pt x="327" y="73"/>
                  </a:lnTo>
                  <a:lnTo>
                    <a:pt x="323" y="76"/>
                  </a:lnTo>
                  <a:lnTo>
                    <a:pt x="319" y="76"/>
                  </a:lnTo>
                  <a:lnTo>
                    <a:pt x="319" y="80"/>
                  </a:lnTo>
                  <a:lnTo>
                    <a:pt x="315" y="82"/>
                  </a:lnTo>
                  <a:lnTo>
                    <a:pt x="312" y="84"/>
                  </a:lnTo>
                  <a:lnTo>
                    <a:pt x="308" y="90"/>
                  </a:lnTo>
                  <a:lnTo>
                    <a:pt x="308" y="93"/>
                  </a:lnTo>
                  <a:lnTo>
                    <a:pt x="309" y="94"/>
                  </a:lnTo>
                  <a:lnTo>
                    <a:pt x="308" y="100"/>
                  </a:lnTo>
                  <a:lnTo>
                    <a:pt x="304" y="105"/>
                  </a:lnTo>
                  <a:lnTo>
                    <a:pt x="304" y="106"/>
                  </a:lnTo>
                  <a:lnTo>
                    <a:pt x="307" y="107"/>
                  </a:lnTo>
                  <a:lnTo>
                    <a:pt x="304" y="114"/>
                  </a:lnTo>
                  <a:lnTo>
                    <a:pt x="304" y="119"/>
                  </a:lnTo>
                  <a:lnTo>
                    <a:pt x="302" y="123"/>
                  </a:lnTo>
                  <a:lnTo>
                    <a:pt x="299" y="123"/>
                  </a:lnTo>
                  <a:lnTo>
                    <a:pt x="296" y="122"/>
                  </a:lnTo>
                  <a:lnTo>
                    <a:pt x="294" y="122"/>
                  </a:lnTo>
                  <a:lnTo>
                    <a:pt x="295" y="129"/>
                  </a:lnTo>
                  <a:lnTo>
                    <a:pt x="295" y="131"/>
                  </a:lnTo>
                  <a:lnTo>
                    <a:pt x="295" y="135"/>
                  </a:lnTo>
                  <a:lnTo>
                    <a:pt x="292" y="135"/>
                  </a:lnTo>
                  <a:lnTo>
                    <a:pt x="294" y="138"/>
                  </a:lnTo>
                  <a:lnTo>
                    <a:pt x="292" y="142"/>
                  </a:lnTo>
                  <a:lnTo>
                    <a:pt x="294" y="144"/>
                  </a:lnTo>
                  <a:lnTo>
                    <a:pt x="292" y="147"/>
                  </a:lnTo>
                  <a:lnTo>
                    <a:pt x="291" y="148"/>
                  </a:lnTo>
                  <a:lnTo>
                    <a:pt x="290" y="148"/>
                  </a:lnTo>
                  <a:lnTo>
                    <a:pt x="288" y="150"/>
                  </a:lnTo>
                  <a:lnTo>
                    <a:pt x="288" y="151"/>
                  </a:lnTo>
                  <a:lnTo>
                    <a:pt x="288" y="151"/>
                  </a:lnTo>
                  <a:lnTo>
                    <a:pt x="288" y="150"/>
                  </a:lnTo>
                  <a:lnTo>
                    <a:pt x="288" y="148"/>
                  </a:lnTo>
                  <a:lnTo>
                    <a:pt x="287" y="148"/>
                  </a:lnTo>
                  <a:lnTo>
                    <a:pt x="287" y="146"/>
                  </a:lnTo>
                  <a:lnTo>
                    <a:pt x="286" y="143"/>
                  </a:lnTo>
                  <a:lnTo>
                    <a:pt x="284" y="138"/>
                  </a:lnTo>
                  <a:lnTo>
                    <a:pt x="284" y="136"/>
                  </a:lnTo>
                  <a:lnTo>
                    <a:pt x="284" y="134"/>
                  </a:lnTo>
                  <a:lnTo>
                    <a:pt x="283" y="130"/>
                  </a:lnTo>
                  <a:lnTo>
                    <a:pt x="282" y="129"/>
                  </a:lnTo>
                  <a:lnTo>
                    <a:pt x="282" y="127"/>
                  </a:lnTo>
                  <a:lnTo>
                    <a:pt x="279" y="127"/>
                  </a:lnTo>
                  <a:lnTo>
                    <a:pt x="278" y="127"/>
                  </a:lnTo>
                  <a:lnTo>
                    <a:pt x="277" y="127"/>
                  </a:lnTo>
                  <a:lnTo>
                    <a:pt x="278" y="129"/>
                  </a:lnTo>
                  <a:lnTo>
                    <a:pt x="277" y="130"/>
                  </a:lnTo>
                  <a:lnTo>
                    <a:pt x="277" y="131"/>
                  </a:lnTo>
                  <a:lnTo>
                    <a:pt x="275" y="132"/>
                  </a:lnTo>
                  <a:lnTo>
                    <a:pt x="277" y="134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4" y="132"/>
                  </a:lnTo>
                  <a:lnTo>
                    <a:pt x="271" y="131"/>
                  </a:lnTo>
                  <a:lnTo>
                    <a:pt x="271" y="130"/>
                  </a:lnTo>
                  <a:lnTo>
                    <a:pt x="270" y="129"/>
                  </a:lnTo>
                  <a:lnTo>
                    <a:pt x="269" y="126"/>
                  </a:lnTo>
                  <a:lnTo>
                    <a:pt x="269" y="125"/>
                  </a:lnTo>
                  <a:lnTo>
                    <a:pt x="270" y="123"/>
                  </a:lnTo>
                  <a:lnTo>
                    <a:pt x="270" y="122"/>
                  </a:lnTo>
                  <a:lnTo>
                    <a:pt x="273" y="121"/>
                  </a:lnTo>
                  <a:lnTo>
                    <a:pt x="273" y="121"/>
                  </a:lnTo>
                  <a:lnTo>
                    <a:pt x="274" y="122"/>
                  </a:lnTo>
                  <a:lnTo>
                    <a:pt x="275" y="121"/>
                  </a:lnTo>
                  <a:lnTo>
                    <a:pt x="275" y="119"/>
                  </a:lnTo>
                  <a:lnTo>
                    <a:pt x="277" y="118"/>
                  </a:lnTo>
                  <a:lnTo>
                    <a:pt x="278" y="114"/>
                  </a:lnTo>
                  <a:lnTo>
                    <a:pt x="279" y="111"/>
                  </a:lnTo>
                  <a:lnTo>
                    <a:pt x="280" y="109"/>
                  </a:lnTo>
                  <a:lnTo>
                    <a:pt x="279" y="109"/>
                  </a:lnTo>
                  <a:lnTo>
                    <a:pt x="277" y="106"/>
                  </a:lnTo>
                  <a:lnTo>
                    <a:pt x="275" y="106"/>
                  </a:lnTo>
                  <a:lnTo>
                    <a:pt x="274" y="106"/>
                  </a:lnTo>
                  <a:lnTo>
                    <a:pt x="273" y="106"/>
                  </a:lnTo>
                  <a:lnTo>
                    <a:pt x="269" y="106"/>
                  </a:lnTo>
                  <a:lnTo>
                    <a:pt x="265" y="106"/>
                  </a:lnTo>
                  <a:lnTo>
                    <a:pt x="261" y="106"/>
                  </a:lnTo>
                  <a:lnTo>
                    <a:pt x="257" y="106"/>
                  </a:lnTo>
                  <a:lnTo>
                    <a:pt x="254" y="105"/>
                  </a:lnTo>
                  <a:lnTo>
                    <a:pt x="253" y="105"/>
                  </a:lnTo>
                  <a:lnTo>
                    <a:pt x="250" y="105"/>
                  </a:lnTo>
                  <a:lnTo>
                    <a:pt x="250" y="102"/>
                  </a:lnTo>
                  <a:lnTo>
                    <a:pt x="249" y="100"/>
                  </a:lnTo>
                  <a:lnTo>
                    <a:pt x="249" y="98"/>
                  </a:lnTo>
                  <a:lnTo>
                    <a:pt x="249" y="96"/>
                  </a:lnTo>
                  <a:lnTo>
                    <a:pt x="246" y="93"/>
                  </a:lnTo>
                  <a:lnTo>
                    <a:pt x="246" y="93"/>
                  </a:lnTo>
                  <a:lnTo>
                    <a:pt x="245" y="94"/>
                  </a:lnTo>
                  <a:lnTo>
                    <a:pt x="244" y="93"/>
                  </a:lnTo>
                  <a:lnTo>
                    <a:pt x="242" y="92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2"/>
                  </a:lnTo>
                  <a:lnTo>
                    <a:pt x="241" y="93"/>
                  </a:lnTo>
                  <a:lnTo>
                    <a:pt x="240" y="93"/>
                  </a:lnTo>
                  <a:lnTo>
                    <a:pt x="237" y="93"/>
                  </a:lnTo>
                  <a:lnTo>
                    <a:pt x="236" y="90"/>
                  </a:lnTo>
                  <a:lnTo>
                    <a:pt x="236" y="89"/>
                  </a:lnTo>
                  <a:lnTo>
                    <a:pt x="233" y="88"/>
                  </a:lnTo>
                  <a:lnTo>
                    <a:pt x="233" y="86"/>
                  </a:lnTo>
                  <a:lnTo>
                    <a:pt x="232" y="88"/>
                  </a:lnTo>
                  <a:lnTo>
                    <a:pt x="230" y="88"/>
                  </a:lnTo>
                  <a:lnTo>
                    <a:pt x="230" y="90"/>
                  </a:lnTo>
                  <a:lnTo>
                    <a:pt x="232" y="90"/>
                  </a:lnTo>
                  <a:lnTo>
                    <a:pt x="230" y="94"/>
                  </a:lnTo>
                  <a:lnTo>
                    <a:pt x="229" y="97"/>
                  </a:lnTo>
                  <a:lnTo>
                    <a:pt x="228" y="100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40" y="101"/>
                  </a:lnTo>
                  <a:lnTo>
                    <a:pt x="238" y="102"/>
                  </a:lnTo>
                  <a:lnTo>
                    <a:pt x="240" y="105"/>
                  </a:lnTo>
                  <a:lnTo>
                    <a:pt x="238" y="106"/>
                  </a:lnTo>
                  <a:lnTo>
                    <a:pt x="237" y="106"/>
                  </a:lnTo>
                  <a:lnTo>
                    <a:pt x="234" y="107"/>
                  </a:lnTo>
                  <a:lnTo>
                    <a:pt x="233" y="110"/>
                  </a:lnTo>
                  <a:lnTo>
                    <a:pt x="232" y="110"/>
                  </a:lnTo>
                  <a:lnTo>
                    <a:pt x="232" y="115"/>
                  </a:lnTo>
                  <a:lnTo>
                    <a:pt x="234" y="118"/>
                  </a:lnTo>
                  <a:lnTo>
                    <a:pt x="237" y="119"/>
                  </a:lnTo>
                  <a:lnTo>
                    <a:pt x="240" y="123"/>
                  </a:lnTo>
                  <a:lnTo>
                    <a:pt x="240" y="127"/>
                  </a:lnTo>
                  <a:lnTo>
                    <a:pt x="241" y="130"/>
                  </a:lnTo>
                  <a:lnTo>
                    <a:pt x="241" y="132"/>
                  </a:lnTo>
                  <a:lnTo>
                    <a:pt x="241" y="136"/>
                  </a:lnTo>
                  <a:lnTo>
                    <a:pt x="245" y="140"/>
                  </a:lnTo>
                  <a:lnTo>
                    <a:pt x="245" y="144"/>
                  </a:lnTo>
                  <a:lnTo>
                    <a:pt x="245" y="146"/>
                  </a:lnTo>
                  <a:lnTo>
                    <a:pt x="246" y="150"/>
                  </a:lnTo>
                  <a:lnTo>
                    <a:pt x="245" y="150"/>
                  </a:lnTo>
                  <a:lnTo>
                    <a:pt x="246" y="152"/>
                  </a:lnTo>
                  <a:lnTo>
                    <a:pt x="245" y="155"/>
                  </a:lnTo>
                  <a:lnTo>
                    <a:pt x="244" y="152"/>
                  </a:lnTo>
                  <a:lnTo>
                    <a:pt x="244" y="154"/>
                  </a:lnTo>
                  <a:lnTo>
                    <a:pt x="242" y="154"/>
                  </a:lnTo>
                  <a:lnTo>
                    <a:pt x="241" y="151"/>
                  </a:lnTo>
                  <a:lnTo>
                    <a:pt x="241" y="150"/>
                  </a:lnTo>
                  <a:lnTo>
                    <a:pt x="241" y="151"/>
                  </a:lnTo>
                  <a:lnTo>
                    <a:pt x="240" y="152"/>
                  </a:lnTo>
                  <a:lnTo>
                    <a:pt x="240" y="151"/>
                  </a:lnTo>
                  <a:lnTo>
                    <a:pt x="240" y="152"/>
                  </a:lnTo>
                  <a:lnTo>
                    <a:pt x="238" y="152"/>
                  </a:lnTo>
                  <a:lnTo>
                    <a:pt x="237" y="152"/>
                  </a:lnTo>
                  <a:lnTo>
                    <a:pt x="236" y="152"/>
                  </a:lnTo>
                  <a:lnTo>
                    <a:pt x="234" y="148"/>
                  </a:lnTo>
                  <a:lnTo>
                    <a:pt x="236" y="147"/>
                  </a:lnTo>
                  <a:lnTo>
                    <a:pt x="233" y="146"/>
                  </a:lnTo>
                  <a:lnTo>
                    <a:pt x="232" y="146"/>
                  </a:lnTo>
                  <a:lnTo>
                    <a:pt x="232" y="146"/>
                  </a:lnTo>
                  <a:lnTo>
                    <a:pt x="233" y="147"/>
                  </a:lnTo>
                  <a:lnTo>
                    <a:pt x="234" y="147"/>
                  </a:lnTo>
                  <a:lnTo>
                    <a:pt x="233" y="148"/>
                  </a:lnTo>
                  <a:lnTo>
                    <a:pt x="233" y="150"/>
                  </a:lnTo>
                  <a:lnTo>
                    <a:pt x="233" y="151"/>
                  </a:lnTo>
                  <a:lnTo>
                    <a:pt x="230" y="154"/>
                  </a:lnTo>
                  <a:lnTo>
                    <a:pt x="224" y="156"/>
                  </a:lnTo>
                  <a:lnTo>
                    <a:pt x="223" y="157"/>
                  </a:lnTo>
                  <a:lnTo>
                    <a:pt x="221" y="159"/>
                  </a:lnTo>
                  <a:lnTo>
                    <a:pt x="220" y="161"/>
                  </a:lnTo>
                  <a:lnTo>
                    <a:pt x="221" y="163"/>
                  </a:lnTo>
                  <a:lnTo>
                    <a:pt x="223" y="165"/>
                  </a:lnTo>
                  <a:lnTo>
                    <a:pt x="223" y="165"/>
                  </a:lnTo>
                  <a:lnTo>
                    <a:pt x="223" y="167"/>
                  </a:lnTo>
                  <a:lnTo>
                    <a:pt x="220" y="168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9" y="172"/>
                  </a:lnTo>
                  <a:lnTo>
                    <a:pt x="215" y="176"/>
                  </a:lnTo>
                  <a:lnTo>
                    <a:pt x="215" y="177"/>
                  </a:lnTo>
                  <a:lnTo>
                    <a:pt x="208" y="180"/>
                  </a:lnTo>
                  <a:lnTo>
                    <a:pt x="207" y="180"/>
                  </a:lnTo>
                  <a:lnTo>
                    <a:pt x="207" y="179"/>
                  </a:lnTo>
                  <a:lnTo>
                    <a:pt x="207" y="177"/>
                  </a:lnTo>
                  <a:lnTo>
                    <a:pt x="205" y="177"/>
                  </a:lnTo>
                  <a:lnTo>
                    <a:pt x="204" y="180"/>
                  </a:lnTo>
                  <a:lnTo>
                    <a:pt x="203" y="180"/>
                  </a:lnTo>
                  <a:lnTo>
                    <a:pt x="201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198" y="189"/>
                  </a:lnTo>
                  <a:lnTo>
                    <a:pt x="195" y="194"/>
                  </a:lnTo>
                  <a:lnTo>
                    <a:pt x="184" y="202"/>
                  </a:lnTo>
                  <a:lnTo>
                    <a:pt x="183" y="206"/>
                  </a:lnTo>
                  <a:lnTo>
                    <a:pt x="180" y="209"/>
                  </a:lnTo>
                  <a:lnTo>
                    <a:pt x="176" y="210"/>
                  </a:lnTo>
                  <a:lnTo>
                    <a:pt x="173" y="213"/>
                  </a:lnTo>
                  <a:lnTo>
                    <a:pt x="173" y="215"/>
                  </a:lnTo>
                  <a:lnTo>
                    <a:pt x="173" y="218"/>
                  </a:lnTo>
                  <a:lnTo>
                    <a:pt x="171" y="221"/>
                  </a:lnTo>
                  <a:lnTo>
                    <a:pt x="169" y="222"/>
                  </a:lnTo>
                  <a:lnTo>
                    <a:pt x="163" y="222"/>
                  </a:lnTo>
                  <a:lnTo>
                    <a:pt x="161" y="223"/>
                  </a:lnTo>
                  <a:lnTo>
                    <a:pt x="161" y="226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4" y="229"/>
                  </a:lnTo>
                  <a:lnTo>
                    <a:pt x="153" y="229"/>
                  </a:lnTo>
                  <a:lnTo>
                    <a:pt x="149" y="232"/>
                  </a:lnTo>
                  <a:lnTo>
                    <a:pt x="149" y="234"/>
                  </a:lnTo>
                  <a:lnTo>
                    <a:pt x="149" y="239"/>
                  </a:lnTo>
                  <a:lnTo>
                    <a:pt x="150" y="244"/>
                  </a:lnTo>
                  <a:lnTo>
                    <a:pt x="149" y="247"/>
                  </a:lnTo>
                  <a:lnTo>
                    <a:pt x="149" y="250"/>
                  </a:lnTo>
                  <a:lnTo>
                    <a:pt x="149" y="259"/>
                  </a:lnTo>
                  <a:lnTo>
                    <a:pt x="151" y="260"/>
                  </a:lnTo>
                  <a:lnTo>
                    <a:pt x="153" y="265"/>
                  </a:lnTo>
                  <a:lnTo>
                    <a:pt x="150" y="273"/>
                  </a:lnTo>
                  <a:lnTo>
                    <a:pt x="146" y="279"/>
                  </a:lnTo>
                  <a:lnTo>
                    <a:pt x="146" y="284"/>
                  </a:lnTo>
                  <a:lnTo>
                    <a:pt x="148" y="285"/>
                  </a:lnTo>
                  <a:lnTo>
                    <a:pt x="149" y="296"/>
                  </a:lnTo>
                  <a:lnTo>
                    <a:pt x="149" y="298"/>
                  </a:lnTo>
                  <a:lnTo>
                    <a:pt x="146" y="298"/>
                  </a:lnTo>
                  <a:lnTo>
                    <a:pt x="145" y="298"/>
                  </a:lnTo>
                  <a:lnTo>
                    <a:pt x="142" y="298"/>
                  </a:lnTo>
                  <a:lnTo>
                    <a:pt x="141" y="301"/>
                  </a:lnTo>
                  <a:lnTo>
                    <a:pt x="141" y="302"/>
                  </a:lnTo>
                  <a:lnTo>
                    <a:pt x="138" y="306"/>
                  </a:lnTo>
                  <a:lnTo>
                    <a:pt x="137" y="307"/>
                  </a:lnTo>
                  <a:lnTo>
                    <a:pt x="137" y="309"/>
                  </a:lnTo>
                  <a:lnTo>
                    <a:pt x="141" y="311"/>
                  </a:lnTo>
                  <a:lnTo>
                    <a:pt x="142" y="311"/>
                  </a:lnTo>
                  <a:lnTo>
                    <a:pt x="142" y="313"/>
                  </a:lnTo>
                  <a:lnTo>
                    <a:pt x="141" y="311"/>
                  </a:lnTo>
                  <a:lnTo>
                    <a:pt x="140" y="310"/>
                  </a:lnTo>
                  <a:lnTo>
                    <a:pt x="134" y="313"/>
                  </a:lnTo>
                  <a:lnTo>
                    <a:pt x="133" y="313"/>
                  </a:lnTo>
                  <a:lnTo>
                    <a:pt x="129" y="314"/>
                  </a:lnTo>
                  <a:lnTo>
                    <a:pt x="128" y="317"/>
                  </a:lnTo>
                  <a:lnTo>
                    <a:pt x="128" y="318"/>
                  </a:lnTo>
                  <a:lnTo>
                    <a:pt x="128" y="318"/>
                  </a:lnTo>
                  <a:lnTo>
                    <a:pt x="128" y="319"/>
                  </a:lnTo>
                  <a:lnTo>
                    <a:pt x="126" y="322"/>
                  </a:lnTo>
                  <a:lnTo>
                    <a:pt x="122" y="325"/>
                  </a:lnTo>
                  <a:lnTo>
                    <a:pt x="119" y="325"/>
                  </a:lnTo>
                  <a:lnTo>
                    <a:pt x="115" y="322"/>
                  </a:lnTo>
                  <a:lnTo>
                    <a:pt x="111" y="318"/>
                  </a:lnTo>
                  <a:lnTo>
                    <a:pt x="107" y="309"/>
                  </a:lnTo>
                  <a:lnTo>
                    <a:pt x="107" y="305"/>
                  </a:lnTo>
                  <a:lnTo>
                    <a:pt x="105" y="300"/>
                  </a:lnTo>
                  <a:lnTo>
                    <a:pt x="103" y="294"/>
                  </a:lnTo>
                  <a:lnTo>
                    <a:pt x="103" y="293"/>
                  </a:lnTo>
                  <a:lnTo>
                    <a:pt x="101" y="293"/>
                  </a:lnTo>
                  <a:lnTo>
                    <a:pt x="100" y="289"/>
                  </a:lnTo>
                  <a:lnTo>
                    <a:pt x="100" y="285"/>
                  </a:lnTo>
                  <a:lnTo>
                    <a:pt x="96" y="281"/>
                  </a:lnTo>
                  <a:lnTo>
                    <a:pt x="94" y="277"/>
                  </a:lnTo>
                  <a:lnTo>
                    <a:pt x="94" y="277"/>
                  </a:lnTo>
                  <a:lnTo>
                    <a:pt x="90" y="275"/>
                  </a:lnTo>
                  <a:lnTo>
                    <a:pt x="88" y="271"/>
                  </a:lnTo>
                  <a:lnTo>
                    <a:pt x="87" y="271"/>
                  </a:lnTo>
                  <a:lnTo>
                    <a:pt x="87" y="265"/>
                  </a:lnTo>
                  <a:lnTo>
                    <a:pt x="86" y="263"/>
                  </a:lnTo>
                  <a:lnTo>
                    <a:pt x="84" y="257"/>
                  </a:lnTo>
                  <a:lnTo>
                    <a:pt x="83" y="255"/>
                  </a:lnTo>
                  <a:lnTo>
                    <a:pt x="82" y="252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9" y="246"/>
                  </a:lnTo>
                  <a:lnTo>
                    <a:pt x="76" y="242"/>
                  </a:lnTo>
                  <a:lnTo>
                    <a:pt x="76" y="240"/>
                  </a:lnTo>
                  <a:lnTo>
                    <a:pt x="75" y="240"/>
                  </a:lnTo>
                  <a:lnTo>
                    <a:pt x="72" y="235"/>
                  </a:lnTo>
                  <a:lnTo>
                    <a:pt x="72" y="234"/>
                  </a:lnTo>
                  <a:lnTo>
                    <a:pt x="71" y="232"/>
                  </a:lnTo>
                  <a:lnTo>
                    <a:pt x="70" y="230"/>
                  </a:lnTo>
                  <a:lnTo>
                    <a:pt x="68" y="229"/>
                  </a:lnTo>
                  <a:lnTo>
                    <a:pt x="67" y="223"/>
                  </a:lnTo>
                  <a:lnTo>
                    <a:pt x="66" y="21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59" y="200"/>
                  </a:lnTo>
                  <a:lnTo>
                    <a:pt x="62" y="200"/>
                  </a:lnTo>
                  <a:lnTo>
                    <a:pt x="58" y="196"/>
                  </a:lnTo>
                  <a:lnTo>
                    <a:pt x="58" y="193"/>
                  </a:lnTo>
                  <a:lnTo>
                    <a:pt x="61" y="193"/>
                  </a:lnTo>
                  <a:lnTo>
                    <a:pt x="59" y="190"/>
                  </a:lnTo>
                  <a:lnTo>
                    <a:pt x="58" y="189"/>
                  </a:lnTo>
                  <a:lnTo>
                    <a:pt x="55" y="182"/>
                  </a:lnTo>
                  <a:lnTo>
                    <a:pt x="54" y="179"/>
                  </a:lnTo>
                  <a:lnTo>
                    <a:pt x="57" y="177"/>
                  </a:lnTo>
                  <a:lnTo>
                    <a:pt x="55" y="176"/>
                  </a:lnTo>
                  <a:lnTo>
                    <a:pt x="54" y="175"/>
                  </a:lnTo>
                  <a:lnTo>
                    <a:pt x="55" y="172"/>
                  </a:lnTo>
                  <a:lnTo>
                    <a:pt x="55" y="168"/>
                  </a:lnTo>
                  <a:lnTo>
                    <a:pt x="54" y="164"/>
                  </a:lnTo>
                  <a:lnTo>
                    <a:pt x="53" y="164"/>
                  </a:lnTo>
                  <a:lnTo>
                    <a:pt x="53" y="157"/>
                  </a:lnTo>
                  <a:lnTo>
                    <a:pt x="55" y="156"/>
                  </a:lnTo>
                  <a:lnTo>
                    <a:pt x="55" y="155"/>
                  </a:lnTo>
                  <a:lnTo>
                    <a:pt x="58" y="155"/>
                  </a:lnTo>
                  <a:lnTo>
                    <a:pt x="55" y="155"/>
                  </a:lnTo>
                  <a:lnTo>
                    <a:pt x="53" y="155"/>
                  </a:lnTo>
                  <a:lnTo>
                    <a:pt x="51" y="155"/>
                  </a:lnTo>
                  <a:lnTo>
                    <a:pt x="51" y="152"/>
                  </a:lnTo>
                  <a:lnTo>
                    <a:pt x="50" y="15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53" y="148"/>
                  </a:lnTo>
                  <a:lnTo>
                    <a:pt x="55" y="147"/>
                  </a:lnTo>
                  <a:lnTo>
                    <a:pt x="55" y="144"/>
                  </a:lnTo>
                  <a:lnTo>
                    <a:pt x="54" y="146"/>
                  </a:lnTo>
                  <a:lnTo>
                    <a:pt x="53" y="146"/>
                  </a:lnTo>
                  <a:lnTo>
                    <a:pt x="50" y="146"/>
                  </a:lnTo>
                  <a:lnTo>
                    <a:pt x="49" y="144"/>
                  </a:lnTo>
                  <a:lnTo>
                    <a:pt x="49" y="146"/>
                  </a:lnTo>
                  <a:lnTo>
                    <a:pt x="49" y="148"/>
                  </a:lnTo>
                  <a:lnTo>
                    <a:pt x="46" y="152"/>
                  </a:lnTo>
                  <a:lnTo>
                    <a:pt x="49" y="155"/>
                  </a:lnTo>
                  <a:lnTo>
                    <a:pt x="47" y="159"/>
                  </a:lnTo>
                  <a:lnTo>
                    <a:pt x="46" y="160"/>
                  </a:lnTo>
                  <a:lnTo>
                    <a:pt x="46" y="161"/>
                  </a:lnTo>
                  <a:lnTo>
                    <a:pt x="42" y="164"/>
                  </a:lnTo>
                  <a:lnTo>
                    <a:pt x="36" y="168"/>
                  </a:lnTo>
                  <a:lnTo>
                    <a:pt x="33" y="168"/>
                  </a:lnTo>
                  <a:lnTo>
                    <a:pt x="29" y="168"/>
                  </a:lnTo>
                  <a:lnTo>
                    <a:pt x="20" y="160"/>
                  </a:lnTo>
                  <a:lnTo>
                    <a:pt x="16" y="155"/>
                  </a:lnTo>
                  <a:lnTo>
                    <a:pt x="16" y="155"/>
                  </a:lnTo>
                  <a:lnTo>
                    <a:pt x="15" y="155"/>
                  </a:lnTo>
                  <a:lnTo>
                    <a:pt x="13" y="154"/>
                  </a:lnTo>
                  <a:lnTo>
                    <a:pt x="8" y="148"/>
                  </a:lnTo>
                  <a:lnTo>
                    <a:pt x="8" y="147"/>
                  </a:lnTo>
                  <a:lnTo>
                    <a:pt x="8" y="146"/>
                  </a:lnTo>
                  <a:lnTo>
                    <a:pt x="9" y="146"/>
                  </a:lnTo>
                  <a:lnTo>
                    <a:pt x="9" y="147"/>
                  </a:lnTo>
                  <a:lnTo>
                    <a:pt x="11" y="146"/>
                  </a:lnTo>
                  <a:lnTo>
                    <a:pt x="11" y="148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7"/>
                  </a:lnTo>
                  <a:lnTo>
                    <a:pt x="16" y="148"/>
                  </a:lnTo>
                  <a:lnTo>
                    <a:pt x="17" y="147"/>
                  </a:lnTo>
                  <a:lnTo>
                    <a:pt x="21" y="143"/>
                  </a:lnTo>
                  <a:lnTo>
                    <a:pt x="22" y="143"/>
                  </a:lnTo>
                  <a:lnTo>
                    <a:pt x="25" y="140"/>
                  </a:lnTo>
                  <a:lnTo>
                    <a:pt x="26" y="140"/>
                  </a:lnTo>
                  <a:lnTo>
                    <a:pt x="26" y="138"/>
                  </a:lnTo>
                  <a:lnTo>
                    <a:pt x="25" y="138"/>
                  </a:lnTo>
                  <a:lnTo>
                    <a:pt x="24" y="138"/>
                  </a:lnTo>
                  <a:lnTo>
                    <a:pt x="24" y="138"/>
                  </a:lnTo>
                  <a:lnTo>
                    <a:pt x="24" y="139"/>
                  </a:lnTo>
                  <a:lnTo>
                    <a:pt x="18" y="142"/>
                  </a:lnTo>
                  <a:lnTo>
                    <a:pt x="16" y="142"/>
                  </a:lnTo>
                  <a:lnTo>
                    <a:pt x="15" y="142"/>
                  </a:lnTo>
                  <a:lnTo>
                    <a:pt x="7" y="139"/>
                  </a:lnTo>
                  <a:lnTo>
                    <a:pt x="3" y="135"/>
                  </a:lnTo>
                  <a:lnTo>
                    <a:pt x="1" y="135"/>
                  </a:lnTo>
                  <a:lnTo>
                    <a:pt x="1" y="132"/>
                  </a:lnTo>
                  <a:lnTo>
                    <a:pt x="4" y="130"/>
                  </a:lnTo>
                  <a:lnTo>
                    <a:pt x="7" y="129"/>
                  </a:lnTo>
                  <a:lnTo>
                    <a:pt x="3" y="129"/>
                  </a:lnTo>
                  <a:lnTo>
                    <a:pt x="0" y="131"/>
                  </a:lnTo>
                  <a:lnTo>
                    <a:pt x="0" y="127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5" y="122"/>
                  </a:lnTo>
                  <a:lnTo>
                    <a:pt x="7" y="123"/>
                  </a:lnTo>
                  <a:lnTo>
                    <a:pt x="8" y="122"/>
                  </a:lnTo>
                  <a:lnTo>
                    <a:pt x="17" y="122"/>
                  </a:lnTo>
                  <a:lnTo>
                    <a:pt x="21" y="121"/>
                  </a:lnTo>
                  <a:lnTo>
                    <a:pt x="22" y="119"/>
                  </a:lnTo>
                  <a:lnTo>
                    <a:pt x="25" y="119"/>
                  </a:lnTo>
                  <a:lnTo>
                    <a:pt x="24" y="121"/>
                  </a:lnTo>
                  <a:lnTo>
                    <a:pt x="25" y="122"/>
                  </a:lnTo>
                  <a:lnTo>
                    <a:pt x="28" y="121"/>
                  </a:lnTo>
                  <a:lnTo>
                    <a:pt x="30" y="119"/>
                  </a:lnTo>
                  <a:lnTo>
                    <a:pt x="29" y="118"/>
                  </a:lnTo>
                  <a:lnTo>
                    <a:pt x="29" y="117"/>
                  </a:lnTo>
                  <a:lnTo>
                    <a:pt x="26" y="109"/>
                  </a:lnTo>
                  <a:lnTo>
                    <a:pt x="25" y="106"/>
                  </a:lnTo>
                  <a:lnTo>
                    <a:pt x="25" y="105"/>
                  </a:lnTo>
                  <a:lnTo>
                    <a:pt x="24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7" y="97"/>
                  </a:lnTo>
                  <a:lnTo>
                    <a:pt x="17" y="93"/>
                  </a:lnTo>
                  <a:lnTo>
                    <a:pt x="16" y="90"/>
                  </a:lnTo>
                  <a:lnTo>
                    <a:pt x="13" y="89"/>
                  </a:lnTo>
                  <a:lnTo>
                    <a:pt x="12" y="90"/>
                  </a:lnTo>
                  <a:lnTo>
                    <a:pt x="9" y="89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9" y="81"/>
                  </a:lnTo>
                  <a:lnTo>
                    <a:pt x="11" y="81"/>
                  </a:lnTo>
                  <a:lnTo>
                    <a:pt x="13" y="77"/>
                  </a:lnTo>
                  <a:lnTo>
                    <a:pt x="15" y="75"/>
                  </a:lnTo>
                  <a:lnTo>
                    <a:pt x="16" y="73"/>
                  </a:lnTo>
                  <a:lnTo>
                    <a:pt x="18" y="72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2" y="76"/>
                  </a:lnTo>
                  <a:lnTo>
                    <a:pt x="28" y="73"/>
                  </a:lnTo>
                  <a:lnTo>
                    <a:pt x="33" y="73"/>
                  </a:lnTo>
                  <a:lnTo>
                    <a:pt x="37" y="69"/>
                  </a:lnTo>
                  <a:lnTo>
                    <a:pt x="40" y="63"/>
                  </a:lnTo>
                  <a:lnTo>
                    <a:pt x="45" y="59"/>
                  </a:lnTo>
                  <a:lnTo>
                    <a:pt x="46" y="56"/>
                  </a:lnTo>
                  <a:lnTo>
                    <a:pt x="47" y="52"/>
                  </a:lnTo>
                  <a:lnTo>
                    <a:pt x="50" y="48"/>
                  </a:lnTo>
                  <a:lnTo>
                    <a:pt x="53" y="47"/>
                  </a:lnTo>
                  <a:lnTo>
                    <a:pt x="54" y="43"/>
                  </a:lnTo>
                  <a:lnTo>
                    <a:pt x="54" y="42"/>
                  </a:lnTo>
                  <a:lnTo>
                    <a:pt x="53" y="40"/>
                  </a:lnTo>
                  <a:lnTo>
                    <a:pt x="57" y="36"/>
                  </a:lnTo>
                  <a:lnTo>
                    <a:pt x="58" y="35"/>
                  </a:lnTo>
                  <a:lnTo>
                    <a:pt x="59" y="32"/>
                  </a:lnTo>
                  <a:lnTo>
                    <a:pt x="59" y="26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61" y="17"/>
                  </a:lnTo>
                  <a:lnTo>
                    <a:pt x="63" y="17"/>
                  </a:lnTo>
                  <a:lnTo>
                    <a:pt x="66" y="15"/>
                  </a:lnTo>
                  <a:lnTo>
                    <a:pt x="67" y="15"/>
                  </a:lnTo>
                  <a:lnTo>
                    <a:pt x="70" y="11"/>
                  </a:lnTo>
                  <a:lnTo>
                    <a:pt x="74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9" name="Freeform 371">
              <a:extLst>
                <a:ext uri="{FF2B5EF4-FFF2-40B4-BE49-F238E27FC236}">
                  <a16:creationId xmlns:a16="http://schemas.microsoft.com/office/drawing/2014/main" id="{C01CB9FA-D174-4622-A28E-B8059A752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88" y="1654037"/>
              <a:ext cx="1057466" cy="1146649"/>
            </a:xfrm>
            <a:custGeom>
              <a:avLst/>
              <a:gdLst>
                <a:gd name="T0" fmla="*/ 129 w 166"/>
                <a:gd name="T1" fmla="*/ 2 h 180"/>
                <a:gd name="T2" fmla="*/ 126 w 166"/>
                <a:gd name="T3" fmla="*/ 12 h 180"/>
                <a:gd name="T4" fmla="*/ 138 w 166"/>
                <a:gd name="T5" fmla="*/ 18 h 180"/>
                <a:gd name="T6" fmla="*/ 139 w 166"/>
                <a:gd name="T7" fmla="*/ 28 h 180"/>
                <a:gd name="T8" fmla="*/ 139 w 166"/>
                <a:gd name="T9" fmla="*/ 38 h 180"/>
                <a:gd name="T10" fmla="*/ 150 w 166"/>
                <a:gd name="T11" fmla="*/ 54 h 180"/>
                <a:gd name="T12" fmla="*/ 162 w 166"/>
                <a:gd name="T13" fmla="*/ 58 h 180"/>
                <a:gd name="T14" fmla="*/ 162 w 166"/>
                <a:gd name="T15" fmla="*/ 64 h 180"/>
                <a:gd name="T16" fmla="*/ 154 w 166"/>
                <a:gd name="T17" fmla="*/ 71 h 180"/>
                <a:gd name="T18" fmla="*/ 153 w 166"/>
                <a:gd name="T19" fmla="*/ 85 h 180"/>
                <a:gd name="T20" fmla="*/ 149 w 166"/>
                <a:gd name="T21" fmla="*/ 96 h 180"/>
                <a:gd name="T22" fmla="*/ 141 w 166"/>
                <a:gd name="T23" fmla="*/ 108 h 180"/>
                <a:gd name="T24" fmla="*/ 124 w 166"/>
                <a:gd name="T25" fmla="*/ 122 h 180"/>
                <a:gd name="T26" fmla="*/ 114 w 166"/>
                <a:gd name="T27" fmla="*/ 121 h 180"/>
                <a:gd name="T28" fmla="*/ 107 w 166"/>
                <a:gd name="T29" fmla="*/ 130 h 180"/>
                <a:gd name="T30" fmla="*/ 105 w 166"/>
                <a:gd name="T31" fmla="*/ 138 h 180"/>
                <a:gd name="T32" fmla="*/ 113 w 166"/>
                <a:gd name="T33" fmla="*/ 142 h 180"/>
                <a:gd name="T34" fmla="*/ 120 w 166"/>
                <a:gd name="T35" fmla="*/ 153 h 180"/>
                <a:gd name="T36" fmla="*/ 125 w 166"/>
                <a:gd name="T37" fmla="*/ 166 h 180"/>
                <a:gd name="T38" fmla="*/ 121 w 166"/>
                <a:gd name="T39" fmla="*/ 171 h 180"/>
                <a:gd name="T40" fmla="*/ 117 w 166"/>
                <a:gd name="T41" fmla="*/ 170 h 180"/>
                <a:gd name="T42" fmla="*/ 101 w 166"/>
                <a:gd name="T43" fmla="*/ 171 h 180"/>
                <a:gd name="T44" fmla="*/ 96 w 166"/>
                <a:gd name="T45" fmla="*/ 180 h 180"/>
                <a:gd name="T46" fmla="*/ 87 w 166"/>
                <a:gd name="T47" fmla="*/ 178 h 180"/>
                <a:gd name="T48" fmla="*/ 82 w 166"/>
                <a:gd name="T49" fmla="*/ 175 h 180"/>
                <a:gd name="T50" fmla="*/ 82 w 166"/>
                <a:gd name="T51" fmla="*/ 168 h 180"/>
                <a:gd name="T52" fmla="*/ 74 w 166"/>
                <a:gd name="T53" fmla="*/ 164 h 180"/>
                <a:gd name="T54" fmla="*/ 74 w 166"/>
                <a:gd name="T55" fmla="*/ 160 h 180"/>
                <a:gd name="T56" fmla="*/ 64 w 166"/>
                <a:gd name="T57" fmla="*/ 156 h 180"/>
                <a:gd name="T58" fmla="*/ 58 w 166"/>
                <a:gd name="T59" fmla="*/ 156 h 180"/>
                <a:gd name="T60" fmla="*/ 49 w 166"/>
                <a:gd name="T61" fmla="*/ 160 h 180"/>
                <a:gd name="T62" fmla="*/ 42 w 166"/>
                <a:gd name="T63" fmla="*/ 158 h 180"/>
                <a:gd name="T64" fmla="*/ 37 w 166"/>
                <a:gd name="T65" fmla="*/ 156 h 180"/>
                <a:gd name="T66" fmla="*/ 33 w 166"/>
                <a:gd name="T67" fmla="*/ 159 h 180"/>
                <a:gd name="T68" fmla="*/ 25 w 166"/>
                <a:gd name="T69" fmla="*/ 160 h 180"/>
                <a:gd name="T70" fmla="*/ 18 w 166"/>
                <a:gd name="T71" fmla="*/ 162 h 180"/>
                <a:gd name="T72" fmla="*/ 16 w 166"/>
                <a:gd name="T73" fmla="*/ 158 h 180"/>
                <a:gd name="T74" fmla="*/ 16 w 166"/>
                <a:gd name="T75" fmla="*/ 146 h 180"/>
                <a:gd name="T76" fmla="*/ 28 w 166"/>
                <a:gd name="T77" fmla="*/ 139 h 180"/>
                <a:gd name="T78" fmla="*/ 29 w 166"/>
                <a:gd name="T79" fmla="*/ 133 h 180"/>
                <a:gd name="T80" fmla="*/ 25 w 166"/>
                <a:gd name="T81" fmla="*/ 125 h 180"/>
                <a:gd name="T82" fmla="*/ 18 w 166"/>
                <a:gd name="T83" fmla="*/ 118 h 180"/>
                <a:gd name="T84" fmla="*/ 8 w 166"/>
                <a:gd name="T85" fmla="*/ 112 h 180"/>
                <a:gd name="T86" fmla="*/ 16 w 166"/>
                <a:gd name="T87" fmla="*/ 105 h 180"/>
                <a:gd name="T88" fmla="*/ 39 w 166"/>
                <a:gd name="T89" fmla="*/ 103 h 180"/>
                <a:gd name="T90" fmla="*/ 58 w 166"/>
                <a:gd name="T91" fmla="*/ 101 h 180"/>
                <a:gd name="T92" fmla="*/ 62 w 166"/>
                <a:gd name="T93" fmla="*/ 92 h 180"/>
                <a:gd name="T94" fmla="*/ 64 w 166"/>
                <a:gd name="T95" fmla="*/ 83 h 180"/>
                <a:gd name="T96" fmla="*/ 70 w 166"/>
                <a:gd name="T97" fmla="*/ 79 h 180"/>
                <a:gd name="T98" fmla="*/ 79 w 166"/>
                <a:gd name="T99" fmla="*/ 71 h 180"/>
                <a:gd name="T100" fmla="*/ 87 w 166"/>
                <a:gd name="T101" fmla="*/ 71 h 180"/>
                <a:gd name="T102" fmla="*/ 93 w 166"/>
                <a:gd name="T103" fmla="*/ 68 h 180"/>
                <a:gd name="T104" fmla="*/ 93 w 166"/>
                <a:gd name="T105" fmla="*/ 58 h 180"/>
                <a:gd name="T106" fmla="*/ 100 w 166"/>
                <a:gd name="T107" fmla="*/ 50 h 180"/>
                <a:gd name="T108" fmla="*/ 96 w 166"/>
                <a:gd name="T109" fmla="*/ 41 h 180"/>
                <a:gd name="T110" fmla="*/ 111 w 166"/>
                <a:gd name="T111" fmla="*/ 35 h 180"/>
                <a:gd name="T112" fmla="*/ 113 w 166"/>
                <a:gd name="T113" fmla="*/ 17 h 180"/>
                <a:gd name="T114" fmla="*/ 114 w 166"/>
                <a:gd name="T115" fmla="*/ 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6" h="180">
                  <a:moveTo>
                    <a:pt x="122" y="0"/>
                  </a:moveTo>
                  <a:lnTo>
                    <a:pt x="125" y="1"/>
                  </a:lnTo>
                  <a:lnTo>
                    <a:pt x="128" y="0"/>
                  </a:lnTo>
                  <a:lnTo>
                    <a:pt x="129" y="2"/>
                  </a:lnTo>
                  <a:lnTo>
                    <a:pt x="122" y="6"/>
                  </a:lnTo>
                  <a:lnTo>
                    <a:pt x="124" y="10"/>
                  </a:lnTo>
                  <a:lnTo>
                    <a:pt x="125" y="13"/>
                  </a:lnTo>
                  <a:lnTo>
                    <a:pt x="126" y="12"/>
                  </a:lnTo>
                  <a:lnTo>
                    <a:pt x="129" y="12"/>
                  </a:lnTo>
                  <a:lnTo>
                    <a:pt x="132" y="13"/>
                  </a:lnTo>
                  <a:lnTo>
                    <a:pt x="136" y="17"/>
                  </a:lnTo>
                  <a:lnTo>
                    <a:pt x="138" y="18"/>
                  </a:lnTo>
                  <a:lnTo>
                    <a:pt x="138" y="21"/>
                  </a:lnTo>
                  <a:lnTo>
                    <a:pt x="142" y="22"/>
                  </a:lnTo>
                  <a:lnTo>
                    <a:pt x="142" y="25"/>
                  </a:lnTo>
                  <a:lnTo>
                    <a:pt x="139" y="28"/>
                  </a:lnTo>
                  <a:lnTo>
                    <a:pt x="138" y="30"/>
                  </a:lnTo>
                  <a:lnTo>
                    <a:pt x="137" y="30"/>
                  </a:lnTo>
                  <a:lnTo>
                    <a:pt x="137" y="34"/>
                  </a:lnTo>
                  <a:lnTo>
                    <a:pt x="139" y="38"/>
                  </a:lnTo>
                  <a:lnTo>
                    <a:pt x="141" y="46"/>
                  </a:lnTo>
                  <a:lnTo>
                    <a:pt x="141" y="49"/>
                  </a:lnTo>
                  <a:lnTo>
                    <a:pt x="146" y="53"/>
                  </a:lnTo>
                  <a:lnTo>
                    <a:pt x="150" y="54"/>
                  </a:lnTo>
                  <a:lnTo>
                    <a:pt x="154" y="55"/>
                  </a:lnTo>
                  <a:lnTo>
                    <a:pt x="155" y="59"/>
                  </a:lnTo>
                  <a:lnTo>
                    <a:pt x="159" y="59"/>
                  </a:lnTo>
                  <a:lnTo>
                    <a:pt x="162" y="58"/>
                  </a:lnTo>
                  <a:lnTo>
                    <a:pt x="164" y="59"/>
                  </a:lnTo>
                  <a:lnTo>
                    <a:pt x="166" y="62"/>
                  </a:lnTo>
                  <a:lnTo>
                    <a:pt x="163" y="64"/>
                  </a:lnTo>
                  <a:lnTo>
                    <a:pt x="162" y="64"/>
                  </a:lnTo>
                  <a:lnTo>
                    <a:pt x="159" y="66"/>
                  </a:lnTo>
                  <a:lnTo>
                    <a:pt x="157" y="66"/>
                  </a:lnTo>
                  <a:lnTo>
                    <a:pt x="154" y="70"/>
                  </a:lnTo>
                  <a:lnTo>
                    <a:pt x="154" y="71"/>
                  </a:lnTo>
                  <a:lnTo>
                    <a:pt x="155" y="75"/>
                  </a:lnTo>
                  <a:lnTo>
                    <a:pt x="155" y="81"/>
                  </a:lnTo>
                  <a:lnTo>
                    <a:pt x="154" y="84"/>
                  </a:lnTo>
                  <a:lnTo>
                    <a:pt x="153" y="85"/>
                  </a:lnTo>
                  <a:lnTo>
                    <a:pt x="149" y="89"/>
                  </a:lnTo>
                  <a:lnTo>
                    <a:pt x="150" y="91"/>
                  </a:lnTo>
                  <a:lnTo>
                    <a:pt x="150" y="92"/>
                  </a:lnTo>
                  <a:lnTo>
                    <a:pt x="149" y="96"/>
                  </a:lnTo>
                  <a:lnTo>
                    <a:pt x="146" y="97"/>
                  </a:lnTo>
                  <a:lnTo>
                    <a:pt x="143" y="101"/>
                  </a:lnTo>
                  <a:lnTo>
                    <a:pt x="142" y="105"/>
                  </a:lnTo>
                  <a:lnTo>
                    <a:pt x="141" y="108"/>
                  </a:lnTo>
                  <a:lnTo>
                    <a:pt x="136" y="112"/>
                  </a:lnTo>
                  <a:lnTo>
                    <a:pt x="133" y="118"/>
                  </a:lnTo>
                  <a:lnTo>
                    <a:pt x="129" y="122"/>
                  </a:lnTo>
                  <a:lnTo>
                    <a:pt x="124" y="122"/>
                  </a:lnTo>
                  <a:lnTo>
                    <a:pt x="118" y="125"/>
                  </a:lnTo>
                  <a:lnTo>
                    <a:pt x="117" y="125"/>
                  </a:lnTo>
                  <a:lnTo>
                    <a:pt x="117" y="122"/>
                  </a:lnTo>
                  <a:lnTo>
                    <a:pt x="114" y="121"/>
                  </a:lnTo>
                  <a:lnTo>
                    <a:pt x="112" y="122"/>
                  </a:lnTo>
                  <a:lnTo>
                    <a:pt x="111" y="124"/>
                  </a:lnTo>
                  <a:lnTo>
                    <a:pt x="109" y="126"/>
                  </a:lnTo>
                  <a:lnTo>
                    <a:pt x="107" y="130"/>
                  </a:lnTo>
                  <a:lnTo>
                    <a:pt x="105" y="130"/>
                  </a:lnTo>
                  <a:lnTo>
                    <a:pt x="103" y="135"/>
                  </a:lnTo>
                  <a:lnTo>
                    <a:pt x="103" y="138"/>
                  </a:lnTo>
                  <a:lnTo>
                    <a:pt x="105" y="138"/>
                  </a:lnTo>
                  <a:lnTo>
                    <a:pt x="108" y="139"/>
                  </a:lnTo>
                  <a:lnTo>
                    <a:pt x="109" y="138"/>
                  </a:lnTo>
                  <a:lnTo>
                    <a:pt x="112" y="139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3" y="150"/>
                  </a:lnTo>
                  <a:lnTo>
                    <a:pt x="117" y="153"/>
                  </a:lnTo>
                  <a:lnTo>
                    <a:pt x="120" y="153"/>
                  </a:lnTo>
                  <a:lnTo>
                    <a:pt x="121" y="154"/>
                  </a:lnTo>
                  <a:lnTo>
                    <a:pt x="121" y="155"/>
                  </a:lnTo>
                  <a:lnTo>
                    <a:pt x="122" y="158"/>
                  </a:lnTo>
                  <a:lnTo>
                    <a:pt x="125" y="166"/>
                  </a:lnTo>
                  <a:lnTo>
                    <a:pt x="125" y="167"/>
                  </a:lnTo>
                  <a:lnTo>
                    <a:pt x="126" y="168"/>
                  </a:lnTo>
                  <a:lnTo>
                    <a:pt x="124" y="170"/>
                  </a:lnTo>
                  <a:lnTo>
                    <a:pt x="121" y="171"/>
                  </a:lnTo>
                  <a:lnTo>
                    <a:pt x="120" y="170"/>
                  </a:lnTo>
                  <a:lnTo>
                    <a:pt x="121" y="168"/>
                  </a:lnTo>
                  <a:lnTo>
                    <a:pt x="118" y="168"/>
                  </a:lnTo>
                  <a:lnTo>
                    <a:pt x="117" y="170"/>
                  </a:lnTo>
                  <a:lnTo>
                    <a:pt x="113" y="171"/>
                  </a:lnTo>
                  <a:lnTo>
                    <a:pt x="104" y="171"/>
                  </a:lnTo>
                  <a:lnTo>
                    <a:pt x="103" y="172"/>
                  </a:lnTo>
                  <a:lnTo>
                    <a:pt x="101" y="171"/>
                  </a:lnTo>
                  <a:lnTo>
                    <a:pt x="100" y="175"/>
                  </a:lnTo>
                  <a:lnTo>
                    <a:pt x="99" y="175"/>
                  </a:lnTo>
                  <a:lnTo>
                    <a:pt x="96" y="176"/>
                  </a:lnTo>
                  <a:lnTo>
                    <a:pt x="96" y="180"/>
                  </a:lnTo>
                  <a:lnTo>
                    <a:pt x="93" y="180"/>
                  </a:lnTo>
                  <a:lnTo>
                    <a:pt x="93" y="179"/>
                  </a:lnTo>
                  <a:lnTo>
                    <a:pt x="89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3" y="175"/>
                  </a:lnTo>
                  <a:lnTo>
                    <a:pt x="83" y="175"/>
                  </a:lnTo>
                  <a:lnTo>
                    <a:pt x="82" y="175"/>
                  </a:lnTo>
                  <a:lnTo>
                    <a:pt x="83" y="174"/>
                  </a:lnTo>
                  <a:lnTo>
                    <a:pt x="83" y="172"/>
                  </a:lnTo>
                  <a:lnTo>
                    <a:pt x="82" y="172"/>
                  </a:lnTo>
                  <a:lnTo>
                    <a:pt x="82" y="168"/>
                  </a:lnTo>
                  <a:lnTo>
                    <a:pt x="79" y="164"/>
                  </a:lnTo>
                  <a:lnTo>
                    <a:pt x="79" y="163"/>
                  </a:lnTo>
                  <a:lnTo>
                    <a:pt x="75" y="164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0"/>
                  </a:lnTo>
                  <a:lnTo>
                    <a:pt x="72" y="158"/>
                  </a:lnTo>
                  <a:lnTo>
                    <a:pt x="71" y="156"/>
                  </a:lnTo>
                  <a:lnTo>
                    <a:pt x="67" y="156"/>
                  </a:lnTo>
                  <a:lnTo>
                    <a:pt x="64" y="156"/>
                  </a:lnTo>
                  <a:lnTo>
                    <a:pt x="60" y="156"/>
                  </a:lnTo>
                  <a:lnTo>
                    <a:pt x="59" y="156"/>
                  </a:lnTo>
                  <a:lnTo>
                    <a:pt x="59" y="156"/>
                  </a:lnTo>
                  <a:lnTo>
                    <a:pt x="58" y="156"/>
                  </a:lnTo>
                  <a:lnTo>
                    <a:pt x="55" y="158"/>
                  </a:lnTo>
                  <a:lnTo>
                    <a:pt x="54" y="158"/>
                  </a:lnTo>
                  <a:lnTo>
                    <a:pt x="51" y="158"/>
                  </a:lnTo>
                  <a:lnTo>
                    <a:pt x="49" y="160"/>
                  </a:lnTo>
                  <a:lnTo>
                    <a:pt x="46" y="160"/>
                  </a:lnTo>
                  <a:lnTo>
                    <a:pt x="45" y="159"/>
                  </a:lnTo>
                  <a:lnTo>
                    <a:pt x="43" y="159"/>
                  </a:lnTo>
                  <a:lnTo>
                    <a:pt x="42" y="158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39" y="158"/>
                  </a:lnTo>
                  <a:lnTo>
                    <a:pt x="37" y="156"/>
                  </a:lnTo>
                  <a:lnTo>
                    <a:pt x="35" y="158"/>
                  </a:lnTo>
                  <a:lnTo>
                    <a:pt x="35" y="159"/>
                  </a:lnTo>
                  <a:lnTo>
                    <a:pt x="34" y="159"/>
                  </a:lnTo>
                  <a:lnTo>
                    <a:pt x="33" y="159"/>
                  </a:lnTo>
                  <a:lnTo>
                    <a:pt x="30" y="159"/>
                  </a:lnTo>
                  <a:lnTo>
                    <a:pt x="29" y="159"/>
                  </a:lnTo>
                  <a:lnTo>
                    <a:pt x="26" y="159"/>
                  </a:lnTo>
                  <a:lnTo>
                    <a:pt x="25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7" y="162"/>
                  </a:lnTo>
                  <a:lnTo>
                    <a:pt x="17" y="160"/>
                  </a:lnTo>
                  <a:lnTo>
                    <a:pt x="16" y="160"/>
                  </a:lnTo>
                  <a:lnTo>
                    <a:pt x="16" y="158"/>
                  </a:lnTo>
                  <a:lnTo>
                    <a:pt x="16" y="154"/>
                  </a:lnTo>
                  <a:lnTo>
                    <a:pt x="14" y="151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7" y="145"/>
                  </a:lnTo>
                  <a:lnTo>
                    <a:pt x="21" y="142"/>
                  </a:lnTo>
                  <a:lnTo>
                    <a:pt x="22" y="141"/>
                  </a:lnTo>
                  <a:lnTo>
                    <a:pt x="28" y="139"/>
                  </a:lnTo>
                  <a:lnTo>
                    <a:pt x="30" y="141"/>
                  </a:lnTo>
                  <a:lnTo>
                    <a:pt x="33" y="139"/>
                  </a:lnTo>
                  <a:lnTo>
                    <a:pt x="32" y="134"/>
                  </a:lnTo>
                  <a:lnTo>
                    <a:pt x="29" y="133"/>
                  </a:lnTo>
                  <a:lnTo>
                    <a:pt x="26" y="133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5"/>
                  </a:lnTo>
                  <a:lnTo>
                    <a:pt x="25" y="121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18" y="118"/>
                  </a:lnTo>
                  <a:lnTo>
                    <a:pt x="14" y="118"/>
                  </a:lnTo>
                  <a:lnTo>
                    <a:pt x="13" y="117"/>
                  </a:lnTo>
                  <a:lnTo>
                    <a:pt x="10" y="114"/>
                  </a:lnTo>
                  <a:lnTo>
                    <a:pt x="8" y="112"/>
                  </a:lnTo>
                  <a:lnTo>
                    <a:pt x="6" y="109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16" y="105"/>
                  </a:lnTo>
                  <a:lnTo>
                    <a:pt x="30" y="105"/>
                  </a:lnTo>
                  <a:lnTo>
                    <a:pt x="34" y="104"/>
                  </a:lnTo>
                  <a:lnTo>
                    <a:pt x="38" y="104"/>
                  </a:lnTo>
                  <a:lnTo>
                    <a:pt x="39" y="103"/>
                  </a:lnTo>
                  <a:lnTo>
                    <a:pt x="43" y="101"/>
                  </a:lnTo>
                  <a:lnTo>
                    <a:pt x="50" y="101"/>
                  </a:lnTo>
                  <a:lnTo>
                    <a:pt x="54" y="101"/>
                  </a:lnTo>
                  <a:lnTo>
                    <a:pt x="58" y="101"/>
                  </a:lnTo>
                  <a:lnTo>
                    <a:pt x="62" y="99"/>
                  </a:lnTo>
                  <a:lnTo>
                    <a:pt x="63" y="97"/>
                  </a:lnTo>
                  <a:lnTo>
                    <a:pt x="62" y="95"/>
                  </a:lnTo>
                  <a:lnTo>
                    <a:pt x="62" y="92"/>
                  </a:lnTo>
                  <a:lnTo>
                    <a:pt x="60" y="88"/>
                  </a:lnTo>
                  <a:lnTo>
                    <a:pt x="60" y="85"/>
                  </a:lnTo>
                  <a:lnTo>
                    <a:pt x="63" y="83"/>
                  </a:lnTo>
                  <a:lnTo>
                    <a:pt x="64" y="83"/>
                  </a:lnTo>
                  <a:lnTo>
                    <a:pt x="66" y="80"/>
                  </a:lnTo>
                  <a:lnTo>
                    <a:pt x="66" y="79"/>
                  </a:lnTo>
                  <a:lnTo>
                    <a:pt x="68" y="78"/>
                  </a:lnTo>
                  <a:lnTo>
                    <a:pt x="70" y="79"/>
                  </a:lnTo>
                  <a:lnTo>
                    <a:pt x="75" y="78"/>
                  </a:lnTo>
                  <a:lnTo>
                    <a:pt x="76" y="75"/>
                  </a:lnTo>
                  <a:lnTo>
                    <a:pt x="74" y="75"/>
                  </a:lnTo>
                  <a:lnTo>
                    <a:pt x="79" y="71"/>
                  </a:lnTo>
                  <a:lnTo>
                    <a:pt x="79" y="70"/>
                  </a:lnTo>
                  <a:lnTo>
                    <a:pt x="82" y="70"/>
                  </a:lnTo>
                  <a:lnTo>
                    <a:pt x="83" y="71"/>
                  </a:lnTo>
                  <a:lnTo>
                    <a:pt x="87" y="71"/>
                  </a:lnTo>
                  <a:lnTo>
                    <a:pt x="87" y="70"/>
                  </a:lnTo>
                  <a:lnTo>
                    <a:pt x="88" y="70"/>
                  </a:lnTo>
                  <a:lnTo>
                    <a:pt x="91" y="72"/>
                  </a:lnTo>
                  <a:lnTo>
                    <a:pt x="93" y="68"/>
                  </a:lnTo>
                  <a:lnTo>
                    <a:pt x="92" y="63"/>
                  </a:lnTo>
                  <a:lnTo>
                    <a:pt x="92" y="62"/>
                  </a:lnTo>
                  <a:lnTo>
                    <a:pt x="93" y="60"/>
                  </a:lnTo>
                  <a:lnTo>
                    <a:pt x="93" y="58"/>
                  </a:lnTo>
                  <a:lnTo>
                    <a:pt x="93" y="54"/>
                  </a:lnTo>
                  <a:lnTo>
                    <a:pt x="95" y="51"/>
                  </a:lnTo>
                  <a:lnTo>
                    <a:pt x="97" y="51"/>
                  </a:lnTo>
                  <a:lnTo>
                    <a:pt x="100" y="50"/>
                  </a:lnTo>
                  <a:lnTo>
                    <a:pt x="101" y="47"/>
                  </a:lnTo>
                  <a:lnTo>
                    <a:pt x="100" y="45"/>
                  </a:lnTo>
                  <a:lnTo>
                    <a:pt x="97" y="43"/>
                  </a:lnTo>
                  <a:lnTo>
                    <a:pt x="96" y="41"/>
                  </a:lnTo>
                  <a:lnTo>
                    <a:pt x="99" y="38"/>
                  </a:lnTo>
                  <a:lnTo>
                    <a:pt x="103" y="39"/>
                  </a:lnTo>
                  <a:lnTo>
                    <a:pt x="108" y="39"/>
                  </a:lnTo>
                  <a:lnTo>
                    <a:pt x="111" y="35"/>
                  </a:lnTo>
                  <a:lnTo>
                    <a:pt x="111" y="31"/>
                  </a:lnTo>
                  <a:lnTo>
                    <a:pt x="108" y="29"/>
                  </a:lnTo>
                  <a:lnTo>
                    <a:pt x="113" y="22"/>
                  </a:lnTo>
                  <a:lnTo>
                    <a:pt x="113" y="17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12" y="4"/>
                  </a:lnTo>
                  <a:lnTo>
                    <a:pt x="114" y="4"/>
                  </a:lnTo>
                  <a:lnTo>
                    <a:pt x="118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0" name="Freeform 373">
              <a:extLst>
                <a:ext uri="{FF2B5EF4-FFF2-40B4-BE49-F238E27FC236}">
                  <a16:creationId xmlns:a16="http://schemas.microsoft.com/office/drawing/2014/main" id="{18903FAA-6E45-4559-88F8-525E53EC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146" y="1494781"/>
              <a:ext cx="1006503" cy="828136"/>
            </a:xfrm>
            <a:custGeom>
              <a:avLst/>
              <a:gdLst>
                <a:gd name="T0" fmla="*/ 113 w 158"/>
                <a:gd name="T1" fmla="*/ 1 h 130"/>
                <a:gd name="T2" fmla="*/ 116 w 158"/>
                <a:gd name="T3" fmla="*/ 6 h 130"/>
                <a:gd name="T4" fmla="*/ 119 w 158"/>
                <a:gd name="T5" fmla="*/ 10 h 130"/>
                <a:gd name="T6" fmla="*/ 120 w 158"/>
                <a:gd name="T7" fmla="*/ 21 h 130"/>
                <a:gd name="T8" fmla="*/ 124 w 158"/>
                <a:gd name="T9" fmla="*/ 26 h 130"/>
                <a:gd name="T10" fmla="*/ 129 w 158"/>
                <a:gd name="T11" fmla="*/ 24 h 130"/>
                <a:gd name="T12" fmla="*/ 136 w 158"/>
                <a:gd name="T13" fmla="*/ 17 h 130"/>
                <a:gd name="T14" fmla="*/ 146 w 158"/>
                <a:gd name="T15" fmla="*/ 12 h 130"/>
                <a:gd name="T16" fmla="*/ 151 w 158"/>
                <a:gd name="T17" fmla="*/ 12 h 130"/>
                <a:gd name="T18" fmla="*/ 154 w 158"/>
                <a:gd name="T19" fmla="*/ 17 h 130"/>
                <a:gd name="T20" fmla="*/ 149 w 158"/>
                <a:gd name="T21" fmla="*/ 24 h 130"/>
                <a:gd name="T22" fmla="*/ 130 w 158"/>
                <a:gd name="T23" fmla="*/ 26 h 130"/>
                <a:gd name="T24" fmla="*/ 121 w 158"/>
                <a:gd name="T25" fmla="*/ 33 h 130"/>
                <a:gd name="T26" fmla="*/ 125 w 158"/>
                <a:gd name="T27" fmla="*/ 47 h 130"/>
                <a:gd name="T28" fmla="*/ 123 w 158"/>
                <a:gd name="T29" fmla="*/ 60 h 130"/>
                <a:gd name="T30" fmla="*/ 111 w 158"/>
                <a:gd name="T31" fmla="*/ 63 h 130"/>
                <a:gd name="T32" fmla="*/ 112 w 158"/>
                <a:gd name="T33" fmla="*/ 70 h 130"/>
                <a:gd name="T34" fmla="*/ 109 w 158"/>
                <a:gd name="T35" fmla="*/ 76 h 130"/>
                <a:gd name="T36" fmla="*/ 105 w 158"/>
                <a:gd name="T37" fmla="*/ 83 h 130"/>
                <a:gd name="T38" fmla="*/ 104 w 158"/>
                <a:gd name="T39" fmla="*/ 88 h 130"/>
                <a:gd name="T40" fmla="*/ 100 w 158"/>
                <a:gd name="T41" fmla="*/ 95 h 130"/>
                <a:gd name="T42" fmla="*/ 95 w 158"/>
                <a:gd name="T43" fmla="*/ 96 h 130"/>
                <a:gd name="T44" fmla="*/ 91 w 158"/>
                <a:gd name="T45" fmla="*/ 96 h 130"/>
                <a:gd name="T46" fmla="*/ 87 w 158"/>
                <a:gd name="T47" fmla="*/ 103 h 130"/>
                <a:gd name="T48" fmla="*/ 78 w 158"/>
                <a:gd name="T49" fmla="*/ 104 h 130"/>
                <a:gd name="T50" fmla="*/ 75 w 158"/>
                <a:gd name="T51" fmla="*/ 108 h 130"/>
                <a:gd name="T52" fmla="*/ 74 w 158"/>
                <a:gd name="T53" fmla="*/ 117 h 130"/>
                <a:gd name="T54" fmla="*/ 74 w 158"/>
                <a:gd name="T55" fmla="*/ 124 h 130"/>
                <a:gd name="T56" fmla="*/ 62 w 158"/>
                <a:gd name="T57" fmla="*/ 126 h 130"/>
                <a:gd name="T58" fmla="*/ 50 w 158"/>
                <a:gd name="T59" fmla="*/ 129 h 130"/>
                <a:gd name="T60" fmla="*/ 28 w 158"/>
                <a:gd name="T61" fmla="*/ 130 h 130"/>
                <a:gd name="T62" fmla="*/ 22 w 158"/>
                <a:gd name="T63" fmla="*/ 112 h 130"/>
                <a:gd name="T64" fmla="*/ 18 w 158"/>
                <a:gd name="T65" fmla="*/ 100 h 130"/>
                <a:gd name="T66" fmla="*/ 7 w 158"/>
                <a:gd name="T67" fmla="*/ 93 h 130"/>
                <a:gd name="T68" fmla="*/ 3 w 158"/>
                <a:gd name="T69" fmla="*/ 80 h 130"/>
                <a:gd name="T70" fmla="*/ 7 w 158"/>
                <a:gd name="T71" fmla="*/ 72 h 130"/>
                <a:gd name="T72" fmla="*/ 1 w 158"/>
                <a:gd name="T73" fmla="*/ 66 h 130"/>
                <a:gd name="T74" fmla="*/ 1 w 158"/>
                <a:gd name="T75" fmla="*/ 60 h 130"/>
                <a:gd name="T76" fmla="*/ 5 w 158"/>
                <a:gd name="T77" fmla="*/ 55 h 130"/>
                <a:gd name="T78" fmla="*/ 5 w 158"/>
                <a:gd name="T79" fmla="*/ 51 h 130"/>
                <a:gd name="T80" fmla="*/ 5 w 158"/>
                <a:gd name="T81" fmla="*/ 45 h 130"/>
                <a:gd name="T82" fmla="*/ 9 w 158"/>
                <a:gd name="T83" fmla="*/ 45 h 130"/>
                <a:gd name="T84" fmla="*/ 15 w 158"/>
                <a:gd name="T85" fmla="*/ 45 h 130"/>
                <a:gd name="T86" fmla="*/ 20 w 158"/>
                <a:gd name="T87" fmla="*/ 49 h 130"/>
                <a:gd name="T88" fmla="*/ 25 w 158"/>
                <a:gd name="T89" fmla="*/ 47 h 130"/>
                <a:gd name="T90" fmla="*/ 29 w 158"/>
                <a:gd name="T91" fmla="*/ 43 h 130"/>
                <a:gd name="T92" fmla="*/ 37 w 158"/>
                <a:gd name="T93" fmla="*/ 38 h 130"/>
                <a:gd name="T94" fmla="*/ 41 w 158"/>
                <a:gd name="T95" fmla="*/ 35 h 130"/>
                <a:gd name="T96" fmla="*/ 45 w 158"/>
                <a:gd name="T97" fmla="*/ 26 h 130"/>
                <a:gd name="T98" fmla="*/ 44 w 158"/>
                <a:gd name="T99" fmla="*/ 21 h 130"/>
                <a:gd name="T100" fmla="*/ 49 w 158"/>
                <a:gd name="T101" fmla="*/ 18 h 130"/>
                <a:gd name="T102" fmla="*/ 57 w 158"/>
                <a:gd name="T103" fmla="*/ 16 h 130"/>
                <a:gd name="T104" fmla="*/ 62 w 158"/>
                <a:gd name="T105" fmla="*/ 17 h 130"/>
                <a:gd name="T106" fmla="*/ 70 w 158"/>
                <a:gd name="T107" fmla="*/ 20 h 130"/>
                <a:gd name="T108" fmla="*/ 76 w 158"/>
                <a:gd name="T109" fmla="*/ 18 h 130"/>
                <a:gd name="T110" fmla="*/ 84 w 158"/>
                <a:gd name="T111" fmla="*/ 21 h 130"/>
                <a:gd name="T112" fmla="*/ 90 w 158"/>
                <a:gd name="T113" fmla="*/ 18 h 130"/>
                <a:gd name="T114" fmla="*/ 94 w 158"/>
                <a:gd name="T115" fmla="*/ 20 h 130"/>
                <a:gd name="T116" fmla="*/ 96 w 158"/>
                <a:gd name="T117" fmla="*/ 17 h 130"/>
                <a:gd name="T118" fmla="*/ 100 w 158"/>
                <a:gd name="T119" fmla="*/ 13 h 130"/>
                <a:gd name="T120" fmla="*/ 104 w 158"/>
                <a:gd name="T121" fmla="*/ 14 h 130"/>
                <a:gd name="T122" fmla="*/ 105 w 158"/>
                <a:gd name="T123" fmla="*/ 6 h 130"/>
                <a:gd name="T124" fmla="*/ 109 w 158"/>
                <a:gd name="T12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8" h="130">
                  <a:moveTo>
                    <a:pt x="109" y="0"/>
                  </a:moveTo>
                  <a:lnTo>
                    <a:pt x="112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6" y="4"/>
                  </a:lnTo>
                  <a:lnTo>
                    <a:pt x="116" y="6"/>
                  </a:lnTo>
                  <a:lnTo>
                    <a:pt x="116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9" y="14"/>
                  </a:lnTo>
                  <a:lnTo>
                    <a:pt x="119" y="17"/>
                  </a:lnTo>
                  <a:lnTo>
                    <a:pt x="120" y="21"/>
                  </a:lnTo>
                  <a:lnTo>
                    <a:pt x="121" y="24"/>
                  </a:lnTo>
                  <a:lnTo>
                    <a:pt x="121" y="25"/>
                  </a:lnTo>
                  <a:lnTo>
                    <a:pt x="124" y="26"/>
                  </a:lnTo>
                  <a:lnTo>
                    <a:pt x="126" y="26"/>
                  </a:lnTo>
                  <a:lnTo>
                    <a:pt x="128" y="25"/>
                  </a:lnTo>
                  <a:lnTo>
                    <a:pt x="129" y="24"/>
                  </a:lnTo>
                  <a:lnTo>
                    <a:pt x="133" y="21"/>
                  </a:lnTo>
                  <a:lnTo>
                    <a:pt x="134" y="20"/>
                  </a:lnTo>
                  <a:lnTo>
                    <a:pt x="136" y="17"/>
                  </a:lnTo>
                  <a:lnTo>
                    <a:pt x="137" y="16"/>
                  </a:lnTo>
                  <a:lnTo>
                    <a:pt x="142" y="13"/>
                  </a:lnTo>
                  <a:lnTo>
                    <a:pt x="146" y="12"/>
                  </a:lnTo>
                  <a:lnTo>
                    <a:pt x="146" y="14"/>
                  </a:lnTo>
                  <a:lnTo>
                    <a:pt x="150" y="14"/>
                  </a:lnTo>
                  <a:lnTo>
                    <a:pt x="151" y="12"/>
                  </a:lnTo>
                  <a:lnTo>
                    <a:pt x="157" y="12"/>
                  </a:lnTo>
                  <a:lnTo>
                    <a:pt x="158" y="14"/>
                  </a:lnTo>
                  <a:lnTo>
                    <a:pt x="154" y="17"/>
                  </a:lnTo>
                  <a:lnTo>
                    <a:pt x="155" y="17"/>
                  </a:lnTo>
                  <a:lnTo>
                    <a:pt x="154" y="21"/>
                  </a:lnTo>
                  <a:lnTo>
                    <a:pt x="149" y="24"/>
                  </a:lnTo>
                  <a:lnTo>
                    <a:pt x="137" y="26"/>
                  </a:lnTo>
                  <a:lnTo>
                    <a:pt x="134" y="25"/>
                  </a:lnTo>
                  <a:lnTo>
                    <a:pt x="130" y="26"/>
                  </a:lnTo>
                  <a:lnTo>
                    <a:pt x="126" y="29"/>
                  </a:lnTo>
                  <a:lnTo>
                    <a:pt x="124" y="29"/>
                  </a:lnTo>
                  <a:lnTo>
                    <a:pt x="121" y="33"/>
                  </a:lnTo>
                  <a:lnTo>
                    <a:pt x="120" y="34"/>
                  </a:lnTo>
                  <a:lnTo>
                    <a:pt x="125" y="42"/>
                  </a:lnTo>
                  <a:lnTo>
                    <a:pt x="125" y="47"/>
                  </a:lnTo>
                  <a:lnTo>
                    <a:pt x="120" y="54"/>
                  </a:lnTo>
                  <a:lnTo>
                    <a:pt x="123" y="56"/>
                  </a:lnTo>
                  <a:lnTo>
                    <a:pt x="123" y="60"/>
                  </a:lnTo>
                  <a:lnTo>
                    <a:pt x="120" y="64"/>
                  </a:lnTo>
                  <a:lnTo>
                    <a:pt x="115" y="64"/>
                  </a:lnTo>
                  <a:lnTo>
                    <a:pt x="111" y="63"/>
                  </a:lnTo>
                  <a:lnTo>
                    <a:pt x="108" y="66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7" y="76"/>
                  </a:lnTo>
                  <a:lnTo>
                    <a:pt x="105" y="79"/>
                  </a:lnTo>
                  <a:lnTo>
                    <a:pt x="105" y="83"/>
                  </a:lnTo>
                  <a:lnTo>
                    <a:pt x="105" y="85"/>
                  </a:lnTo>
                  <a:lnTo>
                    <a:pt x="104" y="87"/>
                  </a:lnTo>
                  <a:lnTo>
                    <a:pt x="104" y="88"/>
                  </a:lnTo>
                  <a:lnTo>
                    <a:pt x="105" y="93"/>
                  </a:lnTo>
                  <a:lnTo>
                    <a:pt x="103" y="97"/>
                  </a:lnTo>
                  <a:lnTo>
                    <a:pt x="100" y="95"/>
                  </a:lnTo>
                  <a:lnTo>
                    <a:pt x="99" y="95"/>
                  </a:lnTo>
                  <a:lnTo>
                    <a:pt x="99" y="96"/>
                  </a:lnTo>
                  <a:lnTo>
                    <a:pt x="95" y="96"/>
                  </a:lnTo>
                  <a:lnTo>
                    <a:pt x="94" y="95"/>
                  </a:lnTo>
                  <a:lnTo>
                    <a:pt x="91" y="95"/>
                  </a:lnTo>
                  <a:lnTo>
                    <a:pt x="91" y="96"/>
                  </a:lnTo>
                  <a:lnTo>
                    <a:pt x="86" y="100"/>
                  </a:lnTo>
                  <a:lnTo>
                    <a:pt x="88" y="100"/>
                  </a:lnTo>
                  <a:lnTo>
                    <a:pt x="87" y="103"/>
                  </a:lnTo>
                  <a:lnTo>
                    <a:pt x="82" y="104"/>
                  </a:lnTo>
                  <a:lnTo>
                    <a:pt x="80" y="103"/>
                  </a:lnTo>
                  <a:lnTo>
                    <a:pt x="78" y="104"/>
                  </a:lnTo>
                  <a:lnTo>
                    <a:pt x="78" y="105"/>
                  </a:lnTo>
                  <a:lnTo>
                    <a:pt x="76" y="108"/>
                  </a:lnTo>
                  <a:lnTo>
                    <a:pt x="75" y="108"/>
                  </a:lnTo>
                  <a:lnTo>
                    <a:pt x="72" y="110"/>
                  </a:lnTo>
                  <a:lnTo>
                    <a:pt x="72" y="113"/>
                  </a:lnTo>
                  <a:lnTo>
                    <a:pt x="74" y="117"/>
                  </a:lnTo>
                  <a:lnTo>
                    <a:pt x="74" y="120"/>
                  </a:lnTo>
                  <a:lnTo>
                    <a:pt x="75" y="122"/>
                  </a:lnTo>
                  <a:lnTo>
                    <a:pt x="74" y="124"/>
                  </a:lnTo>
                  <a:lnTo>
                    <a:pt x="70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55" y="126"/>
                  </a:lnTo>
                  <a:lnTo>
                    <a:pt x="51" y="128"/>
                  </a:lnTo>
                  <a:lnTo>
                    <a:pt x="50" y="129"/>
                  </a:lnTo>
                  <a:lnTo>
                    <a:pt x="46" y="129"/>
                  </a:lnTo>
                  <a:lnTo>
                    <a:pt x="42" y="130"/>
                  </a:lnTo>
                  <a:lnTo>
                    <a:pt x="28" y="130"/>
                  </a:lnTo>
                  <a:lnTo>
                    <a:pt x="12" y="126"/>
                  </a:lnTo>
                  <a:lnTo>
                    <a:pt x="21" y="114"/>
                  </a:lnTo>
                  <a:lnTo>
                    <a:pt x="22" y="112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18" y="100"/>
                  </a:lnTo>
                  <a:lnTo>
                    <a:pt x="9" y="100"/>
                  </a:lnTo>
                  <a:lnTo>
                    <a:pt x="8" y="96"/>
                  </a:lnTo>
                  <a:lnTo>
                    <a:pt x="7" y="93"/>
                  </a:lnTo>
                  <a:lnTo>
                    <a:pt x="8" y="92"/>
                  </a:lnTo>
                  <a:lnTo>
                    <a:pt x="7" y="87"/>
                  </a:lnTo>
                  <a:lnTo>
                    <a:pt x="3" y="80"/>
                  </a:lnTo>
                  <a:lnTo>
                    <a:pt x="4" y="78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3" y="72"/>
                  </a:lnTo>
                  <a:lnTo>
                    <a:pt x="3" y="70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3" y="62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3" y="58"/>
                  </a:lnTo>
                  <a:lnTo>
                    <a:pt x="5" y="55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7" y="45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6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1" y="50"/>
                  </a:lnTo>
                  <a:lnTo>
                    <a:pt x="22" y="49"/>
                  </a:lnTo>
                  <a:lnTo>
                    <a:pt x="25" y="47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9" y="43"/>
                  </a:lnTo>
                  <a:lnTo>
                    <a:pt x="29" y="41"/>
                  </a:lnTo>
                  <a:lnTo>
                    <a:pt x="33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2" y="31"/>
                  </a:lnTo>
                  <a:lnTo>
                    <a:pt x="42" y="29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5" y="21"/>
                  </a:lnTo>
                  <a:lnTo>
                    <a:pt x="46" y="20"/>
                  </a:lnTo>
                  <a:lnTo>
                    <a:pt x="49" y="18"/>
                  </a:lnTo>
                  <a:lnTo>
                    <a:pt x="50" y="20"/>
                  </a:lnTo>
                  <a:lnTo>
                    <a:pt x="54" y="17"/>
                  </a:lnTo>
                  <a:lnTo>
                    <a:pt x="57" y="16"/>
                  </a:lnTo>
                  <a:lnTo>
                    <a:pt x="59" y="17"/>
                  </a:lnTo>
                  <a:lnTo>
                    <a:pt x="62" y="17"/>
                  </a:lnTo>
                  <a:lnTo>
                    <a:pt x="62" y="17"/>
                  </a:lnTo>
                  <a:lnTo>
                    <a:pt x="66" y="16"/>
                  </a:lnTo>
                  <a:lnTo>
                    <a:pt x="69" y="17"/>
                  </a:lnTo>
                  <a:lnTo>
                    <a:pt x="70" y="20"/>
                  </a:lnTo>
                  <a:lnTo>
                    <a:pt x="72" y="20"/>
                  </a:lnTo>
                  <a:lnTo>
                    <a:pt x="74" y="18"/>
                  </a:lnTo>
                  <a:lnTo>
                    <a:pt x="76" y="18"/>
                  </a:lnTo>
                  <a:lnTo>
                    <a:pt x="79" y="21"/>
                  </a:lnTo>
                  <a:lnTo>
                    <a:pt x="80" y="22"/>
                  </a:lnTo>
                  <a:lnTo>
                    <a:pt x="84" y="21"/>
                  </a:lnTo>
                  <a:lnTo>
                    <a:pt x="87" y="20"/>
                  </a:lnTo>
                  <a:lnTo>
                    <a:pt x="88" y="18"/>
                  </a:lnTo>
                  <a:lnTo>
                    <a:pt x="90" y="18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4" y="20"/>
                  </a:lnTo>
                  <a:lnTo>
                    <a:pt x="97" y="20"/>
                  </a:lnTo>
                  <a:lnTo>
                    <a:pt x="97" y="17"/>
                  </a:lnTo>
                  <a:lnTo>
                    <a:pt x="96" y="17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0" y="13"/>
                  </a:lnTo>
                  <a:lnTo>
                    <a:pt x="101" y="13"/>
                  </a:lnTo>
                  <a:lnTo>
                    <a:pt x="101" y="14"/>
                  </a:lnTo>
                  <a:lnTo>
                    <a:pt x="104" y="14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6"/>
                  </a:lnTo>
                  <a:lnTo>
                    <a:pt x="107" y="5"/>
                  </a:lnTo>
                  <a:lnTo>
                    <a:pt x="108" y="1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1" name="Freeform 378">
              <a:extLst>
                <a:ext uri="{FF2B5EF4-FFF2-40B4-BE49-F238E27FC236}">
                  <a16:creationId xmlns:a16="http://schemas.microsoft.com/office/drawing/2014/main" id="{9F4A776F-4011-485E-9F17-122F69D277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101994" y="-550074"/>
              <a:ext cx="407698" cy="273924"/>
            </a:xfrm>
            <a:custGeom>
              <a:avLst/>
              <a:gdLst>
                <a:gd name="T0" fmla="*/ 7 w 64"/>
                <a:gd name="T1" fmla="*/ 22 h 43"/>
                <a:gd name="T2" fmla="*/ 12 w 64"/>
                <a:gd name="T3" fmla="*/ 23 h 43"/>
                <a:gd name="T4" fmla="*/ 14 w 64"/>
                <a:gd name="T5" fmla="*/ 25 h 43"/>
                <a:gd name="T6" fmla="*/ 12 w 64"/>
                <a:gd name="T7" fmla="*/ 25 h 43"/>
                <a:gd name="T8" fmla="*/ 10 w 64"/>
                <a:gd name="T9" fmla="*/ 29 h 43"/>
                <a:gd name="T10" fmla="*/ 4 w 64"/>
                <a:gd name="T11" fmla="*/ 33 h 43"/>
                <a:gd name="T12" fmla="*/ 3 w 64"/>
                <a:gd name="T13" fmla="*/ 35 h 43"/>
                <a:gd name="T14" fmla="*/ 2 w 64"/>
                <a:gd name="T15" fmla="*/ 33 h 43"/>
                <a:gd name="T16" fmla="*/ 4 w 64"/>
                <a:gd name="T17" fmla="*/ 31 h 43"/>
                <a:gd name="T18" fmla="*/ 0 w 64"/>
                <a:gd name="T19" fmla="*/ 29 h 43"/>
                <a:gd name="T20" fmla="*/ 2 w 64"/>
                <a:gd name="T21" fmla="*/ 26 h 43"/>
                <a:gd name="T22" fmla="*/ 0 w 64"/>
                <a:gd name="T23" fmla="*/ 25 h 43"/>
                <a:gd name="T24" fmla="*/ 0 w 64"/>
                <a:gd name="T25" fmla="*/ 23 h 43"/>
                <a:gd name="T26" fmla="*/ 3 w 64"/>
                <a:gd name="T27" fmla="*/ 25 h 43"/>
                <a:gd name="T28" fmla="*/ 4 w 64"/>
                <a:gd name="T29" fmla="*/ 23 h 43"/>
                <a:gd name="T30" fmla="*/ 12 w 64"/>
                <a:gd name="T31" fmla="*/ 21 h 43"/>
                <a:gd name="T32" fmla="*/ 16 w 64"/>
                <a:gd name="T33" fmla="*/ 23 h 43"/>
                <a:gd name="T34" fmla="*/ 12 w 64"/>
                <a:gd name="T35" fmla="*/ 22 h 43"/>
                <a:gd name="T36" fmla="*/ 14 w 64"/>
                <a:gd name="T37" fmla="*/ 14 h 43"/>
                <a:gd name="T38" fmla="*/ 12 w 64"/>
                <a:gd name="T39" fmla="*/ 16 h 43"/>
                <a:gd name="T40" fmla="*/ 14 w 64"/>
                <a:gd name="T41" fmla="*/ 14 h 43"/>
                <a:gd name="T42" fmla="*/ 7 w 64"/>
                <a:gd name="T43" fmla="*/ 14 h 43"/>
                <a:gd name="T44" fmla="*/ 11 w 64"/>
                <a:gd name="T45" fmla="*/ 16 h 43"/>
                <a:gd name="T46" fmla="*/ 11 w 64"/>
                <a:gd name="T47" fmla="*/ 17 h 43"/>
                <a:gd name="T48" fmla="*/ 7 w 64"/>
                <a:gd name="T49" fmla="*/ 21 h 43"/>
                <a:gd name="T50" fmla="*/ 4 w 64"/>
                <a:gd name="T51" fmla="*/ 18 h 43"/>
                <a:gd name="T52" fmla="*/ 2 w 64"/>
                <a:gd name="T53" fmla="*/ 18 h 43"/>
                <a:gd name="T54" fmla="*/ 6 w 64"/>
                <a:gd name="T55" fmla="*/ 16 h 43"/>
                <a:gd name="T56" fmla="*/ 36 w 64"/>
                <a:gd name="T57" fmla="*/ 0 h 43"/>
                <a:gd name="T58" fmla="*/ 41 w 64"/>
                <a:gd name="T59" fmla="*/ 2 h 43"/>
                <a:gd name="T60" fmla="*/ 48 w 64"/>
                <a:gd name="T61" fmla="*/ 2 h 43"/>
                <a:gd name="T62" fmla="*/ 61 w 64"/>
                <a:gd name="T63" fmla="*/ 6 h 43"/>
                <a:gd name="T64" fmla="*/ 62 w 64"/>
                <a:gd name="T65" fmla="*/ 6 h 43"/>
                <a:gd name="T66" fmla="*/ 62 w 64"/>
                <a:gd name="T67" fmla="*/ 8 h 43"/>
                <a:gd name="T68" fmla="*/ 60 w 64"/>
                <a:gd name="T69" fmla="*/ 14 h 43"/>
                <a:gd name="T70" fmla="*/ 57 w 64"/>
                <a:gd name="T71" fmla="*/ 23 h 43"/>
                <a:gd name="T72" fmla="*/ 64 w 64"/>
                <a:gd name="T73" fmla="*/ 35 h 43"/>
                <a:gd name="T74" fmla="*/ 61 w 64"/>
                <a:gd name="T75" fmla="*/ 39 h 43"/>
                <a:gd name="T76" fmla="*/ 56 w 64"/>
                <a:gd name="T77" fmla="*/ 42 h 43"/>
                <a:gd name="T78" fmla="*/ 50 w 64"/>
                <a:gd name="T79" fmla="*/ 41 h 43"/>
                <a:gd name="T80" fmla="*/ 46 w 64"/>
                <a:gd name="T81" fmla="*/ 37 h 43"/>
                <a:gd name="T82" fmla="*/ 41 w 64"/>
                <a:gd name="T83" fmla="*/ 35 h 43"/>
                <a:gd name="T84" fmla="*/ 39 w 64"/>
                <a:gd name="T85" fmla="*/ 31 h 43"/>
                <a:gd name="T86" fmla="*/ 37 w 64"/>
                <a:gd name="T87" fmla="*/ 34 h 43"/>
                <a:gd name="T88" fmla="*/ 31 w 64"/>
                <a:gd name="T89" fmla="*/ 33 h 43"/>
                <a:gd name="T90" fmla="*/ 27 w 64"/>
                <a:gd name="T91" fmla="*/ 35 h 43"/>
                <a:gd name="T92" fmla="*/ 28 w 64"/>
                <a:gd name="T93" fmla="*/ 27 h 43"/>
                <a:gd name="T94" fmla="*/ 24 w 64"/>
                <a:gd name="T95" fmla="*/ 27 h 43"/>
                <a:gd name="T96" fmla="*/ 23 w 64"/>
                <a:gd name="T97" fmla="*/ 30 h 43"/>
                <a:gd name="T98" fmla="*/ 17 w 64"/>
                <a:gd name="T99" fmla="*/ 23 h 43"/>
                <a:gd name="T100" fmla="*/ 19 w 64"/>
                <a:gd name="T101" fmla="*/ 21 h 43"/>
                <a:gd name="T102" fmla="*/ 17 w 64"/>
                <a:gd name="T103" fmla="*/ 18 h 43"/>
                <a:gd name="T104" fmla="*/ 16 w 64"/>
                <a:gd name="T105" fmla="*/ 20 h 43"/>
                <a:gd name="T106" fmla="*/ 17 w 64"/>
                <a:gd name="T107" fmla="*/ 9 h 43"/>
                <a:gd name="T108" fmla="*/ 23 w 64"/>
                <a:gd name="T109" fmla="*/ 8 h 43"/>
                <a:gd name="T110" fmla="*/ 25 w 64"/>
                <a:gd name="T111" fmla="*/ 5 h 43"/>
                <a:gd name="T112" fmla="*/ 28 w 64"/>
                <a:gd name="T113" fmla="*/ 4 h 43"/>
                <a:gd name="T114" fmla="*/ 33 w 64"/>
                <a:gd name="T115" fmla="*/ 5 h 43"/>
                <a:gd name="T116" fmla="*/ 36 w 64"/>
                <a:gd name="T117" fmla="*/ 4 h 43"/>
                <a:gd name="T118" fmla="*/ 35 w 64"/>
                <a:gd name="T119" fmla="*/ 1 h 43"/>
                <a:gd name="T120" fmla="*/ 36 w 64"/>
                <a:gd name="T12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4" h="43">
                  <a:moveTo>
                    <a:pt x="6" y="22"/>
                  </a:moveTo>
                  <a:lnTo>
                    <a:pt x="7" y="22"/>
                  </a:lnTo>
                  <a:lnTo>
                    <a:pt x="11" y="22"/>
                  </a:lnTo>
                  <a:lnTo>
                    <a:pt x="12" y="23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6"/>
                  </a:lnTo>
                  <a:lnTo>
                    <a:pt x="12" y="25"/>
                  </a:lnTo>
                  <a:lnTo>
                    <a:pt x="11" y="27"/>
                  </a:lnTo>
                  <a:lnTo>
                    <a:pt x="10" y="29"/>
                  </a:lnTo>
                  <a:lnTo>
                    <a:pt x="6" y="30"/>
                  </a:lnTo>
                  <a:lnTo>
                    <a:pt x="4" y="33"/>
                  </a:lnTo>
                  <a:lnTo>
                    <a:pt x="4" y="34"/>
                  </a:lnTo>
                  <a:lnTo>
                    <a:pt x="3" y="35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3" y="33"/>
                  </a:lnTo>
                  <a:lnTo>
                    <a:pt x="4" y="31"/>
                  </a:lnTo>
                  <a:lnTo>
                    <a:pt x="2" y="29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3" y="25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6" y="22"/>
                  </a:lnTo>
                  <a:close/>
                  <a:moveTo>
                    <a:pt x="12" y="21"/>
                  </a:moveTo>
                  <a:lnTo>
                    <a:pt x="15" y="21"/>
                  </a:lnTo>
                  <a:lnTo>
                    <a:pt x="16" y="23"/>
                  </a:lnTo>
                  <a:lnTo>
                    <a:pt x="15" y="23"/>
                  </a:lnTo>
                  <a:lnTo>
                    <a:pt x="12" y="22"/>
                  </a:lnTo>
                  <a:lnTo>
                    <a:pt x="12" y="21"/>
                  </a:lnTo>
                  <a:close/>
                  <a:moveTo>
                    <a:pt x="14" y="14"/>
                  </a:moveTo>
                  <a:lnTo>
                    <a:pt x="15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4" y="14"/>
                  </a:lnTo>
                  <a:close/>
                  <a:moveTo>
                    <a:pt x="6" y="14"/>
                  </a:moveTo>
                  <a:lnTo>
                    <a:pt x="7" y="14"/>
                  </a:lnTo>
                  <a:lnTo>
                    <a:pt x="8" y="16"/>
                  </a:lnTo>
                  <a:lnTo>
                    <a:pt x="11" y="16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8" y="18"/>
                  </a:lnTo>
                  <a:lnTo>
                    <a:pt x="7" y="21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4"/>
                  </a:lnTo>
                  <a:close/>
                  <a:moveTo>
                    <a:pt x="36" y="0"/>
                  </a:moveTo>
                  <a:lnTo>
                    <a:pt x="39" y="2"/>
                  </a:lnTo>
                  <a:lnTo>
                    <a:pt x="41" y="2"/>
                  </a:lnTo>
                  <a:lnTo>
                    <a:pt x="42" y="4"/>
                  </a:lnTo>
                  <a:lnTo>
                    <a:pt x="48" y="2"/>
                  </a:lnTo>
                  <a:lnTo>
                    <a:pt x="52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2" y="6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1" y="10"/>
                  </a:lnTo>
                  <a:lnTo>
                    <a:pt x="60" y="14"/>
                  </a:lnTo>
                  <a:lnTo>
                    <a:pt x="58" y="14"/>
                  </a:lnTo>
                  <a:lnTo>
                    <a:pt x="57" y="23"/>
                  </a:lnTo>
                  <a:lnTo>
                    <a:pt x="64" y="34"/>
                  </a:lnTo>
                  <a:lnTo>
                    <a:pt x="64" y="35"/>
                  </a:lnTo>
                  <a:lnTo>
                    <a:pt x="61" y="38"/>
                  </a:lnTo>
                  <a:lnTo>
                    <a:pt x="61" y="39"/>
                  </a:lnTo>
                  <a:lnTo>
                    <a:pt x="60" y="42"/>
                  </a:lnTo>
                  <a:lnTo>
                    <a:pt x="56" y="42"/>
                  </a:lnTo>
                  <a:lnTo>
                    <a:pt x="52" y="43"/>
                  </a:lnTo>
                  <a:lnTo>
                    <a:pt x="50" y="41"/>
                  </a:lnTo>
                  <a:lnTo>
                    <a:pt x="48" y="39"/>
                  </a:lnTo>
                  <a:lnTo>
                    <a:pt x="46" y="37"/>
                  </a:lnTo>
                  <a:lnTo>
                    <a:pt x="42" y="35"/>
                  </a:lnTo>
                  <a:lnTo>
                    <a:pt x="41" y="35"/>
                  </a:lnTo>
                  <a:lnTo>
                    <a:pt x="41" y="33"/>
                  </a:lnTo>
                  <a:lnTo>
                    <a:pt x="39" y="31"/>
                  </a:lnTo>
                  <a:lnTo>
                    <a:pt x="39" y="34"/>
                  </a:lnTo>
                  <a:lnTo>
                    <a:pt x="37" y="34"/>
                  </a:lnTo>
                  <a:lnTo>
                    <a:pt x="35" y="31"/>
                  </a:lnTo>
                  <a:lnTo>
                    <a:pt x="31" y="33"/>
                  </a:lnTo>
                  <a:lnTo>
                    <a:pt x="28" y="34"/>
                  </a:lnTo>
                  <a:lnTo>
                    <a:pt x="27" y="35"/>
                  </a:lnTo>
                  <a:lnTo>
                    <a:pt x="27" y="34"/>
                  </a:lnTo>
                  <a:lnTo>
                    <a:pt x="28" y="27"/>
                  </a:lnTo>
                  <a:lnTo>
                    <a:pt x="27" y="26"/>
                  </a:lnTo>
                  <a:lnTo>
                    <a:pt x="24" y="27"/>
                  </a:lnTo>
                  <a:lnTo>
                    <a:pt x="24" y="30"/>
                  </a:lnTo>
                  <a:lnTo>
                    <a:pt x="23" y="30"/>
                  </a:lnTo>
                  <a:lnTo>
                    <a:pt x="20" y="27"/>
                  </a:lnTo>
                  <a:lnTo>
                    <a:pt x="17" y="23"/>
                  </a:lnTo>
                  <a:lnTo>
                    <a:pt x="17" y="21"/>
                  </a:lnTo>
                  <a:lnTo>
                    <a:pt x="19" y="21"/>
                  </a:lnTo>
                  <a:lnTo>
                    <a:pt x="20" y="20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6" y="20"/>
                  </a:lnTo>
                  <a:lnTo>
                    <a:pt x="16" y="12"/>
                  </a:lnTo>
                  <a:lnTo>
                    <a:pt x="17" y="9"/>
                  </a:lnTo>
                  <a:lnTo>
                    <a:pt x="21" y="8"/>
                  </a:lnTo>
                  <a:lnTo>
                    <a:pt x="23" y="8"/>
                  </a:lnTo>
                  <a:lnTo>
                    <a:pt x="23" y="6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5" y="1"/>
                  </a:lnTo>
                  <a:lnTo>
                    <a:pt x="36" y="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2" name="Freeform 379">
              <a:extLst>
                <a:ext uri="{FF2B5EF4-FFF2-40B4-BE49-F238E27FC236}">
                  <a16:creationId xmlns:a16="http://schemas.microsoft.com/office/drawing/2014/main" id="{BEEA187D-FED7-431D-9BF3-315981948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-1140217" y="-352596"/>
              <a:ext cx="477773" cy="261182"/>
            </a:xfrm>
            <a:custGeom>
              <a:avLst/>
              <a:gdLst>
                <a:gd name="T0" fmla="*/ 43 w 75"/>
                <a:gd name="T1" fmla="*/ 3 h 41"/>
                <a:gd name="T2" fmla="*/ 45 w 75"/>
                <a:gd name="T3" fmla="*/ 0 h 41"/>
                <a:gd name="T4" fmla="*/ 47 w 75"/>
                <a:gd name="T5" fmla="*/ 4 h 41"/>
                <a:gd name="T6" fmla="*/ 52 w 75"/>
                <a:gd name="T7" fmla="*/ 6 h 41"/>
                <a:gd name="T8" fmla="*/ 56 w 75"/>
                <a:gd name="T9" fmla="*/ 10 h 41"/>
                <a:gd name="T10" fmla="*/ 62 w 75"/>
                <a:gd name="T11" fmla="*/ 11 h 41"/>
                <a:gd name="T12" fmla="*/ 68 w 75"/>
                <a:gd name="T13" fmla="*/ 14 h 41"/>
                <a:gd name="T14" fmla="*/ 70 w 75"/>
                <a:gd name="T15" fmla="*/ 16 h 41"/>
                <a:gd name="T16" fmla="*/ 70 w 75"/>
                <a:gd name="T17" fmla="*/ 19 h 41"/>
                <a:gd name="T18" fmla="*/ 72 w 75"/>
                <a:gd name="T19" fmla="*/ 23 h 41"/>
                <a:gd name="T20" fmla="*/ 75 w 75"/>
                <a:gd name="T21" fmla="*/ 29 h 41"/>
                <a:gd name="T22" fmla="*/ 73 w 75"/>
                <a:gd name="T23" fmla="*/ 33 h 41"/>
                <a:gd name="T24" fmla="*/ 70 w 75"/>
                <a:gd name="T25" fmla="*/ 36 h 41"/>
                <a:gd name="T26" fmla="*/ 64 w 75"/>
                <a:gd name="T27" fmla="*/ 40 h 41"/>
                <a:gd name="T28" fmla="*/ 60 w 75"/>
                <a:gd name="T29" fmla="*/ 41 h 41"/>
                <a:gd name="T30" fmla="*/ 56 w 75"/>
                <a:gd name="T31" fmla="*/ 40 h 41"/>
                <a:gd name="T32" fmla="*/ 51 w 75"/>
                <a:gd name="T33" fmla="*/ 36 h 41"/>
                <a:gd name="T34" fmla="*/ 45 w 75"/>
                <a:gd name="T35" fmla="*/ 32 h 41"/>
                <a:gd name="T36" fmla="*/ 37 w 75"/>
                <a:gd name="T37" fmla="*/ 33 h 41"/>
                <a:gd name="T38" fmla="*/ 31 w 75"/>
                <a:gd name="T39" fmla="*/ 32 h 41"/>
                <a:gd name="T40" fmla="*/ 27 w 75"/>
                <a:gd name="T41" fmla="*/ 29 h 41"/>
                <a:gd name="T42" fmla="*/ 25 w 75"/>
                <a:gd name="T43" fmla="*/ 29 h 41"/>
                <a:gd name="T44" fmla="*/ 21 w 75"/>
                <a:gd name="T45" fmla="*/ 29 h 41"/>
                <a:gd name="T46" fmla="*/ 14 w 75"/>
                <a:gd name="T47" fmla="*/ 29 h 41"/>
                <a:gd name="T48" fmla="*/ 5 w 75"/>
                <a:gd name="T49" fmla="*/ 33 h 41"/>
                <a:gd name="T50" fmla="*/ 2 w 75"/>
                <a:gd name="T51" fmla="*/ 36 h 41"/>
                <a:gd name="T52" fmla="*/ 1 w 75"/>
                <a:gd name="T53" fmla="*/ 35 h 41"/>
                <a:gd name="T54" fmla="*/ 1 w 75"/>
                <a:gd name="T55" fmla="*/ 28 h 41"/>
                <a:gd name="T56" fmla="*/ 1 w 75"/>
                <a:gd name="T57" fmla="*/ 23 h 41"/>
                <a:gd name="T58" fmla="*/ 4 w 75"/>
                <a:gd name="T59" fmla="*/ 15 h 41"/>
                <a:gd name="T60" fmla="*/ 5 w 75"/>
                <a:gd name="T61" fmla="*/ 14 h 41"/>
                <a:gd name="T62" fmla="*/ 9 w 75"/>
                <a:gd name="T63" fmla="*/ 10 h 41"/>
                <a:gd name="T64" fmla="*/ 13 w 75"/>
                <a:gd name="T65" fmla="*/ 8 h 41"/>
                <a:gd name="T66" fmla="*/ 17 w 75"/>
                <a:gd name="T67" fmla="*/ 6 h 41"/>
                <a:gd name="T68" fmla="*/ 22 w 75"/>
                <a:gd name="T69" fmla="*/ 16 h 41"/>
                <a:gd name="T70" fmla="*/ 25 w 75"/>
                <a:gd name="T71" fmla="*/ 20 h 41"/>
                <a:gd name="T72" fmla="*/ 31 w 75"/>
                <a:gd name="T73" fmla="*/ 16 h 41"/>
                <a:gd name="T74" fmla="*/ 33 w 75"/>
                <a:gd name="T75" fmla="*/ 7 h 41"/>
                <a:gd name="T76" fmla="*/ 34 w 75"/>
                <a:gd name="T77" fmla="*/ 3 h 41"/>
                <a:gd name="T78" fmla="*/ 41 w 75"/>
                <a:gd name="T7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5" h="41">
                  <a:moveTo>
                    <a:pt x="41" y="0"/>
                  </a:moveTo>
                  <a:lnTo>
                    <a:pt x="43" y="3"/>
                  </a:lnTo>
                  <a:lnTo>
                    <a:pt x="45" y="3"/>
                  </a:lnTo>
                  <a:lnTo>
                    <a:pt x="45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8" y="4"/>
                  </a:lnTo>
                  <a:lnTo>
                    <a:pt x="52" y="6"/>
                  </a:lnTo>
                  <a:lnTo>
                    <a:pt x="54" y="8"/>
                  </a:lnTo>
                  <a:lnTo>
                    <a:pt x="56" y="10"/>
                  </a:lnTo>
                  <a:lnTo>
                    <a:pt x="58" y="12"/>
                  </a:lnTo>
                  <a:lnTo>
                    <a:pt x="62" y="11"/>
                  </a:lnTo>
                  <a:lnTo>
                    <a:pt x="68" y="12"/>
                  </a:lnTo>
                  <a:lnTo>
                    <a:pt x="68" y="14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0" y="19"/>
                  </a:lnTo>
                  <a:lnTo>
                    <a:pt x="71" y="23"/>
                  </a:lnTo>
                  <a:lnTo>
                    <a:pt x="72" y="23"/>
                  </a:lnTo>
                  <a:lnTo>
                    <a:pt x="72" y="27"/>
                  </a:lnTo>
                  <a:lnTo>
                    <a:pt x="75" y="29"/>
                  </a:lnTo>
                  <a:lnTo>
                    <a:pt x="75" y="32"/>
                  </a:lnTo>
                  <a:lnTo>
                    <a:pt x="73" y="33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9"/>
                  </a:lnTo>
                  <a:lnTo>
                    <a:pt x="64" y="40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59" y="41"/>
                  </a:lnTo>
                  <a:lnTo>
                    <a:pt x="56" y="40"/>
                  </a:lnTo>
                  <a:lnTo>
                    <a:pt x="54" y="37"/>
                  </a:lnTo>
                  <a:lnTo>
                    <a:pt x="51" y="36"/>
                  </a:lnTo>
                  <a:lnTo>
                    <a:pt x="47" y="33"/>
                  </a:lnTo>
                  <a:lnTo>
                    <a:pt x="45" y="32"/>
                  </a:lnTo>
                  <a:lnTo>
                    <a:pt x="41" y="31"/>
                  </a:lnTo>
                  <a:lnTo>
                    <a:pt x="37" y="33"/>
                  </a:lnTo>
                  <a:lnTo>
                    <a:pt x="35" y="32"/>
                  </a:lnTo>
                  <a:lnTo>
                    <a:pt x="31" y="32"/>
                  </a:lnTo>
                  <a:lnTo>
                    <a:pt x="30" y="31"/>
                  </a:lnTo>
                  <a:lnTo>
                    <a:pt x="27" y="29"/>
                  </a:lnTo>
                  <a:lnTo>
                    <a:pt x="27" y="28"/>
                  </a:lnTo>
                  <a:lnTo>
                    <a:pt x="25" y="29"/>
                  </a:lnTo>
                  <a:lnTo>
                    <a:pt x="22" y="31"/>
                  </a:lnTo>
                  <a:lnTo>
                    <a:pt x="21" y="29"/>
                  </a:lnTo>
                  <a:lnTo>
                    <a:pt x="18" y="29"/>
                  </a:lnTo>
                  <a:lnTo>
                    <a:pt x="14" y="29"/>
                  </a:lnTo>
                  <a:lnTo>
                    <a:pt x="8" y="31"/>
                  </a:lnTo>
                  <a:lnTo>
                    <a:pt x="5" y="33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0" y="29"/>
                  </a:lnTo>
                  <a:lnTo>
                    <a:pt x="1" y="28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4" y="19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6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3" y="8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7" y="10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5" y="20"/>
                  </a:lnTo>
                  <a:lnTo>
                    <a:pt x="29" y="20"/>
                  </a:lnTo>
                  <a:lnTo>
                    <a:pt x="31" y="16"/>
                  </a:lnTo>
                  <a:lnTo>
                    <a:pt x="33" y="12"/>
                  </a:lnTo>
                  <a:lnTo>
                    <a:pt x="33" y="7"/>
                  </a:lnTo>
                  <a:lnTo>
                    <a:pt x="33" y="4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3" name="Freeform 380">
              <a:extLst>
                <a:ext uri="{FF2B5EF4-FFF2-40B4-BE49-F238E27FC236}">
                  <a16:creationId xmlns:a16="http://schemas.microsoft.com/office/drawing/2014/main" id="{0B3DA90F-A21A-4C98-9420-75B43FF14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-1127476" y="-174229"/>
              <a:ext cx="369476" cy="273924"/>
            </a:xfrm>
            <a:custGeom>
              <a:avLst/>
              <a:gdLst>
                <a:gd name="T0" fmla="*/ 25 w 58"/>
                <a:gd name="T1" fmla="*/ 0 h 43"/>
                <a:gd name="T2" fmla="*/ 25 w 58"/>
                <a:gd name="T3" fmla="*/ 1 h 43"/>
                <a:gd name="T4" fmla="*/ 28 w 58"/>
                <a:gd name="T5" fmla="*/ 3 h 43"/>
                <a:gd name="T6" fmla="*/ 29 w 58"/>
                <a:gd name="T7" fmla="*/ 4 h 43"/>
                <a:gd name="T8" fmla="*/ 33 w 58"/>
                <a:gd name="T9" fmla="*/ 4 h 43"/>
                <a:gd name="T10" fmla="*/ 35 w 58"/>
                <a:gd name="T11" fmla="*/ 5 h 43"/>
                <a:gd name="T12" fmla="*/ 39 w 58"/>
                <a:gd name="T13" fmla="*/ 3 h 43"/>
                <a:gd name="T14" fmla="*/ 43 w 58"/>
                <a:gd name="T15" fmla="*/ 4 h 43"/>
                <a:gd name="T16" fmla="*/ 45 w 58"/>
                <a:gd name="T17" fmla="*/ 5 h 43"/>
                <a:gd name="T18" fmla="*/ 49 w 58"/>
                <a:gd name="T19" fmla="*/ 8 h 43"/>
                <a:gd name="T20" fmla="*/ 52 w 58"/>
                <a:gd name="T21" fmla="*/ 9 h 43"/>
                <a:gd name="T22" fmla="*/ 54 w 58"/>
                <a:gd name="T23" fmla="*/ 12 h 43"/>
                <a:gd name="T24" fmla="*/ 57 w 58"/>
                <a:gd name="T25" fmla="*/ 13 h 43"/>
                <a:gd name="T26" fmla="*/ 58 w 58"/>
                <a:gd name="T27" fmla="*/ 13 h 43"/>
                <a:gd name="T28" fmla="*/ 56 w 58"/>
                <a:gd name="T29" fmla="*/ 17 h 43"/>
                <a:gd name="T30" fmla="*/ 58 w 58"/>
                <a:gd name="T31" fmla="*/ 18 h 43"/>
                <a:gd name="T32" fmla="*/ 58 w 58"/>
                <a:gd name="T33" fmla="*/ 20 h 43"/>
                <a:gd name="T34" fmla="*/ 54 w 58"/>
                <a:gd name="T35" fmla="*/ 22 h 43"/>
                <a:gd name="T36" fmla="*/ 52 w 58"/>
                <a:gd name="T37" fmla="*/ 26 h 43"/>
                <a:gd name="T38" fmla="*/ 50 w 58"/>
                <a:gd name="T39" fmla="*/ 26 h 43"/>
                <a:gd name="T40" fmla="*/ 49 w 58"/>
                <a:gd name="T41" fmla="*/ 30 h 43"/>
                <a:gd name="T42" fmla="*/ 52 w 58"/>
                <a:gd name="T43" fmla="*/ 32 h 43"/>
                <a:gd name="T44" fmla="*/ 52 w 58"/>
                <a:gd name="T45" fmla="*/ 34 h 43"/>
                <a:gd name="T46" fmla="*/ 49 w 58"/>
                <a:gd name="T47" fmla="*/ 34 h 43"/>
                <a:gd name="T48" fmla="*/ 49 w 58"/>
                <a:gd name="T49" fmla="*/ 33 h 43"/>
                <a:gd name="T50" fmla="*/ 46 w 58"/>
                <a:gd name="T51" fmla="*/ 33 h 43"/>
                <a:gd name="T52" fmla="*/ 45 w 58"/>
                <a:gd name="T53" fmla="*/ 37 h 43"/>
                <a:gd name="T54" fmla="*/ 43 w 58"/>
                <a:gd name="T55" fmla="*/ 37 h 43"/>
                <a:gd name="T56" fmla="*/ 44 w 58"/>
                <a:gd name="T57" fmla="*/ 41 h 43"/>
                <a:gd name="T58" fmla="*/ 41 w 58"/>
                <a:gd name="T59" fmla="*/ 41 h 43"/>
                <a:gd name="T60" fmla="*/ 39 w 58"/>
                <a:gd name="T61" fmla="*/ 42 h 43"/>
                <a:gd name="T62" fmla="*/ 35 w 58"/>
                <a:gd name="T63" fmla="*/ 41 h 43"/>
                <a:gd name="T64" fmla="*/ 31 w 58"/>
                <a:gd name="T65" fmla="*/ 42 h 43"/>
                <a:gd name="T66" fmla="*/ 28 w 58"/>
                <a:gd name="T67" fmla="*/ 43 h 43"/>
                <a:gd name="T68" fmla="*/ 27 w 58"/>
                <a:gd name="T69" fmla="*/ 41 h 43"/>
                <a:gd name="T70" fmla="*/ 27 w 58"/>
                <a:gd name="T71" fmla="*/ 38 h 43"/>
                <a:gd name="T72" fmla="*/ 25 w 58"/>
                <a:gd name="T73" fmla="*/ 34 h 43"/>
                <a:gd name="T74" fmla="*/ 24 w 58"/>
                <a:gd name="T75" fmla="*/ 34 h 43"/>
                <a:gd name="T76" fmla="*/ 21 w 58"/>
                <a:gd name="T77" fmla="*/ 32 h 43"/>
                <a:gd name="T78" fmla="*/ 19 w 58"/>
                <a:gd name="T79" fmla="*/ 32 h 43"/>
                <a:gd name="T80" fmla="*/ 19 w 58"/>
                <a:gd name="T81" fmla="*/ 28 h 43"/>
                <a:gd name="T82" fmla="*/ 20 w 58"/>
                <a:gd name="T83" fmla="*/ 26 h 43"/>
                <a:gd name="T84" fmla="*/ 19 w 58"/>
                <a:gd name="T85" fmla="*/ 25 h 43"/>
                <a:gd name="T86" fmla="*/ 18 w 58"/>
                <a:gd name="T87" fmla="*/ 24 h 43"/>
                <a:gd name="T88" fmla="*/ 18 w 58"/>
                <a:gd name="T89" fmla="*/ 22 h 43"/>
                <a:gd name="T90" fmla="*/ 15 w 58"/>
                <a:gd name="T91" fmla="*/ 21 h 43"/>
                <a:gd name="T92" fmla="*/ 11 w 58"/>
                <a:gd name="T93" fmla="*/ 22 h 43"/>
                <a:gd name="T94" fmla="*/ 8 w 58"/>
                <a:gd name="T95" fmla="*/ 21 h 43"/>
                <a:gd name="T96" fmla="*/ 4 w 58"/>
                <a:gd name="T97" fmla="*/ 16 h 43"/>
                <a:gd name="T98" fmla="*/ 0 w 58"/>
                <a:gd name="T99" fmla="*/ 17 h 43"/>
                <a:gd name="T100" fmla="*/ 0 w 58"/>
                <a:gd name="T101" fmla="*/ 17 h 43"/>
                <a:gd name="T102" fmla="*/ 0 w 58"/>
                <a:gd name="T103" fmla="*/ 14 h 43"/>
                <a:gd name="T104" fmla="*/ 0 w 58"/>
                <a:gd name="T105" fmla="*/ 12 h 43"/>
                <a:gd name="T106" fmla="*/ 0 w 58"/>
                <a:gd name="T107" fmla="*/ 8 h 43"/>
                <a:gd name="T108" fmla="*/ 2 w 58"/>
                <a:gd name="T109" fmla="*/ 8 h 43"/>
                <a:gd name="T110" fmla="*/ 3 w 58"/>
                <a:gd name="T111" fmla="*/ 5 h 43"/>
                <a:gd name="T112" fmla="*/ 6 w 58"/>
                <a:gd name="T113" fmla="*/ 3 h 43"/>
                <a:gd name="T114" fmla="*/ 12 w 58"/>
                <a:gd name="T115" fmla="*/ 1 h 43"/>
                <a:gd name="T116" fmla="*/ 16 w 58"/>
                <a:gd name="T117" fmla="*/ 1 h 43"/>
                <a:gd name="T118" fmla="*/ 19 w 58"/>
                <a:gd name="T119" fmla="*/ 1 h 43"/>
                <a:gd name="T120" fmla="*/ 20 w 58"/>
                <a:gd name="T121" fmla="*/ 3 h 43"/>
                <a:gd name="T122" fmla="*/ 23 w 58"/>
                <a:gd name="T123" fmla="*/ 1 h 43"/>
                <a:gd name="T124" fmla="*/ 25 w 58"/>
                <a:gd name="T12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" h="43">
                  <a:moveTo>
                    <a:pt x="25" y="0"/>
                  </a:moveTo>
                  <a:lnTo>
                    <a:pt x="25" y="1"/>
                  </a:lnTo>
                  <a:lnTo>
                    <a:pt x="28" y="3"/>
                  </a:lnTo>
                  <a:lnTo>
                    <a:pt x="29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9" y="3"/>
                  </a:lnTo>
                  <a:lnTo>
                    <a:pt x="43" y="4"/>
                  </a:lnTo>
                  <a:lnTo>
                    <a:pt x="45" y="5"/>
                  </a:lnTo>
                  <a:lnTo>
                    <a:pt x="49" y="8"/>
                  </a:lnTo>
                  <a:lnTo>
                    <a:pt x="52" y="9"/>
                  </a:lnTo>
                  <a:lnTo>
                    <a:pt x="54" y="12"/>
                  </a:lnTo>
                  <a:lnTo>
                    <a:pt x="57" y="13"/>
                  </a:lnTo>
                  <a:lnTo>
                    <a:pt x="58" y="13"/>
                  </a:lnTo>
                  <a:lnTo>
                    <a:pt x="56" y="17"/>
                  </a:lnTo>
                  <a:lnTo>
                    <a:pt x="58" y="18"/>
                  </a:lnTo>
                  <a:lnTo>
                    <a:pt x="58" y="20"/>
                  </a:lnTo>
                  <a:lnTo>
                    <a:pt x="54" y="22"/>
                  </a:lnTo>
                  <a:lnTo>
                    <a:pt x="52" y="26"/>
                  </a:lnTo>
                  <a:lnTo>
                    <a:pt x="50" y="26"/>
                  </a:lnTo>
                  <a:lnTo>
                    <a:pt x="49" y="30"/>
                  </a:lnTo>
                  <a:lnTo>
                    <a:pt x="52" y="32"/>
                  </a:lnTo>
                  <a:lnTo>
                    <a:pt x="52" y="34"/>
                  </a:lnTo>
                  <a:lnTo>
                    <a:pt x="49" y="34"/>
                  </a:lnTo>
                  <a:lnTo>
                    <a:pt x="49" y="33"/>
                  </a:lnTo>
                  <a:lnTo>
                    <a:pt x="46" y="33"/>
                  </a:lnTo>
                  <a:lnTo>
                    <a:pt x="45" y="37"/>
                  </a:lnTo>
                  <a:lnTo>
                    <a:pt x="43" y="37"/>
                  </a:lnTo>
                  <a:lnTo>
                    <a:pt x="44" y="41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5" y="41"/>
                  </a:lnTo>
                  <a:lnTo>
                    <a:pt x="31" y="42"/>
                  </a:lnTo>
                  <a:lnTo>
                    <a:pt x="28" y="43"/>
                  </a:lnTo>
                  <a:lnTo>
                    <a:pt x="27" y="41"/>
                  </a:lnTo>
                  <a:lnTo>
                    <a:pt x="27" y="38"/>
                  </a:lnTo>
                  <a:lnTo>
                    <a:pt x="25" y="34"/>
                  </a:lnTo>
                  <a:lnTo>
                    <a:pt x="24" y="34"/>
                  </a:lnTo>
                  <a:lnTo>
                    <a:pt x="21" y="32"/>
                  </a:lnTo>
                  <a:lnTo>
                    <a:pt x="19" y="32"/>
                  </a:lnTo>
                  <a:lnTo>
                    <a:pt x="19" y="28"/>
                  </a:lnTo>
                  <a:lnTo>
                    <a:pt x="20" y="26"/>
                  </a:lnTo>
                  <a:lnTo>
                    <a:pt x="19" y="25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5" y="21"/>
                  </a:lnTo>
                  <a:lnTo>
                    <a:pt x="11" y="22"/>
                  </a:lnTo>
                  <a:lnTo>
                    <a:pt x="8" y="21"/>
                  </a:lnTo>
                  <a:lnTo>
                    <a:pt x="4" y="16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8"/>
                  </a:lnTo>
                  <a:lnTo>
                    <a:pt x="3" y="5"/>
                  </a:lnTo>
                  <a:lnTo>
                    <a:pt x="6" y="3"/>
                  </a:lnTo>
                  <a:lnTo>
                    <a:pt x="12" y="1"/>
                  </a:lnTo>
                  <a:lnTo>
                    <a:pt x="16" y="1"/>
                  </a:lnTo>
                  <a:lnTo>
                    <a:pt x="19" y="1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4" name="Freeform 381">
              <a:extLst>
                <a:ext uri="{FF2B5EF4-FFF2-40B4-BE49-F238E27FC236}">
                  <a16:creationId xmlns:a16="http://schemas.microsoft.com/office/drawing/2014/main" id="{C4FF2CBB-FD9B-4458-AA8A-613E8345A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-949107" y="-148748"/>
              <a:ext cx="630660" cy="484142"/>
            </a:xfrm>
            <a:custGeom>
              <a:avLst/>
              <a:gdLst>
                <a:gd name="T0" fmla="*/ 53 w 99"/>
                <a:gd name="T1" fmla="*/ 4 h 76"/>
                <a:gd name="T2" fmla="*/ 58 w 99"/>
                <a:gd name="T3" fmla="*/ 3 h 76"/>
                <a:gd name="T4" fmla="*/ 63 w 99"/>
                <a:gd name="T5" fmla="*/ 4 h 76"/>
                <a:gd name="T6" fmla="*/ 69 w 99"/>
                <a:gd name="T7" fmla="*/ 5 h 76"/>
                <a:gd name="T8" fmla="*/ 75 w 99"/>
                <a:gd name="T9" fmla="*/ 7 h 76"/>
                <a:gd name="T10" fmla="*/ 75 w 99"/>
                <a:gd name="T11" fmla="*/ 12 h 76"/>
                <a:gd name="T12" fmla="*/ 78 w 99"/>
                <a:gd name="T13" fmla="*/ 18 h 76"/>
                <a:gd name="T14" fmla="*/ 82 w 99"/>
                <a:gd name="T15" fmla="*/ 25 h 76"/>
                <a:gd name="T16" fmla="*/ 87 w 99"/>
                <a:gd name="T17" fmla="*/ 30 h 76"/>
                <a:gd name="T18" fmla="*/ 92 w 99"/>
                <a:gd name="T19" fmla="*/ 35 h 76"/>
                <a:gd name="T20" fmla="*/ 96 w 99"/>
                <a:gd name="T21" fmla="*/ 42 h 76"/>
                <a:gd name="T22" fmla="*/ 97 w 99"/>
                <a:gd name="T23" fmla="*/ 45 h 76"/>
                <a:gd name="T24" fmla="*/ 90 w 99"/>
                <a:gd name="T25" fmla="*/ 50 h 76"/>
                <a:gd name="T26" fmla="*/ 86 w 99"/>
                <a:gd name="T27" fmla="*/ 49 h 76"/>
                <a:gd name="T28" fmla="*/ 88 w 99"/>
                <a:gd name="T29" fmla="*/ 55 h 76"/>
                <a:gd name="T30" fmla="*/ 91 w 99"/>
                <a:gd name="T31" fmla="*/ 62 h 76"/>
                <a:gd name="T32" fmla="*/ 91 w 99"/>
                <a:gd name="T33" fmla="*/ 64 h 76"/>
                <a:gd name="T34" fmla="*/ 82 w 99"/>
                <a:gd name="T35" fmla="*/ 67 h 76"/>
                <a:gd name="T36" fmla="*/ 80 w 99"/>
                <a:gd name="T37" fmla="*/ 75 h 76"/>
                <a:gd name="T38" fmla="*/ 75 w 99"/>
                <a:gd name="T39" fmla="*/ 74 h 76"/>
                <a:gd name="T40" fmla="*/ 70 w 99"/>
                <a:gd name="T41" fmla="*/ 74 h 76"/>
                <a:gd name="T42" fmla="*/ 66 w 99"/>
                <a:gd name="T43" fmla="*/ 76 h 76"/>
                <a:gd name="T44" fmla="*/ 63 w 99"/>
                <a:gd name="T45" fmla="*/ 74 h 76"/>
                <a:gd name="T46" fmla="*/ 57 w 99"/>
                <a:gd name="T47" fmla="*/ 75 h 76"/>
                <a:gd name="T48" fmla="*/ 51 w 99"/>
                <a:gd name="T49" fmla="*/ 74 h 76"/>
                <a:gd name="T50" fmla="*/ 49 w 99"/>
                <a:gd name="T51" fmla="*/ 75 h 76"/>
                <a:gd name="T52" fmla="*/ 42 w 99"/>
                <a:gd name="T53" fmla="*/ 75 h 76"/>
                <a:gd name="T54" fmla="*/ 38 w 99"/>
                <a:gd name="T55" fmla="*/ 72 h 76"/>
                <a:gd name="T56" fmla="*/ 29 w 99"/>
                <a:gd name="T57" fmla="*/ 70 h 76"/>
                <a:gd name="T58" fmla="*/ 25 w 99"/>
                <a:gd name="T59" fmla="*/ 71 h 76"/>
                <a:gd name="T60" fmla="*/ 13 w 99"/>
                <a:gd name="T61" fmla="*/ 72 h 76"/>
                <a:gd name="T62" fmla="*/ 7 w 99"/>
                <a:gd name="T63" fmla="*/ 72 h 76"/>
                <a:gd name="T64" fmla="*/ 5 w 99"/>
                <a:gd name="T65" fmla="*/ 71 h 76"/>
                <a:gd name="T66" fmla="*/ 3 w 99"/>
                <a:gd name="T67" fmla="*/ 63 h 76"/>
                <a:gd name="T68" fmla="*/ 7 w 99"/>
                <a:gd name="T69" fmla="*/ 60 h 76"/>
                <a:gd name="T70" fmla="*/ 5 w 99"/>
                <a:gd name="T71" fmla="*/ 51 h 76"/>
                <a:gd name="T72" fmla="*/ 3 w 99"/>
                <a:gd name="T73" fmla="*/ 46 h 76"/>
                <a:gd name="T74" fmla="*/ 0 w 99"/>
                <a:gd name="T75" fmla="*/ 39 h 76"/>
                <a:gd name="T76" fmla="*/ 7 w 99"/>
                <a:gd name="T77" fmla="*/ 37 h 76"/>
                <a:gd name="T78" fmla="*/ 13 w 99"/>
                <a:gd name="T79" fmla="*/ 37 h 76"/>
                <a:gd name="T80" fmla="*/ 15 w 99"/>
                <a:gd name="T81" fmla="*/ 33 h 76"/>
                <a:gd name="T82" fmla="*/ 18 w 99"/>
                <a:gd name="T83" fmla="*/ 29 h 76"/>
                <a:gd name="T84" fmla="*/ 21 w 99"/>
                <a:gd name="T85" fmla="*/ 30 h 76"/>
                <a:gd name="T86" fmla="*/ 24 w 99"/>
                <a:gd name="T87" fmla="*/ 28 h 76"/>
                <a:gd name="T88" fmla="*/ 22 w 99"/>
                <a:gd name="T89" fmla="*/ 22 h 76"/>
                <a:gd name="T90" fmla="*/ 26 w 99"/>
                <a:gd name="T91" fmla="*/ 18 h 76"/>
                <a:gd name="T92" fmla="*/ 30 w 99"/>
                <a:gd name="T93" fmla="*/ 14 h 76"/>
                <a:gd name="T94" fmla="*/ 30 w 99"/>
                <a:gd name="T95" fmla="*/ 9 h 76"/>
                <a:gd name="T96" fmla="*/ 40 w 99"/>
                <a:gd name="T97" fmla="*/ 7 h 76"/>
                <a:gd name="T98" fmla="*/ 42 w 99"/>
                <a:gd name="T99" fmla="*/ 3 h 76"/>
                <a:gd name="T100" fmla="*/ 46 w 99"/>
                <a:gd name="T101" fmla="*/ 0 h 76"/>
                <a:gd name="T102" fmla="*/ 50 w 99"/>
                <a:gd name="T10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76">
                  <a:moveTo>
                    <a:pt x="50" y="0"/>
                  </a:moveTo>
                  <a:lnTo>
                    <a:pt x="53" y="4"/>
                  </a:lnTo>
                  <a:lnTo>
                    <a:pt x="55" y="3"/>
                  </a:lnTo>
                  <a:lnTo>
                    <a:pt x="58" y="3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7" y="3"/>
                  </a:lnTo>
                  <a:lnTo>
                    <a:pt x="69" y="5"/>
                  </a:lnTo>
                  <a:lnTo>
                    <a:pt x="70" y="5"/>
                  </a:lnTo>
                  <a:lnTo>
                    <a:pt x="75" y="7"/>
                  </a:lnTo>
                  <a:lnTo>
                    <a:pt x="76" y="9"/>
                  </a:lnTo>
                  <a:lnTo>
                    <a:pt x="75" y="12"/>
                  </a:lnTo>
                  <a:lnTo>
                    <a:pt x="78" y="14"/>
                  </a:lnTo>
                  <a:lnTo>
                    <a:pt x="78" y="18"/>
                  </a:lnTo>
                  <a:lnTo>
                    <a:pt x="80" y="21"/>
                  </a:lnTo>
                  <a:lnTo>
                    <a:pt x="82" y="25"/>
                  </a:lnTo>
                  <a:lnTo>
                    <a:pt x="84" y="29"/>
                  </a:lnTo>
                  <a:lnTo>
                    <a:pt x="87" y="30"/>
                  </a:lnTo>
                  <a:lnTo>
                    <a:pt x="88" y="34"/>
                  </a:lnTo>
                  <a:lnTo>
                    <a:pt x="92" y="35"/>
                  </a:lnTo>
                  <a:lnTo>
                    <a:pt x="96" y="39"/>
                  </a:lnTo>
                  <a:lnTo>
                    <a:pt x="96" y="42"/>
                  </a:lnTo>
                  <a:lnTo>
                    <a:pt x="99" y="43"/>
                  </a:lnTo>
                  <a:lnTo>
                    <a:pt x="97" y="45"/>
                  </a:lnTo>
                  <a:lnTo>
                    <a:pt x="96" y="49"/>
                  </a:lnTo>
                  <a:lnTo>
                    <a:pt x="90" y="50"/>
                  </a:lnTo>
                  <a:lnTo>
                    <a:pt x="87" y="47"/>
                  </a:lnTo>
                  <a:lnTo>
                    <a:pt x="86" y="49"/>
                  </a:lnTo>
                  <a:lnTo>
                    <a:pt x="86" y="53"/>
                  </a:lnTo>
                  <a:lnTo>
                    <a:pt x="88" y="55"/>
                  </a:lnTo>
                  <a:lnTo>
                    <a:pt x="88" y="59"/>
                  </a:lnTo>
                  <a:lnTo>
                    <a:pt x="91" y="62"/>
                  </a:lnTo>
                  <a:lnTo>
                    <a:pt x="91" y="66"/>
                  </a:lnTo>
                  <a:lnTo>
                    <a:pt x="91" y="64"/>
                  </a:lnTo>
                  <a:lnTo>
                    <a:pt x="86" y="66"/>
                  </a:lnTo>
                  <a:lnTo>
                    <a:pt x="82" y="67"/>
                  </a:lnTo>
                  <a:lnTo>
                    <a:pt x="80" y="71"/>
                  </a:lnTo>
                  <a:lnTo>
                    <a:pt x="80" y="75"/>
                  </a:lnTo>
                  <a:lnTo>
                    <a:pt x="78" y="75"/>
                  </a:lnTo>
                  <a:lnTo>
                    <a:pt x="75" y="74"/>
                  </a:lnTo>
                  <a:lnTo>
                    <a:pt x="72" y="75"/>
                  </a:lnTo>
                  <a:lnTo>
                    <a:pt x="70" y="74"/>
                  </a:lnTo>
                  <a:lnTo>
                    <a:pt x="67" y="74"/>
                  </a:lnTo>
                  <a:lnTo>
                    <a:pt x="66" y="76"/>
                  </a:lnTo>
                  <a:lnTo>
                    <a:pt x="63" y="76"/>
                  </a:lnTo>
                  <a:lnTo>
                    <a:pt x="63" y="74"/>
                  </a:lnTo>
                  <a:lnTo>
                    <a:pt x="59" y="72"/>
                  </a:lnTo>
                  <a:lnTo>
                    <a:pt x="57" y="75"/>
                  </a:lnTo>
                  <a:lnTo>
                    <a:pt x="54" y="75"/>
                  </a:lnTo>
                  <a:lnTo>
                    <a:pt x="51" y="74"/>
                  </a:lnTo>
                  <a:lnTo>
                    <a:pt x="50" y="75"/>
                  </a:lnTo>
                  <a:lnTo>
                    <a:pt x="49" y="75"/>
                  </a:lnTo>
                  <a:lnTo>
                    <a:pt x="46" y="74"/>
                  </a:lnTo>
                  <a:lnTo>
                    <a:pt x="42" y="75"/>
                  </a:lnTo>
                  <a:lnTo>
                    <a:pt x="42" y="74"/>
                  </a:lnTo>
                  <a:lnTo>
                    <a:pt x="38" y="72"/>
                  </a:lnTo>
                  <a:lnTo>
                    <a:pt x="32" y="71"/>
                  </a:lnTo>
                  <a:lnTo>
                    <a:pt x="29" y="70"/>
                  </a:lnTo>
                  <a:lnTo>
                    <a:pt x="28" y="70"/>
                  </a:lnTo>
                  <a:lnTo>
                    <a:pt x="25" y="71"/>
                  </a:lnTo>
                  <a:lnTo>
                    <a:pt x="21" y="71"/>
                  </a:lnTo>
                  <a:lnTo>
                    <a:pt x="13" y="72"/>
                  </a:lnTo>
                  <a:lnTo>
                    <a:pt x="11" y="74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5" y="71"/>
                  </a:lnTo>
                  <a:lnTo>
                    <a:pt x="3" y="67"/>
                  </a:lnTo>
                  <a:lnTo>
                    <a:pt x="3" y="63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7" y="53"/>
                  </a:lnTo>
                  <a:lnTo>
                    <a:pt x="5" y="51"/>
                  </a:lnTo>
                  <a:lnTo>
                    <a:pt x="4" y="49"/>
                  </a:lnTo>
                  <a:lnTo>
                    <a:pt x="3" y="46"/>
                  </a:lnTo>
                  <a:lnTo>
                    <a:pt x="1" y="41"/>
                  </a:lnTo>
                  <a:lnTo>
                    <a:pt x="0" y="39"/>
                  </a:lnTo>
                  <a:lnTo>
                    <a:pt x="3" y="38"/>
                  </a:lnTo>
                  <a:lnTo>
                    <a:pt x="7" y="37"/>
                  </a:lnTo>
                  <a:lnTo>
                    <a:pt x="11" y="38"/>
                  </a:lnTo>
                  <a:lnTo>
                    <a:pt x="13" y="37"/>
                  </a:lnTo>
                  <a:lnTo>
                    <a:pt x="16" y="37"/>
                  </a:lnTo>
                  <a:lnTo>
                    <a:pt x="15" y="33"/>
                  </a:lnTo>
                  <a:lnTo>
                    <a:pt x="17" y="33"/>
                  </a:lnTo>
                  <a:lnTo>
                    <a:pt x="18" y="29"/>
                  </a:lnTo>
                  <a:lnTo>
                    <a:pt x="21" y="29"/>
                  </a:lnTo>
                  <a:lnTo>
                    <a:pt x="21" y="30"/>
                  </a:lnTo>
                  <a:lnTo>
                    <a:pt x="24" y="30"/>
                  </a:lnTo>
                  <a:lnTo>
                    <a:pt x="24" y="28"/>
                  </a:lnTo>
                  <a:lnTo>
                    <a:pt x="21" y="26"/>
                  </a:lnTo>
                  <a:lnTo>
                    <a:pt x="22" y="22"/>
                  </a:lnTo>
                  <a:lnTo>
                    <a:pt x="24" y="22"/>
                  </a:lnTo>
                  <a:lnTo>
                    <a:pt x="26" y="18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28" y="13"/>
                  </a:lnTo>
                  <a:lnTo>
                    <a:pt x="30" y="9"/>
                  </a:lnTo>
                  <a:lnTo>
                    <a:pt x="34" y="8"/>
                  </a:lnTo>
                  <a:lnTo>
                    <a:pt x="40" y="7"/>
                  </a:lnTo>
                  <a:lnTo>
                    <a:pt x="40" y="4"/>
                  </a:lnTo>
                  <a:lnTo>
                    <a:pt x="42" y="3"/>
                  </a:lnTo>
                  <a:lnTo>
                    <a:pt x="43" y="1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5" name="Freeform 382">
              <a:extLst>
                <a:ext uri="{FF2B5EF4-FFF2-40B4-BE49-F238E27FC236}">
                  <a16:creationId xmlns:a16="http://schemas.microsoft.com/office/drawing/2014/main" id="{AA4F01FE-E4AF-4465-BF7A-E75931BEE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-993699" y="233469"/>
              <a:ext cx="1242205" cy="777173"/>
            </a:xfrm>
            <a:custGeom>
              <a:avLst/>
              <a:gdLst>
                <a:gd name="T0" fmla="*/ 122 w 195"/>
                <a:gd name="T1" fmla="*/ 2 h 122"/>
                <a:gd name="T2" fmla="*/ 135 w 195"/>
                <a:gd name="T3" fmla="*/ 15 h 122"/>
                <a:gd name="T4" fmla="*/ 141 w 195"/>
                <a:gd name="T5" fmla="*/ 27 h 122"/>
                <a:gd name="T6" fmla="*/ 157 w 195"/>
                <a:gd name="T7" fmla="*/ 31 h 122"/>
                <a:gd name="T8" fmla="*/ 170 w 195"/>
                <a:gd name="T9" fmla="*/ 39 h 122"/>
                <a:gd name="T10" fmla="*/ 183 w 195"/>
                <a:gd name="T11" fmla="*/ 39 h 122"/>
                <a:gd name="T12" fmla="*/ 195 w 195"/>
                <a:gd name="T13" fmla="*/ 43 h 122"/>
                <a:gd name="T14" fmla="*/ 193 w 195"/>
                <a:gd name="T15" fmla="*/ 57 h 122"/>
                <a:gd name="T16" fmla="*/ 185 w 195"/>
                <a:gd name="T17" fmla="*/ 69 h 122"/>
                <a:gd name="T18" fmla="*/ 178 w 195"/>
                <a:gd name="T19" fmla="*/ 79 h 122"/>
                <a:gd name="T20" fmla="*/ 168 w 195"/>
                <a:gd name="T21" fmla="*/ 83 h 122"/>
                <a:gd name="T22" fmla="*/ 158 w 195"/>
                <a:gd name="T23" fmla="*/ 89 h 122"/>
                <a:gd name="T24" fmla="*/ 148 w 195"/>
                <a:gd name="T25" fmla="*/ 87 h 122"/>
                <a:gd name="T26" fmla="*/ 145 w 195"/>
                <a:gd name="T27" fmla="*/ 95 h 122"/>
                <a:gd name="T28" fmla="*/ 147 w 195"/>
                <a:gd name="T29" fmla="*/ 91 h 122"/>
                <a:gd name="T30" fmla="*/ 139 w 195"/>
                <a:gd name="T31" fmla="*/ 98 h 122"/>
                <a:gd name="T32" fmla="*/ 131 w 195"/>
                <a:gd name="T33" fmla="*/ 98 h 122"/>
                <a:gd name="T34" fmla="*/ 140 w 195"/>
                <a:gd name="T35" fmla="*/ 100 h 122"/>
                <a:gd name="T36" fmla="*/ 141 w 195"/>
                <a:gd name="T37" fmla="*/ 103 h 122"/>
                <a:gd name="T38" fmla="*/ 145 w 195"/>
                <a:gd name="T39" fmla="*/ 110 h 122"/>
                <a:gd name="T40" fmla="*/ 140 w 195"/>
                <a:gd name="T41" fmla="*/ 98 h 122"/>
                <a:gd name="T42" fmla="*/ 151 w 195"/>
                <a:gd name="T43" fmla="*/ 110 h 122"/>
                <a:gd name="T44" fmla="*/ 161 w 195"/>
                <a:gd name="T45" fmla="*/ 106 h 122"/>
                <a:gd name="T46" fmla="*/ 162 w 195"/>
                <a:gd name="T47" fmla="*/ 112 h 122"/>
                <a:gd name="T48" fmla="*/ 145 w 195"/>
                <a:gd name="T49" fmla="*/ 116 h 122"/>
                <a:gd name="T50" fmla="*/ 129 w 195"/>
                <a:gd name="T51" fmla="*/ 119 h 122"/>
                <a:gd name="T52" fmla="*/ 123 w 195"/>
                <a:gd name="T53" fmla="*/ 110 h 122"/>
                <a:gd name="T54" fmla="*/ 129 w 195"/>
                <a:gd name="T55" fmla="*/ 103 h 122"/>
                <a:gd name="T56" fmla="*/ 127 w 195"/>
                <a:gd name="T57" fmla="*/ 99 h 122"/>
                <a:gd name="T58" fmla="*/ 115 w 195"/>
                <a:gd name="T59" fmla="*/ 98 h 122"/>
                <a:gd name="T60" fmla="*/ 110 w 195"/>
                <a:gd name="T61" fmla="*/ 93 h 122"/>
                <a:gd name="T62" fmla="*/ 114 w 195"/>
                <a:gd name="T63" fmla="*/ 91 h 122"/>
                <a:gd name="T64" fmla="*/ 110 w 195"/>
                <a:gd name="T65" fmla="*/ 89 h 122"/>
                <a:gd name="T66" fmla="*/ 106 w 195"/>
                <a:gd name="T67" fmla="*/ 90 h 122"/>
                <a:gd name="T68" fmla="*/ 98 w 195"/>
                <a:gd name="T69" fmla="*/ 95 h 122"/>
                <a:gd name="T70" fmla="*/ 89 w 195"/>
                <a:gd name="T71" fmla="*/ 106 h 122"/>
                <a:gd name="T72" fmla="*/ 87 w 195"/>
                <a:gd name="T73" fmla="*/ 111 h 122"/>
                <a:gd name="T74" fmla="*/ 76 w 195"/>
                <a:gd name="T75" fmla="*/ 111 h 122"/>
                <a:gd name="T76" fmla="*/ 74 w 195"/>
                <a:gd name="T77" fmla="*/ 104 h 122"/>
                <a:gd name="T78" fmla="*/ 81 w 195"/>
                <a:gd name="T79" fmla="*/ 93 h 122"/>
                <a:gd name="T80" fmla="*/ 87 w 195"/>
                <a:gd name="T81" fmla="*/ 90 h 122"/>
                <a:gd name="T82" fmla="*/ 81 w 195"/>
                <a:gd name="T83" fmla="*/ 79 h 122"/>
                <a:gd name="T84" fmla="*/ 72 w 195"/>
                <a:gd name="T85" fmla="*/ 66 h 122"/>
                <a:gd name="T86" fmla="*/ 58 w 195"/>
                <a:gd name="T87" fmla="*/ 64 h 122"/>
                <a:gd name="T88" fmla="*/ 50 w 195"/>
                <a:gd name="T89" fmla="*/ 62 h 122"/>
                <a:gd name="T90" fmla="*/ 49 w 195"/>
                <a:gd name="T91" fmla="*/ 69 h 122"/>
                <a:gd name="T92" fmla="*/ 31 w 195"/>
                <a:gd name="T93" fmla="*/ 75 h 122"/>
                <a:gd name="T94" fmla="*/ 18 w 195"/>
                <a:gd name="T95" fmla="*/ 72 h 122"/>
                <a:gd name="T96" fmla="*/ 6 w 195"/>
                <a:gd name="T97" fmla="*/ 69 h 122"/>
                <a:gd name="T98" fmla="*/ 3 w 195"/>
                <a:gd name="T99" fmla="*/ 54 h 122"/>
                <a:gd name="T100" fmla="*/ 14 w 195"/>
                <a:gd name="T101" fmla="*/ 36 h 122"/>
                <a:gd name="T102" fmla="*/ 18 w 195"/>
                <a:gd name="T103" fmla="*/ 28 h 122"/>
                <a:gd name="T104" fmla="*/ 12 w 195"/>
                <a:gd name="T105" fmla="*/ 14 h 122"/>
                <a:gd name="T106" fmla="*/ 28 w 195"/>
                <a:gd name="T107" fmla="*/ 11 h 122"/>
                <a:gd name="T108" fmla="*/ 45 w 195"/>
                <a:gd name="T109" fmla="*/ 12 h 122"/>
                <a:gd name="T110" fmla="*/ 57 w 195"/>
                <a:gd name="T111" fmla="*/ 15 h 122"/>
                <a:gd name="T112" fmla="*/ 70 w 195"/>
                <a:gd name="T113" fmla="*/ 14 h 122"/>
                <a:gd name="T114" fmla="*/ 79 w 195"/>
                <a:gd name="T115" fmla="*/ 15 h 122"/>
                <a:gd name="T116" fmla="*/ 89 w 195"/>
                <a:gd name="T117" fmla="*/ 7 h 122"/>
                <a:gd name="T118" fmla="*/ 102 w 195"/>
                <a:gd name="T119" fmla="*/ 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5" h="122">
                  <a:moveTo>
                    <a:pt x="104" y="0"/>
                  </a:moveTo>
                  <a:lnTo>
                    <a:pt x="110" y="3"/>
                  </a:lnTo>
                  <a:lnTo>
                    <a:pt x="116" y="3"/>
                  </a:lnTo>
                  <a:lnTo>
                    <a:pt x="119" y="2"/>
                  </a:lnTo>
                  <a:lnTo>
                    <a:pt x="122" y="2"/>
                  </a:lnTo>
                  <a:lnTo>
                    <a:pt x="123" y="7"/>
                  </a:lnTo>
                  <a:lnTo>
                    <a:pt x="126" y="8"/>
                  </a:lnTo>
                  <a:lnTo>
                    <a:pt x="124" y="11"/>
                  </a:lnTo>
                  <a:lnTo>
                    <a:pt x="128" y="16"/>
                  </a:lnTo>
                  <a:lnTo>
                    <a:pt x="135" y="15"/>
                  </a:lnTo>
                  <a:lnTo>
                    <a:pt x="137" y="16"/>
                  </a:lnTo>
                  <a:lnTo>
                    <a:pt x="137" y="19"/>
                  </a:lnTo>
                  <a:lnTo>
                    <a:pt x="140" y="20"/>
                  </a:lnTo>
                  <a:lnTo>
                    <a:pt x="140" y="23"/>
                  </a:lnTo>
                  <a:lnTo>
                    <a:pt x="141" y="27"/>
                  </a:lnTo>
                  <a:lnTo>
                    <a:pt x="147" y="32"/>
                  </a:lnTo>
                  <a:lnTo>
                    <a:pt x="148" y="29"/>
                  </a:lnTo>
                  <a:lnTo>
                    <a:pt x="152" y="31"/>
                  </a:lnTo>
                  <a:lnTo>
                    <a:pt x="155" y="31"/>
                  </a:lnTo>
                  <a:lnTo>
                    <a:pt x="157" y="31"/>
                  </a:lnTo>
                  <a:lnTo>
                    <a:pt x="161" y="28"/>
                  </a:lnTo>
                  <a:lnTo>
                    <a:pt x="162" y="28"/>
                  </a:lnTo>
                  <a:lnTo>
                    <a:pt x="165" y="33"/>
                  </a:lnTo>
                  <a:lnTo>
                    <a:pt x="169" y="36"/>
                  </a:lnTo>
                  <a:lnTo>
                    <a:pt x="170" y="39"/>
                  </a:lnTo>
                  <a:lnTo>
                    <a:pt x="172" y="36"/>
                  </a:lnTo>
                  <a:lnTo>
                    <a:pt x="176" y="37"/>
                  </a:lnTo>
                  <a:lnTo>
                    <a:pt x="180" y="37"/>
                  </a:lnTo>
                  <a:lnTo>
                    <a:pt x="181" y="39"/>
                  </a:lnTo>
                  <a:lnTo>
                    <a:pt x="183" y="39"/>
                  </a:lnTo>
                  <a:lnTo>
                    <a:pt x="187" y="40"/>
                  </a:lnTo>
                  <a:lnTo>
                    <a:pt x="190" y="41"/>
                  </a:lnTo>
                  <a:lnTo>
                    <a:pt x="193" y="40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5" y="47"/>
                  </a:lnTo>
                  <a:lnTo>
                    <a:pt x="193" y="49"/>
                  </a:lnTo>
                  <a:lnTo>
                    <a:pt x="190" y="49"/>
                  </a:lnTo>
                  <a:lnTo>
                    <a:pt x="190" y="54"/>
                  </a:lnTo>
                  <a:lnTo>
                    <a:pt x="193" y="57"/>
                  </a:lnTo>
                  <a:lnTo>
                    <a:pt x="194" y="60"/>
                  </a:lnTo>
                  <a:lnTo>
                    <a:pt x="193" y="65"/>
                  </a:lnTo>
                  <a:lnTo>
                    <a:pt x="193" y="68"/>
                  </a:lnTo>
                  <a:lnTo>
                    <a:pt x="190" y="69"/>
                  </a:lnTo>
                  <a:lnTo>
                    <a:pt x="185" y="69"/>
                  </a:lnTo>
                  <a:lnTo>
                    <a:pt x="182" y="74"/>
                  </a:lnTo>
                  <a:lnTo>
                    <a:pt x="181" y="74"/>
                  </a:lnTo>
                  <a:lnTo>
                    <a:pt x="180" y="79"/>
                  </a:lnTo>
                  <a:lnTo>
                    <a:pt x="178" y="81"/>
                  </a:lnTo>
                  <a:lnTo>
                    <a:pt x="178" y="79"/>
                  </a:lnTo>
                  <a:lnTo>
                    <a:pt x="177" y="79"/>
                  </a:lnTo>
                  <a:lnTo>
                    <a:pt x="173" y="81"/>
                  </a:lnTo>
                  <a:lnTo>
                    <a:pt x="170" y="81"/>
                  </a:lnTo>
                  <a:lnTo>
                    <a:pt x="169" y="81"/>
                  </a:lnTo>
                  <a:lnTo>
                    <a:pt x="168" y="83"/>
                  </a:lnTo>
                  <a:lnTo>
                    <a:pt x="165" y="83"/>
                  </a:lnTo>
                  <a:lnTo>
                    <a:pt x="164" y="86"/>
                  </a:lnTo>
                  <a:lnTo>
                    <a:pt x="161" y="89"/>
                  </a:lnTo>
                  <a:lnTo>
                    <a:pt x="161" y="87"/>
                  </a:lnTo>
                  <a:lnTo>
                    <a:pt x="158" y="89"/>
                  </a:lnTo>
                  <a:lnTo>
                    <a:pt x="156" y="90"/>
                  </a:lnTo>
                  <a:lnTo>
                    <a:pt x="153" y="89"/>
                  </a:lnTo>
                  <a:lnTo>
                    <a:pt x="151" y="90"/>
                  </a:lnTo>
                  <a:lnTo>
                    <a:pt x="149" y="90"/>
                  </a:lnTo>
                  <a:lnTo>
                    <a:pt x="148" y="87"/>
                  </a:lnTo>
                  <a:lnTo>
                    <a:pt x="147" y="87"/>
                  </a:lnTo>
                  <a:lnTo>
                    <a:pt x="148" y="89"/>
                  </a:lnTo>
                  <a:lnTo>
                    <a:pt x="149" y="91"/>
                  </a:lnTo>
                  <a:lnTo>
                    <a:pt x="148" y="93"/>
                  </a:lnTo>
                  <a:lnTo>
                    <a:pt x="145" y="95"/>
                  </a:lnTo>
                  <a:lnTo>
                    <a:pt x="144" y="97"/>
                  </a:lnTo>
                  <a:lnTo>
                    <a:pt x="144" y="95"/>
                  </a:lnTo>
                  <a:lnTo>
                    <a:pt x="145" y="95"/>
                  </a:lnTo>
                  <a:lnTo>
                    <a:pt x="147" y="93"/>
                  </a:lnTo>
                  <a:lnTo>
                    <a:pt x="147" y="91"/>
                  </a:lnTo>
                  <a:lnTo>
                    <a:pt x="145" y="90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9" y="97"/>
                  </a:lnTo>
                  <a:lnTo>
                    <a:pt x="139" y="98"/>
                  </a:lnTo>
                  <a:lnTo>
                    <a:pt x="136" y="98"/>
                  </a:lnTo>
                  <a:lnTo>
                    <a:pt x="135" y="97"/>
                  </a:lnTo>
                  <a:lnTo>
                    <a:pt x="133" y="98"/>
                  </a:lnTo>
                  <a:lnTo>
                    <a:pt x="131" y="97"/>
                  </a:lnTo>
                  <a:lnTo>
                    <a:pt x="131" y="98"/>
                  </a:lnTo>
                  <a:lnTo>
                    <a:pt x="132" y="99"/>
                  </a:lnTo>
                  <a:lnTo>
                    <a:pt x="136" y="99"/>
                  </a:lnTo>
                  <a:lnTo>
                    <a:pt x="137" y="100"/>
                  </a:lnTo>
                  <a:lnTo>
                    <a:pt x="139" y="102"/>
                  </a:lnTo>
                  <a:lnTo>
                    <a:pt x="140" y="100"/>
                  </a:lnTo>
                  <a:lnTo>
                    <a:pt x="140" y="102"/>
                  </a:lnTo>
                  <a:lnTo>
                    <a:pt x="139" y="103"/>
                  </a:lnTo>
                  <a:lnTo>
                    <a:pt x="140" y="104"/>
                  </a:lnTo>
                  <a:lnTo>
                    <a:pt x="140" y="103"/>
                  </a:lnTo>
                  <a:lnTo>
                    <a:pt x="141" y="103"/>
                  </a:lnTo>
                  <a:lnTo>
                    <a:pt x="141" y="106"/>
                  </a:lnTo>
                  <a:lnTo>
                    <a:pt x="143" y="104"/>
                  </a:lnTo>
                  <a:lnTo>
                    <a:pt x="144" y="104"/>
                  </a:lnTo>
                  <a:lnTo>
                    <a:pt x="144" y="108"/>
                  </a:lnTo>
                  <a:lnTo>
                    <a:pt x="145" y="110"/>
                  </a:lnTo>
                  <a:lnTo>
                    <a:pt x="148" y="110"/>
                  </a:lnTo>
                  <a:lnTo>
                    <a:pt x="149" y="110"/>
                  </a:lnTo>
                  <a:lnTo>
                    <a:pt x="145" y="106"/>
                  </a:lnTo>
                  <a:lnTo>
                    <a:pt x="141" y="100"/>
                  </a:lnTo>
                  <a:lnTo>
                    <a:pt x="140" y="98"/>
                  </a:lnTo>
                  <a:lnTo>
                    <a:pt x="141" y="97"/>
                  </a:lnTo>
                  <a:lnTo>
                    <a:pt x="143" y="99"/>
                  </a:lnTo>
                  <a:lnTo>
                    <a:pt x="144" y="103"/>
                  </a:lnTo>
                  <a:lnTo>
                    <a:pt x="149" y="108"/>
                  </a:lnTo>
                  <a:lnTo>
                    <a:pt x="151" y="110"/>
                  </a:lnTo>
                  <a:lnTo>
                    <a:pt x="153" y="107"/>
                  </a:lnTo>
                  <a:lnTo>
                    <a:pt x="155" y="107"/>
                  </a:lnTo>
                  <a:lnTo>
                    <a:pt x="157" y="108"/>
                  </a:lnTo>
                  <a:lnTo>
                    <a:pt x="157" y="106"/>
                  </a:lnTo>
                  <a:lnTo>
                    <a:pt x="161" y="106"/>
                  </a:lnTo>
                  <a:lnTo>
                    <a:pt x="165" y="106"/>
                  </a:lnTo>
                  <a:lnTo>
                    <a:pt x="164" y="107"/>
                  </a:lnTo>
                  <a:lnTo>
                    <a:pt x="162" y="108"/>
                  </a:lnTo>
                  <a:lnTo>
                    <a:pt x="164" y="111"/>
                  </a:lnTo>
                  <a:lnTo>
                    <a:pt x="162" y="112"/>
                  </a:lnTo>
                  <a:lnTo>
                    <a:pt x="158" y="112"/>
                  </a:lnTo>
                  <a:lnTo>
                    <a:pt x="153" y="112"/>
                  </a:lnTo>
                  <a:lnTo>
                    <a:pt x="151" y="114"/>
                  </a:lnTo>
                  <a:lnTo>
                    <a:pt x="149" y="116"/>
                  </a:lnTo>
                  <a:lnTo>
                    <a:pt x="145" y="116"/>
                  </a:lnTo>
                  <a:lnTo>
                    <a:pt x="139" y="120"/>
                  </a:lnTo>
                  <a:lnTo>
                    <a:pt x="135" y="122"/>
                  </a:lnTo>
                  <a:lnTo>
                    <a:pt x="131" y="122"/>
                  </a:lnTo>
                  <a:lnTo>
                    <a:pt x="129" y="120"/>
                  </a:lnTo>
                  <a:lnTo>
                    <a:pt x="129" y="119"/>
                  </a:lnTo>
                  <a:lnTo>
                    <a:pt x="131" y="115"/>
                  </a:lnTo>
                  <a:lnTo>
                    <a:pt x="131" y="114"/>
                  </a:lnTo>
                  <a:lnTo>
                    <a:pt x="127" y="111"/>
                  </a:lnTo>
                  <a:lnTo>
                    <a:pt x="126" y="111"/>
                  </a:lnTo>
                  <a:lnTo>
                    <a:pt x="123" y="110"/>
                  </a:lnTo>
                  <a:lnTo>
                    <a:pt x="122" y="111"/>
                  </a:lnTo>
                  <a:lnTo>
                    <a:pt x="119" y="110"/>
                  </a:lnTo>
                  <a:lnTo>
                    <a:pt x="122" y="106"/>
                  </a:lnTo>
                  <a:lnTo>
                    <a:pt x="126" y="103"/>
                  </a:lnTo>
                  <a:lnTo>
                    <a:pt x="129" y="103"/>
                  </a:lnTo>
                  <a:lnTo>
                    <a:pt x="131" y="102"/>
                  </a:lnTo>
                  <a:lnTo>
                    <a:pt x="129" y="100"/>
                  </a:lnTo>
                  <a:lnTo>
                    <a:pt x="128" y="98"/>
                  </a:lnTo>
                  <a:lnTo>
                    <a:pt x="127" y="98"/>
                  </a:lnTo>
                  <a:lnTo>
                    <a:pt x="127" y="99"/>
                  </a:lnTo>
                  <a:lnTo>
                    <a:pt x="124" y="98"/>
                  </a:lnTo>
                  <a:lnTo>
                    <a:pt x="122" y="97"/>
                  </a:lnTo>
                  <a:lnTo>
                    <a:pt x="119" y="98"/>
                  </a:lnTo>
                  <a:lnTo>
                    <a:pt x="116" y="99"/>
                  </a:lnTo>
                  <a:lnTo>
                    <a:pt x="115" y="98"/>
                  </a:lnTo>
                  <a:lnTo>
                    <a:pt x="112" y="98"/>
                  </a:lnTo>
                  <a:lnTo>
                    <a:pt x="111" y="95"/>
                  </a:lnTo>
                  <a:lnTo>
                    <a:pt x="112" y="95"/>
                  </a:lnTo>
                  <a:lnTo>
                    <a:pt x="112" y="94"/>
                  </a:lnTo>
                  <a:lnTo>
                    <a:pt x="110" y="93"/>
                  </a:lnTo>
                  <a:lnTo>
                    <a:pt x="106" y="93"/>
                  </a:lnTo>
                  <a:lnTo>
                    <a:pt x="104" y="91"/>
                  </a:lnTo>
                  <a:lnTo>
                    <a:pt x="107" y="91"/>
                  </a:lnTo>
                  <a:lnTo>
                    <a:pt x="111" y="91"/>
                  </a:lnTo>
                  <a:lnTo>
                    <a:pt x="114" y="91"/>
                  </a:lnTo>
                  <a:lnTo>
                    <a:pt x="115" y="91"/>
                  </a:lnTo>
                  <a:lnTo>
                    <a:pt x="118" y="89"/>
                  </a:lnTo>
                  <a:lnTo>
                    <a:pt x="114" y="90"/>
                  </a:lnTo>
                  <a:lnTo>
                    <a:pt x="111" y="90"/>
                  </a:lnTo>
                  <a:lnTo>
                    <a:pt x="110" y="89"/>
                  </a:lnTo>
                  <a:lnTo>
                    <a:pt x="110" y="87"/>
                  </a:lnTo>
                  <a:lnTo>
                    <a:pt x="108" y="89"/>
                  </a:lnTo>
                  <a:lnTo>
                    <a:pt x="107" y="90"/>
                  </a:lnTo>
                  <a:lnTo>
                    <a:pt x="106" y="90"/>
                  </a:lnTo>
                  <a:lnTo>
                    <a:pt x="106" y="90"/>
                  </a:lnTo>
                  <a:lnTo>
                    <a:pt x="104" y="89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8" y="93"/>
                  </a:lnTo>
                  <a:lnTo>
                    <a:pt x="98" y="95"/>
                  </a:lnTo>
                  <a:lnTo>
                    <a:pt x="95" y="99"/>
                  </a:lnTo>
                  <a:lnTo>
                    <a:pt x="94" y="99"/>
                  </a:lnTo>
                  <a:lnTo>
                    <a:pt x="94" y="100"/>
                  </a:lnTo>
                  <a:lnTo>
                    <a:pt x="90" y="106"/>
                  </a:lnTo>
                  <a:lnTo>
                    <a:pt x="89" y="106"/>
                  </a:lnTo>
                  <a:lnTo>
                    <a:pt x="87" y="104"/>
                  </a:lnTo>
                  <a:lnTo>
                    <a:pt x="87" y="106"/>
                  </a:lnTo>
                  <a:lnTo>
                    <a:pt x="87" y="107"/>
                  </a:lnTo>
                  <a:lnTo>
                    <a:pt x="89" y="108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6" y="110"/>
                  </a:lnTo>
                  <a:lnTo>
                    <a:pt x="82" y="110"/>
                  </a:lnTo>
                  <a:lnTo>
                    <a:pt x="79" y="111"/>
                  </a:lnTo>
                  <a:lnTo>
                    <a:pt x="76" y="111"/>
                  </a:lnTo>
                  <a:lnTo>
                    <a:pt x="73" y="110"/>
                  </a:lnTo>
                  <a:lnTo>
                    <a:pt x="70" y="107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78" y="97"/>
                  </a:lnTo>
                  <a:lnTo>
                    <a:pt x="78" y="93"/>
                  </a:lnTo>
                  <a:lnTo>
                    <a:pt x="81" y="93"/>
                  </a:lnTo>
                  <a:lnTo>
                    <a:pt x="83" y="91"/>
                  </a:lnTo>
                  <a:lnTo>
                    <a:pt x="85" y="94"/>
                  </a:lnTo>
                  <a:lnTo>
                    <a:pt x="89" y="93"/>
                  </a:lnTo>
                  <a:lnTo>
                    <a:pt x="89" y="93"/>
                  </a:lnTo>
                  <a:lnTo>
                    <a:pt x="87" y="90"/>
                  </a:lnTo>
                  <a:lnTo>
                    <a:pt x="89" y="87"/>
                  </a:lnTo>
                  <a:lnTo>
                    <a:pt x="87" y="86"/>
                  </a:lnTo>
                  <a:lnTo>
                    <a:pt x="85" y="83"/>
                  </a:lnTo>
                  <a:lnTo>
                    <a:pt x="82" y="81"/>
                  </a:lnTo>
                  <a:lnTo>
                    <a:pt x="81" y="79"/>
                  </a:lnTo>
                  <a:lnTo>
                    <a:pt x="78" y="78"/>
                  </a:lnTo>
                  <a:lnTo>
                    <a:pt x="78" y="75"/>
                  </a:lnTo>
                  <a:lnTo>
                    <a:pt x="78" y="72"/>
                  </a:lnTo>
                  <a:lnTo>
                    <a:pt x="76" y="70"/>
                  </a:lnTo>
                  <a:lnTo>
                    <a:pt x="72" y="66"/>
                  </a:lnTo>
                  <a:lnTo>
                    <a:pt x="70" y="66"/>
                  </a:lnTo>
                  <a:lnTo>
                    <a:pt x="69" y="68"/>
                  </a:lnTo>
                  <a:lnTo>
                    <a:pt x="66" y="68"/>
                  </a:lnTo>
                  <a:lnTo>
                    <a:pt x="62" y="64"/>
                  </a:lnTo>
                  <a:lnTo>
                    <a:pt x="58" y="64"/>
                  </a:lnTo>
                  <a:lnTo>
                    <a:pt x="57" y="61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9" y="65"/>
                  </a:lnTo>
                  <a:lnTo>
                    <a:pt x="48" y="66"/>
                  </a:lnTo>
                  <a:lnTo>
                    <a:pt x="49" y="69"/>
                  </a:lnTo>
                  <a:lnTo>
                    <a:pt x="47" y="70"/>
                  </a:lnTo>
                  <a:lnTo>
                    <a:pt x="44" y="72"/>
                  </a:lnTo>
                  <a:lnTo>
                    <a:pt x="36" y="73"/>
                  </a:lnTo>
                  <a:lnTo>
                    <a:pt x="33" y="75"/>
                  </a:lnTo>
                  <a:lnTo>
                    <a:pt x="31" y="75"/>
                  </a:lnTo>
                  <a:lnTo>
                    <a:pt x="27" y="77"/>
                  </a:lnTo>
                  <a:lnTo>
                    <a:pt x="24" y="75"/>
                  </a:lnTo>
                  <a:lnTo>
                    <a:pt x="24" y="74"/>
                  </a:lnTo>
                  <a:lnTo>
                    <a:pt x="20" y="72"/>
                  </a:lnTo>
                  <a:lnTo>
                    <a:pt x="18" y="72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0" y="72"/>
                  </a:lnTo>
                  <a:lnTo>
                    <a:pt x="7" y="72"/>
                  </a:lnTo>
                  <a:lnTo>
                    <a:pt x="6" y="69"/>
                  </a:lnTo>
                  <a:lnTo>
                    <a:pt x="3" y="6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3" y="54"/>
                  </a:lnTo>
                  <a:lnTo>
                    <a:pt x="6" y="54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12" y="40"/>
                  </a:lnTo>
                  <a:lnTo>
                    <a:pt x="14" y="36"/>
                  </a:lnTo>
                  <a:lnTo>
                    <a:pt x="15" y="35"/>
                  </a:lnTo>
                  <a:lnTo>
                    <a:pt x="18" y="35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8"/>
                  </a:lnTo>
                  <a:lnTo>
                    <a:pt x="18" y="27"/>
                  </a:lnTo>
                  <a:lnTo>
                    <a:pt x="15" y="24"/>
                  </a:lnTo>
                  <a:lnTo>
                    <a:pt x="14" y="22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8" y="14"/>
                  </a:lnTo>
                  <a:lnTo>
                    <a:pt x="20" y="12"/>
                  </a:lnTo>
                  <a:lnTo>
                    <a:pt x="28" y="11"/>
                  </a:lnTo>
                  <a:lnTo>
                    <a:pt x="32" y="11"/>
                  </a:lnTo>
                  <a:lnTo>
                    <a:pt x="35" y="10"/>
                  </a:lnTo>
                  <a:lnTo>
                    <a:pt x="36" y="10"/>
                  </a:lnTo>
                  <a:lnTo>
                    <a:pt x="39" y="11"/>
                  </a:lnTo>
                  <a:lnTo>
                    <a:pt x="45" y="12"/>
                  </a:lnTo>
                  <a:lnTo>
                    <a:pt x="49" y="14"/>
                  </a:lnTo>
                  <a:lnTo>
                    <a:pt x="49" y="15"/>
                  </a:lnTo>
                  <a:lnTo>
                    <a:pt x="53" y="14"/>
                  </a:lnTo>
                  <a:lnTo>
                    <a:pt x="56" y="15"/>
                  </a:lnTo>
                  <a:lnTo>
                    <a:pt x="57" y="15"/>
                  </a:lnTo>
                  <a:lnTo>
                    <a:pt x="58" y="14"/>
                  </a:lnTo>
                  <a:lnTo>
                    <a:pt x="61" y="15"/>
                  </a:lnTo>
                  <a:lnTo>
                    <a:pt x="64" y="15"/>
                  </a:lnTo>
                  <a:lnTo>
                    <a:pt x="66" y="12"/>
                  </a:lnTo>
                  <a:lnTo>
                    <a:pt x="70" y="14"/>
                  </a:lnTo>
                  <a:lnTo>
                    <a:pt x="70" y="16"/>
                  </a:lnTo>
                  <a:lnTo>
                    <a:pt x="73" y="16"/>
                  </a:lnTo>
                  <a:lnTo>
                    <a:pt x="74" y="14"/>
                  </a:lnTo>
                  <a:lnTo>
                    <a:pt x="77" y="14"/>
                  </a:lnTo>
                  <a:lnTo>
                    <a:pt x="79" y="15"/>
                  </a:lnTo>
                  <a:lnTo>
                    <a:pt x="82" y="14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1"/>
                  </a:lnTo>
                  <a:lnTo>
                    <a:pt x="89" y="7"/>
                  </a:lnTo>
                  <a:lnTo>
                    <a:pt x="93" y="6"/>
                  </a:lnTo>
                  <a:lnTo>
                    <a:pt x="98" y="4"/>
                  </a:lnTo>
                  <a:lnTo>
                    <a:pt x="99" y="6"/>
                  </a:lnTo>
                  <a:lnTo>
                    <a:pt x="103" y="4"/>
                  </a:lnTo>
                  <a:lnTo>
                    <a:pt x="102" y="3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6" name="Freeform 383">
              <a:extLst>
                <a:ext uri="{FF2B5EF4-FFF2-40B4-BE49-F238E27FC236}">
                  <a16:creationId xmlns:a16="http://schemas.microsoft.com/office/drawing/2014/main" id="{EFB15503-2BD3-4C11-9FD9-EF1045F6B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-687925" y="622055"/>
              <a:ext cx="261182" cy="293032"/>
            </a:xfrm>
            <a:custGeom>
              <a:avLst/>
              <a:gdLst>
                <a:gd name="T0" fmla="*/ 9 w 41"/>
                <a:gd name="T1" fmla="*/ 0 h 46"/>
                <a:gd name="T2" fmla="*/ 10 w 41"/>
                <a:gd name="T3" fmla="*/ 3 h 46"/>
                <a:gd name="T4" fmla="*/ 14 w 41"/>
                <a:gd name="T5" fmla="*/ 3 h 46"/>
                <a:gd name="T6" fmla="*/ 18 w 41"/>
                <a:gd name="T7" fmla="*/ 7 h 46"/>
                <a:gd name="T8" fmla="*/ 21 w 41"/>
                <a:gd name="T9" fmla="*/ 7 h 46"/>
                <a:gd name="T10" fmla="*/ 22 w 41"/>
                <a:gd name="T11" fmla="*/ 5 h 46"/>
                <a:gd name="T12" fmla="*/ 24 w 41"/>
                <a:gd name="T13" fmla="*/ 5 h 46"/>
                <a:gd name="T14" fmla="*/ 28 w 41"/>
                <a:gd name="T15" fmla="*/ 9 h 46"/>
                <a:gd name="T16" fmla="*/ 30 w 41"/>
                <a:gd name="T17" fmla="*/ 11 h 46"/>
                <a:gd name="T18" fmla="*/ 30 w 41"/>
                <a:gd name="T19" fmla="*/ 14 h 46"/>
                <a:gd name="T20" fmla="*/ 30 w 41"/>
                <a:gd name="T21" fmla="*/ 17 h 46"/>
                <a:gd name="T22" fmla="*/ 33 w 41"/>
                <a:gd name="T23" fmla="*/ 18 h 46"/>
                <a:gd name="T24" fmla="*/ 34 w 41"/>
                <a:gd name="T25" fmla="*/ 20 h 46"/>
                <a:gd name="T26" fmla="*/ 37 w 41"/>
                <a:gd name="T27" fmla="*/ 22 h 46"/>
                <a:gd name="T28" fmla="*/ 39 w 41"/>
                <a:gd name="T29" fmla="*/ 25 h 46"/>
                <a:gd name="T30" fmla="*/ 41 w 41"/>
                <a:gd name="T31" fmla="*/ 26 h 46"/>
                <a:gd name="T32" fmla="*/ 39 w 41"/>
                <a:gd name="T33" fmla="*/ 29 h 46"/>
                <a:gd name="T34" fmla="*/ 41 w 41"/>
                <a:gd name="T35" fmla="*/ 32 h 46"/>
                <a:gd name="T36" fmla="*/ 41 w 41"/>
                <a:gd name="T37" fmla="*/ 32 h 46"/>
                <a:gd name="T38" fmla="*/ 37 w 41"/>
                <a:gd name="T39" fmla="*/ 33 h 46"/>
                <a:gd name="T40" fmla="*/ 35 w 41"/>
                <a:gd name="T41" fmla="*/ 30 h 46"/>
                <a:gd name="T42" fmla="*/ 33 w 41"/>
                <a:gd name="T43" fmla="*/ 32 h 46"/>
                <a:gd name="T44" fmla="*/ 30 w 41"/>
                <a:gd name="T45" fmla="*/ 32 h 46"/>
                <a:gd name="T46" fmla="*/ 30 w 41"/>
                <a:gd name="T47" fmla="*/ 36 h 46"/>
                <a:gd name="T48" fmla="*/ 30 w 41"/>
                <a:gd name="T49" fmla="*/ 39 h 46"/>
                <a:gd name="T50" fmla="*/ 29 w 41"/>
                <a:gd name="T51" fmla="*/ 39 h 46"/>
                <a:gd name="T52" fmla="*/ 26 w 41"/>
                <a:gd name="T53" fmla="*/ 43 h 46"/>
                <a:gd name="T54" fmla="*/ 26 w 41"/>
                <a:gd name="T55" fmla="*/ 45 h 46"/>
                <a:gd name="T56" fmla="*/ 25 w 41"/>
                <a:gd name="T57" fmla="*/ 45 h 46"/>
                <a:gd name="T58" fmla="*/ 22 w 41"/>
                <a:gd name="T59" fmla="*/ 46 h 46"/>
                <a:gd name="T60" fmla="*/ 22 w 41"/>
                <a:gd name="T61" fmla="*/ 46 h 46"/>
                <a:gd name="T62" fmla="*/ 21 w 41"/>
                <a:gd name="T63" fmla="*/ 42 h 46"/>
                <a:gd name="T64" fmla="*/ 21 w 41"/>
                <a:gd name="T65" fmla="*/ 32 h 46"/>
                <a:gd name="T66" fmla="*/ 20 w 41"/>
                <a:gd name="T67" fmla="*/ 28 h 46"/>
                <a:gd name="T68" fmla="*/ 18 w 41"/>
                <a:gd name="T69" fmla="*/ 25 h 46"/>
                <a:gd name="T70" fmla="*/ 12 w 41"/>
                <a:gd name="T71" fmla="*/ 20 h 46"/>
                <a:gd name="T72" fmla="*/ 12 w 41"/>
                <a:gd name="T73" fmla="*/ 17 h 46"/>
                <a:gd name="T74" fmla="*/ 6 w 41"/>
                <a:gd name="T75" fmla="*/ 13 h 46"/>
                <a:gd name="T76" fmla="*/ 5 w 41"/>
                <a:gd name="T77" fmla="*/ 8 h 46"/>
                <a:gd name="T78" fmla="*/ 1 w 41"/>
                <a:gd name="T79" fmla="*/ 8 h 46"/>
                <a:gd name="T80" fmla="*/ 0 w 41"/>
                <a:gd name="T81" fmla="*/ 5 h 46"/>
                <a:gd name="T82" fmla="*/ 1 w 41"/>
                <a:gd name="T83" fmla="*/ 4 h 46"/>
                <a:gd name="T84" fmla="*/ 0 w 41"/>
                <a:gd name="T85" fmla="*/ 1 h 46"/>
                <a:gd name="T86" fmla="*/ 2 w 41"/>
                <a:gd name="T87" fmla="*/ 1 h 46"/>
                <a:gd name="T88" fmla="*/ 2 w 41"/>
                <a:gd name="T89" fmla="*/ 1 h 46"/>
                <a:gd name="T90" fmla="*/ 5 w 41"/>
                <a:gd name="T91" fmla="*/ 3 h 46"/>
                <a:gd name="T92" fmla="*/ 5 w 41"/>
                <a:gd name="T93" fmla="*/ 1 h 46"/>
                <a:gd name="T94" fmla="*/ 8 w 41"/>
                <a:gd name="T95" fmla="*/ 1 h 46"/>
                <a:gd name="T96" fmla="*/ 9 w 41"/>
                <a:gd name="T9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" h="46">
                  <a:moveTo>
                    <a:pt x="9" y="0"/>
                  </a:moveTo>
                  <a:lnTo>
                    <a:pt x="10" y="3"/>
                  </a:lnTo>
                  <a:lnTo>
                    <a:pt x="14" y="3"/>
                  </a:lnTo>
                  <a:lnTo>
                    <a:pt x="18" y="7"/>
                  </a:lnTo>
                  <a:lnTo>
                    <a:pt x="21" y="7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28" y="9"/>
                  </a:lnTo>
                  <a:lnTo>
                    <a:pt x="30" y="11"/>
                  </a:lnTo>
                  <a:lnTo>
                    <a:pt x="30" y="14"/>
                  </a:lnTo>
                  <a:lnTo>
                    <a:pt x="30" y="17"/>
                  </a:lnTo>
                  <a:lnTo>
                    <a:pt x="33" y="18"/>
                  </a:lnTo>
                  <a:lnTo>
                    <a:pt x="34" y="20"/>
                  </a:lnTo>
                  <a:lnTo>
                    <a:pt x="37" y="22"/>
                  </a:lnTo>
                  <a:lnTo>
                    <a:pt x="39" y="25"/>
                  </a:lnTo>
                  <a:lnTo>
                    <a:pt x="41" y="26"/>
                  </a:lnTo>
                  <a:lnTo>
                    <a:pt x="39" y="29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7" y="33"/>
                  </a:lnTo>
                  <a:lnTo>
                    <a:pt x="35" y="30"/>
                  </a:lnTo>
                  <a:lnTo>
                    <a:pt x="33" y="32"/>
                  </a:lnTo>
                  <a:lnTo>
                    <a:pt x="30" y="32"/>
                  </a:lnTo>
                  <a:lnTo>
                    <a:pt x="30" y="36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6" y="43"/>
                  </a:lnTo>
                  <a:lnTo>
                    <a:pt x="26" y="45"/>
                  </a:lnTo>
                  <a:lnTo>
                    <a:pt x="25" y="45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1" y="42"/>
                  </a:lnTo>
                  <a:lnTo>
                    <a:pt x="21" y="32"/>
                  </a:lnTo>
                  <a:lnTo>
                    <a:pt x="20" y="28"/>
                  </a:lnTo>
                  <a:lnTo>
                    <a:pt x="18" y="25"/>
                  </a:lnTo>
                  <a:lnTo>
                    <a:pt x="12" y="20"/>
                  </a:lnTo>
                  <a:lnTo>
                    <a:pt x="12" y="17"/>
                  </a:lnTo>
                  <a:lnTo>
                    <a:pt x="6" y="13"/>
                  </a:lnTo>
                  <a:lnTo>
                    <a:pt x="5" y="8"/>
                  </a:lnTo>
                  <a:lnTo>
                    <a:pt x="1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5" y="3"/>
                  </a:lnTo>
                  <a:lnTo>
                    <a:pt x="5" y="1"/>
                  </a:lnTo>
                  <a:lnTo>
                    <a:pt x="8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7" name="Freeform 384">
              <a:extLst>
                <a:ext uri="{FF2B5EF4-FFF2-40B4-BE49-F238E27FC236}">
                  <a16:creationId xmlns:a16="http://schemas.microsoft.com/office/drawing/2014/main" id="{2F5C10E2-082C-4A15-93BF-0FC07246F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-1101994" y="673014"/>
              <a:ext cx="662507" cy="426811"/>
            </a:xfrm>
            <a:custGeom>
              <a:avLst/>
              <a:gdLst>
                <a:gd name="T0" fmla="*/ 71 w 104"/>
                <a:gd name="T1" fmla="*/ 5 h 67"/>
                <a:gd name="T2" fmla="*/ 77 w 104"/>
                <a:gd name="T3" fmla="*/ 12 h 67"/>
                <a:gd name="T4" fmla="*/ 85 w 104"/>
                <a:gd name="T5" fmla="*/ 20 h 67"/>
                <a:gd name="T6" fmla="*/ 86 w 104"/>
                <a:gd name="T7" fmla="*/ 34 h 67"/>
                <a:gd name="T8" fmla="*/ 90 w 104"/>
                <a:gd name="T9" fmla="*/ 41 h 67"/>
                <a:gd name="T10" fmla="*/ 96 w 104"/>
                <a:gd name="T11" fmla="*/ 42 h 67"/>
                <a:gd name="T12" fmla="*/ 103 w 104"/>
                <a:gd name="T13" fmla="*/ 41 h 67"/>
                <a:gd name="T14" fmla="*/ 103 w 104"/>
                <a:gd name="T15" fmla="*/ 43 h 67"/>
                <a:gd name="T16" fmla="*/ 104 w 104"/>
                <a:gd name="T17" fmla="*/ 46 h 67"/>
                <a:gd name="T18" fmla="*/ 100 w 104"/>
                <a:gd name="T19" fmla="*/ 50 h 67"/>
                <a:gd name="T20" fmla="*/ 95 w 104"/>
                <a:gd name="T21" fmla="*/ 53 h 67"/>
                <a:gd name="T22" fmla="*/ 95 w 104"/>
                <a:gd name="T23" fmla="*/ 55 h 67"/>
                <a:gd name="T24" fmla="*/ 94 w 104"/>
                <a:gd name="T25" fmla="*/ 60 h 67"/>
                <a:gd name="T26" fmla="*/ 91 w 104"/>
                <a:gd name="T27" fmla="*/ 64 h 67"/>
                <a:gd name="T28" fmla="*/ 89 w 104"/>
                <a:gd name="T29" fmla="*/ 60 h 67"/>
                <a:gd name="T30" fmla="*/ 85 w 104"/>
                <a:gd name="T31" fmla="*/ 60 h 67"/>
                <a:gd name="T32" fmla="*/ 77 w 104"/>
                <a:gd name="T33" fmla="*/ 59 h 67"/>
                <a:gd name="T34" fmla="*/ 67 w 104"/>
                <a:gd name="T35" fmla="*/ 63 h 67"/>
                <a:gd name="T36" fmla="*/ 64 w 104"/>
                <a:gd name="T37" fmla="*/ 66 h 67"/>
                <a:gd name="T38" fmla="*/ 57 w 104"/>
                <a:gd name="T39" fmla="*/ 66 h 67"/>
                <a:gd name="T40" fmla="*/ 53 w 104"/>
                <a:gd name="T41" fmla="*/ 64 h 67"/>
                <a:gd name="T42" fmla="*/ 49 w 104"/>
                <a:gd name="T43" fmla="*/ 64 h 67"/>
                <a:gd name="T44" fmla="*/ 41 w 104"/>
                <a:gd name="T45" fmla="*/ 64 h 67"/>
                <a:gd name="T46" fmla="*/ 39 w 104"/>
                <a:gd name="T47" fmla="*/ 64 h 67"/>
                <a:gd name="T48" fmla="*/ 32 w 104"/>
                <a:gd name="T49" fmla="*/ 66 h 67"/>
                <a:gd name="T50" fmla="*/ 32 w 104"/>
                <a:gd name="T51" fmla="*/ 62 h 67"/>
                <a:gd name="T52" fmla="*/ 31 w 104"/>
                <a:gd name="T53" fmla="*/ 59 h 67"/>
                <a:gd name="T54" fmla="*/ 27 w 104"/>
                <a:gd name="T55" fmla="*/ 56 h 67"/>
                <a:gd name="T56" fmla="*/ 28 w 104"/>
                <a:gd name="T57" fmla="*/ 53 h 67"/>
                <a:gd name="T58" fmla="*/ 23 w 104"/>
                <a:gd name="T59" fmla="*/ 54 h 67"/>
                <a:gd name="T60" fmla="*/ 17 w 104"/>
                <a:gd name="T61" fmla="*/ 54 h 67"/>
                <a:gd name="T62" fmla="*/ 14 w 104"/>
                <a:gd name="T63" fmla="*/ 50 h 67"/>
                <a:gd name="T64" fmla="*/ 14 w 104"/>
                <a:gd name="T65" fmla="*/ 46 h 67"/>
                <a:gd name="T66" fmla="*/ 8 w 104"/>
                <a:gd name="T67" fmla="*/ 42 h 67"/>
                <a:gd name="T68" fmla="*/ 3 w 104"/>
                <a:gd name="T69" fmla="*/ 35 h 67"/>
                <a:gd name="T70" fmla="*/ 0 w 104"/>
                <a:gd name="T71" fmla="*/ 33 h 67"/>
                <a:gd name="T72" fmla="*/ 4 w 104"/>
                <a:gd name="T73" fmla="*/ 30 h 67"/>
                <a:gd name="T74" fmla="*/ 8 w 104"/>
                <a:gd name="T75" fmla="*/ 29 h 67"/>
                <a:gd name="T76" fmla="*/ 11 w 104"/>
                <a:gd name="T77" fmla="*/ 24 h 67"/>
                <a:gd name="T78" fmla="*/ 17 w 104"/>
                <a:gd name="T79" fmla="*/ 10 h 67"/>
                <a:gd name="T80" fmla="*/ 23 w 104"/>
                <a:gd name="T81" fmla="*/ 5 h 67"/>
                <a:gd name="T82" fmla="*/ 24 w 104"/>
                <a:gd name="T83" fmla="*/ 3 h 67"/>
                <a:gd name="T84" fmla="*/ 28 w 104"/>
                <a:gd name="T85" fmla="*/ 0 h 67"/>
                <a:gd name="T86" fmla="*/ 35 w 104"/>
                <a:gd name="T87" fmla="*/ 3 h 67"/>
                <a:gd name="T88" fmla="*/ 41 w 104"/>
                <a:gd name="T89" fmla="*/ 5 h 67"/>
                <a:gd name="T90" fmla="*/ 44 w 104"/>
                <a:gd name="T91" fmla="*/ 8 h 67"/>
                <a:gd name="T92" fmla="*/ 50 w 104"/>
                <a:gd name="T93" fmla="*/ 6 h 67"/>
                <a:gd name="T94" fmla="*/ 61 w 104"/>
                <a:gd name="T95" fmla="*/ 3 h 67"/>
                <a:gd name="T96" fmla="*/ 70 w 104"/>
                <a:gd name="T9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4" h="67">
                  <a:moveTo>
                    <a:pt x="70" y="0"/>
                  </a:moveTo>
                  <a:lnTo>
                    <a:pt x="71" y="5"/>
                  </a:lnTo>
                  <a:lnTo>
                    <a:pt x="77" y="9"/>
                  </a:lnTo>
                  <a:lnTo>
                    <a:pt x="77" y="12"/>
                  </a:lnTo>
                  <a:lnTo>
                    <a:pt x="83" y="17"/>
                  </a:lnTo>
                  <a:lnTo>
                    <a:pt x="85" y="20"/>
                  </a:lnTo>
                  <a:lnTo>
                    <a:pt x="86" y="24"/>
                  </a:lnTo>
                  <a:lnTo>
                    <a:pt x="86" y="34"/>
                  </a:lnTo>
                  <a:lnTo>
                    <a:pt x="87" y="38"/>
                  </a:lnTo>
                  <a:lnTo>
                    <a:pt x="90" y="41"/>
                  </a:lnTo>
                  <a:lnTo>
                    <a:pt x="93" y="42"/>
                  </a:lnTo>
                  <a:lnTo>
                    <a:pt x="96" y="42"/>
                  </a:lnTo>
                  <a:lnTo>
                    <a:pt x="99" y="41"/>
                  </a:lnTo>
                  <a:lnTo>
                    <a:pt x="103" y="41"/>
                  </a:lnTo>
                  <a:lnTo>
                    <a:pt x="104" y="42"/>
                  </a:lnTo>
                  <a:lnTo>
                    <a:pt x="103" y="43"/>
                  </a:lnTo>
                  <a:lnTo>
                    <a:pt x="104" y="43"/>
                  </a:lnTo>
                  <a:lnTo>
                    <a:pt x="104" y="46"/>
                  </a:lnTo>
                  <a:lnTo>
                    <a:pt x="103" y="49"/>
                  </a:lnTo>
                  <a:lnTo>
                    <a:pt x="100" y="50"/>
                  </a:lnTo>
                  <a:lnTo>
                    <a:pt x="96" y="50"/>
                  </a:lnTo>
                  <a:lnTo>
                    <a:pt x="95" y="53"/>
                  </a:lnTo>
                  <a:lnTo>
                    <a:pt x="94" y="54"/>
                  </a:lnTo>
                  <a:lnTo>
                    <a:pt x="95" y="55"/>
                  </a:lnTo>
                  <a:lnTo>
                    <a:pt x="95" y="59"/>
                  </a:lnTo>
                  <a:lnTo>
                    <a:pt x="94" y="60"/>
                  </a:lnTo>
                  <a:lnTo>
                    <a:pt x="95" y="64"/>
                  </a:lnTo>
                  <a:lnTo>
                    <a:pt x="91" y="64"/>
                  </a:lnTo>
                  <a:lnTo>
                    <a:pt x="91" y="63"/>
                  </a:lnTo>
                  <a:lnTo>
                    <a:pt x="89" y="60"/>
                  </a:lnTo>
                  <a:lnTo>
                    <a:pt x="86" y="62"/>
                  </a:lnTo>
                  <a:lnTo>
                    <a:pt x="85" y="60"/>
                  </a:lnTo>
                  <a:lnTo>
                    <a:pt x="81" y="59"/>
                  </a:lnTo>
                  <a:lnTo>
                    <a:pt x="77" y="59"/>
                  </a:lnTo>
                  <a:lnTo>
                    <a:pt x="74" y="59"/>
                  </a:lnTo>
                  <a:lnTo>
                    <a:pt x="67" y="63"/>
                  </a:lnTo>
                  <a:lnTo>
                    <a:pt x="66" y="64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57" y="66"/>
                  </a:lnTo>
                  <a:lnTo>
                    <a:pt x="56" y="66"/>
                  </a:lnTo>
                  <a:lnTo>
                    <a:pt x="53" y="64"/>
                  </a:lnTo>
                  <a:lnTo>
                    <a:pt x="50" y="66"/>
                  </a:lnTo>
                  <a:lnTo>
                    <a:pt x="49" y="64"/>
                  </a:lnTo>
                  <a:lnTo>
                    <a:pt x="45" y="67"/>
                  </a:lnTo>
                  <a:lnTo>
                    <a:pt x="41" y="64"/>
                  </a:lnTo>
                  <a:lnTo>
                    <a:pt x="40" y="66"/>
                  </a:lnTo>
                  <a:lnTo>
                    <a:pt x="39" y="64"/>
                  </a:lnTo>
                  <a:lnTo>
                    <a:pt x="36" y="64"/>
                  </a:lnTo>
                  <a:lnTo>
                    <a:pt x="32" y="66"/>
                  </a:lnTo>
                  <a:lnTo>
                    <a:pt x="31" y="63"/>
                  </a:lnTo>
                  <a:lnTo>
                    <a:pt x="32" y="62"/>
                  </a:lnTo>
                  <a:lnTo>
                    <a:pt x="32" y="60"/>
                  </a:lnTo>
                  <a:lnTo>
                    <a:pt x="31" y="59"/>
                  </a:lnTo>
                  <a:lnTo>
                    <a:pt x="28" y="59"/>
                  </a:lnTo>
                  <a:lnTo>
                    <a:pt x="27" y="56"/>
                  </a:lnTo>
                  <a:lnTo>
                    <a:pt x="27" y="55"/>
                  </a:lnTo>
                  <a:lnTo>
                    <a:pt x="28" y="53"/>
                  </a:lnTo>
                  <a:lnTo>
                    <a:pt x="24" y="51"/>
                  </a:lnTo>
                  <a:lnTo>
                    <a:pt x="23" y="54"/>
                  </a:lnTo>
                  <a:lnTo>
                    <a:pt x="20" y="53"/>
                  </a:lnTo>
                  <a:lnTo>
                    <a:pt x="17" y="54"/>
                  </a:lnTo>
                  <a:lnTo>
                    <a:pt x="17" y="51"/>
                  </a:lnTo>
                  <a:lnTo>
                    <a:pt x="14" y="50"/>
                  </a:lnTo>
                  <a:lnTo>
                    <a:pt x="12" y="49"/>
                  </a:lnTo>
                  <a:lnTo>
                    <a:pt x="14" y="46"/>
                  </a:lnTo>
                  <a:lnTo>
                    <a:pt x="11" y="43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0" y="33"/>
                  </a:lnTo>
                  <a:lnTo>
                    <a:pt x="3" y="30"/>
                  </a:lnTo>
                  <a:lnTo>
                    <a:pt x="4" y="30"/>
                  </a:lnTo>
                  <a:lnTo>
                    <a:pt x="6" y="28"/>
                  </a:lnTo>
                  <a:lnTo>
                    <a:pt x="8" y="29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5" y="18"/>
                  </a:lnTo>
                  <a:lnTo>
                    <a:pt x="17" y="10"/>
                  </a:lnTo>
                  <a:lnTo>
                    <a:pt x="20" y="6"/>
                  </a:lnTo>
                  <a:lnTo>
                    <a:pt x="23" y="5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7" y="3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5" y="3"/>
                  </a:lnTo>
                  <a:lnTo>
                    <a:pt x="37" y="3"/>
                  </a:lnTo>
                  <a:lnTo>
                    <a:pt x="41" y="5"/>
                  </a:lnTo>
                  <a:lnTo>
                    <a:pt x="41" y="6"/>
                  </a:lnTo>
                  <a:lnTo>
                    <a:pt x="44" y="8"/>
                  </a:lnTo>
                  <a:lnTo>
                    <a:pt x="48" y="6"/>
                  </a:lnTo>
                  <a:lnTo>
                    <a:pt x="50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4" y="1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8" name="Freeform 387">
              <a:extLst>
                <a:ext uri="{FF2B5EF4-FFF2-40B4-BE49-F238E27FC236}">
                  <a16:creationId xmlns:a16="http://schemas.microsoft.com/office/drawing/2014/main" id="{B68C62FA-61F9-434A-8760-2869626DB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-929995" y="1048863"/>
              <a:ext cx="433180" cy="280292"/>
            </a:xfrm>
            <a:custGeom>
              <a:avLst/>
              <a:gdLst>
                <a:gd name="T0" fmla="*/ 54 w 68"/>
                <a:gd name="T1" fmla="*/ 0 h 44"/>
                <a:gd name="T2" fmla="*/ 59 w 68"/>
                <a:gd name="T3" fmla="*/ 3 h 44"/>
                <a:gd name="T4" fmla="*/ 64 w 68"/>
                <a:gd name="T5" fmla="*/ 4 h 44"/>
                <a:gd name="T6" fmla="*/ 68 w 68"/>
                <a:gd name="T7" fmla="*/ 5 h 44"/>
                <a:gd name="T8" fmla="*/ 67 w 68"/>
                <a:gd name="T9" fmla="*/ 9 h 44"/>
                <a:gd name="T10" fmla="*/ 64 w 68"/>
                <a:gd name="T11" fmla="*/ 11 h 44"/>
                <a:gd name="T12" fmla="*/ 62 w 68"/>
                <a:gd name="T13" fmla="*/ 19 h 44"/>
                <a:gd name="T14" fmla="*/ 56 w 68"/>
                <a:gd name="T15" fmla="*/ 24 h 44"/>
                <a:gd name="T16" fmla="*/ 59 w 68"/>
                <a:gd name="T17" fmla="*/ 25 h 44"/>
                <a:gd name="T18" fmla="*/ 63 w 68"/>
                <a:gd name="T19" fmla="*/ 32 h 44"/>
                <a:gd name="T20" fmla="*/ 60 w 68"/>
                <a:gd name="T21" fmla="*/ 32 h 44"/>
                <a:gd name="T22" fmla="*/ 56 w 68"/>
                <a:gd name="T23" fmla="*/ 30 h 44"/>
                <a:gd name="T24" fmla="*/ 51 w 68"/>
                <a:gd name="T25" fmla="*/ 32 h 44"/>
                <a:gd name="T26" fmla="*/ 47 w 68"/>
                <a:gd name="T27" fmla="*/ 34 h 44"/>
                <a:gd name="T28" fmla="*/ 46 w 68"/>
                <a:gd name="T29" fmla="*/ 34 h 44"/>
                <a:gd name="T30" fmla="*/ 43 w 68"/>
                <a:gd name="T31" fmla="*/ 38 h 44"/>
                <a:gd name="T32" fmla="*/ 42 w 68"/>
                <a:gd name="T33" fmla="*/ 42 h 44"/>
                <a:gd name="T34" fmla="*/ 35 w 68"/>
                <a:gd name="T35" fmla="*/ 44 h 44"/>
                <a:gd name="T36" fmla="*/ 30 w 68"/>
                <a:gd name="T37" fmla="*/ 42 h 44"/>
                <a:gd name="T38" fmla="*/ 27 w 68"/>
                <a:gd name="T39" fmla="*/ 42 h 44"/>
                <a:gd name="T40" fmla="*/ 23 w 68"/>
                <a:gd name="T41" fmla="*/ 41 h 44"/>
                <a:gd name="T42" fmla="*/ 18 w 68"/>
                <a:gd name="T43" fmla="*/ 42 h 44"/>
                <a:gd name="T44" fmla="*/ 12 w 68"/>
                <a:gd name="T45" fmla="*/ 44 h 44"/>
                <a:gd name="T46" fmla="*/ 10 w 68"/>
                <a:gd name="T47" fmla="*/ 42 h 44"/>
                <a:gd name="T48" fmla="*/ 9 w 68"/>
                <a:gd name="T49" fmla="*/ 37 h 44"/>
                <a:gd name="T50" fmla="*/ 1 w 68"/>
                <a:gd name="T51" fmla="*/ 28 h 44"/>
                <a:gd name="T52" fmla="*/ 2 w 68"/>
                <a:gd name="T53" fmla="*/ 26 h 44"/>
                <a:gd name="T54" fmla="*/ 1 w 68"/>
                <a:gd name="T55" fmla="*/ 21 h 44"/>
                <a:gd name="T56" fmla="*/ 5 w 68"/>
                <a:gd name="T57" fmla="*/ 16 h 44"/>
                <a:gd name="T58" fmla="*/ 1 w 68"/>
                <a:gd name="T59" fmla="*/ 9 h 44"/>
                <a:gd name="T60" fmla="*/ 1 w 68"/>
                <a:gd name="T61" fmla="*/ 3 h 44"/>
                <a:gd name="T62" fmla="*/ 4 w 68"/>
                <a:gd name="T63" fmla="*/ 0 h 44"/>
                <a:gd name="T64" fmla="*/ 5 w 68"/>
                <a:gd name="T65" fmla="*/ 3 h 44"/>
                <a:gd name="T66" fmla="*/ 5 w 68"/>
                <a:gd name="T67" fmla="*/ 7 h 44"/>
                <a:gd name="T68" fmla="*/ 12 w 68"/>
                <a:gd name="T69" fmla="*/ 5 h 44"/>
                <a:gd name="T70" fmla="*/ 14 w 68"/>
                <a:gd name="T71" fmla="*/ 5 h 44"/>
                <a:gd name="T72" fmla="*/ 22 w 68"/>
                <a:gd name="T73" fmla="*/ 5 h 44"/>
                <a:gd name="T74" fmla="*/ 26 w 68"/>
                <a:gd name="T75" fmla="*/ 5 h 44"/>
                <a:gd name="T76" fmla="*/ 30 w 68"/>
                <a:gd name="T77" fmla="*/ 7 h 44"/>
                <a:gd name="T78" fmla="*/ 37 w 68"/>
                <a:gd name="T79" fmla="*/ 7 h 44"/>
                <a:gd name="T80" fmla="*/ 40 w 68"/>
                <a:gd name="T81" fmla="*/ 4 h 44"/>
                <a:gd name="T82" fmla="*/ 50 w 68"/>
                <a:gd name="T8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8" h="44">
                  <a:moveTo>
                    <a:pt x="50" y="0"/>
                  </a:moveTo>
                  <a:lnTo>
                    <a:pt x="54" y="0"/>
                  </a:lnTo>
                  <a:lnTo>
                    <a:pt x="58" y="1"/>
                  </a:lnTo>
                  <a:lnTo>
                    <a:pt x="59" y="3"/>
                  </a:lnTo>
                  <a:lnTo>
                    <a:pt x="62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7" y="9"/>
                  </a:lnTo>
                  <a:lnTo>
                    <a:pt x="66" y="12"/>
                  </a:lnTo>
                  <a:lnTo>
                    <a:pt x="64" y="11"/>
                  </a:lnTo>
                  <a:lnTo>
                    <a:pt x="60" y="13"/>
                  </a:lnTo>
                  <a:lnTo>
                    <a:pt x="62" y="19"/>
                  </a:lnTo>
                  <a:lnTo>
                    <a:pt x="60" y="21"/>
                  </a:lnTo>
                  <a:lnTo>
                    <a:pt x="56" y="24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2" y="29"/>
                  </a:lnTo>
                  <a:lnTo>
                    <a:pt x="63" y="32"/>
                  </a:lnTo>
                  <a:lnTo>
                    <a:pt x="63" y="32"/>
                  </a:lnTo>
                  <a:lnTo>
                    <a:pt x="60" y="32"/>
                  </a:lnTo>
                  <a:lnTo>
                    <a:pt x="59" y="33"/>
                  </a:lnTo>
                  <a:lnTo>
                    <a:pt x="56" y="30"/>
                  </a:lnTo>
                  <a:lnTo>
                    <a:pt x="52" y="30"/>
                  </a:lnTo>
                  <a:lnTo>
                    <a:pt x="51" y="32"/>
                  </a:lnTo>
                  <a:lnTo>
                    <a:pt x="50" y="32"/>
                  </a:lnTo>
                  <a:lnTo>
                    <a:pt x="47" y="34"/>
                  </a:lnTo>
                  <a:lnTo>
                    <a:pt x="47" y="34"/>
                  </a:lnTo>
                  <a:lnTo>
                    <a:pt x="46" y="34"/>
                  </a:lnTo>
                  <a:lnTo>
                    <a:pt x="43" y="36"/>
                  </a:lnTo>
                  <a:lnTo>
                    <a:pt x="43" y="38"/>
                  </a:lnTo>
                  <a:lnTo>
                    <a:pt x="43" y="41"/>
                  </a:lnTo>
                  <a:lnTo>
                    <a:pt x="42" y="42"/>
                  </a:lnTo>
                  <a:lnTo>
                    <a:pt x="37" y="42"/>
                  </a:lnTo>
                  <a:lnTo>
                    <a:pt x="35" y="44"/>
                  </a:lnTo>
                  <a:lnTo>
                    <a:pt x="33" y="42"/>
                  </a:lnTo>
                  <a:lnTo>
                    <a:pt x="30" y="42"/>
                  </a:lnTo>
                  <a:lnTo>
                    <a:pt x="29" y="44"/>
                  </a:lnTo>
                  <a:lnTo>
                    <a:pt x="27" y="42"/>
                  </a:lnTo>
                  <a:lnTo>
                    <a:pt x="26" y="41"/>
                  </a:lnTo>
                  <a:lnTo>
                    <a:pt x="23" y="41"/>
                  </a:lnTo>
                  <a:lnTo>
                    <a:pt x="21" y="41"/>
                  </a:lnTo>
                  <a:lnTo>
                    <a:pt x="18" y="42"/>
                  </a:lnTo>
                  <a:lnTo>
                    <a:pt x="15" y="44"/>
                  </a:lnTo>
                  <a:lnTo>
                    <a:pt x="12" y="44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9" y="37"/>
                  </a:lnTo>
                  <a:lnTo>
                    <a:pt x="6" y="32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2" y="26"/>
                  </a:lnTo>
                  <a:lnTo>
                    <a:pt x="1" y="24"/>
                  </a:lnTo>
                  <a:lnTo>
                    <a:pt x="1" y="21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2"/>
                  </a:lnTo>
                  <a:lnTo>
                    <a:pt x="1" y="9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5" y="3"/>
                  </a:lnTo>
                  <a:lnTo>
                    <a:pt x="4" y="4"/>
                  </a:lnTo>
                  <a:lnTo>
                    <a:pt x="5" y="7"/>
                  </a:lnTo>
                  <a:lnTo>
                    <a:pt x="9" y="5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8" y="8"/>
                  </a:lnTo>
                  <a:lnTo>
                    <a:pt x="22" y="5"/>
                  </a:lnTo>
                  <a:lnTo>
                    <a:pt x="23" y="7"/>
                  </a:lnTo>
                  <a:lnTo>
                    <a:pt x="26" y="5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5"/>
                  </a:lnTo>
                  <a:lnTo>
                    <a:pt x="40" y="4"/>
                  </a:lnTo>
                  <a:lnTo>
                    <a:pt x="47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9" name="Freeform 388">
              <a:extLst>
                <a:ext uri="{FF2B5EF4-FFF2-40B4-BE49-F238E27FC236}">
                  <a16:creationId xmlns:a16="http://schemas.microsoft.com/office/drawing/2014/main" id="{C7E52B81-9F45-4EF6-B756-37854CAAE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-1051032" y="1227231"/>
              <a:ext cx="184738" cy="159258"/>
            </a:xfrm>
            <a:custGeom>
              <a:avLst/>
              <a:gdLst>
                <a:gd name="T0" fmla="*/ 19 w 29"/>
                <a:gd name="T1" fmla="*/ 0 h 25"/>
                <a:gd name="T2" fmla="*/ 20 w 29"/>
                <a:gd name="T3" fmla="*/ 0 h 25"/>
                <a:gd name="T4" fmla="*/ 25 w 29"/>
                <a:gd name="T5" fmla="*/ 4 h 25"/>
                <a:gd name="T6" fmla="*/ 28 w 29"/>
                <a:gd name="T7" fmla="*/ 9 h 25"/>
                <a:gd name="T8" fmla="*/ 29 w 29"/>
                <a:gd name="T9" fmla="*/ 12 h 25"/>
                <a:gd name="T10" fmla="*/ 29 w 29"/>
                <a:gd name="T11" fmla="*/ 14 h 25"/>
                <a:gd name="T12" fmla="*/ 28 w 29"/>
                <a:gd name="T13" fmla="*/ 16 h 25"/>
                <a:gd name="T14" fmla="*/ 25 w 29"/>
                <a:gd name="T15" fmla="*/ 16 h 25"/>
                <a:gd name="T16" fmla="*/ 23 w 29"/>
                <a:gd name="T17" fmla="*/ 18 h 25"/>
                <a:gd name="T18" fmla="*/ 17 w 29"/>
                <a:gd name="T19" fmla="*/ 17 h 25"/>
                <a:gd name="T20" fmla="*/ 15 w 29"/>
                <a:gd name="T21" fmla="*/ 18 h 25"/>
                <a:gd name="T22" fmla="*/ 15 w 29"/>
                <a:gd name="T23" fmla="*/ 19 h 25"/>
                <a:gd name="T24" fmla="*/ 11 w 29"/>
                <a:gd name="T25" fmla="*/ 21 h 25"/>
                <a:gd name="T26" fmla="*/ 7 w 29"/>
                <a:gd name="T27" fmla="*/ 23 h 25"/>
                <a:gd name="T28" fmla="*/ 7 w 29"/>
                <a:gd name="T29" fmla="*/ 25 h 25"/>
                <a:gd name="T30" fmla="*/ 4 w 29"/>
                <a:gd name="T31" fmla="*/ 22 h 25"/>
                <a:gd name="T32" fmla="*/ 3 w 29"/>
                <a:gd name="T33" fmla="*/ 19 h 25"/>
                <a:gd name="T34" fmla="*/ 0 w 29"/>
                <a:gd name="T35" fmla="*/ 17 h 25"/>
                <a:gd name="T36" fmla="*/ 0 w 29"/>
                <a:gd name="T37" fmla="*/ 12 h 25"/>
                <a:gd name="T38" fmla="*/ 0 w 29"/>
                <a:gd name="T39" fmla="*/ 8 h 25"/>
                <a:gd name="T40" fmla="*/ 0 w 29"/>
                <a:gd name="T41" fmla="*/ 8 h 25"/>
                <a:gd name="T42" fmla="*/ 2 w 29"/>
                <a:gd name="T43" fmla="*/ 8 h 25"/>
                <a:gd name="T44" fmla="*/ 2 w 29"/>
                <a:gd name="T45" fmla="*/ 5 h 25"/>
                <a:gd name="T46" fmla="*/ 4 w 29"/>
                <a:gd name="T47" fmla="*/ 4 h 25"/>
                <a:gd name="T48" fmla="*/ 7 w 29"/>
                <a:gd name="T49" fmla="*/ 4 h 25"/>
                <a:gd name="T50" fmla="*/ 8 w 29"/>
                <a:gd name="T51" fmla="*/ 1 h 25"/>
                <a:gd name="T52" fmla="*/ 13 w 29"/>
                <a:gd name="T53" fmla="*/ 1 h 25"/>
                <a:gd name="T54" fmla="*/ 15 w 29"/>
                <a:gd name="T55" fmla="*/ 1 h 25"/>
                <a:gd name="T56" fmla="*/ 19 w 29"/>
                <a:gd name="T5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" h="25">
                  <a:moveTo>
                    <a:pt x="19" y="0"/>
                  </a:moveTo>
                  <a:lnTo>
                    <a:pt x="20" y="0"/>
                  </a:lnTo>
                  <a:lnTo>
                    <a:pt x="25" y="4"/>
                  </a:lnTo>
                  <a:lnTo>
                    <a:pt x="28" y="9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5" y="16"/>
                  </a:lnTo>
                  <a:lnTo>
                    <a:pt x="23" y="18"/>
                  </a:lnTo>
                  <a:lnTo>
                    <a:pt x="17" y="17"/>
                  </a:lnTo>
                  <a:lnTo>
                    <a:pt x="15" y="18"/>
                  </a:lnTo>
                  <a:lnTo>
                    <a:pt x="15" y="19"/>
                  </a:lnTo>
                  <a:lnTo>
                    <a:pt x="11" y="21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4" y="22"/>
                  </a:lnTo>
                  <a:lnTo>
                    <a:pt x="3" y="19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5"/>
                  </a:lnTo>
                  <a:lnTo>
                    <a:pt x="4" y="4"/>
                  </a:lnTo>
                  <a:lnTo>
                    <a:pt x="7" y="4"/>
                  </a:lnTo>
                  <a:lnTo>
                    <a:pt x="8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0" name="Freeform 390">
              <a:extLst>
                <a:ext uri="{FF2B5EF4-FFF2-40B4-BE49-F238E27FC236}">
                  <a16:creationId xmlns:a16="http://schemas.microsoft.com/office/drawing/2014/main" id="{27C72C09-86F1-4779-927B-3E308D32C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-1197548" y="870495"/>
              <a:ext cx="299405" cy="407698"/>
            </a:xfrm>
            <a:custGeom>
              <a:avLst/>
              <a:gdLst>
                <a:gd name="T0" fmla="*/ 11 w 47"/>
                <a:gd name="T1" fmla="*/ 0 h 64"/>
                <a:gd name="T2" fmla="*/ 17 w 47"/>
                <a:gd name="T3" fmla="*/ 3 h 64"/>
                <a:gd name="T4" fmla="*/ 22 w 47"/>
                <a:gd name="T5" fmla="*/ 8 h 64"/>
                <a:gd name="T6" fmla="*/ 26 w 47"/>
                <a:gd name="T7" fmla="*/ 12 h 64"/>
                <a:gd name="T8" fmla="*/ 27 w 47"/>
                <a:gd name="T9" fmla="*/ 18 h 64"/>
                <a:gd name="T10" fmla="*/ 32 w 47"/>
                <a:gd name="T11" fmla="*/ 20 h 64"/>
                <a:gd name="T12" fmla="*/ 35 w 47"/>
                <a:gd name="T13" fmla="*/ 22 h 64"/>
                <a:gd name="T14" fmla="*/ 39 w 47"/>
                <a:gd name="T15" fmla="*/ 20 h 64"/>
                <a:gd name="T16" fmla="*/ 42 w 47"/>
                <a:gd name="T17" fmla="*/ 24 h 64"/>
                <a:gd name="T18" fmla="*/ 43 w 47"/>
                <a:gd name="T19" fmla="*/ 31 h 64"/>
                <a:gd name="T20" fmla="*/ 43 w 47"/>
                <a:gd name="T21" fmla="*/ 37 h 64"/>
                <a:gd name="T22" fmla="*/ 47 w 47"/>
                <a:gd name="T23" fmla="*/ 44 h 64"/>
                <a:gd name="T24" fmla="*/ 43 w 47"/>
                <a:gd name="T25" fmla="*/ 49 h 64"/>
                <a:gd name="T26" fmla="*/ 44 w 47"/>
                <a:gd name="T27" fmla="*/ 54 h 64"/>
                <a:gd name="T28" fmla="*/ 42 w 47"/>
                <a:gd name="T29" fmla="*/ 56 h 64"/>
                <a:gd name="T30" fmla="*/ 36 w 47"/>
                <a:gd name="T31" fmla="*/ 57 h 64"/>
                <a:gd name="T32" fmla="*/ 30 w 47"/>
                <a:gd name="T33" fmla="*/ 60 h 64"/>
                <a:gd name="T34" fmla="*/ 25 w 47"/>
                <a:gd name="T35" fmla="*/ 61 h 64"/>
                <a:gd name="T36" fmla="*/ 23 w 47"/>
                <a:gd name="T37" fmla="*/ 64 h 64"/>
                <a:gd name="T38" fmla="*/ 23 w 47"/>
                <a:gd name="T39" fmla="*/ 60 h 64"/>
                <a:gd name="T40" fmla="*/ 19 w 47"/>
                <a:gd name="T41" fmla="*/ 56 h 64"/>
                <a:gd name="T42" fmla="*/ 17 w 47"/>
                <a:gd name="T43" fmla="*/ 53 h 64"/>
                <a:gd name="T44" fmla="*/ 17 w 47"/>
                <a:gd name="T45" fmla="*/ 50 h 64"/>
                <a:gd name="T46" fmla="*/ 18 w 47"/>
                <a:gd name="T47" fmla="*/ 47 h 64"/>
                <a:gd name="T48" fmla="*/ 13 w 47"/>
                <a:gd name="T49" fmla="*/ 44 h 64"/>
                <a:gd name="T50" fmla="*/ 9 w 47"/>
                <a:gd name="T51" fmla="*/ 44 h 64"/>
                <a:gd name="T52" fmla="*/ 7 w 47"/>
                <a:gd name="T53" fmla="*/ 39 h 64"/>
                <a:gd name="T54" fmla="*/ 5 w 47"/>
                <a:gd name="T55" fmla="*/ 35 h 64"/>
                <a:gd name="T56" fmla="*/ 6 w 47"/>
                <a:gd name="T57" fmla="*/ 32 h 64"/>
                <a:gd name="T58" fmla="*/ 9 w 47"/>
                <a:gd name="T59" fmla="*/ 32 h 64"/>
                <a:gd name="T60" fmla="*/ 6 w 47"/>
                <a:gd name="T61" fmla="*/ 29 h 64"/>
                <a:gd name="T62" fmla="*/ 2 w 47"/>
                <a:gd name="T63" fmla="*/ 25 h 64"/>
                <a:gd name="T64" fmla="*/ 5 w 47"/>
                <a:gd name="T65" fmla="*/ 19 h 64"/>
                <a:gd name="T66" fmla="*/ 2 w 47"/>
                <a:gd name="T67" fmla="*/ 20 h 64"/>
                <a:gd name="T68" fmla="*/ 2 w 47"/>
                <a:gd name="T69" fmla="*/ 16 h 64"/>
                <a:gd name="T70" fmla="*/ 5 w 47"/>
                <a:gd name="T71" fmla="*/ 16 h 64"/>
                <a:gd name="T72" fmla="*/ 3 w 47"/>
                <a:gd name="T73" fmla="*/ 15 h 64"/>
                <a:gd name="T74" fmla="*/ 1 w 47"/>
                <a:gd name="T75" fmla="*/ 11 h 64"/>
                <a:gd name="T76" fmla="*/ 0 w 47"/>
                <a:gd name="T77" fmla="*/ 7 h 64"/>
                <a:gd name="T78" fmla="*/ 3 w 47"/>
                <a:gd name="T79" fmla="*/ 3 h 64"/>
                <a:gd name="T80" fmla="*/ 6 w 47"/>
                <a:gd name="T81" fmla="*/ 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7" h="64">
                  <a:moveTo>
                    <a:pt x="9" y="0"/>
                  </a:moveTo>
                  <a:lnTo>
                    <a:pt x="11" y="0"/>
                  </a:lnTo>
                  <a:lnTo>
                    <a:pt x="14" y="2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22" y="8"/>
                  </a:lnTo>
                  <a:lnTo>
                    <a:pt x="23" y="11"/>
                  </a:lnTo>
                  <a:lnTo>
                    <a:pt x="26" y="12"/>
                  </a:lnTo>
                  <a:lnTo>
                    <a:pt x="29" y="15"/>
                  </a:lnTo>
                  <a:lnTo>
                    <a:pt x="27" y="18"/>
                  </a:lnTo>
                  <a:lnTo>
                    <a:pt x="29" y="19"/>
                  </a:lnTo>
                  <a:lnTo>
                    <a:pt x="32" y="20"/>
                  </a:lnTo>
                  <a:lnTo>
                    <a:pt x="32" y="23"/>
                  </a:lnTo>
                  <a:lnTo>
                    <a:pt x="35" y="22"/>
                  </a:lnTo>
                  <a:lnTo>
                    <a:pt x="38" y="23"/>
                  </a:lnTo>
                  <a:lnTo>
                    <a:pt x="39" y="20"/>
                  </a:lnTo>
                  <a:lnTo>
                    <a:pt x="43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3" y="31"/>
                  </a:lnTo>
                  <a:lnTo>
                    <a:pt x="42" y="32"/>
                  </a:lnTo>
                  <a:lnTo>
                    <a:pt x="43" y="37"/>
                  </a:lnTo>
                  <a:lnTo>
                    <a:pt x="46" y="40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3" y="49"/>
                  </a:lnTo>
                  <a:lnTo>
                    <a:pt x="43" y="52"/>
                  </a:lnTo>
                  <a:lnTo>
                    <a:pt x="44" y="54"/>
                  </a:lnTo>
                  <a:lnTo>
                    <a:pt x="43" y="56"/>
                  </a:lnTo>
                  <a:lnTo>
                    <a:pt x="42" y="56"/>
                  </a:lnTo>
                  <a:lnTo>
                    <a:pt x="38" y="57"/>
                  </a:lnTo>
                  <a:lnTo>
                    <a:pt x="36" y="57"/>
                  </a:lnTo>
                  <a:lnTo>
                    <a:pt x="31" y="57"/>
                  </a:lnTo>
                  <a:lnTo>
                    <a:pt x="30" y="60"/>
                  </a:lnTo>
                  <a:lnTo>
                    <a:pt x="27" y="60"/>
                  </a:lnTo>
                  <a:lnTo>
                    <a:pt x="25" y="61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3" y="62"/>
                  </a:lnTo>
                  <a:lnTo>
                    <a:pt x="23" y="60"/>
                  </a:lnTo>
                  <a:lnTo>
                    <a:pt x="22" y="57"/>
                  </a:lnTo>
                  <a:lnTo>
                    <a:pt x="19" y="56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7" y="52"/>
                  </a:lnTo>
                  <a:lnTo>
                    <a:pt x="17" y="50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3" y="44"/>
                  </a:lnTo>
                  <a:lnTo>
                    <a:pt x="10" y="44"/>
                  </a:lnTo>
                  <a:lnTo>
                    <a:pt x="9" y="44"/>
                  </a:lnTo>
                  <a:lnTo>
                    <a:pt x="9" y="41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5" y="35"/>
                  </a:lnTo>
                  <a:lnTo>
                    <a:pt x="5" y="32"/>
                  </a:lnTo>
                  <a:lnTo>
                    <a:pt x="6" y="32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7" y="29"/>
                  </a:lnTo>
                  <a:lnTo>
                    <a:pt x="6" y="29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5" y="22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1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4"/>
                  </a:lnTo>
                  <a:lnTo>
                    <a:pt x="3" y="3"/>
                  </a:lnTo>
                  <a:lnTo>
                    <a:pt x="6" y="4"/>
                  </a:lnTo>
                  <a:lnTo>
                    <a:pt x="6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1" name="Freeform 396">
              <a:extLst>
                <a:ext uri="{FF2B5EF4-FFF2-40B4-BE49-F238E27FC236}">
                  <a16:creationId xmlns:a16="http://schemas.microsoft.com/office/drawing/2014/main" id="{14A8792B-96BC-445F-92D8-F0CD8783C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-1567023" y="4139"/>
              <a:ext cx="687988" cy="573324"/>
            </a:xfrm>
            <a:custGeom>
              <a:avLst/>
              <a:gdLst>
                <a:gd name="T0" fmla="*/ 44 w 108"/>
                <a:gd name="T1" fmla="*/ 1 h 90"/>
                <a:gd name="T2" fmla="*/ 47 w 108"/>
                <a:gd name="T3" fmla="*/ 4 h 90"/>
                <a:gd name="T4" fmla="*/ 43 w 108"/>
                <a:gd name="T5" fmla="*/ 2 h 90"/>
                <a:gd name="T6" fmla="*/ 43 w 108"/>
                <a:gd name="T7" fmla="*/ 6 h 90"/>
                <a:gd name="T8" fmla="*/ 54 w 108"/>
                <a:gd name="T9" fmla="*/ 6 h 90"/>
                <a:gd name="T10" fmla="*/ 56 w 108"/>
                <a:gd name="T11" fmla="*/ 4 h 90"/>
                <a:gd name="T12" fmla="*/ 50 w 108"/>
                <a:gd name="T13" fmla="*/ 9 h 90"/>
                <a:gd name="T14" fmla="*/ 55 w 108"/>
                <a:gd name="T15" fmla="*/ 9 h 90"/>
                <a:gd name="T16" fmla="*/ 60 w 108"/>
                <a:gd name="T17" fmla="*/ 5 h 90"/>
                <a:gd name="T18" fmla="*/ 90 w 108"/>
                <a:gd name="T19" fmla="*/ 4 h 90"/>
                <a:gd name="T20" fmla="*/ 94 w 108"/>
                <a:gd name="T21" fmla="*/ 6 h 90"/>
                <a:gd name="T22" fmla="*/ 96 w 108"/>
                <a:gd name="T23" fmla="*/ 13 h 90"/>
                <a:gd name="T24" fmla="*/ 100 w 108"/>
                <a:gd name="T25" fmla="*/ 22 h 90"/>
                <a:gd name="T26" fmla="*/ 102 w 108"/>
                <a:gd name="T27" fmla="*/ 27 h 90"/>
                <a:gd name="T28" fmla="*/ 104 w 108"/>
                <a:gd name="T29" fmla="*/ 36 h 90"/>
                <a:gd name="T30" fmla="*/ 100 w 108"/>
                <a:gd name="T31" fmla="*/ 39 h 90"/>
                <a:gd name="T32" fmla="*/ 102 w 108"/>
                <a:gd name="T33" fmla="*/ 47 h 90"/>
                <a:gd name="T34" fmla="*/ 102 w 108"/>
                <a:gd name="T35" fmla="*/ 55 h 90"/>
                <a:gd name="T36" fmla="*/ 105 w 108"/>
                <a:gd name="T37" fmla="*/ 60 h 90"/>
                <a:gd name="T38" fmla="*/ 108 w 108"/>
                <a:gd name="T39" fmla="*/ 64 h 90"/>
                <a:gd name="T40" fmla="*/ 108 w 108"/>
                <a:gd name="T41" fmla="*/ 67 h 90"/>
                <a:gd name="T42" fmla="*/ 105 w 108"/>
                <a:gd name="T43" fmla="*/ 71 h 90"/>
                <a:gd name="T44" fmla="*/ 102 w 108"/>
                <a:gd name="T45" fmla="*/ 76 h 90"/>
                <a:gd name="T46" fmla="*/ 96 w 108"/>
                <a:gd name="T47" fmla="*/ 88 h 90"/>
                <a:gd name="T48" fmla="*/ 93 w 108"/>
                <a:gd name="T49" fmla="*/ 90 h 90"/>
                <a:gd name="T50" fmla="*/ 84 w 108"/>
                <a:gd name="T51" fmla="*/ 88 h 90"/>
                <a:gd name="T52" fmla="*/ 80 w 108"/>
                <a:gd name="T53" fmla="*/ 88 h 90"/>
                <a:gd name="T54" fmla="*/ 77 w 108"/>
                <a:gd name="T55" fmla="*/ 89 h 90"/>
                <a:gd name="T56" fmla="*/ 72 w 108"/>
                <a:gd name="T57" fmla="*/ 88 h 90"/>
                <a:gd name="T58" fmla="*/ 69 w 108"/>
                <a:gd name="T59" fmla="*/ 89 h 90"/>
                <a:gd name="T60" fmla="*/ 65 w 108"/>
                <a:gd name="T61" fmla="*/ 90 h 90"/>
                <a:gd name="T62" fmla="*/ 64 w 108"/>
                <a:gd name="T63" fmla="*/ 88 h 90"/>
                <a:gd name="T64" fmla="*/ 59 w 108"/>
                <a:gd name="T65" fmla="*/ 85 h 90"/>
                <a:gd name="T66" fmla="*/ 56 w 108"/>
                <a:gd name="T67" fmla="*/ 86 h 90"/>
                <a:gd name="T68" fmla="*/ 47 w 108"/>
                <a:gd name="T69" fmla="*/ 77 h 90"/>
                <a:gd name="T70" fmla="*/ 39 w 108"/>
                <a:gd name="T71" fmla="*/ 77 h 90"/>
                <a:gd name="T72" fmla="*/ 36 w 108"/>
                <a:gd name="T73" fmla="*/ 73 h 90"/>
                <a:gd name="T74" fmla="*/ 27 w 108"/>
                <a:gd name="T75" fmla="*/ 71 h 90"/>
                <a:gd name="T76" fmla="*/ 30 w 108"/>
                <a:gd name="T77" fmla="*/ 75 h 90"/>
                <a:gd name="T78" fmla="*/ 26 w 108"/>
                <a:gd name="T79" fmla="*/ 76 h 90"/>
                <a:gd name="T80" fmla="*/ 25 w 108"/>
                <a:gd name="T81" fmla="*/ 73 h 90"/>
                <a:gd name="T82" fmla="*/ 23 w 108"/>
                <a:gd name="T83" fmla="*/ 72 h 90"/>
                <a:gd name="T84" fmla="*/ 23 w 108"/>
                <a:gd name="T85" fmla="*/ 67 h 90"/>
                <a:gd name="T86" fmla="*/ 19 w 108"/>
                <a:gd name="T87" fmla="*/ 65 h 90"/>
                <a:gd name="T88" fmla="*/ 14 w 108"/>
                <a:gd name="T89" fmla="*/ 63 h 90"/>
                <a:gd name="T90" fmla="*/ 11 w 108"/>
                <a:gd name="T91" fmla="*/ 64 h 90"/>
                <a:gd name="T92" fmla="*/ 9 w 108"/>
                <a:gd name="T93" fmla="*/ 63 h 90"/>
                <a:gd name="T94" fmla="*/ 9 w 108"/>
                <a:gd name="T95" fmla="*/ 56 h 90"/>
                <a:gd name="T96" fmla="*/ 6 w 108"/>
                <a:gd name="T97" fmla="*/ 52 h 90"/>
                <a:gd name="T98" fmla="*/ 5 w 108"/>
                <a:gd name="T99" fmla="*/ 46 h 90"/>
                <a:gd name="T100" fmla="*/ 5 w 108"/>
                <a:gd name="T101" fmla="*/ 42 h 90"/>
                <a:gd name="T102" fmla="*/ 4 w 108"/>
                <a:gd name="T103" fmla="*/ 36 h 90"/>
                <a:gd name="T104" fmla="*/ 0 w 108"/>
                <a:gd name="T105" fmla="*/ 31 h 90"/>
                <a:gd name="T106" fmla="*/ 4 w 108"/>
                <a:gd name="T107" fmla="*/ 26 h 90"/>
                <a:gd name="T108" fmla="*/ 2 w 108"/>
                <a:gd name="T109" fmla="*/ 21 h 90"/>
                <a:gd name="T110" fmla="*/ 4 w 108"/>
                <a:gd name="T111" fmla="*/ 19 h 90"/>
                <a:gd name="T112" fmla="*/ 6 w 108"/>
                <a:gd name="T113" fmla="*/ 13 h 90"/>
                <a:gd name="T114" fmla="*/ 15 w 108"/>
                <a:gd name="T115" fmla="*/ 10 h 90"/>
                <a:gd name="T116" fmla="*/ 19 w 108"/>
                <a:gd name="T117" fmla="*/ 8 h 90"/>
                <a:gd name="T118" fmla="*/ 25 w 108"/>
                <a:gd name="T119" fmla="*/ 5 h 90"/>
                <a:gd name="T120" fmla="*/ 30 w 108"/>
                <a:gd name="T121" fmla="*/ 1 h 90"/>
                <a:gd name="T122" fmla="*/ 38 w 108"/>
                <a:gd name="T12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" h="90">
                  <a:moveTo>
                    <a:pt x="38" y="0"/>
                  </a:moveTo>
                  <a:lnTo>
                    <a:pt x="44" y="1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3" y="2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8" y="8"/>
                  </a:lnTo>
                  <a:lnTo>
                    <a:pt x="54" y="6"/>
                  </a:lnTo>
                  <a:lnTo>
                    <a:pt x="55" y="4"/>
                  </a:lnTo>
                  <a:lnTo>
                    <a:pt x="56" y="4"/>
                  </a:lnTo>
                  <a:lnTo>
                    <a:pt x="54" y="6"/>
                  </a:lnTo>
                  <a:lnTo>
                    <a:pt x="50" y="9"/>
                  </a:lnTo>
                  <a:lnTo>
                    <a:pt x="51" y="9"/>
                  </a:lnTo>
                  <a:lnTo>
                    <a:pt x="55" y="9"/>
                  </a:lnTo>
                  <a:lnTo>
                    <a:pt x="59" y="5"/>
                  </a:lnTo>
                  <a:lnTo>
                    <a:pt x="60" y="5"/>
                  </a:lnTo>
                  <a:lnTo>
                    <a:pt x="75" y="5"/>
                  </a:lnTo>
                  <a:lnTo>
                    <a:pt x="90" y="4"/>
                  </a:lnTo>
                  <a:lnTo>
                    <a:pt x="93" y="6"/>
                  </a:lnTo>
                  <a:lnTo>
                    <a:pt x="94" y="6"/>
                  </a:lnTo>
                  <a:lnTo>
                    <a:pt x="96" y="10"/>
                  </a:lnTo>
                  <a:lnTo>
                    <a:pt x="96" y="13"/>
                  </a:lnTo>
                  <a:lnTo>
                    <a:pt x="98" y="17"/>
                  </a:lnTo>
                  <a:lnTo>
                    <a:pt x="100" y="22"/>
                  </a:lnTo>
                  <a:lnTo>
                    <a:pt x="101" y="25"/>
                  </a:lnTo>
                  <a:lnTo>
                    <a:pt x="102" y="27"/>
                  </a:lnTo>
                  <a:lnTo>
                    <a:pt x="104" y="29"/>
                  </a:lnTo>
                  <a:lnTo>
                    <a:pt x="104" y="36"/>
                  </a:lnTo>
                  <a:lnTo>
                    <a:pt x="101" y="36"/>
                  </a:lnTo>
                  <a:lnTo>
                    <a:pt x="100" y="39"/>
                  </a:lnTo>
                  <a:lnTo>
                    <a:pt x="100" y="43"/>
                  </a:lnTo>
                  <a:lnTo>
                    <a:pt x="102" y="47"/>
                  </a:lnTo>
                  <a:lnTo>
                    <a:pt x="102" y="50"/>
                  </a:lnTo>
                  <a:lnTo>
                    <a:pt x="102" y="55"/>
                  </a:lnTo>
                  <a:lnTo>
                    <a:pt x="104" y="58"/>
                  </a:lnTo>
                  <a:lnTo>
                    <a:pt x="105" y="60"/>
                  </a:lnTo>
                  <a:lnTo>
                    <a:pt x="108" y="63"/>
                  </a:lnTo>
                  <a:lnTo>
                    <a:pt x="108" y="64"/>
                  </a:lnTo>
                  <a:lnTo>
                    <a:pt x="108" y="65"/>
                  </a:lnTo>
                  <a:lnTo>
                    <a:pt x="108" y="67"/>
                  </a:lnTo>
                  <a:lnTo>
                    <a:pt x="108" y="71"/>
                  </a:lnTo>
                  <a:lnTo>
                    <a:pt x="105" y="71"/>
                  </a:lnTo>
                  <a:lnTo>
                    <a:pt x="104" y="72"/>
                  </a:lnTo>
                  <a:lnTo>
                    <a:pt x="102" y="76"/>
                  </a:lnTo>
                  <a:lnTo>
                    <a:pt x="96" y="84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3" y="90"/>
                  </a:lnTo>
                  <a:lnTo>
                    <a:pt x="88" y="88"/>
                  </a:lnTo>
                  <a:lnTo>
                    <a:pt x="84" y="88"/>
                  </a:lnTo>
                  <a:lnTo>
                    <a:pt x="83" y="88"/>
                  </a:lnTo>
                  <a:lnTo>
                    <a:pt x="80" y="88"/>
                  </a:lnTo>
                  <a:lnTo>
                    <a:pt x="79" y="88"/>
                  </a:lnTo>
                  <a:lnTo>
                    <a:pt x="77" y="89"/>
                  </a:lnTo>
                  <a:lnTo>
                    <a:pt x="76" y="88"/>
                  </a:lnTo>
                  <a:lnTo>
                    <a:pt x="72" y="88"/>
                  </a:lnTo>
                  <a:lnTo>
                    <a:pt x="71" y="88"/>
                  </a:lnTo>
                  <a:lnTo>
                    <a:pt x="69" y="89"/>
                  </a:lnTo>
                  <a:lnTo>
                    <a:pt x="68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3" y="85"/>
                  </a:lnTo>
                  <a:lnTo>
                    <a:pt x="59" y="85"/>
                  </a:lnTo>
                  <a:lnTo>
                    <a:pt x="58" y="86"/>
                  </a:lnTo>
                  <a:lnTo>
                    <a:pt x="56" y="86"/>
                  </a:lnTo>
                  <a:lnTo>
                    <a:pt x="54" y="83"/>
                  </a:lnTo>
                  <a:lnTo>
                    <a:pt x="47" y="77"/>
                  </a:lnTo>
                  <a:lnTo>
                    <a:pt x="43" y="76"/>
                  </a:lnTo>
                  <a:lnTo>
                    <a:pt x="39" y="77"/>
                  </a:lnTo>
                  <a:lnTo>
                    <a:pt x="36" y="76"/>
                  </a:lnTo>
                  <a:lnTo>
                    <a:pt x="36" y="73"/>
                  </a:lnTo>
                  <a:lnTo>
                    <a:pt x="33" y="73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30" y="75"/>
                  </a:lnTo>
                  <a:lnTo>
                    <a:pt x="27" y="75"/>
                  </a:lnTo>
                  <a:lnTo>
                    <a:pt x="26" y="76"/>
                  </a:lnTo>
                  <a:lnTo>
                    <a:pt x="25" y="76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2"/>
                  </a:lnTo>
                  <a:lnTo>
                    <a:pt x="25" y="69"/>
                  </a:lnTo>
                  <a:lnTo>
                    <a:pt x="23" y="67"/>
                  </a:lnTo>
                  <a:lnTo>
                    <a:pt x="21" y="68"/>
                  </a:lnTo>
                  <a:lnTo>
                    <a:pt x="19" y="65"/>
                  </a:lnTo>
                  <a:lnTo>
                    <a:pt x="19" y="64"/>
                  </a:lnTo>
                  <a:lnTo>
                    <a:pt x="14" y="63"/>
                  </a:lnTo>
                  <a:lnTo>
                    <a:pt x="13" y="64"/>
                  </a:lnTo>
                  <a:lnTo>
                    <a:pt x="11" y="64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9" y="56"/>
                  </a:lnTo>
                  <a:lnTo>
                    <a:pt x="7" y="54"/>
                  </a:lnTo>
                  <a:lnTo>
                    <a:pt x="6" y="52"/>
                  </a:lnTo>
                  <a:lnTo>
                    <a:pt x="5" y="48"/>
                  </a:lnTo>
                  <a:lnTo>
                    <a:pt x="5" y="46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4" y="36"/>
                  </a:lnTo>
                  <a:lnTo>
                    <a:pt x="0" y="34"/>
                  </a:lnTo>
                  <a:lnTo>
                    <a:pt x="0" y="31"/>
                  </a:lnTo>
                  <a:lnTo>
                    <a:pt x="2" y="30"/>
                  </a:lnTo>
                  <a:lnTo>
                    <a:pt x="4" y="26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5" y="17"/>
                  </a:lnTo>
                  <a:lnTo>
                    <a:pt x="6" y="13"/>
                  </a:lnTo>
                  <a:lnTo>
                    <a:pt x="10" y="13"/>
                  </a:lnTo>
                  <a:lnTo>
                    <a:pt x="15" y="10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21" y="5"/>
                  </a:lnTo>
                  <a:lnTo>
                    <a:pt x="25" y="5"/>
                  </a:lnTo>
                  <a:lnTo>
                    <a:pt x="26" y="2"/>
                  </a:lnTo>
                  <a:lnTo>
                    <a:pt x="30" y="1"/>
                  </a:lnTo>
                  <a:lnTo>
                    <a:pt x="34" y="1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2" name="Freeform 413">
              <a:extLst>
                <a:ext uri="{FF2B5EF4-FFF2-40B4-BE49-F238E27FC236}">
                  <a16:creationId xmlns:a16="http://schemas.microsoft.com/office/drawing/2014/main" id="{73383F13-9176-4552-B3E8-12ED9DB09C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114736" y="1265451"/>
              <a:ext cx="649768" cy="630658"/>
            </a:xfrm>
            <a:custGeom>
              <a:avLst/>
              <a:gdLst>
                <a:gd name="T0" fmla="*/ 56 w 102"/>
                <a:gd name="T1" fmla="*/ 91 h 99"/>
                <a:gd name="T2" fmla="*/ 73 w 102"/>
                <a:gd name="T3" fmla="*/ 92 h 99"/>
                <a:gd name="T4" fmla="*/ 80 w 102"/>
                <a:gd name="T5" fmla="*/ 92 h 99"/>
                <a:gd name="T6" fmla="*/ 63 w 102"/>
                <a:gd name="T7" fmla="*/ 99 h 99"/>
                <a:gd name="T8" fmla="*/ 48 w 102"/>
                <a:gd name="T9" fmla="*/ 92 h 99"/>
                <a:gd name="T10" fmla="*/ 91 w 102"/>
                <a:gd name="T11" fmla="*/ 92 h 99"/>
                <a:gd name="T12" fmla="*/ 91 w 102"/>
                <a:gd name="T13" fmla="*/ 86 h 99"/>
                <a:gd name="T14" fmla="*/ 41 w 102"/>
                <a:gd name="T15" fmla="*/ 79 h 99"/>
                <a:gd name="T16" fmla="*/ 96 w 102"/>
                <a:gd name="T17" fmla="*/ 86 h 99"/>
                <a:gd name="T18" fmla="*/ 41 w 102"/>
                <a:gd name="T19" fmla="*/ 78 h 99"/>
                <a:gd name="T20" fmla="*/ 79 w 102"/>
                <a:gd name="T21" fmla="*/ 77 h 99"/>
                <a:gd name="T22" fmla="*/ 67 w 102"/>
                <a:gd name="T23" fmla="*/ 70 h 99"/>
                <a:gd name="T24" fmla="*/ 69 w 102"/>
                <a:gd name="T25" fmla="*/ 69 h 99"/>
                <a:gd name="T26" fmla="*/ 58 w 102"/>
                <a:gd name="T27" fmla="*/ 67 h 99"/>
                <a:gd name="T28" fmla="*/ 55 w 102"/>
                <a:gd name="T29" fmla="*/ 65 h 99"/>
                <a:gd name="T30" fmla="*/ 77 w 102"/>
                <a:gd name="T31" fmla="*/ 63 h 99"/>
                <a:gd name="T32" fmla="*/ 84 w 102"/>
                <a:gd name="T33" fmla="*/ 61 h 99"/>
                <a:gd name="T34" fmla="*/ 79 w 102"/>
                <a:gd name="T35" fmla="*/ 61 h 99"/>
                <a:gd name="T36" fmla="*/ 13 w 102"/>
                <a:gd name="T37" fmla="*/ 61 h 99"/>
                <a:gd name="T38" fmla="*/ 59 w 102"/>
                <a:gd name="T39" fmla="*/ 60 h 99"/>
                <a:gd name="T40" fmla="*/ 16 w 102"/>
                <a:gd name="T41" fmla="*/ 57 h 99"/>
                <a:gd name="T42" fmla="*/ 9 w 102"/>
                <a:gd name="T43" fmla="*/ 53 h 99"/>
                <a:gd name="T44" fmla="*/ 73 w 102"/>
                <a:gd name="T45" fmla="*/ 54 h 99"/>
                <a:gd name="T46" fmla="*/ 14 w 102"/>
                <a:gd name="T47" fmla="*/ 48 h 99"/>
                <a:gd name="T48" fmla="*/ 59 w 102"/>
                <a:gd name="T49" fmla="*/ 44 h 99"/>
                <a:gd name="T50" fmla="*/ 46 w 102"/>
                <a:gd name="T51" fmla="*/ 45 h 99"/>
                <a:gd name="T52" fmla="*/ 54 w 102"/>
                <a:gd name="T53" fmla="*/ 56 h 99"/>
                <a:gd name="T54" fmla="*/ 52 w 102"/>
                <a:gd name="T55" fmla="*/ 56 h 99"/>
                <a:gd name="T56" fmla="*/ 42 w 102"/>
                <a:gd name="T57" fmla="*/ 46 h 99"/>
                <a:gd name="T58" fmla="*/ 47 w 102"/>
                <a:gd name="T59" fmla="*/ 42 h 99"/>
                <a:gd name="T60" fmla="*/ 77 w 102"/>
                <a:gd name="T61" fmla="*/ 37 h 99"/>
                <a:gd name="T62" fmla="*/ 76 w 102"/>
                <a:gd name="T63" fmla="*/ 41 h 99"/>
                <a:gd name="T64" fmla="*/ 73 w 102"/>
                <a:gd name="T65" fmla="*/ 38 h 99"/>
                <a:gd name="T66" fmla="*/ 5 w 102"/>
                <a:gd name="T67" fmla="*/ 37 h 99"/>
                <a:gd name="T68" fmla="*/ 64 w 102"/>
                <a:gd name="T69" fmla="*/ 28 h 99"/>
                <a:gd name="T70" fmla="*/ 66 w 102"/>
                <a:gd name="T71" fmla="*/ 27 h 99"/>
                <a:gd name="T72" fmla="*/ 58 w 102"/>
                <a:gd name="T73" fmla="*/ 17 h 99"/>
                <a:gd name="T74" fmla="*/ 76 w 102"/>
                <a:gd name="T75" fmla="*/ 3 h 99"/>
                <a:gd name="T76" fmla="*/ 62 w 102"/>
                <a:gd name="T77" fmla="*/ 12 h 99"/>
                <a:gd name="T78" fmla="*/ 47 w 102"/>
                <a:gd name="T79" fmla="*/ 17 h 99"/>
                <a:gd name="T80" fmla="*/ 47 w 102"/>
                <a:gd name="T81" fmla="*/ 25 h 99"/>
                <a:gd name="T82" fmla="*/ 42 w 102"/>
                <a:gd name="T83" fmla="*/ 28 h 99"/>
                <a:gd name="T84" fmla="*/ 33 w 102"/>
                <a:gd name="T85" fmla="*/ 27 h 99"/>
                <a:gd name="T86" fmla="*/ 39 w 102"/>
                <a:gd name="T87" fmla="*/ 41 h 99"/>
                <a:gd name="T88" fmla="*/ 34 w 102"/>
                <a:gd name="T89" fmla="*/ 44 h 99"/>
                <a:gd name="T90" fmla="*/ 50 w 102"/>
                <a:gd name="T91" fmla="*/ 57 h 99"/>
                <a:gd name="T92" fmla="*/ 42 w 102"/>
                <a:gd name="T93" fmla="*/ 62 h 99"/>
                <a:gd name="T94" fmla="*/ 41 w 102"/>
                <a:gd name="T95" fmla="*/ 66 h 99"/>
                <a:gd name="T96" fmla="*/ 43 w 102"/>
                <a:gd name="T97" fmla="*/ 78 h 99"/>
                <a:gd name="T98" fmla="*/ 30 w 102"/>
                <a:gd name="T99" fmla="*/ 73 h 99"/>
                <a:gd name="T100" fmla="*/ 26 w 102"/>
                <a:gd name="T101" fmla="*/ 66 h 99"/>
                <a:gd name="T102" fmla="*/ 29 w 102"/>
                <a:gd name="T103" fmla="*/ 53 h 99"/>
                <a:gd name="T104" fmla="*/ 34 w 102"/>
                <a:gd name="T105" fmla="*/ 53 h 99"/>
                <a:gd name="T106" fmla="*/ 17 w 102"/>
                <a:gd name="T107" fmla="*/ 49 h 99"/>
                <a:gd name="T108" fmla="*/ 9 w 102"/>
                <a:gd name="T109" fmla="*/ 29 h 99"/>
                <a:gd name="T110" fmla="*/ 33 w 102"/>
                <a:gd name="T111" fmla="*/ 12 h 99"/>
                <a:gd name="T112" fmla="*/ 55 w 102"/>
                <a:gd name="T113" fmla="*/ 7 h 99"/>
                <a:gd name="T114" fmla="*/ 72 w 102"/>
                <a:gd name="T115" fmla="*/ 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2" h="99">
                  <a:moveTo>
                    <a:pt x="51" y="90"/>
                  </a:moveTo>
                  <a:lnTo>
                    <a:pt x="51" y="90"/>
                  </a:lnTo>
                  <a:lnTo>
                    <a:pt x="51" y="91"/>
                  </a:lnTo>
                  <a:lnTo>
                    <a:pt x="54" y="91"/>
                  </a:lnTo>
                  <a:lnTo>
                    <a:pt x="54" y="91"/>
                  </a:lnTo>
                  <a:lnTo>
                    <a:pt x="54" y="90"/>
                  </a:lnTo>
                  <a:lnTo>
                    <a:pt x="54" y="90"/>
                  </a:lnTo>
                  <a:lnTo>
                    <a:pt x="55" y="90"/>
                  </a:lnTo>
                  <a:lnTo>
                    <a:pt x="56" y="91"/>
                  </a:lnTo>
                  <a:lnTo>
                    <a:pt x="55" y="91"/>
                  </a:lnTo>
                  <a:lnTo>
                    <a:pt x="56" y="91"/>
                  </a:lnTo>
                  <a:lnTo>
                    <a:pt x="58" y="92"/>
                  </a:lnTo>
                  <a:lnTo>
                    <a:pt x="59" y="94"/>
                  </a:lnTo>
                  <a:lnTo>
                    <a:pt x="62" y="92"/>
                  </a:lnTo>
                  <a:lnTo>
                    <a:pt x="64" y="91"/>
                  </a:lnTo>
                  <a:lnTo>
                    <a:pt x="67" y="91"/>
                  </a:lnTo>
                  <a:lnTo>
                    <a:pt x="69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5" y="94"/>
                  </a:lnTo>
                  <a:lnTo>
                    <a:pt x="75" y="95"/>
                  </a:lnTo>
                  <a:lnTo>
                    <a:pt x="76" y="95"/>
                  </a:lnTo>
                  <a:lnTo>
                    <a:pt x="77" y="95"/>
                  </a:lnTo>
                  <a:lnTo>
                    <a:pt x="77" y="95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80" y="92"/>
                  </a:lnTo>
                  <a:lnTo>
                    <a:pt x="80" y="94"/>
                  </a:lnTo>
                  <a:lnTo>
                    <a:pt x="80" y="95"/>
                  </a:lnTo>
                  <a:lnTo>
                    <a:pt x="80" y="96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1" y="98"/>
                  </a:lnTo>
                  <a:lnTo>
                    <a:pt x="68" y="98"/>
                  </a:lnTo>
                  <a:lnTo>
                    <a:pt x="66" y="99"/>
                  </a:lnTo>
                  <a:lnTo>
                    <a:pt x="63" y="99"/>
                  </a:lnTo>
                  <a:lnTo>
                    <a:pt x="62" y="98"/>
                  </a:lnTo>
                  <a:lnTo>
                    <a:pt x="59" y="96"/>
                  </a:lnTo>
                  <a:lnTo>
                    <a:pt x="58" y="95"/>
                  </a:lnTo>
                  <a:lnTo>
                    <a:pt x="55" y="96"/>
                  </a:lnTo>
                  <a:lnTo>
                    <a:pt x="54" y="95"/>
                  </a:lnTo>
                  <a:lnTo>
                    <a:pt x="50" y="96"/>
                  </a:lnTo>
                  <a:lnTo>
                    <a:pt x="48" y="95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0"/>
                  </a:lnTo>
                  <a:lnTo>
                    <a:pt x="50" y="91"/>
                  </a:lnTo>
                  <a:lnTo>
                    <a:pt x="51" y="91"/>
                  </a:lnTo>
                  <a:lnTo>
                    <a:pt x="50" y="90"/>
                  </a:lnTo>
                  <a:lnTo>
                    <a:pt x="51" y="90"/>
                  </a:lnTo>
                  <a:close/>
                  <a:moveTo>
                    <a:pt x="89" y="87"/>
                  </a:moveTo>
                  <a:lnTo>
                    <a:pt x="89" y="89"/>
                  </a:lnTo>
                  <a:lnTo>
                    <a:pt x="91" y="91"/>
                  </a:lnTo>
                  <a:lnTo>
                    <a:pt x="91" y="92"/>
                  </a:lnTo>
                  <a:lnTo>
                    <a:pt x="89" y="92"/>
                  </a:lnTo>
                  <a:lnTo>
                    <a:pt x="89" y="91"/>
                  </a:lnTo>
                  <a:lnTo>
                    <a:pt x="88" y="90"/>
                  </a:lnTo>
                  <a:lnTo>
                    <a:pt x="89" y="87"/>
                  </a:lnTo>
                  <a:close/>
                  <a:moveTo>
                    <a:pt x="91" y="86"/>
                  </a:moveTo>
                  <a:lnTo>
                    <a:pt x="91" y="87"/>
                  </a:lnTo>
                  <a:lnTo>
                    <a:pt x="89" y="87"/>
                  </a:lnTo>
                  <a:lnTo>
                    <a:pt x="89" y="87"/>
                  </a:lnTo>
                  <a:lnTo>
                    <a:pt x="91" y="86"/>
                  </a:lnTo>
                  <a:close/>
                  <a:moveTo>
                    <a:pt x="41" y="79"/>
                  </a:moveTo>
                  <a:lnTo>
                    <a:pt x="42" y="81"/>
                  </a:lnTo>
                  <a:lnTo>
                    <a:pt x="43" y="82"/>
                  </a:lnTo>
                  <a:lnTo>
                    <a:pt x="42" y="85"/>
                  </a:lnTo>
                  <a:lnTo>
                    <a:pt x="41" y="83"/>
                  </a:lnTo>
                  <a:lnTo>
                    <a:pt x="41" y="82"/>
                  </a:lnTo>
                  <a:lnTo>
                    <a:pt x="41" y="81"/>
                  </a:lnTo>
                  <a:lnTo>
                    <a:pt x="41" y="79"/>
                  </a:lnTo>
                  <a:lnTo>
                    <a:pt x="41" y="79"/>
                  </a:lnTo>
                  <a:close/>
                  <a:moveTo>
                    <a:pt x="102" y="78"/>
                  </a:moveTo>
                  <a:lnTo>
                    <a:pt x="101" y="79"/>
                  </a:lnTo>
                  <a:lnTo>
                    <a:pt x="101" y="81"/>
                  </a:lnTo>
                  <a:lnTo>
                    <a:pt x="101" y="82"/>
                  </a:lnTo>
                  <a:lnTo>
                    <a:pt x="100" y="82"/>
                  </a:lnTo>
                  <a:lnTo>
                    <a:pt x="100" y="83"/>
                  </a:lnTo>
                  <a:lnTo>
                    <a:pt x="98" y="83"/>
                  </a:lnTo>
                  <a:lnTo>
                    <a:pt x="97" y="85"/>
                  </a:lnTo>
                  <a:lnTo>
                    <a:pt x="96" y="86"/>
                  </a:lnTo>
                  <a:lnTo>
                    <a:pt x="96" y="86"/>
                  </a:lnTo>
                  <a:lnTo>
                    <a:pt x="95" y="86"/>
                  </a:lnTo>
                  <a:lnTo>
                    <a:pt x="96" y="85"/>
                  </a:lnTo>
                  <a:lnTo>
                    <a:pt x="95" y="83"/>
                  </a:lnTo>
                  <a:lnTo>
                    <a:pt x="95" y="82"/>
                  </a:lnTo>
                  <a:lnTo>
                    <a:pt x="97" y="81"/>
                  </a:lnTo>
                  <a:lnTo>
                    <a:pt x="100" y="79"/>
                  </a:lnTo>
                  <a:lnTo>
                    <a:pt x="102" y="78"/>
                  </a:lnTo>
                  <a:close/>
                  <a:moveTo>
                    <a:pt x="41" y="78"/>
                  </a:moveTo>
                  <a:lnTo>
                    <a:pt x="41" y="78"/>
                  </a:lnTo>
                  <a:lnTo>
                    <a:pt x="41" y="78"/>
                  </a:lnTo>
                  <a:lnTo>
                    <a:pt x="41" y="78"/>
                  </a:lnTo>
                  <a:close/>
                  <a:moveTo>
                    <a:pt x="81" y="75"/>
                  </a:moveTo>
                  <a:lnTo>
                    <a:pt x="81" y="77"/>
                  </a:lnTo>
                  <a:lnTo>
                    <a:pt x="81" y="78"/>
                  </a:lnTo>
                  <a:lnTo>
                    <a:pt x="80" y="78"/>
                  </a:lnTo>
                  <a:lnTo>
                    <a:pt x="79" y="78"/>
                  </a:lnTo>
                  <a:lnTo>
                    <a:pt x="79" y="77"/>
                  </a:lnTo>
                  <a:lnTo>
                    <a:pt x="81" y="75"/>
                  </a:lnTo>
                  <a:close/>
                  <a:moveTo>
                    <a:pt x="56" y="75"/>
                  </a:moveTo>
                  <a:lnTo>
                    <a:pt x="59" y="75"/>
                  </a:lnTo>
                  <a:lnTo>
                    <a:pt x="58" y="77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6" y="75"/>
                  </a:lnTo>
                  <a:close/>
                  <a:moveTo>
                    <a:pt x="66" y="70"/>
                  </a:moveTo>
                  <a:lnTo>
                    <a:pt x="67" y="70"/>
                  </a:lnTo>
                  <a:lnTo>
                    <a:pt x="67" y="70"/>
                  </a:lnTo>
                  <a:lnTo>
                    <a:pt x="66" y="73"/>
                  </a:lnTo>
                  <a:lnTo>
                    <a:pt x="64" y="71"/>
                  </a:lnTo>
                  <a:lnTo>
                    <a:pt x="66" y="70"/>
                  </a:lnTo>
                  <a:close/>
                  <a:moveTo>
                    <a:pt x="58" y="70"/>
                  </a:moveTo>
                  <a:lnTo>
                    <a:pt x="58" y="71"/>
                  </a:lnTo>
                  <a:lnTo>
                    <a:pt x="56" y="70"/>
                  </a:lnTo>
                  <a:lnTo>
                    <a:pt x="58" y="70"/>
                  </a:lnTo>
                  <a:close/>
                  <a:moveTo>
                    <a:pt x="69" y="69"/>
                  </a:moveTo>
                  <a:lnTo>
                    <a:pt x="71" y="69"/>
                  </a:lnTo>
                  <a:lnTo>
                    <a:pt x="71" y="70"/>
                  </a:lnTo>
                  <a:lnTo>
                    <a:pt x="69" y="71"/>
                  </a:lnTo>
                  <a:lnTo>
                    <a:pt x="68" y="71"/>
                  </a:lnTo>
                  <a:lnTo>
                    <a:pt x="68" y="70"/>
                  </a:lnTo>
                  <a:lnTo>
                    <a:pt x="69" y="69"/>
                  </a:lnTo>
                  <a:close/>
                  <a:moveTo>
                    <a:pt x="56" y="66"/>
                  </a:moveTo>
                  <a:lnTo>
                    <a:pt x="58" y="66"/>
                  </a:lnTo>
                  <a:lnTo>
                    <a:pt x="58" y="67"/>
                  </a:lnTo>
                  <a:lnTo>
                    <a:pt x="56" y="67"/>
                  </a:lnTo>
                  <a:lnTo>
                    <a:pt x="56" y="66"/>
                  </a:lnTo>
                  <a:close/>
                  <a:moveTo>
                    <a:pt x="68" y="66"/>
                  </a:moveTo>
                  <a:lnTo>
                    <a:pt x="69" y="66"/>
                  </a:lnTo>
                  <a:lnTo>
                    <a:pt x="68" y="66"/>
                  </a:lnTo>
                  <a:lnTo>
                    <a:pt x="68" y="66"/>
                  </a:lnTo>
                  <a:close/>
                  <a:moveTo>
                    <a:pt x="55" y="63"/>
                  </a:moveTo>
                  <a:lnTo>
                    <a:pt x="56" y="65"/>
                  </a:lnTo>
                  <a:lnTo>
                    <a:pt x="55" y="65"/>
                  </a:lnTo>
                  <a:lnTo>
                    <a:pt x="55" y="65"/>
                  </a:lnTo>
                  <a:lnTo>
                    <a:pt x="55" y="63"/>
                  </a:lnTo>
                  <a:close/>
                  <a:moveTo>
                    <a:pt x="66" y="63"/>
                  </a:moveTo>
                  <a:lnTo>
                    <a:pt x="67" y="65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4" y="63"/>
                  </a:lnTo>
                  <a:lnTo>
                    <a:pt x="66" y="63"/>
                  </a:lnTo>
                  <a:close/>
                  <a:moveTo>
                    <a:pt x="77" y="63"/>
                  </a:moveTo>
                  <a:lnTo>
                    <a:pt x="77" y="63"/>
                  </a:lnTo>
                  <a:lnTo>
                    <a:pt x="75" y="66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7" y="63"/>
                  </a:lnTo>
                  <a:close/>
                  <a:moveTo>
                    <a:pt x="81" y="60"/>
                  </a:moveTo>
                  <a:lnTo>
                    <a:pt x="83" y="60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61"/>
                  </a:lnTo>
                  <a:lnTo>
                    <a:pt x="85" y="62"/>
                  </a:lnTo>
                  <a:lnTo>
                    <a:pt x="84" y="62"/>
                  </a:lnTo>
                  <a:lnTo>
                    <a:pt x="84" y="63"/>
                  </a:lnTo>
                  <a:lnTo>
                    <a:pt x="83" y="63"/>
                  </a:lnTo>
                  <a:lnTo>
                    <a:pt x="81" y="62"/>
                  </a:lnTo>
                  <a:lnTo>
                    <a:pt x="80" y="62"/>
                  </a:lnTo>
                  <a:lnTo>
                    <a:pt x="79" y="62"/>
                  </a:lnTo>
                  <a:lnTo>
                    <a:pt x="79" y="61"/>
                  </a:lnTo>
                  <a:lnTo>
                    <a:pt x="81" y="60"/>
                  </a:lnTo>
                  <a:close/>
                  <a:moveTo>
                    <a:pt x="14" y="60"/>
                  </a:moveTo>
                  <a:lnTo>
                    <a:pt x="16" y="60"/>
                  </a:lnTo>
                  <a:lnTo>
                    <a:pt x="16" y="61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3" y="61"/>
                  </a:lnTo>
                  <a:lnTo>
                    <a:pt x="13" y="60"/>
                  </a:lnTo>
                  <a:lnTo>
                    <a:pt x="14" y="60"/>
                  </a:lnTo>
                  <a:close/>
                  <a:moveTo>
                    <a:pt x="60" y="60"/>
                  </a:moveTo>
                  <a:lnTo>
                    <a:pt x="62" y="61"/>
                  </a:lnTo>
                  <a:lnTo>
                    <a:pt x="63" y="62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60" y="61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60" y="60"/>
                  </a:lnTo>
                  <a:close/>
                  <a:moveTo>
                    <a:pt x="12" y="50"/>
                  </a:moveTo>
                  <a:lnTo>
                    <a:pt x="13" y="50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4"/>
                  </a:lnTo>
                  <a:lnTo>
                    <a:pt x="16" y="56"/>
                  </a:lnTo>
                  <a:lnTo>
                    <a:pt x="16" y="57"/>
                  </a:lnTo>
                  <a:lnTo>
                    <a:pt x="14" y="58"/>
                  </a:lnTo>
                  <a:lnTo>
                    <a:pt x="13" y="57"/>
                  </a:lnTo>
                  <a:lnTo>
                    <a:pt x="12" y="57"/>
                  </a:lnTo>
                  <a:lnTo>
                    <a:pt x="12" y="56"/>
                  </a:lnTo>
                  <a:lnTo>
                    <a:pt x="12" y="54"/>
                  </a:lnTo>
                  <a:lnTo>
                    <a:pt x="12" y="56"/>
                  </a:lnTo>
                  <a:lnTo>
                    <a:pt x="10" y="57"/>
                  </a:lnTo>
                  <a:lnTo>
                    <a:pt x="9" y="56"/>
                  </a:lnTo>
                  <a:lnTo>
                    <a:pt x="9" y="53"/>
                  </a:lnTo>
                  <a:lnTo>
                    <a:pt x="10" y="53"/>
                  </a:lnTo>
                  <a:lnTo>
                    <a:pt x="12" y="53"/>
                  </a:lnTo>
                  <a:lnTo>
                    <a:pt x="12" y="50"/>
                  </a:lnTo>
                  <a:close/>
                  <a:moveTo>
                    <a:pt x="73" y="48"/>
                  </a:moveTo>
                  <a:lnTo>
                    <a:pt x="75" y="49"/>
                  </a:lnTo>
                  <a:lnTo>
                    <a:pt x="75" y="49"/>
                  </a:lnTo>
                  <a:lnTo>
                    <a:pt x="76" y="52"/>
                  </a:lnTo>
                  <a:lnTo>
                    <a:pt x="75" y="54"/>
                  </a:lnTo>
                  <a:lnTo>
                    <a:pt x="73" y="54"/>
                  </a:lnTo>
                  <a:lnTo>
                    <a:pt x="72" y="53"/>
                  </a:lnTo>
                  <a:lnTo>
                    <a:pt x="72" y="53"/>
                  </a:lnTo>
                  <a:lnTo>
                    <a:pt x="73" y="52"/>
                  </a:lnTo>
                  <a:lnTo>
                    <a:pt x="73" y="50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73" y="48"/>
                  </a:lnTo>
                  <a:close/>
                  <a:moveTo>
                    <a:pt x="13" y="46"/>
                  </a:moveTo>
                  <a:lnTo>
                    <a:pt x="14" y="48"/>
                  </a:lnTo>
                  <a:lnTo>
                    <a:pt x="13" y="49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8"/>
                  </a:lnTo>
                  <a:lnTo>
                    <a:pt x="13" y="46"/>
                  </a:lnTo>
                  <a:lnTo>
                    <a:pt x="13" y="46"/>
                  </a:lnTo>
                  <a:close/>
                  <a:moveTo>
                    <a:pt x="56" y="42"/>
                  </a:moveTo>
                  <a:lnTo>
                    <a:pt x="58" y="44"/>
                  </a:lnTo>
                  <a:lnTo>
                    <a:pt x="59" y="44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8" y="45"/>
                  </a:lnTo>
                  <a:lnTo>
                    <a:pt x="58" y="45"/>
                  </a:lnTo>
                  <a:lnTo>
                    <a:pt x="56" y="42"/>
                  </a:lnTo>
                  <a:lnTo>
                    <a:pt x="56" y="42"/>
                  </a:lnTo>
                  <a:close/>
                  <a:moveTo>
                    <a:pt x="42" y="42"/>
                  </a:moveTo>
                  <a:lnTo>
                    <a:pt x="43" y="45"/>
                  </a:lnTo>
                  <a:lnTo>
                    <a:pt x="46" y="45"/>
                  </a:lnTo>
                  <a:lnTo>
                    <a:pt x="47" y="46"/>
                  </a:lnTo>
                  <a:lnTo>
                    <a:pt x="48" y="46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2" y="49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6"/>
                  </a:lnTo>
                  <a:lnTo>
                    <a:pt x="55" y="57"/>
                  </a:lnTo>
                  <a:lnTo>
                    <a:pt x="56" y="56"/>
                  </a:lnTo>
                  <a:lnTo>
                    <a:pt x="58" y="57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2" y="57"/>
                  </a:lnTo>
                  <a:lnTo>
                    <a:pt x="52" y="56"/>
                  </a:lnTo>
                  <a:lnTo>
                    <a:pt x="52" y="54"/>
                  </a:lnTo>
                  <a:lnTo>
                    <a:pt x="51" y="52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6" y="50"/>
                  </a:lnTo>
                  <a:lnTo>
                    <a:pt x="46" y="49"/>
                  </a:lnTo>
                  <a:lnTo>
                    <a:pt x="44" y="48"/>
                  </a:lnTo>
                  <a:lnTo>
                    <a:pt x="43" y="46"/>
                  </a:lnTo>
                  <a:lnTo>
                    <a:pt x="42" y="46"/>
                  </a:lnTo>
                  <a:lnTo>
                    <a:pt x="42" y="45"/>
                  </a:lnTo>
                  <a:lnTo>
                    <a:pt x="41" y="45"/>
                  </a:lnTo>
                  <a:lnTo>
                    <a:pt x="38" y="45"/>
                  </a:lnTo>
                  <a:lnTo>
                    <a:pt x="37" y="45"/>
                  </a:lnTo>
                  <a:lnTo>
                    <a:pt x="39" y="44"/>
                  </a:lnTo>
                  <a:lnTo>
                    <a:pt x="42" y="42"/>
                  </a:lnTo>
                  <a:close/>
                  <a:moveTo>
                    <a:pt x="46" y="40"/>
                  </a:moveTo>
                  <a:lnTo>
                    <a:pt x="47" y="41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4" y="40"/>
                  </a:lnTo>
                  <a:lnTo>
                    <a:pt x="46" y="40"/>
                  </a:lnTo>
                  <a:close/>
                  <a:moveTo>
                    <a:pt x="43" y="40"/>
                  </a:moveTo>
                  <a:lnTo>
                    <a:pt x="44" y="40"/>
                  </a:lnTo>
                  <a:lnTo>
                    <a:pt x="43" y="41"/>
                  </a:lnTo>
                  <a:lnTo>
                    <a:pt x="42" y="40"/>
                  </a:lnTo>
                  <a:lnTo>
                    <a:pt x="43" y="40"/>
                  </a:lnTo>
                  <a:close/>
                  <a:moveTo>
                    <a:pt x="77" y="37"/>
                  </a:moveTo>
                  <a:lnTo>
                    <a:pt x="79" y="37"/>
                  </a:lnTo>
                  <a:lnTo>
                    <a:pt x="77" y="38"/>
                  </a:lnTo>
                  <a:lnTo>
                    <a:pt x="79" y="38"/>
                  </a:lnTo>
                  <a:lnTo>
                    <a:pt x="79" y="41"/>
                  </a:lnTo>
                  <a:lnTo>
                    <a:pt x="79" y="42"/>
                  </a:lnTo>
                  <a:lnTo>
                    <a:pt x="76" y="44"/>
                  </a:lnTo>
                  <a:lnTo>
                    <a:pt x="75" y="42"/>
                  </a:lnTo>
                  <a:lnTo>
                    <a:pt x="75" y="41"/>
                  </a:lnTo>
                  <a:lnTo>
                    <a:pt x="76" y="41"/>
                  </a:lnTo>
                  <a:lnTo>
                    <a:pt x="76" y="38"/>
                  </a:lnTo>
                  <a:lnTo>
                    <a:pt x="75" y="40"/>
                  </a:lnTo>
                  <a:lnTo>
                    <a:pt x="75" y="41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2" y="42"/>
                  </a:lnTo>
                  <a:lnTo>
                    <a:pt x="71" y="41"/>
                  </a:lnTo>
                  <a:lnTo>
                    <a:pt x="71" y="38"/>
                  </a:lnTo>
                  <a:lnTo>
                    <a:pt x="73" y="38"/>
                  </a:lnTo>
                  <a:lnTo>
                    <a:pt x="75" y="37"/>
                  </a:lnTo>
                  <a:lnTo>
                    <a:pt x="77" y="37"/>
                  </a:lnTo>
                  <a:close/>
                  <a:moveTo>
                    <a:pt x="1" y="32"/>
                  </a:moveTo>
                  <a:lnTo>
                    <a:pt x="2" y="32"/>
                  </a:lnTo>
                  <a:lnTo>
                    <a:pt x="2" y="35"/>
                  </a:lnTo>
                  <a:lnTo>
                    <a:pt x="4" y="36"/>
                  </a:lnTo>
                  <a:lnTo>
                    <a:pt x="5" y="36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2" y="37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1" y="32"/>
                  </a:lnTo>
                  <a:close/>
                  <a:moveTo>
                    <a:pt x="66" y="27"/>
                  </a:moveTo>
                  <a:lnTo>
                    <a:pt x="66" y="27"/>
                  </a:lnTo>
                  <a:lnTo>
                    <a:pt x="64" y="28"/>
                  </a:lnTo>
                  <a:lnTo>
                    <a:pt x="64" y="31"/>
                  </a:lnTo>
                  <a:lnTo>
                    <a:pt x="63" y="31"/>
                  </a:lnTo>
                  <a:lnTo>
                    <a:pt x="62" y="31"/>
                  </a:lnTo>
                  <a:lnTo>
                    <a:pt x="62" y="29"/>
                  </a:lnTo>
                  <a:lnTo>
                    <a:pt x="60" y="28"/>
                  </a:lnTo>
                  <a:lnTo>
                    <a:pt x="62" y="27"/>
                  </a:lnTo>
                  <a:lnTo>
                    <a:pt x="63" y="27"/>
                  </a:lnTo>
                  <a:lnTo>
                    <a:pt x="64" y="28"/>
                  </a:lnTo>
                  <a:lnTo>
                    <a:pt x="66" y="27"/>
                  </a:lnTo>
                  <a:close/>
                  <a:moveTo>
                    <a:pt x="68" y="20"/>
                  </a:moveTo>
                  <a:lnTo>
                    <a:pt x="69" y="20"/>
                  </a:lnTo>
                  <a:lnTo>
                    <a:pt x="69" y="21"/>
                  </a:lnTo>
                  <a:lnTo>
                    <a:pt x="68" y="21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8" y="20"/>
                  </a:lnTo>
                  <a:close/>
                  <a:moveTo>
                    <a:pt x="56" y="16"/>
                  </a:moveTo>
                  <a:lnTo>
                    <a:pt x="58" y="17"/>
                  </a:lnTo>
                  <a:lnTo>
                    <a:pt x="58" y="19"/>
                  </a:lnTo>
                  <a:lnTo>
                    <a:pt x="56" y="19"/>
                  </a:lnTo>
                  <a:lnTo>
                    <a:pt x="56" y="19"/>
                  </a:lnTo>
                  <a:lnTo>
                    <a:pt x="55" y="19"/>
                  </a:lnTo>
                  <a:lnTo>
                    <a:pt x="55" y="16"/>
                  </a:lnTo>
                  <a:lnTo>
                    <a:pt x="56" y="16"/>
                  </a:lnTo>
                  <a:close/>
                  <a:moveTo>
                    <a:pt x="75" y="0"/>
                  </a:moveTo>
                  <a:lnTo>
                    <a:pt x="76" y="0"/>
                  </a:lnTo>
                  <a:lnTo>
                    <a:pt x="76" y="3"/>
                  </a:lnTo>
                  <a:lnTo>
                    <a:pt x="79" y="4"/>
                  </a:lnTo>
                  <a:lnTo>
                    <a:pt x="77" y="7"/>
                  </a:lnTo>
                  <a:lnTo>
                    <a:pt x="75" y="8"/>
                  </a:lnTo>
                  <a:lnTo>
                    <a:pt x="75" y="11"/>
                  </a:lnTo>
                  <a:lnTo>
                    <a:pt x="73" y="15"/>
                  </a:lnTo>
                  <a:lnTo>
                    <a:pt x="71" y="15"/>
                  </a:lnTo>
                  <a:lnTo>
                    <a:pt x="68" y="13"/>
                  </a:lnTo>
                  <a:lnTo>
                    <a:pt x="63" y="13"/>
                  </a:lnTo>
                  <a:lnTo>
                    <a:pt x="62" y="12"/>
                  </a:lnTo>
                  <a:lnTo>
                    <a:pt x="60" y="12"/>
                  </a:lnTo>
                  <a:lnTo>
                    <a:pt x="60" y="13"/>
                  </a:lnTo>
                  <a:lnTo>
                    <a:pt x="58" y="15"/>
                  </a:lnTo>
                  <a:lnTo>
                    <a:pt x="56" y="15"/>
                  </a:lnTo>
                  <a:lnTo>
                    <a:pt x="54" y="13"/>
                  </a:lnTo>
                  <a:lnTo>
                    <a:pt x="52" y="13"/>
                  </a:lnTo>
                  <a:lnTo>
                    <a:pt x="51" y="17"/>
                  </a:lnTo>
                  <a:lnTo>
                    <a:pt x="50" y="17"/>
                  </a:lnTo>
                  <a:lnTo>
                    <a:pt x="47" y="17"/>
                  </a:lnTo>
                  <a:lnTo>
                    <a:pt x="46" y="19"/>
                  </a:lnTo>
                  <a:lnTo>
                    <a:pt x="47" y="21"/>
                  </a:lnTo>
                  <a:lnTo>
                    <a:pt x="50" y="21"/>
                  </a:lnTo>
                  <a:lnTo>
                    <a:pt x="52" y="24"/>
                  </a:lnTo>
                  <a:lnTo>
                    <a:pt x="52" y="25"/>
                  </a:lnTo>
                  <a:lnTo>
                    <a:pt x="51" y="23"/>
                  </a:lnTo>
                  <a:lnTo>
                    <a:pt x="46" y="23"/>
                  </a:lnTo>
                  <a:lnTo>
                    <a:pt x="46" y="24"/>
                  </a:lnTo>
                  <a:lnTo>
                    <a:pt x="47" y="25"/>
                  </a:lnTo>
                  <a:lnTo>
                    <a:pt x="50" y="27"/>
                  </a:lnTo>
                  <a:lnTo>
                    <a:pt x="48" y="28"/>
                  </a:lnTo>
                  <a:lnTo>
                    <a:pt x="47" y="27"/>
                  </a:lnTo>
                  <a:lnTo>
                    <a:pt x="44" y="24"/>
                  </a:lnTo>
                  <a:lnTo>
                    <a:pt x="43" y="24"/>
                  </a:lnTo>
                  <a:lnTo>
                    <a:pt x="42" y="25"/>
                  </a:lnTo>
                  <a:lnTo>
                    <a:pt x="43" y="27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1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5" y="21"/>
                  </a:lnTo>
                  <a:lnTo>
                    <a:pt x="37" y="21"/>
                  </a:lnTo>
                  <a:lnTo>
                    <a:pt x="37" y="19"/>
                  </a:lnTo>
                  <a:lnTo>
                    <a:pt x="34" y="19"/>
                  </a:lnTo>
                  <a:lnTo>
                    <a:pt x="33" y="21"/>
                  </a:lnTo>
                  <a:lnTo>
                    <a:pt x="33" y="27"/>
                  </a:lnTo>
                  <a:lnTo>
                    <a:pt x="31" y="28"/>
                  </a:lnTo>
                  <a:lnTo>
                    <a:pt x="35" y="29"/>
                  </a:lnTo>
                  <a:lnTo>
                    <a:pt x="35" y="32"/>
                  </a:lnTo>
                  <a:lnTo>
                    <a:pt x="37" y="32"/>
                  </a:lnTo>
                  <a:lnTo>
                    <a:pt x="41" y="37"/>
                  </a:lnTo>
                  <a:lnTo>
                    <a:pt x="42" y="38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41" y="40"/>
                  </a:lnTo>
                  <a:lnTo>
                    <a:pt x="38" y="38"/>
                  </a:lnTo>
                  <a:lnTo>
                    <a:pt x="37" y="37"/>
                  </a:lnTo>
                  <a:lnTo>
                    <a:pt x="37" y="38"/>
                  </a:lnTo>
                  <a:lnTo>
                    <a:pt x="35" y="40"/>
                  </a:lnTo>
                  <a:lnTo>
                    <a:pt x="38" y="41"/>
                  </a:lnTo>
                  <a:lnTo>
                    <a:pt x="38" y="42"/>
                  </a:lnTo>
                  <a:lnTo>
                    <a:pt x="37" y="44"/>
                  </a:lnTo>
                  <a:lnTo>
                    <a:pt x="34" y="44"/>
                  </a:lnTo>
                  <a:lnTo>
                    <a:pt x="37" y="46"/>
                  </a:lnTo>
                  <a:lnTo>
                    <a:pt x="39" y="46"/>
                  </a:lnTo>
                  <a:lnTo>
                    <a:pt x="39" y="48"/>
                  </a:lnTo>
                  <a:lnTo>
                    <a:pt x="42" y="48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50" y="53"/>
                  </a:lnTo>
                  <a:lnTo>
                    <a:pt x="50" y="54"/>
                  </a:lnTo>
                  <a:lnTo>
                    <a:pt x="50" y="57"/>
                  </a:lnTo>
                  <a:lnTo>
                    <a:pt x="51" y="60"/>
                  </a:lnTo>
                  <a:lnTo>
                    <a:pt x="51" y="61"/>
                  </a:lnTo>
                  <a:lnTo>
                    <a:pt x="48" y="61"/>
                  </a:lnTo>
                  <a:lnTo>
                    <a:pt x="48" y="61"/>
                  </a:lnTo>
                  <a:lnTo>
                    <a:pt x="44" y="58"/>
                  </a:lnTo>
                  <a:lnTo>
                    <a:pt x="43" y="60"/>
                  </a:lnTo>
                  <a:lnTo>
                    <a:pt x="42" y="60"/>
                  </a:lnTo>
                  <a:lnTo>
                    <a:pt x="39" y="60"/>
                  </a:lnTo>
                  <a:lnTo>
                    <a:pt x="42" y="62"/>
                  </a:lnTo>
                  <a:lnTo>
                    <a:pt x="42" y="63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6" y="66"/>
                  </a:lnTo>
                  <a:lnTo>
                    <a:pt x="46" y="67"/>
                  </a:lnTo>
                  <a:lnTo>
                    <a:pt x="43" y="66"/>
                  </a:lnTo>
                  <a:lnTo>
                    <a:pt x="42" y="67"/>
                  </a:lnTo>
                  <a:lnTo>
                    <a:pt x="41" y="66"/>
                  </a:lnTo>
                  <a:lnTo>
                    <a:pt x="42" y="66"/>
                  </a:lnTo>
                  <a:lnTo>
                    <a:pt x="39" y="65"/>
                  </a:lnTo>
                  <a:lnTo>
                    <a:pt x="38" y="65"/>
                  </a:lnTo>
                  <a:lnTo>
                    <a:pt x="38" y="66"/>
                  </a:lnTo>
                  <a:lnTo>
                    <a:pt x="39" y="67"/>
                  </a:lnTo>
                  <a:lnTo>
                    <a:pt x="41" y="71"/>
                  </a:lnTo>
                  <a:lnTo>
                    <a:pt x="42" y="74"/>
                  </a:lnTo>
                  <a:lnTo>
                    <a:pt x="42" y="75"/>
                  </a:lnTo>
                  <a:lnTo>
                    <a:pt x="43" y="78"/>
                  </a:lnTo>
                  <a:lnTo>
                    <a:pt x="39" y="75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5" y="77"/>
                  </a:lnTo>
                  <a:lnTo>
                    <a:pt x="35" y="79"/>
                  </a:lnTo>
                  <a:lnTo>
                    <a:pt x="34" y="78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0" y="73"/>
                  </a:lnTo>
                  <a:lnTo>
                    <a:pt x="30" y="70"/>
                  </a:lnTo>
                  <a:lnTo>
                    <a:pt x="29" y="73"/>
                  </a:lnTo>
                  <a:lnTo>
                    <a:pt x="30" y="74"/>
                  </a:lnTo>
                  <a:lnTo>
                    <a:pt x="29" y="74"/>
                  </a:lnTo>
                  <a:lnTo>
                    <a:pt x="27" y="74"/>
                  </a:lnTo>
                  <a:lnTo>
                    <a:pt x="25" y="70"/>
                  </a:lnTo>
                  <a:lnTo>
                    <a:pt x="25" y="69"/>
                  </a:lnTo>
                  <a:lnTo>
                    <a:pt x="26" y="67"/>
                  </a:lnTo>
                  <a:lnTo>
                    <a:pt x="26" y="66"/>
                  </a:lnTo>
                  <a:lnTo>
                    <a:pt x="23" y="63"/>
                  </a:lnTo>
                  <a:lnTo>
                    <a:pt x="21" y="62"/>
                  </a:lnTo>
                  <a:lnTo>
                    <a:pt x="18" y="60"/>
                  </a:lnTo>
                  <a:lnTo>
                    <a:pt x="19" y="57"/>
                  </a:lnTo>
                  <a:lnTo>
                    <a:pt x="21" y="57"/>
                  </a:lnTo>
                  <a:lnTo>
                    <a:pt x="22" y="54"/>
                  </a:lnTo>
                  <a:lnTo>
                    <a:pt x="23" y="56"/>
                  </a:lnTo>
                  <a:lnTo>
                    <a:pt x="26" y="54"/>
                  </a:lnTo>
                  <a:lnTo>
                    <a:pt x="29" y="53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7" y="58"/>
                  </a:lnTo>
                  <a:lnTo>
                    <a:pt x="38" y="57"/>
                  </a:lnTo>
                  <a:lnTo>
                    <a:pt x="41" y="56"/>
                  </a:lnTo>
                  <a:lnTo>
                    <a:pt x="38" y="56"/>
                  </a:lnTo>
                  <a:lnTo>
                    <a:pt x="37" y="54"/>
                  </a:lnTo>
                  <a:lnTo>
                    <a:pt x="34" y="54"/>
                  </a:lnTo>
                  <a:lnTo>
                    <a:pt x="34" y="53"/>
                  </a:lnTo>
                  <a:lnTo>
                    <a:pt x="33" y="54"/>
                  </a:lnTo>
                  <a:lnTo>
                    <a:pt x="29" y="52"/>
                  </a:lnTo>
                  <a:lnTo>
                    <a:pt x="27" y="52"/>
                  </a:lnTo>
                  <a:lnTo>
                    <a:pt x="26" y="53"/>
                  </a:lnTo>
                  <a:lnTo>
                    <a:pt x="23" y="53"/>
                  </a:lnTo>
                  <a:lnTo>
                    <a:pt x="22" y="50"/>
                  </a:lnTo>
                  <a:lnTo>
                    <a:pt x="19" y="53"/>
                  </a:lnTo>
                  <a:lnTo>
                    <a:pt x="18" y="53"/>
                  </a:lnTo>
                  <a:lnTo>
                    <a:pt x="17" y="49"/>
                  </a:lnTo>
                  <a:lnTo>
                    <a:pt x="14" y="45"/>
                  </a:lnTo>
                  <a:lnTo>
                    <a:pt x="14" y="44"/>
                  </a:lnTo>
                  <a:lnTo>
                    <a:pt x="13" y="44"/>
                  </a:lnTo>
                  <a:lnTo>
                    <a:pt x="10" y="40"/>
                  </a:lnTo>
                  <a:lnTo>
                    <a:pt x="6" y="37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8" y="32"/>
                  </a:lnTo>
                  <a:lnTo>
                    <a:pt x="9" y="29"/>
                  </a:lnTo>
                  <a:lnTo>
                    <a:pt x="9" y="27"/>
                  </a:lnTo>
                  <a:lnTo>
                    <a:pt x="14" y="24"/>
                  </a:lnTo>
                  <a:lnTo>
                    <a:pt x="16" y="21"/>
                  </a:lnTo>
                  <a:lnTo>
                    <a:pt x="17" y="17"/>
                  </a:lnTo>
                  <a:lnTo>
                    <a:pt x="21" y="15"/>
                  </a:lnTo>
                  <a:lnTo>
                    <a:pt x="25" y="13"/>
                  </a:lnTo>
                  <a:lnTo>
                    <a:pt x="25" y="12"/>
                  </a:lnTo>
                  <a:lnTo>
                    <a:pt x="27" y="11"/>
                  </a:lnTo>
                  <a:lnTo>
                    <a:pt x="33" y="12"/>
                  </a:lnTo>
                  <a:lnTo>
                    <a:pt x="35" y="10"/>
                  </a:lnTo>
                  <a:lnTo>
                    <a:pt x="38" y="10"/>
                  </a:lnTo>
                  <a:lnTo>
                    <a:pt x="39" y="8"/>
                  </a:lnTo>
                  <a:lnTo>
                    <a:pt x="41" y="10"/>
                  </a:lnTo>
                  <a:lnTo>
                    <a:pt x="44" y="10"/>
                  </a:lnTo>
                  <a:lnTo>
                    <a:pt x="47" y="8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5" y="7"/>
                  </a:lnTo>
                  <a:lnTo>
                    <a:pt x="56" y="8"/>
                  </a:lnTo>
                  <a:lnTo>
                    <a:pt x="58" y="10"/>
                  </a:lnTo>
                  <a:lnTo>
                    <a:pt x="59" y="8"/>
                  </a:lnTo>
                  <a:lnTo>
                    <a:pt x="62" y="8"/>
                  </a:lnTo>
                  <a:lnTo>
                    <a:pt x="64" y="10"/>
                  </a:lnTo>
                  <a:lnTo>
                    <a:pt x="66" y="8"/>
                  </a:lnTo>
                  <a:lnTo>
                    <a:pt x="71" y="8"/>
                  </a:lnTo>
                  <a:lnTo>
                    <a:pt x="72" y="7"/>
                  </a:lnTo>
                  <a:lnTo>
                    <a:pt x="72" y="4"/>
                  </a:lnTo>
                  <a:lnTo>
                    <a:pt x="72" y="2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3" name="Freeform 414">
              <a:extLst>
                <a:ext uri="{FF2B5EF4-FFF2-40B4-BE49-F238E27FC236}">
                  <a16:creationId xmlns:a16="http://schemas.microsoft.com/office/drawing/2014/main" id="{9B5402FA-F4D8-4F26-B1AE-D570D36205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8053" y="1227231"/>
              <a:ext cx="407698" cy="343994"/>
            </a:xfrm>
            <a:custGeom>
              <a:avLst/>
              <a:gdLst>
                <a:gd name="T0" fmla="*/ 6 w 64"/>
                <a:gd name="T1" fmla="*/ 35 h 54"/>
                <a:gd name="T2" fmla="*/ 9 w 64"/>
                <a:gd name="T3" fmla="*/ 34 h 54"/>
                <a:gd name="T4" fmla="*/ 14 w 64"/>
                <a:gd name="T5" fmla="*/ 38 h 54"/>
                <a:gd name="T6" fmla="*/ 20 w 64"/>
                <a:gd name="T7" fmla="*/ 48 h 54"/>
                <a:gd name="T8" fmla="*/ 13 w 64"/>
                <a:gd name="T9" fmla="*/ 46 h 54"/>
                <a:gd name="T10" fmla="*/ 9 w 64"/>
                <a:gd name="T11" fmla="*/ 42 h 54"/>
                <a:gd name="T12" fmla="*/ 4 w 64"/>
                <a:gd name="T13" fmla="*/ 38 h 54"/>
                <a:gd name="T14" fmla="*/ 2 w 64"/>
                <a:gd name="T15" fmla="*/ 35 h 54"/>
                <a:gd name="T16" fmla="*/ 0 w 64"/>
                <a:gd name="T17" fmla="*/ 34 h 54"/>
                <a:gd name="T18" fmla="*/ 1 w 64"/>
                <a:gd name="T19" fmla="*/ 33 h 54"/>
                <a:gd name="T20" fmla="*/ 42 w 64"/>
                <a:gd name="T21" fmla="*/ 0 h 54"/>
                <a:gd name="T22" fmla="*/ 47 w 64"/>
                <a:gd name="T23" fmla="*/ 6 h 54"/>
                <a:gd name="T24" fmla="*/ 50 w 64"/>
                <a:gd name="T25" fmla="*/ 12 h 54"/>
                <a:gd name="T26" fmla="*/ 54 w 64"/>
                <a:gd name="T27" fmla="*/ 17 h 54"/>
                <a:gd name="T28" fmla="*/ 59 w 64"/>
                <a:gd name="T29" fmla="*/ 18 h 54"/>
                <a:gd name="T30" fmla="*/ 64 w 64"/>
                <a:gd name="T31" fmla="*/ 22 h 54"/>
                <a:gd name="T32" fmla="*/ 60 w 64"/>
                <a:gd name="T33" fmla="*/ 23 h 54"/>
                <a:gd name="T34" fmla="*/ 54 w 64"/>
                <a:gd name="T35" fmla="*/ 26 h 54"/>
                <a:gd name="T36" fmla="*/ 55 w 64"/>
                <a:gd name="T37" fmla="*/ 31 h 54"/>
                <a:gd name="T38" fmla="*/ 54 w 64"/>
                <a:gd name="T39" fmla="*/ 35 h 54"/>
                <a:gd name="T40" fmla="*/ 54 w 64"/>
                <a:gd name="T41" fmla="*/ 38 h 54"/>
                <a:gd name="T42" fmla="*/ 52 w 64"/>
                <a:gd name="T43" fmla="*/ 43 h 54"/>
                <a:gd name="T44" fmla="*/ 51 w 64"/>
                <a:gd name="T45" fmla="*/ 43 h 54"/>
                <a:gd name="T46" fmla="*/ 51 w 64"/>
                <a:gd name="T47" fmla="*/ 39 h 54"/>
                <a:gd name="T48" fmla="*/ 49 w 64"/>
                <a:gd name="T49" fmla="*/ 42 h 54"/>
                <a:gd name="T50" fmla="*/ 50 w 64"/>
                <a:gd name="T51" fmla="*/ 47 h 54"/>
                <a:gd name="T52" fmla="*/ 50 w 64"/>
                <a:gd name="T53" fmla="*/ 52 h 54"/>
                <a:gd name="T54" fmla="*/ 47 w 64"/>
                <a:gd name="T55" fmla="*/ 52 h 54"/>
                <a:gd name="T56" fmla="*/ 45 w 64"/>
                <a:gd name="T57" fmla="*/ 51 h 54"/>
                <a:gd name="T58" fmla="*/ 45 w 64"/>
                <a:gd name="T59" fmla="*/ 43 h 54"/>
                <a:gd name="T60" fmla="*/ 41 w 64"/>
                <a:gd name="T61" fmla="*/ 41 h 54"/>
                <a:gd name="T62" fmla="*/ 41 w 64"/>
                <a:gd name="T63" fmla="*/ 38 h 54"/>
                <a:gd name="T64" fmla="*/ 39 w 64"/>
                <a:gd name="T65" fmla="*/ 37 h 54"/>
                <a:gd name="T66" fmla="*/ 38 w 64"/>
                <a:gd name="T67" fmla="*/ 35 h 54"/>
                <a:gd name="T68" fmla="*/ 34 w 64"/>
                <a:gd name="T69" fmla="*/ 38 h 54"/>
                <a:gd name="T70" fmla="*/ 30 w 64"/>
                <a:gd name="T71" fmla="*/ 41 h 54"/>
                <a:gd name="T72" fmla="*/ 27 w 64"/>
                <a:gd name="T73" fmla="*/ 43 h 54"/>
                <a:gd name="T74" fmla="*/ 26 w 64"/>
                <a:gd name="T75" fmla="*/ 46 h 54"/>
                <a:gd name="T76" fmla="*/ 22 w 64"/>
                <a:gd name="T77" fmla="*/ 46 h 54"/>
                <a:gd name="T78" fmla="*/ 22 w 64"/>
                <a:gd name="T79" fmla="*/ 43 h 54"/>
                <a:gd name="T80" fmla="*/ 22 w 64"/>
                <a:gd name="T81" fmla="*/ 39 h 54"/>
                <a:gd name="T82" fmla="*/ 22 w 64"/>
                <a:gd name="T83" fmla="*/ 35 h 54"/>
                <a:gd name="T84" fmla="*/ 13 w 64"/>
                <a:gd name="T85" fmla="*/ 33 h 54"/>
                <a:gd name="T86" fmla="*/ 13 w 64"/>
                <a:gd name="T87" fmla="*/ 27 h 54"/>
                <a:gd name="T88" fmla="*/ 8 w 64"/>
                <a:gd name="T89" fmla="*/ 21 h 54"/>
                <a:gd name="T90" fmla="*/ 9 w 64"/>
                <a:gd name="T91" fmla="*/ 16 h 54"/>
                <a:gd name="T92" fmla="*/ 2 w 64"/>
                <a:gd name="T93" fmla="*/ 13 h 54"/>
                <a:gd name="T94" fmla="*/ 0 w 64"/>
                <a:gd name="T95" fmla="*/ 9 h 54"/>
                <a:gd name="T96" fmla="*/ 12 w 64"/>
                <a:gd name="T97" fmla="*/ 12 h 54"/>
                <a:gd name="T98" fmla="*/ 20 w 64"/>
                <a:gd name="T99" fmla="*/ 13 h 54"/>
                <a:gd name="T100" fmla="*/ 18 w 64"/>
                <a:gd name="T101" fmla="*/ 6 h 54"/>
                <a:gd name="T102" fmla="*/ 17 w 64"/>
                <a:gd name="T103" fmla="*/ 1 h 54"/>
                <a:gd name="T104" fmla="*/ 26 w 64"/>
                <a:gd name="T105" fmla="*/ 5 h 54"/>
                <a:gd name="T106" fmla="*/ 33 w 64"/>
                <a:gd name="T107" fmla="*/ 9 h 54"/>
                <a:gd name="T108" fmla="*/ 37 w 64"/>
                <a:gd name="T109" fmla="*/ 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4" h="54">
                  <a:moveTo>
                    <a:pt x="4" y="31"/>
                  </a:moveTo>
                  <a:lnTo>
                    <a:pt x="6" y="35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12" y="37"/>
                  </a:lnTo>
                  <a:lnTo>
                    <a:pt x="14" y="38"/>
                  </a:lnTo>
                  <a:lnTo>
                    <a:pt x="20" y="46"/>
                  </a:lnTo>
                  <a:lnTo>
                    <a:pt x="20" y="48"/>
                  </a:lnTo>
                  <a:lnTo>
                    <a:pt x="16" y="46"/>
                  </a:lnTo>
                  <a:lnTo>
                    <a:pt x="13" y="46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4" y="35"/>
                  </a:lnTo>
                  <a:lnTo>
                    <a:pt x="2" y="35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1" y="33"/>
                  </a:lnTo>
                  <a:lnTo>
                    <a:pt x="4" y="31"/>
                  </a:lnTo>
                  <a:close/>
                  <a:moveTo>
                    <a:pt x="42" y="0"/>
                  </a:moveTo>
                  <a:lnTo>
                    <a:pt x="45" y="1"/>
                  </a:lnTo>
                  <a:lnTo>
                    <a:pt x="47" y="6"/>
                  </a:lnTo>
                  <a:lnTo>
                    <a:pt x="47" y="9"/>
                  </a:lnTo>
                  <a:lnTo>
                    <a:pt x="50" y="12"/>
                  </a:lnTo>
                  <a:lnTo>
                    <a:pt x="54" y="14"/>
                  </a:lnTo>
                  <a:lnTo>
                    <a:pt x="54" y="17"/>
                  </a:lnTo>
                  <a:lnTo>
                    <a:pt x="56" y="18"/>
                  </a:lnTo>
                  <a:lnTo>
                    <a:pt x="59" y="18"/>
                  </a:lnTo>
                  <a:lnTo>
                    <a:pt x="63" y="19"/>
                  </a:lnTo>
                  <a:lnTo>
                    <a:pt x="64" y="22"/>
                  </a:lnTo>
                  <a:lnTo>
                    <a:pt x="63" y="22"/>
                  </a:lnTo>
                  <a:lnTo>
                    <a:pt x="60" y="23"/>
                  </a:lnTo>
                  <a:lnTo>
                    <a:pt x="58" y="23"/>
                  </a:lnTo>
                  <a:lnTo>
                    <a:pt x="54" y="26"/>
                  </a:lnTo>
                  <a:lnTo>
                    <a:pt x="54" y="30"/>
                  </a:lnTo>
                  <a:lnTo>
                    <a:pt x="55" y="31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2" y="39"/>
                  </a:lnTo>
                  <a:lnTo>
                    <a:pt x="52" y="43"/>
                  </a:lnTo>
                  <a:lnTo>
                    <a:pt x="52" y="44"/>
                  </a:lnTo>
                  <a:lnTo>
                    <a:pt x="51" y="43"/>
                  </a:lnTo>
                  <a:lnTo>
                    <a:pt x="52" y="42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49" y="42"/>
                  </a:lnTo>
                  <a:lnTo>
                    <a:pt x="50" y="46"/>
                  </a:lnTo>
                  <a:lnTo>
                    <a:pt x="50" y="47"/>
                  </a:lnTo>
                  <a:lnTo>
                    <a:pt x="50" y="48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47" y="52"/>
                  </a:lnTo>
                  <a:lnTo>
                    <a:pt x="46" y="51"/>
                  </a:lnTo>
                  <a:lnTo>
                    <a:pt x="45" y="51"/>
                  </a:lnTo>
                  <a:lnTo>
                    <a:pt x="41" y="46"/>
                  </a:lnTo>
                  <a:lnTo>
                    <a:pt x="45" y="43"/>
                  </a:lnTo>
                  <a:lnTo>
                    <a:pt x="42" y="42"/>
                  </a:lnTo>
                  <a:lnTo>
                    <a:pt x="41" y="41"/>
                  </a:lnTo>
                  <a:lnTo>
                    <a:pt x="42" y="39"/>
                  </a:lnTo>
                  <a:lnTo>
                    <a:pt x="41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5" y="37"/>
                  </a:lnTo>
                  <a:lnTo>
                    <a:pt x="34" y="38"/>
                  </a:lnTo>
                  <a:lnTo>
                    <a:pt x="31" y="39"/>
                  </a:lnTo>
                  <a:lnTo>
                    <a:pt x="30" y="41"/>
                  </a:lnTo>
                  <a:lnTo>
                    <a:pt x="29" y="43"/>
                  </a:lnTo>
                  <a:lnTo>
                    <a:pt x="27" y="43"/>
                  </a:lnTo>
                  <a:lnTo>
                    <a:pt x="26" y="44"/>
                  </a:lnTo>
                  <a:lnTo>
                    <a:pt x="26" y="46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2" y="43"/>
                  </a:lnTo>
                  <a:lnTo>
                    <a:pt x="24" y="42"/>
                  </a:lnTo>
                  <a:lnTo>
                    <a:pt x="22" y="39"/>
                  </a:lnTo>
                  <a:lnTo>
                    <a:pt x="25" y="38"/>
                  </a:lnTo>
                  <a:lnTo>
                    <a:pt x="22" y="35"/>
                  </a:lnTo>
                  <a:lnTo>
                    <a:pt x="18" y="35"/>
                  </a:lnTo>
                  <a:lnTo>
                    <a:pt x="13" y="33"/>
                  </a:lnTo>
                  <a:lnTo>
                    <a:pt x="12" y="29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8" y="21"/>
                  </a:lnTo>
                  <a:lnTo>
                    <a:pt x="8" y="18"/>
                  </a:lnTo>
                  <a:lnTo>
                    <a:pt x="9" y="16"/>
                  </a:lnTo>
                  <a:lnTo>
                    <a:pt x="6" y="13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9"/>
                  </a:lnTo>
                  <a:lnTo>
                    <a:pt x="5" y="8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20" y="13"/>
                  </a:lnTo>
                  <a:lnTo>
                    <a:pt x="21" y="9"/>
                  </a:lnTo>
                  <a:lnTo>
                    <a:pt x="18" y="6"/>
                  </a:lnTo>
                  <a:lnTo>
                    <a:pt x="16" y="5"/>
                  </a:lnTo>
                  <a:lnTo>
                    <a:pt x="17" y="1"/>
                  </a:lnTo>
                  <a:lnTo>
                    <a:pt x="21" y="1"/>
                  </a:lnTo>
                  <a:lnTo>
                    <a:pt x="26" y="5"/>
                  </a:lnTo>
                  <a:lnTo>
                    <a:pt x="27" y="8"/>
                  </a:lnTo>
                  <a:lnTo>
                    <a:pt x="33" y="9"/>
                  </a:lnTo>
                  <a:lnTo>
                    <a:pt x="34" y="6"/>
                  </a:lnTo>
                  <a:lnTo>
                    <a:pt x="37" y="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4" name="Freeform 415">
              <a:extLst>
                <a:ext uri="{FF2B5EF4-FFF2-40B4-BE49-F238E27FC236}">
                  <a16:creationId xmlns:a16="http://schemas.microsoft.com/office/drawing/2014/main" id="{5A3E9A42-BEED-483F-94EF-C0662E729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459" y="1443819"/>
              <a:ext cx="1554347" cy="1242205"/>
            </a:xfrm>
            <a:custGeom>
              <a:avLst/>
              <a:gdLst>
                <a:gd name="T0" fmla="*/ 11 w 244"/>
                <a:gd name="T1" fmla="*/ 4 h 195"/>
                <a:gd name="T2" fmla="*/ 23 w 244"/>
                <a:gd name="T3" fmla="*/ 12 h 195"/>
                <a:gd name="T4" fmla="*/ 31 w 244"/>
                <a:gd name="T5" fmla="*/ 12 h 195"/>
                <a:gd name="T6" fmla="*/ 37 w 244"/>
                <a:gd name="T7" fmla="*/ 7 h 195"/>
                <a:gd name="T8" fmla="*/ 45 w 244"/>
                <a:gd name="T9" fmla="*/ 1 h 195"/>
                <a:gd name="T10" fmla="*/ 48 w 244"/>
                <a:gd name="T11" fmla="*/ 7 h 195"/>
                <a:gd name="T12" fmla="*/ 53 w 244"/>
                <a:gd name="T13" fmla="*/ 17 h 195"/>
                <a:gd name="T14" fmla="*/ 59 w 244"/>
                <a:gd name="T15" fmla="*/ 22 h 195"/>
                <a:gd name="T16" fmla="*/ 63 w 244"/>
                <a:gd name="T17" fmla="*/ 32 h 195"/>
                <a:gd name="T18" fmla="*/ 75 w 244"/>
                <a:gd name="T19" fmla="*/ 33 h 195"/>
                <a:gd name="T20" fmla="*/ 94 w 244"/>
                <a:gd name="T21" fmla="*/ 42 h 195"/>
                <a:gd name="T22" fmla="*/ 121 w 244"/>
                <a:gd name="T23" fmla="*/ 41 h 195"/>
                <a:gd name="T24" fmla="*/ 127 w 244"/>
                <a:gd name="T25" fmla="*/ 30 h 195"/>
                <a:gd name="T26" fmla="*/ 141 w 244"/>
                <a:gd name="T27" fmla="*/ 20 h 195"/>
                <a:gd name="T28" fmla="*/ 154 w 244"/>
                <a:gd name="T29" fmla="*/ 18 h 195"/>
                <a:gd name="T30" fmla="*/ 173 w 244"/>
                <a:gd name="T31" fmla="*/ 25 h 195"/>
                <a:gd name="T32" fmla="*/ 185 w 244"/>
                <a:gd name="T33" fmla="*/ 32 h 195"/>
                <a:gd name="T34" fmla="*/ 203 w 244"/>
                <a:gd name="T35" fmla="*/ 45 h 195"/>
                <a:gd name="T36" fmla="*/ 204 w 244"/>
                <a:gd name="T37" fmla="*/ 57 h 195"/>
                <a:gd name="T38" fmla="*/ 204 w 244"/>
                <a:gd name="T39" fmla="*/ 63 h 195"/>
                <a:gd name="T40" fmla="*/ 200 w 244"/>
                <a:gd name="T41" fmla="*/ 72 h 195"/>
                <a:gd name="T42" fmla="*/ 207 w 244"/>
                <a:gd name="T43" fmla="*/ 80 h 195"/>
                <a:gd name="T44" fmla="*/ 206 w 244"/>
                <a:gd name="T45" fmla="*/ 101 h 195"/>
                <a:gd name="T46" fmla="*/ 220 w 244"/>
                <a:gd name="T47" fmla="*/ 116 h 195"/>
                <a:gd name="T48" fmla="*/ 219 w 244"/>
                <a:gd name="T49" fmla="*/ 145 h 195"/>
                <a:gd name="T50" fmla="*/ 232 w 244"/>
                <a:gd name="T51" fmla="*/ 153 h 195"/>
                <a:gd name="T52" fmla="*/ 236 w 244"/>
                <a:gd name="T53" fmla="*/ 163 h 195"/>
                <a:gd name="T54" fmla="*/ 241 w 244"/>
                <a:gd name="T55" fmla="*/ 174 h 195"/>
                <a:gd name="T56" fmla="*/ 227 w 244"/>
                <a:gd name="T57" fmla="*/ 179 h 195"/>
                <a:gd name="T58" fmla="*/ 227 w 244"/>
                <a:gd name="T59" fmla="*/ 193 h 195"/>
                <a:gd name="T60" fmla="*/ 216 w 244"/>
                <a:gd name="T61" fmla="*/ 192 h 195"/>
                <a:gd name="T62" fmla="*/ 211 w 244"/>
                <a:gd name="T63" fmla="*/ 191 h 195"/>
                <a:gd name="T64" fmla="*/ 192 w 244"/>
                <a:gd name="T65" fmla="*/ 189 h 195"/>
                <a:gd name="T66" fmla="*/ 181 w 244"/>
                <a:gd name="T67" fmla="*/ 187 h 195"/>
                <a:gd name="T68" fmla="*/ 170 w 244"/>
                <a:gd name="T69" fmla="*/ 178 h 195"/>
                <a:gd name="T70" fmla="*/ 165 w 244"/>
                <a:gd name="T71" fmla="*/ 168 h 195"/>
                <a:gd name="T72" fmla="*/ 153 w 244"/>
                <a:gd name="T73" fmla="*/ 170 h 195"/>
                <a:gd name="T74" fmla="*/ 136 w 244"/>
                <a:gd name="T75" fmla="*/ 174 h 195"/>
                <a:gd name="T76" fmla="*/ 123 w 244"/>
                <a:gd name="T77" fmla="*/ 170 h 195"/>
                <a:gd name="T78" fmla="*/ 116 w 244"/>
                <a:gd name="T79" fmla="*/ 163 h 195"/>
                <a:gd name="T80" fmla="*/ 103 w 244"/>
                <a:gd name="T81" fmla="*/ 159 h 195"/>
                <a:gd name="T82" fmla="*/ 94 w 244"/>
                <a:gd name="T83" fmla="*/ 147 h 195"/>
                <a:gd name="T84" fmla="*/ 92 w 244"/>
                <a:gd name="T85" fmla="*/ 145 h 195"/>
                <a:gd name="T86" fmla="*/ 83 w 244"/>
                <a:gd name="T87" fmla="*/ 130 h 195"/>
                <a:gd name="T88" fmla="*/ 75 w 244"/>
                <a:gd name="T89" fmla="*/ 130 h 195"/>
                <a:gd name="T90" fmla="*/ 71 w 244"/>
                <a:gd name="T91" fmla="*/ 128 h 195"/>
                <a:gd name="T92" fmla="*/ 69 w 244"/>
                <a:gd name="T93" fmla="*/ 132 h 195"/>
                <a:gd name="T94" fmla="*/ 62 w 244"/>
                <a:gd name="T95" fmla="*/ 128 h 195"/>
                <a:gd name="T96" fmla="*/ 56 w 244"/>
                <a:gd name="T97" fmla="*/ 112 h 195"/>
                <a:gd name="T98" fmla="*/ 49 w 244"/>
                <a:gd name="T99" fmla="*/ 99 h 195"/>
                <a:gd name="T100" fmla="*/ 33 w 244"/>
                <a:gd name="T101" fmla="*/ 92 h 195"/>
                <a:gd name="T102" fmla="*/ 32 w 244"/>
                <a:gd name="T103" fmla="*/ 83 h 195"/>
                <a:gd name="T104" fmla="*/ 27 w 244"/>
                <a:gd name="T105" fmla="*/ 79 h 195"/>
                <a:gd name="T106" fmla="*/ 28 w 244"/>
                <a:gd name="T107" fmla="*/ 66 h 195"/>
                <a:gd name="T108" fmla="*/ 31 w 244"/>
                <a:gd name="T109" fmla="*/ 58 h 195"/>
                <a:gd name="T110" fmla="*/ 32 w 244"/>
                <a:gd name="T111" fmla="*/ 55 h 195"/>
                <a:gd name="T112" fmla="*/ 20 w 244"/>
                <a:gd name="T113" fmla="*/ 51 h 195"/>
                <a:gd name="T114" fmla="*/ 15 w 244"/>
                <a:gd name="T115" fmla="*/ 41 h 195"/>
                <a:gd name="T116" fmla="*/ 11 w 244"/>
                <a:gd name="T117" fmla="*/ 33 h 195"/>
                <a:gd name="T118" fmla="*/ 7 w 244"/>
                <a:gd name="T119" fmla="*/ 20 h 195"/>
                <a:gd name="T120" fmla="*/ 3 w 244"/>
                <a:gd name="T121" fmla="*/ 8 h 195"/>
                <a:gd name="T122" fmla="*/ 7 w 244"/>
                <a:gd name="T123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4" h="195">
                  <a:moveTo>
                    <a:pt x="7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20" y="12"/>
                  </a:lnTo>
                  <a:lnTo>
                    <a:pt x="23" y="12"/>
                  </a:lnTo>
                  <a:lnTo>
                    <a:pt x="27" y="14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29" y="12"/>
                  </a:lnTo>
                  <a:lnTo>
                    <a:pt x="31" y="12"/>
                  </a:lnTo>
                  <a:lnTo>
                    <a:pt x="33" y="12"/>
                  </a:lnTo>
                  <a:lnTo>
                    <a:pt x="33" y="10"/>
                  </a:lnTo>
                  <a:lnTo>
                    <a:pt x="34" y="9"/>
                  </a:lnTo>
                  <a:lnTo>
                    <a:pt x="36" y="9"/>
                  </a:lnTo>
                  <a:lnTo>
                    <a:pt x="37" y="7"/>
                  </a:lnTo>
                  <a:lnTo>
                    <a:pt x="38" y="5"/>
                  </a:lnTo>
                  <a:lnTo>
                    <a:pt x="41" y="4"/>
                  </a:lnTo>
                  <a:lnTo>
                    <a:pt x="42" y="3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48" y="4"/>
                  </a:lnTo>
                  <a:lnTo>
                    <a:pt x="49" y="5"/>
                  </a:lnTo>
                  <a:lnTo>
                    <a:pt x="48" y="7"/>
                  </a:lnTo>
                  <a:lnTo>
                    <a:pt x="49" y="8"/>
                  </a:lnTo>
                  <a:lnTo>
                    <a:pt x="52" y="9"/>
                  </a:lnTo>
                  <a:lnTo>
                    <a:pt x="48" y="12"/>
                  </a:lnTo>
                  <a:lnTo>
                    <a:pt x="52" y="17"/>
                  </a:lnTo>
                  <a:lnTo>
                    <a:pt x="53" y="17"/>
                  </a:lnTo>
                  <a:lnTo>
                    <a:pt x="54" y="18"/>
                  </a:lnTo>
                  <a:lnTo>
                    <a:pt x="57" y="20"/>
                  </a:lnTo>
                  <a:lnTo>
                    <a:pt x="57" y="18"/>
                  </a:lnTo>
                  <a:lnTo>
                    <a:pt x="57" y="20"/>
                  </a:lnTo>
                  <a:lnTo>
                    <a:pt x="59" y="22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9" y="29"/>
                  </a:lnTo>
                  <a:lnTo>
                    <a:pt x="61" y="29"/>
                  </a:lnTo>
                  <a:lnTo>
                    <a:pt x="63" y="32"/>
                  </a:lnTo>
                  <a:lnTo>
                    <a:pt x="66" y="32"/>
                  </a:lnTo>
                  <a:lnTo>
                    <a:pt x="69" y="32"/>
                  </a:lnTo>
                  <a:lnTo>
                    <a:pt x="71" y="32"/>
                  </a:lnTo>
                  <a:lnTo>
                    <a:pt x="74" y="33"/>
                  </a:lnTo>
                  <a:lnTo>
                    <a:pt x="75" y="33"/>
                  </a:lnTo>
                  <a:lnTo>
                    <a:pt x="77" y="35"/>
                  </a:lnTo>
                  <a:lnTo>
                    <a:pt x="78" y="38"/>
                  </a:lnTo>
                  <a:lnTo>
                    <a:pt x="84" y="39"/>
                  </a:lnTo>
                  <a:lnTo>
                    <a:pt x="87" y="41"/>
                  </a:lnTo>
                  <a:lnTo>
                    <a:pt x="94" y="42"/>
                  </a:lnTo>
                  <a:lnTo>
                    <a:pt x="98" y="42"/>
                  </a:lnTo>
                  <a:lnTo>
                    <a:pt x="106" y="39"/>
                  </a:lnTo>
                  <a:lnTo>
                    <a:pt x="111" y="39"/>
                  </a:lnTo>
                  <a:lnTo>
                    <a:pt x="119" y="39"/>
                  </a:lnTo>
                  <a:lnTo>
                    <a:pt x="121" y="41"/>
                  </a:lnTo>
                  <a:lnTo>
                    <a:pt x="121" y="37"/>
                  </a:lnTo>
                  <a:lnTo>
                    <a:pt x="120" y="34"/>
                  </a:lnTo>
                  <a:lnTo>
                    <a:pt x="119" y="32"/>
                  </a:lnTo>
                  <a:lnTo>
                    <a:pt x="121" y="30"/>
                  </a:lnTo>
                  <a:lnTo>
                    <a:pt x="127" y="30"/>
                  </a:lnTo>
                  <a:lnTo>
                    <a:pt x="128" y="26"/>
                  </a:lnTo>
                  <a:lnTo>
                    <a:pt x="129" y="25"/>
                  </a:lnTo>
                  <a:lnTo>
                    <a:pt x="132" y="25"/>
                  </a:lnTo>
                  <a:lnTo>
                    <a:pt x="136" y="21"/>
                  </a:lnTo>
                  <a:lnTo>
                    <a:pt x="141" y="20"/>
                  </a:lnTo>
                  <a:lnTo>
                    <a:pt x="146" y="21"/>
                  </a:lnTo>
                  <a:lnTo>
                    <a:pt x="146" y="17"/>
                  </a:lnTo>
                  <a:lnTo>
                    <a:pt x="149" y="17"/>
                  </a:lnTo>
                  <a:lnTo>
                    <a:pt x="152" y="18"/>
                  </a:lnTo>
                  <a:lnTo>
                    <a:pt x="154" y="18"/>
                  </a:lnTo>
                  <a:lnTo>
                    <a:pt x="158" y="21"/>
                  </a:lnTo>
                  <a:lnTo>
                    <a:pt x="162" y="22"/>
                  </a:lnTo>
                  <a:lnTo>
                    <a:pt x="169" y="26"/>
                  </a:lnTo>
                  <a:lnTo>
                    <a:pt x="171" y="26"/>
                  </a:lnTo>
                  <a:lnTo>
                    <a:pt x="173" y="25"/>
                  </a:lnTo>
                  <a:lnTo>
                    <a:pt x="178" y="28"/>
                  </a:lnTo>
                  <a:lnTo>
                    <a:pt x="179" y="28"/>
                  </a:lnTo>
                  <a:lnTo>
                    <a:pt x="181" y="32"/>
                  </a:lnTo>
                  <a:lnTo>
                    <a:pt x="182" y="32"/>
                  </a:lnTo>
                  <a:lnTo>
                    <a:pt x="185" y="32"/>
                  </a:lnTo>
                  <a:lnTo>
                    <a:pt x="189" y="33"/>
                  </a:lnTo>
                  <a:lnTo>
                    <a:pt x="194" y="39"/>
                  </a:lnTo>
                  <a:lnTo>
                    <a:pt x="199" y="39"/>
                  </a:lnTo>
                  <a:lnTo>
                    <a:pt x="202" y="41"/>
                  </a:lnTo>
                  <a:lnTo>
                    <a:pt x="203" y="45"/>
                  </a:lnTo>
                  <a:lnTo>
                    <a:pt x="203" y="46"/>
                  </a:lnTo>
                  <a:lnTo>
                    <a:pt x="203" y="49"/>
                  </a:lnTo>
                  <a:lnTo>
                    <a:pt x="203" y="50"/>
                  </a:lnTo>
                  <a:lnTo>
                    <a:pt x="204" y="53"/>
                  </a:lnTo>
                  <a:lnTo>
                    <a:pt x="204" y="57"/>
                  </a:lnTo>
                  <a:lnTo>
                    <a:pt x="204" y="58"/>
                  </a:lnTo>
                  <a:lnTo>
                    <a:pt x="204" y="59"/>
                  </a:lnTo>
                  <a:lnTo>
                    <a:pt x="206" y="62"/>
                  </a:lnTo>
                  <a:lnTo>
                    <a:pt x="204" y="62"/>
                  </a:lnTo>
                  <a:lnTo>
                    <a:pt x="204" y="63"/>
                  </a:lnTo>
                  <a:lnTo>
                    <a:pt x="202" y="66"/>
                  </a:lnTo>
                  <a:lnTo>
                    <a:pt x="199" y="66"/>
                  </a:lnTo>
                  <a:lnTo>
                    <a:pt x="200" y="68"/>
                  </a:lnTo>
                  <a:lnTo>
                    <a:pt x="202" y="70"/>
                  </a:lnTo>
                  <a:lnTo>
                    <a:pt x="200" y="72"/>
                  </a:lnTo>
                  <a:lnTo>
                    <a:pt x="200" y="74"/>
                  </a:lnTo>
                  <a:lnTo>
                    <a:pt x="202" y="78"/>
                  </a:lnTo>
                  <a:lnTo>
                    <a:pt x="202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3" y="86"/>
                  </a:lnTo>
                  <a:lnTo>
                    <a:pt x="202" y="88"/>
                  </a:lnTo>
                  <a:lnTo>
                    <a:pt x="206" y="95"/>
                  </a:lnTo>
                  <a:lnTo>
                    <a:pt x="207" y="100"/>
                  </a:lnTo>
                  <a:lnTo>
                    <a:pt x="206" y="101"/>
                  </a:lnTo>
                  <a:lnTo>
                    <a:pt x="207" y="104"/>
                  </a:lnTo>
                  <a:lnTo>
                    <a:pt x="208" y="108"/>
                  </a:lnTo>
                  <a:lnTo>
                    <a:pt x="217" y="108"/>
                  </a:lnTo>
                  <a:lnTo>
                    <a:pt x="220" y="112"/>
                  </a:lnTo>
                  <a:lnTo>
                    <a:pt x="220" y="116"/>
                  </a:lnTo>
                  <a:lnTo>
                    <a:pt x="221" y="120"/>
                  </a:lnTo>
                  <a:lnTo>
                    <a:pt x="220" y="122"/>
                  </a:lnTo>
                  <a:lnTo>
                    <a:pt x="211" y="134"/>
                  </a:lnTo>
                  <a:lnTo>
                    <a:pt x="217" y="142"/>
                  </a:lnTo>
                  <a:lnTo>
                    <a:pt x="219" y="145"/>
                  </a:lnTo>
                  <a:lnTo>
                    <a:pt x="221" y="147"/>
                  </a:lnTo>
                  <a:lnTo>
                    <a:pt x="224" y="150"/>
                  </a:lnTo>
                  <a:lnTo>
                    <a:pt x="225" y="151"/>
                  </a:lnTo>
                  <a:lnTo>
                    <a:pt x="229" y="151"/>
                  </a:lnTo>
                  <a:lnTo>
                    <a:pt x="232" y="153"/>
                  </a:lnTo>
                  <a:lnTo>
                    <a:pt x="232" y="153"/>
                  </a:lnTo>
                  <a:lnTo>
                    <a:pt x="236" y="154"/>
                  </a:lnTo>
                  <a:lnTo>
                    <a:pt x="236" y="158"/>
                  </a:lnTo>
                  <a:lnTo>
                    <a:pt x="236" y="161"/>
                  </a:lnTo>
                  <a:lnTo>
                    <a:pt x="236" y="163"/>
                  </a:lnTo>
                  <a:lnTo>
                    <a:pt x="237" y="166"/>
                  </a:lnTo>
                  <a:lnTo>
                    <a:pt x="240" y="166"/>
                  </a:lnTo>
                  <a:lnTo>
                    <a:pt x="243" y="167"/>
                  </a:lnTo>
                  <a:lnTo>
                    <a:pt x="244" y="172"/>
                  </a:lnTo>
                  <a:lnTo>
                    <a:pt x="241" y="174"/>
                  </a:lnTo>
                  <a:lnTo>
                    <a:pt x="239" y="172"/>
                  </a:lnTo>
                  <a:lnTo>
                    <a:pt x="233" y="174"/>
                  </a:lnTo>
                  <a:lnTo>
                    <a:pt x="232" y="175"/>
                  </a:lnTo>
                  <a:lnTo>
                    <a:pt x="228" y="178"/>
                  </a:lnTo>
                  <a:lnTo>
                    <a:pt x="227" y="179"/>
                  </a:lnTo>
                  <a:lnTo>
                    <a:pt x="228" y="182"/>
                  </a:lnTo>
                  <a:lnTo>
                    <a:pt x="225" y="184"/>
                  </a:lnTo>
                  <a:lnTo>
                    <a:pt x="227" y="187"/>
                  </a:lnTo>
                  <a:lnTo>
                    <a:pt x="227" y="191"/>
                  </a:lnTo>
                  <a:lnTo>
                    <a:pt x="227" y="193"/>
                  </a:lnTo>
                  <a:lnTo>
                    <a:pt x="225" y="193"/>
                  </a:lnTo>
                  <a:lnTo>
                    <a:pt x="225" y="193"/>
                  </a:lnTo>
                  <a:lnTo>
                    <a:pt x="224" y="195"/>
                  </a:lnTo>
                  <a:lnTo>
                    <a:pt x="220" y="193"/>
                  </a:lnTo>
                  <a:lnTo>
                    <a:pt x="216" y="192"/>
                  </a:lnTo>
                  <a:lnTo>
                    <a:pt x="215" y="191"/>
                  </a:lnTo>
                  <a:lnTo>
                    <a:pt x="214" y="191"/>
                  </a:lnTo>
                  <a:lnTo>
                    <a:pt x="214" y="192"/>
                  </a:lnTo>
                  <a:lnTo>
                    <a:pt x="212" y="192"/>
                  </a:lnTo>
                  <a:lnTo>
                    <a:pt x="211" y="191"/>
                  </a:lnTo>
                  <a:lnTo>
                    <a:pt x="210" y="192"/>
                  </a:lnTo>
                  <a:lnTo>
                    <a:pt x="208" y="191"/>
                  </a:lnTo>
                  <a:lnTo>
                    <a:pt x="203" y="191"/>
                  </a:lnTo>
                  <a:lnTo>
                    <a:pt x="199" y="189"/>
                  </a:lnTo>
                  <a:lnTo>
                    <a:pt x="192" y="189"/>
                  </a:lnTo>
                  <a:lnTo>
                    <a:pt x="190" y="187"/>
                  </a:lnTo>
                  <a:lnTo>
                    <a:pt x="189" y="187"/>
                  </a:lnTo>
                  <a:lnTo>
                    <a:pt x="186" y="189"/>
                  </a:lnTo>
                  <a:lnTo>
                    <a:pt x="183" y="187"/>
                  </a:lnTo>
                  <a:lnTo>
                    <a:pt x="181" y="187"/>
                  </a:lnTo>
                  <a:lnTo>
                    <a:pt x="174" y="187"/>
                  </a:lnTo>
                  <a:lnTo>
                    <a:pt x="174" y="186"/>
                  </a:lnTo>
                  <a:lnTo>
                    <a:pt x="173" y="186"/>
                  </a:lnTo>
                  <a:lnTo>
                    <a:pt x="173" y="182"/>
                  </a:lnTo>
                  <a:lnTo>
                    <a:pt x="170" y="178"/>
                  </a:lnTo>
                  <a:lnTo>
                    <a:pt x="169" y="174"/>
                  </a:lnTo>
                  <a:lnTo>
                    <a:pt x="166" y="170"/>
                  </a:lnTo>
                  <a:lnTo>
                    <a:pt x="166" y="168"/>
                  </a:lnTo>
                  <a:lnTo>
                    <a:pt x="165" y="168"/>
                  </a:lnTo>
                  <a:lnTo>
                    <a:pt x="165" y="168"/>
                  </a:lnTo>
                  <a:lnTo>
                    <a:pt x="161" y="167"/>
                  </a:lnTo>
                  <a:lnTo>
                    <a:pt x="158" y="168"/>
                  </a:lnTo>
                  <a:lnTo>
                    <a:pt x="156" y="171"/>
                  </a:lnTo>
                  <a:lnTo>
                    <a:pt x="153" y="171"/>
                  </a:lnTo>
                  <a:lnTo>
                    <a:pt x="153" y="170"/>
                  </a:lnTo>
                  <a:lnTo>
                    <a:pt x="153" y="171"/>
                  </a:lnTo>
                  <a:lnTo>
                    <a:pt x="148" y="174"/>
                  </a:lnTo>
                  <a:lnTo>
                    <a:pt x="144" y="178"/>
                  </a:lnTo>
                  <a:lnTo>
                    <a:pt x="140" y="175"/>
                  </a:lnTo>
                  <a:lnTo>
                    <a:pt x="136" y="174"/>
                  </a:lnTo>
                  <a:lnTo>
                    <a:pt x="132" y="174"/>
                  </a:lnTo>
                  <a:lnTo>
                    <a:pt x="132" y="175"/>
                  </a:lnTo>
                  <a:lnTo>
                    <a:pt x="127" y="171"/>
                  </a:lnTo>
                  <a:lnTo>
                    <a:pt x="125" y="171"/>
                  </a:lnTo>
                  <a:lnTo>
                    <a:pt x="123" y="170"/>
                  </a:lnTo>
                  <a:lnTo>
                    <a:pt x="120" y="168"/>
                  </a:lnTo>
                  <a:lnTo>
                    <a:pt x="117" y="164"/>
                  </a:lnTo>
                  <a:lnTo>
                    <a:pt x="119" y="163"/>
                  </a:lnTo>
                  <a:lnTo>
                    <a:pt x="119" y="163"/>
                  </a:lnTo>
                  <a:lnTo>
                    <a:pt x="116" y="163"/>
                  </a:lnTo>
                  <a:lnTo>
                    <a:pt x="115" y="162"/>
                  </a:lnTo>
                  <a:lnTo>
                    <a:pt x="112" y="162"/>
                  </a:lnTo>
                  <a:lnTo>
                    <a:pt x="111" y="161"/>
                  </a:lnTo>
                  <a:lnTo>
                    <a:pt x="107" y="159"/>
                  </a:lnTo>
                  <a:lnTo>
                    <a:pt x="103" y="159"/>
                  </a:lnTo>
                  <a:lnTo>
                    <a:pt x="100" y="158"/>
                  </a:lnTo>
                  <a:lnTo>
                    <a:pt x="96" y="150"/>
                  </a:lnTo>
                  <a:lnTo>
                    <a:pt x="96" y="149"/>
                  </a:lnTo>
                  <a:lnTo>
                    <a:pt x="95" y="149"/>
                  </a:lnTo>
                  <a:lnTo>
                    <a:pt x="94" y="147"/>
                  </a:lnTo>
                  <a:lnTo>
                    <a:pt x="94" y="146"/>
                  </a:lnTo>
                  <a:lnTo>
                    <a:pt x="95" y="147"/>
                  </a:lnTo>
                  <a:lnTo>
                    <a:pt x="95" y="147"/>
                  </a:lnTo>
                  <a:lnTo>
                    <a:pt x="94" y="145"/>
                  </a:lnTo>
                  <a:lnTo>
                    <a:pt x="92" y="145"/>
                  </a:lnTo>
                  <a:lnTo>
                    <a:pt x="91" y="145"/>
                  </a:lnTo>
                  <a:lnTo>
                    <a:pt x="91" y="141"/>
                  </a:lnTo>
                  <a:lnTo>
                    <a:pt x="87" y="136"/>
                  </a:lnTo>
                  <a:lnTo>
                    <a:pt x="86" y="133"/>
                  </a:lnTo>
                  <a:lnTo>
                    <a:pt x="83" y="130"/>
                  </a:lnTo>
                  <a:lnTo>
                    <a:pt x="83" y="129"/>
                  </a:lnTo>
                  <a:lnTo>
                    <a:pt x="79" y="132"/>
                  </a:lnTo>
                  <a:lnTo>
                    <a:pt x="78" y="132"/>
                  </a:lnTo>
                  <a:lnTo>
                    <a:pt x="77" y="130"/>
                  </a:lnTo>
                  <a:lnTo>
                    <a:pt x="75" y="130"/>
                  </a:lnTo>
                  <a:lnTo>
                    <a:pt x="73" y="129"/>
                  </a:lnTo>
                  <a:lnTo>
                    <a:pt x="73" y="128"/>
                  </a:lnTo>
                  <a:lnTo>
                    <a:pt x="74" y="126"/>
                  </a:lnTo>
                  <a:lnTo>
                    <a:pt x="73" y="128"/>
                  </a:lnTo>
                  <a:lnTo>
                    <a:pt x="71" y="128"/>
                  </a:lnTo>
                  <a:lnTo>
                    <a:pt x="70" y="128"/>
                  </a:lnTo>
                  <a:lnTo>
                    <a:pt x="71" y="129"/>
                  </a:lnTo>
                  <a:lnTo>
                    <a:pt x="71" y="130"/>
                  </a:lnTo>
                  <a:lnTo>
                    <a:pt x="70" y="132"/>
                  </a:lnTo>
                  <a:lnTo>
                    <a:pt x="69" y="132"/>
                  </a:lnTo>
                  <a:lnTo>
                    <a:pt x="67" y="130"/>
                  </a:lnTo>
                  <a:lnTo>
                    <a:pt x="67" y="129"/>
                  </a:lnTo>
                  <a:lnTo>
                    <a:pt x="66" y="129"/>
                  </a:lnTo>
                  <a:lnTo>
                    <a:pt x="65" y="129"/>
                  </a:lnTo>
                  <a:lnTo>
                    <a:pt x="62" y="128"/>
                  </a:lnTo>
                  <a:lnTo>
                    <a:pt x="61" y="126"/>
                  </a:lnTo>
                  <a:lnTo>
                    <a:pt x="59" y="118"/>
                  </a:lnTo>
                  <a:lnTo>
                    <a:pt x="56" y="118"/>
                  </a:lnTo>
                  <a:lnTo>
                    <a:pt x="56" y="116"/>
                  </a:lnTo>
                  <a:lnTo>
                    <a:pt x="56" y="112"/>
                  </a:lnTo>
                  <a:lnTo>
                    <a:pt x="58" y="111"/>
                  </a:lnTo>
                  <a:lnTo>
                    <a:pt x="56" y="105"/>
                  </a:lnTo>
                  <a:lnTo>
                    <a:pt x="53" y="104"/>
                  </a:lnTo>
                  <a:lnTo>
                    <a:pt x="50" y="100"/>
                  </a:lnTo>
                  <a:lnTo>
                    <a:pt x="49" y="99"/>
                  </a:lnTo>
                  <a:lnTo>
                    <a:pt x="48" y="99"/>
                  </a:lnTo>
                  <a:lnTo>
                    <a:pt x="40" y="93"/>
                  </a:lnTo>
                  <a:lnTo>
                    <a:pt x="37" y="93"/>
                  </a:lnTo>
                  <a:lnTo>
                    <a:pt x="36" y="95"/>
                  </a:lnTo>
                  <a:lnTo>
                    <a:pt x="33" y="92"/>
                  </a:lnTo>
                  <a:lnTo>
                    <a:pt x="34" y="91"/>
                  </a:lnTo>
                  <a:lnTo>
                    <a:pt x="33" y="89"/>
                  </a:lnTo>
                  <a:lnTo>
                    <a:pt x="34" y="87"/>
                  </a:lnTo>
                  <a:lnTo>
                    <a:pt x="32" y="86"/>
                  </a:lnTo>
                  <a:lnTo>
                    <a:pt x="32" y="83"/>
                  </a:lnTo>
                  <a:lnTo>
                    <a:pt x="29" y="83"/>
                  </a:lnTo>
                  <a:lnTo>
                    <a:pt x="28" y="82"/>
                  </a:lnTo>
                  <a:lnTo>
                    <a:pt x="25" y="82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8"/>
                  </a:lnTo>
                  <a:lnTo>
                    <a:pt x="27" y="75"/>
                  </a:lnTo>
                  <a:lnTo>
                    <a:pt x="27" y="71"/>
                  </a:lnTo>
                  <a:lnTo>
                    <a:pt x="28" y="70"/>
                  </a:lnTo>
                  <a:lnTo>
                    <a:pt x="28" y="66"/>
                  </a:lnTo>
                  <a:lnTo>
                    <a:pt x="31" y="67"/>
                  </a:lnTo>
                  <a:lnTo>
                    <a:pt x="32" y="66"/>
                  </a:lnTo>
                  <a:lnTo>
                    <a:pt x="32" y="62"/>
                  </a:lnTo>
                  <a:lnTo>
                    <a:pt x="31" y="61"/>
                  </a:lnTo>
                  <a:lnTo>
                    <a:pt x="31" y="58"/>
                  </a:lnTo>
                  <a:lnTo>
                    <a:pt x="32" y="58"/>
                  </a:lnTo>
                  <a:lnTo>
                    <a:pt x="34" y="57"/>
                  </a:lnTo>
                  <a:lnTo>
                    <a:pt x="34" y="57"/>
                  </a:lnTo>
                  <a:lnTo>
                    <a:pt x="33" y="55"/>
                  </a:lnTo>
                  <a:lnTo>
                    <a:pt x="32" y="55"/>
                  </a:lnTo>
                  <a:lnTo>
                    <a:pt x="29" y="55"/>
                  </a:lnTo>
                  <a:lnTo>
                    <a:pt x="28" y="55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0" y="51"/>
                  </a:lnTo>
                  <a:lnTo>
                    <a:pt x="19" y="49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2" y="37"/>
                  </a:lnTo>
                  <a:lnTo>
                    <a:pt x="11" y="33"/>
                  </a:lnTo>
                  <a:lnTo>
                    <a:pt x="8" y="29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7" y="20"/>
                  </a:lnTo>
                  <a:lnTo>
                    <a:pt x="5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8"/>
                  </a:lnTo>
                  <a:lnTo>
                    <a:pt x="2" y="5"/>
                  </a:lnTo>
                  <a:lnTo>
                    <a:pt x="0" y="4"/>
                  </a:lnTo>
                  <a:lnTo>
                    <a:pt x="4" y="4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5" name="Freeform 416">
              <a:extLst>
                <a:ext uri="{FF2B5EF4-FFF2-40B4-BE49-F238E27FC236}">
                  <a16:creationId xmlns:a16="http://schemas.microsoft.com/office/drawing/2014/main" id="{AA19B672-EF70-493C-B91D-8384CA7A4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016" y="1290933"/>
              <a:ext cx="280292" cy="229330"/>
            </a:xfrm>
            <a:custGeom>
              <a:avLst/>
              <a:gdLst>
                <a:gd name="T0" fmla="*/ 10 w 44"/>
                <a:gd name="T1" fmla="*/ 0 h 36"/>
                <a:gd name="T2" fmla="*/ 11 w 44"/>
                <a:gd name="T3" fmla="*/ 0 h 36"/>
                <a:gd name="T4" fmla="*/ 19 w 44"/>
                <a:gd name="T5" fmla="*/ 0 h 36"/>
                <a:gd name="T6" fmla="*/ 21 w 44"/>
                <a:gd name="T7" fmla="*/ 3 h 36"/>
                <a:gd name="T8" fmla="*/ 25 w 44"/>
                <a:gd name="T9" fmla="*/ 3 h 36"/>
                <a:gd name="T10" fmla="*/ 28 w 44"/>
                <a:gd name="T11" fmla="*/ 6 h 36"/>
                <a:gd name="T12" fmla="*/ 27 w 44"/>
                <a:gd name="T13" fmla="*/ 8 h 36"/>
                <a:gd name="T14" fmla="*/ 27 w 44"/>
                <a:gd name="T15" fmla="*/ 11 h 36"/>
                <a:gd name="T16" fmla="*/ 32 w 44"/>
                <a:gd name="T17" fmla="*/ 15 h 36"/>
                <a:gd name="T18" fmla="*/ 32 w 44"/>
                <a:gd name="T19" fmla="*/ 17 h 36"/>
                <a:gd name="T20" fmla="*/ 31 w 44"/>
                <a:gd name="T21" fmla="*/ 19 h 36"/>
                <a:gd name="T22" fmla="*/ 32 w 44"/>
                <a:gd name="T23" fmla="*/ 23 h 36"/>
                <a:gd name="T24" fmla="*/ 37 w 44"/>
                <a:gd name="T25" fmla="*/ 25 h 36"/>
                <a:gd name="T26" fmla="*/ 41 w 44"/>
                <a:gd name="T27" fmla="*/ 25 h 36"/>
                <a:gd name="T28" fmla="*/ 44 w 44"/>
                <a:gd name="T29" fmla="*/ 28 h 36"/>
                <a:gd name="T30" fmla="*/ 41 w 44"/>
                <a:gd name="T31" fmla="*/ 29 h 36"/>
                <a:gd name="T32" fmla="*/ 43 w 44"/>
                <a:gd name="T33" fmla="*/ 32 h 36"/>
                <a:gd name="T34" fmla="*/ 41 w 44"/>
                <a:gd name="T35" fmla="*/ 33 h 36"/>
                <a:gd name="T36" fmla="*/ 41 w 44"/>
                <a:gd name="T37" fmla="*/ 36 h 36"/>
                <a:gd name="T38" fmla="*/ 39 w 44"/>
                <a:gd name="T39" fmla="*/ 36 h 36"/>
                <a:gd name="T40" fmla="*/ 33 w 44"/>
                <a:gd name="T41" fmla="*/ 28 h 36"/>
                <a:gd name="T42" fmla="*/ 31 w 44"/>
                <a:gd name="T43" fmla="*/ 27 h 36"/>
                <a:gd name="T44" fmla="*/ 28 w 44"/>
                <a:gd name="T45" fmla="*/ 24 h 36"/>
                <a:gd name="T46" fmla="*/ 27 w 44"/>
                <a:gd name="T47" fmla="*/ 24 h 36"/>
                <a:gd name="T48" fmla="*/ 25 w 44"/>
                <a:gd name="T49" fmla="*/ 25 h 36"/>
                <a:gd name="T50" fmla="*/ 23 w 44"/>
                <a:gd name="T51" fmla="*/ 21 h 36"/>
                <a:gd name="T52" fmla="*/ 20 w 44"/>
                <a:gd name="T53" fmla="*/ 23 h 36"/>
                <a:gd name="T54" fmla="*/ 19 w 44"/>
                <a:gd name="T55" fmla="*/ 23 h 36"/>
                <a:gd name="T56" fmla="*/ 17 w 44"/>
                <a:gd name="T57" fmla="*/ 21 h 36"/>
                <a:gd name="T58" fmla="*/ 15 w 44"/>
                <a:gd name="T59" fmla="*/ 20 h 36"/>
                <a:gd name="T60" fmla="*/ 14 w 44"/>
                <a:gd name="T61" fmla="*/ 20 h 36"/>
                <a:gd name="T62" fmla="*/ 10 w 44"/>
                <a:gd name="T63" fmla="*/ 20 h 36"/>
                <a:gd name="T64" fmla="*/ 6 w 44"/>
                <a:gd name="T65" fmla="*/ 17 h 36"/>
                <a:gd name="T66" fmla="*/ 6 w 44"/>
                <a:gd name="T67" fmla="*/ 12 h 36"/>
                <a:gd name="T68" fmla="*/ 7 w 44"/>
                <a:gd name="T69" fmla="*/ 9 h 36"/>
                <a:gd name="T70" fmla="*/ 6 w 44"/>
                <a:gd name="T71" fmla="*/ 7 h 36"/>
                <a:gd name="T72" fmla="*/ 3 w 44"/>
                <a:gd name="T73" fmla="*/ 6 h 36"/>
                <a:gd name="T74" fmla="*/ 3 w 44"/>
                <a:gd name="T75" fmla="*/ 4 h 36"/>
                <a:gd name="T76" fmla="*/ 0 w 44"/>
                <a:gd name="T77" fmla="*/ 3 h 36"/>
                <a:gd name="T78" fmla="*/ 4 w 44"/>
                <a:gd name="T79" fmla="*/ 2 h 36"/>
                <a:gd name="T80" fmla="*/ 10 w 44"/>
                <a:gd name="T8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4" h="36">
                  <a:moveTo>
                    <a:pt x="10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1" y="3"/>
                  </a:lnTo>
                  <a:lnTo>
                    <a:pt x="25" y="3"/>
                  </a:lnTo>
                  <a:lnTo>
                    <a:pt x="28" y="6"/>
                  </a:lnTo>
                  <a:lnTo>
                    <a:pt x="27" y="8"/>
                  </a:lnTo>
                  <a:lnTo>
                    <a:pt x="27" y="11"/>
                  </a:lnTo>
                  <a:lnTo>
                    <a:pt x="32" y="15"/>
                  </a:lnTo>
                  <a:lnTo>
                    <a:pt x="32" y="17"/>
                  </a:lnTo>
                  <a:lnTo>
                    <a:pt x="31" y="19"/>
                  </a:lnTo>
                  <a:lnTo>
                    <a:pt x="32" y="23"/>
                  </a:lnTo>
                  <a:lnTo>
                    <a:pt x="37" y="25"/>
                  </a:lnTo>
                  <a:lnTo>
                    <a:pt x="41" y="25"/>
                  </a:lnTo>
                  <a:lnTo>
                    <a:pt x="44" y="28"/>
                  </a:lnTo>
                  <a:lnTo>
                    <a:pt x="41" y="29"/>
                  </a:lnTo>
                  <a:lnTo>
                    <a:pt x="43" y="32"/>
                  </a:lnTo>
                  <a:lnTo>
                    <a:pt x="41" y="33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3" y="28"/>
                  </a:lnTo>
                  <a:lnTo>
                    <a:pt x="31" y="27"/>
                  </a:lnTo>
                  <a:lnTo>
                    <a:pt x="28" y="24"/>
                  </a:lnTo>
                  <a:lnTo>
                    <a:pt x="27" y="24"/>
                  </a:lnTo>
                  <a:lnTo>
                    <a:pt x="25" y="25"/>
                  </a:lnTo>
                  <a:lnTo>
                    <a:pt x="23" y="21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1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0" y="20"/>
                  </a:lnTo>
                  <a:lnTo>
                    <a:pt x="6" y="17"/>
                  </a:lnTo>
                  <a:lnTo>
                    <a:pt x="6" y="12"/>
                  </a:lnTo>
                  <a:lnTo>
                    <a:pt x="7" y="9"/>
                  </a:lnTo>
                  <a:lnTo>
                    <a:pt x="6" y="7"/>
                  </a:lnTo>
                  <a:lnTo>
                    <a:pt x="3" y="6"/>
                  </a:lnTo>
                  <a:lnTo>
                    <a:pt x="3" y="4"/>
                  </a:lnTo>
                  <a:lnTo>
                    <a:pt x="0" y="3"/>
                  </a:lnTo>
                  <a:lnTo>
                    <a:pt x="4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6" name="Freeform 417">
              <a:extLst>
                <a:ext uri="{FF2B5EF4-FFF2-40B4-BE49-F238E27FC236}">
                  <a16:creationId xmlns:a16="http://schemas.microsoft.com/office/drawing/2014/main" id="{B02B50E1-757A-4572-817A-91F4270120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681557" y="1233599"/>
              <a:ext cx="1401460" cy="560582"/>
            </a:xfrm>
            <a:custGeom>
              <a:avLst/>
              <a:gdLst>
                <a:gd name="T0" fmla="*/ 27 w 220"/>
                <a:gd name="T1" fmla="*/ 82 h 88"/>
                <a:gd name="T2" fmla="*/ 1 w 220"/>
                <a:gd name="T3" fmla="*/ 30 h 88"/>
                <a:gd name="T4" fmla="*/ 13 w 220"/>
                <a:gd name="T5" fmla="*/ 1 h 88"/>
                <a:gd name="T6" fmla="*/ 25 w 220"/>
                <a:gd name="T7" fmla="*/ 7 h 88"/>
                <a:gd name="T8" fmla="*/ 36 w 220"/>
                <a:gd name="T9" fmla="*/ 16 h 88"/>
                <a:gd name="T10" fmla="*/ 25 w 220"/>
                <a:gd name="T11" fmla="*/ 18 h 88"/>
                <a:gd name="T12" fmla="*/ 7 w 220"/>
                <a:gd name="T13" fmla="*/ 29 h 88"/>
                <a:gd name="T14" fmla="*/ 9 w 220"/>
                <a:gd name="T15" fmla="*/ 24 h 88"/>
                <a:gd name="T16" fmla="*/ 3 w 220"/>
                <a:gd name="T17" fmla="*/ 20 h 88"/>
                <a:gd name="T18" fmla="*/ 11 w 220"/>
                <a:gd name="T19" fmla="*/ 9 h 88"/>
                <a:gd name="T20" fmla="*/ 13 w 220"/>
                <a:gd name="T21" fmla="*/ 1 h 88"/>
                <a:gd name="T22" fmla="*/ 109 w 220"/>
                <a:gd name="T23" fmla="*/ 7 h 88"/>
                <a:gd name="T24" fmla="*/ 116 w 220"/>
                <a:gd name="T25" fmla="*/ 8 h 88"/>
                <a:gd name="T26" fmla="*/ 127 w 220"/>
                <a:gd name="T27" fmla="*/ 12 h 88"/>
                <a:gd name="T28" fmla="*/ 142 w 220"/>
                <a:gd name="T29" fmla="*/ 17 h 88"/>
                <a:gd name="T30" fmla="*/ 156 w 220"/>
                <a:gd name="T31" fmla="*/ 15 h 88"/>
                <a:gd name="T32" fmla="*/ 169 w 220"/>
                <a:gd name="T33" fmla="*/ 13 h 88"/>
                <a:gd name="T34" fmla="*/ 178 w 220"/>
                <a:gd name="T35" fmla="*/ 5 h 88"/>
                <a:gd name="T36" fmla="*/ 186 w 220"/>
                <a:gd name="T37" fmla="*/ 8 h 88"/>
                <a:gd name="T38" fmla="*/ 199 w 220"/>
                <a:gd name="T39" fmla="*/ 13 h 88"/>
                <a:gd name="T40" fmla="*/ 202 w 220"/>
                <a:gd name="T41" fmla="*/ 26 h 88"/>
                <a:gd name="T42" fmla="*/ 215 w 220"/>
                <a:gd name="T43" fmla="*/ 33 h 88"/>
                <a:gd name="T44" fmla="*/ 211 w 220"/>
                <a:gd name="T45" fmla="*/ 41 h 88"/>
                <a:gd name="T46" fmla="*/ 215 w 220"/>
                <a:gd name="T47" fmla="*/ 53 h 88"/>
                <a:gd name="T48" fmla="*/ 219 w 220"/>
                <a:gd name="T49" fmla="*/ 66 h 88"/>
                <a:gd name="T50" fmla="*/ 215 w 220"/>
                <a:gd name="T51" fmla="*/ 68 h 88"/>
                <a:gd name="T52" fmla="*/ 200 w 220"/>
                <a:gd name="T53" fmla="*/ 68 h 88"/>
                <a:gd name="T54" fmla="*/ 185 w 220"/>
                <a:gd name="T55" fmla="*/ 72 h 88"/>
                <a:gd name="T56" fmla="*/ 167 w 220"/>
                <a:gd name="T57" fmla="*/ 75 h 88"/>
                <a:gd name="T58" fmla="*/ 153 w 220"/>
                <a:gd name="T59" fmla="*/ 75 h 88"/>
                <a:gd name="T60" fmla="*/ 136 w 220"/>
                <a:gd name="T61" fmla="*/ 79 h 88"/>
                <a:gd name="T62" fmla="*/ 129 w 220"/>
                <a:gd name="T63" fmla="*/ 84 h 88"/>
                <a:gd name="T64" fmla="*/ 123 w 220"/>
                <a:gd name="T65" fmla="*/ 87 h 88"/>
                <a:gd name="T66" fmla="*/ 124 w 220"/>
                <a:gd name="T67" fmla="*/ 76 h 88"/>
                <a:gd name="T68" fmla="*/ 112 w 220"/>
                <a:gd name="T69" fmla="*/ 78 h 88"/>
                <a:gd name="T70" fmla="*/ 99 w 220"/>
                <a:gd name="T71" fmla="*/ 86 h 88"/>
                <a:gd name="T72" fmla="*/ 80 w 220"/>
                <a:gd name="T73" fmla="*/ 86 h 88"/>
                <a:gd name="T74" fmla="*/ 59 w 220"/>
                <a:gd name="T75" fmla="*/ 78 h 88"/>
                <a:gd name="T76" fmla="*/ 57 w 220"/>
                <a:gd name="T77" fmla="*/ 84 h 88"/>
                <a:gd name="T78" fmla="*/ 46 w 220"/>
                <a:gd name="T79" fmla="*/ 86 h 88"/>
                <a:gd name="T80" fmla="*/ 42 w 220"/>
                <a:gd name="T81" fmla="*/ 80 h 88"/>
                <a:gd name="T82" fmla="*/ 36 w 220"/>
                <a:gd name="T83" fmla="*/ 79 h 88"/>
                <a:gd name="T84" fmla="*/ 29 w 220"/>
                <a:gd name="T85" fmla="*/ 80 h 88"/>
                <a:gd name="T86" fmla="*/ 21 w 220"/>
                <a:gd name="T87" fmla="*/ 79 h 88"/>
                <a:gd name="T88" fmla="*/ 30 w 220"/>
                <a:gd name="T89" fmla="*/ 75 h 88"/>
                <a:gd name="T90" fmla="*/ 23 w 220"/>
                <a:gd name="T91" fmla="*/ 75 h 88"/>
                <a:gd name="T92" fmla="*/ 17 w 220"/>
                <a:gd name="T93" fmla="*/ 67 h 88"/>
                <a:gd name="T94" fmla="*/ 12 w 220"/>
                <a:gd name="T95" fmla="*/ 59 h 88"/>
                <a:gd name="T96" fmla="*/ 9 w 220"/>
                <a:gd name="T97" fmla="*/ 54 h 88"/>
                <a:gd name="T98" fmla="*/ 15 w 220"/>
                <a:gd name="T99" fmla="*/ 54 h 88"/>
                <a:gd name="T100" fmla="*/ 17 w 220"/>
                <a:gd name="T101" fmla="*/ 49 h 88"/>
                <a:gd name="T102" fmla="*/ 15 w 220"/>
                <a:gd name="T103" fmla="*/ 46 h 88"/>
                <a:gd name="T104" fmla="*/ 11 w 220"/>
                <a:gd name="T105" fmla="*/ 40 h 88"/>
                <a:gd name="T106" fmla="*/ 7 w 220"/>
                <a:gd name="T107" fmla="*/ 36 h 88"/>
                <a:gd name="T108" fmla="*/ 16 w 220"/>
                <a:gd name="T109" fmla="*/ 26 h 88"/>
                <a:gd name="T110" fmla="*/ 25 w 220"/>
                <a:gd name="T111" fmla="*/ 28 h 88"/>
                <a:gd name="T112" fmla="*/ 37 w 220"/>
                <a:gd name="T113" fmla="*/ 26 h 88"/>
                <a:gd name="T114" fmla="*/ 45 w 220"/>
                <a:gd name="T115" fmla="*/ 22 h 88"/>
                <a:gd name="T116" fmla="*/ 37 w 220"/>
                <a:gd name="T117" fmla="*/ 15 h 88"/>
                <a:gd name="T118" fmla="*/ 50 w 220"/>
                <a:gd name="T119" fmla="*/ 13 h 88"/>
                <a:gd name="T120" fmla="*/ 63 w 220"/>
                <a:gd name="T121" fmla="*/ 13 h 88"/>
                <a:gd name="T122" fmla="*/ 71 w 220"/>
                <a:gd name="T123" fmla="*/ 5 h 88"/>
                <a:gd name="T124" fmla="*/ 92 w 220"/>
                <a:gd name="T125" fmla="*/ 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" h="88">
                  <a:moveTo>
                    <a:pt x="27" y="82"/>
                  </a:moveTo>
                  <a:lnTo>
                    <a:pt x="28" y="82"/>
                  </a:lnTo>
                  <a:lnTo>
                    <a:pt x="28" y="82"/>
                  </a:lnTo>
                  <a:lnTo>
                    <a:pt x="27" y="83"/>
                  </a:lnTo>
                  <a:lnTo>
                    <a:pt x="27" y="82"/>
                  </a:lnTo>
                  <a:lnTo>
                    <a:pt x="27" y="82"/>
                  </a:lnTo>
                  <a:close/>
                  <a:moveTo>
                    <a:pt x="3" y="28"/>
                  </a:moveTo>
                  <a:lnTo>
                    <a:pt x="4" y="28"/>
                  </a:lnTo>
                  <a:lnTo>
                    <a:pt x="4" y="29"/>
                  </a:lnTo>
                  <a:lnTo>
                    <a:pt x="1" y="30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3" y="28"/>
                  </a:lnTo>
                  <a:lnTo>
                    <a:pt x="3" y="28"/>
                  </a:lnTo>
                  <a:close/>
                  <a:moveTo>
                    <a:pt x="13" y="1"/>
                  </a:moveTo>
                  <a:lnTo>
                    <a:pt x="17" y="1"/>
                  </a:lnTo>
                  <a:lnTo>
                    <a:pt x="20" y="4"/>
                  </a:lnTo>
                  <a:lnTo>
                    <a:pt x="21" y="3"/>
                  </a:lnTo>
                  <a:lnTo>
                    <a:pt x="24" y="3"/>
                  </a:lnTo>
                  <a:lnTo>
                    <a:pt x="25" y="7"/>
                  </a:lnTo>
                  <a:lnTo>
                    <a:pt x="28" y="11"/>
                  </a:lnTo>
                  <a:lnTo>
                    <a:pt x="30" y="11"/>
                  </a:lnTo>
                  <a:lnTo>
                    <a:pt x="33" y="13"/>
                  </a:lnTo>
                  <a:lnTo>
                    <a:pt x="36" y="15"/>
                  </a:lnTo>
                  <a:lnTo>
                    <a:pt x="36" y="16"/>
                  </a:lnTo>
                  <a:lnTo>
                    <a:pt x="34" y="18"/>
                  </a:lnTo>
                  <a:lnTo>
                    <a:pt x="30" y="18"/>
                  </a:lnTo>
                  <a:lnTo>
                    <a:pt x="29" y="17"/>
                  </a:lnTo>
                  <a:lnTo>
                    <a:pt x="27" y="17"/>
                  </a:lnTo>
                  <a:lnTo>
                    <a:pt x="25" y="18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17" y="22"/>
                  </a:lnTo>
                  <a:lnTo>
                    <a:pt x="12" y="25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8" y="25"/>
                  </a:lnTo>
                  <a:lnTo>
                    <a:pt x="9" y="24"/>
                  </a:lnTo>
                  <a:lnTo>
                    <a:pt x="12" y="22"/>
                  </a:lnTo>
                  <a:lnTo>
                    <a:pt x="9" y="24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5" y="20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9" y="12"/>
                  </a:lnTo>
                  <a:lnTo>
                    <a:pt x="11" y="9"/>
                  </a:lnTo>
                  <a:lnTo>
                    <a:pt x="8" y="8"/>
                  </a:lnTo>
                  <a:lnTo>
                    <a:pt x="8" y="5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1"/>
                  </a:lnTo>
                  <a:close/>
                  <a:moveTo>
                    <a:pt x="103" y="0"/>
                  </a:moveTo>
                  <a:lnTo>
                    <a:pt x="103" y="0"/>
                  </a:lnTo>
                  <a:lnTo>
                    <a:pt x="103" y="3"/>
                  </a:lnTo>
                  <a:lnTo>
                    <a:pt x="108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12" y="4"/>
                  </a:lnTo>
                  <a:lnTo>
                    <a:pt x="115" y="4"/>
                  </a:lnTo>
                  <a:lnTo>
                    <a:pt x="116" y="5"/>
                  </a:lnTo>
                  <a:lnTo>
                    <a:pt x="116" y="8"/>
                  </a:lnTo>
                  <a:lnTo>
                    <a:pt x="119" y="11"/>
                  </a:lnTo>
                  <a:lnTo>
                    <a:pt x="120" y="11"/>
                  </a:lnTo>
                  <a:lnTo>
                    <a:pt x="121" y="9"/>
                  </a:lnTo>
                  <a:lnTo>
                    <a:pt x="123" y="9"/>
                  </a:lnTo>
                  <a:lnTo>
                    <a:pt x="127" y="12"/>
                  </a:lnTo>
                  <a:lnTo>
                    <a:pt x="129" y="13"/>
                  </a:lnTo>
                  <a:lnTo>
                    <a:pt x="134" y="15"/>
                  </a:lnTo>
                  <a:lnTo>
                    <a:pt x="136" y="15"/>
                  </a:lnTo>
                  <a:lnTo>
                    <a:pt x="138" y="16"/>
                  </a:lnTo>
                  <a:lnTo>
                    <a:pt x="142" y="17"/>
                  </a:lnTo>
                  <a:lnTo>
                    <a:pt x="148" y="15"/>
                  </a:lnTo>
                  <a:lnTo>
                    <a:pt x="152" y="15"/>
                  </a:lnTo>
                  <a:lnTo>
                    <a:pt x="154" y="13"/>
                  </a:lnTo>
                  <a:lnTo>
                    <a:pt x="154" y="15"/>
                  </a:lnTo>
                  <a:lnTo>
                    <a:pt x="156" y="15"/>
                  </a:lnTo>
                  <a:lnTo>
                    <a:pt x="158" y="15"/>
                  </a:lnTo>
                  <a:lnTo>
                    <a:pt x="162" y="16"/>
                  </a:lnTo>
                  <a:lnTo>
                    <a:pt x="163" y="15"/>
                  </a:lnTo>
                  <a:lnTo>
                    <a:pt x="167" y="15"/>
                  </a:lnTo>
                  <a:lnTo>
                    <a:pt x="169" y="13"/>
                  </a:lnTo>
                  <a:lnTo>
                    <a:pt x="173" y="11"/>
                  </a:lnTo>
                  <a:lnTo>
                    <a:pt x="175" y="9"/>
                  </a:lnTo>
                  <a:lnTo>
                    <a:pt x="177" y="7"/>
                  </a:lnTo>
                  <a:lnTo>
                    <a:pt x="177" y="5"/>
                  </a:lnTo>
                  <a:lnTo>
                    <a:pt x="178" y="5"/>
                  </a:lnTo>
                  <a:lnTo>
                    <a:pt x="179" y="8"/>
                  </a:lnTo>
                  <a:lnTo>
                    <a:pt x="181" y="8"/>
                  </a:lnTo>
                  <a:lnTo>
                    <a:pt x="182" y="7"/>
                  </a:lnTo>
                  <a:lnTo>
                    <a:pt x="185" y="8"/>
                  </a:lnTo>
                  <a:lnTo>
                    <a:pt x="186" y="8"/>
                  </a:lnTo>
                  <a:lnTo>
                    <a:pt x="187" y="7"/>
                  </a:lnTo>
                  <a:lnTo>
                    <a:pt x="190" y="7"/>
                  </a:lnTo>
                  <a:lnTo>
                    <a:pt x="195" y="11"/>
                  </a:lnTo>
                  <a:lnTo>
                    <a:pt x="196" y="12"/>
                  </a:lnTo>
                  <a:lnTo>
                    <a:pt x="199" y="13"/>
                  </a:lnTo>
                  <a:lnTo>
                    <a:pt x="199" y="15"/>
                  </a:lnTo>
                  <a:lnTo>
                    <a:pt x="202" y="16"/>
                  </a:lnTo>
                  <a:lnTo>
                    <a:pt x="203" y="18"/>
                  </a:lnTo>
                  <a:lnTo>
                    <a:pt x="202" y="21"/>
                  </a:lnTo>
                  <a:lnTo>
                    <a:pt x="202" y="26"/>
                  </a:lnTo>
                  <a:lnTo>
                    <a:pt x="206" y="29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3" y="30"/>
                  </a:lnTo>
                  <a:lnTo>
                    <a:pt x="215" y="33"/>
                  </a:lnTo>
                  <a:lnTo>
                    <a:pt x="213" y="34"/>
                  </a:lnTo>
                  <a:lnTo>
                    <a:pt x="212" y="37"/>
                  </a:lnTo>
                  <a:lnTo>
                    <a:pt x="208" y="37"/>
                  </a:lnTo>
                  <a:lnTo>
                    <a:pt x="210" y="38"/>
                  </a:lnTo>
                  <a:lnTo>
                    <a:pt x="211" y="41"/>
                  </a:lnTo>
                  <a:lnTo>
                    <a:pt x="211" y="45"/>
                  </a:lnTo>
                  <a:lnTo>
                    <a:pt x="211" y="47"/>
                  </a:lnTo>
                  <a:lnTo>
                    <a:pt x="211" y="50"/>
                  </a:lnTo>
                  <a:lnTo>
                    <a:pt x="213" y="51"/>
                  </a:lnTo>
                  <a:lnTo>
                    <a:pt x="215" y="53"/>
                  </a:lnTo>
                  <a:lnTo>
                    <a:pt x="213" y="55"/>
                  </a:lnTo>
                  <a:lnTo>
                    <a:pt x="213" y="59"/>
                  </a:lnTo>
                  <a:lnTo>
                    <a:pt x="213" y="61"/>
                  </a:lnTo>
                  <a:lnTo>
                    <a:pt x="216" y="62"/>
                  </a:lnTo>
                  <a:lnTo>
                    <a:pt x="219" y="66"/>
                  </a:lnTo>
                  <a:lnTo>
                    <a:pt x="220" y="70"/>
                  </a:lnTo>
                  <a:lnTo>
                    <a:pt x="219" y="71"/>
                  </a:lnTo>
                  <a:lnTo>
                    <a:pt x="216" y="72"/>
                  </a:lnTo>
                  <a:lnTo>
                    <a:pt x="215" y="71"/>
                  </a:lnTo>
                  <a:lnTo>
                    <a:pt x="215" y="68"/>
                  </a:lnTo>
                  <a:lnTo>
                    <a:pt x="213" y="67"/>
                  </a:lnTo>
                  <a:lnTo>
                    <a:pt x="210" y="68"/>
                  </a:lnTo>
                  <a:lnTo>
                    <a:pt x="206" y="67"/>
                  </a:lnTo>
                  <a:lnTo>
                    <a:pt x="202" y="67"/>
                  </a:lnTo>
                  <a:lnTo>
                    <a:pt x="200" y="68"/>
                  </a:lnTo>
                  <a:lnTo>
                    <a:pt x="196" y="68"/>
                  </a:lnTo>
                  <a:lnTo>
                    <a:pt x="194" y="71"/>
                  </a:lnTo>
                  <a:lnTo>
                    <a:pt x="192" y="70"/>
                  </a:lnTo>
                  <a:lnTo>
                    <a:pt x="190" y="71"/>
                  </a:lnTo>
                  <a:lnTo>
                    <a:pt x="185" y="72"/>
                  </a:lnTo>
                  <a:lnTo>
                    <a:pt x="179" y="72"/>
                  </a:lnTo>
                  <a:lnTo>
                    <a:pt x="177" y="72"/>
                  </a:lnTo>
                  <a:lnTo>
                    <a:pt x="174" y="72"/>
                  </a:lnTo>
                  <a:lnTo>
                    <a:pt x="169" y="74"/>
                  </a:lnTo>
                  <a:lnTo>
                    <a:pt x="167" y="75"/>
                  </a:lnTo>
                  <a:lnTo>
                    <a:pt x="165" y="76"/>
                  </a:lnTo>
                  <a:lnTo>
                    <a:pt x="163" y="78"/>
                  </a:lnTo>
                  <a:lnTo>
                    <a:pt x="158" y="78"/>
                  </a:lnTo>
                  <a:lnTo>
                    <a:pt x="154" y="76"/>
                  </a:lnTo>
                  <a:lnTo>
                    <a:pt x="153" y="75"/>
                  </a:lnTo>
                  <a:lnTo>
                    <a:pt x="152" y="75"/>
                  </a:lnTo>
                  <a:lnTo>
                    <a:pt x="145" y="75"/>
                  </a:lnTo>
                  <a:lnTo>
                    <a:pt x="144" y="76"/>
                  </a:lnTo>
                  <a:lnTo>
                    <a:pt x="142" y="76"/>
                  </a:lnTo>
                  <a:lnTo>
                    <a:pt x="136" y="79"/>
                  </a:lnTo>
                  <a:lnTo>
                    <a:pt x="134" y="78"/>
                  </a:lnTo>
                  <a:lnTo>
                    <a:pt x="131" y="78"/>
                  </a:lnTo>
                  <a:lnTo>
                    <a:pt x="131" y="79"/>
                  </a:lnTo>
                  <a:lnTo>
                    <a:pt x="131" y="84"/>
                  </a:lnTo>
                  <a:lnTo>
                    <a:pt x="129" y="84"/>
                  </a:lnTo>
                  <a:lnTo>
                    <a:pt x="129" y="87"/>
                  </a:lnTo>
                  <a:lnTo>
                    <a:pt x="127" y="88"/>
                  </a:lnTo>
                  <a:lnTo>
                    <a:pt x="124" y="88"/>
                  </a:lnTo>
                  <a:lnTo>
                    <a:pt x="121" y="88"/>
                  </a:lnTo>
                  <a:lnTo>
                    <a:pt x="123" y="87"/>
                  </a:lnTo>
                  <a:lnTo>
                    <a:pt x="120" y="84"/>
                  </a:lnTo>
                  <a:lnTo>
                    <a:pt x="120" y="83"/>
                  </a:lnTo>
                  <a:lnTo>
                    <a:pt x="123" y="80"/>
                  </a:lnTo>
                  <a:lnTo>
                    <a:pt x="124" y="78"/>
                  </a:lnTo>
                  <a:lnTo>
                    <a:pt x="124" y="76"/>
                  </a:lnTo>
                  <a:lnTo>
                    <a:pt x="121" y="76"/>
                  </a:lnTo>
                  <a:lnTo>
                    <a:pt x="119" y="78"/>
                  </a:lnTo>
                  <a:lnTo>
                    <a:pt x="119" y="79"/>
                  </a:lnTo>
                  <a:lnTo>
                    <a:pt x="115" y="79"/>
                  </a:lnTo>
                  <a:lnTo>
                    <a:pt x="112" y="78"/>
                  </a:lnTo>
                  <a:lnTo>
                    <a:pt x="108" y="76"/>
                  </a:lnTo>
                  <a:lnTo>
                    <a:pt x="107" y="76"/>
                  </a:lnTo>
                  <a:lnTo>
                    <a:pt x="102" y="83"/>
                  </a:lnTo>
                  <a:lnTo>
                    <a:pt x="100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8" y="86"/>
                  </a:lnTo>
                  <a:lnTo>
                    <a:pt x="94" y="87"/>
                  </a:lnTo>
                  <a:lnTo>
                    <a:pt x="83" y="88"/>
                  </a:lnTo>
                  <a:lnTo>
                    <a:pt x="80" y="86"/>
                  </a:lnTo>
                  <a:lnTo>
                    <a:pt x="77" y="80"/>
                  </a:lnTo>
                  <a:lnTo>
                    <a:pt x="74" y="80"/>
                  </a:lnTo>
                  <a:lnTo>
                    <a:pt x="69" y="78"/>
                  </a:lnTo>
                  <a:lnTo>
                    <a:pt x="65" y="78"/>
                  </a:lnTo>
                  <a:lnTo>
                    <a:pt x="59" y="78"/>
                  </a:lnTo>
                  <a:lnTo>
                    <a:pt x="59" y="80"/>
                  </a:lnTo>
                  <a:lnTo>
                    <a:pt x="59" y="82"/>
                  </a:lnTo>
                  <a:lnTo>
                    <a:pt x="59" y="84"/>
                  </a:lnTo>
                  <a:lnTo>
                    <a:pt x="58" y="86"/>
                  </a:lnTo>
                  <a:lnTo>
                    <a:pt x="57" y="84"/>
                  </a:lnTo>
                  <a:lnTo>
                    <a:pt x="55" y="86"/>
                  </a:lnTo>
                  <a:lnTo>
                    <a:pt x="53" y="86"/>
                  </a:lnTo>
                  <a:lnTo>
                    <a:pt x="52" y="87"/>
                  </a:lnTo>
                  <a:lnTo>
                    <a:pt x="49" y="87"/>
                  </a:lnTo>
                  <a:lnTo>
                    <a:pt x="46" y="86"/>
                  </a:lnTo>
                  <a:lnTo>
                    <a:pt x="45" y="87"/>
                  </a:lnTo>
                  <a:lnTo>
                    <a:pt x="42" y="84"/>
                  </a:lnTo>
                  <a:lnTo>
                    <a:pt x="42" y="83"/>
                  </a:lnTo>
                  <a:lnTo>
                    <a:pt x="41" y="82"/>
                  </a:lnTo>
                  <a:lnTo>
                    <a:pt x="42" y="80"/>
                  </a:lnTo>
                  <a:lnTo>
                    <a:pt x="42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37" y="79"/>
                  </a:lnTo>
                  <a:lnTo>
                    <a:pt x="36" y="79"/>
                  </a:lnTo>
                  <a:lnTo>
                    <a:pt x="34" y="78"/>
                  </a:lnTo>
                  <a:lnTo>
                    <a:pt x="33" y="78"/>
                  </a:lnTo>
                  <a:lnTo>
                    <a:pt x="30" y="79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79"/>
                  </a:lnTo>
                  <a:lnTo>
                    <a:pt x="28" y="79"/>
                  </a:lnTo>
                  <a:lnTo>
                    <a:pt x="25" y="79"/>
                  </a:lnTo>
                  <a:lnTo>
                    <a:pt x="23" y="80"/>
                  </a:lnTo>
                  <a:lnTo>
                    <a:pt x="21" y="79"/>
                  </a:lnTo>
                  <a:lnTo>
                    <a:pt x="23" y="79"/>
                  </a:lnTo>
                  <a:lnTo>
                    <a:pt x="27" y="79"/>
                  </a:lnTo>
                  <a:lnTo>
                    <a:pt x="29" y="78"/>
                  </a:lnTo>
                  <a:lnTo>
                    <a:pt x="30" y="76"/>
                  </a:lnTo>
                  <a:lnTo>
                    <a:pt x="30" y="75"/>
                  </a:lnTo>
                  <a:lnTo>
                    <a:pt x="25" y="75"/>
                  </a:lnTo>
                  <a:lnTo>
                    <a:pt x="21" y="76"/>
                  </a:lnTo>
                  <a:lnTo>
                    <a:pt x="20" y="76"/>
                  </a:lnTo>
                  <a:lnTo>
                    <a:pt x="21" y="75"/>
                  </a:lnTo>
                  <a:lnTo>
                    <a:pt x="23" y="75"/>
                  </a:lnTo>
                  <a:lnTo>
                    <a:pt x="24" y="74"/>
                  </a:lnTo>
                  <a:lnTo>
                    <a:pt x="21" y="70"/>
                  </a:lnTo>
                  <a:lnTo>
                    <a:pt x="19" y="70"/>
                  </a:lnTo>
                  <a:lnTo>
                    <a:pt x="19" y="68"/>
                  </a:lnTo>
                  <a:lnTo>
                    <a:pt x="17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5" y="62"/>
                  </a:lnTo>
                  <a:lnTo>
                    <a:pt x="12" y="59"/>
                  </a:lnTo>
                  <a:lnTo>
                    <a:pt x="12" y="61"/>
                  </a:lnTo>
                  <a:lnTo>
                    <a:pt x="9" y="59"/>
                  </a:lnTo>
                  <a:lnTo>
                    <a:pt x="9" y="58"/>
                  </a:lnTo>
                  <a:lnTo>
                    <a:pt x="11" y="57"/>
                  </a:lnTo>
                  <a:lnTo>
                    <a:pt x="9" y="54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2" y="55"/>
                  </a:lnTo>
                  <a:lnTo>
                    <a:pt x="13" y="55"/>
                  </a:lnTo>
                  <a:lnTo>
                    <a:pt x="15" y="54"/>
                  </a:lnTo>
                  <a:lnTo>
                    <a:pt x="16" y="53"/>
                  </a:lnTo>
                  <a:lnTo>
                    <a:pt x="15" y="53"/>
                  </a:lnTo>
                  <a:lnTo>
                    <a:pt x="13" y="51"/>
                  </a:lnTo>
                  <a:lnTo>
                    <a:pt x="16" y="50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5" y="47"/>
                  </a:lnTo>
                  <a:lnTo>
                    <a:pt x="15" y="46"/>
                  </a:lnTo>
                  <a:lnTo>
                    <a:pt x="13" y="43"/>
                  </a:lnTo>
                  <a:lnTo>
                    <a:pt x="13" y="42"/>
                  </a:lnTo>
                  <a:lnTo>
                    <a:pt x="16" y="40"/>
                  </a:lnTo>
                  <a:lnTo>
                    <a:pt x="13" y="40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7" y="41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4"/>
                  </a:lnTo>
                  <a:lnTo>
                    <a:pt x="7" y="32"/>
                  </a:lnTo>
                  <a:lnTo>
                    <a:pt x="8" y="30"/>
                  </a:lnTo>
                  <a:lnTo>
                    <a:pt x="13" y="26"/>
                  </a:lnTo>
                  <a:lnTo>
                    <a:pt x="16" y="26"/>
                  </a:lnTo>
                  <a:lnTo>
                    <a:pt x="19" y="28"/>
                  </a:lnTo>
                  <a:lnTo>
                    <a:pt x="21" y="28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5" y="28"/>
                  </a:lnTo>
                  <a:lnTo>
                    <a:pt x="28" y="26"/>
                  </a:lnTo>
                  <a:lnTo>
                    <a:pt x="30" y="28"/>
                  </a:lnTo>
                  <a:lnTo>
                    <a:pt x="36" y="28"/>
                  </a:lnTo>
                  <a:lnTo>
                    <a:pt x="38" y="28"/>
                  </a:lnTo>
                  <a:lnTo>
                    <a:pt x="37" y="26"/>
                  </a:lnTo>
                  <a:lnTo>
                    <a:pt x="34" y="26"/>
                  </a:lnTo>
                  <a:lnTo>
                    <a:pt x="34" y="25"/>
                  </a:lnTo>
                  <a:lnTo>
                    <a:pt x="36" y="24"/>
                  </a:lnTo>
                  <a:lnTo>
                    <a:pt x="40" y="22"/>
                  </a:lnTo>
                  <a:lnTo>
                    <a:pt x="45" y="22"/>
                  </a:lnTo>
                  <a:lnTo>
                    <a:pt x="45" y="21"/>
                  </a:lnTo>
                  <a:lnTo>
                    <a:pt x="42" y="20"/>
                  </a:lnTo>
                  <a:lnTo>
                    <a:pt x="40" y="20"/>
                  </a:lnTo>
                  <a:lnTo>
                    <a:pt x="37" y="17"/>
                  </a:lnTo>
                  <a:lnTo>
                    <a:pt x="37" y="15"/>
                  </a:lnTo>
                  <a:lnTo>
                    <a:pt x="41" y="15"/>
                  </a:lnTo>
                  <a:lnTo>
                    <a:pt x="42" y="15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50" y="13"/>
                  </a:lnTo>
                  <a:lnTo>
                    <a:pt x="52" y="13"/>
                  </a:lnTo>
                  <a:lnTo>
                    <a:pt x="58" y="16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3"/>
                  </a:lnTo>
                  <a:lnTo>
                    <a:pt x="65" y="11"/>
                  </a:lnTo>
                  <a:lnTo>
                    <a:pt x="66" y="11"/>
                  </a:lnTo>
                  <a:lnTo>
                    <a:pt x="67" y="8"/>
                  </a:lnTo>
                  <a:lnTo>
                    <a:pt x="70" y="8"/>
                  </a:lnTo>
                  <a:lnTo>
                    <a:pt x="71" y="5"/>
                  </a:lnTo>
                  <a:lnTo>
                    <a:pt x="75" y="5"/>
                  </a:lnTo>
                  <a:lnTo>
                    <a:pt x="78" y="4"/>
                  </a:lnTo>
                  <a:lnTo>
                    <a:pt x="83" y="3"/>
                  </a:lnTo>
                  <a:lnTo>
                    <a:pt x="86" y="1"/>
                  </a:lnTo>
                  <a:lnTo>
                    <a:pt x="92" y="1"/>
                  </a:lnTo>
                  <a:lnTo>
                    <a:pt x="94" y="1"/>
                  </a:lnTo>
                  <a:lnTo>
                    <a:pt x="96" y="1"/>
                  </a:lnTo>
                  <a:lnTo>
                    <a:pt x="100" y="1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7" name="Freeform 418">
              <a:extLst>
                <a:ext uri="{FF2B5EF4-FFF2-40B4-BE49-F238E27FC236}">
                  <a16:creationId xmlns:a16="http://schemas.microsoft.com/office/drawing/2014/main" id="{5F62BF55-CF98-4BC5-8B35-C8D6ED2BB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47" y="1660410"/>
              <a:ext cx="738950" cy="707101"/>
            </a:xfrm>
            <a:custGeom>
              <a:avLst/>
              <a:gdLst>
                <a:gd name="T0" fmla="*/ 48 w 116"/>
                <a:gd name="T1" fmla="*/ 0 h 111"/>
                <a:gd name="T2" fmla="*/ 55 w 116"/>
                <a:gd name="T3" fmla="*/ 0 h 111"/>
                <a:gd name="T4" fmla="*/ 57 w 116"/>
                <a:gd name="T5" fmla="*/ 4 h 111"/>
                <a:gd name="T6" fmla="*/ 62 w 116"/>
                <a:gd name="T7" fmla="*/ 4 h 111"/>
                <a:gd name="T8" fmla="*/ 65 w 116"/>
                <a:gd name="T9" fmla="*/ 7 h 111"/>
                <a:gd name="T10" fmla="*/ 66 w 116"/>
                <a:gd name="T11" fmla="*/ 12 h 111"/>
                <a:gd name="T12" fmla="*/ 69 w 116"/>
                <a:gd name="T13" fmla="*/ 15 h 111"/>
                <a:gd name="T14" fmla="*/ 73 w 116"/>
                <a:gd name="T15" fmla="*/ 19 h 111"/>
                <a:gd name="T16" fmla="*/ 78 w 116"/>
                <a:gd name="T17" fmla="*/ 21 h 111"/>
                <a:gd name="T18" fmla="*/ 82 w 116"/>
                <a:gd name="T19" fmla="*/ 21 h 111"/>
                <a:gd name="T20" fmla="*/ 84 w 116"/>
                <a:gd name="T21" fmla="*/ 23 h 111"/>
                <a:gd name="T22" fmla="*/ 82 w 116"/>
                <a:gd name="T23" fmla="*/ 24 h 111"/>
                <a:gd name="T24" fmla="*/ 81 w 116"/>
                <a:gd name="T25" fmla="*/ 27 h 111"/>
                <a:gd name="T26" fmla="*/ 82 w 116"/>
                <a:gd name="T27" fmla="*/ 32 h 111"/>
                <a:gd name="T28" fmla="*/ 78 w 116"/>
                <a:gd name="T29" fmla="*/ 32 h 111"/>
                <a:gd name="T30" fmla="*/ 77 w 116"/>
                <a:gd name="T31" fmla="*/ 37 h 111"/>
                <a:gd name="T32" fmla="*/ 77 w 116"/>
                <a:gd name="T33" fmla="*/ 44 h 111"/>
                <a:gd name="T34" fmla="*/ 75 w 116"/>
                <a:gd name="T35" fmla="*/ 45 h 111"/>
                <a:gd name="T36" fmla="*/ 78 w 116"/>
                <a:gd name="T37" fmla="*/ 48 h 111"/>
                <a:gd name="T38" fmla="*/ 82 w 116"/>
                <a:gd name="T39" fmla="*/ 49 h 111"/>
                <a:gd name="T40" fmla="*/ 84 w 116"/>
                <a:gd name="T41" fmla="*/ 53 h 111"/>
                <a:gd name="T42" fmla="*/ 84 w 116"/>
                <a:gd name="T43" fmla="*/ 57 h 111"/>
                <a:gd name="T44" fmla="*/ 86 w 116"/>
                <a:gd name="T45" fmla="*/ 61 h 111"/>
                <a:gd name="T46" fmla="*/ 90 w 116"/>
                <a:gd name="T47" fmla="*/ 59 h 111"/>
                <a:gd name="T48" fmla="*/ 99 w 116"/>
                <a:gd name="T49" fmla="*/ 65 h 111"/>
                <a:gd name="T50" fmla="*/ 103 w 116"/>
                <a:gd name="T51" fmla="*/ 70 h 111"/>
                <a:gd name="T52" fmla="*/ 108 w 116"/>
                <a:gd name="T53" fmla="*/ 77 h 111"/>
                <a:gd name="T54" fmla="*/ 106 w 116"/>
                <a:gd name="T55" fmla="*/ 82 h 111"/>
                <a:gd name="T56" fmla="*/ 109 w 116"/>
                <a:gd name="T57" fmla="*/ 84 h 111"/>
                <a:gd name="T58" fmla="*/ 112 w 116"/>
                <a:gd name="T59" fmla="*/ 94 h 111"/>
                <a:gd name="T60" fmla="*/ 116 w 116"/>
                <a:gd name="T61" fmla="*/ 95 h 111"/>
                <a:gd name="T62" fmla="*/ 113 w 116"/>
                <a:gd name="T63" fmla="*/ 99 h 111"/>
                <a:gd name="T64" fmla="*/ 109 w 116"/>
                <a:gd name="T65" fmla="*/ 99 h 111"/>
                <a:gd name="T66" fmla="*/ 100 w 116"/>
                <a:gd name="T67" fmla="*/ 100 h 111"/>
                <a:gd name="T68" fmla="*/ 95 w 116"/>
                <a:gd name="T69" fmla="*/ 111 h 111"/>
                <a:gd name="T70" fmla="*/ 17 w 116"/>
                <a:gd name="T71" fmla="*/ 71 h 111"/>
                <a:gd name="T72" fmla="*/ 2 w 116"/>
                <a:gd name="T73" fmla="*/ 55 h 111"/>
                <a:gd name="T74" fmla="*/ 2 w 116"/>
                <a:gd name="T75" fmla="*/ 55 h 111"/>
                <a:gd name="T76" fmla="*/ 23 w 116"/>
                <a:gd name="T77" fmla="*/ 38 h 111"/>
                <a:gd name="T78" fmla="*/ 25 w 116"/>
                <a:gd name="T79" fmla="*/ 32 h 111"/>
                <a:gd name="T80" fmla="*/ 27 w 116"/>
                <a:gd name="T81" fmla="*/ 27 h 111"/>
                <a:gd name="T82" fmla="*/ 24 w 116"/>
                <a:gd name="T83" fmla="*/ 19 h 111"/>
                <a:gd name="T84" fmla="*/ 27 w 116"/>
                <a:gd name="T85" fmla="*/ 11 h 111"/>
                <a:gd name="T86" fmla="*/ 33 w 116"/>
                <a:gd name="T87" fmla="*/ 7 h 111"/>
                <a:gd name="T88" fmla="*/ 36 w 116"/>
                <a:gd name="T89" fmla="*/ 4 h 111"/>
                <a:gd name="T90" fmla="*/ 38 w 116"/>
                <a:gd name="T91" fmla="*/ 1 h 111"/>
                <a:gd name="T92" fmla="*/ 44 w 116"/>
                <a:gd name="T9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6" h="111">
                  <a:moveTo>
                    <a:pt x="44" y="0"/>
                  </a:moveTo>
                  <a:lnTo>
                    <a:pt x="48" y="0"/>
                  </a:lnTo>
                  <a:lnTo>
                    <a:pt x="52" y="1"/>
                  </a:lnTo>
                  <a:lnTo>
                    <a:pt x="55" y="0"/>
                  </a:lnTo>
                  <a:lnTo>
                    <a:pt x="57" y="1"/>
                  </a:lnTo>
                  <a:lnTo>
                    <a:pt x="57" y="4"/>
                  </a:lnTo>
                  <a:lnTo>
                    <a:pt x="58" y="5"/>
                  </a:lnTo>
                  <a:lnTo>
                    <a:pt x="62" y="4"/>
                  </a:lnTo>
                  <a:lnTo>
                    <a:pt x="63" y="4"/>
                  </a:lnTo>
                  <a:lnTo>
                    <a:pt x="65" y="7"/>
                  </a:lnTo>
                  <a:lnTo>
                    <a:pt x="65" y="9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9" y="15"/>
                  </a:lnTo>
                  <a:lnTo>
                    <a:pt x="70" y="17"/>
                  </a:lnTo>
                  <a:lnTo>
                    <a:pt x="73" y="19"/>
                  </a:lnTo>
                  <a:lnTo>
                    <a:pt x="74" y="19"/>
                  </a:lnTo>
                  <a:lnTo>
                    <a:pt x="78" y="21"/>
                  </a:lnTo>
                  <a:lnTo>
                    <a:pt x="79" y="21"/>
                  </a:lnTo>
                  <a:lnTo>
                    <a:pt x="82" y="21"/>
                  </a:lnTo>
                  <a:lnTo>
                    <a:pt x="83" y="21"/>
                  </a:lnTo>
                  <a:lnTo>
                    <a:pt x="84" y="23"/>
                  </a:lnTo>
                  <a:lnTo>
                    <a:pt x="84" y="23"/>
                  </a:lnTo>
                  <a:lnTo>
                    <a:pt x="82" y="24"/>
                  </a:lnTo>
                  <a:lnTo>
                    <a:pt x="81" y="24"/>
                  </a:lnTo>
                  <a:lnTo>
                    <a:pt x="81" y="27"/>
                  </a:lnTo>
                  <a:lnTo>
                    <a:pt x="82" y="28"/>
                  </a:lnTo>
                  <a:lnTo>
                    <a:pt x="82" y="32"/>
                  </a:lnTo>
                  <a:lnTo>
                    <a:pt x="81" y="33"/>
                  </a:lnTo>
                  <a:lnTo>
                    <a:pt x="78" y="32"/>
                  </a:lnTo>
                  <a:lnTo>
                    <a:pt x="78" y="36"/>
                  </a:lnTo>
                  <a:lnTo>
                    <a:pt x="77" y="37"/>
                  </a:lnTo>
                  <a:lnTo>
                    <a:pt x="77" y="41"/>
                  </a:lnTo>
                  <a:lnTo>
                    <a:pt x="77" y="44"/>
                  </a:lnTo>
                  <a:lnTo>
                    <a:pt x="77" y="45"/>
                  </a:lnTo>
                  <a:lnTo>
                    <a:pt x="75" y="45"/>
                  </a:lnTo>
                  <a:lnTo>
                    <a:pt x="75" y="48"/>
                  </a:lnTo>
                  <a:lnTo>
                    <a:pt x="78" y="48"/>
                  </a:lnTo>
                  <a:lnTo>
                    <a:pt x="79" y="49"/>
                  </a:lnTo>
                  <a:lnTo>
                    <a:pt x="82" y="49"/>
                  </a:lnTo>
                  <a:lnTo>
                    <a:pt x="82" y="52"/>
                  </a:lnTo>
                  <a:lnTo>
                    <a:pt x="84" y="53"/>
                  </a:lnTo>
                  <a:lnTo>
                    <a:pt x="83" y="55"/>
                  </a:lnTo>
                  <a:lnTo>
                    <a:pt x="84" y="57"/>
                  </a:lnTo>
                  <a:lnTo>
                    <a:pt x="83" y="58"/>
                  </a:lnTo>
                  <a:lnTo>
                    <a:pt x="86" y="61"/>
                  </a:lnTo>
                  <a:lnTo>
                    <a:pt x="87" y="59"/>
                  </a:lnTo>
                  <a:lnTo>
                    <a:pt x="90" y="59"/>
                  </a:lnTo>
                  <a:lnTo>
                    <a:pt x="98" y="65"/>
                  </a:lnTo>
                  <a:lnTo>
                    <a:pt x="99" y="65"/>
                  </a:lnTo>
                  <a:lnTo>
                    <a:pt x="100" y="66"/>
                  </a:lnTo>
                  <a:lnTo>
                    <a:pt x="103" y="70"/>
                  </a:lnTo>
                  <a:lnTo>
                    <a:pt x="106" y="71"/>
                  </a:lnTo>
                  <a:lnTo>
                    <a:pt x="108" y="77"/>
                  </a:lnTo>
                  <a:lnTo>
                    <a:pt x="106" y="78"/>
                  </a:lnTo>
                  <a:lnTo>
                    <a:pt x="106" y="82"/>
                  </a:lnTo>
                  <a:lnTo>
                    <a:pt x="106" y="84"/>
                  </a:lnTo>
                  <a:lnTo>
                    <a:pt x="109" y="84"/>
                  </a:lnTo>
                  <a:lnTo>
                    <a:pt x="111" y="92"/>
                  </a:lnTo>
                  <a:lnTo>
                    <a:pt x="112" y="94"/>
                  </a:lnTo>
                  <a:lnTo>
                    <a:pt x="115" y="95"/>
                  </a:lnTo>
                  <a:lnTo>
                    <a:pt x="116" y="95"/>
                  </a:lnTo>
                  <a:lnTo>
                    <a:pt x="115" y="96"/>
                  </a:lnTo>
                  <a:lnTo>
                    <a:pt x="113" y="99"/>
                  </a:lnTo>
                  <a:lnTo>
                    <a:pt x="112" y="98"/>
                  </a:lnTo>
                  <a:lnTo>
                    <a:pt x="109" y="99"/>
                  </a:lnTo>
                  <a:lnTo>
                    <a:pt x="106" y="98"/>
                  </a:lnTo>
                  <a:lnTo>
                    <a:pt x="100" y="100"/>
                  </a:lnTo>
                  <a:lnTo>
                    <a:pt x="98" y="105"/>
                  </a:lnTo>
                  <a:lnTo>
                    <a:pt x="95" y="111"/>
                  </a:lnTo>
                  <a:lnTo>
                    <a:pt x="73" y="111"/>
                  </a:lnTo>
                  <a:lnTo>
                    <a:pt x="17" y="71"/>
                  </a:lnTo>
                  <a:lnTo>
                    <a:pt x="7" y="71"/>
                  </a:lnTo>
                  <a:lnTo>
                    <a:pt x="2" y="55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3" y="40"/>
                  </a:lnTo>
                  <a:lnTo>
                    <a:pt x="23" y="38"/>
                  </a:lnTo>
                  <a:lnTo>
                    <a:pt x="25" y="36"/>
                  </a:lnTo>
                  <a:lnTo>
                    <a:pt x="25" y="32"/>
                  </a:lnTo>
                  <a:lnTo>
                    <a:pt x="24" y="30"/>
                  </a:lnTo>
                  <a:lnTo>
                    <a:pt x="27" y="27"/>
                  </a:lnTo>
                  <a:lnTo>
                    <a:pt x="27" y="23"/>
                  </a:lnTo>
                  <a:lnTo>
                    <a:pt x="24" y="19"/>
                  </a:lnTo>
                  <a:lnTo>
                    <a:pt x="24" y="15"/>
                  </a:lnTo>
                  <a:lnTo>
                    <a:pt x="27" y="11"/>
                  </a:lnTo>
                  <a:lnTo>
                    <a:pt x="32" y="9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8" y="1"/>
                  </a:lnTo>
                  <a:lnTo>
                    <a:pt x="42" y="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8" name="Freeform 419">
              <a:extLst>
                <a:ext uri="{FF2B5EF4-FFF2-40B4-BE49-F238E27FC236}">
                  <a16:creationId xmlns:a16="http://schemas.microsoft.com/office/drawing/2014/main" id="{ACB96055-73F0-4692-AFFD-5C86EB204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123" y="2284697"/>
              <a:ext cx="133776" cy="133776"/>
            </a:xfrm>
            <a:custGeom>
              <a:avLst/>
              <a:gdLst>
                <a:gd name="T0" fmla="*/ 11 w 21"/>
                <a:gd name="T1" fmla="*/ 0 h 21"/>
                <a:gd name="T2" fmla="*/ 14 w 21"/>
                <a:gd name="T3" fmla="*/ 1 h 21"/>
                <a:gd name="T4" fmla="*/ 17 w 21"/>
                <a:gd name="T5" fmla="*/ 0 h 21"/>
                <a:gd name="T6" fmla="*/ 18 w 21"/>
                <a:gd name="T7" fmla="*/ 1 h 21"/>
                <a:gd name="T8" fmla="*/ 18 w 21"/>
                <a:gd name="T9" fmla="*/ 1 h 21"/>
                <a:gd name="T10" fmla="*/ 20 w 21"/>
                <a:gd name="T11" fmla="*/ 6 h 21"/>
                <a:gd name="T12" fmla="*/ 13 w 21"/>
                <a:gd name="T13" fmla="*/ 7 h 21"/>
                <a:gd name="T14" fmla="*/ 17 w 21"/>
                <a:gd name="T15" fmla="*/ 11 h 21"/>
                <a:gd name="T16" fmla="*/ 18 w 21"/>
                <a:gd name="T17" fmla="*/ 10 h 21"/>
                <a:gd name="T18" fmla="*/ 18 w 21"/>
                <a:gd name="T19" fmla="*/ 11 h 21"/>
                <a:gd name="T20" fmla="*/ 18 w 21"/>
                <a:gd name="T21" fmla="*/ 14 h 21"/>
                <a:gd name="T22" fmla="*/ 20 w 21"/>
                <a:gd name="T23" fmla="*/ 15 h 21"/>
                <a:gd name="T24" fmla="*/ 20 w 21"/>
                <a:gd name="T25" fmla="*/ 15 h 21"/>
                <a:gd name="T26" fmla="*/ 20 w 21"/>
                <a:gd name="T27" fmla="*/ 15 h 21"/>
                <a:gd name="T28" fmla="*/ 21 w 21"/>
                <a:gd name="T29" fmla="*/ 17 h 21"/>
                <a:gd name="T30" fmla="*/ 13 w 21"/>
                <a:gd name="T31" fmla="*/ 21 h 21"/>
                <a:gd name="T32" fmla="*/ 13 w 21"/>
                <a:gd name="T33" fmla="*/ 17 h 21"/>
                <a:gd name="T34" fmla="*/ 1 w 21"/>
                <a:gd name="T35" fmla="*/ 13 h 21"/>
                <a:gd name="T36" fmla="*/ 0 w 21"/>
                <a:gd name="T37" fmla="*/ 13 h 21"/>
                <a:gd name="T38" fmla="*/ 3 w 21"/>
                <a:gd name="T39" fmla="*/ 7 h 21"/>
                <a:gd name="T40" fmla="*/ 5 w 21"/>
                <a:gd name="T41" fmla="*/ 2 h 21"/>
                <a:gd name="T42" fmla="*/ 11 w 21"/>
                <a:gd name="T4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" h="21">
                  <a:moveTo>
                    <a:pt x="11" y="0"/>
                  </a:moveTo>
                  <a:lnTo>
                    <a:pt x="14" y="1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6"/>
                  </a:lnTo>
                  <a:lnTo>
                    <a:pt x="13" y="7"/>
                  </a:lnTo>
                  <a:lnTo>
                    <a:pt x="17" y="11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8" y="14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7"/>
                  </a:lnTo>
                  <a:lnTo>
                    <a:pt x="13" y="21"/>
                  </a:lnTo>
                  <a:lnTo>
                    <a:pt x="13" y="17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3" y="7"/>
                  </a:lnTo>
                  <a:lnTo>
                    <a:pt x="5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9" name="Freeform 420">
              <a:extLst>
                <a:ext uri="{FF2B5EF4-FFF2-40B4-BE49-F238E27FC236}">
                  <a16:creationId xmlns:a16="http://schemas.microsoft.com/office/drawing/2014/main" id="{6752BAC1-2A67-40B7-BA22-0F88AE93D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-159195" y="1832405"/>
              <a:ext cx="159258" cy="89182"/>
            </a:xfrm>
            <a:custGeom>
              <a:avLst/>
              <a:gdLst>
                <a:gd name="T0" fmla="*/ 25 w 25"/>
                <a:gd name="T1" fmla="*/ 0 h 14"/>
                <a:gd name="T2" fmla="*/ 25 w 25"/>
                <a:gd name="T3" fmla="*/ 0 h 14"/>
                <a:gd name="T4" fmla="*/ 25 w 25"/>
                <a:gd name="T5" fmla="*/ 1 h 14"/>
                <a:gd name="T6" fmla="*/ 21 w 25"/>
                <a:gd name="T7" fmla="*/ 2 h 14"/>
                <a:gd name="T8" fmla="*/ 18 w 25"/>
                <a:gd name="T9" fmla="*/ 5 h 14"/>
                <a:gd name="T10" fmla="*/ 20 w 25"/>
                <a:gd name="T11" fmla="*/ 7 h 14"/>
                <a:gd name="T12" fmla="*/ 20 w 25"/>
                <a:gd name="T13" fmla="*/ 10 h 14"/>
                <a:gd name="T14" fmla="*/ 17 w 25"/>
                <a:gd name="T15" fmla="*/ 9 h 14"/>
                <a:gd name="T16" fmla="*/ 14 w 25"/>
                <a:gd name="T17" fmla="*/ 10 h 14"/>
                <a:gd name="T18" fmla="*/ 12 w 25"/>
                <a:gd name="T19" fmla="*/ 13 h 14"/>
                <a:gd name="T20" fmla="*/ 9 w 25"/>
                <a:gd name="T21" fmla="*/ 13 h 14"/>
                <a:gd name="T22" fmla="*/ 8 w 25"/>
                <a:gd name="T23" fmla="*/ 14 h 14"/>
                <a:gd name="T24" fmla="*/ 6 w 25"/>
                <a:gd name="T25" fmla="*/ 13 h 14"/>
                <a:gd name="T26" fmla="*/ 4 w 25"/>
                <a:gd name="T27" fmla="*/ 14 h 14"/>
                <a:gd name="T28" fmla="*/ 1 w 25"/>
                <a:gd name="T29" fmla="*/ 11 h 14"/>
                <a:gd name="T30" fmla="*/ 0 w 25"/>
                <a:gd name="T31" fmla="*/ 10 h 14"/>
                <a:gd name="T32" fmla="*/ 0 w 25"/>
                <a:gd name="T33" fmla="*/ 7 h 14"/>
                <a:gd name="T34" fmla="*/ 1 w 25"/>
                <a:gd name="T35" fmla="*/ 6 h 14"/>
                <a:gd name="T36" fmla="*/ 2 w 25"/>
                <a:gd name="T37" fmla="*/ 5 h 14"/>
                <a:gd name="T38" fmla="*/ 4 w 25"/>
                <a:gd name="T39" fmla="*/ 6 h 14"/>
                <a:gd name="T40" fmla="*/ 6 w 25"/>
                <a:gd name="T41" fmla="*/ 5 h 14"/>
                <a:gd name="T42" fmla="*/ 6 w 25"/>
                <a:gd name="T43" fmla="*/ 3 h 14"/>
                <a:gd name="T44" fmla="*/ 6 w 25"/>
                <a:gd name="T45" fmla="*/ 2 h 14"/>
                <a:gd name="T46" fmla="*/ 9 w 25"/>
                <a:gd name="T47" fmla="*/ 2 h 14"/>
                <a:gd name="T48" fmla="*/ 12 w 25"/>
                <a:gd name="T49" fmla="*/ 3 h 14"/>
                <a:gd name="T50" fmla="*/ 14 w 25"/>
                <a:gd name="T51" fmla="*/ 3 h 14"/>
                <a:gd name="T52" fmla="*/ 20 w 25"/>
                <a:gd name="T53" fmla="*/ 1 h 14"/>
                <a:gd name="T54" fmla="*/ 24 w 25"/>
                <a:gd name="T55" fmla="*/ 0 h 14"/>
                <a:gd name="T56" fmla="*/ 25 w 25"/>
                <a:gd name="T5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" h="14">
                  <a:moveTo>
                    <a:pt x="25" y="0"/>
                  </a:moveTo>
                  <a:lnTo>
                    <a:pt x="25" y="0"/>
                  </a:lnTo>
                  <a:lnTo>
                    <a:pt x="25" y="1"/>
                  </a:lnTo>
                  <a:lnTo>
                    <a:pt x="21" y="2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17" y="9"/>
                  </a:lnTo>
                  <a:lnTo>
                    <a:pt x="14" y="10"/>
                  </a:lnTo>
                  <a:lnTo>
                    <a:pt x="12" y="13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1" y="11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6"/>
                  </a:lnTo>
                  <a:lnTo>
                    <a:pt x="2" y="5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20" y="1"/>
                  </a:lnTo>
                  <a:lnTo>
                    <a:pt x="24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0" name="Freeform 421">
              <a:extLst>
                <a:ext uri="{FF2B5EF4-FFF2-40B4-BE49-F238E27FC236}">
                  <a16:creationId xmlns:a16="http://schemas.microsoft.com/office/drawing/2014/main" id="{8390C5DD-435A-4717-83E8-139A6004C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75" y="1679517"/>
              <a:ext cx="471400" cy="426811"/>
            </a:xfrm>
            <a:custGeom>
              <a:avLst/>
              <a:gdLst>
                <a:gd name="T0" fmla="*/ 74 w 74"/>
                <a:gd name="T1" fmla="*/ 1 h 67"/>
                <a:gd name="T2" fmla="*/ 71 w 74"/>
                <a:gd name="T3" fmla="*/ 4 h 67"/>
                <a:gd name="T4" fmla="*/ 65 w 74"/>
                <a:gd name="T5" fmla="*/ 8 h 67"/>
                <a:gd name="T6" fmla="*/ 62 w 74"/>
                <a:gd name="T7" fmla="*/ 16 h 67"/>
                <a:gd name="T8" fmla="*/ 65 w 74"/>
                <a:gd name="T9" fmla="*/ 24 h 67"/>
                <a:gd name="T10" fmla="*/ 63 w 74"/>
                <a:gd name="T11" fmla="*/ 29 h 67"/>
                <a:gd name="T12" fmla="*/ 61 w 74"/>
                <a:gd name="T13" fmla="*/ 35 h 67"/>
                <a:gd name="T14" fmla="*/ 40 w 74"/>
                <a:gd name="T15" fmla="*/ 52 h 67"/>
                <a:gd name="T16" fmla="*/ 16 w 74"/>
                <a:gd name="T17" fmla="*/ 67 h 67"/>
                <a:gd name="T18" fmla="*/ 13 w 74"/>
                <a:gd name="T19" fmla="*/ 66 h 67"/>
                <a:gd name="T20" fmla="*/ 7 w 74"/>
                <a:gd name="T21" fmla="*/ 62 h 67"/>
                <a:gd name="T22" fmla="*/ 7 w 74"/>
                <a:gd name="T23" fmla="*/ 60 h 67"/>
                <a:gd name="T24" fmla="*/ 4 w 74"/>
                <a:gd name="T25" fmla="*/ 54 h 67"/>
                <a:gd name="T26" fmla="*/ 4 w 74"/>
                <a:gd name="T27" fmla="*/ 54 h 67"/>
                <a:gd name="T28" fmla="*/ 7 w 74"/>
                <a:gd name="T29" fmla="*/ 47 h 67"/>
                <a:gd name="T30" fmla="*/ 11 w 74"/>
                <a:gd name="T31" fmla="*/ 46 h 67"/>
                <a:gd name="T32" fmla="*/ 11 w 74"/>
                <a:gd name="T33" fmla="*/ 43 h 67"/>
                <a:gd name="T34" fmla="*/ 9 w 74"/>
                <a:gd name="T35" fmla="*/ 39 h 67"/>
                <a:gd name="T36" fmla="*/ 3 w 74"/>
                <a:gd name="T37" fmla="*/ 37 h 67"/>
                <a:gd name="T38" fmla="*/ 4 w 74"/>
                <a:gd name="T39" fmla="*/ 30 h 67"/>
                <a:gd name="T40" fmla="*/ 0 w 74"/>
                <a:gd name="T41" fmla="*/ 22 h 67"/>
                <a:gd name="T42" fmla="*/ 1 w 74"/>
                <a:gd name="T43" fmla="*/ 18 h 67"/>
                <a:gd name="T44" fmla="*/ 4 w 74"/>
                <a:gd name="T45" fmla="*/ 18 h 67"/>
                <a:gd name="T46" fmla="*/ 9 w 74"/>
                <a:gd name="T47" fmla="*/ 17 h 67"/>
                <a:gd name="T48" fmla="*/ 11 w 74"/>
                <a:gd name="T49" fmla="*/ 14 h 67"/>
                <a:gd name="T50" fmla="*/ 11 w 74"/>
                <a:gd name="T51" fmla="*/ 8 h 67"/>
                <a:gd name="T52" fmla="*/ 16 w 74"/>
                <a:gd name="T53" fmla="*/ 9 h 67"/>
                <a:gd name="T54" fmla="*/ 24 w 74"/>
                <a:gd name="T55" fmla="*/ 6 h 67"/>
                <a:gd name="T56" fmla="*/ 32 w 74"/>
                <a:gd name="T57" fmla="*/ 5 h 67"/>
                <a:gd name="T58" fmla="*/ 34 w 74"/>
                <a:gd name="T59" fmla="*/ 6 h 67"/>
                <a:gd name="T60" fmla="*/ 43 w 74"/>
                <a:gd name="T61" fmla="*/ 8 h 67"/>
                <a:gd name="T62" fmla="*/ 47 w 74"/>
                <a:gd name="T63" fmla="*/ 5 h 67"/>
                <a:gd name="T64" fmla="*/ 54 w 74"/>
                <a:gd name="T65" fmla="*/ 2 h 67"/>
                <a:gd name="T66" fmla="*/ 59 w 74"/>
                <a:gd name="T67" fmla="*/ 2 h 67"/>
                <a:gd name="T68" fmla="*/ 70 w 74"/>
                <a:gd name="T69" fmla="*/ 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" h="67">
                  <a:moveTo>
                    <a:pt x="72" y="0"/>
                  </a:moveTo>
                  <a:lnTo>
                    <a:pt x="74" y="1"/>
                  </a:lnTo>
                  <a:lnTo>
                    <a:pt x="72" y="4"/>
                  </a:lnTo>
                  <a:lnTo>
                    <a:pt x="71" y="4"/>
                  </a:lnTo>
                  <a:lnTo>
                    <a:pt x="70" y="6"/>
                  </a:lnTo>
                  <a:lnTo>
                    <a:pt x="65" y="8"/>
                  </a:lnTo>
                  <a:lnTo>
                    <a:pt x="62" y="12"/>
                  </a:lnTo>
                  <a:lnTo>
                    <a:pt x="62" y="16"/>
                  </a:lnTo>
                  <a:lnTo>
                    <a:pt x="65" y="20"/>
                  </a:lnTo>
                  <a:lnTo>
                    <a:pt x="65" y="24"/>
                  </a:lnTo>
                  <a:lnTo>
                    <a:pt x="62" y="27"/>
                  </a:lnTo>
                  <a:lnTo>
                    <a:pt x="63" y="29"/>
                  </a:lnTo>
                  <a:lnTo>
                    <a:pt x="63" y="33"/>
                  </a:lnTo>
                  <a:lnTo>
                    <a:pt x="61" y="35"/>
                  </a:lnTo>
                  <a:lnTo>
                    <a:pt x="61" y="37"/>
                  </a:lnTo>
                  <a:lnTo>
                    <a:pt x="40" y="52"/>
                  </a:lnTo>
                  <a:lnTo>
                    <a:pt x="38" y="52"/>
                  </a:lnTo>
                  <a:lnTo>
                    <a:pt x="16" y="67"/>
                  </a:lnTo>
                  <a:lnTo>
                    <a:pt x="14" y="66"/>
                  </a:lnTo>
                  <a:lnTo>
                    <a:pt x="13" y="66"/>
                  </a:lnTo>
                  <a:lnTo>
                    <a:pt x="11" y="64"/>
                  </a:lnTo>
                  <a:lnTo>
                    <a:pt x="7" y="62"/>
                  </a:lnTo>
                  <a:lnTo>
                    <a:pt x="5" y="62"/>
                  </a:lnTo>
                  <a:lnTo>
                    <a:pt x="7" y="60"/>
                  </a:lnTo>
                  <a:lnTo>
                    <a:pt x="7" y="56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5" y="51"/>
                  </a:lnTo>
                  <a:lnTo>
                    <a:pt x="7" y="47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9" y="39"/>
                  </a:lnTo>
                  <a:lnTo>
                    <a:pt x="8" y="37"/>
                  </a:lnTo>
                  <a:lnTo>
                    <a:pt x="3" y="37"/>
                  </a:lnTo>
                  <a:lnTo>
                    <a:pt x="3" y="33"/>
                  </a:lnTo>
                  <a:lnTo>
                    <a:pt x="4" y="30"/>
                  </a:lnTo>
                  <a:lnTo>
                    <a:pt x="3" y="26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4" y="18"/>
                  </a:lnTo>
                  <a:lnTo>
                    <a:pt x="7" y="18"/>
                  </a:lnTo>
                  <a:lnTo>
                    <a:pt x="9" y="17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4" y="8"/>
                  </a:lnTo>
                  <a:lnTo>
                    <a:pt x="16" y="9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5" y="5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8" y="8"/>
                  </a:lnTo>
                  <a:lnTo>
                    <a:pt x="43" y="8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9" y="4"/>
                  </a:lnTo>
                  <a:lnTo>
                    <a:pt x="54" y="2"/>
                  </a:lnTo>
                  <a:lnTo>
                    <a:pt x="57" y="2"/>
                  </a:lnTo>
                  <a:lnTo>
                    <a:pt x="59" y="2"/>
                  </a:lnTo>
                  <a:lnTo>
                    <a:pt x="65" y="2"/>
                  </a:lnTo>
                  <a:lnTo>
                    <a:pt x="70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1" name="Freeform 422">
              <a:extLst>
                <a:ext uri="{FF2B5EF4-FFF2-40B4-BE49-F238E27FC236}">
                  <a16:creationId xmlns:a16="http://schemas.microsoft.com/office/drawing/2014/main" id="{0427136D-C6CF-4086-95FC-371CE86E8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-6309" y="2023512"/>
              <a:ext cx="114664" cy="324886"/>
            </a:xfrm>
            <a:custGeom>
              <a:avLst/>
              <a:gdLst>
                <a:gd name="T0" fmla="*/ 18 w 18"/>
                <a:gd name="T1" fmla="*/ 0 h 51"/>
                <a:gd name="T2" fmla="*/ 17 w 18"/>
                <a:gd name="T3" fmla="*/ 1 h 51"/>
                <a:gd name="T4" fmla="*/ 17 w 18"/>
                <a:gd name="T5" fmla="*/ 4 h 51"/>
                <a:gd name="T6" fmla="*/ 15 w 18"/>
                <a:gd name="T7" fmla="*/ 8 h 51"/>
                <a:gd name="T8" fmla="*/ 17 w 18"/>
                <a:gd name="T9" fmla="*/ 9 h 51"/>
                <a:gd name="T10" fmla="*/ 17 w 18"/>
                <a:gd name="T11" fmla="*/ 10 h 51"/>
                <a:gd name="T12" fmla="*/ 17 w 18"/>
                <a:gd name="T13" fmla="*/ 10 h 51"/>
                <a:gd name="T14" fmla="*/ 17 w 18"/>
                <a:gd name="T15" fmla="*/ 12 h 51"/>
                <a:gd name="T16" fmla="*/ 15 w 18"/>
                <a:gd name="T17" fmla="*/ 13 h 51"/>
                <a:gd name="T18" fmla="*/ 14 w 18"/>
                <a:gd name="T19" fmla="*/ 13 h 51"/>
                <a:gd name="T20" fmla="*/ 14 w 18"/>
                <a:gd name="T21" fmla="*/ 12 h 51"/>
                <a:gd name="T22" fmla="*/ 10 w 18"/>
                <a:gd name="T23" fmla="*/ 12 h 51"/>
                <a:gd name="T24" fmla="*/ 10 w 18"/>
                <a:gd name="T25" fmla="*/ 14 h 51"/>
                <a:gd name="T26" fmla="*/ 11 w 18"/>
                <a:gd name="T27" fmla="*/ 16 h 51"/>
                <a:gd name="T28" fmla="*/ 11 w 18"/>
                <a:gd name="T29" fmla="*/ 21 h 51"/>
                <a:gd name="T30" fmla="*/ 10 w 18"/>
                <a:gd name="T31" fmla="*/ 25 h 51"/>
                <a:gd name="T32" fmla="*/ 11 w 18"/>
                <a:gd name="T33" fmla="*/ 26 h 51"/>
                <a:gd name="T34" fmla="*/ 14 w 18"/>
                <a:gd name="T35" fmla="*/ 25 h 51"/>
                <a:gd name="T36" fmla="*/ 15 w 18"/>
                <a:gd name="T37" fmla="*/ 25 h 51"/>
                <a:gd name="T38" fmla="*/ 15 w 18"/>
                <a:gd name="T39" fmla="*/ 25 h 51"/>
                <a:gd name="T40" fmla="*/ 15 w 18"/>
                <a:gd name="T41" fmla="*/ 30 h 51"/>
                <a:gd name="T42" fmla="*/ 15 w 18"/>
                <a:gd name="T43" fmla="*/ 31 h 51"/>
                <a:gd name="T44" fmla="*/ 15 w 18"/>
                <a:gd name="T45" fmla="*/ 34 h 51"/>
                <a:gd name="T46" fmla="*/ 15 w 18"/>
                <a:gd name="T47" fmla="*/ 37 h 51"/>
                <a:gd name="T48" fmla="*/ 14 w 18"/>
                <a:gd name="T49" fmla="*/ 37 h 51"/>
                <a:gd name="T50" fmla="*/ 14 w 18"/>
                <a:gd name="T51" fmla="*/ 41 h 51"/>
                <a:gd name="T52" fmla="*/ 13 w 18"/>
                <a:gd name="T53" fmla="*/ 43 h 51"/>
                <a:gd name="T54" fmla="*/ 13 w 18"/>
                <a:gd name="T55" fmla="*/ 46 h 51"/>
                <a:gd name="T56" fmla="*/ 13 w 18"/>
                <a:gd name="T57" fmla="*/ 47 h 51"/>
                <a:gd name="T58" fmla="*/ 13 w 18"/>
                <a:gd name="T59" fmla="*/ 48 h 51"/>
                <a:gd name="T60" fmla="*/ 13 w 18"/>
                <a:gd name="T61" fmla="*/ 50 h 51"/>
                <a:gd name="T62" fmla="*/ 10 w 18"/>
                <a:gd name="T63" fmla="*/ 51 h 51"/>
                <a:gd name="T64" fmla="*/ 9 w 18"/>
                <a:gd name="T65" fmla="*/ 47 h 51"/>
                <a:gd name="T66" fmla="*/ 10 w 18"/>
                <a:gd name="T67" fmla="*/ 45 h 51"/>
                <a:gd name="T68" fmla="*/ 7 w 18"/>
                <a:gd name="T69" fmla="*/ 38 h 51"/>
                <a:gd name="T70" fmla="*/ 5 w 18"/>
                <a:gd name="T71" fmla="*/ 34 h 51"/>
                <a:gd name="T72" fmla="*/ 3 w 18"/>
                <a:gd name="T73" fmla="*/ 29 h 51"/>
                <a:gd name="T74" fmla="*/ 1 w 18"/>
                <a:gd name="T75" fmla="*/ 26 h 51"/>
                <a:gd name="T76" fmla="*/ 0 w 18"/>
                <a:gd name="T77" fmla="*/ 25 h 51"/>
                <a:gd name="T78" fmla="*/ 3 w 18"/>
                <a:gd name="T79" fmla="*/ 20 h 51"/>
                <a:gd name="T80" fmla="*/ 6 w 18"/>
                <a:gd name="T81" fmla="*/ 13 h 51"/>
                <a:gd name="T82" fmla="*/ 7 w 18"/>
                <a:gd name="T83" fmla="*/ 5 h 51"/>
                <a:gd name="T84" fmla="*/ 10 w 18"/>
                <a:gd name="T85" fmla="*/ 2 h 51"/>
                <a:gd name="T86" fmla="*/ 11 w 18"/>
                <a:gd name="T87" fmla="*/ 2 h 51"/>
                <a:gd name="T88" fmla="*/ 15 w 18"/>
                <a:gd name="T89" fmla="*/ 2 h 51"/>
                <a:gd name="T90" fmla="*/ 17 w 18"/>
                <a:gd name="T91" fmla="*/ 0 h 51"/>
                <a:gd name="T92" fmla="*/ 18 w 18"/>
                <a:gd name="T9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" h="51">
                  <a:moveTo>
                    <a:pt x="18" y="0"/>
                  </a:moveTo>
                  <a:lnTo>
                    <a:pt x="17" y="1"/>
                  </a:lnTo>
                  <a:lnTo>
                    <a:pt x="17" y="4"/>
                  </a:lnTo>
                  <a:lnTo>
                    <a:pt x="15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2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4" y="12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1" y="16"/>
                  </a:lnTo>
                  <a:lnTo>
                    <a:pt x="11" y="21"/>
                  </a:lnTo>
                  <a:lnTo>
                    <a:pt x="10" y="25"/>
                  </a:lnTo>
                  <a:lnTo>
                    <a:pt x="11" y="26"/>
                  </a:lnTo>
                  <a:lnTo>
                    <a:pt x="14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30"/>
                  </a:lnTo>
                  <a:lnTo>
                    <a:pt x="15" y="31"/>
                  </a:lnTo>
                  <a:lnTo>
                    <a:pt x="15" y="34"/>
                  </a:lnTo>
                  <a:lnTo>
                    <a:pt x="15" y="37"/>
                  </a:lnTo>
                  <a:lnTo>
                    <a:pt x="14" y="37"/>
                  </a:lnTo>
                  <a:lnTo>
                    <a:pt x="14" y="41"/>
                  </a:lnTo>
                  <a:lnTo>
                    <a:pt x="13" y="43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3" y="48"/>
                  </a:lnTo>
                  <a:lnTo>
                    <a:pt x="13" y="50"/>
                  </a:lnTo>
                  <a:lnTo>
                    <a:pt x="10" y="51"/>
                  </a:lnTo>
                  <a:lnTo>
                    <a:pt x="9" y="47"/>
                  </a:lnTo>
                  <a:lnTo>
                    <a:pt x="10" y="45"/>
                  </a:lnTo>
                  <a:lnTo>
                    <a:pt x="7" y="38"/>
                  </a:lnTo>
                  <a:lnTo>
                    <a:pt x="5" y="34"/>
                  </a:lnTo>
                  <a:lnTo>
                    <a:pt x="3" y="29"/>
                  </a:lnTo>
                  <a:lnTo>
                    <a:pt x="1" y="26"/>
                  </a:lnTo>
                  <a:lnTo>
                    <a:pt x="0" y="25"/>
                  </a:lnTo>
                  <a:lnTo>
                    <a:pt x="3" y="20"/>
                  </a:lnTo>
                  <a:lnTo>
                    <a:pt x="6" y="13"/>
                  </a:lnTo>
                  <a:lnTo>
                    <a:pt x="7" y="5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2" name="Freeform 423">
              <a:extLst>
                <a:ext uri="{FF2B5EF4-FFF2-40B4-BE49-F238E27FC236}">
                  <a16:creationId xmlns:a16="http://schemas.microsoft.com/office/drawing/2014/main" id="{E2D91F40-6415-44CA-A283-C39022728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47" y="2023512"/>
              <a:ext cx="38220" cy="63702"/>
            </a:xfrm>
            <a:custGeom>
              <a:avLst/>
              <a:gdLst>
                <a:gd name="T0" fmla="*/ 3 w 6"/>
                <a:gd name="T1" fmla="*/ 0 h 10"/>
                <a:gd name="T2" fmla="*/ 3 w 6"/>
                <a:gd name="T3" fmla="*/ 0 h 10"/>
                <a:gd name="T4" fmla="*/ 6 w 6"/>
                <a:gd name="T5" fmla="*/ 2 h 10"/>
                <a:gd name="T6" fmla="*/ 6 w 6"/>
                <a:gd name="T7" fmla="*/ 6 h 10"/>
                <a:gd name="T8" fmla="*/ 4 w 6"/>
                <a:gd name="T9" fmla="*/ 8 h 10"/>
                <a:gd name="T10" fmla="*/ 4 w 6"/>
                <a:gd name="T11" fmla="*/ 8 h 10"/>
                <a:gd name="T12" fmla="*/ 3 w 6"/>
                <a:gd name="T13" fmla="*/ 9 h 10"/>
                <a:gd name="T14" fmla="*/ 2 w 6"/>
                <a:gd name="T15" fmla="*/ 10 h 10"/>
                <a:gd name="T16" fmla="*/ 2 w 6"/>
                <a:gd name="T17" fmla="*/ 10 h 10"/>
                <a:gd name="T18" fmla="*/ 2 w 6"/>
                <a:gd name="T19" fmla="*/ 9 h 10"/>
                <a:gd name="T20" fmla="*/ 0 w 6"/>
                <a:gd name="T21" fmla="*/ 8 h 10"/>
                <a:gd name="T22" fmla="*/ 2 w 6"/>
                <a:gd name="T23" fmla="*/ 4 h 10"/>
                <a:gd name="T24" fmla="*/ 2 w 6"/>
                <a:gd name="T25" fmla="*/ 1 h 10"/>
                <a:gd name="T26" fmla="*/ 3 w 6"/>
                <a:gd name="T27" fmla="*/ 0 h 10"/>
                <a:gd name="T28" fmla="*/ 3 w 6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6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3" y="9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0" y="8"/>
                  </a:lnTo>
                  <a:lnTo>
                    <a:pt x="2" y="4"/>
                  </a:lnTo>
                  <a:lnTo>
                    <a:pt x="2" y="1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3" name="Freeform 424">
              <a:extLst>
                <a:ext uri="{FF2B5EF4-FFF2-40B4-BE49-F238E27FC236}">
                  <a16:creationId xmlns:a16="http://schemas.microsoft.com/office/drawing/2014/main" id="{2E7BC224-6FF0-4AA2-8C25-3FBC5CAE9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93" y="2099955"/>
              <a:ext cx="44594" cy="89182"/>
            </a:xfrm>
            <a:custGeom>
              <a:avLst/>
              <a:gdLst>
                <a:gd name="T0" fmla="*/ 0 w 7"/>
                <a:gd name="T1" fmla="*/ 0 h 14"/>
                <a:gd name="T2" fmla="*/ 4 w 7"/>
                <a:gd name="T3" fmla="*/ 0 h 14"/>
                <a:gd name="T4" fmla="*/ 4 w 7"/>
                <a:gd name="T5" fmla="*/ 1 h 14"/>
                <a:gd name="T6" fmla="*/ 5 w 7"/>
                <a:gd name="T7" fmla="*/ 1 h 14"/>
                <a:gd name="T8" fmla="*/ 7 w 7"/>
                <a:gd name="T9" fmla="*/ 0 h 14"/>
                <a:gd name="T10" fmla="*/ 7 w 7"/>
                <a:gd name="T11" fmla="*/ 1 h 14"/>
                <a:gd name="T12" fmla="*/ 7 w 7"/>
                <a:gd name="T13" fmla="*/ 2 h 14"/>
                <a:gd name="T14" fmla="*/ 7 w 7"/>
                <a:gd name="T15" fmla="*/ 4 h 14"/>
                <a:gd name="T16" fmla="*/ 7 w 7"/>
                <a:gd name="T17" fmla="*/ 6 h 14"/>
                <a:gd name="T18" fmla="*/ 7 w 7"/>
                <a:gd name="T19" fmla="*/ 8 h 14"/>
                <a:gd name="T20" fmla="*/ 5 w 7"/>
                <a:gd name="T21" fmla="*/ 13 h 14"/>
                <a:gd name="T22" fmla="*/ 5 w 7"/>
                <a:gd name="T23" fmla="*/ 13 h 14"/>
                <a:gd name="T24" fmla="*/ 4 w 7"/>
                <a:gd name="T25" fmla="*/ 13 h 14"/>
                <a:gd name="T26" fmla="*/ 1 w 7"/>
                <a:gd name="T27" fmla="*/ 14 h 14"/>
                <a:gd name="T28" fmla="*/ 0 w 7"/>
                <a:gd name="T29" fmla="*/ 13 h 14"/>
                <a:gd name="T30" fmla="*/ 1 w 7"/>
                <a:gd name="T31" fmla="*/ 9 h 14"/>
                <a:gd name="T32" fmla="*/ 1 w 7"/>
                <a:gd name="T33" fmla="*/ 4 h 14"/>
                <a:gd name="T34" fmla="*/ 0 w 7"/>
                <a:gd name="T35" fmla="*/ 2 h 14"/>
                <a:gd name="T36" fmla="*/ 0 w 7"/>
                <a:gd name="T3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1" y="9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4" name="Freeform 425">
              <a:extLst>
                <a:ext uri="{FF2B5EF4-FFF2-40B4-BE49-F238E27FC236}">
                  <a16:creationId xmlns:a16="http://schemas.microsoft.com/office/drawing/2014/main" id="{BD7BDDCD-904F-4A8F-976C-1EC8B6828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93" y="1915219"/>
              <a:ext cx="101924" cy="121038"/>
            </a:xfrm>
            <a:custGeom>
              <a:avLst/>
              <a:gdLst>
                <a:gd name="T0" fmla="*/ 7 w 16"/>
                <a:gd name="T1" fmla="*/ 0 h 19"/>
                <a:gd name="T2" fmla="*/ 12 w 16"/>
                <a:gd name="T3" fmla="*/ 0 h 19"/>
                <a:gd name="T4" fmla="*/ 13 w 16"/>
                <a:gd name="T5" fmla="*/ 2 h 19"/>
                <a:gd name="T6" fmla="*/ 15 w 16"/>
                <a:gd name="T7" fmla="*/ 4 h 19"/>
                <a:gd name="T8" fmla="*/ 15 w 16"/>
                <a:gd name="T9" fmla="*/ 6 h 19"/>
                <a:gd name="T10" fmla="*/ 16 w 16"/>
                <a:gd name="T11" fmla="*/ 9 h 19"/>
                <a:gd name="T12" fmla="*/ 15 w 16"/>
                <a:gd name="T13" fmla="*/ 9 h 19"/>
                <a:gd name="T14" fmla="*/ 13 w 16"/>
                <a:gd name="T15" fmla="*/ 9 h 19"/>
                <a:gd name="T16" fmla="*/ 11 w 16"/>
                <a:gd name="T17" fmla="*/ 10 h 19"/>
                <a:gd name="T18" fmla="*/ 9 w 16"/>
                <a:gd name="T19" fmla="*/ 14 h 19"/>
                <a:gd name="T20" fmla="*/ 8 w 16"/>
                <a:gd name="T21" fmla="*/ 17 h 19"/>
                <a:gd name="T22" fmla="*/ 7 w 16"/>
                <a:gd name="T23" fmla="*/ 17 h 19"/>
                <a:gd name="T24" fmla="*/ 5 w 16"/>
                <a:gd name="T25" fmla="*/ 19 h 19"/>
                <a:gd name="T26" fmla="*/ 1 w 16"/>
                <a:gd name="T27" fmla="*/ 19 h 19"/>
                <a:gd name="T28" fmla="*/ 0 w 16"/>
                <a:gd name="T29" fmla="*/ 19 h 19"/>
                <a:gd name="T30" fmla="*/ 0 w 16"/>
                <a:gd name="T31" fmla="*/ 18 h 19"/>
                <a:gd name="T32" fmla="*/ 0 w 16"/>
                <a:gd name="T33" fmla="*/ 15 h 19"/>
                <a:gd name="T34" fmla="*/ 3 w 16"/>
                <a:gd name="T35" fmla="*/ 13 h 19"/>
                <a:gd name="T36" fmla="*/ 4 w 16"/>
                <a:gd name="T37" fmla="*/ 9 h 19"/>
                <a:gd name="T38" fmla="*/ 5 w 16"/>
                <a:gd name="T39" fmla="*/ 1 h 19"/>
                <a:gd name="T40" fmla="*/ 7 w 16"/>
                <a:gd name="T41" fmla="*/ 1 h 19"/>
                <a:gd name="T42" fmla="*/ 7 w 16"/>
                <a:gd name="T4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19">
                  <a:moveTo>
                    <a:pt x="7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1" y="10"/>
                  </a:lnTo>
                  <a:lnTo>
                    <a:pt x="9" y="14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5" y="19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3" y="13"/>
                  </a:lnTo>
                  <a:lnTo>
                    <a:pt x="4" y="9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5" name="Freeform 426">
              <a:extLst>
                <a:ext uri="{FF2B5EF4-FFF2-40B4-BE49-F238E27FC236}">
                  <a16:creationId xmlns:a16="http://schemas.microsoft.com/office/drawing/2014/main" id="{F7DA7339-CF46-43CE-80AA-F8F40AA6A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67" y="2010773"/>
              <a:ext cx="305774" cy="382217"/>
            </a:xfrm>
            <a:custGeom>
              <a:avLst/>
              <a:gdLst>
                <a:gd name="T0" fmla="*/ 43 w 48"/>
                <a:gd name="T1" fmla="*/ 0 h 60"/>
                <a:gd name="T2" fmla="*/ 48 w 48"/>
                <a:gd name="T3" fmla="*/ 16 h 60"/>
                <a:gd name="T4" fmla="*/ 48 w 48"/>
                <a:gd name="T5" fmla="*/ 15 h 60"/>
                <a:gd name="T6" fmla="*/ 43 w 48"/>
                <a:gd name="T7" fmla="*/ 20 h 60"/>
                <a:gd name="T8" fmla="*/ 25 w 48"/>
                <a:gd name="T9" fmla="*/ 25 h 60"/>
                <a:gd name="T10" fmla="*/ 39 w 48"/>
                <a:gd name="T11" fmla="*/ 40 h 60"/>
                <a:gd name="T12" fmla="*/ 33 w 48"/>
                <a:gd name="T13" fmla="*/ 47 h 60"/>
                <a:gd name="T14" fmla="*/ 33 w 48"/>
                <a:gd name="T15" fmla="*/ 49 h 60"/>
                <a:gd name="T16" fmla="*/ 24 w 48"/>
                <a:gd name="T17" fmla="*/ 50 h 60"/>
                <a:gd name="T18" fmla="*/ 16 w 48"/>
                <a:gd name="T19" fmla="*/ 60 h 60"/>
                <a:gd name="T20" fmla="*/ 4 w 48"/>
                <a:gd name="T21" fmla="*/ 56 h 60"/>
                <a:gd name="T22" fmla="*/ 0 w 48"/>
                <a:gd name="T23" fmla="*/ 56 h 60"/>
                <a:gd name="T24" fmla="*/ 0 w 48"/>
                <a:gd name="T25" fmla="*/ 56 h 60"/>
                <a:gd name="T26" fmla="*/ 2 w 48"/>
                <a:gd name="T27" fmla="*/ 52 h 60"/>
                <a:gd name="T28" fmla="*/ 2 w 48"/>
                <a:gd name="T29" fmla="*/ 52 h 60"/>
                <a:gd name="T30" fmla="*/ 2 w 48"/>
                <a:gd name="T31" fmla="*/ 52 h 60"/>
                <a:gd name="T32" fmla="*/ 2 w 48"/>
                <a:gd name="T33" fmla="*/ 50 h 60"/>
                <a:gd name="T34" fmla="*/ 2 w 48"/>
                <a:gd name="T35" fmla="*/ 49 h 60"/>
                <a:gd name="T36" fmla="*/ 2 w 48"/>
                <a:gd name="T37" fmla="*/ 48 h 60"/>
                <a:gd name="T38" fmla="*/ 2 w 48"/>
                <a:gd name="T39" fmla="*/ 45 h 60"/>
                <a:gd name="T40" fmla="*/ 3 w 48"/>
                <a:gd name="T41" fmla="*/ 43 h 60"/>
                <a:gd name="T42" fmla="*/ 3 w 48"/>
                <a:gd name="T43" fmla="*/ 39 h 60"/>
                <a:gd name="T44" fmla="*/ 4 w 48"/>
                <a:gd name="T45" fmla="*/ 39 h 60"/>
                <a:gd name="T46" fmla="*/ 4 w 48"/>
                <a:gd name="T47" fmla="*/ 36 h 60"/>
                <a:gd name="T48" fmla="*/ 4 w 48"/>
                <a:gd name="T49" fmla="*/ 33 h 60"/>
                <a:gd name="T50" fmla="*/ 4 w 48"/>
                <a:gd name="T51" fmla="*/ 32 h 60"/>
                <a:gd name="T52" fmla="*/ 6 w 48"/>
                <a:gd name="T53" fmla="*/ 22 h 60"/>
                <a:gd name="T54" fmla="*/ 6 w 48"/>
                <a:gd name="T55" fmla="*/ 20 h 60"/>
                <a:gd name="T56" fmla="*/ 6 w 48"/>
                <a:gd name="T57" fmla="*/ 18 h 60"/>
                <a:gd name="T58" fmla="*/ 6 w 48"/>
                <a:gd name="T59" fmla="*/ 16 h 60"/>
                <a:gd name="T60" fmla="*/ 6 w 48"/>
                <a:gd name="T61" fmla="*/ 15 h 60"/>
                <a:gd name="T62" fmla="*/ 6 w 48"/>
                <a:gd name="T63" fmla="*/ 12 h 60"/>
                <a:gd name="T64" fmla="*/ 6 w 48"/>
                <a:gd name="T65" fmla="*/ 12 h 60"/>
                <a:gd name="T66" fmla="*/ 7 w 48"/>
                <a:gd name="T67" fmla="*/ 11 h 60"/>
                <a:gd name="T68" fmla="*/ 8 w 48"/>
                <a:gd name="T69" fmla="*/ 10 h 60"/>
                <a:gd name="T70" fmla="*/ 10 w 48"/>
                <a:gd name="T71" fmla="*/ 10 h 60"/>
                <a:gd name="T72" fmla="*/ 14 w 48"/>
                <a:gd name="T73" fmla="*/ 12 h 60"/>
                <a:gd name="T74" fmla="*/ 16 w 48"/>
                <a:gd name="T75" fmla="*/ 14 h 60"/>
                <a:gd name="T76" fmla="*/ 17 w 48"/>
                <a:gd name="T77" fmla="*/ 14 h 60"/>
                <a:gd name="T78" fmla="*/ 19 w 48"/>
                <a:gd name="T79" fmla="*/ 15 h 60"/>
                <a:gd name="T80" fmla="*/ 43 w 48"/>
                <a:gd name="T8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60">
                  <a:moveTo>
                    <a:pt x="43" y="0"/>
                  </a:moveTo>
                  <a:lnTo>
                    <a:pt x="48" y="16"/>
                  </a:lnTo>
                  <a:lnTo>
                    <a:pt x="48" y="15"/>
                  </a:lnTo>
                  <a:lnTo>
                    <a:pt x="43" y="20"/>
                  </a:lnTo>
                  <a:lnTo>
                    <a:pt x="25" y="25"/>
                  </a:lnTo>
                  <a:lnTo>
                    <a:pt x="39" y="40"/>
                  </a:lnTo>
                  <a:lnTo>
                    <a:pt x="33" y="47"/>
                  </a:lnTo>
                  <a:lnTo>
                    <a:pt x="33" y="49"/>
                  </a:lnTo>
                  <a:lnTo>
                    <a:pt x="24" y="50"/>
                  </a:lnTo>
                  <a:lnTo>
                    <a:pt x="16" y="60"/>
                  </a:lnTo>
                  <a:lnTo>
                    <a:pt x="4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5"/>
                  </a:lnTo>
                  <a:lnTo>
                    <a:pt x="3" y="43"/>
                  </a:lnTo>
                  <a:lnTo>
                    <a:pt x="3" y="39"/>
                  </a:lnTo>
                  <a:lnTo>
                    <a:pt x="4" y="39"/>
                  </a:lnTo>
                  <a:lnTo>
                    <a:pt x="4" y="36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4" y="12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9" y="1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6" name="Freeform 427">
              <a:extLst>
                <a:ext uri="{FF2B5EF4-FFF2-40B4-BE49-F238E27FC236}">
                  <a16:creationId xmlns:a16="http://schemas.microsoft.com/office/drawing/2014/main" id="{41A4AB42-AD87-4F90-8B08-91F2B8B74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93" y="2106329"/>
              <a:ext cx="1567086" cy="1325017"/>
            </a:xfrm>
            <a:custGeom>
              <a:avLst/>
              <a:gdLst>
                <a:gd name="T0" fmla="*/ 115 w 246"/>
                <a:gd name="T1" fmla="*/ 41 h 208"/>
                <a:gd name="T2" fmla="*/ 150 w 246"/>
                <a:gd name="T3" fmla="*/ 49 h 208"/>
                <a:gd name="T4" fmla="*/ 159 w 246"/>
                <a:gd name="T5" fmla="*/ 46 h 208"/>
                <a:gd name="T6" fmla="*/ 162 w 246"/>
                <a:gd name="T7" fmla="*/ 51 h 208"/>
                <a:gd name="T8" fmla="*/ 170 w 246"/>
                <a:gd name="T9" fmla="*/ 59 h 208"/>
                <a:gd name="T10" fmla="*/ 170 w 246"/>
                <a:gd name="T11" fmla="*/ 59 h 208"/>
                <a:gd name="T12" fmla="*/ 173 w 246"/>
                <a:gd name="T13" fmla="*/ 63 h 208"/>
                <a:gd name="T14" fmla="*/ 179 w 246"/>
                <a:gd name="T15" fmla="*/ 71 h 208"/>
                <a:gd name="T16" fmla="*/ 180 w 246"/>
                <a:gd name="T17" fmla="*/ 79 h 208"/>
                <a:gd name="T18" fmla="*/ 187 w 246"/>
                <a:gd name="T19" fmla="*/ 89 h 208"/>
                <a:gd name="T20" fmla="*/ 191 w 246"/>
                <a:gd name="T21" fmla="*/ 95 h 208"/>
                <a:gd name="T22" fmla="*/ 196 w 246"/>
                <a:gd name="T23" fmla="*/ 97 h 208"/>
                <a:gd name="T24" fmla="*/ 198 w 246"/>
                <a:gd name="T25" fmla="*/ 99 h 208"/>
                <a:gd name="T26" fmla="*/ 199 w 246"/>
                <a:gd name="T27" fmla="*/ 101 h 208"/>
                <a:gd name="T28" fmla="*/ 203 w 246"/>
                <a:gd name="T29" fmla="*/ 109 h 208"/>
                <a:gd name="T30" fmla="*/ 244 w 246"/>
                <a:gd name="T31" fmla="*/ 120 h 208"/>
                <a:gd name="T32" fmla="*/ 245 w 246"/>
                <a:gd name="T33" fmla="*/ 155 h 208"/>
                <a:gd name="T34" fmla="*/ 144 w 246"/>
                <a:gd name="T35" fmla="*/ 197 h 208"/>
                <a:gd name="T36" fmla="*/ 116 w 246"/>
                <a:gd name="T37" fmla="*/ 188 h 208"/>
                <a:gd name="T38" fmla="*/ 108 w 246"/>
                <a:gd name="T39" fmla="*/ 192 h 208"/>
                <a:gd name="T40" fmla="*/ 105 w 246"/>
                <a:gd name="T41" fmla="*/ 200 h 208"/>
                <a:gd name="T42" fmla="*/ 99 w 246"/>
                <a:gd name="T43" fmla="*/ 193 h 208"/>
                <a:gd name="T44" fmla="*/ 94 w 246"/>
                <a:gd name="T45" fmla="*/ 187 h 208"/>
                <a:gd name="T46" fmla="*/ 82 w 246"/>
                <a:gd name="T47" fmla="*/ 174 h 208"/>
                <a:gd name="T48" fmla="*/ 78 w 246"/>
                <a:gd name="T49" fmla="*/ 160 h 208"/>
                <a:gd name="T50" fmla="*/ 71 w 246"/>
                <a:gd name="T51" fmla="*/ 155 h 208"/>
                <a:gd name="T52" fmla="*/ 66 w 246"/>
                <a:gd name="T53" fmla="*/ 154 h 208"/>
                <a:gd name="T54" fmla="*/ 58 w 246"/>
                <a:gd name="T55" fmla="*/ 145 h 208"/>
                <a:gd name="T56" fmla="*/ 54 w 246"/>
                <a:gd name="T57" fmla="*/ 134 h 208"/>
                <a:gd name="T58" fmla="*/ 55 w 246"/>
                <a:gd name="T59" fmla="*/ 128 h 208"/>
                <a:gd name="T60" fmla="*/ 51 w 246"/>
                <a:gd name="T61" fmla="*/ 120 h 208"/>
                <a:gd name="T62" fmla="*/ 49 w 246"/>
                <a:gd name="T63" fmla="*/ 112 h 208"/>
                <a:gd name="T64" fmla="*/ 44 w 246"/>
                <a:gd name="T65" fmla="*/ 107 h 208"/>
                <a:gd name="T66" fmla="*/ 36 w 246"/>
                <a:gd name="T67" fmla="*/ 104 h 208"/>
                <a:gd name="T68" fmla="*/ 32 w 246"/>
                <a:gd name="T69" fmla="*/ 99 h 208"/>
                <a:gd name="T70" fmla="*/ 32 w 246"/>
                <a:gd name="T71" fmla="*/ 92 h 208"/>
                <a:gd name="T72" fmla="*/ 25 w 246"/>
                <a:gd name="T73" fmla="*/ 84 h 208"/>
                <a:gd name="T74" fmla="*/ 21 w 246"/>
                <a:gd name="T75" fmla="*/ 79 h 208"/>
                <a:gd name="T76" fmla="*/ 17 w 246"/>
                <a:gd name="T77" fmla="*/ 70 h 208"/>
                <a:gd name="T78" fmla="*/ 13 w 246"/>
                <a:gd name="T79" fmla="*/ 64 h 208"/>
                <a:gd name="T80" fmla="*/ 5 w 246"/>
                <a:gd name="T81" fmla="*/ 57 h 208"/>
                <a:gd name="T82" fmla="*/ 3 w 246"/>
                <a:gd name="T83" fmla="*/ 55 h 208"/>
                <a:gd name="T84" fmla="*/ 0 w 246"/>
                <a:gd name="T85" fmla="*/ 54 h 208"/>
                <a:gd name="T86" fmla="*/ 1 w 246"/>
                <a:gd name="T87" fmla="*/ 41 h 208"/>
                <a:gd name="T88" fmla="*/ 25 w 246"/>
                <a:gd name="T89" fmla="*/ 35 h 208"/>
                <a:gd name="T90" fmla="*/ 40 w 246"/>
                <a:gd name="T91" fmla="*/ 25 h 208"/>
                <a:gd name="T92" fmla="*/ 49 w 246"/>
                <a:gd name="T9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6" h="208">
                  <a:moveTo>
                    <a:pt x="49" y="0"/>
                  </a:moveTo>
                  <a:lnTo>
                    <a:pt x="59" y="1"/>
                  </a:lnTo>
                  <a:lnTo>
                    <a:pt x="115" y="41"/>
                  </a:lnTo>
                  <a:lnTo>
                    <a:pt x="138" y="41"/>
                  </a:lnTo>
                  <a:lnTo>
                    <a:pt x="150" y="45"/>
                  </a:lnTo>
                  <a:lnTo>
                    <a:pt x="150" y="49"/>
                  </a:lnTo>
                  <a:lnTo>
                    <a:pt x="158" y="45"/>
                  </a:lnTo>
                  <a:lnTo>
                    <a:pt x="158" y="46"/>
                  </a:lnTo>
                  <a:lnTo>
                    <a:pt x="159" y="46"/>
                  </a:lnTo>
                  <a:lnTo>
                    <a:pt x="159" y="47"/>
                  </a:lnTo>
                  <a:lnTo>
                    <a:pt x="161" y="49"/>
                  </a:lnTo>
                  <a:lnTo>
                    <a:pt x="162" y="51"/>
                  </a:lnTo>
                  <a:lnTo>
                    <a:pt x="165" y="58"/>
                  </a:lnTo>
                  <a:lnTo>
                    <a:pt x="169" y="58"/>
                  </a:lnTo>
                  <a:lnTo>
                    <a:pt x="170" y="59"/>
                  </a:lnTo>
                  <a:lnTo>
                    <a:pt x="171" y="60"/>
                  </a:lnTo>
                  <a:lnTo>
                    <a:pt x="170" y="59"/>
                  </a:lnTo>
                  <a:lnTo>
                    <a:pt x="170" y="59"/>
                  </a:lnTo>
                  <a:lnTo>
                    <a:pt x="169" y="60"/>
                  </a:lnTo>
                  <a:lnTo>
                    <a:pt x="171" y="62"/>
                  </a:lnTo>
                  <a:lnTo>
                    <a:pt x="173" y="63"/>
                  </a:lnTo>
                  <a:lnTo>
                    <a:pt x="176" y="68"/>
                  </a:lnTo>
                  <a:lnTo>
                    <a:pt x="178" y="68"/>
                  </a:lnTo>
                  <a:lnTo>
                    <a:pt x="179" y="71"/>
                  </a:lnTo>
                  <a:lnTo>
                    <a:pt x="179" y="72"/>
                  </a:lnTo>
                  <a:lnTo>
                    <a:pt x="180" y="78"/>
                  </a:lnTo>
                  <a:lnTo>
                    <a:pt x="180" y="79"/>
                  </a:lnTo>
                  <a:lnTo>
                    <a:pt x="179" y="79"/>
                  </a:lnTo>
                  <a:lnTo>
                    <a:pt x="182" y="82"/>
                  </a:lnTo>
                  <a:lnTo>
                    <a:pt x="187" y="89"/>
                  </a:lnTo>
                  <a:lnTo>
                    <a:pt x="188" y="92"/>
                  </a:lnTo>
                  <a:lnTo>
                    <a:pt x="190" y="95"/>
                  </a:lnTo>
                  <a:lnTo>
                    <a:pt x="191" y="95"/>
                  </a:lnTo>
                  <a:lnTo>
                    <a:pt x="191" y="95"/>
                  </a:lnTo>
                  <a:lnTo>
                    <a:pt x="195" y="97"/>
                  </a:lnTo>
                  <a:lnTo>
                    <a:pt x="196" y="97"/>
                  </a:lnTo>
                  <a:lnTo>
                    <a:pt x="198" y="97"/>
                  </a:lnTo>
                  <a:lnTo>
                    <a:pt x="199" y="97"/>
                  </a:lnTo>
                  <a:lnTo>
                    <a:pt x="198" y="99"/>
                  </a:lnTo>
                  <a:lnTo>
                    <a:pt x="198" y="100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7"/>
                  </a:lnTo>
                  <a:lnTo>
                    <a:pt x="203" y="109"/>
                  </a:lnTo>
                  <a:lnTo>
                    <a:pt x="205" y="118"/>
                  </a:lnTo>
                  <a:lnTo>
                    <a:pt x="240" y="124"/>
                  </a:lnTo>
                  <a:lnTo>
                    <a:pt x="244" y="120"/>
                  </a:lnTo>
                  <a:lnTo>
                    <a:pt x="244" y="120"/>
                  </a:lnTo>
                  <a:lnTo>
                    <a:pt x="246" y="130"/>
                  </a:lnTo>
                  <a:lnTo>
                    <a:pt x="245" y="155"/>
                  </a:lnTo>
                  <a:lnTo>
                    <a:pt x="166" y="179"/>
                  </a:lnTo>
                  <a:lnTo>
                    <a:pt x="145" y="208"/>
                  </a:lnTo>
                  <a:lnTo>
                    <a:pt x="144" y="197"/>
                  </a:lnTo>
                  <a:lnTo>
                    <a:pt x="133" y="192"/>
                  </a:lnTo>
                  <a:lnTo>
                    <a:pt x="124" y="188"/>
                  </a:lnTo>
                  <a:lnTo>
                    <a:pt x="116" y="188"/>
                  </a:lnTo>
                  <a:lnTo>
                    <a:pt x="112" y="185"/>
                  </a:lnTo>
                  <a:lnTo>
                    <a:pt x="109" y="187"/>
                  </a:lnTo>
                  <a:lnTo>
                    <a:pt x="108" y="192"/>
                  </a:lnTo>
                  <a:lnTo>
                    <a:pt x="109" y="196"/>
                  </a:lnTo>
                  <a:lnTo>
                    <a:pt x="107" y="199"/>
                  </a:lnTo>
                  <a:lnTo>
                    <a:pt x="105" y="200"/>
                  </a:lnTo>
                  <a:lnTo>
                    <a:pt x="104" y="200"/>
                  </a:lnTo>
                  <a:lnTo>
                    <a:pt x="101" y="200"/>
                  </a:lnTo>
                  <a:lnTo>
                    <a:pt x="99" y="193"/>
                  </a:lnTo>
                  <a:lnTo>
                    <a:pt x="96" y="192"/>
                  </a:lnTo>
                  <a:lnTo>
                    <a:pt x="95" y="187"/>
                  </a:lnTo>
                  <a:lnTo>
                    <a:pt x="94" y="187"/>
                  </a:lnTo>
                  <a:lnTo>
                    <a:pt x="84" y="178"/>
                  </a:lnTo>
                  <a:lnTo>
                    <a:pt x="84" y="175"/>
                  </a:lnTo>
                  <a:lnTo>
                    <a:pt x="82" y="174"/>
                  </a:lnTo>
                  <a:lnTo>
                    <a:pt x="79" y="163"/>
                  </a:lnTo>
                  <a:lnTo>
                    <a:pt x="78" y="163"/>
                  </a:lnTo>
                  <a:lnTo>
                    <a:pt x="78" y="160"/>
                  </a:lnTo>
                  <a:lnTo>
                    <a:pt x="75" y="160"/>
                  </a:lnTo>
                  <a:lnTo>
                    <a:pt x="75" y="159"/>
                  </a:lnTo>
                  <a:lnTo>
                    <a:pt x="71" y="155"/>
                  </a:lnTo>
                  <a:lnTo>
                    <a:pt x="70" y="155"/>
                  </a:lnTo>
                  <a:lnTo>
                    <a:pt x="69" y="154"/>
                  </a:lnTo>
                  <a:lnTo>
                    <a:pt x="66" y="154"/>
                  </a:lnTo>
                  <a:lnTo>
                    <a:pt x="65" y="153"/>
                  </a:lnTo>
                  <a:lnTo>
                    <a:pt x="58" y="146"/>
                  </a:lnTo>
                  <a:lnTo>
                    <a:pt x="58" y="145"/>
                  </a:lnTo>
                  <a:lnTo>
                    <a:pt x="55" y="142"/>
                  </a:lnTo>
                  <a:lnTo>
                    <a:pt x="55" y="138"/>
                  </a:lnTo>
                  <a:lnTo>
                    <a:pt x="54" y="134"/>
                  </a:lnTo>
                  <a:lnTo>
                    <a:pt x="53" y="132"/>
                  </a:lnTo>
                  <a:lnTo>
                    <a:pt x="54" y="132"/>
                  </a:lnTo>
                  <a:lnTo>
                    <a:pt x="55" y="128"/>
                  </a:lnTo>
                  <a:lnTo>
                    <a:pt x="54" y="126"/>
                  </a:lnTo>
                  <a:lnTo>
                    <a:pt x="53" y="122"/>
                  </a:lnTo>
                  <a:lnTo>
                    <a:pt x="51" y="120"/>
                  </a:lnTo>
                  <a:lnTo>
                    <a:pt x="50" y="116"/>
                  </a:lnTo>
                  <a:lnTo>
                    <a:pt x="49" y="114"/>
                  </a:lnTo>
                  <a:lnTo>
                    <a:pt x="49" y="112"/>
                  </a:lnTo>
                  <a:lnTo>
                    <a:pt x="47" y="112"/>
                  </a:lnTo>
                  <a:lnTo>
                    <a:pt x="46" y="109"/>
                  </a:lnTo>
                  <a:lnTo>
                    <a:pt x="44" y="107"/>
                  </a:lnTo>
                  <a:lnTo>
                    <a:pt x="40" y="104"/>
                  </a:lnTo>
                  <a:lnTo>
                    <a:pt x="37" y="103"/>
                  </a:lnTo>
                  <a:lnTo>
                    <a:pt x="36" y="104"/>
                  </a:lnTo>
                  <a:lnTo>
                    <a:pt x="34" y="103"/>
                  </a:lnTo>
                  <a:lnTo>
                    <a:pt x="34" y="101"/>
                  </a:lnTo>
                  <a:lnTo>
                    <a:pt x="32" y="99"/>
                  </a:lnTo>
                  <a:lnTo>
                    <a:pt x="32" y="97"/>
                  </a:lnTo>
                  <a:lnTo>
                    <a:pt x="32" y="96"/>
                  </a:lnTo>
                  <a:lnTo>
                    <a:pt x="32" y="92"/>
                  </a:lnTo>
                  <a:lnTo>
                    <a:pt x="30" y="91"/>
                  </a:lnTo>
                  <a:lnTo>
                    <a:pt x="28" y="85"/>
                  </a:lnTo>
                  <a:lnTo>
                    <a:pt x="25" y="84"/>
                  </a:lnTo>
                  <a:lnTo>
                    <a:pt x="24" y="83"/>
                  </a:lnTo>
                  <a:lnTo>
                    <a:pt x="24" y="80"/>
                  </a:lnTo>
                  <a:lnTo>
                    <a:pt x="21" y="79"/>
                  </a:lnTo>
                  <a:lnTo>
                    <a:pt x="21" y="78"/>
                  </a:lnTo>
                  <a:lnTo>
                    <a:pt x="20" y="75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3" y="67"/>
                  </a:lnTo>
                  <a:lnTo>
                    <a:pt x="13" y="64"/>
                  </a:lnTo>
                  <a:lnTo>
                    <a:pt x="12" y="64"/>
                  </a:lnTo>
                  <a:lnTo>
                    <a:pt x="11" y="62"/>
                  </a:lnTo>
                  <a:lnTo>
                    <a:pt x="5" y="57"/>
                  </a:lnTo>
                  <a:lnTo>
                    <a:pt x="7" y="55"/>
                  </a:lnTo>
                  <a:lnTo>
                    <a:pt x="4" y="54"/>
                  </a:lnTo>
                  <a:lnTo>
                    <a:pt x="3" y="55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1" y="45"/>
                  </a:lnTo>
                  <a:lnTo>
                    <a:pt x="1" y="41"/>
                  </a:lnTo>
                  <a:lnTo>
                    <a:pt x="5" y="41"/>
                  </a:lnTo>
                  <a:lnTo>
                    <a:pt x="17" y="45"/>
                  </a:lnTo>
                  <a:lnTo>
                    <a:pt x="25" y="35"/>
                  </a:lnTo>
                  <a:lnTo>
                    <a:pt x="34" y="34"/>
                  </a:lnTo>
                  <a:lnTo>
                    <a:pt x="34" y="32"/>
                  </a:lnTo>
                  <a:lnTo>
                    <a:pt x="40" y="25"/>
                  </a:lnTo>
                  <a:lnTo>
                    <a:pt x="26" y="10"/>
                  </a:lnTo>
                  <a:lnTo>
                    <a:pt x="44" y="5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7" name="Freeform 428">
              <a:extLst>
                <a:ext uri="{FF2B5EF4-FFF2-40B4-BE49-F238E27FC236}">
                  <a16:creationId xmlns:a16="http://schemas.microsoft.com/office/drawing/2014/main" id="{20445AB7-C413-4AF1-A56A-E80EDD727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746" y="2603210"/>
              <a:ext cx="57336" cy="121038"/>
            </a:xfrm>
            <a:custGeom>
              <a:avLst/>
              <a:gdLst>
                <a:gd name="T0" fmla="*/ 4 w 9"/>
                <a:gd name="T1" fmla="*/ 0 h 19"/>
                <a:gd name="T2" fmla="*/ 4 w 9"/>
                <a:gd name="T3" fmla="*/ 0 h 19"/>
                <a:gd name="T4" fmla="*/ 6 w 9"/>
                <a:gd name="T5" fmla="*/ 1 h 19"/>
                <a:gd name="T6" fmla="*/ 6 w 9"/>
                <a:gd name="T7" fmla="*/ 2 h 19"/>
                <a:gd name="T8" fmla="*/ 8 w 9"/>
                <a:gd name="T9" fmla="*/ 2 h 19"/>
                <a:gd name="T10" fmla="*/ 8 w 9"/>
                <a:gd name="T11" fmla="*/ 4 h 19"/>
                <a:gd name="T12" fmla="*/ 6 w 9"/>
                <a:gd name="T13" fmla="*/ 7 h 19"/>
                <a:gd name="T14" fmla="*/ 6 w 9"/>
                <a:gd name="T15" fmla="*/ 7 h 19"/>
                <a:gd name="T16" fmla="*/ 6 w 9"/>
                <a:gd name="T17" fmla="*/ 11 h 19"/>
                <a:gd name="T18" fmla="*/ 8 w 9"/>
                <a:gd name="T19" fmla="*/ 11 h 19"/>
                <a:gd name="T20" fmla="*/ 9 w 9"/>
                <a:gd name="T21" fmla="*/ 13 h 19"/>
                <a:gd name="T22" fmla="*/ 8 w 9"/>
                <a:gd name="T23" fmla="*/ 19 h 19"/>
                <a:gd name="T24" fmla="*/ 6 w 9"/>
                <a:gd name="T25" fmla="*/ 19 h 19"/>
                <a:gd name="T26" fmla="*/ 6 w 9"/>
                <a:gd name="T27" fmla="*/ 19 h 19"/>
                <a:gd name="T28" fmla="*/ 5 w 9"/>
                <a:gd name="T29" fmla="*/ 19 h 19"/>
                <a:gd name="T30" fmla="*/ 1 w 9"/>
                <a:gd name="T31" fmla="*/ 17 h 19"/>
                <a:gd name="T32" fmla="*/ 1 w 9"/>
                <a:gd name="T33" fmla="*/ 17 h 19"/>
                <a:gd name="T34" fmla="*/ 1 w 9"/>
                <a:gd name="T35" fmla="*/ 15 h 19"/>
                <a:gd name="T36" fmla="*/ 1 w 9"/>
                <a:gd name="T37" fmla="*/ 13 h 19"/>
                <a:gd name="T38" fmla="*/ 0 w 9"/>
                <a:gd name="T39" fmla="*/ 13 h 19"/>
                <a:gd name="T40" fmla="*/ 0 w 9"/>
                <a:gd name="T41" fmla="*/ 10 h 19"/>
                <a:gd name="T42" fmla="*/ 0 w 9"/>
                <a:gd name="T43" fmla="*/ 7 h 19"/>
                <a:gd name="T44" fmla="*/ 1 w 9"/>
                <a:gd name="T45" fmla="*/ 7 h 19"/>
                <a:gd name="T46" fmla="*/ 1 w 9"/>
                <a:gd name="T47" fmla="*/ 7 h 19"/>
                <a:gd name="T48" fmla="*/ 1 w 9"/>
                <a:gd name="T49" fmla="*/ 4 h 19"/>
                <a:gd name="T50" fmla="*/ 1 w 9"/>
                <a:gd name="T51" fmla="*/ 4 h 19"/>
                <a:gd name="T52" fmla="*/ 1 w 9"/>
                <a:gd name="T53" fmla="*/ 2 h 19"/>
                <a:gd name="T54" fmla="*/ 2 w 9"/>
                <a:gd name="T55" fmla="*/ 1 h 19"/>
                <a:gd name="T56" fmla="*/ 2 w 9"/>
                <a:gd name="T57" fmla="*/ 1 h 19"/>
                <a:gd name="T58" fmla="*/ 2 w 9"/>
                <a:gd name="T59" fmla="*/ 1 h 19"/>
                <a:gd name="T60" fmla="*/ 4 w 9"/>
                <a:gd name="T6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" h="19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11"/>
                  </a:lnTo>
                  <a:lnTo>
                    <a:pt x="8" y="11"/>
                  </a:lnTo>
                  <a:lnTo>
                    <a:pt x="9" y="13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8" name="Freeform 429">
              <a:extLst>
                <a:ext uri="{FF2B5EF4-FFF2-40B4-BE49-F238E27FC236}">
                  <a16:creationId xmlns:a16="http://schemas.microsoft.com/office/drawing/2014/main" id="{189AE802-061E-4285-AFE1-588A9E6E2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079" y="2609578"/>
              <a:ext cx="356736" cy="286664"/>
            </a:xfrm>
            <a:custGeom>
              <a:avLst/>
              <a:gdLst>
                <a:gd name="T0" fmla="*/ 51 w 56"/>
                <a:gd name="T1" fmla="*/ 0 h 45"/>
                <a:gd name="T2" fmla="*/ 53 w 56"/>
                <a:gd name="T3" fmla="*/ 0 h 45"/>
                <a:gd name="T4" fmla="*/ 54 w 56"/>
                <a:gd name="T5" fmla="*/ 5 h 45"/>
                <a:gd name="T6" fmla="*/ 55 w 56"/>
                <a:gd name="T7" fmla="*/ 5 h 45"/>
                <a:gd name="T8" fmla="*/ 55 w 56"/>
                <a:gd name="T9" fmla="*/ 5 h 45"/>
                <a:gd name="T10" fmla="*/ 55 w 56"/>
                <a:gd name="T11" fmla="*/ 5 h 45"/>
                <a:gd name="T12" fmla="*/ 56 w 56"/>
                <a:gd name="T13" fmla="*/ 5 h 45"/>
                <a:gd name="T14" fmla="*/ 56 w 56"/>
                <a:gd name="T15" fmla="*/ 6 h 45"/>
                <a:gd name="T16" fmla="*/ 56 w 56"/>
                <a:gd name="T17" fmla="*/ 9 h 45"/>
                <a:gd name="T18" fmla="*/ 55 w 56"/>
                <a:gd name="T19" fmla="*/ 10 h 45"/>
                <a:gd name="T20" fmla="*/ 45 w 56"/>
                <a:gd name="T21" fmla="*/ 41 h 45"/>
                <a:gd name="T22" fmla="*/ 41 w 56"/>
                <a:gd name="T23" fmla="*/ 45 h 45"/>
                <a:gd name="T24" fmla="*/ 6 w 56"/>
                <a:gd name="T25" fmla="*/ 39 h 45"/>
                <a:gd name="T26" fmla="*/ 4 w 56"/>
                <a:gd name="T27" fmla="*/ 30 h 45"/>
                <a:gd name="T28" fmla="*/ 0 w 56"/>
                <a:gd name="T29" fmla="*/ 28 h 45"/>
                <a:gd name="T30" fmla="*/ 0 w 56"/>
                <a:gd name="T31" fmla="*/ 22 h 45"/>
                <a:gd name="T32" fmla="*/ 1 w 56"/>
                <a:gd name="T33" fmla="*/ 24 h 45"/>
                <a:gd name="T34" fmla="*/ 3 w 56"/>
                <a:gd name="T35" fmla="*/ 22 h 45"/>
                <a:gd name="T36" fmla="*/ 3 w 56"/>
                <a:gd name="T37" fmla="*/ 28 h 45"/>
                <a:gd name="T38" fmla="*/ 5 w 56"/>
                <a:gd name="T39" fmla="*/ 28 h 45"/>
                <a:gd name="T40" fmla="*/ 6 w 56"/>
                <a:gd name="T41" fmla="*/ 28 h 45"/>
                <a:gd name="T42" fmla="*/ 9 w 56"/>
                <a:gd name="T43" fmla="*/ 28 h 45"/>
                <a:gd name="T44" fmla="*/ 13 w 56"/>
                <a:gd name="T45" fmla="*/ 24 h 45"/>
                <a:gd name="T46" fmla="*/ 17 w 56"/>
                <a:gd name="T47" fmla="*/ 25 h 45"/>
                <a:gd name="T48" fmla="*/ 20 w 56"/>
                <a:gd name="T49" fmla="*/ 25 h 45"/>
                <a:gd name="T50" fmla="*/ 20 w 56"/>
                <a:gd name="T51" fmla="*/ 25 h 45"/>
                <a:gd name="T52" fmla="*/ 22 w 56"/>
                <a:gd name="T53" fmla="*/ 25 h 45"/>
                <a:gd name="T54" fmla="*/ 24 w 56"/>
                <a:gd name="T55" fmla="*/ 26 h 45"/>
                <a:gd name="T56" fmla="*/ 26 w 56"/>
                <a:gd name="T57" fmla="*/ 26 h 45"/>
                <a:gd name="T58" fmla="*/ 30 w 56"/>
                <a:gd name="T59" fmla="*/ 25 h 45"/>
                <a:gd name="T60" fmla="*/ 30 w 56"/>
                <a:gd name="T61" fmla="*/ 24 h 45"/>
                <a:gd name="T62" fmla="*/ 31 w 56"/>
                <a:gd name="T63" fmla="*/ 24 h 45"/>
                <a:gd name="T64" fmla="*/ 30 w 56"/>
                <a:gd name="T65" fmla="*/ 22 h 45"/>
                <a:gd name="T66" fmla="*/ 33 w 56"/>
                <a:gd name="T67" fmla="*/ 22 h 45"/>
                <a:gd name="T68" fmla="*/ 33 w 56"/>
                <a:gd name="T69" fmla="*/ 21 h 45"/>
                <a:gd name="T70" fmla="*/ 34 w 56"/>
                <a:gd name="T71" fmla="*/ 24 h 45"/>
                <a:gd name="T72" fmla="*/ 37 w 56"/>
                <a:gd name="T73" fmla="*/ 20 h 45"/>
                <a:gd name="T74" fmla="*/ 37 w 56"/>
                <a:gd name="T75" fmla="*/ 18 h 45"/>
                <a:gd name="T76" fmla="*/ 35 w 56"/>
                <a:gd name="T77" fmla="*/ 18 h 45"/>
                <a:gd name="T78" fmla="*/ 37 w 56"/>
                <a:gd name="T79" fmla="*/ 16 h 45"/>
                <a:gd name="T80" fmla="*/ 43 w 56"/>
                <a:gd name="T81" fmla="*/ 10 h 45"/>
                <a:gd name="T82" fmla="*/ 43 w 56"/>
                <a:gd name="T83" fmla="*/ 8 h 45"/>
                <a:gd name="T84" fmla="*/ 51 w 56"/>
                <a:gd name="T85" fmla="*/ 3 h 45"/>
                <a:gd name="T86" fmla="*/ 51 w 56"/>
                <a:gd name="T87" fmla="*/ 1 h 45"/>
                <a:gd name="T88" fmla="*/ 51 w 56"/>
                <a:gd name="T8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" h="45">
                  <a:moveTo>
                    <a:pt x="51" y="0"/>
                  </a:moveTo>
                  <a:lnTo>
                    <a:pt x="53" y="0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6" y="5"/>
                  </a:lnTo>
                  <a:lnTo>
                    <a:pt x="56" y="6"/>
                  </a:lnTo>
                  <a:lnTo>
                    <a:pt x="56" y="9"/>
                  </a:lnTo>
                  <a:lnTo>
                    <a:pt x="55" y="10"/>
                  </a:lnTo>
                  <a:lnTo>
                    <a:pt x="45" y="41"/>
                  </a:lnTo>
                  <a:lnTo>
                    <a:pt x="41" y="45"/>
                  </a:lnTo>
                  <a:lnTo>
                    <a:pt x="6" y="39"/>
                  </a:lnTo>
                  <a:lnTo>
                    <a:pt x="4" y="30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" y="24"/>
                  </a:lnTo>
                  <a:lnTo>
                    <a:pt x="3" y="22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6" y="28"/>
                  </a:lnTo>
                  <a:lnTo>
                    <a:pt x="9" y="28"/>
                  </a:lnTo>
                  <a:lnTo>
                    <a:pt x="13" y="24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2" y="25"/>
                  </a:lnTo>
                  <a:lnTo>
                    <a:pt x="24" y="26"/>
                  </a:lnTo>
                  <a:lnTo>
                    <a:pt x="26" y="26"/>
                  </a:lnTo>
                  <a:lnTo>
                    <a:pt x="30" y="25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0" y="22"/>
                  </a:lnTo>
                  <a:lnTo>
                    <a:pt x="33" y="22"/>
                  </a:lnTo>
                  <a:lnTo>
                    <a:pt x="33" y="21"/>
                  </a:lnTo>
                  <a:lnTo>
                    <a:pt x="34" y="24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7" y="16"/>
                  </a:lnTo>
                  <a:lnTo>
                    <a:pt x="43" y="10"/>
                  </a:lnTo>
                  <a:lnTo>
                    <a:pt x="43" y="8"/>
                  </a:lnTo>
                  <a:lnTo>
                    <a:pt x="51" y="3"/>
                  </a:lnTo>
                  <a:lnTo>
                    <a:pt x="51" y="1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9" name="Freeform 434">
              <a:extLst>
                <a:ext uri="{FF2B5EF4-FFF2-40B4-BE49-F238E27FC236}">
                  <a16:creationId xmlns:a16="http://schemas.microsoft.com/office/drawing/2014/main" id="{9981A789-EAD6-42C4-B3B8-071B94F05B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01522" y="2577728"/>
              <a:ext cx="560585" cy="796286"/>
            </a:xfrm>
            <a:custGeom>
              <a:avLst/>
              <a:gdLst>
                <a:gd name="T0" fmla="*/ 46 w 88"/>
                <a:gd name="T1" fmla="*/ 22 h 125"/>
                <a:gd name="T2" fmla="*/ 50 w 88"/>
                <a:gd name="T3" fmla="*/ 29 h 125"/>
                <a:gd name="T4" fmla="*/ 59 w 88"/>
                <a:gd name="T5" fmla="*/ 35 h 125"/>
                <a:gd name="T6" fmla="*/ 63 w 88"/>
                <a:gd name="T7" fmla="*/ 34 h 125"/>
                <a:gd name="T8" fmla="*/ 71 w 88"/>
                <a:gd name="T9" fmla="*/ 34 h 125"/>
                <a:gd name="T10" fmla="*/ 76 w 88"/>
                <a:gd name="T11" fmla="*/ 39 h 125"/>
                <a:gd name="T12" fmla="*/ 79 w 88"/>
                <a:gd name="T13" fmla="*/ 43 h 125"/>
                <a:gd name="T14" fmla="*/ 85 w 88"/>
                <a:gd name="T15" fmla="*/ 50 h 125"/>
                <a:gd name="T16" fmla="*/ 88 w 88"/>
                <a:gd name="T17" fmla="*/ 51 h 125"/>
                <a:gd name="T18" fmla="*/ 87 w 88"/>
                <a:gd name="T19" fmla="*/ 55 h 125"/>
                <a:gd name="T20" fmla="*/ 85 w 88"/>
                <a:gd name="T21" fmla="*/ 59 h 125"/>
                <a:gd name="T22" fmla="*/ 79 w 88"/>
                <a:gd name="T23" fmla="*/ 68 h 125"/>
                <a:gd name="T24" fmla="*/ 76 w 88"/>
                <a:gd name="T25" fmla="*/ 72 h 125"/>
                <a:gd name="T26" fmla="*/ 73 w 88"/>
                <a:gd name="T27" fmla="*/ 76 h 125"/>
                <a:gd name="T28" fmla="*/ 72 w 88"/>
                <a:gd name="T29" fmla="*/ 75 h 125"/>
                <a:gd name="T30" fmla="*/ 72 w 88"/>
                <a:gd name="T31" fmla="*/ 73 h 125"/>
                <a:gd name="T32" fmla="*/ 70 w 88"/>
                <a:gd name="T33" fmla="*/ 76 h 125"/>
                <a:gd name="T34" fmla="*/ 70 w 88"/>
                <a:gd name="T35" fmla="*/ 79 h 125"/>
                <a:gd name="T36" fmla="*/ 66 w 88"/>
                <a:gd name="T37" fmla="*/ 83 h 125"/>
                <a:gd name="T38" fmla="*/ 66 w 88"/>
                <a:gd name="T39" fmla="*/ 86 h 125"/>
                <a:gd name="T40" fmla="*/ 67 w 88"/>
                <a:gd name="T41" fmla="*/ 89 h 125"/>
                <a:gd name="T42" fmla="*/ 68 w 88"/>
                <a:gd name="T43" fmla="*/ 93 h 125"/>
                <a:gd name="T44" fmla="*/ 68 w 88"/>
                <a:gd name="T45" fmla="*/ 94 h 125"/>
                <a:gd name="T46" fmla="*/ 62 w 88"/>
                <a:gd name="T47" fmla="*/ 97 h 125"/>
                <a:gd name="T48" fmla="*/ 56 w 88"/>
                <a:gd name="T49" fmla="*/ 96 h 125"/>
                <a:gd name="T50" fmla="*/ 52 w 88"/>
                <a:gd name="T51" fmla="*/ 105 h 125"/>
                <a:gd name="T52" fmla="*/ 50 w 88"/>
                <a:gd name="T53" fmla="*/ 109 h 125"/>
                <a:gd name="T54" fmla="*/ 44 w 88"/>
                <a:gd name="T55" fmla="*/ 109 h 125"/>
                <a:gd name="T56" fmla="*/ 39 w 88"/>
                <a:gd name="T57" fmla="*/ 109 h 125"/>
                <a:gd name="T58" fmla="*/ 38 w 88"/>
                <a:gd name="T59" fmla="*/ 113 h 125"/>
                <a:gd name="T60" fmla="*/ 39 w 88"/>
                <a:gd name="T61" fmla="*/ 114 h 125"/>
                <a:gd name="T62" fmla="*/ 38 w 88"/>
                <a:gd name="T63" fmla="*/ 115 h 125"/>
                <a:gd name="T64" fmla="*/ 35 w 88"/>
                <a:gd name="T65" fmla="*/ 121 h 125"/>
                <a:gd name="T66" fmla="*/ 33 w 88"/>
                <a:gd name="T67" fmla="*/ 119 h 125"/>
                <a:gd name="T68" fmla="*/ 27 w 88"/>
                <a:gd name="T69" fmla="*/ 119 h 125"/>
                <a:gd name="T70" fmla="*/ 21 w 88"/>
                <a:gd name="T71" fmla="*/ 122 h 125"/>
                <a:gd name="T72" fmla="*/ 17 w 88"/>
                <a:gd name="T73" fmla="*/ 125 h 125"/>
                <a:gd name="T74" fmla="*/ 16 w 88"/>
                <a:gd name="T75" fmla="*/ 125 h 125"/>
                <a:gd name="T76" fmla="*/ 10 w 88"/>
                <a:gd name="T77" fmla="*/ 111 h 125"/>
                <a:gd name="T78" fmla="*/ 0 w 88"/>
                <a:gd name="T79" fmla="*/ 92 h 125"/>
                <a:gd name="T80" fmla="*/ 35 w 88"/>
                <a:gd name="T81" fmla="*/ 56 h 125"/>
                <a:gd name="T82" fmla="*/ 43 w 88"/>
                <a:gd name="T83" fmla="*/ 15 h 125"/>
                <a:gd name="T84" fmla="*/ 43 w 88"/>
                <a:gd name="T85" fmla="*/ 0 h 125"/>
                <a:gd name="T86" fmla="*/ 43 w 88"/>
                <a:gd name="T87" fmla="*/ 0 h 125"/>
                <a:gd name="T88" fmla="*/ 43 w 88"/>
                <a:gd name="T89" fmla="*/ 1 h 125"/>
                <a:gd name="T90" fmla="*/ 44 w 88"/>
                <a:gd name="T91" fmla="*/ 4 h 125"/>
                <a:gd name="T92" fmla="*/ 43 w 88"/>
                <a:gd name="T93" fmla="*/ 8 h 125"/>
                <a:gd name="T94" fmla="*/ 42 w 88"/>
                <a:gd name="T95" fmla="*/ 10 h 125"/>
                <a:gd name="T96" fmla="*/ 39 w 88"/>
                <a:gd name="T97" fmla="*/ 5 h 125"/>
                <a:gd name="T98" fmla="*/ 41 w 88"/>
                <a:gd name="T99" fmla="*/ 2 h 125"/>
                <a:gd name="T100" fmla="*/ 42 w 88"/>
                <a:gd name="T101" fmla="*/ 2 h 125"/>
                <a:gd name="T102" fmla="*/ 43 w 88"/>
                <a:gd name="T10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8" h="125">
                  <a:moveTo>
                    <a:pt x="44" y="14"/>
                  </a:moveTo>
                  <a:lnTo>
                    <a:pt x="46" y="22"/>
                  </a:lnTo>
                  <a:lnTo>
                    <a:pt x="50" y="26"/>
                  </a:lnTo>
                  <a:lnTo>
                    <a:pt x="50" y="29"/>
                  </a:lnTo>
                  <a:lnTo>
                    <a:pt x="56" y="34"/>
                  </a:lnTo>
                  <a:lnTo>
                    <a:pt x="59" y="35"/>
                  </a:lnTo>
                  <a:lnTo>
                    <a:pt x="60" y="34"/>
                  </a:lnTo>
                  <a:lnTo>
                    <a:pt x="63" y="34"/>
                  </a:lnTo>
                  <a:lnTo>
                    <a:pt x="68" y="35"/>
                  </a:lnTo>
                  <a:lnTo>
                    <a:pt x="71" y="34"/>
                  </a:lnTo>
                  <a:lnTo>
                    <a:pt x="73" y="34"/>
                  </a:lnTo>
                  <a:lnTo>
                    <a:pt x="76" y="39"/>
                  </a:lnTo>
                  <a:lnTo>
                    <a:pt x="77" y="42"/>
                  </a:lnTo>
                  <a:lnTo>
                    <a:pt x="79" y="43"/>
                  </a:lnTo>
                  <a:lnTo>
                    <a:pt x="80" y="46"/>
                  </a:lnTo>
                  <a:lnTo>
                    <a:pt x="85" y="50"/>
                  </a:lnTo>
                  <a:lnTo>
                    <a:pt x="87" y="50"/>
                  </a:lnTo>
                  <a:lnTo>
                    <a:pt x="88" y="51"/>
                  </a:lnTo>
                  <a:lnTo>
                    <a:pt x="88" y="52"/>
                  </a:lnTo>
                  <a:lnTo>
                    <a:pt x="87" y="55"/>
                  </a:lnTo>
                  <a:lnTo>
                    <a:pt x="87" y="56"/>
                  </a:lnTo>
                  <a:lnTo>
                    <a:pt x="85" y="59"/>
                  </a:lnTo>
                  <a:lnTo>
                    <a:pt x="81" y="65"/>
                  </a:lnTo>
                  <a:lnTo>
                    <a:pt x="79" y="68"/>
                  </a:lnTo>
                  <a:lnTo>
                    <a:pt x="77" y="71"/>
                  </a:lnTo>
                  <a:lnTo>
                    <a:pt x="76" y="72"/>
                  </a:lnTo>
                  <a:lnTo>
                    <a:pt x="75" y="77"/>
                  </a:lnTo>
                  <a:lnTo>
                    <a:pt x="73" y="76"/>
                  </a:lnTo>
                  <a:lnTo>
                    <a:pt x="72" y="76"/>
                  </a:lnTo>
                  <a:lnTo>
                    <a:pt x="72" y="75"/>
                  </a:lnTo>
                  <a:lnTo>
                    <a:pt x="72" y="73"/>
                  </a:lnTo>
                  <a:lnTo>
                    <a:pt x="72" y="73"/>
                  </a:lnTo>
                  <a:lnTo>
                    <a:pt x="71" y="73"/>
                  </a:lnTo>
                  <a:lnTo>
                    <a:pt x="70" y="76"/>
                  </a:lnTo>
                  <a:lnTo>
                    <a:pt x="68" y="77"/>
                  </a:lnTo>
                  <a:lnTo>
                    <a:pt x="70" y="79"/>
                  </a:lnTo>
                  <a:lnTo>
                    <a:pt x="68" y="79"/>
                  </a:lnTo>
                  <a:lnTo>
                    <a:pt x="66" y="83"/>
                  </a:lnTo>
                  <a:lnTo>
                    <a:pt x="66" y="84"/>
                  </a:lnTo>
                  <a:lnTo>
                    <a:pt x="66" y="86"/>
                  </a:lnTo>
                  <a:lnTo>
                    <a:pt x="66" y="86"/>
                  </a:lnTo>
                  <a:lnTo>
                    <a:pt x="67" y="89"/>
                  </a:lnTo>
                  <a:lnTo>
                    <a:pt x="66" y="89"/>
                  </a:lnTo>
                  <a:lnTo>
                    <a:pt x="68" y="93"/>
                  </a:lnTo>
                  <a:lnTo>
                    <a:pt x="68" y="94"/>
                  </a:lnTo>
                  <a:lnTo>
                    <a:pt x="68" y="94"/>
                  </a:lnTo>
                  <a:lnTo>
                    <a:pt x="63" y="96"/>
                  </a:lnTo>
                  <a:lnTo>
                    <a:pt x="62" y="97"/>
                  </a:lnTo>
                  <a:lnTo>
                    <a:pt x="59" y="96"/>
                  </a:lnTo>
                  <a:lnTo>
                    <a:pt x="56" y="96"/>
                  </a:lnTo>
                  <a:lnTo>
                    <a:pt x="52" y="101"/>
                  </a:lnTo>
                  <a:lnTo>
                    <a:pt x="52" y="105"/>
                  </a:lnTo>
                  <a:lnTo>
                    <a:pt x="51" y="106"/>
                  </a:lnTo>
                  <a:lnTo>
                    <a:pt x="50" y="109"/>
                  </a:lnTo>
                  <a:lnTo>
                    <a:pt x="47" y="108"/>
                  </a:lnTo>
                  <a:lnTo>
                    <a:pt x="44" y="109"/>
                  </a:lnTo>
                  <a:lnTo>
                    <a:pt x="41" y="109"/>
                  </a:lnTo>
                  <a:lnTo>
                    <a:pt x="39" y="109"/>
                  </a:lnTo>
                  <a:lnTo>
                    <a:pt x="38" y="111"/>
                  </a:lnTo>
                  <a:lnTo>
                    <a:pt x="38" y="113"/>
                  </a:lnTo>
                  <a:lnTo>
                    <a:pt x="38" y="114"/>
                  </a:lnTo>
                  <a:lnTo>
                    <a:pt x="39" y="114"/>
                  </a:lnTo>
                  <a:lnTo>
                    <a:pt x="39" y="115"/>
                  </a:lnTo>
                  <a:lnTo>
                    <a:pt x="38" y="115"/>
                  </a:lnTo>
                  <a:lnTo>
                    <a:pt x="38" y="117"/>
                  </a:lnTo>
                  <a:lnTo>
                    <a:pt x="35" y="121"/>
                  </a:lnTo>
                  <a:lnTo>
                    <a:pt x="34" y="121"/>
                  </a:lnTo>
                  <a:lnTo>
                    <a:pt x="33" y="119"/>
                  </a:lnTo>
                  <a:lnTo>
                    <a:pt x="30" y="119"/>
                  </a:lnTo>
                  <a:lnTo>
                    <a:pt x="27" y="119"/>
                  </a:lnTo>
                  <a:lnTo>
                    <a:pt x="23" y="122"/>
                  </a:lnTo>
                  <a:lnTo>
                    <a:pt x="21" y="122"/>
                  </a:lnTo>
                  <a:lnTo>
                    <a:pt x="19" y="125"/>
                  </a:lnTo>
                  <a:lnTo>
                    <a:pt x="17" y="125"/>
                  </a:lnTo>
                  <a:lnTo>
                    <a:pt x="17" y="123"/>
                  </a:lnTo>
                  <a:lnTo>
                    <a:pt x="16" y="125"/>
                  </a:lnTo>
                  <a:lnTo>
                    <a:pt x="9" y="117"/>
                  </a:lnTo>
                  <a:lnTo>
                    <a:pt x="10" y="111"/>
                  </a:lnTo>
                  <a:lnTo>
                    <a:pt x="0" y="97"/>
                  </a:lnTo>
                  <a:lnTo>
                    <a:pt x="0" y="92"/>
                  </a:lnTo>
                  <a:lnTo>
                    <a:pt x="34" y="81"/>
                  </a:lnTo>
                  <a:lnTo>
                    <a:pt x="35" y="56"/>
                  </a:lnTo>
                  <a:lnTo>
                    <a:pt x="33" y="46"/>
                  </a:lnTo>
                  <a:lnTo>
                    <a:pt x="43" y="15"/>
                  </a:lnTo>
                  <a:lnTo>
                    <a:pt x="44" y="14"/>
                  </a:lnTo>
                  <a:close/>
                  <a:moveTo>
                    <a:pt x="43" y="0"/>
                  </a:move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2"/>
                  </a:lnTo>
                  <a:lnTo>
                    <a:pt x="44" y="4"/>
                  </a:lnTo>
                  <a:lnTo>
                    <a:pt x="43" y="6"/>
                  </a:lnTo>
                  <a:lnTo>
                    <a:pt x="43" y="8"/>
                  </a:lnTo>
                  <a:lnTo>
                    <a:pt x="43" y="10"/>
                  </a:lnTo>
                  <a:lnTo>
                    <a:pt x="42" y="10"/>
                  </a:lnTo>
                  <a:lnTo>
                    <a:pt x="41" y="5"/>
                  </a:lnTo>
                  <a:lnTo>
                    <a:pt x="39" y="5"/>
                  </a:lnTo>
                  <a:lnTo>
                    <a:pt x="39" y="4"/>
                  </a:lnTo>
                  <a:lnTo>
                    <a:pt x="41" y="2"/>
                  </a:lnTo>
                  <a:lnTo>
                    <a:pt x="41" y="4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3" y="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0" name="Freeform 435">
              <a:extLst>
                <a:ext uri="{FF2B5EF4-FFF2-40B4-BE49-F238E27FC236}">
                  <a16:creationId xmlns:a16="http://schemas.microsoft.com/office/drawing/2014/main" id="{CFC5997B-4CA8-40DE-AB30-9490ADBA55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4422" y="3163792"/>
              <a:ext cx="917318" cy="560582"/>
            </a:xfrm>
            <a:custGeom>
              <a:avLst/>
              <a:gdLst>
                <a:gd name="T0" fmla="*/ 120 w 144"/>
                <a:gd name="T1" fmla="*/ 88 h 88"/>
                <a:gd name="T2" fmla="*/ 115 w 144"/>
                <a:gd name="T3" fmla="*/ 88 h 88"/>
                <a:gd name="T4" fmla="*/ 133 w 144"/>
                <a:gd name="T5" fmla="*/ 80 h 88"/>
                <a:gd name="T6" fmla="*/ 134 w 144"/>
                <a:gd name="T7" fmla="*/ 81 h 88"/>
                <a:gd name="T8" fmla="*/ 138 w 144"/>
                <a:gd name="T9" fmla="*/ 81 h 88"/>
                <a:gd name="T10" fmla="*/ 142 w 144"/>
                <a:gd name="T11" fmla="*/ 81 h 88"/>
                <a:gd name="T12" fmla="*/ 144 w 144"/>
                <a:gd name="T13" fmla="*/ 83 h 88"/>
                <a:gd name="T14" fmla="*/ 141 w 144"/>
                <a:gd name="T15" fmla="*/ 84 h 88"/>
                <a:gd name="T16" fmla="*/ 136 w 144"/>
                <a:gd name="T17" fmla="*/ 87 h 88"/>
                <a:gd name="T18" fmla="*/ 132 w 144"/>
                <a:gd name="T19" fmla="*/ 85 h 88"/>
                <a:gd name="T20" fmla="*/ 130 w 144"/>
                <a:gd name="T21" fmla="*/ 83 h 88"/>
                <a:gd name="T22" fmla="*/ 133 w 144"/>
                <a:gd name="T23" fmla="*/ 80 h 88"/>
                <a:gd name="T24" fmla="*/ 111 w 144"/>
                <a:gd name="T25" fmla="*/ 5 h 88"/>
                <a:gd name="T26" fmla="*/ 120 w 144"/>
                <a:gd name="T27" fmla="*/ 25 h 88"/>
                <a:gd name="T28" fmla="*/ 124 w 144"/>
                <a:gd name="T29" fmla="*/ 33 h 88"/>
                <a:gd name="T30" fmla="*/ 115 w 144"/>
                <a:gd name="T31" fmla="*/ 39 h 88"/>
                <a:gd name="T32" fmla="*/ 116 w 144"/>
                <a:gd name="T33" fmla="*/ 43 h 88"/>
                <a:gd name="T34" fmla="*/ 116 w 144"/>
                <a:gd name="T35" fmla="*/ 44 h 88"/>
                <a:gd name="T36" fmla="*/ 108 w 144"/>
                <a:gd name="T37" fmla="*/ 48 h 88"/>
                <a:gd name="T38" fmla="*/ 96 w 144"/>
                <a:gd name="T39" fmla="*/ 52 h 88"/>
                <a:gd name="T40" fmla="*/ 82 w 144"/>
                <a:gd name="T41" fmla="*/ 56 h 88"/>
                <a:gd name="T42" fmla="*/ 79 w 144"/>
                <a:gd name="T43" fmla="*/ 58 h 88"/>
                <a:gd name="T44" fmla="*/ 73 w 144"/>
                <a:gd name="T45" fmla="*/ 64 h 88"/>
                <a:gd name="T46" fmla="*/ 70 w 144"/>
                <a:gd name="T47" fmla="*/ 64 h 88"/>
                <a:gd name="T48" fmla="*/ 67 w 144"/>
                <a:gd name="T49" fmla="*/ 66 h 88"/>
                <a:gd name="T50" fmla="*/ 65 w 144"/>
                <a:gd name="T51" fmla="*/ 64 h 88"/>
                <a:gd name="T52" fmla="*/ 59 w 144"/>
                <a:gd name="T53" fmla="*/ 69 h 88"/>
                <a:gd name="T54" fmla="*/ 54 w 144"/>
                <a:gd name="T55" fmla="*/ 71 h 88"/>
                <a:gd name="T56" fmla="*/ 46 w 144"/>
                <a:gd name="T57" fmla="*/ 72 h 88"/>
                <a:gd name="T58" fmla="*/ 42 w 144"/>
                <a:gd name="T59" fmla="*/ 72 h 88"/>
                <a:gd name="T60" fmla="*/ 40 w 144"/>
                <a:gd name="T61" fmla="*/ 71 h 88"/>
                <a:gd name="T62" fmla="*/ 34 w 144"/>
                <a:gd name="T63" fmla="*/ 73 h 88"/>
                <a:gd name="T64" fmla="*/ 32 w 144"/>
                <a:gd name="T65" fmla="*/ 76 h 88"/>
                <a:gd name="T66" fmla="*/ 28 w 144"/>
                <a:gd name="T67" fmla="*/ 80 h 88"/>
                <a:gd name="T68" fmla="*/ 24 w 144"/>
                <a:gd name="T69" fmla="*/ 79 h 88"/>
                <a:gd name="T70" fmla="*/ 20 w 144"/>
                <a:gd name="T71" fmla="*/ 81 h 88"/>
                <a:gd name="T72" fmla="*/ 16 w 144"/>
                <a:gd name="T73" fmla="*/ 81 h 88"/>
                <a:gd name="T74" fmla="*/ 12 w 144"/>
                <a:gd name="T75" fmla="*/ 80 h 88"/>
                <a:gd name="T76" fmla="*/ 9 w 144"/>
                <a:gd name="T77" fmla="*/ 75 h 88"/>
                <a:gd name="T78" fmla="*/ 9 w 144"/>
                <a:gd name="T79" fmla="*/ 71 h 88"/>
                <a:gd name="T80" fmla="*/ 7 w 144"/>
                <a:gd name="T81" fmla="*/ 64 h 88"/>
                <a:gd name="T82" fmla="*/ 1 w 144"/>
                <a:gd name="T83" fmla="*/ 50 h 88"/>
                <a:gd name="T84" fmla="*/ 0 w 144"/>
                <a:gd name="T85" fmla="*/ 47 h 88"/>
                <a:gd name="T86" fmla="*/ 1 w 144"/>
                <a:gd name="T87" fmla="*/ 47 h 88"/>
                <a:gd name="T88" fmla="*/ 3 w 144"/>
                <a:gd name="T89" fmla="*/ 46 h 88"/>
                <a:gd name="T90" fmla="*/ 3 w 144"/>
                <a:gd name="T91" fmla="*/ 35 h 88"/>
                <a:gd name="T92" fmla="*/ 4 w 144"/>
                <a:gd name="T93" fmla="*/ 34 h 88"/>
                <a:gd name="T94" fmla="*/ 7 w 144"/>
                <a:gd name="T95" fmla="*/ 33 h 88"/>
                <a:gd name="T96" fmla="*/ 8 w 144"/>
                <a:gd name="T97" fmla="*/ 26 h 88"/>
                <a:gd name="T98" fmla="*/ 12 w 144"/>
                <a:gd name="T99" fmla="*/ 19 h 88"/>
                <a:gd name="T100" fmla="*/ 24 w 144"/>
                <a:gd name="T101" fmla="*/ 22 h 88"/>
                <a:gd name="T102" fmla="*/ 44 w 144"/>
                <a:gd name="T103" fmla="*/ 31 h 88"/>
                <a:gd name="T104" fmla="*/ 66 w 144"/>
                <a:gd name="T105" fmla="*/ 1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4" h="88">
                  <a:moveTo>
                    <a:pt x="117" y="87"/>
                  </a:moveTo>
                  <a:lnTo>
                    <a:pt x="120" y="88"/>
                  </a:lnTo>
                  <a:lnTo>
                    <a:pt x="119" y="88"/>
                  </a:lnTo>
                  <a:lnTo>
                    <a:pt x="115" y="88"/>
                  </a:lnTo>
                  <a:lnTo>
                    <a:pt x="117" y="87"/>
                  </a:lnTo>
                  <a:close/>
                  <a:moveTo>
                    <a:pt x="133" y="80"/>
                  </a:moveTo>
                  <a:lnTo>
                    <a:pt x="134" y="80"/>
                  </a:lnTo>
                  <a:lnTo>
                    <a:pt x="134" y="81"/>
                  </a:lnTo>
                  <a:lnTo>
                    <a:pt x="136" y="83"/>
                  </a:lnTo>
                  <a:lnTo>
                    <a:pt x="138" y="81"/>
                  </a:lnTo>
                  <a:lnTo>
                    <a:pt x="140" y="81"/>
                  </a:lnTo>
                  <a:lnTo>
                    <a:pt x="142" y="81"/>
                  </a:lnTo>
                  <a:lnTo>
                    <a:pt x="144" y="83"/>
                  </a:lnTo>
                  <a:lnTo>
                    <a:pt x="144" y="83"/>
                  </a:lnTo>
                  <a:lnTo>
                    <a:pt x="144" y="84"/>
                  </a:lnTo>
                  <a:lnTo>
                    <a:pt x="141" y="84"/>
                  </a:lnTo>
                  <a:lnTo>
                    <a:pt x="138" y="87"/>
                  </a:lnTo>
                  <a:lnTo>
                    <a:pt x="136" y="87"/>
                  </a:lnTo>
                  <a:lnTo>
                    <a:pt x="133" y="87"/>
                  </a:lnTo>
                  <a:lnTo>
                    <a:pt x="132" y="85"/>
                  </a:lnTo>
                  <a:lnTo>
                    <a:pt x="129" y="84"/>
                  </a:lnTo>
                  <a:lnTo>
                    <a:pt x="130" y="83"/>
                  </a:lnTo>
                  <a:lnTo>
                    <a:pt x="132" y="81"/>
                  </a:lnTo>
                  <a:lnTo>
                    <a:pt x="133" y="80"/>
                  </a:lnTo>
                  <a:close/>
                  <a:moveTo>
                    <a:pt x="111" y="0"/>
                  </a:moveTo>
                  <a:lnTo>
                    <a:pt x="111" y="5"/>
                  </a:lnTo>
                  <a:lnTo>
                    <a:pt x="121" y="19"/>
                  </a:lnTo>
                  <a:lnTo>
                    <a:pt x="120" y="25"/>
                  </a:lnTo>
                  <a:lnTo>
                    <a:pt x="127" y="33"/>
                  </a:lnTo>
                  <a:lnTo>
                    <a:pt x="124" y="33"/>
                  </a:lnTo>
                  <a:lnTo>
                    <a:pt x="119" y="34"/>
                  </a:lnTo>
                  <a:lnTo>
                    <a:pt x="115" y="39"/>
                  </a:lnTo>
                  <a:lnTo>
                    <a:pt x="115" y="42"/>
                  </a:lnTo>
                  <a:lnTo>
                    <a:pt x="116" y="43"/>
                  </a:lnTo>
                  <a:lnTo>
                    <a:pt x="115" y="43"/>
                  </a:lnTo>
                  <a:lnTo>
                    <a:pt x="116" y="44"/>
                  </a:lnTo>
                  <a:lnTo>
                    <a:pt x="111" y="46"/>
                  </a:lnTo>
                  <a:lnTo>
                    <a:pt x="108" y="48"/>
                  </a:lnTo>
                  <a:lnTo>
                    <a:pt x="104" y="51"/>
                  </a:lnTo>
                  <a:lnTo>
                    <a:pt x="96" y="52"/>
                  </a:lnTo>
                  <a:lnTo>
                    <a:pt x="95" y="54"/>
                  </a:lnTo>
                  <a:lnTo>
                    <a:pt x="82" y="56"/>
                  </a:lnTo>
                  <a:lnTo>
                    <a:pt x="80" y="56"/>
                  </a:lnTo>
                  <a:lnTo>
                    <a:pt x="79" y="58"/>
                  </a:lnTo>
                  <a:lnTo>
                    <a:pt x="76" y="62"/>
                  </a:lnTo>
                  <a:lnTo>
                    <a:pt x="73" y="64"/>
                  </a:lnTo>
                  <a:lnTo>
                    <a:pt x="71" y="64"/>
                  </a:lnTo>
                  <a:lnTo>
                    <a:pt x="70" y="64"/>
                  </a:lnTo>
                  <a:lnTo>
                    <a:pt x="69" y="66"/>
                  </a:lnTo>
                  <a:lnTo>
                    <a:pt x="67" y="66"/>
                  </a:lnTo>
                  <a:lnTo>
                    <a:pt x="66" y="64"/>
                  </a:lnTo>
                  <a:lnTo>
                    <a:pt x="65" y="64"/>
                  </a:lnTo>
                  <a:lnTo>
                    <a:pt x="59" y="68"/>
                  </a:lnTo>
                  <a:lnTo>
                    <a:pt x="59" y="69"/>
                  </a:lnTo>
                  <a:lnTo>
                    <a:pt x="58" y="71"/>
                  </a:lnTo>
                  <a:lnTo>
                    <a:pt x="54" y="71"/>
                  </a:lnTo>
                  <a:lnTo>
                    <a:pt x="48" y="73"/>
                  </a:lnTo>
                  <a:lnTo>
                    <a:pt x="46" y="72"/>
                  </a:lnTo>
                  <a:lnTo>
                    <a:pt x="45" y="71"/>
                  </a:lnTo>
                  <a:lnTo>
                    <a:pt x="42" y="72"/>
                  </a:lnTo>
                  <a:lnTo>
                    <a:pt x="41" y="71"/>
                  </a:lnTo>
                  <a:lnTo>
                    <a:pt x="40" y="71"/>
                  </a:lnTo>
                  <a:lnTo>
                    <a:pt x="38" y="71"/>
                  </a:lnTo>
                  <a:lnTo>
                    <a:pt x="34" y="73"/>
                  </a:lnTo>
                  <a:lnTo>
                    <a:pt x="33" y="76"/>
                  </a:lnTo>
                  <a:lnTo>
                    <a:pt x="32" y="76"/>
                  </a:lnTo>
                  <a:lnTo>
                    <a:pt x="30" y="80"/>
                  </a:lnTo>
                  <a:lnTo>
                    <a:pt x="28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81"/>
                  </a:lnTo>
                  <a:lnTo>
                    <a:pt x="20" y="81"/>
                  </a:lnTo>
                  <a:lnTo>
                    <a:pt x="17" y="81"/>
                  </a:lnTo>
                  <a:lnTo>
                    <a:pt x="16" y="81"/>
                  </a:lnTo>
                  <a:lnTo>
                    <a:pt x="13" y="81"/>
                  </a:lnTo>
                  <a:lnTo>
                    <a:pt x="12" y="80"/>
                  </a:lnTo>
                  <a:lnTo>
                    <a:pt x="12" y="77"/>
                  </a:lnTo>
                  <a:lnTo>
                    <a:pt x="9" y="75"/>
                  </a:lnTo>
                  <a:lnTo>
                    <a:pt x="8" y="71"/>
                  </a:lnTo>
                  <a:lnTo>
                    <a:pt x="9" y="71"/>
                  </a:lnTo>
                  <a:lnTo>
                    <a:pt x="9" y="67"/>
                  </a:lnTo>
                  <a:lnTo>
                    <a:pt x="7" y="64"/>
                  </a:lnTo>
                  <a:lnTo>
                    <a:pt x="5" y="54"/>
                  </a:lnTo>
                  <a:lnTo>
                    <a:pt x="1" y="50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3" y="46"/>
                  </a:lnTo>
                  <a:lnTo>
                    <a:pt x="3" y="42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4" y="34"/>
                  </a:lnTo>
                  <a:lnTo>
                    <a:pt x="5" y="34"/>
                  </a:lnTo>
                  <a:lnTo>
                    <a:pt x="7" y="33"/>
                  </a:lnTo>
                  <a:lnTo>
                    <a:pt x="9" y="30"/>
                  </a:lnTo>
                  <a:lnTo>
                    <a:pt x="8" y="26"/>
                  </a:lnTo>
                  <a:lnTo>
                    <a:pt x="9" y="21"/>
                  </a:lnTo>
                  <a:lnTo>
                    <a:pt x="12" y="19"/>
                  </a:lnTo>
                  <a:lnTo>
                    <a:pt x="16" y="22"/>
                  </a:lnTo>
                  <a:lnTo>
                    <a:pt x="24" y="22"/>
                  </a:lnTo>
                  <a:lnTo>
                    <a:pt x="33" y="26"/>
                  </a:lnTo>
                  <a:lnTo>
                    <a:pt x="44" y="31"/>
                  </a:lnTo>
                  <a:lnTo>
                    <a:pt x="45" y="42"/>
                  </a:lnTo>
                  <a:lnTo>
                    <a:pt x="66" y="13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1" name="Freeform 436">
              <a:extLst>
                <a:ext uri="{FF2B5EF4-FFF2-40B4-BE49-F238E27FC236}">
                  <a16:creationId xmlns:a16="http://schemas.microsoft.com/office/drawing/2014/main" id="{925FC16F-8335-4A13-BBF8-E0603AA89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-694299" y="2163659"/>
              <a:ext cx="942799" cy="796286"/>
            </a:xfrm>
            <a:custGeom>
              <a:avLst/>
              <a:gdLst>
                <a:gd name="T0" fmla="*/ 25 w 148"/>
                <a:gd name="T1" fmla="*/ 3 h 125"/>
                <a:gd name="T2" fmla="*/ 34 w 148"/>
                <a:gd name="T3" fmla="*/ 5 h 125"/>
                <a:gd name="T4" fmla="*/ 42 w 148"/>
                <a:gd name="T5" fmla="*/ 7 h 125"/>
                <a:gd name="T6" fmla="*/ 54 w 148"/>
                <a:gd name="T7" fmla="*/ 9 h 125"/>
                <a:gd name="T8" fmla="*/ 59 w 148"/>
                <a:gd name="T9" fmla="*/ 5 h 125"/>
                <a:gd name="T10" fmla="*/ 65 w 148"/>
                <a:gd name="T11" fmla="*/ 1 h 125"/>
                <a:gd name="T12" fmla="*/ 69 w 148"/>
                <a:gd name="T13" fmla="*/ 1 h 125"/>
                <a:gd name="T14" fmla="*/ 68 w 148"/>
                <a:gd name="T15" fmla="*/ 4 h 125"/>
                <a:gd name="T16" fmla="*/ 75 w 148"/>
                <a:gd name="T17" fmla="*/ 3 h 125"/>
                <a:gd name="T18" fmla="*/ 73 w 148"/>
                <a:gd name="T19" fmla="*/ 0 h 125"/>
                <a:gd name="T20" fmla="*/ 81 w 148"/>
                <a:gd name="T21" fmla="*/ 3 h 125"/>
                <a:gd name="T22" fmla="*/ 81 w 148"/>
                <a:gd name="T23" fmla="*/ 5 h 125"/>
                <a:gd name="T24" fmla="*/ 86 w 148"/>
                <a:gd name="T25" fmla="*/ 8 h 125"/>
                <a:gd name="T26" fmla="*/ 89 w 148"/>
                <a:gd name="T27" fmla="*/ 7 h 125"/>
                <a:gd name="T28" fmla="*/ 106 w 148"/>
                <a:gd name="T29" fmla="*/ 5 h 125"/>
                <a:gd name="T30" fmla="*/ 111 w 148"/>
                <a:gd name="T31" fmla="*/ 7 h 125"/>
                <a:gd name="T32" fmla="*/ 118 w 148"/>
                <a:gd name="T33" fmla="*/ 23 h 125"/>
                <a:gd name="T34" fmla="*/ 118 w 148"/>
                <a:gd name="T35" fmla="*/ 30 h 125"/>
                <a:gd name="T36" fmla="*/ 114 w 148"/>
                <a:gd name="T37" fmla="*/ 42 h 125"/>
                <a:gd name="T38" fmla="*/ 113 w 148"/>
                <a:gd name="T39" fmla="*/ 50 h 125"/>
                <a:gd name="T40" fmla="*/ 109 w 148"/>
                <a:gd name="T41" fmla="*/ 49 h 125"/>
                <a:gd name="T42" fmla="*/ 100 w 148"/>
                <a:gd name="T43" fmla="*/ 40 h 125"/>
                <a:gd name="T44" fmla="*/ 94 w 148"/>
                <a:gd name="T45" fmla="*/ 30 h 125"/>
                <a:gd name="T46" fmla="*/ 92 w 148"/>
                <a:gd name="T47" fmla="*/ 25 h 125"/>
                <a:gd name="T48" fmla="*/ 90 w 148"/>
                <a:gd name="T49" fmla="*/ 25 h 125"/>
                <a:gd name="T50" fmla="*/ 92 w 148"/>
                <a:gd name="T51" fmla="*/ 32 h 125"/>
                <a:gd name="T52" fmla="*/ 97 w 148"/>
                <a:gd name="T53" fmla="*/ 41 h 125"/>
                <a:gd name="T54" fmla="*/ 105 w 148"/>
                <a:gd name="T55" fmla="*/ 50 h 125"/>
                <a:gd name="T56" fmla="*/ 109 w 148"/>
                <a:gd name="T57" fmla="*/ 58 h 125"/>
                <a:gd name="T58" fmla="*/ 111 w 148"/>
                <a:gd name="T59" fmla="*/ 66 h 125"/>
                <a:gd name="T60" fmla="*/ 119 w 148"/>
                <a:gd name="T61" fmla="*/ 83 h 125"/>
                <a:gd name="T62" fmla="*/ 127 w 148"/>
                <a:gd name="T63" fmla="*/ 94 h 125"/>
                <a:gd name="T64" fmla="*/ 130 w 148"/>
                <a:gd name="T65" fmla="*/ 95 h 125"/>
                <a:gd name="T66" fmla="*/ 134 w 148"/>
                <a:gd name="T67" fmla="*/ 100 h 125"/>
                <a:gd name="T68" fmla="*/ 130 w 148"/>
                <a:gd name="T69" fmla="*/ 100 h 125"/>
                <a:gd name="T70" fmla="*/ 130 w 148"/>
                <a:gd name="T71" fmla="*/ 107 h 125"/>
                <a:gd name="T72" fmla="*/ 138 w 148"/>
                <a:gd name="T73" fmla="*/ 115 h 125"/>
                <a:gd name="T74" fmla="*/ 143 w 148"/>
                <a:gd name="T75" fmla="*/ 119 h 125"/>
                <a:gd name="T76" fmla="*/ 148 w 148"/>
                <a:gd name="T77" fmla="*/ 124 h 125"/>
                <a:gd name="T78" fmla="*/ 3 w 148"/>
                <a:gd name="T79" fmla="*/ 30 h 125"/>
                <a:gd name="T80" fmla="*/ 2 w 148"/>
                <a:gd name="T81" fmla="*/ 17 h 125"/>
                <a:gd name="T82" fmla="*/ 2 w 148"/>
                <a:gd name="T83" fmla="*/ 8 h 125"/>
                <a:gd name="T84" fmla="*/ 3 w 148"/>
                <a:gd name="T85" fmla="*/ 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25">
                  <a:moveTo>
                    <a:pt x="11" y="0"/>
                  </a:moveTo>
                  <a:lnTo>
                    <a:pt x="15" y="1"/>
                  </a:lnTo>
                  <a:lnTo>
                    <a:pt x="25" y="3"/>
                  </a:lnTo>
                  <a:lnTo>
                    <a:pt x="29" y="3"/>
                  </a:lnTo>
                  <a:lnTo>
                    <a:pt x="31" y="5"/>
                  </a:lnTo>
                  <a:lnTo>
                    <a:pt x="34" y="5"/>
                  </a:lnTo>
                  <a:lnTo>
                    <a:pt x="35" y="5"/>
                  </a:lnTo>
                  <a:lnTo>
                    <a:pt x="38" y="7"/>
                  </a:lnTo>
                  <a:lnTo>
                    <a:pt x="42" y="7"/>
                  </a:lnTo>
                  <a:lnTo>
                    <a:pt x="44" y="7"/>
                  </a:lnTo>
                  <a:lnTo>
                    <a:pt x="50" y="9"/>
                  </a:lnTo>
                  <a:lnTo>
                    <a:pt x="54" y="9"/>
                  </a:lnTo>
                  <a:lnTo>
                    <a:pt x="54" y="8"/>
                  </a:lnTo>
                  <a:lnTo>
                    <a:pt x="56" y="7"/>
                  </a:lnTo>
                  <a:lnTo>
                    <a:pt x="59" y="5"/>
                  </a:lnTo>
                  <a:lnTo>
                    <a:pt x="60" y="4"/>
                  </a:lnTo>
                  <a:lnTo>
                    <a:pt x="64" y="3"/>
                  </a:lnTo>
                  <a:lnTo>
                    <a:pt x="65" y="1"/>
                  </a:lnTo>
                  <a:lnTo>
                    <a:pt x="68" y="1"/>
                  </a:lnTo>
                  <a:lnTo>
                    <a:pt x="71" y="1"/>
                  </a:lnTo>
                  <a:lnTo>
                    <a:pt x="69" y="1"/>
                  </a:lnTo>
                  <a:lnTo>
                    <a:pt x="67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2" y="3"/>
                  </a:lnTo>
                  <a:lnTo>
                    <a:pt x="75" y="3"/>
                  </a:lnTo>
                  <a:lnTo>
                    <a:pt x="75" y="1"/>
                  </a:lnTo>
                  <a:lnTo>
                    <a:pt x="72" y="1"/>
                  </a:lnTo>
                  <a:lnTo>
                    <a:pt x="73" y="0"/>
                  </a:lnTo>
                  <a:lnTo>
                    <a:pt x="77" y="1"/>
                  </a:lnTo>
                  <a:lnTo>
                    <a:pt x="80" y="3"/>
                  </a:lnTo>
                  <a:lnTo>
                    <a:pt x="81" y="3"/>
                  </a:lnTo>
                  <a:lnTo>
                    <a:pt x="82" y="3"/>
                  </a:lnTo>
                  <a:lnTo>
                    <a:pt x="81" y="4"/>
                  </a:lnTo>
                  <a:lnTo>
                    <a:pt x="81" y="5"/>
                  </a:lnTo>
                  <a:lnTo>
                    <a:pt x="84" y="7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5"/>
                  </a:lnTo>
                  <a:lnTo>
                    <a:pt x="85" y="4"/>
                  </a:lnTo>
                  <a:lnTo>
                    <a:pt x="89" y="7"/>
                  </a:lnTo>
                  <a:lnTo>
                    <a:pt x="96" y="5"/>
                  </a:lnTo>
                  <a:lnTo>
                    <a:pt x="102" y="7"/>
                  </a:lnTo>
                  <a:lnTo>
                    <a:pt x="106" y="5"/>
                  </a:lnTo>
                  <a:lnTo>
                    <a:pt x="108" y="3"/>
                  </a:lnTo>
                  <a:lnTo>
                    <a:pt x="109" y="4"/>
                  </a:lnTo>
                  <a:lnTo>
                    <a:pt x="111" y="7"/>
                  </a:lnTo>
                  <a:lnTo>
                    <a:pt x="113" y="12"/>
                  </a:lnTo>
                  <a:lnTo>
                    <a:pt x="115" y="16"/>
                  </a:lnTo>
                  <a:lnTo>
                    <a:pt x="118" y="23"/>
                  </a:lnTo>
                  <a:lnTo>
                    <a:pt x="117" y="25"/>
                  </a:lnTo>
                  <a:lnTo>
                    <a:pt x="118" y="29"/>
                  </a:lnTo>
                  <a:lnTo>
                    <a:pt x="118" y="30"/>
                  </a:lnTo>
                  <a:lnTo>
                    <a:pt x="117" y="37"/>
                  </a:lnTo>
                  <a:lnTo>
                    <a:pt x="117" y="40"/>
                  </a:lnTo>
                  <a:lnTo>
                    <a:pt x="114" y="42"/>
                  </a:lnTo>
                  <a:lnTo>
                    <a:pt x="115" y="44"/>
                  </a:lnTo>
                  <a:lnTo>
                    <a:pt x="115" y="49"/>
                  </a:lnTo>
                  <a:lnTo>
                    <a:pt x="113" y="50"/>
                  </a:lnTo>
                  <a:lnTo>
                    <a:pt x="113" y="51"/>
                  </a:lnTo>
                  <a:lnTo>
                    <a:pt x="113" y="50"/>
                  </a:lnTo>
                  <a:lnTo>
                    <a:pt x="109" y="49"/>
                  </a:lnTo>
                  <a:lnTo>
                    <a:pt x="104" y="42"/>
                  </a:lnTo>
                  <a:lnTo>
                    <a:pt x="104" y="41"/>
                  </a:lnTo>
                  <a:lnTo>
                    <a:pt x="100" y="40"/>
                  </a:lnTo>
                  <a:lnTo>
                    <a:pt x="98" y="37"/>
                  </a:lnTo>
                  <a:lnTo>
                    <a:pt x="98" y="34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3" y="28"/>
                  </a:lnTo>
                  <a:lnTo>
                    <a:pt x="92" y="25"/>
                  </a:lnTo>
                  <a:lnTo>
                    <a:pt x="90" y="25"/>
                  </a:lnTo>
                  <a:lnTo>
                    <a:pt x="90" y="24"/>
                  </a:lnTo>
                  <a:lnTo>
                    <a:pt x="90" y="25"/>
                  </a:lnTo>
                  <a:lnTo>
                    <a:pt x="90" y="26"/>
                  </a:lnTo>
                  <a:lnTo>
                    <a:pt x="90" y="28"/>
                  </a:lnTo>
                  <a:lnTo>
                    <a:pt x="92" y="32"/>
                  </a:lnTo>
                  <a:lnTo>
                    <a:pt x="92" y="34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104" y="46"/>
                  </a:lnTo>
                  <a:lnTo>
                    <a:pt x="105" y="49"/>
                  </a:lnTo>
                  <a:lnTo>
                    <a:pt x="105" y="50"/>
                  </a:lnTo>
                  <a:lnTo>
                    <a:pt x="105" y="53"/>
                  </a:lnTo>
                  <a:lnTo>
                    <a:pt x="109" y="57"/>
                  </a:lnTo>
                  <a:lnTo>
                    <a:pt x="109" y="58"/>
                  </a:lnTo>
                  <a:lnTo>
                    <a:pt x="110" y="59"/>
                  </a:lnTo>
                  <a:lnTo>
                    <a:pt x="110" y="65"/>
                  </a:lnTo>
                  <a:lnTo>
                    <a:pt x="111" y="66"/>
                  </a:lnTo>
                  <a:lnTo>
                    <a:pt x="111" y="69"/>
                  </a:lnTo>
                  <a:lnTo>
                    <a:pt x="119" y="79"/>
                  </a:lnTo>
                  <a:lnTo>
                    <a:pt x="119" y="83"/>
                  </a:lnTo>
                  <a:lnTo>
                    <a:pt x="122" y="84"/>
                  </a:lnTo>
                  <a:lnTo>
                    <a:pt x="126" y="91"/>
                  </a:lnTo>
                  <a:lnTo>
                    <a:pt x="127" y="94"/>
                  </a:lnTo>
                  <a:lnTo>
                    <a:pt x="129" y="96"/>
                  </a:lnTo>
                  <a:lnTo>
                    <a:pt x="129" y="95"/>
                  </a:lnTo>
                  <a:lnTo>
                    <a:pt x="130" y="95"/>
                  </a:lnTo>
                  <a:lnTo>
                    <a:pt x="131" y="99"/>
                  </a:lnTo>
                  <a:lnTo>
                    <a:pt x="133" y="99"/>
                  </a:lnTo>
                  <a:lnTo>
                    <a:pt x="134" y="100"/>
                  </a:lnTo>
                  <a:lnTo>
                    <a:pt x="131" y="100"/>
                  </a:lnTo>
                  <a:lnTo>
                    <a:pt x="130" y="99"/>
                  </a:lnTo>
                  <a:lnTo>
                    <a:pt x="130" y="100"/>
                  </a:lnTo>
                  <a:lnTo>
                    <a:pt x="130" y="101"/>
                  </a:lnTo>
                  <a:lnTo>
                    <a:pt x="130" y="104"/>
                  </a:lnTo>
                  <a:lnTo>
                    <a:pt x="130" y="107"/>
                  </a:lnTo>
                  <a:lnTo>
                    <a:pt x="131" y="112"/>
                  </a:lnTo>
                  <a:lnTo>
                    <a:pt x="135" y="115"/>
                  </a:lnTo>
                  <a:lnTo>
                    <a:pt x="138" y="115"/>
                  </a:lnTo>
                  <a:lnTo>
                    <a:pt x="139" y="115"/>
                  </a:lnTo>
                  <a:lnTo>
                    <a:pt x="140" y="117"/>
                  </a:lnTo>
                  <a:lnTo>
                    <a:pt x="143" y="119"/>
                  </a:lnTo>
                  <a:lnTo>
                    <a:pt x="144" y="120"/>
                  </a:lnTo>
                  <a:lnTo>
                    <a:pt x="147" y="123"/>
                  </a:lnTo>
                  <a:lnTo>
                    <a:pt x="148" y="124"/>
                  </a:lnTo>
                  <a:lnTo>
                    <a:pt x="148" y="124"/>
                  </a:lnTo>
                  <a:lnTo>
                    <a:pt x="7" y="125"/>
                  </a:lnTo>
                  <a:lnTo>
                    <a:pt x="3" y="30"/>
                  </a:lnTo>
                  <a:lnTo>
                    <a:pt x="2" y="25"/>
                  </a:lnTo>
                  <a:lnTo>
                    <a:pt x="0" y="21"/>
                  </a:lnTo>
                  <a:lnTo>
                    <a:pt x="2" y="17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2" y="8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2" name="Freeform 437">
              <a:extLst>
                <a:ext uri="{FF2B5EF4-FFF2-40B4-BE49-F238E27FC236}">
                  <a16:creationId xmlns:a16="http://schemas.microsoft.com/office/drawing/2014/main" id="{39B2ECE8-7296-44F5-8980-AF1567302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-866293" y="2953572"/>
              <a:ext cx="1248573" cy="1433311"/>
            </a:xfrm>
            <a:custGeom>
              <a:avLst/>
              <a:gdLst>
                <a:gd name="T0" fmla="*/ 175 w 196"/>
                <a:gd name="T1" fmla="*/ 2 h 225"/>
                <a:gd name="T2" fmla="*/ 179 w 196"/>
                <a:gd name="T3" fmla="*/ 10 h 225"/>
                <a:gd name="T4" fmla="*/ 177 w 196"/>
                <a:gd name="T5" fmla="*/ 10 h 225"/>
                <a:gd name="T6" fmla="*/ 182 w 196"/>
                <a:gd name="T7" fmla="*/ 35 h 225"/>
                <a:gd name="T8" fmla="*/ 194 w 196"/>
                <a:gd name="T9" fmla="*/ 46 h 225"/>
                <a:gd name="T10" fmla="*/ 194 w 196"/>
                <a:gd name="T11" fmla="*/ 52 h 225"/>
                <a:gd name="T12" fmla="*/ 185 w 196"/>
                <a:gd name="T13" fmla="*/ 55 h 225"/>
                <a:gd name="T14" fmla="*/ 179 w 196"/>
                <a:gd name="T15" fmla="*/ 60 h 225"/>
                <a:gd name="T16" fmla="*/ 179 w 196"/>
                <a:gd name="T17" fmla="*/ 68 h 225"/>
                <a:gd name="T18" fmla="*/ 174 w 196"/>
                <a:gd name="T19" fmla="*/ 84 h 225"/>
                <a:gd name="T20" fmla="*/ 175 w 196"/>
                <a:gd name="T21" fmla="*/ 95 h 225"/>
                <a:gd name="T22" fmla="*/ 169 w 196"/>
                <a:gd name="T23" fmla="*/ 112 h 225"/>
                <a:gd name="T24" fmla="*/ 160 w 196"/>
                <a:gd name="T25" fmla="*/ 124 h 225"/>
                <a:gd name="T26" fmla="*/ 153 w 196"/>
                <a:gd name="T27" fmla="*/ 137 h 225"/>
                <a:gd name="T28" fmla="*/ 149 w 196"/>
                <a:gd name="T29" fmla="*/ 150 h 225"/>
                <a:gd name="T30" fmla="*/ 145 w 196"/>
                <a:gd name="T31" fmla="*/ 166 h 225"/>
                <a:gd name="T32" fmla="*/ 138 w 196"/>
                <a:gd name="T33" fmla="*/ 167 h 225"/>
                <a:gd name="T34" fmla="*/ 142 w 196"/>
                <a:gd name="T35" fmla="*/ 172 h 225"/>
                <a:gd name="T36" fmla="*/ 149 w 196"/>
                <a:gd name="T37" fmla="*/ 183 h 225"/>
                <a:gd name="T38" fmla="*/ 156 w 196"/>
                <a:gd name="T39" fmla="*/ 187 h 225"/>
                <a:gd name="T40" fmla="*/ 162 w 196"/>
                <a:gd name="T41" fmla="*/ 201 h 225"/>
                <a:gd name="T42" fmla="*/ 150 w 196"/>
                <a:gd name="T43" fmla="*/ 213 h 225"/>
                <a:gd name="T44" fmla="*/ 144 w 196"/>
                <a:gd name="T45" fmla="*/ 220 h 225"/>
                <a:gd name="T46" fmla="*/ 129 w 196"/>
                <a:gd name="T47" fmla="*/ 221 h 225"/>
                <a:gd name="T48" fmla="*/ 124 w 196"/>
                <a:gd name="T49" fmla="*/ 225 h 225"/>
                <a:gd name="T50" fmla="*/ 115 w 196"/>
                <a:gd name="T51" fmla="*/ 221 h 225"/>
                <a:gd name="T52" fmla="*/ 111 w 196"/>
                <a:gd name="T53" fmla="*/ 224 h 225"/>
                <a:gd name="T54" fmla="*/ 106 w 196"/>
                <a:gd name="T55" fmla="*/ 221 h 225"/>
                <a:gd name="T56" fmla="*/ 99 w 196"/>
                <a:gd name="T57" fmla="*/ 214 h 225"/>
                <a:gd name="T58" fmla="*/ 91 w 196"/>
                <a:gd name="T59" fmla="*/ 210 h 225"/>
                <a:gd name="T60" fmla="*/ 84 w 196"/>
                <a:gd name="T61" fmla="*/ 212 h 225"/>
                <a:gd name="T62" fmla="*/ 77 w 196"/>
                <a:gd name="T63" fmla="*/ 214 h 225"/>
                <a:gd name="T64" fmla="*/ 70 w 196"/>
                <a:gd name="T65" fmla="*/ 206 h 225"/>
                <a:gd name="T66" fmla="*/ 65 w 196"/>
                <a:gd name="T67" fmla="*/ 202 h 225"/>
                <a:gd name="T68" fmla="*/ 58 w 196"/>
                <a:gd name="T69" fmla="*/ 193 h 225"/>
                <a:gd name="T70" fmla="*/ 53 w 196"/>
                <a:gd name="T71" fmla="*/ 185 h 225"/>
                <a:gd name="T72" fmla="*/ 45 w 196"/>
                <a:gd name="T73" fmla="*/ 181 h 225"/>
                <a:gd name="T74" fmla="*/ 44 w 196"/>
                <a:gd name="T75" fmla="*/ 175 h 225"/>
                <a:gd name="T76" fmla="*/ 38 w 196"/>
                <a:gd name="T77" fmla="*/ 170 h 225"/>
                <a:gd name="T78" fmla="*/ 29 w 196"/>
                <a:gd name="T79" fmla="*/ 163 h 225"/>
                <a:gd name="T80" fmla="*/ 21 w 196"/>
                <a:gd name="T81" fmla="*/ 162 h 225"/>
                <a:gd name="T82" fmla="*/ 21 w 196"/>
                <a:gd name="T83" fmla="*/ 151 h 225"/>
                <a:gd name="T84" fmla="*/ 12 w 196"/>
                <a:gd name="T85" fmla="*/ 137 h 225"/>
                <a:gd name="T86" fmla="*/ 12 w 196"/>
                <a:gd name="T87" fmla="*/ 131 h 225"/>
                <a:gd name="T88" fmla="*/ 7 w 196"/>
                <a:gd name="T89" fmla="*/ 121 h 225"/>
                <a:gd name="T90" fmla="*/ 7 w 196"/>
                <a:gd name="T91" fmla="*/ 113 h 225"/>
                <a:gd name="T92" fmla="*/ 4 w 196"/>
                <a:gd name="T93" fmla="*/ 108 h 225"/>
                <a:gd name="T94" fmla="*/ 7 w 196"/>
                <a:gd name="T95" fmla="*/ 99 h 225"/>
                <a:gd name="T96" fmla="*/ 9 w 196"/>
                <a:gd name="T97" fmla="*/ 91 h 225"/>
                <a:gd name="T98" fmla="*/ 16 w 196"/>
                <a:gd name="T99" fmla="*/ 77 h 225"/>
                <a:gd name="T100" fmla="*/ 24 w 196"/>
                <a:gd name="T101" fmla="*/ 29 h 225"/>
                <a:gd name="T102" fmla="*/ 175 w 196"/>
                <a:gd name="T103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6" h="225">
                  <a:moveTo>
                    <a:pt x="175" y="0"/>
                  </a:moveTo>
                  <a:lnTo>
                    <a:pt x="175" y="1"/>
                  </a:lnTo>
                  <a:lnTo>
                    <a:pt x="175" y="1"/>
                  </a:lnTo>
                  <a:lnTo>
                    <a:pt x="175" y="2"/>
                  </a:lnTo>
                  <a:lnTo>
                    <a:pt x="175" y="2"/>
                  </a:lnTo>
                  <a:lnTo>
                    <a:pt x="175" y="4"/>
                  </a:lnTo>
                  <a:lnTo>
                    <a:pt x="175" y="4"/>
                  </a:lnTo>
                  <a:lnTo>
                    <a:pt x="177" y="5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79" y="12"/>
                  </a:lnTo>
                  <a:lnTo>
                    <a:pt x="179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7" y="10"/>
                  </a:lnTo>
                  <a:lnTo>
                    <a:pt x="178" y="13"/>
                  </a:lnTo>
                  <a:lnTo>
                    <a:pt x="181" y="21"/>
                  </a:lnTo>
                  <a:lnTo>
                    <a:pt x="181" y="26"/>
                  </a:lnTo>
                  <a:lnTo>
                    <a:pt x="181" y="30"/>
                  </a:lnTo>
                  <a:lnTo>
                    <a:pt x="182" y="35"/>
                  </a:lnTo>
                  <a:lnTo>
                    <a:pt x="185" y="39"/>
                  </a:lnTo>
                  <a:lnTo>
                    <a:pt x="186" y="39"/>
                  </a:lnTo>
                  <a:lnTo>
                    <a:pt x="191" y="43"/>
                  </a:lnTo>
                  <a:lnTo>
                    <a:pt x="191" y="46"/>
                  </a:lnTo>
                  <a:lnTo>
                    <a:pt x="194" y="46"/>
                  </a:lnTo>
                  <a:lnTo>
                    <a:pt x="196" y="47"/>
                  </a:lnTo>
                  <a:lnTo>
                    <a:pt x="196" y="49"/>
                  </a:lnTo>
                  <a:lnTo>
                    <a:pt x="196" y="49"/>
                  </a:lnTo>
                  <a:lnTo>
                    <a:pt x="195" y="51"/>
                  </a:lnTo>
                  <a:lnTo>
                    <a:pt x="194" y="52"/>
                  </a:lnTo>
                  <a:lnTo>
                    <a:pt x="191" y="52"/>
                  </a:lnTo>
                  <a:lnTo>
                    <a:pt x="191" y="54"/>
                  </a:lnTo>
                  <a:lnTo>
                    <a:pt x="189" y="54"/>
                  </a:lnTo>
                  <a:lnTo>
                    <a:pt x="187" y="55"/>
                  </a:lnTo>
                  <a:lnTo>
                    <a:pt x="185" y="55"/>
                  </a:lnTo>
                  <a:lnTo>
                    <a:pt x="185" y="56"/>
                  </a:lnTo>
                  <a:lnTo>
                    <a:pt x="185" y="58"/>
                  </a:lnTo>
                  <a:lnTo>
                    <a:pt x="185" y="59"/>
                  </a:lnTo>
                  <a:lnTo>
                    <a:pt x="181" y="59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8" y="66"/>
                  </a:lnTo>
                  <a:lnTo>
                    <a:pt x="179" y="66"/>
                  </a:lnTo>
                  <a:lnTo>
                    <a:pt x="181" y="67"/>
                  </a:lnTo>
                  <a:lnTo>
                    <a:pt x="179" y="68"/>
                  </a:lnTo>
                  <a:lnTo>
                    <a:pt x="178" y="72"/>
                  </a:lnTo>
                  <a:lnTo>
                    <a:pt x="177" y="77"/>
                  </a:lnTo>
                  <a:lnTo>
                    <a:pt x="175" y="80"/>
                  </a:lnTo>
                  <a:lnTo>
                    <a:pt x="175" y="83"/>
                  </a:lnTo>
                  <a:lnTo>
                    <a:pt x="174" y="84"/>
                  </a:lnTo>
                  <a:lnTo>
                    <a:pt x="174" y="87"/>
                  </a:lnTo>
                  <a:lnTo>
                    <a:pt x="175" y="92"/>
                  </a:lnTo>
                  <a:lnTo>
                    <a:pt x="175" y="95"/>
                  </a:lnTo>
                  <a:lnTo>
                    <a:pt x="177" y="95"/>
                  </a:lnTo>
                  <a:lnTo>
                    <a:pt x="175" y="95"/>
                  </a:lnTo>
                  <a:lnTo>
                    <a:pt x="174" y="99"/>
                  </a:lnTo>
                  <a:lnTo>
                    <a:pt x="174" y="102"/>
                  </a:lnTo>
                  <a:lnTo>
                    <a:pt x="171" y="108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6" y="113"/>
                  </a:lnTo>
                  <a:lnTo>
                    <a:pt x="166" y="114"/>
                  </a:lnTo>
                  <a:lnTo>
                    <a:pt x="163" y="120"/>
                  </a:lnTo>
                  <a:lnTo>
                    <a:pt x="163" y="121"/>
                  </a:lnTo>
                  <a:lnTo>
                    <a:pt x="160" y="124"/>
                  </a:lnTo>
                  <a:lnTo>
                    <a:pt x="158" y="127"/>
                  </a:lnTo>
                  <a:lnTo>
                    <a:pt x="156" y="135"/>
                  </a:lnTo>
                  <a:lnTo>
                    <a:pt x="154" y="135"/>
                  </a:lnTo>
                  <a:lnTo>
                    <a:pt x="154" y="135"/>
                  </a:lnTo>
                  <a:lnTo>
                    <a:pt x="153" y="137"/>
                  </a:lnTo>
                  <a:lnTo>
                    <a:pt x="150" y="141"/>
                  </a:lnTo>
                  <a:lnTo>
                    <a:pt x="150" y="143"/>
                  </a:lnTo>
                  <a:lnTo>
                    <a:pt x="150" y="145"/>
                  </a:lnTo>
                  <a:lnTo>
                    <a:pt x="150" y="147"/>
                  </a:lnTo>
                  <a:lnTo>
                    <a:pt x="149" y="150"/>
                  </a:lnTo>
                  <a:lnTo>
                    <a:pt x="148" y="152"/>
                  </a:lnTo>
                  <a:lnTo>
                    <a:pt x="148" y="158"/>
                  </a:lnTo>
                  <a:lnTo>
                    <a:pt x="148" y="163"/>
                  </a:lnTo>
                  <a:lnTo>
                    <a:pt x="146" y="164"/>
                  </a:lnTo>
                  <a:lnTo>
                    <a:pt x="145" y="166"/>
                  </a:lnTo>
                  <a:lnTo>
                    <a:pt x="144" y="166"/>
                  </a:lnTo>
                  <a:lnTo>
                    <a:pt x="142" y="164"/>
                  </a:lnTo>
                  <a:lnTo>
                    <a:pt x="141" y="166"/>
                  </a:lnTo>
                  <a:lnTo>
                    <a:pt x="138" y="164"/>
                  </a:lnTo>
                  <a:lnTo>
                    <a:pt x="138" y="167"/>
                  </a:lnTo>
                  <a:lnTo>
                    <a:pt x="137" y="168"/>
                  </a:lnTo>
                  <a:lnTo>
                    <a:pt x="135" y="171"/>
                  </a:lnTo>
                  <a:lnTo>
                    <a:pt x="136" y="172"/>
                  </a:lnTo>
                  <a:lnTo>
                    <a:pt x="137" y="172"/>
                  </a:lnTo>
                  <a:lnTo>
                    <a:pt x="142" y="172"/>
                  </a:lnTo>
                  <a:lnTo>
                    <a:pt x="144" y="174"/>
                  </a:lnTo>
                  <a:lnTo>
                    <a:pt x="146" y="176"/>
                  </a:lnTo>
                  <a:lnTo>
                    <a:pt x="146" y="177"/>
                  </a:lnTo>
                  <a:lnTo>
                    <a:pt x="148" y="179"/>
                  </a:lnTo>
                  <a:lnTo>
                    <a:pt x="149" y="183"/>
                  </a:lnTo>
                  <a:lnTo>
                    <a:pt x="152" y="184"/>
                  </a:lnTo>
                  <a:lnTo>
                    <a:pt x="152" y="184"/>
                  </a:lnTo>
                  <a:lnTo>
                    <a:pt x="153" y="185"/>
                  </a:lnTo>
                  <a:lnTo>
                    <a:pt x="154" y="185"/>
                  </a:lnTo>
                  <a:lnTo>
                    <a:pt x="156" y="187"/>
                  </a:lnTo>
                  <a:lnTo>
                    <a:pt x="157" y="189"/>
                  </a:lnTo>
                  <a:lnTo>
                    <a:pt x="160" y="191"/>
                  </a:lnTo>
                  <a:lnTo>
                    <a:pt x="160" y="196"/>
                  </a:lnTo>
                  <a:lnTo>
                    <a:pt x="161" y="197"/>
                  </a:lnTo>
                  <a:lnTo>
                    <a:pt x="162" y="201"/>
                  </a:lnTo>
                  <a:lnTo>
                    <a:pt x="158" y="205"/>
                  </a:lnTo>
                  <a:lnTo>
                    <a:pt x="154" y="210"/>
                  </a:lnTo>
                  <a:lnTo>
                    <a:pt x="153" y="209"/>
                  </a:lnTo>
                  <a:lnTo>
                    <a:pt x="152" y="212"/>
                  </a:lnTo>
                  <a:lnTo>
                    <a:pt x="150" y="213"/>
                  </a:lnTo>
                  <a:lnTo>
                    <a:pt x="149" y="213"/>
                  </a:lnTo>
                  <a:lnTo>
                    <a:pt x="148" y="216"/>
                  </a:lnTo>
                  <a:lnTo>
                    <a:pt x="148" y="216"/>
                  </a:lnTo>
                  <a:lnTo>
                    <a:pt x="145" y="217"/>
                  </a:lnTo>
                  <a:lnTo>
                    <a:pt x="144" y="220"/>
                  </a:lnTo>
                  <a:lnTo>
                    <a:pt x="141" y="221"/>
                  </a:lnTo>
                  <a:lnTo>
                    <a:pt x="138" y="220"/>
                  </a:lnTo>
                  <a:lnTo>
                    <a:pt x="135" y="220"/>
                  </a:lnTo>
                  <a:lnTo>
                    <a:pt x="132" y="221"/>
                  </a:lnTo>
                  <a:lnTo>
                    <a:pt x="129" y="221"/>
                  </a:lnTo>
                  <a:lnTo>
                    <a:pt x="129" y="221"/>
                  </a:lnTo>
                  <a:lnTo>
                    <a:pt x="127" y="221"/>
                  </a:lnTo>
                  <a:lnTo>
                    <a:pt x="125" y="222"/>
                  </a:lnTo>
                  <a:lnTo>
                    <a:pt x="125" y="225"/>
                  </a:lnTo>
                  <a:lnTo>
                    <a:pt x="124" y="225"/>
                  </a:lnTo>
                  <a:lnTo>
                    <a:pt x="121" y="224"/>
                  </a:lnTo>
                  <a:lnTo>
                    <a:pt x="121" y="222"/>
                  </a:lnTo>
                  <a:lnTo>
                    <a:pt x="119" y="221"/>
                  </a:lnTo>
                  <a:lnTo>
                    <a:pt x="117" y="222"/>
                  </a:lnTo>
                  <a:lnTo>
                    <a:pt x="115" y="221"/>
                  </a:lnTo>
                  <a:lnTo>
                    <a:pt x="112" y="220"/>
                  </a:lnTo>
                  <a:lnTo>
                    <a:pt x="111" y="221"/>
                  </a:lnTo>
                  <a:lnTo>
                    <a:pt x="111" y="222"/>
                  </a:lnTo>
                  <a:lnTo>
                    <a:pt x="111" y="224"/>
                  </a:lnTo>
                  <a:lnTo>
                    <a:pt x="111" y="224"/>
                  </a:lnTo>
                  <a:lnTo>
                    <a:pt x="109" y="224"/>
                  </a:lnTo>
                  <a:lnTo>
                    <a:pt x="107" y="224"/>
                  </a:lnTo>
                  <a:lnTo>
                    <a:pt x="107" y="224"/>
                  </a:lnTo>
                  <a:lnTo>
                    <a:pt x="107" y="222"/>
                  </a:lnTo>
                  <a:lnTo>
                    <a:pt x="106" y="221"/>
                  </a:lnTo>
                  <a:lnTo>
                    <a:pt x="106" y="220"/>
                  </a:lnTo>
                  <a:lnTo>
                    <a:pt x="104" y="218"/>
                  </a:lnTo>
                  <a:lnTo>
                    <a:pt x="103" y="217"/>
                  </a:lnTo>
                  <a:lnTo>
                    <a:pt x="100" y="216"/>
                  </a:lnTo>
                  <a:lnTo>
                    <a:pt x="99" y="214"/>
                  </a:lnTo>
                  <a:lnTo>
                    <a:pt x="98" y="213"/>
                  </a:lnTo>
                  <a:lnTo>
                    <a:pt x="96" y="210"/>
                  </a:lnTo>
                  <a:lnTo>
                    <a:pt x="95" y="209"/>
                  </a:lnTo>
                  <a:lnTo>
                    <a:pt x="92" y="209"/>
                  </a:lnTo>
                  <a:lnTo>
                    <a:pt x="91" y="210"/>
                  </a:lnTo>
                  <a:lnTo>
                    <a:pt x="90" y="212"/>
                  </a:lnTo>
                  <a:lnTo>
                    <a:pt x="88" y="213"/>
                  </a:lnTo>
                  <a:lnTo>
                    <a:pt x="87" y="213"/>
                  </a:lnTo>
                  <a:lnTo>
                    <a:pt x="87" y="212"/>
                  </a:lnTo>
                  <a:lnTo>
                    <a:pt x="84" y="212"/>
                  </a:lnTo>
                  <a:lnTo>
                    <a:pt x="82" y="212"/>
                  </a:lnTo>
                  <a:lnTo>
                    <a:pt x="81" y="213"/>
                  </a:lnTo>
                  <a:lnTo>
                    <a:pt x="79" y="214"/>
                  </a:lnTo>
                  <a:lnTo>
                    <a:pt x="78" y="214"/>
                  </a:lnTo>
                  <a:lnTo>
                    <a:pt x="77" y="214"/>
                  </a:lnTo>
                  <a:lnTo>
                    <a:pt x="74" y="212"/>
                  </a:lnTo>
                  <a:lnTo>
                    <a:pt x="73" y="210"/>
                  </a:lnTo>
                  <a:lnTo>
                    <a:pt x="71" y="210"/>
                  </a:lnTo>
                  <a:lnTo>
                    <a:pt x="70" y="208"/>
                  </a:lnTo>
                  <a:lnTo>
                    <a:pt x="70" y="206"/>
                  </a:lnTo>
                  <a:lnTo>
                    <a:pt x="69" y="206"/>
                  </a:lnTo>
                  <a:lnTo>
                    <a:pt x="69" y="206"/>
                  </a:lnTo>
                  <a:lnTo>
                    <a:pt x="69" y="205"/>
                  </a:lnTo>
                  <a:lnTo>
                    <a:pt x="66" y="202"/>
                  </a:lnTo>
                  <a:lnTo>
                    <a:pt x="65" y="202"/>
                  </a:lnTo>
                  <a:lnTo>
                    <a:pt x="65" y="199"/>
                  </a:lnTo>
                  <a:lnTo>
                    <a:pt x="65" y="197"/>
                  </a:lnTo>
                  <a:lnTo>
                    <a:pt x="62" y="196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58" y="192"/>
                  </a:lnTo>
                  <a:lnTo>
                    <a:pt x="57" y="191"/>
                  </a:lnTo>
                  <a:lnTo>
                    <a:pt x="54" y="189"/>
                  </a:lnTo>
                  <a:lnTo>
                    <a:pt x="54" y="188"/>
                  </a:lnTo>
                  <a:lnTo>
                    <a:pt x="53" y="185"/>
                  </a:lnTo>
                  <a:lnTo>
                    <a:pt x="53" y="184"/>
                  </a:lnTo>
                  <a:lnTo>
                    <a:pt x="49" y="181"/>
                  </a:lnTo>
                  <a:lnTo>
                    <a:pt x="48" y="181"/>
                  </a:lnTo>
                  <a:lnTo>
                    <a:pt x="46" y="180"/>
                  </a:lnTo>
                  <a:lnTo>
                    <a:pt x="45" y="181"/>
                  </a:lnTo>
                  <a:lnTo>
                    <a:pt x="42" y="180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6"/>
                  </a:lnTo>
                  <a:lnTo>
                    <a:pt x="44" y="175"/>
                  </a:lnTo>
                  <a:lnTo>
                    <a:pt x="44" y="174"/>
                  </a:lnTo>
                  <a:lnTo>
                    <a:pt x="42" y="172"/>
                  </a:lnTo>
                  <a:lnTo>
                    <a:pt x="41" y="172"/>
                  </a:lnTo>
                  <a:lnTo>
                    <a:pt x="38" y="171"/>
                  </a:lnTo>
                  <a:lnTo>
                    <a:pt x="38" y="170"/>
                  </a:lnTo>
                  <a:lnTo>
                    <a:pt x="36" y="168"/>
                  </a:lnTo>
                  <a:lnTo>
                    <a:pt x="34" y="168"/>
                  </a:lnTo>
                  <a:lnTo>
                    <a:pt x="32" y="167"/>
                  </a:lnTo>
                  <a:lnTo>
                    <a:pt x="29" y="166"/>
                  </a:lnTo>
                  <a:lnTo>
                    <a:pt x="29" y="163"/>
                  </a:lnTo>
                  <a:lnTo>
                    <a:pt x="29" y="162"/>
                  </a:lnTo>
                  <a:lnTo>
                    <a:pt x="29" y="160"/>
                  </a:lnTo>
                  <a:lnTo>
                    <a:pt x="25" y="160"/>
                  </a:lnTo>
                  <a:lnTo>
                    <a:pt x="24" y="162"/>
                  </a:lnTo>
                  <a:lnTo>
                    <a:pt x="21" y="162"/>
                  </a:lnTo>
                  <a:lnTo>
                    <a:pt x="20" y="160"/>
                  </a:lnTo>
                  <a:lnTo>
                    <a:pt x="20" y="156"/>
                  </a:lnTo>
                  <a:lnTo>
                    <a:pt x="20" y="154"/>
                  </a:lnTo>
                  <a:lnTo>
                    <a:pt x="21" y="154"/>
                  </a:lnTo>
                  <a:lnTo>
                    <a:pt x="21" y="151"/>
                  </a:lnTo>
                  <a:lnTo>
                    <a:pt x="21" y="149"/>
                  </a:lnTo>
                  <a:lnTo>
                    <a:pt x="19" y="145"/>
                  </a:lnTo>
                  <a:lnTo>
                    <a:pt x="16" y="141"/>
                  </a:lnTo>
                  <a:lnTo>
                    <a:pt x="15" y="139"/>
                  </a:lnTo>
                  <a:lnTo>
                    <a:pt x="12" y="137"/>
                  </a:lnTo>
                  <a:lnTo>
                    <a:pt x="13" y="137"/>
                  </a:lnTo>
                  <a:lnTo>
                    <a:pt x="13" y="134"/>
                  </a:lnTo>
                  <a:lnTo>
                    <a:pt x="12" y="133"/>
                  </a:lnTo>
                  <a:lnTo>
                    <a:pt x="12" y="133"/>
                  </a:lnTo>
                  <a:lnTo>
                    <a:pt x="12" y="131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8" y="126"/>
                  </a:lnTo>
                  <a:lnTo>
                    <a:pt x="7" y="124"/>
                  </a:lnTo>
                  <a:lnTo>
                    <a:pt x="7" y="121"/>
                  </a:lnTo>
                  <a:lnTo>
                    <a:pt x="5" y="118"/>
                  </a:lnTo>
                  <a:lnTo>
                    <a:pt x="7" y="117"/>
                  </a:lnTo>
                  <a:lnTo>
                    <a:pt x="5" y="116"/>
                  </a:lnTo>
                  <a:lnTo>
                    <a:pt x="7" y="116"/>
                  </a:lnTo>
                  <a:lnTo>
                    <a:pt x="7" y="113"/>
                  </a:lnTo>
                  <a:lnTo>
                    <a:pt x="5" y="113"/>
                  </a:lnTo>
                  <a:lnTo>
                    <a:pt x="3" y="116"/>
                  </a:lnTo>
                  <a:lnTo>
                    <a:pt x="0" y="114"/>
                  </a:lnTo>
                  <a:lnTo>
                    <a:pt x="0" y="112"/>
                  </a:lnTo>
                  <a:lnTo>
                    <a:pt x="4" y="108"/>
                  </a:lnTo>
                  <a:lnTo>
                    <a:pt x="5" y="105"/>
                  </a:lnTo>
                  <a:lnTo>
                    <a:pt x="5" y="102"/>
                  </a:lnTo>
                  <a:lnTo>
                    <a:pt x="3" y="101"/>
                  </a:lnTo>
                  <a:lnTo>
                    <a:pt x="4" y="100"/>
                  </a:lnTo>
                  <a:lnTo>
                    <a:pt x="7" y="99"/>
                  </a:lnTo>
                  <a:lnTo>
                    <a:pt x="8" y="96"/>
                  </a:lnTo>
                  <a:lnTo>
                    <a:pt x="7" y="95"/>
                  </a:lnTo>
                  <a:lnTo>
                    <a:pt x="5" y="93"/>
                  </a:lnTo>
                  <a:lnTo>
                    <a:pt x="8" y="91"/>
                  </a:lnTo>
                  <a:lnTo>
                    <a:pt x="9" y="91"/>
                  </a:lnTo>
                  <a:lnTo>
                    <a:pt x="13" y="85"/>
                  </a:lnTo>
                  <a:lnTo>
                    <a:pt x="15" y="83"/>
                  </a:lnTo>
                  <a:lnTo>
                    <a:pt x="13" y="81"/>
                  </a:lnTo>
                  <a:lnTo>
                    <a:pt x="13" y="79"/>
                  </a:lnTo>
                  <a:lnTo>
                    <a:pt x="16" y="77"/>
                  </a:lnTo>
                  <a:lnTo>
                    <a:pt x="19" y="77"/>
                  </a:lnTo>
                  <a:lnTo>
                    <a:pt x="20" y="77"/>
                  </a:lnTo>
                  <a:lnTo>
                    <a:pt x="23" y="76"/>
                  </a:lnTo>
                  <a:lnTo>
                    <a:pt x="24" y="76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25"/>
                  </a:lnTo>
                  <a:lnTo>
                    <a:pt x="34" y="24"/>
                  </a:lnTo>
                  <a:lnTo>
                    <a:pt x="34" y="1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3" name="Freeform 438">
              <a:extLst>
                <a:ext uri="{FF2B5EF4-FFF2-40B4-BE49-F238E27FC236}">
                  <a16:creationId xmlns:a16="http://schemas.microsoft.com/office/drawing/2014/main" id="{F7F96C17-4602-43D4-960B-2F295AD05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-6309" y="3507786"/>
              <a:ext cx="1153022" cy="872729"/>
            </a:xfrm>
            <a:custGeom>
              <a:avLst/>
              <a:gdLst>
                <a:gd name="T0" fmla="*/ 54 w 181"/>
                <a:gd name="T1" fmla="*/ 2 h 137"/>
                <a:gd name="T2" fmla="*/ 63 w 181"/>
                <a:gd name="T3" fmla="*/ 2 h 137"/>
                <a:gd name="T4" fmla="*/ 67 w 181"/>
                <a:gd name="T5" fmla="*/ 2 h 137"/>
                <a:gd name="T6" fmla="*/ 73 w 181"/>
                <a:gd name="T7" fmla="*/ 5 h 137"/>
                <a:gd name="T8" fmla="*/ 80 w 181"/>
                <a:gd name="T9" fmla="*/ 6 h 137"/>
                <a:gd name="T10" fmla="*/ 86 w 181"/>
                <a:gd name="T11" fmla="*/ 13 h 137"/>
                <a:gd name="T12" fmla="*/ 93 w 181"/>
                <a:gd name="T13" fmla="*/ 14 h 137"/>
                <a:gd name="T14" fmla="*/ 100 w 181"/>
                <a:gd name="T15" fmla="*/ 21 h 137"/>
                <a:gd name="T16" fmla="*/ 105 w 181"/>
                <a:gd name="T17" fmla="*/ 26 h 137"/>
                <a:gd name="T18" fmla="*/ 110 w 181"/>
                <a:gd name="T19" fmla="*/ 31 h 137"/>
                <a:gd name="T20" fmla="*/ 106 w 181"/>
                <a:gd name="T21" fmla="*/ 38 h 137"/>
                <a:gd name="T22" fmla="*/ 105 w 181"/>
                <a:gd name="T23" fmla="*/ 44 h 137"/>
                <a:gd name="T24" fmla="*/ 109 w 181"/>
                <a:gd name="T25" fmla="*/ 48 h 137"/>
                <a:gd name="T26" fmla="*/ 117 w 181"/>
                <a:gd name="T27" fmla="*/ 47 h 137"/>
                <a:gd name="T28" fmla="*/ 119 w 181"/>
                <a:gd name="T29" fmla="*/ 60 h 137"/>
                <a:gd name="T30" fmla="*/ 123 w 181"/>
                <a:gd name="T31" fmla="*/ 68 h 137"/>
                <a:gd name="T32" fmla="*/ 165 w 181"/>
                <a:gd name="T33" fmla="*/ 83 h 137"/>
                <a:gd name="T34" fmla="*/ 136 w 181"/>
                <a:gd name="T35" fmla="*/ 118 h 137"/>
                <a:gd name="T36" fmla="*/ 125 w 181"/>
                <a:gd name="T37" fmla="*/ 121 h 137"/>
                <a:gd name="T38" fmla="*/ 118 w 181"/>
                <a:gd name="T39" fmla="*/ 126 h 137"/>
                <a:gd name="T40" fmla="*/ 107 w 181"/>
                <a:gd name="T41" fmla="*/ 130 h 137"/>
                <a:gd name="T42" fmla="*/ 104 w 181"/>
                <a:gd name="T43" fmla="*/ 131 h 137"/>
                <a:gd name="T44" fmla="*/ 96 w 181"/>
                <a:gd name="T45" fmla="*/ 129 h 137"/>
                <a:gd name="T46" fmla="*/ 88 w 181"/>
                <a:gd name="T47" fmla="*/ 130 h 137"/>
                <a:gd name="T48" fmla="*/ 81 w 181"/>
                <a:gd name="T49" fmla="*/ 131 h 137"/>
                <a:gd name="T50" fmla="*/ 75 w 181"/>
                <a:gd name="T51" fmla="*/ 137 h 137"/>
                <a:gd name="T52" fmla="*/ 67 w 181"/>
                <a:gd name="T53" fmla="*/ 135 h 137"/>
                <a:gd name="T54" fmla="*/ 59 w 181"/>
                <a:gd name="T55" fmla="*/ 133 h 137"/>
                <a:gd name="T56" fmla="*/ 48 w 181"/>
                <a:gd name="T57" fmla="*/ 125 h 137"/>
                <a:gd name="T58" fmla="*/ 38 w 181"/>
                <a:gd name="T59" fmla="*/ 125 h 137"/>
                <a:gd name="T60" fmla="*/ 32 w 181"/>
                <a:gd name="T61" fmla="*/ 115 h 137"/>
                <a:gd name="T62" fmla="*/ 27 w 181"/>
                <a:gd name="T63" fmla="*/ 113 h 137"/>
                <a:gd name="T64" fmla="*/ 25 w 181"/>
                <a:gd name="T65" fmla="*/ 109 h 137"/>
                <a:gd name="T66" fmla="*/ 21 w 181"/>
                <a:gd name="T67" fmla="*/ 100 h 137"/>
                <a:gd name="T68" fmla="*/ 17 w 181"/>
                <a:gd name="T69" fmla="*/ 97 h 137"/>
                <a:gd name="T70" fmla="*/ 13 w 181"/>
                <a:gd name="T71" fmla="*/ 92 h 137"/>
                <a:gd name="T72" fmla="*/ 9 w 181"/>
                <a:gd name="T73" fmla="*/ 87 h 137"/>
                <a:gd name="T74" fmla="*/ 1 w 181"/>
                <a:gd name="T75" fmla="*/ 85 h 137"/>
                <a:gd name="T76" fmla="*/ 3 w 181"/>
                <a:gd name="T77" fmla="*/ 80 h 137"/>
                <a:gd name="T78" fmla="*/ 7 w 181"/>
                <a:gd name="T79" fmla="*/ 77 h 137"/>
                <a:gd name="T80" fmla="*/ 11 w 181"/>
                <a:gd name="T81" fmla="*/ 77 h 137"/>
                <a:gd name="T82" fmla="*/ 13 w 181"/>
                <a:gd name="T83" fmla="*/ 65 h 137"/>
                <a:gd name="T84" fmla="*/ 15 w 181"/>
                <a:gd name="T85" fmla="*/ 58 h 137"/>
                <a:gd name="T86" fmla="*/ 18 w 181"/>
                <a:gd name="T87" fmla="*/ 50 h 137"/>
                <a:gd name="T88" fmla="*/ 21 w 181"/>
                <a:gd name="T89" fmla="*/ 48 h 137"/>
                <a:gd name="T90" fmla="*/ 28 w 181"/>
                <a:gd name="T91" fmla="*/ 34 h 137"/>
                <a:gd name="T92" fmla="*/ 31 w 181"/>
                <a:gd name="T93" fmla="*/ 26 h 137"/>
                <a:gd name="T94" fmla="*/ 36 w 181"/>
                <a:gd name="T95" fmla="*/ 21 h 137"/>
                <a:gd name="T96" fmla="*/ 40 w 181"/>
                <a:gd name="T97" fmla="*/ 8 h 137"/>
                <a:gd name="T98" fmla="*/ 46 w 181"/>
                <a:gd name="T99" fmla="*/ 8 h 137"/>
                <a:gd name="T100" fmla="*/ 51 w 181"/>
                <a:gd name="T101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1" h="137">
                  <a:moveTo>
                    <a:pt x="51" y="0"/>
                  </a:moveTo>
                  <a:lnTo>
                    <a:pt x="52" y="1"/>
                  </a:lnTo>
                  <a:lnTo>
                    <a:pt x="54" y="2"/>
                  </a:lnTo>
                  <a:lnTo>
                    <a:pt x="57" y="4"/>
                  </a:lnTo>
                  <a:lnTo>
                    <a:pt x="60" y="4"/>
                  </a:lnTo>
                  <a:lnTo>
                    <a:pt x="63" y="2"/>
                  </a:lnTo>
                  <a:lnTo>
                    <a:pt x="64" y="1"/>
                  </a:lnTo>
                  <a:lnTo>
                    <a:pt x="67" y="2"/>
                  </a:lnTo>
                  <a:lnTo>
                    <a:pt x="67" y="2"/>
                  </a:lnTo>
                  <a:lnTo>
                    <a:pt x="69" y="2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5" y="4"/>
                  </a:lnTo>
                  <a:lnTo>
                    <a:pt x="77" y="5"/>
                  </a:lnTo>
                  <a:lnTo>
                    <a:pt x="80" y="6"/>
                  </a:lnTo>
                  <a:lnTo>
                    <a:pt x="81" y="6"/>
                  </a:lnTo>
                  <a:lnTo>
                    <a:pt x="85" y="10"/>
                  </a:lnTo>
                  <a:lnTo>
                    <a:pt x="86" y="13"/>
                  </a:lnTo>
                  <a:lnTo>
                    <a:pt x="90" y="13"/>
                  </a:lnTo>
                  <a:lnTo>
                    <a:pt x="90" y="14"/>
                  </a:lnTo>
                  <a:lnTo>
                    <a:pt x="93" y="14"/>
                  </a:lnTo>
                  <a:lnTo>
                    <a:pt x="93" y="15"/>
                  </a:lnTo>
                  <a:lnTo>
                    <a:pt x="96" y="17"/>
                  </a:lnTo>
                  <a:lnTo>
                    <a:pt x="100" y="21"/>
                  </a:lnTo>
                  <a:lnTo>
                    <a:pt x="102" y="21"/>
                  </a:lnTo>
                  <a:lnTo>
                    <a:pt x="104" y="23"/>
                  </a:lnTo>
                  <a:lnTo>
                    <a:pt x="105" y="26"/>
                  </a:lnTo>
                  <a:lnTo>
                    <a:pt x="105" y="27"/>
                  </a:lnTo>
                  <a:lnTo>
                    <a:pt x="106" y="27"/>
                  </a:lnTo>
                  <a:lnTo>
                    <a:pt x="110" y="31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6" y="38"/>
                  </a:lnTo>
                  <a:lnTo>
                    <a:pt x="106" y="40"/>
                  </a:lnTo>
                  <a:lnTo>
                    <a:pt x="105" y="43"/>
                  </a:lnTo>
                  <a:lnTo>
                    <a:pt x="105" y="44"/>
                  </a:lnTo>
                  <a:lnTo>
                    <a:pt x="104" y="47"/>
                  </a:lnTo>
                  <a:lnTo>
                    <a:pt x="105" y="48"/>
                  </a:lnTo>
                  <a:lnTo>
                    <a:pt x="109" y="48"/>
                  </a:lnTo>
                  <a:lnTo>
                    <a:pt x="111" y="47"/>
                  </a:lnTo>
                  <a:lnTo>
                    <a:pt x="115" y="46"/>
                  </a:lnTo>
                  <a:lnTo>
                    <a:pt x="117" y="47"/>
                  </a:lnTo>
                  <a:lnTo>
                    <a:pt x="117" y="48"/>
                  </a:lnTo>
                  <a:lnTo>
                    <a:pt x="117" y="54"/>
                  </a:lnTo>
                  <a:lnTo>
                    <a:pt x="119" y="60"/>
                  </a:lnTo>
                  <a:lnTo>
                    <a:pt x="122" y="62"/>
                  </a:lnTo>
                  <a:lnTo>
                    <a:pt x="122" y="64"/>
                  </a:lnTo>
                  <a:lnTo>
                    <a:pt x="123" y="68"/>
                  </a:lnTo>
                  <a:lnTo>
                    <a:pt x="127" y="69"/>
                  </a:lnTo>
                  <a:lnTo>
                    <a:pt x="131" y="72"/>
                  </a:lnTo>
                  <a:lnTo>
                    <a:pt x="165" y="83"/>
                  </a:lnTo>
                  <a:lnTo>
                    <a:pt x="181" y="83"/>
                  </a:lnTo>
                  <a:lnTo>
                    <a:pt x="143" y="119"/>
                  </a:lnTo>
                  <a:lnTo>
                    <a:pt x="136" y="118"/>
                  </a:lnTo>
                  <a:lnTo>
                    <a:pt x="129" y="119"/>
                  </a:lnTo>
                  <a:lnTo>
                    <a:pt x="127" y="121"/>
                  </a:lnTo>
                  <a:lnTo>
                    <a:pt x="125" y="121"/>
                  </a:lnTo>
                  <a:lnTo>
                    <a:pt x="122" y="122"/>
                  </a:lnTo>
                  <a:lnTo>
                    <a:pt x="121" y="125"/>
                  </a:lnTo>
                  <a:lnTo>
                    <a:pt x="118" y="126"/>
                  </a:lnTo>
                  <a:lnTo>
                    <a:pt x="115" y="127"/>
                  </a:lnTo>
                  <a:lnTo>
                    <a:pt x="111" y="129"/>
                  </a:lnTo>
                  <a:lnTo>
                    <a:pt x="107" y="130"/>
                  </a:lnTo>
                  <a:lnTo>
                    <a:pt x="107" y="131"/>
                  </a:lnTo>
                  <a:lnTo>
                    <a:pt x="106" y="131"/>
                  </a:lnTo>
                  <a:lnTo>
                    <a:pt x="104" y="131"/>
                  </a:lnTo>
                  <a:lnTo>
                    <a:pt x="100" y="133"/>
                  </a:lnTo>
                  <a:lnTo>
                    <a:pt x="97" y="131"/>
                  </a:lnTo>
                  <a:lnTo>
                    <a:pt x="96" y="129"/>
                  </a:lnTo>
                  <a:lnTo>
                    <a:pt x="94" y="127"/>
                  </a:lnTo>
                  <a:lnTo>
                    <a:pt x="89" y="129"/>
                  </a:lnTo>
                  <a:lnTo>
                    <a:pt x="88" y="130"/>
                  </a:lnTo>
                  <a:lnTo>
                    <a:pt x="85" y="130"/>
                  </a:lnTo>
                  <a:lnTo>
                    <a:pt x="82" y="130"/>
                  </a:lnTo>
                  <a:lnTo>
                    <a:pt x="81" y="131"/>
                  </a:lnTo>
                  <a:lnTo>
                    <a:pt x="79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2" y="137"/>
                  </a:lnTo>
                  <a:lnTo>
                    <a:pt x="69" y="137"/>
                  </a:lnTo>
                  <a:lnTo>
                    <a:pt x="67" y="135"/>
                  </a:lnTo>
                  <a:lnTo>
                    <a:pt x="63" y="135"/>
                  </a:lnTo>
                  <a:lnTo>
                    <a:pt x="60" y="135"/>
                  </a:lnTo>
                  <a:lnTo>
                    <a:pt x="59" y="133"/>
                  </a:lnTo>
                  <a:lnTo>
                    <a:pt x="56" y="130"/>
                  </a:lnTo>
                  <a:lnTo>
                    <a:pt x="51" y="126"/>
                  </a:lnTo>
                  <a:lnTo>
                    <a:pt x="48" y="125"/>
                  </a:lnTo>
                  <a:lnTo>
                    <a:pt x="43" y="125"/>
                  </a:lnTo>
                  <a:lnTo>
                    <a:pt x="40" y="125"/>
                  </a:lnTo>
                  <a:lnTo>
                    <a:pt x="38" y="125"/>
                  </a:lnTo>
                  <a:lnTo>
                    <a:pt x="35" y="125"/>
                  </a:lnTo>
                  <a:lnTo>
                    <a:pt x="32" y="122"/>
                  </a:lnTo>
                  <a:lnTo>
                    <a:pt x="32" y="115"/>
                  </a:lnTo>
                  <a:lnTo>
                    <a:pt x="31" y="114"/>
                  </a:lnTo>
                  <a:lnTo>
                    <a:pt x="28" y="115"/>
                  </a:lnTo>
                  <a:lnTo>
                    <a:pt x="27" y="113"/>
                  </a:lnTo>
                  <a:lnTo>
                    <a:pt x="27" y="114"/>
                  </a:lnTo>
                  <a:lnTo>
                    <a:pt x="26" y="110"/>
                  </a:lnTo>
                  <a:lnTo>
                    <a:pt x="25" y="109"/>
                  </a:lnTo>
                  <a:lnTo>
                    <a:pt x="25" y="104"/>
                  </a:lnTo>
                  <a:lnTo>
                    <a:pt x="22" y="102"/>
                  </a:lnTo>
                  <a:lnTo>
                    <a:pt x="21" y="100"/>
                  </a:lnTo>
                  <a:lnTo>
                    <a:pt x="19" y="98"/>
                  </a:lnTo>
                  <a:lnTo>
                    <a:pt x="18" y="98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14" y="96"/>
                  </a:lnTo>
                  <a:lnTo>
                    <a:pt x="13" y="92"/>
                  </a:lnTo>
                  <a:lnTo>
                    <a:pt x="11" y="90"/>
                  </a:lnTo>
                  <a:lnTo>
                    <a:pt x="11" y="89"/>
                  </a:lnTo>
                  <a:lnTo>
                    <a:pt x="9" y="87"/>
                  </a:lnTo>
                  <a:lnTo>
                    <a:pt x="7" y="85"/>
                  </a:lnTo>
                  <a:lnTo>
                    <a:pt x="2" y="85"/>
                  </a:lnTo>
                  <a:lnTo>
                    <a:pt x="1" y="85"/>
                  </a:lnTo>
                  <a:lnTo>
                    <a:pt x="0" y="84"/>
                  </a:lnTo>
                  <a:lnTo>
                    <a:pt x="2" y="81"/>
                  </a:lnTo>
                  <a:lnTo>
                    <a:pt x="3" y="80"/>
                  </a:lnTo>
                  <a:lnTo>
                    <a:pt x="3" y="77"/>
                  </a:lnTo>
                  <a:lnTo>
                    <a:pt x="6" y="79"/>
                  </a:lnTo>
                  <a:lnTo>
                    <a:pt x="7" y="77"/>
                  </a:lnTo>
                  <a:lnTo>
                    <a:pt x="9" y="79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3" y="76"/>
                  </a:lnTo>
                  <a:lnTo>
                    <a:pt x="13" y="71"/>
                  </a:lnTo>
                  <a:lnTo>
                    <a:pt x="13" y="65"/>
                  </a:lnTo>
                  <a:lnTo>
                    <a:pt x="14" y="63"/>
                  </a:lnTo>
                  <a:lnTo>
                    <a:pt x="15" y="60"/>
                  </a:lnTo>
                  <a:lnTo>
                    <a:pt x="15" y="58"/>
                  </a:lnTo>
                  <a:lnTo>
                    <a:pt x="15" y="56"/>
                  </a:lnTo>
                  <a:lnTo>
                    <a:pt x="15" y="54"/>
                  </a:lnTo>
                  <a:lnTo>
                    <a:pt x="18" y="50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3" y="40"/>
                  </a:lnTo>
                  <a:lnTo>
                    <a:pt x="25" y="37"/>
                  </a:lnTo>
                  <a:lnTo>
                    <a:pt x="28" y="34"/>
                  </a:lnTo>
                  <a:lnTo>
                    <a:pt x="28" y="33"/>
                  </a:lnTo>
                  <a:lnTo>
                    <a:pt x="31" y="27"/>
                  </a:lnTo>
                  <a:lnTo>
                    <a:pt x="31" y="26"/>
                  </a:lnTo>
                  <a:lnTo>
                    <a:pt x="34" y="25"/>
                  </a:lnTo>
                  <a:lnTo>
                    <a:pt x="35" y="25"/>
                  </a:lnTo>
                  <a:lnTo>
                    <a:pt x="36" y="21"/>
                  </a:lnTo>
                  <a:lnTo>
                    <a:pt x="39" y="15"/>
                  </a:lnTo>
                  <a:lnTo>
                    <a:pt x="39" y="12"/>
                  </a:lnTo>
                  <a:lnTo>
                    <a:pt x="40" y="8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4" name="Freeform 439">
              <a:extLst>
                <a:ext uri="{FF2B5EF4-FFF2-40B4-BE49-F238E27FC236}">
                  <a16:creationId xmlns:a16="http://schemas.microsoft.com/office/drawing/2014/main" id="{23A1363D-6D8F-4B51-80AB-C5942DB00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35" y="3265716"/>
              <a:ext cx="503254" cy="439550"/>
            </a:xfrm>
            <a:custGeom>
              <a:avLst/>
              <a:gdLst>
                <a:gd name="T0" fmla="*/ 24 w 79"/>
                <a:gd name="T1" fmla="*/ 0 h 69"/>
                <a:gd name="T2" fmla="*/ 30 w 79"/>
                <a:gd name="T3" fmla="*/ 15 h 69"/>
                <a:gd name="T4" fmla="*/ 33 w 79"/>
                <a:gd name="T5" fmla="*/ 25 h 69"/>
                <a:gd name="T6" fmla="*/ 34 w 79"/>
                <a:gd name="T7" fmla="*/ 28 h 69"/>
                <a:gd name="T8" fmla="*/ 37 w 79"/>
                <a:gd name="T9" fmla="*/ 31 h 69"/>
                <a:gd name="T10" fmla="*/ 40 w 79"/>
                <a:gd name="T11" fmla="*/ 35 h 69"/>
                <a:gd name="T12" fmla="*/ 38 w 79"/>
                <a:gd name="T13" fmla="*/ 32 h 69"/>
                <a:gd name="T14" fmla="*/ 40 w 79"/>
                <a:gd name="T15" fmla="*/ 30 h 69"/>
                <a:gd name="T16" fmla="*/ 41 w 79"/>
                <a:gd name="T17" fmla="*/ 34 h 69"/>
                <a:gd name="T18" fmla="*/ 45 w 79"/>
                <a:gd name="T19" fmla="*/ 38 h 69"/>
                <a:gd name="T20" fmla="*/ 47 w 79"/>
                <a:gd name="T21" fmla="*/ 36 h 69"/>
                <a:gd name="T22" fmla="*/ 50 w 79"/>
                <a:gd name="T23" fmla="*/ 36 h 69"/>
                <a:gd name="T24" fmla="*/ 53 w 79"/>
                <a:gd name="T25" fmla="*/ 40 h 69"/>
                <a:gd name="T26" fmla="*/ 57 w 79"/>
                <a:gd name="T27" fmla="*/ 43 h 69"/>
                <a:gd name="T28" fmla="*/ 62 w 79"/>
                <a:gd name="T29" fmla="*/ 50 h 69"/>
                <a:gd name="T30" fmla="*/ 67 w 79"/>
                <a:gd name="T31" fmla="*/ 53 h 69"/>
                <a:gd name="T32" fmla="*/ 67 w 79"/>
                <a:gd name="T33" fmla="*/ 52 h 69"/>
                <a:gd name="T34" fmla="*/ 71 w 79"/>
                <a:gd name="T35" fmla="*/ 59 h 69"/>
                <a:gd name="T36" fmla="*/ 74 w 79"/>
                <a:gd name="T37" fmla="*/ 61 h 69"/>
                <a:gd name="T38" fmla="*/ 74 w 79"/>
                <a:gd name="T39" fmla="*/ 64 h 69"/>
                <a:gd name="T40" fmla="*/ 76 w 79"/>
                <a:gd name="T41" fmla="*/ 65 h 69"/>
                <a:gd name="T42" fmla="*/ 78 w 79"/>
                <a:gd name="T43" fmla="*/ 65 h 69"/>
                <a:gd name="T44" fmla="*/ 76 w 79"/>
                <a:gd name="T45" fmla="*/ 68 h 69"/>
                <a:gd name="T46" fmla="*/ 74 w 79"/>
                <a:gd name="T47" fmla="*/ 69 h 69"/>
                <a:gd name="T48" fmla="*/ 67 w 79"/>
                <a:gd name="T49" fmla="*/ 65 h 69"/>
                <a:gd name="T50" fmla="*/ 66 w 79"/>
                <a:gd name="T51" fmla="*/ 64 h 69"/>
                <a:gd name="T52" fmla="*/ 63 w 79"/>
                <a:gd name="T53" fmla="*/ 59 h 69"/>
                <a:gd name="T54" fmla="*/ 57 w 79"/>
                <a:gd name="T55" fmla="*/ 55 h 69"/>
                <a:gd name="T56" fmla="*/ 54 w 79"/>
                <a:gd name="T57" fmla="*/ 52 h 69"/>
                <a:gd name="T58" fmla="*/ 51 w 79"/>
                <a:gd name="T59" fmla="*/ 51 h 69"/>
                <a:gd name="T60" fmla="*/ 46 w 79"/>
                <a:gd name="T61" fmla="*/ 48 h 69"/>
                <a:gd name="T62" fmla="*/ 41 w 79"/>
                <a:gd name="T63" fmla="*/ 44 h 69"/>
                <a:gd name="T64" fmla="*/ 36 w 79"/>
                <a:gd name="T65" fmla="*/ 42 h 69"/>
                <a:gd name="T66" fmla="*/ 34 w 79"/>
                <a:gd name="T67" fmla="*/ 43 h 69"/>
                <a:gd name="T68" fmla="*/ 28 w 79"/>
                <a:gd name="T69" fmla="*/ 40 h 69"/>
                <a:gd name="T70" fmla="*/ 25 w 79"/>
                <a:gd name="T71" fmla="*/ 39 h 69"/>
                <a:gd name="T72" fmla="*/ 21 w 79"/>
                <a:gd name="T73" fmla="*/ 42 h 69"/>
                <a:gd name="T74" fmla="*/ 15 w 79"/>
                <a:gd name="T75" fmla="*/ 40 h 69"/>
                <a:gd name="T76" fmla="*/ 12 w 79"/>
                <a:gd name="T77" fmla="*/ 38 h 69"/>
                <a:gd name="T78" fmla="*/ 7 w 79"/>
                <a:gd name="T79" fmla="*/ 44 h 69"/>
                <a:gd name="T80" fmla="*/ 4 w 79"/>
                <a:gd name="T81" fmla="*/ 46 h 69"/>
                <a:gd name="T82" fmla="*/ 1 w 79"/>
                <a:gd name="T83" fmla="*/ 43 h 69"/>
                <a:gd name="T84" fmla="*/ 0 w 79"/>
                <a:gd name="T85" fmla="*/ 35 h 69"/>
                <a:gd name="T86" fmla="*/ 1 w 79"/>
                <a:gd name="T87" fmla="*/ 31 h 69"/>
                <a:gd name="T88" fmla="*/ 4 w 79"/>
                <a:gd name="T89" fmla="*/ 23 h 69"/>
                <a:gd name="T90" fmla="*/ 7 w 79"/>
                <a:gd name="T91" fmla="*/ 18 h 69"/>
                <a:gd name="T92" fmla="*/ 4 w 79"/>
                <a:gd name="T93" fmla="*/ 17 h 69"/>
                <a:gd name="T94" fmla="*/ 5 w 79"/>
                <a:gd name="T95" fmla="*/ 11 h 69"/>
                <a:gd name="T96" fmla="*/ 11 w 79"/>
                <a:gd name="T97" fmla="*/ 10 h 69"/>
                <a:gd name="T98" fmla="*/ 11 w 79"/>
                <a:gd name="T99" fmla="*/ 7 h 69"/>
                <a:gd name="T100" fmla="*/ 13 w 79"/>
                <a:gd name="T101" fmla="*/ 6 h 69"/>
                <a:gd name="T102" fmla="*/ 17 w 79"/>
                <a:gd name="T103" fmla="*/ 5 h 69"/>
                <a:gd name="T104" fmla="*/ 20 w 79"/>
                <a:gd name="T105" fmla="*/ 3 h 69"/>
                <a:gd name="T106" fmla="*/ 22 w 79"/>
                <a:gd name="T10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9" h="69">
                  <a:moveTo>
                    <a:pt x="22" y="0"/>
                  </a:moveTo>
                  <a:lnTo>
                    <a:pt x="24" y="0"/>
                  </a:lnTo>
                  <a:lnTo>
                    <a:pt x="26" y="2"/>
                  </a:lnTo>
                  <a:lnTo>
                    <a:pt x="30" y="15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6" y="28"/>
                  </a:lnTo>
                  <a:lnTo>
                    <a:pt x="37" y="31"/>
                  </a:lnTo>
                  <a:lnTo>
                    <a:pt x="37" y="35"/>
                  </a:lnTo>
                  <a:lnTo>
                    <a:pt x="40" y="35"/>
                  </a:lnTo>
                  <a:lnTo>
                    <a:pt x="40" y="32"/>
                  </a:lnTo>
                  <a:lnTo>
                    <a:pt x="38" y="32"/>
                  </a:lnTo>
                  <a:lnTo>
                    <a:pt x="38" y="30"/>
                  </a:lnTo>
                  <a:lnTo>
                    <a:pt x="40" y="30"/>
                  </a:lnTo>
                  <a:lnTo>
                    <a:pt x="42" y="32"/>
                  </a:lnTo>
                  <a:lnTo>
                    <a:pt x="41" y="34"/>
                  </a:lnTo>
                  <a:lnTo>
                    <a:pt x="43" y="36"/>
                  </a:lnTo>
                  <a:lnTo>
                    <a:pt x="45" y="38"/>
                  </a:lnTo>
                  <a:lnTo>
                    <a:pt x="46" y="38"/>
                  </a:lnTo>
                  <a:lnTo>
                    <a:pt x="47" y="36"/>
                  </a:lnTo>
                  <a:lnTo>
                    <a:pt x="47" y="38"/>
                  </a:lnTo>
                  <a:lnTo>
                    <a:pt x="50" y="36"/>
                  </a:lnTo>
                  <a:lnTo>
                    <a:pt x="51" y="39"/>
                  </a:lnTo>
                  <a:lnTo>
                    <a:pt x="53" y="40"/>
                  </a:lnTo>
                  <a:lnTo>
                    <a:pt x="57" y="42"/>
                  </a:lnTo>
                  <a:lnTo>
                    <a:pt x="57" y="43"/>
                  </a:lnTo>
                  <a:lnTo>
                    <a:pt x="61" y="47"/>
                  </a:lnTo>
                  <a:lnTo>
                    <a:pt x="62" y="50"/>
                  </a:lnTo>
                  <a:lnTo>
                    <a:pt x="65" y="51"/>
                  </a:lnTo>
                  <a:lnTo>
                    <a:pt x="67" y="53"/>
                  </a:lnTo>
                  <a:lnTo>
                    <a:pt x="67" y="53"/>
                  </a:lnTo>
                  <a:lnTo>
                    <a:pt x="67" y="52"/>
                  </a:lnTo>
                  <a:lnTo>
                    <a:pt x="68" y="53"/>
                  </a:lnTo>
                  <a:lnTo>
                    <a:pt x="71" y="59"/>
                  </a:lnTo>
                  <a:lnTo>
                    <a:pt x="72" y="59"/>
                  </a:lnTo>
                  <a:lnTo>
                    <a:pt x="74" y="61"/>
                  </a:lnTo>
                  <a:lnTo>
                    <a:pt x="74" y="61"/>
                  </a:lnTo>
                  <a:lnTo>
                    <a:pt x="74" y="64"/>
                  </a:lnTo>
                  <a:lnTo>
                    <a:pt x="75" y="64"/>
                  </a:lnTo>
                  <a:lnTo>
                    <a:pt x="76" y="65"/>
                  </a:lnTo>
                  <a:lnTo>
                    <a:pt x="78" y="64"/>
                  </a:lnTo>
                  <a:lnTo>
                    <a:pt x="78" y="65"/>
                  </a:lnTo>
                  <a:lnTo>
                    <a:pt x="79" y="65"/>
                  </a:lnTo>
                  <a:lnTo>
                    <a:pt x="76" y="68"/>
                  </a:lnTo>
                  <a:lnTo>
                    <a:pt x="75" y="68"/>
                  </a:lnTo>
                  <a:lnTo>
                    <a:pt x="74" y="69"/>
                  </a:lnTo>
                  <a:lnTo>
                    <a:pt x="71" y="69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6" y="64"/>
                  </a:lnTo>
                  <a:lnTo>
                    <a:pt x="65" y="61"/>
                  </a:lnTo>
                  <a:lnTo>
                    <a:pt x="63" y="59"/>
                  </a:lnTo>
                  <a:lnTo>
                    <a:pt x="61" y="59"/>
                  </a:lnTo>
                  <a:lnTo>
                    <a:pt x="57" y="55"/>
                  </a:lnTo>
                  <a:lnTo>
                    <a:pt x="54" y="53"/>
                  </a:lnTo>
                  <a:lnTo>
                    <a:pt x="54" y="52"/>
                  </a:lnTo>
                  <a:lnTo>
                    <a:pt x="51" y="52"/>
                  </a:lnTo>
                  <a:lnTo>
                    <a:pt x="51" y="51"/>
                  </a:lnTo>
                  <a:lnTo>
                    <a:pt x="47" y="51"/>
                  </a:lnTo>
                  <a:lnTo>
                    <a:pt x="46" y="48"/>
                  </a:lnTo>
                  <a:lnTo>
                    <a:pt x="42" y="44"/>
                  </a:lnTo>
                  <a:lnTo>
                    <a:pt x="41" y="44"/>
                  </a:lnTo>
                  <a:lnTo>
                    <a:pt x="38" y="43"/>
                  </a:lnTo>
                  <a:lnTo>
                    <a:pt x="36" y="42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0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5" y="39"/>
                  </a:lnTo>
                  <a:lnTo>
                    <a:pt x="24" y="40"/>
                  </a:lnTo>
                  <a:lnTo>
                    <a:pt x="21" y="42"/>
                  </a:lnTo>
                  <a:lnTo>
                    <a:pt x="18" y="42"/>
                  </a:lnTo>
                  <a:lnTo>
                    <a:pt x="15" y="40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9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4" y="46"/>
                  </a:lnTo>
                  <a:lnTo>
                    <a:pt x="1" y="46"/>
                  </a:lnTo>
                  <a:lnTo>
                    <a:pt x="1" y="43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1" y="34"/>
                  </a:lnTo>
                  <a:lnTo>
                    <a:pt x="1" y="31"/>
                  </a:lnTo>
                  <a:lnTo>
                    <a:pt x="3" y="28"/>
                  </a:lnTo>
                  <a:lnTo>
                    <a:pt x="4" y="23"/>
                  </a:lnTo>
                  <a:lnTo>
                    <a:pt x="5" y="19"/>
                  </a:lnTo>
                  <a:lnTo>
                    <a:pt x="7" y="18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20" y="3"/>
                  </a:lnTo>
                  <a:lnTo>
                    <a:pt x="21" y="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5" name="Freeform 440">
              <a:extLst>
                <a:ext uri="{FF2B5EF4-FFF2-40B4-BE49-F238E27FC236}">
                  <a16:creationId xmlns:a16="http://schemas.microsoft.com/office/drawing/2014/main" id="{2EE50E65-4B4B-4FD8-B518-35FA1C783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199" y="3679783"/>
              <a:ext cx="114664" cy="133776"/>
            </a:xfrm>
            <a:custGeom>
              <a:avLst/>
              <a:gdLst>
                <a:gd name="T0" fmla="*/ 14 w 18"/>
                <a:gd name="T1" fmla="*/ 0 h 21"/>
                <a:gd name="T2" fmla="*/ 14 w 18"/>
                <a:gd name="T3" fmla="*/ 0 h 21"/>
                <a:gd name="T4" fmla="*/ 14 w 18"/>
                <a:gd name="T5" fmla="*/ 0 h 21"/>
                <a:gd name="T6" fmla="*/ 17 w 18"/>
                <a:gd name="T7" fmla="*/ 3 h 21"/>
                <a:gd name="T8" fmla="*/ 17 w 18"/>
                <a:gd name="T9" fmla="*/ 3 h 21"/>
                <a:gd name="T10" fmla="*/ 17 w 18"/>
                <a:gd name="T11" fmla="*/ 4 h 21"/>
                <a:gd name="T12" fmla="*/ 18 w 18"/>
                <a:gd name="T13" fmla="*/ 8 h 21"/>
                <a:gd name="T14" fmla="*/ 17 w 18"/>
                <a:gd name="T15" fmla="*/ 8 h 21"/>
                <a:gd name="T16" fmla="*/ 14 w 18"/>
                <a:gd name="T17" fmla="*/ 11 h 21"/>
                <a:gd name="T18" fmla="*/ 13 w 18"/>
                <a:gd name="T19" fmla="*/ 11 h 21"/>
                <a:gd name="T20" fmla="*/ 11 w 18"/>
                <a:gd name="T21" fmla="*/ 13 h 21"/>
                <a:gd name="T22" fmla="*/ 9 w 18"/>
                <a:gd name="T23" fmla="*/ 13 h 21"/>
                <a:gd name="T24" fmla="*/ 10 w 18"/>
                <a:gd name="T25" fmla="*/ 15 h 21"/>
                <a:gd name="T26" fmla="*/ 10 w 18"/>
                <a:gd name="T27" fmla="*/ 15 h 21"/>
                <a:gd name="T28" fmla="*/ 13 w 18"/>
                <a:gd name="T29" fmla="*/ 15 h 21"/>
                <a:gd name="T30" fmla="*/ 15 w 18"/>
                <a:gd name="T31" fmla="*/ 13 h 21"/>
                <a:gd name="T32" fmla="*/ 15 w 18"/>
                <a:gd name="T33" fmla="*/ 15 h 21"/>
                <a:gd name="T34" fmla="*/ 13 w 18"/>
                <a:gd name="T35" fmla="*/ 20 h 21"/>
                <a:gd name="T36" fmla="*/ 13 w 18"/>
                <a:gd name="T37" fmla="*/ 20 h 21"/>
                <a:gd name="T38" fmla="*/ 11 w 18"/>
                <a:gd name="T39" fmla="*/ 19 h 21"/>
                <a:gd name="T40" fmla="*/ 7 w 18"/>
                <a:gd name="T41" fmla="*/ 20 h 21"/>
                <a:gd name="T42" fmla="*/ 5 w 18"/>
                <a:gd name="T43" fmla="*/ 21 h 21"/>
                <a:gd name="T44" fmla="*/ 1 w 18"/>
                <a:gd name="T45" fmla="*/ 21 h 21"/>
                <a:gd name="T46" fmla="*/ 0 w 18"/>
                <a:gd name="T47" fmla="*/ 20 h 21"/>
                <a:gd name="T48" fmla="*/ 1 w 18"/>
                <a:gd name="T49" fmla="*/ 17 h 21"/>
                <a:gd name="T50" fmla="*/ 1 w 18"/>
                <a:gd name="T51" fmla="*/ 16 h 21"/>
                <a:gd name="T52" fmla="*/ 2 w 18"/>
                <a:gd name="T53" fmla="*/ 13 h 21"/>
                <a:gd name="T54" fmla="*/ 2 w 18"/>
                <a:gd name="T55" fmla="*/ 11 h 21"/>
                <a:gd name="T56" fmla="*/ 3 w 18"/>
                <a:gd name="T57" fmla="*/ 8 h 21"/>
                <a:gd name="T58" fmla="*/ 3 w 18"/>
                <a:gd name="T59" fmla="*/ 6 h 21"/>
                <a:gd name="T60" fmla="*/ 9 w 18"/>
                <a:gd name="T61" fmla="*/ 4 h 21"/>
                <a:gd name="T62" fmla="*/ 10 w 18"/>
                <a:gd name="T63" fmla="*/ 3 h 21"/>
                <a:gd name="T64" fmla="*/ 11 w 18"/>
                <a:gd name="T65" fmla="*/ 3 h 21"/>
                <a:gd name="T66" fmla="*/ 14 w 18"/>
                <a:gd name="T6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1">
                  <a:moveTo>
                    <a:pt x="14" y="0"/>
                  </a:moveTo>
                  <a:lnTo>
                    <a:pt x="14" y="0"/>
                  </a:lnTo>
                  <a:lnTo>
                    <a:pt x="14" y="0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9" y="13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3" y="15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1" y="19"/>
                  </a:lnTo>
                  <a:lnTo>
                    <a:pt x="7" y="20"/>
                  </a:lnTo>
                  <a:lnTo>
                    <a:pt x="5" y="21"/>
                  </a:lnTo>
                  <a:lnTo>
                    <a:pt x="1" y="21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3" y="8"/>
                  </a:lnTo>
                  <a:lnTo>
                    <a:pt x="3" y="6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6" name="Freeform 441">
              <a:extLst>
                <a:ext uri="{FF2B5EF4-FFF2-40B4-BE49-F238E27FC236}">
                  <a16:creationId xmlns:a16="http://schemas.microsoft.com/office/drawing/2014/main" id="{339BB751-0B41-4108-AEB0-0EDF490B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237" y="3743484"/>
              <a:ext cx="770805" cy="1019243"/>
            </a:xfrm>
            <a:custGeom>
              <a:avLst/>
              <a:gdLst>
                <a:gd name="T0" fmla="*/ 118 w 121"/>
                <a:gd name="T1" fmla="*/ 1 h 160"/>
                <a:gd name="T2" fmla="*/ 119 w 121"/>
                <a:gd name="T3" fmla="*/ 3 h 160"/>
                <a:gd name="T4" fmla="*/ 118 w 121"/>
                <a:gd name="T5" fmla="*/ 7 h 160"/>
                <a:gd name="T6" fmla="*/ 119 w 121"/>
                <a:gd name="T7" fmla="*/ 10 h 160"/>
                <a:gd name="T8" fmla="*/ 118 w 121"/>
                <a:gd name="T9" fmla="*/ 15 h 160"/>
                <a:gd name="T10" fmla="*/ 119 w 121"/>
                <a:gd name="T11" fmla="*/ 18 h 160"/>
                <a:gd name="T12" fmla="*/ 121 w 121"/>
                <a:gd name="T13" fmla="*/ 19 h 160"/>
                <a:gd name="T14" fmla="*/ 118 w 121"/>
                <a:gd name="T15" fmla="*/ 19 h 160"/>
                <a:gd name="T16" fmla="*/ 117 w 121"/>
                <a:gd name="T17" fmla="*/ 25 h 160"/>
                <a:gd name="T18" fmla="*/ 116 w 121"/>
                <a:gd name="T19" fmla="*/ 31 h 160"/>
                <a:gd name="T20" fmla="*/ 108 w 121"/>
                <a:gd name="T21" fmla="*/ 46 h 160"/>
                <a:gd name="T22" fmla="*/ 104 w 121"/>
                <a:gd name="T23" fmla="*/ 50 h 160"/>
                <a:gd name="T24" fmla="*/ 96 w 121"/>
                <a:gd name="T25" fmla="*/ 65 h 160"/>
                <a:gd name="T26" fmla="*/ 92 w 121"/>
                <a:gd name="T27" fmla="*/ 77 h 160"/>
                <a:gd name="T28" fmla="*/ 79 w 121"/>
                <a:gd name="T29" fmla="*/ 94 h 160"/>
                <a:gd name="T30" fmla="*/ 54 w 121"/>
                <a:gd name="T31" fmla="*/ 118 h 160"/>
                <a:gd name="T32" fmla="*/ 42 w 121"/>
                <a:gd name="T33" fmla="*/ 125 h 160"/>
                <a:gd name="T34" fmla="*/ 26 w 121"/>
                <a:gd name="T35" fmla="*/ 140 h 160"/>
                <a:gd name="T36" fmla="*/ 22 w 121"/>
                <a:gd name="T37" fmla="*/ 143 h 160"/>
                <a:gd name="T38" fmla="*/ 8 w 121"/>
                <a:gd name="T39" fmla="*/ 159 h 160"/>
                <a:gd name="T40" fmla="*/ 0 w 121"/>
                <a:gd name="T41" fmla="*/ 105 h 160"/>
                <a:gd name="T42" fmla="*/ 11 w 121"/>
                <a:gd name="T43" fmla="*/ 94 h 160"/>
                <a:gd name="T44" fmla="*/ 19 w 121"/>
                <a:gd name="T45" fmla="*/ 90 h 160"/>
                <a:gd name="T46" fmla="*/ 26 w 121"/>
                <a:gd name="T47" fmla="*/ 85 h 160"/>
                <a:gd name="T48" fmla="*/ 33 w 121"/>
                <a:gd name="T49" fmla="*/ 82 h 160"/>
                <a:gd name="T50" fmla="*/ 85 w 121"/>
                <a:gd name="T51" fmla="*/ 46 h 160"/>
                <a:gd name="T52" fmla="*/ 31 w 121"/>
                <a:gd name="T53" fmla="*/ 32 h 160"/>
                <a:gd name="T54" fmla="*/ 26 w 121"/>
                <a:gd name="T55" fmla="*/ 25 h 160"/>
                <a:gd name="T56" fmla="*/ 21 w 121"/>
                <a:gd name="T57" fmla="*/ 11 h 160"/>
                <a:gd name="T58" fmla="*/ 25 w 121"/>
                <a:gd name="T59" fmla="*/ 6 h 160"/>
                <a:gd name="T60" fmla="*/ 34 w 121"/>
                <a:gd name="T61" fmla="*/ 17 h 160"/>
                <a:gd name="T62" fmla="*/ 40 w 121"/>
                <a:gd name="T63" fmla="*/ 21 h 160"/>
                <a:gd name="T64" fmla="*/ 48 w 121"/>
                <a:gd name="T65" fmla="*/ 17 h 160"/>
                <a:gd name="T66" fmla="*/ 55 w 121"/>
                <a:gd name="T67" fmla="*/ 13 h 160"/>
                <a:gd name="T68" fmla="*/ 60 w 121"/>
                <a:gd name="T69" fmla="*/ 13 h 160"/>
                <a:gd name="T70" fmla="*/ 73 w 121"/>
                <a:gd name="T71" fmla="*/ 10 h 160"/>
                <a:gd name="T72" fmla="*/ 80 w 121"/>
                <a:gd name="T73" fmla="*/ 10 h 160"/>
                <a:gd name="T74" fmla="*/ 89 w 121"/>
                <a:gd name="T75" fmla="*/ 7 h 160"/>
                <a:gd name="T76" fmla="*/ 98 w 121"/>
                <a:gd name="T77" fmla="*/ 7 h 160"/>
                <a:gd name="T78" fmla="*/ 105 w 121"/>
                <a:gd name="T79" fmla="*/ 6 h 160"/>
                <a:gd name="T80" fmla="*/ 110 w 121"/>
                <a:gd name="T81" fmla="*/ 2 h 160"/>
                <a:gd name="T82" fmla="*/ 112 w 121"/>
                <a:gd name="T83" fmla="*/ 1 h 160"/>
                <a:gd name="T84" fmla="*/ 114 w 121"/>
                <a:gd name="T8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1" h="160">
                  <a:moveTo>
                    <a:pt x="114" y="0"/>
                  </a:moveTo>
                  <a:lnTo>
                    <a:pt x="116" y="0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21" y="1"/>
                  </a:lnTo>
                  <a:lnTo>
                    <a:pt x="119" y="3"/>
                  </a:lnTo>
                  <a:lnTo>
                    <a:pt x="118" y="5"/>
                  </a:lnTo>
                  <a:lnTo>
                    <a:pt x="118" y="7"/>
                  </a:lnTo>
                  <a:lnTo>
                    <a:pt x="118" y="7"/>
                  </a:lnTo>
                  <a:lnTo>
                    <a:pt x="118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8" y="11"/>
                  </a:lnTo>
                  <a:lnTo>
                    <a:pt x="118" y="13"/>
                  </a:lnTo>
                  <a:lnTo>
                    <a:pt x="118" y="15"/>
                  </a:lnTo>
                  <a:lnTo>
                    <a:pt x="119" y="17"/>
                  </a:lnTo>
                  <a:lnTo>
                    <a:pt x="118" y="18"/>
                  </a:lnTo>
                  <a:lnTo>
                    <a:pt x="119" y="18"/>
                  </a:lnTo>
                  <a:lnTo>
                    <a:pt x="119" y="18"/>
                  </a:lnTo>
                  <a:lnTo>
                    <a:pt x="121" y="18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19" y="19"/>
                  </a:lnTo>
                  <a:lnTo>
                    <a:pt x="118" y="19"/>
                  </a:lnTo>
                  <a:lnTo>
                    <a:pt x="117" y="19"/>
                  </a:lnTo>
                  <a:lnTo>
                    <a:pt x="116" y="23"/>
                  </a:lnTo>
                  <a:lnTo>
                    <a:pt x="117" y="25"/>
                  </a:lnTo>
                  <a:lnTo>
                    <a:pt x="116" y="27"/>
                  </a:lnTo>
                  <a:lnTo>
                    <a:pt x="116" y="28"/>
                  </a:lnTo>
                  <a:lnTo>
                    <a:pt x="116" y="31"/>
                  </a:lnTo>
                  <a:lnTo>
                    <a:pt x="112" y="36"/>
                  </a:lnTo>
                  <a:lnTo>
                    <a:pt x="109" y="43"/>
                  </a:lnTo>
                  <a:lnTo>
                    <a:pt x="108" y="46"/>
                  </a:lnTo>
                  <a:lnTo>
                    <a:pt x="106" y="44"/>
                  </a:lnTo>
                  <a:lnTo>
                    <a:pt x="104" y="48"/>
                  </a:lnTo>
                  <a:lnTo>
                    <a:pt x="104" y="50"/>
                  </a:lnTo>
                  <a:lnTo>
                    <a:pt x="105" y="51"/>
                  </a:lnTo>
                  <a:lnTo>
                    <a:pt x="102" y="52"/>
                  </a:lnTo>
                  <a:lnTo>
                    <a:pt x="96" y="65"/>
                  </a:lnTo>
                  <a:lnTo>
                    <a:pt x="96" y="68"/>
                  </a:lnTo>
                  <a:lnTo>
                    <a:pt x="92" y="75"/>
                  </a:lnTo>
                  <a:lnTo>
                    <a:pt x="92" y="77"/>
                  </a:lnTo>
                  <a:lnTo>
                    <a:pt x="84" y="88"/>
                  </a:lnTo>
                  <a:lnTo>
                    <a:pt x="83" y="90"/>
                  </a:lnTo>
                  <a:lnTo>
                    <a:pt x="79" y="94"/>
                  </a:lnTo>
                  <a:lnTo>
                    <a:pt x="72" y="101"/>
                  </a:lnTo>
                  <a:lnTo>
                    <a:pt x="59" y="113"/>
                  </a:lnTo>
                  <a:lnTo>
                    <a:pt x="54" y="118"/>
                  </a:lnTo>
                  <a:lnTo>
                    <a:pt x="50" y="118"/>
                  </a:lnTo>
                  <a:lnTo>
                    <a:pt x="47" y="121"/>
                  </a:lnTo>
                  <a:lnTo>
                    <a:pt x="42" y="125"/>
                  </a:lnTo>
                  <a:lnTo>
                    <a:pt x="34" y="132"/>
                  </a:lnTo>
                  <a:lnTo>
                    <a:pt x="33" y="132"/>
                  </a:lnTo>
                  <a:lnTo>
                    <a:pt x="26" y="140"/>
                  </a:lnTo>
                  <a:lnTo>
                    <a:pt x="25" y="140"/>
                  </a:lnTo>
                  <a:lnTo>
                    <a:pt x="23" y="143"/>
                  </a:lnTo>
                  <a:lnTo>
                    <a:pt x="22" y="143"/>
                  </a:lnTo>
                  <a:lnTo>
                    <a:pt x="19" y="146"/>
                  </a:lnTo>
                  <a:lnTo>
                    <a:pt x="18" y="148"/>
                  </a:lnTo>
                  <a:lnTo>
                    <a:pt x="8" y="159"/>
                  </a:lnTo>
                  <a:lnTo>
                    <a:pt x="8" y="160"/>
                  </a:lnTo>
                  <a:lnTo>
                    <a:pt x="0" y="152"/>
                  </a:lnTo>
                  <a:lnTo>
                    <a:pt x="0" y="105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3"/>
                  </a:lnTo>
                  <a:lnTo>
                    <a:pt x="15" y="92"/>
                  </a:lnTo>
                  <a:lnTo>
                    <a:pt x="19" y="90"/>
                  </a:lnTo>
                  <a:lnTo>
                    <a:pt x="22" y="89"/>
                  </a:lnTo>
                  <a:lnTo>
                    <a:pt x="25" y="88"/>
                  </a:lnTo>
                  <a:lnTo>
                    <a:pt x="26" y="85"/>
                  </a:lnTo>
                  <a:lnTo>
                    <a:pt x="29" y="84"/>
                  </a:lnTo>
                  <a:lnTo>
                    <a:pt x="31" y="84"/>
                  </a:lnTo>
                  <a:lnTo>
                    <a:pt x="33" y="82"/>
                  </a:lnTo>
                  <a:lnTo>
                    <a:pt x="40" y="81"/>
                  </a:lnTo>
                  <a:lnTo>
                    <a:pt x="47" y="82"/>
                  </a:lnTo>
                  <a:lnTo>
                    <a:pt x="85" y="46"/>
                  </a:lnTo>
                  <a:lnTo>
                    <a:pt x="69" y="46"/>
                  </a:lnTo>
                  <a:lnTo>
                    <a:pt x="35" y="35"/>
                  </a:lnTo>
                  <a:lnTo>
                    <a:pt x="31" y="32"/>
                  </a:lnTo>
                  <a:lnTo>
                    <a:pt x="27" y="31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3" y="23"/>
                  </a:lnTo>
                  <a:lnTo>
                    <a:pt x="21" y="17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33" y="14"/>
                  </a:lnTo>
                  <a:lnTo>
                    <a:pt x="34" y="17"/>
                  </a:lnTo>
                  <a:lnTo>
                    <a:pt x="35" y="17"/>
                  </a:lnTo>
                  <a:lnTo>
                    <a:pt x="38" y="19"/>
                  </a:lnTo>
                  <a:lnTo>
                    <a:pt x="40" y="21"/>
                  </a:lnTo>
                  <a:lnTo>
                    <a:pt x="44" y="19"/>
                  </a:lnTo>
                  <a:lnTo>
                    <a:pt x="44" y="18"/>
                  </a:lnTo>
                  <a:lnTo>
                    <a:pt x="48" y="17"/>
                  </a:lnTo>
                  <a:lnTo>
                    <a:pt x="50" y="17"/>
                  </a:lnTo>
                  <a:lnTo>
                    <a:pt x="54" y="13"/>
                  </a:lnTo>
                  <a:lnTo>
                    <a:pt x="55" y="13"/>
                  </a:lnTo>
                  <a:lnTo>
                    <a:pt x="56" y="14"/>
                  </a:lnTo>
                  <a:lnTo>
                    <a:pt x="59" y="14"/>
                  </a:lnTo>
                  <a:lnTo>
                    <a:pt x="60" y="13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73" y="10"/>
                  </a:lnTo>
                  <a:lnTo>
                    <a:pt x="76" y="9"/>
                  </a:lnTo>
                  <a:lnTo>
                    <a:pt x="77" y="10"/>
                  </a:lnTo>
                  <a:lnTo>
                    <a:pt x="80" y="10"/>
                  </a:lnTo>
                  <a:lnTo>
                    <a:pt x="83" y="10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8" y="7"/>
                  </a:lnTo>
                  <a:lnTo>
                    <a:pt x="100" y="6"/>
                  </a:lnTo>
                  <a:lnTo>
                    <a:pt x="104" y="5"/>
                  </a:lnTo>
                  <a:lnTo>
                    <a:pt x="105" y="6"/>
                  </a:lnTo>
                  <a:lnTo>
                    <a:pt x="105" y="5"/>
                  </a:lnTo>
                  <a:lnTo>
                    <a:pt x="109" y="5"/>
                  </a:lnTo>
                  <a:lnTo>
                    <a:pt x="110" y="2"/>
                  </a:lnTo>
                  <a:lnTo>
                    <a:pt x="112" y="2"/>
                  </a:lnTo>
                  <a:lnTo>
                    <a:pt x="112" y="1"/>
                  </a:lnTo>
                  <a:lnTo>
                    <a:pt x="112" y="1"/>
                  </a:lnTo>
                  <a:lnTo>
                    <a:pt x="113" y="0"/>
                  </a:lnTo>
                  <a:lnTo>
                    <a:pt x="114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7" name="Freeform 442">
              <a:extLst>
                <a:ext uri="{FF2B5EF4-FFF2-40B4-BE49-F238E27FC236}">
                  <a16:creationId xmlns:a16="http://schemas.microsoft.com/office/drawing/2014/main" id="{9292DCEC-1CAC-4B61-8213-05CAC5DF4F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20975" y="4227626"/>
              <a:ext cx="789912" cy="770805"/>
            </a:xfrm>
            <a:custGeom>
              <a:avLst/>
              <a:gdLst>
                <a:gd name="T0" fmla="*/ 4 w 124"/>
                <a:gd name="T1" fmla="*/ 79 h 121"/>
                <a:gd name="T2" fmla="*/ 0 w 124"/>
                <a:gd name="T3" fmla="*/ 79 h 121"/>
                <a:gd name="T4" fmla="*/ 45 w 124"/>
                <a:gd name="T5" fmla="*/ 0 h 121"/>
                <a:gd name="T6" fmla="*/ 49 w 124"/>
                <a:gd name="T7" fmla="*/ 1 h 121"/>
                <a:gd name="T8" fmla="*/ 50 w 124"/>
                <a:gd name="T9" fmla="*/ 9 h 121"/>
                <a:gd name="T10" fmla="*/ 56 w 124"/>
                <a:gd name="T11" fmla="*/ 12 h 121"/>
                <a:gd name="T12" fmla="*/ 61 w 124"/>
                <a:gd name="T13" fmla="*/ 12 h 121"/>
                <a:gd name="T14" fmla="*/ 69 w 124"/>
                <a:gd name="T15" fmla="*/ 13 h 121"/>
                <a:gd name="T16" fmla="*/ 77 w 124"/>
                <a:gd name="T17" fmla="*/ 20 h 121"/>
                <a:gd name="T18" fmla="*/ 81 w 124"/>
                <a:gd name="T19" fmla="*/ 22 h 121"/>
                <a:gd name="T20" fmla="*/ 87 w 124"/>
                <a:gd name="T21" fmla="*/ 24 h 121"/>
                <a:gd name="T22" fmla="*/ 93 w 124"/>
                <a:gd name="T23" fmla="*/ 24 h 121"/>
                <a:gd name="T24" fmla="*/ 97 w 124"/>
                <a:gd name="T25" fmla="*/ 24 h 121"/>
                <a:gd name="T26" fmla="*/ 100 w 124"/>
                <a:gd name="T27" fmla="*/ 17 h 121"/>
                <a:gd name="T28" fmla="*/ 106 w 124"/>
                <a:gd name="T29" fmla="*/ 17 h 121"/>
                <a:gd name="T30" fmla="*/ 112 w 124"/>
                <a:gd name="T31" fmla="*/ 14 h 121"/>
                <a:gd name="T32" fmla="*/ 115 w 124"/>
                <a:gd name="T33" fmla="*/ 18 h 121"/>
                <a:gd name="T34" fmla="*/ 122 w 124"/>
                <a:gd name="T35" fmla="*/ 18 h 121"/>
                <a:gd name="T36" fmla="*/ 114 w 124"/>
                <a:gd name="T37" fmla="*/ 29 h 121"/>
                <a:gd name="T38" fmla="*/ 122 w 124"/>
                <a:gd name="T39" fmla="*/ 84 h 121"/>
                <a:gd name="T40" fmla="*/ 118 w 124"/>
                <a:gd name="T41" fmla="*/ 89 h 121"/>
                <a:gd name="T42" fmla="*/ 115 w 124"/>
                <a:gd name="T43" fmla="*/ 91 h 121"/>
                <a:gd name="T44" fmla="*/ 112 w 124"/>
                <a:gd name="T45" fmla="*/ 93 h 121"/>
                <a:gd name="T46" fmla="*/ 107 w 124"/>
                <a:gd name="T47" fmla="*/ 96 h 121"/>
                <a:gd name="T48" fmla="*/ 104 w 124"/>
                <a:gd name="T49" fmla="*/ 97 h 121"/>
                <a:gd name="T50" fmla="*/ 103 w 124"/>
                <a:gd name="T51" fmla="*/ 101 h 121"/>
                <a:gd name="T52" fmla="*/ 102 w 124"/>
                <a:gd name="T53" fmla="*/ 105 h 121"/>
                <a:gd name="T54" fmla="*/ 100 w 124"/>
                <a:gd name="T55" fmla="*/ 110 h 121"/>
                <a:gd name="T56" fmla="*/ 94 w 124"/>
                <a:gd name="T57" fmla="*/ 120 h 121"/>
                <a:gd name="T58" fmla="*/ 90 w 124"/>
                <a:gd name="T59" fmla="*/ 121 h 121"/>
                <a:gd name="T60" fmla="*/ 74 w 124"/>
                <a:gd name="T61" fmla="*/ 109 h 121"/>
                <a:gd name="T62" fmla="*/ 74 w 124"/>
                <a:gd name="T63" fmla="*/ 106 h 121"/>
                <a:gd name="T64" fmla="*/ 29 w 124"/>
                <a:gd name="T65" fmla="*/ 77 h 121"/>
                <a:gd name="T66" fmla="*/ 28 w 124"/>
                <a:gd name="T67" fmla="*/ 66 h 121"/>
                <a:gd name="T68" fmla="*/ 32 w 124"/>
                <a:gd name="T69" fmla="*/ 60 h 121"/>
                <a:gd name="T70" fmla="*/ 35 w 124"/>
                <a:gd name="T71" fmla="*/ 56 h 121"/>
                <a:gd name="T72" fmla="*/ 37 w 124"/>
                <a:gd name="T73" fmla="*/ 52 h 121"/>
                <a:gd name="T74" fmla="*/ 41 w 124"/>
                <a:gd name="T75" fmla="*/ 51 h 121"/>
                <a:gd name="T76" fmla="*/ 41 w 124"/>
                <a:gd name="T77" fmla="*/ 47 h 121"/>
                <a:gd name="T78" fmla="*/ 45 w 124"/>
                <a:gd name="T79" fmla="*/ 41 h 121"/>
                <a:gd name="T80" fmla="*/ 43 w 124"/>
                <a:gd name="T81" fmla="*/ 37 h 121"/>
                <a:gd name="T82" fmla="*/ 43 w 124"/>
                <a:gd name="T83" fmla="*/ 35 h 121"/>
                <a:gd name="T84" fmla="*/ 39 w 124"/>
                <a:gd name="T85" fmla="*/ 30 h 121"/>
                <a:gd name="T86" fmla="*/ 36 w 124"/>
                <a:gd name="T87" fmla="*/ 25 h 121"/>
                <a:gd name="T88" fmla="*/ 33 w 124"/>
                <a:gd name="T89" fmla="*/ 22 h 121"/>
                <a:gd name="T90" fmla="*/ 33 w 124"/>
                <a:gd name="T91" fmla="*/ 20 h 121"/>
                <a:gd name="T92" fmla="*/ 31 w 124"/>
                <a:gd name="T93" fmla="*/ 16 h 121"/>
                <a:gd name="T94" fmla="*/ 31 w 124"/>
                <a:gd name="T95" fmla="*/ 16 h 121"/>
                <a:gd name="T96" fmla="*/ 33 w 124"/>
                <a:gd name="T97" fmla="*/ 13 h 121"/>
                <a:gd name="T98" fmla="*/ 36 w 124"/>
                <a:gd name="T99" fmla="*/ 9 h 121"/>
                <a:gd name="T100" fmla="*/ 41 w 124"/>
                <a:gd name="T101" fmla="*/ 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" h="121">
                  <a:moveTo>
                    <a:pt x="10" y="79"/>
                  </a:moveTo>
                  <a:lnTo>
                    <a:pt x="4" y="7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" y="79"/>
                  </a:lnTo>
                  <a:close/>
                  <a:moveTo>
                    <a:pt x="45" y="0"/>
                  </a:moveTo>
                  <a:lnTo>
                    <a:pt x="46" y="2"/>
                  </a:lnTo>
                  <a:lnTo>
                    <a:pt x="49" y="1"/>
                  </a:lnTo>
                  <a:lnTo>
                    <a:pt x="50" y="2"/>
                  </a:lnTo>
                  <a:lnTo>
                    <a:pt x="50" y="9"/>
                  </a:lnTo>
                  <a:lnTo>
                    <a:pt x="53" y="12"/>
                  </a:lnTo>
                  <a:lnTo>
                    <a:pt x="56" y="12"/>
                  </a:lnTo>
                  <a:lnTo>
                    <a:pt x="58" y="12"/>
                  </a:lnTo>
                  <a:lnTo>
                    <a:pt x="61" y="12"/>
                  </a:lnTo>
                  <a:lnTo>
                    <a:pt x="66" y="12"/>
                  </a:lnTo>
                  <a:lnTo>
                    <a:pt x="69" y="13"/>
                  </a:lnTo>
                  <a:lnTo>
                    <a:pt x="74" y="17"/>
                  </a:lnTo>
                  <a:lnTo>
                    <a:pt x="77" y="20"/>
                  </a:lnTo>
                  <a:lnTo>
                    <a:pt x="78" y="22"/>
                  </a:lnTo>
                  <a:lnTo>
                    <a:pt x="81" y="22"/>
                  </a:lnTo>
                  <a:lnTo>
                    <a:pt x="85" y="22"/>
                  </a:lnTo>
                  <a:lnTo>
                    <a:pt x="87" y="24"/>
                  </a:lnTo>
                  <a:lnTo>
                    <a:pt x="90" y="24"/>
                  </a:lnTo>
                  <a:lnTo>
                    <a:pt x="93" y="24"/>
                  </a:lnTo>
                  <a:lnTo>
                    <a:pt x="94" y="24"/>
                  </a:lnTo>
                  <a:lnTo>
                    <a:pt x="97" y="24"/>
                  </a:lnTo>
                  <a:lnTo>
                    <a:pt x="99" y="18"/>
                  </a:lnTo>
                  <a:lnTo>
                    <a:pt x="100" y="17"/>
                  </a:lnTo>
                  <a:lnTo>
                    <a:pt x="103" y="17"/>
                  </a:lnTo>
                  <a:lnTo>
                    <a:pt x="106" y="17"/>
                  </a:lnTo>
                  <a:lnTo>
                    <a:pt x="107" y="16"/>
                  </a:lnTo>
                  <a:lnTo>
                    <a:pt x="112" y="14"/>
                  </a:lnTo>
                  <a:lnTo>
                    <a:pt x="114" y="16"/>
                  </a:lnTo>
                  <a:lnTo>
                    <a:pt x="115" y="18"/>
                  </a:lnTo>
                  <a:lnTo>
                    <a:pt x="118" y="20"/>
                  </a:lnTo>
                  <a:lnTo>
                    <a:pt x="122" y="18"/>
                  </a:lnTo>
                  <a:lnTo>
                    <a:pt x="124" y="18"/>
                  </a:lnTo>
                  <a:lnTo>
                    <a:pt x="114" y="29"/>
                  </a:lnTo>
                  <a:lnTo>
                    <a:pt x="114" y="76"/>
                  </a:lnTo>
                  <a:lnTo>
                    <a:pt x="122" y="84"/>
                  </a:lnTo>
                  <a:lnTo>
                    <a:pt x="122" y="84"/>
                  </a:lnTo>
                  <a:lnTo>
                    <a:pt x="118" y="89"/>
                  </a:lnTo>
                  <a:lnTo>
                    <a:pt x="116" y="89"/>
                  </a:lnTo>
                  <a:lnTo>
                    <a:pt x="115" y="91"/>
                  </a:lnTo>
                  <a:lnTo>
                    <a:pt x="116" y="92"/>
                  </a:lnTo>
                  <a:lnTo>
                    <a:pt x="112" y="93"/>
                  </a:lnTo>
                  <a:lnTo>
                    <a:pt x="110" y="96"/>
                  </a:lnTo>
                  <a:lnTo>
                    <a:pt x="107" y="96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3" y="100"/>
                  </a:lnTo>
                  <a:lnTo>
                    <a:pt x="103" y="101"/>
                  </a:lnTo>
                  <a:lnTo>
                    <a:pt x="104" y="101"/>
                  </a:lnTo>
                  <a:lnTo>
                    <a:pt x="102" y="105"/>
                  </a:lnTo>
                  <a:lnTo>
                    <a:pt x="100" y="108"/>
                  </a:lnTo>
                  <a:lnTo>
                    <a:pt x="100" y="110"/>
                  </a:lnTo>
                  <a:lnTo>
                    <a:pt x="98" y="113"/>
                  </a:lnTo>
                  <a:lnTo>
                    <a:pt x="94" y="120"/>
                  </a:lnTo>
                  <a:lnTo>
                    <a:pt x="91" y="121"/>
                  </a:lnTo>
                  <a:lnTo>
                    <a:pt x="90" y="121"/>
                  </a:lnTo>
                  <a:lnTo>
                    <a:pt x="75" y="110"/>
                  </a:lnTo>
                  <a:lnTo>
                    <a:pt x="74" y="109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3" y="102"/>
                  </a:lnTo>
                  <a:lnTo>
                    <a:pt x="29" y="77"/>
                  </a:lnTo>
                  <a:lnTo>
                    <a:pt x="25" y="77"/>
                  </a:lnTo>
                  <a:lnTo>
                    <a:pt x="28" y="66"/>
                  </a:lnTo>
                  <a:lnTo>
                    <a:pt x="29" y="63"/>
                  </a:lnTo>
                  <a:lnTo>
                    <a:pt x="32" y="60"/>
                  </a:lnTo>
                  <a:lnTo>
                    <a:pt x="33" y="58"/>
                  </a:lnTo>
                  <a:lnTo>
                    <a:pt x="35" y="56"/>
                  </a:lnTo>
                  <a:lnTo>
                    <a:pt x="36" y="54"/>
                  </a:lnTo>
                  <a:lnTo>
                    <a:pt x="37" y="52"/>
                  </a:lnTo>
                  <a:lnTo>
                    <a:pt x="37" y="51"/>
                  </a:lnTo>
                  <a:lnTo>
                    <a:pt x="41" y="51"/>
                  </a:lnTo>
                  <a:lnTo>
                    <a:pt x="41" y="49"/>
                  </a:lnTo>
                  <a:lnTo>
                    <a:pt x="41" y="47"/>
                  </a:lnTo>
                  <a:lnTo>
                    <a:pt x="45" y="43"/>
                  </a:lnTo>
                  <a:lnTo>
                    <a:pt x="45" y="41"/>
                  </a:lnTo>
                  <a:lnTo>
                    <a:pt x="44" y="39"/>
                  </a:lnTo>
                  <a:lnTo>
                    <a:pt x="43" y="37"/>
                  </a:lnTo>
                  <a:lnTo>
                    <a:pt x="44" y="35"/>
                  </a:lnTo>
                  <a:lnTo>
                    <a:pt x="43" y="35"/>
                  </a:lnTo>
                  <a:lnTo>
                    <a:pt x="40" y="34"/>
                  </a:lnTo>
                  <a:lnTo>
                    <a:pt x="39" y="30"/>
                  </a:lnTo>
                  <a:lnTo>
                    <a:pt x="36" y="27"/>
                  </a:lnTo>
                  <a:lnTo>
                    <a:pt x="36" y="25"/>
                  </a:lnTo>
                  <a:lnTo>
                    <a:pt x="36" y="22"/>
                  </a:lnTo>
                  <a:lnTo>
                    <a:pt x="33" y="22"/>
                  </a:lnTo>
                  <a:lnTo>
                    <a:pt x="35" y="21"/>
                  </a:lnTo>
                  <a:lnTo>
                    <a:pt x="33" y="20"/>
                  </a:lnTo>
                  <a:lnTo>
                    <a:pt x="32" y="17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2" y="13"/>
                  </a:lnTo>
                  <a:lnTo>
                    <a:pt x="33" y="13"/>
                  </a:lnTo>
                  <a:lnTo>
                    <a:pt x="35" y="12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41" y="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8" name="Freeform 443">
              <a:extLst>
                <a:ext uri="{FF2B5EF4-FFF2-40B4-BE49-F238E27FC236}">
                  <a16:creationId xmlns:a16="http://schemas.microsoft.com/office/drawing/2014/main" id="{8534076F-7D25-43F0-BF4B-7A2CDDDC4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-280227" y="4329551"/>
              <a:ext cx="445918" cy="426811"/>
            </a:xfrm>
            <a:custGeom>
              <a:avLst/>
              <a:gdLst>
                <a:gd name="T0" fmla="*/ 57 w 70"/>
                <a:gd name="T1" fmla="*/ 1 h 67"/>
                <a:gd name="T2" fmla="*/ 60 w 70"/>
                <a:gd name="T3" fmla="*/ 5 h 67"/>
                <a:gd name="T4" fmla="*/ 61 w 70"/>
                <a:gd name="T5" fmla="*/ 6 h 67"/>
                <a:gd name="T6" fmla="*/ 61 w 70"/>
                <a:gd name="T7" fmla="*/ 11 h 67"/>
                <a:gd name="T8" fmla="*/ 65 w 70"/>
                <a:gd name="T9" fmla="*/ 18 h 67"/>
                <a:gd name="T10" fmla="*/ 69 w 70"/>
                <a:gd name="T11" fmla="*/ 19 h 67"/>
                <a:gd name="T12" fmla="*/ 69 w 70"/>
                <a:gd name="T13" fmla="*/ 23 h 67"/>
                <a:gd name="T14" fmla="*/ 70 w 70"/>
                <a:gd name="T15" fmla="*/ 27 h 67"/>
                <a:gd name="T16" fmla="*/ 66 w 70"/>
                <a:gd name="T17" fmla="*/ 33 h 67"/>
                <a:gd name="T18" fmla="*/ 62 w 70"/>
                <a:gd name="T19" fmla="*/ 35 h 67"/>
                <a:gd name="T20" fmla="*/ 61 w 70"/>
                <a:gd name="T21" fmla="*/ 38 h 67"/>
                <a:gd name="T22" fmla="*/ 58 w 70"/>
                <a:gd name="T23" fmla="*/ 42 h 67"/>
                <a:gd name="T24" fmla="*/ 54 w 70"/>
                <a:gd name="T25" fmla="*/ 47 h 67"/>
                <a:gd name="T26" fmla="*/ 50 w 70"/>
                <a:gd name="T27" fmla="*/ 61 h 67"/>
                <a:gd name="T28" fmla="*/ 25 w 70"/>
                <a:gd name="T29" fmla="*/ 63 h 67"/>
                <a:gd name="T30" fmla="*/ 15 w 70"/>
                <a:gd name="T31" fmla="*/ 63 h 67"/>
                <a:gd name="T32" fmla="*/ 14 w 70"/>
                <a:gd name="T33" fmla="*/ 64 h 67"/>
                <a:gd name="T34" fmla="*/ 12 w 70"/>
                <a:gd name="T35" fmla="*/ 64 h 67"/>
                <a:gd name="T36" fmla="*/ 10 w 70"/>
                <a:gd name="T37" fmla="*/ 65 h 67"/>
                <a:gd name="T38" fmla="*/ 7 w 70"/>
                <a:gd name="T39" fmla="*/ 67 h 67"/>
                <a:gd name="T40" fmla="*/ 6 w 70"/>
                <a:gd name="T41" fmla="*/ 65 h 67"/>
                <a:gd name="T42" fmla="*/ 2 w 70"/>
                <a:gd name="T43" fmla="*/ 67 h 67"/>
                <a:gd name="T44" fmla="*/ 2 w 70"/>
                <a:gd name="T45" fmla="*/ 67 h 67"/>
                <a:gd name="T46" fmla="*/ 3 w 70"/>
                <a:gd name="T47" fmla="*/ 59 h 67"/>
                <a:gd name="T48" fmla="*/ 3 w 70"/>
                <a:gd name="T49" fmla="*/ 52 h 67"/>
                <a:gd name="T50" fmla="*/ 8 w 70"/>
                <a:gd name="T51" fmla="*/ 42 h 67"/>
                <a:gd name="T52" fmla="*/ 14 w 70"/>
                <a:gd name="T53" fmla="*/ 36 h 67"/>
                <a:gd name="T54" fmla="*/ 19 w 70"/>
                <a:gd name="T55" fmla="*/ 27 h 67"/>
                <a:gd name="T56" fmla="*/ 17 w 70"/>
                <a:gd name="T57" fmla="*/ 23 h 67"/>
                <a:gd name="T58" fmla="*/ 16 w 70"/>
                <a:gd name="T59" fmla="*/ 19 h 67"/>
                <a:gd name="T60" fmla="*/ 17 w 70"/>
                <a:gd name="T61" fmla="*/ 11 h 67"/>
                <a:gd name="T62" fmla="*/ 19 w 70"/>
                <a:gd name="T63" fmla="*/ 8 h 67"/>
                <a:gd name="T64" fmla="*/ 19 w 70"/>
                <a:gd name="T65" fmla="*/ 6 h 67"/>
                <a:gd name="T66" fmla="*/ 20 w 70"/>
                <a:gd name="T67" fmla="*/ 4 h 67"/>
                <a:gd name="T68" fmla="*/ 25 w 70"/>
                <a:gd name="T69" fmla="*/ 6 h 67"/>
                <a:gd name="T70" fmla="*/ 29 w 70"/>
                <a:gd name="T71" fmla="*/ 6 h 67"/>
                <a:gd name="T72" fmla="*/ 32 w 70"/>
                <a:gd name="T73" fmla="*/ 9 h 67"/>
                <a:gd name="T74" fmla="*/ 33 w 70"/>
                <a:gd name="T75" fmla="*/ 6 h 67"/>
                <a:gd name="T76" fmla="*/ 37 w 70"/>
                <a:gd name="T77" fmla="*/ 5 h 67"/>
                <a:gd name="T78" fmla="*/ 40 w 70"/>
                <a:gd name="T79" fmla="*/ 5 h 67"/>
                <a:gd name="T80" fmla="*/ 46 w 70"/>
                <a:gd name="T81" fmla="*/ 4 h 67"/>
                <a:gd name="T82" fmla="*/ 52 w 70"/>
                <a:gd name="T83" fmla="*/ 4 h 67"/>
                <a:gd name="T84" fmla="*/ 56 w 70"/>
                <a:gd name="T8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" h="67">
                  <a:moveTo>
                    <a:pt x="56" y="0"/>
                  </a:moveTo>
                  <a:lnTo>
                    <a:pt x="57" y="1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58" y="6"/>
                  </a:lnTo>
                  <a:lnTo>
                    <a:pt x="61" y="6"/>
                  </a:lnTo>
                  <a:lnTo>
                    <a:pt x="61" y="9"/>
                  </a:lnTo>
                  <a:lnTo>
                    <a:pt x="61" y="11"/>
                  </a:lnTo>
                  <a:lnTo>
                    <a:pt x="64" y="14"/>
                  </a:lnTo>
                  <a:lnTo>
                    <a:pt x="65" y="18"/>
                  </a:lnTo>
                  <a:lnTo>
                    <a:pt x="68" y="19"/>
                  </a:lnTo>
                  <a:lnTo>
                    <a:pt x="69" y="19"/>
                  </a:lnTo>
                  <a:lnTo>
                    <a:pt x="68" y="21"/>
                  </a:lnTo>
                  <a:lnTo>
                    <a:pt x="69" y="23"/>
                  </a:lnTo>
                  <a:lnTo>
                    <a:pt x="70" y="25"/>
                  </a:lnTo>
                  <a:lnTo>
                    <a:pt x="70" y="27"/>
                  </a:lnTo>
                  <a:lnTo>
                    <a:pt x="66" y="31"/>
                  </a:lnTo>
                  <a:lnTo>
                    <a:pt x="66" y="33"/>
                  </a:lnTo>
                  <a:lnTo>
                    <a:pt x="66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1" y="38"/>
                  </a:lnTo>
                  <a:lnTo>
                    <a:pt x="60" y="40"/>
                  </a:lnTo>
                  <a:lnTo>
                    <a:pt x="58" y="42"/>
                  </a:lnTo>
                  <a:lnTo>
                    <a:pt x="57" y="44"/>
                  </a:lnTo>
                  <a:lnTo>
                    <a:pt x="54" y="47"/>
                  </a:lnTo>
                  <a:lnTo>
                    <a:pt x="53" y="50"/>
                  </a:lnTo>
                  <a:lnTo>
                    <a:pt x="50" y="61"/>
                  </a:lnTo>
                  <a:lnTo>
                    <a:pt x="3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15" y="6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0" y="64"/>
                  </a:lnTo>
                  <a:lnTo>
                    <a:pt x="10" y="65"/>
                  </a:lnTo>
                  <a:lnTo>
                    <a:pt x="10" y="67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5"/>
                  </a:lnTo>
                  <a:lnTo>
                    <a:pt x="3" y="67"/>
                  </a:lnTo>
                  <a:lnTo>
                    <a:pt x="2" y="67"/>
                  </a:lnTo>
                  <a:lnTo>
                    <a:pt x="0" y="67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3" y="59"/>
                  </a:lnTo>
                  <a:lnTo>
                    <a:pt x="3" y="55"/>
                  </a:lnTo>
                  <a:lnTo>
                    <a:pt x="3" y="52"/>
                  </a:lnTo>
                  <a:lnTo>
                    <a:pt x="4" y="51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4" y="36"/>
                  </a:lnTo>
                  <a:lnTo>
                    <a:pt x="19" y="29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7" y="23"/>
                  </a:lnTo>
                  <a:lnTo>
                    <a:pt x="16" y="22"/>
                  </a:lnTo>
                  <a:lnTo>
                    <a:pt x="16" y="19"/>
                  </a:lnTo>
                  <a:lnTo>
                    <a:pt x="17" y="15"/>
                  </a:lnTo>
                  <a:lnTo>
                    <a:pt x="17" y="11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20" y="4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7" y="5"/>
                  </a:lnTo>
                  <a:lnTo>
                    <a:pt x="29" y="6"/>
                  </a:lnTo>
                  <a:lnTo>
                    <a:pt x="29" y="8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3" y="6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40" y="5"/>
                  </a:lnTo>
                  <a:lnTo>
                    <a:pt x="43" y="4"/>
                  </a:lnTo>
                  <a:lnTo>
                    <a:pt x="46" y="4"/>
                  </a:lnTo>
                  <a:lnTo>
                    <a:pt x="49" y="5"/>
                  </a:lnTo>
                  <a:lnTo>
                    <a:pt x="52" y="4"/>
                  </a:lnTo>
                  <a:lnTo>
                    <a:pt x="53" y="1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9" name="Freeform 444">
              <a:extLst>
                <a:ext uri="{FF2B5EF4-FFF2-40B4-BE49-F238E27FC236}">
                  <a16:creationId xmlns:a16="http://schemas.microsoft.com/office/drawing/2014/main" id="{558F74C3-4285-487F-B6F4-CACBF8B41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-1407768" y="3800820"/>
              <a:ext cx="981022" cy="662507"/>
            </a:xfrm>
            <a:custGeom>
              <a:avLst/>
              <a:gdLst>
                <a:gd name="T0" fmla="*/ 97 w 154"/>
                <a:gd name="T1" fmla="*/ 4 h 104"/>
                <a:gd name="T2" fmla="*/ 106 w 154"/>
                <a:gd name="T3" fmla="*/ 16 h 104"/>
                <a:gd name="T4" fmla="*/ 105 w 154"/>
                <a:gd name="T5" fmla="*/ 23 h 104"/>
                <a:gd name="T6" fmla="*/ 110 w 154"/>
                <a:gd name="T7" fmla="*/ 27 h 104"/>
                <a:gd name="T8" fmla="*/ 114 w 154"/>
                <a:gd name="T9" fmla="*/ 33 h 104"/>
                <a:gd name="T10" fmla="*/ 123 w 154"/>
                <a:gd name="T11" fmla="*/ 37 h 104"/>
                <a:gd name="T12" fmla="*/ 129 w 154"/>
                <a:gd name="T13" fmla="*/ 41 h 104"/>
                <a:gd name="T14" fmla="*/ 126 w 154"/>
                <a:gd name="T15" fmla="*/ 46 h 104"/>
                <a:gd name="T16" fmla="*/ 133 w 154"/>
                <a:gd name="T17" fmla="*/ 48 h 104"/>
                <a:gd name="T18" fmla="*/ 139 w 154"/>
                <a:gd name="T19" fmla="*/ 55 h 104"/>
                <a:gd name="T20" fmla="*/ 143 w 154"/>
                <a:gd name="T21" fmla="*/ 60 h 104"/>
                <a:gd name="T22" fmla="*/ 150 w 154"/>
                <a:gd name="T23" fmla="*/ 66 h 104"/>
                <a:gd name="T24" fmla="*/ 154 w 154"/>
                <a:gd name="T25" fmla="*/ 73 h 104"/>
                <a:gd name="T26" fmla="*/ 148 w 154"/>
                <a:gd name="T27" fmla="*/ 72 h 104"/>
                <a:gd name="T28" fmla="*/ 138 w 154"/>
                <a:gd name="T29" fmla="*/ 72 h 104"/>
                <a:gd name="T30" fmla="*/ 131 w 154"/>
                <a:gd name="T31" fmla="*/ 71 h 104"/>
                <a:gd name="T32" fmla="*/ 129 w 154"/>
                <a:gd name="T33" fmla="*/ 71 h 104"/>
                <a:gd name="T34" fmla="*/ 122 w 154"/>
                <a:gd name="T35" fmla="*/ 75 h 104"/>
                <a:gd name="T36" fmla="*/ 118 w 154"/>
                <a:gd name="T37" fmla="*/ 73 h 104"/>
                <a:gd name="T38" fmla="*/ 109 w 154"/>
                <a:gd name="T39" fmla="*/ 76 h 104"/>
                <a:gd name="T40" fmla="*/ 100 w 154"/>
                <a:gd name="T41" fmla="*/ 76 h 104"/>
                <a:gd name="T42" fmla="*/ 92 w 154"/>
                <a:gd name="T43" fmla="*/ 80 h 104"/>
                <a:gd name="T44" fmla="*/ 90 w 154"/>
                <a:gd name="T45" fmla="*/ 84 h 104"/>
                <a:gd name="T46" fmla="*/ 83 w 154"/>
                <a:gd name="T47" fmla="*/ 81 h 104"/>
                <a:gd name="T48" fmla="*/ 75 w 154"/>
                <a:gd name="T49" fmla="*/ 80 h 104"/>
                <a:gd name="T50" fmla="*/ 65 w 154"/>
                <a:gd name="T51" fmla="*/ 77 h 104"/>
                <a:gd name="T52" fmla="*/ 59 w 154"/>
                <a:gd name="T53" fmla="*/ 72 h 104"/>
                <a:gd name="T54" fmla="*/ 52 w 154"/>
                <a:gd name="T55" fmla="*/ 75 h 104"/>
                <a:gd name="T56" fmla="*/ 51 w 154"/>
                <a:gd name="T57" fmla="*/ 80 h 104"/>
                <a:gd name="T58" fmla="*/ 50 w 154"/>
                <a:gd name="T59" fmla="*/ 85 h 104"/>
                <a:gd name="T60" fmla="*/ 47 w 154"/>
                <a:gd name="T61" fmla="*/ 89 h 104"/>
                <a:gd name="T62" fmla="*/ 39 w 154"/>
                <a:gd name="T63" fmla="*/ 88 h 104"/>
                <a:gd name="T64" fmla="*/ 30 w 154"/>
                <a:gd name="T65" fmla="*/ 92 h 104"/>
                <a:gd name="T66" fmla="*/ 19 w 154"/>
                <a:gd name="T67" fmla="*/ 104 h 104"/>
                <a:gd name="T68" fmla="*/ 15 w 154"/>
                <a:gd name="T69" fmla="*/ 96 h 104"/>
                <a:gd name="T70" fmla="*/ 8 w 154"/>
                <a:gd name="T71" fmla="*/ 84 h 104"/>
                <a:gd name="T72" fmla="*/ 2 w 154"/>
                <a:gd name="T73" fmla="*/ 75 h 104"/>
                <a:gd name="T74" fmla="*/ 0 w 154"/>
                <a:gd name="T75" fmla="*/ 63 h 104"/>
                <a:gd name="T76" fmla="*/ 5 w 154"/>
                <a:gd name="T77" fmla="*/ 55 h 104"/>
                <a:gd name="T78" fmla="*/ 10 w 154"/>
                <a:gd name="T79" fmla="*/ 44 h 104"/>
                <a:gd name="T80" fmla="*/ 14 w 154"/>
                <a:gd name="T81" fmla="*/ 44 h 104"/>
                <a:gd name="T82" fmla="*/ 23 w 154"/>
                <a:gd name="T83" fmla="*/ 42 h 104"/>
                <a:gd name="T84" fmla="*/ 27 w 154"/>
                <a:gd name="T85" fmla="*/ 42 h 104"/>
                <a:gd name="T86" fmla="*/ 36 w 154"/>
                <a:gd name="T87" fmla="*/ 39 h 104"/>
                <a:gd name="T88" fmla="*/ 51 w 154"/>
                <a:gd name="T89" fmla="*/ 34 h 104"/>
                <a:gd name="T90" fmla="*/ 51 w 154"/>
                <a:gd name="T91" fmla="*/ 27 h 104"/>
                <a:gd name="T92" fmla="*/ 58 w 154"/>
                <a:gd name="T93" fmla="*/ 25 h 104"/>
                <a:gd name="T94" fmla="*/ 69 w 154"/>
                <a:gd name="T95" fmla="*/ 25 h 104"/>
                <a:gd name="T96" fmla="*/ 75 w 154"/>
                <a:gd name="T97" fmla="*/ 18 h 104"/>
                <a:gd name="T98" fmla="*/ 77 w 154"/>
                <a:gd name="T99" fmla="*/ 12 h 104"/>
                <a:gd name="T100" fmla="*/ 84 w 154"/>
                <a:gd name="T101" fmla="*/ 8 h 104"/>
                <a:gd name="T102" fmla="*/ 89 w 154"/>
                <a:gd name="T103" fmla="*/ 1 h 104"/>
                <a:gd name="T104" fmla="*/ 97 w 154"/>
                <a:gd name="T10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4" h="104">
                  <a:moveTo>
                    <a:pt x="97" y="0"/>
                  </a:moveTo>
                  <a:lnTo>
                    <a:pt x="98" y="1"/>
                  </a:lnTo>
                  <a:lnTo>
                    <a:pt x="98" y="4"/>
                  </a:lnTo>
                  <a:lnTo>
                    <a:pt x="97" y="4"/>
                  </a:lnTo>
                  <a:lnTo>
                    <a:pt x="100" y="6"/>
                  </a:lnTo>
                  <a:lnTo>
                    <a:pt x="101" y="8"/>
                  </a:lnTo>
                  <a:lnTo>
                    <a:pt x="104" y="12"/>
                  </a:lnTo>
                  <a:lnTo>
                    <a:pt x="106" y="16"/>
                  </a:lnTo>
                  <a:lnTo>
                    <a:pt x="106" y="18"/>
                  </a:lnTo>
                  <a:lnTo>
                    <a:pt x="106" y="21"/>
                  </a:lnTo>
                  <a:lnTo>
                    <a:pt x="105" y="21"/>
                  </a:lnTo>
                  <a:lnTo>
                    <a:pt x="105" y="23"/>
                  </a:lnTo>
                  <a:lnTo>
                    <a:pt x="105" y="27"/>
                  </a:lnTo>
                  <a:lnTo>
                    <a:pt x="106" y="29"/>
                  </a:lnTo>
                  <a:lnTo>
                    <a:pt x="109" y="29"/>
                  </a:lnTo>
                  <a:lnTo>
                    <a:pt x="110" y="27"/>
                  </a:lnTo>
                  <a:lnTo>
                    <a:pt x="114" y="27"/>
                  </a:lnTo>
                  <a:lnTo>
                    <a:pt x="114" y="29"/>
                  </a:lnTo>
                  <a:lnTo>
                    <a:pt x="114" y="30"/>
                  </a:lnTo>
                  <a:lnTo>
                    <a:pt x="114" y="33"/>
                  </a:lnTo>
                  <a:lnTo>
                    <a:pt x="117" y="34"/>
                  </a:lnTo>
                  <a:lnTo>
                    <a:pt x="119" y="35"/>
                  </a:lnTo>
                  <a:lnTo>
                    <a:pt x="121" y="35"/>
                  </a:lnTo>
                  <a:lnTo>
                    <a:pt x="123" y="37"/>
                  </a:lnTo>
                  <a:lnTo>
                    <a:pt x="123" y="38"/>
                  </a:lnTo>
                  <a:lnTo>
                    <a:pt x="126" y="39"/>
                  </a:lnTo>
                  <a:lnTo>
                    <a:pt x="127" y="39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7" y="43"/>
                  </a:lnTo>
                  <a:lnTo>
                    <a:pt x="126" y="44"/>
                  </a:lnTo>
                  <a:lnTo>
                    <a:pt x="126" y="46"/>
                  </a:lnTo>
                  <a:lnTo>
                    <a:pt x="127" y="47"/>
                  </a:lnTo>
                  <a:lnTo>
                    <a:pt x="130" y="48"/>
                  </a:lnTo>
                  <a:lnTo>
                    <a:pt x="131" y="47"/>
                  </a:lnTo>
                  <a:lnTo>
                    <a:pt x="133" y="48"/>
                  </a:lnTo>
                  <a:lnTo>
                    <a:pt x="134" y="48"/>
                  </a:lnTo>
                  <a:lnTo>
                    <a:pt x="138" y="51"/>
                  </a:lnTo>
                  <a:lnTo>
                    <a:pt x="138" y="52"/>
                  </a:lnTo>
                  <a:lnTo>
                    <a:pt x="139" y="55"/>
                  </a:lnTo>
                  <a:lnTo>
                    <a:pt x="139" y="56"/>
                  </a:lnTo>
                  <a:lnTo>
                    <a:pt x="142" y="58"/>
                  </a:lnTo>
                  <a:lnTo>
                    <a:pt x="143" y="59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7" y="63"/>
                  </a:lnTo>
                  <a:lnTo>
                    <a:pt x="150" y="64"/>
                  </a:lnTo>
                  <a:lnTo>
                    <a:pt x="150" y="66"/>
                  </a:lnTo>
                  <a:lnTo>
                    <a:pt x="150" y="69"/>
                  </a:lnTo>
                  <a:lnTo>
                    <a:pt x="151" y="69"/>
                  </a:lnTo>
                  <a:lnTo>
                    <a:pt x="154" y="72"/>
                  </a:lnTo>
                  <a:lnTo>
                    <a:pt x="154" y="73"/>
                  </a:lnTo>
                  <a:lnTo>
                    <a:pt x="154" y="73"/>
                  </a:lnTo>
                  <a:lnTo>
                    <a:pt x="154" y="73"/>
                  </a:lnTo>
                  <a:lnTo>
                    <a:pt x="151" y="72"/>
                  </a:lnTo>
                  <a:lnTo>
                    <a:pt x="148" y="72"/>
                  </a:lnTo>
                  <a:lnTo>
                    <a:pt x="144" y="73"/>
                  </a:lnTo>
                  <a:lnTo>
                    <a:pt x="144" y="73"/>
                  </a:lnTo>
                  <a:lnTo>
                    <a:pt x="141" y="73"/>
                  </a:lnTo>
                  <a:lnTo>
                    <a:pt x="138" y="72"/>
                  </a:lnTo>
                  <a:lnTo>
                    <a:pt x="137" y="72"/>
                  </a:lnTo>
                  <a:lnTo>
                    <a:pt x="135" y="71"/>
                  </a:lnTo>
                  <a:lnTo>
                    <a:pt x="134" y="71"/>
                  </a:lnTo>
                  <a:lnTo>
                    <a:pt x="131" y="71"/>
                  </a:lnTo>
                  <a:lnTo>
                    <a:pt x="130" y="69"/>
                  </a:lnTo>
                  <a:lnTo>
                    <a:pt x="129" y="69"/>
                  </a:lnTo>
                  <a:lnTo>
                    <a:pt x="129" y="71"/>
                  </a:lnTo>
                  <a:lnTo>
                    <a:pt x="129" y="71"/>
                  </a:lnTo>
                  <a:lnTo>
                    <a:pt x="127" y="73"/>
                  </a:lnTo>
                  <a:lnTo>
                    <a:pt x="126" y="73"/>
                  </a:lnTo>
                  <a:lnTo>
                    <a:pt x="125" y="73"/>
                  </a:lnTo>
                  <a:lnTo>
                    <a:pt x="122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8" y="73"/>
                  </a:lnTo>
                  <a:lnTo>
                    <a:pt x="118" y="73"/>
                  </a:lnTo>
                  <a:lnTo>
                    <a:pt x="117" y="72"/>
                  </a:lnTo>
                  <a:lnTo>
                    <a:pt x="115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8" y="76"/>
                  </a:lnTo>
                  <a:lnTo>
                    <a:pt x="104" y="77"/>
                  </a:lnTo>
                  <a:lnTo>
                    <a:pt x="101" y="77"/>
                  </a:lnTo>
                  <a:lnTo>
                    <a:pt x="100" y="76"/>
                  </a:lnTo>
                  <a:lnTo>
                    <a:pt x="98" y="76"/>
                  </a:lnTo>
                  <a:lnTo>
                    <a:pt x="96" y="76"/>
                  </a:lnTo>
                  <a:lnTo>
                    <a:pt x="94" y="77"/>
                  </a:lnTo>
                  <a:lnTo>
                    <a:pt x="92" y="80"/>
                  </a:lnTo>
                  <a:lnTo>
                    <a:pt x="92" y="81"/>
                  </a:lnTo>
                  <a:lnTo>
                    <a:pt x="93" y="83"/>
                  </a:lnTo>
                  <a:lnTo>
                    <a:pt x="93" y="83"/>
                  </a:lnTo>
                  <a:lnTo>
                    <a:pt x="90" y="84"/>
                  </a:lnTo>
                  <a:lnTo>
                    <a:pt x="89" y="83"/>
                  </a:lnTo>
                  <a:lnTo>
                    <a:pt x="87" y="83"/>
                  </a:lnTo>
                  <a:lnTo>
                    <a:pt x="84" y="81"/>
                  </a:lnTo>
                  <a:lnTo>
                    <a:pt x="83" y="81"/>
                  </a:lnTo>
                  <a:lnTo>
                    <a:pt x="81" y="83"/>
                  </a:lnTo>
                  <a:lnTo>
                    <a:pt x="80" y="83"/>
                  </a:lnTo>
                  <a:lnTo>
                    <a:pt x="77" y="81"/>
                  </a:lnTo>
                  <a:lnTo>
                    <a:pt x="75" y="80"/>
                  </a:lnTo>
                  <a:lnTo>
                    <a:pt x="72" y="81"/>
                  </a:lnTo>
                  <a:lnTo>
                    <a:pt x="71" y="80"/>
                  </a:lnTo>
                  <a:lnTo>
                    <a:pt x="68" y="77"/>
                  </a:lnTo>
                  <a:lnTo>
                    <a:pt x="65" y="77"/>
                  </a:lnTo>
                  <a:lnTo>
                    <a:pt x="63" y="73"/>
                  </a:lnTo>
                  <a:lnTo>
                    <a:pt x="62" y="73"/>
                  </a:lnTo>
                  <a:lnTo>
                    <a:pt x="59" y="72"/>
                  </a:lnTo>
                  <a:lnTo>
                    <a:pt x="59" y="72"/>
                  </a:lnTo>
                  <a:lnTo>
                    <a:pt x="58" y="73"/>
                  </a:lnTo>
                  <a:lnTo>
                    <a:pt x="56" y="73"/>
                  </a:lnTo>
                  <a:lnTo>
                    <a:pt x="54" y="75"/>
                  </a:lnTo>
                  <a:lnTo>
                    <a:pt x="52" y="75"/>
                  </a:lnTo>
                  <a:lnTo>
                    <a:pt x="52" y="76"/>
                  </a:lnTo>
                  <a:lnTo>
                    <a:pt x="51" y="77"/>
                  </a:lnTo>
                  <a:lnTo>
                    <a:pt x="51" y="79"/>
                  </a:lnTo>
                  <a:lnTo>
                    <a:pt x="51" y="80"/>
                  </a:lnTo>
                  <a:lnTo>
                    <a:pt x="50" y="81"/>
                  </a:lnTo>
                  <a:lnTo>
                    <a:pt x="48" y="81"/>
                  </a:lnTo>
                  <a:lnTo>
                    <a:pt x="48" y="83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48" y="88"/>
                  </a:lnTo>
                  <a:lnTo>
                    <a:pt x="48" y="89"/>
                  </a:lnTo>
                  <a:lnTo>
                    <a:pt x="47" y="89"/>
                  </a:lnTo>
                  <a:lnTo>
                    <a:pt x="46" y="91"/>
                  </a:lnTo>
                  <a:lnTo>
                    <a:pt x="43" y="89"/>
                  </a:lnTo>
                  <a:lnTo>
                    <a:pt x="43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1" y="91"/>
                  </a:lnTo>
                  <a:lnTo>
                    <a:pt x="30" y="92"/>
                  </a:lnTo>
                  <a:lnTo>
                    <a:pt x="29" y="92"/>
                  </a:lnTo>
                  <a:lnTo>
                    <a:pt x="25" y="96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1"/>
                  </a:lnTo>
                  <a:lnTo>
                    <a:pt x="18" y="98"/>
                  </a:lnTo>
                  <a:lnTo>
                    <a:pt x="15" y="96"/>
                  </a:lnTo>
                  <a:lnTo>
                    <a:pt x="14" y="94"/>
                  </a:lnTo>
                  <a:lnTo>
                    <a:pt x="11" y="91"/>
                  </a:lnTo>
                  <a:lnTo>
                    <a:pt x="9" y="87"/>
                  </a:lnTo>
                  <a:lnTo>
                    <a:pt x="8" y="84"/>
                  </a:lnTo>
                  <a:lnTo>
                    <a:pt x="6" y="81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75"/>
                  </a:lnTo>
                  <a:lnTo>
                    <a:pt x="1" y="72"/>
                  </a:lnTo>
                  <a:lnTo>
                    <a:pt x="1" y="69"/>
                  </a:lnTo>
                  <a:lnTo>
                    <a:pt x="1" y="66"/>
                  </a:lnTo>
                  <a:lnTo>
                    <a:pt x="0" y="63"/>
                  </a:lnTo>
                  <a:lnTo>
                    <a:pt x="0" y="60"/>
                  </a:lnTo>
                  <a:lnTo>
                    <a:pt x="1" y="59"/>
                  </a:lnTo>
                  <a:lnTo>
                    <a:pt x="2" y="58"/>
                  </a:lnTo>
                  <a:lnTo>
                    <a:pt x="5" y="55"/>
                  </a:lnTo>
                  <a:lnTo>
                    <a:pt x="6" y="52"/>
                  </a:lnTo>
                  <a:lnTo>
                    <a:pt x="8" y="48"/>
                  </a:lnTo>
                  <a:lnTo>
                    <a:pt x="9" y="46"/>
                  </a:lnTo>
                  <a:lnTo>
                    <a:pt x="10" y="44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4" y="43"/>
                  </a:lnTo>
                  <a:lnTo>
                    <a:pt x="14" y="44"/>
                  </a:lnTo>
                  <a:lnTo>
                    <a:pt x="17" y="44"/>
                  </a:lnTo>
                  <a:lnTo>
                    <a:pt x="18" y="44"/>
                  </a:lnTo>
                  <a:lnTo>
                    <a:pt x="22" y="44"/>
                  </a:lnTo>
                  <a:lnTo>
                    <a:pt x="23" y="42"/>
                  </a:lnTo>
                  <a:lnTo>
                    <a:pt x="23" y="39"/>
                  </a:lnTo>
                  <a:lnTo>
                    <a:pt x="25" y="38"/>
                  </a:lnTo>
                  <a:lnTo>
                    <a:pt x="26" y="39"/>
                  </a:lnTo>
                  <a:lnTo>
                    <a:pt x="27" y="42"/>
                  </a:lnTo>
                  <a:lnTo>
                    <a:pt x="27" y="43"/>
                  </a:lnTo>
                  <a:lnTo>
                    <a:pt x="30" y="43"/>
                  </a:lnTo>
                  <a:lnTo>
                    <a:pt x="33" y="41"/>
                  </a:lnTo>
                  <a:lnTo>
                    <a:pt x="36" y="39"/>
                  </a:lnTo>
                  <a:lnTo>
                    <a:pt x="39" y="37"/>
                  </a:lnTo>
                  <a:lnTo>
                    <a:pt x="46" y="35"/>
                  </a:lnTo>
                  <a:lnTo>
                    <a:pt x="50" y="35"/>
                  </a:lnTo>
                  <a:lnTo>
                    <a:pt x="51" y="34"/>
                  </a:lnTo>
                  <a:lnTo>
                    <a:pt x="55" y="31"/>
                  </a:lnTo>
                  <a:lnTo>
                    <a:pt x="54" y="30"/>
                  </a:lnTo>
                  <a:lnTo>
                    <a:pt x="52" y="30"/>
                  </a:lnTo>
                  <a:lnTo>
                    <a:pt x="51" y="27"/>
                  </a:lnTo>
                  <a:lnTo>
                    <a:pt x="51" y="25"/>
                  </a:lnTo>
                  <a:lnTo>
                    <a:pt x="52" y="25"/>
                  </a:lnTo>
                  <a:lnTo>
                    <a:pt x="55" y="25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2" y="26"/>
                  </a:lnTo>
                  <a:lnTo>
                    <a:pt x="65" y="25"/>
                  </a:lnTo>
                  <a:lnTo>
                    <a:pt x="69" y="25"/>
                  </a:lnTo>
                  <a:lnTo>
                    <a:pt x="72" y="22"/>
                  </a:lnTo>
                  <a:lnTo>
                    <a:pt x="73" y="22"/>
                  </a:lnTo>
                  <a:lnTo>
                    <a:pt x="75" y="19"/>
                  </a:lnTo>
                  <a:lnTo>
                    <a:pt x="75" y="18"/>
                  </a:lnTo>
                  <a:lnTo>
                    <a:pt x="75" y="17"/>
                  </a:lnTo>
                  <a:lnTo>
                    <a:pt x="76" y="16"/>
                  </a:lnTo>
                  <a:lnTo>
                    <a:pt x="76" y="13"/>
                  </a:lnTo>
                  <a:lnTo>
                    <a:pt x="77" y="12"/>
                  </a:lnTo>
                  <a:lnTo>
                    <a:pt x="79" y="12"/>
                  </a:lnTo>
                  <a:lnTo>
                    <a:pt x="80" y="12"/>
                  </a:lnTo>
                  <a:lnTo>
                    <a:pt x="83" y="9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5"/>
                  </a:lnTo>
                  <a:lnTo>
                    <a:pt x="87" y="2"/>
                  </a:lnTo>
                  <a:lnTo>
                    <a:pt x="89" y="1"/>
                  </a:lnTo>
                  <a:lnTo>
                    <a:pt x="92" y="1"/>
                  </a:lnTo>
                  <a:lnTo>
                    <a:pt x="93" y="2"/>
                  </a:lnTo>
                  <a:lnTo>
                    <a:pt x="9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0" name="Freeform 445">
              <a:extLst>
                <a:ext uri="{FF2B5EF4-FFF2-40B4-BE49-F238E27FC236}">
                  <a16:creationId xmlns:a16="http://schemas.microsoft.com/office/drawing/2014/main" id="{2BAA0D83-5929-4C8A-8DB8-904CC5646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-1815466" y="2048993"/>
              <a:ext cx="1165761" cy="1089318"/>
            </a:xfrm>
            <a:custGeom>
              <a:avLst/>
              <a:gdLst>
                <a:gd name="T0" fmla="*/ 25 w 183"/>
                <a:gd name="T1" fmla="*/ 1 h 171"/>
                <a:gd name="T2" fmla="*/ 33 w 183"/>
                <a:gd name="T3" fmla="*/ 4 h 171"/>
                <a:gd name="T4" fmla="*/ 45 w 183"/>
                <a:gd name="T5" fmla="*/ 4 h 171"/>
                <a:gd name="T6" fmla="*/ 56 w 183"/>
                <a:gd name="T7" fmla="*/ 6 h 171"/>
                <a:gd name="T8" fmla="*/ 66 w 183"/>
                <a:gd name="T9" fmla="*/ 12 h 171"/>
                <a:gd name="T10" fmla="*/ 70 w 183"/>
                <a:gd name="T11" fmla="*/ 22 h 171"/>
                <a:gd name="T12" fmla="*/ 78 w 183"/>
                <a:gd name="T13" fmla="*/ 25 h 171"/>
                <a:gd name="T14" fmla="*/ 83 w 183"/>
                <a:gd name="T15" fmla="*/ 25 h 171"/>
                <a:gd name="T16" fmla="*/ 98 w 183"/>
                <a:gd name="T17" fmla="*/ 31 h 171"/>
                <a:gd name="T18" fmla="*/ 106 w 183"/>
                <a:gd name="T19" fmla="*/ 38 h 171"/>
                <a:gd name="T20" fmla="*/ 114 w 183"/>
                <a:gd name="T21" fmla="*/ 39 h 171"/>
                <a:gd name="T22" fmla="*/ 118 w 183"/>
                <a:gd name="T23" fmla="*/ 34 h 171"/>
                <a:gd name="T24" fmla="*/ 122 w 183"/>
                <a:gd name="T25" fmla="*/ 29 h 171"/>
                <a:gd name="T26" fmla="*/ 118 w 183"/>
                <a:gd name="T27" fmla="*/ 21 h 171"/>
                <a:gd name="T28" fmla="*/ 120 w 183"/>
                <a:gd name="T29" fmla="*/ 13 h 171"/>
                <a:gd name="T30" fmla="*/ 124 w 183"/>
                <a:gd name="T31" fmla="*/ 8 h 171"/>
                <a:gd name="T32" fmla="*/ 135 w 183"/>
                <a:gd name="T33" fmla="*/ 4 h 171"/>
                <a:gd name="T34" fmla="*/ 139 w 183"/>
                <a:gd name="T35" fmla="*/ 2 h 171"/>
                <a:gd name="T36" fmla="*/ 143 w 183"/>
                <a:gd name="T37" fmla="*/ 2 h 171"/>
                <a:gd name="T38" fmla="*/ 148 w 183"/>
                <a:gd name="T39" fmla="*/ 4 h 171"/>
                <a:gd name="T40" fmla="*/ 156 w 183"/>
                <a:gd name="T41" fmla="*/ 6 h 171"/>
                <a:gd name="T42" fmla="*/ 154 w 183"/>
                <a:gd name="T43" fmla="*/ 9 h 171"/>
                <a:gd name="T44" fmla="*/ 160 w 183"/>
                <a:gd name="T45" fmla="*/ 12 h 171"/>
                <a:gd name="T46" fmla="*/ 165 w 183"/>
                <a:gd name="T47" fmla="*/ 13 h 171"/>
                <a:gd name="T48" fmla="*/ 174 w 183"/>
                <a:gd name="T49" fmla="*/ 13 h 171"/>
                <a:gd name="T50" fmla="*/ 178 w 183"/>
                <a:gd name="T51" fmla="*/ 16 h 171"/>
                <a:gd name="T52" fmla="*/ 179 w 183"/>
                <a:gd name="T53" fmla="*/ 21 h 171"/>
                <a:gd name="T54" fmla="*/ 179 w 183"/>
                <a:gd name="T55" fmla="*/ 29 h 171"/>
                <a:gd name="T56" fmla="*/ 178 w 183"/>
                <a:gd name="T57" fmla="*/ 35 h 171"/>
                <a:gd name="T58" fmla="*/ 178 w 183"/>
                <a:gd name="T59" fmla="*/ 43 h 171"/>
                <a:gd name="T60" fmla="*/ 183 w 183"/>
                <a:gd name="T61" fmla="*/ 166 h 171"/>
                <a:gd name="T62" fmla="*/ 173 w 183"/>
                <a:gd name="T63" fmla="*/ 171 h 171"/>
                <a:gd name="T64" fmla="*/ 173 w 183"/>
                <a:gd name="T65" fmla="*/ 171 h 171"/>
                <a:gd name="T66" fmla="*/ 53 w 183"/>
                <a:gd name="T67" fmla="*/ 133 h 171"/>
                <a:gd name="T68" fmla="*/ 31 w 183"/>
                <a:gd name="T69" fmla="*/ 126 h 171"/>
                <a:gd name="T70" fmla="*/ 28 w 183"/>
                <a:gd name="T71" fmla="*/ 122 h 171"/>
                <a:gd name="T72" fmla="*/ 24 w 183"/>
                <a:gd name="T73" fmla="*/ 117 h 171"/>
                <a:gd name="T74" fmla="*/ 20 w 183"/>
                <a:gd name="T75" fmla="*/ 113 h 171"/>
                <a:gd name="T76" fmla="*/ 11 w 183"/>
                <a:gd name="T77" fmla="*/ 112 h 171"/>
                <a:gd name="T78" fmla="*/ 10 w 183"/>
                <a:gd name="T79" fmla="*/ 109 h 171"/>
                <a:gd name="T80" fmla="*/ 8 w 183"/>
                <a:gd name="T81" fmla="*/ 104 h 171"/>
                <a:gd name="T82" fmla="*/ 7 w 183"/>
                <a:gd name="T83" fmla="*/ 100 h 171"/>
                <a:gd name="T84" fmla="*/ 4 w 183"/>
                <a:gd name="T85" fmla="*/ 94 h 171"/>
                <a:gd name="T86" fmla="*/ 0 w 183"/>
                <a:gd name="T87" fmla="*/ 88 h 171"/>
                <a:gd name="T88" fmla="*/ 2 w 183"/>
                <a:gd name="T89" fmla="*/ 87 h 171"/>
                <a:gd name="T90" fmla="*/ 6 w 183"/>
                <a:gd name="T91" fmla="*/ 83 h 171"/>
                <a:gd name="T92" fmla="*/ 4 w 183"/>
                <a:gd name="T93" fmla="*/ 76 h 171"/>
                <a:gd name="T94" fmla="*/ 6 w 183"/>
                <a:gd name="T95" fmla="*/ 68 h 171"/>
                <a:gd name="T96" fmla="*/ 3 w 183"/>
                <a:gd name="T97" fmla="*/ 59 h 171"/>
                <a:gd name="T98" fmla="*/ 3 w 183"/>
                <a:gd name="T99" fmla="*/ 54 h 171"/>
                <a:gd name="T100" fmla="*/ 2 w 183"/>
                <a:gd name="T101" fmla="*/ 42 h 171"/>
                <a:gd name="T102" fmla="*/ 0 w 183"/>
                <a:gd name="T103" fmla="*/ 38 h 171"/>
                <a:gd name="T104" fmla="*/ 2 w 183"/>
                <a:gd name="T105" fmla="*/ 37 h 171"/>
                <a:gd name="T106" fmla="*/ 4 w 183"/>
                <a:gd name="T107" fmla="*/ 37 h 171"/>
                <a:gd name="T108" fmla="*/ 7 w 183"/>
                <a:gd name="T109" fmla="*/ 33 h 171"/>
                <a:gd name="T110" fmla="*/ 8 w 183"/>
                <a:gd name="T111" fmla="*/ 31 h 171"/>
                <a:gd name="T112" fmla="*/ 8 w 183"/>
                <a:gd name="T113" fmla="*/ 27 h 171"/>
                <a:gd name="T114" fmla="*/ 7 w 183"/>
                <a:gd name="T115" fmla="*/ 22 h 171"/>
                <a:gd name="T116" fmla="*/ 10 w 183"/>
                <a:gd name="T117" fmla="*/ 19 h 171"/>
                <a:gd name="T118" fmla="*/ 14 w 183"/>
                <a:gd name="T119" fmla="*/ 17 h 171"/>
                <a:gd name="T120" fmla="*/ 21 w 183"/>
                <a:gd name="T121" fmla="*/ 10 h 171"/>
                <a:gd name="T122" fmla="*/ 23 w 183"/>
                <a:gd name="T123" fmla="*/ 6 h 171"/>
                <a:gd name="T124" fmla="*/ 23 w 183"/>
                <a:gd name="T125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3" h="171">
                  <a:moveTo>
                    <a:pt x="23" y="0"/>
                  </a:moveTo>
                  <a:lnTo>
                    <a:pt x="25" y="1"/>
                  </a:lnTo>
                  <a:lnTo>
                    <a:pt x="27" y="4"/>
                  </a:lnTo>
                  <a:lnTo>
                    <a:pt x="33" y="4"/>
                  </a:lnTo>
                  <a:lnTo>
                    <a:pt x="41" y="2"/>
                  </a:lnTo>
                  <a:lnTo>
                    <a:pt x="45" y="4"/>
                  </a:lnTo>
                  <a:lnTo>
                    <a:pt x="52" y="5"/>
                  </a:lnTo>
                  <a:lnTo>
                    <a:pt x="56" y="6"/>
                  </a:lnTo>
                  <a:lnTo>
                    <a:pt x="64" y="8"/>
                  </a:lnTo>
                  <a:lnTo>
                    <a:pt x="66" y="12"/>
                  </a:lnTo>
                  <a:lnTo>
                    <a:pt x="66" y="16"/>
                  </a:lnTo>
                  <a:lnTo>
                    <a:pt x="70" y="22"/>
                  </a:lnTo>
                  <a:lnTo>
                    <a:pt x="74" y="25"/>
                  </a:lnTo>
                  <a:lnTo>
                    <a:pt x="78" y="25"/>
                  </a:lnTo>
                  <a:lnTo>
                    <a:pt x="79" y="23"/>
                  </a:lnTo>
                  <a:lnTo>
                    <a:pt x="83" y="25"/>
                  </a:lnTo>
                  <a:lnTo>
                    <a:pt x="93" y="29"/>
                  </a:lnTo>
                  <a:lnTo>
                    <a:pt x="98" y="31"/>
                  </a:lnTo>
                  <a:lnTo>
                    <a:pt x="102" y="34"/>
                  </a:lnTo>
                  <a:lnTo>
                    <a:pt x="106" y="38"/>
                  </a:lnTo>
                  <a:lnTo>
                    <a:pt x="111" y="39"/>
                  </a:lnTo>
                  <a:lnTo>
                    <a:pt x="114" y="39"/>
                  </a:lnTo>
                  <a:lnTo>
                    <a:pt x="118" y="35"/>
                  </a:lnTo>
                  <a:lnTo>
                    <a:pt x="118" y="34"/>
                  </a:lnTo>
                  <a:lnTo>
                    <a:pt x="120" y="31"/>
                  </a:lnTo>
                  <a:lnTo>
                    <a:pt x="122" y="29"/>
                  </a:lnTo>
                  <a:lnTo>
                    <a:pt x="120" y="23"/>
                  </a:lnTo>
                  <a:lnTo>
                    <a:pt x="118" y="21"/>
                  </a:lnTo>
                  <a:lnTo>
                    <a:pt x="119" y="14"/>
                  </a:lnTo>
                  <a:lnTo>
                    <a:pt x="120" y="13"/>
                  </a:lnTo>
                  <a:lnTo>
                    <a:pt x="120" y="10"/>
                  </a:lnTo>
                  <a:lnTo>
                    <a:pt x="124" y="8"/>
                  </a:lnTo>
                  <a:lnTo>
                    <a:pt x="128" y="5"/>
                  </a:lnTo>
                  <a:lnTo>
                    <a:pt x="135" y="4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41" y="4"/>
                  </a:lnTo>
                  <a:lnTo>
                    <a:pt x="143" y="2"/>
                  </a:lnTo>
                  <a:lnTo>
                    <a:pt x="144" y="2"/>
                  </a:lnTo>
                  <a:lnTo>
                    <a:pt x="148" y="4"/>
                  </a:lnTo>
                  <a:lnTo>
                    <a:pt x="151" y="4"/>
                  </a:lnTo>
                  <a:lnTo>
                    <a:pt x="156" y="6"/>
                  </a:lnTo>
                  <a:lnTo>
                    <a:pt x="156" y="8"/>
                  </a:lnTo>
                  <a:lnTo>
                    <a:pt x="154" y="9"/>
                  </a:lnTo>
                  <a:lnTo>
                    <a:pt x="156" y="10"/>
                  </a:lnTo>
                  <a:lnTo>
                    <a:pt x="160" y="12"/>
                  </a:lnTo>
                  <a:lnTo>
                    <a:pt x="164" y="12"/>
                  </a:lnTo>
                  <a:lnTo>
                    <a:pt x="165" y="13"/>
                  </a:lnTo>
                  <a:lnTo>
                    <a:pt x="173" y="14"/>
                  </a:lnTo>
                  <a:lnTo>
                    <a:pt x="174" y="13"/>
                  </a:lnTo>
                  <a:lnTo>
                    <a:pt x="177" y="14"/>
                  </a:lnTo>
                  <a:lnTo>
                    <a:pt x="178" y="16"/>
                  </a:lnTo>
                  <a:lnTo>
                    <a:pt x="179" y="19"/>
                  </a:lnTo>
                  <a:lnTo>
                    <a:pt x="179" y="21"/>
                  </a:lnTo>
                  <a:lnTo>
                    <a:pt x="178" y="26"/>
                  </a:lnTo>
                  <a:lnTo>
                    <a:pt x="179" y="29"/>
                  </a:lnTo>
                  <a:lnTo>
                    <a:pt x="179" y="31"/>
                  </a:lnTo>
                  <a:lnTo>
                    <a:pt x="178" y="35"/>
                  </a:lnTo>
                  <a:lnTo>
                    <a:pt x="176" y="39"/>
                  </a:lnTo>
                  <a:lnTo>
                    <a:pt x="178" y="43"/>
                  </a:lnTo>
                  <a:lnTo>
                    <a:pt x="179" y="48"/>
                  </a:lnTo>
                  <a:lnTo>
                    <a:pt x="183" y="166"/>
                  </a:lnTo>
                  <a:lnTo>
                    <a:pt x="173" y="167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77" y="122"/>
                  </a:lnTo>
                  <a:lnTo>
                    <a:pt x="53" y="133"/>
                  </a:lnTo>
                  <a:lnTo>
                    <a:pt x="52" y="130"/>
                  </a:lnTo>
                  <a:lnTo>
                    <a:pt x="31" y="126"/>
                  </a:lnTo>
                  <a:lnTo>
                    <a:pt x="29" y="123"/>
                  </a:lnTo>
                  <a:lnTo>
                    <a:pt x="28" y="122"/>
                  </a:lnTo>
                  <a:lnTo>
                    <a:pt x="27" y="121"/>
                  </a:lnTo>
                  <a:lnTo>
                    <a:pt x="24" y="117"/>
                  </a:lnTo>
                  <a:lnTo>
                    <a:pt x="23" y="114"/>
                  </a:lnTo>
                  <a:lnTo>
                    <a:pt x="20" y="113"/>
                  </a:lnTo>
                  <a:lnTo>
                    <a:pt x="16" y="112"/>
                  </a:lnTo>
                  <a:lnTo>
                    <a:pt x="11" y="112"/>
                  </a:lnTo>
                  <a:lnTo>
                    <a:pt x="10" y="110"/>
                  </a:lnTo>
                  <a:lnTo>
                    <a:pt x="10" y="109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7" y="100"/>
                  </a:lnTo>
                  <a:lnTo>
                    <a:pt x="7" y="98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87"/>
                  </a:lnTo>
                  <a:lnTo>
                    <a:pt x="4" y="84"/>
                  </a:lnTo>
                  <a:lnTo>
                    <a:pt x="6" y="83"/>
                  </a:lnTo>
                  <a:lnTo>
                    <a:pt x="6" y="79"/>
                  </a:lnTo>
                  <a:lnTo>
                    <a:pt x="4" y="76"/>
                  </a:lnTo>
                  <a:lnTo>
                    <a:pt x="4" y="75"/>
                  </a:lnTo>
                  <a:lnTo>
                    <a:pt x="6" y="68"/>
                  </a:lnTo>
                  <a:lnTo>
                    <a:pt x="4" y="64"/>
                  </a:lnTo>
                  <a:lnTo>
                    <a:pt x="3" y="59"/>
                  </a:lnTo>
                  <a:lnTo>
                    <a:pt x="4" y="58"/>
                  </a:lnTo>
                  <a:lnTo>
                    <a:pt x="3" y="54"/>
                  </a:lnTo>
                  <a:lnTo>
                    <a:pt x="3" y="46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3" y="37"/>
                  </a:lnTo>
                  <a:lnTo>
                    <a:pt x="4" y="37"/>
                  </a:lnTo>
                  <a:lnTo>
                    <a:pt x="6" y="35"/>
                  </a:lnTo>
                  <a:lnTo>
                    <a:pt x="7" y="33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8" y="27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10" y="19"/>
                  </a:lnTo>
                  <a:lnTo>
                    <a:pt x="12" y="19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21" y="10"/>
                  </a:lnTo>
                  <a:lnTo>
                    <a:pt x="24" y="6"/>
                  </a:lnTo>
                  <a:lnTo>
                    <a:pt x="23" y="6"/>
                  </a:lnTo>
                  <a:lnTo>
                    <a:pt x="21" y="1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1" name="Freeform 463">
              <a:extLst>
                <a:ext uri="{FF2B5EF4-FFF2-40B4-BE49-F238E27FC236}">
                  <a16:creationId xmlns:a16="http://schemas.microsoft.com/office/drawing/2014/main" id="{D0976CBA-E841-4474-9D54-CC31BFD2A1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592504" y="2826166"/>
              <a:ext cx="879098" cy="1254944"/>
            </a:xfrm>
            <a:custGeom>
              <a:avLst/>
              <a:gdLst>
                <a:gd name="T0" fmla="*/ 1 w 138"/>
                <a:gd name="T1" fmla="*/ 130 h 197"/>
                <a:gd name="T2" fmla="*/ 42 w 138"/>
                <a:gd name="T3" fmla="*/ 0 h 197"/>
                <a:gd name="T4" fmla="*/ 137 w 138"/>
                <a:gd name="T5" fmla="*/ 96 h 197"/>
                <a:gd name="T6" fmla="*/ 130 w 138"/>
                <a:gd name="T7" fmla="*/ 97 h 197"/>
                <a:gd name="T8" fmla="*/ 129 w 138"/>
                <a:gd name="T9" fmla="*/ 103 h 197"/>
                <a:gd name="T10" fmla="*/ 122 w 138"/>
                <a:gd name="T11" fmla="*/ 111 h 197"/>
                <a:gd name="T12" fmla="*/ 122 w 138"/>
                <a:gd name="T13" fmla="*/ 116 h 197"/>
                <a:gd name="T14" fmla="*/ 117 w 138"/>
                <a:gd name="T15" fmla="*/ 121 h 197"/>
                <a:gd name="T16" fmla="*/ 118 w 138"/>
                <a:gd name="T17" fmla="*/ 128 h 197"/>
                <a:gd name="T18" fmla="*/ 117 w 138"/>
                <a:gd name="T19" fmla="*/ 136 h 197"/>
                <a:gd name="T20" fmla="*/ 121 w 138"/>
                <a:gd name="T21" fmla="*/ 136 h 197"/>
                <a:gd name="T22" fmla="*/ 119 w 138"/>
                <a:gd name="T23" fmla="*/ 138 h 197"/>
                <a:gd name="T24" fmla="*/ 122 w 138"/>
                <a:gd name="T25" fmla="*/ 146 h 197"/>
                <a:gd name="T26" fmla="*/ 126 w 138"/>
                <a:gd name="T27" fmla="*/ 151 h 197"/>
                <a:gd name="T28" fmla="*/ 122 w 138"/>
                <a:gd name="T29" fmla="*/ 155 h 197"/>
                <a:gd name="T30" fmla="*/ 116 w 138"/>
                <a:gd name="T31" fmla="*/ 155 h 197"/>
                <a:gd name="T32" fmla="*/ 113 w 138"/>
                <a:gd name="T33" fmla="*/ 161 h 197"/>
                <a:gd name="T34" fmla="*/ 108 w 138"/>
                <a:gd name="T35" fmla="*/ 165 h 197"/>
                <a:gd name="T36" fmla="*/ 105 w 138"/>
                <a:gd name="T37" fmla="*/ 169 h 197"/>
                <a:gd name="T38" fmla="*/ 104 w 138"/>
                <a:gd name="T39" fmla="*/ 172 h 197"/>
                <a:gd name="T40" fmla="*/ 98 w 138"/>
                <a:gd name="T41" fmla="*/ 178 h 197"/>
                <a:gd name="T42" fmla="*/ 88 w 138"/>
                <a:gd name="T43" fmla="*/ 178 h 197"/>
                <a:gd name="T44" fmla="*/ 81 w 138"/>
                <a:gd name="T45" fmla="*/ 178 h 197"/>
                <a:gd name="T46" fmla="*/ 81 w 138"/>
                <a:gd name="T47" fmla="*/ 183 h 197"/>
                <a:gd name="T48" fmla="*/ 80 w 138"/>
                <a:gd name="T49" fmla="*/ 187 h 197"/>
                <a:gd name="T50" fmla="*/ 68 w 138"/>
                <a:gd name="T51" fmla="*/ 190 h 197"/>
                <a:gd name="T52" fmla="*/ 59 w 138"/>
                <a:gd name="T53" fmla="*/ 196 h 197"/>
                <a:gd name="T54" fmla="*/ 55 w 138"/>
                <a:gd name="T55" fmla="*/ 192 h 197"/>
                <a:gd name="T56" fmla="*/ 52 w 138"/>
                <a:gd name="T57" fmla="*/ 195 h 197"/>
                <a:gd name="T58" fmla="*/ 46 w 138"/>
                <a:gd name="T59" fmla="*/ 197 h 197"/>
                <a:gd name="T60" fmla="*/ 42 w 138"/>
                <a:gd name="T61" fmla="*/ 194 h 197"/>
                <a:gd name="T62" fmla="*/ 38 w 138"/>
                <a:gd name="T63" fmla="*/ 186 h 197"/>
                <a:gd name="T64" fmla="*/ 27 w 138"/>
                <a:gd name="T65" fmla="*/ 176 h 197"/>
                <a:gd name="T66" fmla="*/ 23 w 138"/>
                <a:gd name="T67" fmla="*/ 172 h 197"/>
                <a:gd name="T68" fmla="*/ 25 w 138"/>
                <a:gd name="T69" fmla="*/ 169 h 197"/>
                <a:gd name="T70" fmla="*/ 29 w 138"/>
                <a:gd name="T71" fmla="*/ 166 h 197"/>
                <a:gd name="T72" fmla="*/ 33 w 138"/>
                <a:gd name="T73" fmla="*/ 167 h 197"/>
                <a:gd name="T74" fmla="*/ 39 w 138"/>
                <a:gd name="T75" fmla="*/ 167 h 197"/>
                <a:gd name="T76" fmla="*/ 40 w 138"/>
                <a:gd name="T77" fmla="*/ 166 h 197"/>
                <a:gd name="T78" fmla="*/ 35 w 138"/>
                <a:gd name="T79" fmla="*/ 161 h 197"/>
                <a:gd name="T80" fmla="*/ 34 w 138"/>
                <a:gd name="T81" fmla="*/ 154 h 197"/>
                <a:gd name="T82" fmla="*/ 34 w 138"/>
                <a:gd name="T83" fmla="*/ 147 h 197"/>
                <a:gd name="T84" fmla="*/ 33 w 138"/>
                <a:gd name="T85" fmla="*/ 142 h 197"/>
                <a:gd name="T86" fmla="*/ 31 w 138"/>
                <a:gd name="T87" fmla="*/ 136 h 197"/>
                <a:gd name="T88" fmla="*/ 22 w 138"/>
                <a:gd name="T89" fmla="*/ 130 h 197"/>
                <a:gd name="T90" fmla="*/ 15 w 138"/>
                <a:gd name="T91" fmla="*/ 122 h 197"/>
                <a:gd name="T92" fmla="*/ 17 w 138"/>
                <a:gd name="T93" fmla="*/ 105 h 197"/>
                <a:gd name="T94" fmla="*/ 38 w 138"/>
                <a:gd name="T95" fmla="*/ 84 h 197"/>
                <a:gd name="T96" fmla="*/ 43 w 138"/>
                <a:gd name="T97" fmla="*/ 42 h 197"/>
                <a:gd name="T98" fmla="*/ 35 w 138"/>
                <a:gd name="T99" fmla="*/ 28 h 197"/>
                <a:gd name="T100" fmla="*/ 29 w 138"/>
                <a:gd name="T101" fmla="*/ 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8" h="197">
                  <a:moveTo>
                    <a:pt x="4" y="128"/>
                  </a:moveTo>
                  <a:lnTo>
                    <a:pt x="4" y="130"/>
                  </a:lnTo>
                  <a:lnTo>
                    <a:pt x="1" y="130"/>
                  </a:lnTo>
                  <a:lnTo>
                    <a:pt x="0" y="129"/>
                  </a:lnTo>
                  <a:lnTo>
                    <a:pt x="4" y="128"/>
                  </a:lnTo>
                  <a:close/>
                  <a:moveTo>
                    <a:pt x="42" y="0"/>
                  </a:moveTo>
                  <a:lnTo>
                    <a:pt x="138" y="49"/>
                  </a:lnTo>
                  <a:lnTo>
                    <a:pt x="138" y="96"/>
                  </a:lnTo>
                  <a:lnTo>
                    <a:pt x="137" y="96"/>
                  </a:lnTo>
                  <a:lnTo>
                    <a:pt x="134" y="97"/>
                  </a:lnTo>
                  <a:lnTo>
                    <a:pt x="133" y="97"/>
                  </a:lnTo>
                  <a:lnTo>
                    <a:pt x="130" y="97"/>
                  </a:lnTo>
                  <a:lnTo>
                    <a:pt x="127" y="99"/>
                  </a:lnTo>
                  <a:lnTo>
                    <a:pt x="127" y="101"/>
                  </a:lnTo>
                  <a:lnTo>
                    <a:pt x="129" y="103"/>
                  </a:lnTo>
                  <a:lnTo>
                    <a:pt x="127" y="105"/>
                  </a:lnTo>
                  <a:lnTo>
                    <a:pt x="123" y="111"/>
                  </a:lnTo>
                  <a:lnTo>
                    <a:pt x="122" y="111"/>
                  </a:lnTo>
                  <a:lnTo>
                    <a:pt x="119" y="113"/>
                  </a:lnTo>
                  <a:lnTo>
                    <a:pt x="121" y="115"/>
                  </a:lnTo>
                  <a:lnTo>
                    <a:pt x="122" y="116"/>
                  </a:lnTo>
                  <a:lnTo>
                    <a:pt x="121" y="119"/>
                  </a:lnTo>
                  <a:lnTo>
                    <a:pt x="118" y="120"/>
                  </a:lnTo>
                  <a:lnTo>
                    <a:pt x="117" y="121"/>
                  </a:lnTo>
                  <a:lnTo>
                    <a:pt x="119" y="122"/>
                  </a:lnTo>
                  <a:lnTo>
                    <a:pt x="119" y="125"/>
                  </a:lnTo>
                  <a:lnTo>
                    <a:pt x="118" y="128"/>
                  </a:lnTo>
                  <a:lnTo>
                    <a:pt x="114" y="132"/>
                  </a:lnTo>
                  <a:lnTo>
                    <a:pt x="114" y="134"/>
                  </a:lnTo>
                  <a:lnTo>
                    <a:pt x="117" y="136"/>
                  </a:lnTo>
                  <a:lnTo>
                    <a:pt x="119" y="133"/>
                  </a:lnTo>
                  <a:lnTo>
                    <a:pt x="121" y="133"/>
                  </a:lnTo>
                  <a:lnTo>
                    <a:pt x="121" y="136"/>
                  </a:lnTo>
                  <a:lnTo>
                    <a:pt x="119" y="136"/>
                  </a:lnTo>
                  <a:lnTo>
                    <a:pt x="121" y="137"/>
                  </a:lnTo>
                  <a:lnTo>
                    <a:pt x="119" y="138"/>
                  </a:lnTo>
                  <a:lnTo>
                    <a:pt x="121" y="141"/>
                  </a:lnTo>
                  <a:lnTo>
                    <a:pt x="121" y="144"/>
                  </a:lnTo>
                  <a:lnTo>
                    <a:pt x="122" y="146"/>
                  </a:lnTo>
                  <a:lnTo>
                    <a:pt x="126" y="147"/>
                  </a:lnTo>
                  <a:lnTo>
                    <a:pt x="127" y="149"/>
                  </a:lnTo>
                  <a:lnTo>
                    <a:pt x="126" y="151"/>
                  </a:lnTo>
                  <a:lnTo>
                    <a:pt x="126" y="153"/>
                  </a:lnTo>
                  <a:lnTo>
                    <a:pt x="126" y="154"/>
                  </a:lnTo>
                  <a:lnTo>
                    <a:pt x="122" y="155"/>
                  </a:lnTo>
                  <a:lnTo>
                    <a:pt x="121" y="154"/>
                  </a:lnTo>
                  <a:lnTo>
                    <a:pt x="118" y="154"/>
                  </a:lnTo>
                  <a:lnTo>
                    <a:pt x="116" y="155"/>
                  </a:lnTo>
                  <a:lnTo>
                    <a:pt x="113" y="158"/>
                  </a:lnTo>
                  <a:lnTo>
                    <a:pt x="113" y="159"/>
                  </a:lnTo>
                  <a:lnTo>
                    <a:pt x="113" y="161"/>
                  </a:lnTo>
                  <a:lnTo>
                    <a:pt x="112" y="162"/>
                  </a:lnTo>
                  <a:lnTo>
                    <a:pt x="109" y="165"/>
                  </a:lnTo>
                  <a:lnTo>
                    <a:pt x="108" y="165"/>
                  </a:lnTo>
                  <a:lnTo>
                    <a:pt x="106" y="165"/>
                  </a:lnTo>
                  <a:lnTo>
                    <a:pt x="105" y="166"/>
                  </a:lnTo>
                  <a:lnTo>
                    <a:pt x="105" y="169"/>
                  </a:lnTo>
                  <a:lnTo>
                    <a:pt x="104" y="170"/>
                  </a:lnTo>
                  <a:lnTo>
                    <a:pt x="104" y="171"/>
                  </a:lnTo>
                  <a:lnTo>
                    <a:pt x="104" y="172"/>
                  </a:lnTo>
                  <a:lnTo>
                    <a:pt x="102" y="175"/>
                  </a:lnTo>
                  <a:lnTo>
                    <a:pt x="101" y="175"/>
                  </a:lnTo>
                  <a:lnTo>
                    <a:pt x="98" y="178"/>
                  </a:lnTo>
                  <a:lnTo>
                    <a:pt x="94" y="178"/>
                  </a:lnTo>
                  <a:lnTo>
                    <a:pt x="91" y="179"/>
                  </a:lnTo>
                  <a:lnTo>
                    <a:pt x="88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1" y="178"/>
                  </a:lnTo>
                  <a:lnTo>
                    <a:pt x="80" y="178"/>
                  </a:lnTo>
                  <a:lnTo>
                    <a:pt x="80" y="180"/>
                  </a:lnTo>
                  <a:lnTo>
                    <a:pt x="81" y="183"/>
                  </a:lnTo>
                  <a:lnTo>
                    <a:pt x="83" y="183"/>
                  </a:lnTo>
                  <a:lnTo>
                    <a:pt x="84" y="184"/>
                  </a:lnTo>
                  <a:lnTo>
                    <a:pt x="80" y="187"/>
                  </a:lnTo>
                  <a:lnTo>
                    <a:pt x="79" y="188"/>
                  </a:lnTo>
                  <a:lnTo>
                    <a:pt x="75" y="188"/>
                  </a:lnTo>
                  <a:lnTo>
                    <a:pt x="68" y="190"/>
                  </a:lnTo>
                  <a:lnTo>
                    <a:pt x="65" y="192"/>
                  </a:lnTo>
                  <a:lnTo>
                    <a:pt x="62" y="194"/>
                  </a:lnTo>
                  <a:lnTo>
                    <a:pt x="59" y="196"/>
                  </a:lnTo>
                  <a:lnTo>
                    <a:pt x="56" y="196"/>
                  </a:lnTo>
                  <a:lnTo>
                    <a:pt x="56" y="195"/>
                  </a:lnTo>
                  <a:lnTo>
                    <a:pt x="55" y="192"/>
                  </a:lnTo>
                  <a:lnTo>
                    <a:pt x="54" y="191"/>
                  </a:lnTo>
                  <a:lnTo>
                    <a:pt x="52" y="192"/>
                  </a:lnTo>
                  <a:lnTo>
                    <a:pt x="52" y="195"/>
                  </a:lnTo>
                  <a:lnTo>
                    <a:pt x="51" y="197"/>
                  </a:lnTo>
                  <a:lnTo>
                    <a:pt x="47" y="197"/>
                  </a:lnTo>
                  <a:lnTo>
                    <a:pt x="46" y="197"/>
                  </a:lnTo>
                  <a:lnTo>
                    <a:pt x="43" y="197"/>
                  </a:lnTo>
                  <a:lnTo>
                    <a:pt x="43" y="196"/>
                  </a:lnTo>
                  <a:lnTo>
                    <a:pt x="42" y="194"/>
                  </a:lnTo>
                  <a:lnTo>
                    <a:pt x="42" y="192"/>
                  </a:lnTo>
                  <a:lnTo>
                    <a:pt x="39" y="188"/>
                  </a:lnTo>
                  <a:lnTo>
                    <a:pt x="38" y="186"/>
                  </a:lnTo>
                  <a:lnTo>
                    <a:pt x="37" y="184"/>
                  </a:lnTo>
                  <a:lnTo>
                    <a:pt x="31" y="179"/>
                  </a:lnTo>
                  <a:lnTo>
                    <a:pt x="27" y="176"/>
                  </a:lnTo>
                  <a:lnTo>
                    <a:pt x="26" y="175"/>
                  </a:lnTo>
                  <a:lnTo>
                    <a:pt x="25" y="174"/>
                  </a:lnTo>
                  <a:lnTo>
                    <a:pt x="23" y="172"/>
                  </a:lnTo>
                  <a:lnTo>
                    <a:pt x="23" y="171"/>
                  </a:lnTo>
                  <a:lnTo>
                    <a:pt x="23" y="170"/>
                  </a:lnTo>
                  <a:lnTo>
                    <a:pt x="25" y="169"/>
                  </a:lnTo>
                  <a:lnTo>
                    <a:pt x="25" y="166"/>
                  </a:lnTo>
                  <a:lnTo>
                    <a:pt x="26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31" y="166"/>
                  </a:lnTo>
                  <a:lnTo>
                    <a:pt x="33" y="167"/>
                  </a:lnTo>
                  <a:lnTo>
                    <a:pt x="35" y="166"/>
                  </a:lnTo>
                  <a:lnTo>
                    <a:pt x="38" y="167"/>
                  </a:lnTo>
                  <a:lnTo>
                    <a:pt x="39" y="167"/>
                  </a:lnTo>
                  <a:lnTo>
                    <a:pt x="40" y="167"/>
                  </a:lnTo>
                  <a:lnTo>
                    <a:pt x="42" y="167"/>
                  </a:lnTo>
                  <a:lnTo>
                    <a:pt x="40" y="166"/>
                  </a:lnTo>
                  <a:lnTo>
                    <a:pt x="38" y="163"/>
                  </a:lnTo>
                  <a:lnTo>
                    <a:pt x="37" y="161"/>
                  </a:lnTo>
                  <a:lnTo>
                    <a:pt x="35" y="161"/>
                  </a:lnTo>
                  <a:lnTo>
                    <a:pt x="33" y="158"/>
                  </a:lnTo>
                  <a:lnTo>
                    <a:pt x="33" y="155"/>
                  </a:lnTo>
                  <a:lnTo>
                    <a:pt x="34" y="154"/>
                  </a:lnTo>
                  <a:lnTo>
                    <a:pt x="35" y="150"/>
                  </a:lnTo>
                  <a:lnTo>
                    <a:pt x="34" y="149"/>
                  </a:lnTo>
                  <a:lnTo>
                    <a:pt x="34" y="147"/>
                  </a:lnTo>
                  <a:lnTo>
                    <a:pt x="34" y="146"/>
                  </a:lnTo>
                  <a:lnTo>
                    <a:pt x="34" y="145"/>
                  </a:lnTo>
                  <a:lnTo>
                    <a:pt x="33" y="142"/>
                  </a:lnTo>
                  <a:lnTo>
                    <a:pt x="33" y="140"/>
                  </a:lnTo>
                  <a:lnTo>
                    <a:pt x="31" y="138"/>
                  </a:lnTo>
                  <a:lnTo>
                    <a:pt x="31" y="136"/>
                  </a:lnTo>
                  <a:lnTo>
                    <a:pt x="29" y="133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1" y="126"/>
                  </a:lnTo>
                  <a:lnTo>
                    <a:pt x="17" y="122"/>
                  </a:lnTo>
                  <a:lnTo>
                    <a:pt x="15" y="122"/>
                  </a:lnTo>
                  <a:lnTo>
                    <a:pt x="15" y="108"/>
                  </a:lnTo>
                  <a:lnTo>
                    <a:pt x="15" y="105"/>
                  </a:lnTo>
                  <a:lnTo>
                    <a:pt x="17" y="105"/>
                  </a:lnTo>
                  <a:lnTo>
                    <a:pt x="18" y="105"/>
                  </a:lnTo>
                  <a:lnTo>
                    <a:pt x="18" y="104"/>
                  </a:lnTo>
                  <a:lnTo>
                    <a:pt x="38" y="84"/>
                  </a:lnTo>
                  <a:lnTo>
                    <a:pt x="38" y="67"/>
                  </a:lnTo>
                  <a:lnTo>
                    <a:pt x="40" y="45"/>
                  </a:lnTo>
                  <a:lnTo>
                    <a:pt x="43" y="42"/>
                  </a:lnTo>
                  <a:lnTo>
                    <a:pt x="43" y="38"/>
                  </a:lnTo>
                  <a:lnTo>
                    <a:pt x="35" y="29"/>
                  </a:lnTo>
                  <a:lnTo>
                    <a:pt x="35" y="28"/>
                  </a:lnTo>
                  <a:lnTo>
                    <a:pt x="35" y="24"/>
                  </a:lnTo>
                  <a:lnTo>
                    <a:pt x="30" y="8"/>
                  </a:lnTo>
                  <a:lnTo>
                    <a:pt x="29" y="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2" name="Freeform 473">
              <a:extLst>
                <a:ext uri="{FF2B5EF4-FFF2-40B4-BE49-F238E27FC236}">
                  <a16:creationId xmlns:a16="http://schemas.microsoft.com/office/drawing/2014/main" id="{2D69C097-BADA-40A1-ADA6-74477FE99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-292969" y="4718139"/>
              <a:ext cx="847248" cy="866356"/>
            </a:xfrm>
            <a:custGeom>
              <a:avLst/>
              <a:gdLst>
                <a:gd name="T0" fmla="*/ 101 w 133"/>
                <a:gd name="T1" fmla="*/ 29 h 136"/>
                <a:gd name="T2" fmla="*/ 102 w 133"/>
                <a:gd name="T3" fmla="*/ 33 h 136"/>
                <a:gd name="T4" fmla="*/ 117 w 133"/>
                <a:gd name="T5" fmla="*/ 44 h 136"/>
                <a:gd name="T6" fmla="*/ 114 w 133"/>
                <a:gd name="T7" fmla="*/ 56 h 136"/>
                <a:gd name="T8" fmla="*/ 116 w 133"/>
                <a:gd name="T9" fmla="*/ 66 h 136"/>
                <a:gd name="T10" fmla="*/ 121 w 133"/>
                <a:gd name="T11" fmla="*/ 73 h 136"/>
                <a:gd name="T12" fmla="*/ 118 w 133"/>
                <a:gd name="T13" fmla="*/ 75 h 136"/>
                <a:gd name="T14" fmla="*/ 120 w 133"/>
                <a:gd name="T15" fmla="*/ 83 h 136"/>
                <a:gd name="T16" fmla="*/ 118 w 133"/>
                <a:gd name="T17" fmla="*/ 91 h 136"/>
                <a:gd name="T18" fmla="*/ 120 w 133"/>
                <a:gd name="T19" fmla="*/ 95 h 136"/>
                <a:gd name="T20" fmla="*/ 121 w 133"/>
                <a:gd name="T21" fmla="*/ 100 h 136"/>
                <a:gd name="T22" fmla="*/ 122 w 133"/>
                <a:gd name="T23" fmla="*/ 107 h 136"/>
                <a:gd name="T24" fmla="*/ 131 w 133"/>
                <a:gd name="T25" fmla="*/ 114 h 136"/>
                <a:gd name="T26" fmla="*/ 131 w 133"/>
                <a:gd name="T27" fmla="*/ 116 h 136"/>
                <a:gd name="T28" fmla="*/ 127 w 133"/>
                <a:gd name="T29" fmla="*/ 118 h 136"/>
                <a:gd name="T30" fmla="*/ 121 w 133"/>
                <a:gd name="T31" fmla="*/ 122 h 136"/>
                <a:gd name="T32" fmla="*/ 116 w 133"/>
                <a:gd name="T33" fmla="*/ 124 h 136"/>
                <a:gd name="T34" fmla="*/ 109 w 133"/>
                <a:gd name="T35" fmla="*/ 125 h 136"/>
                <a:gd name="T36" fmla="*/ 104 w 133"/>
                <a:gd name="T37" fmla="*/ 124 h 136"/>
                <a:gd name="T38" fmla="*/ 101 w 133"/>
                <a:gd name="T39" fmla="*/ 125 h 136"/>
                <a:gd name="T40" fmla="*/ 95 w 133"/>
                <a:gd name="T41" fmla="*/ 129 h 136"/>
                <a:gd name="T42" fmla="*/ 91 w 133"/>
                <a:gd name="T43" fmla="*/ 127 h 136"/>
                <a:gd name="T44" fmla="*/ 88 w 133"/>
                <a:gd name="T45" fmla="*/ 128 h 136"/>
                <a:gd name="T46" fmla="*/ 81 w 133"/>
                <a:gd name="T47" fmla="*/ 129 h 136"/>
                <a:gd name="T48" fmla="*/ 77 w 133"/>
                <a:gd name="T49" fmla="*/ 127 h 136"/>
                <a:gd name="T50" fmla="*/ 75 w 133"/>
                <a:gd name="T51" fmla="*/ 125 h 136"/>
                <a:gd name="T52" fmla="*/ 60 w 133"/>
                <a:gd name="T53" fmla="*/ 127 h 136"/>
                <a:gd name="T54" fmla="*/ 58 w 133"/>
                <a:gd name="T55" fmla="*/ 111 h 136"/>
                <a:gd name="T56" fmla="*/ 51 w 133"/>
                <a:gd name="T57" fmla="*/ 104 h 136"/>
                <a:gd name="T58" fmla="*/ 48 w 133"/>
                <a:gd name="T59" fmla="*/ 103 h 136"/>
                <a:gd name="T60" fmla="*/ 46 w 133"/>
                <a:gd name="T61" fmla="*/ 103 h 136"/>
                <a:gd name="T62" fmla="*/ 43 w 133"/>
                <a:gd name="T63" fmla="*/ 102 h 136"/>
                <a:gd name="T64" fmla="*/ 42 w 133"/>
                <a:gd name="T65" fmla="*/ 102 h 136"/>
                <a:gd name="T66" fmla="*/ 37 w 133"/>
                <a:gd name="T67" fmla="*/ 97 h 136"/>
                <a:gd name="T68" fmla="*/ 30 w 133"/>
                <a:gd name="T69" fmla="*/ 94 h 136"/>
                <a:gd name="T70" fmla="*/ 26 w 133"/>
                <a:gd name="T71" fmla="*/ 91 h 136"/>
                <a:gd name="T72" fmla="*/ 21 w 133"/>
                <a:gd name="T73" fmla="*/ 90 h 136"/>
                <a:gd name="T74" fmla="*/ 13 w 133"/>
                <a:gd name="T75" fmla="*/ 78 h 136"/>
                <a:gd name="T76" fmla="*/ 0 w 133"/>
                <a:gd name="T77" fmla="*/ 43 h 136"/>
                <a:gd name="T78" fmla="*/ 12 w 133"/>
                <a:gd name="T79" fmla="*/ 39 h 136"/>
                <a:gd name="T80" fmla="*/ 18 w 133"/>
                <a:gd name="T81" fmla="*/ 33 h 136"/>
                <a:gd name="T82" fmla="*/ 19 w 133"/>
                <a:gd name="T83" fmla="*/ 25 h 136"/>
                <a:gd name="T84" fmla="*/ 16 w 133"/>
                <a:gd name="T85" fmla="*/ 23 h 136"/>
                <a:gd name="T86" fmla="*/ 14 w 133"/>
                <a:gd name="T87" fmla="*/ 19 h 136"/>
                <a:gd name="T88" fmla="*/ 18 w 133"/>
                <a:gd name="T89" fmla="*/ 20 h 136"/>
                <a:gd name="T90" fmla="*/ 19 w 133"/>
                <a:gd name="T91" fmla="*/ 15 h 136"/>
                <a:gd name="T92" fmla="*/ 18 w 133"/>
                <a:gd name="T93" fmla="*/ 8 h 136"/>
                <a:gd name="T94" fmla="*/ 14 w 133"/>
                <a:gd name="T95" fmla="*/ 3 h 136"/>
                <a:gd name="T96" fmla="*/ 17 w 133"/>
                <a:gd name="T97" fmla="*/ 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6">
                  <a:moveTo>
                    <a:pt x="56" y="0"/>
                  </a:moveTo>
                  <a:lnTo>
                    <a:pt x="100" y="25"/>
                  </a:lnTo>
                  <a:lnTo>
                    <a:pt x="101" y="29"/>
                  </a:lnTo>
                  <a:lnTo>
                    <a:pt x="101" y="31"/>
                  </a:lnTo>
                  <a:lnTo>
                    <a:pt x="101" y="32"/>
                  </a:lnTo>
                  <a:lnTo>
                    <a:pt x="102" y="33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8" y="47"/>
                  </a:lnTo>
                  <a:lnTo>
                    <a:pt x="117" y="48"/>
                  </a:lnTo>
                  <a:lnTo>
                    <a:pt x="114" y="56"/>
                  </a:lnTo>
                  <a:lnTo>
                    <a:pt x="113" y="60"/>
                  </a:lnTo>
                  <a:lnTo>
                    <a:pt x="113" y="64"/>
                  </a:lnTo>
                  <a:lnTo>
                    <a:pt x="116" y="66"/>
                  </a:lnTo>
                  <a:lnTo>
                    <a:pt x="118" y="69"/>
                  </a:lnTo>
                  <a:lnTo>
                    <a:pt x="120" y="69"/>
                  </a:lnTo>
                  <a:lnTo>
                    <a:pt x="121" y="73"/>
                  </a:lnTo>
                  <a:lnTo>
                    <a:pt x="121" y="74"/>
                  </a:lnTo>
                  <a:lnTo>
                    <a:pt x="120" y="74"/>
                  </a:lnTo>
                  <a:lnTo>
                    <a:pt x="118" y="75"/>
                  </a:lnTo>
                  <a:lnTo>
                    <a:pt x="118" y="78"/>
                  </a:lnTo>
                  <a:lnTo>
                    <a:pt x="118" y="82"/>
                  </a:lnTo>
                  <a:lnTo>
                    <a:pt x="120" y="83"/>
                  </a:lnTo>
                  <a:lnTo>
                    <a:pt x="120" y="86"/>
                  </a:lnTo>
                  <a:lnTo>
                    <a:pt x="118" y="89"/>
                  </a:lnTo>
                  <a:lnTo>
                    <a:pt x="118" y="91"/>
                  </a:lnTo>
                  <a:lnTo>
                    <a:pt x="120" y="94"/>
                  </a:lnTo>
                  <a:lnTo>
                    <a:pt x="118" y="94"/>
                  </a:lnTo>
                  <a:lnTo>
                    <a:pt x="120" y="95"/>
                  </a:lnTo>
                  <a:lnTo>
                    <a:pt x="120" y="98"/>
                  </a:lnTo>
                  <a:lnTo>
                    <a:pt x="121" y="99"/>
                  </a:lnTo>
                  <a:lnTo>
                    <a:pt x="121" y="100"/>
                  </a:lnTo>
                  <a:lnTo>
                    <a:pt x="121" y="102"/>
                  </a:lnTo>
                  <a:lnTo>
                    <a:pt x="122" y="106"/>
                  </a:lnTo>
                  <a:lnTo>
                    <a:pt x="122" y="107"/>
                  </a:lnTo>
                  <a:lnTo>
                    <a:pt x="126" y="111"/>
                  </a:lnTo>
                  <a:lnTo>
                    <a:pt x="130" y="112"/>
                  </a:lnTo>
                  <a:lnTo>
                    <a:pt x="131" y="114"/>
                  </a:lnTo>
                  <a:lnTo>
                    <a:pt x="131" y="115"/>
                  </a:lnTo>
                  <a:lnTo>
                    <a:pt x="133" y="115"/>
                  </a:lnTo>
                  <a:lnTo>
                    <a:pt x="131" y="116"/>
                  </a:lnTo>
                  <a:lnTo>
                    <a:pt x="131" y="116"/>
                  </a:lnTo>
                  <a:lnTo>
                    <a:pt x="129" y="116"/>
                  </a:lnTo>
                  <a:lnTo>
                    <a:pt x="127" y="118"/>
                  </a:lnTo>
                  <a:lnTo>
                    <a:pt x="126" y="120"/>
                  </a:lnTo>
                  <a:lnTo>
                    <a:pt x="124" y="120"/>
                  </a:lnTo>
                  <a:lnTo>
                    <a:pt x="121" y="122"/>
                  </a:lnTo>
                  <a:lnTo>
                    <a:pt x="118" y="122"/>
                  </a:lnTo>
                  <a:lnTo>
                    <a:pt x="118" y="123"/>
                  </a:lnTo>
                  <a:lnTo>
                    <a:pt x="116" y="124"/>
                  </a:lnTo>
                  <a:lnTo>
                    <a:pt x="114" y="123"/>
                  </a:lnTo>
                  <a:lnTo>
                    <a:pt x="110" y="124"/>
                  </a:lnTo>
                  <a:lnTo>
                    <a:pt x="109" y="125"/>
                  </a:lnTo>
                  <a:lnTo>
                    <a:pt x="106" y="125"/>
                  </a:lnTo>
                  <a:lnTo>
                    <a:pt x="105" y="124"/>
                  </a:lnTo>
                  <a:lnTo>
                    <a:pt x="104" y="124"/>
                  </a:lnTo>
                  <a:lnTo>
                    <a:pt x="101" y="124"/>
                  </a:lnTo>
                  <a:lnTo>
                    <a:pt x="100" y="124"/>
                  </a:lnTo>
                  <a:lnTo>
                    <a:pt x="101" y="125"/>
                  </a:lnTo>
                  <a:lnTo>
                    <a:pt x="100" y="128"/>
                  </a:lnTo>
                  <a:lnTo>
                    <a:pt x="97" y="128"/>
                  </a:lnTo>
                  <a:lnTo>
                    <a:pt x="95" y="129"/>
                  </a:lnTo>
                  <a:lnTo>
                    <a:pt x="93" y="128"/>
                  </a:lnTo>
                  <a:lnTo>
                    <a:pt x="92" y="128"/>
                  </a:lnTo>
                  <a:lnTo>
                    <a:pt x="91" y="127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8" y="128"/>
                  </a:lnTo>
                  <a:lnTo>
                    <a:pt x="85" y="129"/>
                  </a:lnTo>
                  <a:lnTo>
                    <a:pt x="81" y="131"/>
                  </a:lnTo>
                  <a:lnTo>
                    <a:pt x="81" y="129"/>
                  </a:lnTo>
                  <a:lnTo>
                    <a:pt x="80" y="128"/>
                  </a:lnTo>
                  <a:lnTo>
                    <a:pt x="79" y="128"/>
                  </a:lnTo>
                  <a:lnTo>
                    <a:pt x="77" y="127"/>
                  </a:lnTo>
                  <a:lnTo>
                    <a:pt x="76" y="127"/>
                  </a:lnTo>
                  <a:lnTo>
                    <a:pt x="76" y="125"/>
                  </a:lnTo>
                  <a:lnTo>
                    <a:pt x="75" y="125"/>
                  </a:lnTo>
                  <a:lnTo>
                    <a:pt x="73" y="127"/>
                  </a:lnTo>
                  <a:lnTo>
                    <a:pt x="72" y="127"/>
                  </a:lnTo>
                  <a:lnTo>
                    <a:pt x="60" y="127"/>
                  </a:lnTo>
                  <a:lnTo>
                    <a:pt x="58" y="136"/>
                  </a:lnTo>
                  <a:lnTo>
                    <a:pt x="59" y="116"/>
                  </a:lnTo>
                  <a:lnTo>
                    <a:pt x="58" y="111"/>
                  </a:lnTo>
                  <a:lnTo>
                    <a:pt x="54" y="107"/>
                  </a:lnTo>
                  <a:lnTo>
                    <a:pt x="52" y="106"/>
                  </a:lnTo>
                  <a:lnTo>
                    <a:pt x="51" y="104"/>
                  </a:lnTo>
                  <a:lnTo>
                    <a:pt x="51" y="104"/>
                  </a:lnTo>
                  <a:lnTo>
                    <a:pt x="50" y="104"/>
                  </a:lnTo>
                  <a:lnTo>
                    <a:pt x="48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6" y="103"/>
                  </a:lnTo>
                  <a:lnTo>
                    <a:pt x="45" y="103"/>
                  </a:lnTo>
                  <a:lnTo>
                    <a:pt x="45" y="102"/>
                  </a:lnTo>
                  <a:lnTo>
                    <a:pt x="43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39" y="99"/>
                  </a:lnTo>
                  <a:lnTo>
                    <a:pt x="39" y="98"/>
                  </a:lnTo>
                  <a:lnTo>
                    <a:pt x="37" y="97"/>
                  </a:lnTo>
                  <a:lnTo>
                    <a:pt x="37" y="97"/>
                  </a:lnTo>
                  <a:lnTo>
                    <a:pt x="35" y="97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6" y="93"/>
                  </a:lnTo>
                  <a:lnTo>
                    <a:pt x="26" y="91"/>
                  </a:lnTo>
                  <a:lnTo>
                    <a:pt x="23" y="90"/>
                  </a:lnTo>
                  <a:lnTo>
                    <a:pt x="22" y="90"/>
                  </a:lnTo>
                  <a:lnTo>
                    <a:pt x="21" y="90"/>
                  </a:lnTo>
                  <a:lnTo>
                    <a:pt x="19" y="90"/>
                  </a:lnTo>
                  <a:lnTo>
                    <a:pt x="16" y="89"/>
                  </a:lnTo>
                  <a:lnTo>
                    <a:pt x="13" y="78"/>
                  </a:lnTo>
                  <a:lnTo>
                    <a:pt x="4" y="68"/>
                  </a:lnTo>
                  <a:lnTo>
                    <a:pt x="1" y="53"/>
                  </a:lnTo>
                  <a:lnTo>
                    <a:pt x="0" y="43"/>
                  </a:lnTo>
                  <a:lnTo>
                    <a:pt x="5" y="44"/>
                  </a:lnTo>
                  <a:lnTo>
                    <a:pt x="9" y="43"/>
                  </a:lnTo>
                  <a:lnTo>
                    <a:pt x="12" y="39"/>
                  </a:lnTo>
                  <a:lnTo>
                    <a:pt x="14" y="36"/>
                  </a:lnTo>
                  <a:lnTo>
                    <a:pt x="16" y="35"/>
                  </a:lnTo>
                  <a:lnTo>
                    <a:pt x="18" y="33"/>
                  </a:lnTo>
                  <a:lnTo>
                    <a:pt x="19" y="31"/>
                  </a:lnTo>
                  <a:lnTo>
                    <a:pt x="19" y="29"/>
                  </a:lnTo>
                  <a:lnTo>
                    <a:pt x="19" y="25"/>
                  </a:lnTo>
                  <a:lnTo>
                    <a:pt x="18" y="25"/>
                  </a:lnTo>
                  <a:lnTo>
                    <a:pt x="17" y="24"/>
                  </a:lnTo>
                  <a:lnTo>
                    <a:pt x="16" y="23"/>
                  </a:lnTo>
                  <a:lnTo>
                    <a:pt x="16" y="22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6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18" y="19"/>
                  </a:lnTo>
                  <a:lnTo>
                    <a:pt x="19" y="18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7" y="7"/>
                  </a:lnTo>
                  <a:lnTo>
                    <a:pt x="16" y="6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31" y="2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3" name="Freeform 474">
              <a:extLst>
                <a:ext uri="{FF2B5EF4-FFF2-40B4-BE49-F238E27FC236}">
                  <a16:creationId xmlns:a16="http://schemas.microsoft.com/office/drawing/2014/main" id="{53E9DB5B-29A7-4FD2-9991-64D9A45DA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8451" y="4737247"/>
              <a:ext cx="146518" cy="127406"/>
            </a:xfrm>
            <a:custGeom>
              <a:avLst/>
              <a:gdLst>
                <a:gd name="T0" fmla="*/ 18 w 23"/>
                <a:gd name="T1" fmla="*/ 0 h 20"/>
                <a:gd name="T2" fmla="*/ 20 w 23"/>
                <a:gd name="T3" fmla="*/ 3 h 20"/>
                <a:gd name="T4" fmla="*/ 21 w 23"/>
                <a:gd name="T5" fmla="*/ 4 h 20"/>
                <a:gd name="T6" fmla="*/ 22 w 23"/>
                <a:gd name="T7" fmla="*/ 5 h 20"/>
                <a:gd name="T8" fmla="*/ 22 w 23"/>
                <a:gd name="T9" fmla="*/ 7 h 20"/>
                <a:gd name="T10" fmla="*/ 23 w 23"/>
                <a:gd name="T11" fmla="*/ 11 h 20"/>
                <a:gd name="T12" fmla="*/ 23 w 23"/>
                <a:gd name="T13" fmla="*/ 12 h 20"/>
                <a:gd name="T14" fmla="*/ 23 w 23"/>
                <a:gd name="T15" fmla="*/ 15 h 20"/>
                <a:gd name="T16" fmla="*/ 22 w 23"/>
                <a:gd name="T17" fmla="*/ 16 h 20"/>
                <a:gd name="T18" fmla="*/ 22 w 23"/>
                <a:gd name="T19" fmla="*/ 17 h 20"/>
                <a:gd name="T20" fmla="*/ 21 w 23"/>
                <a:gd name="T21" fmla="*/ 17 h 20"/>
                <a:gd name="T22" fmla="*/ 20 w 23"/>
                <a:gd name="T23" fmla="*/ 17 h 20"/>
                <a:gd name="T24" fmla="*/ 18 w 23"/>
                <a:gd name="T25" fmla="*/ 16 h 20"/>
                <a:gd name="T26" fmla="*/ 18 w 23"/>
                <a:gd name="T27" fmla="*/ 16 h 20"/>
                <a:gd name="T28" fmla="*/ 17 w 23"/>
                <a:gd name="T29" fmla="*/ 15 h 20"/>
                <a:gd name="T30" fmla="*/ 17 w 23"/>
                <a:gd name="T31" fmla="*/ 13 h 20"/>
                <a:gd name="T32" fmla="*/ 16 w 23"/>
                <a:gd name="T33" fmla="*/ 13 h 20"/>
                <a:gd name="T34" fmla="*/ 14 w 23"/>
                <a:gd name="T35" fmla="*/ 12 h 20"/>
                <a:gd name="T36" fmla="*/ 13 w 23"/>
                <a:gd name="T37" fmla="*/ 12 h 20"/>
                <a:gd name="T38" fmla="*/ 14 w 23"/>
                <a:gd name="T39" fmla="*/ 15 h 20"/>
                <a:gd name="T40" fmla="*/ 12 w 23"/>
                <a:gd name="T41" fmla="*/ 19 h 20"/>
                <a:gd name="T42" fmla="*/ 12 w 23"/>
                <a:gd name="T43" fmla="*/ 19 h 20"/>
                <a:gd name="T44" fmla="*/ 10 w 23"/>
                <a:gd name="T45" fmla="*/ 20 h 20"/>
                <a:gd name="T46" fmla="*/ 9 w 23"/>
                <a:gd name="T47" fmla="*/ 19 h 20"/>
                <a:gd name="T48" fmla="*/ 8 w 23"/>
                <a:gd name="T49" fmla="*/ 19 h 20"/>
                <a:gd name="T50" fmla="*/ 8 w 23"/>
                <a:gd name="T51" fmla="*/ 20 h 20"/>
                <a:gd name="T52" fmla="*/ 5 w 23"/>
                <a:gd name="T53" fmla="*/ 19 h 20"/>
                <a:gd name="T54" fmla="*/ 4 w 23"/>
                <a:gd name="T55" fmla="*/ 17 h 20"/>
                <a:gd name="T56" fmla="*/ 2 w 23"/>
                <a:gd name="T57" fmla="*/ 16 h 20"/>
                <a:gd name="T58" fmla="*/ 1 w 23"/>
                <a:gd name="T59" fmla="*/ 16 h 20"/>
                <a:gd name="T60" fmla="*/ 0 w 23"/>
                <a:gd name="T61" fmla="*/ 17 h 20"/>
                <a:gd name="T62" fmla="*/ 0 w 23"/>
                <a:gd name="T63" fmla="*/ 15 h 20"/>
                <a:gd name="T64" fmla="*/ 2 w 23"/>
                <a:gd name="T65" fmla="*/ 8 h 20"/>
                <a:gd name="T66" fmla="*/ 4 w 23"/>
                <a:gd name="T67" fmla="*/ 5 h 20"/>
                <a:gd name="T68" fmla="*/ 6 w 23"/>
                <a:gd name="T69" fmla="*/ 3 h 20"/>
                <a:gd name="T70" fmla="*/ 8 w 23"/>
                <a:gd name="T71" fmla="*/ 3 h 20"/>
                <a:gd name="T72" fmla="*/ 9 w 23"/>
                <a:gd name="T73" fmla="*/ 3 h 20"/>
                <a:gd name="T74" fmla="*/ 12 w 23"/>
                <a:gd name="T75" fmla="*/ 1 h 20"/>
                <a:gd name="T76" fmla="*/ 13 w 23"/>
                <a:gd name="T77" fmla="*/ 1 h 20"/>
                <a:gd name="T78" fmla="*/ 13 w 23"/>
                <a:gd name="T79" fmla="*/ 3 h 20"/>
                <a:gd name="T80" fmla="*/ 16 w 23"/>
                <a:gd name="T81" fmla="*/ 3 h 20"/>
                <a:gd name="T82" fmla="*/ 16 w 23"/>
                <a:gd name="T83" fmla="*/ 1 h 20"/>
                <a:gd name="T84" fmla="*/ 16 w 23"/>
                <a:gd name="T85" fmla="*/ 0 h 20"/>
                <a:gd name="T86" fmla="*/ 18 w 23"/>
                <a:gd name="T8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" h="20">
                  <a:moveTo>
                    <a:pt x="18" y="0"/>
                  </a:moveTo>
                  <a:lnTo>
                    <a:pt x="20" y="3"/>
                  </a:lnTo>
                  <a:lnTo>
                    <a:pt x="21" y="4"/>
                  </a:lnTo>
                  <a:lnTo>
                    <a:pt x="22" y="5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2"/>
                  </a:lnTo>
                  <a:lnTo>
                    <a:pt x="23" y="15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5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4" y="15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0" y="20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5" y="19"/>
                  </a:lnTo>
                  <a:lnTo>
                    <a:pt x="4" y="17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2" y="8"/>
                  </a:lnTo>
                  <a:lnTo>
                    <a:pt x="4" y="5"/>
                  </a:lnTo>
                  <a:lnTo>
                    <a:pt x="6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3" y="3"/>
                  </a:lnTo>
                  <a:lnTo>
                    <a:pt x="16" y="3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4" name="Freeform 475">
              <a:extLst>
                <a:ext uri="{FF2B5EF4-FFF2-40B4-BE49-F238E27FC236}">
                  <a16:creationId xmlns:a16="http://schemas.microsoft.com/office/drawing/2014/main" id="{D1D902AB-6F68-4972-9A5F-A15AD863E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8451" y="4813689"/>
              <a:ext cx="146518" cy="184738"/>
            </a:xfrm>
            <a:custGeom>
              <a:avLst/>
              <a:gdLst>
                <a:gd name="T0" fmla="*/ 13 w 23"/>
                <a:gd name="T1" fmla="*/ 0 h 29"/>
                <a:gd name="T2" fmla="*/ 14 w 23"/>
                <a:gd name="T3" fmla="*/ 0 h 29"/>
                <a:gd name="T4" fmla="*/ 16 w 23"/>
                <a:gd name="T5" fmla="*/ 1 h 29"/>
                <a:gd name="T6" fmla="*/ 17 w 23"/>
                <a:gd name="T7" fmla="*/ 1 h 29"/>
                <a:gd name="T8" fmla="*/ 17 w 23"/>
                <a:gd name="T9" fmla="*/ 3 h 29"/>
                <a:gd name="T10" fmla="*/ 18 w 23"/>
                <a:gd name="T11" fmla="*/ 4 h 29"/>
                <a:gd name="T12" fmla="*/ 18 w 23"/>
                <a:gd name="T13" fmla="*/ 5 h 29"/>
                <a:gd name="T14" fmla="*/ 20 w 23"/>
                <a:gd name="T15" fmla="*/ 7 h 29"/>
                <a:gd name="T16" fmla="*/ 20 w 23"/>
                <a:gd name="T17" fmla="*/ 8 h 29"/>
                <a:gd name="T18" fmla="*/ 21 w 23"/>
                <a:gd name="T19" fmla="*/ 9 h 29"/>
                <a:gd name="T20" fmla="*/ 22 w 23"/>
                <a:gd name="T21" fmla="*/ 10 h 29"/>
                <a:gd name="T22" fmla="*/ 23 w 23"/>
                <a:gd name="T23" fmla="*/ 10 h 29"/>
                <a:gd name="T24" fmla="*/ 23 w 23"/>
                <a:gd name="T25" fmla="*/ 14 h 29"/>
                <a:gd name="T26" fmla="*/ 23 w 23"/>
                <a:gd name="T27" fmla="*/ 16 h 29"/>
                <a:gd name="T28" fmla="*/ 22 w 23"/>
                <a:gd name="T29" fmla="*/ 18 h 29"/>
                <a:gd name="T30" fmla="*/ 20 w 23"/>
                <a:gd name="T31" fmla="*/ 20 h 29"/>
                <a:gd name="T32" fmla="*/ 18 w 23"/>
                <a:gd name="T33" fmla="*/ 21 h 29"/>
                <a:gd name="T34" fmla="*/ 16 w 23"/>
                <a:gd name="T35" fmla="*/ 24 h 29"/>
                <a:gd name="T36" fmla="*/ 13 w 23"/>
                <a:gd name="T37" fmla="*/ 28 h 29"/>
                <a:gd name="T38" fmla="*/ 9 w 23"/>
                <a:gd name="T39" fmla="*/ 29 h 29"/>
                <a:gd name="T40" fmla="*/ 4 w 23"/>
                <a:gd name="T41" fmla="*/ 28 h 29"/>
                <a:gd name="T42" fmla="*/ 1 w 23"/>
                <a:gd name="T43" fmla="*/ 14 h 29"/>
                <a:gd name="T44" fmla="*/ 1 w 23"/>
                <a:gd name="T45" fmla="*/ 12 h 29"/>
                <a:gd name="T46" fmla="*/ 1 w 23"/>
                <a:gd name="T47" fmla="*/ 9 h 29"/>
                <a:gd name="T48" fmla="*/ 0 w 23"/>
                <a:gd name="T49" fmla="*/ 7 h 29"/>
                <a:gd name="T50" fmla="*/ 0 w 23"/>
                <a:gd name="T51" fmla="*/ 5 h 29"/>
                <a:gd name="T52" fmla="*/ 1 w 23"/>
                <a:gd name="T53" fmla="*/ 4 h 29"/>
                <a:gd name="T54" fmla="*/ 2 w 23"/>
                <a:gd name="T55" fmla="*/ 4 h 29"/>
                <a:gd name="T56" fmla="*/ 4 w 23"/>
                <a:gd name="T57" fmla="*/ 5 h 29"/>
                <a:gd name="T58" fmla="*/ 5 w 23"/>
                <a:gd name="T59" fmla="*/ 7 h 29"/>
                <a:gd name="T60" fmla="*/ 8 w 23"/>
                <a:gd name="T61" fmla="*/ 8 h 29"/>
                <a:gd name="T62" fmla="*/ 8 w 23"/>
                <a:gd name="T63" fmla="*/ 7 h 29"/>
                <a:gd name="T64" fmla="*/ 9 w 23"/>
                <a:gd name="T65" fmla="*/ 7 h 29"/>
                <a:gd name="T66" fmla="*/ 10 w 23"/>
                <a:gd name="T67" fmla="*/ 8 h 29"/>
                <a:gd name="T68" fmla="*/ 12 w 23"/>
                <a:gd name="T69" fmla="*/ 7 h 29"/>
                <a:gd name="T70" fmla="*/ 12 w 23"/>
                <a:gd name="T71" fmla="*/ 7 h 29"/>
                <a:gd name="T72" fmla="*/ 14 w 23"/>
                <a:gd name="T73" fmla="*/ 3 h 29"/>
                <a:gd name="T74" fmla="*/ 13 w 23"/>
                <a:gd name="T7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" h="29">
                  <a:moveTo>
                    <a:pt x="13" y="0"/>
                  </a:moveTo>
                  <a:lnTo>
                    <a:pt x="14" y="0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21" y="9"/>
                  </a:lnTo>
                  <a:lnTo>
                    <a:pt x="22" y="10"/>
                  </a:lnTo>
                  <a:lnTo>
                    <a:pt x="23" y="10"/>
                  </a:lnTo>
                  <a:lnTo>
                    <a:pt x="23" y="14"/>
                  </a:lnTo>
                  <a:lnTo>
                    <a:pt x="23" y="16"/>
                  </a:lnTo>
                  <a:lnTo>
                    <a:pt x="22" y="18"/>
                  </a:lnTo>
                  <a:lnTo>
                    <a:pt x="20" y="20"/>
                  </a:lnTo>
                  <a:lnTo>
                    <a:pt x="18" y="21"/>
                  </a:lnTo>
                  <a:lnTo>
                    <a:pt x="16" y="24"/>
                  </a:lnTo>
                  <a:lnTo>
                    <a:pt x="13" y="28"/>
                  </a:lnTo>
                  <a:lnTo>
                    <a:pt x="9" y="29"/>
                  </a:lnTo>
                  <a:lnTo>
                    <a:pt x="4" y="28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4"/>
                  </a:lnTo>
                  <a:lnTo>
                    <a:pt x="2" y="4"/>
                  </a:lnTo>
                  <a:lnTo>
                    <a:pt x="4" y="5"/>
                  </a:lnTo>
                  <a:lnTo>
                    <a:pt x="5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9" y="7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4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5" name="Freeform 476">
              <a:extLst>
                <a:ext uri="{FF2B5EF4-FFF2-40B4-BE49-F238E27FC236}">
                  <a16:creationId xmlns:a16="http://schemas.microsoft.com/office/drawing/2014/main" id="{E456897D-B15A-4E99-98D9-537F4E4F2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-1605244" y="4240366"/>
              <a:ext cx="1446053" cy="1433311"/>
            </a:xfrm>
            <a:custGeom>
              <a:avLst/>
              <a:gdLst>
                <a:gd name="T0" fmla="*/ 169 w 227"/>
                <a:gd name="T1" fmla="*/ 3 h 225"/>
                <a:gd name="T2" fmla="*/ 185 w 227"/>
                <a:gd name="T3" fmla="*/ 4 h 225"/>
                <a:gd name="T4" fmla="*/ 193 w 227"/>
                <a:gd name="T5" fmla="*/ 12 h 225"/>
                <a:gd name="T6" fmla="*/ 203 w 227"/>
                <a:gd name="T7" fmla="*/ 10 h 225"/>
                <a:gd name="T8" fmla="*/ 211 w 227"/>
                <a:gd name="T9" fmla="*/ 7 h 225"/>
                <a:gd name="T10" fmla="*/ 220 w 227"/>
                <a:gd name="T11" fmla="*/ 16 h 225"/>
                <a:gd name="T12" fmla="*/ 225 w 227"/>
                <a:gd name="T13" fmla="*/ 22 h 225"/>
                <a:gd name="T14" fmla="*/ 224 w 227"/>
                <a:gd name="T15" fmla="*/ 36 h 225"/>
                <a:gd name="T16" fmla="*/ 218 w 227"/>
                <a:gd name="T17" fmla="*/ 54 h 225"/>
                <a:gd name="T18" fmla="*/ 208 w 227"/>
                <a:gd name="T19" fmla="*/ 78 h 225"/>
                <a:gd name="T20" fmla="*/ 203 w 227"/>
                <a:gd name="T21" fmla="*/ 99 h 225"/>
                <a:gd name="T22" fmla="*/ 222 w 227"/>
                <a:gd name="T23" fmla="*/ 164 h 225"/>
                <a:gd name="T24" fmla="*/ 199 w 227"/>
                <a:gd name="T25" fmla="*/ 181 h 225"/>
                <a:gd name="T26" fmla="*/ 198 w 227"/>
                <a:gd name="T27" fmla="*/ 190 h 225"/>
                <a:gd name="T28" fmla="*/ 194 w 227"/>
                <a:gd name="T29" fmla="*/ 203 h 225"/>
                <a:gd name="T30" fmla="*/ 206 w 227"/>
                <a:gd name="T31" fmla="*/ 214 h 225"/>
                <a:gd name="T32" fmla="*/ 210 w 227"/>
                <a:gd name="T33" fmla="*/ 224 h 225"/>
                <a:gd name="T34" fmla="*/ 202 w 227"/>
                <a:gd name="T35" fmla="*/ 225 h 225"/>
                <a:gd name="T36" fmla="*/ 189 w 227"/>
                <a:gd name="T37" fmla="*/ 214 h 225"/>
                <a:gd name="T38" fmla="*/ 178 w 227"/>
                <a:gd name="T39" fmla="*/ 203 h 225"/>
                <a:gd name="T40" fmla="*/ 169 w 227"/>
                <a:gd name="T41" fmla="*/ 210 h 225"/>
                <a:gd name="T42" fmla="*/ 158 w 227"/>
                <a:gd name="T43" fmla="*/ 204 h 225"/>
                <a:gd name="T44" fmla="*/ 156 w 227"/>
                <a:gd name="T45" fmla="*/ 198 h 225"/>
                <a:gd name="T46" fmla="*/ 146 w 227"/>
                <a:gd name="T47" fmla="*/ 202 h 225"/>
                <a:gd name="T48" fmla="*/ 141 w 227"/>
                <a:gd name="T49" fmla="*/ 197 h 225"/>
                <a:gd name="T50" fmla="*/ 132 w 227"/>
                <a:gd name="T51" fmla="*/ 199 h 225"/>
                <a:gd name="T52" fmla="*/ 123 w 227"/>
                <a:gd name="T53" fmla="*/ 198 h 225"/>
                <a:gd name="T54" fmla="*/ 120 w 227"/>
                <a:gd name="T55" fmla="*/ 195 h 225"/>
                <a:gd name="T56" fmla="*/ 120 w 227"/>
                <a:gd name="T57" fmla="*/ 187 h 225"/>
                <a:gd name="T58" fmla="*/ 118 w 227"/>
                <a:gd name="T59" fmla="*/ 179 h 225"/>
                <a:gd name="T60" fmla="*/ 115 w 227"/>
                <a:gd name="T61" fmla="*/ 172 h 225"/>
                <a:gd name="T62" fmla="*/ 115 w 227"/>
                <a:gd name="T63" fmla="*/ 161 h 225"/>
                <a:gd name="T64" fmla="*/ 102 w 227"/>
                <a:gd name="T65" fmla="*/ 152 h 225"/>
                <a:gd name="T66" fmla="*/ 87 w 227"/>
                <a:gd name="T67" fmla="*/ 148 h 225"/>
                <a:gd name="T68" fmla="*/ 77 w 227"/>
                <a:gd name="T69" fmla="*/ 160 h 225"/>
                <a:gd name="T70" fmla="*/ 62 w 227"/>
                <a:gd name="T71" fmla="*/ 160 h 225"/>
                <a:gd name="T72" fmla="*/ 58 w 227"/>
                <a:gd name="T73" fmla="*/ 149 h 225"/>
                <a:gd name="T74" fmla="*/ 56 w 227"/>
                <a:gd name="T75" fmla="*/ 139 h 225"/>
                <a:gd name="T76" fmla="*/ 31 w 227"/>
                <a:gd name="T77" fmla="*/ 135 h 225"/>
                <a:gd name="T78" fmla="*/ 15 w 227"/>
                <a:gd name="T79" fmla="*/ 135 h 225"/>
                <a:gd name="T80" fmla="*/ 7 w 227"/>
                <a:gd name="T81" fmla="*/ 137 h 225"/>
                <a:gd name="T82" fmla="*/ 3 w 227"/>
                <a:gd name="T83" fmla="*/ 133 h 225"/>
                <a:gd name="T84" fmla="*/ 12 w 227"/>
                <a:gd name="T85" fmla="*/ 122 h 225"/>
                <a:gd name="T86" fmla="*/ 20 w 227"/>
                <a:gd name="T87" fmla="*/ 122 h 225"/>
                <a:gd name="T88" fmla="*/ 29 w 227"/>
                <a:gd name="T89" fmla="*/ 116 h 225"/>
                <a:gd name="T90" fmla="*/ 36 w 227"/>
                <a:gd name="T91" fmla="*/ 120 h 225"/>
                <a:gd name="T92" fmla="*/ 48 w 227"/>
                <a:gd name="T93" fmla="*/ 106 h 225"/>
                <a:gd name="T94" fmla="*/ 53 w 227"/>
                <a:gd name="T95" fmla="*/ 86 h 225"/>
                <a:gd name="T96" fmla="*/ 64 w 227"/>
                <a:gd name="T97" fmla="*/ 77 h 225"/>
                <a:gd name="T98" fmla="*/ 70 w 227"/>
                <a:gd name="T99" fmla="*/ 58 h 225"/>
                <a:gd name="T100" fmla="*/ 74 w 227"/>
                <a:gd name="T101" fmla="*/ 43 h 225"/>
                <a:gd name="T102" fmla="*/ 79 w 227"/>
                <a:gd name="T103" fmla="*/ 22 h 225"/>
                <a:gd name="T104" fmla="*/ 81 w 227"/>
                <a:gd name="T105" fmla="*/ 12 h 225"/>
                <a:gd name="T106" fmla="*/ 85 w 227"/>
                <a:gd name="T107" fmla="*/ 6 h 225"/>
                <a:gd name="T108" fmla="*/ 94 w 227"/>
                <a:gd name="T109" fmla="*/ 4 h 225"/>
                <a:gd name="T110" fmla="*/ 108 w 227"/>
                <a:gd name="T111" fmla="*/ 12 h 225"/>
                <a:gd name="T112" fmla="*/ 120 w 227"/>
                <a:gd name="T113" fmla="*/ 14 h 225"/>
                <a:gd name="T114" fmla="*/ 125 w 227"/>
                <a:gd name="T115" fmla="*/ 8 h 225"/>
                <a:gd name="T116" fmla="*/ 139 w 227"/>
                <a:gd name="T117" fmla="*/ 7 h 225"/>
                <a:gd name="T118" fmla="*/ 149 w 227"/>
                <a:gd name="T119" fmla="*/ 4 h 225"/>
                <a:gd name="T120" fmla="*/ 158 w 227"/>
                <a:gd name="T121" fmla="*/ 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7" h="225">
                  <a:moveTo>
                    <a:pt x="161" y="0"/>
                  </a:moveTo>
                  <a:lnTo>
                    <a:pt x="162" y="2"/>
                  </a:lnTo>
                  <a:lnTo>
                    <a:pt x="165" y="2"/>
                  </a:lnTo>
                  <a:lnTo>
                    <a:pt x="166" y="2"/>
                  </a:lnTo>
                  <a:lnTo>
                    <a:pt x="168" y="3"/>
                  </a:lnTo>
                  <a:lnTo>
                    <a:pt x="169" y="3"/>
                  </a:lnTo>
                  <a:lnTo>
                    <a:pt x="172" y="4"/>
                  </a:lnTo>
                  <a:lnTo>
                    <a:pt x="175" y="4"/>
                  </a:lnTo>
                  <a:lnTo>
                    <a:pt x="175" y="4"/>
                  </a:lnTo>
                  <a:lnTo>
                    <a:pt x="179" y="3"/>
                  </a:lnTo>
                  <a:lnTo>
                    <a:pt x="182" y="3"/>
                  </a:lnTo>
                  <a:lnTo>
                    <a:pt x="185" y="4"/>
                  </a:lnTo>
                  <a:lnTo>
                    <a:pt x="186" y="4"/>
                  </a:lnTo>
                  <a:lnTo>
                    <a:pt x="186" y="6"/>
                  </a:lnTo>
                  <a:lnTo>
                    <a:pt x="187" y="8"/>
                  </a:lnTo>
                  <a:lnTo>
                    <a:pt x="189" y="8"/>
                  </a:lnTo>
                  <a:lnTo>
                    <a:pt x="190" y="10"/>
                  </a:lnTo>
                  <a:lnTo>
                    <a:pt x="193" y="12"/>
                  </a:lnTo>
                  <a:lnTo>
                    <a:pt x="194" y="12"/>
                  </a:lnTo>
                  <a:lnTo>
                    <a:pt x="195" y="12"/>
                  </a:lnTo>
                  <a:lnTo>
                    <a:pt x="197" y="11"/>
                  </a:lnTo>
                  <a:lnTo>
                    <a:pt x="198" y="10"/>
                  </a:lnTo>
                  <a:lnTo>
                    <a:pt x="200" y="10"/>
                  </a:lnTo>
                  <a:lnTo>
                    <a:pt x="203" y="10"/>
                  </a:lnTo>
                  <a:lnTo>
                    <a:pt x="203" y="11"/>
                  </a:lnTo>
                  <a:lnTo>
                    <a:pt x="204" y="11"/>
                  </a:lnTo>
                  <a:lnTo>
                    <a:pt x="206" y="10"/>
                  </a:lnTo>
                  <a:lnTo>
                    <a:pt x="207" y="8"/>
                  </a:lnTo>
                  <a:lnTo>
                    <a:pt x="208" y="7"/>
                  </a:lnTo>
                  <a:lnTo>
                    <a:pt x="211" y="7"/>
                  </a:lnTo>
                  <a:lnTo>
                    <a:pt x="212" y="8"/>
                  </a:lnTo>
                  <a:lnTo>
                    <a:pt x="214" y="11"/>
                  </a:lnTo>
                  <a:lnTo>
                    <a:pt x="215" y="12"/>
                  </a:lnTo>
                  <a:lnTo>
                    <a:pt x="216" y="14"/>
                  </a:lnTo>
                  <a:lnTo>
                    <a:pt x="219" y="15"/>
                  </a:lnTo>
                  <a:lnTo>
                    <a:pt x="220" y="16"/>
                  </a:lnTo>
                  <a:lnTo>
                    <a:pt x="222" y="18"/>
                  </a:lnTo>
                  <a:lnTo>
                    <a:pt x="222" y="19"/>
                  </a:lnTo>
                  <a:lnTo>
                    <a:pt x="223" y="20"/>
                  </a:lnTo>
                  <a:lnTo>
                    <a:pt x="223" y="22"/>
                  </a:lnTo>
                  <a:lnTo>
                    <a:pt x="223" y="22"/>
                  </a:lnTo>
                  <a:lnTo>
                    <a:pt x="225" y="22"/>
                  </a:lnTo>
                  <a:lnTo>
                    <a:pt x="227" y="22"/>
                  </a:lnTo>
                  <a:lnTo>
                    <a:pt x="227" y="24"/>
                  </a:lnTo>
                  <a:lnTo>
                    <a:pt x="225" y="25"/>
                  </a:lnTo>
                  <a:lnTo>
                    <a:pt x="225" y="29"/>
                  </a:lnTo>
                  <a:lnTo>
                    <a:pt x="224" y="33"/>
                  </a:lnTo>
                  <a:lnTo>
                    <a:pt x="224" y="36"/>
                  </a:lnTo>
                  <a:lnTo>
                    <a:pt x="225" y="37"/>
                  </a:lnTo>
                  <a:lnTo>
                    <a:pt x="227" y="39"/>
                  </a:lnTo>
                  <a:lnTo>
                    <a:pt x="227" y="41"/>
                  </a:lnTo>
                  <a:lnTo>
                    <a:pt x="227" y="43"/>
                  </a:lnTo>
                  <a:lnTo>
                    <a:pt x="222" y="50"/>
                  </a:lnTo>
                  <a:lnTo>
                    <a:pt x="218" y="54"/>
                  </a:lnTo>
                  <a:lnTo>
                    <a:pt x="216" y="56"/>
                  </a:lnTo>
                  <a:lnTo>
                    <a:pt x="212" y="65"/>
                  </a:lnTo>
                  <a:lnTo>
                    <a:pt x="211" y="66"/>
                  </a:lnTo>
                  <a:lnTo>
                    <a:pt x="211" y="69"/>
                  </a:lnTo>
                  <a:lnTo>
                    <a:pt x="211" y="73"/>
                  </a:lnTo>
                  <a:lnTo>
                    <a:pt x="208" y="78"/>
                  </a:lnTo>
                  <a:lnTo>
                    <a:pt x="210" y="81"/>
                  </a:lnTo>
                  <a:lnTo>
                    <a:pt x="206" y="83"/>
                  </a:lnTo>
                  <a:lnTo>
                    <a:pt x="204" y="86"/>
                  </a:lnTo>
                  <a:lnTo>
                    <a:pt x="202" y="93"/>
                  </a:lnTo>
                  <a:lnTo>
                    <a:pt x="202" y="97"/>
                  </a:lnTo>
                  <a:lnTo>
                    <a:pt x="203" y="99"/>
                  </a:lnTo>
                  <a:lnTo>
                    <a:pt x="203" y="102"/>
                  </a:lnTo>
                  <a:lnTo>
                    <a:pt x="203" y="104"/>
                  </a:lnTo>
                  <a:lnTo>
                    <a:pt x="207" y="128"/>
                  </a:lnTo>
                  <a:lnTo>
                    <a:pt x="210" y="143"/>
                  </a:lnTo>
                  <a:lnTo>
                    <a:pt x="219" y="153"/>
                  </a:lnTo>
                  <a:lnTo>
                    <a:pt x="222" y="164"/>
                  </a:lnTo>
                  <a:lnTo>
                    <a:pt x="219" y="162"/>
                  </a:lnTo>
                  <a:lnTo>
                    <a:pt x="200" y="166"/>
                  </a:lnTo>
                  <a:lnTo>
                    <a:pt x="195" y="175"/>
                  </a:lnTo>
                  <a:lnTo>
                    <a:pt x="197" y="178"/>
                  </a:lnTo>
                  <a:lnTo>
                    <a:pt x="198" y="179"/>
                  </a:lnTo>
                  <a:lnTo>
                    <a:pt x="199" y="181"/>
                  </a:lnTo>
                  <a:lnTo>
                    <a:pt x="198" y="182"/>
                  </a:lnTo>
                  <a:lnTo>
                    <a:pt x="198" y="183"/>
                  </a:lnTo>
                  <a:lnTo>
                    <a:pt x="198" y="185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90"/>
                  </a:lnTo>
                  <a:lnTo>
                    <a:pt x="197" y="191"/>
                  </a:lnTo>
                  <a:lnTo>
                    <a:pt x="197" y="191"/>
                  </a:lnTo>
                  <a:lnTo>
                    <a:pt x="197" y="193"/>
                  </a:lnTo>
                  <a:lnTo>
                    <a:pt x="194" y="195"/>
                  </a:lnTo>
                  <a:lnTo>
                    <a:pt x="194" y="197"/>
                  </a:lnTo>
                  <a:lnTo>
                    <a:pt x="194" y="203"/>
                  </a:lnTo>
                  <a:lnTo>
                    <a:pt x="194" y="206"/>
                  </a:lnTo>
                  <a:lnTo>
                    <a:pt x="195" y="207"/>
                  </a:lnTo>
                  <a:lnTo>
                    <a:pt x="199" y="211"/>
                  </a:lnTo>
                  <a:lnTo>
                    <a:pt x="199" y="212"/>
                  </a:lnTo>
                  <a:lnTo>
                    <a:pt x="200" y="214"/>
                  </a:lnTo>
                  <a:lnTo>
                    <a:pt x="206" y="214"/>
                  </a:lnTo>
                  <a:lnTo>
                    <a:pt x="206" y="214"/>
                  </a:lnTo>
                  <a:lnTo>
                    <a:pt x="206" y="212"/>
                  </a:lnTo>
                  <a:lnTo>
                    <a:pt x="204" y="211"/>
                  </a:lnTo>
                  <a:lnTo>
                    <a:pt x="207" y="211"/>
                  </a:lnTo>
                  <a:lnTo>
                    <a:pt x="210" y="211"/>
                  </a:lnTo>
                  <a:lnTo>
                    <a:pt x="210" y="224"/>
                  </a:lnTo>
                  <a:lnTo>
                    <a:pt x="210" y="225"/>
                  </a:lnTo>
                  <a:lnTo>
                    <a:pt x="207" y="224"/>
                  </a:lnTo>
                  <a:lnTo>
                    <a:pt x="207" y="224"/>
                  </a:lnTo>
                  <a:lnTo>
                    <a:pt x="206" y="224"/>
                  </a:lnTo>
                  <a:lnTo>
                    <a:pt x="204" y="224"/>
                  </a:lnTo>
                  <a:lnTo>
                    <a:pt x="202" y="225"/>
                  </a:lnTo>
                  <a:lnTo>
                    <a:pt x="200" y="225"/>
                  </a:lnTo>
                  <a:lnTo>
                    <a:pt x="198" y="223"/>
                  </a:lnTo>
                  <a:lnTo>
                    <a:pt x="197" y="220"/>
                  </a:lnTo>
                  <a:lnTo>
                    <a:pt x="194" y="218"/>
                  </a:lnTo>
                  <a:lnTo>
                    <a:pt x="191" y="215"/>
                  </a:lnTo>
                  <a:lnTo>
                    <a:pt x="189" y="214"/>
                  </a:lnTo>
                  <a:lnTo>
                    <a:pt x="185" y="211"/>
                  </a:lnTo>
                  <a:lnTo>
                    <a:pt x="182" y="210"/>
                  </a:lnTo>
                  <a:lnTo>
                    <a:pt x="181" y="208"/>
                  </a:lnTo>
                  <a:lnTo>
                    <a:pt x="179" y="207"/>
                  </a:lnTo>
                  <a:lnTo>
                    <a:pt x="179" y="203"/>
                  </a:lnTo>
                  <a:lnTo>
                    <a:pt x="178" y="203"/>
                  </a:lnTo>
                  <a:lnTo>
                    <a:pt x="178" y="203"/>
                  </a:lnTo>
                  <a:lnTo>
                    <a:pt x="175" y="203"/>
                  </a:lnTo>
                  <a:lnTo>
                    <a:pt x="175" y="207"/>
                  </a:lnTo>
                  <a:lnTo>
                    <a:pt x="174" y="208"/>
                  </a:lnTo>
                  <a:lnTo>
                    <a:pt x="172" y="210"/>
                  </a:lnTo>
                  <a:lnTo>
                    <a:pt x="169" y="210"/>
                  </a:lnTo>
                  <a:lnTo>
                    <a:pt x="169" y="208"/>
                  </a:lnTo>
                  <a:lnTo>
                    <a:pt x="166" y="208"/>
                  </a:lnTo>
                  <a:lnTo>
                    <a:pt x="164" y="207"/>
                  </a:lnTo>
                  <a:lnTo>
                    <a:pt x="161" y="206"/>
                  </a:lnTo>
                  <a:lnTo>
                    <a:pt x="160" y="206"/>
                  </a:lnTo>
                  <a:lnTo>
                    <a:pt x="158" y="204"/>
                  </a:lnTo>
                  <a:lnTo>
                    <a:pt x="157" y="204"/>
                  </a:lnTo>
                  <a:lnTo>
                    <a:pt x="157" y="203"/>
                  </a:lnTo>
                  <a:lnTo>
                    <a:pt x="157" y="202"/>
                  </a:lnTo>
                  <a:lnTo>
                    <a:pt x="156" y="200"/>
                  </a:lnTo>
                  <a:lnTo>
                    <a:pt x="156" y="199"/>
                  </a:lnTo>
                  <a:lnTo>
                    <a:pt x="156" y="198"/>
                  </a:lnTo>
                  <a:lnTo>
                    <a:pt x="152" y="199"/>
                  </a:lnTo>
                  <a:lnTo>
                    <a:pt x="152" y="200"/>
                  </a:lnTo>
                  <a:lnTo>
                    <a:pt x="149" y="200"/>
                  </a:lnTo>
                  <a:lnTo>
                    <a:pt x="148" y="200"/>
                  </a:lnTo>
                  <a:lnTo>
                    <a:pt x="146" y="202"/>
                  </a:lnTo>
                  <a:lnTo>
                    <a:pt x="146" y="202"/>
                  </a:lnTo>
                  <a:lnTo>
                    <a:pt x="145" y="200"/>
                  </a:lnTo>
                  <a:lnTo>
                    <a:pt x="145" y="199"/>
                  </a:lnTo>
                  <a:lnTo>
                    <a:pt x="145" y="198"/>
                  </a:lnTo>
                  <a:lnTo>
                    <a:pt x="143" y="198"/>
                  </a:lnTo>
                  <a:lnTo>
                    <a:pt x="141" y="198"/>
                  </a:lnTo>
                  <a:lnTo>
                    <a:pt x="141" y="197"/>
                  </a:lnTo>
                  <a:lnTo>
                    <a:pt x="141" y="197"/>
                  </a:lnTo>
                  <a:lnTo>
                    <a:pt x="139" y="197"/>
                  </a:lnTo>
                  <a:lnTo>
                    <a:pt x="136" y="198"/>
                  </a:lnTo>
                  <a:lnTo>
                    <a:pt x="135" y="199"/>
                  </a:lnTo>
                  <a:lnTo>
                    <a:pt x="133" y="199"/>
                  </a:lnTo>
                  <a:lnTo>
                    <a:pt x="132" y="199"/>
                  </a:lnTo>
                  <a:lnTo>
                    <a:pt x="131" y="199"/>
                  </a:lnTo>
                  <a:lnTo>
                    <a:pt x="128" y="199"/>
                  </a:lnTo>
                  <a:lnTo>
                    <a:pt x="127" y="199"/>
                  </a:lnTo>
                  <a:lnTo>
                    <a:pt x="125" y="198"/>
                  </a:lnTo>
                  <a:lnTo>
                    <a:pt x="124" y="198"/>
                  </a:lnTo>
                  <a:lnTo>
                    <a:pt x="123" y="198"/>
                  </a:lnTo>
                  <a:lnTo>
                    <a:pt x="123" y="198"/>
                  </a:lnTo>
                  <a:lnTo>
                    <a:pt x="121" y="199"/>
                  </a:lnTo>
                  <a:lnTo>
                    <a:pt x="120" y="199"/>
                  </a:lnTo>
                  <a:lnTo>
                    <a:pt x="120" y="198"/>
                  </a:lnTo>
                  <a:lnTo>
                    <a:pt x="120" y="197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21" y="193"/>
                  </a:lnTo>
                  <a:lnTo>
                    <a:pt x="120" y="191"/>
                  </a:lnTo>
                  <a:lnTo>
                    <a:pt x="119" y="190"/>
                  </a:lnTo>
                  <a:lnTo>
                    <a:pt x="120" y="189"/>
                  </a:lnTo>
                  <a:lnTo>
                    <a:pt x="120" y="187"/>
                  </a:lnTo>
                  <a:lnTo>
                    <a:pt x="119" y="186"/>
                  </a:lnTo>
                  <a:lnTo>
                    <a:pt x="119" y="185"/>
                  </a:lnTo>
                  <a:lnTo>
                    <a:pt x="119" y="183"/>
                  </a:lnTo>
                  <a:lnTo>
                    <a:pt x="119" y="182"/>
                  </a:lnTo>
                  <a:lnTo>
                    <a:pt x="118" y="181"/>
                  </a:lnTo>
                  <a:lnTo>
                    <a:pt x="118" y="179"/>
                  </a:lnTo>
                  <a:lnTo>
                    <a:pt x="116" y="179"/>
                  </a:lnTo>
                  <a:lnTo>
                    <a:pt x="116" y="178"/>
                  </a:lnTo>
                  <a:lnTo>
                    <a:pt x="115" y="177"/>
                  </a:lnTo>
                  <a:lnTo>
                    <a:pt x="115" y="175"/>
                  </a:lnTo>
                  <a:lnTo>
                    <a:pt x="115" y="174"/>
                  </a:lnTo>
                  <a:lnTo>
                    <a:pt x="115" y="172"/>
                  </a:lnTo>
                  <a:lnTo>
                    <a:pt x="115" y="168"/>
                  </a:lnTo>
                  <a:lnTo>
                    <a:pt x="115" y="166"/>
                  </a:lnTo>
                  <a:lnTo>
                    <a:pt x="115" y="165"/>
                  </a:lnTo>
                  <a:lnTo>
                    <a:pt x="115" y="165"/>
                  </a:lnTo>
                  <a:lnTo>
                    <a:pt x="115" y="162"/>
                  </a:lnTo>
                  <a:lnTo>
                    <a:pt x="115" y="161"/>
                  </a:lnTo>
                  <a:lnTo>
                    <a:pt x="115" y="160"/>
                  </a:lnTo>
                  <a:lnTo>
                    <a:pt x="116" y="157"/>
                  </a:lnTo>
                  <a:lnTo>
                    <a:pt x="116" y="156"/>
                  </a:lnTo>
                  <a:lnTo>
                    <a:pt x="116" y="153"/>
                  </a:lnTo>
                  <a:lnTo>
                    <a:pt x="116" y="152"/>
                  </a:lnTo>
                  <a:lnTo>
                    <a:pt x="102" y="152"/>
                  </a:lnTo>
                  <a:lnTo>
                    <a:pt x="102" y="150"/>
                  </a:lnTo>
                  <a:lnTo>
                    <a:pt x="102" y="149"/>
                  </a:lnTo>
                  <a:lnTo>
                    <a:pt x="102" y="148"/>
                  </a:lnTo>
                  <a:lnTo>
                    <a:pt x="99" y="147"/>
                  </a:lnTo>
                  <a:lnTo>
                    <a:pt x="99" y="148"/>
                  </a:lnTo>
                  <a:lnTo>
                    <a:pt x="87" y="148"/>
                  </a:lnTo>
                  <a:lnTo>
                    <a:pt x="87" y="152"/>
                  </a:lnTo>
                  <a:lnTo>
                    <a:pt x="86" y="153"/>
                  </a:lnTo>
                  <a:lnTo>
                    <a:pt x="85" y="154"/>
                  </a:lnTo>
                  <a:lnTo>
                    <a:pt x="85" y="156"/>
                  </a:lnTo>
                  <a:lnTo>
                    <a:pt x="86" y="160"/>
                  </a:lnTo>
                  <a:lnTo>
                    <a:pt x="77" y="160"/>
                  </a:lnTo>
                  <a:lnTo>
                    <a:pt x="75" y="161"/>
                  </a:lnTo>
                  <a:lnTo>
                    <a:pt x="70" y="161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4" y="161"/>
                  </a:lnTo>
                  <a:lnTo>
                    <a:pt x="62" y="160"/>
                  </a:lnTo>
                  <a:lnTo>
                    <a:pt x="62" y="156"/>
                  </a:lnTo>
                  <a:lnTo>
                    <a:pt x="61" y="154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8" y="150"/>
                  </a:lnTo>
                  <a:lnTo>
                    <a:pt x="58" y="149"/>
                  </a:lnTo>
                  <a:lnTo>
                    <a:pt x="57" y="147"/>
                  </a:lnTo>
                  <a:lnTo>
                    <a:pt x="56" y="144"/>
                  </a:lnTo>
                  <a:lnTo>
                    <a:pt x="56" y="143"/>
                  </a:lnTo>
                  <a:lnTo>
                    <a:pt x="57" y="141"/>
                  </a:lnTo>
                  <a:lnTo>
                    <a:pt x="57" y="140"/>
                  </a:lnTo>
                  <a:lnTo>
                    <a:pt x="56" y="139"/>
                  </a:lnTo>
                  <a:lnTo>
                    <a:pt x="56" y="137"/>
                  </a:lnTo>
                  <a:lnTo>
                    <a:pt x="56" y="137"/>
                  </a:lnTo>
                  <a:lnTo>
                    <a:pt x="56" y="135"/>
                  </a:lnTo>
                  <a:lnTo>
                    <a:pt x="42" y="135"/>
                  </a:lnTo>
                  <a:lnTo>
                    <a:pt x="35" y="135"/>
                  </a:lnTo>
                  <a:lnTo>
                    <a:pt x="31" y="135"/>
                  </a:lnTo>
                  <a:lnTo>
                    <a:pt x="27" y="135"/>
                  </a:lnTo>
                  <a:lnTo>
                    <a:pt x="25" y="135"/>
                  </a:lnTo>
                  <a:lnTo>
                    <a:pt x="21" y="135"/>
                  </a:lnTo>
                  <a:lnTo>
                    <a:pt x="19" y="135"/>
                  </a:lnTo>
                  <a:lnTo>
                    <a:pt x="16" y="135"/>
                  </a:lnTo>
                  <a:lnTo>
                    <a:pt x="15" y="135"/>
                  </a:lnTo>
                  <a:lnTo>
                    <a:pt x="13" y="135"/>
                  </a:lnTo>
                  <a:lnTo>
                    <a:pt x="11" y="135"/>
                  </a:lnTo>
                  <a:lnTo>
                    <a:pt x="10" y="136"/>
                  </a:lnTo>
                  <a:lnTo>
                    <a:pt x="8" y="136"/>
                  </a:lnTo>
                  <a:lnTo>
                    <a:pt x="7" y="136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6" y="136"/>
                  </a:lnTo>
                  <a:lnTo>
                    <a:pt x="2" y="136"/>
                  </a:lnTo>
                  <a:lnTo>
                    <a:pt x="0" y="135"/>
                  </a:lnTo>
                  <a:lnTo>
                    <a:pt x="3" y="133"/>
                  </a:lnTo>
                  <a:lnTo>
                    <a:pt x="6" y="132"/>
                  </a:lnTo>
                  <a:lnTo>
                    <a:pt x="7" y="131"/>
                  </a:lnTo>
                  <a:lnTo>
                    <a:pt x="7" y="127"/>
                  </a:lnTo>
                  <a:lnTo>
                    <a:pt x="7" y="125"/>
                  </a:lnTo>
                  <a:lnTo>
                    <a:pt x="10" y="124"/>
                  </a:lnTo>
                  <a:lnTo>
                    <a:pt x="12" y="122"/>
                  </a:lnTo>
                  <a:lnTo>
                    <a:pt x="13" y="122"/>
                  </a:lnTo>
                  <a:lnTo>
                    <a:pt x="16" y="120"/>
                  </a:lnTo>
                  <a:lnTo>
                    <a:pt x="16" y="122"/>
                  </a:lnTo>
                  <a:lnTo>
                    <a:pt x="16" y="123"/>
                  </a:lnTo>
                  <a:lnTo>
                    <a:pt x="19" y="123"/>
                  </a:lnTo>
                  <a:lnTo>
                    <a:pt x="20" y="122"/>
                  </a:lnTo>
                  <a:lnTo>
                    <a:pt x="20" y="119"/>
                  </a:lnTo>
                  <a:lnTo>
                    <a:pt x="21" y="119"/>
                  </a:lnTo>
                  <a:lnTo>
                    <a:pt x="23" y="119"/>
                  </a:lnTo>
                  <a:lnTo>
                    <a:pt x="25" y="116"/>
                  </a:lnTo>
                  <a:lnTo>
                    <a:pt x="29" y="115"/>
                  </a:lnTo>
                  <a:lnTo>
                    <a:pt x="29" y="116"/>
                  </a:lnTo>
                  <a:lnTo>
                    <a:pt x="28" y="119"/>
                  </a:lnTo>
                  <a:lnTo>
                    <a:pt x="28" y="120"/>
                  </a:lnTo>
                  <a:lnTo>
                    <a:pt x="29" y="122"/>
                  </a:lnTo>
                  <a:lnTo>
                    <a:pt x="32" y="124"/>
                  </a:lnTo>
                  <a:lnTo>
                    <a:pt x="35" y="123"/>
                  </a:lnTo>
                  <a:lnTo>
                    <a:pt x="36" y="120"/>
                  </a:lnTo>
                  <a:lnTo>
                    <a:pt x="41" y="115"/>
                  </a:lnTo>
                  <a:lnTo>
                    <a:pt x="42" y="114"/>
                  </a:lnTo>
                  <a:lnTo>
                    <a:pt x="44" y="112"/>
                  </a:lnTo>
                  <a:lnTo>
                    <a:pt x="46" y="111"/>
                  </a:lnTo>
                  <a:lnTo>
                    <a:pt x="48" y="108"/>
                  </a:lnTo>
                  <a:lnTo>
                    <a:pt x="48" y="106"/>
                  </a:lnTo>
                  <a:lnTo>
                    <a:pt x="49" y="103"/>
                  </a:lnTo>
                  <a:lnTo>
                    <a:pt x="49" y="97"/>
                  </a:lnTo>
                  <a:lnTo>
                    <a:pt x="49" y="95"/>
                  </a:lnTo>
                  <a:lnTo>
                    <a:pt x="48" y="93"/>
                  </a:lnTo>
                  <a:lnTo>
                    <a:pt x="49" y="90"/>
                  </a:lnTo>
                  <a:lnTo>
                    <a:pt x="53" y="86"/>
                  </a:lnTo>
                  <a:lnTo>
                    <a:pt x="53" y="83"/>
                  </a:lnTo>
                  <a:lnTo>
                    <a:pt x="56" y="81"/>
                  </a:lnTo>
                  <a:lnTo>
                    <a:pt x="58" y="78"/>
                  </a:lnTo>
                  <a:lnTo>
                    <a:pt x="60" y="79"/>
                  </a:lnTo>
                  <a:lnTo>
                    <a:pt x="62" y="78"/>
                  </a:lnTo>
                  <a:lnTo>
                    <a:pt x="64" y="77"/>
                  </a:lnTo>
                  <a:lnTo>
                    <a:pt x="67" y="70"/>
                  </a:lnTo>
                  <a:lnTo>
                    <a:pt x="67" y="66"/>
                  </a:lnTo>
                  <a:lnTo>
                    <a:pt x="69" y="62"/>
                  </a:lnTo>
                  <a:lnTo>
                    <a:pt x="70" y="62"/>
                  </a:lnTo>
                  <a:lnTo>
                    <a:pt x="71" y="58"/>
                  </a:lnTo>
                  <a:lnTo>
                    <a:pt x="70" y="58"/>
                  </a:lnTo>
                  <a:lnTo>
                    <a:pt x="71" y="54"/>
                  </a:lnTo>
                  <a:lnTo>
                    <a:pt x="70" y="53"/>
                  </a:lnTo>
                  <a:lnTo>
                    <a:pt x="71" y="49"/>
                  </a:lnTo>
                  <a:lnTo>
                    <a:pt x="73" y="48"/>
                  </a:lnTo>
                  <a:lnTo>
                    <a:pt x="73" y="45"/>
                  </a:lnTo>
                  <a:lnTo>
                    <a:pt x="74" y="43"/>
                  </a:lnTo>
                  <a:lnTo>
                    <a:pt x="73" y="37"/>
                  </a:lnTo>
                  <a:lnTo>
                    <a:pt x="78" y="31"/>
                  </a:lnTo>
                  <a:lnTo>
                    <a:pt x="78" y="29"/>
                  </a:lnTo>
                  <a:lnTo>
                    <a:pt x="81" y="28"/>
                  </a:lnTo>
                  <a:lnTo>
                    <a:pt x="81" y="23"/>
                  </a:lnTo>
                  <a:lnTo>
                    <a:pt x="79" y="22"/>
                  </a:lnTo>
                  <a:lnTo>
                    <a:pt x="79" y="19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9" y="14"/>
                  </a:lnTo>
                  <a:lnTo>
                    <a:pt x="79" y="12"/>
                  </a:lnTo>
                  <a:lnTo>
                    <a:pt x="81" y="12"/>
                  </a:lnTo>
                  <a:lnTo>
                    <a:pt x="82" y="11"/>
                  </a:lnTo>
                  <a:lnTo>
                    <a:pt x="82" y="10"/>
                  </a:lnTo>
                  <a:lnTo>
                    <a:pt x="82" y="8"/>
                  </a:lnTo>
                  <a:lnTo>
                    <a:pt x="83" y="7"/>
                  </a:lnTo>
                  <a:lnTo>
                    <a:pt x="83" y="6"/>
                  </a:lnTo>
                  <a:lnTo>
                    <a:pt x="85" y="6"/>
                  </a:lnTo>
                  <a:lnTo>
                    <a:pt x="87" y="4"/>
                  </a:lnTo>
                  <a:lnTo>
                    <a:pt x="89" y="4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3" y="4"/>
                  </a:lnTo>
                  <a:lnTo>
                    <a:pt x="94" y="4"/>
                  </a:lnTo>
                  <a:lnTo>
                    <a:pt x="96" y="8"/>
                  </a:lnTo>
                  <a:lnTo>
                    <a:pt x="99" y="8"/>
                  </a:lnTo>
                  <a:lnTo>
                    <a:pt x="102" y="11"/>
                  </a:lnTo>
                  <a:lnTo>
                    <a:pt x="103" y="12"/>
                  </a:lnTo>
                  <a:lnTo>
                    <a:pt x="106" y="11"/>
                  </a:lnTo>
                  <a:lnTo>
                    <a:pt x="108" y="12"/>
                  </a:lnTo>
                  <a:lnTo>
                    <a:pt x="111" y="14"/>
                  </a:lnTo>
                  <a:lnTo>
                    <a:pt x="112" y="14"/>
                  </a:lnTo>
                  <a:lnTo>
                    <a:pt x="114" y="12"/>
                  </a:lnTo>
                  <a:lnTo>
                    <a:pt x="115" y="12"/>
                  </a:lnTo>
                  <a:lnTo>
                    <a:pt x="118" y="14"/>
                  </a:lnTo>
                  <a:lnTo>
                    <a:pt x="120" y="14"/>
                  </a:lnTo>
                  <a:lnTo>
                    <a:pt x="121" y="15"/>
                  </a:lnTo>
                  <a:lnTo>
                    <a:pt x="124" y="14"/>
                  </a:lnTo>
                  <a:lnTo>
                    <a:pt x="124" y="14"/>
                  </a:lnTo>
                  <a:lnTo>
                    <a:pt x="123" y="12"/>
                  </a:lnTo>
                  <a:lnTo>
                    <a:pt x="123" y="11"/>
                  </a:lnTo>
                  <a:lnTo>
                    <a:pt x="125" y="8"/>
                  </a:lnTo>
                  <a:lnTo>
                    <a:pt x="127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2" y="8"/>
                  </a:lnTo>
                  <a:lnTo>
                    <a:pt x="135" y="8"/>
                  </a:lnTo>
                  <a:lnTo>
                    <a:pt x="139" y="7"/>
                  </a:lnTo>
                  <a:lnTo>
                    <a:pt x="140" y="7"/>
                  </a:lnTo>
                  <a:lnTo>
                    <a:pt x="143" y="6"/>
                  </a:lnTo>
                  <a:lnTo>
                    <a:pt x="146" y="3"/>
                  </a:lnTo>
                  <a:lnTo>
                    <a:pt x="148" y="3"/>
                  </a:lnTo>
                  <a:lnTo>
                    <a:pt x="149" y="4"/>
                  </a:lnTo>
                  <a:lnTo>
                    <a:pt x="149" y="4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3" y="6"/>
                  </a:lnTo>
                  <a:lnTo>
                    <a:pt x="156" y="4"/>
                  </a:lnTo>
                  <a:lnTo>
                    <a:pt x="157" y="4"/>
                  </a:lnTo>
                  <a:lnTo>
                    <a:pt x="158" y="4"/>
                  </a:lnTo>
                  <a:lnTo>
                    <a:pt x="160" y="2"/>
                  </a:lnTo>
                  <a:lnTo>
                    <a:pt x="160" y="2"/>
                  </a:lnTo>
                  <a:lnTo>
                    <a:pt x="160" y="0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6" name="Freeform 477">
              <a:extLst>
                <a:ext uri="{FF2B5EF4-FFF2-40B4-BE49-F238E27FC236}">
                  <a16:creationId xmlns:a16="http://schemas.microsoft.com/office/drawing/2014/main" id="{E8EBB8ED-4F21-4406-939B-DD371B411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531" y="5367906"/>
              <a:ext cx="235701" cy="605179"/>
            </a:xfrm>
            <a:custGeom>
              <a:avLst/>
              <a:gdLst>
                <a:gd name="T0" fmla="*/ 6 w 37"/>
                <a:gd name="T1" fmla="*/ 0 h 95"/>
                <a:gd name="T2" fmla="*/ 7 w 37"/>
                <a:gd name="T3" fmla="*/ 1 h 95"/>
                <a:gd name="T4" fmla="*/ 8 w 37"/>
                <a:gd name="T5" fmla="*/ 1 h 95"/>
                <a:gd name="T6" fmla="*/ 11 w 37"/>
                <a:gd name="T7" fmla="*/ 2 h 95"/>
                <a:gd name="T8" fmla="*/ 12 w 37"/>
                <a:gd name="T9" fmla="*/ 2 h 95"/>
                <a:gd name="T10" fmla="*/ 15 w 37"/>
                <a:gd name="T11" fmla="*/ 5 h 95"/>
                <a:gd name="T12" fmla="*/ 20 w 37"/>
                <a:gd name="T13" fmla="*/ 14 h 95"/>
                <a:gd name="T14" fmla="*/ 19 w 37"/>
                <a:gd name="T15" fmla="*/ 37 h 95"/>
                <a:gd name="T16" fmla="*/ 24 w 37"/>
                <a:gd name="T17" fmla="*/ 48 h 95"/>
                <a:gd name="T18" fmla="*/ 27 w 37"/>
                <a:gd name="T19" fmla="*/ 51 h 95"/>
                <a:gd name="T20" fmla="*/ 32 w 37"/>
                <a:gd name="T21" fmla="*/ 56 h 95"/>
                <a:gd name="T22" fmla="*/ 36 w 37"/>
                <a:gd name="T23" fmla="*/ 62 h 95"/>
                <a:gd name="T24" fmla="*/ 37 w 37"/>
                <a:gd name="T25" fmla="*/ 66 h 95"/>
                <a:gd name="T26" fmla="*/ 36 w 37"/>
                <a:gd name="T27" fmla="*/ 68 h 95"/>
                <a:gd name="T28" fmla="*/ 34 w 37"/>
                <a:gd name="T29" fmla="*/ 70 h 95"/>
                <a:gd name="T30" fmla="*/ 34 w 37"/>
                <a:gd name="T31" fmla="*/ 71 h 95"/>
                <a:gd name="T32" fmla="*/ 36 w 37"/>
                <a:gd name="T33" fmla="*/ 73 h 95"/>
                <a:gd name="T34" fmla="*/ 34 w 37"/>
                <a:gd name="T35" fmla="*/ 80 h 95"/>
                <a:gd name="T36" fmla="*/ 31 w 37"/>
                <a:gd name="T37" fmla="*/ 81 h 95"/>
                <a:gd name="T38" fmla="*/ 29 w 37"/>
                <a:gd name="T39" fmla="*/ 87 h 95"/>
                <a:gd name="T40" fmla="*/ 28 w 37"/>
                <a:gd name="T41" fmla="*/ 92 h 95"/>
                <a:gd name="T42" fmla="*/ 25 w 37"/>
                <a:gd name="T43" fmla="*/ 95 h 95"/>
                <a:gd name="T44" fmla="*/ 25 w 37"/>
                <a:gd name="T45" fmla="*/ 92 h 95"/>
                <a:gd name="T46" fmla="*/ 23 w 37"/>
                <a:gd name="T47" fmla="*/ 88 h 95"/>
                <a:gd name="T48" fmla="*/ 20 w 37"/>
                <a:gd name="T49" fmla="*/ 85 h 95"/>
                <a:gd name="T50" fmla="*/ 17 w 37"/>
                <a:gd name="T51" fmla="*/ 81 h 95"/>
                <a:gd name="T52" fmla="*/ 16 w 37"/>
                <a:gd name="T53" fmla="*/ 76 h 95"/>
                <a:gd name="T54" fmla="*/ 17 w 37"/>
                <a:gd name="T55" fmla="*/ 72 h 95"/>
                <a:gd name="T56" fmla="*/ 21 w 37"/>
                <a:gd name="T57" fmla="*/ 67 h 95"/>
                <a:gd name="T58" fmla="*/ 20 w 37"/>
                <a:gd name="T59" fmla="*/ 62 h 95"/>
                <a:gd name="T60" fmla="*/ 13 w 37"/>
                <a:gd name="T61" fmla="*/ 60 h 95"/>
                <a:gd name="T62" fmla="*/ 12 w 37"/>
                <a:gd name="T63" fmla="*/ 62 h 95"/>
                <a:gd name="T64" fmla="*/ 8 w 37"/>
                <a:gd name="T65" fmla="*/ 62 h 95"/>
                <a:gd name="T66" fmla="*/ 7 w 37"/>
                <a:gd name="T67" fmla="*/ 59 h 95"/>
                <a:gd name="T68" fmla="*/ 7 w 37"/>
                <a:gd name="T69" fmla="*/ 56 h 95"/>
                <a:gd name="T70" fmla="*/ 3 w 37"/>
                <a:gd name="T71" fmla="*/ 55 h 95"/>
                <a:gd name="T72" fmla="*/ 0 w 37"/>
                <a:gd name="T73" fmla="*/ 51 h 95"/>
                <a:gd name="T74" fmla="*/ 2 w 37"/>
                <a:gd name="T75" fmla="*/ 50 h 95"/>
                <a:gd name="T76" fmla="*/ 3 w 37"/>
                <a:gd name="T77" fmla="*/ 46 h 95"/>
                <a:gd name="T78" fmla="*/ 3 w 37"/>
                <a:gd name="T79" fmla="*/ 43 h 95"/>
                <a:gd name="T80" fmla="*/ 3 w 37"/>
                <a:gd name="T81" fmla="*/ 41 h 95"/>
                <a:gd name="T82" fmla="*/ 8 w 37"/>
                <a:gd name="T83" fmla="*/ 38 h 95"/>
                <a:gd name="T84" fmla="*/ 9 w 37"/>
                <a:gd name="T85" fmla="*/ 37 h 95"/>
                <a:gd name="T86" fmla="*/ 8 w 37"/>
                <a:gd name="T87" fmla="*/ 35 h 95"/>
                <a:gd name="T88" fmla="*/ 7 w 37"/>
                <a:gd name="T89" fmla="*/ 33 h 95"/>
                <a:gd name="T90" fmla="*/ 8 w 37"/>
                <a:gd name="T91" fmla="*/ 30 h 95"/>
                <a:gd name="T92" fmla="*/ 8 w 37"/>
                <a:gd name="T93" fmla="*/ 27 h 95"/>
                <a:gd name="T94" fmla="*/ 7 w 37"/>
                <a:gd name="T95" fmla="*/ 23 h 95"/>
                <a:gd name="T96" fmla="*/ 7 w 37"/>
                <a:gd name="T97" fmla="*/ 20 h 95"/>
                <a:gd name="T98" fmla="*/ 9 w 37"/>
                <a:gd name="T99" fmla="*/ 17 h 95"/>
                <a:gd name="T100" fmla="*/ 11 w 37"/>
                <a:gd name="T101" fmla="*/ 13 h 95"/>
                <a:gd name="T102" fmla="*/ 8 w 37"/>
                <a:gd name="T103" fmla="*/ 10 h 95"/>
                <a:gd name="T104" fmla="*/ 8 w 37"/>
                <a:gd name="T105" fmla="*/ 6 h 95"/>
                <a:gd name="T106" fmla="*/ 7 w 37"/>
                <a:gd name="T107" fmla="*/ 5 h 95"/>
                <a:gd name="T108" fmla="*/ 6 w 37"/>
                <a:gd name="T109" fmla="*/ 2 h 95"/>
                <a:gd name="T110" fmla="*/ 3 w 37"/>
                <a:gd name="T11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7" h="95">
                  <a:moveTo>
                    <a:pt x="4" y="0"/>
                  </a:move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9" y="9"/>
                  </a:lnTo>
                  <a:lnTo>
                    <a:pt x="20" y="14"/>
                  </a:lnTo>
                  <a:lnTo>
                    <a:pt x="19" y="34"/>
                  </a:lnTo>
                  <a:lnTo>
                    <a:pt x="19" y="37"/>
                  </a:lnTo>
                  <a:lnTo>
                    <a:pt x="20" y="47"/>
                  </a:lnTo>
                  <a:lnTo>
                    <a:pt x="24" y="48"/>
                  </a:lnTo>
                  <a:lnTo>
                    <a:pt x="27" y="51"/>
                  </a:lnTo>
                  <a:lnTo>
                    <a:pt x="27" y="51"/>
                  </a:lnTo>
                  <a:lnTo>
                    <a:pt x="28" y="52"/>
                  </a:lnTo>
                  <a:lnTo>
                    <a:pt x="32" y="56"/>
                  </a:lnTo>
                  <a:lnTo>
                    <a:pt x="33" y="58"/>
                  </a:lnTo>
                  <a:lnTo>
                    <a:pt x="36" y="62"/>
                  </a:lnTo>
                  <a:lnTo>
                    <a:pt x="37" y="64"/>
                  </a:lnTo>
                  <a:lnTo>
                    <a:pt x="37" y="66"/>
                  </a:lnTo>
                  <a:lnTo>
                    <a:pt x="37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4" y="71"/>
                  </a:lnTo>
                  <a:lnTo>
                    <a:pt x="34" y="72"/>
                  </a:lnTo>
                  <a:lnTo>
                    <a:pt x="36" y="73"/>
                  </a:lnTo>
                  <a:lnTo>
                    <a:pt x="34" y="77"/>
                  </a:lnTo>
                  <a:lnTo>
                    <a:pt x="34" y="80"/>
                  </a:lnTo>
                  <a:lnTo>
                    <a:pt x="33" y="81"/>
                  </a:lnTo>
                  <a:lnTo>
                    <a:pt x="31" y="81"/>
                  </a:lnTo>
                  <a:lnTo>
                    <a:pt x="29" y="85"/>
                  </a:lnTo>
                  <a:lnTo>
                    <a:pt x="29" y="87"/>
                  </a:lnTo>
                  <a:lnTo>
                    <a:pt x="28" y="89"/>
                  </a:lnTo>
                  <a:lnTo>
                    <a:pt x="28" y="92"/>
                  </a:lnTo>
                  <a:lnTo>
                    <a:pt x="28" y="95"/>
                  </a:lnTo>
                  <a:lnTo>
                    <a:pt x="25" y="95"/>
                  </a:lnTo>
                  <a:lnTo>
                    <a:pt x="25" y="93"/>
                  </a:lnTo>
                  <a:lnTo>
                    <a:pt x="25" y="92"/>
                  </a:lnTo>
                  <a:lnTo>
                    <a:pt x="24" y="89"/>
                  </a:lnTo>
                  <a:lnTo>
                    <a:pt x="23" y="88"/>
                  </a:lnTo>
                  <a:lnTo>
                    <a:pt x="21" y="88"/>
                  </a:lnTo>
                  <a:lnTo>
                    <a:pt x="20" y="85"/>
                  </a:lnTo>
                  <a:lnTo>
                    <a:pt x="17" y="83"/>
                  </a:lnTo>
                  <a:lnTo>
                    <a:pt x="17" y="81"/>
                  </a:lnTo>
                  <a:lnTo>
                    <a:pt x="16" y="79"/>
                  </a:lnTo>
                  <a:lnTo>
                    <a:pt x="16" y="76"/>
                  </a:lnTo>
                  <a:lnTo>
                    <a:pt x="17" y="75"/>
                  </a:lnTo>
                  <a:lnTo>
                    <a:pt x="17" y="72"/>
                  </a:lnTo>
                  <a:lnTo>
                    <a:pt x="20" y="70"/>
                  </a:lnTo>
                  <a:lnTo>
                    <a:pt x="21" y="67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6" y="60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9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2" y="50"/>
                  </a:lnTo>
                  <a:lnTo>
                    <a:pt x="3" y="47"/>
                  </a:lnTo>
                  <a:lnTo>
                    <a:pt x="3" y="46"/>
                  </a:lnTo>
                  <a:lnTo>
                    <a:pt x="3" y="45"/>
                  </a:lnTo>
                  <a:lnTo>
                    <a:pt x="3" y="43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6" y="39"/>
                  </a:lnTo>
                  <a:lnTo>
                    <a:pt x="8" y="38"/>
                  </a:lnTo>
                  <a:lnTo>
                    <a:pt x="8" y="37"/>
                  </a:lnTo>
                  <a:lnTo>
                    <a:pt x="9" y="37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7" y="33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7" y="29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9" y="12"/>
                  </a:lnTo>
                  <a:lnTo>
                    <a:pt x="8" y="10"/>
                  </a:lnTo>
                  <a:lnTo>
                    <a:pt x="7" y="9"/>
                  </a:lnTo>
                  <a:lnTo>
                    <a:pt x="8" y="6"/>
                  </a:lnTo>
                  <a:lnTo>
                    <a:pt x="8" y="5"/>
                  </a:lnTo>
                  <a:lnTo>
                    <a:pt x="7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1"/>
                  </a:lnTo>
                  <a:lnTo>
                    <a:pt x="3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7" name="Freeform 478">
              <a:extLst>
                <a:ext uri="{FF2B5EF4-FFF2-40B4-BE49-F238E27FC236}">
                  <a16:creationId xmlns:a16="http://schemas.microsoft.com/office/drawing/2014/main" id="{79915F52-996F-487A-A6A8-2386CADA4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-872664" y="5272351"/>
              <a:ext cx="898211" cy="764432"/>
            </a:xfrm>
            <a:custGeom>
              <a:avLst/>
              <a:gdLst>
                <a:gd name="T0" fmla="*/ 113 w 141"/>
                <a:gd name="T1" fmla="*/ 3 h 120"/>
                <a:gd name="T2" fmla="*/ 118 w 141"/>
                <a:gd name="T3" fmla="*/ 7 h 120"/>
                <a:gd name="T4" fmla="*/ 128 w 141"/>
                <a:gd name="T5" fmla="*/ 10 h 120"/>
                <a:gd name="T6" fmla="*/ 133 w 141"/>
                <a:gd name="T7" fmla="*/ 15 h 120"/>
                <a:gd name="T8" fmla="*/ 137 w 141"/>
                <a:gd name="T9" fmla="*/ 20 h 120"/>
                <a:gd name="T10" fmla="*/ 138 w 141"/>
                <a:gd name="T11" fmla="*/ 25 h 120"/>
                <a:gd name="T12" fmla="*/ 139 w 141"/>
                <a:gd name="T13" fmla="*/ 32 h 120"/>
                <a:gd name="T14" fmla="*/ 137 w 141"/>
                <a:gd name="T15" fmla="*/ 38 h 120"/>
                <a:gd name="T16" fmla="*/ 138 w 141"/>
                <a:gd name="T17" fmla="*/ 45 h 120"/>
                <a:gd name="T18" fmla="*/ 138 w 141"/>
                <a:gd name="T19" fmla="*/ 50 h 120"/>
                <a:gd name="T20" fmla="*/ 138 w 141"/>
                <a:gd name="T21" fmla="*/ 53 h 120"/>
                <a:gd name="T22" fmla="*/ 133 w 141"/>
                <a:gd name="T23" fmla="*/ 58 h 120"/>
                <a:gd name="T24" fmla="*/ 132 w 141"/>
                <a:gd name="T25" fmla="*/ 65 h 120"/>
                <a:gd name="T26" fmla="*/ 133 w 141"/>
                <a:gd name="T27" fmla="*/ 70 h 120"/>
                <a:gd name="T28" fmla="*/ 122 w 141"/>
                <a:gd name="T29" fmla="*/ 75 h 120"/>
                <a:gd name="T30" fmla="*/ 101 w 141"/>
                <a:gd name="T31" fmla="*/ 83 h 120"/>
                <a:gd name="T32" fmla="*/ 101 w 141"/>
                <a:gd name="T33" fmla="*/ 90 h 120"/>
                <a:gd name="T34" fmla="*/ 96 w 141"/>
                <a:gd name="T35" fmla="*/ 90 h 120"/>
                <a:gd name="T36" fmla="*/ 87 w 141"/>
                <a:gd name="T37" fmla="*/ 92 h 120"/>
                <a:gd name="T38" fmla="*/ 82 w 141"/>
                <a:gd name="T39" fmla="*/ 98 h 120"/>
                <a:gd name="T40" fmla="*/ 76 w 141"/>
                <a:gd name="T41" fmla="*/ 102 h 120"/>
                <a:gd name="T42" fmla="*/ 58 w 141"/>
                <a:gd name="T43" fmla="*/ 120 h 120"/>
                <a:gd name="T44" fmla="*/ 53 w 141"/>
                <a:gd name="T45" fmla="*/ 117 h 120"/>
                <a:gd name="T46" fmla="*/ 46 w 141"/>
                <a:gd name="T47" fmla="*/ 119 h 120"/>
                <a:gd name="T48" fmla="*/ 39 w 141"/>
                <a:gd name="T49" fmla="*/ 116 h 120"/>
                <a:gd name="T50" fmla="*/ 34 w 141"/>
                <a:gd name="T51" fmla="*/ 113 h 120"/>
                <a:gd name="T52" fmla="*/ 31 w 141"/>
                <a:gd name="T53" fmla="*/ 112 h 120"/>
                <a:gd name="T54" fmla="*/ 16 w 141"/>
                <a:gd name="T55" fmla="*/ 113 h 120"/>
                <a:gd name="T56" fmla="*/ 10 w 141"/>
                <a:gd name="T57" fmla="*/ 110 h 120"/>
                <a:gd name="T58" fmla="*/ 4 w 141"/>
                <a:gd name="T59" fmla="*/ 103 h 120"/>
                <a:gd name="T60" fmla="*/ 1 w 141"/>
                <a:gd name="T61" fmla="*/ 58 h 120"/>
                <a:gd name="T62" fmla="*/ 28 w 141"/>
                <a:gd name="T63" fmla="*/ 53 h 120"/>
                <a:gd name="T64" fmla="*/ 26 w 141"/>
                <a:gd name="T65" fmla="*/ 42 h 120"/>
                <a:gd name="T66" fmla="*/ 26 w 141"/>
                <a:gd name="T67" fmla="*/ 35 h 120"/>
                <a:gd name="T68" fmla="*/ 30 w 141"/>
                <a:gd name="T69" fmla="*/ 37 h 120"/>
                <a:gd name="T70" fmla="*/ 33 w 141"/>
                <a:gd name="T71" fmla="*/ 38 h 120"/>
                <a:gd name="T72" fmla="*/ 41 w 141"/>
                <a:gd name="T73" fmla="*/ 36 h 120"/>
                <a:gd name="T74" fmla="*/ 42 w 141"/>
                <a:gd name="T75" fmla="*/ 41 h 120"/>
                <a:gd name="T76" fmla="*/ 46 w 141"/>
                <a:gd name="T77" fmla="*/ 44 h 120"/>
                <a:gd name="T78" fmla="*/ 54 w 141"/>
                <a:gd name="T79" fmla="*/ 48 h 120"/>
                <a:gd name="T80" fmla="*/ 60 w 141"/>
                <a:gd name="T81" fmla="*/ 41 h 120"/>
                <a:gd name="T82" fmla="*/ 64 w 141"/>
                <a:gd name="T83" fmla="*/ 45 h 120"/>
                <a:gd name="T84" fmla="*/ 74 w 141"/>
                <a:gd name="T85" fmla="*/ 52 h 120"/>
                <a:gd name="T86" fmla="*/ 83 w 141"/>
                <a:gd name="T87" fmla="*/ 61 h 120"/>
                <a:gd name="T88" fmla="*/ 91 w 141"/>
                <a:gd name="T89" fmla="*/ 62 h 120"/>
                <a:gd name="T90" fmla="*/ 95 w 141"/>
                <a:gd name="T91" fmla="*/ 62 h 120"/>
                <a:gd name="T92" fmla="*/ 91 w 141"/>
                <a:gd name="T93" fmla="*/ 50 h 120"/>
                <a:gd name="T94" fmla="*/ 84 w 141"/>
                <a:gd name="T95" fmla="*/ 50 h 120"/>
                <a:gd name="T96" fmla="*/ 79 w 141"/>
                <a:gd name="T97" fmla="*/ 41 h 120"/>
                <a:gd name="T98" fmla="*/ 82 w 141"/>
                <a:gd name="T99" fmla="*/ 29 h 120"/>
                <a:gd name="T100" fmla="*/ 83 w 141"/>
                <a:gd name="T101" fmla="*/ 24 h 120"/>
                <a:gd name="T102" fmla="*/ 84 w 141"/>
                <a:gd name="T103" fmla="*/ 19 h 120"/>
                <a:gd name="T104" fmla="*/ 85 w 141"/>
                <a:gd name="T105" fmla="*/ 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1" h="120">
                  <a:moveTo>
                    <a:pt x="104" y="0"/>
                  </a:moveTo>
                  <a:lnTo>
                    <a:pt x="110" y="3"/>
                  </a:lnTo>
                  <a:lnTo>
                    <a:pt x="112" y="3"/>
                  </a:lnTo>
                  <a:lnTo>
                    <a:pt x="113" y="3"/>
                  </a:lnTo>
                  <a:lnTo>
                    <a:pt x="114" y="3"/>
                  </a:lnTo>
                  <a:lnTo>
                    <a:pt x="117" y="4"/>
                  </a:lnTo>
                  <a:lnTo>
                    <a:pt x="117" y="6"/>
                  </a:lnTo>
                  <a:lnTo>
                    <a:pt x="118" y="7"/>
                  </a:lnTo>
                  <a:lnTo>
                    <a:pt x="121" y="7"/>
                  </a:lnTo>
                  <a:lnTo>
                    <a:pt x="126" y="10"/>
                  </a:lnTo>
                  <a:lnTo>
                    <a:pt x="128" y="10"/>
                  </a:lnTo>
                  <a:lnTo>
                    <a:pt x="128" y="10"/>
                  </a:lnTo>
                  <a:lnTo>
                    <a:pt x="130" y="11"/>
                  </a:lnTo>
                  <a:lnTo>
                    <a:pt x="130" y="12"/>
                  </a:lnTo>
                  <a:lnTo>
                    <a:pt x="133" y="15"/>
                  </a:lnTo>
                  <a:lnTo>
                    <a:pt x="133" y="15"/>
                  </a:lnTo>
                  <a:lnTo>
                    <a:pt x="134" y="16"/>
                  </a:lnTo>
                  <a:lnTo>
                    <a:pt x="136" y="17"/>
                  </a:lnTo>
                  <a:lnTo>
                    <a:pt x="136" y="19"/>
                  </a:lnTo>
                  <a:lnTo>
                    <a:pt x="137" y="20"/>
                  </a:lnTo>
                  <a:lnTo>
                    <a:pt x="138" y="20"/>
                  </a:lnTo>
                  <a:lnTo>
                    <a:pt x="138" y="21"/>
                  </a:lnTo>
                  <a:lnTo>
                    <a:pt x="137" y="24"/>
                  </a:lnTo>
                  <a:lnTo>
                    <a:pt x="138" y="25"/>
                  </a:lnTo>
                  <a:lnTo>
                    <a:pt x="139" y="27"/>
                  </a:lnTo>
                  <a:lnTo>
                    <a:pt x="141" y="28"/>
                  </a:lnTo>
                  <a:lnTo>
                    <a:pt x="141" y="31"/>
                  </a:lnTo>
                  <a:lnTo>
                    <a:pt x="139" y="32"/>
                  </a:lnTo>
                  <a:lnTo>
                    <a:pt x="139" y="32"/>
                  </a:lnTo>
                  <a:lnTo>
                    <a:pt x="137" y="35"/>
                  </a:lnTo>
                  <a:lnTo>
                    <a:pt x="137" y="37"/>
                  </a:lnTo>
                  <a:lnTo>
                    <a:pt x="137" y="38"/>
                  </a:lnTo>
                  <a:lnTo>
                    <a:pt x="138" y="41"/>
                  </a:lnTo>
                  <a:lnTo>
                    <a:pt x="138" y="42"/>
                  </a:lnTo>
                  <a:lnTo>
                    <a:pt x="137" y="44"/>
                  </a:lnTo>
                  <a:lnTo>
                    <a:pt x="138" y="45"/>
                  </a:lnTo>
                  <a:lnTo>
                    <a:pt x="138" y="46"/>
                  </a:lnTo>
                  <a:lnTo>
                    <a:pt x="137" y="48"/>
                  </a:lnTo>
                  <a:lnTo>
                    <a:pt x="138" y="49"/>
                  </a:lnTo>
                  <a:lnTo>
                    <a:pt x="138" y="50"/>
                  </a:lnTo>
                  <a:lnTo>
                    <a:pt x="139" y="50"/>
                  </a:lnTo>
                  <a:lnTo>
                    <a:pt x="139" y="52"/>
                  </a:lnTo>
                  <a:lnTo>
                    <a:pt x="138" y="52"/>
                  </a:lnTo>
                  <a:lnTo>
                    <a:pt x="138" y="53"/>
                  </a:lnTo>
                  <a:lnTo>
                    <a:pt x="136" y="54"/>
                  </a:lnTo>
                  <a:lnTo>
                    <a:pt x="133" y="56"/>
                  </a:lnTo>
                  <a:lnTo>
                    <a:pt x="133" y="57"/>
                  </a:lnTo>
                  <a:lnTo>
                    <a:pt x="133" y="58"/>
                  </a:lnTo>
                  <a:lnTo>
                    <a:pt x="133" y="60"/>
                  </a:lnTo>
                  <a:lnTo>
                    <a:pt x="133" y="61"/>
                  </a:lnTo>
                  <a:lnTo>
                    <a:pt x="133" y="62"/>
                  </a:lnTo>
                  <a:lnTo>
                    <a:pt x="132" y="65"/>
                  </a:lnTo>
                  <a:lnTo>
                    <a:pt x="130" y="65"/>
                  </a:lnTo>
                  <a:lnTo>
                    <a:pt x="130" y="66"/>
                  </a:lnTo>
                  <a:lnTo>
                    <a:pt x="132" y="69"/>
                  </a:lnTo>
                  <a:lnTo>
                    <a:pt x="133" y="70"/>
                  </a:lnTo>
                  <a:lnTo>
                    <a:pt x="133" y="71"/>
                  </a:lnTo>
                  <a:lnTo>
                    <a:pt x="133" y="71"/>
                  </a:lnTo>
                  <a:lnTo>
                    <a:pt x="129" y="73"/>
                  </a:lnTo>
                  <a:lnTo>
                    <a:pt x="122" y="75"/>
                  </a:lnTo>
                  <a:lnTo>
                    <a:pt x="120" y="77"/>
                  </a:lnTo>
                  <a:lnTo>
                    <a:pt x="108" y="82"/>
                  </a:lnTo>
                  <a:lnTo>
                    <a:pt x="105" y="82"/>
                  </a:lnTo>
                  <a:lnTo>
                    <a:pt x="101" y="83"/>
                  </a:lnTo>
                  <a:lnTo>
                    <a:pt x="100" y="86"/>
                  </a:lnTo>
                  <a:lnTo>
                    <a:pt x="101" y="88"/>
                  </a:lnTo>
                  <a:lnTo>
                    <a:pt x="101" y="90"/>
                  </a:lnTo>
                  <a:lnTo>
                    <a:pt x="101" y="90"/>
                  </a:lnTo>
                  <a:lnTo>
                    <a:pt x="100" y="91"/>
                  </a:lnTo>
                  <a:lnTo>
                    <a:pt x="97" y="90"/>
                  </a:lnTo>
                  <a:lnTo>
                    <a:pt x="96" y="90"/>
                  </a:lnTo>
                  <a:lnTo>
                    <a:pt x="96" y="90"/>
                  </a:lnTo>
                  <a:lnTo>
                    <a:pt x="92" y="90"/>
                  </a:lnTo>
                  <a:lnTo>
                    <a:pt x="89" y="91"/>
                  </a:lnTo>
                  <a:lnTo>
                    <a:pt x="88" y="91"/>
                  </a:lnTo>
                  <a:lnTo>
                    <a:pt x="87" y="92"/>
                  </a:lnTo>
                  <a:lnTo>
                    <a:pt x="83" y="94"/>
                  </a:lnTo>
                  <a:lnTo>
                    <a:pt x="82" y="95"/>
                  </a:lnTo>
                  <a:lnTo>
                    <a:pt x="83" y="96"/>
                  </a:lnTo>
                  <a:lnTo>
                    <a:pt x="82" y="98"/>
                  </a:lnTo>
                  <a:lnTo>
                    <a:pt x="82" y="99"/>
                  </a:lnTo>
                  <a:lnTo>
                    <a:pt x="82" y="99"/>
                  </a:lnTo>
                  <a:lnTo>
                    <a:pt x="80" y="100"/>
                  </a:lnTo>
                  <a:lnTo>
                    <a:pt x="76" y="102"/>
                  </a:lnTo>
                  <a:lnTo>
                    <a:pt x="70" y="107"/>
                  </a:lnTo>
                  <a:lnTo>
                    <a:pt x="64" y="113"/>
                  </a:lnTo>
                  <a:lnTo>
                    <a:pt x="60" y="119"/>
                  </a:lnTo>
                  <a:lnTo>
                    <a:pt x="58" y="120"/>
                  </a:lnTo>
                  <a:lnTo>
                    <a:pt x="55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3" y="117"/>
                  </a:lnTo>
                  <a:lnTo>
                    <a:pt x="53" y="117"/>
                  </a:lnTo>
                  <a:lnTo>
                    <a:pt x="51" y="116"/>
                  </a:lnTo>
                  <a:lnTo>
                    <a:pt x="49" y="117"/>
                  </a:lnTo>
                  <a:lnTo>
                    <a:pt x="46" y="119"/>
                  </a:lnTo>
                  <a:lnTo>
                    <a:pt x="45" y="119"/>
                  </a:lnTo>
                  <a:lnTo>
                    <a:pt x="43" y="117"/>
                  </a:lnTo>
                  <a:lnTo>
                    <a:pt x="42" y="116"/>
                  </a:lnTo>
                  <a:lnTo>
                    <a:pt x="39" y="116"/>
                  </a:lnTo>
                  <a:lnTo>
                    <a:pt x="38" y="116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4" y="113"/>
                  </a:lnTo>
                  <a:lnTo>
                    <a:pt x="33" y="113"/>
                  </a:lnTo>
                  <a:lnTo>
                    <a:pt x="33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29" y="113"/>
                  </a:lnTo>
                  <a:lnTo>
                    <a:pt x="28" y="112"/>
                  </a:lnTo>
                  <a:lnTo>
                    <a:pt x="16" y="115"/>
                  </a:lnTo>
                  <a:lnTo>
                    <a:pt x="16" y="113"/>
                  </a:lnTo>
                  <a:lnTo>
                    <a:pt x="14" y="112"/>
                  </a:lnTo>
                  <a:lnTo>
                    <a:pt x="13" y="111"/>
                  </a:lnTo>
                  <a:lnTo>
                    <a:pt x="12" y="110"/>
                  </a:lnTo>
                  <a:lnTo>
                    <a:pt x="10" y="110"/>
                  </a:lnTo>
                  <a:lnTo>
                    <a:pt x="9" y="108"/>
                  </a:lnTo>
                  <a:lnTo>
                    <a:pt x="6" y="104"/>
                  </a:lnTo>
                  <a:lnTo>
                    <a:pt x="5" y="104"/>
                  </a:lnTo>
                  <a:lnTo>
                    <a:pt x="4" y="103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1" y="58"/>
                  </a:lnTo>
                  <a:lnTo>
                    <a:pt x="26" y="58"/>
                  </a:lnTo>
                  <a:lnTo>
                    <a:pt x="25" y="57"/>
                  </a:lnTo>
                  <a:lnTo>
                    <a:pt x="26" y="54"/>
                  </a:lnTo>
                  <a:lnTo>
                    <a:pt x="28" y="53"/>
                  </a:lnTo>
                  <a:lnTo>
                    <a:pt x="28" y="52"/>
                  </a:lnTo>
                  <a:lnTo>
                    <a:pt x="25" y="49"/>
                  </a:lnTo>
                  <a:lnTo>
                    <a:pt x="25" y="46"/>
                  </a:lnTo>
                  <a:lnTo>
                    <a:pt x="26" y="42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6" y="36"/>
                  </a:lnTo>
                  <a:lnTo>
                    <a:pt x="26" y="35"/>
                  </a:lnTo>
                  <a:lnTo>
                    <a:pt x="26" y="36"/>
                  </a:lnTo>
                  <a:lnTo>
                    <a:pt x="28" y="36"/>
                  </a:lnTo>
                  <a:lnTo>
                    <a:pt x="30" y="36"/>
                  </a:lnTo>
                  <a:lnTo>
                    <a:pt x="30" y="37"/>
                  </a:lnTo>
                  <a:lnTo>
                    <a:pt x="30" y="38"/>
                  </a:lnTo>
                  <a:lnTo>
                    <a:pt x="31" y="40"/>
                  </a:lnTo>
                  <a:lnTo>
                    <a:pt x="31" y="40"/>
                  </a:lnTo>
                  <a:lnTo>
                    <a:pt x="33" y="38"/>
                  </a:lnTo>
                  <a:lnTo>
                    <a:pt x="34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1" y="36"/>
                  </a:lnTo>
                  <a:lnTo>
                    <a:pt x="41" y="37"/>
                  </a:lnTo>
                  <a:lnTo>
                    <a:pt x="41" y="38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2" y="42"/>
                  </a:lnTo>
                  <a:lnTo>
                    <a:pt x="43" y="42"/>
                  </a:lnTo>
                  <a:lnTo>
                    <a:pt x="45" y="44"/>
                  </a:lnTo>
                  <a:lnTo>
                    <a:pt x="46" y="44"/>
                  </a:lnTo>
                  <a:lnTo>
                    <a:pt x="49" y="45"/>
                  </a:lnTo>
                  <a:lnTo>
                    <a:pt x="51" y="46"/>
                  </a:lnTo>
                  <a:lnTo>
                    <a:pt x="54" y="46"/>
                  </a:lnTo>
                  <a:lnTo>
                    <a:pt x="54" y="48"/>
                  </a:lnTo>
                  <a:lnTo>
                    <a:pt x="57" y="48"/>
                  </a:lnTo>
                  <a:lnTo>
                    <a:pt x="59" y="46"/>
                  </a:lnTo>
                  <a:lnTo>
                    <a:pt x="60" y="45"/>
                  </a:lnTo>
                  <a:lnTo>
                    <a:pt x="60" y="41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64" y="41"/>
                  </a:lnTo>
                  <a:lnTo>
                    <a:pt x="64" y="45"/>
                  </a:lnTo>
                  <a:lnTo>
                    <a:pt x="66" y="46"/>
                  </a:lnTo>
                  <a:lnTo>
                    <a:pt x="67" y="48"/>
                  </a:lnTo>
                  <a:lnTo>
                    <a:pt x="70" y="49"/>
                  </a:lnTo>
                  <a:lnTo>
                    <a:pt x="74" y="52"/>
                  </a:lnTo>
                  <a:lnTo>
                    <a:pt x="76" y="53"/>
                  </a:lnTo>
                  <a:lnTo>
                    <a:pt x="79" y="56"/>
                  </a:lnTo>
                  <a:lnTo>
                    <a:pt x="82" y="58"/>
                  </a:lnTo>
                  <a:lnTo>
                    <a:pt x="83" y="61"/>
                  </a:lnTo>
                  <a:lnTo>
                    <a:pt x="85" y="63"/>
                  </a:lnTo>
                  <a:lnTo>
                    <a:pt x="87" y="63"/>
                  </a:lnTo>
                  <a:lnTo>
                    <a:pt x="89" y="62"/>
                  </a:lnTo>
                  <a:lnTo>
                    <a:pt x="91" y="62"/>
                  </a:lnTo>
                  <a:lnTo>
                    <a:pt x="92" y="62"/>
                  </a:lnTo>
                  <a:lnTo>
                    <a:pt x="92" y="62"/>
                  </a:lnTo>
                  <a:lnTo>
                    <a:pt x="95" y="63"/>
                  </a:lnTo>
                  <a:lnTo>
                    <a:pt x="95" y="62"/>
                  </a:lnTo>
                  <a:lnTo>
                    <a:pt x="95" y="49"/>
                  </a:lnTo>
                  <a:lnTo>
                    <a:pt x="92" y="49"/>
                  </a:lnTo>
                  <a:lnTo>
                    <a:pt x="89" y="49"/>
                  </a:lnTo>
                  <a:lnTo>
                    <a:pt x="91" y="50"/>
                  </a:lnTo>
                  <a:lnTo>
                    <a:pt x="91" y="52"/>
                  </a:lnTo>
                  <a:lnTo>
                    <a:pt x="91" y="52"/>
                  </a:lnTo>
                  <a:lnTo>
                    <a:pt x="85" y="52"/>
                  </a:lnTo>
                  <a:lnTo>
                    <a:pt x="84" y="50"/>
                  </a:lnTo>
                  <a:lnTo>
                    <a:pt x="84" y="49"/>
                  </a:lnTo>
                  <a:lnTo>
                    <a:pt x="80" y="45"/>
                  </a:lnTo>
                  <a:lnTo>
                    <a:pt x="79" y="44"/>
                  </a:lnTo>
                  <a:lnTo>
                    <a:pt x="79" y="41"/>
                  </a:lnTo>
                  <a:lnTo>
                    <a:pt x="79" y="35"/>
                  </a:lnTo>
                  <a:lnTo>
                    <a:pt x="79" y="33"/>
                  </a:lnTo>
                  <a:lnTo>
                    <a:pt x="82" y="31"/>
                  </a:lnTo>
                  <a:lnTo>
                    <a:pt x="82" y="29"/>
                  </a:lnTo>
                  <a:lnTo>
                    <a:pt x="82" y="29"/>
                  </a:lnTo>
                  <a:lnTo>
                    <a:pt x="83" y="28"/>
                  </a:lnTo>
                  <a:lnTo>
                    <a:pt x="83" y="25"/>
                  </a:lnTo>
                  <a:lnTo>
                    <a:pt x="83" y="24"/>
                  </a:lnTo>
                  <a:lnTo>
                    <a:pt x="83" y="23"/>
                  </a:lnTo>
                  <a:lnTo>
                    <a:pt x="83" y="21"/>
                  </a:lnTo>
                  <a:lnTo>
                    <a:pt x="83" y="20"/>
                  </a:lnTo>
                  <a:lnTo>
                    <a:pt x="84" y="19"/>
                  </a:lnTo>
                  <a:lnTo>
                    <a:pt x="83" y="17"/>
                  </a:lnTo>
                  <a:lnTo>
                    <a:pt x="82" y="16"/>
                  </a:lnTo>
                  <a:lnTo>
                    <a:pt x="80" y="13"/>
                  </a:lnTo>
                  <a:lnTo>
                    <a:pt x="85" y="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8" name="Freeform 479">
              <a:extLst>
                <a:ext uri="{FF2B5EF4-FFF2-40B4-BE49-F238E27FC236}">
                  <a16:creationId xmlns:a16="http://schemas.microsoft.com/office/drawing/2014/main" id="{CF7083B4-E9E1-453C-BB52-59B1E9A74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-1643466" y="5100355"/>
              <a:ext cx="949173" cy="936431"/>
            </a:xfrm>
            <a:custGeom>
              <a:avLst/>
              <a:gdLst>
                <a:gd name="T0" fmla="*/ 25 w 149"/>
                <a:gd name="T1" fmla="*/ 0 h 147"/>
                <a:gd name="T2" fmla="*/ 37 w 149"/>
                <a:gd name="T3" fmla="*/ 0 h 147"/>
                <a:gd name="T4" fmla="*/ 62 w 149"/>
                <a:gd name="T5" fmla="*/ 2 h 147"/>
                <a:gd name="T6" fmla="*/ 63 w 149"/>
                <a:gd name="T7" fmla="*/ 6 h 147"/>
                <a:gd name="T8" fmla="*/ 64 w 149"/>
                <a:gd name="T9" fmla="*/ 14 h 147"/>
                <a:gd name="T10" fmla="*/ 67 w 149"/>
                <a:gd name="T11" fmla="*/ 19 h 147"/>
                <a:gd name="T12" fmla="*/ 73 w 149"/>
                <a:gd name="T13" fmla="*/ 26 h 147"/>
                <a:gd name="T14" fmla="*/ 83 w 149"/>
                <a:gd name="T15" fmla="*/ 25 h 147"/>
                <a:gd name="T16" fmla="*/ 92 w 149"/>
                <a:gd name="T17" fmla="*/ 18 h 147"/>
                <a:gd name="T18" fmla="*/ 105 w 149"/>
                <a:gd name="T19" fmla="*/ 12 h 147"/>
                <a:gd name="T20" fmla="*/ 108 w 149"/>
                <a:gd name="T21" fmla="*/ 17 h 147"/>
                <a:gd name="T22" fmla="*/ 122 w 149"/>
                <a:gd name="T23" fmla="*/ 22 h 147"/>
                <a:gd name="T24" fmla="*/ 121 w 149"/>
                <a:gd name="T25" fmla="*/ 30 h 147"/>
                <a:gd name="T26" fmla="*/ 121 w 149"/>
                <a:gd name="T27" fmla="*/ 37 h 147"/>
                <a:gd name="T28" fmla="*/ 122 w 149"/>
                <a:gd name="T29" fmla="*/ 43 h 147"/>
                <a:gd name="T30" fmla="*/ 125 w 149"/>
                <a:gd name="T31" fmla="*/ 47 h 147"/>
                <a:gd name="T32" fmla="*/ 126 w 149"/>
                <a:gd name="T33" fmla="*/ 52 h 147"/>
                <a:gd name="T34" fmla="*/ 127 w 149"/>
                <a:gd name="T35" fmla="*/ 58 h 147"/>
                <a:gd name="T36" fmla="*/ 126 w 149"/>
                <a:gd name="T37" fmla="*/ 63 h 147"/>
                <a:gd name="T38" fmla="*/ 129 w 149"/>
                <a:gd name="T39" fmla="*/ 63 h 147"/>
                <a:gd name="T40" fmla="*/ 134 w 149"/>
                <a:gd name="T41" fmla="*/ 64 h 147"/>
                <a:gd name="T42" fmla="*/ 141 w 149"/>
                <a:gd name="T43" fmla="*/ 64 h 147"/>
                <a:gd name="T44" fmla="*/ 147 w 149"/>
                <a:gd name="T45" fmla="*/ 63 h 147"/>
                <a:gd name="T46" fmla="*/ 146 w 149"/>
                <a:gd name="T47" fmla="*/ 73 h 147"/>
                <a:gd name="T48" fmla="*/ 147 w 149"/>
                <a:gd name="T49" fmla="*/ 81 h 147"/>
                <a:gd name="T50" fmla="*/ 121 w 149"/>
                <a:gd name="T51" fmla="*/ 125 h 147"/>
                <a:gd name="T52" fmla="*/ 126 w 149"/>
                <a:gd name="T53" fmla="*/ 131 h 147"/>
                <a:gd name="T54" fmla="*/ 133 w 149"/>
                <a:gd name="T55" fmla="*/ 137 h 147"/>
                <a:gd name="T56" fmla="*/ 137 w 149"/>
                <a:gd name="T57" fmla="*/ 142 h 147"/>
                <a:gd name="T58" fmla="*/ 116 w 149"/>
                <a:gd name="T59" fmla="*/ 147 h 147"/>
                <a:gd name="T60" fmla="*/ 113 w 149"/>
                <a:gd name="T61" fmla="*/ 146 h 147"/>
                <a:gd name="T62" fmla="*/ 109 w 149"/>
                <a:gd name="T63" fmla="*/ 146 h 147"/>
                <a:gd name="T64" fmla="*/ 101 w 149"/>
                <a:gd name="T65" fmla="*/ 143 h 147"/>
                <a:gd name="T66" fmla="*/ 97 w 149"/>
                <a:gd name="T67" fmla="*/ 144 h 147"/>
                <a:gd name="T68" fmla="*/ 89 w 149"/>
                <a:gd name="T69" fmla="*/ 144 h 147"/>
                <a:gd name="T70" fmla="*/ 83 w 149"/>
                <a:gd name="T71" fmla="*/ 143 h 147"/>
                <a:gd name="T72" fmla="*/ 77 w 149"/>
                <a:gd name="T73" fmla="*/ 138 h 147"/>
                <a:gd name="T74" fmla="*/ 30 w 149"/>
                <a:gd name="T75" fmla="*/ 139 h 147"/>
                <a:gd name="T76" fmla="*/ 22 w 149"/>
                <a:gd name="T77" fmla="*/ 137 h 147"/>
                <a:gd name="T78" fmla="*/ 21 w 149"/>
                <a:gd name="T79" fmla="*/ 134 h 147"/>
                <a:gd name="T80" fmla="*/ 17 w 149"/>
                <a:gd name="T81" fmla="*/ 134 h 147"/>
                <a:gd name="T82" fmla="*/ 9 w 149"/>
                <a:gd name="T83" fmla="*/ 137 h 147"/>
                <a:gd name="T84" fmla="*/ 4 w 149"/>
                <a:gd name="T85" fmla="*/ 137 h 147"/>
                <a:gd name="T86" fmla="*/ 0 w 149"/>
                <a:gd name="T87" fmla="*/ 138 h 147"/>
                <a:gd name="T88" fmla="*/ 0 w 149"/>
                <a:gd name="T89" fmla="*/ 127 h 147"/>
                <a:gd name="T90" fmla="*/ 4 w 149"/>
                <a:gd name="T91" fmla="*/ 110 h 147"/>
                <a:gd name="T92" fmla="*/ 8 w 149"/>
                <a:gd name="T93" fmla="*/ 92 h 147"/>
                <a:gd name="T94" fmla="*/ 21 w 149"/>
                <a:gd name="T95" fmla="*/ 80 h 147"/>
                <a:gd name="T96" fmla="*/ 25 w 149"/>
                <a:gd name="T97" fmla="*/ 56 h 147"/>
                <a:gd name="T98" fmla="*/ 18 w 149"/>
                <a:gd name="T99" fmla="*/ 39 h 147"/>
                <a:gd name="T100" fmla="*/ 17 w 149"/>
                <a:gd name="T101" fmla="*/ 23 h 147"/>
                <a:gd name="T102" fmla="*/ 9 w 149"/>
                <a:gd name="T103" fmla="*/ 4 h 147"/>
                <a:gd name="T104" fmla="*/ 13 w 149"/>
                <a:gd name="T105" fmla="*/ 1 h 147"/>
                <a:gd name="T106" fmla="*/ 19 w 149"/>
                <a:gd name="T10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" h="147">
                  <a:moveTo>
                    <a:pt x="19" y="0"/>
                  </a:moveTo>
                  <a:lnTo>
                    <a:pt x="21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62" y="0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3" y="5"/>
                  </a:lnTo>
                  <a:lnTo>
                    <a:pt x="63" y="6"/>
                  </a:lnTo>
                  <a:lnTo>
                    <a:pt x="62" y="8"/>
                  </a:lnTo>
                  <a:lnTo>
                    <a:pt x="62" y="9"/>
                  </a:lnTo>
                  <a:lnTo>
                    <a:pt x="63" y="12"/>
                  </a:lnTo>
                  <a:lnTo>
                    <a:pt x="64" y="14"/>
                  </a:lnTo>
                  <a:lnTo>
                    <a:pt x="64" y="15"/>
                  </a:lnTo>
                  <a:lnTo>
                    <a:pt x="64" y="17"/>
                  </a:lnTo>
                  <a:lnTo>
                    <a:pt x="66" y="17"/>
                  </a:lnTo>
                  <a:lnTo>
                    <a:pt x="67" y="19"/>
                  </a:lnTo>
                  <a:lnTo>
                    <a:pt x="68" y="21"/>
                  </a:lnTo>
                  <a:lnTo>
                    <a:pt x="68" y="25"/>
                  </a:lnTo>
                  <a:lnTo>
                    <a:pt x="70" y="26"/>
                  </a:lnTo>
                  <a:lnTo>
                    <a:pt x="73" y="26"/>
                  </a:lnTo>
                  <a:lnTo>
                    <a:pt x="75" y="26"/>
                  </a:lnTo>
                  <a:lnTo>
                    <a:pt x="76" y="26"/>
                  </a:lnTo>
                  <a:lnTo>
                    <a:pt x="81" y="26"/>
                  </a:lnTo>
                  <a:lnTo>
                    <a:pt x="83" y="25"/>
                  </a:lnTo>
                  <a:lnTo>
                    <a:pt x="92" y="25"/>
                  </a:lnTo>
                  <a:lnTo>
                    <a:pt x="91" y="21"/>
                  </a:lnTo>
                  <a:lnTo>
                    <a:pt x="91" y="19"/>
                  </a:lnTo>
                  <a:lnTo>
                    <a:pt x="92" y="18"/>
                  </a:lnTo>
                  <a:lnTo>
                    <a:pt x="93" y="17"/>
                  </a:lnTo>
                  <a:lnTo>
                    <a:pt x="93" y="13"/>
                  </a:lnTo>
                  <a:lnTo>
                    <a:pt x="105" y="13"/>
                  </a:lnTo>
                  <a:lnTo>
                    <a:pt x="105" y="12"/>
                  </a:lnTo>
                  <a:lnTo>
                    <a:pt x="108" y="13"/>
                  </a:lnTo>
                  <a:lnTo>
                    <a:pt x="108" y="14"/>
                  </a:lnTo>
                  <a:lnTo>
                    <a:pt x="108" y="15"/>
                  </a:lnTo>
                  <a:lnTo>
                    <a:pt x="108" y="17"/>
                  </a:lnTo>
                  <a:lnTo>
                    <a:pt x="122" y="17"/>
                  </a:lnTo>
                  <a:lnTo>
                    <a:pt x="122" y="18"/>
                  </a:lnTo>
                  <a:lnTo>
                    <a:pt x="122" y="21"/>
                  </a:lnTo>
                  <a:lnTo>
                    <a:pt x="122" y="22"/>
                  </a:lnTo>
                  <a:lnTo>
                    <a:pt x="121" y="25"/>
                  </a:lnTo>
                  <a:lnTo>
                    <a:pt x="121" y="26"/>
                  </a:lnTo>
                  <a:lnTo>
                    <a:pt x="121" y="27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1" y="31"/>
                  </a:lnTo>
                  <a:lnTo>
                    <a:pt x="121" y="33"/>
                  </a:lnTo>
                  <a:lnTo>
                    <a:pt x="121" y="37"/>
                  </a:lnTo>
                  <a:lnTo>
                    <a:pt x="121" y="39"/>
                  </a:lnTo>
                  <a:lnTo>
                    <a:pt x="121" y="40"/>
                  </a:lnTo>
                  <a:lnTo>
                    <a:pt x="121" y="42"/>
                  </a:lnTo>
                  <a:lnTo>
                    <a:pt x="122" y="43"/>
                  </a:lnTo>
                  <a:lnTo>
                    <a:pt x="122" y="44"/>
                  </a:lnTo>
                  <a:lnTo>
                    <a:pt x="124" y="44"/>
                  </a:lnTo>
                  <a:lnTo>
                    <a:pt x="124" y="46"/>
                  </a:lnTo>
                  <a:lnTo>
                    <a:pt x="125" y="47"/>
                  </a:lnTo>
                  <a:lnTo>
                    <a:pt x="125" y="48"/>
                  </a:lnTo>
                  <a:lnTo>
                    <a:pt x="125" y="50"/>
                  </a:lnTo>
                  <a:lnTo>
                    <a:pt x="125" y="51"/>
                  </a:lnTo>
                  <a:lnTo>
                    <a:pt x="126" y="52"/>
                  </a:lnTo>
                  <a:lnTo>
                    <a:pt x="126" y="54"/>
                  </a:lnTo>
                  <a:lnTo>
                    <a:pt x="125" y="55"/>
                  </a:lnTo>
                  <a:lnTo>
                    <a:pt x="126" y="56"/>
                  </a:lnTo>
                  <a:lnTo>
                    <a:pt x="127" y="58"/>
                  </a:lnTo>
                  <a:lnTo>
                    <a:pt x="126" y="60"/>
                  </a:lnTo>
                  <a:lnTo>
                    <a:pt x="126" y="60"/>
                  </a:lnTo>
                  <a:lnTo>
                    <a:pt x="126" y="62"/>
                  </a:lnTo>
                  <a:lnTo>
                    <a:pt x="126" y="63"/>
                  </a:lnTo>
                  <a:lnTo>
                    <a:pt x="126" y="64"/>
                  </a:lnTo>
                  <a:lnTo>
                    <a:pt x="127" y="64"/>
                  </a:lnTo>
                  <a:lnTo>
                    <a:pt x="129" y="63"/>
                  </a:lnTo>
                  <a:lnTo>
                    <a:pt x="129" y="63"/>
                  </a:lnTo>
                  <a:lnTo>
                    <a:pt x="130" y="63"/>
                  </a:lnTo>
                  <a:lnTo>
                    <a:pt x="131" y="63"/>
                  </a:lnTo>
                  <a:lnTo>
                    <a:pt x="133" y="64"/>
                  </a:lnTo>
                  <a:lnTo>
                    <a:pt x="134" y="64"/>
                  </a:lnTo>
                  <a:lnTo>
                    <a:pt x="137" y="64"/>
                  </a:lnTo>
                  <a:lnTo>
                    <a:pt x="138" y="64"/>
                  </a:lnTo>
                  <a:lnTo>
                    <a:pt x="139" y="64"/>
                  </a:lnTo>
                  <a:lnTo>
                    <a:pt x="141" y="64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7" y="62"/>
                  </a:lnTo>
                  <a:lnTo>
                    <a:pt x="147" y="63"/>
                  </a:lnTo>
                  <a:lnTo>
                    <a:pt x="146" y="63"/>
                  </a:lnTo>
                  <a:lnTo>
                    <a:pt x="146" y="64"/>
                  </a:lnTo>
                  <a:lnTo>
                    <a:pt x="147" y="69"/>
                  </a:lnTo>
                  <a:lnTo>
                    <a:pt x="146" y="73"/>
                  </a:lnTo>
                  <a:lnTo>
                    <a:pt x="146" y="76"/>
                  </a:lnTo>
                  <a:lnTo>
                    <a:pt x="149" y="79"/>
                  </a:lnTo>
                  <a:lnTo>
                    <a:pt x="149" y="80"/>
                  </a:lnTo>
                  <a:lnTo>
                    <a:pt x="147" y="81"/>
                  </a:lnTo>
                  <a:lnTo>
                    <a:pt x="146" y="84"/>
                  </a:lnTo>
                  <a:lnTo>
                    <a:pt x="147" y="85"/>
                  </a:lnTo>
                  <a:lnTo>
                    <a:pt x="122" y="85"/>
                  </a:lnTo>
                  <a:lnTo>
                    <a:pt x="121" y="125"/>
                  </a:lnTo>
                  <a:lnTo>
                    <a:pt x="121" y="126"/>
                  </a:lnTo>
                  <a:lnTo>
                    <a:pt x="124" y="129"/>
                  </a:lnTo>
                  <a:lnTo>
                    <a:pt x="125" y="130"/>
                  </a:lnTo>
                  <a:lnTo>
                    <a:pt x="126" y="131"/>
                  </a:lnTo>
                  <a:lnTo>
                    <a:pt x="127" y="131"/>
                  </a:lnTo>
                  <a:lnTo>
                    <a:pt x="130" y="135"/>
                  </a:lnTo>
                  <a:lnTo>
                    <a:pt x="131" y="137"/>
                  </a:lnTo>
                  <a:lnTo>
                    <a:pt x="133" y="137"/>
                  </a:lnTo>
                  <a:lnTo>
                    <a:pt x="134" y="138"/>
                  </a:lnTo>
                  <a:lnTo>
                    <a:pt x="135" y="139"/>
                  </a:lnTo>
                  <a:lnTo>
                    <a:pt x="137" y="140"/>
                  </a:lnTo>
                  <a:lnTo>
                    <a:pt x="137" y="142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7"/>
                  </a:lnTo>
                  <a:lnTo>
                    <a:pt x="116" y="147"/>
                  </a:lnTo>
                  <a:lnTo>
                    <a:pt x="116" y="146"/>
                  </a:lnTo>
                  <a:lnTo>
                    <a:pt x="114" y="146"/>
                  </a:lnTo>
                  <a:lnTo>
                    <a:pt x="113" y="146"/>
                  </a:lnTo>
                  <a:lnTo>
                    <a:pt x="113" y="146"/>
                  </a:lnTo>
                  <a:lnTo>
                    <a:pt x="112" y="144"/>
                  </a:lnTo>
                  <a:lnTo>
                    <a:pt x="110" y="144"/>
                  </a:lnTo>
                  <a:lnTo>
                    <a:pt x="109" y="144"/>
                  </a:lnTo>
                  <a:lnTo>
                    <a:pt x="109" y="146"/>
                  </a:lnTo>
                  <a:lnTo>
                    <a:pt x="108" y="146"/>
                  </a:lnTo>
                  <a:lnTo>
                    <a:pt x="106" y="146"/>
                  </a:lnTo>
                  <a:lnTo>
                    <a:pt x="104" y="146"/>
                  </a:lnTo>
                  <a:lnTo>
                    <a:pt x="101" y="143"/>
                  </a:lnTo>
                  <a:lnTo>
                    <a:pt x="100" y="143"/>
                  </a:lnTo>
                  <a:lnTo>
                    <a:pt x="100" y="143"/>
                  </a:lnTo>
                  <a:lnTo>
                    <a:pt x="99" y="144"/>
                  </a:lnTo>
                  <a:lnTo>
                    <a:pt x="97" y="144"/>
                  </a:lnTo>
                  <a:lnTo>
                    <a:pt x="95" y="143"/>
                  </a:lnTo>
                  <a:lnTo>
                    <a:pt x="92" y="144"/>
                  </a:lnTo>
                  <a:lnTo>
                    <a:pt x="91" y="144"/>
                  </a:lnTo>
                  <a:lnTo>
                    <a:pt x="89" y="144"/>
                  </a:lnTo>
                  <a:lnTo>
                    <a:pt x="88" y="143"/>
                  </a:lnTo>
                  <a:lnTo>
                    <a:pt x="87" y="143"/>
                  </a:lnTo>
                  <a:lnTo>
                    <a:pt x="85" y="143"/>
                  </a:lnTo>
                  <a:lnTo>
                    <a:pt x="83" y="143"/>
                  </a:lnTo>
                  <a:lnTo>
                    <a:pt x="80" y="142"/>
                  </a:lnTo>
                  <a:lnTo>
                    <a:pt x="80" y="140"/>
                  </a:lnTo>
                  <a:lnTo>
                    <a:pt x="79" y="138"/>
                  </a:lnTo>
                  <a:lnTo>
                    <a:pt x="77" y="138"/>
                  </a:lnTo>
                  <a:lnTo>
                    <a:pt x="34" y="138"/>
                  </a:lnTo>
                  <a:lnTo>
                    <a:pt x="33" y="138"/>
                  </a:lnTo>
                  <a:lnTo>
                    <a:pt x="31" y="138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5"/>
                  </a:lnTo>
                  <a:lnTo>
                    <a:pt x="21" y="134"/>
                  </a:lnTo>
                  <a:lnTo>
                    <a:pt x="21" y="134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0" y="135"/>
                  </a:lnTo>
                  <a:lnTo>
                    <a:pt x="9" y="137"/>
                  </a:lnTo>
                  <a:lnTo>
                    <a:pt x="9" y="138"/>
                  </a:lnTo>
                  <a:lnTo>
                    <a:pt x="6" y="137"/>
                  </a:lnTo>
                  <a:lnTo>
                    <a:pt x="4" y="137"/>
                  </a:lnTo>
                  <a:lnTo>
                    <a:pt x="4" y="137"/>
                  </a:lnTo>
                  <a:lnTo>
                    <a:pt x="2" y="138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7"/>
                  </a:lnTo>
                  <a:lnTo>
                    <a:pt x="0" y="133"/>
                  </a:lnTo>
                  <a:lnTo>
                    <a:pt x="0" y="127"/>
                  </a:lnTo>
                  <a:lnTo>
                    <a:pt x="0" y="123"/>
                  </a:lnTo>
                  <a:lnTo>
                    <a:pt x="0" y="119"/>
                  </a:lnTo>
                  <a:lnTo>
                    <a:pt x="4" y="115"/>
                  </a:lnTo>
                  <a:lnTo>
                    <a:pt x="4" y="110"/>
                  </a:lnTo>
                  <a:lnTo>
                    <a:pt x="6" y="106"/>
                  </a:lnTo>
                  <a:lnTo>
                    <a:pt x="6" y="97"/>
                  </a:lnTo>
                  <a:lnTo>
                    <a:pt x="8" y="96"/>
                  </a:lnTo>
                  <a:lnTo>
                    <a:pt x="8" y="92"/>
                  </a:lnTo>
                  <a:lnTo>
                    <a:pt x="14" y="87"/>
                  </a:lnTo>
                  <a:lnTo>
                    <a:pt x="14" y="84"/>
                  </a:lnTo>
                  <a:lnTo>
                    <a:pt x="19" y="80"/>
                  </a:lnTo>
                  <a:lnTo>
                    <a:pt x="21" y="80"/>
                  </a:lnTo>
                  <a:lnTo>
                    <a:pt x="26" y="71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5" y="56"/>
                  </a:lnTo>
                  <a:lnTo>
                    <a:pt x="21" y="50"/>
                  </a:lnTo>
                  <a:lnTo>
                    <a:pt x="21" y="46"/>
                  </a:lnTo>
                  <a:lnTo>
                    <a:pt x="18" y="43"/>
                  </a:lnTo>
                  <a:lnTo>
                    <a:pt x="18" y="39"/>
                  </a:lnTo>
                  <a:lnTo>
                    <a:pt x="17" y="38"/>
                  </a:lnTo>
                  <a:lnTo>
                    <a:pt x="19" y="34"/>
                  </a:lnTo>
                  <a:lnTo>
                    <a:pt x="21" y="29"/>
                  </a:lnTo>
                  <a:lnTo>
                    <a:pt x="17" y="23"/>
                  </a:lnTo>
                  <a:lnTo>
                    <a:pt x="17" y="14"/>
                  </a:lnTo>
                  <a:lnTo>
                    <a:pt x="10" y="8"/>
                  </a:lnTo>
                  <a:lnTo>
                    <a:pt x="10" y="5"/>
                  </a:lnTo>
                  <a:lnTo>
                    <a:pt x="9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7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9" name="Freeform 480">
              <a:extLst>
                <a:ext uri="{FF2B5EF4-FFF2-40B4-BE49-F238E27FC236}">
                  <a16:creationId xmlns:a16="http://schemas.microsoft.com/office/drawing/2014/main" id="{8019DBCA-50F8-48A7-9E83-B51E590FF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-630595" y="5845674"/>
              <a:ext cx="586066" cy="535104"/>
            </a:xfrm>
            <a:custGeom>
              <a:avLst/>
              <a:gdLst>
                <a:gd name="T0" fmla="*/ 58 w 92"/>
                <a:gd name="T1" fmla="*/ 0 h 84"/>
                <a:gd name="T2" fmla="*/ 63 w 92"/>
                <a:gd name="T3" fmla="*/ 0 h 84"/>
                <a:gd name="T4" fmla="*/ 67 w 92"/>
                <a:gd name="T5" fmla="*/ 5 h 84"/>
                <a:gd name="T6" fmla="*/ 71 w 92"/>
                <a:gd name="T7" fmla="*/ 6 h 84"/>
                <a:gd name="T8" fmla="*/ 79 w 92"/>
                <a:gd name="T9" fmla="*/ 8 h 84"/>
                <a:gd name="T10" fmla="*/ 87 w 92"/>
                <a:gd name="T11" fmla="*/ 10 h 84"/>
                <a:gd name="T12" fmla="*/ 92 w 92"/>
                <a:gd name="T13" fmla="*/ 14 h 84"/>
                <a:gd name="T14" fmla="*/ 92 w 92"/>
                <a:gd name="T15" fmla="*/ 20 h 84"/>
                <a:gd name="T16" fmla="*/ 92 w 92"/>
                <a:gd name="T17" fmla="*/ 25 h 84"/>
                <a:gd name="T18" fmla="*/ 90 w 92"/>
                <a:gd name="T19" fmla="*/ 31 h 84"/>
                <a:gd name="T20" fmla="*/ 91 w 92"/>
                <a:gd name="T21" fmla="*/ 34 h 84"/>
                <a:gd name="T22" fmla="*/ 90 w 92"/>
                <a:gd name="T23" fmla="*/ 41 h 84"/>
                <a:gd name="T24" fmla="*/ 90 w 92"/>
                <a:gd name="T25" fmla="*/ 43 h 84"/>
                <a:gd name="T26" fmla="*/ 90 w 92"/>
                <a:gd name="T27" fmla="*/ 48 h 84"/>
                <a:gd name="T28" fmla="*/ 90 w 92"/>
                <a:gd name="T29" fmla="*/ 54 h 84"/>
                <a:gd name="T30" fmla="*/ 84 w 92"/>
                <a:gd name="T31" fmla="*/ 58 h 84"/>
                <a:gd name="T32" fmla="*/ 84 w 92"/>
                <a:gd name="T33" fmla="*/ 62 h 84"/>
                <a:gd name="T34" fmla="*/ 83 w 92"/>
                <a:gd name="T35" fmla="*/ 71 h 84"/>
                <a:gd name="T36" fmla="*/ 65 w 92"/>
                <a:gd name="T37" fmla="*/ 81 h 84"/>
                <a:gd name="T38" fmla="*/ 58 w 92"/>
                <a:gd name="T39" fmla="*/ 83 h 84"/>
                <a:gd name="T40" fmla="*/ 54 w 92"/>
                <a:gd name="T41" fmla="*/ 80 h 84"/>
                <a:gd name="T42" fmla="*/ 46 w 92"/>
                <a:gd name="T43" fmla="*/ 79 h 84"/>
                <a:gd name="T44" fmla="*/ 44 w 92"/>
                <a:gd name="T45" fmla="*/ 75 h 84"/>
                <a:gd name="T46" fmla="*/ 38 w 92"/>
                <a:gd name="T47" fmla="*/ 73 h 84"/>
                <a:gd name="T48" fmla="*/ 32 w 92"/>
                <a:gd name="T49" fmla="*/ 72 h 84"/>
                <a:gd name="T50" fmla="*/ 28 w 92"/>
                <a:gd name="T51" fmla="*/ 67 h 84"/>
                <a:gd name="T52" fmla="*/ 26 w 92"/>
                <a:gd name="T53" fmla="*/ 60 h 84"/>
                <a:gd name="T54" fmla="*/ 22 w 92"/>
                <a:gd name="T55" fmla="*/ 58 h 84"/>
                <a:gd name="T56" fmla="*/ 21 w 92"/>
                <a:gd name="T57" fmla="*/ 55 h 84"/>
                <a:gd name="T58" fmla="*/ 16 w 92"/>
                <a:gd name="T59" fmla="*/ 51 h 84"/>
                <a:gd name="T60" fmla="*/ 11 w 92"/>
                <a:gd name="T61" fmla="*/ 45 h 84"/>
                <a:gd name="T62" fmla="*/ 8 w 92"/>
                <a:gd name="T63" fmla="*/ 41 h 84"/>
                <a:gd name="T64" fmla="*/ 5 w 92"/>
                <a:gd name="T65" fmla="*/ 35 h 84"/>
                <a:gd name="T66" fmla="*/ 3 w 92"/>
                <a:gd name="T67" fmla="*/ 33 h 84"/>
                <a:gd name="T68" fmla="*/ 0 w 92"/>
                <a:gd name="T69" fmla="*/ 29 h 84"/>
                <a:gd name="T70" fmla="*/ 0 w 92"/>
                <a:gd name="T71" fmla="*/ 26 h 84"/>
                <a:gd name="T72" fmla="*/ 4 w 92"/>
                <a:gd name="T73" fmla="*/ 26 h 84"/>
                <a:gd name="T74" fmla="*/ 8 w 92"/>
                <a:gd name="T75" fmla="*/ 29 h 84"/>
                <a:gd name="T76" fmla="*/ 15 w 92"/>
                <a:gd name="T77" fmla="*/ 27 h 84"/>
                <a:gd name="T78" fmla="*/ 16 w 92"/>
                <a:gd name="T79" fmla="*/ 27 h 84"/>
                <a:gd name="T80" fmla="*/ 22 w 92"/>
                <a:gd name="T81" fmla="*/ 29 h 84"/>
                <a:gd name="T82" fmla="*/ 38 w 92"/>
                <a:gd name="T83" fmla="*/ 12 h 84"/>
                <a:gd name="T84" fmla="*/ 44 w 92"/>
                <a:gd name="T85" fmla="*/ 9 h 84"/>
                <a:gd name="T86" fmla="*/ 44 w 92"/>
                <a:gd name="T87" fmla="*/ 5 h 84"/>
                <a:gd name="T88" fmla="*/ 50 w 92"/>
                <a:gd name="T89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2" h="84">
                  <a:moveTo>
                    <a:pt x="54" y="0"/>
                  </a:moveTo>
                  <a:lnTo>
                    <a:pt x="58" y="0"/>
                  </a:lnTo>
                  <a:lnTo>
                    <a:pt x="58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5"/>
                  </a:lnTo>
                  <a:lnTo>
                    <a:pt x="67" y="5"/>
                  </a:lnTo>
                  <a:lnTo>
                    <a:pt x="70" y="5"/>
                  </a:lnTo>
                  <a:lnTo>
                    <a:pt x="70" y="6"/>
                  </a:lnTo>
                  <a:lnTo>
                    <a:pt x="71" y="6"/>
                  </a:lnTo>
                  <a:lnTo>
                    <a:pt x="72" y="5"/>
                  </a:lnTo>
                  <a:lnTo>
                    <a:pt x="75" y="5"/>
                  </a:lnTo>
                  <a:lnTo>
                    <a:pt x="79" y="8"/>
                  </a:lnTo>
                  <a:lnTo>
                    <a:pt x="80" y="10"/>
                  </a:lnTo>
                  <a:lnTo>
                    <a:pt x="83" y="10"/>
                  </a:lnTo>
                  <a:lnTo>
                    <a:pt x="87" y="10"/>
                  </a:lnTo>
                  <a:lnTo>
                    <a:pt x="88" y="13"/>
                  </a:lnTo>
                  <a:lnTo>
                    <a:pt x="90" y="14"/>
                  </a:lnTo>
                  <a:lnTo>
                    <a:pt x="92" y="14"/>
                  </a:lnTo>
                  <a:lnTo>
                    <a:pt x="92" y="17"/>
                  </a:lnTo>
                  <a:lnTo>
                    <a:pt x="91" y="18"/>
                  </a:lnTo>
                  <a:lnTo>
                    <a:pt x="92" y="20"/>
                  </a:lnTo>
                  <a:lnTo>
                    <a:pt x="91" y="22"/>
                  </a:lnTo>
                  <a:lnTo>
                    <a:pt x="92" y="23"/>
                  </a:lnTo>
                  <a:lnTo>
                    <a:pt x="92" y="25"/>
                  </a:lnTo>
                  <a:lnTo>
                    <a:pt x="91" y="26"/>
                  </a:lnTo>
                  <a:lnTo>
                    <a:pt x="91" y="30"/>
                  </a:lnTo>
                  <a:lnTo>
                    <a:pt x="90" y="31"/>
                  </a:lnTo>
                  <a:lnTo>
                    <a:pt x="90" y="33"/>
                  </a:lnTo>
                  <a:lnTo>
                    <a:pt x="92" y="33"/>
                  </a:lnTo>
                  <a:lnTo>
                    <a:pt x="91" y="34"/>
                  </a:lnTo>
                  <a:lnTo>
                    <a:pt x="90" y="35"/>
                  </a:lnTo>
                  <a:lnTo>
                    <a:pt x="90" y="38"/>
                  </a:lnTo>
                  <a:lnTo>
                    <a:pt x="90" y="41"/>
                  </a:lnTo>
                  <a:lnTo>
                    <a:pt x="88" y="41"/>
                  </a:lnTo>
                  <a:lnTo>
                    <a:pt x="88" y="42"/>
                  </a:lnTo>
                  <a:lnTo>
                    <a:pt x="90" y="43"/>
                  </a:lnTo>
                  <a:lnTo>
                    <a:pt x="91" y="46"/>
                  </a:lnTo>
                  <a:lnTo>
                    <a:pt x="90" y="47"/>
                  </a:lnTo>
                  <a:lnTo>
                    <a:pt x="90" y="48"/>
                  </a:lnTo>
                  <a:lnTo>
                    <a:pt x="91" y="50"/>
                  </a:lnTo>
                  <a:lnTo>
                    <a:pt x="91" y="51"/>
                  </a:lnTo>
                  <a:lnTo>
                    <a:pt x="90" y="54"/>
                  </a:lnTo>
                  <a:lnTo>
                    <a:pt x="87" y="55"/>
                  </a:lnTo>
                  <a:lnTo>
                    <a:pt x="87" y="56"/>
                  </a:lnTo>
                  <a:lnTo>
                    <a:pt x="84" y="58"/>
                  </a:lnTo>
                  <a:lnTo>
                    <a:pt x="84" y="59"/>
                  </a:lnTo>
                  <a:lnTo>
                    <a:pt x="86" y="60"/>
                  </a:lnTo>
                  <a:lnTo>
                    <a:pt x="84" y="62"/>
                  </a:lnTo>
                  <a:lnTo>
                    <a:pt x="84" y="66"/>
                  </a:lnTo>
                  <a:lnTo>
                    <a:pt x="83" y="67"/>
                  </a:lnTo>
                  <a:lnTo>
                    <a:pt x="83" y="71"/>
                  </a:lnTo>
                  <a:lnTo>
                    <a:pt x="70" y="84"/>
                  </a:lnTo>
                  <a:lnTo>
                    <a:pt x="69" y="83"/>
                  </a:lnTo>
                  <a:lnTo>
                    <a:pt x="65" y="81"/>
                  </a:lnTo>
                  <a:lnTo>
                    <a:pt x="61" y="83"/>
                  </a:lnTo>
                  <a:lnTo>
                    <a:pt x="59" y="83"/>
                  </a:lnTo>
                  <a:lnTo>
                    <a:pt x="58" y="83"/>
                  </a:lnTo>
                  <a:lnTo>
                    <a:pt x="57" y="81"/>
                  </a:lnTo>
                  <a:lnTo>
                    <a:pt x="54" y="81"/>
                  </a:lnTo>
                  <a:lnTo>
                    <a:pt x="54" y="80"/>
                  </a:lnTo>
                  <a:lnTo>
                    <a:pt x="50" y="79"/>
                  </a:lnTo>
                  <a:lnTo>
                    <a:pt x="46" y="80"/>
                  </a:lnTo>
                  <a:lnTo>
                    <a:pt x="46" y="79"/>
                  </a:lnTo>
                  <a:lnTo>
                    <a:pt x="45" y="77"/>
                  </a:lnTo>
                  <a:lnTo>
                    <a:pt x="45" y="76"/>
                  </a:lnTo>
                  <a:lnTo>
                    <a:pt x="44" y="75"/>
                  </a:lnTo>
                  <a:lnTo>
                    <a:pt x="42" y="75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6" y="72"/>
                  </a:lnTo>
                  <a:lnTo>
                    <a:pt x="34" y="73"/>
                  </a:lnTo>
                  <a:lnTo>
                    <a:pt x="32" y="72"/>
                  </a:lnTo>
                  <a:lnTo>
                    <a:pt x="30" y="71"/>
                  </a:lnTo>
                  <a:lnTo>
                    <a:pt x="28" y="68"/>
                  </a:lnTo>
                  <a:lnTo>
                    <a:pt x="28" y="67"/>
                  </a:lnTo>
                  <a:lnTo>
                    <a:pt x="26" y="66"/>
                  </a:lnTo>
                  <a:lnTo>
                    <a:pt x="26" y="63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2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20" y="54"/>
                  </a:lnTo>
                  <a:lnTo>
                    <a:pt x="19" y="52"/>
                  </a:lnTo>
                  <a:lnTo>
                    <a:pt x="16" y="51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1" y="31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4" y="26"/>
                  </a:lnTo>
                  <a:lnTo>
                    <a:pt x="5" y="27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11" y="27"/>
                  </a:lnTo>
                  <a:lnTo>
                    <a:pt x="13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7" y="29"/>
                  </a:lnTo>
                  <a:lnTo>
                    <a:pt x="20" y="30"/>
                  </a:lnTo>
                  <a:lnTo>
                    <a:pt x="22" y="29"/>
                  </a:lnTo>
                  <a:lnTo>
                    <a:pt x="26" y="23"/>
                  </a:lnTo>
                  <a:lnTo>
                    <a:pt x="32" y="17"/>
                  </a:lnTo>
                  <a:lnTo>
                    <a:pt x="38" y="12"/>
                  </a:lnTo>
                  <a:lnTo>
                    <a:pt x="42" y="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8"/>
                  </a:lnTo>
                  <a:lnTo>
                    <a:pt x="45" y="6"/>
                  </a:lnTo>
                  <a:lnTo>
                    <a:pt x="44" y="5"/>
                  </a:lnTo>
                  <a:lnTo>
                    <a:pt x="45" y="4"/>
                  </a:lnTo>
                  <a:lnTo>
                    <a:pt x="49" y="2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0" name="Freeform 481">
              <a:extLst>
                <a:ext uri="{FF2B5EF4-FFF2-40B4-BE49-F238E27FC236}">
                  <a16:creationId xmlns:a16="http://schemas.microsoft.com/office/drawing/2014/main" id="{7CA86480-79FB-4460-A453-04C9EE327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-1038293" y="6011300"/>
              <a:ext cx="700730" cy="707101"/>
            </a:xfrm>
            <a:custGeom>
              <a:avLst/>
              <a:gdLst>
                <a:gd name="T0" fmla="*/ 64 w 110"/>
                <a:gd name="T1" fmla="*/ 1 h 111"/>
                <a:gd name="T2" fmla="*/ 64 w 110"/>
                <a:gd name="T3" fmla="*/ 4 h 111"/>
                <a:gd name="T4" fmla="*/ 68 w 110"/>
                <a:gd name="T5" fmla="*/ 8 h 111"/>
                <a:gd name="T6" fmla="*/ 71 w 110"/>
                <a:gd name="T7" fmla="*/ 11 h 111"/>
                <a:gd name="T8" fmla="*/ 73 w 110"/>
                <a:gd name="T9" fmla="*/ 16 h 111"/>
                <a:gd name="T10" fmla="*/ 76 w 110"/>
                <a:gd name="T11" fmla="*/ 19 h 111"/>
                <a:gd name="T12" fmla="*/ 83 w 110"/>
                <a:gd name="T13" fmla="*/ 26 h 111"/>
                <a:gd name="T14" fmla="*/ 86 w 110"/>
                <a:gd name="T15" fmla="*/ 30 h 111"/>
                <a:gd name="T16" fmla="*/ 86 w 110"/>
                <a:gd name="T17" fmla="*/ 33 h 111"/>
                <a:gd name="T18" fmla="*/ 90 w 110"/>
                <a:gd name="T19" fmla="*/ 37 h 111"/>
                <a:gd name="T20" fmla="*/ 92 w 110"/>
                <a:gd name="T21" fmla="*/ 42 h 111"/>
                <a:gd name="T22" fmla="*/ 98 w 110"/>
                <a:gd name="T23" fmla="*/ 47 h 111"/>
                <a:gd name="T24" fmla="*/ 104 w 110"/>
                <a:gd name="T25" fmla="*/ 47 h 111"/>
                <a:gd name="T26" fmla="*/ 109 w 110"/>
                <a:gd name="T27" fmla="*/ 50 h 111"/>
                <a:gd name="T28" fmla="*/ 110 w 110"/>
                <a:gd name="T29" fmla="*/ 54 h 111"/>
                <a:gd name="T30" fmla="*/ 106 w 110"/>
                <a:gd name="T31" fmla="*/ 55 h 111"/>
                <a:gd name="T32" fmla="*/ 105 w 110"/>
                <a:gd name="T33" fmla="*/ 59 h 111"/>
                <a:gd name="T34" fmla="*/ 100 w 110"/>
                <a:gd name="T35" fmla="*/ 61 h 111"/>
                <a:gd name="T36" fmla="*/ 94 w 110"/>
                <a:gd name="T37" fmla="*/ 61 h 111"/>
                <a:gd name="T38" fmla="*/ 89 w 110"/>
                <a:gd name="T39" fmla="*/ 65 h 111"/>
                <a:gd name="T40" fmla="*/ 86 w 110"/>
                <a:gd name="T41" fmla="*/ 69 h 111"/>
                <a:gd name="T42" fmla="*/ 80 w 110"/>
                <a:gd name="T43" fmla="*/ 74 h 111"/>
                <a:gd name="T44" fmla="*/ 81 w 110"/>
                <a:gd name="T45" fmla="*/ 79 h 111"/>
                <a:gd name="T46" fmla="*/ 77 w 110"/>
                <a:gd name="T47" fmla="*/ 80 h 111"/>
                <a:gd name="T48" fmla="*/ 75 w 110"/>
                <a:gd name="T49" fmla="*/ 84 h 111"/>
                <a:gd name="T50" fmla="*/ 71 w 110"/>
                <a:gd name="T51" fmla="*/ 87 h 111"/>
                <a:gd name="T52" fmla="*/ 67 w 110"/>
                <a:gd name="T53" fmla="*/ 92 h 111"/>
                <a:gd name="T54" fmla="*/ 65 w 110"/>
                <a:gd name="T55" fmla="*/ 97 h 111"/>
                <a:gd name="T56" fmla="*/ 61 w 110"/>
                <a:gd name="T57" fmla="*/ 99 h 111"/>
                <a:gd name="T58" fmla="*/ 56 w 110"/>
                <a:gd name="T59" fmla="*/ 97 h 111"/>
                <a:gd name="T60" fmla="*/ 50 w 110"/>
                <a:gd name="T61" fmla="*/ 99 h 111"/>
                <a:gd name="T62" fmla="*/ 43 w 110"/>
                <a:gd name="T63" fmla="*/ 94 h 111"/>
                <a:gd name="T64" fmla="*/ 32 w 110"/>
                <a:gd name="T65" fmla="*/ 96 h 111"/>
                <a:gd name="T66" fmla="*/ 25 w 110"/>
                <a:gd name="T67" fmla="*/ 105 h 111"/>
                <a:gd name="T68" fmla="*/ 19 w 110"/>
                <a:gd name="T69" fmla="*/ 109 h 111"/>
                <a:gd name="T70" fmla="*/ 13 w 110"/>
                <a:gd name="T71" fmla="*/ 111 h 111"/>
                <a:gd name="T72" fmla="*/ 6 w 110"/>
                <a:gd name="T73" fmla="*/ 108 h 111"/>
                <a:gd name="T74" fmla="*/ 5 w 110"/>
                <a:gd name="T75" fmla="*/ 95 h 111"/>
                <a:gd name="T76" fmla="*/ 0 w 110"/>
                <a:gd name="T77" fmla="*/ 88 h 111"/>
                <a:gd name="T78" fmla="*/ 2 w 110"/>
                <a:gd name="T79" fmla="*/ 51 h 111"/>
                <a:gd name="T80" fmla="*/ 23 w 110"/>
                <a:gd name="T81" fmla="*/ 8 h 111"/>
                <a:gd name="T82" fmla="*/ 40 w 110"/>
                <a:gd name="T83" fmla="*/ 5 h 111"/>
                <a:gd name="T84" fmla="*/ 42 w 110"/>
                <a:gd name="T85" fmla="*/ 7 h 111"/>
                <a:gd name="T86" fmla="*/ 42 w 110"/>
                <a:gd name="T87" fmla="*/ 9 h 111"/>
                <a:gd name="T88" fmla="*/ 48 w 110"/>
                <a:gd name="T89" fmla="*/ 4 h 111"/>
                <a:gd name="T90" fmla="*/ 55 w 110"/>
                <a:gd name="T91" fmla="*/ 3 h 111"/>
                <a:gd name="T92" fmla="*/ 61 w 110"/>
                <a:gd name="T9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0" h="111">
                  <a:moveTo>
                    <a:pt x="64" y="0"/>
                  </a:moveTo>
                  <a:lnTo>
                    <a:pt x="64" y="0"/>
                  </a:lnTo>
                  <a:lnTo>
                    <a:pt x="64" y="1"/>
                  </a:lnTo>
                  <a:lnTo>
                    <a:pt x="64" y="1"/>
                  </a:lnTo>
                  <a:lnTo>
                    <a:pt x="64" y="3"/>
                  </a:lnTo>
                  <a:lnTo>
                    <a:pt x="64" y="4"/>
                  </a:lnTo>
                  <a:lnTo>
                    <a:pt x="65" y="5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9" y="9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1" y="12"/>
                  </a:lnTo>
                  <a:lnTo>
                    <a:pt x="72" y="15"/>
                  </a:lnTo>
                  <a:lnTo>
                    <a:pt x="73" y="16"/>
                  </a:lnTo>
                  <a:lnTo>
                    <a:pt x="73" y="17"/>
                  </a:lnTo>
                  <a:lnTo>
                    <a:pt x="75" y="19"/>
                  </a:lnTo>
                  <a:lnTo>
                    <a:pt x="76" y="19"/>
                  </a:lnTo>
                  <a:lnTo>
                    <a:pt x="76" y="20"/>
                  </a:lnTo>
                  <a:lnTo>
                    <a:pt x="80" y="25"/>
                  </a:lnTo>
                  <a:lnTo>
                    <a:pt x="83" y="26"/>
                  </a:lnTo>
                  <a:lnTo>
                    <a:pt x="84" y="28"/>
                  </a:lnTo>
                  <a:lnTo>
                    <a:pt x="85" y="29"/>
                  </a:lnTo>
                  <a:lnTo>
                    <a:pt x="86" y="30"/>
                  </a:lnTo>
                  <a:lnTo>
                    <a:pt x="86" y="30"/>
                  </a:lnTo>
                  <a:lnTo>
                    <a:pt x="86" y="32"/>
                  </a:lnTo>
                  <a:lnTo>
                    <a:pt x="86" y="33"/>
                  </a:lnTo>
                  <a:lnTo>
                    <a:pt x="89" y="33"/>
                  </a:lnTo>
                  <a:lnTo>
                    <a:pt x="90" y="34"/>
                  </a:lnTo>
                  <a:lnTo>
                    <a:pt x="90" y="37"/>
                  </a:lnTo>
                  <a:lnTo>
                    <a:pt x="90" y="40"/>
                  </a:lnTo>
                  <a:lnTo>
                    <a:pt x="92" y="41"/>
                  </a:lnTo>
                  <a:lnTo>
                    <a:pt x="92" y="42"/>
                  </a:lnTo>
                  <a:lnTo>
                    <a:pt x="94" y="45"/>
                  </a:lnTo>
                  <a:lnTo>
                    <a:pt x="96" y="46"/>
                  </a:lnTo>
                  <a:lnTo>
                    <a:pt x="98" y="47"/>
                  </a:lnTo>
                  <a:lnTo>
                    <a:pt x="100" y="46"/>
                  </a:lnTo>
                  <a:lnTo>
                    <a:pt x="102" y="47"/>
                  </a:lnTo>
                  <a:lnTo>
                    <a:pt x="104" y="47"/>
                  </a:lnTo>
                  <a:lnTo>
                    <a:pt x="106" y="49"/>
                  </a:lnTo>
                  <a:lnTo>
                    <a:pt x="108" y="49"/>
                  </a:lnTo>
                  <a:lnTo>
                    <a:pt x="109" y="50"/>
                  </a:lnTo>
                  <a:lnTo>
                    <a:pt x="109" y="51"/>
                  </a:lnTo>
                  <a:lnTo>
                    <a:pt x="110" y="53"/>
                  </a:lnTo>
                  <a:lnTo>
                    <a:pt x="110" y="54"/>
                  </a:lnTo>
                  <a:lnTo>
                    <a:pt x="109" y="54"/>
                  </a:lnTo>
                  <a:lnTo>
                    <a:pt x="108" y="54"/>
                  </a:lnTo>
                  <a:lnTo>
                    <a:pt x="106" y="55"/>
                  </a:lnTo>
                  <a:lnTo>
                    <a:pt x="105" y="55"/>
                  </a:lnTo>
                  <a:lnTo>
                    <a:pt x="105" y="57"/>
                  </a:lnTo>
                  <a:lnTo>
                    <a:pt x="105" y="59"/>
                  </a:lnTo>
                  <a:lnTo>
                    <a:pt x="102" y="59"/>
                  </a:lnTo>
                  <a:lnTo>
                    <a:pt x="101" y="61"/>
                  </a:lnTo>
                  <a:lnTo>
                    <a:pt x="100" y="61"/>
                  </a:lnTo>
                  <a:lnTo>
                    <a:pt x="98" y="61"/>
                  </a:lnTo>
                  <a:lnTo>
                    <a:pt x="97" y="61"/>
                  </a:lnTo>
                  <a:lnTo>
                    <a:pt x="94" y="61"/>
                  </a:lnTo>
                  <a:lnTo>
                    <a:pt x="92" y="63"/>
                  </a:lnTo>
                  <a:lnTo>
                    <a:pt x="92" y="65"/>
                  </a:lnTo>
                  <a:lnTo>
                    <a:pt x="89" y="65"/>
                  </a:lnTo>
                  <a:lnTo>
                    <a:pt x="89" y="66"/>
                  </a:lnTo>
                  <a:lnTo>
                    <a:pt x="88" y="67"/>
                  </a:lnTo>
                  <a:lnTo>
                    <a:pt x="86" y="69"/>
                  </a:lnTo>
                  <a:lnTo>
                    <a:pt x="85" y="69"/>
                  </a:lnTo>
                  <a:lnTo>
                    <a:pt x="84" y="69"/>
                  </a:lnTo>
                  <a:lnTo>
                    <a:pt x="80" y="74"/>
                  </a:lnTo>
                  <a:lnTo>
                    <a:pt x="80" y="76"/>
                  </a:lnTo>
                  <a:lnTo>
                    <a:pt x="81" y="78"/>
                  </a:lnTo>
                  <a:lnTo>
                    <a:pt x="81" y="79"/>
                  </a:lnTo>
                  <a:lnTo>
                    <a:pt x="79" y="79"/>
                  </a:lnTo>
                  <a:lnTo>
                    <a:pt x="79" y="80"/>
                  </a:lnTo>
                  <a:lnTo>
                    <a:pt x="77" y="80"/>
                  </a:lnTo>
                  <a:lnTo>
                    <a:pt x="76" y="82"/>
                  </a:lnTo>
                  <a:lnTo>
                    <a:pt x="75" y="83"/>
                  </a:lnTo>
                  <a:lnTo>
                    <a:pt x="75" y="84"/>
                  </a:lnTo>
                  <a:lnTo>
                    <a:pt x="73" y="86"/>
                  </a:lnTo>
                  <a:lnTo>
                    <a:pt x="72" y="86"/>
                  </a:lnTo>
                  <a:lnTo>
                    <a:pt x="71" y="87"/>
                  </a:lnTo>
                  <a:lnTo>
                    <a:pt x="68" y="87"/>
                  </a:lnTo>
                  <a:lnTo>
                    <a:pt x="67" y="88"/>
                  </a:lnTo>
                  <a:lnTo>
                    <a:pt x="67" y="92"/>
                  </a:lnTo>
                  <a:lnTo>
                    <a:pt x="65" y="94"/>
                  </a:lnTo>
                  <a:lnTo>
                    <a:pt x="65" y="95"/>
                  </a:lnTo>
                  <a:lnTo>
                    <a:pt x="65" y="97"/>
                  </a:lnTo>
                  <a:lnTo>
                    <a:pt x="65" y="97"/>
                  </a:lnTo>
                  <a:lnTo>
                    <a:pt x="63" y="100"/>
                  </a:lnTo>
                  <a:lnTo>
                    <a:pt x="61" y="99"/>
                  </a:lnTo>
                  <a:lnTo>
                    <a:pt x="60" y="97"/>
                  </a:lnTo>
                  <a:lnTo>
                    <a:pt x="59" y="97"/>
                  </a:lnTo>
                  <a:lnTo>
                    <a:pt x="56" y="97"/>
                  </a:lnTo>
                  <a:lnTo>
                    <a:pt x="54" y="99"/>
                  </a:lnTo>
                  <a:lnTo>
                    <a:pt x="51" y="9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44" y="96"/>
                  </a:lnTo>
                  <a:lnTo>
                    <a:pt x="43" y="94"/>
                  </a:lnTo>
                  <a:lnTo>
                    <a:pt x="39" y="94"/>
                  </a:lnTo>
                  <a:lnTo>
                    <a:pt x="35" y="94"/>
                  </a:lnTo>
                  <a:lnTo>
                    <a:pt x="32" y="96"/>
                  </a:lnTo>
                  <a:lnTo>
                    <a:pt x="31" y="101"/>
                  </a:lnTo>
                  <a:lnTo>
                    <a:pt x="29" y="104"/>
                  </a:lnTo>
                  <a:lnTo>
                    <a:pt x="25" y="105"/>
                  </a:lnTo>
                  <a:lnTo>
                    <a:pt x="23" y="107"/>
                  </a:lnTo>
                  <a:lnTo>
                    <a:pt x="22" y="108"/>
                  </a:lnTo>
                  <a:lnTo>
                    <a:pt x="19" y="109"/>
                  </a:lnTo>
                  <a:lnTo>
                    <a:pt x="17" y="111"/>
                  </a:lnTo>
                  <a:lnTo>
                    <a:pt x="14" y="109"/>
                  </a:lnTo>
                  <a:lnTo>
                    <a:pt x="13" y="111"/>
                  </a:lnTo>
                  <a:lnTo>
                    <a:pt x="9" y="111"/>
                  </a:lnTo>
                  <a:lnTo>
                    <a:pt x="6" y="111"/>
                  </a:lnTo>
                  <a:lnTo>
                    <a:pt x="6" y="108"/>
                  </a:lnTo>
                  <a:lnTo>
                    <a:pt x="7" y="104"/>
                  </a:lnTo>
                  <a:lnTo>
                    <a:pt x="7" y="101"/>
                  </a:lnTo>
                  <a:lnTo>
                    <a:pt x="5" y="95"/>
                  </a:lnTo>
                  <a:lnTo>
                    <a:pt x="4" y="9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51"/>
                  </a:lnTo>
                  <a:lnTo>
                    <a:pt x="13" y="50"/>
                  </a:lnTo>
                  <a:lnTo>
                    <a:pt x="14" y="8"/>
                  </a:lnTo>
                  <a:lnTo>
                    <a:pt x="23" y="8"/>
                  </a:lnTo>
                  <a:lnTo>
                    <a:pt x="35" y="5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0" y="4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3" y="8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11"/>
                  </a:lnTo>
                  <a:lnTo>
                    <a:pt x="47" y="8"/>
                  </a:lnTo>
                  <a:lnTo>
                    <a:pt x="48" y="4"/>
                  </a:lnTo>
                  <a:lnTo>
                    <a:pt x="51" y="3"/>
                  </a:lnTo>
                  <a:lnTo>
                    <a:pt x="54" y="1"/>
                  </a:lnTo>
                  <a:lnTo>
                    <a:pt x="55" y="3"/>
                  </a:lnTo>
                  <a:lnTo>
                    <a:pt x="56" y="3"/>
                  </a:lnTo>
                  <a:lnTo>
                    <a:pt x="57" y="1"/>
                  </a:lnTo>
                  <a:lnTo>
                    <a:pt x="61" y="0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1" name="Freeform 482">
              <a:extLst>
                <a:ext uri="{FF2B5EF4-FFF2-40B4-BE49-F238E27FC236}">
                  <a16:creationId xmlns:a16="http://schemas.microsoft.com/office/drawing/2014/main" id="{2F811461-F981-46A0-8938-E616C7A10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-1643466" y="5947599"/>
              <a:ext cx="1012874" cy="955541"/>
            </a:xfrm>
            <a:custGeom>
              <a:avLst/>
              <a:gdLst>
                <a:gd name="T0" fmla="*/ 17 w 159"/>
                <a:gd name="T1" fmla="*/ 1 h 150"/>
                <a:gd name="T2" fmla="*/ 21 w 159"/>
                <a:gd name="T3" fmla="*/ 1 h 150"/>
                <a:gd name="T4" fmla="*/ 22 w 159"/>
                <a:gd name="T5" fmla="*/ 4 h 150"/>
                <a:gd name="T6" fmla="*/ 27 w 159"/>
                <a:gd name="T7" fmla="*/ 6 h 150"/>
                <a:gd name="T8" fmla="*/ 31 w 159"/>
                <a:gd name="T9" fmla="*/ 5 h 150"/>
                <a:gd name="T10" fmla="*/ 77 w 159"/>
                <a:gd name="T11" fmla="*/ 5 h 150"/>
                <a:gd name="T12" fmla="*/ 80 w 159"/>
                <a:gd name="T13" fmla="*/ 9 h 150"/>
                <a:gd name="T14" fmla="*/ 87 w 159"/>
                <a:gd name="T15" fmla="*/ 10 h 150"/>
                <a:gd name="T16" fmla="*/ 91 w 159"/>
                <a:gd name="T17" fmla="*/ 11 h 150"/>
                <a:gd name="T18" fmla="*/ 97 w 159"/>
                <a:gd name="T19" fmla="*/ 11 h 150"/>
                <a:gd name="T20" fmla="*/ 100 w 159"/>
                <a:gd name="T21" fmla="*/ 10 h 150"/>
                <a:gd name="T22" fmla="*/ 106 w 159"/>
                <a:gd name="T23" fmla="*/ 13 h 150"/>
                <a:gd name="T24" fmla="*/ 109 w 159"/>
                <a:gd name="T25" fmla="*/ 11 h 150"/>
                <a:gd name="T26" fmla="*/ 113 w 159"/>
                <a:gd name="T27" fmla="*/ 13 h 150"/>
                <a:gd name="T28" fmla="*/ 116 w 159"/>
                <a:gd name="T29" fmla="*/ 13 h 150"/>
                <a:gd name="T30" fmla="*/ 118 w 159"/>
                <a:gd name="T31" fmla="*/ 14 h 150"/>
                <a:gd name="T32" fmla="*/ 150 w 159"/>
                <a:gd name="T33" fmla="*/ 7 h 150"/>
                <a:gd name="T34" fmla="*/ 154 w 159"/>
                <a:gd name="T35" fmla="*/ 6 h 150"/>
                <a:gd name="T36" fmla="*/ 156 w 159"/>
                <a:gd name="T37" fmla="*/ 7 h 150"/>
                <a:gd name="T38" fmla="*/ 156 w 159"/>
                <a:gd name="T39" fmla="*/ 10 h 150"/>
                <a:gd name="T40" fmla="*/ 150 w 159"/>
                <a:gd name="T41" fmla="*/ 13 h 150"/>
                <a:gd name="T42" fmla="*/ 143 w 159"/>
                <a:gd name="T43" fmla="*/ 14 h 150"/>
                <a:gd name="T44" fmla="*/ 137 w 159"/>
                <a:gd name="T45" fmla="*/ 19 h 150"/>
                <a:gd name="T46" fmla="*/ 137 w 159"/>
                <a:gd name="T47" fmla="*/ 17 h 150"/>
                <a:gd name="T48" fmla="*/ 135 w 159"/>
                <a:gd name="T49" fmla="*/ 15 h 150"/>
                <a:gd name="T50" fmla="*/ 118 w 159"/>
                <a:gd name="T51" fmla="*/ 18 h 150"/>
                <a:gd name="T52" fmla="*/ 97 w 159"/>
                <a:gd name="T53" fmla="*/ 61 h 150"/>
                <a:gd name="T54" fmla="*/ 95 w 159"/>
                <a:gd name="T55" fmla="*/ 98 h 150"/>
                <a:gd name="T56" fmla="*/ 88 w 159"/>
                <a:gd name="T57" fmla="*/ 142 h 150"/>
                <a:gd name="T58" fmla="*/ 83 w 159"/>
                <a:gd name="T59" fmla="*/ 146 h 150"/>
                <a:gd name="T60" fmla="*/ 80 w 159"/>
                <a:gd name="T61" fmla="*/ 148 h 150"/>
                <a:gd name="T62" fmla="*/ 76 w 159"/>
                <a:gd name="T63" fmla="*/ 147 h 150"/>
                <a:gd name="T64" fmla="*/ 71 w 159"/>
                <a:gd name="T65" fmla="*/ 147 h 150"/>
                <a:gd name="T66" fmla="*/ 63 w 159"/>
                <a:gd name="T67" fmla="*/ 146 h 150"/>
                <a:gd name="T68" fmla="*/ 60 w 159"/>
                <a:gd name="T69" fmla="*/ 139 h 150"/>
                <a:gd name="T70" fmla="*/ 54 w 159"/>
                <a:gd name="T71" fmla="*/ 140 h 150"/>
                <a:gd name="T72" fmla="*/ 52 w 159"/>
                <a:gd name="T73" fmla="*/ 143 h 150"/>
                <a:gd name="T74" fmla="*/ 46 w 159"/>
                <a:gd name="T75" fmla="*/ 139 h 150"/>
                <a:gd name="T76" fmla="*/ 38 w 159"/>
                <a:gd name="T77" fmla="*/ 129 h 150"/>
                <a:gd name="T78" fmla="*/ 37 w 159"/>
                <a:gd name="T79" fmla="*/ 119 h 150"/>
                <a:gd name="T80" fmla="*/ 35 w 159"/>
                <a:gd name="T81" fmla="*/ 115 h 150"/>
                <a:gd name="T82" fmla="*/ 34 w 159"/>
                <a:gd name="T83" fmla="*/ 106 h 150"/>
                <a:gd name="T84" fmla="*/ 30 w 159"/>
                <a:gd name="T85" fmla="*/ 88 h 150"/>
                <a:gd name="T86" fmla="*/ 30 w 159"/>
                <a:gd name="T87" fmla="*/ 72 h 150"/>
                <a:gd name="T88" fmla="*/ 23 w 159"/>
                <a:gd name="T89" fmla="*/ 55 h 150"/>
                <a:gd name="T90" fmla="*/ 10 w 159"/>
                <a:gd name="T91" fmla="*/ 29 h 150"/>
                <a:gd name="T92" fmla="*/ 0 w 159"/>
                <a:gd name="T93" fmla="*/ 5 h 150"/>
                <a:gd name="T94" fmla="*/ 1 w 159"/>
                <a:gd name="T95" fmla="*/ 5 h 150"/>
                <a:gd name="T96" fmla="*/ 4 w 159"/>
                <a:gd name="T97" fmla="*/ 4 h 150"/>
                <a:gd name="T98" fmla="*/ 9 w 159"/>
                <a:gd name="T99" fmla="*/ 4 h 150"/>
                <a:gd name="T100" fmla="*/ 14 w 159"/>
                <a:gd name="T101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9" h="150">
                  <a:moveTo>
                    <a:pt x="14" y="0"/>
                  </a:moveTo>
                  <a:lnTo>
                    <a:pt x="17" y="1"/>
                  </a:lnTo>
                  <a:lnTo>
                    <a:pt x="17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5" y="6"/>
                  </a:lnTo>
                  <a:lnTo>
                    <a:pt x="27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4" y="5"/>
                  </a:lnTo>
                  <a:lnTo>
                    <a:pt x="77" y="5"/>
                  </a:lnTo>
                  <a:lnTo>
                    <a:pt x="79" y="5"/>
                  </a:lnTo>
                  <a:lnTo>
                    <a:pt x="80" y="7"/>
                  </a:lnTo>
                  <a:lnTo>
                    <a:pt x="80" y="9"/>
                  </a:lnTo>
                  <a:lnTo>
                    <a:pt x="83" y="10"/>
                  </a:lnTo>
                  <a:lnTo>
                    <a:pt x="85" y="10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89" y="11"/>
                  </a:lnTo>
                  <a:lnTo>
                    <a:pt x="91" y="11"/>
                  </a:lnTo>
                  <a:lnTo>
                    <a:pt x="92" y="11"/>
                  </a:lnTo>
                  <a:lnTo>
                    <a:pt x="95" y="10"/>
                  </a:lnTo>
                  <a:lnTo>
                    <a:pt x="97" y="11"/>
                  </a:lnTo>
                  <a:lnTo>
                    <a:pt x="99" y="11"/>
                  </a:lnTo>
                  <a:lnTo>
                    <a:pt x="100" y="10"/>
                  </a:lnTo>
                  <a:lnTo>
                    <a:pt x="100" y="10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9" y="13"/>
                  </a:lnTo>
                  <a:lnTo>
                    <a:pt x="109" y="11"/>
                  </a:lnTo>
                  <a:lnTo>
                    <a:pt x="110" y="11"/>
                  </a:lnTo>
                  <a:lnTo>
                    <a:pt x="112" y="11"/>
                  </a:lnTo>
                  <a:lnTo>
                    <a:pt x="113" y="13"/>
                  </a:lnTo>
                  <a:lnTo>
                    <a:pt x="113" y="13"/>
                  </a:lnTo>
                  <a:lnTo>
                    <a:pt x="114" y="13"/>
                  </a:lnTo>
                  <a:lnTo>
                    <a:pt x="116" y="13"/>
                  </a:lnTo>
                  <a:lnTo>
                    <a:pt x="116" y="14"/>
                  </a:lnTo>
                  <a:lnTo>
                    <a:pt x="117" y="14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49" y="6"/>
                  </a:lnTo>
                  <a:lnTo>
                    <a:pt x="150" y="7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4" y="6"/>
                  </a:lnTo>
                  <a:lnTo>
                    <a:pt x="154" y="7"/>
                  </a:lnTo>
                  <a:lnTo>
                    <a:pt x="155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9" y="10"/>
                  </a:lnTo>
                  <a:lnTo>
                    <a:pt x="156" y="10"/>
                  </a:lnTo>
                  <a:lnTo>
                    <a:pt x="152" y="11"/>
                  </a:lnTo>
                  <a:lnTo>
                    <a:pt x="151" y="13"/>
                  </a:lnTo>
                  <a:lnTo>
                    <a:pt x="150" y="13"/>
                  </a:lnTo>
                  <a:lnTo>
                    <a:pt x="149" y="11"/>
                  </a:lnTo>
                  <a:lnTo>
                    <a:pt x="146" y="13"/>
                  </a:lnTo>
                  <a:lnTo>
                    <a:pt x="143" y="14"/>
                  </a:lnTo>
                  <a:lnTo>
                    <a:pt x="142" y="18"/>
                  </a:lnTo>
                  <a:lnTo>
                    <a:pt x="138" y="21"/>
                  </a:lnTo>
                  <a:lnTo>
                    <a:pt x="137" y="19"/>
                  </a:lnTo>
                  <a:lnTo>
                    <a:pt x="137" y="18"/>
                  </a:lnTo>
                  <a:lnTo>
                    <a:pt x="138" y="18"/>
                  </a:lnTo>
                  <a:lnTo>
                    <a:pt x="137" y="17"/>
                  </a:lnTo>
                  <a:lnTo>
                    <a:pt x="137" y="15"/>
                  </a:lnTo>
                  <a:lnTo>
                    <a:pt x="135" y="14"/>
                  </a:lnTo>
                  <a:lnTo>
                    <a:pt x="135" y="15"/>
                  </a:lnTo>
                  <a:lnTo>
                    <a:pt x="133" y="15"/>
                  </a:lnTo>
                  <a:lnTo>
                    <a:pt x="130" y="15"/>
                  </a:lnTo>
                  <a:lnTo>
                    <a:pt x="118" y="18"/>
                  </a:lnTo>
                  <a:lnTo>
                    <a:pt x="109" y="18"/>
                  </a:lnTo>
                  <a:lnTo>
                    <a:pt x="108" y="60"/>
                  </a:lnTo>
                  <a:lnTo>
                    <a:pt x="97" y="61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3" y="142"/>
                  </a:lnTo>
                  <a:lnTo>
                    <a:pt x="92" y="142"/>
                  </a:lnTo>
                  <a:lnTo>
                    <a:pt x="88" y="142"/>
                  </a:lnTo>
                  <a:lnTo>
                    <a:pt x="85" y="143"/>
                  </a:lnTo>
                  <a:lnTo>
                    <a:pt x="84" y="146"/>
                  </a:lnTo>
                  <a:lnTo>
                    <a:pt x="83" y="146"/>
                  </a:lnTo>
                  <a:lnTo>
                    <a:pt x="81" y="147"/>
                  </a:lnTo>
                  <a:lnTo>
                    <a:pt x="81" y="150"/>
                  </a:lnTo>
                  <a:lnTo>
                    <a:pt x="80" y="148"/>
                  </a:lnTo>
                  <a:lnTo>
                    <a:pt x="79" y="150"/>
                  </a:lnTo>
                  <a:lnTo>
                    <a:pt x="77" y="147"/>
                  </a:lnTo>
                  <a:lnTo>
                    <a:pt x="76" y="147"/>
                  </a:lnTo>
                  <a:lnTo>
                    <a:pt x="75" y="148"/>
                  </a:lnTo>
                  <a:lnTo>
                    <a:pt x="72" y="148"/>
                  </a:lnTo>
                  <a:lnTo>
                    <a:pt x="71" y="147"/>
                  </a:lnTo>
                  <a:lnTo>
                    <a:pt x="70" y="148"/>
                  </a:lnTo>
                  <a:lnTo>
                    <a:pt x="67" y="147"/>
                  </a:lnTo>
                  <a:lnTo>
                    <a:pt x="63" y="146"/>
                  </a:lnTo>
                  <a:lnTo>
                    <a:pt x="62" y="142"/>
                  </a:lnTo>
                  <a:lnTo>
                    <a:pt x="62" y="139"/>
                  </a:lnTo>
                  <a:lnTo>
                    <a:pt x="60" y="139"/>
                  </a:lnTo>
                  <a:lnTo>
                    <a:pt x="59" y="136"/>
                  </a:lnTo>
                  <a:lnTo>
                    <a:pt x="55" y="138"/>
                  </a:lnTo>
                  <a:lnTo>
                    <a:pt x="54" y="140"/>
                  </a:lnTo>
                  <a:lnTo>
                    <a:pt x="55" y="140"/>
                  </a:lnTo>
                  <a:lnTo>
                    <a:pt x="55" y="143"/>
                  </a:lnTo>
                  <a:lnTo>
                    <a:pt x="52" y="143"/>
                  </a:lnTo>
                  <a:lnTo>
                    <a:pt x="51" y="144"/>
                  </a:lnTo>
                  <a:lnTo>
                    <a:pt x="47" y="140"/>
                  </a:lnTo>
                  <a:lnTo>
                    <a:pt x="46" y="139"/>
                  </a:lnTo>
                  <a:lnTo>
                    <a:pt x="43" y="136"/>
                  </a:lnTo>
                  <a:lnTo>
                    <a:pt x="41" y="131"/>
                  </a:lnTo>
                  <a:lnTo>
                    <a:pt x="38" y="129"/>
                  </a:lnTo>
                  <a:lnTo>
                    <a:pt x="38" y="123"/>
                  </a:lnTo>
                  <a:lnTo>
                    <a:pt x="37" y="122"/>
                  </a:lnTo>
                  <a:lnTo>
                    <a:pt x="37" y="119"/>
                  </a:lnTo>
                  <a:lnTo>
                    <a:pt x="38" y="118"/>
                  </a:lnTo>
                  <a:lnTo>
                    <a:pt x="37" y="115"/>
                  </a:lnTo>
                  <a:lnTo>
                    <a:pt x="35" y="115"/>
                  </a:lnTo>
                  <a:lnTo>
                    <a:pt x="34" y="109"/>
                  </a:lnTo>
                  <a:lnTo>
                    <a:pt x="33" y="107"/>
                  </a:lnTo>
                  <a:lnTo>
                    <a:pt x="34" y="106"/>
                  </a:lnTo>
                  <a:lnTo>
                    <a:pt x="33" y="102"/>
                  </a:lnTo>
                  <a:lnTo>
                    <a:pt x="34" y="97"/>
                  </a:lnTo>
                  <a:lnTo>
                    <a:pt x="30" y="88"/>
                  </a:lnTo>
                  <a:lnTo>
                    <a:pt x="30" y="79"/>
                  </a:lnTo>
                  <a:lnTo>
                    <a:pt x="27" y="73"/>
                  </a:lnTo>
                  <a:lnTo>
                    <a:pt x="30" y="72"/>
                  </a:lnTo>
                  <a:lnTo>
                    <a:pt x="30" y="68"/>
                  </a:lnTo>
                  <a:lnTo>
                    <a:pt x="23" y="59"/>
                  </a:lnTo>
                  <a:lnTo>
                    <a:pt x="23" y="55"/>
                  </a:lnTo>
                  <a:lnTo>
                    <a:pt x="17" y="47"/>
                  </a:lnTo>
                  <a:lnTo>
                    <a:pt x="17" y="42"/>
                  </a:lnTo>
                  <a:lnTo>
                    <a:pt x="10" y="29"/>
                  </a:lnTo>
                  <a:lnTo>
                    <a:pt x="6" y="22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9" y="5"/>
                  </a:lnTo>
                  <a:lnTo>
                    <a:pt x="9" y="4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2" name="Freeform 483">
              <a:extLst>
                <a:ext uri="{FF2B5EF4-FFF2-40B4-BE49-F238E27FC236}">
                  <a16:creationId xmlns:a16="http://schemas.microsoft.com/office/drawing/2014/main" id="{E876B1A0-1439-4166-B6CB-42623C83A1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35760" y="6336187"/>
              <a:ext cx="293032" cy="222962"/>
            </a:xfrm>
            <a:custGeom>
              <a:avLst/>
              <a:gdLst>
                <a:gd name="T0" fmla="*/ 45 w 46"/>
                <a:gd name="T1" fmla="*/ 20 h 35"/>
                <a:gd name="T2" fmla="*/ 46 w 46"/>
                <a:gd name="T3" fmla="*/ 21 h 35"/>
                <a:gd name="T4" fmla="*/ 46 w 46"/>
                <a:gd name="T5" fmla="*/ 24 h 35"/>
                <a:gd name="T6" fmla="*/ 45 w 46"/>
                <a:gd name="T7" fmla="*/ 24 h 35"/>
                <a:gd name="T8" fmla="*/ 44 w 46"/>
                <a:gd name="T9" fmla="*/ 25 h 35"/>
                <a:gd name="T10" fmla="*/ 43 w 46"/>
                <a:gd name="T11" fmla="*/ 23 h 35"/>
                <a:gd name="T12" fmla="*/ 43 w 46"/>
                <a:gd name="T13" fmla="*/ 20 h 35"/>
                <a:gd name="T14" fmla="*/ 45 w 46"/>
                <a:gd name="T15" fmla="*/ 20 h 35"/>
                <a:gd name="T16" fmla="*/ 37 w 46"/>
                <a:gd name="T17" fmla="*/ 8 h 35"/>
                <a:gd name="T18" fmla="*/ 39 w 46"/>
                <a:gd name="T19" fmla="*/ 10 h 35"/>
                <a:gd name="T20" fmla="*/ 39 w 46"/>
                <a:gd name="T21" fmla="*/ 11 h 35"/>
                <a:gd name="T22" fmla="*/ 37 w 46"/>
                <a:gd name="T23" fmla="*/ 14 h 35"/>
                <a:gd name="T24" fmla="*/ 40 w 46"/>
                <a:gd name="T25" fmla="*/ 15 h 35"/>
                <a:gd name="T26" fmla="*/ 39 w 46"/>
                <a:gd name="T27" fmla="*/ 16 h 35"/>
                <a:gd name="T28" fmla="*/ 36 w 46"/>
                <a:gd name="T29" fmla="*/ 15 h 35"/>
                <a:gd name="T30" fmla="*/ 35 w 46"/>
                <a:gd name="T31" fmla="*/ 12 h 35"/>
                <a:gd name="T32" fmla="*/ 35 w 46"/>
                <a:gd name="T33" fmla="*/ 11 h 35"/>
                <a:gd name="T34" fmla="*/ 35 w 46"/>
                <a:gd name="T35" fmla="*/ 11 h 35"/>
                <a:gd name="T36" fmla="*/ 37 w 46"/>
                <a:gd name="T37" fmla="*/ 8 h 35"/>
                <a:gd name="T38" fmla="*/ 29 w 46"/>
                <a:gd name="T39" fmla="*/ 6 h 35"/>
                <a:gd name="T40" fmla="*/ 31 w 46"/>
                <a:gd name="T41" fmla="*/ 6 h 35"/>
                <a:gd name="T42" fmla="*/ 32 w 46"/>
                <a:gd name="T43" fmla="*/ 7 h 35"/>
                <a:gd name="T44" fmla="*/ 29 w 46"/>
                <a:gd name="T45" fmla="*/ 10 h 35"/>
                <a:gd name="T46" fmla="*/ 28 w 46"/>
                <a:gd name="T47" fmla="*/ 10 h 35"/>
                <a:gd name="T48" fmla="*/ 29 w 46"/>
                <a:gd name="T49" fmla="*/ 7 h 35"/>
                <a:gd name="T50" fmla="*/ 29 w 46"/>
                <a:gd name="T51" fmla="*/ 6 h 35"/>
                <a:gd name="T52" fmla="*/ 0 w 46"/>
                <a:gd name="T53" fmla="*/ 0 h 35"/>
                <a:gd name="T54" fmla="*/ 3 w 46"/>
                <a:gd name="T55" fmla="*/ 4 h 35"/>
                <a:gd name="T56" fmla="*/ 4 w 46"/>
                <a:gd name="T57" fmla="*/ 2 h 35"/>
                <a:gd name="T58" fmla="*/ 6 w 46"/>
                <a:gd name="T59" fmla="*/ 4 h 35"/>
                <a:gd name="T60" fmla="*/ 6 w 46"/>
                <a:gd name="T61" fmla="*/ 6 h 35"/>
                <a:gd name="T62" fmla="*/ 10 w 46"/>
                <a:gd name="T63" fmla="*/ 8 h 35"/>
                <a:gd name="T64" fmla="*/ 11 w 46"/>
                <a:gd name="T65" fmla="*/ 10 h 35"/>
                <a:gd name="T66" fmla="*/ 12 w 46"/>
                <a:gd name="T67" fmla="*/ 11 h 35"/>
                <a:gd name="T68" fmla="*/ 16 w 46"/>
                <a:gd name="T69" fmla="*/ 16 h 35"/>
                <a:gd name="T70" fmla="*/ 19 w 46"/>
                <a:gd name="T71" fmla="*/ 21 h 35"/>
                <a:gd name="T72" fmla="*/ 20 w 46"/>
                <a:gd name="T73" fmla="*/ 20 h 35"/>
                <a:gd name="T74" fmla="*/ 23 w 46"/>
                <a:gd name="T75" fmla="*/ 21 h 35"/>
                <a:gd name="T76" fmla="*/ 25 w 46"/>
                <a:gd name="T77" fmla="*/ 27 h 35"/>
                <a:gd name="T78" fmla="*/ 29 w 46"/>
                <a:gd name="T79" fmla="*/ 29 h 35"/>
                <a:gd name="T80" fmla="*/ 31 w 46"/>
                <a:gd name="T81" fmla="*/ 31 h 35"/>
                <a:gd name="T82" fmla="*/ 31 w 46"/>
                <a:gd name="T83" fmla="*/ 35 h 35"/>
                <a:gd name="T84" fmla="*/ 29 w 46"/>
                <a:gd name="T85" fmla="*/ 33 h 35"/>
                <a:gd name="T86" fmla="*/ 28 w 46"/>
                <a:gd name="T87" fmla="*/ 33 h 35"/>
                <a:gd name="T88" fmla="*/ 25 w 46"/>
                <a:gd name="T89" fmla="*/ 32 h 35"/>
                <a:gd name="T90" fmla="*/ 24 w 46"/>
                <a:gd name="T91" fmla="*/ 32 h 35"/>
                <a:gd name="T92" fmla="*/ 21 w 46"/>
                <a:gd name="T93" fmla="*/ 31 h 35"/>
                <a:gd name="T94" fmla="*/ 21 w 46"/>
                <a:gd name="T95" fmla="*/ 28 h 35"/>
                <a:gd name="T96" fmla="*/ 18 w 46"/>
                <a:gd name="T97" fmla="*/ 28 h 35"/>
                <a:gd name="T98" fmla="*/ 18 w 46"/>
                <a:gd name="T99" fmla="*/ 25 h 35"/>
                <a:gd name="T100" fmla="*/ 16 w 46"/>
                <a:gd name="T101" fmla="*/ 24 h 35"/>
                <a:gd name="T102" fmla="*/ 15 w 46"/>
                <a:gd name="T103" fmla="*/ 25 h 35"/>
                <a:gd name="T104" fmla="*/ 14 w 46"/>
                <a:gd name="T105" fmla="*/ 21 h 35"/>
                <a:gd name="T106" fmla="*/ 11 w 46"/>
                <a:gd name="T107" fmla="*/ 19 h 35"/>
                <a:gd name="T108" fmla="*/ 10 w 46"/>
                <a:gd name="T109" fmla="*/ 18 h 35"/>
                <a:gd name="T110" fmla="*/ 8 w 46"/>
                <a:gd name="T111" fmla="*/ 18 h 35"/>
                <a:gd name="T112" fmla="*/ 7 w 46"/>
                <a:gd name="T113" fmla="*/ 16 h 35"/>
                <a:gd name="T114" fmla="*/ 7 w 46"/>
                <a:gd name="T115" fmla="*/ 14 h 35"/>
                <a:gd name="T116" fmla="*/ 4 w 46"/>
                <a:gd name="T117" fmla="*/ 12 h 35"/>
                <a:gd name="T118" fmla="*/ 2 w 46"/>
                <a:gd name="T119" fmla="*/ 6 h 35"/>
                <a:gd name="T120" fmla="*/ 2 w 46"/>
                <a:gd name="T121" fmla="*/ 3 h 35"/>
                <a:gd name="T122" fmla="*/ 0 w 46"/>
                <a:gd name="T123" fmla="*/ 2 h 35"/>
                <a:gd name="T124" fmla="*/ 0 w 46"/>
                <a:gd name="T12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" h="35">
                  <a:moveTo>
                    <a:pt x="45" y="20"/>
                  </a:moveTo>
                  <a:lnTo>
                    <a:pt x="46" y="21"/>
                  </a:lnTo>
                  <a:lnTo>
                    <a:pt x="46" y="24"/>
                  </a:lnTo>
                  <a:lnTo>
                    <a:pt x="45" y="24"/>
                  </a:lnTo>
                  <a:lnTo>
                    <a:pt x="44" y="25"/>
                  </a:lnTo>
                  <a:lnTo>
                    <a:pt x="43" y="23"/>
                  </a:lnTo>
                  <a:lnTo>
                    <a:pt x="43" y="20"/>
                  </a:lnTo>
                  <a:lnTo>
                    <a:pt x="45" y="20"/>
                  </a:lnTo>
                  <a:close/>
                  <a:moveTo>
                    <a:pt x="37" y="8"/>
                  </a:moveTo>
                  <a:lnTo>
                    <a:pt x="39" y="10"/>
                  </a:lnTo>
                  <a:lnTo>
                    <a:pt x="39" y="11"/>
                  </a:lnTo>
                  <a:lnTo>
                    <a:pt x="37" y="14"/>
                  </a:lnTo>
                  <a:lnTo>
                    <a:pt x="40" y="15"/>
                  </a:lnTo>
                  <a:lnTo>
                    <a:pt x="39" y="16"/>
                  </a:lnTo>
                  <a:lnTo>
                    <a:pt x="36" y="15"/>
                  </a:lnTo>
                  <a:lnTo>
                    <a:pt x="35" y="12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8"/>
                  </a:lnTo>
                  <a:close/>
                  <a:moveTo>
                    <a:pt x="29" y="6"/>
                  </a:moveTo>
                  <a:lnTo>
                    <a:pt x="31" y="6"/>
                  </a:lnTo>
                  <a:lnTo>
                    <a:pt x="32" y="7"/>
                  </a:lnTo>
                  <a:lnTo>
                    <a:pt x="29" y="10"/>
                  </a:lnTo>
                  <a:lnTo>
                    <a:pt x="28" y="10"/>
                  </a:lnTo>
                  <a:lnTo>
                    <a:pt x="29" y="7"/>
                  </a:lnTo>
                  <a:lnTo>
                    <a:pt x="29" y="6"/>
                  </a:lnTo>
                  <a:close/>
                  <a:moveTo>
                    <a:pt x="0" y="0"/>
                  </a:moveTo>
                  <a:lnTo>
                    <a:pt x="3" y="4"/>
                  </a:lnTo>
                  <a:lnTo>
                    <a:pt x="4" y="2"/>
                  </a:lnTo>
                  <a:lnTo>
                    <a:pt x="6" y="4"/>
                  </a:lnTo>
                  <a:lnTo>
                    <a:pt x="6" y="6"/>
                  </a:lnTo>
                  <a:lnTo>
                    <a:pt x="10" y="8"/>
                  </a:lnTo>
                  <a:lnTo>
                    <a:pt x="11" y="10"/>
                  </a:lnTo>
                  <a:lnTo>
                    <a:pt x="12" y="11"/>
                  </a:lnTo>
                  <a:lnTo>
                    <a:pt x="16" y="16"/>
                  </a:lnTo>
                  <a:lnTo>
                    <a:pt x="19" y="21"/>
                  </a:lnTo>
                  <a:lnTo>
                    <a:pt x="20" y="20"/>
                  </a:lnTo>
                  <a:lnTo>
                    <a:pt x="23" y="21"/>
                  </a:lnTo>
                  <a:lnTo>
                    <a:pt x="25" y="27"/>
                  </a:lnTo>
                  <a:lnTo>
                    <a:pt x="29" y="29"/>
                  </a:lnTo>
                  <a:lnTo>
                    <a:pt x="31" y="31"/>
                  </a:lnTo>
                  <a:lnTo>
                    <a:pt x="31" y="35"/>
                  </a:lnTo>
                  <a:lnTo>
                    <a:pt x="29" y="33"/>
                  </a:lnTo>
                  <a:lnTo>
                    <a:pt x="28" y="33"/>
                  </a:lnTo>
                  <a:lnTo>
                    <a:pt x="25" y="32"/>
                  </a:lnTo>
                  <a:lnTo>
                    <a:pt x="24" y="32"/>
                  </a:lnTo>
                  <a:lnTo>
                    <a:pt x="21" y="31"/>
                  </a:lnTo>
                  <a:lnTo>
                    <a:pt x="21" y="28"/>
                  </a:lnTo>
                  <a:lnTo>
                    <a:pt x="18" y="28"/>
                  </a:lnTo>
                  <a:lnTo>
                    <a:pt x="18" y="25"/>
                  </a:lnTo>
                  <a:lnTo>
                    <a:pt x="16" y="24"/>
                  </a:lnTo>
                  <a:lnTo>
                    <a:pt x="15" y="25"/>
                  </a:lnTo>
                  <a:lnTo>
                    <a:pt x="14" y="21"/>
                  </a:lnTo>
                  <a:lnTo>
                    <a:pt x="11" y="19"/>
                  </a:lnTo>
                  <a:lnTo>
                    <a:pt x="10" y="18"/>
                  </a:lnTo>
                  <a:lnTo>
                    <a:pt x="8" y="18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4" y="12"/>
                  </a:lnTo>
                  <a:lnTo>
                    <a:pt x="2" y="6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3" name="Freeform 486">
              <a:extLst>
                <a:ext uri="{FF2B5EF4-FFF2-40B4-BE49-F238E27FC236}">
                  <a16:creationId xmlns:a16="http://schemas.microsoft.com/office/drawing/2014/main" id="{E5840D65-47A8-49A7-BE4D-0FC273773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366" y="6196042"/>
              <a:ext cx="44594" cy="50962"/>
            </a:xfrm>
            <a:custGeom>
              <a:avLst/>
              <a:gdLst>
                <a:gd name="T0" fmla="*/ 5 w 7"/>
                <a:gd name="T1" fmla="*/ 0 h 8"/>
                <a:gd name="T2" fmla="*/ 7 w 7"/>
                <a:gd name="T3" fmla="*/ 1 h 8"/>
                <a:gd name="T4" fmla="*/ 7 w 7"/>
                <a:gd name="T5" fmla="*/ 3 h 8"/>
                <a:gd name="T6" fmla="*/ 5 w 7"/>
                <a:gd name="T7" fmla="*/ 4 h 8"/>
                <a:gd name="T8" fmla="*/ 7 w 7"/>
                <a:gd name="T9" fmla="*/ 7 h 8"/>
                <a:gd name="T10" fmla="*/ 4 w 7"/>
                <a:gd name="T11" fmla="*/ 8 h 8"/>
                <a:gd name="T12" fmla="*/ 0 w 7"/>
                <a:gd name="T13" fmla="*/ 5 h 8"/>
                <a:gd name="T14" fmla="*/ 1 w 7"/>
                <a:gd name="T15" fmla="*/ 4 h 8"/>
                <a:gd name="T16" fmla="*/ 3 w 7"/>
                <a:gd name="T17" fmla="*/ 0 h 8"/>
                <a:gd name="T18" fmla="*/ 4 w 7"/>
                <a:gd name="T19" fmla="*/ 1 h 8"/>
                <a:gd name="T20" fmla="*/ 5 w 7"/>
                <a:gd name="T2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lnTo>
                    <a:pt x="7" y="1"/>
                  </a:lnTo>
                  <a:lnTo>
                    <a:pt x="7" y="3"/>
                  </a:lnTo>
                  <a:lnTo>
                    <a:pt x="5" y="4"/>
                  </a:lnTo>
                  <a:lnTo>
                    <a:pt x="7" y="7"/>
                  </a:lnTo>
                  <a:lnTo>
                    <a:pt x="4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0"/>
                  </a:lnTo>
                  <a:lnTo>
                    <a:pt x="4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4" name="Freeform 487">
              <a:extLst>
                <a:ext uri="{FF2B5EF4-FFF2-40B4-BE49-F238E27FC236}">
                  <a16:creationId xmlns:a16="http://schemas.microsoft.com/office/drawing/2014/main" id="{C321E780-1972-4FDC-B6D7-F939D2299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480" y="6253370"/>
              <a:ext cx="44594" cy="50962"/>
            </a:xfrm>
            <a:custGeom>
              <a:avLst/>
              <a:gdLst>
                <a:gd name="T0" fmla="*/ 2 w 7"/>
                <a:gd name="T1" fmla="*/ 0 h 8"/>
                <a:gd name="T2" fmla="*/ 4 w 7"/>
                <a:gd name="T3" fmla="*/ 2 h 8"/>
                <a:gd name="T4" fmla="*/ 6 w 7"/>
                <a:gd name="T5" fmla="*/ 4 h 8"/>
                <a:gd name="T6" fmla="*/ 7 w 7"/>
                <a:gd name="T7" fmla="*/ 6 h 8"/>
                <a:gd name="T8" fmla="*/ 4 w 7"/>
                <a:gd name="T9" fmla="*/ 8 h 8"/>
                <a:gd name="T10" fmla="*/ 3 w 7"/>
                <a:gd name="T11" fmla="*/ 8 h 8"/>
                <a:gd name="T12" fmla="*/ 0 w 7"/>
                <a:gd name="T13" fmla="*/ 4 h 8"/>
                <a:gd name="T14" fmla="*/ 0 w 7"/>
                <a:gd name="T15" fmla="*/ 2 h 8"/>
                <a:gd name="T16" fmla="*/ 2 w 7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lnTo>
                    <a:pt x="4" y="2"/>
                  </a:lnTo>
                  <a:lnTo>
                    <a:pt x="6" y="4"/>
                  </a:lnTo>
                  <a:lnTo>
                    <a:pt x="7" y="6"/>
                  </a:lnTo>
                  <a:lnTo>
                    <a:pt x="4" y="8"/>
                  </a:lnTo>
                  <a:lnTo>
                    <a:pt x="3" y="8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5" name="Freeform 488">
              <a:extLst>
                <a:ext uri="{FF2B5EF4-FFF2-40B4-BE49-F238E27FC236}">
                  <a16:creationId xmlns:a16="http://schemas.microsoft.com/office/drawing/2014/main" id="{653FDD12-EC0D-45B3-A46D-B0D6684552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4422" y="5565382"/>
              <a:ext cx="579698" cy="1076579"/>
            </a:xfrm>
            <a:custGeom>
              <a:avLst/>
              <a:gdLst>
                <a:gd name="T0" fmla="*/ 83 w 91"/>
                <a:gd name="T1" fmla="*/ 64 h 169"/>
                <a:gd name="T2" fmla="*/ 84 w 91"/>
                <a:gd name="T3" fmla="*/ 58 h 169"/>
                <a:gd name="T4" fmla="*/ 71 w 91"/>
                <a:gd name="T5" fmla="*/ 17 h 169"/>
                <a:gd name="T6" fmla="*/ 67 w 91"/>
                <a:gd name="T7" fmla="*/ 16 h 169"/>
                <a:gd name="T8" fmla="*/ 66 w 91"/>
                <a:gd name="T9" fmla="*/ 17 h 169"/>
                <a:gd name="T10" fmla="*/ 73 w 91"/>
                <a:gd name="T11" fmla="*/ 11 h 169"/>
                <a:gd name="T12" fmla="*/ 80 w 91"/>
                <a:gd name="T13" fmla="*/ 0 h 169"/>
                <a:gd name="T14" fmla="*/ 83 w 91"/>
                <a:gd name="T15" fmla="*/ 8 h 169"/>
                <a:gd name="T16" fmla="*/ 87 w 91"/>
                <a:gd name="T17" fmla="*/ 17 h 169"/>
                <a:gd name="T18" fmla="*/ 88 w 91"/>
                <a:gd name="T19" fmla="*/ 31 h 169"/>
                <a:gd name="T20" fmla="*/ 91 w 91"/>
                <a:gd name="T21" fmla="*/ 40 h 169"/>
                <a:gd name="T22" fmla="*/ 88 w 91"/>
                <a:gd name="T23" fmla="*/ 45 h 169"/>
                <a:gd name="T24" fmla="*/ 84 w 91"/>
                <a:gd name="T25" fmla="*/ 46 h 169"/>
                <a:gd name="T26" fmla="*/ 82 w 91"/>
                <a:gd name="T27" fmla="*/ 46 h 169"/>
                <a:gd name="T28" fmla="*/ 82 w 91"/>
                <a:gd name="T29" fmla="*/ 53 h 169"/>
                <a:gd name="T30" fmla="*/ 79 w 91"/>
                <a:gd name="T31" fmla="*/ 62 h 169"/>
                <a:gd name="T32" fmla="*/ 78 w 91"/>
                <a:gd name="T33" fmla="*/ 73 h 169"/>
                <a:gd name="T34" fmla="*/ 73 w 91"/>
                <a:gd name="T35" fmla="*/ 90 h 169"/>
                <a:gd name="T36" fmla="*/ 65 w 91"/>
                <a:gd name="T37" fmla="*/ 111 h 169"/>
                <a:gd name="T38" fmla="*/ 57 w 91"/>
                <a:gd name="T39" fmla="*/ 128 h 169"/>
                <a:gd name="T40" fmla="*/ 53 w 91"/>
                <a:gd name="T41" fmla="*/ 140 h 169"/>
                <a:gd name="T42" fmla="*/ 50 w 91"/>
                <a:gd name="T43" fmla="*/ 149 h 169"/>
                <a:gd name="T44" fmla="*/ 45 w 91"/>
                <a:gd name="T45" fmla="*/ 160 h 169"/>
                <a:gd name="T46" fmla="*/ 36 w 91"/>
                <a:gd name="T47" fmla="*/ 162 h 169"/>
                <a:gd name="T48" fmla="*/ 21 w 91"/>
                <a:gd name="T49" fmla="*/ 167 h 169"/>
                <a:gd name="T50" fmla="*/ 17 w 91"/>
                <a:gd name="T51" fmla="*/ 166 h 169"/>
                <a:gd name="T52" fmla="*/ 11 w 91"/>
                <a:gd name="T53" fmla="*/ 164 h 169"/>
                <a:gd name="T54" fmla="*/ 5 w 91"/>
                <a:gd name="T55" fmla="*/ 157 h 169"/>
                <a:gd name="T56" fmla="*/ 4 w 91"/>
                <a:gd name="T57" fmla="*/ 148 h 169"/>
                <a:gd name="T58" fmla="*/ 7 w 91"/>
                <a:gd name="T59" fmla="*/ 141 h 169"/>
                <a:gd name="T60" fmla="*/ 4 w 91"/>
                <a:gd name="T61" fmla="*/ 136 h 169"/>
                <a:gd name="T62" fmla="*/ 1 w 91"/>
                <a:gd name="T63" fmla="*/ 125 h 169"/>
                <a:gd name="T64" fmla="*/ 4 w 91"/>
                <a:gd name="T65" fmla="*/ 114 h 169"/>
                <a:gd name="T66" fmla="*/ 11 w 91"/>
                <a:gd name="T67" fmla="*/ 106 h 169"/>
                <a:gd name="T68" fmla="*/ 16 w 91"/>
                <a:gd name="T69" fmla="*/ 99 h 169"/>
                <a:gd name="T70" fmla="*/ 19 w 91"/>
                <a:gd name="T71" fmla="*/ 89 h 169"/>
                <a:gd name="T72" fmla="*/ 13 w 91"/>
                <a:gd name="T73" fmla="*/ 75 h 169"/>
                <a:gd name="T74" fmla="*/ 12 w 91"/>
                <a:gd name="T75" fmla="*/ 66 h 169"/>
                <a:gd name="T76" fmla="*/ 19 w 91"/>
                <a:gd name="T77" fmla="*/ 53 h 169"/>
                <a:gd name="T78" fmla="*/ 24 w 91"/>
                <a:gd name="T79" fmla="*/ 52 h 169"/>
                <a:gd name="T80" fmla="*/ 33 w 91"/>
                <a:gd name="T81" fmla="*/ 49 h 169"/>
                <a:gd name="T82" fmla="*/ 34 w 91"/>
                <a:gd name="T83" fmla="*/ 46 h 169"/>
                <a:gd name="T84" fmla="*/ 41 w 91"/>
                <a:gd name="T85" fmla="*/ 45 h 169"/>
                <a:gd name="T86" fmla="*/ 45 w 91"/>
                <a:gd name="T87" fmla="*/ 49 h 169"/>
                <a:gd name="T88" fmla="*/ 50 w 91"/>
                <a:gd name="T89" fmla="*/ 40 h 169"/>
                <a:gd name="T90" fmla="*/ 51 w 91"/>
                <a:gd name="T91" fmla="*/ 44 h 169"/>
                <a:gd name="T92" fmla="*/ 53 w 91"/>
                <a:gd name="T93" fmla="*/ 41 h 169"/>
                <a:gd name="T94" fmla="*/ 54 w 91"/>
                <a:gd name="T95" fmla="*/ 35 h 169"/>
                <a:gd name="T96" fmla="*/ 57 w 91"/>
                <a:gd name="T97" fmla="*/ 37 h 169"/>
                <a:gd name="T98" fmla="*/ 63 w 91"/>
                <a:gd name="T99" fmla="*/ 35 h 169"/>
                <a:gd name="T100" fmla="*/ 61 w 91"/>
                <a:gd name="T101" fmla="*/ 28 h 169"/>
                <a:gd name="T102" fmla="*/ 65 w 91"/>
                <a:gd name="T103" fmla="*/ 27 h 169"/>
                <a:gd name="T104" fmla="*/ 66 w 91"/>
                <a:gd name="T105" fmla="*/ 20 h 169"/>
                <a:gd name="T106" fmla="*/ 69 w 91"/>
                <a:gd name="T107" fmla="*/ 20 h 169"/>
                <a:gd name="T108" fmla="*/ 74 w 91"/>
                <a:gd name="T109" fmla="*/ 14 h 169"/>
                <a:gd name="T110" fmla="*/ 75 w 91"/>
                <a:gd name="T111" fmla="*/ 7 h 169"/>
                <a:gd name="T112" fmla="*/ 78 w 91"/>
                <a:gd name="T113" fmla="*/ 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1" h="169">
                  <a:moveTo>
                    <a:pt x="86" y="57"/>
                  </a:moveTo>
                  <a:lnTo>
                    <a:pt x="84" y="60"/>
                  </a:lnTo>
                  <a:lnTo>
                    <a:pt x="83" y="61"/>
                  </a:lnTo>
                  <a:lnTo>
                    <a:pt x="83" y="64"/>
                  </a:lnTo>
                  <a:lnTo>
                    <a:pt x="83" y="61"/>
                  </a:lnTo>
                  <a:lnTo>
                    <a:pt x="83" y="60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6" y="57"/>
                  </a:lnTo>
                  <a:close/>
                  <a:moveTo>
                    <a:pt x="71" y="15"/>
                  </a:moveTo>
                  <a:lnTo>
                    <a:pt x="71" y="16"/>
                  </a:lnTo>
                  <a:lnTo>
                    <a:pt x="71" y="17"/>
                  </a:lnTo>
                  <a:lnTo>
                    <a:pt x="70" y="16"/>
                  </a:lnTo>
                  <a:lnTo>
                    <a:pt x="71" y="15"/>
                  </a:lnTo>
                  <a:close/>
                  <a:moveTo>
                    <a:pt x="67" y="15"/>
                  </a:moveTo>
                  <a:lnTo>
                    <a:pt x="67" y="16"/>
                  </a:lnTo>
                  <a:lnTo>
                    <a:pt x="69" y="16"/>
                  </a:lnTo>
                  <a:lnTo>
                    <a:pt x="69" y="19"/>
                  </a:lnTo>
                  <a:lnTo>
                    <a:pt x="67" y="17"/>
                  </a:lnTo>
                  <a:lnTo>
                    <a:pt x="66" y="17"/>
                  </a:lnTo>
                  <a:lnTo>
                    <a:pt x="66" y="15"/>
                  </a:lnTo>
                  <a:lnTo>
                    <a:pt x="67" y="15"/>
                  </a:lnTo>
                  <a:close/>
                  <a:moveTo>
                    <a:pt x="73" y="10"/>
                  </a:moveTo>
                  <a:lnTo>
                    <a:pt x="73" y="11"/>
                  </a:lnTo>
                  <a:lnTo>
                    <a:pt x="71" y="12"/>
                  </a:lnTo>
                  <a:lnTo>
                    <a:pt x="70" y="11"/>
                  </a:lnTo>
                  <a:lnTo>
                    <a:pt x="73" y="10"/>
                  </a:lnTo>
                  <a:close/>
                  <a:moveTo>
                    <a:pt x="80" y="0"/>
                  </a:moveTo>
                  <a:lnTo>
                    <a:pt x="82" y="3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3" y="8"/>
                  </a:lnTo>
                  <a:lnTo>
                    <a:pt x="84" y="11"/>
                  </a:lnTo>
                  <a:lnTo>
                    <a:pt x="86" y="11"/>
                  </a:lnTo>
                  <a:lnTo>
                    <a:pt x="86" y="12"/>
                  </a:lnTo>
                  <a:lnTo>
                    <a:pt x="87" y="17"/>
                  </a:lnTo>
                  <a:lnTo>
                    <a:pt x="88" y="20"/>
                  </a:lnTo>
                  <a:lnTo>
                    <a:pt x="88" y="27"/>
                  </a:lnTo>
                  <a:lnTo>
                    <a:pt x="87" y="27"/>
                  </a:lnTo>
                  <a:lnTo>
                    <a:pt x="88" y="31"/>
                  </a:lnTo>
                  <a:lnTo>
                    <a:pt x="88" y="33"/>
                  </a:lnTo>
                  <a:lnTo>
                    <a:pt x="87" y="35"/>
                  </a:lnTo>
                  <a:lnTo>
                    <a:pt x="88" y="36"/>
                  </a:lnTo>
                  <a:lnTo>
                    <a:pt x="91" y="40"/>
                  </a:lnTo>
                  <a:lnTo>
                    <a:pt x="91" y="42"/>
                  </a:lnTo>
                  <a:lnTo>
                    <a:pt x="90" y="42"/>
                  </a:lnTo>
                  <a:lnTo>
                    <a:pt x="90" y="45"/>
                  </a:lnTo>
                  <a:lnTo>
                    <a:pt x="88" y="45"/>
                  </a:lnTo>
                  <a:lnTo>
                    <a:pt x="88" y="48"/>
                  </a:lnTo>
                  <a:lnTo>
                    <a:pt x="88" y="49"/>
                  </a:lnTo>
                  <a:lnTo>
                    <a:pt x="87" y="49"/>
                  </a:lnTo>
                  <a:lnTo>
                    <a:pt x="84" y="46"/>
                  </a:lnTo>
                  <a:lnTo>
                    <a:pt x="84" y="44"/>
                  </a:lnTo>
                  <a:lnTo>
                    <a:pt x="83" y="42"/>
                  </a:lnTo>
                  <a:lnTo>
                    <a:pt x="82" y="44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2" y="50"/>
                  </a:lnTo>
                  <a:lnTo>
                    <a:pt x="82" y="52"/>
                  </a:lnTo>
                  <a:lnTo>
                    <a:pt x="82" y="53"/>
                  </a:lnTo>
                  <a:lnTo>
                    <a:pt x="83" y="56"/>
                  </a:lnTo>
                  <a:lnTo>
                    <a:pt x="80" y="57"/>
                  </a:lnTo>
                  <a:lnTo>
                    <a:pt x="82" y="60"/>
                  </a:lnTo>
                  <a:lnTo>
                    <a:pt x="79" y="62"/>
                  </a:lnTo>
                  <a:lnTo>
                    <a:pt x="78" y="66"/>
                  </a:lnTo>
                  <a:lnTo>
                    <a:pt x="79" y="67"/>
                  </a:lnTo>
                  <a:lnTo>
                    <a:pt x="79" y="71"/>
                  </a:lnTo>
                  <a:lnTo>
                    <a:pt x="78" y="73"/>
                  </a:lnTo>
                  <a:lnTo>
                    <a:pt x="76" y="77"/>
                  </a:lnTo>
                  <a:lnTo>
                    <a:pt x="75" y="83"/>
                  </a:lnTo>
                  <a:lnTo>
                    <a:pt x="73" y="87"/>
                  </a:lnTo>
                  <a:lnTo>
                    <a:pt x="73" y="90"/>
                  </a:lnTo>
                  <a:lnTo>
                    <a:pt x="70" y="94"/>
                  </a:lnTo>
                  <a:lnTo>
                    <a:pt x="70" y="98"/>
                  </a:lnTo>
                  <a:lnTo>
                    <a:pt x="67" y="102"/>
                  </a:lnTo>
                  <a:lnTo>
                    <a:pt x="65" y="111"/>
                  </a:lnTo>
                  <a:lnTo>
                    <a:pt x="61" y="116"/>
                  </a:lnTo>
                  <a:lnTo>
                    <a:pt x="61" y="121"/>
                  </a:lnTo>
                  <a:lnTo>
                    <a:pt x="58" y="123"/>
                  </a:lnTo>
                  <a:lnTo>
                    <a:pt x="57" y="128"/>
                  </a:lnTo>
                  <a:lnTo>
                    <a:pt x="55" y="136"/>
                  </a:lnTo>
                  <a:lnTo>
                    <a:pt x="53" y="139"/>
                  </a:lnTo>
                  <a:lnTo>
                    <a:pt x="53" y="139"/>
                  </a:lnTo>
                  <a:lnTo>
                    <a:pt x="53" y="140"/>
                  </a:lnTo>
                  <a:lnTo>
                    <a:pt x="51" y="144"/>
                  </a:lnTo>
                  <a:lnTo>
                    <a:pt x="50" y="145"/>
                  </a:lnTo>
                  <a:lnTo>
                    <a:pt x="50" y="145"/>
                  </a:lnTo>
                  <a:lnTo>
                    <a:pt x="50" y="149"/>
                  </a:lnTo>
                  <a:lnTo>
                    <a:pt x="49" y="150"/>
                  </a:lnTo>
                  <a:lnTo>
                    <a:pt x="49" y="153"/>
                  </a:lnTo>
                  <a:lnTo>
                    <a:pt x="46" y="156"/>
                  </a:lnTo>
                  <a:lnTo>
                    <a:pt x="45" y="160"/>
                  </a:lnTo>
                  <a:lnTo>
                    <a:pt x="44" y="160"/>
                  </a:lnTo>
                  <a:lnTo>
                    <a:pt x="42" y="162"/>
                  </a:lnTo>
                  <a:lnTo>
                    <a:pt x="38" y="164"/>
                  </a:lnTo>
                  <a:lnTo>
                    <a:pt x="36" y="162"/>
                  </a:lnTo>
                  <a:lnTo>
                    <a:pt x="29" y="164"/>
                  </a:lnTo>
                  <a:lnTo>
                    <a:pt x="26" y="166"/>
                  </a:lnTo>
                  <a:lnTo>
                    <a:pt x="24" y="167"/>
                  </a:lnTo>
                  <a:lnTo>
                    <a:pt x="21" y="167"/>
                  </a:lnTo>
                  <a:lnTo>
                    <a:pt x="20" y="169"/>
                  </a:lnTo>
                  <a:lnTo>
                    <a:pt x="19" y="167"/>
                  </a:lnTo>
                  <a:lnTo>
                    <a:pt x="19" y="166"/>
                  </a:lnTo>
                  <a:lnTo>
                    <a:pt x="17" y="166"/>
                  </a:lnTo>
                  <a:lnTo>
                    <a:pt x="16" y="164"/>
                  </a:lnTo>
                  <a:lnTo>
                    <a:pt x="13" y="164"/>
                  </a:lnTo>
                  <a:lnTo>
                    <a:pt x="13" y="162"/>
                  </a:lnTo>
                  <a:lnTo>
                    <a:pt x="11" y="164"/>
                  </a:lnTo>
                  <a:lnTo>
                    <a:pt x="9" y="161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5" y="157"/>
                  </a:lnTo>
                  <a:lnTo>
                    <a:pt x="4" y="156"/>
                  </a:lnTo>
                  <a:lnTo>
                    <a:pt x="4" y="154"/>
                  </a:lnTo>
                  <a:lnTo>
                    <a:pt x="4" y="153"/>
                  </a:lnTo>
                  <a:lnTo>
                    <a:pt x="4" y="148"/>
                  </a:lnTo>
                  <a:lnTo>
                    <a:pt x="4" y="144"/>
                  </a:lnTo>
                  <a:lnTo>
                    <a:pt x="3" y="142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5" y="141"/>
                  </a:lnTo>
                  <a:lnTo>
                    <a:pt x="4" y="140"/>
                  </a:lnTo>
                  <a:lnTo>
                    <a:pt x="4" y="139"/>
                  </a:lnTo>
                  <a:lnTo>
                    <a:pt x="4" y="136"/>
                  </a:lnTo>
                  <a:lnTo>
                    <a:pt x="1" y="132"/>
                  </a:lnTo>
                  <a:lnTo>
                    <a:pt x="1" y="128"/>
                  </a:lnTo>
                  <a:lnTo>
                    <a:pt x="0" y="127"/>
                  </a:lnTo>
                  <a:lnTo>
                    <a:pt x="1" y="125"/>
                  </a:lnTo>
                  <a:lnTo>
                    <a:pt x="1" y="121"/>
                  </a:lnTo>
                  <a:lnTo>
                    <a:pt x="4" y="119"/>
                  </a:lnTo>
                  <a:lnTo>
                    <a:pt x="3" y="115"/>
                  </a:lnTo>
                  <a:lnTo>
                    <a:pt x="4" y="114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07"/>
                  </a:lnTo>
                  <a:lnTo>
                    <a:pt x="11" y="106"/>
                  </a:lnTo>
                  <a:lnTo>
                    <a:pt x="12" y="103"/>
                  </a:lnTo>
                  <a:lnTo>
                    <a:pt x="13" y="103"/>
                  </a:lnTo>
                  <a:lnTo>
                    <a:pt x="15" y="100"/>
                  </a:lnTo>
                  <a:lnTo>
                    <a:pt x="16" y="99"/>
                  </a:lnTo>
                  <a:lnTo>
                    <a:pt x="17" y="92"/>
                  </a:lnTo>
                  <a:lnTo>
                    <a:pt x="17" y="91"/>
                  </a:lnTo>
                  <a:lnTo>
                    <a:pt x="19" y="90"/>
                  </a:lnTo>
                  <a:lnTo>
                    <a:pt x="19" y="89"/>
                  </a:lnTo>
                  <a:lnTo>
                    <a:pt x="16" y="86"/>
                  </a:lnTo>
                  <a:lnTo>
                    <a:pt x="17" y="85"/>
                  </a:lnTo>
                  <a:lnTo>
                    <a:pt x="13" y="78"/>
                  </a:lnTo>
                  <a:lnTo>
                    <a:pt x="13" y="75"/>
                  </a:lnTo>
                  <a:lnTo>
                    <a:pt x="12" y="73"/>
                  </a:lnTo>
                  <a:lnTo>
                    <a:pt x="15" y="70"/>
                  </a:lnTo>
                  <a:lnTo>
                    <a:pt x="12" y="69"/>
                  </a:lnTo>
                  <a:lnTo>
                    <a:pt x="12" y="66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9" y="57"/>
                  </a:lnTo>
                  <a:lnTo>
                    <a:pt x="19" y="53"/>
                  </a:lnTo>
                  <a:lnTo>
                    <a:pt x="20" y="52"/>
                  </a:lnTo>
                  <a:lnTo>
                    <a:pt x="23" y="52"/>
                  </a:lnTo>
                  <a:lnTo>
                    <a:pt x="23" y="52"/>
                  </a:lnTo>
                  <a:lnTo>
                    <a:pt x="24" y="52"/>
                  </a:lnTo>
                  <a:lnTo>
                    <a:pt x="29" y="48"/>
                  </a:lnTo>
                  <a:lnTo>
                    <a:pt x="30" y="50"/>
                  </a:lnTo>
                  <a:lnTo>
                    <a:pt x="32" y="48"/>
                  </a:lnTo>
                  <a:lnTo>
                    <a:pt x="33" y="49"/>
                  </a:lnTo>
                  <a:lnTo>
                    <a:pt x="33" y="50"/>
                  </a:lnTo>
                  <a:lnTo>
                    <a:pt x="33" y="50"/>
                  </a:lnTo>
                  <a:lnTo>
                    <a:pt x="34" y="50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36" y="45"/>
                  </a:lnTo>
                  <a:lnTo>
                    <a:pt x="38" y="48"/>
                  </a:lnTo>
                  <a:lnTo>
                    <a:pt x="41" y="45"/>
                  </a:lnTo>
                  <a:lnTo>
                    <a:pt x="42" y="45"/>
                  </a:lnTo>
                  <a:lnTo>
                    <a:pt x="42" y="48"/>
                  </a:lnTo>
                  <a:lnTo>
                    <a:pt x="44" y="49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6"/>
                  </a:lnTo>
                  <a:lnTo>
                    <a:pt x="46" y="44"/>
                  </a:lnTo>
                  <a:lnTo>
                    <a:pt x="50" y="40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1" y="42"/>
                  </a:lnTo>
                  <a:lnTo>
                    <a:pt x="51" y="44"/>
                  </a:lnTo>
                  <a:lnTo>
                    <a:pt x="53" y="42"/>
                  </a:lnTo>
                  <a:lnTo>
                    <a:pt x="54" y="42"/>
                  </a:lnTo>
                  <a:lnTo>
                    <a:pt x="55" y="41"/>
                  </a:lnTo>
                  <a:lnTo>
                    <a:pt x="53" y="41"/>
                  </a:lnTo>
                  <a:lnTo>
                    <a:pt x="53" y="39"/>
                  </a:lnTo>
                  <a:lnTo>
                    <a:pt x="55" y="37"/>
                  </a:lnTo>
                  <a:lnTo>
                    <a:pt x="55" y="36"/>
                  </a:lnTo>
                  <a:lnTo>
                    <a:pt x="54" y="35"/>
                  </a:lnTo>
                  <a:lnTo>
                    <a:pt x="57" y="33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57" y="37"/>
                  </a:lnTo>
                  <a:lnTo>
                    <a:pt x="59" y="35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3" y="35"/>
                  </a:lnTo>
                  <a:lnTo>
                    <a:pt x="65" y="33"/>
                  </a:lnTo>
                  <a:lnTo>
                    <a:pt x="63" y="32"/>
                  </a:lnTo>
                  <a:lnTo>
                    <a:pt x="62" y="31"/>
                  </a:lnTo>
                  <a:lnTo>
                    <a:pt x="61" y="28"/>
                  </a:lnTo>
                  <a:lnTo>
                    <a:pt x="63" y="28"/>
                  </a:lnTo>
                  <a:lnTo>
                    <a:pt x="65" y="28"/>
                  </a:lnTo>
                  <a:lnTo>
                    <a:pt x="66" y="28"/>
                  </a:lnTo>
                  <a:lnTo>
                    <a:pt x="65" y="27"/>
                  </a:lnTo>
                  <a:lnTo>
                    <a:pt x="63" y="24"/>
                  </a:lnTo>
                  <a:lnTo>
                    <a:pt x="63" y="21"/>
                  </a:lnTo>
                  <a:lnTo>
                    <a:pt x="65" y="20"/>
                  </a:lnTo>
                  <a:lnTo>
                    <a:pt x="66" y="20"/>
                  </a:lnTo>
                  <a:lnTo>
                    <a:pt x="66" y="23"/>
                  </a:lnTo>
                  <a:lnTo>
                    <a:pt x="67" y="24"/>
                  </a:lnTo>
                  <a:lnTo>
                    <a:pt x="69" y="23"/>
                  </a:lnTo>
                  <a:lnTo>
                    <a:pt x="69" y="20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4" y="16"/>
                  </a:lnTo>
                  <a:lnTo>
                    <a:pt x="74" y="14"/>
                  </a:lnTo>
                  <a:lnTo>
                    <a:pt x="76" y="11"/>
                  </a:lnTo>
                  <a:lnTo>
                    <a:pt x="76" y="11"/>
                  </a:lnTo>
                  <a:lnTo>
                    <a:pt x="75" y="8"/>
                  </a:lnTo>
                  <a:lnTo>
                    <a:pt x="75" y="7"/>
                  </a:lnTo>
                  <a:lnTo>
                    <a:pt x="73" y="4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78" y="4"/>
                  </a:lnTo>
                  <a:lnTo>
                    <a:pt x="78" y="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6" name="Freeform 489">
              <a:extLst>
                <a:ext uri="{FF2B5EF4-FFF2-40B4-BE49-F238E27FC236}">
                  <a16:creationId xmlns:a16="http://schemas.microsoft.com/office/drawing/2014/main" id="{943B31A2-34A9-4851-ACC2-E55B43014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-235639" y="5450718"/>
              <a:ext cx="789912" cy="1274054"/>
            </a:xfrm>
            <a:custGeom>
              <a:avLst/>
              <a:gdLst>
                <a:gd name="T0" fmla="*/ 124 w 124"/>
                <a:gd name="T1" fmla="*/ 5 h 200"/>
                <a:gd name="T2" fmla="*/ 121 w 124"/>
                <a:gd name="T3" fmla="*/ 13 h 200"/>
                <a:gd name="T4" fmla="*/ 122 w 124"/>
                <a:gd name="T5" fmla="*/ 24 h 200"/>
                <a:gd name="T6" fmla="*/ 121 w 124"/>
                <a:gd name="T7" fmla="*/ 37 h 200"/>
                <a:gd name="T8" fmla="*/ 120 w 124"/>
                <a:gd name="T9" fmla="*/ 46 h 200"/>
                <a:gd name="T10" fmla="*/ 121 w 124"/>
                <a:gd name="T11" fmla="*/ 53 h 200"/>
                <a:gd name="T12" fmla="*/ 118 w 124"/>
                <a:gd name="T13" fmla="*/ 58 h 200"/>
                <a:gd name="T14" fmla="*/ 118 w 124"/>
                <a:gd name="T15" fmla="*/ 62 h 200"/>
                <a:gd name="T16" fmla="*/ 111 w 124"/>
                <a:gd name="T17" fmla="*/ 72 h 200"/>
                <a:gd name="T18" fmla="*/ 91 w 124"/>
                <a:gd name="T19" fmla="*/ 82 h 200"/>
                <a:gd name="T20" fmla="*/ 82 w 124"/>
                <a:gd name="T21" fmla="*/ 88 h 200"/>
                <a:gd name="T22" fmla="*/ 75 w 124"/>
                <a:gd name="T23" fmla="*/ 93 h 200"/>
                <a:gd name="T24" fmla="*/ 67 w 124"/>
                <a:gd name="T25" fmla="*/ 101 h 200"/>
                <a:gd name="T26" fmla="*/ 57 w 124"/>
                <a:gd name="T27" fmla="*/ 110 h 200"/>
                <a:gd name="T28" fmla="*/ 49 w 124"/>
                <a:gd name="T29" fmla="*/ 112 h 200"/>
                <a:gd name="T30" fmla="*/ 47 w 124"/>
                <a:gd name="T31" fmla="*/ 120 h 200"/>
                <a:gd name="T32" fmla="*/ 53 w 124"/>
                <a:gd name="T33" fmla="*/ 130 h 200"/>
                <a:gd name="T34" fmla="*/ 55 w 124"/>
                <a:gd name="T35" fmla="*/ 146 h 200"/>
                <a:gd name="T36" fmla="*/ 57 w 124"/>
                <a:gd name="T37" fmla="*/ 146 h 200"/>
                <a:gd name="T38" fmla="*/ 54 w 124"/>
                <a:gd name="T39" fmla="*/ 157 h 200"/>
                <a:gd name="T40" fmla="*/ 55 w 124"/>
                <a:gd name="T41" fmla="*/ 162 h 200"/>
                <a:gd name="T42" fmla="*/ 41 w 124"/>
                <a:gd name="T43" fmla="*/ 176 h 200"/>
                <a:gd name="T44" fmla="*/ 21 w 124"/>
                <a:gd name="T45" fmla="*/ 185 h 200"/>
                <a:gd name="T46" fmla="*/ 20 w 124"/>
                <a:gd name="T47" fmla="*/ 192 h 200"/>
                <a:gd name="T48" fmla="*/ 24 w 124"/>
                <a:gd name="T49" fmla="*/ 191 h 200"/>
                <a:gd name="T50" fmla="*/ 20 w 124"/>
                <a:gd name="T51" fmla="*/ 200 h 200"/>
                <a:gd name="T52" fmla="*/ 14 w 124"/>
                <a:gd name="T53" fmla="*/ 195 h 200"/>
                <a:gd name="T54" fmla="*/ 12 w 124"/>
                <a:gd name="T55" fmla="*/ 189 h 200"/>
                <a:gd name="T56" fmla="*/ 12 w 124"/>
                <a:gd name="T57" fmla="*/ 167 h 200"/>
                <a:gd name="T58" fmla="*/ 10 w 124"/>
                <a:gd name="T59" fmla="*/ 153 h 200"/>
                <a:gd name="T60" fmla="*/ 21 w 124"/>
                <a:gd name="T61" fmla="*/ 129 h 200"/>
                <a:gd name="T62" fmla="*/ 22 w 124"/>
                <a:gd name="T63" fmla="*/ 120 h 200"/>
                <a:gd name="T64" fmla="*/ 29 w 124"/>
                <a:gd name="T65" fmla="*/ 112 h 200"/>
                <a:gd name="T66" fmla="*/ 26 w 124"/>
                <a:gd name="T67" fmla="*/ 104 h 200"/>
                <a:gd name="T68" fmla="*/ 29 w 124"/>
                <a:gd name="T69" fmla="*/ 96 h 200"/>
                <a:gd name="T70" fmla="*/ 29 w 124"/>
                <a:gd name="T71" fmla="*/ 88 h 200"/>
                <a:gd name="T72" fmla="*/ 29 w 124"/>
                <a:gd name="T73" fmla="*/ 80 h 200"/>
                <a:gd name="T74" fmla="*/ 25 w 124"/>
                <a:gd name="T75" fmla="*/ 72 h 200"/>
                <a:gd name="T76" fmla="*/ 10 w 124"/>
                <a:gd name="T77" fmla="*/ 67 h 200"/>
                <a:gd name="T78" fmla="*/ 1 w 124"/>
                <a:gd name="T79" fmla="*/ 67 h 200"/>
                <a:gd name="T80" fmla="*/ 8 w 124"/>
                <a:gd name="T81" fmla="*/ 54 h 200"/>
                <a:gd name="T82" fmla="*/ 37 w 124"/>
                <a:gd name="T83" fmla="*/ 43 h 200"/>
                <a:gd name="T84" fmla="*/ 41 w 124"/>
                <a:gd name="T85" fmla="*/ 49 h 200"/>
                <a:gd name="T86" fmla="*/ 50 w 124"/>
                <a:gd name="T87" fmla="*/ 49 h 200"/>
                <a:gd name="T88" fmla="*/ 47 w 124"/>
                <a:gd name="T89" fmla="*/ 62 h 200"/>
                <a:gd name="T90" fmla="*/ 50 w 124"/>
                <a:gd name="T91" fmla="*/ 72 h 200"/>
                <a:gd name="T92" fmla="*/ 55 w 124"/>
                <a:gd name="T93" fmla="*/ 80 h 200"/>
                <a:gd name="T94" fmla="*/ 59 w 124"/>
                <a:gd name="T95" fmla="*/ 74 h 200"/>
                <a:gd name="T96" fmla="*/ 64 w 124"/>
                <a:gd name="T97" fmla="*/ 64 h 200"/>
                <a:gd name="T98" fmla="*/ 64 w 124"/>
                <a:gd name="T99" fmla="*/ 57 h 200"/>
                <a:gd name="T100" fmla="*/ 67 w 124"/>
                <a:gd name="T101" fmla="*/ 51 h 200"/>
                <a:gd name="T102" fmla="*/ 57 w 124"/>
                <a:gd name="T103" fmla="*/ 38 h 200"/>
                <a:gd name="T104" fmla="*/ 51 w 124"/>
                <a:gd name="T105" fmla="*/ 12 h 200"/>
                <a:gd name="T106" fmla="*/ 67 w 124"/>
                <a:gd name="T107" fmla="*/ 12 h 200"/>
                <a:gd name="T108" fmla="*/ 72 w 124"/>
                <a:gd name="T109" fmla="*/ 16 h 200"/>
                <a:gd name="T110" fmla="*/ 82 w 124"/>
                <a:gd name="T111" fmla="*/ 12 h 200"/>
                <a:gd name="T112" fmla="*/ 91 w 124"/>
                <a:gd name="T113" fmla="*/ 13 h 200"/>
                <a:gd name="T114" fmla="*/ 96 w 124"/>
                <a:gd name="T115" fmla="*/ 9 h 200"/>
                <a:gd name="T116" fmla="*/ 107 w 124"/>
                <a:gd name="T117" fmla="*/ 9 h 200"/>
                <a:gd name="T118" fmla="*/ 117 w 124"/>
                <a:gd name="T119" fmla="*/ 5 h 200"/>
                <a:gd name="T120" fmla="*/ 124 w 124"/>
                <a:gd name="T12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4" h="200">
                  <a:moveTo>
                    <a:pt x="124" y="0"/>
                  </a:moveTo>
                  <a:lnTo>
                    <a:pt x="124" y="1"/>
                  </a:lnTo>
                  <a:lnTo>
                    <a:pt x="124" y="4"/>
                  </a:lnTo>
                  <a:lnTo>
                    <a:pt x="124" y="5"/>
                  </a:lnTo>
                  <a:lnTo>
                    <a:pt x="124" y="5"/>
                  </a:lnTo>
                  <a:lnTo>
                    <a:pt x="121" y="9"/>
                  </a:lnTo>
                  <a:lnTo>
                    <a:pt x="121" y="10"/>
                  </a:lnTo>
                  <a:lnTo>
                    <a:pt x="121" y="12"/>
                  </a:lnTo>
                  <a:lnTo>
                    <a:pt x="121" y="12"/>
                  </a:lnTo>
                  <a:lnTo>
                    <a:pt x="121" y="13"/>
                  </a:lnTo>
                  <a:lnTo>
                    <a:pt x="121" y="17"/>
                  </a:lnTo>
                  <a:lnTo>
                    <a:pt x="122" y="20"/>
                  </a:lnTo>
                  <a:lnTo>
                    <a:pt x="122" y="21"/>
                  </a:lnTo>
                  <a:lnTo>
                    <a:pt x="122" y="24"/>
                  </a:lnTo>
                  <a:lnTo>
                    <a:pt x="122" y="24"/>
                  </a:lnTo>
                  <a:lnTo>
                    <a:pt x="122" y="28"/>
                  </a:lnTo>
                  <a:lnTo>
                    <a:pt x="121" y="29"/>
                  </a:lnTo>
                  <a:lnTo>
                    <a:pt x="122" y="32"/>
                  </a:lnTo>
                  <a:lnTo>
                    <a:pt x="121" y="37"/>
                  </a:lnTo>
                  <a:lnTo>
                    <a:pt x="121" y="37"/>
                  </a:lnTo>
                  <a:lnTo>
                    <a:pt x="121" y="38"/>
                  </a:lnTo>
                  <a:lnTo>
                    <a:pt x="121" y="43"/>
                  </a:lnTo>
                  <a:lnTo>
                    <a:pt x="120" y="43"/>
                  </a:lnTo>
                  <a:lnTo>
                    <a:pt x="120" y="45"/>
                  </a:lnTo>
                  <a:lnTo>
                    <a:pt x="120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24" y="51"/>
                  </a:lnTo>
                  <a:lnTo>
                    <a:pt x="122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1" y="55"/>
                  </a:lnTo>
                  <a:lnTo>
                    <a:pt x="120" y="55"/>
                  </a:lnTo>
                  <a:lnTo>
                    <a:pt x="118" y="57"/>
                  </a:lnTo>
                  <a:lnTo>
                    <a:pt x="118" y="58"/>
                  </a:lnTo>
                  <a:lnTo>
                    <a:pt x="120" y="57"/>
                  </a:lnTo>
                  <a:lnTo>
                    <a:pt x="121" y="58"/>
                  </a:lnTo>
                  <a:lnTo>
                    <a:pt x="120" y="59"/>
                  </a:lnTo>
                  <a:lnTo>
                    <a:pt x="120" y="62"/>
                  </a:lnTo>
                  <a:lnTo>
                    <a:pt x="118" y="62"/>
                  </a:lnTo>
                  <a:lnTo>
                    <a:pt x="116" y="64"/>
                  </a:lnTo>
                  <a:lnTo>
                    <a:pt x="116" y="66"/>
                  </a:lnTo>
                  <a:lnTo>
                    <a:pt x="113" y="70"/>
                  </a:lnTo>
                  <a:lnTo>
                    <a:pt x="111" y="70"/>
                  </a:lnTo>
                  <a:lnTo>
                    <a:pt x="111" y="72"/>
                  </a:lnTo>
                  <a:lnTo>
                    <a:pt x="103" y="76"/>
                  </a:lnTo>
                  <a:lnTo>
                    <a:pt x="103" y="76"/>
                  </a:lnTo>
                  <a:lnTo>
                    <a:pt x="101" y="78"/>
                  </a:lnTo>
                  <a:lnTo>
                    <a:pt x="93" y="82"/>
                  </a:lnTo>
                  <a:lnTo>
                    <a:pt x="91" y="82"/>
                  </a:lnTo>
                  <a:lnTo>
                    <a:pt x="91" y="83"/>
                  </a:lnTo>
                  <a:lnTo>
                    <a:pt x="87" y="84"/>
                  </a:lnTo>
                  <a:lnTo>
                    <a:pt x="83" y="87"/>
                  </a:lnTo>
                  <a:lnTo>
                    <a:pt x="82" y="87"/>
                  </a:lnTo>
                  <a:lnTo>
                    <a:pt x="82" y="88"/>
                  </a:lnTo>
                  <a:lnTo>
                    <a:pt x="79" y="91"/>
                  </a:lnTo>
                  <a:lnTo>
                    <a:pt x="78" y="92"/>
                  </a:lnTo>
                  <a:lnTo>
                    <a:pt x="76" y="89"/>
                  </a:lnTo>
                  <a:lnTo>
                    <a:pt x="76" y="93"/>
                  </a:lnTo>
                  <a:lnTo>
                    <a:pt x="75" y="93"/>
                  </a:lnTo>
                  <a:lnTo>
                    <a:pt x="74" y="95"/>
                  </a:lnTo>
                  <a:lnTo>
                    <a:pt x="70" y="99"/>
                  </a:lnTo>
                  <a:lnTo>
                    <a:pt x="70" y="99"/>
                  </a:lnTo>
                  <a:lnTo>
                    <a:pt x="68" y="100"/>
                  </a:lnTo>
                  <a:lnTo>
                    <a:pt x="67" y="101"/>
                  </a:lnTo>
                  <a:lnTo>
                    <a:pt x="67" y="103"/>
                  </a:lnTo>
                  <a:lnTo>
                    <a:pt x="64" y="103"/>
                  </a:lnTo>
                  <a:lnTo>
                    <a:pt x="58" y="107"/>
                  </a:lnTo>
                  <a:lnTo>
                    <a:pt x="58" y="109"/>
                  </a:lnTo>
                  <a:lnTo>
                    <a:pt x="57" y="110"/>
                  </a:lnTo>
                  <a:lnTo>
                    <a:pt x="53" y="110"/>
                  </a:lnTo>
                  <a:lnTo>
                    <a:pt x="53" y="112"/>
                  </a:lnTo>
                  <a:lnTo>
                    <a:pt x="50" y="110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0" y="113"/>
                  </a:lnTo>
                  <a:lnTo>
                    <a:pt x="50" y="116"/>
                  </a:lnTo>
                  <a:lnTo>
                    <a:pt x="49" y="117"/>
                  </a:lnTo>
                  <a:lnTo>
                    <a:pt x="49" y="118"/>
                  </a:lnTo>
                  <a:lnTo>
                    <a:pt x="47" y="120"/>
                  </a:lnTo>
                  <a:lnTo>
                    <a:pt x="51" y="125"/>
                  </a:lnTo>
                  <a:lnTo>
                    <a:pt x="51" y="126"/>
                  </a:lnTo>
                  <a:lnTo>
                    <a:pt x="50" y="128"/>
                  </a:lnTo>
                  <a:lnTo>
                    <a:pt x="51" y="128"/>
                  </a:lnTo>
                  <a:lnTo>
                    <a:pt x="53" y="130"/>
                  </a:lnTo>
                  <a:lnTo>
                    <a:pt x="53" y="133"/>
                  </a:lnTo>
                  <a:lnTo>
                    <a:pt x="54" y="135"/>
                  </a:lnTo>
                  <a:lnTo>
                    <a:pt x="53" y="143"/>
                  </a:lnTo>
                  <a:lnTo>
                    <a:pt x="54" y="146"/>
                  </a:lnTo>
                  <a:lnTo>
                    <a:pt x="55" y="146"/>
                  </a:lnTo>
                  <a:lnTo>
                    <a:pt x="55" y="143"/>
                  </a:lnTo>
                  <a:lnTo>
                    <a:pt x="57" y="141"/>
                  </a:lnTo>
                  <a:lnTo>
                    <a:pt x="57" y="143"/>
                  </a:lnTo>
                  <a:lnTo>
                    <a:pt x="57" y="143"/>
                  </a:lnTo>
                  <a:lnTo>
                    <a:pt x="57" y="146"/>
                  </a:lnTo>
                  <a:lnTo>
                    <a:pt x="55" y="147"/>
                  </a:lnTo>
                  <a:lnTo>
                    <a:pt x="55" y="151"/>
                  </a:lnTo>
                  <a:lnTo>
                    <a:pt x="57" y="151"/>
                  </a:lnTo>
                  <a:lnTo>
                    <a:pt x="54" y="155"/>
                  </a:lnTo>
                  <a:lnTo>
                    <a:pt x="54" y="157"/>
                  </a:lnTo>
                  <a:lnTo>
                    <a:pt x="54" y="158"/>
                  </a:lnTo>
                  <a:lnTo>
                    <a:pt x="54" y="160"/>
                  </a:lnTo>
                  <a:lnTo>
                    <a:pt x="53" y="160"/>
                  </a:lnTo>
                  <a:lnTo>
                    <a:pt x="53" y="163"/>
                  </a:lnTo>
                  <a:lnTo>
                    <a:pt x="55" y="162"/>
                  </a:lnTo>
                  <a:lnTo>
                    <a:pt x="55" y="163"/>
                  </a:lnTo>
                  <a:lnTo>
                    <a:pt x="54" y="166"/>
                  </a:lnTo>
                  <a:lnTo>
                    <a:pt x="53" y="168"/>
                  </a:lnTo>
                  <a:lnTo>
                    <a:pt x="49" y="172"/>
                  </a:lnTo>
                  <a:lnTo>
                    <a:pt x="41" y="176"/>
                  </a:lnTo>
                  <a:lnTo>
                    <a:pt x="30" y="179"/>
                  </a:lnTo>
                  <a:lnTo>
                    <a:pt x="26" y="182"/>
                  </a:lnTo>
                  <a:lnTo>
                    <a:pt x="24" y="183"/>
                  </a:lnTo>
                  <a:lnTo>
                    <a:pt x="22" y="184"/>
                  </a:lnTo>
                  <a:lnTo>
                    <a:pt x="21" y="185"/>
                  </a:lnTo>
                  <a:lnTo>
                    <a:pt x="21" y="188"/>
                  </a:lnTo>
                  <a:lnTo>
                    <a:pt x="20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1" y="192"/>
                  </a:lnTo>
                  <a:lnTo>
                    <a:pt x="22" y="193"/>
                  </a:lnTo>
                  <a:lnTo>
                    <a:pt x="22" y="191"/>
                  </a:lnTo>
                  <a:lnTo>
                    <a:pt x="24" y="191"/>
                  </a:lnTo>
                  <a:lnTo>
                    <a:pt x="24" y="192"/>
                  </a:lnTo>
                  <a:lnTo>
                    <a:pt x="24" y="196"/>
                  </a:lnTo>
                  <a:lnTo>
                    <a:pt x="22" y="197"/>
                  </a:lnTo>
                  <a:lnTo>
                    <a:pt x="22" y="199"/>
                  </a:lnTo>
                  <a:lnTo>
                    <a:pt x="20" y="200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7"/>
                  </a:lnTo>
                  <a:lnTo>
                    <a:pt x="14" y="196"/>
                  </a:lnTo>
                  <a:lnTo>
                    <a:pt x="14" y="195"/>
                  </a:lnTo>
                  <a:lnTo>
                    <a:pt x="16" y="193"/>
                  </a:lnTo>
                  <a:lnTo>
                    <a:pt x="14" y="192"/>
                  </a:lnTo>
                  <a:lnTo>
                    <a:pt x="13" y="191"/>
                  </a:lnTo>
                  <a:lnTo>
                    <a:pt x="12" y="189"/>
                  </a:lnTo>
                  <a:lnTo>
                    <a:pt x="12" y="189"/>
                  </a:lnTo>
                  <a:lnTo>
                    <a:pt x="12" y="185"/>
                  </a:lnTo>
                  <a:lnTo>
                    <a:pt x="12" y="182"/>
                  </a:lnTo>
                  <a:lnTo>
                    <a:pt x="13" y="179"/>
                  </a:lnTo>
                  <a:lnTo>
                    <a:pt x="13" y="170"/>
                  </a:lnTo>
                  <a:lnTo>
                    <a:pt x="12" y="167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55"/>
                  </a:lnTo>
                  <a:lnTo>
                    <a:pt x="10" y="153"/>
                  </a:lnTo>
                  <a:lnTo>
                    <a:pt x="9" y="150"/>
                  </a:lnTo>
                  <a:lnTo>
                    <a:pt x="9" y="146"/>
                  </a:lnTo>
                  <a:lnTo>
                    <a:pt x="8" y="146"/>
                  </a:lnTo>
                  <a:lnTo>
                    <a:pt x="21" y="133"/>
                  </a:lnTo>
                  <a:lnTo>
                    <a:pt x="21" y="129"/>
                  </a:lnTo>
                  <a:lnTo>
                    <a:pt x="22" y="128"/>
                  </a:lnTo>
                  <a:lnTo>
                    <a:pt x="22" y="124"/>
                  </a:lnTo>
                  <a:lnTo>
                    <a:pt x="24" y="122"/>
                  </a:lnTo>
                  <a:lnTo>
                    <a:pt x="22" y="121"/>
                  </a:lnTo>
                  <a:lnTo>
                    <a:pt x="22" y="120"/>
                  </a:lnTo>
                  <a:lnTo>
                    <a:pt x="25" y="118"/>
                  </a:lnTo>
                  <a:lnTo>
                    <a:pt x="25" y="117"/>
                  </a:lnTo>
                  <a:lnTo>
                    <a:pt x="28" y="116"/>
                  </a:lnTo>
                  <a:lnTo>
                    <a:pt x="29" y="113"/>
                  </a:lnTo>
                  <a:lnTo>
                    <a:pt x="29" y="112"/>
                  </a:lnTo>
                  <a:lnTo>
                    <a:pt x="28" y="110"/>
                  </a:lnTo>
                  <a:lnTo>
                    <a:pt x="28" y="109"/>
                  </a:lnTo>
                  <a:lnTo>
                    <a:pt x="29" y="108"/>
                  </a:lnTo>
                  <a:lnTo>
                    <a:pt x="28" y="105"/>
                  </a:lnTo>
                  <a:lnTo>
                    <a:pt x="26" y="104"/>
                  </a:lnTo>
                  <a:lnTo>
                    <a:pt x="26" y="103"/>
                  </a:lnTo>
                  <a:lnTo>
                    <a:pt x="28" y="103"/>
                  </a:lnTo>
                  <a:lnTo>
                    <a:pt x="28" y="100"/>
                  </a:lnTo>
                  <a:lnTo>
                    <a:pt x="28" y="97"/>
                  </a:lnTo>
                  <a:lnTo>
                    <a:pt x="29" y="96"/>
                  </a:lnTo>
                  <a:lnTo>
                    <a:pt x="30" y="95"/>
                  </a:lnTo>
                  <a:lnTo>
                    <a:pt x="28" y="95"/>
                  </a:lnTo>
                  <a:lnTo>
                    <a:pt x="28" y="93"/>
                  </a:lnTo>
                  <a:lnTo>
                    <a:pt x="29" y="92"/>
                  </a:lnTo>
                  <a:lnTo>
                    <a:pt x="29" y="88"/>
                  </a:lnTo>
                  <a:lnTo>
                    <a:pt x="30" y="87"/>
                  </a:lnTo>
                  <a:lnTo>
                    <a:pt x="30" y="85"/>
                  </a:lnTo>
                  <a:lnTo>
                    <a:pt x="29" y="84"/>
                  </a:lnTo>
                  <a:lnTo>
                    <a:pt x="30" y="82"/>
                  </a:lnTo>
                  <a:lnTo>
                    <a:pt x="29" y="80"/>
                  </a:lnTo>
                  <a:lnTo>
                    <a:pt x="30" y="79"/>
                  </a:lnTo>
                  <a:lnTo>
                    <a:pt x="30" y="76"/>
                  </a:lnTo>
                  <a:lnTo>
                    <a:pt x="28" y="76"/>
                  </a:lnTo>
                  <a:lnTo>
                    <a:pt x="26" y="75"/>
                  </a:lnTo>
                  <a:lnTo>
                    <a:pt x="25" y="72"/>
                  </a:lnTo>
                  <a:lnTo>
                    <a:pt x="21" y="72"/>
                  </a:lnTo>
                  <a:lnTo>
                    <a:pt x="18" y="72"/>
                  </a:lnTo>
                  <a:lnTo>
                    <a:pt x="17" y="70"/>
                  </a:lnTo>
                  <a:lnTo>
                    <a:pt x="13" y="67"/>
                  </a:lnTo>
                  <a:lnTo>
                    <a:pt x="10" y="67"/>
                  </a:lnTo>
                  <a:lnTo>
                    <a:pt x="9" y="68"/>
                  </a:lnTo>
                  <a:lnTo>
                    <a:pt x="8" y="68"/>
                  </a:lnTo>
                  <a:lnTo>
                    <a:pt x="8" y="67"/>
                  </a:lnTo>
                  <a:lnTo>
                    <a:pt x="5" y="67"/>
                  </a:lnTo>
                  <a:lnTo>
                    <a:pt x="1" y="67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1" y="55"/>
                  </a:lnTo>
                  <a:lnTo>
                    <a:pt x="5" y="54"/>
                  </a:lnTo>
                  <a:lnTo>
                    <a:pt x="8" y="54"/>
                  </a:lnTo>
                  <a:lnTo>
                    <a:pt x="20" y="49"/>
                  </a:lnTo>
                  <a:lnTo>
                    <a:pt x="22" y="47"/>
                  </a:lnTo>
                  <a:lnTo>
                    <a:pt x="29" y="45"/>
                  </a:lnTo>
                  <a:lnTo>
                    <a:pt x="33" y="43"/>
                  </a:lnTo>
                  <a:lnTo>
                    <a:pt x="37" y="43"/>
                  </a:lnTo>
                  <a:lnTo>
                    <a:pt x="37" y="45"/>
                  </a:lnTo>
                  <a:lnTo>
                    <a:pt x="37" y="46"/>
                  </a:lnTo>
                  <a:lnTo>
                    <a:pt x="38" y="46"/>
                  </a:lnTo>
                  <a:lnTo>
                    <a:pt x="38" y="49"/>
                  </a:lnTo>
                  <a:lnTo>
                    <a:pt x="41" y="49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43" y="47"/>
                  </a:lnTo>
                  <a:lnTo>
                    <a:pt x="46" y="47"/>
                  </a:lnTo>
                  <a:lnTo>
                    <a:pt x="50" y="49"/>
                  </a:lnTo>
                  <a:lnTo>
                    <a:pt x="51" y="50"/>
                  </a:lnTo>
                  <a:lnTo>
                    <a:pt x="51" y="54"/>
                  </a:lnTo>
                  <a:lnTo>
                    <a:pt x="50" y="57"/>
                  </a:lnTo>
                  <a:lnTo>
                    <a:pt x="47" y="59"/>
                  </a:lnTo>
                  <a:lnTo>
                    <a:pt x="47" y="62"/>
                  </a:lnTo>
                  <a:lnTo>
                    <a:pt x="46" y="63"/>
                  </a:lnTo>
                  <a:lnTo>
                    <a:pt x="46" y="66"/>
                  </a:lnTo>
                  <a:lnTo>
                    <a:pt x="47" y="68"/>
                  </a:lnTo>
                  <a:lnTo>
                    <a:pt x="47" y="70"/>
                  </a:lnTo>
                  <a:lnTo>
                    <a:pt x="50" y="72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4" y="76"/>
                  </a:lnTo>
                  <a:lnTo>
                    <a:pt x="55" y="79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8" y="82"/>
                  </a:lnTo>
                  <a:lnTo>
                    <a:pt x="58" y="79"/>
                  </a:lnTo>
                  <a:lnTo>
                    <a:pt x="58" y="76"/>
                  </a:lnTo>
                  <a:lnTo>
                    <a:pt x="59" y="74"/>
                  </a:lnTo>
                  <a:lnTo>
                    <a:pt x="59" y="72"/>
                  </a:lnTo>
                  <a:lnTo>
                    <a:pt x="61" y="68"/>
                  </a:lnTo>
                  <a:lnTo>
                    <a:pt x="63" y="68"/>
                  </a:lnTo>
                  <a:lnTo>
                    <a:pt x="64" y="67"/>
                  </a:lnTo>
                  <a:lnTo>
                    <a:pt x="64" y="64"/>
                  </a:lnTo>
                  <a:lnTo>
                    <a:pt x="66" y="60"/>
                  </a:lnTo>
                  <a:lnTo>
                    <a:pt x="64" y="59"/>
                  </a:lnTo>
                  <a:lnTo>
                    <a:pt x="64" y="58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7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7" y="53"/>
                  </a:lnTo>
                  <a:lnTo>
                    <a:pt x="67" y="51"/>
                  </a:lnTo>
                  <a:lnTo>
                    <a:pt x="66" y="49"/>
                  </a:lnTo>
                  <a:lnTo>
                    <a:pt x="63" y="45"/>
                  </a:lnTo>
                  <a:lnTo>
                    <a:pt x="62" y="43"/>
                  </a:lnTo>
                  <a:lnTo>
                    <a:pt x="58" y="39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4" y="35"/>
                  </a:lnTo>
                  <a:lnTo>
                    <a:pt x="50" y="34"/>
                  </a:lnTo>
                  <a:lnTo>
                    <a:pt x="49" y="24"/>
                  </a:lnTo>
                  <a:lnTo>
                    <a:pt x="51" y="12"/>
                  </a:lnTo>
                  <a:lnTo>
                    <a:pt x="63" y="12"/>
                  </a:lnTo>
                  <a:lnTo>
                    <a:pt x="64" y="12"/>
                  </a:lnTo>
                  <a:lnTo>
                    <a:pt x="66" y="10"/>
                  </a:lnTo>
                  <a:lnTo>
                    <a:pt x="67" y="10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70" y="13"/>
                  </a:lnTo>
                  <a:lnTo>
                    <a:pt x="71" y="13"/>
                  </a:lnTo>
                  <a:lnTo>
                    <a:pt x="72" y="14"/>
                  </a:lnTo>
                  <a:lnTo>
                    <a:pt x="72" y="16"/>
                  </a:lnTo>
                  <a:lnTo>
                    <a:pt x="76" y="14"/>
                  </a:lnTo>
                  <a:lnTo>
                    <a:pt x="79" y="13"/>
                  </a:lnTo>
                  <a:lnTo>
                    <a:pt x="80" y="12"/>
                  </a:lnTo>
                  <a:lnTo>
                    <a:pt x="80" y="12"/>
                  </a:lnTo>
                  <a:lnTo>
                    <a:pt x="82" y="12"/>
                  </a:lnTo>
                  <a:lnTo>
                    <a:pt x="83" y="13"/>
                  </a:lnTo>
                  <a:lnTo>
                    <a:pt x="84" y="13"/>
                  </a:lnTo>
                  <a:lnTo>
                    <a:pt x="86" y="14"/>
                  </a:lnTo>
                  <a:lnTo>
                    <a:pt x="88" y="13"/>
                  </a:lnTo>
                  <a:lnTo>
                    <a:pt x="91" y="13"/>
                  </a:lnTo>
                  <a:lnTo>
                    <a:pt x="92" y="10"/>
                  </a:lnTo>
                  <a:lnTo>
                    <a:pt x="91" y="9"/>
                  </a:lnTo>
                  <a:lnTo>
                    <a:pt x="92" y="9"/>
                  </a:lnTo>
                  <a:lnTo>
                    <a:pt x="95" y="9"/>
                  </a:lnTo>
                  <a:lnTo>
                    <a:pt x="96" y="9"/>
                  </a:lnTo>
                  <a:lnTo>
                    <a:pt x="97" y="10"/>
                  </a:lnTo>
                  <a:lnTo>
                    <a:pt x="100" y="10"/>
                  </a:lnTo>
                  <a:lnTo>
                    <a:pt x="101" y="9"/>
                  </a:lnTo>
                  <a:lnTo>
                    <a:pt x="105" y="8"/>
                  </a:lnTo>
                  <a:lnTo>
                    <a:pt x="107" y="9"/>
                  </a:lnTo>
                  <a:lnTo>
                    <a:pt x="109" y="8"/>
                  </a:lnTo>
                  <a:lnTo>
                    <a:pt x="109" y="7"/>
                  </a:lnTo>
                  <a:lnTo>
                    <a:pt x="112" y="7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20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7" name="Freeform 490">
              <a:extLst>
                <a:ext uri="{FF2B5EF4-FFF2-40B4-BE49-F238E27FC236}">
                  <a16:creationId xmlns:a16="http://schemas.microsoft.com/office/drawing/2014/main" id="{FBAD4063-585A-4F79-B7E5-8EEAC5E76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42007" y="6629218"/>
              <a:ext cx="108296" cy="121038"/>
            </a:xfrm>
            <a:custGeom>
              <a:avLst/>
              <a:gdLst>
                <a:gd name="T0" fmla="*/ 6 w 17"/>
                <a:gd name="T1" fmla="*/ 0 h 19"/>
                <a:gd name="T2" fmla="*/ 9 w 17"/>
                <a:gd name="T3" fmla="*/ 2 h 19"/>
                <a:gd name="T4" fmla="*/ 10 w 17"/>
                <a:gd name="T5" fmla="*/ 3 h 19"/>
                <a:gd name="T6" fmla="*/ 13 w 17"/>
                <a:gd name="T7" fmla="*/ 4 h 19"/>
                <a:gd name="T8" fmla="*/ 13 w 17"/>
                <a:gd name="T9" fmla="*/ 4 h 19"/>
                <a:gd name="T10" fmla="*/ 13 w 17"/>
                <a:gd name="T11" fmla="*/ 4 h 19"/>
                <a:gd name="T12" fmla="*/ 14 w 17"/>
                <a:gd name="T13" fmla="*/ 6 h 19"/>
                <a:gd name="T14" fmla="*/ 15 w 17"/>
                <a:gd name="T15" fmla="*/ 7 h 19"/>
                <a:gd name="T16" fmla="*/ 17 w 17"/>
                <a:gd name="T17" fmla="*/ 8 h 19"/>
                <a:gd name="T18" fmla="*/ 15 w 17"/>
                <a:gd name="T19" fmla="*/ 10 h 19"/>
                <a:gd name="T20" fmla="*/ 15 w 17"/>
                <a:gd name="T21" fmla="*/ 11 h 19"/>
                <a:gd name="T22" fmla="*/ 15 w 17"/>
                <a:gd name="T23" fmla="*/ 12 h 19"/>
                <a:gd name="T24" fmla="*/ 15 w 17"/>
                <a:gd name="T25" fmla="*/ 14 h 19"/>
                <a:gd name="T26" fmla="*/ 14 w 17"/>
                <a:gd name="T27" fmla="*/ 14 h 19"/>
                <a:gd name="T28" fmla="*/ 13 w 17"/>
                <a:gd name="T29" fmla="*/ 15 h 19"/>
                <a:gd name="T30" fmla="*/ 14 w 17"/>
                <a:gd name="T31" fmla="*/ 16 h 19"/>
                <a:gd name="T32" fmla="*/ 13 w 17"/>
                <a:gd name="T33" fmla="*/ 19 h 19"/>
                <a:gd name="T34" fmla="*/ 11 w 17"/>
                <a:gd name="T35" fmla="*/ 19 h 19"/>
                <a:gd name="T36" fmla="*/ 6 w 17"/>
                <a:gd name="T37" fmla="*/ 19 h 19"/>
                <a:gd name="T38" fmla="*/ 2 w 17"/>
                <a:gd name="T39" fmla="*/ 16 h 19"/>
                <a:gd name="T40" fmla="*/ 1 w 17"/>
                <a:gd name="T41" fmla="*/ 15 h 19"/>
                <a:gd name="T42" fmla="*/ 0 w 17"/>
                <a:gd name="T43" fmla="*/ 14 h 19"/>
                <a:gd name="T44" fmla="*/ 0 w 17"/>
                <a:gd name="T45" fmla="*/ 12 h 19"/>
                <a:gd name="T46" fmla="*/ 1 w 17"/>
                <a:gd name="T47" fmla="*/ 8 h 19"/>
                <a:gd name="T48" fmla="*/ 4 w 17"/>
                <a:gd name="T49" fmla="*/ 3 h 19"/>
                <a:gd name="T50" fmla="*/ 4 w 17"/>
                <a:gd name="T51" fmla="*/ 2 h 19"/>
                <a:gd name="T52" fmla="*/ 6 w 17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" h="19">
                  <a:moveTo>
                    <a:pt x="6" y="0"/>
                  </a:moveTo>
                  <a:lnTo>
                    <a:pt x="9" y="2"/>
                  </a:lnTo>
                  <a:lnTo>
                    <a:pt x="10" y="3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5" y="7"/>
                  </a:lnTo>
                  <a:lnTo>
                    <a:pt x="17" y="8"/>
                  </a:lnTo>
                  <a:lnTo>
                    <a:pt x="15" y="10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3" y="15"/>
                  </a:lnTo>
                  <a:lnTo>
                    <a:pt x="14" y="16"/>
                  </a:lnTo>
                  <a:lnTo>
                    <a:pt x="13" y="19"/>
                  </a:lnTo>
                  <a:lnTo>
                    <a:pt x="11" y="19"/>
                  </a:lnTo>
                  <a:lnTo>
                    <a:pt x="6" y="19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3"/>
                  </a:lnTo>
                  <a:lnTo>
                    <a:pt x="4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8" name="Freeform 491">
              <a:extLst>
                <a:ext uri="{FF2B5EF4-FFF2-40B4-BE49-F238E27FC236}">
                  <a16:creationId xmlns:a16="http://schemas.microsoft.com/office/drawing/2014/main" id="{9C0736DF-FE77-4505-9D33-CF68F3FE99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318586" y="6348926"/>
              <a:ext cx="1223092" cy="1038355"/>
            </a:xfrm>
            <a:custGeom>
              <a:avLst/>
              <a:gdLst>
                <a:gd name="T0" fmla="*/ 130 w 192"/>
                <a:gd name="T1" fmla="*/ 87 h 163"/>
                <a:gd name="T2" fmla="*/ 123 w 192"/>
                <a:gd name="T3" fmla="*/ 97 h 163"/>
                <a:gd name="T4" fmla="*/ 128 w 192"/>
                <a:gd name="T5" fmla="*/ 105 h 163"/>
                <a:gd name="T6" fmla="*/ 136 w 192"/>
                <a:gd name="T7" fmla="*/ 106 h 163"/>
                <a:gd name="T8" fmla="*/ 144 w 192"/>
                <a:gd name="T9" fmla="*/ 101 h 163"/>
                <a:gd name="T10" fmla="*/ 148 w 192"/>
                <a:gd name="T11" fmla="*/ 94 h 163"/>
                <a:gd name="T12" fmla="*/ 144 w 192"/>
                <a:gd name="T13" fmla="*/ 84 h 163"/>
                <a:gd name="T14" fmla="*/ 158 w 192"/>
                <a:gd name="T15" fmla="*/ 0 h 163"/>
                <a:gd name="T16" fmla="*/ 167 w 192"/>
                <a:gd name="T17" fmla="*/ 4 h 163"/>
                <a:gd name="T18" fmla="*/ 179 w 192"/>
                <a:gd name="T19" fmla="*/ 9 h 163"/>
                <a:gd name="T20" fmla="*/ 182 w 192"/>
                <a:gd name="T21" fmla="*/ 23 h 163"/>
                <a:gd name="T22" fmla="*/ 182 w 192"/>
                <a:gd name="T23" fmla="*/ 44 h 163"/>
                <a:gd name="T24" fmla="*/ 173 w 192"/>
                <a:gd name="T25" fmla="*/ 46 h 163"/>
                <a:gd name="T26" fmla="*/ 170 w 192"/>
                <a:gd name="T27" fmla="*/ 59 h 163"/>
                <a:gd name="T28" fmla="*/ 183 w 192"/>
                <a:gd name="T29" fmla="*/ 60 h 163"/>
                <a:gd name="T30" fmla="*/ 192 w 192"/>
                <a:gd name="T31" fmla="*/ 58 h 163"/>
                <a:gd name="T32" fmla="*/ 190 w 192"/>
                <a:gd name="T33" fmla="*/ 69 h 163"/>
                <a:gd name="T34" fmla="*/ 180 w 192"/>
                <a:gd name="T35" fmla="*/ 85 h 163"/>
                <a:gd name="T36" fmla="*/ 173 w 192"/>
                <a:gd name="T37" fmla="*/ 91 h 163"/>
                <a:gd name="T38" fmla="*/ 166 w 192"/>
                <a:gd name="T39" fmla="*/ 100 h 163"/>
                <a:gd name="T40" fmla="*/ 153 w 192"/>
                <a:gd name="T41" fmla="*/ 119 h 163"/>
                <a:gd name="T42" fmla="*/ 134 w 192"/>
                <a:gd name="T43" fmla="*/ 135 h 163"/>
                <a:gd name="T44" fmla="*/ 120 w 192"/>
                <a:gd name="T45" fmla="*/ 146 h 163"/>
                <a:gd name="T46" fmla="*/ 109 w 192"/>
                <a:gd name="T47" fmla="*/ 148 h 163"/>
                <a:gd name="T48" fmla="*/ 103 w 192"/>
                <a:gd name="T49" fmla="*/ 154 h 163"/>
                <a:gd name="T50" fmla="*/ 94 w 192"/>
                <a:gd name="T51" fmla="*/ 156 h 163"/>
                <a:gd name="T52" fmla="*/ 76 w 192"/>
                <a:gd name="T53" fmla="*/ 154 h 163"/>
                <a:gd name="T54" fmla="*/ 63 w 192"/>
                <a:gd name="T55" fmla="*/ 155 h 163"/>
                <a:gd name="T56" fmla="*/ 58 w 192"/>
                <a:gd name="T57" fmla="*/ 158 h 163"/>
                <a:gd name="T58" fmla="*/ 46 w 192"/>
                <a:gd name="T59" fmla="*/ 159 h 163"/>
                <a:gd name="T60" fmla="*/ 37 w 192"/>
                <a:gd name="T61" fmla="*/ 163 h 163"/>
                <a:gd name="T62" fmla="*/ 26 w 192"/>
                <a:gd name="T63" fmla="*/ 158 h 163"/>
                <a:gd name="T64" fmla="*/ 21 w 192"/>
                <a:gd name="T65" fmla="*/ 154 h 163"/>
                <a:gd name="T66" fmla="*/ 19 w 192"/>
                <a:gd name="T67" fmla="*/ 152 h 163"/>
                <a:gd name="T68" fmla="*/ 13 w 192"/>
                <a:gd name="T69" fmla="*/ 138 h 163"/>
                <a:gd name="T70" fmla="*/ 19 w 192"/>
                <a:gd name="T71" fmla="*/ 134 h 163"/>
                <a:gd name="T72" fmla="*/ 15 w 192"/>
                <a:gd name="T73" fmla="*/ 116 h 163"/>
                <a:gd name="T74" fmla="*/ 4 w 192"/>
                <a:gd name="T75" fmla="*/ 88 h 163"/>
                <a:gd name="T76" fmla="*/ 4 w 192"/>
                <a:gd name="T77" fmla="*/ 80 h 163"/>
                <a:gd name="T78" fmla="*/ 9 w 192"/>
                <a:gd name="T79" fmla="*/ 76 h 163"/>
                <a:gd name="T80" fmla="*/ 19 w 192"/>
                <a:gd name="T81" fmla="*/ 85 h 163"/>
                <a:gd name="T82" fmla="*/ 26 w 192"/>
                <a:gd name="T83" fmla="*/ 84 h 163"/>
                <a:gd name="T84" fmla="*/ 32 w 192"/>
                <a:gd name="T85" fmla="*/ 83 h 163"/>
                <a:gd name="T86" fmla="*/ 42 w 192"/>
                <a:gd name="T87" fmla="*/ 79 h 163"/>
                <a:gd name="T88" fmla="*/ 51 w 192"/>
                <a:gd name="T89" fmla="*/ 51 h 163"/>
                <a:gd name="T90" fmla="*/ 58 w 192"/>
                <a:gd name="T91" fmla="*/ 56 h 163"/>
                <a:gd name="T92" fmla="*/ 69 w 192"/>
                <a:gd name="T93" fmla="*/ 52 h 163"/>
                <a:gd name="T94" fmla="*/ 83 w 192"/>
                <a:gd name="T95" fmla="*/ 41 h 163"/>
                <a:gd name="T96" fmla="*/ 95 w 192"/>
                <a:gd name="T97" fmla="*/ 44 h 163"/>
                <a:gd name="T98" fmla="*/ 105 w 192"/>
                <a:gd name="T99" fmla="*/ 46 h 163"/>
                <a:gd name="T100" fmla="*/ 109 w 192"/>
                <a:gd name="T101" fmla="*/ 41 h 163"/>
                <a:gd name="T102" fmla="*/ 116 w 192"/>
                <a:gd name="T103" fmla="*/ 33 h 163"/>
                <a:gd name="T104" fmla="*/ 121 w 192"/>
                <a:gd name="T105" fmla="*/ 27 h 163"/>
                <a:gd name="T106" fmla="*/ 124 w 192"/>
                <a:gd name="T107" fmla="*/ 23 h 163"/>
                <a:gd name="T108" fmla="*/ 132 w 192"/>
                <a:gd name="T109" fmla="*/ 14 h 163"/>
                <a:gd name="T110" fmla="*/ 138 w 192"/>
                <a:gd name="T111" fmla="*/ 8 h 163"/>
                <a:gd name="T112" fmla="*/ 146 w 192"/>
                <a:gd name="T113" fmla="*/ 6 h 163"/>
                <a:gd name="T114" fmla="*/ 152 w 192"/>
                <a:gd name="T115" fmla="*/ 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2" h="163">
                  <a:moveTo>
                    <a:pt x="138" y="83"/>
                  </a:moveTo>
                  <a:lnTo>
                    <a:pt x="137" y="84"/>
                  </a:lnTo>
                  <a:lnTo>
                    <a:pt x="136" y="84"/>
                  </a:lnTo>
                  <a:lnTo>
                    <a:pt x="134" y="85"/>
                  </a:lnTo>
                  <a:lnTo>
                    <a:pt x="130" y="87"/>
                  </a:lnTo>
                  <a:lnTo>
                    <a:pt x="128" y="88"/>
                  </a:lnTo>
                  <a:lnTo>
                    <a:pt x="127" y="92"/>
                  </a:lnTo>
                  <a:lnTo>
                    <a:pt x="124" y="94"/>
                  </a:lnTo>
                  <a:lnTo>
                    <a:pt x="123" y="94"/>
                  </a:lnTo>
                  <a:lnTo>
                    <a:pt x="123" y="97"/>
                  </a:lnTo>
                  <a:lnTo>
                    <a:pt x="125" y="98"/>
                  </a:lnTo>
                  <a:lnTo>
                    <a:pt x="125" y="100"/>
                  </a:lnTo>
                  <a:lnTo>
                    <a:pt x="127" y="101"/>
                  </a:lnTo>
                  <a:lnTo>
                    <a:pt x="127" y="104"/>
                  </a:lnTo>
                  <a:lnTo>
                    <a:pt x="128" y="105"/>
                  </a:lnTo>
                  <a:lnTo>
                    <a:pt x="129" y="108"/>
                  </a:lnTo>
                  <a:lnTo>
                    <a:pt x="132" y="108"/>
                  </a:lnTo>
                  <a:lnTo>
                    <a:pt x="134" y="108"/>
                  </a:lnTo>
                  <a:lnTo>
                    <a:pt x="134" y="106"/>
                  </a:lnTo>
                  <a:lnTo>
                    <a:pt x="136" y="106"/>
                  </a:lnTo>
                  <a:lnTo>
                    <a:pt x="137" y="102"/>
                  </a:lnTo>
                  <a:lnTo>
                    <a:pt x="138" y="102"/>
                  </a:lnTo>
                  <a:lnTo>
                    <a:pt x="141" y="101"/>
                  </a:lnTo>
                  <a:lnTo>
                    <a:pt x="142" y="101"/>
                  </a:lnTo>
                  <a:lnTo>
                    <a:pt x="144" y="101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5" y="97"/>
                  </a:lnTo>
                  <a:lnTo>
                    <a:pt x="145" y="96"/>
                  </a:lnTo>
                  <a:lnTo>
                    <a:pt x="148" y="94"/>
                  </a:lnTo>
                  <a:lnTo>
                    <a:pt x="150" y="93"/>
                  </a:lnTo>
                  <a:lnTo>
                    <a:pt x="149" y="91"/>
                  </a:lnTo>
                  <a:lnTo>
                    <a:pt x="148" y="85"/>
                  </a:lnTo>
                  <a:lnTo>
                    <a:pt x="145" y="84"/>
                  </a:lnTo>
                  <a:lnTo>
                    <a:pt x="144" y="84"/>
                  </a:lnTo>
                  <a:lnTo>
                    <a:pt x="141" y="83"/>
                  </a:lnTo>
                  <a:lnTo>
                    <a:pt x="141" y="83"/>
                  </a:lnTo>
                  <a:lnTo>
                    <a:pt x="140" y="83"/>
                  </a:lnTo>
                  <a:lnTo>
                    <a:pt x="138" y="83"/>
                  </a:lnTo>
                  <a:close/>
                  <a:moveTo>
                    <a:pt x="158" y="0"/>
                  </a:moveTo>
                  <a:lnTo>
                    <a:pt x="162" y="1"/>
                  </a:lnTo>
                  <a:lnTo>
                    <a:pt x="162" y="2"/>
                  </a:lnTo>
                  <a:lnTo>
                    <a:pt x="165" y="2"/>
                  </a:lnTo>
                  <a:lnTo>
                    <a:pt x="166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73" y="2"/>
                  </a:lnTo>
                  <a:lnTo>
                    <a:pt x="177" y="4"/>
                  </a:lnTo>
                  <a:lnTo>
                    <a:pt x="179" y="5"/>
                  </a:lnTo>
                  <a:lnTo>
                    <a:pt x="179" y="9"/>
                  </a:lnTo>
                  <a:lnTo>
                    <a:pt x="180" y="12"/>
                  </a:lnTo>
                  <a:lnTo>
                    <a:pt x="182" y="14"/>
                  </a:lnTo>
                  <a:lnTo>
                    <a:pt x="182" y="21"/>
                  </a:lnTo>
                  <a:lnTo>
                    <a:pt x="182" y="21"/>
                  </a:lnTo>
                  <a:lnTo>
                    <a:pt x="182" y="23"/>
                  </a:lnTo>
                  <a:lnTo>
                    <a:pt x="182" y="26"/>
                  </a:lnTo>
                  <a:lnTo>
                    <a:pt x="183" y="29"/>
                  </a:lnTo>
                  <a:lnTo>
                    <a:pt x="183" y="38"/>
                  </a:lnTo>
                  <a:lnTo>
                    <a:pt x="182" y="41"/>
                  </a:lnTo>
                  <a:lnTo>
                    <a:pt x="182" y="44"/>
                  </a:lnTo>
                  <a:lnTo>
                    <a:pt x="182" y="48"/>
                  </a:lnTo>
                  <a:lnTo>
                    <a:pt x="179" y="47"/>
                  </a:lnTo>
                  <a:lnTo>
                    <a:pt x="178" y="46"/>
                  </a:lnTo>
                  <a:lnTo>
                    <a:pt x="175" y="44"/>
                  </a:lnTo>
                  <a:lnTo>
                    <a:pt x="173" y="46"/>
                  </a:lnTo>
                  <a:lnTo>
                    <a:pt x="173" y="47"/>
                  </a:lnTo>
                  <a:lnTo>
                    <a:pt x="170" y="52"/>
                  </a:lnTo>
                  <a:lnTo>
                    <a:pt x="169" y="56"/>
                  </a:lnTo>
                  <a:lnTo>
                    <a:pt x="169" y="58"/>
                  </a:lnTo>
                  <a:lnTo>
                    <a:pt x="170" y="59"/>
                  </a:lnTo>
                  <a:lnTo>
                    <a:pt x="171" y="60"/>
                  </a:lnTo>
                  <a:lnTo>
                    <a:pt x="175" y="63"/>
                  </a:lnTo>
                  <a:lnTo>
                    <a:pt x="180" y="63"/>
                  </a:lnTo>
                  <a:lnTo>
                    <a:pt x="182" y="63"/>
                  </a:lnTo>
                  <a:lnTo>
                    <a:pt x="183" y="60"/>
                  </a:lnTo>
                  <a:lnTo>
                    <a:pt x="182" y="59"/>
                  </a:lnTo>
                  <a:lnTo>
                    <a:pt x="183" y="58"/>
                  </a:lnTo>
                  <a:lnTo>
                    <a:pt x="186" y="58"/>
                  </a:lnTo>
                  <a:lnTo>
                    <a:pt x="190" y="59"/>
                  </a:lnTo>
                  <a:lnTo>
                    <a:pt x="192" y="58"/>
                  </a:lnTo>
                  <a:lnTo>
                    <a:pt x="192" y="59"/>
                  </a:lnTo>
                  <a:lnTo>
                    <a:pt x="191" y="60"/>
                  </a:lnTo>
                  <a:lnTo>
                    <a:pt x="191" y="62"/>
                  </a:lnTo>
                  <a:lnTo>
                    <a:pt x="190" y="66"/>
                  </a:lnTo>
                  <a:lnTo>
                    <a:pt x="190" y="69"/>
                  </a:lnTo>
                  <a:lnTo>
                    <a:pt x="188" y="72"/>
                  </a:lnTo>
                  <a:lnTo>
                    <a:pt x="187" y="77"/>
                  </a:lnTo>
                  <a:lnTo>
                    <a:pt x="184" y="79"/>
                  </a:lnTo>
                  <a:lnTo>
                    <a:pt x="184" y="81"/>
                  </a:lnTo>
                  <a:lnTo>
                    <a:pt x="180" y="85"/>
                  </a:lnTo>
                  <a:lnTo>
                    <a:pt x="180" y="85"/>
                  </a:lnTo>
                  <a:lnTo>
                    <a:pt x="179" y="87"/>
                  </a:lnTo>
                  <a:lnTo>
                    <a:pt x="177" y="87"/>
                  </a:lnTo>
                  <a:lnTo>
                    <a:pt x="175" y="89"/>
                  </a:lnTo>
                  <a:lnTo>
                    <a:pt x="173" y="91"/>
                  </a:lnTo>
                  <a:lnTo>
                    <a:pt x="171" y="93"/>
                  </a:lnTo>
                  <a:lnTo>
                    <a:pt x="169" y="96"/>
                  </a:lnTo>
                  <a:lnTo>
                    <a:pt x="169" y="97"/>
                  </a:lnTo>
                  <a:lnTo>
                    <a:pt x="167" y="100"/>
                  </a:lnTo>
                  <a:lnTo>
                    <a:pt x="166" y="100"/>
                  </a:lnTo>
                  <a:lnTo>
                    <a:pt x="163" y="104"/>
                  </a:lnTo>
                  <a:lnTo>
                    <a:pt x="159" y="112"/>
                  </a:lnTo>
                  <a:lnTo>
                    <a:pt x="155" y="116"/>
                  </a:lnTo>
                  <a:lnTo>
                    <a:pt x="154" y="118"/>
                  </a:lnTo>
                  <a:lnTo>
                    <a:pt x="153" y="119"/>
                  </a:lnTo>
                  <a:lnTo>
                    <a:pt x="150" y="122"/>
                  </a:lnTo>
                  <a:lnTo>
                    <a:pt x="149" y="122"/>
                  </a:lnTo>
                  <a:lnTo>
                    <a:pt x="149" y="122"/>
                  </a:lnTo>
                  <a:lnTo>
                    <a:pt x="136" y="135"/>
                  </a:lnTo>
                  <a:lnTo>
                    <a:pt x="134" y="135"/>
                  </a:lnTo>
                  <a:lnTo>
                    <a:pt x="134" y="135"/>
                  </a:lnTo>
                  <a:lnTo>
                    <a:pt x="133" y="138"/>
                  </a:lnTo>
                  <a:lnTo>
                    <a:pt x="124" y="143"/>
                  </a:lnTo>
                  <a:lnTo>
                    <a:pt x="123" y="146"/>
                  </a:lnTo>
                  <a:lnTo>
                    <a:pt x="120" y="146"/>
                  </a:lnTo>
                  <a:lnTo>
                    <a:pt x="120" y="147"/>
                  </a:lnTo>
                  <a:lnTo>
                    <a:pt x="116" y="148"/>
                  </a:lnTo>
                  <a:lnTo>
                    <a:pt x="113" y="150"/>
                  </a:lnTo>
                  <a:lnTo>
                    <a:pt x="111" y="150"/>
                  </a:lnTo>
                  <a:lnTo>
                    <a:pt x="109" y="148"/>
                  </a:lnTo>
                  <a:lnTo>
                    <a:pt x="105" y="148"/>
                  </a:lnTo>
                  <a:lnTo>
                    <a:pt x="103" y="150"/>
                  </a:lnTo>
                  <a:lnTo>
                    <a:pt x="101" y="152"/>
                  </a:lnTo>
                  <a:lnTo>
                    <a:pt x="103" y="154"/>
                  </a:lnTo>
                  <a:lnTo>
                    <a:pt x="103" y="154"/>
                  </a:lnTo>
                  <a:lnTo>
                    <a:pt x="99" y="154"/>
                  </a:lnTo>
                  <a:lnTo>
                    <a:pt x="96" y="152"/>
                  </a:lnTo>
                  <a:lnTo>
                    <a:pt x="94" y="152"/>
                  </a:lnTo>
                  <a:lnTo>
                    <a:pt x="92" y="155"/>
                  </a:lnTo>
                  <a:lnTo>
                    <a:pt x="94" y="156"/>
                  </a:lnTo>
                  <a:lnTo>
                    <a:pt x="92" y="156"/>
                  </a:lnTo>
                  <a:lnTo>
                    <a:pt x="87" y="155"/>
                  </a:lnTo>
                  <a:lnTo>
                    <a:pt x="86" y="154"/>
                  </a:lnTo>
                  <a:lnTo>
                    <a:pt x="79" y="152"/>
                  </a:lnTo>
                  <a:lnTo>
                    <a:pt x="76" y="154"/>
                  </a:lnTo>
                  <a:lnTo>
                    <a:pt x="76" y="155"/>
                  </a:lnTo>
                  <a:lnTo>
                    <a:pt x="74" y="155"/>
                  </a:lnTo>
                  <a:lnTo>
                    <a:pt x="71" y="154"/>
                  </a:lnTo>
                  <a:lnTo>
                    <a:pt x="65" y="154"/>
                  </a:lnTo>
                  <a:lnTo>
                    <a:pt x="63" y="155"/>
                  </a:lnTo>
                  <a:lnTo>
                    <a:pt x="62" y="156"/>
                  </a:lnTo>
                  <a:lnTo>
                    <a:pt x="61" y="156"/>
                  </a:lnTo>
                  <a:lnTo>
                    <a:pt x="59" y="156"/>
                  </a:lnTo>
                  <a:lnTo>
                    <a:pt x="58" y="158"/>
                  </a:lnTo>
                  <a:lnTo>
                    <a:pt x="58" y="158"/>
                  </a:lnTo>
                  <a:lnTo>
                    <a:pt x="55" y="159"/>
                  </a:lnTo>
                  <a:lnTo>
                    <a:pt x="53" y="159"/>
                  </a:lnTo>
                  <a:lnTo>
                    <a:pt x="50" y="158"/>
                  </a:lnTo>
                  <a:lnTo>
                    <a:pt x="46" y="158"/>
                  </a:lnTo>
                  <a:lnTo>
                    <a:pt x="46" y="159"/>
                  </a:lnTo>
                  <a:lnTo>
                    <a:pt x="44" y="159"/>
                  </a:lnTo>
                  <a:lnTo>
                    <a:pt x="41" y="162"/>
                  </a:lnTo>
                  <a:lnTo>
                    <a:pt x="38" y="162"/>
                  </a:lnTo>
                  <a:lnTo>
                    <a:pt x="38" y="163"/>
                  </a:lnTo>
                  <a:lnTo>
                    <a:pt x="37" y="163"/>
                  </a:lnTo>
                  <a:lnTo>
                    <a:pt x="36" y="163"/>
                  </a:lnTo>
                  <a:lnTo>
                    <a:pt x="29" y="160"/>
                  </a:lnTo>
                  <a:lnTo>
                    <a:pt x="28" y="162"/>
                  </a:lnTo>
                  <a:lnTo>
                    <a:pt x="28" y="159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8"/>
                  </a:lnTo>
                  <a:lnTo>
                    <a:pt x="24" y="156"/>
                  </a:lnTo>
                  <a:lnTo>
                    <a:pt x="24" y="155"/>
                  </a:lnTo>
                  <a:lnTo>
                    <a:pt x="21" y="154"/>
                  </a:lnTo>
                  <a:lnTo>
                    <a:pt x="19" y="156"/>
                  </a:lnTo>
                  <a:lnTo>
                    <a:pt x="19" y="158"/>
                  </a:lnTo>
                  <a:lnTo>
                    <a:pt x="17" y="156"/>
                  </a:lnTo>
                  <a:lnTo>
                    <a:pt x="17" y="155"/>
                  </a:lnTo>
                  <a:lnTo>
                    <a:pt x="19" y="152"/>
                  </a:lnTo>
                  <a:lnTo>
                    <a:pt x="17" y="150"/>
                  </a:lnTo>
                  <a:lnTo>
                    <a:pt x="20" y="147"/>
                  </a:lnTo>
                  <a:lnTo>
                    <a:pt x="17" y="143"/>
                  </a:lnTo>
                  <a:lnTo>
                    <a:pt x="15" y="141"/>
                  </a:lnTo>
                  <a:lnTo>
                    <a:pt x="13" y="138"/>
                  </a:lnTo>
                  <a:lnTo>
                    <a:pt x="13" y="135"/>
                  </a:lnTo>
                  <a:lnTo>
                    <a:pt x="15" y="134"/>
                  </a:lnTo>
                  <a:lnTo>
                    <a:pt x="16" y="135"/>
                  </a:lnTo>
                  <a:lnTo>
                    <a:pt x="17" y="135"/>
                  </a:lnTo>
                  <a:lnTo>
                    <a:pt x="19" y="134"/>
                  </a:lnTo>
                  <a:lnTo>
                    <a:pt x="19" y="130"/>
                  </a:lnTo>
                  <a:lnTo>
                    <a:pt x="17" y="126"/>
                  </a:lnTo>
                  <a:lnTo>
                    <a:pt x="17" y="125"/>
                  </a:lnTo>
                  <a:lnTo>
                    <a:pt x="15" y="118"/>
                  </a:lnTo>
                  <a:lnTo>
                    <a:pt x="15" y="116"/>
                  </a:lnTo>
                  <a:lnTo>
                    <a:pt x="11" y="112"/>
                  </a:lnTo>
                  <a:lnTo>
                    <a:pt x="9" y="105"/>
                  </a:lnTo>
                  <a:lnTo>
                    <a:pt x="7" y="98"/>
                  </a:lnTo>
                  <a:lnTo>
                    <a:pt x="7" y="94"/>
                  </a:lnTo>
                  <a:lnTo>
                    <a:pt x="4" y="88"/>
                  </a:lnTo>
                  <a:lnTo>
                    <a:pt x="0" y="85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77"/>
                  </a:lnTo>
                  <a:lnTo>
                    <a:pt x="3" y="77"/>
                  </a:lnTo>
                  <a:lnTo>
                    <a:pt x="4" y="75"/>
                  </a:lnTo>
                  <a:lnTo>
                    <a:pt x="8" y="73"/>
                  </a:lnTo>
                  <a:lnTo>
                    <a:pt x="9" y="76"/>
                  </a:lnTo>
                  <a:lnTo>
                    <a:pt x="11" y="76"/>
                  </a:lnTo>
                  <a:lnTo>
                    <a:pt x="11" y="79"/>
                  </a:lnTo>
                  <a:lnTo>
                    <a:pt x="12" y="83"/>
                  </a:lnTo>
                  <a:lnTo>
                    <a:pt x="16" y="84"/>
                  </a:lnTo>
                  <a:lnTo>
                    <a:pt x="19" y="85"/>
                  </a:lnTo>
                  <a:lnTo>
                    <a:pt x="20" y="84"/>
                  </a:lnTo>
                  <a:lnTo>
                    <a:pt x="21" y="85"/>
                  </a:lnTo>
                  <a:lnTo>
                    <a:pt x="24" y="85"/>
                  </a:lnTo>
                  <a:lnTo>
                    <a:pt x="25" y="84"/>
                  </a:lnTo>
                  <a:lnTo>
                    <a:pt x="26" y="84"/>
                  </a:lnTo>
                  <a:lnTo>
                    <a:pt x="28" y="87"/>
                  </a:lnTo>
                  <a:lnTo>
                    <a:pt x="29" y="85"/>
                  </a:lnTo>
                  <a:lnTo>
                    <a:pt x="30" y="87"/>
                  </a:lnTo>
                  <a:lnTo>
                    <a:pt x="30" y="84"/>
                  </a:lnTo>
                  <a:lnTo>
                    <a:pt x="32" y="83"/>
                  </a:lnTo>
                  <a:lnTo>
                    <a:pt x="33" y="83"/>
                  </a:lnTo>
                  <a:lnTo>
                    <a:pt x="34" y="80"/>
                  </a:lnTo>
                  <a:lnTo>
                    <a:pt x="37" y="79"/>
                  </a:lnTo>
                  <a:lnTo>
                    <a:pt x="41" y="79"/>
                  </a:lnTo>
                  <a:lnTo>
                    <a:pt x="42" y="79"/>
                  </a:lnTo>
                  <a:lnTo>
                    <a:pt x="44" y="35"/>
                  </a:lnTo>
                  <a:lnTo>
                    <a:pt x="48" y="38"/>
                  </a:lnTo>
                  <a:lnTo>
                    <a:pt x="49" y="42"/>
                  </a:lnTo>
                  <a:lnTo>
                    <a:pt x="51" y="48"/>
                  </a:lnTo>
                  <a:lnTo>
                    <a:pt x="51" y="51"/>
                  </a:lnTo>
                  <a:lnTo>
                    <a:pt x="50" y="55"/>
                  </a:lnTo>
                  <a:lnTo>
                    <a:pt x="50" y="58"/>
                  </a:lnTo>
                  <a:lnTo>
                    <a:pt x="53" y="58"/>
                  </a:lnTo>
                  <a:lnTo>
                    <a:pt x="57" y="58"/>
                  </a:lnTo>
                  <a:lnTo>
                    <a:pt x="58" y="56"/>
                  </a:lnTo>
                  <a:lnTo>
                    <a:pt x="61" y="58"/>
                  </a:lnTo>
                  <a:lnTo>
                    <a:pt x="63" y="56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9" y="52"/>
                  </a:lnTo>
                  <a:lnTo>
                    <a:pt x="73" y="51"/>
                  </a:lnTo>
                  <a:lnTo>
                    <a:pt x="75" y="48"/>
                  </a:lnTo>
                  <a:lnTo>
                    <a:pt x="76" y="43"/>
                  </a:lnTo>
                  <a:lnTo>
                    <a:pt x="79" y="41"/>
                  </a:lnTo>
                  <a:lnTo>
                    <a:pt x="83" y="41"/>
                  </a:lnTo>
                  <a:lnTo>
                    <a:pt x="87" y="41"/>
                  </a:lnTo>
                  <a:lnTo>
                    <a:pt x="88" y="43"/>
                  </a:lnTo>
                  <a:lnTo>
                    <a:pt x="90" y="43"/>
                  </a:lnTo>
                  <a:lnTo>
                    <a:pt x="94" y="46"/>
                  </a:lnTo>
                  <a:lnTo>
                    <a:pt x="95" y="44"/>
                  </a:lnTo>
                  <a:lnTo>
                    <a:pt x="98" y="46"/>
                  </a:lnTo>
                  <a:lnTo>
                    <a:pt x="100" y="44"/>
                  </a:lnTo>
                  <a:lnTo>
                    <a:pt x="103" y="44"/>
                  </a:lnTo>
                  <a:lnTo>
                    <a:pt x="104" y="44"/>
                  </a:lnTo>
                  <a:lnTo>
                    <a:pt x="105" y="46"/>
                  </a:lnTo>
                  <a:lnTo>
                    <a:pt x="107" y="47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1"/>
                  </a:lnTo>
                  <a:lnTo>
                    <a:pt x="111" y="39"/>
                  </a:lnTo>
                  <a:lnTo>
                    <a:pt x="111" y="35"/>
                  </a:lnTo>
                  <a:lnTo>
                    <a:pt x="112" y="34"/>
                  </a:lnTo>
                  <a:lnTo>
                    <a:pt x="115" y="34"/>
                  </a:lnTo>
                  <a:lnTo>
                    <a:pt x="116" y="33"/>
                  </a:lnTo>
                  <a:lnTo>
                    <a:pt x="117" y="33"/>
                  </a:lnTo>
                  <a:lnTo>
                    <a:pt x="119" y="31"/>
                  </a:lnTo>
                  <a:lnTo>
                    <a:pt x="119" y="30"/>
                  </a:lnTo>
                  <a:lnTo>
                    <a:pt x="120" y="29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6"/>
                  </a:lnTo>
                  <a:lnTo>
                    <a:pt x="125" y="26"/>
                  </a:lnTo>
                  <a:lnTo>
                    <a:pt x="125" y="25"/>
                  </a:lnTo>
                  <a:lnTo>
                    <a:pt x="124" y="23"/>
                  </a:lnTo>
                  <a:lnTo>
                    <a:pt x="124" y="21"/>
                  </a:lnTo>
                  <a:lnTo>
                    <a:pt x="128" y="16"/>
                  </a:lnTo>
                  <a:lnTo>
                    <a:pt x="129" y="16"/>
                  </a:lnTo>
                  <a:lnTo>
                    <a:pt x="130" y="16"/>
                  </a:lnTo>
                  <a:lnTo>
                    <a:pt x="132" y="14"/>
                  </a:lnTo>
                  <a:lnTo>
                    <a:pt x="133" y="13"/>
                  </a:lnTo>
                  <a:lnTo>
                    <a:pt x="133" y="12"/>
                  </a:lnTo>
                  <a:lnTo>
                    <a:pt x="136" y="12"/>
                  </a:lnTo>
                  <a:lnTo>
                    <a:pt x="136" y="10"/>
                  </a:lnTo>
                  <a:lnTo>
                    <a:pt x="138" y="8"/>
                  </a:lnTo>
                  <a:lnTo>
                    <a:pt x="141" y="8"/>
                  </a:lnTo>
                  <a:lnTo>
                    <a:pt x="142" y="8"/>
                  </a:lnTo>
                  <a:lnTo>
                    <a:pt x="144" y="8"/>
                  </a:lnTo>
                  <a:lnTo>
                    <a:pt x="145" y="8"/>
                  </a:lnTo>
                  <a:lnTo>
                    <a:pt x="146" y="6"/>
                  </a:lnTo>
                  <a:lnTo>
                    <a:pt x="149" y="6"/>
                  </a:lnTo>
                  <a:lnTo>
                    <a:pt x="149" y="4"/>
                  </a:lnTo>
                  <a:lnTo>
                    <a:pt x="149" y="2"/>
                  </a:lnTo>
                  <a:lnTo>
                    <a:pt x="150" y="2"/>
                  </a:lnTo>
                  <a:lnTo>
                    <a:pt x="152" y="1"/>
                  </a:lnTo>
                  <a:lnTo>
                    <a:pt x="153" y="1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9" name="Freeform 492">
              <a:extLst>
                <a:ext uri="{FF2B5EF4-FFF2-40B4-BE49-F238E27FC236}">
                  <a16:creationId xmlns:a16="http://schemas.microsoft.com/office/drawing/2014/main" id="{53D8EFC3-C490-4726-AE2B-0F87449B3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-535039" y="6877656"/>
              <a:ext cx="172000" cy="159258"/>
            </a:xfrm>
            <a:custGeom>
              <a:avLst/>
              <a:gdLst>
                <a:gd name="T0" fmla="*/ 15 w 27"/>
                <a:gd name="T1" fmla="*/ 0 h 25"/>
                <a:gd name="T2" fmla="*/ 17 w 27"/>
                <a:gd name="T3" fmla="*/ 0 h 25"/>
                <a:gd name="T4" fmla="*/ 18 w 27"/>
                <a:gd name="T5" fmla="*/ 0 h 25"/>
                <a:gd name="T6" fmla="*/ 18 w 27"/>
                <a:gd name="T7" fmla="*/ 0 h 25"/>
                <a:gd name="T8" fmla="*/ 21 w 27"/>
                <a:gd name="T9" fmla="*/ 1 h 25"/>
                <a:gd name="T10" fmla="*/ 22 w 27"/>
                <a:gd name="T11" fmla="*/ 1 h 25"/>
                <a:gd name="T12" fmla="*/ 25 w 27"/>
                <a:gd name="T13" fmla="*/ 2 h 25"/>
                <a:gd name="T14" fmla="*/ 26 w 27"/>
                <a:gd name="T15" fmla="*/ 8 h 25"/>
                <a:gd name="T16" fmla="*/ 27 w 27"/>
                <a:gd name="T17" fmla="*/ 10 h 25"/>
                <a:gd name="T18" fmla="*/ 25 w 27"/>
                <a:gd name="T19" fmla="*/ 11 h 25"/>
                <a:gd name="T20" fmla="*/ 22 w 27"/>
                <a:gd name="T21" fmla="*/ 13 h 25"/>
                <a:gd name="T22" fmla="*/ 22 w 27"/>
                <a:gd name="T23" fmla="*/ 14 h 25"/>
                <a:gd name="T24" fmla="*/ 23 w 27"/>
                <a:gd name="T25" fmla="*/ 15 h 25"/>
                <a:gd name="T26" fmla="*/ 23 w 27"/>
                <a:gd name="T27" fmla="*/ 17 h 25"/>
                <a:gd name="T28" fmla="*/ 21 w 27"/>
                <a:gd name="T29" fmla="*/ 18 h 25"/>
                <a:gd name="T30" fmla="*/ 19 w 27"/>
                <a:gd name="T31" fmla="*/ 18 h 25"/>
                <a:gd name="T32" fmla="*/ 18 w 27"/>
                <a:gd name="T33" fmla="*/ 18 h 25"/>
                <a:gd name="T34" fmla="*/ 15 w 27"/>
                <a:gd name="T35" fmla="*/ 19 h 25"/>
                <a:gd name="T36" fmla="*/ 14 w 27"/>
                <a:gd name="T37" fmla="*/ 19 h 25"/>
                <a:gd name="T38" fmla="*/ 13 w 27"/>
                <a:gd name="T39" fmla="*/ 23 h 25"/>
                <a:gd name="T40" fmla="*/ 11 w 27"/>
                <a:gd name="T41" fmla="*/ 23 h 25"/>
                <a:gd name="T42" fmla="*/ 11 w 27"/>
                <a:gd name="T43" fmla="*/ 25 h 25"/>
                <a:gd name="T44" fmla="*/ 9 w 27"/>
                <a:gd name="T45" fmla="*/ 25 h 25"/>
                <a:gd name="T46" fmla="*/ 6 w 27"/>
                <a:gd name="T47" fmla="*/ 25 h 25"/>
                <a:gd name="T48" fmla="*/ 5 w 27"/>
                <a:gd name="T49" fmla="*/ 22 h 25"/>
                <a:gd name="T50" fmla="*/ 4 w 27"/>
                <a:gd name="T51" fmla="*/ 21 h 25"/>
                <a:gd name="T52" fmla="*/ 4 w 27"/>
                <a:gd name="T53" fmla="*/ 18 h 25"/>
                <a:gd name="T54" fmla="*/ 2 w 27"/>
                <a:gd name="T55" fmla="*/ 17 h 25"/>
                <a:gd name="T56" fmla="*/ 2 w 27"/>
                <a:gd name="T57" fmla="*/ 15 h 25"/>
                <a:gd name="T58" fmla="*/ 0 w 27"/>
                <a:gd name="T59" fmla="*/ 14 h 25"/>
                <a:gd name="T60" fmla="*/ 0 w 27"/>
                <a:gd name="T61" fmla="*/ 11 h 25"/>
                <a:gd name="T62" fmla="*/ 1 w 27"/>
                <a:gd name="T63" fmla="*/ 11 h 25"/>
                <a:gd name="T64" fmla="*/ 4 w 27"/>
                <a:gd name="T65" fmla="*/ 9 h 25"/>
                <a:gd name="T66" fmla="*/ 5 w 27"/>
                <a:gd name="T67" fmla="*/ 5 h 25"/>
                <a:gd name="T68" fmla="*/ 7 w 27"/>
                <a:gd name="T69" fmla="*/ 4 h 25"/>
                <a:gd name="T70" fmla="*/ 11 w 27"/>
                <a:gd name="T71" fmla="*/ 2 h 25"/>
                <a:gd name="T72" fmla="*/ 13 w 27"/>
                <a:gd name="T73" fmla="*/ 1 h 25"/>
                <a:gd name="T74" fmla="*/ 14 w 27"/>
                <a:gd name="T75" fmla="*/ 1 h 25"/>
                <a:gd name="T76" fmla="*/ 15 w 27"/>
                <a:gd name="T7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" h="25">
                  <a:moveTo>
                    <a:pt x="15" y="0"/>
                  </a:moveTo>
                  <a:lnTo>
                    <a:pt x="17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5" y="2"/>
                  </a:lnTo>
                  <a:lnTo>
                    <a:pt x="26" y="8"/>
                  </a:lnTo>
                  <a:lnTo>
                    <a:pt x="27" y="10"/>
                  </a:lnTo>
                  <a:lnTo>
                    <a:pt x="25" y="11"/>
                  </a:lnTo>
                  <a:lnTo>
                    <a:pt x="22" y="13"/>
                  </a:lnTo>
                  <a:lnTo>
                    <a:pt x="22" y="14"/>
                  </a:lnTo>
                  <a:lnTo>
                    <a:pt x="23" y="15"/>
                  </a:lnTo>
                  <a:lnTo>
                    <a:pt x="23" y="17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3" y="23"/>
                  </a:lnTo>
                  <a:lnTo>
                    <a:pt x="11" y="23"/>
                  </a:lnTo>
                  <a:lnTo>
                    <a:pt x="11" y="25"/>
                  </a:lnTo>
                  <a:lnTo>
                    <a:pt x="9" y="25"/>
                  </a:lnTo>
                  <a:lnTo>
                    <a:pt x="6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4" y="9"/>
                  </a:lnTo>
                  <a:lnTo>
                    <a:pt x="5" y="5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0" name="Freeform 592">
              <a:extLst>
                <a:ext uri="{FF2B5EF4-FFF2-40B4-BE49-F238E27FC236}">
                  <a16:creationId xmlns:a16="http://schemas.microsoft.com/office/drawing/2014/main" id="{F8B6CF0A-739F-4819-BC9A-F5B2316114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305709" y="4896507"/>
              <a:ext cx="127406" cy="19112"/>
            </a:xfrm>
            <a:custGeom>
              <a:avLst/>
              <a:gdLst>
                <a:gd name="T0" fmla="*/ 2 w 20"/>
                <a:gd name="T1" fmla="*/ 3 h 3"/>
                <a:gd name="T2" fmla="*/ 2 w 20"/>
                <a:gd name="T3" fmla="*/ 3 h 3"/>
                <a:gd name="T4" fmla="*/ 2 w 20"/>
                <a:gd name="T5" fmla="*/ 1 h 3"/>
                <a:gd name="T6" fmla="*/ 18 w 20"/>
                <a:gd name="T7" fmla="*/ 0 h 3"/>
                <a:gd name="T8" fmla="*/ 19 w 20"/>
                <a:gd name="T9" fmla="*/ 3 h 3"/>
                <a:gd name="T10" fmla="*/ 19 w 20"/>
                <a:gd name="T11" fmla="*/ 1 h 3"/>
                <a:gd name="T12" fmla="*/ 18 w 20"/>
                <a:gd name="T13" fmla="*/ 0 h 3"/>
                <a:gd name="T14" fmla="*/ 0 w 20"/>
                <a:gd name="T15" fmla="*/ 1 h 3"/>
                <a:gd name="T16" fmla="*/ 2 w 20"/>
                <a:gd name="T17" fmla="*/ 1 h 3"/>
                <a:gd name="T18" fmla="*/ 2 w 20"/>
                <a:gd name="T19" fmla="*/ 0 h 3"/>
                <a:gd name="T20" fmla="*/ 7 w 20"/>
                <a:gd name="T21" fmla="*/ 0 h 3"/>
                <a:gd name="T22" fmla="*/ 8 w 20"/>
                <a:gd name="T23" fmla="*/ 1 h 3"/>
                <a:gd name="T24" fmla="*/ 8 w 20"/>
                <a:gd name="T25" fmla="*/ 0 h 3"/>
                <a:gd name="T26" fmla="*/ 20 w 20"/>
                <a:gd name="T27" fmla="*/ 0 h 3"/>
                <a:gd name="T28" fmla="*/ 20 w 20"/>
                <a:gd name="T29" fmla="*/ 3 h 3"/>
                <a:gd name="T30" fmla="*/ 18 w 20"/>
                <a:gd name="T31" fmla="*/ 0 h 3"/>
                <a:gd name="T32" fmla="*/ 19 w 20"/>
                <a:gd name="T33" fmla="*/ 0 h 3"/>
                <a:gd name="T34" fmla="*/ 19 w 20"/>
                <a:gd name="T35" fmla="*/ 3 h 3"/>
                <a:gd name="T36" fmla="*/ 18 w 20"/>
                <a:gd name="T37" fmla="*/ 3 h 3"/>
                <a:gd name="T38" fmla="*/ 14 w 20"/>
                <a:gd name="T39" fmla="*/ 0 h 3"/>
                <a:gd name="T40" fmla="*/ 15 w 20"/>
                <a:gd name="T41" fmla="*/ 0 h 3"/>
                <a:gd name="T42" fmla="*/ 15 w 20"/>
                <a:gd name="T43" fmla="*/ 3 h 3"/>
                <a:gd name="T44" fmla="*/ 14 w 20"/>
                <a:gd name="T45" fmla="*/ 3 h 3"/>
                <a:gd name="T46" fmla="*/ 11 w 20"/>
                <a:gd name="T47" fmla="*/ 0 h 3"/>
                <a:gd name="T48" fmla="*/ 11 w 20"/>
                <a:gd name="T49" fmla="*/ 3 h 3"/>
                <a:gd name="T50" fmla="*/ 12 w 20"/>
                <a:gd name="T51" fmla="*/ 1 h 3"/>
                <a:gd name="T52" fmla="*/ 12 w 20"/>
                <a:gd name="T53" fmla="*/ 1 h 3"/>
                <a:gd name="T54" fmla="*/ 11 w 20"/>
                <a:gd name="T55" fmla="*/ 3 h 3"/>
                <a:gd name="T56" fmla="*/ 10 w 20"/>
                <a:gd name="T57" fmla="*/ 1 h 3"/>
                <a:gd name="T58" fmla="*/ 8 w 20"/>
                <a:gd name="T59" fmla="*/ 0 h 3"/>
                <a:gd name="T60" fmla="*/ 10 w 20"/>
                <a:gd name="T61" fmla="*/ 0 h 3"/>
                <a:gd name="T62" fmla="*/ 8 w 20"/>
                <a:gd name="T63" fmla="*/ 1 h 3"/>
                <a:gd name="T64" fmla="*/ 8 w 20"/>
                <a:gd name="T65" fmla="*/ 3 h 3"/>
                <a:gd name="T66" fmla="*/ 8 w 20"/>
                <a:gd name="T67" fmla="*/ 1 h 3"/>
                <a:gd name="T68" fmla="*/ 7 w 20"/>
                <a:gd name="T69" fmla="*/ 1 h 3"/>
                <a:gd name="T70" fmla="*/ 7 w 20"/>
                <a:gd name="T71" fmla="*/ 0 h 3"/>
                <a:gd name="T72" fmla="*/ 3 w 20"/>
                <a:gd name="T73" fmla="*/ 1 h 3"/>
                <a:gd name="T74" fmla="*/ 4 w 20"/>
                <a:gd name="T75" fmla="*/ 3 h 3"/>
                <a:gd name="T76" fmla="*/ 6 w 20"/>
                <a:gd name="T77" fmla="*/ 0 h 3"/>
                <a:gd name="T78" fmla="*/ 6 w 20"/>
                <a:gd name="T79" fmla="*/ 3 h 3"/>
                <a:gd name="T80" fmla="*/ 4 w 20"/>
                <a:gd name="T81" fmla="*/ 3 h 3"/>
                <a:gd name="T82" fmla="*/ 3 w 20"/>
                <a:gd name="T83" fmla="*/ 0 h 3"/>
                <a:gd name="T84" fmla="*/ 2 w 20"/>
                <a:gd name="T85" fmla="*/ 0 h 3"/>
                <a:gd name="T86" fmla="*/ 2 w 20"/>
                <a:gd name="T87" fmla="*/ 1 h 3"/>
                <a:gd name="T88" fmla="*/ 3 w 20"/>
                <a:gd name="T89" fmla="*/ 1 h 3"/>
                <a:gd name="T90" fmla="*/ 2 w 20"/>
                <a:gd name="T91" fmla="*/ 3 h 3"/>
                <a:gd name="T92" fmla="*/ 0 w 20"/>
                <a:gd name="T9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" h="3">
                  <a:moveTo>
                    <a:pt x="0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  <a:moveTo>
                    <a:pt x="18" y="0"/>
                  </a:moveTo>
                  <a:lnTo>
                    <a:pt x="18" y="3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8" y="0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close/>
                  <a:moveTo>
                    <a:pt x="7" y="0"/>
                  </a:moveTo>
                  <a:lnTo>
                    <a:pt x="7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7" y="0"/>
                  </a:lnTo>
                  <a:close/>
                  <a:moveTo>
                    <a:pt x="20" y="0"/>
                  </a:moveTo>
                  <a:lnTo>
                    <a:pt x="20" y="0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0"/>
                  </a:lnTo>
                  <a:close/>
                  <a:moveTo>
                    <a:pt x="16" y="0"/>
                  </a:moveTo>
                  <a:lnTo>
                    <a:pt x="18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6" y="3"/>
                  </a:lnTo>
                  <a:lnTo>
                    <a:pt x="16" y="0"/>
                  </a:lnTo>
                  <a:close/>
                  <a:moveTo>
                    <a:pt x="14" y="0"/>
                  </a:moveTo>
                  <a:lnTo>
                    <a:pt x="14" y="0"/>
                  </a:lnTo>
                  <a:lnTo>
                    <a:pt x="15" y="3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4" y="0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0"/>
                  </a:lnTo>
                  <a:close/>
                  <a:moveTo>
                    <a:pt x="10" y="0"/>
                  </a:moveTo>
                  <a:lnTo>
                    <a:pt x="11" y="0"/>
                  </a:lnTo>
                  <a:lnTo>
                    <a:pt x="11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1"/>
                  </a:lnTo>
                  <a:lnTo>
                    <a:pt x="10" y="0"/>
                  </a:lnTo>
                  <a:close/>
                  <a:moveTo>
                    <a:pt x="7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0"/>
                  </a:lnTo>
                  <a:close/>
                  <a:moveTo>
                    <a:pt x="3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0"/>
                  </a:lnTo>
                  <a:close/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1" name="Freeform 365">
              <a:extLst>
                <a:ext uri="{FF2B5EF4-FFF2-40B4-BE49-F238E27FC236}">
                  <a16:creationId xmlns:a16="http://schemas.microsoft.com/office/drawing/2014/main" id="{C7CABCA2-A021-41BD-91B5-9CBBC61B6D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08291" y="2380248"/>
              <a:ext cx="675249" cy="1509755"/>
            </a:xfrm>
            <a:custGeom>
              <a:avLst/>
              <a:gdLst>
                <a:gd name="T0" fmla="*/ 18 w 106"/>
                <a:gd name="T1" fmla="*/ 125 h 237"/>
                <a:gd name="T2" fmla="*/ 61 w 106"/>
                <a:gd name="T3" fmla="*/ 6 h 237"/>
                <a:gd name="T4" fmla="*/ 68 w 106"/>
                <a:gd name="T5" fmla="*/ 23 h 237"/>
                <a:gd name="T6" fmla="*/ 62 w 106"/>
                <a:gd name="T7" fmla="*/ 35 h 237"/>
                <a:gd name="T8" fmla="*/ 58 w 106"/>
                <a:gd name="T9" fmla="*/ 44 h 237"/>
                <a:gd name="T10" fmla="*/ 62 w 106"/>
                <a:gd name="T11" fmla="*/ 53 h 237"/>
                <a:gd name="T12" fmla="*/ 72 w 106"/>
                <a:gd name="T13" fmla="*/ 58 h 237"/>
                <a:gd name="T14" fmla="*/ 81 w 106"/>
                <a:gd name="T15" fmla="*/ 65 h 237"/>
                <a:gd name="T16" fmla="*/ 87 w 106"/>
                <a:gd name="T17" fmla="*/ 70 h 237"/>
                <a:gd name="T18" fmla="*/ 83 w 106"/>
                <a:gd name="T19" fmla="*/ 81 h 237"/>
                <a:gd name="T20" fmla="*/ 91 w 106"/>
                <a:gd name="T21" fmla="*/ 87 h 237"/>
                <a:gd name="T22" fmla="*/ 106 w 106"/>
                <a:gd name="T23" fmla="*/ 87 h 237"/>
                <a:gd name="T24" fmla="*/ 97 w 106"/>
                <a:gd name="T25" fmla="*/ 99 h 237"/>
                <a:gd name="T26" fmla="*/ 89 w 106"/>
                <a:gd name="T27" fmla="*/ 107 h 237"/>
                <a:gd name="T28" fmla="*/ 79 w 106"/>
                <a:gd name="T29" fmla="*/ 112 h 237"/>
                <a:gd name="T30" fmla="*/ 69 w 106"/>
                <a:gd name="T31" fmla="*/ 125 h 237"/>
                <a:gd name="T32" fmla="*/ 69 w 106"/>
                <a:gd name="T33" fmla="*/ 136 h 237"/>
                <a:gd name="T34" fmla="*/ 81 w 106"/>
                <a:gd name="T35" fmla="*/ 152 h 237"/>
                <a:gd name="T36" fmla="*/ 82 w 106"/>
                <a:gd name="T37" fmla="*/ 166 h 237"/>
                <a:gd name="T38" fmla="*/ 87 w 106"/>
                <a:gd name="T39" fmla="*/ 182 h 237"/>
                <a:gd name="T40" fmla="*/ 93 w 106"/>
                <a:gd name="T41" fmla="*/ 199 h 237"/>
                <a:gd name="T42" fmla="*/ 94 w 106"/>
                <a:gd name="T43" fmla="*/ 215 h 237"/>
                <a:gd name="T44" fmla="*/ 87 w 106"/>
                <a:gd name="T45" fmla="*/ 231 h 237"/>
                <a:gd name="T46" fmla="*/ 83 w 106"/>
                <a:gd name="T47" fmla="*/ 227 h 237"/>
                <a:gd name="T48" fmla="*/ 86 w 106"/>
                <a:gd name="T49" fmla="*/ 219 h 237"/>
                <a:gd name="T50" fmla="*/ 85 w 106"/>
                <a:gd name="T51" fmla="*/ 208 h 237"/>
                <a:gd name="T52" fmla="*/ 82 w 106"/>
                <a:gd name="T53" fmla="*/ 192 h 237"/>
                <a:gd name="T54" fmla="*/ 77 w 106"/>
                <a:gd name="T55" fmla="*/ 187 h 237"/>
                <a:gd name="T56" fmla="*/ 74 w 106"/>
                <a:gd name="T57" fmla="*/ 171 h 237"/>
                <a:gd name="T58" fmla="*/ 70 w 106"/>
                <a:gd name="T59" fmla="*/ 157 h 237"/>
                <a:gd name="T60" fmla="*/ 65 w 106"/>
                <a:gd name="T61" fmla="*/ 154 h 237"/>
                <a:gd name="T62" fmla="*/ 60 w 106"/>
                <a:gd name="T63" fmla="*/ 142 h 237"/>
                <a:gd name="T64" fmla="*/ 60 w 106"/>
                <a:gd name="T65" fmla="*/ 149 h 237"/>
                <a:gd name="T66" fmla="*/ 52 w 106"/>
                <a:gd name="T67" fmla="*/ 152 h 237"/>
                <a:gd name="T68" fmla="*/ 49 w 106"/>
                <a:gd name="T69" fmla="*/ 156 h 237"/>
                <a:gd name="T70" fmla="*/ 40 w 106"/>
                <a:gd name="T71" fmla="*/ 161 h 237"/>
                <a:gd name="T72" fmla="*/ 32 w 106"/>
                <a:gd name="T73" fmla="*/ 164 h 237"/>
                <a:gd name="T74" fmla="*/ 29 w 106"/>
                <a:gd name="T75" fmla="*/ 162 h 237"/>
                <a:gd name="T76" fmla="*/ 32 w 106"/>
                <a:gd name="T77" fmla="*/ 144 h 237"/>
                <a:gd name="T78" fmla="*/ 27 w 106"/>
                <a:gd name="T79" fmla="*/ 129 h 237"/>
                <a:gd name="T80" fmla="*/ 22 w 106"/>
                <a:gd name="T81" fmla="*/ 121 h 237"/>
                <a:gd name="T82" fmla="*/ 14 w 106"/>
                <a:gd name="T83" fmla="*/ 116 h 237"/>
                <a:gd name="T84" fmla="*/ 16 w 106"/>
                <a:gd name="T85" fmla="*/ 116 h 237"/>
                <a:gd name="T86" fmla="*/ 15 w 106"/>
                <a:gd name="T87" fmla="*/ 111 h 237"/>
                <a:gd name="T88" fmla="*/ 8 w 106"/>
                <a:gd name="T89" fmla="*/ 108 h 237"/>
                <a:gd name="T90" fmla="*/ 3 w 106"/>
                <a:gd name="T91" fmla="*/ 103 h 237"/>
                <a:gd name="T92" fmla="*/ 3 w 106"/>
                <a:gd name="T93" fmla="*/ 91 h 237"/>
                <a:gd name="T94" fmla="*/ 8 w 106"/>
                <a:gd name="T95" fmla="*/ 82 h 237"/>
                <a:gd name="T96" fmla="*/ 11 w 106"/>
                <a:gd name="T97" fmla="*/ 66 h 237"/>
                <a:gd name="T98" fmla="*/ 20 w 106"/>
                <a:gd name="T99" fmla="*/ 54 h 237"/>
                <a:gd name="T100" fmla="*/ 25 w 106"/>
                <a:gd name="T101" fmla="*/ 29 h 237"/>
                <a:gd name="T102" fmla="*/ 35 w 106"/>
                <a:gd name="T103" fmla="*/ 11 h 237"/>
                <a:gd name="T104" fmla="*/ 47 w 106"/>
                <a:gd name="T105" fmla="*/ 6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237">
                  <a:moveTo>
                    <a:pt x="18" y="125"/>
                  </a:moveTo>
                  <a:lnTo>
                    <a:pt x="19" y="127"/>
                  </a:lnTo>
                  <a:lnTo>
                    <a:pt x="19" y="129"/>
                  </a:lnTo>
                  <a:lnTo>
                    <a:pt x="16" y="128"/>
                  </a:lnTo>
                  <a:lnTo>
                    <a:pt x="16" y="125"/>
                  </a:lnTo>
                  <a:lnTo>
                    <a:pt x="18" y="125"/>
                  </a:lnTo>
                  <a:close/>
                  <a:moveTo>
                    <a:pt x="49" y="0"/>
                  </a:moveTo>
                  <a:lnTo>
                    <a:pt x="52" y="2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8" y="3"/>
                  </a:lnTo>
                  <a:lnTo>
                    <a:pt x="61" y="6"/>
                  </a:lnTo>
                  <a:lnTo>
                    <a:pt x="61" y="8"/>
                  </a:lnTo>
                  <a:lnTo>
                    <a:pt x="64" y="8"/>
                  </a:lnTo>
                  <a:lnTo>
                    <a:pt x="65" y="11"/>
                  </a:lnTo>
                  <a:lnTo>
                    <a:pt x="65" y="15"/>
                  </a:lnTo>
                  <a:lnTo>
                    <a:pt x="68" y="19"/>
                  </a:lnTo>
                  <a:lnTo>
                    <a:pt x="68" y="23"/>
                  </a:lnTo>
                  <a:lnTo>
                    <a:pt x="68" y="27"/>
                  </a:lnTo>
                  <a:lnTo>
                    <a:pt x="68" y="29"/>
                  </a:lnTo>
                  <a:lnTo>
                    <a:pt x="66" y="31"/>
                  </a:lnTo>
                  <a:lnTo>
                    <a:pt x="65" y="32"/>
                  </a:lnTo>
                  <a:lnTo>
                    <a:pt x="64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2" y="40"/>
                  </a:lnTo>
                  <a:lnTo>
                    <a:pt x="61" y="40"/>
                  </a:lnTo>
                  <a:lnTo>
                    <a:pt x="60" y="41"/>
                  </a:lnTo>
                  <a:lnTo>
                    <a:pt x="58" y="44"/>
                  </a:lnTo>
                  <a:lnTo>
                    <a:pt x="60" y="45"/>
                  </a:lnTo>
                  <a:lnTo>
                    <a:pt x="58" y="46"/>
                  </a:lnTo>
                  <a:lnTo>
                    <a:pt x="58" y="49"/>
                  </a:lnTo>
                  <a:lnTo>
                    <a:pt x="60" y="49"/>
                  </a:lnTo>
                  <a:lnTo>
                    <a:pt x="61" y="50"/>
                  </a:lnTo>
                  <a:lnTo>
                    <a:pt x="62" y="53"/>
                  </a:lnTo>
                  <a:lnTo>
                    <a:pt x="62" y="56"/>
                  </a:lnTo>
                  <a:lnTo>
                    <a:pt x="64" y="58"/>
                  </a:lnTo>
                  <a:lnTo>
                    <a:pt x="66" y="56"/>
                  </a:lnTo>
                  <a:lnTo>
                    <a:pt x="72" y="54"/>
                  </a:lnTo>
                  <a:lnTo>
                    <a:pt x="73" y="57"/>
                  </a:lnTo>
                  <a:lnTo>
                    <a:pt x="72" y="58"/>
                  </a:lnTo>
                  <a:lnTo>
                    <a:pt x="73" y="60"/>
                  </a:lnTo>
                  <a:lnTo>
                    <a:pt x="76" y="58"/>
                  </a:lnTo>
                  <a:lnTo>
                    <a:pt x="77" y="61"/>
                  </a:lnTo>
                  <a:lnTo>
                    <a:pt x="76" y="62"/>
                  </a:lnTo>
                  <a:lnTo>
                    <a:pt x="77" y="65"/>
                  </a:lnTo>
                  <a:lnTo>
                    <a:pt x="81" y="65"/>
                  </a:lnTo>
                  <a:lnTo>
                    <a:pt x="79" y="66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85" y="66"/>
                  </a:lnTo>
                  <a:lnTo>
                    <a:pt x="87" y="67"/>
                  </a:lnTo>
                  <a:lnTo>
                    <a:pt x="87" y="70"/>
                  </a:lnTo>
                  <a:lnTo>
                    <a:pt x="86" y="71"/>
                  </a:lnTo>
                  <a:lnTo>
                    <a:pt x="86" y="74"/>
                  </a:lnTo>
                  <a:lnTo>
                    <a:pt x="83" y="78"/>
                  </a:lnTo>
                  <a:lnTo>
                    <a:pt x="81" y="79"/>
                  </a:lnTo>
                  <a:lnTo>
                    <a:pt x="81" y="81"/>
                  </a:lnTo>
                  <a:lnTo>
                    <a:pt x="83" y="81"/>
                  </a:lnTo>
                  <a:lnTo>
                    <a:pt x="87" y="81"/>
                  </a:lnTo>
                  <a:lnTo>
                    <a:pt x="87" y="82"/>
                  </a:lnTo>
                  <a:lnTo>
                    <a:pt x="89" y="79"/>
                  </a:lnTo>
                  <a:lnTo>
                    <a:pt x="91" y="82"/>
                  </a:lnTo>
                  <a:lnTo>
                    <a:pt x="90" y="85"/>
                  </a:lnTo>
                  <a:lnTo>
                    <a:pt x="91" y="87"/>
                  </a:lnTo>
                  <a:lnTo>
                    <a:pt x="94" y="89"/>
                  </a:lnTo>
                  <a:lnTo>
                    <a:pt x="95" y="87"/>
                  </a:lnTo>
                  <a:lnTo>
                    <a:pt x="98" y="87"/>
                  </a:lnTo>
                  <a:lnTo>
                    <a:pt x="103" y="85"/>
                  </a:lnTo>
                  <a:lnTo>
                    <a:pt x="106" y="86"/>
                  </a:lnTo>
                  <a:lnTo>
                    <a:pt x="106" y="87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9" y="94"/>
                  </a:lnTo>
                  <a:lnTo>
                    <a:pt x="98" y="95"/>
                  </a:lnTo>
                  <a:lnTo>
                    <a:pt x="98" y="96"/>
                  </a:lnTo>
                  <a:lnTo>
                    <a:pt x="97" y="99"/>
                  </a:lnTo>
                  <a:lnTo>
                    <a:pt x="95" y="99"/>
                  </a:lnTo>
                  <a:lnTo>
                    <a:pt x="93" y="102"/>
                  </a:lnTo>
                  <a:lnTo>
                    <a:pt x="90" y="103"/>
                  </a:lnTo>
                  <a:lnTo>
                    <a:pt x="87" y="103"/>
                  </a:lnTo>
                  <a:lnTo>
                    <a:pt x="87" y="104"/>
                  </a:lnTo>
                  <a:lnTo>
                    <a:pt x="89" y="107"/>
                  </a:lnTo>
                  <a:lnTo>
                    <a:pt x="87" y="108"/>
                  </a:lnTo>
                  <a:lnTo>
                    <a:pt x="85" y="107"/>
                  </a:lnTo>
                  <a:lnTo>
                    <a:pt x="83" y="108"/>
                  </a:lnTo>
                  <a:lnTo>
                    <a:pt x="83" y="112"/>
                  </a:lnTo>
                  <a:lnTo>
                    <a:pt x="82" y="114"/>
                  </a:lnTo>
                  <a:lnTo>
                    <a:pt x="79" y="112"/>
                  </a:lnTo>
                  <a:lnTo>
                    <a:pt x="77" y="115"/>
                  </a:lnTo>
                  <a:lnTo>
                    <a:pt x="73" y="114"/>
                  </a:lnTo>
                  <a:lnTo>
                    <a:pt x="70" y="116"/>
                  </a:lnTo>
                  <a:lnTo>
                    <a:pt x="72" y="120"/>
                  </a:lnTo>
                  <a:lnTo>
                    <a:pt x="69" y="121"/>
                  </a:lnTo>
                  <a:lnTo>
                    <a:pt x="69" y="125"/>
                  </a:lnTo>
                  <a:lnTo>
                    <a:pt x="70" y="127"/>
                  </a:lnTo>
                  <a:lnTo>
                    <a:pt x="68" y="128"/>
                  </a:lnTo>
                  <a:lnTo>
                    <a:pt x="65" y="129"/>
                  </a:lnTo>
                  <a:lnTo>
                    <a:pt x="65" y="132"/>
                  </a:lnTo>
                  <a:lnTo>
                    <a:pt x="68" y="132"/>
                  </a:lnTo>
                  <a:lnTo>
                    <a:pt x="69" y="136"/>
                  </a:lnTo>
                  <a:lnTo>
                    <a:pt x="70" y="137"/>
                  </a:lnTo>
                  <a:lnTo>
                    <a:pt x="72" y="139"/>
                  </a:lnTo>
                  <a:lnTo>
                    <a:pt x="74" y="141"/>
                  </a:lnTo>
                  <a:lnTo>
                    <a:pt x="77" y="148"/>
                  </a:lnTo>
                  <a:lnTo>
                    <a:pt x="79" y="148"/>
                  </a:lnTo>
                  <a:lnTo>
                    <a:pt x="81" y="152"/>
                  </a:lnTo>
                  <a:lnTo>
                    <a:pt x="81" y="154"/>
                  </a:lnTo>
                  <a:lnTo>
                    <a:pt x="83" y="154"/>
                  </a:lnTo>
                  <a:lnTo>
                    <a:pt x="83" y="157"/>
                  </a:lnTo>
                  <a:lnTo>
                    <a:pt x="81" y="158"/>
                  </a:lnTo>
                  <a:lnTo>
                    <a:pt x="81" y="160"/>
                  </a:lnTo>
                  <a:lnTo>
                    <a:pt x="82" y="166"/>
                  </a:lnTo>
                  <a:lnTo>
                    <a:pt x="82" y="167"/>
                  </a:lnTo>
                  <a:lnTo>
                    <a:pt x="79" y="170"/>
                  </a:lnTo>
                  <a:lnTo>
                    <a:pt x="81" y="174"/>
                  </a:lnTo>
                  <a:lnTo>
                    <a:pt x="81" y="175"/>
                  </a:lnTo>
                  <a:lnTo>
                    <a:pt x="83" y="179"/>
                  </a:lnTo>
                  <a:lnTo>
                    <a:pt x="87" y="182"/>
                  </a:lnTo>
                  <a:lnTo>
                    <a:pt x="91" y="186"/>
                  </a:lnTo>
                  <a:lnTo>
                    <a:pt x="93" y="191"/>
                  </a:lnTo>
                  <a:lnTo>
                    <a:pt x="91" y="192"/>
                  </a:lnTo>
                  <a:lnTo>
                    <a:pt x="91" y="195"/>
                  </a:lnTo>
                  <a:lnTo>
                    <a:pt x="91" y="198"/>
                  </a:lnTo>
                  <a:lnTo>
                    <a:pt x="93" y="199"/>
                  </a:lnTo>
                  <a:lnTo>
                    <a:pt x="94" y="202"/>
                  </a:lnTo>
                  <a:lnTo>
                    <a:pt x="94" y="204"/>
                  </a:lnTo>
                  <a:lnTo>
                    <a:pt x="94" y="208"/>
                  </a:lnTo>
                  <a:lnTo>
                    <a:pt x="95" y="211"/>
                  </a:lnTo>
                  <a:lnTo>
                    <a:pt x="95" y="215"/>
                  </a:lnTo>
                  <a:lnTo>
                    <a:pt x="94" y="215"/>
                  </a:lnTo>
                  <a:lnTo>
                    <a:pt x="91" y="223"/>
                  </a:lnTo>
                  <a:lnTo>
                    <a:pt x="89" y="224"/>
                  </a:lnTo>
                  <a:lnTo>
                    <a:pt x="89" y="228"/>
                  </a:lnTo>
                  <a:lnTo>
                    <a:pt x="87" y="229"/>
                  </a:lnTo>
                  <a:lnTo>
                    <a:pt x="87" y="231"/>
                  </a:lnTo>
                  <a:lnTo>
                    <a:pt x="87" y="231"/>
                  </a:lnTo>
                  <a:lnTo>
                    <a:pt x="86" y="233"/>
                  </a:lnTo>
                  <a:lnTo>
                    <a:pt x="86" y="237"/>
                  </a:lnTo>
                  <a:lnTo>
                    <a:pt x="85" y="233"/>
                  </a:lnTo>
                  <a:lnTo>
                    <a:pt x="85" y="229"/>
                  </a:lnTo>
                  <a:lnTo>
                    <a:pt x="83" y="228"/>
                  </a:lnTo>
                  <a:lnTo>
                    <a:pt x="83" y="227"/>
                  </a:lnTo>
                  <a:lnTo>
                    <a:pt x="85" y="228"/>
                  </a:lnTo>
                  <a:lnTo>
                    <a:pt x="85" y="227"/>
                  </a:lnTo>
                  <a:lnTo>
                    <a:pt x="87" y="224"/>
                  </a:lnTo>
                  <a:lnTo>
                    <a:pt x="87" y="223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7" y="219"/>
                  </a:lnTo>
                  <a:lnTo>
                    <a:pt x="87" y="217"/>
                  </a:lnTo>
                  <a:lnTo>
                    <a:pt x="86" y="214"/>
                  </a:lnTo>
                  <a:lnTo>
                    <a:pt x="89" y="212"/>
                  </a:lnTo>
                  <a:lnTo>
                    <a:pt x="86" y="211"/>
                  </a:lnTo>
                  <a:lnTo>
                    <a:pt x="85" y="208"/>
                  </a:lnTo>
                  <a:lnTo>
                    <a:pt x="85" y="206"/>
                  </a:lnTo>
                  <a:lnTo>
                    <a:pt x="86" y="204"/>
                  </a:lnTo>
                  <a:lnTo>
                    <a:pt x="85" y="203"/>
                  </a:lnTo>
                  <a:lnTo>
                    <a:pt x="85" y="202"/>
                  </a:lnTo>
                  <a:lnTo>
                    <a:pt x="83" y="194"/>
                  </a:lnTo>
                  <a:lnTo>
                    <a:pt x="82" y="192"/>
                  </a:lnTo>
                  <a:lnTo>
                    <a:pt x="81" y="190"/>
                  </a:lnTo>
                  <a:lnTo>
                    <a:pt x="79" y="187"/>
                  </a:lnTo>
                  <a:lnTo>
                    <a:pt x="79" y="191"/>
                  </a:lnTo>
                  <a:lnTo>
                    <a:pt x="78" y="191"/>
                  </a:lnTo>
                  <a:lnTo>
                    <a:pt x="78" y="190"/>
                  </a:lnTo>
                  <a:lnTo>
                    <a:pt x="77" y="187"/>
                  </a:lnTo>
                  <a:lnTo>
                    <a:pt x="78" y="182"/>
                  </a:lnTo>
                  <a:lnTo>
                    <a:pt x="76" y="181"/>
                  </a:lnTo>
                  <a:lnTo>
                    <a:pt x="76" y="178"/>
                  </a:lnTo>
                  <a:lnTo>
                    <a:pt x="77" y="177"/>
                  </a:lnTo>
                  <a:lnTo>
                    <a:pt x="74" y="175"/>
                  </a:lnTo>
                  <a:lnTo>
                    <a:pt x="74" y="171"/>
                  </a:lnTo>
                  <a:lnTo>
                    <a:pt x="73" y="171"/>
                  </a:lnTo>
                  <a:lnTo>
                    <a:pt x="72" y="162"/>
                  </a:lnTo>
                  <a:lnTo>
                    <a:pt x="70" y="161"/>
                  </a:lnTo>
                  <a:lnTo>
                    <a:pt x="70" y="160"/>
                  </a:lnTo>
                  <a:lnTo>
                    <a:pt x="70" y="158"/>
                  </a:lnTo>
                  <a:lnTo>
                    <a:pt x="70" y="157"/>
                  </a:lnTo>
                  <a:lnTo>
                    <a:pt x="69" y="154"/>
                  </a:lnTo>
                  <a:lnTo>
                    <a:pt x="70" y="153"/>
                  </a:lnTo>
                  <a:lnTo>
                    <a:pt x="70" y="152"/>
                  </a:lnTo>
                  <a:lnTo>
                    <a:pt x="69" y="153"/>
                  </a:lnTo>
                  <a:lnTo>
                    <a:pt x="68" y="154"/>
                  </a:lnTo>
                  <a:lnTo>
                    <a:pt x="65" y="154"/>
                  </a:lnTo>
                  <a:lnTo>
                    <a:pt x="65" y="152"/>
                  </a:lnTo>
                  <a:lnTo>
                    <a:pt x="64" y="150"/>
                  </a:lnTo>
                  <a:lnTo>
                    <a:pt x="61" y="145"/>
                  </a:lnTo>
                  <a:lnTo>
                    <a:pt x="61" y="144"/>
                  </a:lnTo>
                  <a:lnTo>
                    <a:pt x="60" y="144"/>
                  </a:lnTo>
                  <a:lnTo>
                    <a:pt x="60" y="142"/>
                  </a:lnTo>
                  <a:lnTo>
                    <a:pt x="58" y="141"/>
                  </a:lnTo>
                  <a:lnTo>
                    <a:pt x="60" y="142"/>
                  </a:lnTo>
                  <a:lnTo>
                    <a:pt x="58" y="144"/>
                  </a:lnTo>
                  <a:lnTo>
                    <a:pt x="58" y="145"/>
                  </a:lnTo>
                  <a:lnTo>
                    <a:pt x="60" y="146"/>
                  </a:lnTo>
                  <a:lnTo>
                    <a:pt x="60" y="149"/>
                  </a:lnTo>
                  <a:lnTo>
                    <a:pt x="58" y="150"/>
                  </a:lnTo>
                  <a:lnTo>
                    <a:pt x="58" y="152"/>
                  </a:lnTo>
                  <a:lnTo>
                    <a:pt x="56" y="154"/>
                  </a:lnTo>
                  <a:lnTo>
                    <a:pt x="54" y="153"/>
                  </a:lnTo>
                  <a:lnTo>
                    <a:pt x="53" y="152"/>
                  </a:lnTo>
                  <a:lnTo>
                    <a:pt x="52" y="152"/>
                  </a:lnTo>
                  <a:lnTo>
                    <a:pt x="53" y="153"/>
                  </a:lnTo>
                  <a:lnTo>
                    <a:pt x="53" y="154"/>
                  </a:lnTo>
                  <a:lnTo>
                    <a:pt x="54" y="154"/>
                  </a:lnTo>
                  <a:lnTo>
                    <a:pt x="52" y="157"/>
                  </a:lnTo>
                  <a:lnTo>
                    <a:pt x="50" y="157"/>
                  </a:lnTo>
                  <a:lnTo>
                    <a:pt x="49" y="156"/>
                  </a:lnTo>
                  <a:lnTo>
                    <a:pt x="48" y="158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61"/>
                  </a:lnTo>
                  <a:lnTo>
                    <a:pt x="40" y="162"/>
                  </a:lnTo>
                  <a:lnTo>
                    <a:pt x="39" y="162"/>
                  </a:lnTo>
                  <a:lnTo>
                    <a:pt x="37" y="161"/>
                  </a:lnTo>
                  <a:lnTo>
                    <a:pt x="33" y="162"/>
                  </a:lnTo>
                  <a:lnTo>
                    <a:pt x="33" y="164"/>
                  </a:lnTo>
                  <a:lnTo>
                    <a:pt x="32" y="164"/>
                  </a:lnTo>
                  <a:lnTo>
                    <a:pt x="32" y="161"/>
                  </a:lnTo>
                  <a:lnTo>
                    <a:pt x="35" y="157"/>
                  </a:lnTo>
                  <a:lnTo>
                    <a:pt x="35" y="153"/>
                  </a:lnTo>
                  <a:lnTo>
                    <a:pt x="33" y="157"/>
                  </a:lnTo>
                  <a:lnTo>
                    <a:pt x="31" y="160"/>
                  </a:lnTo>
                  <a:lnTo>
                    <a:pt x="29" y="162"/>
                  </a:lnTo>
                  <a:lnTo>
                    <a:pt x="29" y="161"/>
                  </a:lnTo>
                  <a:lnTo>
                    <a:pt x="29" y="160"/>
                  </a:lnTo>
                  <a:lnTo>
                    <a:pt x="29" y="158"/>
                  </a:lnTo>
                  <a:lnTo>
                    <a:pt x="31" y="146"/>
                  </a:lnTo>
                  <a:lnTo>
                    <a:pt x="33" y="144"/>
                  </a:lnTo>
                  <a:lnTo>
                    <a:pt x="32" y="144"/>
                  </a:lnTo>
                  <a:lnTo>
                    <a:pt x="31" y="139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8" y="132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4"/>
                  </a:lnTo>
                  <a:lnTo>
                    <a:pt x="24" y="123"/>
                  </a:lnTo>
                  <a:lnTo>
                    <a:pt x="24" y="120"/>
                  </a:lnTo>
                  <a:lnTo>
                    <a:pt x="22" y="119"/>
                  </a:lnTo>
                  <a:lnTo>
                    <a:pt x="22" y="121"/>
                  </a:lnTo>
                  <a:lnTo>
                    <a:pt x="23" y="125"/>
                  </a:lnTo>
                  <a:lnTo>
                    <a:pt x="19" y="124"/>
                  </a:lnTo>
                  <a:lnTo>
                    <a:pt x="16" y="121"/>
                  </a:lnTo>
                  <a:lnTo>
                    <a:pt x="16" y="120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6" y="116"/>
                  </a:lnTo>
                  <a:lnTo>
                    <a:pt x="16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6" y="116"/>
                  </a:lnTo>
                  <a:lnTo>
                    <a:pt x="19" y="116"/>
                  </a:lnTo>
                  <a:lnTo>
                    <a:pt x="20" y="117"/>
                  </a:lnTo>
                  <a:lnTo>
                    <a:pt x="22" y="116"/>
                  </a:lnTo>
                  <a:lnTo>
                    <a:pt x="22" y="115"/>
                  </a:lnTo>
                  <a:lnTo>
                    <a:pt x="19" y="111"/>
                  </a:lnTo>
                  <a:lnTo>
                    <a:pt x="15" y="111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1" y="107"/>
                  </a:lnTo>
                  <a:lnTo>
                    <a:pt x="11" y="108"/>
                  </a:lnTo>
                  <a:lnTo>
                    <a:pt x="10" y="108"/>
                  </a:lnTo>
                  <a:lnTo>
                    <a:pt x="8" y="108"/>
                  </a:lnTo>
                  <a:lnTo>
                    <a:pt x="11" y="106"/>
                  </a:lnTo>
                  <a:lnTo>
                    <a:pt x="8" y="106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8" y="107"/>
                  </a:lnTo>
                  <a:lnTo>
                    <a:pt x="3" y="103"/>
                  </a:lnTo>
                  <a:lnTo>
                    <a:pt x="2" y="9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3" y="91"/>
                  </a:lnTo>
                  <a:lnTo>
                    <a:pt x="4" y="92"/>
                  </a:lnTo>
                  <a:lnTo>
                    <a:pt x="4" y="89"/>
                  </a:lnTo>
                  <a:lnTo>
                    <a:pt x="4" y="85"/>
                  </a:lnTo>
                  <a:lnTo>
                    <a:pt x="6" y="83"/>
                  </a:lnTo>
                  <a:lnTo>
                    <a:pt x="7" y="83"/>
                  </a:lnTo>
                  <a:lnTo>
                    <a:pt x="8" y="82"/>
                  </a:lnTo>
                  <a:lnTo>
                    <a:pt x="10" y="79"/>
                  </a:lnTo>
                  <a:lnTo>
                    <a:pt x="8" y="77"/>
                  </a:lnTo>
                  <a:lnTo>
                    <a:pt x="10" y="73"/>
                  </a:lnTo>
                  <a:lnTo>
                    <a:pt x="8" y="70"/>
                  </a:lnTo>
                  <a:lnTo>
                    <a:pt x="11" y="70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0" y="57"/>
                  </a:lnTo>
                  <a:lnTo>
                    <a:pt x="12" y="57"/>
                  </a:lnTo>
                  <a:lnTo>
                    <a:pt x="15" y="58"/>
                  </a:lnTo>
                  <a:lnTo>
                    <a:pt x="18" y="58"/>
                  </a:lnTo>
                  <a:lnTo>
                    <a:pt x="20" y="54"/>
                  </a:lnTo>
                  <a:lnTo>
                    <a:pt x="20" y="49"/>
                  </a:lnTo>
                  <a:lnTo>
                    <a:pt x="23" y="42"/>
                  </a:lnTo>
                  <a:lnTo>
                    <a:pt x="20" y="41"/>
                  </a:lnTo>
                  <a:lnTo>
                    <a:pt x="20" y="40"/>
                  </a:lnTo>
                  <a:lnTo>
                    <a:pt x="24" y="35"/>
                  </a:lnTo>
                  <a:lnTo>
                    <a:pt x="25" y="29"/>
                  </a:lnTo>
                  <a:lnTo>
                    <a:pt x="24" y="28"/>
                  </a:lnTo>
                  <a:lnTo>
                    <a:pt x="24" y="25"/>
                  </a:lnTo>
                  <a:lnTo>
                    <a:pt x="28" y="19"/>
                  </a:lnTo>
                  <a:lnTo>
                    <a:pt x="31" y="17"/>
                  </a:lnTo>
                  <a:lnTo>
                    <a:pt x="35" y="15"/>
                  </a:lnTo>
                  <a:lnTo>
                    <a:pt x="35" y="11"/>
                  </a:lnTo>
                  <a:lnTo>
                    <a:pt x="39" y="11"/>
                  </a:lnTo>
                  <a:lnTo>
                    <a:pt x="43" y="8"/>
                  </a:lnTo>
                  <a:lnTo>
                    <a:pt x="44" y="10"/>
                  </a:lnTo>
                  <a:lnTo>
                    <a:pt x="47" y="11"/>
                  </a:lnTo>
                  <a:lnTo>
                    <a:pt x="47" y="8"/>
                  </a:lnTo>
                  <a:lnTo>
                    <a:pt x="47" y="6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8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2" name="Freeform 368">
              <a:extLst>
                <a:ext uri="{FF2B5EF4-FFF2-40B4-BE49-F238E27FC236}">
                  <a16:creationId xmlns:a16="http://schemas.microsoft.com/office/drawing/2014/main" id="{109547FE-83EB-4A63-9540-5348C2943F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51555" y="2514024"/>
              <a:ext cx="382217" cy="503254"/>
            </a:xfrm>
            <a:custGeom>
              <a:avLst/>
              <a:gdLst>
                <a:gd name="T0" fmla="*/ 45 w 60"/>
                <a:gd name="T1" fmla="*/ 57 h 79"/>
                <a:gd name="T2" fmla="*/ 45 w 60"/>
                <a:gd name="T3" fmla="*/ 54 h 79"/>
                <a:gd name="T4" fmla="*/ 42 w 60"/>
                <a:gd name="T5" fmla="*/ 58 h 79"/>
                <a:gd name="T6" fmla="*/ 41 w 60"/>
                <a:gd name="T7" fmla="*/ 57 h 79"/>
                <a:gd name="T8" fmla="*/ 37 w 60"/>
                <a:gd name="T9" fmla="*/ 53 h 79"/>
                <a:gd name="T10" fmla="*/ 35 w 60"/>
                <a:gd name="T11" fmla="*/ 58 h 79"/>
                <a:gd name="T12" fmla="*/ 37 w 60"/>
                <a:gd name="T13" fmla="*/ 53 h 79"/>
                <a:gd name="T14" fmla="*/ 8 w 60"/>
                <a:gd name="T15" fmla="*/ 3 h 79"/>
                <a:gd name="T16" fmla="*/ 12 w 60"/>
                <a:gd name="T17" fmla="*/ 7 h 79"/>
                <a:gd name="T18" fmla="*/ 12 w 60"/>
                <a:gd name="T19" fmla="*/ 4 h 79"/>
                <a:gd name="T20" fmla="*/ 16 w 60"/>
                <a:gd name="T21" fmla="*/ 7 h 79"/>
                <a:gd name="T22" fmla="*/ 18 w 60"/>
                <a:gd name="T23" fmla="*/ 7 h 79"/>
                <a:gd name="T24" fmla="*/ 21 w 60"/>
                <a:gd name="T25" fmla="*/ 14 h 79"/>
                <a:gd name="T26" fmla="*/ 25 w 60"/>
                <a:gd name="T27" fmla="*/ 19 h 79"/>
                <a:gd name="T28" fmla="*/ 33 w 60"/>
                <a:gd name="T29" fmla="*/ 20 h 79"/>
                <a:gd name="T30" fmla="*/ 45 w 60"/>
                <a:gd name="T31" fmla="*/ 20 h 79"/>
                <a:gd name="T32" fmla="*/ 49 w 60"/>
                <a:gd name="T33" fmla="*/ 20 h 79"/>
                <a:gd name="T34" fmla="*/ 51 w 60"/>
                <a:gd name="T35" fmla="*/ 25 h 79"/>
                <a:gd name="T36" fmla="*/ 47 w 60"/>
                <a:gd name="T37" fmla="*/ 33 h 79"/>
                <a:gd name="T38" fmla="*/ 45 w 60"/>
                <a:gd name="T39" fmla="*/ 35 h 79"/>
                <a:gd name="T40" fmla="*/ 42 w 60"/>
                <a:gd name="T41" fmla="*/ 37 h 79"/>
                <a:gd name="T42" fmla="*/ 42 w 60"/>
                <a:gd name="T43" fmla="*/ 43 h 79"/>
                <a:gd name="T44" fmla="*/ 46 w 60"/>
                <a:gd name="T45" fmla="*/ 46 h 79"/>
                <a:gd name="T46" fmla="*/ 49 w 60"/>
                <a:gd name="T47" fmla="*/ 48 h 79"/>
                <a:gd name="T48" fmla="*/ 49 w 60"/>
                <a:gd name="T49" fmla="*/ 44 h 79"/>
                <a:gd name="T50" fmla="*/ 50 w 60"/>
                <a:gd name="T51" fmla="*/ 41 h 79"/>
                <a:gd name="T52" fmla="*/ 54 w 60"/>
                <a:gd name="T53" fmla="*/ 43 h 79"/>
                <a:gd name="T54" fmla="*/ 56 w 60"/>
                <a:gd name="T55" fmla="*/ 50 h 79"/>
                <a:gd name="T56" fmla="*/ 59 w 60"/>
                <a:gd name="T57" fmla="*/ 60 h 79"/>
                <a:gd name="T58" fmla="*/ 60 w 60"/>
                <a:gd name="T59" fmla="*/ 64 h 79"/>
                <a:gd name="T60" fmla="*/ 60 w 60"/>
                <a:gd name="T61" fmla="*/ 68 h 79"/>
                <a:gd name="T62" fmla="*/ 56 w 60"/>
                <a:gd name="T63" fmla="*/ 73 h 79"/>
                <a:gd name="T64" fmla="*/ 56 w 60"/>
                <a:gd name="T65" fmla="*/ 77 h 79"/>
                <a:gd name="T66" fmla="*/ 55 w 60"/>
                <a:gd name="T67" fmla="*/ 75 h 79"/>
                <a:gd name="T68" fmla="*/ 52 w 60"/>
                <a:gd name="T69" fmla="*/ 70 h 79"/>
                <a:gd name="T70" fmla="*/ 50 w 60"/>
                <a:gd name="T71" fmla="*/ 70 h 79"/>
                <a:gd name="T72" fmla="*/ 50 w 60"/>
                <a:gd name="T73" fmla="*/ 65 h 79"/>
                <a:gd name="T74" fmla="*/ 49 w 60"/>
                <a:gd name="T75" fmla="*/ 60 h 79"/>
                <a:gd name="T76" fmla="*/ 45 w 60"/>
                <a:gd name="T77" fmla="*/ 53 h 79"/>
                <a:gd name="T78" fmla="*/ 37 w 60"/>
                <a:gd name="T79" fmla="*/ 52 h 79"/>
                <a:gd name="T80" fmla="*/ 33 w 60"/>
                <a:gd name="T81" fmla="*/ 49 h 79"/>
                <a:gd name="T82" fmla="*/ 34 w 60"/>
                <a:gd name="T83" fmla="*/ 52 h 79"/>
                <a:gd name="T84" fmla="*/ 33 w 60"/>
                <a:gd name="T85" fmla="*/ 54 h 79"/>
                <a:gd name="T86" fmla="*/ 31 w 60"/>
                <a:gd name="T87" fmla="*/ 61 h 79"/>
                <a:gd name="T88" fmla="*/ 29 w 60"/>
                <a:gd name="T89" fmla="*/ 61 h 79"/>
                <a:gd name="T90" fmla="*/ 29 w 60"/>
                <a:gd name="T91" fmla="*/ 61 h 79"/>
                <a:gd name="T92" fmla="*/ 27 w 60"/>
                <a:gd name="T93" fmla="*/ 57 h 79"/>
                <a:gd name="T94" fmla="*/ 27 w 60"/>
                <a:gd name="T95" fmla="*/ 57 h 79"/>
                <a:gd name="T96" fmla="*/ 25 w 60"/>
                <a:gd name="T97" fmla="*/ 61 h 79"/>
                <a:gd name="T98" fmla="*/ 25 w 60"/>
                <a:gd name="T99" fmla="*/ 66 h 79"/>
                <a:gd name="T100" fmla="*/ 22 w 60"/>
                <a:gd name="T101" fmla="*/ 65 h 79"/>
                <a:gd name="T102" fmla="*/ 20 w 60"/>
                <a:gd name="T103" fmla="*/ 66 h 79"/>
                <a:gd name="T104" fmla="*/ 17 w 60"/>
                <a:gd name="T105" fmla="*/ 60 h 79"/>
                <a:gd name="T106" fmla="*/ 13 w 60"/>
                <a:gd name="T107" fmla="*/ 50 h 79"/>
                <a:gd name="T108" fmla="*/ 12 w 60"/>
                <a:gd name="T109" fmla="*/ 41 h 79"/>
                <a:gd name="T110" fmla="*/ 6 w 60"/>
                <a:gd name="T111" fmla="*/ 32 h 79"/>
                <a:gd name="T112" fmla="*/ 5 w 60"/>
                <a:gd name="T113" fmla="*/ 24 h 79"/>
                <a:gd name="T114" fmla="*/ 10 w 60"/>
                <a:gd name="T115" fmla="*/ 20 h 79"/>
                <a:gd name="T116" fmla="*/ 12 w 60"/>
                <a:gd name="T117" fmla="*/ 15 h 79"/>
                <a:gd name="T118" fmla="*/ 0 w 60"/>
                <a:gd name="T119" fmla="*/ 14 h 79"/>
                <a:gd name="T120" fmla="*/ 4 w 60"/>
                <a:gd name="T121" fmla="*/ 4 h 79"/>
                <a:gd name="T122" fmla="*/ 4 w 60"/>
                <a:gd name="T123" fmla="*/ 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" h="79">
                  <a:moveTo>
                    <a:pt x="45" y="54"/>
                  </a:moveTo>
                  <a:lnTo>
                    <a:pt x="45" y="56"/>
                  </a:lnTo>
                  <a:lnTo>
                    <a:pt x="45" y="57"/>
                  </a:lnTo>
                  <a:lnTo>
                    <a:pt x="43" y="58"/>
                  </a:lnTo>
                  <a:lnTo>
                    <a:pt x="43" y="56"/>
                  </a:lnTo>
                  <a:lnTo>
                    <a:pt x="45" y="54"/>
                  </a:lnTo>
                  <a:close/>
                  <a:moveTo>
                    <a:pt x="39" y="54"/>
                  </a:moveTo>
                  <a:lnTo>
                    <a:pt x="42" y="56"/>
                  </a:lnTo>
                  <a:lnTo>
                    <a:pt x="42" y="58"/>
                  </a:lnTo>
                  <a:lnTo>
                    <a:pt x="41" y="61"/>
                  </a:lnTo>
                  <a:lnTo>
                    <a:pt x="39" y="60"/>
                  </a:lnTo>
                  <a:lnTo>
                    <a:pt x="41" y="57"/>
                  </a:lnTo>
                  <a:lnTo>
                    <a:pt x="39" y="56"/>
                  </a:lnTo>
                  <a:lnTo>
                    <a:pt x="39" y="54"/>
                  </a:lnTo>
                  <a:close/>
                  <a:moveTo>
                    <a:pt x="37" y="53"/>
                  </a:moveTo>
                  <a:lnTo>
                    <a:pt x="38" y="56"/>
                  </a:lnTo>
                  <a:lnTo>
                    <a:pt x="38" y="60"/>
                  </a:lnTo>
                  <a:lnTo>
                    <a:pt x="35" y="58"/>
                  </a:lnTo>
                  <a:lnTo>
                    <a:pt x="34" y="56"/>
                  </a:lnTo>
                  <a:lnTo>
                    <a:pt x="34" y="54"/>
                  </a:lnTo>
                  <a:lnTo>
                    <a:pt x="37" y="53"/>
                  </a:lnTo>
                  <a:close/>
                  <a:moveTo>
                    <a:pt x="5" y="0"/>
                  </a:moveTo>
                  <a:lnTo>
                    <a:pt x="5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7"/>
                  </a:lnTo>
                  <a:lnTo>
                    <a:pt x="17" y="8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1" y="14"/>
                  </a:lnTo>
                  <a:lnTo>
                    <a:pt x="22" y="16"/>
                  </a:lnTo>
                  <a:lnTo>
                    <a:pt x="22" y="19"/>
                  </a:lnTo>
                  <a:lnTo>
                    <a:pt x="25" y="19"/>
                  </a:lnTo>
                  <a:lnTo>
                    <a:pt x="26" y="19"/>
                  </a:lnTo>
                  <a:lnTo>
                    <a:pt x="29" y="20"/>
                  </a:lnTo>
                  <a:lnTo>
                    <a:pt x="33" y="20"/>
                  </a:lnTo>
                  <a:lnTo>
                    <a:pt x="37" y="20"/>
                  </a:lnTo>
                  <a:lnTo>
                    <a:pt x="41" y="20"/>
                  </a:lnTo>
                  <a:lnTo>
                    <a:pt x="45" y="20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51" y="23"/>
                  </a:lnTo>
                  <a:lnTo>
                    <a:pt x="52" y="23"/>
                  </a:lnTo>
                  <a:lnTo>
                    <a:pt x="51" y="25"/>
                  </a:lnTo>
                  <a:lnTo>
                    <a:pt x="50" y="28"/>
                  </a:lnTo>
                  <a:lnTo>
                    <a:pt x="49" y="32"/>
                  </a:lnTo>
                  <a:lnTo>
                    <a:pt x="47" y="33"/>
                  </a:lnTo>
                  <a:lnTo>
                    <a:pt x="47" y="35"/>
                  </a:lnTo>
                  <a:lnTo>
                    <a:pt x="46" y="36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2" y="36"/>
                  </a:lnTo>
                  <a:lnTo>
                    <a:pt x="42" y="37"/>
                  </a:lnTo>
                  <a:lnTo>
                    <a:pt x="41" y="39"/>
                  </a:lnTo>
                  <a:lnTo>
                    <a:pt x="41" y="40"/>
                  </a:lnTo>
                  <a:lnTo>
                    <a:pt x="42" y="43"/>
                  </a:lnTo>
                  <a:lnTo>
                    <a:pt x="43" y="44"/>
                  </a:lnTo>
                  <a:lnTo>
                    <a:pt x="43" y="45"/>
                  </a:lnTo>
                  <a:lnTo>
                    <a:pt x="46" y="46"/>
                  </a:lnTo>
                  <a:lnTo>
                    <a:pt x="47" y="49"/>
                  </a:lnTo>
                  <a:lnTo>
                    <a:pt x="49" y="49"/>
                  </a:lnTo>
                  <a:lnTo>
                    <a:pt x="49" y="48"/>
                  </a:lnTo>
                  <a:lnTo>
                    <a:pt x="47" y="46"/>
                  </a:lnTo>
                  <a:lnTo>
                    <a:pt x="49" y="45"/>
                  </a:lnTo>
                  <a:lnTo>
                    <a:pt x="49" y="44"/>
                  </a:lnTo>
                  <a:lnTo>
                    <a:pt x="50" y="43"/>
                  </a:lnTo>
                  <a:lnTo>
                    <a:pt x="49" y="41"/>
                  </a:lnTo>
                  <a:lnTo>
                    <a:pt x="50" y="41"/>
                  </a:lnTo>
                  <a:lnTo>
                    <a:pt x="51" y="41"/>
                  </a:lnTo>
                  <a:lnTo>
                    <a:pt x="54" y="41"/>
                  </a:lnTo>
                  <a:lnTo>
                    <a:pt x="54" y="43"/>
                  </a:lnTo>
                  <a:lnTo>
                    <a:pt x="55" y="44"/>
                  </a:lnTo>
                  <a:lnTo>
                    <a:pt x="56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8" y="57"/>
                  </a:lnTo>
                  <a:lnTo>
                    <a:pt x="59" y="60"/>
                  </a:lnTo>
                  <a:lnTo>
                    <a:pt x="59" y="62"/>
                  </a:lnTo>
                  <a:lnTo>
                    <a:pt x="60" y="62"/>
                  </a:lnTo>
                  <a:lnTo>
                    <a:pt x="60" y="64"/>
                  </a:lnTo>
                  <a:lnTo>
                    <a:pt x="60" y="65"/>
                  </a:lnTo>
                  <a:lnTo>
                    <a:pt x="60" y="65"/>
                  </a:lnTo>
                  <a:lnTo>
                    <a:pt x="60" y="68"/>
                  </a:lnTo>
                  <a:lnTo>
                    <a:pt x="60" y="71"/>
                  </a:lnTo>
                  <a:lnTo>
                    <a:pt x="59" y="70"/>
                  </a:lnTo>
                  <a:lnTo>
                    <a:pt x="56" y="73"/>
                  </a:lnTo>
                  <a:lnTo>
                    <a:pt x="56" y="75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5" y="75"/>
                  </a:lnTo>
                  <a:lnTo>
                    <a:pt x="52" y="73"/>
                  </a:lnTo>
                  <a:lnTo>
                    <a:pt x="51" y="71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1" y="69"/>
                  </a:lnTo>
                  <a:lnTo>
                    <a:pt x="50" y="70"/>
                  </a:lnTo>
                  <a:lnTo>
                    <a:pt x="50" y="69"/>
                  </a:lnTo>
                  <a:lnTo>
                    <a:pt x="51" y="66"/>
                  </a:lnTo>
                  <a:lnTo>
                    <a:pt x="50" y="65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49" y="60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5" y="53"/>
                  </a:lnTo>
                  <a:lnTo>
                    <a:pt x="43" y="52"/>
                  </a:lnTo>
                  <a:lnTo>
                    <a:pt x="41" y="53"/>
                  </a:lnTo>
                  <a:lnTo>
                    <a:pt x="37" y="52"/>
                  </a:lnTo>
                  <a:lnTo>
                    <a:pt x="37" y="50"/>
                  </a:lnTo>
                  <a:lnTo>
                    <a:pt x="35" y="50"/>
                  </a:lnTo>
                  <a:lnTo>
                    <a:pt x="33" y="49"/>
                  </a:lnTo>
                  <a:lnTo>
                    <a:pt x="33" y="45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4" y="57"/>
                  </a:lnTo>
                  <a:lnTo>
                    <a:pt x="34" y="61"/>
                  </a:lnTo>
                  <a:lnTo>
                    <a:pt x="31" y="61"/>
                  </a:lnTo>
                  <a:lnTo>
                    <a:pt x="30" y="65"/>
                  </a:lnTo>
                  <a:lnTo>
                    <a:pt x="29" y="64"/>
                  </a:lnTo>
                  <a:lnTo>
                    <a:pt x="29" y="61"/>
                  </a:lnTo>
                  <a:lnTo>
                    <a:pt x="30" y="61"/>
                  </a:lnTo>
                  <a:lnTo>
                    <a:pt x="31" y="60"/>
                  </a:lnTo>
                  <a:lnTo>
                    <a:pt x="29" y="61"/>
                  </a:lnTo>
                  <a:lnTo>
                    <a:pt x="27" y="64"/>
                  </a:lnTo>
                  <a:lnTo>
                    <a:pt x="26" y="61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6" y="56"/>
                  </a:lnTo>
                  <a:lnTo>
                    <a:pt x="27" y="57"/>
                  </a:lnTo>
                  <a:lnTo>
                    <a:pt x="26" y="58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6" y="64"/>
                  </a:lnTo>
                  <a:lnTo>
                    <a:pt x="26" y="65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4" y="65"/>
                  </a:lnTo>
                  <a:lnTo>
                    <a:pt x="22" y="65"/>
                  </a:lnTo>
                  <a:lnTo>
                    <a:pt x="22" y="66"/>
                  </a:lnTo>
                  <a:lnTo>
                    <a:pt x="21" y="66"/>
                  </a:lnTo>
                  <a:lnTo>
                    <a:pt x="20" y="66"/>
                  </a:lnTo>
                  <a:lnTo>
                    <a:pt x="20" y="64"/>
                  </a:lnTo>
                  <a:lnTo>
                    <a:pt x="18" y="64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4"/>
                  </a:lnTo>
                  <a:lnTo>
                    <a:pt x="13" y="50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2" y="41"/>
                  </a:lnTo>
                  <a:lnTo>
                    <a:pt x="12" y="37"/>
                  </a:lnTo>
                  <a:lnTo>
                    <a:pt x="9" y="33"/>
                  </a:lnTo>
                  <a:lnTo>
                    <a:pt x="6" y="32"/>
                  </a:lnTo>
                  <a:lnTo>
                    <a:pt x="4" y="29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6" y="21"/>
                  </a:lnTo>
                  <a:lnTo>
                    <a:pt x="9" y="20"/>
                  </a:lnTo>
                  <a:lnTo>
                    <a:pt x="10" y="20"/>
                  </a:lnTo>
                  <a:lnTo>
                    <a:pt x="12" y="19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0" y="14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3" name="Freeform 370">
              <a:extLst>
                <a:ext uri="{FF2B5EF4-FFF2-40B4-BE49-F238E27FC236}">
                  <a16:creationId xmlns:a16="http://schemas.microsoft.com/office/drawing/2014/main" id="{0F512344-8A8B-4050-AB3D-4365ADDF1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895" y="2214622"/>
              <a:ext cx="630660" cy="324886"/>
            </a:xfrm>
            <a:custGeom>
              <a:avLst/>
              <a:gdLst>
                <a:gd name="T0" fmla="*/ 9 w 99"/>
                <a:gd name="T1" fmla="*/ 1 h 51"/>
                <a:gd name="T2" fmla="*/ 12 w 99"/>
                <a:gd name="T3" fmla="*/ 3 h 51"/>
                <a:gd name="T4" fmla="*/ 15 w 99"/>
                <a:gd name="T5" fmla="*/ 1 h 51"/>
                <a:gd name="T6" fmla="*/ 22 w 99"/>
                <a:gd name="T7" fmla="*/ 3 h 51"/>
                <a:gd name="T8" fmla="*/ 26 w 99"/>
                <a:gd name="T9" fmla="*/ 4 h 51"/>
                <a:gd name="T10" fmla="*/ 32 w 99"/>
                <a:gd name="T11" fmla="*/ 9 h 51"/>
                <a:gd name="T12" fmla="*/ 37 w 99"/>
                <a:gd name="T13" fmla="*/ 11 h 51"/>
                <a:gd name="T14" fmla="*/ 40 w 99"/>
                <a:gd name="T15" fmla="*/ 15 h 51"/>
                <a:gd name="T16" fmla="*/ 42 w 99"/>
                <a:gd name="T17" fmla="*/ 16 h 51"/>
                <a:gd name="T18" fmla="*/ 44 w 99"/>
                <a:gd name="T19" fmla="*/ 12 h 51"/>
                <a:gd name="T20" fmla="*/ 47 w 99"/>
                <a:gd name="T21" fmla="*/ 13 h 51"/>
                <a:gd name="T22" fmla="*/ 50 w 99"/>
                <a:gd name="T23" fmla="*/ 17 h 51"/>
                <a:gd name="T24" fmla="*/ 57 w 99"/>
                <a:gd name="T25" fmla="*/ 18 h 51"/>
                <a:gd name="T26" fmla="*/ 59 w 99"/>
                <a:gd name="T27" fmla="*/ 24 h 51"/>
                <a:gd name="T28" fmla="*/ 62 w 99"/>
                <a:gd name="T29" fmla="*/ 26 h 51"/>
                <a:gd name="T30" fmla="*/ 67 w 99"/>
                <a:gd name="T31" fmla="*/ 26 h 51"/>
                <a:gd name="T32" fmla="*/ 71 w 99"/>
                <a:gd name="T33" fmla="*/ 24 h 51"/>
                <a:gd name="T34" fmla="*/ 79 w 99"/>
                <a:gd name="T35" fmla="*/ 25 h 51"/>
                <a:gd name="T36" fmla="*/ 83 w 99"/>
                <a:gd name="T37" fmla="*/ 30 h 51"/>
                <a:gd name="T38" fmla="*/ 87 w 99"/>
                <a:gd name="T39" fmla="*/ 33 h 51"/>
                <a:gd name="T40" fmla="*/ 92 w 99"/>
                <a:gd name="T41" fmla="*/ 33 h 51"/>
                <a:gd name="T42" fmla="*/ 98 w 99"/>
                <a:gd name="T43" fmla="*/ 32 h 51"/>
                <a:gd name="T44" fmla="*/ 98 w 99"/>
                <a:gd name="T45" fmla="*/ 40 h 51"/>
                <a:gd name="T46" fmla="*/ 99 w 99"/>
                <a:gd name="T47" fmla="*/ 50 h 51"/>
                <a:gd name="T48" fmla="*/ 87 w 99"/>
                <a:gd name="T49" fmla="*/ 49 h 51"/>
                <a:gd name="T50" fmla="*/ 74 w 99"/>
                <a:gd name="T51" fmla="*/ 47 h 51"/>
                <a:gd name="T52" fmla="*/ 67 w 99"/>
                <a:gd name="T53" fmla="*/ 49 h 51"/>
                <a:gd name="T54" fmla="*/ 58 w 99"/>
                <a:gd name="T55" fmla="*/ 43 h 51"/>
                <a:gd name="T56" fmla="*/ 51 w 99"/>
                <a:gd name="T57" fmla="*/ 40 h 51"/>
                <a:gd name="T58" fmla="*/ 44 w 99"/>
                <a:gd name="T59" fmla="*/ 40 h 51"/>
                <a:gd name="T60" fmla="*/ 33 w 99"/>
                <a:gd name="T61" fmla="*/ 37 h 51"/>
                <a:gd name="T62" fmla="*/ 28 w 99"/>
                <a:gd name="T63" fmla="*/ 36 h 51"/>
                <a:gd name="T64" fmla="*/ 20 w 99"/>
                <a:gd name="T65" fmla="*/ 30 h 51"/>
                <a:gd name="T66" fmla="*/ 11 w 99"/>
                <a:gd name="T67" fmla="*/ 25 h 51"/>
                <a:gd name="T68" fmla="*/ 7 w 99"/>
                <a:gd name="T69" fmla="*/ 24 h 51"/>
                <a:gd name="T70" fmla="*/ 1 w 99"/>
                <a:gd name="T71" fmla="*/ 22 h 51"/>
                <a:gd name="T72" fmla="*/ 4 w 99"/>
                <a:gd name="T73" fmla="*/ 15 h 51"/>
                <a:gd name="T74" fmla="*/ 5 w 99"/>
                <a:gd name="T75" fmla="*/ 4 h 51"/>
                <a:gd name="T76" fmla="*/ 5 w 99"/>
                <a:gd name="T7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9" h="51">
                  <a:moveTo>
                    <a:pt x="5" y="0"/>
                  </a:moveTo>
                  <a:lnTo>
                    <a:pt x="9" y="1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5" y="1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8" y="5"/>
                  </a:lnTo>
                  <a:lnTo>
                    <a:pt x="32" y="9"/>
                  </a:lnTo>
                  <a:lnTo>
                    <a:pt x="34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40" y="15"/>
                  </a:lnTo>
                  <a:lnTo>
                    <a:pt x="41" y="17"/>
                  </a:lnTo>
                  <a:lnTo>
                    <a:pt x="42" y="16"/>
                  </a:lnTo>
                  <a:lnTo>
                    <a:pt x="42" y="13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7" y="13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3" y="20"/>
                  </a:lnTo>
                  <a:lnTo>
                    <a:pt x="57" y="18"/>
                  </a:lnTo>
                  <a:lnTo>
                    <a:pt x="59" y="20"/>
                  </a:lnTo>
                  <a:lnTo>
                    <a:pt x="59" y="24"/>
                  </a:lnTo>
                  <a:lnTo>
                    <a:pt x="61" y="26"/>
                  </a:lnTo>
                  <a:lnTo>
                    <a:pt x="62" y="26"/>
                  </a:lnTo>
                  <a:lnTo>
                    <a:pt x="66" y="28"/>
                  </a:lnTo>
                  <a:lnTo>
                    <a:pt x="67" y="26"/>
                  </a:lnTo>
                  <a:lnTo>
                    <a:pt x="70" y="26"/>
                  </a:lnTo>
                  <a:lnTo>
                    <a:pt x="71" y="24"/>
                  </a:lnTo>
                  <a:lnTo>
                    <a:pt x="76" y="24"/>
                  </a:lnTo>
                  <a:lnTo>
                    <a:pt x="79" y="25"/>
                  </a:lnTo>
                  <a:lnTo>
                    <a:pt x="79" y="29"/>
                  </a:lnTo>
                  <a:lnTo>
                    <a:pt x="83" y="30"/>
                  </a:lnTo>
                  <a:lnTo>
                    <a:pt x="86" y="33"/>
                  </a:lnTo>
                  <a:lnTo>
                    <a:pt x="87" y="33"/>
                  </a:lnTo>
                  <a:lnTo>
                    <a:pt x="91" y="32"/>
                  </a:lnTo>
                  <a:lnTo>
                    <a:pt x="92" y="33"/>
                  </a:lnTo>
                  <a:lnTo>
                    <a:pt x="95" y="32"/>
                  </a:lnTo>
                  <a:lnTo>
                    <a:pt x="98" y="32"/>
                  </a:lnTo>
                  <a:lnTo>
                    <a:pt x="98" y="34"/>
                  </a:lnTo>
                  <a:lnTo>
                    <a:pt x="98" y="40"/>
                  </a:lnTo>
                  <a:lnTo>
                    <a:pt x="99" y="45"/>
                  </a:lnTo>
                  <a:lnTo>
                    <a:pt x="99" y="50"/>
                  </a:lnTo>
                  <a:lnTo>
                    <a:pt x="91" y="51"/>
                  </a:lnTo>
                  <a:lnTo>
                    <a:pt x="87" y="49"/>
                  </a:lnTo>
                  <a:lnTo>
                    <a:pt x="84" y="50"/>
                  </a:lnTo>
                  <a:lnTo>
                    <a:pt x="74" y="47"/>
                  </a:lnTo>
                  <a:lnTo>
                    <a:pt x="70" y="47"/>
                  </a:lnTo>
                  <a:lnTo>
                    <a:pt x="67" y="49"/>
                  </a:lnTo>
                  <a:lnTo>
                    <a:pt x="61" y="46"/>
                  </a:lnTo>
                  <a:lnTo>
                    <a:pt x="58" y="43"/>
                  </a:lnTo>
                  <a:lnTo>
                    <a:pt x="57" y="41"/>
                  </a:lnTo>
                  <a:lnTo>
                    <a:pt x="51" y="40"/>
                  </a:lnTo>
                  <a:lnTo>
                    <a:pt x="45" y="41"/>
                  </a:lnTo>
                  <a:lnTo>
                    <a:pt x="44" y="40"/>
                  </a:lnTo>
                  <a:lnTo>
                    <a:pt x="37" y="40"/>
                  </a:lnTo>
                  <a:lnTo>
                    <a:pt x="33" y="37"/>
                  </a:lnTo>
                  <a:lnTo>
                    <a:pt x="30" y="37"/>
                  </a:lnTo>
                  <a:lnTo>
                    <a:pt x="28" y="36"/>
                  </a:lnTo>
                  <a:lnTo>
                    <a:pt x="24" y="34"/>
                  </a:lnTo>
                  <a:lnTo>
                    <a:pt x="20" y="30"/>
                  </a:lnTo>
                  <a:lnTo>
                    <a:pt x="15" y="26"/>
                  </a:lnTo>
                  <a:lnTo>
                    <a:pt x="11" y="25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4" y="22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5" y="4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4" name="Freeform 372">
              <a:extLst>
                <a:ext uri="{FF2B5EF4-FFF2-40B4-BE49-F238E27FC236}">
                  <a16:creationId xmlns:a16="http://schemas.microsoft.com/office/drawing/2014/main" id="{BE291B4C-B4BD-4A85-A0CE-8EABD57A3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759" y="1596706"/>
              <a:ext cx="554216" cy="452292"/>
            </a:xfrm>
            <a:custGeom>
              <a:avLst/>
              <a:gdLst>
                <a:gd name="T0" fmla="*/ 33 w 87"/>
                <a:gd name="T1" fmla="*/ 0 h 71"/>
                <a:gd name="T2" fmla="*/ 37 w 87"/>
                <a:gd name="T3" fmla="*/ 5 h 71"/>
                <a:gd name="T4" fmla="*/ 45 w 87"/>
                <a:gd name="T5" fmla="*/ 15 h 71"/>
                <a:gd name="T6" fmla="*/ 48 w 87"/>
                <a:gd name="T7" fmla="*/ 19 h 71"/>
                <a:gd name="T8" fmla="*/ 53 w 87"/>
                <a:gd name="T9" fmla="*/ 22 h 71"/>
                <a:gd name="T10" fmla="*/ 61 w 87"/>
                <a:gd name="T11" fmla="*/ 22 h 71"/>
                <a:gd name="T12" fmla="*/ 66 w 87"/>
                <a:gd name="T13" fmla="*/ 26 h 71"/>
                <a:gd name="T14" fmla="*/ 71 w 87"/>
                <a:gd name="T15" fmla="*/ 34 h 71"/>
                <a:gd name="T16" fmla="*/ 78 w 87"/>
                <a:gd name="T17" fmla="*/ 39 h 71"/>
                <a:gd name="T18" fmla="*/ 81 w 87"/>
                <a:gd name="T19" fmla="*/ 48 h 71"/>
                <a:gd name="T20" fmla="*/ 86 w 87"/>
                <a:gd name="T21" fmla="*/ 55 h 71"/>
                <a:gd name="T22" fmla="*/ 87 w 87"/>
                <a:gd name="T23" fmla="*/ 64 h 71"/>
                <a:gd name="T24" fmla="*/ 86 w 87"/>
                <a:gd name="T25" fmla="*/ 64 h 71"/>
                <a:gd name="T26" fmla="*/ 81 w 87"/>
                <a:gd name="T27" fmla="*/ 68 h 71"/>
                <a:gd name="T28" fmla="*/ 73 w 87"/>
                <a:gd name="T29" fmla="*/ 65 h 71"/>
                <a:gd name="T30" fmla="*/ 68 w 87"/>
                <a:gd name="T31" fmla="*/ 60 h 71"/>
                <a:gd name="T32" fmla="*/ 58 w 87"/>
                <a:gd name="T33" fmla="*/ 58 h 71"/>
                <a:gd name="T34" fmla="*/ 54 w 87"/>
                <a:gd name="T35" fmla="*/ 60 h 71"/>
                <a:gd name="T36" fmla="*/ 48 w 87"/>
                <a:gd name="T37" fmla="*/ 64 h 71"/>
                <a:gd name="T38" fmla="*/ 44 w 87"/>
                <a:gd name="T39" fmla="*/ 71 h 71"/>
                <a:gd name="T40" fmla="*/ 40 w 87"/>
                <a:gd name="T41" fmla="*/ 67 h 71"/>
                <a:gd name="T42" fmla="*/ 33 w 87"/>
                <a:gd name="T43" fmla="*/ 68 h 71"/>
                <a:gd name="T44" fmla="*/ 28 w 87"/>
                <a:gd name="T45" fmla="*/ 63 h 71"/>
                <a:gd name="T46" fmla="*/ 19 w 87"/>
                <a:gd name="T47" fmla="*/ 58 h 71"/>
                <a:gd name="T48" fmla="*/ 17 w 87"/>
                <a:gd name="T49" fmla="*/ 47 h 71"/>
                <a:gd name="T50" fmla="*/ 15 w 87"/>
                <a:gd name="T51" fmla="*/ 39 h 71"/>
                <a:gd name="T52" fmla="*/ 17 w 87"/>
                <a:gd name="T53" fmla="*/ 37 h 71"/>
                <a:gd name="T54" fmla="*/ 20 w 87"/>
                <a:gd name="T55" fmla="*/ 31 h 71"/>
                <a:gd name="T56" fmla="*/ 16 w 87"/>
                <a:gd name="T57" fmla="*/ 27 h 71"/>
                <a:gd name="T58" fmla="*/ 10 w 87"/>
                <a:gd name="T59" fmla="*/ 22 h 71"/>
                <a:gd name="T60" fmla="*/ 4 w 87"/>
                <a:gd name="T61" fmla="*/ 21 h 71"/>
                <a:gd name="T62" fmla="*/ 2 w 87"/>
                <a:gd name="T63" fmla="*/ 19 h 71"/>
                <a:gd name="T64" fmla="*/ 7 w 87"/>
                <a:gd name="T65" fmla="*/ 11 h 71"/>
                <a:gd name="T66" fmla="*/ 15 w 87"/>
                <a:gd name="T67" fmla="*/ 8 h 71"/>
                <a:gd name="T68" fmla="*/ 21 w 87"/>
                <a:gd name="T69" fmla="*/ 1 h 71"/>
                <a:gd name="T70" fmla="*/ 23 w 87"/>
                <a:gd name="T71" fmla="*/ 1 h 71"/>
                <a:gd name="T72" fmla="*/ 27 w 87"/>
                <a:gd name="T73" fmla="*/ 2 h 71"/>
                <a:gd name="T74" fmla="*/ 31 w 87"/>
                <a:gd name="T75" fmla="*/ 1 h 71"/>
                <a:gd name="T76" fmla="*/ 32 w 87"/>
                <a:gd name="T7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71">
                  <a:moveTo>
                    <a:pt x="32" y="0"/>
                  </a:moveTo>
                  <a:lnTo>
                    <a:pt x="33" y="0"/>
                  </a:lnTo>
                  <a:lnTo>
                    <a:pt x="36" y="1"/>
                  </a:lnTo>
                  <a:lnTo>
                    <a:pt x="37" y="5"/>
                  </a:lnTo>
                  <a:lnTo>
                    <a:pt x="42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8" y="19"/>
                  </a:lnTo>
                  <a:lnTo>
                    <a:pt x="49" y="21"/>
                  </a:lnTo>
                  <a:lnTo>
                    <a:pt x="53" y="22"/>
                  </a:lnTo>
                  <a:lnTo>
                    <a:pt x="58" y="22"/>
                  </a:lnTo>
                  <a:lnTo>
                    <a:pt x="61" y="22"/>
                  </a:lnTo>
                  <a:lnTo>
                    <a:pt x="61" y="25"/>
                  </a:lnTo>
                  <a:lnTo>
                    <a:pt x="66" y="26"/>
                  </a:lnTo>
                  <a:lnTo>
                    <a:pt x="70" y="29"/>
                  </a:lnTo>
                  <a:lnTo>
                    <a:pt x="71" y="34"/>
                  </a:lnTo>
                  <a:lnTo>
                    <a:pt x="74" y="38"/>
                  </a:lnTo>
                  <a:lnTo>
                    <a:pt x="78" y="39"/>
                  </a:lnTo>
                  <a:lnTo>
                    <a:pt x="81" y="43"/>
                  </a:lnTo>
                  <a:lnTo>
                    <a:pt x="81" y="48"/>
                  </a:lnTo>
                  <a:lnTo>
                    <a:pt x="82" y="54"/>
                  </a:lnTo>
                  <a:lnTo>
                    <a:pt x="86" y="55"/>
                  </a:lnTo>
                  <a:lnTo>
                    <a:pt x="87" y="60"/>
                  </a:lnTo>
                  <a:lnTo>
                    <a:pt x="87" y="64"/>
                  </a:lnTo>
                  <a:lnTo>
                    <a:pt x="86" y="67"/>
                  </a:lnTo>
                  <a:lnTo>
                    <a:pt x="86" y="64"/>
                  </a:lnTo>
                  <a:lnTo>
                    <a:pt x="83" y="64"/>
                  </a:lnTo>
                  <a:lnTo>
                    <a:pt x="81" y="68"/>
                  </a:lnTo>
                  <a:lnTo>
                    <a:pt x="75" y="64"/>
                  </a:lnTo>
                  <a:lnTo>
                    <a:pt x="73" y="65"/>
                  </a:lnTo>
                  <a:lnTo>
                    <a:pt x="71" y="62"/>
                  </a:lnTo>
                  <a:lnTo>
                    <a:pt x="68" y="60"/>
                  </a:lnTo>
                  <a:lnTo>
                    <a:pt x="65" y="63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4" y="60"/>
                  </a:lnTo>
                  <a:lnTo>
                    <a:pt x="52" y="62"/>
                  </a:lnTo>
                  <a:lnTo>
                    <a:pt x="48" y="64"/>
                  </a:lnTo>
                  <a:lnTo>
                    <a:pt x="44" y="69"/>
                  </a:lnTo>
                  <a:lnTo>
                    <a:pt x="44" y="71"/>
                  </a:lnTo>
                  <a:lnTo>
                    <a:pt x="42" y="68"/>
                  </a:lnTo>
                  <a:lnTo>
                    <a:pt x="40" y="67"/>
                  </a:lnTo>
                  <a:lnTo>
                    <a:pt x="37" y="68"/>
                  </a:lnTo>
                  <a:lnTo>
                    <a:pt x="33" y="68"/>
                  </a:lnTo>
                  <a:lnTo>
                    <a:pt x="32" y="64"/>
                  </a:lnTo>
                  <a:lnTo>
                    <a:pt x="28" y="63"/>
                  </a:lnTo>
                  <a:lnTo>
                    <a:pt x="24" y="62"/>
                  </a:lnTo>
                  <a:lnTo>
                    <a:pt x="19" y="58"/>
                  </a:lnTo>
                  <a:lnTo>
                    <a:pt x="19" y="55"/>
                  </a:lnTo>
                  <a:lnTo>
                    <a:pt x="17" y="47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6" y="39"/>
                  </a:lnTo>
                  <a:lnTo>
                    <a:pt x="17" y="37"/>
                  </a:lnTo>
                  <a:lnTo>
                    <a:pt x="20" y="34"/>
                  </a:lnTo>
                  <a:lnTo>
                    <a:pt x="20" y="31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4" y="26"/>
                  </a:lnTo>
                  <a:lnTo>
                    <a:pt x="10" y="22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3" y="22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7" y="11"/>
                  </a:lnTo>
                  <a:lnTo>
                    <a:pt x="6" y="9"/>
                  </a:lnTo>
                  <a:lnTo>
                    <a:pt x="15" y="8"/>
                  </a:lnTo>
                  <a:lnTo>
                    <a:pt x="20" y="5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8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5" name="Freeform 338">
              <a:extLst>
                <a:ext uri="{FF2B5EF4-FFF2-40B4-BE49-F238E27FC236}">
                  <a16:creationId xmlns:a16="http://schemas.microsoft.com/office/drawing/2014/main" id="{9FE10BEC-CFAB-4619-BE6D-1C6327CE42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9253" y="3590598"/>
              <a:ext cx="159258" cy="554216"/>
            </a:xfrm>
            <a:custGeom>
              <a:avLst/>
              <a:gdLst>
                <a:gd name="T0" fmla="*/ 24 w 25"/>
                <a:gd name="T1" fmla="*/ 80 h 87"/>
                <a:gd name="T2" fmla="*/ 25 w 25"/>
                <a:gd name="T3" fmla="*/ 84 h 87"/>
                <a:gd name="T4" fmla="*/ 23 w 25"/>
                <a:gd name="T5" fmla="*/ 84 h 87"/>
                <a:gd name="T6" fmla="*/ 21 w 25"/>
                <a:gd name="T7" fmla="*/ 81 h 87"/>
                <a:gd name="T8" fmla="*/ 21 w 25"/>
                <a:gd name="T9" fmla="*/ 76 h 87"/>
                <a:gd name="T10" fmla="*/ 21 w 25"/>
                <a:gd name="T11" fmla="*/ 79 h 87"/>
                <a:gd name="T12" fmla="*/ 21 w 25"/>
                <a:gd name="T13" fmla="*/ 76 h 87"/>
                <a:gd name="T14" fmla="*/ 20 w 25"/>
                <a:gd name="T15" fmla="*/ 72 h 87"/>
                <a:gd name="T16" fmla="*/ 17 w 25"/>
                <a:gd name="T17" fmla="*/ 72 h 87"/>
                <a:gd name="T18" fmla="*/ 19 w 25"/>
                <a:gd name="T19" fmla="*/ 71 h 87"/>
                <a:gd name="T20" fmla="*/ 21 w 25"/>
                <a:gd name="T21" fmla="*/ 67 h 87"/>
                <a:gd name="T22" fmla="*/ 20 w 25"/>
                <a:gd name="T23" fmla="*/ 70 h 87"/>
                <a:gd name="T24" fmla="*/ 20 w 25"/>
                <a:gd name="T25" fmla="*/ 66 h 87"/>
                <a:gd name="T26" fmla="*/ 16 w 25"/>
                <a:gd name="T27" fmla="*/ 66 h 87"/>
                <a:gd name="T28" fmla="*/ 15 w 25"/>
                <a:gd name="T29" fmla="*/ 67 h 87"/>
                <a:gd name="T30" fmla="*/ 11 w 25"/>
                <a:gd name="T31" fmla="*/ 55 h 87"/>
                <a:gd name="T32" fmla="*/ 8 w 25"/>
                <a:gd name="T33" fmla="*/ 56 h 87"/>
                <a:gd name="T34" fmla="*/ 7 w 25"/>
                <a:gd name="T35" fmla="*/ 35 h 87"/>
                <a:gd name="T36" fmla="*/ 7 w 25"/>
                <a:gd name="T37" fmla="*/ 41 h 87"/>
                <a:gd name="T38" fmla="*/ 4 w 25"/>
                <a:gd name="T39" fmla="*/ 39 h 87"/>
                <a:gd name="T40" fmla="*/ 7 w 25"/>
                <a:gd name="T41" fmla="*/ 35 h 87"/>
                <a:gd name="T42" fmla="*/ 3 w 25"/>
                <a:gd name="T43" fmla="*/ 29 h 87"/>
                <a:gd name="T44" fmla="*/ 2 w 25"/>
                <a:gd name="T45" fmla="*/ 26 h 87"/>
                <a:gd name="T46" fmla="*/ 10 w 25"/>
                <a:gd name="T47" fmla="*/ 18 h 87"/>
                <a:gd name="T48" fmla="*/ 7 w 25"/>
                <a:gd name="T49" fmla="*/ 22 h 87"/>
                <a:gd name="T50" fmla="*/ 8 w 25"/>
                <a:gd name="T51" fmla="*/ 26 h 87"/>
                <a:gd name="T52" fmla="*/ 6 w 25"/>
                <a:gd name="T53" fmla="*/ 29 h 87"/>
                <a:gd name="T54" fmla="*/ 6 w 25"/>
                <a:gd name="T55" fmla="*/ 24 h 87"/>
                <a:gd name="T56" fmla="*/ 6 w 25"/>
                <a:gd name="T57" fmla="*/ 18 h 87"/>
                <a:gd name="T58" fmla="*/ 10 w 25"/>
                <a:gd name="T59" fmla="*/ 0 h 87"/>
                <a:gd name="T60" fmla="*/ 10 w 25"/>
                <a:gd name="T61" fmla="*/ 4 h 87"/>
                <a:gd name="T62" fmla="*/ 11 w 25"/>
                <a:gd name="T63" fmla="*/ 8 h 87"/>
                <a:gd name="T64" fmla="*/ 10 w 25"/>
                <a:gd name="T65" fmla="*/ 10 h 87"/>
                <a:gd name="T66" fmla="*/ 7 w 25"/>
                <a:gd name="T67" fmla="*/ 16 h 87"/>
                <a:gd name="T68" fmla="*/ 8 w 25"/>
                <a:gd name="T69" fmla="*/ 10 h 87"/>
                <a:gd name="T70" fmla="*/ 8 w 25"/>
                <a:gd name="T71" fmla="*/ 6 h 87"/>
                <a:gd name="T72" fmla="*/ 10 w 25"/>
                <a:gd name="T7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" h="87">
                  <a:moveTo>
                    <a:pt x="23" y="79"/>
                  </a:moveTo>
                  <a:lnTo>
                    <a:pt x="24" y="80"/>
                  </a:lnTo>
                  <a:lnTo>
                    <a:pt x="24" y="83"/>
                  </a:lnTo>
                  <a:lnTo>
                    <a:pt x="25" y="84"/>
                  </a:lnTo>
                  <a:lnTo>
                    <a:pt x="24" y="87"/>
                  </a:lnTo>
                  <a:lnTo>
                    <a:pt x="23" y="84"/>
                  </a:lnTo>
                  <a:lnTo>
                    <a:pt x="21" y="83"/>
                  </a:lnTo>
                  <a:lnTo>
                    <a:pt x="21" y="81"/>
                  </a:lnTo>
                  <a:lnTo>
                    <a:pt x="23" y="79"/>
                  </a:lnTo>
                  <a:close/>
                  <a:moveTo>
                    <a:pt x="21" y="76"/>
                  </a:moveTo>
                  <a:lnTo>
                    <a:pt x="23" y="76"/>
                  </a:lnTo>
                  <a:lnTo>
                    <a:pt x="21" y="79"/>
                  </a:lnTo>
                  <a:lnTo>
                    <a:pt x="20" y="77"/>
                  </a:lnTo>
                  <a:lnTo>
                    <a:pt x="21" y="76"/>
                  </a:lnTo>
                  <a:close/>
                  <a:moveTo>
                    <a:pt x="19" y="71"/>
                  </a:moveTo>
                  <a:lnTo>
                    <a:pt x="20" y="72"/>
                  </a:lnTo>
                  <a:lnTo>
                    <a:pt x="19" y="74"/>
                  </a:lnTo>
                  <a:lnTo>
                    <a:pt x="17" y="72"/>
                  </a:lnTo>
                  <a:lnTo>
                    <a:pt x="16" y="71"/>
                  </a:lnTo>
                  <a:lnTo>
                    <a:pt x="19" y="71"/>
                  </a:lnTo>
                  <a:close/>
                  <a:moveTo>
                    <a:pt x="20" y="66"/>
                  </a:moveTo>
                  <a:lnTo>
                    <a:pt x="21" y="67"/>
                  </a:lnTo>
                  <a:lnTo>
                    <a:pt x="21" y="68"/>
                  </a:lnTo>
                  <a:lnTo>
                    <a:pt x="20" y="70"/>
                  </a:lnTo>
                  <a:lnTo>
                    <a:pt x="19" y="68"/>
                  </a:lnTo>
                  <a:lnTo>
                    <a:pt x="20" y="66"/>
                  </a:lnTo>
                  <a:close/>
                  <a:moveTo>
                    <a:pt x="14" y="64"/>
                  </a:moveTo>
                  <a:lnTo>
                    <a:pt x="16" y="66"/>
                  </a:lnTo>
                  <a:lnTo>
                    <a:pt x="16" y="68"/>
                  </a:lnTo>
                  <a:lnTo>
                    <a:pt x="15" y="67"/>
                  </a:lnTo>
                  <a:lnTo>
                    <a:pt x="14" y="64"/>
                  </a:lnTo>
                  <a:close/>
                  <a:moveTo>
                    <a:pt x="11" y="55"/>
                  </a:moveTo>
                  <a:lnTo>
                    <a:pt x="11" y="56"/>
                  </a:lnTo>
                  <a:lnTo>
                    <a:pt x="8" y="56"/>
                  </a:lnTo>
                  <a:lnTo>
                    <a:pt x="11" y="55"/>
                  </a:lnTo>
                  <a:close/>
                  <a:moveTo>
                    <a:pt x="7" y="35"/>
                  </a:moveTo>
                  <a:lnTo>
                    <a:pt x="8" y="38"/>
                  </a:lnTo>
                  <a:lnTo>
                    <a:pt x="7" y="41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37"/>
                  </a:lnTo>
                  <a:lnTo>
                    <a:pt x="7" y="35"/>
                  </a:lnTo>
                  <a:close/>
                  <a:moveTo>
                    <a:pt x="2" y="26"/>
                  </a:moveTo>
                  <a:lnTo>
                    <a:pt x="3" y="29"/>
                  </a:lnTo>
                  <a:lnTo>
                    <a:pt x="0" y="27"/>
                  </a:lnTo>
                  <a:lnTo>
                    <a:pt x="2" y="26"/>
                  </a:lnTo>
                  <a:close/>
                  <a:moveTo>
                    <a:pt x="10" y="18"/>
                  </a:moveTo>
                  <a:lnTo>
                    <a:pt x="10" y="18"/>
                  </a:lnTo>
                  <a:lnTo>
                    <a:pt x="8" y="20"/>
                  </a:lnTo>
                  <a:lnTo>
                    <a:pt x="7" y="22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6" y="30"/>
                  </a:lnTo>
                  <a:lnTo>
                    <a:pt x="6" y="29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18"/>
                  </a:lnTo>
                  <a:lnTo>
                    <a:pt x="10" y="18"/>
                  </a:lnTo>
                  <a:close/>
                  <a:moveTo>
                    <a:pt x="10" y="0"/>
                  </a:moveTo>
                  <a:lnTo>
                    <a:pt x="11" y="2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8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8" y="10"/>
                  </a:lnTo>
                  <a:lnTo>
                    <a:pt x="7" y="9"/>
                  </a:lnTo>
                  <a:lnTo>
                    <a:pt x="8" y="6"/>
                  </a:lnTo>
                  <a:lnTo>
                    <a:pt x="8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6" name="Freeform 355">
              <a:extLst>
                <a:ext uri="{FF2B5EF4-FFF2-40B4-BE49-F238E27FC236}">
                  <a16:creationId xmlns:a16="http://schemas.microsoft.com/office/drawing/2014/main" id="{B9B2A6CF-24DB-46A2-A284-4CFC522B3D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51220" y="3093718"/>
              <a:ext cx="745324" cy="1133907"/>
            </a:xfrm>
            <a:custGeom>
              <a:avLst/>
              <a:gdLst>
                <a:gd name="T0" fmla="*/ 1 w 117"/>
                <a:gd name="T1" fmla="*/ 146 h 178"/>
                <a:gd name="T2" fmla="*/ 5 w 117"/>
                <a:gd name="T3" fmla="*/ 144 h 178"/>
                <a:gd name="T4" fmla="*/ 80 w 117"/>
                <a:gd name="T5" fmla="*/ 132 h 178"/>
                <a:gd name="T6" fmla="*/ 108 w 117"/>
                <a:gd name="T7" fmla="*/ 127 h 178"/>
                <a:gd name="T8" fmla="*/ 112 w 117"/>
                <a:gd name="T9" fmla="*/ 138 h 178"/>
                <a:gd name="T10" fmla="*/ 117 w 117"/>
                <a:gd name="T11" fmla="*/ 158 h 178"/>
                <a:gd name="T12" fmla="*/ 112 w 117"/>
                <a:gd name="T13" fmla="*/ 165 h 178"/>
                <a:gd name="T14" fmla="*/ 108 w 117"/>
                <a:gd name="T15" fmla="*/ 173 h 178"/>
                <a:gd name="T16" fmla="*/ 93 w 117"/>
                <a:gd name="T17" fmla="*/ 173 h 178"/>
                <a:gd name="T18" fmla="*/ 89 w 117"/>
                <a:gd name="T19" fmla="*/ 159 h 178"/>
                <a:gd name="T20" fmla="*/ 79 w 117"/>
                <a:gd name="T21" fmla="*/ 155 h 178"/>
                <a:gd name="T22" fmla="*/ 69 w 117"/>
                <a:gd name="T23" fmla="*/ 152 h 178"/>
                <a:gd name="T24" fmla="*/ 67 w 117"/>
                <a:gd name="T25" fmla="*/ 148 h 178"/>
                <a:gd name="T26" fmla="*/ 80 w 117"/>
                <a:gd name="T27" fmla="*/ 149 h 178"/>
                <a:gd name="T28" fmla="*/ 97 w 117"/>
                <a:gd name="T29" fmla="*/ 136 h 178"/>
                <a:gd name="T30" fmla="*/ 100 w 117"/>
                <a:gd name="T31" fmla="*/ 125 h 178"/>
                <a:gd name="T32" fmla="*/ 90 w 117"/>
                <a:gd name="T33" fmla="*/ 121 h 178"/>
                <a:gd name="T34" fmla="*/ 105 w 117"/>
                <a:gd name="T35" fmla="*/ 117 h 178"/>
                <a:gd name="T36" fmla="*/ 34 w 117"/>
                <a:gd name="T37" fmla="*/ 115 h 178"/>
                <a:gd name="T38" fmla="*/ 68 w 117"/>
                <a:gd name="T39" fmla="*/ 116 h 178"/>
                <a:gd name="T40" fmla="*/ 105 w 117"/>
                <a:gd name="T41" fmla="*/ 115 h 178"/>
                <a:gd name="T42" fmla="*/ 76 w 117"/>
                <a:gd name="T43" fmla="*/ 130 h 178"/>
                <a:gd name="T44" fmla="*/ 71 w 117"/>
                <a:gd name="T45" fmla="*/ 120 h 178"/>
                <a:gd name="T46" fmla="*/ 84 w 117"/>
                <a:gd name="T47" fmla="*/ 112 h 178"/>
                <a:gd name="T48" fmla="*/ 80 w 117"/>
                <a:gd name="T49" fmla="*/ 116 h 178"/>
                <a:gd name="T50" fmla="*/ 98 w 117"/>
                <a:gd name="T51" fmla="*/ 117 h 178"/>
                <a:gd name="T52" fmla="*/ 88 w 117"/>
                <a:gd name="T53" fmla="*/ 111 h 178"/>
                <a:gd name="T54" fmla="*/ 26 w 117"/>
                <a:gd name="T55" fmla="*/ 120 h 178"/>
                <a:gd name="T56" fmla="*/ 8 w 117"/>
                <a:gd name="T57" fmla="*/ 140 h 178"/>
                <a:gd name="T58" fmla="*/ 21 w 117"/>
                <a:gd name="T59" fmla="*/ 123 h 178"/>
                <a:gd name="T60" fmla="*/ 90 w 117"/>
                <a:gd name="T61" fmla="*/ 102 h 178"/>
                <a:gd name="T62" fmla="*/ 31 w 117"/>
                <a:gd name="T63" fmla="*/ 102 h 178"/>
                <a:gd name="T64" fmla="*/ 71 w 117"/>
                <a:gd name="T65" fmla="*/ 103 h 178"/>
                <a:gd name="T66" fmla="*/ 62 w 117"/>
                <a:gd name="T67" fmla="*/ 115 h 178"/>
                <a:gd name="T68" fmla="*/ 59 w 117"/>
                <a:gd name="T69" fmla="*/ 98 h 178"/>
                <a:gd name="T70" fmla="*/ 31 w 117"/>
                <a:gd name="T71" fmla="*/ 92 h 178"/>
                <a:gd name="T72" fmla="*/ 77 w 117"/>
                <a:gd name="T73" fmla="*/ 92 h 178"/>
                <a:gd name="T74" fmla="*/ 72 w 117"/>
                <a:gd name="T75" fmla="*/ 95 h 178"/>
                <a:gd name="T76" fmla="*/ 94 w 117"/>
                <a:gd name="T77" fmla="*/ 90 h 178"/>
                <a:gd name="T78" fmla="*/ 104 w 117"/>
                <a:gd name="T79" fmla="*/ 108 h 178"/>
                <a:gd name="T80" fmla="*/ 94 w 117"/>
                <a:gd name="T81" fmla="*/ 103 h 178"/>
                <a:gd name="T82" fmla="*/ 93 w 117"/>
                <a:gd name="T83" fmla="*/ 90 h 178"/>
                <a:gd name="T84" fmla="*/ 72 w 117"/>
                <a:gd name="T85" fmla="*/ 84 h 178"/>
                <a:gd name="T86" fmla="*/ 51 w 117"/>
                <a:gd name="T87" fmla="*/ 84 h 178"/>
                <a:gd name="T88" fmla="*/ 42 w 117"/>
                <a:gd name="T89" fmla="*/ 84 h 178"/>
                <a:gd name="T90" fmla="*/ 58 w 117"/>
                <a:gd name="T91" fmla="*/ 82 h 178"/>
                <a:gd name="T92" fmla="*/ 85 w 117"/>
                <a:gd name="T93" fmla="*/ 73 h 178"/>
                <a:gd name="T94" fmla="*/ 58 w 117"/>
                <a:gd name="T95" fmla="*/ 70 h 178"/>
                <a:gd name="T96" fmla="*/ 56 w 117"/>
                <a:gd name="T97" fmla="*/ 57 h 178"/>
                <a:gd name="T98" fmla="*/ 55 w 117"/>
                <a:gd name="T99" fmla="*/ 16 h 178"/>
                <a:gd name="T100" fmla="*/ 55 w 117"/>
                <a:gd name="T101" fmla="*/ 45 h 178"/>
                <a:gd name="T102" fmla="*/ 51 w 117"/>
                <a:gd name="T103" fmla="*/ 63 h 178"/>
                <a:gd name="T104" fmla="*/ 69 w 117"/>
                <a:gd name="T105" fmla="*/ 74 h 178"/>
                <a:gd name="T106" fmla="*/ 76 w 117"/>
                <a:gd name="T107" fmla="*/ 75 h 178"/>
                <a:gd name="T108" fmla="*/ 81 w 117"/>
                <a:gd name="T109" fmla="*/ 91 h 178"/>
                <a:gd name="T110" fmla="*/ 68 w 117"/>
                <a:gd name="T111" fmla="*/ 78 h 178"/>
                <a:gd name="T112" fmla="*/ 59 w 117"/>
                <a:gd name="T113" fmla="*/ 74 h 178"/>
                <a:gd name="T114" fmla="*/ 40 w 117"/>
                <a:gd name="T115" fmla="*/ 73 h 178"/>
                <a:gd name="T116" fmla="*/ 38 w 117"/>
                <a:gd name="T117" fmla="*/ 66 h 178"/>
                <a:gd name="T118" fmla="*/ 29 w 117"/>
                <a:gd name="T119" fmla="*/ 46 h 178"/>
                <a:gd name="T120" fmla="*/ 33 w 117"/>
                <a:gd name="T121" fmla="*/ 24 h 178"/>
                <a:gd name="T122" fmla="*/ 50 w 117"/>
                <a:gd name="T123" fmla="*/ 9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" h="178">
                  <a:moveTo>
                    <a:pt x="63" y="163"/>
                  </a:moveTo>
                  <a:lnTo>
                    <a:pt x="64" y="165"/>
                  </a:lnTo>
                  <a:lnTo>
                    <a:pt x="65" y="165"/>
                  </a:lnTo>
                  <a:lnTo>
                    <a:pt x="65" y="166"/>
                  </a:lnTo>
                  <a:lnTo>
                    <a:pt x="62" y="169"/>
                  </a:lnTo>
                  <a:lnTo>
                    <a:pt x="60" y="169"/>
                  </a:lnTo>
                  <a:lnTo>
                    <a:pt x="59" y="166"/>
                  </a:lnTo>
                  <a:lnTo>
                    <a:pt x="59" y="165"/>
                  </a:lnTo>
                  <a:lnTo>
                    <a:pt x="62" y="165"/>
                  </a:lnTo>
                  <a:lnTo>
                    <a:pt x="63" y="163"/>
                  </a:lnTo>
                  <a:close/>
                  <a:moveTo>
                    <a:pt x="1" y="146"/>
                  </a:moveTo>
                  <a:lnTo>
                    <a:pt x="2" y="148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1" y="152"/>
                  </a:lnTo>
                  <a:lnTo>
                    <a:pt x="0" y="149"/>
                  </a:lnTo>
                  <a:lnTo>
                    <a:pt x="0" y="148"/>
                  </a:lnTo>
                  <a:lnTo>
                    <a:pt x="1" y="146"/>
                  </a:lnTo>
                  <a:close/>
                  <a:moveTo>
                    <a:pt x="5" y="144"/>
                  </a:moveTo>
                  <a:lnTo>
                    <a:pt x="5" y="145"/>
                  </a:lnTo>
                  <a:lnTo>
                    <a:pt x="4" y="145"/>
                  </a:lnTo>
                  <a:lnTo>
                    <a:pt x="5" y="144"/>
                  </a:lnTo>
                  <a:close/>
                  <a:moveTo>
                    <a:pt x="4" y="144"/>
                  </a:moveTo>
                  <a:lnTo>
                    <a:pt x="4" y="145"/>
                  </a:lnTo>
                  <a:lnTo>
                    <a:pt x="2" y="145"/>
                  </a:lnTo>
                  <a:lnTo>
                    <a:pt x="4" y="144"/>
                  </a:lnTo>
                  <a:close/>
                  <a:moveTo>
                    <a:pt x="80" y="132"/>
                  </a:moveTo>
                  <a:lnTo>
                    <a:pt x="81" y="132"/>
                  </a:lnTo>
                  <a:lnTo>
                    <a:pt x="81" y="133"/>
                  </a:lnTo>
                  <a:lnTo>
                    <a:pt x="79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0" y="132"/>
                  </a:lnTo>
                  <a:close/>
                  <a:moveTo>
                    <a:pt x="92" y="130"/>
                  </a:moveTo>
                  <a:lnTo>
                    <a:pt x="94" y="132"/>
                  </a:lnTo>
                  <a:lnTo>
                    <a:pt x="93" y="134"/>
                  </a:lnTo>
                  <a:lnTo>
                    <a:pt x="92" y="133"/>
                  </a:lnTo>
                  <a:lnTo>
                    <a:pt x="92" y="132"/>
                  </a:lnTo>
                  <a:lnTo>
                    <a:pt x="92" y="130"/>
                  </a:lnTo>
                  <a:close/>
                  <a:moveTo>
                    <a:pt x="108" y="127"/>
                  </a:moveTo>
                  <a:lnTo>
                    <a:pt x="109" y="127"/>
                  </a:lnTo>
                  <a:lnTo>
                    <a:pt x="108" y="128"/>
                  </a:lnTo>
                  <a:lnTo>
                    <a:pt x="106" y="128"/>
                  </a:lnTo>
                  <a:lnTo>
                    <a:pt x="108" y="127"/>
                  </a:lnTo>
                  <a:close/>
                  <a:moveTo>
                    <a:pt x="101" y="125"/>
                  </a:moveTo>
                  <a:lnTo>
                    <a:pt x="102" y="125"/>
                  </a:lnTo>
                  <a:lnTo>
                    <a:pt x="104" y="125"/>
                  </a:lnTo>
                  <a:lnTo>
                    <a:pt x="104" y="128"/>
                  </a:lnTo>
                  <a:lnTo>
                    <a:pt x="108" y="130"/>
                  </a:lnTo>
                  <a:lnTo>
                    <a:pt x="109" y="133"/>
                  </a:lnTo>
                  <a:lnTo>
                    <a:pt x="112" y="132"/>
                  </a:lnTo>
                  <a:lnTo>
                    <a:pt x="112" y="133"/>
                  </a:lnTo>
                  <a:lnTo>
                    <a:pt x="113" y="136"/>
                  </a:lnTo>
                  <a:lnTo>
                    <a:pt x="113" y="138"/>
                  </a:lnTo>
                  <a:lnTo>
                    <a:pt x="112" y="138"/>
                  </a:lnTo>
                  <a:lnTo>
                    <a:pt x="110" y="140"/>
                  </a:lnTo>
                  <a:lnTo>
                    <a:pt x="112" y="141"/>
                  </a:lnTo>
                  <a:lnTo>
                    <a:pt x="113" y="141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4" y="144"/>
                  </a:lnTo>
                  <a:lnTo>
                    <a:pt x="114" y="148"/>
                  </a:lnTo>
                  <a:lnTo>
                    <a:pt x="114" y="150"/>
                  </a:lnTo>
                  <a:lnTo>
                    <a:pt x="115" y="152"/>
                  </a:lnTo>
                  <a:lnTo>
                    <a:pt x="117" y="154"/>
                  </a:lnTo>
                  <a:lnTo>
                    <a:pt x="117" y="158"/>
                  </a:lnTo>
                  <a:lnTo>
                    <a:pt x="115" y="161"/>
                  </a:lnTo>
                  <a:lnTo>
                    <a:pt x="115" y="161"/>
                  </a:lnTo>
                  <a:lnTo>
                    <a:pt x="115" y="162"/>
                  </a:lnTo>
                  <a:lnTo>
                    <a:pt x="114" y="161"/>
                  </a:lnTo>
                  <a:lnTo>
                    <a:pt x="113" y="161"/>
                  </a:lnTo>
                  <a:lnTo>
                    <a:pt x="113" y="162"/>
                  </a:lnTo>
                  <a:lnTo>
                    <a:pt x="113" y="166"/>
                  </a:lnTo>
                  <a:lnTo>
                    <a:pt x="113" y="169"/>
                  </a:lnTo>
                  <a:lnTo>
                    <a:pt x="113" y="170"/>
                  </a:lnTo>
                  <a:lnTo>
                    <a:pt x="112" y="169"/>
                  </a:lnTo>
                  <a:lnTo>
                    <a:pt x="112" y="165"/>
                  </a:lnTo>
                  <a:lnTo>
                    <a:pt x="112" y="162"/>
                  </a:lnTo>
                  <a:lnTo>
                    <a:pt x="110" y="161"/>
                  </a:lnTo>
                  <a:lnTo>
                    <a:pt x="109" y="158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4" y="162"/>
                  </a:lnTo>
                  <a:lnTo>
                    <a:pt x="102" y="165"/>
                  </a:lnTo>
                  <a:lnTo>
                    <a:pt x="105" y="166"/>
                  </a:lnTo>
                  <a:lnTo>
                    <a:pt x="106" y="169"/>
                  </a:lnTo>
                  <a:lnTo>
                    <a:pt x="108" y="170"/>
                  </a:lnTo>
                  <a:lnTo>
                    <a:pt x="108" y="173"/>
                  </a:lnTo>
                  <a:lnTo>
                    <a:pt x="104" y="177"/>
                  </a:lnTo>
                  <a:lnTo>
                    <a:pt x="102" y="178"/>
                  </a:lnTo>
                  <a:lnTo>
                    <a:pt x="101" y="177"/>
                  </a:lnTo>
                  <a:lnTo>
                    <a:pt x="101" y="175"/>
                  </a:lnTo>
                  <a:lnTo>
                    <a:pt x="101" y="174"/>
                  </a:lnTo>
                  <a:lnTo>
                    <a:pt x="101" y="173"/>
                  </a:lnTo>
                  <a:lnTo>
                    <a:pt x="100" y="174"/>
                  </a:lnTo>
                  <a:lnTo>
                    <a:pt x="100" y="175"/>
                  </a:lnTo>
                  <a:lnTo>
                    <a:pt x="97" y="175"/>
                  </a:lnTo>
                  <a:lnTo>
                    <a:pt x="94" y="175"/>
                  </a:lnTo>
                  <a:lnTo>
                    <a:pt x="93" y="173"/>
                  </a:lnTo>
                  <a:lnTo>
                    <a:pt x="90" y="173"/>
                  </a:lnTo>
                  <a:lnTo>
                    <a:pt x="88" y="170"/>
                  </a:lnTo>
                  <a:lnTo>
                    <a:pt x="88" y="169"/>
                  </a:lnTo>
                  <a:lnTo>
                    <a:pt x="87" y="166"/>
                  </a:lnTo>
                  <a:lnTo>
                    <a:pt x="87" y="165"/>
                  </a:lnTo>
                  <a:lnTo>
                    <a:pt x="87" y="163"/>
                  </a:lnTo>
                  <a:lnTo>
                    <a:pt x="85" y="162"/>
                  </a:lnTo>
                  <a:lnTo>
                    <a:pt x="87" y="161"/>
                  </a:lnTo>
                  <a:lnTo>
                    <a:pt x="87" y="159"/>
                  </a:lnTo>
                  <a:lnTo>
                    <a:pt x="87" y="158"/>
                  </a:lnTo>
                  <a:lnTo>
                    <a:pt x="89" y="159"/>
                  </a:lnTo>
                  <a:lnTo>
                    <a:pt x="87" y="157"/>
                  </a:lnTo>
                  <a:lnTo>
                    <a:pt x="87" y="155"/>
                  </a:lnTo>
                  <a:lnTo>
                    <a:pt x="84" y="154"/>
                  </a:lnTo>
                  <a:lnTo>
                    <a:pt x="83" y="153"/>
                  </a:lnTo>
                  <a:lnTo>
                    <a:pt x="80" y="152"/>
                  </a:lnTo>
                  <a:lnTo>
                    <a:pt x="79" y="152"/>
                  </a:lnTo>
                  <a:lnTo>
                    <a:pt x="79" y="152"/>
                  </a:lnTo>
                  <a:lnTo>
                    <a:pt x="79" y="153"/>
                  </a:lnTo>
                  <a:lnTo>
                    <a:pt x="77" y="154"/>
                  </a:lnTo>
                  <a:lnTo>
                    <a:pt x="79" y="155"/>
                  </a:lnTo>
                  <a:lnTo>
                    <a:pt x="79" y="155"/>
                  </a:lnTo>
                  <a:lnTo>
                    <a:pt x="76" y="154"/>
                  </a:lnTo>
                  <a:lnTo>
                    <a:pt x="75" y="154"/>
                  </a:lnTo>
                  <a:lnTo>
                    <a:pt x="76" y="153"/>
                  </a:lnTo>
                  <a:lnTo>
                    <a:pt x="75" y="153"/>
                  </a:lnTo>
                  <a:lnTo>
                    <a:pt x="73" y="154"/>
                  </a:lnTo>
                  <a:lnTo>
                    <a:pt x="73" y="155"/>
                  </a:lnTo>
                  <a:lnTo>
                    <a:pt x="72" y="155"/>
                  </a:lnTo>
                  <a:lnTo>
                    <a:pt x="71" y="155"/>
                  </a:lnTo>
                  <a:lnTo>
                    <a:pt x="71" y="155"/>
                  </a:lnTo>
                  <a:lnTo>
                    <a:pt x="71" y="153"/>
                  </a:lnTo>
                  <a:lnTo>
                    <a:pt x="69" y="152"/>
                  </a:lnTo>
                  <a:lnTo>
                    <a:pt x="68" y="152"/>
                  </a:lnTo>
                  <a:lnTo>
                    <a:pt x="67" y="154"/>
                  </a:lnTo>
                  <a:lnTo>
                    <a:pt x="65" y="155"/>
                  </a:lnTo>
                  <a:lnTo>
                    <a:pt x="64" y="161"/>
                  </a:lnTo>
                  <a:lnTo>
                    <a:pt x="63" y="162"/>
                  </a:lnTo>
                  <a:lnTo>
                    <a:pt x="60" y="159"/>
                  </a:lnTo>
                  <a:lnTo>
                    <a:pt x="62" y="157"/>
                  </a:lnTo>
                  <a:lnTo>
                    <a:pt x="63" y="153"/>
                  </a:lnTo>
                  <a:lnTo>
                    <a:pt x="62" y="152"/>
                  </a:lnTo>
                  <a:lnTo>
                    <a:pt x="64" y="149"/>
                  </a:lnTo>
                  <a:lnTo>
                    <a:pt x="67" y="148"/>
                  </a:lnTo>
                  <a:lnTo>
                    <a:pt x="68" y="146"/>
                  </a:lnTo>
                  <a:lnTo>
                    <a:pt x="71" y="146"/>
                  </a:lnTo>
                  <a:lnTo>
                    <a:pt x="73" y="146"/>
                  </a:lnTo>
                  <a:lnTo>
                    <a:pt x="72" y="144"/>
                  </a:lnTo>
                  <a:lnTo>
                    <a:pt x="73" y="142"/>
                  </a:lnTo>
                  <a:lnTo>
                    <a:pt x="76" y="141"/>
                  </a:lnTo>
                  <a:lnTo>
                    <a:pt x="77" y="138"/>
                  </a:lnTo>
                  <a:lnTo>
                    <a:pt x="80" y="138"/>
                  </a:lnTo>
                  <a:lnTo>
                    <a:pt x="83" y="141"/>
                  </a:lnTo>
                  <a:lnTo>
                    <a:pt x="83" y="145"/>
                  </a:lnTo>
                  <a:lnTo>
                    <a:pt x="80" y="149"/>
                  </a:lnTo>
                  <a:lnTo>
                    <a:pt x="83" y="146"/>
                  </a:lnTo>
                  <a:lnTo>
                    <a:pt x="85" y="146"/>
                  </a:lnTo>
                  <a:lnTo>
                    <a:pt x="88" y="145"/>
                  </a:lnTo>
                  <a:lnTo>
                    <a:pt x="89" y="141"/>
                  </a:lnTo>
                  <a:lnTo>
                    <a:pt x="92" y="140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0"/>
                  </a:lnTo>
                  <a:lnTo>
                    <a:pt x="93" y="140"/>
                  </a:lnTo>
                  <a:lnTo>
                    <a:pt x="94" y="134"/>
                  </a:lnTo>
                  <a:lnTo>
                    <a:pt x="97" y="136"/>
                  </a:lnTo>
                  <a:lnTo>
                    <a:pt x="98" y="137"/>
                  </a:lnTo>
                  <a:lnTo>
                    <a:pt x="98" y="136"/>
                  </a:lnTo>
                  <a:lnTo>
                    <a:pt x="98" y="133"/>
                  </a:lnTo>
                  <a:lnTo>
                    <a:pt x="100" y="133"/>
                  </a:lnTo>
                  <a:lnTo>
                    <a:pt x="101" y="134"/>
                  </a:lnTo>
                  <a:lnTo>
                    <a:pt x="102" y="133"/>
                  </a:lnTo>
                  <a:lnTo>
                    <a:pt x="101" y="128"/>
                  </a:lnTo>
                  <a:lnTo>
                    <a:pt x="101" y="125"/>
                  </a:lnTo>
                  <a:close/>
                  <a:moveTo>
                    <a:pt x="98" y="121"/>
                  </a:moveTo>
                  <a:lnTo>
                    <a:pt x="100" y="123"/>
                  </a:lnTo>
                  <a:lnTo>
                    <a:pt x="100" y="125"/>
                  </a:lnTo>
                  <a:lnTo>
                    <a:pt x="98" y="123"/>
                  </a:lnTo>
                  <a:lnTo>
                    <a:pt x="98" y="121"/>
                  </a:lnTo>
                  <a:close/>
                  <a:moveTo>
                    <a:pt x="109" y="121"/>
                  </a:moveTo>
                  <a:lnTo>
                    <a:pt x="110" y="123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8" y="124"/>
                  </a:lnTo>
                  <a:lnTo>
                    <a:pt x="109" y="124"/>
                  </a:lnTo>
                  <a:lnTo>
                    <a:pt x="109" y="121"/>
                  </a:lnTo>
                  <a:close/>
                  <a:moveTo>
                    <a:pt x="89" y="120"/>
                  </a:moveTo>
                  <a:lnTo>
                    <a:pt x="90" y="121"/>
                  </a:lnTo>
                  <a:lnTo>
                    <a:pt x="90" y="124"/>
                  </a:lnTo>
                  <a:lnTo>
                    <a:pt x="89" y="125"/>
                  </a:lnTo>
                  <a:lnTo>
                    <a:pt x="87" y="128"/>
                  </a:lnTo>
                  <a:lnTo>
                    <a:pt x="83" y="128"/>
                  </a:lnTo>
                  <a:lnTo>
                    <a:pt x="84" y="127"/>
                  </a:lnTo>
                  <a:lnTo>
                    <a:pt x="83" y="125"/>
                  </a:lnTo>
                  <a:lnTo>
                    <a:pt x="84" y="123"/>
                  </a:lnTo>
                  <a:lnTo>
                    <a:pt x="88" y="120"/>
                  </a:lnTo>
                  <a:lnTo>
                    <a:pt x="89" y="120"/>
                  </a:lnTo>
                  <a:close/>
                  <a:moveTo>
                    <a:pt x="104" y="116"/>
                  </a:moveTo>
                  <a:lnTo>
                    <a:pt x="105" y="117"/>
                  </a:lnTo>
                  <a:lnTo>
                    <a:pt x="104" y="119"/>
                  </a:lnTo>
                  <a:lnTo>
                    <a:pt x="104" y="120"/>
                  </a:lnTo>
                  <a:lnTo>
                    <a:pt x="105" y="123"/>
                  </a:lnTo>
                  <a:lnTo>
                    <a:pt x="105" y="125"/>
                  </a:lnTo>
                  <a:lnTo>
                    <a:pt x="104" y="125"/>
                  </a:lnTo>
                  <a:lnTo>
                    <a:pt x="104" y="124"/>
                  </a:lnTo>
                  <a:lnTo>
                    <a:pt x="104" y="123"/>
                  </a:lnTo>
                  <a:lnTo>
                    <a:pt x="102" y="120"/>
                  </a:lnTo>
                  <a:lnTo>
                    <a:pt x="102" y="117"/>
                  </a:lnTo>
                  <a:lnTo>
                    <a:pt x="104" y="116"/>
                  </a:lnTo>
                  <a:close/>
                  <a:moveTo>
                    <a:pt x="34" y="115"/>
                  </a:moveTo>
                  <a:lnTo>
                    <a:pt x="34" y="115"/>
                  </a:lnTo>
                  <a:lnTo>
                    <a:pt x="35" y="116"/>
                  </a:lnTo>
                  <a:lnTo>
                    <a:pt x="35" y="117"/>
                  </a:lnTo>
                  <a:lnTo>
                    <a:pt x="33" y="117"/>
                  </a:lnTo>
                  <a:lnTo>
                    <a:pt x="31" y="117"/>
                  </a:lnTo>
                  <a:lnTo>
                    <a:pt x="33" y="116"/>
                  </a:lnTo>
                  <a:lnTo>
                    <a:pt x="33" y="115"/>
                  </a:lnTo>
                  <a:lnTo>
                    <a:pt x="34" y="115"/>
                  </a:lnTo>
                  <a:close/>
                  <a:moveTo>
                    <a:pt x="67" y="113"/>
                  </a:moveTo>
                  <a:lnTo>
                    <a:pt x="68" y="115"/>
                  </a:lnTo>
                  <a:lnTo>
                    <a:pt x="68" y="116"/>
                  </a:lnTo>
                  <a:lnTo>
                    <a:pt x="65" y="117"/>
                  </a:lnTo>
                  <a:lnTo>
                    <a:pt x="64" y="116"/>
                  </a:lnTo>
                  <a:lnTo>
                    <a:pt x="65" y="115"/>
                  </a:lnTo>
                  <a:lnTo>
                    <a:pt x="67" y="113"/>
                  </a:lnTo>
                  <a:close/>
                  <a:moveTo>
                    <a:pt x="88" y="113"/>
                  </a:moveTo>
                  <a:lnTo>
                    <a:pt x="87" y="115"/>
                  </a:lnTo>
                  <a:lnTo>
                    <a:pt x="87" y="115"/>
                  </a:lnTo>
                  <a:lnTo>
                    <a:pt x="88" y="113"/>
                  </a:lnTo>
                  <a:close/>
                  <a:moveTo>
                    <a:pt x="104" y="113"/>
                  </a:moveTo>
                  <a:lnTo>
                    <a:pt x="105" y="113"/>
                  </a:lnTo>
                  <a:lnTo>
                    <a:pt x="105" y="115"/>
                  </a:lnTo>
                  <a:lnTo>
                    <a:pt x="104" y="115"/>
                  </a:lnTo>
                  <a:lnTo>
                    <a:pt x="104" y="113"/>
                  </a:lnTo>
                  <a:close/>
                  <a:moveTo>
                    <a:pt x="73" y="111"/>
                  </a:moveTo>
                  <a:lnTo>
                    <a:pt x="75" y="112"/>
                  </a:lnTo>
                  <a:lnTo>
                    <a:pt x="76" y="111"/>
                  </a:lnTo>
                  <a:lnTo>
                    <a:pt x="77" y="112"/>
                  </a:lnTo>
                  <a:lnTo>
                    <a:pt x="77" y="115"/>
                  </a:lnTo>
                  <a:lnTo>
                    <a:pt x="76" y="116"/>
                  </a:lnTo>
                  <a:lnTo>
                    <a:pt x="73" y="123"/>
                  </a:lnTo>
                  <a:lnTo>
                    <a:pt x="75" y="128"/>
                  </a:lnTo>
                  <a:lnTo>
                    <a:pt x="76" y="130"/>
                  </a:lnTo>
                  <a:lnTo>
                    <a:pt x="76" y="133"/>
                  </a:lnTo>
                  <a:lnTo>
                    <a:pt x="73" y="134"/>
                  </a:lnTo>
                  <a:lnTo>
                    <a:pt x="72" y="133"/>
                  </a:lnTo>
                  <a:lnTo>
                    <a:pt x="72" y="130"/>
                  </a:lnTo>
                  <a:lnTo>
                    <a:pt x="69" y="130"/>
                  </a:lnTo>
                  <a:lnTo>
                    <a:pt x="67" y="128"/>
                  </a:lnTo>
                  <a:lnTo>
                    <a:pt x="65" y="128"/>
                  </a:lnTo>
                  <a:lnTo>
                    <a:pt x="64" y="124"/>
                  </a:lnTo>
                  <a:lnTo>
                    <a:pt x="65" y="123"/>
                  </a:lnTo>
                  <a:lnTo>
                    <a:pt x="69" y="123"/>
                  </a:lnTo>
                  <a:lnTo>
                    <a:pt x="71" y="120"/>
                  </a:lnTo>
                  <a:lnTo>
                    <a:pt x="69" y="116"/>
                  </a:lnTo>
                  <a:lnTo>
                    <a:pt x="71" y="115"/>
                  </a:lnTo>
                  <a:lnTo>
                    <a:pt x="71" y="112"/>
                  </a:lnTo>
                  <a:lnTo>
                    <a:pt x="73" y="111"/>
                  </a:lnTo>
                  <a:close/>
                  <a:moveTo>
                    <a:pt x="105" y="111"/>
                  </a:moveTo>
                  <a:lnTo>
                    <a:pt x="106" y="111"/>
                  </a:lnTo>
                  <a:lnTo>
                    <a:pt x="105" y="112"/>
                  </a:lnTo>
                  <a:lnTo>
                    <a:pt x="104" y="111"/>
                  </a:lnTo>
                  <a:lnTo>
                    <a:pt x="105" y="111"/>
                  </a:lnTo>
                  <a:close/>
                  <a:moveTo>
                    <a:pt x="84" y="108"/>
                  </a:moveTo>
                  <a:lnTo>
                    <a:pt x="84" y="112"/>
                  </a:lnTo>
                  <a:lnTo>
                    <a:pt x="83" y="113"/>
                  </a:lnTo>
                  <a:lnTo>
                    <a:pt x="84" y="116"/>
                  </a:lnTo>
                  <a:lnTo>
                    <a:pt x="83" y="119"/>
                  </a:lnTo>
                  <a:lnTo>
                    <a:pt x="80" y="121"/>
                  </a:lnTo>
                  <a:lnTo>
                    <a:pt x="79" y="127"/>
                  </a:lnTo>
                  <a:lnTo>
                    <a:pt x="77" y="129"/>
                  </a:lnTo>
                  <a:lnTo>
                    <a:pt x="76" y="127"/>
                  </a:lnTo>
                  <a:lnTo>
                    <a:pt x="76" y="124"/>
                  </a:lnTo>
                  <a:lnTo>
                    <a:pt x="79" y="123"/>
                  </a:lnTo>
                  <a:lnTo>
                    <a:pt x="79" y="119"/>
                  </a:lnTo>
                  <a:lnTo>
                    <a:pt x="80" y="116"/>
                  </a:lnTo>
                  <a:lnTo>
                    <a:pt x="81" y="112"/>
                  </a:lnTo>
                  <a:lnTo>
                    <a:pt x="83" y="108"/>
                  </a:lnTo>
                  <a:lnTo>
                    <a:pt x="84" y="108"/>
                  </a:lnTo>
                  <a:close/>
                  <a:moveTo>
                    <a:pt x="88" y="105"/>
                  </a:moveTo>
                  <a:lnTo>
                    <a:pt x="90" y="107"/>
                  </a:lnTo>
                  <a:lnTo>
                    <a:pt x="93" y="105"/>
                  </a:lnTo>
                  <a:lnTo>
                    <a:pt x="93" y="107"/>
                  </a:lnTo>
                  <a:lnTo>
                    <a:pt x="94" y="109"/>
                  </a:lnTo>
                  <a:lnTo>
                    <a:pt x="96" y="113"/>
                  </a:lnTo>
                  <a:lnTo>
                    <a:pt x="97" y="115"/>
                  </a:lnTo>
                  <a:lnTo>
                    <a:pt x="98" y="117"/>
                  </a:lnTo>
                  <a:lnTo>
                    <a:pt x="98" y="120"/>
                  </a:lnTo>
                  <a:lnTo>
                    <a:pt x="97" y="120"/>
                  </a:lnTo>
                  <a:lnTo>
                    <a:pt x="96" y="119"/>
                  </a:lnTo>
                  <a:lnTo>
                    <a:pt x="96" y="121"/>
                  </a:lnTo>
                  <a:lnTo>
                    <a:pt x="93" y="120"/>
                  </a:lnTo>
                  <a:lnTo>
                    <a:pt x="93" y="117"/>
                  </a:lnTo>
                  <a:lnTo>
                    <a:pt x="92" y="115"/>
                  </a:lnTo>
                  <a:lnTo>
                    <a:pt x="92" y="112"/>
                  </a:lnTo>
                  <a:lnTo>
                    <a:pt x="90" y="111"/>
                  </a:lnTo>
                  <a:lnTo>
                    <a:pt x="89" y="112"/>
                  </a:lnTo>
                  <a:lnTo>
                    <a:pt x="88" y="111"/>
                  </a:lnTo>
                  <a:lnTo>
                    <a:pt x="88" y="108"/>
                  </a:lnTo>
                  <a:lnTo>
                    <a:pt x="87" y="105"/>
                  </a:lnTo>
                  <a:lnTo>
                    <a:pt x="88" y="105"/>
                  </a:lnTo>
                  <a:close/>
                  <a:moveTo>
                    <a:pt x="27" y="105"/>
                  </a:moveTo>
                  <a:lnTo>
                    <a:pt x="27" y="108"/>
                  </a:lnTo>
                  <a:lnTo>
                    <a:pt x="27" y="111"/>
                  </a:lnTo>
                  <a:lnTo>
                    <a:pt x="30" y="113"/>
                  </a:lnTo>
                  <a:lnTo>
                    <a:pt x="31" y="116"/>
                  </a:lnTo>
                  <a:lnTo>
                    <a:pt x="30" y="117"/>
                  </a:lnTo>
                  <a:lnTo>
                    <a:pt x="27" y="119"/>
                  </a:lnTo>
                  <a:lnTo>
                    <a:pt x="26" y="120"/>
                  </a:lnTo>
                  <a:lnTo>
                    <a:pt x="25" y="123"/>
                  </a:lnTo>
                  <a:lnTo>
                    <a:pt x="22" y="123"/>
                  </a:lnTo>
                  <a:lnTo>
                    <a:pt x="21" y="124"/>
                  </a:lnTo>
                  <a:lnTo>
                    <a:pt x="21" y="128"/>
                  </a:lnTo>
                  <a:lnTo>
                    <a:pt x="18" y="129"/>
                  </a:lnTo>
                  <a:lnTo>
                    <a:pt x="18" y="130"/>
                  </a:lnTo>
                  <a:lnTo>
                    <a:pt x="17" y="133"/>
                  </a:lnTo>
                  <a:lnTo>
                    <a:pt x="14" y="133"/>
                  </a:lnTo>
                  <a:lnTo>
                    <a:pt x="11" y="137"/>
                  </a:lnTo>
                  <a:lnTo>
                    <a:pt x="9" y="138"/>
                  </a:lnTo>
                  <a:lnTo>
                    <a:pt x="8" y="140"/>
                  </a:lnTo>
                  <a:lnTo>
                    <a:pt x="5" y="141"/>
                  </a:lnTo>
                  <a:lnTo>
                    <a:pt x="4" y="142"/>
                  </a:lnTo>
                  <a:lnTo>
                    <a:pt x="4" y="141"/>
                  </a:lnTo>
                  <a:lnTo>
                    <a:pt x="4" y="140"/>
                  </a:lnTo>
                  <a:lnTo>
                    <a:pt x="8" y="136"/>
                  </a:lnTo>
                  <a:lnTo>
                    <a:pt x="9" y="136"/>
                  </a:lnTo>
                  <a:lnTo>
                    <a:pt x="10" y="132"/>
                  </a:lnTo>
                  <a:lnTo>
                    <a:pt x="11" y="132"/>
                  </a:lnTo>
                  <a:lnTo>
                    <a:pt x="15" y="128"/>
                  </a:lnTo>
                  <a:lnTo>
                    <a:pt x="18" y="124"/>
                  </a:lnTo>
                  <a:lnTo>
                    <a:pt x="21" y="123"/>
                  </a:lnTo>
                  <a:lnTo>
                    <a:pt x="21" y="120"/>
                  </a:lnTo>
                  <a:lnTo>
                    <a:pt x="22" y="117"/>
                  </a:lnTo>
                  <a:lnTo>
                    <a:pt x="23" y="119"/>
                  </a:lnTo>
                  <a:lnTo>
                    <a:pt x="26" y="116"/>
                  </a:lnTo>
                  <a:lnTo>
                    <a:pt x="26" y="113"/>
                  </a:lnTo>
                  <a:lnTo>
                    <a:pt x="25" y="112"/>
                  </a:lnTo>
                  <a:lnTo>
                    <a:pt x="26" y="113"/>
                  </a:lnTo>
                  <a:lnTo>
                    <a:pt x="26" y="109"/>
                  </a:lnTo>
                  <a:lnTo>
                    <a:pt x="26" y="105"/>
                  </a:lnTo>
                  <a:lnTo>
                    <a:pt x="27" y="105"/>
                  </a:lnTo>
                  <a:close/>
                  <a:moveTo>
                    <a:pt x="90" y="102"/>
                  </a:moveTo>
                  <a:lnTo>
                    <a:pt x="89" y="104"/>
                  </a:lnTo>
                  <a:lnTo>
                    <a:pt x="88" y="104"/>
                  </a:lnTo>
                  <a:lnTo>
                    <a:pt x="87" y="103"/>
                  </a:lnTo>
                  <a:lnTo>
                    <a:pt x="88" y="103"/>
                  </a:lnTo>
                  <a:lnTo>
                    <a:pt x="90" y="102"/>
                  </a:lnTo>
                  <a:close/>
                  <a:moveTo>
                    <a:pt x="31" y="98"/>
                  </a:moveTo>
                  <a:lnTo>
                    <a:pt x="33" y="99"/>
                  </a:lnTo>
                  <a:lnTo>
                    <a:pt x="34" y="100"/>
                  </a:lnTo>
                  <a:lnTo>
                    <a:pt x="33" y="102"/>
                  </a:lnTo>
                  <a:lnTo>
                    <a:pt x="33" y="102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31" y="98"/>
                  </a:lnTo>
                  <a:close/>
                  <a:moveTo>
                    <a:pt x="59" y="98"/>
                  </a:moveTo>
                  <a:lnTo>
                    <a:pt x="62" y="100"/>
                  </a:lnTo>
                  <a:lnTo>
                    <a:pt x="63" y="100"/>
                  </a:lnTo>
                  <a:lnTo>
                    <a:pt x="63" y="102"/>
                  </a:lnTo>
                  <a:lnTo>
                    <a:pt x="64" y="102"/>
                  </a:lnTo>
                  <a:lnTo>
                    <a:pt x="67" y="102"/>
                  </a:lnTo>
                  <a:lnTo>
                    <a:pt x="68" y="103"/>
                  </a:lnTo>
                  <a:lnTo>
                    <a:pt x="69" y="104"/>
                  </a:lnTo>
                  <a:lnTo>
                    <a:pt x="71" y="103"/>
                  </a:lnTo>
                  <a:lnTo>
                    <a:pt x="72" y="102"/>
                  </a:lnTo>
                  <a:lnTo>
                    <a:pt x="73" y="103"/>
                  </a:lnTo>
                  <a:lnTo>
                    <a:pt x="73" y="105"/>
                  </a:lnTo>
                  <a:lnTo>
                    <a:pt x="72" y="107"/>
                  </a:lnTo>
                  <a:lnTo>
                    <a:pt x="71" y="109"/>
                  </a:lnTo>
                  <a:lnTo>
                    <a:pt x="68" y="111"/>
                  </a:lnTo>
                  <a:lnTo>
                    <a:pt x="67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4" y="113"/>
                  </a:lnTo>
                  <a:lnTo>
                    <a:pt x="62" y="115"/>
                  </a:lnTo>
                  <a:lnTo>
                    <a:pt x="60" y="116"/>
                  </a:lnTo>
                  <a:lnTo>
                    <a:pt x="59" y="116"/>
                  </a:lnTo>
                  <a:lnTo>
                    <a:pt x="59" y="112"/>
                  </a:lnTo>
                  <a:lnTo>
                    <a:pt x="59" y="109"/>
                  </a:lnTo>
                  <a:lnTo>
                    <a:pt x="59" y="105"/>
                  </a:lnTo>
                  <a:lnTo>
                    <a:pt x="60" y="103"/>
                  </a:lnTo>
                  <a:lnTo>
                    <a:pt x="60" y="102"/>
                  </a:lnTo>
                  <a:lnTo>
                    <a:pt x="59" y="100"/>
                  </a:lnTo>
                  <a:lnTo>
                    <a:pt x="56" y="100"/>
                  </a:lnTo>
                  <a:lnTo>
                    <a:pt x="56" y="99"/>
                  </a:lnTo>
                  <a:lnTo>
                    <a:pt x="59" y="98"/>
                  </a:lnTo>
                  <a:close/>
                  <a:moveTo>
                    <a:pt x="31" y="92"/>
                  </a:moveTo>
                  <a:lnTo>
                    <a:pt x="33" y="94"/>
                  </a:lnTo>
                  <a:lnTo>
                    <a:pt x="34" y="95"/>
                  </a:lnTo>
                  <a:lnTo>
                    <a:pt x="36" y="95"/>
                  </a:lnTo>
                  <a:lnTo>
                    <a:pt x="36" y="96"/>
                  </a:lnTo>
                  <a:lnTo>
                    <a:pt x="36" y="98"/>
                  </a:lnTo>
                  <a:lnTo>
                    <a:pt x="35" y="98"/>
                  </a:lnTo>
                  <a:lnTo>
                    <a:pt x="33" y="96"/>
                  </a:lnTo>
                  <a:lnTo>
                    <a:pt x="31" y="96"/>
                  </a:lnTo>
                  <a:lnTo>
                    <a:pt x="30" y="94"/>
                  </a:lnTo>
                  <a:lnTo>
                    <a:pt x="31" y="92"/>
                  </a:lnTo>
                  <a:close/>
                  <a:moveTo>
                    <a:pt x="65" y="91"/>
                  </a:moveTo>
                  <a:lnTo>
                    <a:pt x="67" y="91"/>
                  </a:lnTo>
                  <a:lnTo>
                    <a:pt x="67" y="92"/>
                  </a:lnTo>
                  <a:lnTo>
                    <a:pt x="64" y="92"/>
                  </a:lnTo>
                  <a:lnTo>
                    <a:pt x="64" y="91"/>
                  </a:lnTo>
                  <a:lnTo>
                    <a:pt x="65" y="91"/>
                  </a:lnTo>
                  <a:close/>
                  <a:moveTo>
                    <a:pt x="73" y="90"/>
                  </a:moveTo>
                  <a:lnTo>
                    <a:pt x="75" y="90"/>
                  </a:lnTo>
                  <a:lnTo>
                    <a:pt x="75" y="91"/>
                  </a:lnTo>
                  <a:lnTo>
                    <a:pt x="75" y="91"/>
                  </a:lnTo>
                  <a:lnTo>
                    <a:pt x="77" y="92"/>
                  </a:lnTo>
                  <a:lnTo>
                    <a:pt x="79" y="94"/>
                  </a:lnTo>
                  <a:lnTo>
                    <a:pt x="83" y="95"/>
                  </a:lnTo>
                  <a:lnTo>
                    <a:pt x="84" y="98"/>
                  </a:lnTo>
                  <a:lnTo>
                    <a:pt x="84" y="99"/>
                  </a:lnTo>
                  <a:lnTo>
                    <a:pt x="83" y="99"/>
                  </a:lnTo>
                  <a:lnTo>
                    <a:pt x="79" y="98"/>
                  </a:lnTo>
                  <a:lnTo>
                    <a:pt x="76" y="95"/>
                  </a:lnTo>
                  <a:lnTo>
                    <a:pt x="75" y="95"/>
                  </a:lnTo>
                  <a:lnTo>
                    <a:pt x="73" y="98"/>
                  </a:lnTo>
                  <a:lnTo>
                    <a:pt x="72" y="96"/>
                  </a:lnTo>
                  <a:lnTo>
                    <a:pt x="72" y="95"/>
                  </a:lnTo>
                  <a:lnTo>
                    <a:pt x="73" y="94"/>
                  </a:lnTo>
                  <a:lnTo>
                    <a:pt x="73" y="92"/>
                  </a:lnTo>
                  <a:lnTo>
                    <a:pt x="73" y="90"/>
                  </a:lnTo>
                  <a:close/>
                  <a:moveTo>
                    <a:pt x="77" y="90"/>
                  </a:moveTo>
                  <a:lnTo>
                    <a:pt x="79" y="90"/>
                  </a:lnTo>
                  <a:lnTo>
                    <a:pt x="80" y="92"/>
                  </a:lnTo>
                  <a:lnTo>
                    <a:pt x="80" y="92"/>
                  </a:lnTo>
                  <a:lnTo>
                    <a:pt x="77" y="91"/>
                  </a:lnTo>
                  <a:lnTo>
                    <a:pt x="77" y="90"/>
                  </a:lnTo>
                  <a:close/>
                  <a:moveTo>
                    <a:pt x="93" y="90"/>
                  </a:moveTo>
                  <a:lnTo>
                    <a:pt x="94" y="90"/>
                  </a:lnTo>
                  <a:lnTo>
                    <a:pt x="94" y="90"/>
                  </a:lnTo>
                  <a:lnTo>
                    <a:pt x="96" y="90"/>
                  </a:lnTo>
                  <a:lnTo>
                    <a:pt x="97" y="91"/>
                  </a:lnTo>
                  <a:lnTo>
                    <a:pt x="100" y="94"/>
                  </a:lnTo>
                  <a:lnTo>
                    <a:pt x="101" y="95"/>
                  </a:lnTo>
                  <a:lnTo>
                    <a:pt x="100" y="96"/>
                  </a:lnTo>
                  <a:lnTo>
                    <a:pt x="101" y="100"/>
                  </a:lnTo>
                  <a:lnTo>
                    <a:pt x="101" y="104"/>
                  </a:lnTo>
                  <a:lnTo>
                    <a:pt x="102" y="105"/>
                  </a:lnTo>
                  <a:lnTo>
                    <a:pt x="102" y="107"/>
                  </a:lnTo>
                  <a:lnTo>
                    <a:pt x="104" y="108"/>
                  </a:lnTo>
                  <a:lnTo>
                    <a:pt x="102" y="108"/>
                  </a:lnTo>
                  <a:lnTo>
                    <a:pt x="102" y="108"/>
                  </a:lnTo>
                  <a:lnTo>
                    <a:pt x="101" y="108"/>
                  </a:lnTo>
                  <a:lnTo>
                    <a:pt x="97" y="108"/>
                  </a:lnTo>
                  <a:lnTo>
                    <a:pt x="97" y="107"/>
                  </a:lnTo>
                  <a:lnTo>
                    <a:pt x="94" y="105"/>
                  </a:lnTo>
                  <a:lnTo>
                    <a:pt x="94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4" y="103"/>
                  </a:lnTo>
                  <a:lnTo>
                    <a:pt x="94" y="102"/>
                  </a:lnTo>
                  <a:lnTo>
                    <a:pt x="93" y="100"/>
                  </a:lnTo>
                  <a:lnTo>
                    <a:pt x="90" y="98"/>
                  </a:lnTo>
                  <a:lnTo>
                    <a:pt x="88" y="95"/>
                  </a:lnTo>
                  <a:lnTo>
                    <a:pt x="85" y="91"/>
                  </a:lnTo>
                  <a:lnTo>
                    <a:pt x="85" y="90"/>
                  </a:lnTo>
                  <a:lnTo>
                    <a:pt x="87" y="90"/>
                  </a:lnTo>
                  <a:lnTo>
                    <a:pt x="89" y="90"/>
                  </a:lnTo>
                  <a:lnTo>
                    <a:pt x="90" y="90"/>
                  </a:lnTo>
                  <a:lnTo>
                    <a:pt x="92" y="90"/>
                  </a:lnTo>
                  <a:lnTo>
                    <a:pt x="93" y="90"/>
                  </a:lnTo>
                  <a:close/>
                  <a:moveTo>
                    <a:pt x="60" y="88"/>
                  </a:moveTo>
                  <a:lnTo>
                    <a:pt x="60" y="91"/>
                  </a:lnTo>
                  <a:lnTo>
                    <a:pt x="60" y="92"/>
                  </a:lnTo>
                  <a:lnTo>
                    <a:pt x="60" y="96"/>
                  </a:lnTo>
                  <a:lnTo>
                    <a:pt x="58" y="96"/>
                  </a:lnTo>
                  <a:lnTo>
                    <a:pt x="58" y="94"/>
                  </a:lnTo>
                  <a:lnTo>
                    <a:pt x="59" y="91"/>
                  </a:lnTo>
                  <a:lnTo>
                    <a:pt x="59" y="88"/>
                  </a:lnTo>
                  <a:lnTo>
                    <a:pt x="60" y="88"/>
                  </a:lnTo>
                  <a:close/>
                  <a:moveTo>
                    <a:pt x="69" y="82"/>
                  </a:moveTo>
                  <a:lnTo>
                    <a:pt x="72" y="84"/>
                  </a:lnTo>
                  <a:lnTo>
                    <a:pt x="72" y="86"/>
                  </a:lnTo>
                  <a:lnTo>
                    <a:pt x="72" y="87"/>
                  </a:lnTo>
                  <a:lnTo>
                    <a:pt x="69" y="84"/>
                  </a:lnTo>
                  <a:lnTo>
                    <a:pt x="69" y="83"/>
                  </a:lnTo>
                  <a:lnTo>
                    <a:pt x="69" y="82"/>
                  </a:lnTo>
                  <a:close/>
                  <a:moveTo>
                    <a:pt x="39" y="78"/>
                  </a:moveTo>
                  <a:lnTo>
                    <a:pt x="42" y="78"/>
                  </a:lnTo>
                  <a:lnTo>
                    <a:pt x="44" y="78"/>
                  </a:lnTo>
                  <a:lnTo>
                    <a:pt x="50" y="82"/>
                  </a:lnTo>
                  <a:lnTo>
                    <a:pt x="51" y="83"/>
                  </a:lnTo>
                  <a:lnTo>
                    <a:pt x="51" y="84"/>
                  </a:lnTo>
                  <a:lnTo>
                    <a:pt x="51" y="87"/>
                  </a:lnTo>
                  <a:lnTo>
                    <a:pt x="52" y="88"/>
                  </a:lnTo>
                  <a:lnTo>
                    <a:pt x="52" y="91"/>
                  </a:lnTo>
                  <a:lnTo>
                    <a:pt x="51" y="91"/>
                  </a:lnTo>
                  <a:lnTo>
                    <a:pt x="51" y="94"/>
                  </a:lnTo>
                  <a:lnTo>
                    <a:pt x="48" y="95"/>
                  </a:lnTo>
                  <a:lnTo>
                    <a:pt x="47" y="95"/>
                  </a:lnTo>
                  <a:lnTo>
                    <a:pt x="44" y="92"/>
                  </a:lnTo>
                  <a:lnTo>
                    <a:pt x="44" y="90"/>
                  </a:lnTo>
                  <a:lnTo>
                    <a:pt x="42" y="88"/>
                  </a:lnTo>
                  <a:lnTo>
                    <a:pt x="42" y="84"/>
                  </a:lnTo>
                  <a:lnTo>
                    <a:pt x="40" y="83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6" y="79"/>
                  </a:lnTo>
                  <a:lnTo>
                    <a:pt x="36" y="78"/>
                  </a:lnTo>
                  <a:lnTo>
                    <a:pt x="39" y="78"/>
                  </a:lnTo>
                  <a:close/>
                  <a:moveTo>
                    <a:pt x="56" y="77"/>
                  </a:moveTo>
                  <a:lnTo>
                    <a:pt x="58" y="78"/>
                  </a:lnTo>
                  <a:lnTo>
                    <a:pt x="59" y="79"/>
                  </a:lnTo>
                  <a:lnTo>
                    <a:pt x="58" y="80"/>
                  </a:lnTo>
                  <a:lnTo>
                    <a:pt x="58" y="82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6" y="77"/>
                  </a:lnTo>
                  <a:close/>
                  <a:moveTo>
                    <a:pt x="33" y="74"/>
                  </a:moveTo>
                  <a:lnTo>
                    <a:pt x="34" y="74"/>
                  </a:lnTo>
                  <a:lnTo>
                    <a:pt x="36" y="75"/>
                  </a:lnTo>
                  <a:lnTo>
                    <a:pt x="35" y="77"/>
                  </a:lnTo>
                  <a:lnTo>
                    <a:pt x="33" y="75"/>
                  </a:lnTo>
                  <a:lnTo>
                    <a:pt x="33" y="74"/>
                  </a:lnTo>
                  <a:close/>
                  <a:moveTo>
                    <a:pt x="84" y="70"/>
                  </a:moveTo>
                  <a:lnTo>
                    <a:pt x="85" y="73"/>
                  </a:lnTo>
                  <a:lnTo>
                    <a:pt x="87" y="74"/>
                  </a:lnTo>
                  <a:lnTo>
                    <a:pt x="85" y="77"/>
                  </a:lnTo>
                  <a:lnTo>
                    <a:pt x="83" y="78"/>
                  </a:lnTo>
                  <a:lnTo>
                    <a:pt x="81" y="77"/>
                  </a:lnTo>
                  <a:lnTo>
                    <a:pt x="83" y="75"/>
                  </a:lnTo>
                  <a:lnTo>
                    <a:pt x="83" y="74"/>
                  </a:lnTo>
                  <a:lnTo>
                    <a:pt x="83" y="71"/>
                  </a:lnTo>
                  <a:lnTo>
                    <a:pt x="84" y="70"/>
                  </a:lnTo>
                  <a:close/>
                  <a:moveTo>
                    <a:pt x="55" y="67"/>
                  </a:moveTo>
                  <a:lnTo>
                    <a:pt x="58" y="69"/>
                  </a:lnTo>
                  <a:lnTo>
                    <a:pt x="58" y="70"/>
                  </a:lnTo>
                  <a:lnTo>
                    <a:pt x="56" y="69"/>
                  </a:lnTo>
                  <a:lnTo>
                    <a:pt x="55" y="67"/>
                  </a:lnTo>
                  <a:close/>
                  <a:moveTo>
                    <a:pt x="56" y="57"/>
                  </a:moveTo>
                  <a:lnTo>
                    <a:pt x="58" y="58"/>
                  </a:lnTo>
                  <a:lnTo>
                    <a:pt x="56" y="59"/>
                  </a:lnTo>
                  <a:lnTo>
                    <a:pt x="56" y="62"/>
                  </a:lnTo>
                  <a:lnTo>
                    <a:pt x="55" y="65"/>
                  </a:lnTo>
                  <a:lnTo>
                    <a:pt x="54" y="62"/>
                  </a:lnTo>
                  <a:lnTo>
                    <a:pt x="55" y="62"/>
                  </a:lnTo>
                  <a:lnTo>
                    <a:pt x="54" y="58"/>
                  </a:lnTo>
                  <a:lnTo>
                    <a:pt x="56" y="57"/>
                  </a:lnTo>
                  <a:close/>
                  <a:moveTo>
                    <a:pt x="39" y="12"/>
                  </a:moveTo>
                  <a:lnTo>
                    <a:pt x="43" y="13"/>
                  </a:lnTo>
                  <a:lnTo>
                    <a:pt x="46" y="15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51" y="15"/>
                  </a:lnTo>
                  <a:lnTo>
                    <a:pt x="52" y="13"/>
                  </a:lnTo>
                  <a:lnTo>
                    <a:pt x="52" y="12"/>
                  </a:lnTo>
                  <a:lnTo>
                    <a:pt x="54" y="12"/>
                  </a:lnTo>
                  <a:lnTo>
                    <a:pt x="55" y="15"/>
                  </a:lnTo>
                  <a:lnTo>
                    <a:pt x="55" y="16"/>
                  </a:lnTo>
                  <a:lnTo>
                    <a:pt x="54" y="17"/>
                  </a:lnTo>
                  <a:lnTo>
                    <a:pt x="54" y="23"/>
                  </a:lnTo>
                  <a:lnTo>
                    <a:pt x="55" y="27"/>
                  </a:lnTo>
                  <a:lnTo>
                    <a:pt x="56" y="27"/>
                  </a:lnTo>
                  <a:lnTo>
                    <a:pt x="58" y="29"/>
                  </a:lnTo>
                  <a:lnTo>
                    <a:pt x="59" y="30"/>
                  </a:lnTo>
                  <a:lnTo>
                    <a:pt x="58" y="36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5" y="46"/>
                  </a:lnTo>
                  <a:lnTo>
                    <a:pt x="55" y="45"/>
                  </a:lnTo>
                  <a:lnTo>
                    <a:pt x="55" y="42"/>
                  </a:lnTo>
                  <a:lnTo>
                    <a:pt x="54" y="44"/>
                  </a:lnTo>
                  <a:lnTo>
                    <a:pt x="50" y="48"/>
                  </a:lnTo>
                  <a:lnTo>
                    <a:pt x="50" y="49"/>
                  </a:lnTo>
                  <a:lnTo>
                    <a:pt x="50" y="52"/>
                  </a:lnTo>
                  <a:lnTo>
                    <a:pt x="48" y="54"/>
                  </a:lnTo>
                  <a:lnTo>
                    <a:pt x="48" y="57"/>
                  </a:lnTo>
                  <a:lnTo>
                    <a:pt x="50" y="58"/>
                  </a:lnTo>
                  <a:lnTo>
                    <a:pt x="51" y="61"/>
                  </a:lnTo>
                  <a:lnTo>
                    <a:pt x="52" y="62"/>
                  </a:lnTo>
                  <a:lnTo>
                    <a:pt x="51" y="63"/>
                  </a:lnTo>
                  <a:lnTo>
                    <a:pt x="51" y="66"/>
                  </a:lnTo>
                  <a:lnTo>
                    <a:pt x="52" y="67"/>
                  </a:lnTo>
                  <a:lnTo>
                    <a:pt x="54" y="70"/>
                  </a:lnTo>
                  <a:lnTo>
                    <a:pt x="56" y="71"/>
                  </a:lnTo>
                  <a:lnTo>
                    <a:pt x="59" y="70"/>
                  </a:lnTo>
                  <a:lnTo>
                    <a:pt x="59" y="69"/>
                  </a:lnTo>
                  <a:lnTo>
                    <a:pt x="63" y="66"/>
                  </a:lnTo>
                  <a:lnTo>
                    <a:pt x="64" y="66"/>
                  </a:lnTo>
                  <a:lnTo>
                    <a:pt x="68" y="69"/>
                  </a:lnTo>
                  <a:lnTo>
                    <a:pt x="69" y="71"/>
                  </a:lnTo>
                  <a:lnTo>
                    <a:pt x="69" y="74"/>
                  </a:lnTo>
                  <a:lnTo>
                    <a:pt x="71" y="75"/>
                  </a:lnTo>
                  <a:lnTo>
                    <a:pt x="72" y="74"/>
                  </a:lnTo>
                  <a:lnTo>
                    <a:pt x="72" y="71"/>
                  </a:lnTo>
                  <a:lnTo>
                    <a:pt x="73" y="70"/>
                  </a:lnTo>
                  <a:lnTo>
                    <a:pt x="75" y="73"/>
                  </a:lnTo>
                  <a:lnTo>
                    <a:pt x="77" y="73"/>
                  </a:lnTo>
                  <a:lnTo>
                    <a:pt x="79" y="74"/>
                  </a:lnTo>
                  <a:lnTo>
                    <a:pt x="80" y="75"/>
                  </a:lnTo>
                  <a:lnTo>
                    <a:pt x="79" y="75"/>
                  </a:lnTo>
                  <a:lnTo>
                    <a:pt x="77" y="75"/>
                  </a:lnTo>
                  <a:lnTo>
                    <a:pt x="76" y="75"/>
                  </a:lnTo>
                  <a:lnTo>
                    <a:pt x="76" y="78"/>
                  </a:lnTo>
                  <a:lnTo>
                    <a:pt x="77" y="82"/>
                  </a:lnTo>
                  <a:lnTo>
                    <a:pt x="77" y="83"/>
                  </a:lnTo>
                  <a:lnTo>
                    <a:pt x="80" y="83"/>
                  </a:lnTo>
                  <a:lnTo>
                    <a:pt x="81" y="84"/>
                  </a:lnTo>
                  <a:lnTo>
                    <a:pt x="84" y="84"/>
                  </a:lnTo>
                  <a:lnTo>
                    <a:pt x="85" y="86"/>
                  </a:lnTo>
                  <a:lnTo>
                    <a:pt x="84" y="87"/>
                  </a:lnTo>
                  <a:lnTo>
                    <a:pt x="84" y="88"/>
                  </a:lnTo>
                  <a:lnTo>
                    <a:pt x="83" y="91"/>
                  </a:lnTo>
                  <a:lnTo>
                    <a:pt x="81" y="91"/>
                  </a:lnTo>
                  <a:lnTo>
                    <a:pt x="79" y="88"/>
                  </a:lnTo>
                  <a:lnTo>
                    <a:pt x="81" y="87"/>
                  </a:lnTo>
                  <a:lnTo>
                    <a:pt x="81" y="86"/>
                  </a:lnTo>
                  <a:lnTo>
                    <a:pt x="79" y="86"/>
                  </a:lnTo>
                  <a:lnTo>
                    <a:pt x="79" y="86"/>
                  </a:lnTo>
                  <a:lnTo>
                    <a:pt x="77" y="87"/>
                  </a:lnTo>
                  <a:lnTo>
                    <a:pt x="75" y="84"/>
                  </a:lnTo>
                  <a:lnTo>
                    <a:pt x="73" y="83"/>
                  </a:lnTo>
                  <a:lnTo>
                    <a:pt x="73" y="80"/>
                  </a:lnTo>
                  <a:lnTo>
                    <a:pt x="72" y="79"/>
                  </a:lnTo>
                  <a:lnTo>
                    <a:pt x="68" y="78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4" y="73"/>
                  </a:lnTo>
                  <a:lnTo>
                    <a:pt x="63" y="73"/>
                  </a:lnTo>
                  <a:lnTo>
                    <a:pt x="63" y="74"/>
                  </a:lnTo>
                  <a:lnTo>
                    <a:pt x="64" y="78"/>
                  </a:lnTo>
                  <a:lnTo>
                    <a:pt x="65" y="82"/>
                  </a:lnTo>
                  <a:lnTo>
                    <a:pt x="64" y="82"/>
                  </a:lnTo>
                  <a:lnTo>
                    <a:pt x="63" y="78"/>
                  </a:lnTo>
                  <a:lnTo>
                    <a:pt x="60" y="77"/>
                  </a:lnTo>
                  <a:lnTo>
                    <a:pt x="59" y="74"/>
                  </a:lnTo>
                  <a:lnTo>
                    <a:pt x="54" y="73"/>
                  </a:lnTo>
                  <a:lnTo>
                    <a:pt x="51" y="73"/>
                  </a:lnTo>
                  <a:lnTo>
                    <a:pt x="50" y="74"/>
                  </a:lnTo>
                  <a:lnTo>
                    <a:pt x="51" y="75"/>
                  </a:lnTo>
                  <a:lnTo>
                    <a:pt x="48" y="77"/>
                  </a:lnTo>
                  <a:lnTo>
                    <a:pt x="46" y="74"/>
                  </a:lnTo>
                  <a:lnTo>
                    <a:pt x="44" y="75"/>
                  </a:lnTo>
                  <a:lnTo>
                    <a:pt x="42" y="77"/>
                  </a:lnTo>
                  <a:lnTo>
                    <a:pt x="43" y="74"/>
                  </a:lnTo>
                  <a:lnTo>
                    <a:pt x="42" y="73"/>
                  </a:lnTo>
                  <a:lnTo>
                    <a:pt x="40" y="73"/>
                  </a:lnTo>
                  <a:lnTo>
                    <a:pt x="40" y="75"/>
                  </a:lnTo>
                  <a:lnTo>
                    <a:pt x="39" y="73"/>
                  </a:lnTo>
                  <a:lnTo>
                    <a:pt x="39" y="70"/>
                  </a:lnTo>
                  <a:lnTo>
                    <a:pt x="39" y="69"/>
                  </a:lnTo>
                  <a:lnTo>
                    <a:pt x="40" y="66"/>
                  </a:lnTo>
                  <a:lnTo>
                    <a:pt x="43" y="63"/>
                  </a:lnTo>
                  <a:lnTo>
                    <a:pt x="40" y="62"/>
                  </a:lnTo>
                  <a:lnTo>
                    <a:pt x="38" y="62"/>
                  </a:lnTo>
                  <a:lnTo>
                    <a:pt x="38" y="63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6" y="66"/>
                  </a:lnTo>
                  <a:lnTo>
                    <a:pt x="34" y="63"/>
                  </a:lnTo>
                  <a:lnTo>
                    <a:pt x="34" y="61"/>
                  </a:lnTo>
                  <a:lnTo>
                    <a:pt x="33" y="61"/>
                  </a:lnTo>
                  <a:lnTo>
                    <a:pt x="33" y="61"/>
                  </a:lnTo>
                  <a:lnTo>
                    <a:pt x="31" y="61"/>
                  </a:lnTo>
                  <a:lnTo>
                    <a:pt x="31" y="55"/>
                  </a:lnTo>
                  <a:lnTo>
                    <a:pt x="29" y="53"/>
                  </a:lnTo>
                  <a:lnTo>
                    <a:pt x="29" y="49"/>
                  </a:lnTo>
                  <a:lnTo>
                    <a:pt x="29" y="48"/>
                  </a:lnTo>
                  <a:lnTo>
                    <a:pt x="29" y="46"/>
                  </a:lnTo>
                  <a:lnTo>
                    <a:pt x="27" y="46"/>
                  </a:lnTo>
                  <a:lnTo>
                    <a:pt x="27" y="44"/>
                  </a:lnTo>
                  <a:lnTo>
                    <a:pt x="27" y="41"/>
                  </a:lnTo>
                  <a:lnTo>
                    <a:pt x="29" y="44"/>
                  </a:lnTo>
                  <a:lnTo>
                    <a:pt x="31" y="44"/>
                  </a:lnTo>
                  <a:lnTo>
                    <a:pt x="33" y="42"/>
                  </a:lnTo>
                  <a:lnTo>
                    <a:pt x="33" y="41"/>
                  </a:lnTo>
                  <a:lnTo>
                    <a:pt x="31" y="37"/>
                  </a:lnTo>
                  <a:lnTo>
                    <a:pt x="31" y="34"/>
                  </a:lnTo>
                  <a:lnTo>
                    <a:pt x="33" y="29"/>
                  </a:lnTo>
                  <a:lnTo>
                    <a:pt x="33" y="24"/>
                  </a:lnTo>
                  <a:lnTo>
                    <a:pt x="33" y="21"/>
                  </a:lnTo>
                  <a:lnTo>
                    <a:pt x="35" y="16"/>
                  </a:lnTo>
                  <a:lnTo>
                    <a:pt x="35" y="13"/>
                  </a:lnTo>
                  <a:lnTo>
                    <a:pt x="39" y="12"/>
                  </a:lnTo>
                  <a:close/>
                  <a:moveTo>
                    <a:pt x="42" y="8"/>
                  </a:moveTo>
                  <a:lnTo>
                    <a:pt x="44" y="8"/>
                  </a:lnTo>
                  <a:lnTo>
                    <a:pt x="43" y="9"/>
                  </a:lnTo>
                  <a:lnTo>
                    <a:pt x="42" y="8"/>
                  </a:lnTo>
                  <a:close/>
                  <a:moveTo>
                    <a:pt x="50" y="7"/>
                  </a:moveTo>
                  <a:lnTo>
                    <a:pt x="51" y="7"/>
                  </a:lnTo>
                  <a:lnTo>
                    <a:pt x="50" y="9"/>
                  </a:lnTo>
                  <a:lnTo>
                    <a:pt x="48" y="8"/>
                  </a:lnTo>
                  <a:lnTo>
                    <a:pt x="50" y="7"/>
                  </a:lnTo>
                  <a:close/>
                  <a:moveTo>
                    <a:pt x="40" y="4"/>
                  </a:moveTo>
                  <a:lnTo>
                    <a:pt x="42" y="5"/>
                  </a:lnTo>
                  <a:lnTo>
                    <a:pt x="39" y="5"/>
                  </a:lnTo>
                  <a:lnTo>
                    <a:pt x="40" y="4"/>
                  </a:lnTo>
                  <a:close/>
                  <a:moveTo>
                    <a:pt x="44" y="0"/>
                  </a:moveTo>
                  <a:lnTo>
                    <a:pt x="44" y="3"/>
                  </a:lnTo>
                  <a:lnTo>
                    <a:pt x="43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0" name="Freeform 361">
              <a:extLst>
                <a:ext uri="{FF2B5EF4-FFF2-40B4-BE49-F238E27FC236}">
                  <a16:creationId xmlns:a16="http://schemas.microsoft.com/office/drawing/2014/main" id="{BB776EDA-0200-405D-973F-BE380ABCE1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47242" y="2787946"/>
              <a:ext cx="624286" cy="1203981"/>
            </a:xfrm>
            <a:custGeom>
              <a:avLst/>
              <a:gdLst>
                <a:gd name="T0" fmla="*/ 35 w 98"/>
                <a:gd name="T1" fmla="*/ 172 h 189"/>
                <a:gd name="T2" fmla="*/ 37 w 98"/>
                <a:gd name="T3" fmla="*/ 0 h 189"/>
                <a:gd name="T4" fmla="*/ 49 w 98"/>
                <a:gd name="T5" fmla="*/ 5 h 189"/>
                <a:gd name="T6" fmla="*/ 53 w 98"/>
                <a:gd name="T7" fmla="*/ 9 h 189"/>
                <a:gd name="T8" fmla="*/ 60 w 98"/>
                <a:gd name="T9" fmla="*/ 19 h 189"/>
                <a:gd name="T10" fmla="*/ 69 w 98"/>
                <a:gd name="T11" fmla="*/ 22 h 189"/>
                <a:gd name="T12" fmla="*/ 69 w 98"/>
                <a:gd name="T13" fmla="*/ 26 h 189"/>
                <a:gd name="T14" fmla="*/ 61 w 98"/>
                <a:gd name="T15" fmla="*/ 28 h 189"/>
                <a:gd name="T16" fmla="*/ 57 w 98"/>
                <a:gd name="T17" fmla="*/ 31 h 189"/>
                <a:gd name="T18" fmla="*/ 54 w 98"/>
                <a:gd name="T19" fmla="*/ 32 h 189"/>
                <a:gd name="T20" fmla="*/ 53 w 98"/>
                <a:gd name="T21" fmla="*/ 39 h 189"/>
                <a:gd name="T22" fmla="*/ 49 w 98"/>
                <a:gd name="T23" fmla="*/ 44 h 189"/>
                <a:gd name="T24" fmla="*/ 45 w 98"/>
                <a:gd name="T25" fmla="*/ 48 h 189"/>
                <a:gd name="T26" fmla="*/ 45 w 98"/>
                <a:gd name="T27" fmla="*/ 57 h 189"/>
                <a:gd name="T28" fmla="*/ 50 w 98"/>
                <a:gd name="T29" fmla="*/ 64 h 189"/>
                <a:gd name="T30" fmla="*/ 56 w 98"/>
                <a:gd name="T31" fmla="*/ 72 h 189"/>
                <a:gd name="T32" fmla="*/ 65 w 98"/>
                <a:gd name="T33" fmla="*/ 82 h 189"/>
                <a:gd name="T34" fmla="*/ 85 w 98"/>
                <a:gd name="T35" fmla="*/ 100 h 189"/>
                <a:gd name="T36" fmla="*/ 89 w 98"/>
                <a:gd name="T37" fmla="*/ 106 h 189"/>
                <a:gd name="T38" fmla="*/ 92 w 98"/>
                <a:gd name="T39" fmla="*/ 117 h 189"/>
                <a:gd name="T40" fmla="*/ 95 w 98"/>
                <a:gd name="T41" fmla="*/ 126 h 189"/>
                <a:gd name="T42" fmla="*/ 96 w 98"/>
                <a:gd name="T43" fmla="*/ 134 h 189"/>
                <a:gd name="T44" fmla="*/ 96 w 98"/>
                <a:gd name="T45" fmla="*/ 136 h 189"/>
                <a:gd name="T46" fmla="*/ 95 w 98"/>
                <a:gd name="T47" fmla="*/ 142 h 189"/>
                <a:gd name="T48" fmla="*/ 95 w 98"/>
                <a:gd name="T49" fmla="*/ 150 h 189"/>
                <a:gd name="T50" fmla="*/ 87 w 98"/>
                <a:gd name="T51" fmla="*/ 157 h 189"/>
                <a:gd name="T52" fmla="*/ 79 w 98"/>
                <a:gd name="T53" fmla="*/ 164 h 189"/>
                <a:gd name="T54" fmla="*/ 67 w 98"/>
                <a:gd name="T55" fmla="*/ 167 h 189"/>
                <a:gd name="T56" fmla="*/ 65 w 98"/>
                <a:gd name="T57" fmla="*/ 165 h 189"/>
                <a:gd name="T58" fmla="*/ 66 w 98"/>
                <a:gd name="T59" fmla="*/ 169 h 189"/>
                <a:gd name="T60" fmla="*/ 65 w 98"/>
                <a:gd name="T61" fmla="*/ 173 h 189"/>
                <a:gd name="T62" fmla="*/ 61 w 98"/>
                <a:gd name="T63" fmla="*/ 175 h 189"/>
                <a:gd name="T64" fmla="*/ 60 w 98"/>
                <a:gd name="T65" fmla="*/ 178 h 189"/>
                <a:gd name="T66" fmla="*/ 53 w 98"/>
                <a:gd name="T67" fmla="*/ 182 h 189"/>
                <a:gd name="T68" fmla="*/ 45 w 98"/>
                <a:gd name="T69" fmla="*/ 189 h 189"/>
                <a:gd name="T70" fmla="*/ 46 w 98"/>
                <a:gd name="T71" fmla="*/ 186 h 189"/>
                <a:gd name="T72" fmla="*/ 45 w 98"/>
                <a:gd name="T73" fmla="*/ 180 h 189"/>
                <a:gd name="T74" fmla="*/ 49 w 98"/>
                <a:gd name="T75" fmla="*/ 169 h 189"/>
                <a:gd name="T76" fmla="*/ 41 w 98"/>
                <a:gd name="T77" fmla="*/ 169 h 189"/>
                <a:gd name="T78" fmla="*/ 45 w 98"/>
                <a:gd name="T79" fmla="*/ 163 h 189"/>
                <a:gd name="T80" fmla="*/ 58 w 98"/>
                <a:gd name="T81" fmla="*/ 160 h 189"/>
                <a:gd name="T82" fmla="*/ 60 w 98"/>
                <a:gd name="T83" fmla="*/ 155 h 189"/>
                <a:gd name="T84" fmla="*/ 65 w 98"/>
                <a:gd name="T85" fmla="*/ 147 h 189"/>
                <a:gd name="T86" fmla="*/ 75 w 98"/>
                <a:gd name="T87" fmla="*/ 138 h 189"/>
                <a:gd name="T88" fmla="*/ 73 w 98"/>
                <a:gd name="T89" fmla="*/ 121 h 189"/>
                <a:gd name="T90" fmla="*/ 71 w 98"/>
                <a:gd name="T91" fmla="*/ 111 h 189"/>
                <a:gd name="T92" fmla="*/ 71 w 98"/>
                <a:gd name="T93" fmla="*/ 101 h 189"/>
                <a:gd name="T94" fmla="*/ 70 w 98"/>
                <a:gd name="T95" fmla="*/ 94 h 189"/>
                <a:gd name="T96" fmla="*/ 65 w 98"/>
                <a:gd name="T97" fmla="*/ 88 h 189"/>
                <a:gd name="T98" fmla="*/ 58 w 98"/>
                <a:gd name="T99" fmla="*/ 82 h 189"/>
                <a:gd name="T100" fmla="*/ 49 w 98"/>
                <a:gd name="T101" fmla="*/ 72 h 189"/>
                <a:gd name="T102" fmla="*/ 35 w 98"/>
                <a:gd name="T103" fmla="*/ 61 h 189"/>
                <a:gd name="T104" fmla="*/ 29 w 98"/>
                <a:gd name="T105" fmla="*/ 55 h 189"/>
                <a:gd name="T106" fmla="*/ 33 w 98"/>
                <a:gd name="T107" fmla="*/ 48 h 189"/>
                <a:gd name="T108" fmla="*/ 35 w 98"/>
                <a:gd name="T109" fmla="*/ 39 h 189"/>
                <a:gd name="T110" fmla="*/ 25 w 98"/>
                <a:gd name="T111" fmla="*/ 32 h 189"/>
                <a:gd name="T112" fmla="*/ 8 w 98"/>
                <a:gd name="T113" fmla="*/ 25 h 189"/>
                <a:gd name="T114" fmla="*/ 2 w 98"/>
                <a:gd name="T115" fmla="*/ 14 h 189"/>
                <a:gd name="T116" fmla="*/ 4 w 98"/>
                <a:gd name="T117" fmla="*/ 9 h 189"/>
                <a:gd name="T118" fmla="*/ 11 w 98"/>
                <a:gd name="T119" fmla="*/ 11 h 189"/>
                <a:gd name="T120" fmla="*/ 17 w 98"/>
                <a:gd name="T121" fmla="*/ 9 h 189"/>
                <a:gd name="T122" fmla="*/ 27 w 98"/>
                <a:gd name="T123" fmla="*/ 7 h 189"/>
                <a:gd name="T124" fmla="*/ 37 w 98"/>
                <a:gd name="T12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8" h="189">
                  <a:moveTo>
                    <a:pt x="35" y="165"/>
                  </a:moveTo>
                  <a:lnTo>
                    <a:pt x="36" y="167"/>
                  </a:lnTo>
                  <a:lnTo>
                    <a:pt x="37" y="168"/>
                  </a:lnTo>
                  <a:lnTo>
                    <a:pt x="36" y="171"/>
                  </a:lnTo>
                  <a:lnTo>
                    <a:pt x="35" y="172"/>
                  </a:lnTo>
                  <a:lnTo>
                    <a:pt x="33" y="169"/>
                  </a:lnTo>
                  <a:lnTo>
                    <a:pt x="35" y="168"/>
                  </a:lnTo>
                  <a:lnTo>
                    <a:pt x="33" y="167"/>
                  </a:lnTo>
                  <a:lnTo>
                    <a:pt x="35" y="165"/>
                  </a:lnTo>
                  <a:close/>
                  <a:moveTo>
                    <a:pt x="37" y="0"/>
                  </a:moveTo>
                  <a:lnTo>
                    <a:pt x="40" y="1"/>
                  </a:lnTo>
                  <a:lnTo>
                    <a:pt x="40" y="2"/>
                  </a:lnTo>
                  <a:lnTo>
                    <a:pt x="42" y="3"/>
                  </a:lnTo>
                  <a:lnTo>
                    <a:pt x="44" y="5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3" y="5"/>
                  </a:lnTo>
                  <a:lnTo>
                    <a:pt x="56" y="6"/>
                  </a:lnTo>
                  <a:lnTo>
                    <a:pt x="54" y="9"/>
                  </a:lnTo>
                  <a:lnTo>
                    <a:pt x="53" y="9"/>
                  </a:lnTo>
                  <a:lnTo>
                    <a:pt x="52" y="13"/>
                  </a:lnTo>
                  <a:lnTo>
                    <a:pt x="53" y="14"/>
                  </a:lnTo>
                  <a:lnTo>
                    <a:pt x="54" y="1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2" y="21"/>
                  </a:lnTo>
                  <a:lnTo>
                    <a:pt x="64" y="22"/>
                  </a:lnTo>
                  <a:lnTo>
                    <a:pt x="66" y="21"/>
                  </a:lnTo>
                  <a:lnTo>
                    <a:pt x="67" y="22"/>
                  </a:lnTo>
                  <a:lnTo>
                    <a:pt x="69" y="22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0" y="25"/>
                  </a:lnTo>
                  <a:lnTo>
                    <a:pt x="69" y="26"/>
                  </a:lnTo>
                  <a:lnTo>
                    <a:pt x="69" y="26"/>
                  </a:lnTo>
                  <a:lnTo>
                    <a:pt x="66" y="27"/>
                  </a:lnTo>
                  <a:lnTo>
                    <a:pt x="65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2" y="30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60" y="31"/>
                  </a:lnTo>
                  <a:lnTo>
                    <a:pt x="57" y="31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3" y="36"/>
                  </a:lnTo>
                  <a:lnTo>
                    <a:pt x="53" y="38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53" y="42"/>
                  </a:lnTo>
                  <a:lnTo>
                    <a:pt x="52" y="42"/>
                  </a:lnTo>
                  <a:lnTo>
                    <a:pt x="50" y="44"/>
                  </a:lnTo>
                  <a:lnTo>
                    <a:pt x="49" y="44"/>
                  </a:lnTo>
                  <a:lnTo>
                    <a:pt x="48" y="43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47"/>
                  </a:lnTo>
                  <a:lnTo>
                    <a:pt x="45" y="48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8" y="52"/>
                  </a:lnTo>
                  <a:lnTo>
                    <a:pt x="46" y="56"/>
                  </a:lnTo>
                  <a:lnTo>
                    <a:pt x="45" y="57"/>
                  </a:lnTo>
                  <a:lnTo>
                    <a:pt x="48" y="60"/>
                  </a:lnTo>
                  <a:lnTo>
                    <a:pt x="46" y="61"/>
                  </a:lnTo>
                  <a:lnTo>
                    <a:pt x="45" y="61"/>
                  </a:lnTo>
                  <a:lnTo>
                    <a:pt x="46" y="63"/>
                  </a:lnTo>
                  <a:lnTo>
                    <a:pt x="50" y="64"/>
                  </a:lnTo>
                  <a:lnTo>
                    <a:pt x="53" y="67"/>
                  </a:lnTo>
                  <a:lnTo>
                    <a:pt x="54" y="67"/>
                  </a:lnTo>
                  <a:lnTo>
                    <a:pt x="57" y="69"/>
                  </a:lnTo>
                  <a:lnTo>
                    <a:pt x="57" y="71"/>
                  </a:lnTo>
                  <a:lnTo>
                    <a:pt x="56" y="72"/>
                  </a:lnTo>
                  <a:lnTo>
                    <a:pt x="57" y="75"/>
                  </a:lnTo>
                  <a:lnTo>
                    <a:pt x="57" y="76"/>
                  </a:lnTo>
                  <a:lnTo>
                    <a:pt x="62" y="80"/>
                  </a:lnTo>
                  <a:lnTo>
                    <a:pt x="65" y="81"/>
                  </a:lnTo>
                  <a:lnTo>
                    <a:pt x="65" y="82"/>
                  </a:lnTo>
                  <a:lnTo>
                    <a:pt x="71" y="85"/>
                  </a:lnTo>
                  <a:lnTo>
                    <a:pt x="77" y="90"/>
                  </a:lnTo>
                  <a:lnTo>
                    <a:pt x="78" y="92"/>
                  </a:lnTo>
                  <a:lnTo>
                    <a:pt x="83" y="96"/>
                  </a:lnTo>
                  <a:lnTo>
                    <a:pt x="85" y="100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9" y="105"/>
                  </a:lnTo>
                  <a:lnTo>
                    <a:pt x="89" y="106"/>
                  </a:lnTo>
                  <a:lnTo>
                    <a:pt x="90" y="107"/>
                  </a:lnTo>
                  <a:lnTo>
                    <a:pt x="89" y="109"/>
                  </a:lnTo>
                  <a:lnTo>
                    <a:pt x="91" y="111"/>
                  </a:lnTo>
                  <a:lnTo>
                    <a:pt x="91" y="115"/>
                  </a:lnTo>
                  <a:lnTo>
                    <a:pt x="92" y="117"/>
                  </a:lnTo>
                  <a:lnTo>
                    <a:pt x="94" y="119"/>
                  </a:lnTo>
                  <a:lnTo>
                    <a:pt x="94" y="121"/>
                  </a:lnTo>
                  <a:lnTo>
                    <a:pt x="94" y="123"/>
                  </a:lnTo>
                  <a:lnTo>
                    <a:pt x="94" y="125"/>
                  </a:lnTo>
                  <a:lnTo>
                    <a:pt x="95" y="126"/>
                  </a:lnTo>
                  <a:lnTo>
                    <a:pt x="94" y="127"/>
                  </a:lnTo>
                  <a:lnTo>
                    <a:pt x="95" y="130"/>
                  </a:lnTo>
                  <a:lnTo>
                    <a:pt x="95" y="131"/>
                  </a:lnTo>
                  <a:lnTo>
                    <a:pt x="96" y="131"/>
                  </a:lnTo>
                  <a:lnTo>
                    <a:pt x="96" y="134"/>
                  </a:lnTo>
                  <a:lnTo>
                    <a:pt x="98" y="136"/>
                  </a:lnTo>
                  <a:lnTo>
                    <a:pt x="98" y="138"/>
                  </a:lnTo>
                  <a:lnTo>
                    <a:pt x="98" y="138"/>
                  </a:lnTo>
                  <a:lnTo>
                    <a:pt x="98" y="136"/>
                  </a:lnTo>
                  <a:lnTo>
                    <a:pt x="96" y="136"/>
                  </a:lnTo>
                  <a:lnTo>
                    <a:pt x="95" y="136"/>
                  </a:lnTo>
                  <a:lnTo>
                    <a:pt x="95" y="138"/>
                  </a:lnTo>
                  <a:lnTo>
                    <a:pt x="96" y="139"/>
                  </a:lnTo>
                  <a:lnTo>
                    <a:pt x="96" y="140"/>
                  </a:lnTo>
                  <a:lnTo>
                    <a:pt x="95" y="142"/>
                  </a:lnTo>
                  <a:lnTo>
                    <a:pt x="95" y="143"/>
                  </a:lnTo>
                  <a:lnTo>
                    <a:pt x="94" y="144"/>
                  </a:lnTo>
                  <a:lnTo>
                    <a:pt x="95" y="147"/>
                  </a:lnTo>
                  <a:lnTo>
                    <a:pt x="94" y="148"/>
                  </a:lnTo>
                  <a:lnTo>
                    <a:pt x="95" y="150"/>
                  </a:lnTo>
                  <a:lnTo>
                    <a:pt x="94" y="151"/>
                  </a:lnTo>
                  <a:lnTo>
                    <a:pt x="92" y="152"/>
                  </a:lnTo>
                  <a:lnTo>
                    <a:pt x="91" y="155"/>
                  </a:lnTo>
                  <a:lnTo>
                    <a:pt x="90" y="155"/>
                  </a:lnTo>
                  <a:lnTo>
                    <a:pt x="87" y="157"/>
                  </a:lnTo>
                  <a:lnTo>
                    <a:pt x="86" y="159"/>
                  </a:lnTo>
                  <a:lnTo>
                    <a:pt x="83" y="160"/>
                  </a:lnTo>
                  <a:lnTo>
                    <a:pt x="83" y="163"/>
                  </a:lnTo>
                  <a:lnTo>
                    <a:pt x="81" y="163"/>
                  </a:lnTo>
                  <a:lnTo>
                    <a:pt x="79" y="164"/>
                  </a:lnTo>
                  <a:lnTo>
                    <a:pt x="74" y="167"/>
                  </a:lnTo>
                  <a:lnTo>
                    <a:pt x="71" y="167"/>
                  </a:lnTo>
                  <a:lnTo>
                    <a:pt x="70" y="167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7" y="165"/>
                  </a:lnTo>
                  <a:lnTo>
                    <a:pt x="67" y="164"/>
                  </a:lnTo>
                  <a:lnTo>
                    <a:pt x="67" y="165"/>
                  </a:lnTo>
                  <a:lnTo>
                    <a:pt x="66" y="165"/>
                  </a:lnTo>
                  <a:lnTo>
                    <a:pt x="65" y="165"/>
                  </a:lnTo>
                  <a:lnTo>
                    <a:pt x="66" y="167"/>
                  </a:lnTo>
                  <a:lnTo>
                    <a:pt x="66" y="167"/>
                  </a:lnTo>
                  <a:lnTo>
                    <a:pt x="65" y="168"/>
                  </a:lnTo>
                  <a:lnTo>
                    <a:pt x="64" y="168"/>
                  </a:lnTo>
                  <a:lnTo>
                    <a:pt x="66" y="169"/>
                  </a:lnTo>
                  <a:lnTo>
                    <a:pt x="66" y="169"/>
                  </a:lnTo>
                  <a:lnTo>
                    <a:pt x="67" y="172"/>
                  </a:lnTo>
                  <a:lnTo>
                    <a:pt x="65" y="173"/>
                  </a:lnTo>
                  <a:lnTo>
                    <a:pt x="62" y="171"/>
                  </a:lnTo>
                  <a:lnTo>
                    <a:pt x="65" y="173"/>
                  </a:lnTo>
                  <a:lnTo>
                    <a:pt x="65" y="175"/>
                  </a:lnTo>
                  <a:lnTo>
                    <a:pt x="64" y="176"/>
                  </a:lnTo>
                  <a:lnTo>
                    <a:pt x="62" y="175"/>
                  </a:lnTo>
                  <a:lnTo>
                    <a:pt x="62" y="173"/>
                  </a:lnTo>
                  <a:lnTo>
                    <a:pt x="61" y="175"/>
                  </a:lnTo>
                  <a:lnTo>
                    <a:pt x="61" y="176"/>
                  </a:lnTo>
                  <a:lnTo>
                    <a:pt x="61" y="176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0" y="178"/>
                  </a:lnTo>
                  <a:lnTo>
                    <a:pt x="58" y="178"/>
                  </a:lnTo>
                  <a:lnTo>
                    <a:pt x="56" y="181"/>
                  </a:lnTo>
                  <a:lnTo>
                    <a:pt x="56" y="181"/>
                  </a:lnTo>
                  <a:lnTo>
                    <a:pt x="54" y="181"/>
                  </a:lnTo>
                  <a:lnTo>
                    <a:pt x="53" y="182"/>
                  </a:lnTo>
                  <a:lnTo>
                    <a:pt x="53" y="185"/>
                  </a:lnTo>
                  <a:lnTo>
                    <a:pt x="52" y="186"/>
                  </a:lnTo>
                  <a:lnTo>
                    <a:pt x="50" y="186"/>
                  </a:lnTo>
                  <a:lnTo>
                    <a:pt x="50" y="186"/>
                  </a:lnTo>
                  <a:lnTo>
                    <a:pt x="45" y="189"/>
                  </a:lnTo>
                  <a:lnTo>
                    <a:pt x="42" y="189"/>
                  </a:lnTo>
                  <a:lnTo>
                    <a:pt x="45" y="188"/>
                  </a:lnTo>
                  <a:lnTo>
                    <a:pt x="46" y="186"/>
                  </a:lnTo>
                  <a:lnTo>
                    <a:pt x="48" y="185"/>
                  </a:lnTo>
                  <a:lnTo>
                    <a:pt x="46" y="186"/>
                  </a:lnTo>
                  <a:lnTo>
                    <a:pt x="45" y="185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0"/>
                  </a:lnTo>
                  <a:lnTo>
                    <a:pt x="45" y="176"/>
                  </a:lnTo>
                  <a:lnTo>
                    <a:pt x="46" y="173"/>
                  </a:lnTo>
                  <a:lnTo>
                    <a:pt x="50" y="171"/>
                  </a:lnTo>
                  <a:lnTo>
                    <a:pt x="52" y="169"/>
                  </a:lnTo>
                  <a:lnTo>
                    <a:pt x="49" y="169"/>
                  </a:lnTo>
                  <a:lnTo>
                    <a:pt x="48" y="169"/>
                  </a:lnTo>
                  <a:lnTo>
                    <a:pt x="45" y="169"/>
                  </a:lnTo>
                  <a:lnTo>
                    <a:pt x="44" y="169"/>
                  </a:lnTo>
                  <a:lnTo>
                    <a:pt x="42" y="169"/>
                  </a:lnTo>
                  <a:lnTo>
                    <a:pt x="41" y="169"/>
                  </a:lnTo>
                  <a:lnTo>
                    <a:pt x="41" y="168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42" y="163"/>
                  </a:lnTo>
                  <a:lnTo>
                    <a:pt x="45" y="163"/>
                  </a:lnTo>
                  <a:lnTo>
                    <a:pt x="46" y="160"/>
                  </a:lnTo>
                  <a:lnTo>
                    <a:pt x="49" y="159"/>
                  </a:lnTo>
                  <a:lnTo>
                    <a:pt x="50" y="160"/>
                  </a:lnTo>
                  <a:lnTo>
                    <a:pt x="56" y="159"/>
                  </a:lnTo>
                  <a:lnTo>
                    <a:pt x="58" y="160"/>
                  </a:lnTo>
                  <a:lnTo>
                    <a:pt x="58" y="161"/>
                  </a:lnTo>
                  <a:lnTo>
                    <a:pt x="62" y="161"/>
                  </a:lnTo>
                  <a:lnTo>
                    <a:pt x="61" y="159"/>
                  </a:lnTo>
                  <a:lnTo>
                    <a:pt x="62" y="157"/>
                  </a:lnTo>
                  <a:lnTo>
                    <a:pt x="60" y="155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60" y="148"/>
                  </a:lnTo>
                  <a:lnTo>
                    <a:pt x="64" y="148"/>
                  </a:lnTo>
                  <a:lnTo>
                    <a:pt x="65" y="147"/>
                  </a:lnTo>
                  <a:lnTo>
                    <a:pt x="67" y="144"/>
                  </a:lnTo>
                  <a:lnTo>
                    <a:pt x="71" y="143"/>
                  </a:lnTo>
                  <a:lnTo>
                    <a:pt x="71" y="142"/>
                  </a:lnTo>
                  <a:lnTo>
                    <a:pt x="74" y="142"/>
                  </a:lnTo>
                  <a:lnTo>
                    <a:pt x="75" y="138"/>
                  </a:lnTo>
                  <a:lnTo>
                    <a:pt x="75" y="135"/>
                  </a:lnTo>
                  <a:lnTo>
                    <a:pt x="75" y="131"/>
                  </a:lnTo>
                  <a:lnTo>
                    <a:pt x="74" y="130"/>
                  </a:lnTo>
                  <a:lnTo>
                    <a:pt x="75" y="126"/>
                  </a:lnTo>
                  <a:lnTo>
                    <a:pt x="73" y="121"/>
                  </a:lnTo>
                  <a:lnTo>
                    <a:pt x="71" y="119"/>
                  </a:lnTo>
                  <a:lnTo>
                    <a:pt x="70" y="117"/>
                  </a:lnTo>
                  <a:lnTo>
                    <a:pt x="70" y="117"/>
                  </a:lnTo>
                  <a:lnTo>
                    <a:pt x="73" y="115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0" y="106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1" y="101"/>
                  </a:lnTo>
                  <a:lnTo>
                    <a:pt x="71" y="100"/>
                  </a:lnTo>
                  <a:lnTo>
                    <a:pt x="71" y="97"/>
                  </a:lnTo>
                  <a:lnTo>
                    <a:pt x="73" y="94"/>
                  </a:lnTo>
                  <a:lnTo>
                    <a:pt x="73" y="93"/>
                  </a:lnTo>
                  <a:lnTo>
                    <a:pt x="70" y="94"/>
                  </a:lnTo>
                  <a:lnTo>
                    <a:pt x="69" y="93"/>
                  </a:lnTo>
                  <a:lnTo>
                    <a:pt x="67" y="92"/>
                  </a:lnTo>
                  <a:lnTo>
                    <a:pt x="65" y="92"/>
                  </a:lnTo>
                  <a:lnTo>
                    <a:pt x="64" y="90"/>
                  </a:lnTo>
                  <a:lnTo>
                    <a:pt x="65" y="88"/>
                  </a:lnTo>
                  <a:lnTo>
                    <a:pt x="62" y="88"/>
                  </a:lnTo>
                  <a:lnTo>
                    <a:pt x="61" y="88"/>
                  </a:lnTo>
                  <a:lnTo>
                    <a:pt x="60" y="86"/>
                  </a:lnTo>
                  <a:lnTo>
                    <a:pt x="60" y="84"/>
                  </a:lnTo>
                  <a:lnTo>
                    <a:pt x="58" y="82"/>
                  </a:lnTo>
                  <a:lnTo>
                    <a:pt x="56" y="82"/>
                  </a:lnTo>
                  <a:lnTo>
                    <a:pt x="54" y="81"/>
                  </a:lnTo>
                  <a:lnTo>
                    <a:pt x="53" y="78"/>
                  </a:lnTo>
                  <a:lnTo>
                    <a:pt x="49" y="75"/>
                  </a:lnTo>
                  <a:lnTo>
                    <a:pt x="49" y="72"/>
                  </a:lnTo>
                  <a:lnTo>
                    <a:pt x="46" y="69"/>
                  </a:lnTo>
                  <a:lnTo>
                    <a:pt x="44" y="68"/>
                  </a:lnTo>
                  <a:lnTo>
                    <a:pt x="41" y="64"/>
                  </a:lnTo>
                  <a:lnTo>
                    <a:pt x="39" y="63"/>
                  </a:lnTo>
                  <a:lnTo>
                    <a:pt x="35" y="61"/>
                  </a:lnTo>
                  <a:lnTo>
                    <a:pt x="31" y="61"/>
                  </a:lnTo>
                  <a:lnTo>
                    <a:pt x="29" y="57"/>
                  </a:lnTo>
                  <a:lnTo>
                    <a:pt x="28" y="57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27" y="52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1" y="48"/>
                  </a:lnTo>
                  <a:lnTo>
                    <a:pt x="33" y="48"/>
                  </a:lnTo>
                  <a:lnTo>
                    <a:pt x="35" y="47"/>
                  </a:lnTo>
                  <a:lnTo>
                    <a:pt x="36" y="42"/>
                  </a:lnTo>
                  <a:lnTo>
                    <a:pt x="37" y="42"/>
                  </a:lnTo>
                  <a:lnTo>
                    <a:pt x="37" y="40"/>
                  </a:lnTo>
                  <a:lnTo>
                    <a:pt x="35" y="39"/>
                  </a:lnTo>
                  <a:lnTo>
                    <a:pt x="35" y="38"/>
                  </a:lnTo>
                  <a:lnTo>
                    <a:pt x="35" y="35"/>
                  </a:lnTo>
                  <a:lnTo>
                    <a:pt x="31" y="34"/>
                  </a:lnTo>
                  <a:lnTo>
                    <a:pt x="29" y="32"/>
                  </a:lnTo>
                  <a:lnTo>
                    <a:pt x="25" y="32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5" y="32"/>
                  </a:lnTo>
                  <a:lnTo>
                    <a:pt x="13" y="28"/>
                  </a:lnTo>
                  <a:lnTo>
                    <a:pt x="8" y="25"/>
                  </a:lnTo>
                  <a:lnTo>
                    <a:pt x="10" y="23"/>
                  </a:lnTo>
                  <a:lnTo>
                    <a:pt x="10" y="21"/>
                  </a:lnTo>
                  <a:lnTo>
                    <a:pt x="7" y="18"/>
                  </a:lnTo>
                  <a:lnTo>
                    <a:pt x="6" y="15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2" y="7"/>
                  </a:lnTo>
                  <a:lnTo>
                    <a:pt x="15" y="10"/>
                  </a:lnTo>
                  <a:lnTo>
                    <a:pt x="16" y="7"/>
                  </a:lnTo>
                  <a:lnTo>
                    <a:pt x="17" y="9"/>
                  </a:lnTo>
                  <a:lnTo>
                    <a:pt x="19" y="10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4" y="6"/>
                  </a:lnTo>
                  <a:lnTo>
                    <a:pt x="27" y="7"/>
                  </a:lnTo>
                  <a:lnTo>
                    <a:pt x="31" y="6"/>
                  </a:lnTo>
                  <a:lnTo>
                    <a:pt x="31" y="2"/>
                  </a:lnTo>
                  <a:lnTo>
                    <a:pt x="33" y="1"/>
                  </a:lnTo>
                  <a:lnTo>
                    <a:pt x="3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1" name="Freeform 364">
              <a:extLst>
                <a:ext uri="{FF2B5EF4-FFF2-40B4-BE49-F238E27FC236}">
                  <a16:creationId xmlns:a16="http://schemas.microsoft.com/office/drawing/2014/main" id="{C81DB65B-A323-4088-BBAC-A9F0EB2101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2355" y="3030016"/>
              <a:ext cx="643399" cy="1191243"/>
            </a:xfrm>
            <a:custGeom>
              <a:avLst/>
              <a:gdLst>
                <a:gd name="T0" fmla="*/ 36 w 101"/>
                <a:gd name="T1" fmla="*/ 175 h 187"/>
                <a:gd name="T2" fmla="*/ 28 w 101"/>
                <a:gd name="T3" fmla="*/ 165 h 187"/>
                <a:gd name="T4" fmla="*/ 18 w 101"/>
                <a:gd name="T5" fmla="*/ 162 h 187"/>
                <a:gd name="T6" fmla="*/ 39 w 101"/>
                <a:gd name="T7" fmla="*/ 139 h 187"/>
                <a:gd name="T8" fmla="*/ 38 w 101"/>
                <a:gd name="T9" fmla="*/ 135 h 187"/>
                <a:gd name="T10" fmla="*/ 66 w 101"/>
                <a:gd name="T11" fmla="*/ 109 h 187"/>
                <a:gd name="T12" fmla="*/ 30 w 101"/>
                <a:gd name="T13" fmla="*/ 2 h 187"/>
                <a:gd name="T14" fmla="*/ 36 w 101"/>
                <a:gd name="T15" fmla="*/ 13 h 187"/>
                <a:gd name="T16" fmla="*/ 42 w 101"/>
                <a:gd name="T17" fmla="*/ 17 h 187"/>
                <a:gd name="T18" fmla="*/ 43 w 101"/>
                <a:gd name="T19" fmla="*/ 30 h 187"/>
                <a:gd name="T20" fmla="*/ 54 w 101"/>
                <a:gd name="T21" fmla="*/ 30 h 187"/>
                <a:gd name="T22" fmla="*/ 70 w 101"/>
                <a:gd name="T23" fmla="*/ 29 h 187"/>
                <a:gd name="T24" fmla="*/ 90 w 101"/>
                <a:gd name="T25" fmla="*/ 38 h 187"/>
                <a:gd name="T26" fmla="*/ 90 w 101"/>
                <a:gd name="T27" fmla="*/ 50 h 187"/>
                <a:gd name="T28" fmla="*/ 99 w 101"/>
                <a:gd name="T29" fmla="*/ 58 h 187"/>
                <a:gd name="T30" fmla="*/ 100 w 101"/>
                <a:gd name="T31" fmla="*/ 67 h 187"/>
                <a:gd name="T32" fmla="*/ 96 w 101"/>
                <a:gd name="T33" fmla="*/ 77 h 187"/>
                <a:gd name="T34" fmla="*/ 82 w 101"/>
                <a:gd name="T35" fmla="*/ 77 h 187"/>
                <a:gd name="T36" fmla="*/ 67 w 101"/>
                <a:gd name="T37" fmla="*/ 81 h 187"/>
                <a:gd name="T38" fmla="*/ 67 w 101"/>
                <a:gd name="T39" fmla="*/ 98 h 187"/>
                <a:gd name="T40" fmla="*/ 67 w 101"/>
                <a:gd name="T41" fmla="*/ 108 h 187"/>
                <a:gd name="T42" fmla="*/ 62 w 101"/>
                <a:gd name="T43" fmla="*/ 105 h 187"/>
                <a:gd name="T44" fmla="*/ 55 w 101"/>
                <a:gd name="T45" fmla="*/ 101 h 187"/>
                <a:gd name="T46" fmla="*/ 47 w 101"/>
                <a:gd name="T47" fmla="*/ 101 h 187"/>
                <a:gd name="T48" fmla="*/ 46 w 101"/>
                <a:gd name="T49" fmla="*/ 93 h 187"/>
                <a:gd name="T50" fmla="*/ 43 w 101"/>
                <a:gd name="T51" fmla="*/ 90 h 187"/>
                <a:gd name="T52" fmla="*/ 37 w 101"/>
                <a:gd name="T53" fmla="*/ 90 h 187"/>
                <a:gd name="T54" fmla="*/ 37 w 101"/>
                <a:gd name="T55" fmla="*/ 94 h 187"/>
                <a:gd name="T56" fmla="*/ 36 w 101"/>
                <a:gd name="T57" fmla="*/ 102 h 187"/>
                <a:gd name="T58" fmla="*/ 32 w 101"/>
                <a:gd name="T59" fmla="*/ 122 h 187"/>
                <a:gd name="T60" fmla="*/ 29 w 101"/>
                <a:gd name="T61" fmla="*/ 131 h 187"/>
                <a:gd name="T62" fmla="*/ 32 w 101"/>
                <a:gd name="T63" fmla="*/ 142 h 187"/>
                <a:gd name="T64" fmla="*/ 33 w 101"/>
                <a:gd name="T65" fmla="*/ 142 h 187"/>
                <a:gd name="T66" fmla="*/ 38 w 101"/>
                <a:gd name="T67" fmla="*/ 147 h 187"/>
                <a:gd name="T68" fmla="*/ 42 w 101"/>
                <a:gd name="T69" fmla="*/ 152 h 187"/>
                <a:gd name="T70" fmla="*/ 45 w 101"/>
                <a:gd name="T71" fmla="*/ 158 h 187"/>
                <a:gd name="T72" fmla="*/ 42 w 101"/>
                <a:gd name="T73" fmla="*/ 164 h 187"/>
                <a:gd name="T74" fmla="*/ 47 w 101"/>
                <a:gd name="T75" fmla="*/ 168 h 187"/>
                <a:gd name="T76" fmla="*/ 57 w 101"/>
                <a:gd name="T77" fmla="*/ 173 h 187"/>
                <a:gd name="T78" fmla="*/ 64 w 101"/>
                <a:gd name="T79" fmla="*/ 181 h 187"/>
                <a:gd name="T80" fmla="*/ 58 w 101"/>
                <a:gd name="T81" fmla="*/ 184 h 187"/>
                <a:gd name="T82" fmla="*/ 54 w 101"/>
                <a:gd name="T83" fmla="*/ 179 h 187"/>
                <a:gd name="T84" fmla="*/ 43 w 101"/>
                <a:gd name="T85" fmla="*/ 173 h 187"/>
                <a:gd name="T86" fmla="*/ 36 w 101"/>
                <a:gd name="T87" fmla="*/ 172 h 187"/>
                <a:gd name="T88" fmla="*/ 32 w 101"/>
                <a:gd name="T89" fmla="*/ 167 h 187"/>
                <a:gd name="T90" fmla="*/ 24 w 101"/>
                <a:gd name="T91" fmla="*/ 158 h 187"/>
                <a:gd name="T92" fmla="*/ 21 w 101"/>
                <a:gd name="T93" fmla="*/ 156 h 187"/>
                <a:gd name="T94" fmla="*/ 18 w 101"/>
                <a:gd name="T95" fmla="*/ 146 h 187"/>
                <a:gd name="T96" fmla="*/ 20 w 101"/>
                <a:gd name="T97" fmla="*/ 139 h 187"/>
                <a:gd name="T98" fmla="*/ 22 w 101"/>
                <a:gd name="T99" fmla="*/ 129 h 187"/>
                <a:gd name="T100" fmla="*/ 29 w 101"/>
                <a:gd name="T101" fmla="*/ 113 h 187"/>
                <a:gd name="T102" fmla="*/ 29 w 101"/>
                <a:gd name="T103" fmla="*/ 100 h 187"/>
                <a:gd name="T104" fmla="*/ 28 w 101"/>
                <a:gd name="T105" fmla="*/ 89 h 187"/>
                <a:gd name="T106" fmla="*/ 16 w 101"/>
                <a:gd name="T107" fmla="*/ 72 h 187"/>
                <a:gd name="T108" fmla="*/ 16 w 101"/>
                <a:gd name="T109" fmla="*/ 56 h 187"/>
                <a:gd name="T110" fmla="*/ 14 w 101"/>
                <a:gd name="T111" fmla="*/ 46 h 187"/>
                <a:gd name="T112" fmla="*/ 4 w 101"/>
                <a:gd name="T113" fmla="*/ 34 h 187"/>
                <a:gd name="T114" fmla="*/ 5 w 101"/>
                <a:gd name="T115" fmla="*/ 25 h 187"/>
                <a:gd name="T116" fmla="*/ 8 w 101"/>
                <a:gd name="T117" fmla="*/ 12 h 187"/>
                <a:gd name="T118" fmla="*/ 18 w 101"/>
                <a:gd name="T119" fmla="*/ 6 h 187"/>
                <a:gd name="T120" fmla="*/ 22 w 101"/>
                <a:gd name="T121" fmla="*/ 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1" h="187">
                  <a:moveTo>
                    <a:pt x="36" y="175"/>
                  </a:moveTo>
                  <a:lnTo>
                    <a:pt x="37" y="175"/>
                  </a:lnTo>
                  <a:lnTo>
                    <a:pt x="37" y="176"/>
                  </a:lnTo>
                  <a:lnTo>
                    <a:pt x="36" y="176"/>
                  </a:lnTo>
                  <a:lnTo>
                    <a:pt x="36" y="175"/>
                  </a:lnTo>
                  <a:lnTo>
                    <a:pt x="36" y="175"/>
                  </a:lnTo>
                  <a:close/>
                  <a:moveTo>
                    <a:pt x="28" y="163"/>
                  </a:moveTo>
                  <a:lnTo>
                    <a:pt x="28" y="163"/>
                  </a:lnTo>
                  <a:lnTo>
                    <a:pt x="28" y="164"/>
                  </a:lnTo>
                  <a:lnTo>
                    <a:pt x="28" y="165"/>
                  </a:lnTo>
                  <a:lnTo>
                    <a:pt x="28" y="163"/>
                  </a:lnTo>
                  <a:close/>
                  <a:moveTo>
                    <a:pt x="18" y="158"/>
                  </a:moveTo>
                  <a:lnTo>
                    <a:pt x="21" y="158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8"/>
                  </a:lnTo>
                  <a:close/>
                  <a:moveTo>
                    <a:pt x="39" y="138"/>
                  </a:moveTo>
                  <a:lnTo>
                    <a:pt x="39" y="139"/>
                  </a:lnTo>
                  <a:lnTo>
                    <a:pt x="39" y="142"/>
                  </a:lnTo>
                  <a:lnTo>
                    <a:pt x="38" y="140"/>
                  </a:lnTo>
                  <a:lnTo>
                    <a:pt x="38" y="139"/>
                  </a:lnTo>
                  <a:lnTo>
                    <a:pt x="39" y="138"/>
                  </a:lnTo>
                  <a:close/>
                  <a:moveTo>
                    <a:pt x="38" y="135"/>
                  </a:moveTo>
                  <a:lnTo>
                    <a:pt x="38" y="137"/>
                  </a:lnTo>
                  <a:lnTo>
                    <a:pt x="37" y="137"/>
                  </a:lnTo>
                  <a:lnTo>
                    <a:pt x="38" y="135"/>
                  </a:lnTo>
                  <a:close/>
                  <a:moveTo>
                    <a:pt x="62" y="106"/>
                  </a:moveTo>
                  <a:lnTo>
                    <a:pt x="66" y="109"/>
                  </a:lnTo>
                  <a:lnTo>
                    <a:pt x="64" y="109"/>
                  </a:lnTo>
                  <a:lnTo>
                    <a:pt x="62" y="108"/>
                  </a:lnTo>
                  <a:lnTo>
                    <a:pt x="62" y="106"/>
                  </a:lnTo>
                  <a:close/>
                  <a:moveTo>
                    <a:pt x="29" y="0"/>
                  </a:moveTo>
                  <a:lnTo>
                    <a:pt x="30" y="2"/>
                  </a:lnTo>
                  <a:lnTo>
                    <a:pt x="33" y="2"/>
                  </a:lnTo>
                  <a:lnTo>
                    <a:pt x="36" y="5"/>
                  </a:lnTo>
                  <a:lnTo>
                    <a:pt x="36" y="9"/>
                  </a:lnTo>
                  <a:lnTo>
                    <a:pt x="34" y="10"/>
                  </a:lnTo>
                  <a:lnTo>
                    <a:pt x="36" y="13"/>
                  </a:lnTo>
                  <a:lnTo>
                    <a:pt x="37" y="14"/>
                  </a:lnTo>
                  <a:lnTo>
                    <a:pt x="39" y="13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2" y="17"/>
                  </a:lnTo>
                  <a:lnTo>
                    <a:pt x="43" y="19"/>
                  </a:lnTo>
                  <a:lnTo>
                    <a:pt x="43" y="21"/>
                  </a:lnTo>
                  <a:lnTo>
                    <a:pt x="42" y="23"/>
                  </a:lnTo>
                  <a:lnTo>
                    <a:pt x="43" y="26"/>
                  </a:lnTo>
                  <a:lnTo>
                    <a:pt x="43" y="30"/>
                  </a:lnTo>
                  <a:lnTo>
                    <a:pt x="43" y="37"/>
                  </a:lnTo>
                  <a:lnTo>
                    <a:pt x="47" y="34"/>
                  </a:lnTo>
                  <a:lnTo>
                    <a:pt x="50" y="34"/>
                  </a:lnTo>
                  <a:lnTo>
                    <a:pt x="50" y="31"/>
                  </a:lnTo>
                  <a:lnTo>
                    <a:pt x="54" y="30"/>
                  </a:lnTo>
                  <a:lnTo>
                    <a:pt x="58" y="31"/>
                  </a:lnTo>
                  <a:lnTo>
                    <a:pt x="61" y="31"/>
                  </a:lnTo>
                  <a:lnTo>
                    <a:pt x="62" y="34"/>
                  </a:lnTo>
                  <a:lnTo>
                    <a:pt x="67" y="34"/>
                  </a:lnTo>
                  <a:lnTo>
                    <a:pt x="70" y="29"/>
                  </a:lnTo>
                  <a:lnTo>
                    <a:pt x="74" y="27"/>
                  </a:lnTo>
                  <a:lnTo>
                    <a:pt x="79" y="29"/>
                  </a:lnTo>
                  <a:lnTo>
                    <a:pt x="80" y="33"/>
                  </a:lnTo>
                  <a:lnTo>
                    <a:pt x="86" y="37"/>
                  </a:lnTo>
                  <a:lnTo>
                    <a:pt x="90" y="38"/>
                  </a:lnTo>
                  <a:lnTo>
                    <a:pt x="90" y="40"/>
                  </a:lnTo>
                  <a:lnTo>
                    <a:pt x="90" y="43"/>
                  </a:lnTo>
                  <a:lnTo>
                    <a:pt x="88" y="44"/>
                  </a:lnTo>
                  <a:lnTo>
                    <a:pt x="90" y="47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1" y="54"/>
                  </a:lnTo>
                  <a:lnTo>
                    <a:pt x="93" y="56"/>
                  </a:lnTo>
                  <a:lnTo>
                    <a:pt x="96" y="56"/>
                  </a:lnTo>
                  <a:lnTo>
                    <a:pt x="99" y="58"/>
                  </a:lnTo>
                  <a:lnTo>
                    <a:pt x="97" y="59"/>
                  </a:lnTo>
                  <a:lnTo>
                    <a:pt x="100" y="60"/>
                  </a:lnTo>
                  <a:lnTo>
                    <a:pt x="101" y="63"/>
                  </a:lnTo>
                  <a:lnTo>
                    <a:pt x="100" y="65"/>
                  </a:lnTo>
                  <a:lnTo>
                    <a:pt x="100" y="67"/>
                  </a:lnTo>
                  <a:lnTo>
                    <a:pt x="100" y="68"/>
                  </a:lnTo>
                  <a:lnTo>
                    <a:pt x="100" y="71"/>
                  </a:lnTo>
                  <a:lnTo>
                    <a:pt x="100" y="75"/>
                  </a:lnTo>
                  <a:lnTo>
                    <a:pt x="99" y="76"/>
                  </a:lnTo>
                  <a:lnTo>
                    <a:pt x="96" y="77"/>
                  </a:lnTo>
                  <a:lnTo>
                    <a:pt x="93" y="76"/>
                  </a:lnTo>
                  <a:lnTo>
                    <a:pt x="91" y="77"/>
                  </a:lnTo>
                  <a:lnTo>
                    <a:pt x="88" y="76"/>
                  </a:lnTo>
                  <a:lnTo>
                    <a:pt x="86" y="76"/>
                  </a:lnTo>
                  <a:lnTo>
                    <a:pt x="82" y="77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2" y="77"/>
                  </a:lnTo>
                  <a:lnTo>
                    <a:pt x="70" y="77"/>
                  </a:lnTo>
                  <a:lnTo>
                    <a:pt x="67" y="81"/>
                  </a:lnTo>
                  <a:lnTo>
                    <a:pt x="66" y="85"/>
                  </a:lnTo>
                  <a:lnTo>
                    <a:pt x="64" y="88"/>
                  </a:lnTo>
                  <a:lnTo>
                    <a:pt x="64" y="92"/>
                  </a:lnTo>
                  <a:lnTo>
                    <a:pt x="66" y="97"/>
                  </a:lnTo>
                  <a:lnTo>
                    <a:pt x="67" y="98"/>
                  </a:lnTo>
                  <a:lnTo>
                    <a:pt x="68" y="100"/>
                  </a:lnTo>
                  <a:lnTo>
                    <a:pt x="68" y="105"/>
                  </a:lnTo>
                  <a:lnTo>
                    <a:pt x="68" y="106"/>
                  </a:lnTo>
                  <a:lnTo>
                    <a:pt x="67" y="106"/>
                  </a:lnTo>
                  <a:lnTo>
                    <a:pt x="67" y="108"/>
                  </a:lnTo>
                  <a:lnTo>
                    <a:pt x="66" y="108"/>
                  </a:lnTo>
                  <a:lnTo>
                    <a:pt x="66" y="108"/>
                  </a:lnTo>
                  <a:lnTo>
                    <a:pt x="63" y="105"/>
                  </a:lnTo>
                  <a:lnTo>
                    <a:pt x="62" y="105"/>
                  </a:lnTo>
                  <a:lnTo>
                    <a:pt x="62" y="105"/>
                  </a:lnTo>
                  <a:lnTo>
                    <a:pt x="61" y="104"/>
                  </a:lnTo>
                  <a:lnTo>
                    <a:pt x="58" y="101"/>
                  </a:lnTo>
                  <a:lnTo>
                    <a:pt x="57" y="100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55" y="102"/>
                  </a:lnTo>
                  <a:lnTo>
                    <a:pt x="54" y="101"/>
                  </a:lnTo>
                  <a:lnTo>
                    <a:pt x="51" y="101"/>
                  </a:lnTo>
                  <a:lnTo>
                    <a:pt x="49" y="101"/>
                  </a:lnTo>
                  <a:lnTo>
                    <a:pt x="47" y="101"/>
                  </a:lnTo>
                  <a:lnTo>
                    <a:pt x="46" y="101"/>
                  </a:lnTo>
                  <a:lnTo>
                    <a:pt x="46" y="98"/>
                  </a:lnTo>
                  <a:lnTo>
                    <a:pt x="47" y="98"/>
                  </a:lnTo>
                  <a:lnTo>
                    <a:pt x="46" y="96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6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2" y="89"/>
                  </a:lnTo>
                  <a:lnTo>
                    <a:pt x="41" y="90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37" y="90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36" y="92"/>
                  </a:lnTo>
                  <a:lnTo>
                    <a:pt x="34" y="93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6" y="98"/>
                  </a:lnTo>
                  <a:lnTo>
                    <a:pt x="36" y="101"/>
                  </a:lnTo>
                  <a:lnTo>
                    <a:pt x="36" y="102"/>
                  </a:lnTo>
                  <a:lnTo>
                    <a:pt x="36" y="102"/>
                  </a:lnTo>
                  <a:lnTo>
                    <a:pt x="36" y="106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2" y="113"/>
                  </a:lnTo>
                  <a:lnTo>
                    <a:pt x="32" y="122"/>
                  </a:lnTo>
                  <a:lnTo>
                    <a:pt x="29" y="126"/>
                  </a:lnTo>
                  <a:lnTo>
                    <a:pt x="29" y="129"/>
                  </a:lnTo>
                  <a:lnTo>
                    <a:pt x="28" y="130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8" y="133"/>
                  </a:lnTo>
                  <a:lnTo>
                    <a:pt x="28" y="134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2" y="142"/>
                  </a:lnTo>
                  <a:lnTo>
                    <a:pt x="30" y="143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2" y="143"/>
                  </a:lnTo>
                  <a:lnTo>
                    <a:pt x="33" y="142"/>
                  </a:lnTo>
                  <a:lnTo>
                    <a:pt x="34" y="142"/>
                  </a:lnTo>
                  <a:lnTo>
                    <a:pt x="36" y="143"/>
                  </a:lnTo>
                  <a:lnTo>
                    <a:pt x="37" y="143"/>
                  </a:lnTo>
                  <a:lnTo>
                    <a:pt x="37" y="146"/>
                  </a:lnTo>
                  <a:lnTo>
                    <a:pt x="38" y="147"/>
                  </a:lnTo>
                  <a:lnTo>
                    <a:pt x="38" y="150"/>
                  </a:lnTo>
                  <a:lnTo>
                    <a:pt x="39" y="151"/>
                  </a:lnTo>
                  <a:lnTo>
                    <a:pt x="41" y="154"/>
                  </a:lnTo>
                  <a:lnTo>
                    <a:pt x="42" y="154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2" y="152"/>
                  </a:lnTo>
                  <a:lnTo>
                    <a:pt x="43" y="155"/>
                  </a:lnTo>
                  <a:lnTo>
                    <a:pt x="43" y="156"/>
                  </a:lnTo>
                  <a:lnTo>
                    <a:pt x="45" y="158"/>
                  </a:lnTo>
                  <a:lnTo>
                    <a:pt x="46" y="162"/>
                  </a:lnTo>
                  <a:lnTo>
                    <a:pt x="45" y="163"/>
                  </a:lnTo>
                  <a:lnTo>
                    <a:pt x="45" y="164"/>
                  </a:lnTo>
                  <a:lnTo>
                    <a:pt x="45" y="163"/>
                  </a:lnTo>
                  <a:lnTo>
                    <a:pt x="42" y="164"/>
                  </a:lnTo>
                  <a:lnTo>
                    <a:pt x="42" y="165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7" y="168"/>
                  </a:lnTo>
                  <a:lnTo>
                    <a:pt x="49" y="169"/>
                  </a:lnTo>
                  <a:lnTo>
                    <a:pt x="51" y="172"/>
                  </a:lnTo>
                  <a:lnTo>
                    <a:pt x="53" y="173"/>
                  </a:lnTo>
                  <a:lnTo>
                    <a:pt x="54" y="173"/>
                  </a:lnTo>
                  <a:lnTo>
                    <a:pt x="57" y="173"/>
                  </a:lnTo>
                  <a:lnTo>
                    <a:pt x="59" y="173"/>
                  </a:lnTo>
                  <a:lnTo>
                    <a:pt x="61" y="177"/>
                  </a:lnTo>
                  <a:lnTo>
                    <a:pt x="62" y="179"/>
                  </a:lnTo>
                  <a:lnTo>
                    <a:pt x="63" y="180"/>
                  </a:lnTo>
                  <a:lnTo>
                    <a:pt x="64" y="181"/>
                  </a:lnTo>
                  <a:lnTo>
                    <a:pt x="63" y="183"/>
                  </a:lnTo>
                  <a:lnTo>
                    <a:pt x="63" y="184"/>
                  </a:lnTo>
                  <a:lnTo>
                    <a:pt x="62" y="185"/>
                  </a:lnTo>
                  <a:lnTo>
                    <a:pt x="61" y="184"/>
                  </a:lnTo>
                  <a:lnTo>
                    <a:pt x="58" y="184"/>
                  </a:lnTo>
                  <a:lnTo>
                    <a:pt x="55" y="187"/>
                  </a:lnTo>
                  <a:lnTo>
                    <a:pt x="53" y="187"/>
                  </a:lnTo>
                  <a:lnTo>
                    <a:pt x="53" y="184"/>
                  </a:lnTo>
                  <a:lnTo>
                    <a:pt x="54" y="183"/>
                  </a:lnTo>
                  <a:lnTo>
                    <a:pt x="54" y="179"/>
                  </a:lnTo>
                  <a:lnTo>
                    <a:pt x="53" y="177"/>
                  </a:lnTo>
                  <a:lnTo>
                    <a:pt x="50" y="177"/>
                  </a:lnTo>
                  <a:lnTo>
                    <a:pt x="50" y="176"/>
                  </a:lnTo>
                  <a:lnTo>
                    <a:pt x="46" y="175"/>
                  </a:lnTo>
                  <a:lnTo>
                    <a:pt x="43" y="173"/>
                  </a:lnTo>
                  <a:lnTo>
                    <a:pt x="42" y="175"/>
                  </a:lnTo>
                  <a:lnTo>
                    <a:pt x="42" y="177"/>
                  </a:lnTo>
                  <a:lnTo>
                    <a:pt x="41" y="176"/>
                  </a:lnTo>
                  <a:lnTo>
                    <a:pt x="36" y="172"/>
                  </a:lnTo>
                  <a:lnTo>
                    <a:pt x="36" y="172"/>
                  </a:lnTo>
                  <a:lnTo>
                    <a:pt x="37" y="171"/>
                  </a:lnTo>
                  <a:lnTo>
                    <a:pt x="37" y="169"/>
                  </a:lnTo>
                  <a:lnTo>
                    <a:pt x="36" y="169"/>
                  </a:lnTo>
                  <a:lnTo>
                    <a:pt x="34" y="167"/>
                  </a:lnTo>
                  <a:lnTo>
                    <a:pt x="32" y="167"/>
                  </a:lnTo>
                  <a:lnTo>
                    <a:pt x="32" y="165"/>
                  </a:lnTo>
                  <a:lnTo>
                    <a:pt x="29" y="162"/>
                  </a:lnTo>
                  <a:lnTo>
                    <a:pt x="28" y="162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5"/>
                  </a:lnTo>
                  <a:lnTo>
                    <a:pt x="22" y="154"/>
                  </a:lnTo>
                  <a:lnTo>
                    <a:pt x="24" y="154"/>
                  </a:lnTo>
                  <a:lnTo>
                    <a:pt x="21" y="154"/>
                  </a:lnTo>
                  <a:lnTo>
                    <a:pt x="21" y="156"/>
                  </a:lnTo>
                  <a:lnTo>
                    <a:pt x="20" y="156"/>
                  </a:lnTo>
                  <a:lnTo>
                    <a:pt x="18" y="155"/>
                  </a:lnTo>
                  <a:lnTo>
                    <a:pt x="17" y="151"/>
                  </a:lnTo>
                  <a:lnTo>
                    <a:pt x="18" y="150"/>
                  </a:lnTo>
                  <a:lnTo>
                    <a:pt x="18" y="146"/>
                  </a:lnTo>
                  <a:lnTo>
                    <a:pt x="20" y="146"/>
                  </a:lnTo>
                  <a:lnTo>
                    <a:pt x="20" y="140"/>
                  </a:lnTo>
                  <a:lnTo>
                    <a:pt x="21" y="140"/>
                  </a:lnTo>
                  <a:lnTo>
                    <a:pt x="21" y="139"/>
                  </a:lnTo>
                  <a:lnTo>
                    <a:pt x="20" y="139"/>
                  </a:lnTo>
                  <a:lnTo>
                    <a:pt x="22" y="137"/>
                  </a:lnTo>
                  <a:lnTo>
                    <a:pt x="21" y="135"/>
                  </a:lnTo>
                  <a:lnTo>
                    <a:pt x="22" y="134"/>
                  </a:lnTo>
                  <a:lnTo>
                    <a:pt x="21" y="133"/>
                  </a:lnTo>
                  <a:lnTo>
                    <a:pt x="22" y="129"/>
                  </a:lnTo>
                  <a:lnTo>
                    <a:pt x="22" y="127"/>
                  </a:lnTo>
                  <a:lnTo>
                    <a:pt x="24" y="126"/>
                  </a:lnTo>
                  <a:lnTo>
                    <a:pt x="24" y="122"/>
                  </a:lnTo>
                  <a:lnTo>
                    <a:pt x="26" y="121"/>
                  </a:lnTo>
                  <a:lnTo>
                    <a:pt x="29" y="113"/>
                  </a:lnTo>
                  <a:lnTo>
                    <a:pt x="30" y="113"/>
                  </a:lnTo>
                  <a:lnTo>
                    <a:pt x="30" y="109"/>
                  </a:lnTo>
                  <a:lnTo>
                    <a:pt x="29" y="106"/>
                  </a:lnTo>
                  <a:lnTo>
                    <a:pt x="29" y="102"/>
                  </a:lnTo>
                  <a:lnTo>
                    <a:pt x="29" y="100"/>
                  </a:lnTo>
                  <a:lnTo>
                    <a:pt x="28" y="97"/>
                  </a:lnTo>
                  <a:lnTo>
                    <a:pt x="26" y="96"/>
                  </a:lnTo>
                  <a:lnTo>
                    <a:pt x="26" y="93"/>
                  </a:lnTo>
                  <a:lnTo>
                    <a:pt x="26" y="90"/>
                  </a:lnTo>
                  <a:lnTo>
                    <a:pt x="28" y="89"/>
                  </a:lnTo>
                  <a:lnTo>
                    <a:pt x="26" y="84"/>
                  </a:lnTo>
                  <a:lnTo>
                    <a:pt x="22" y="80"/>
                  </a:lnTo>
                  <a:lnTo>
                    <a:pt x="18" y="77"/>
                  </a:lnTo>
                  <a:lnTo>
                    <a:pt x="16" y="73"/>
                  </a:lnTo>
                  <a:lnTo>
                    <a:pt x="16" y="72"/>
                  </a:lnTo>
                  <a:lnTo>
                    <a:pt x="14" y="68"/>
                  </a:lnTo>
                  <a:lnTo>
                    <a:pt x="17" y="65"/>
                  </a:lnTo>
                  <a:lnTo>
                    <a:pt x="17" y="64"/>
                  </a:lnTo>
                  <a:lnTo>
                    <a:pt x="16" y="58"/>
                  </a:lnTo>
                  <a:lnTo>
                    <a:pt x="16" y="56"/>
                  </a:lnTo>
                  <a:lnTo>
                    <a:pt x="18" y="55"/>
                  </a:lnTo>
                  <a:lnTo>
                    <a:pt x="18" y="52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9" y="39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0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3" y="26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4" y="19"/>
                  </a:lnTo>
                  <a:lnTo>
                    <a:pt x="7" y="18"/>
                  </a:lnTo>
                  <a:lnTo>
                    <a:pt x="5" y="14"/>
                  </a:lnTo>
                  <a:lnTo>
                    <a:pt x="8" y="12"/>
                  </a:lnTo>
                  <a:lnTo>
                    <a:pt x="12" y="13"/>
                  </a:lnTo>
                  <a:lnTo>
                    <a:pt x="14" y="10"/>
                  </a:lnTo>
                  <a:lnTo>
                    <a:pt x="17" y="12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20" y="5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2" name="Freeform 369">
              <a:extLst>
                <a:ext uri="{FF2B5EF4-FFF2-40B4-BE49-F238E27FC236}">
                  <a16:creationId xmlns:a16="http://schemas.microsoft.com/office/drawing/2014/main" id="{62F5D6B2-0A57-4262-8B3D-D00727B54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775" y="2380248"/>
              <a:ext cx="235701" cy="146518"/>
            </a:xfrm>
            <a:custGeom>
              <a:avLst/>
              <a:gdLst>
                <a:gd name="T0" fmla="*/ 16 w 37"/>
                <a:gd name="T1" fmla="*/ 0 h 23"/>
                <a:gd name="T2" fmla="*/ 18 w 37"/>
                <a:gd name="T3" fmla="*/ 3 h 23"/>
                <a:gd name="T4" fmla="*/ 23 w 37"/>
                <a:gd name="T5" fmla="*/ 3 h 23"/>
                <a:gd name="T6" fmla="*/ 25 w 37"/>
                <a:gd name="T7" fmla="*/ 4 h 23"/>
                <a:gd name="T8" fmla="*/ 28 w 37"/>
                <a:gd name="T9" fmla="*/ 3 h 23"/>
                <a:gd name="T10" fmla="*/ 31 w 37"/>
                <a:gd name="T11" fmla="*/ 3 h 23"/>
                <a:gd name="T12" fmla="*/ 33 w 37"/>
                <a:gd name="T13" fmla="*/ 6 h 23"/>
                <a:gd name="T14" fmla="*/ 33 w 37"/>
                <a:gd name="T15" fmla="*/ 6 h 23"/>
                <a:gd name="T16" fmla="*/ 33 w 37"/>
                <a:gd name="T17" fmla="*/ 8 h 23"/>
                <a:gd name="T18" fmla="*/ 33 w 37"/>
                <a:gd name="T19" fmla="*/ 11 h 23"/>
                <a:gd name="T20" fmla="*/ 37 w 37"/>
                <a:gd name="T21" fmla="*/ 12 h 23"/>
                <a:gd name="T22" fmla="*/ 37 w 37"/>
                <a:gd name="T23" fmla="*/ 16 h 23"/>
                <a:gd name="T24" fmla="*/ 37 w 37"/>
                <a:gd name="T25" fmla="*/ 17 h 23"/>
                <a:gd name="T26" fmla="*/ 32 w 37"/>
                <a:gd name="T27" fmla="*/ 19 h 23"/>
                <a:gd name="T28" fmla="*/ 29 w 37"/>
                <a:gd name="T29" fmla="*/ 19 h 23"/>
                <a:gd name="T30" fmla="*/ 24 w 37"/>
                <a:gd name="T31" fmla="*/ 20 h 23"/>
                <a:gd name="T32" fmla="*/ 21 w 37"/>
                <a:gd name="T33" fmla="*/ 19 h 23"/>
                <a:gd name="T34" fmla="*/ 19 w 37"/>
                <a:gd name="T35" fmla="*/ 19 h 23"/>
                <a:gd name="T36" fmla="*/ 18 w 37"/>
                <a:gd name="T37" fmla="*/ 23 h 23"/>
                <a:gd name="T38" fmla="*/ 14 w 37"/>
                <a:gd name="T39" fmla="*/ 23 h 23"/>
                <a:gd name="T40" fmla="*/ 8 w 37"/>
                <a:gd name="T41" fmla="*/ 19 h 23"/>
                <a:gd name="T42" fmla="*/ 7 w 37"/>
                <a:gd name="T43" fmla="*/ 20 h 23"/>
                <a:gd name="T44" fmla="*/ 3 w 37"/>
                <a:gd name="T45" fmla="*/ 19 h 23"/>
                <a:gd name="T46" fmla="*/ 0 w 37"/>
                <a:gd name="T47" fmla="*/ 15 h 23"/>
                <a:gd name="T48" fmla="*/ 0 w 37"/>
                <a:gd name="T49" fmla="*/ 14 h 23"/>
                <a:gd name="T50" fmla="*/ 2 w 37"/>
                <a:gd name="T51" fmla="*/ 11 h 23"/>
                <a:gd name="T52" fmla="*/ 3 w 37"/>
                <a:gd name="T53" fmla="*/ 10 h 23"/>
                <a:gd name="T54" fmla="*/ 6 w 37"/>
                <a:gd name="T55" fmla="*/ 4 h 23"/>
                <a:gd name="T56" fmla="*/ 12 w 37"/>
                <a:gd name="T57" fmla="*/ 2 h 23"/>
                <a:gd name="T58" fmla="*/ 16 w 37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" h="23">
                  <a:moveTo>
                    <a:pt x="16" y="0"/>
                  </a:moveTo>
                  <a:lnTo>
                    <a:pt x="18" y="3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8" y="3"/>
                  </a:lnTo>
                  <a:lnTo>
                    <a:pt x="31" y="3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8"/>
                  </a:lnTo>
                  <a:lnTo>
                    <a:pt x="33" y="11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17"/>
                  </a:lnTo>
                  <a:lnTo>
                    <a:pt x="32" y="19"/>
                  </a:lnTo>
                  <a:lnTo>
                    <a:pt x="29" y="19"/>
                  </a:lnTo>
                  <a:lnTo>
                    <a:pt x="24" y="20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19"/>
                  </a:lnTo>
                  <a:lnTo>
                    <a:pt x="7" y="20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3" name="Freeform 359">
              <a:extLst>
                <a:ext uri="{FF2B5EF4-FFF2-40B4-BE49-F238E27FC236}">
                  <a16:creationId xmlns:a16="http://schemas.microsoft.com/office/drawing/2014/main" id="{05300509-016B-4E99-95BA-14B7E7542A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3540" y="4093852"/>
              <a:ext cx="1452422" cy="509622"/>
            </a:xfrm>
            <a:custGeom>
              <a:avLst/>
              <a:gdLst>
                <a:gd name="T0" fmla="*/ 138 w 228"/>
                <a:gd name="T1" fmla="*/ 60 h 80"/>
                <a:gd name="T2" fmla="*/ 138 w 228"/>
                <a:gd name="T3" fmla="*/ 58 h 80"/>
                <a:gd name="T4" fmla="*/ 138 w 228"/>
                <a:gd name="T5" fmla="*/ 58 h 80"/>
                <a:gd name="T6" fmla="*/ 138 w 228"/>
                <a:gd name="T7" fmla="*/ 58 h 80"/>
                <a:gd name="T8" fmla="*/ 1 w 228"/>
                <a:gd name="T9" fmla="*/ 21 h 80"/>
                <a:gd name="T10" fmla="*/ 0 w 228"/>
                <a:gd name="T11" fmla="*/ 21 h 80"/>
                <a:gd name="T12" fmla="*/ 12 w 228"/>
                <a:gd name="T13" fmla="*/ 10 h 80"/>
                <a:gd name="T14" fmla="*/ 14 w 228"/>
                <a:gd name="T15" fmla="*/ 20 h 80"/>
                <a:gd name="T16" fmla="*/ 22 w 228"/>
                <a:gd name="T17" fmla="*/ 16 h 80"/>
                <a:gd name="T18" fmla="*/ 27 w 228"/>
                <a:gd name="T19" fmla="*/ 13 h 80"/>
                <a:gd name="T20" fmla="*/ 41 w 228"/>
                <a:gd name="T21" fmla="*/ 35 h 80"/>
                <a:gd name="T22" fmla="*/ 41 w 228"/>
                <a:gd name="T23" fmla="*/ 51 h 80"/>
                <a:gd name="T24" fmla="*/ 47 w 228"/>
                <a:gd name="T25" fmla="*/ 59 h 80"/>
                <a:gd name="T26" fmla="*/ 50 w 228"/>
                <a:gd name="T27" fmla="*/ 66 h 80"/>
                <a:gd name="T28" fmla="*/ 50 w 228"/>
                <a:gd name="T29" fmla="*/ 71 h 80"/>
                <a:gd name="T30" fmla="*/ 50 w 228"/>
                <a:gd name="T31" fmla="*/ 72 h 80"/>
                <a:gd name="T32" fmla="*/ 43 w 228"/>
                <a:gd name="T33" fmla="*/ 72 h 80"/>
                <a:gd name="T34" fmla="*/ 31 w 228"/>
                <a:gd name="T35" fmla="*/ 66 h 80"/>
                <a:gd name="T36" fmla="*/ 21 w 228"/>
                <a:gd name="T37" fmla="*/ 58 h 80"/>
                <a:gd name="T38" fmla="*/ 17 w 228"/>
                <a:gd name="T39" fmla="*/ 50 h 80"/>
                <a:gd name="T40" fmla="*/ 8 w 228"/>
                <a:gd name="T41" fmla="*/ 39 h 80"/>
                <a:gd name="T42" fmla="*/ 6 w 228"/>
                <a:gd name="T43" fmla="*/ 27 h 80"/>
                <a:gd name="T44" fmla="*/ 2 w 228"/>
                <a:gd name="T45" fmla="*/ 6 h 80"/>
                <a:gd name="T46" fmla="*/ 207 w 228"/>
                <a:gd name="T47" fmla="*/ 10 h 80"/>
                <a:gd name="T48" fmla="*/ 209 w 228"/>
                <a:gd name="T49" fmla="*/ 18 h 80"/>
                <a:gd name="T50" fmla="*/ 212 w 228"/>
                <a:gd name="T51" fmla="*/ 21 h 80"/>
                <a:gd name="T52" fmla="*/ 221 w 228"/>
                <a:gd name="T53" fmla="*/ 22 h 80"/>
                <a:gd name="T54" fmla="*/ 225 w 228"/>
                <a:gd name="T55" fmla="*/ 29 h 80"/>
                <a:gd name="T56" fmla="*/ 218 w 228"/>
                <a:gd name="T57" fmla="*/ 35 h 80"/>
                <a:gd name="T58" fmla="*/ 208 w 228"/>
                <a:gd name="T59" fmla="*/ 37 h 80"/>
                <a:gd name="T60" fmla="*/ 196 w 228"/>
                <a:gd name="T61" fmla="*/ 35 h 80"/>
                <a:gd name="T62" fmla="*/ 187 w 228"/>
                <a:gd name="T63" fmla="*/ 42 h 80"/>
                <a:gd name="T64" fmla="*/ 174 w 228"/>
                <a:gd name="T65" fmla="*/ 71 h 80"/>
                <a:gd name="T66" fmla="*/ 159 w 228"/>
                <a:gd name="T67" fmla="*/ 75 h 80"/>
                <a:gd name="T68" fmla="*/ 137 w 228"/>
                <a:gd name="T69" fmla="*/ 77 h 80"/>
                <a:gd name="T70" fmla="*/ 126 w 228"/>
                <a:gd name="T71" fmla="*/ 80 h 80"/>
                <a:gd name="T72" fmla="*/ 116 w 228"/>
                <a:gd name="T73" fmla="*/ 67 h 80"/>
                <a:gd name="T74" fmla="*/ 129 w 228"/>
                <a:gd name="T75" fmla="*/ 72 h 80"/>
                <a:gd name="T76" fmla="*/ 135 w 228"/>
                <a:gd name="T77" fmla="*/ 64 h 80"/>
                <a:gd name="T78" fmla="*/ 142 w 228"/>
                <a:gd name="T79" fmla="*/ 60 h 80"/>
                <a:gd name="T80" fmla="*/ 158 w 228"/>
                <a:gd name="T81" fmla="*/ 48 h 80"/>
                <a:gd name="T82" fmla="*/ 166 w 228"/>
                <a:gd name="T83" fmla="*/ 35 h 80"/>
                <a:gd name="T84" fmla="*/ 175 w 228"/>
                <a:gd name="T85" fmla="*/ 39 h 80"/>
                <a:gd name="T86" fmla="*/ 178 w 228"/>
                <a:gd name="T87" fmla="*/ 31 h 80"/>
                <a:gd name="T88" fmla="*/ 182 w 228"/>
                <a:gd name="T89" fmla="*/ 35 h 80"/>
                <a:gd name="T90" fmla="*/ 183 w 228"/>
                <a:gd name="T91" fmla="*/ 27 h 80"/>
                <a:gd name="T92" fmla="*/ 180 w 228"/>
                <a:gd name="T93" fmla="*/ 25 h 80"/>
                <a:gd name="T94" fmla="*/ 193 w 228"/>
                <a:gd name="T95" fmla="*/ 10 h 80"/>
                <a:gd name="T96" fmla="*/ 197 w 228"/>
                <a:gd name="T97" fmla="*/ 9 h 80"/>
                <a:gd name="T98" fmla="*/ 203 w 228"/>
                <a:gd name="T99" fmla="*/ 0 h 80"/>
                <a:gd name="T100" fmla="*/ 203 w 228"/>
                <a:gd name="T101" fmla="*/ 0 h 80"/>
                <a:gd name="T102" fmla="*/ 200 w 228"/>
                <a:gd name="T10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8" h="80">
                  <a:moveTo>
                    <a:pt x="137" y="60"/>
                  </a:moveTo>
                  <a:lnTo>
                    <a:pt x="138" y="62"/>
                  </a:lnTo>
                  <a:lnTo>
                    <a:pt x="135" y="63"/>
                  </a:lnTo>
                  <a:lnTo>
                    <a:pt x="137" y="60"/>
                  </a:lnTo>
                  <a:close/>
                  <a:moveTo>
                    <a:pt x="138" y="60"/>
                  </a:moveTo>
                  <a:lnTo>
                    <a:pt x="139" y="62"/>
                  </a:lnTo>
                  <a:lnTo>
                    <a:pt x="138" y="62"/>
                  </a:lnTo>
                  <a:lnTo>
                    <a:pt x="138" y="60"/>
                  </a:lnTo>
                  <a:lnTo>
                    <a:pt x="138" y="60"/>
                  </a:lnTo>
                  <a:close/>
                  <a:moveTo>
                    <a:pt x="138" y="58"/>
                  </a:moveTo>
                  <a:lnTo>
                    <a:pt x="138" y="58"/>
                  </a:lnTo>
                  <a:lnTo>
                    <a:pt x="138" y="59"/>
                  </a:lnTo>
                  <a:lnTo>
                    <a:pt x="137" y="60"/>
                  </a:lnTo>
                  <a:lnTo>
                    <a:pt x="137" y="59"/>
                  </a:lnTo>
                  <a:lnTo>
                    <a:pt x="138" y="58"/>
                  </a:lnTo>
                  <a:close/>
                  <a:moveTo>
                    <a:pt x="141" y="58"/>
                  </a:moveTo>
                  <a:lnTo>
                    <a:pt x="141" y="60"/>
                  </a:lnTo>
                  <a:lnTo>
                    <a:pt x="139" y="60"/>
                  </a:lnTo>
                  <a:lnTo>
                    <a:pt x="138" y="59"/>
                  </a:lnTo>
                  <a:lnTo>
                    <a:pt x="138" y="58"/>
                  </a:lnTo>
                  <a:lnTo>
                    <a:pt x="139" y="58"/>
                  </a:lnTo>
                  <a:lnTo>
                    <a:pt x="139" y="58"/>
                  </a:lnTo>
                  <a:lnTo>
                    <a:pt x="141" y="58"/>
                  </a:lnTo>
                  <a:close/>
                  <a:moveTo>
                    <a:pt x="0" y="21"/>
                  </a:moveTo>
                  <a:lnTo>
                    <a:pt x="1" y="21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1" y="23"/>
                  </a:lnTo>
                  <a:lnTo>
                    <a:pt x="0" y="21"/>
                  </a:lnTo>
                  <a:close/>
                  <a:moveTo>
                    <a:pt x="2" y="6"/>
                  </a:moveTo>
                  <a:lnTo>
                    <a:pt x="5" y="8"/>
                  </a:lnTo>
                  <a:lnTo>
                    <a:pt x="9" y="9"/>
                  </a:lnTo>
                  <a:lnTo>
                    <a:pt x="9" y="10"/>
                  </a:lnTo>
                  <a:lnTo>
                    <a:pt x="12" y="10"/>
                  </a:lnTo>
                  <a:lnTo>
                    <a:pt x="13" y="12"/>
                  </a:lnTo>
                  <a:lnTo>
                    <a:pt x="13" y="16"/>
                  </a:lnTo>
                  <a:lnTo>
                    <a:pt x="12" y="17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7" y="17"/>
                  </a:lnTo>
                  <a:lnTo>
                    <a:pt x="20" y="17"/>
                  </a:lnTo>
                  <a:lnTo>
                    <a:pt x="21" y="18"/>
                  </a:lnTo>
                  <a:lnTo>
                    <a:pt x="22" y="17"/>
                  </a:lnTo>
                  <a:lnTo>
                    <a:pt x="22" y="16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25" y="14"/>
                  </a:lnTo>
                  <a:lnTo>
                    <a:pt x="26" y="13"/>
                  </a:lnTo>
                  <a:lnTo>
                    <a:pt x="27" y="13"/>
                  </a:lnTo>
                  <a:lnTo>
                    <a:pt x="29" y="17"/>
                  </a:lnTo>
                  <a:lnTo>
                    <a:pt x="37" y="25"/>
                  </a:lnTo>
                  <a:lnTo>
                    <a:pt x="39" y="29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9" y="45"/>
                  </a:lnTo>
                  <a:lnTo>
                    <a:pt x="41" y="46"/>
                  </a:lnTo>
                  <a:lnTo>
                    <a:pt x="41" y="51"/>
                  </a:lnTo>
                  <a:lnTo>
                    <a:pt x="42" y="55"/>
                  </a:lnTo>
                  <a:lnTo>
                    <a:pt x="45" y="58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7" y="59"/>
                  </a:lnTo>
                  <a:lnTo>
                    <a:pt x="47" y="63"/>
                  </a:lnTo>
                  <a:lnTo>
                    <a:pt x="49" y="63"/>
                  </a:lnTo>
                  <a:lnTo>
                    <a:pt x="49" y="64"/>
                  </a:lnTo>
                  <a:lnTo>
                    <a:pt x="49" y="66"/>
                  </a:lnTo>
                  <a:lnTo>
                    <a:pt x="50" y="66"/>
                  </a:lnTo>
                  <a:lnTo>
                    <a:pt x="52" y="71"/>
                  </a:lnTo>
                  <a:lnTo>
                    <a:pt x="52" y="73"/>
                  </a:lnTo>
                  <a:lnTo>
                    <a:pt x="50" y="73"/>
                  </a:lnTo>
                  <a:lnTo>
                    <a:pt x="50" y="72"/>
                  </a:lnTo>
                  <a:lnTo>
                    <a:pt x="50" y="71"/>
                  </a:lnTo>
                  <a:lnTo>
                    <a:pt x="49" y="70"/>
                  </a:lnTo>
                  <a:lnTo>
                    <a:pt x="50" y="71"/>
                  </a:lnTo>
                  <a:lnTo>
                    <a:pt x="49" y="72"/>
                  </a:lnTo>
                  <a:lnTo>
                    <a:pt x="49" y="72"/>
                  </a:lnTo>
                  <a:lnTo>
                    <a:pt x="50" y="72"/>
                  </a:lnTo>
                  <a:lnTo>
                    <a:pt x="50" y="73"/>
                  </a:lnTo>
                  <a:lnTo>
                    <a:pt x="47" y="75"/>
                  </a:lnTo>
                  <a:lnTo>
                    <a:pt x="46" y="73"/>
                  </a:lnTo>
                  <a:lnTo>
                    <a:pt x="46" y="73"/>
                  </a:lnTo>
                  <a:lnTo>
                    <a:pt x="43" y="72"/>
                  </a:lnTo>
                  <a:lnTo>
                    <a:pt x="42" y="71"/>
                  </a:lnTo>
                  <a:lnTo>
                    <a:pt x="38" y="71"/>
                  </a:lnTo>
                  <a:lnTo>
                    <a:pt x="34" y="68"/>
                  </a:lnTo>
                  <a:lnTo>
                    <a:pt x="33" y="67"/>
                  </a:lnTo>
                  <a:lnTo>
                    <a:pt x="31" y="66"/>
                  </a:lnTo>
                  <a:lnTo>
                    <a:pt x="29" y="66"/>
                  </a:lnTo>
                  <a:lnTo>
                    <a:pt x="27" y="66"/>
                  </a:lnTo>
                  <a:lnTo>
                    <a:pt x="25" y="63"/>
                  </a:lnTo>
                  <a:lnTo>
                    <a:pt x="25" y="60"/>
                  </a:lnTo>
                  <a:lnTo>
                    <a:pt x="21" y="58"/>
                  </a:lnTo>
                  <a:lnTo>
                    <a:pt x="17" y="56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4" y="48"/>
                  </a:lnTo>
                  <a:lnTo>
                    <a:pt x="12" y="45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8" y="39"/>
                  </a:lnTo>
                  <a:lnTo>
                    <a:pt x="6" y="38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8" y="31"/>
                  </a:lnTo>
                  <a:lnTo>
                    <a:pt x="6" y="27"/>
                  </a:lnTo>
                  <a:lnTo>
                    <a:pt x="5" y="25"/>
                  </a:lnTo>
                  <a:lnTo>
                    <a:pt x="4" y="16"/>
                  </a:lnTo>
                  <a:lnTo>
                    <a:pt x="1" y="10"/>
                  </a:lnTo>
                  <a:lnTo>
                    <a:pt x="1" y="8"/>
                  </a:lnTo>
                  <a:lnTo>
                    <a:pt x="2" y="6"/>
                  </a:lnTo>
                  <a:close/>
                  <a:moveTo>
                    <a:pt x="201" y="4"/>
                  </a:moveTo>
                  <a:lnTo>
                    <a:pt x="204" y="5"/>
                  </a:lnTo>
                  <a:lnTo>
                    <a:pt x="204" y="9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10" y="12"/>
                  </a:lnTo>
                  <a:lnTo>
                    <a:pt x="210" y="13"/>
                  </a:lnTo>
                  <a:lnTo>
                    <a:pt x="208" y="14"/>
                  </a:lnTo>
                  <a:lnTo>
                    <a:pt x="208" y="18"/>
                  </a:lnTo>
                  <a:lnTo>
                    <a:pt x="209" y="18"/>
                  </a:lnTo>
                  <a:lnTo>
                    <a:pt x="210" y="20"/>
                  </a:lnTo>
                  <a:lnTo>
                    <a:pt x="212" y="17"/>
                  </a:lnTo>
                  <a:lnTo>
                    <a:pt x="213" y="17"/>
                  </a:lnTo>
                  <a:lnTo>
                    <a:pt x="214" y="18"/>
                  </a:lnTo>
                  <a:lnTo>
                    <a:pt x="212" y="21"/>
                  </a:lnTo>
                  <a:lnTo>
                    <a:pt x="212" y="22"/>
                  </a:lnTo>
                  <a:lnTo>
                    <a:pt x="214" y="20"/>
                  </a:lnTo>
                  <a:lnTo>
                    <a:pt x="216" y="20"/>
                  </a:lnTo>
                  <a:lnTo>
                    <a:pt x="218" y="22"/>
                  </a:lnTo>
                  <a:lnTo>
                    <a:pt x="221" y="22"/>
                  </a:lnTo>
                  <a:lnTo>
                    <a:pt x="222" y="25"/>
                  </a:lnTo>
                  <a:lnTo>
                    <a:pt x="225" y="25"/>
                  </a:lnTo>
                  <a:lnTo>
                    <a:pt x="228" y="25"/>
                  </a:lnTo>
                  <a:lnTo>
                    <a:pt x="228" y="26"/>
                  </a:lnTo>
                  <a:lnTo>
                    <a:pt x="225" y="29"/>
                  </a:lnTo>
                  <a:lnTo>
                    <a:pt x="221" y="30"/>
                  </a:lnTo>
                  <a:lnTo>
                    <a:pt x="217" y="29"/>
                  </a:lnTo>
                  <a:lnTo>
                    <a:pt x="216" y="30"/>
                  </a:lnTo>
                  <a:lnTo>
                    <a:pt x="216" y="33"/>
                  </a:lnTo>
                  <a:lnTo>
                    <a:pt x="218" y="35"/>
                  </a:lnTo>
                  <a:lnTo>
                    <a:pt x="218" y="37"/>
                  </a:lnTo>
                  <a:lnTo>
                    <a:pt x="216" y="38"/>
                  </a:lnTo>
                  <a:lnTo>
                    <a:pt x="213" y="39"/>
                  </a:lnTo>
                  <a:lnTo>
                    <a:pt x="210" y="38"/>
                  </a:lnTo>
                  <a:lnTo>
                    <a:pt x="208" y="37"/>
                  </a:lnTo>
                  <a:lnTo>
                    <a:pt x="208" y="38"/>
                  </a:lnTo>
                  <a:lnTo>
                    <a:pt x="205" y="37"/>
                  </a:lnTo>
                  <a:lnTo>
                    <a:pt x="203" y="37"/>
                  </a:lnTo>
                  <a:lnTo>
                    <a:pt x="201" y="37"/>
                  </a:lnTo>
                  <a:lnTo>
                    <a:pt x="196" y="35"/>
                  </a:lnTo>
                  <a:lnTo>
                    <a:pt x="192" y="37"/>
                  </a:lnTo>
                  <a:lnTo>
                    <a:pt x="189" y="35"/>
                  </a:lnTo>
                  <a:lnTo>
                    <a:pt x="187" y="38"/>
                  </a:lnTo>
                  <a:lnTo>
                    <a:pt x="188" y="41"/>
                  </a:lnTo>
                  <a:lnTo>
                    <a:pt x="187" y="42"/>
                  </a:lnTo>
                  <a:lnTo>
                    <a:pt x="187" y="43"/>
                  </a:lnTo>
                  <a:lnTo>
                    <a:pt x="184" y="52"/>
                  </a:lnTo>
                  <a:lnTo>
                    <a:pt x="180" y="58"/>
                  </a:lnTo>
                  <a:lnTo>
                    <a:pt x="179" y="63"/>
                  </a:lnTo>
                  <a:lnTo>
                    <a:pt x="174" y="71"/>
                  </a:lnTo>
                  <a:lnTo>
                    <a:pt x="174" y="72"/>
                  </a:lnTo>
                  <a:lnTo>
                    <a:pt x="168" y="73"/>
                  </a:lnTo>
                  <a:lnTo>
                    <a:pt x="163" y="76"/>
                  </a:lnTo>
                  <a:lnTo>
                    <a:pt x="160" y="76"/>
                  </a:lnTo>
                  <a:lnTo>
                    <a:pt x="159" y="75"/>
                  </a:lnTo>
                  <a:lnTo>
                    <a:pt x="156" y="73"/>
                  </a:lnTo>
                  <a:lnTo>
                    <a:pt x="151" y="73"/>
                  </a:lnTo>
                  <a:lnTo>
                    <a:pt x="149" y="75"/>
                  </a:lnTo>
                  <a:lnTo>
                    <a:pt x="142" y="77"/>
                  </a:lnTo>
                  <a:lnTo>
                    <a:pt x="137" y="77"/>
                  </a:lnTo>
                  <a:lnTo>
                    <a:pt x="134" y="77"/>
                  </a:lnTo>
                  <a:lnTo>
                    <a:pt x="131" y="77"/>
                  </a:lnTo>
                  <a:lnTo>
                    <a:pt x="131" y="79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125" y="77"/>
                  </a:lnTo>
                  <a:lnTo>
                    <a:pt x="122" y="75"/>
                  </a:lnTo>
                  <a:lnTo>
                    <a:pt x="122" y="75"/>
                  </a:lnTo>
                  <a:lnTo>
                    <a:pt x="118" y="71"/>
                  </a:lnTo>
                  <a:lnTo>
                    <a:pt x="116" y="67"/>
                  </a:lnTo>
                  <a:lnTo>
                    <a:pt x="117" y="67"/>
                  </a:lnTo>
                  <a:lnTo>
                    <a:pt x="118" y="70"/>
                  </a:lnTo>
                  <a:lnTo>
                    <a:pt x="120" y="71"/>
                  </a:lnTo>
                  <a:lnTo>
                    <a:pt x="124" y="71"/>
                  </a:lnTo>
                  <a:lnTo>
                    <a:pt x="129" y="72"/>
                  </a:lnTo>
                  <a:lnTo>
                    <a:pt x="133" y="73"/>
                  </a:lnTo>
                  <a:lnTo>
                    <a:pt x="133" y="72"/>
                  </a:lnTo>
                  <a:lnTo>
                    <a:pt x="135" y="70"/>
                  </a:lnTo>
                  <a:lnTo>
                    <a:pt x="135" y="66"/>
                  </a:lnTo>
                  <a:lnTo>
                    <a:pt x="135" y="64"/>
                  </a:lnTo>
                  <a:lnTo>
                    <a:pt x="137" y="62"/>
                  </a:lnTo>
                  <a:lnTo>
                    <a:pt x="139" y="62"/>
                  </a:lnTo>
                  <a:lnTo>
                    <a:pt x="142" y="60"/>
                  </a:lnTo>
                  <a:lnTo>
                    <a:pt x="143" y="62"/>
                  </a:lnTo>
                  <a:lnTo>
                    <a:pt x="142" y="60"/>
                  </a:lnTo>
                  <a:lnTo>
                    <a:pt x="141" y="58"/>
                  </a:lnTo>
                  <a:lnTo>
                    <a:pt x="142" y="56"/>
                  </a:lnTo>
                  <a:lnTo>
                    <a:pt x="151" y="54"/>
                  </a:lnTo>
                  <a:lnTo>
                    <a:pt x="155" y="51"/>
                  </a:lnTo>
                  <a:lnTo>
                    <a:pt x="158" y="48"/>
                  </a:lnTo>
                  <a:lnTo>
                    <a:pt x="159" y="46"/>
                  </a:lnTo>
                  <a:lnTo>
                    <a:pt x="162" y="43"/>
                  </a:lnTo>
                  <a:lnTo>
                    <a:pt x="163" y="41"/>
                  </a:lnTo>
                  <a:lnTo>
                    <a:pt x="166" y="38"/>
                  </a:lnTo>
                  <a:lnTo>
                    <a:pt x="166" y="35"/>
                  </a:lnTo>
                  <a:lnTo>
                    <a:pt x="168" y="33"/>
                  </a:lnTo>
                  <a:lnTo>
                    <a:pt x="170" y="34"/>
                  </a:lnTo>
                  <a:lnTo>
                    <a:pt x="171" y="34"/>
                  </a:lnTo>
                  <a:lnTo>
                    <a:pt x="172" y="37"/>
                  </a:lnTo>
                  <a:lnTo>
                    <a:pt x="175" y="39"/>
                  </a:lnTo>
                  <a:lnTo>
                    <a:pt x="176" y="38"/>
                  </a:lnTo>
                  <a:lnTo>
                    <a:pt x="176" y="33"/>
                  </a:lnTo>
                  <a:lnTo>
                    <a:pt x="178" y="31"/>
                  </a:lnTo>
                  <a:lnTo>
                    <a:pt x="178" y="31"/>
                  </a:lnTo>
                  <a:lnTo>
                    <a:pt x="178" y="31"/>
                  </a:lnTo>
                  <a:lnTo>
                    <a:pt x="179" y="31"/>
                  </a:lnTo>
                  <a:lnTo>
                    <a:pt x="179" y="34"/>
                  </a:lnTo>
                  <a:lnTo>
                    <a:pt x="179" y="37"/>
                  </a:lnTo>
                  <a:lnTo>
                    <a:pt x="180" y="38"/>
                  </a:lnTo>
                  <a:lnTo>
                    <a:pt x="182" y="35"/>
                  </a:lnTo>
                  <a:lnTo>
                    <a:pt x="180" y="31"/>
                  </a:lnTo>
                  <a:lnTo>
                    <a:pt x="180" y="30"/>
                  </a:lnTo>
                  <a:lnTo>
                    <a:pt x="180" y="30"/>
                  </a:lnTo>
                  <a:lnTo>
                    <a:pt x="183" y="29"/>
                  </a:lnTo>
                  <a:lnTo>
                    <a:pt x="183" y="27"/>
                  </a:lnTo>
                  <a:lnTo>
                    <a:pt x="180" y="29"/>
                  </a:lnTo>
                  <a:lnTo>
                    <a:pt x="179" y="27"/>
                  </a:lnTo>
                  <a:lnTo>
                    <a:pt x="180" y="26"/>
                  </a:lnTo>
                  <a:lnTo>
                    <a:pt x="179" y="26"/>
                  </a:lnTo>
                  <a:lnTo>
                    <a:pt x="180" y="25"/>
                  </a:lnTo>
                  <a:lnTo>
                    <a:pt x="184" y="23"/>
                  </a:lnTo>
                  <a:lnTo>
                    <a:pt x="185" y="23"/>
                  </a:lnTo>
                  <a:lnTo>
                    <a:pt x="189" y="20"/>
                  </a:lnTo>
                  <a:lnTo>
                    <a:pt x="191" y="16"/>
                  </a:lnTo>
                  <a:lnTo>
                    <a:pt x="193" y="10"/>
                  </a:lnTo>
                  <a:lnTo>
                    <a:pt x="195" y="10"/>
                  </a:lnTo>
                  <a:lnTo>
                    <a:pt x="196" y="5"/>
                  </a:lnTo>
                  <a:lnTo>
                    <a:pt x="197" y="5"/>
                  </a:lnTo>
                  <a:lnTo>
                    <a:pt x="199" y="6"/>
                  </a:lnTo>
                  <a:lnTo>
                    <a:pt x="197" y="9"/>
                  </a:lnTo>
                  <a:lnTo>
                    <a:pt x="199" y="9"/>
                  </a:lnTo>
                  <a:lnTo>
                    <a:pt x="201" y="6"/>
                  </a:lnTo>
                  <a:lnTo>
                    <a:pt x="200" y="5"/>
                  </a:lnTo>
                  <a:lnTo>
                    <a:pt x="201" y="4"/>
                  </a:lnTo>
                  <a:close/>
                  <a:moveTo>
                    <a:pt x="203" y="0"/>
                  </a:moveTo>
                  <a:lnTo>
                    <a:pt x="204" y="0"/>
                  </a:lnTo>
                  <a:lnTo>
                    <a:pt x="204" y="1"/>
                  </a:lnTo>
                  <a:lnTo>
                    <a:pt x="201" y="2"/>
                  </a:lnTo>
                  <a:lnTo>
                    <a:pt x="201" y="1"/>
                  </a:lnTo>
                  <a:lnTo>
                    <a:pt x="203" y="0"/>
                  </a:lnTo>
                  <a:close/>
                  <a:moveTo>
                    <a:pt x="200" y="0"/>
                  </a:moveTo>
                  <a:lnTo>
                    <a:pt x="200" y="0"/>
                  </a:lnTo>
                  <a:lnTo>
                    <a:pt x="199" y="1"/>
                  </a:lnTo>
                  <a:lnTo>
                    <a:pt x="197" y="1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4" name="Freeform 363">
              <a:extLst>
                <a:ext uri="{FF2B5EF4-FFF2-40B4-BE49-F238E27FC236}">
                  <a16:creationId xmlns:a16="http://schemas.microsoft.com/office/drawing/2014/main" id="{E8C2E784-3612-43D2-9409-06F6E3B84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096" y="2870760"/>
              <a:ext cx="611544" cy="700730"/>
            </a:xfrm>
            <a:custGeom>
              <a:avLst/>
              <a:gdLst>
                <a:gd name="T0" fmla="*/ 28 w 96"/>
                <a:gd name="T1" fmla="*/ 2 h 110"/>
                <a:gd name="T2" fmla="*/ 32 w 96"/>
                <a:gd name="T3" fmla="*/ 10 h 110"/>
                <a:gd name="T4" fmla="*/ 37 w 96"/>
                <a:gd name="T5" fmla="*/ 19 h 110"/>
                <a:gd name="T6" fmla="*/ 47 w 96"/>
                <a:gd name="T7" fmla="*/ 19 h 110"/>
                <a:gd name="T8" fmla="*/ 57 w 96"/>
                <a:gd name="T9" fmla="*/ 22 h 110"/>
                <a:gd name="T10" fmla="*/ 59 w 96"/>
                <a:gd name="T11" fmla="*/ 27 h 110"/>
                <a:gd name="T12" fmla="*/ 57 w 96"/>
                <a:gd name="T13" fmla="*/ 34 h 110"/>
                <a:gd name="T14" fmla="*/ 50 w 96"/>
                <a:gd name="T15" fmla="*/ 37 h 110"/>
                <a:gd name="T16" fmla="*/ 51 w 96"/>
                <a:gd name="T17" fmla="*/ 42 h 110"/>
                <a:gd name="T18" fmla="*/ 51 w 96"/>
                <a:gd name="T19" fmla="*/ 44 h 110"/>
                <a:gd name="T20" fmla="*/ 61 w 96"/>
                <a:gd name="T21" fmla="*/ 50 h 110"/>
                <a:gd name="T22" fmla="*/ 68 w 96"/>
                <a:gd name="T23" fmla="*/ 56 h 110"/>
                <a:gd name="T24" fmla="*/ 75 w 96"/>
                <a:gd name="T25" fmla="*/ 65 h 110"/>
                <a:gd name="T26" fmla="*/ 80 w 96"/>
                <a:gd name="T27" fmla="*/ 69 h 110"/>
                <a:gd name="T28" fmla="*/ 83 w 96"/>
                <a:gd name="T29" fmla="*/ 75 h 110"/>
                <a:gd name="T30" fmla="*/ 86 w 96"/>
                <a:gd name="T31" fmla="*/ 77 h 110"/>
                <a:gd name="T32" fmla="*/ 91 w 96"/>
                <a:gd name="T33" fmla="*/ 80 h 110"/>
                <a:gd name="T34" fmla="*/ 95 w 96"/>
                <a:gd name="T35" fmla="*/ 81 h 110"/>
                <a:gd name="T36" fmla="*/ 93 w 96"/>
                <a:gd name="T37" fmla="*/ 88 h 110"/>
                <a:gd name="T38" fmla="*/ 92 w 96"/>
                <a:gd name="T39" fmla="*/ 93 h 110"/>
                <a:gd name="T40" fmla="*/ 95 w 96"/>
                <a:gd name="T41" fmla="*/ 102 h 110"/>
                <a:gd name="T42" fmla="*/ 87 w 96"/>
                <a:gd name="T43" fmla="*/ 102 h 110"/>
                <a:gd name="T44" fmla="*/ 80 w 96"/>
                <a:gd name="T45" fmla="*/ 100 h 110"/>
                <a:gd name="T46" fmla="*/ 80 w 96"/>
                <a:gd name="T47" fmla="*/ 106 h 110"/>
                <a:gd name="T48" fmla="*/ 78 w 96"/>
                <a:gd name="T49" fmla="*/ 109 h 110"/>
                <a:gd name="T50" fmla="*/ 71 w 96"/>
                <a:gd name="T51" fmla="*/ 104 h 110"/>
                <a:gd name="T52" fmla="*/ 71 w 96"/>
                <a:gd name="T53" fmla="*/ 100 h 110"/>
                <a:gd name="T54" fmla="*/ 71 w 96"/>
                <a:gd name="T55" fmla="*/ 92 h 110"/>
                <a:gd name="T56" fmla="*/ 71 w 96"/>
                <a:gd name="T57" fmla="*/ 85 h 110"/>
                <a:gd name="T58" fmla="*/ 67 w 96"/>
                <a:gd name="T59" fmla="*/ 81 h 110"/>
                <a:gd name="T60" fmla="*/ 61 w 96"/>
                <a:gd name="T61" fmla="*/ 77 h 110"/>
                <a:gd name="T62" fmla="*/ 59 w 96"/>
                <a:gd name="T63" fmla="*/ 69 h 110"/>
                <a:gd name="T64" fmla="*/ 61 w 96"/>
                <a:gd name="T65" fmla="*/ 63 h 110"/>
                <a:gd name="T66" fmla="*/ 50 w 96"/>
                <a:gd name="T67" fmla="*/ 54 h 110"/>
                <a:gd name="T68" fmla="*/ 38 w 96"/>
                <a:gd name="T69" fmla="*/ 59 h 110"/>
                <a:gd name="T70" fmla="*/ 29 w 96"/>
                <a:gd name="T71" fmla="*/ 56 h 110"/>
                <a:gd name="T72" fmla="*/ 21 w 96"/>
                <a:gd name="T73" fmla="*/ 59 h 110"/>
                <a:gd name="T74" fmla="*/ 14 w 96"/>
                <a:gd name="T75" fmla="*/ 55 h 110"/>
                <a:gd name="T76" fmla="*/ 14 w 96"/>
                <a:gd name="T77" fmla="*/ 46 h 110"/>
                <a:gd name="T78" fmla="*/ 14 w 96"/>
                <a:gd name="T79" fmla="*/ 39 h 110"/>
                <a:gd name="T80" fmla="*/ 8 w 96"/>
                <a:gd name="T81" fmla="*/ 39 h 110"/>
                <a:gd name="T82" fmla="*/ 7 w 96"/>
                <a:gd name="T83" fmla="*/ 34 h 110"/>
                <a:gd name="T84" fmla="*/ 1 w 96"/>
                <a:gd name="T85" fmla="*/ 27 h 110"/>
                <a:gd name="T86" fmla="*/ 3 w 96"/>
                <a:gd name="T87" fmla="*/ 22 h 110"/>
                <a:gd name="T88" fmla="*/ 5 w 96"/>
                <a:gd name="T89" fmla="*/ 17 h 110"/>
                <a:gd name="T90" fmla="*/ 10 w 96"/>
                <a:gd name="T91" fmla="*/ 12 h 110"/>
                <a:gd name="T92" fmla="*/ 16 w 96"/>
                <a:gd name="T93" fmla="*/ 14 h 110"/>
                <a:gd name="T94" fmla="*/ 17 w 96"/>
                <a:gd name="T95" fmla="*/ 9 h 110"/>
                <a:gd name="T96" fmla="*/ 18 w 96"/>
                <a:gd name="T97" fmla="*/ 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110">
                  <a:moveTo>
                    <a:pt x="22" y="0"/>
                  </a:moveTo>
                  <a:lnTo>
                    <a:pt x="24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0" y="12"/>
                  </a:lnTo>
                  <a:lnTo>
                    <a:pt x="35" y="15"/>
                  </a:lnTo>
                  <a:lnTo>
                    <a:pt x="37" y="19"/>
                  </a:lnTo>
                  <a:lnTo>
                    <a:pt x="42" y="19"/>
                  </a:lnTo>
                  <a:lnTo>
                    <a:pt x="45" y="21"/>
                  </a:lnTo>
                  <a:lnTo>
                    <a:pt x="47" y="19"/>
                  </a:lnTo>
                  <a:lnTo>
                    <a:pt x="51" y="19"/>
                  </a:lnTo>
                  <a:lnTo>
                    <a:pt x="53" y="21"/>
                  </a:lnTo>
                  <a:lnTo>
                    <a:pt x="57" y="22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9" y="27"/>
                  </a:lnTo>
                  <a:lnTo>
                    <a:pt x="59" y="29"/>
                  </a:lnTo>
                  <a:lnTo>
                    <a:pt x="58" y="29"/>
                  </a:lnTo>
                  <a:lnTo>
                    <a:pt x="57" y="34"/>
                  </a:lnTo>
                  <a:lnTo>
                    <a:pt x="55" y="35"/>
                  </a:lnTo>
                  <a:lnTo>
                    <a:pt x="53" y="35"/>
                  </a:lnTo>
                  <a:lnTo>
                    <a:pt x="50" y="37"/>
                  </a:lnTo>
                  <a:lnTo>
                    <a:pt x="47" y="37"/>
                  </a:lnTo>
                  <a:lnTo>
                    <a:pt x="49" y="39"/>
                  </a:lnTo>
                  <a:lnTo>
                    <a:pt x="51" y="42"/>
                  </a:lnTo>
                  <a:lnTo>
                    <a:pt x="49" y="43"/>
                  </a:lnTo>
                  <a:lnTo>
                    <a:pt x="50" y="44"/>
                  </a:lnTo>
                  <a:lnTo>
                    <a:pt x="51" y="44"/>
                  </a:lnTo>
                  <a:lnTo>
                    <a:pt x="53" y="48"/>
                  </a:lnTo>
                  <a:lnTo>
                    <a:pt x="57" y="48"/>
                  </a:lnTo>
                  <a:lnTo>
                    <a:pt x="61" y="50"/>
                  </a:lnTo>
                  <a:lnTo>
                    <a:pt x="63" y="51"/>
                  </a:lnTo>
                  <a:lnTo>
                    <a:pt x="66" y="55"/>
                  </a:lnTo>
                  <a:lnTo>
                    <a:pt x="68" y="56"/>
                  </a:lnTo>
                  <a:lnTo>
                    <a:pt x="71" y="59"/>
                  </a:lnTo>
                  <a:lnTo>
                    <a:pt x="71" y="62"/>
                  </a:lnTo>
                  <a:lnTo>
                    <a:pt x="75" y="65"/>
                  </a:lnTo>
                  <a:lnTo>
                    <a:pt x="76" y="68"/>
                  </a:lnTo>
                  <a:lnTo>
                    <a:pt x="78" y="69"/>
                  </a:lnTo>
                  <a:lnTo>
                    <a:pt x="80" y="69"/>
                  </a:lnTo>
                  <a:lnTo>
                    <a:pt x="82" y="71"/>
                  </a:lnTo>
                  <a:lnTo>
                    <a:pt x="82" y="73"/>
                  </a:lnTo>
                  <a:lnTo>
                    <a:pt x="83" y="75"/>
                  </a:lnTo>
                  <a:lnTo>
                    <a:pt x="84" y="75"/>
                  </a:lnTo>
                  <a:lnTo>
                    <a:pt x="87" y="75"/>
                  </a:lnTo>
                  <a:lnTo>
                    <a:pt x="86" y="77"/>
                  </a:lnTo>
                  <a:lnTo>
                    <a:pt x="87" y="79"/>
                  </a:lnTo>
                  <a:lnTo>
                    <a:pt x="89" y="79"/>
                  </a:lnTo>
                  <a:lnTo>
                    <a:pt x="91" y="80"/>
                  </a:lnTo>
                  <a:lnTo>
                    <a:pt x="92" y="81"/>
                  </a:lnTo>
                  <a:lnTo>
                    <a:pt x="95" y="80"/>
                  </a:lnTo>
                  <a:lnTo>
                    <a:pt x="95" y="81"/>
                  </a:lnTo>
                  <a:lnTo>
                    <a:pt x="93" y="84"/>
                  </a:lnTo>
                  <a:lnTo>
                    <a:pt x="93" y="87"/>
                  </a:lnTo>
                  <a:lnTo>
                    <a:pt x="93" y="88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2" y="93"/>
                  </a:lnTo>
                  <a:lnTo>
                    <a:pt x="93" y="97"/>
                  </a:lnTo>
                  <a:lnTo>
                    <a:pt x="93" y="98"/>
                  </a:lnTo>
                  <a:lnTo>
                    <a:pt x="95" y="102"/>
                  </a:lnTo>
                  <a:lnTo>
                    <a:pt x="92" y="104"/>
                  </a:lnTo>
                  <a:lnTo>
                    <a:pt x="89" y="104"/>
                  </a:lnTo>
                  <a:lnTo>
                    <a:pt x="87" y="102"/>
                  </a:lnTo>
                  <a:lnTo>
                    <a:pt x="86" y="101"/>
                  </a:lnTo>
                  <a:lnTo>
                    <a:pt x="84" y="100"/>
                  </a:lnTo>
                  <a:lnTo>
                    <a:pt x="80" y="100"/>
                  </a:lnTo>
                  <a:lnTo>
                    <a:pt x="79" y="102"/>
                  </a:lnTo>
                  <a:lnTo>
                    <a:pt x="82" y="105"/>
                  </a:lnTo>
                  <a:lnTo>
                    <a:pt x="80" y="106"/>
                  </a:lnTo>
                  <a:lnTo>
                    <a:pt x="82" y="109"/>
                  </a:lnTo>
                  <a:lnTo>
                    <a:pt x="82" y="110"/>
                  </a:lnTo>
                  <a:lnTo>
                    <a:pt x="78" y="109"/>
                  </a:lnTo>
                  <a:lnTo>
                    <a:pt x="75" y="106"/>
                  </a:lnTo>
                  <a:lnTo>
                    <a:pt x="72" y="106"/>
                  </a:lnTo>
                  <a:lnTo>
                    <a:pt x="71" y="104"/>
                  </a:lnTo>
                  <a:lnTo>
                    <a:pt x="68" y="102"/>
                  </a:lnTo>
                  <a:lnTo>
                    <a:pt x="70" y="101"/>
                  </a:lnTo>
                  <a:lnTo>
                    <a:pt x="71" y="100"/>
                  </a:lnTo>
                  <a:lnTo>
                    <a:pt x="71" y="96"/>
                  </a:lnTo>
                  <a:lnTo>
                    <a:pt x="71" y="93"/>
                  </a:lnTo>
                  <a:lnTo>
                    <a:pt x="71" y="92"/>
                  </a:lnTo>
                  <a:lnTo>
                    <a:pt x="71" y="90"/>
                  </a:lnTo>
                  <a:lnTo>
                    <a:pt x="72" y="88"/>
                  </a:lnTo>
                  <a:lnTo>
                    <a:pt x="71" y="85"/>
                  </a:lnTo>
                  <a:lnTo>
                    <a:pt x="68" y="84"/>
                  </a:lnTo>
                  <a:lnTo>
                    <a:pt x="70" y="83"/>
                  </a:lnTo>
                  <a:lnTo>
                    <a:pt x="67" y="81"/>
                  </a:lnTo>
                  <a:lnTo>
                    <a:pt x="64" y="81"/>
                  </a:lnTo>
                  <a:lnTo>
                    <a:pt x="62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2"/>
                  </a:lnTo>
                  <a:lnTo>
                    <a:pt x="59" y="69"/>
                  </a:lnTo>
                  <a:lnTo>
                    <a:pt x="61" y="68"/>
                  </a:lnTo>
                  <a:lnTo>
                    <a:pt x="61" y="65"/>
                  </a:lnTo>
                  <a:lnTo>
                    <a:pt x="61" y="63"/>
                  </a:lnTo>
                  <a:lnTo>
                    <a:pt x="57" y="62"/>
                  </a:lnTo>
                  <a:lnTo>
                    <a:pt x="51" y="58"/>
                  </a:lnTo>
                  <a:lnTo>
                    <a:pt x="50" y="54"/>
                  </a:lnTo>
                  <a:lnTo>
                    <a:pt x="45" y="52"/>
                  </a:lnTo>
                  <a:lnTo>
                    <a:pt x="41" y="54"/>
                  </a:lnTo>
                  <a:lnTo>
                    <a:pt x="38" y="59"/>
                  </a:lnTo>
                  <a:lnTo>
                    <a:pt x="33" y="59"/>
                  </a:lnTo>
                  <a:lnTo>
                    <a:pt x="32" y="56"/>
                  </a:lnTo>
                  <a:lnTo>
                    <a:pt x="29" y="56"/>
                  </a:lnTo>
                  <a:lnTo>
                    <a:pt x="25" y="55"/>
                  </a:lnTo>
                  <a:lnTo>
                    <a:pt x="21" y="56"/>
                  </a:lnTo>
                  <a:lnTo>
                    <a:pt x="21" y="59"/>
                  </a:lnTo>
                  <a:lnTo>
                    <a:pt x="18" y="59"/>
                  </a:lnTo>
                  <a:lnTo>
                    <a:pt x="14" y="62"/>
                  </a:lnTo>
                  <a:lnTo>
                    <a:pt x="14" y="55"/>
                  </a:lnTo>
                  <a:lnTo>
                    <a:pt x="14" y="51"/>
                  </a:lnTo>
                  <a:lnTo>
                    <a:pt x="13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3" y="42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5" y="35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4" y="27"/>
                  </a:lnTo>
                  <a:lnTo>
                    <a:pt x="1" y="27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4"/>
                  </a:lnTo>
                  <a:lnTo>
                    <a:pt x="8" y="14"/>
                  </a:lnTo>
                  <a:lnTo>
                    <a:pt x="10" y="12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7" y="12"/>
                  </a:lnTo>
                  <a:lnTo>
                    <a:pt x="17" y="9"/>
                  </a:lnTo>
                  <a:lnTo>
                    <a:pt x="16" y="6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5" name="Freeform 366">
              <a:extLst>
                <a:ext uri="{FF2B5EF4-FFF2-40B4-BE49-F238E27FC236}">
                  <a16:creationId xmlns:a16="http://schemas.microsoft.com/office/drawing/2014/main" id="{CCA456D5-9B87-4929-83D7-D86B9006E4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29193" y="3902745"/>
              <a:ext cx="172000" cy="305774"/>
            </a:xfrm>
            <a:custGeom>
              <a:avLst/>
              <a:gdLst>
                <a:gd name="T0" fmla="*/ 2 w 27"/>
                <a:gd name="T1" fmla="*/ 18 h 48"/>
                <a:gd name="T2" fmla="*/ 2 w 27"/>
                <a:gd name="T3" fmla="*/ 21 h 48"/>
                <a:gd name="T4" fmla="*/ 2 w 27"/>
                <a:gd name="T5" fmla="*/ 21 h 48"/>
                <a:gd name="T6" fmla="*/ 2 w 27"/>
                <a:gd name="T7" fmla="*/ 18 h 48"/>
                <a:gd name="T8" fmla="*/ 8 w 27"/>
                <a:gd name="T9" fmla="*/ 5 h 48"/>
                <a:gd name="T10" fmla="*/ 9 w 27"/>
                <a:gd name="T11" fmla="*/ 6 h 48"/>
                <a:gd name="T12" fmla="*/ 13 w 27"/>
                <a:gd name="T13" fmla="*/ 6 h 48"/>
                <a:gd name="T14" fmla="*/ 15 w 27"/>
                <a:gd name="T15" fmla="*/ 9 h 48"/>
                <a:gd name="T16" fmla="*/ 16 w 27"/>
                <a:gd name="T17" fmla="*/ 10 h 48"/>
                <a:gd name="T18" fmla="*/ 19 w 27"/>
                <a:gd name="T19" fmla="*/ 14 h 48"/>
                <a:gd name="T20" fmla="*/ 17 w 27"/>
                <a:gd name="T21" fmla="*/ 17 h 48"/>
                <a:gd name="T22" fmla="*/ 19 w 27"/>
                <a:gd name="T23" fmla="*/ 17 h 48"/>
                <a:gd name="T24" fmla="*/ 23 w 27"/>
                <a:gd name="T25" fmla="*/ 21 h 48"/>
                <a:gd name="T26" fmla="*/ 27 w 27"/>
                <a:gd name="T27" fmla="*/ 27 h 48"/>
                <a:gd name="T28" fmla="*/ 27 w 27"/>
                <a:gd name="T29" fmla="*/ 30 h 48"/>
                <a:gd name="T30" fmla="*/ 27 w 27"/>
                <a:gd name="T31" fmla="*/ 34 h 48"/>
                <a:gd name="T32" fmla="*/ 25 w 27"/>
                <a:gd name="T33" fmla="*/ 38 h 48"/>
                <a:gd name="T34" fmla="*/ 20 w 27"/>
                <a:gd name="T35" fmla="*/ 46 h 48"/>
                <a:gd name="T36" fmla="*/ 12 w 27"/>
                <a:gd name="T37" fmla="*/ 47 h 48"/>
                <a:gd name="T38" fmla="*/ 7 w 27"/>
                <a:gd name="T39" fmla="*/ 47 h 48"/>
                <a:gd name="T40" fmla="*/ 4 w 27"/>
                <a:gd name="T41" fmla="*/ 38 h 48"/>
                <a:gd name="T42" fmla="*/ 3 w 27"/>
                <a:gd name="T43" fmla="*/ 30 h 48"/>
                <a:gd name="T44" fmla="*/ 2 w 27"/>
                <a:gd name="T45" fmla="*/ 25 h 48"/>
                <a:gd name="T46" fmla="*/ 3 w 27"/>
                <a:gd name="T47" fmla="*/ 18 h 48"/>
                <a:gd name="T48" fmla="*/ 3 w 27"/>
                <a:gd name="T49" fmla="*/ 14 h 48"/>
                <a:gd name="T50" fmla="*/ 3 w 27"/>
                <a:gd name="T51" fmla="*/ 11 h 48"/>
                <a:gd name="T52" fmla="*/ 0 w 27"/>
                <a:gd name="T53" fmla="*/ 9 h 48"/>
                <a:gd name="T54" fmla="*/ 2 w 27"/>
                <a:gd name="T55" fmla="*/ 9 h 48"/>
                <a:gd name="T56" fmla="*/ 4 w 27"/>
                <a:gd name="T57" fmla="*/ 10 h 48"/>
                <a:gd name="T58" fmla="*/ 5 w 27"/>
                <a:gd name="T59" fmla="*/ 6 h 48"/>
                <a:gd name="T60" fmla="*/ 5 w 27"/>
                <a:gd name="T61" fmla="*/ 6 h 48"/>
                <a:gd name="T62" fmla="*/ 5 w 27"/>
                <a:gd name="T63" fmla="*/ 5 h 48"/>
                <a:gd name="T64" fmla="*/ 8 w 27"/>
                <a:gd name="T65" fmla="*/ 0 h 48"/>
                <a:gd name="T66" fmla="*/ 9 w 27"/>
                <a:gd name="T67" fmla="*/ 2 h 48"/>
                <a:gd name="T68" fmla="*/ 13 w 27"/>
                <a:gd name="T69" fmla="*/ 5 h 48"/>
                <a:gd name="T70" fmla="*/ 9 w 27"/>
                <a:gd name="T71" fmla="*/ 5 h 48"/>
                <a:gd name="T72" fmla="*/ 7 w 27"/>
                <a:gd name="T73" fmla="*/ 2 h 48"/>
                <a:gd name="T74" fmla="*/ 8 w 27"/>
                <a:gd name="T75" fmla="*/ 1 h 48"/>
                <a:gd name="T76" fmla="*/ 8 w 27"/>
                <a:gd name="T77" fmla="*/ 0 h 48"/>
                <a:gd name="T78" fmla="*/ 7 w 27"/>
                <a:gd name="T79" fmla="*/ 0 h 48"/>
                <a:gd name="T80" fmla="*/ 5 w 27"/>
                <a:gd name="T81" fmla="*/ 2 h 48"/>
                <a:gd name="T82" fmla="*/ 2 w 27"/>
                <a:gd name="T83" fmla="*/ 1 h 48"/>
                <a:gd name="T84" fmla="*/ 5 w 27"/>
                <a:gd name="T8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" h="48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0" y="23"/>
                  </a:lnTo>
                  <a:lnTo>
                    <a:pt x="2" y="21"/>
                  </a:lnTo>
                  <a:lnTo>
                    <a:pt x="0" y="18"/>
                  </a:lnTo>
                  <a:lnTo>
                    <a:pt x="2" y="18"/>
                  </a:lnTo>
                  <a:close/>
                  <a:moveTo>
                    <a:pt x="5" y="3"/>
                  </a:moveTo>
                  <a:lnTo>
                    <a:pt x="8" y="5"/>
                  </a:lnTo>
                  <a:lnTo>
                    <a:pt x="8" y="5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6" y="10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19" y="15"/>
                  </a:lnTo>
                  <a:lnTo>
                    <a:pt x="17" y="17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21" y="17"/>
                  </a:lnTo>
                  <a:lnTo>
                    <a:pt x="23" y="21"/>
                  </a:lnTo>
                  <a:lnTo>
                    <a:pt x="24" y="26"/>
                  </a:lnTo>
                  <a:lnTo>
                    <a:pt x="27" y="27"/>
                  </a:lnTo>
                  <a:lnTo>
                    <a:pt x="25" y="28"/>
                  </a:lnTo>
                  <a:lnTo>
                    <a:pt x="27" y="3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6"/>
                  </a:lnTo>
                  <a:lnTo>
                    <a:pt x="25" y="38"/>
                  </a:lnTo>
                  <a:lnTo>
                    <a:pt x="24" y="42"/>
                  </a:lnTo>
                  <a:lnTo>
                    <a:pt x="20" y="46"/>
                  </a:lnTo>
                  <a:lnTo>
                    <a:pt x="16" y="47"/>
                  </a:lnTo>
                  <a:lnTo>
                    <a:pt x="12" y="47"/>
                  </a:lnTo>
                  <a:lnTo>
                    <a:pt x="9" y="48"/>
                  </a:lnTo>
                  <a:lnTo>
                    <a:pt x="7" y="47"/>
                  </a:lnTo>
                  <a:lnTo>
                    <a:pt x="5" y="43"/>
                  </a:lnTo>
                  <a:lnTo>
                    <a:pt x="4" y="38"/>
                  </a:lnTo>
                  <a:lnTo>
                    <a:pt x="2" y="31"/>
                  </a:lnTo>
                  <a:lnTo>
                    <a:pt x="3" y="30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5" y="5"/>
                  </a:lnTo>
                  <a:lnTo>
                    <a:pt x="5" y="3"/>
                  </a:lnTo>
                  <a:close/>
                  <a:moveTo>
                    <a:pt x="8" y="0"/>
                  </a:moveTo>
                  <a:lnTo>
                    <a:pt x="9" y="1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7" y="1"/>
                  </a:lnTo>
                  <a:lnTo>
                    <a:pt x="8" y="0"/>
                  </a:lnTo>
                  <a:close/>
                  <a:moveTo>
                    <a:pt x="5" y="0"/>
                  </a:move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2" y="1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6" name="Freeform 358">
              <a:extLst>
                <a:ext uri="{FF2B5EF4-FFF2-40B4-BE49-F238E27FC236}">
                  <a16:creationId xmlns:a16="http://schemas.microsoft.com/office/drawing/2014/main" id="{23DDCDE0-5306-4F24-9254-46B9B43AD2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86322" y="5342425"/>
              <a:ext cx="235701" cy="76444"/>
            </a:xfrm>
            <a:custGeom>
              <a:avLst/>
              <a:gdLst>
                <a:gd name="T0" fmla="*/ 6 w 37"/>
                <a:gd name="T1" fmla="*/ 6 h 12"/>
                <a:gd name="T2" fmla="*/ 6 w 37"/>
                <a:gd name="T3" fmla="*/ 10 h 12"/>
                <a:gd name="T4" fmla="*/ 4 w 37"/>
                <a:gd name="T5" fmla="*/ 10 h 12"/>
                <a:gd name="T6" fmla="*/ 1 w 37"/>
                <a:gd name="T7" fmla="*/ 12 h 12"/>
                <a:gd name="T8" fmla="*/ 0 w 37"/>
                <a:gd name="T9" fmla="*/ 9 h 12"/>
                <a:gd name="T10" fmla="*/ 1 w 37"/>
                <a:gd name="T11" fmla="*/ 8 h 12"/>
                <a:gd name="T12" fmla="*/ 5 w 37"/>
                <a:gd name="T13" fmla="*/ 8 h 12"/>
                <a:gd name="T14" fmla="*/ 6 w 37"/>
                <a:gd name="T15" fmla="*/ 6 h 12"/>
                <a:gd name="T16" fmla="*/ 37 w 37"/>
                <a:gd name="T17" fmla="*/ 0 h 12"/>
                <a:gd name="T18" fmla="*/ 37 w 37"/>
                <a:gd name="T19" fmla="*/ 0 h 12"/>
                <a:gd name="T20" fmla="*/ 37 w 37"/>
                <a:gd name="T21" fmla="*/ 1 h 12"/>
                <a:gd name="T22" fmla="*/ 35 w 37"/>
                <a:gd name="T23" fmla="*/ 2 h 12"/>
                <a:gd name="T24" fmla="*/ 34 w 37"/>
                <a:gd name="T25" fmla="*/ 2 h 12"/>
                <a:gd name="T26" fmla="*/ 33 w 37"/>
                <a:gd name="T27" fmla="*/ 4 h 12"/>
                <a:gd name="T28" fmla="*/ 29 w 37"/>
                <a:gd name="T29" fmla="*/ 5 h 12"/>
                <a:gd name="T30" fmla="*/ 26 w 37"/>
                <a:gd name="T31" fmla="*/ 8 h 12"/>
                <a:gd name="T32" fmla="*/ 21 w 37"/>
                <a:gd name="T33" fmla="*/ 8 h 12"/>
                <a:gd name="T34" fmla="*/ 18 w 37"/>
                <a:gd name="T35" fmla="*/ 8 h 12"/>
                <a:gd name="T36" fmla="*/ 17 w 37"/>
                <a:gd name="T37" fmla="*/ 9 h 12"/>
                <a:gd name="T38" fmla="*/ 14 w 37"/>
                <a:gd name="T39" fmla="*/ 10 h 12"/>
                <a:gd name="T40" fmla="*/ 14 w 37"/>
                <a:gd name="T41" fmla="*/ 12 h 12"/>
                <a:gd name="T42" fmla="*/ 12 w 37"/>
                <a:gd name="T43" fmla="*/ 9 h 12"/>
                <a:gd name="T44" fmla="*/ 9 w 37"/>
                <a:gd name="T45" fmla="*/ 5 h 12"/>
                <a:gd name="T46" fmla="*/ 12 w 37"/>
                <a:gd name="T47" fmla="*/ 4 h 12"/>
                <a:gd name="T48" fmla="*/ 16 w 37"/>
                <a:gd name="T49" fmla="*/ 1 h 12"/>
                <a:gd name="T50" fmla="*/ 21 w 37"/>
                <a:gd name="T51" fmla="*/ 1 h 12"/>
                <a:gd name="T52" fmla="*/ 24 w 37"/>
                <a:gd name="T53" fmla="*/ 1 h 12"/>
                <a:gd name="T54" fmla="*/ 26 w 37"/>
                <a:gd name="T55" fmla="*/ 1 h 12"/>
                <a:gd name="T56" fmla="*/ 29 w 37"/>
                <a:gd name="T57" fmla="*/ 0 h 12"/>
                <a:gd name="T58" fmla="*/ 31 w 37"/>
                <a:gd name="T59" fmla="*/ 0 h 12"/>
                <a:gd name="T60" fmla="*/ 37 w 37"/>
                <a:gd name="T6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" h="12">
                  <a:moveTo>
                    <a:pt x="6" y="6"/>
                  </a:moveTo>
                  <a:lnTo>
                    <a:pt x="6" y="10"/>
                  </a:lnTo>
                  <a:lnTo>
                    <a:pt x="4" y="10"/>
                  </a:lnTo>
                  <a:lnTo>
                    <a:pt x="1" y="12"/>
                  </a:lnTo>
                  <a:lnTo>
                    <a:pt x="0" y="9"/>
                  </a:lnTo>
                  <a:lnTo>
                    <a:pt x="1" y="8"/>
                  </a:lnTo>
                  <a:lnTo>
                    <a:pt x="5" y="8"/>
                  </a:lnTo>
                  <a:lnTo>
                    <a:pt x="6" y="6"/>
                  </a:lnTo>
                  <a:close/>
                  <a:moveTo>
                    <a:pt x="37" y="0"/>
                  </a:moveTo>
                  <a:lnTo>
                    <a:pt x="37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29" y="5"/>
                  </a:lnTo>
                  <a:lnTo>
                    <a:pt x="26" y="8"/>
                  </a:lnTo>
                  <a:lnTo>
                    <a:pt x="21" y="8"/>
                  </a:lnTo>
                  <a:lnTo>
                    <a:pt x="18" y="8"/>
                  </a:lnTo>
                  <a:lnTo>
                    <a:pt x="17" y="9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2" y="9"/>
                  </a:lnTo>
                  <a:lnTo>
                    <a:pt x="9" y="5"/>
                  </a:lnTo>
                  <a:lnTo>
                    <a:pt x="12" y="4"/>
                  </a:lnTo>
                  <a:lnTo>
                    <a:pt x="16" y="1"/>
                  </a:lnTo>
                  <a:lnTo>
                    <a:pt x="21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7" name="Freeform 360">
              <a:extLst>
                <a:ext uri="{FF2B5EF4-FFF2-40B4-BE49-F238E27FC236}">
                  <a16:creationId xmlns:a16="http://schemas.microsoft.com/office/drawing/2014/main" id="{3AF32EA4-D01D-4056-B1DE-B1BC1F1C19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53744" y="4265847"/>
              <a:ext cx="89182" cy="76444"/>
            </a:xfrm>
            <a:custGeom>
              <a:avLst/>
              <a:gdLst>
                <a:gd name="T0" fmla="*/ 12 w 14"/>
                <a:gd name="T1" fmla="*/ 3 h 12"/>
                <a:gd name="T2" fmla="*/ 12 w 14"/>
                <a:gd name="T3" fmla="*/ 4 h 12"/>
                <a:gd name="T4" fmla="*/ 14 w 14"/>
                <a:gd name="T5" fmla="*/ 8 h 12"/>
                <a:gd name="T6" fmla="*/ 12 w 14"/>
                <a:gd name="T7" fmla="*/ 11 h 12"/>
                <a:gd name="T8" fmla="*/ 11 w 14"/>
                <a:gd name="T9" fmla="*/ 10 h 12"/>
                <a:gd name="T10" fmla="*/ 11 w 14"/>
                <a:gd name="T11" fmla="*/ 7 h 12"/>
                <a:gd name="T12" fmla="*/ 11 w 14"/>
                <a:gd name="T13" fmla="*/ 4 h 12"/>
                <a:gd name="T14" fmla="*/ 11 w 14"/>
                <a:gd name="T15" fmla="*/ 4 h 12"/>
                <a:gd name="T16" fmla="*/ 12 w 14"/>
                <a:gd name="T17" fmla="*/ 3 h 12"/>
                <a:gd name="T18" fmla="*/ 10 w 14"/>
                <a:gd name="T19" fmla="*/ 0 h 12"/>
                <a:gd name="T20" fmla="*/ 10 w 14"/>
                <a:gd name="T21" fmla="*/ 3 h 12"/>
                <a:gd name="T22" fmla="*/ 10 w 14"/>
                <a:gd name="T23" fmla="*/ 4 h 12"/>
                <a:gd name="T24" fmla="*/ 10 w 14"/>
                <a:gd name="T25" fmla="*/ 4 h 12"/>
                <a:gd name="T26" fmla="*/ 8 w 14"/>
                <a:gd name="T27" fmla="*/ 6 h 12"/>
                <a:gd name="T28" fmla="*/ 8 w 14"/>
                <a:gd name="T29" fmla="*/ 11 h 12"/>
                <a:gd name="T30" fmla="*/ 7 w 14"/>
                <a:gd name="T31" fmla="*/ 12 h 12"/>
                <a:gd name="T32" fmla="*/ 4 w 14"/>
                <a:gd name="T33" fmla="*/ 10 h 12"/>
                <a:gd name="T34" fmla="*/ 3 w 14"/>
                <a:gd name="T35" fmla="*/ 7 h 12"/>
                <a:gd name="T36" fmla="*/ 2 w 14"/>
                <a:gd name="T37" fmla="*/ 7 h 12"/>
                <a:gd name="T38" fmla="*/ 0 w 14"/>
                <a:gd name="T39" fmla="*/ 6 h 12"/>
                <a:gd name="T40" fmla="*/ 0 w 14"/>
                <a:gd name="T41" fmla="*/ 6 h 12"/>
                <a:gd name="T42" fmla="*/ 4 w 14"/>
                <a:gd name="T43" fmla="*/ 4 h 12"/>
                <a:gd name="T44" fmla="*/ 7 w 14"/>
                <a:gd name="T45" fmla="*/ 2 h 12"/>
                <a:gd name="T46" fmla="*/ 10 w 14"/>
                <a:gd name="T4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" h="12">
                  <a:moveTo>
                    <a:pt x="12" y="3"/>
                  </a:moveTo>
                  <a:lnTo>
                    <a:pt x="12" y="4"/>
                  </a:lnTo>
                  <a:lnTo>
                    <a:pt x="14" y="8"/>
                  </a:lnTo>
                  <a:lnTo>
                    <a:pt x="12" y="11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2" y="3"/>
                  </a:lnTo>
                  <a:close/>
                  <a:moveTo>
                    <a:pt x="10" y="0"/>
                  </a:moveTo>
                  <a:lnTo>
                    <a:pt x="10" y="3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8" y="6"/>
                  </a:lnTo>
                  <a:lnTo>
                    <a:pt x="8" y="11"/>
                  </a:lnTo>
                  <a:lnTo>
                    <a:pt x="7" y="12"/>
                  </a:lnTo>
                  <a:lnTo>
                    <a:pt x="4" y="10"/>
                  </a:lnTo>
                  <a:lnTo>
                    <a:pt x="3" y="7"/>
                  </a:lnTo>
                  <a:lnTo>
                    <a:pt x="2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4" y="4"/>
                  </a:lnTo>
                  <a:lnTo>
                    <a:pt x="7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8" name="Freeform 362">
              <a:extLst>
                <a:ext uri="{FF2B5EF4-FFF2-40B4-BE49-F238E27FC236}">
                  <a16:creationId xmlns:a16="http://schemas.microsoft.com/office/drawing/2014/main" id="{98F3CF06-7F69-4039-A82A-08803E3D5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053" y="3507786"/>
              <a:ext cx="394956" cy="343994"/>
            </a:xfrm>
            <a:custGeom>
              <a:avLst/>
              <a:gdLst>
                <a:gd name="T0" fmla="*/ 51 w 62"/>
                <a:gd name="T1" fmla="*/ 1 h 54"/>
                <a:gd name="T2" fmla="*/ 54 w 62"/>
                <a:gd name="T3" fmla="*/ 4 h 54"/>
                <a:gd name="T4" fmla="*/ 58 w 62"/>
                <a:gd name="T5" fmla="*/ 6 h 54"/>
                <a:gd name="T6" fmla="*/ 62 w 62"/>
                <a:gd name="T7" fmla="*/ 13 h 54"/>
                <a:gd name="T8" fmla="*/ 62 w 62"/>
                <a:gd name="T9" fmla="*/ 18 h 54"/>
                <a:gd name="T10" fmla="*/ 62 w 62"/>
                <a:gd name="T11" fmla="*/ 25 h 54"/>
                <a:gd name="T12" fmla="*/ 58 w 62"/>
                <a:gd name="T13" fmla="*/ 29 h 54"/>
                <a:gd name="T14" fmla="*/ 54 w 62"/>
                <a:gd name="T15" fmla="*/ 31 h 54"/>
                <a:gd name="T16" fmla="*/ 51 w 62"/>
                <a:gd name="T17" fmla="*/ 35 h 54"/>
                <a:gd name="T18" fmla="*/ 44 w 62"/>
                <a:gd name="T19" fmla="*/ 38 h 54"/>
                <a:gd name="T20" fmla="*/ 47 w 62"/>
                <a:gd name="T21" fmla="*/ 42 h 54"/>
                <a:gd name="T22" fmla="*/ 48 w 62"/>
                <a:gd name="T23" fmla="*/ 46 h 54"/>
                <a:gd name="T24" fmla="*/ 45 w 62"/>
                <a:gd name="T25" fmla="*/ 48 h 54"/>
                <a:gd name="T26" fmla="*/ 43 w 62"/>
                <a:gd name="T27" fmla="*/ 46 h 54"/>
                <a:gd name="T28" fmla="*/ 36 w 62"/>
                <a:gd name="T29" fmla="*/ 46 h 54"/>
                <a:gd name="T30" fmla="*/ 32 w 62"/>
                <a:gd name="T31" fmla="*/ 50 h 54"/>
                <a:gd name="T32" fmla="*/ 28 w 62"/>
                <a:gd name="T33" fmla="*/ 54 h 54"/>
                <a:gd name="T34" fmla="*/ 24 w 62"/>
                <a:gd name="T35" fmla="*/ 52 h 54"/>
                <a:gd name="T36" fmla="*/ 22 w 62"/>
                <a:gd name="T37" fmla="*/ 50 h 54"/>
                <a:gd name="T38" fmla="*/ 19 w 62"/>
                <a:gd name="T39" fmla="*/ 52 h 54"/>
                <a:gd name="T40" fmla="*/ 18 w 62"/>
                <a:gd name="T41" fmla="*/ 51 h 54"/>
                <a:gd name="T42" fmla="*/ 18 w 62"/>
                <a:gd name="T43" fmla="*/ 48 h 54"/>
                <a:gd name="T44" fmla="*/ 18 w 62"/>
                <a:gd name="T45" fmla="*/ 46 h 54"/>
                <a:gd name="T46" fmla="*/ 16 w 62"/>
                <a:gd name="T47" fmla="*/ 44 h 54"/>
                <a:gd name="T48" fmla="*/ 15 w 62"/>
                <a:gd name="T49" fmla="*/ 48 h 54"/>
                <a:gd name="T50" fmla="*/ 11 w 62"/>
                <a:gd name="T51" fmla="*/ 48 h 54"/>
                <a:gd name="T52" fmla="*/ 11 w 62"/>
                <a:gd name="T53" fmla="*/ 44 h 54"/>
                <a:gd name="T54" fmla="*/ 10 w 62"/>
                <a:gd name="T55" fmla="*/ 42 h 54"/>
                <a:gd name="T56" fmla="*/ 7 w 62"/>
                <a:gd name="T57" fmla="*/ 39 h 54"/>
                <a:gd name="T58" fmla="*/ 6 w 62"/>
                <a:gd name="T59" fmla="*/ 35 h 54"/>
                <a:gd name="T60" fmla="*/ 4 w 62"/>
                <a:gd name="T61" fmla="*/ 31 h 54"/>
                <a:gd name="T62" fmla="*/ 4 w 62"/>
                <a:gd name="T63" fmla="*/ 30 h 54"/>
                <a:gd name="T64" fmla="*/ 3 w 62"/>
                <a:gd name="T65" fmla="*/ 23 h 54"/>
                <a:gd name="T66" fmla="*/ 0 w 62"/>
                <a:gd name="T67" fmla="*/ 17 h 54"/>
                <a:gd name="T68" fmla="*/ 2 w 62"/>
                <a:gd name="T69" fmla="*/ 10 h 54"/>
                <a:gd name="T70" fmla="*/ 6 w 62"/>
                <a:gd name="T71" fmla="*/ 2 h 54"/>
                <a:gd name="T72" fmla="*/ 14 w 62"/>
                <a:gd name="T73" fmla="*/ 1 h 54"/>
                <a:gd name="T74" fmla="*/ 18 w 62"/>
                <a:gd name="T75" fmla="*/ 2 h 54"/>
                <a:gd name="T76" fmla="*/ 24 w 62"/>
                <a:gd name="T77" fmla="*/ 1 h 54"/>
                <a:gd name="T78" fmla="*/ 29 w 62"/>
                <a:gd name="T79" fmla="*/ 1 h 54"/>
                <a:gd name="T80" fmla="*/ 33 w 62"/>
                <a:gd name="T81" fmla="*/ 2 h 54"/>
                <a:gd name="T82" fmla="*/ 37 w 62"/>
                <a:gd name="T83" fmla="*/ 6 h 54"/>
                <a:gd name="T84" fmla="*/ 43 w 62"/>
                <a:gd name="T85" fmla="*/ 9 h 54"/>
                <a:gd name="T86" fmla="*/ 47 w 62"/>
                <a:gd name="T87" fmla="*/ 9 h 54"/>
                <a:gd name="T88" fmla="*/ 47 w 62"/>
                <a:gd name="T89" fmla="*/ 5 h 54"/>
                <a:gd name="T90" fmla="*/ 45 w 62"/>
                <a:gd name="T9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2" h="54">
                  <a:moveTo>
                    <a:pt x="49" y="0"/>
                  </a:moveTo>
                  <a:lnTo>
                    <a:pt x="51" y="1"/>
                  </a:lnTo>
                  <a:lnTo>
                    <a:pt x="52" y="2"/>
                  </a:lnTo>
                  <a:lnTo>
                    <a:pt x="54" y="4"/>
                  </a:lnTo>
                  <a:lnTo>
                    <a:pt x="57" y="4"/>
                  </a:lnTo>
                  <a:lnTo>
                    <a:pt x="58" y="6"/>
                  </a:lnTo>
                  <a:lnTo>
                    <a:pt x="60" y="8"/>
                  </a:lnTo>
                  <a:lnTo>
                    <a:pt x="62" y="13"/>
                  </a:lnTo>
                  <a:lnTo>
                    <a:pt x="61" y="17"/>
                  </a:lnTo>
                  <a:lnTo>
                    <a:pt x="62" y="18"/>
                  </a:lnTo>
                  <a:lnTo>
                    <a:pt x="62" y="22"/>
                  </a:lnTo>
                  <a:lnTo>
                    <a:pt x="62" y="25"/>
                  </a:lnTo>
                  <a:lnTo>
                    <a:pt x="61" y="29"/>
                  </a:lnTo>
                  <a:lnTo>
                    <a:pt x="58" y="29"/>
                  </a:lnTo>
                  <a:lnTo>
                    <a:pt x="58" y="30"/>
                  </a:lnTo>
                  <a:lnTo>
                    <a:pt x="54" y="31"/>
                  </a:lnTo>
                  <a:lnTo>
                    <a:pt x="52" y="34"/>
                  </a:lnTo>
                  <a:lnTo>
                    <a:pt x="51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4" y="42"/>
                  </a:lnTo>
                  <a:lnTo>
                    <a:pt x="47" y="42"/>
                  </a:lnTo>
                  <a:lnTo>
                    <a:pt x="49" y="44"/>
                  </a:lnTo>
                  <a:lnTo>
                    <a:pt x="48" y="46"/>
                  </a:lnTo>
                  <a:lnTo>
                    <a:pt x="49" y="48"/>
                  </a:lnTo>
                  <a:lnTo>
                    <a:pt x="45" y="48"/>
                  </a:lnTo>
                  <a:lnTo>
                    <a:pt x="45" y="47"/>
                  </a:lnTo>
                  <a:lnTo>
                    <a:pt x="43" y="46"/>
                  </a:lnTo>
                  <a:lnTo>
                    <a:pt x="37" y="47"/>
                  </a:lnTo>
                  <a:lnTo>
                    <a:pt x="36" y="46"/>
                  </a:lnTo>
                  <a:lnTo>
                    <a:pt x="33" y="47"/>
                  </a:lnTo>
                  <a:lnTo>
                    <a:pt x="32" y="50"/>
                  </a:lnTo>
                  <a:lnTo>
                    <a:pt x="29" y="50"/>
                  </a:lnTo>
                  <a:lnTo>
                    <a:pt x="28" y="54"/>
                  </a:lnTo>
                  <a:lnTo>
                    <a:pt x="26" y="51"/>
                  </a:lnTo>
                  <a:lnTo>
                    <a:pt x="24" y="52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1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8" y="48"/>
                  </a:lnTo>
                  <a:lnTo>
                    <a:pt x="18" y="47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5" y="46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1" y="48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2" y="22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10"/>
                  </a:lnTo>
                  <a:lnTo>
                    <a:pt x="3" y="6"/>
                  </a:lnTo>
                  <a:lnTo>
                    <a:pt x="6" y="2"/>
                  </a:lnTo>
                  <a:lnTo>
                    <a:pt x="8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8" y="2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9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7" y="6"/>
                  </a:lnTo>
                  <a:lnTo>
                    <a:pt x="40" y="6"/>
                  </a:lnTo>
                  <a:lnTo>
                    <a:pt x="43" y="9"/>
                  </a:lnTo>
                  <a:lnTo>
                    <a:pt x="47" y="10"/>
                  </a:lnTo>
                  <a:lnTo>
                    <a:pt x="47" y="9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4" y="2"/>
                  </a:lnTo>
                  <a:lnTo>
                    <a:pt x="45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9" name="Freeform 346">
              <a:extLst>
                <a:ext uri="{FF2B5EF4-FFF2-40B4-BE49-F238E27FC236}">
                  <a16:creationId xmlns:a16="http://schemas.microsoft.com/office/drawing/2014/main" id="{2F11DBAC-4B16-417C-AE82-6B3D30D97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0478" y="762200"/>
              <a:ext cx="356736" cy="611544"/>
            </a:xfrm>
            <a:custGeom>
              <a:avLst/>
              <a:gdLst>
                <a:gd name="T0" fmla="*/ 48 w 56"/>
                <a:gd name="T1" fmla="*/ 2 h 96"/>
                <a:gd name="T2" fmla="*/ 50 w 56"/>
                <a:gd name="T3" fmla="*/ 6 h 96"/>
                <a:gd name="T4" fmla="*/ 56 w 56"/>
                <a:gd name="T5" fmla="*/ 10 h 96"/>
                <a:gd name="T6" fmla="*/ 51 w 56"/>
                <a:gd name="T7" fmla="*/ 14 h 96"/>
                <a:gd name="T8" fmla="*/ 50 w 56"/>
                <a:gd name="T9" fmla="*/ 16 h 96"/>
                <a:gd name="T10" fmla="*/ 48 w 56"/>
                <a:gd name="T11" fmla="*/ 25 h 96"/>
                <a:gd name="T12" fmla="*/ 51 w 56"/>
                <a:gd name="T13" fmla="*/ 35 h 96"/>
                <a:gd name="T14" fmla="*/ 52 w 56"/>
                <a:gd name="T15" fmla="*/ 39 h 96"/>
                <a:gd name="T16" fmla="*/ 50 w 56"/>
                <a:gd name="T17" fmla="*/ 41 h 96"/>
                <a:gd name="T18" fmla="*/ 44 w 56"/>
                <a:gd name="T19" fmla="*/ 49 h 96"/>
                <a:gd name="T20" fmla="*/ 42 w 56"/>
                <a:gd name="T21" fmla="*/ 53 h 96"/>
                <a:gd name="T22" fmla="*/ 38 w 56"/>
                <a:gd name="T23" fmla="*/ 54 h 96"/>
                <a:gd name="T24" fmla="*/ 34 w 56"/>
                <a:gd name="T25" fmla="*/ 58 h 96"/>
                <a:gd name="T26" fmla="*/ 34 w 56"/>
                <a:gd name="T27" fmla="*/ 64 h 96"/>
                <a:gd name="T28" fmla="*/ 34 w 56"/>
                <a:gd name="T29" fmla="*/ 69 h 96"/>
                <a:gd name="T30" fmla="*/ 39 w 56"/>
                <a:gd name="T31" fmla="*/ 71 h 96"/>
                <a:gd name="T32" fmla="*/ 50 w 56"/>
                <a:gd name="T33" fmla="*/ 79 h 96"/>
                <a:gd name="T34" fmla="*/ 37 w 56"/>
                <a:gd name="T35" fmla="*/ 82 h 96"/>
                <a:gd name="T36" fmla="*/ 29 w 56"/>
                <a:gd name="T37" fmla="*/ 87 h 96"/>
                <a:gd name="T38" fmla="*/ 23 w 56"/>
                <a:gd name="T39" fmla="*/ 94 h 96"/>
                <a:gd name="T40" fmla="*/ 19 w 56"/>
                <a:gd name="T41" fmla="*/ 91 h 96"/>
                <a:gd name="T42" fmla="*/ 18 w 56"/>
                <a:gd name="T43" fmla="*/ 95 h 96"/>
                <a:gd name="T44" fmla="*/ 14 w 56"/>
                <a:gd name="T45" fmla="*/ 96 h 96"/>
                <a:gd name="T46" fmla="*/ 15 w 56"/>
                <a:gd name="T47" fmla="*/ 91 h 96"/>
                <a:gd name="T48" fmla="*/ 11 w 56"/>
                <a:gd name="T49" fmla="*/ 92 h 96"/>
                <a:gd name="T50" fmla="*/ 10 w 56"/>
                <a:gd name="T51" fmla="*/ 90 h 96"/>
                <a:gd name="T52" fmla="*/ 13 w 56"/>
                <a:gd name="T53" fmla="*/ 81 h 96"/>
                <a:gd name="T54" fmla="*/ 18 w 56"/>
                <a:gd name="T55" fmla="*/ 79 h 96"/>
                <a:gd name="T56" fmla="*/ 11 w 56"/>
                <a:gd name="T57" fmla="*/ 79 h 96"/>
                <a:gd name="T58" fmla="*/ 10 w 56"/>
                <a:gd name="T59" fmla="*/ 73 h 96"/>
                <a:gd name="T60" fmla="*/ 11 w 56"/>
                <a:gd name="T61" fmla="*/ 66 h 96"/>
                <a:gd name="T62" fmla="*/ 14 w 56"/>
                <a:gd name="T63" fmla="*/ 64 h 96"/>
                <a:gd name="T64" fmla="*/ 11 w 56"/>
                <a:gd name="T65" fmla="*/ 65 h 96"/>
                <a:gd name="T66" fmla="*/ 6 w 56"/>
                <a:gd name="T67" fmla="*/ 64 h 96"/>
                <a:gd name="T68" fmla="*/ 4 w 56"/>
                <a:gd name="T69" fmla="*/ 65 h 96"/>
                <a:gd name="T70" fmla="*/ 1 w 56"/>
                <a:gd name="T71" fmla="*/ 61 h 96"/>
                <a:gd name="T72" fmla="*/ 0 w 56"/>
                <a:gd name="T73" fmla="*/ 61 h 96"/>
                <a:gd name="T74" fmla="*/ 2 w 56"/>
                <a:gd name="T75" fmla="*/ 52 h 96"/>
                <a:gd name="T76" fmla="*/ 4 w 56"/>
                <a:gd name="T77" fmla="*/ 46 h 96"/>
                <a:gd name="T78" fmla="*/ 9 w 56"/>
                <a:gd name="T79" fmla="*/ 40 h 96"/>
                <a:gd name="T80" fmla="*/ 13 w 56"/>
                <a:gd name="T81" fmla="*/ 33 h 96"/>
                <a:gd name="T82" fmla="*/ 14 w 56"/>
                <a:gd name="T83" fmla="*/ 31 h 96"/>
                <a:gd name="T84" fmla="*/ 17 w 56"/>
                <a:gd name="T85" fmla="*/ 24 h 96"/>
                <a:gd name="T86" fmla="*/ 21 w 56"/>
                <a:gd name="T87" fmla="*/ 28 h 96"/>
                <a:gd name="T88" fmla="*/ 25 w 56"/>
                <a:gd name="T89" fmla="*/ 28 h 96"/>
                <a:gd name="T90" fmla="*/ 31 w 56"/>
                <a:gd name="T91" fmla="*/ 29 h 96"/>
                <a:gd name="T92" fmla="*/ 37 w 56"/>
                <a:gd name="T93" fmla="*/ 27 h 96"/>
                <a:gd name="T94" fmla="*/ 34 w 56"/>
                <a:gd name="T95" fmla="*/ 23 h 96"/>
                <a:gd name="T96" fmla="*/ 33 w 56"/>
                <a:gd name="T97" fmla="*/ 19 h 96"/>
                <a:gd name="T98" fmla="*/ 40 w 56"/>
                <a:gd name="T99" fmla="*/ 15 h 96"/>
                <a:gd name="T100" fmla="*/ 42 w 56"/>
                <a:gd name="T101" fmla="*/ 10 h 96"/>
                <a:gd name="T102" fmla="*/ 46 w 56"/>
                <a:gd name="T103" fmla="*/ 7 h 96"/>
                <a:gd name="T104" fmla="*/ 44 w 56"/>
                <a:gd name="T105" fmla="*/ 3 h 96"/>
                <a:gd name="T106" fmla="*/ 47 w 56"/>
                <a:gd name="T10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96">
                  <a:moveTo>
                    <a:pt x="47" y="0"/>
                  </a:moveTo>
                  <a:lnTo>
                    <a:pt x="48" y="2"/>
                  </a:lnTo>
                  <a:lnTo>
                    <a:pt x="48" y="4"/>
                  </a:lnTo>
                  <a:lnTo>
                    <a:pt x="50" y="6"/>
                  </a:lnTo>
                  <a:lnTo>
                    <a:pt x="54" y="6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1" y="14"/>
                  </a:lnTo>
                  <a:lnTo>
                    <a:pt x="50" y="14"/>
                  </a:lnTo>
                  <a:lnTo>
                    <a:pt x="50" y="16"/>
                  </a:lnTo>
                  <a:lnTo>
                    <a:pt x="48" y="23"/>
                  </a:lnTo>
                  <a:lnTo>
                    <a:pt x="48" y="25"/>
                  </a:lnTo>
                  <a:lnTo>
                    <a:pt x="51" y="28"/>
                  </a:lnTo>
                  <a:lnTo>
                    <a:pt x="51" y="35"/>
                  </a:lnTo>
                  <a:lnTo>
                    <a:pt x="54" y="36"/>
                  </a:lnTo>
                  <a:lnTo>
                    <a:pt x="52" y="39"/>
                  </a:lnTo>
                  <a:lnTo>
                    <a:pt x="48" y="41"/>
                  </a:lnTo>
                  <a:lnTo>
                    <a:pt x="50" y="41"/>
                  </a:lnTo>
                  <a:lnTo>
                    <a:pt x="43" y="48"/>
                  </a:lnTo>
                  <a:lnTo>
                    <a:pt x="44" y="49"/>
                  </a:lnTo>
                  <a:lnTo>
                    <a:pt x="43" y="52"/>
                  </a:lnTo>
                  <a:lnTo>
                    <a:pt x="42" y="53"/>
                  </a:lnTo>
                  <a:lnTo>
                    <a:pt x="39" y="53"/>
                  </a:lnTo>
                  <a:lnTo>
                    <a:pt x="38" y="54"/>
                  </a:lnTo>
                  <a:lnTo>
                    <a:pt x="37" y="57"/>
                  </a:lnTo>
                  <a:lnTo>
                    <a:pt x="34" y="58"/>
                  </a:lnTo>
                  <a:lnTo>
                    <a:pt x="34" y="61"/>
                  </a:lnTo>
                  <a:lnTo>
                    <a:pt x="34" y="64"/>
                  </a:lnTo>
                  <a:lnTo>
                    <a:pt x="33" y="65"/>
                  </a:lnTo>
                  <a:lnTo>
                    <a:pt x="34" y="69"/>
                  </a:lnTo>
                  <a:lnTo>
                    <a:pt x="38" y="69"/>
                  </a:lnTo>
                  <a:lnTo>
                    <a:pt x="39" y="71"/>
                  </a:lnTo>
                  <a:lnTo>
                    <a:pt x="48" y="77"/>
                  </a:lnTo>
                  <a:lnTo>
                    <a:pt x="50" y="79"/>
                  </a:lnTo>
                  <a:lnTo>
                    <a:pt x="44" y="82"/>
                  </a:lnTo>
                  <a:lnTo>
                    <a:pt x="37" y="82"/>
                  </a:lnTo>
                  <a:lnTo>
                    <a:pt x="33" y="86"/>
                  </a:lnTo>
                  <a:lnTo>
                    <a:pt x="29" y="87"/>
                  </a:lnTo>
                  <a:lnTo>
                    <a:pt x="25" y="91"/>
                  </a:lnTo>
                  <a:lnTo>
                    <a:pt x="23" y="94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21" y="92"/>
                  </a:lnTo>
                  <a:lnTo>
                    <a:pt x="18" y="95"/>
                  </a:lnTo>
                  <a:lnTo>
                    <a:pt x="17" y="95"/>
                  </a:lnTo>
                  <a:lnTo>
                    <a:pt x="14" y="96"/>
                  </a:lnTo>
                  <a:lnTo>
                    <a:pt x="13" y="95"/>
                  </a:lnTo>
                  <a:lnTo>
                    <a:pt x="15" y="91"/>
                  </a:lnTo>
                  <a:lnTo>
                    <a:pt x="13" y="91"/>
                  </a:lnTo>
                  <a:lnTo>
                    <a:pt x="11" y="92"/>
                  </a:lnTo>
                  <a:lnTo>
                    <a:pt x="10" y="91"/>
                  </a:lnTo>
                  <a:lnTo>
                    <a:pt x="10" y="90"/>
                  </a:lnTo>
                  <a:lnTo>
                    <a:pt x="10" y="85"/>
                  </a:lnTo>
                  <a:lnTo>
                    <a:pt x="13" y="81"/>
                  </a:lnTo>
                  <a:lnTo>
                    <a:pt x="15" y="81"/>
                  </a:lnTo>
                  <a:lnTo>
                    <a:pt x="18" y="79"/>
                  </a:lnTo>
                  <a:lnTo>
                    <a:pt x="15" y="79"/>
                  </a:lnTo>
                  <a:lnTo>
                    <a:pt x="11" y="79"/>
                  </a:lnTo>
                  <a:lnTo>
                    <a:pt x="10" y="79"/>
                  </a:lnTo>
                  <a:lnTo>
                    <a:pt x="10" y="73"/>
                  </a:lnTo>
                  <a:lnTo>
                    <a:pt x="13" y="69"/>
                  </a:lnTo>
                  <a:lnTo>
                    <a:pt x="11" y="66"/>
                  </a:lnTo>
                  <a:lnTo>
                    <a:pt x="13" y="65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1" y="65"/>
                  </a:lnTo>
                  <a:lnTo>
                    <a:pt x="8" y="65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4" y="65"/>
                  </a:lnTo>
                  <a:lnTo>
                    <a:pt x="1" y="65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2" y="52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8" y="44"/>
                  </a:lnTo>
                  <a:lnTo>
                    <a:pt x="9" y="40"/>
                  </a:lnTo>
                  <a:lnTo>
                    <a:pt x="11" y="39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4" y="27"/>
                  </a:lnTo>
                  <a:lnTo>
                    <a:pt x="17" y="24"/>
                  </a:lnTo>
                  <a:lnTo>
                    <a:pt x="18" y="27"/>
                  </a:lnTo>
                  <a:lnTo>
                    <a:pt x="21" y="28"/>
                  </a:lnTo>
                  <a:lnTo>
                    <a:pt x="22" y="29"/>
                  </a:lnTo>
                  <a:lnTo>
                    <a:pt x="25" y="28"/>
                  </a:lnTo>
                  <a:lnTo>
                    <a:pt x="27" y="29"/>
                  </a:lnTo>
                  <a:lnTo>
                    <a:pt x="31" y="29"/>
                  </a:lnTo>
                  <a:lnTo>
                    <a:pt x="35" y="29"/>
                  </a:lnTo>
                  <a:lnTo>
                    <a:pt x="37" y="27"/>
                  </a:lnTo>
                  <a:lnTo>
                    <a:pt x="37" y="24"/>
                  </a:lnTo>
                  <a:lnTo>
                    <a:pt x="34" y="23"/>
                  </a:lnTo>
                  <a:lnTo>
                    <a:pt x="31" y="20"/>
                  </a:lnTo>
                  <a:lnTo>
                    <a:pt x="33" y="19"/>
                  </a:lnTo>
                  <a:lnTo>
                    <a:pt x="35" y="19"/>
                  </a:lnTo>
                  <a:lnTo>
                    <a:pt x="40" y="15"/>
                  </a:lnTo>
                  <a:lnTo>
                    <a:pt x="40" y="12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7"/>
                  </a:lnTo>
                  <a:lnTo>
                    <a:pt x="44" y="6"/>
                  </a:lnTo>
                  <a:lnTo>
                    <a:pt x="44" y="3"/>
                  </a:lnTo>
                  <a:lnTo>
                    <a:pt x="44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90" name="Freeform 345">
              <a:extLst>
                <a:ext uri="{FF2B5EF4-FFF2-40B4-BE49-F238E27FC236}">
                  <a16:creationId xmlns:a16="http://schemas.microsoft.com/office/drawing/2014/main" id="{2B519A93-768E-4B53-8B23-EE39E93F8B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56994" y="1265451"/>
              <a:ext cx="343994" cy="547843"/>
            </a:xfrm>
            <a:custGeom>
              <a:avLst/>
              <a:gdLst>
                <a:gd name="T0" fmla="*/ 28 w 54"/>
                <a:gd name="T1" fmla="*/ 81 h 86"/>
                <a:gd name="T2" fmla="*/ 27 w 54"/>
                <a:gd name="T3" fmla="*/ 85 h 86"/>
                <a:gd name="T4" fmla="*/ 20 w 54"/>
                <a:gd name="T5" fmla="*/ 86 h 86"/>
                <a:gd name="T6" fmla="*/ 20 w 54"/>
                <a:gd name="T7" fmla="*/ 82 h 86"/>
                <a:gd name="T8" fmla="*/ 52 w 54"/>
                <a:gd name="T9" fmla="*/ 70 h 86"/>
                <a:gd name="T10" fmla="*/ 53 w 54"/>
                <a:gd name="T11" fmla="*/ 71 h 86"/>
                <a:gd name="T12" fmla="*/ 52 w 54"/>
                <a:gd name="T13" fmla="*/ 73 h 86"/>
                <a:gd name="T14" fmla="*/ 52 w 54"/>
                <a:gd name="T15" fmla="*/ 70 h 86"/>
                <a:gd name="T16" fmla="*/ 19 w 54"/>
                <a:gd name="T17" fmla="*/ 67 h 86"/>
                <a:gd name="T18" fmla="*/ 17 w 54"/>
                <a:gd name="T19" fmla="*/ 69 h 86"/>
                <a:gd name="T20" fmla="*/ 16 w 54"/>
                <a:gd name="T21" fmla="*/ 69 h 86"/>
                <a:gd name="T22" fmla="*/ 17 w 54"/>
                <a:gd name="T23" fmla="*/ 67 h 86"/>
                <a:gd name="T24" fmla="*/ 54 w 54"/>
                <a:gd name="T25" fmla="*/ 63 h 86"/>
                <a:gd name="T26" fmla="*/ 54 w 54"/>
                <a:gd name="T27" fmla="*/ 66 h 86"/>
                <a:gd name="T28" fmla="*/ 53 w 54"/>
                <a:gd name="T29" fmla="*/ 69 h 86"/>
                <a:gd name="T30" fmla="*/ 52 w 54"/>
                <a:gd name="T31" fmla="*/ 65 h 86"/>
                <a:gd name="T32" fmla="*/ 54 w 54"/>
                <a:gd name="T33" fmla="*/ 63 h 86"/>
                <a:gd name="T34" fmla="*/ 36 w 54"/>
                <a:gd name="T35" fmla="*/ 62 h 86"/>
                <a:gd name="T36" fmla="*/ 33 w 54"/>
                <a:gd name="T37" fmla="*/ 61 h 86"/>
                <a:gd name="T38" fmla="*/ 44 w 54"/>
                <a:gd name="T39" fmla="*/ 57 h 86"/>
                <a:gd name="T40" fmla="*/ 45 w 54"/>
                <a:gd name="T41" fmla="*/ 60 h 86"/>
                <a:gd name="T42" fmla="*/ 42 w 54"/>
                <a:gd name="T43" fmla="*/ 62 h 86"/>
                <a:gd name="T44" fmla="*/ 42 w 54"/>
                <a:gd name="T45" fmla="*/ 58 h 86"/>
                <a:gd name="T46" fmla="*/ 27 w 54"/>
                <a:gd name="T47" fmla="*/ 0 h 86"/>
                <a:gd name="T48" fmla="*/ 37 w 54"/>
                <a:gd name="T49" fmla="*/ 15 h 86"/>
                <a:gd name="T50" fmla="*/ 44 w 54"/>
                <a:gd name="T51" fmla="*/ 28 h 86"/>
                <a:gd name="T52" fmla="*/ 48 w 54"/>
                <a:gd name="T53" fmla="*/ 38 h 86"/>
                <a:gd name="T54" fmla="*/ 49 w 54"/>
                <a:gd name="T55" fmla="*/ 41 h 86"/>
                <a:gd name="T56" fmla="*/ 50 w 54"/>
                <a:gd name="T57" fmla="*/ 49 h 86"/>
                <a:gd name="T58" fmla="*/ 49 w 54"/>
                <a:gd name="T59" fmla="*/ 52 h 86"/>
                <a:gd name="T60" fmla="*/ 44 w 54"/>
                <a:gd name="T61" fmla="*/ 56 h 86"/>
                <a:gd name="T62" fmla="*/ 41 w 54"/>
                <a:gd name="T63" fmla="*/ 60 h 86"/>
                <a:gd name="T64" fmla="*/ 39 w 54"/>
                <a:gd name="T65" fmla="*/ 60 h 86"/>
                <a:gd name="T66" fmla="*/ 36 w 54"/>
                <a:gd name="T67" fmla="*/ 58 h 86"/>
                <a:gd name="T68" fmla="*/ 33 w 54"/>
                <a:gd name="T69" fmla="*/ 60 h 86"/>
                <a:gd name="T70" fmla="*/ 31 w 54"/>
                <a:gd name="T71" fmla="*/ 60 h 86"/>
                <a:gd name="T72" fmla="*/ 23 w 54"/>
                <a:gd name="T73" fmla="*/ 66 h 86"/>
                <a:gd name="T74" fmla="*/ 23 w 54"/>
                <a:gd name="T75" fmla="*/ 67 h 86"/>
                <a:gd name="T76" fmla="*/ 20 w 54"/>
                <a:gd name="T77" fmla="*/ 67 h 86"/>
                <a:gd name="T78" fmla="*/ 19 w 54"/>
                <a:gd name="T79" fmla="*/ 63 h 86"/>
                <a:gd name="T80" fmla="*/ 15 w 54"/>
                <a:gd name="T81" fmla="*/ 58 h 86"/>
                <a:gd name="T82" fmla="*/ 15 w 54"/>
                <a:gd name="T83" fmla="*/ 56 h 86"/>
                <a:gd name="T84" fmla="*/ 16 w 54"/>
                <a:gd name="T85" fmla="*/ 53 h 86"/>
                <a:gd name="T86" fmla="*/ 15 w 54"/>
                <a:gd name="T87" fmla="*/ 49 h 86"/>
                <a:gd name="T88" fmla="*/ 19 w 54"/>
                <a:gd name="T89" fmla="*/ 45 h 86"/>
                <a:gd name="T90" fmla="*/ 16 w 54"/>
                <a:gd name="T91" fmla="*/ 42 h 86"/>
                <a:gd name="T92" fmla="*/ 14 w 54"/>
                <a:gd name="T93" fmla="*/ 36 h 86"/>
                <a:gd name="T94" fmla="*/ 12 w 54"/>
                <a:gd name="T95" fmla="*/ 33 h 86"/>
                <a:gd name="T96" fmla="*/ 8 w 54"/>
                <a:gd name="T97" fmla="*/ 28 h 86"/>
                <a:gd name="T98" fmla="*/ 11 w 54"/>
                <a:gd name="T99" fmla="*/ 27 h 86"/>
                <a:gd name="T100" fmla="*/ 16 w 54"/>
                <a:gd name="T101" fmla="*/ 29 h 86"/>
                <a:gd name="T102" fmla="*/ 14 w 54"/>
                <a:gd name="T103" fmla="*/ 24 h 86"/>
                <a:gd name="T104" fmla="*/ 12 w 54"/>
                <a:gd name="T105" fmla="*/ 23 h 86"/>
                <a:gd name="T106" fmla="*/ 4 w 54"/>
                <a:gd name="T107" fmla="*/ 15 h 86"/>
                <a:gd name="T108" fmla="*/ 3 w 54"/>
                <a:gd name="T109" fmla="*/ 13 h 86"/>
                <a:gd name="T110" fmla="*/ 0 w 54"/>
                <a:gd name="T111" fmla="*/ 15 h 86"/>
                <a:gd name="T112" fmla="*/ 6 w 54"/>
                <a:gd name="T113" fmla="*/ 8 h 86"/>
                <a:gd name="T114" fmla="*/ 14 w 54"/>
                <a:gd name="T115" fmla="*/ 3 h 86"/>
                <a:gd name="T116" fmla="*/ 27 w 54"/>
                <a:gd name="T1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" h="86">
                  <a:moveTo>
                    <a:pt x="25" y="81"/>
                  </a:moveTo>
                  <a:lnTo>
                    <a:pt x="28" y="81"/>
                  </a:lnTo>
                  <a:lnTo>
                    <a:pt x="28" y="82"/>
                  </a:lnTo>
                  <a:lnTo>
                    <a:pt x="27" y="85"/>
                  </a:lnTo>
                  <a:lnTo>
                    <a:pt x="21" y="86"/>
                  </a:lnTo>
                  <a:lnTo>
                    <a:pt x="20" y="86"/>
                  </a:lnTo>
                  <a:lnTo>
                    <a:pt x="19" y="83"/>
                  </a:lnTo>
                  <a:lnTo>
                    <a:pt x="20" y="82"/>
                  </a:lnTo>
                  <a:lnTo>
                    <a:pt x="25" y="81"/>
                  </a:lnTo>
                  <a:close/>
                  <a:moveTo>
                    <a:pt x="52" y="70"/>
                  </a:moveTo>
                  <a:lnTo>
                    <a:pt x="54" y="70"/>
                  </a:lnTo>
                  <a:lnTo>
                    <a:pt x="53" y="71"/>
                  </a:lnTo>
                  <a:lnTo>
                    <a:pt x="53" y="73"/>
                  </a:lnTo>
                  <a:lnTo>
                    <a:pt x="52" y="73"/>
                  </a:lnTo>
                  <a:lnTo>
                    <a:pt x="52" y="71"/>
                  </a:lnTo>
                  <a:lnTo>
                    <a:pt x="52" y="70"/>
                  </a:lnTo>
                  <a:close/>
                  <a:moveTo>
                    <a:pt x="17" y="66"/>
                  </a:moveTo>
                  <a:lnTo>
                    <a:pt x="19" y="67"/>
                  </a:lnTo>
                  <a:lnTo>
                    <a:pt x="19" y="69"/>
                  </a:lnTo>
                  <a:lnTo>
                    <a:pt x="17" y="69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6" y="67"/>
                  </a:lnTo>
                  <a:lnTo>
                    <a:pt x="17" y="67"/>
                  </a:lnTo>
                  <a:lnTo>
                    <a:pt x="17" y="66"/>
                  </a:lnTo>
                  <a:close/>
                  <a:moveTo>
                    <a:pt x="54" y="63"/>
                  </a:moveTo>
                  <a:lnTo>
                    <a:pt x="54" y="63"/>
                  </a:lnTo>
                  <a:lnTo>
                    <a:pt x="54" y="66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2" y="67"/>
                  </a:lnTo>
                  <a:lnTo>
                    <a:pt x="52" y="65"/>
                  </a:lnTo>
                  <a:lnTo>
                    <a:pt x="53" y="63"/>
                  </a:lnTo>
                  <a:lnTo>
                    <a:pt x="54" y="63"/>
                  </a:lnTo>
                  <a:close/>
                  <a:moveTo>
                    <a:pt x="35" y="61"/>
                  </a:moveTo>
                  <a:lnTo>
                    <a:pt x="36" y="62"/>
                  </a:lnTo>
                  <a:lnTo>
                    <a:pt x="35" y="62"/>
                  </a:lnTo>
                  <a:lnTo>
                    <a:pt x="33" y="61"/>
                  </a:lnTo>
                  <a:lnTo>
                    <a:pt x="35" y="61"/>
                  </a:lnTo>
                  <a:close/>
                  <a:moveTo>
                    <a:pt x="44" y="57"/>
                  </a:moveTo>
                  <a:lnTo>
                    <a:pt x="45" y="58"/>
                  </a:lnTo>
                  <a:lnTo>
                    <a:pt x="45" y="60"/>
                  </a:lnTo>
                  <a:lnTo>
                    <a:pt x="44" y="61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2" y="58"/>
                  </a:lnTo>
                  <a:lnTo>
                    <a:pt x="44" y="57"/>
                  </a:lnTo>
                  <a:close/>
                  <a:moveTo>
                    <a:pt x="27" y="0"/>
                  </a:moveTo>
                  <a:lnTo>
                    <a:pt x="31" y="8"/>
                  </a:lnTo>
                  <a:lnTo>
                    <a:pt x="37" y="15"/>
                  </a:lnTo>
                  <a:lnTo>
                    <a:pt x="44" y="23"/>
                  </a:lnTo>
                  <a:lnTo>
                    <a:pt x="44" y="28"/>
                  </a:lnTo>
                  <a:lnTo>
                    <a:pt x="46" y="31"/>
                  </a:lnTo>
                  <a:lnTo>
                    <a:pt x="48" y="38"/>
                  </a:lnTo>
                  <a:lnTo>
                    <a:pt x="48" y="41"/>
                  </a:lnTo>
                  <a:lnTo>
                    <a:pt x="49" y="41"/>
                  </a:lnTo>
                  <a:lnTo>
                    <a:pt x="49" y="41"/>
                  </a:lnTo>
                  <a:lnTo>
                    <a:pt x="50" y="49"/>
                  </a:lnTo>
                  <a:lnTo>
                    <a:pt x="48" y="50"/>
                  </a:lnTo>
                  <a:lnTo>
                    <a:pt x="49" y="52"/>
                  </a:lnTo>
                  <a:lnTo>
                    <a:pt x="46" y="56"/>
                  </a:lnTo>
                  <a:lnTo>
                    <a:pt x="44" y="56"/>
                  </a:lnTo>
                  <a:lnTo>
                    <a:pt x="40" y="58"/>
                  </a:lnTo>
                  <a:lnTo>
                    <a:pt x="41" y="60"/>
                  </a:lnTo>
                  <a:lnTo>
                    <a:pt x="40" y="61"/>
                  </a:lnTo>
                  <a:lnTo>
                    <a:pt x="39" y="60"/>
                  </a:lnTo>
                  <a:lnTo>
                    <a:pt x="37" y="61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3" y="60"/>
                  </a:lnTo>
                  <a:lnTo>
                    <a:pt x="32" y="58"/>
                  </a:lnTo>
                  <a:lnTo>
                    <a:pt x="31" y="60"/>
                  </a:lnTo>
                  <a:lnTo>
                    <a:pt x="25" y="63"/>
                  </a:lnTo>
                  <a:lnTo>
                    <a:pt x="23" y="66"/>
                  </a:lnTo>
                  <a:lnTo>
                    <a:pt x="23" y="65"/>
                  </a:lnTo>
                  <a:lnTo>
                    <a:pt x="23" y="67"/>
                  </a:lnTo>
                  <a:lnTo>
                    <a:pt x="20" y="69"/>
                  </a:lnTo>
                  <a:lnTo>
                    <a:pt x="20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7" y="63"/>
                  </a:lnTo>
                  <a:lnTo>
                    <a:pt x="15" y="58"/>
                  </a:lnTo>
                  <a:lnTo>
                    <a:pt x="16" y="58"/>
                  </a:lnTo>
                  <a:lnTo>
                    <a:pt x="15" y="56"/>
                  </a:lnTo>
                  <a:lnTo>
                    <a:pt x="15" y="53"/>
                  </a:lnTo>
                  <a:lnTo>
                    <a:pt x="16" y="53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9" y="45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4" y="41"/>
                  </a:lnTo>
                  <a:lnTo>
                    <a:pt x="14" y="36"/>
                  </a:lnTo>
                  <a:lnTo>
                    <a:pt x="14" y="33"/>
                  </a:lnTo>
                  <a:lnTo>
                    <a:pt x="12" y="33"/>
                  </a:lnTo>
                  <a:lnTo>
                    <a:pt x="7" y="32"/>
                  </a:lnTo>
                  <a:lnTo>
                    <a:pt x="8" y="28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2" y="28"/>
                  </a:lnTo>
                  <a:lnTo>
                    <a:pt x="16" y="29"/>
                  </a:lnTo>
                  <a:lnTo>
                    <a:pt x="15" y="27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2" y="23"/>
                  </a:lnTo>
                  <a:lnTo>
                    <a:pt x="10" y="19"/>
                  </a:lnTo>
                  <a:lnTo>
                    <a:pt x="4" y="15"/>
                  </a:lnTo>
                  <a:lnTo>
                    <a:pt x="7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6" y="8"/>
                  </a:lnTo>
                  <a:lnTo>
                    <a:pt x="10" y="7"/>
                  </a:lnTo>
                  <a:lnTo>
                    <a:pt x="14" y="3"/>
                  </a:lnTo>
                  <a:lnTo>
                    <a:pt x="21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382FCB79-16F7-44FB-AAFD-8FAFEE822FBA}"/>
              </a:ext>
            </a:extLst>
          </p:cNvPr>
          <p:cNvSpPr/>
          <p:nvPr/>
        </p:nvSpPr>
        <p:spPr>
          <a:xfrm>
            <a:off x="5937588" y="1835939"/>
            <a:ext cx="1394742" cy="2898386"/>
          </a:xfrm>
          <a:custGeom>
            <a:avLst/>
            <a:gdLst>
              <a:gd name="connsiteX0" fmla="*/ 0 w 1857375"/>
              <a:gd name="connsiteY0" fmla="*/ 3074218 h 3401628"/>
              <a:gd name="connsiteX1" fmla="*/ 219075 w 1857375"/>
              <a:gd name="connsiteY1" fmla="*/ 3102793 h 3401628"/>
              <a:gd name="connsiteX2" fmla="*/ 352425 w 1857375"/>
              <a:gd name="connsiteY2" fmla="*/ 3379018 h 3401628"/>
              <a:gd name="connsiteX3" fmla="*/ 723900 w 1857375"/>
              <a:gd name="connsiteY3" fmla="*/ 3331393 h 3401628"/>
              <a:gd name="connsiteX4" fmla="*/ 1085850 w 1857375"/>
              <a:gd name="connsiteY4" fmla="*/ 2902768 h 3401628"/>
              <a:gd name="connsiteX5" fmla="*/ 1009650 w 1857375"/>
              <a:gd name="connsiteY5" fmla="*/ 1731193 h 3401628"/>
              <a:gd name="connsiteX6" fmla="*/ 1181100 w 1857375"/>
              <a:gd name="connsiteY6" fmla="*/ 1807393 h 3401628"/>
              <a:gd name="connsiteX7" fmla="*/ 1390650 w 1857375"/>
              <a:gd name="connsiteY7" fmla="*/ 1835968 h 3401628"/>
              <a:gd name="connsiteX8" fmla="*/ 1685925 w 1857375"/>
              <a:gd name="connsiteY8" fmla="*/ 1312093 h 3401628"/>
              <a:gd name="connsiteX9" fmla="*/ 1524000 w 1857375"/>
              <a:gd name="connsiteY9" fmla="*/ 473893 h 3401628"/>
              <a:gd name="connsiteX10" fmla="*/ 1200150 w 1857375"/>
              <a:gd name="connsiteY10" fmla="*/ 359593 h 3401628"/>
              <a:gd name="connsiteX11" fmla="*/ 1238250 w 1857375"/>
              <a:gd name="connsiteY11" fmla="*/ 169093 h 3401628"/>
              <a:gd name="connsiteX12" fmla="*/ 971550 w 1857375"/>
              <a:gd name="connsiteY12" fmla="*/ 102418 h 3401628"/>
              <a:gd name="connsiteX13" fmla="*/ 1419225 w 1857375"/>
              <a:gd name="connsiteY13" fmla="*/ 16693 h 3401628"/>
              <a:gd name="connsiteX14" fmla="*/ 1857375 w 1857375"/>
              <a:gd name="connsiteY14" fmla="*/ 464368 h 3401628"/>
              <a:gd name="connsiteX0" fmla="*/ 0 w 1688990"/>
              <a:gd name="connsiteY0" fmla="*/ 3074218 h 3401628"/>
              <a:gd name="connsiteX1" fmla="*/ 219075 w 1688990"/>
              <a:gd name="connsiteY1" fmla="*/ 3102793 h 3401628"/>
              <a:gd name="connsiteX2" fmla="*/ 352425 w 1688990"/>
              <a:gd name="connsiteY2" fmla="*/ 3379018 h 3401628"/>
              <a:gd name="connsiteX3" fmla="*/ 723900 w 1688990"/>
              <a:gd name="connsiteY3" fmla="*/ 3331393 h 3401628"/>
              <a:gd name="connsiteX4" fmla="*/ 1085850 w 1688990"/>
              <a:gd name="connsiteY4" fmla="*/ 2902768 h 3401628"/>
              <a:gd name="connsiteX5" fmla="*/ 1009650 w 1688990"/>
              <a:gd name="connsiteY5" fmla="*/ 1731193 h 3401628"/>
              <a:gd name="connsiteX6" fmla="*/ 1181100 w 1688990"/>
              <a:gd name="connsiteY6" fmla="*/ 1807393 h 3401628"/>
              <a:gd name="connsiteX7" fmla="*/ 1390650 w 1688990"/>
              <a:gd name="connsiteY7" fmla="*/ 1835968 h 3401628"/>
              <a:gd name="connsiteX8" fmla="*/ 1685925 w 1688990"/>
              <a:gd name="connsiteY8" fmla="*/ 1312093 h 3401628"/>
              <a:gd name="connsiteX9" fmla="*/ 1524000 w 1688990"/>
              <a:gd name="connsiteY9" fmla="*/ 473893 h 3401628"/>
              <a:gd name="connsiteX10" fmla="*/ 1200150 w 1688990"/>
              <a:gd name="connsiteY10" fmla="*/ 359593 h 3401628"/>
              <a:gd name="connsiteX11" fmla="*/ 1238250 w 1688990"/>
              <a:gd name="connsiteY11" fmla="*/ 169093 h 3401628"/>
              <a:gd name="connsiteX12" fmla="*/ 971550 w 1688990"/>
              <a:gd name="connsiteY12" fmla="*/ 102418 h 3401628"/>
              <a:gd name="connsiteX13" fmla="*/ 1419225 w 1688990"/>
              <a:gd name="connsiteY13" fmla="*/ 16693 h 3401628"/>
              <a:gd name="connsiteX0" fmla="*/ 0 w 1688990"/>
              <a:gd name="connsiteY0" fmla="*/ 2971801 h 3299211"/>
              <a:gd name="connsiteX1" fmla="*/ 219075 w 1688990"/>
              <a:gd name="connsiteY1" fmla="*/ 3000376 h 3299211"/>
              <a:gd name="connsiteX2" fmla="*/ 352425 w 1688990"/>
              <a:gd name="connsiteY2" fmla="*/ 3276601 h 3299211"/>
              <a:gd name="connsiteX3" fmla="*/ 723900 w 1688990"/>
              <a:gd name="connsiteY3" fmla="*/ 3228976 h 3299211"/>
              <a:gd name="connsiteX4" fmla="*/ 1085850 w 1688990"/>
              <a:gd name="connsiteY4" fmla="*/ 2800351 h 3299211"/>
              <a:gd name="connsiteX5" fmla="*/ 1009650 w 1688990"/>
              <a:gd name="connsiteY5" fmla="*/ 1628776 h 3299211"/>
              <a:gd name="connsiteX6" fmla="*/ 1181100 w 1688990"/>
              <a:gd name="connsiteY6" fmla="*/ 1704976 h 3299211"/>
              <a:gd name="connsiteX7" fmla="*/ 1390650 w 1688990"/>
              <a:gd name="connsiteY7" fmla="*/ 1733551 h 3299211"/>
              <a:gd name="connsiteX8" fmla="*/ 1685925 w 1688990"/>
              <a:gd name="connsiteY8" fmla="*/ 1209676 h 3299211"/>
              <a:gd name="connsiteX9" fmla="*/ 1524000 w 1688990"/>
              <a:gd name="connsiteY9" fmla="*/ 371476 h 3299211"/>
              <a:gd name="connsiteX10" fmla="*/ 1200150 w 1688990"/>
              <a:gd name="connsiteY10" fmla="*/ 257176 h 3299211"/>
              <a:gd name="connsiteX11" fmla="*/ 1238250 w 1688990"/>
              <a:gd name="connsiteY11" fmla="*/ 66676 h 3299211"/>
              <a:gd name="connsiteX12" fmla="*/ 971550 w 1688990"/>
              <a:gd name="connsiteY12" fmla="*/ 1 h 3299211"/>
              <a:gd name="connsiteX0" fmla="*/ 0 w 1688990"/>
              <a:gd name="connsiteY0" fmla="*/ 2973277 h 3300687"/>
              <a:gd name="connsiteX1" fmla="*/ 219075 w 1688990"/>
              <a:gd name="connsiteY1" fmla="*/ 3001852 h 3300687"/>
              <a:gd name="connsiteX2" fmla="*/ 352425 w 1688990"/>
              <a:gd name="connsiteY2" fmla="*/ 3278077 h 3300687"/>
              <a:gd name="connsiteX3" fmla="*/ 723900 w 1688990"/>
              <a:gd name="connsiteY3" fmla="*/ 3230452 h 3300687"/>
              <a:gd name="connsiteX4" fmla="*/ 1085850 w 1688990"/>
              <a:gd name="connsiteY4" fmla="*/ 2801827 h 3300687"/>
              <a:gd name="connsiteX5" fmla="*/ 1009650 w 1688990"/>
              <a:gd name="connsiteY5" fmla="*/ 1630252 h 3300687"/>
              <a:gd name="connsiteX6" fmla="*/ 1181100 w 1688990"/>
              <a:gd name="connsiteY6" fmla="*/ 1706452 h 3300687"/>
              <a:gd name="connsiteX7" fmla="*/ 1390650 w 1688990"/>
              <a:gd name="connsiteY7" fmla="*/ 1735027 h 3300687"/>
              <a:gd name="connsiteX8" fmla="*/ 1685925 w 1688990"/>
              <a:gd name="connsiteY8" fmla="*/ 1211152 h 3300687"/>
              <a:gd name="connsiteX9" fmla="*/ 1524000 w 1688990"/>
              <a:gd name="connsiteY9" fmla="*/ 372952 h 3300687"/>
              <a:gd name="connsiteX10" fmla="*/ 1200150 w 1688990"/>
              <a:gd name="connsiteY10" fmla="*/ 258652 h 3300687"/>
              <a:gd name="connsiteX11" fmla="*/ 1238250 w 1688990"/>
              <a:gd name="connsiteY11" fmla="*/ 68152 h 3300687"/>
              <a:gd name="connsiteX12" fmla="*/ 971550 w 1688990"/>
              <a:gd name="connsiteY12" fmla="*/ 1477 h 3300687"/>
              <a:gd name="connsiteX13" fmla="*/ 930915 w 1688990"/>
              <a:gd name="connsiteY13" fmla="*/ 22392 h 3300687"/>
              <a:gd name="connsiteX0" fmla="*/ 0 w 1688990"/>
              <a:gd name="connsiteY0" fmla="*/ 2971799 h 3299209"/>
              <a:gd name="connsiteX1" fmla="*/ 219075 w 1688990"/>
              <a:gd name="connsiteY1" fmla="*/ 3000374 h 3299209"/>
              <a:gd name="connsiteX2" fmla="*/ 352425 w 1688990"/>
              <a:gd name="connsiteY2" fmla="*/ 3276599 h 3299209"/>
              <a:gd name="connsiteX3" fmla="*/ 723900 w 1688990"/>
              <a:gd name="connsiteY3" fmla="*/ 3228974 h 3299209"/>
              <a:gd name="connsiteX4" fmla="*/ 1085850 w 1688990"/>
              <a:gd name="connsiteY4" fmla="*/ 2800349 h 3299209"/>
              <a:gd name="connsiteX5" fmla="*/ 1009650 w 1688990"/>
              <a:gd name="connsiteY5" fmla="*/ 1628774 h 3299209"/>
              <a:gd name="connsiteX6" fmla="*/ 1181100 w 1688990"/>
              <a:gd name="connsiteY6" fmla="*/ 1704974 h 3299209"/>
              <a:gd name="connsiteX7" fmla="*/ 1390650 w 1688990"/>
              <a:gd name="connsiteY7" fmla="*/ 1733549 h 3299209"/>
              <a:gd name="connsiteX8" fmla="*/ 1685925 w 1688990"/>
              <a:gd name="connsiteY8" fmla="*/ 1209674 h 3299209"/>
              <a:gd name="connsiteX9" fmla="*/ 1524000 w 1688990"/>
              <a:gd name="connsiteY9" fmla="*/ 371474 h 3299209"/>
              <a:gd name="connsiteX10" fmla="*/ 1200150 w 1688990"/>
              <a:gd name="connsiteY10" fmla="*/ 257174 h 3299209"/>
              <a:gd name="connsiteX11" fmla="*/ 1238250 w 1688990"/>
              <a:gd name="connsiteY11" fmla="*/ 66674 h 3299209"/>
              <a:gd name="connsiteX12" fmla="*/ 971550 w 1688990"/>
              <a:gd name="connsiteY12" fmla="*/ -1 h 3299209"/>
              <a:gd name="connsiteX0" fmla="*/ 0 w 1688990"/>
              <a:gd name="connsiteY0" fmla="*/ 2905124 h 3232534"/>
              <a:gd name="connsiteX1" fmla="*/ 219075 w 1688990"/>
              <a:gd name="connsiteY1" fmla="*/ 2933699 h 3232534"/>
              <a:gd name="connsiteX2" fmla="*/ 352425 w 1688990"/>
              <a:gd name="connsiteY2" fmla="*/ 3209924 h 3232534"/>
              <a:gd name="connsiteX3" fmla="*/ 723900 w 1688990"/>
              <a:gd name="connsiteY3" fmla="*/ 3162299 h 3232534"/>
              <a:gd name="connsiteX4" fmla="*/ 1085850 w 1688990"/>
              <a:gd name="connsiteY4" fmla="*/ 2733674 h 3232534"/>
              <a:gd name="connsiteX5" fmla="*/ 1009650 w 1688990"/>
              <a:gd name="connsiteY5" fmla="*/ 1562099 h 3232534"/>
              <a:gd name="connsiteX6" fmla="*/ 1181100 w 1688990"/>
              <a:gd name="connsiteY6" fmla="*/ 1638299 h 3232534"/>
              <a:gd name="connsiteX7" fmla="*/ 1390650 w 1688990"/>
              <a:gd name="connsiteY7" fmla="*/ 1666874 h 3232534"/>
              <a:gd name="connsiteX8" fmla="*/ 1685925 w 1688990"/>
              <a:gd name="connsiteY8" fmla="*/ 1142999 h 3232534"/>
              <a:gd name="connsiteX9" fmla="*/ 1524000 w 1688990"/>
              <a:gd name="connsiteY9" fmla="*/ 304799 h 3232534"/>
              <a:gd name="connsiteX10" fmla="*/ 1200150 w 1688990"/>
              <a:gd name="connsiteY10" fmla="*/ 190499 h 3232534"/>
              <a:gd name="connsiteX11" fmla="*/ 1238250 w 1688990"/>
              <a:gd name="connsiteY11" fmla="*/ -1 h 3232534"/>
              <a:gd name="connsiteX0" fmla="*/ 0 w 1688990"/>
              <a:gd name="connsiteY0" fmla="*/ 2714625 h 3042035"/>
              <a:gd name="connsiteX1" fmla="*/ 219075 w 1688990"/>
              <a:gd name="connsiteY1" fmla="*/ 2743200 h 3042035"/>
              <a:gd name="connsiteX2" fmla="*/ 352425 w 1688990"/>
              <a:gd name="connsiteY2" fmla="*/ 3019425 h 3042035"/>
              <a:gd name="connsiteX3" fmla="*/ 723900 w 1688990"/>
              <a:gd name="connsiteY3" fmla="*/ 2971800 h 3042035"/>
              <a:gd name="connsiteX4" fmla="*/ 1085850 w 1688990"/>
              <a:gd name="connsiteY4" fmla="*/ 2543175 h 3042035"/>
              <a:gd name="connsiteX5" fmla="*/ 1009650 w 1688990"/>
              <a:gd name="connsiteY5" fmla="*/ 1371600 h 3042035"/>
              <a:gd name="connsiteX6" fmla="*/ 1181100 w 1688990"/>
              <a:gd name="connsiteY6" fmla="*/ 1447800 h 3042035"/>
              <a:gd name="connsiteX7" fmla="*/ 1390650 w 1688990"/>
              <a:gd name="connsiteY7" fmla="*/ 1476375 h 3042035"/>
              <a:gd name="connsiteX8" fmla="*/ 1685925 w 1688990"/>
              <a:gd name="connsiteY8" fmla="*/ 952500 h 3042035"/>
              <a:gd name="connsiteX9" fmla="*/ 1524000 w 1688990"/>
              <a:gd name="connsiteY9" fmla="*/ 114300 h 3042035"/>
              <a:gd name="connsiteX10" fmla="*/ 1200150 w 1688990"/>
              <a:gd name="connsiteY10" fmla="*/ 0 h 3042035"/>
              <a:gd name="connsiteX0" fmla="*/ 0 w 1688990"/>
              <a:gd name="connsiteY0" fmla="*/ 2600325 h 2927735"/>
              <a:gd name="connsiteX1" fmla="*/ 219075 w 1688990"/>
              <a:gd name="connsiteY1" fmla="*/ 2628900 h 2927735"/>
              <a:gd name="connsiteX2" fmla="*/ 352425 w 1688990"/>
              <a:gd name="connsiteY2" fmla="*/ 2905125 h 2927735"/>
              <a:gd name="connsiteX3" fmla="*/ 723900 w 1688990"/>
              <a:gd name="connsiteY3" fmla="*/ 2857500 h 2927735"/>
              <a:gd name="connsiteX4" fmla="*/ 1085850 w 1688990"/>
              <a:gd name="connsiteY4" fmla="*/ 2428875 h 2927735"/>
              <a:gd name="connsiteX5" fmla="*/ 1009650 w 1688990"/>
              <a:gd name="connsiteY5" fmla="*/ 1257300 h 2927735"/>
              <a:gd name="connsiteX6" fmla="*/ 1181100 w 1688990"/>
              <a:gd name="connsiteY6" fmla="*/ 1333500 h 2927735"/>
              <a:gd name="connsiteX7" fmla="*/ 1390650 w 1688990"/>
              <a:gd name="connsiteY7" fmla="*/ 1362075 h 2927735"/>
              <a:gd name="connsiteX8" fmla="*/ 1685925 w 1688990"/>
              <a:gd name="connsiteY8" fmla="*/ 838200 h 2927735"/>
              <a:gd name="connsiteX9" fmla="*/ 1524000 w 1688990"/>
              <a:gd name="connsiteY9" fmla="*/ 0 h 2927735"/>
              <a:gd name="connsiteX0" fmla="*/ 0 w 1685924"/>
              <a:gd name="connsiteY0" fmla="*/ 1762125 h 2089535"/>
              <a:gd name="connsiteX1" fmla="*/ 219075 w 1685924"/>
              <a:gd name="connsiteY1" fmla="*/ 1790700 h 2089535"/>
              <a:gd name="connsiteX2" fmla="*/ 352425 w 1685924"/>
              <a:gd name="connsiteY2" fmla="*/ 2066925 h 2089535"/>
              <a:gd name="connsiteX3" fmla="*/ 723900 w 1685924"/>
              <a:gd name="connsiteY3" fmla="*/ 2019300 h 2089535"/>
              <a:gd name="connsiteX4" fmla="*/ 1085850 w 1685924"/>
              <a:gd name="connsiteY4" fmla="*/ 1590675 h 2089535"/>
              <a:gd name="connsiteX5" fmla="*/ 1009650 w 1685924"/>
              <a:gd name="connsiteY5" fmla="*/ 419100 h 2089535"/>
              <a:gd name="connsiteX6" fmla="*/ 1181100 w 1685924"/>
              <a:gd name="connsiteY6" fmla="*/ 495300 h 2089535"/>
              <a:gd name="connsiteX7" fmla="*/ 1390650 w 1685924"/>
              <a:gd name="connsiteY7" fmla="*/ 523875 h 2089535"/>
              <a:gd name="connsiteX8" fmla="*/ 1685925 w 1685924"/>
              <a:gd name="connsiteY8" fmla="*/ 0 h 2089535"/>
              <a:gd name="connsiteX0" fmla="*/ 0 w 1390650"/>
              <a:gd name="connsiteY0" fmla="*/ 1410952 h 1738362"/>
              <a:gd name="connsiteX1" fmla="*/ 219075 w 1390650"/>
              <a:gd name="connsiteY1" fmla="*/ 1439527 h 1738362"/>
              <a:gd name="connsiteX2" fmla="*/ 352425 w 1390650"/>
              <a:gd name="connsiteY2" fmla="*/ 1715752 h 1738362"/>
              <a:gd name="connsiteX3" fmla="*/ 723900 w 1390650"/>
              <a:gd name="connsiteY3" fmla="*/ 1668127 h 1738362"/>
              <a:gd name="connsiteX4" fmla="*/ 1085850 w 1390650"/>
              <a:gd name="connsiteY4" fmla="*/ 1239502 h 1738362"/>
              <a:gd name="connsiteX5" fmla="*/ 1009650 w 1390650"/>
              <a:gd name="connsiteY5" fmla="*/ 67927 h 1738362"/>
              <a:gd name="connsiteX6" fmla="*/ 1181100 w 1390650"/>
              <a:gd name="connsiteY6" fmla="*/ 144127 h 1738362"/>
              <a:gd name="connsiteX7" fmla="*/ 1390650 w 1390650"/>
              <a:gd name="connsiteY7" fmla="*/ 172702 h 1738362"/>
              <a:gd name="connsiteX0" fmla="*/ 0 w 1181101"/>
              <a:gd name="connsiteY0" fmla="*/ 1410952 h 1738362"/>
              <a:gd name="connsiteX1" fmla="*/ 219075 w 1181101"/>
              <a:gd name="connsiteY1" fmla="*/ 1439527 h 1738362"/>
              <a:gd name="connsiteX2" fmla="*/ 352425 w 1181101"/>
              <a:gd name="connsiteY2" fmla="*/ 1715752 h 1738362"/>
              <a:gd name="connsiteX3" fmla="*/ 723900 w 1181101"/>
              <a:gd name="connsiteY3" fmla="*/ 1668127 h 1738362"/>
              <a:gd name="connsiteX4" fmla="*/ 1085850 w 1181101"/>
              <a:gd name="connsiteY4" fmla="*/ 1239502 h 1738362"/>
              <a:gd name="connsiteX5" fmla="*/ 1009650 w 1181101"/>
              <a:gd name="connsiteY5" fmla="*/ 67927 h 1738362"/>
              <a:gd name="connsiteX6" fmla="*/ 1181100 w 1181101"/>
              <a:gd name="connsiteY6" fmla="*/ 144127 h 1738362"/>
              <a:gd name="connsiteX0" fmla="*/ 0 w 1095797"/>
              <a:gd name="connsiteY0" fmla="*/ 1343025 h 1670435"/>
              <a:gd name="connsiteX1" fmla="*/ 219075 w 1095797"/>
              <a:gd name="connsiteY1" fmla="*/ 1371600 h 1670435"/>
              <a:gd name="connsiteX2" fmla="*/ 352425 w 1095797"/>
              <a:gd name="connsiteY2" fmla="*/ 1647825 h 1670435"/>
              <a:gd name="connsiteX3" fmla="*/ 723900 w 1095797"/>
              <a:gd name="connsiteY3" fmla="*/ 1600200 h 1670435"/>
              <a:gd name="connsiteX4" fmla="*/ 1085850 w 1095797"/>
              <a:gd name="connsiteY4" fmla="*/ 1171575 h 1670435"/>
              <a:gd name="connsiteX5" fmla="*/ 1009650 w 1095797"/>
              <a:gd name="connsiteY5" fmla="*/ 0 h 1670435"/>
              <a:gd name="connsiteX0" fmla="*/ 0 w 1085850"/>
              <a:gd name="connsiteY0" fmla="*/ 171450 h 498860"/>
              <a:gd name="connsiteX1" fmla="*/ 219075 w 1085850"/>
              <a:gd name="connsiteY1" fmla="*/ 200025 h 498860"/>
              <a:gd name="connsiteX2" fmla="*/ 352425 w 1085850"/>
              <a:gd name="connsiteY2" fmla="*/ 476250 h 498860"/>
              <a:gd name="connsiteX3" fmla="*/ 723900 w 1085850"/>
              <a:gd name="connsiteY3" fmla="*/ 428625 h 498860"/>
              <a:gd name="connsiteX4" fmla="*/ 1085850 w 1085850"/>
              <a:gd name="connsiteY4" fmla="*/ 0 h 498860"/>
              <a:gd name="connsiteX0" fmla="*/ 0 w 2422757"/>
              <a:gd name="connsiteY0" fmla="*/ 526243 h 526243"/>
              <a:gd name="connsiteX1" fmla="*/ 1555982 w 2422757"/>
              <a:gd name="connsiteY1" fmla="*/ 200025 h 526243"/>
              <a:gd name="connsiteX2" fmla="*/ 1689332 w 2422757"/>
              <a:gd name="connsiteY2" fmla="*/ 476250 h 526243"/>
              <a:gd name="connsiteX3" fmla="*/ 2060807 w 2422757"/>
              <a:gd name="connsiteY3" fmla="*/ 428625 h 526243"/>
              <a:gd name="connsiteX4" fmla="*/ 2422757 w 2422757"/>
              <a:gd name="connsiteY4" fmla="*/ 0 h 526243"/>
              <a:gd name="connsiteX0" fmla="*/ 0 w 2422757"/>
              <a:gd name="connsiteY0" fmla="*/ 526243 h 852272"/>
              <a:gd name="connsiteX1" fmla="*/ 178717 w 2422757"/>
              <a:gd name="connsiteY1" fmla="*/ 847281 h 852272"/>
              <a:gd name="connsiteX2" fmla="*/ 1689332 w 2422757"/>
              <a:gd name="connsiteY2" fmla="*/ 476250 h 852272"/>
              <a:gd name="connsiteX3" fmla="*/ 2060807 w 2422757"/>
              <a:gd name="connsiteY3" fmla="*/ 428625 h 852272"/>
              <a:gd name="connsiteX4" fmla="*/ 2422757 w 2422757"/>
              <a:gd name="connsiteY4" fmla="*/ 0 h 852272"/>
              <a:gd name="connsiteX0" fmla="*/ 0 w 2422757"/>
              <a:gd name="connsiteY0" fmla="*/ 526243 h 871253"/>
              <a:gd name="connsiteX1" fmla="*/ 239256 w 2422757"/>
              <a:gd name="connsiteY1" fmla="*/ 866459 h 871253"/>
              <a:gd name="connsiteX2" fmla="*/ 1689332 w 2422757"/>
              <a:gd name="connsiteY2" fmla="*/ 476250 h 871253"/>
              <a:gd name="connsiteX3" fmla="*/ 2060807 w 2422757"/>
              <a:gd name="connsiteY3" fmla="*/ 428625 h 871253"/>
              <a:gd name="connsiteX4" fmla="*/ 2422757 w 2422757"/>
              <a:gd name="connsiteY4" fmla="*/ 0 h 871253"/>
              <a:gd name="connsiteX0" fmla="*/ 0 w 2422757"/>
              <a:gd name="connsiteY0" fmla="*/ 526243 h 875526"/>
              <a:gd name="connsiteX1" fmla="*/ 239256 w 2422757"/>
              <a:gd name="connsiteY1" fmla="*/ 866459 h 875526"/>
              <a:gd name="connsiteX2" fmla="*/ 747246 w 2422757"/>
              <a:gd name="connsiteY2" fmla="*/ 751728 h 875526"/>
              <a:gd name="connsiteX3" fmla="*/ 1689332 w 2422757"/>
              <a:gd name="connsiteY3" fmla="*/ 476250 h 875526"/>
              <a:gd name="connsiteX4" fmla="*/ 2060807 w 2422757"/>
              <a:gd name="connsiteY4" fmla="*/ 428625 h 875526"/>
              <a:gd name="connsiteX5" fmla="*/ 2422757 w 2422757"/>
              <a:gd name="connsiteY5" fmla="*/ 0 h 875526"/>
              <a:gd name="connsiteX0" fmla="*/ 0 w 2422757"/>
              <a:gd name="connsiteY0" fmla="*/ 526243 h 1229011"/>
              <a:gd name="connsiteX1" fmla="*/ 239256 w 2422757"/>
              <a:gd name="connsiteY1" fmla="*/ 866459 h 1229011"/>
              <a:gd name="connsiteX2" fmla="*/ 696796 w 2422757"/>
              <a:gd name="connsiteY2" fmla="*/ 1221587 h 1229011"/>
              <a:gd name="connsiteX3" fmla="*/ 1689332 w 2422757"/>
              <a:gd name="connsiteY3" fmla="*/ 476250 h 1229011"/>
              <a:gd name="connsiteX4" fmla="*/ 2060807 w 2422757"/>
              <a:gd name="connsiteY4" fmla="*/ 428625 h 1229011"/>
              <a:gd name="connsiteX5" fmla="*/ 2422757 w 2422757"/>
              <a:gd name="connsiteY5" fmla="*/ 0 h 1229011"/>
              <a:gd name="connsiteX0" fmla="*/ 0 w 2422757"/>
              <a:gd name="connsiteY0" fmla="*/ 526243 h 1229452"/>
              <a:gd name="connsiteX1" fmla="*/ 214032 w 2422757"/>
              <a:gd name="connsiteY1" fmla="*/ 890432 h 1229452"/>
              <a:gd name="connsiteX2" fmla="*/ 696796 w 2422757"/>
              <a:gd name="connsiteY2" fmla="*/ 1221587 h 1229452"/>
              <a:gd name="connsiteX3" fmla="*/ 1689332 w 2422757"/>
              <a:gd name="connsiteY3" fmla="*/ 476250 h 1229452"/>
              <a:gd name="connsiteX4" fmla="*/ 2060807 w 2422757"/>
              <a:gd name="connsiteY4" fmla="*/ 428625 h 1229452"/>
              <a:gd name="connsiteX5" fmla="*/ 2422757 w 2422757"/>
              <a:gd name="connsiteY5" fmla="*/ 0 h 1229452"/>
              <a:gd name="connsiteX0" fmla="*/ 0 w 2629598"/>
              <a:gd name="connsiteY0" fmla="*/ 2367328 h 3070537"/>
              <a:gd name="connsiteX1" fmla="*/ 214032 w 2629598"/>
              <a:gd name="connsiteY1" fmla="*/ 2731517 h 3070537"/>
              <a:gd name="connsiteX2" fmla="*/ 696796 w 2629598"/>
              <a:gd name="connsiteY2" fmla="*/ 3062672 h 3070537"/>
              <a:gd name="connsiteX3" fmla="*/ 1689332 w 2629598"/>
              <a:gd name="connsiteY3" fmla="*/ 2317335 h 3070537"/>
              <a:gd name="connsiteX4" fmla="*/ 2060807 w 2629598"/>
              <a:gd name="connsiteY4" fmla="*/ 2269710 h 3070537"/>
              <a:gd name="connsiteX5" fmla="*/ 2629598 w 2629598"/>
              <a:gd name="connsiteY5" fmla="*/ 0 h 3070537"/>
              <a:gd name="connsiteX0" fmla="*/ 0 w 2629598"/>
              <a:gd name="connsiteY0" fmla="*/ 2367328 h 3070537"/>
              <a:gd name="connsiteX1" fmla="*/ 214032 w 2629598"/>
              <a:gd name="connsiteY1" fmla="*/ 2731517 h 3070537"/>
              <a:gd name="connsiteX2" fmla="*/ 696796 w 2629598"/>
              <a:gd name="connsiteY2" fmla="*/ 3062672 h 3070537"/>
              <a:gd name="connsiteX3" fmla="*/ 1689332 w 2629598"/>
              <a:gd name="connsiteY3" fmla="*/ 2317335 h 3070537"/>
              <a:gd name="connsiteX4" fmla="*/ 2272694 w 2629598"/>
              <a:gd name="connsiteY4" fmla="*/ 481362 h 3070537"/>
              <a:gd name="connsiteX5" fmla="*/ 2629598 w 2629598"/>
              <a:gd name="connsiteY5" fmla="*/ 0 h 3070537"/>
              <a:gd name="connsiteX0" fmla="*/ 0 w 2629598"/>
              <a:gd name="connsiteY0" fmla="*/ 2367328 h 3070537"/>
              <a:gd name="connsiteX1" fmla="*/ 214032 w 2629598"/>
              <a:gd name="connsiteY1" fmla="*/ 2731517 h 3070537"/>
              <a:gd name="connsiteX2" fmla="*/ 696796 w 2629598"/>
              <a:gd name="connsiteY2" fmla="*/ 3062672 h 3070537"/>
              <a:gd name="connsiteX3" fmla="*/ 2103015 w 2629598"/>
              <a:gd name="connsiteY3" fmla="*/ 1991310 h 3070537"/>
              <a:gd name="connsiteX4" fmla="*/ 2272694 w 2629598"/>
              <a:gd name="connsiteY4" fmla="*/ 481362 h 3070537"/>
              <a:gd name="connsiteX5" fmla="*/ 2629598 w 2629598"/>
              <a:gd name="connsiteY5" fmla="*/ 0 h 3070537"/>
              <a:gd name="connsiteX0" fmla="*/ 0 w 4391958"/>
              <a:gd name="connsiteY0" fmla="*/ 4438549 h 5141758"/>
              <a:gd name="connsiteX1" fmla="*/ 214032 w 4391958"/>
              <a:gd name="connsiteY1" fmla="*/ 4802738 h 5141758"/>
              <a:gd name="connsiteX2" fmla="*/ 696796 w 4391958"/>
              <a:gd name="connsiteY2" fmla="*/ 5133893 h 5141758"/>
              <a:gd name="connsiteX3" fmla="*/ 2103015 w 4391958"/>
              <a:gd name="connsiteY3" fmla="*/ 4062531 h 5141758"/>
              <a:gd name="connsiteX4" fmla="*/ 2272694 w 4391958"/>
              <a:gd name="connsiteY4" fmla="*/ 2552583 h 5141758"/>
              <a:gd name="connsiteX5" fmla="*/ 4391958 w 4391958"/>
              <a:gd name="connsiteY5" fmla="*/ 0 h 5141758"/>
              <a:gd name="connsiteX0" fmla="*/ 0 w 4391958"/>
              <a:gd name="connsiteY0" fmla="*/ 4438549 h 5141758"/>
              <a:gd name="connsiteX1" fmla="*/ 214032 w 4391958"/>
              <a:gd name="connsiteY1" fmla="*/ 4802738 h 5141758"/>
              <a:gd name="connsiteX2" fmla="*/ 696796 w 4391958"/>
              <a:gd name="connsiteY2" fmla="*/ 5133893 h 5141758"/>
              <a:gd name="connsiteX3" fmla="*/ 2103015 w 4391958"/>
              <a:gd name="connsiteY3" fmla="*/ 4062531 h 5141758"/>
              <a:gd name="connsiteX4" fmla="*/ 2091076 w 4391958"/>
              <a:gd name="connsiteY4" fmla="*/ 1433868 h 5141758"/>
              <a:gd name="connsiteX5" fmla="*/ 4391958 w 4391958"/>
              <a:gd name="connsiteY5" fmla="*/ 0 h 5141758"/>
              <a:gd name="connsiteX0" fmla="*/ 0 w 4391958"/>
              <a:gd name="connsiteY0" fmla="*/ 4438549 h 5141758"/>
              <a:gd name="connsiteX1" fmla="*/ 214032 w 4391958"/>
              <a:gd name="connsiteY1" fmla="*/ 4802738 h 5141758"/>
              <a:gd name="connsiteX2" fmla="*/ 696796 w 4391958"/>
              <a:gd name="connsiteY2" fmla="*/ 5133893 h 5141758"/>
              <a:gd name="connsiteX3" fmla="*/ 2257726 w 4391958"/>
              <a:gd name="connsiteY3" fmla="*/ 3934677 h 5141758"/>
              <a:gd name="connsiteX4" fmla="*/ 2091076 w 4391958"/>
              <a:gd name="connsiteY4" fmla="*/ 1433868 h 5141758"/>
              <a:gd name="connsiteX5" fmla="*/ 4391958 w 4391958"/>
              <a:gd name="connsiteY5" fmla="*/ 0 h 5141758"/>
              <a:gd name="connsiteX0" fmla="*/ 0 w 4391958"/>
              <a:gd name="connsiteY0" fmla="*/ 4438549 h 5141758"/>
              <a:gd name="connsiteX1" fmla="*/ 214032 w 4391958"/>
              <a:gd name="connsiteY1" fmla="*/ 4802738 h 5141758"/>
              <a:gd name="connsiteX2" fmla="*/ 696796 w 4391958"/>
              <a:gd name="connsiteY2" fmla="*/ 5133893 h 5141758"/>
              <a:gd name="connsiteX3" fmla="*/ 2419163 w 4391958"/>
              <a:gd name="connsiteY3" fmla="*/ 3691756 h 5141758"/>
              <a:gd name="connsiteX4" fmla="*/ 2091076 w 4391958"/>
              <a:gd name="connsiteY4" fmla="*/ 1433868 h 5141758"/>
              <a:gd name="connsiteX5" fmla="*/ 4391958 w 4391958"/>
              <a:gd name="connsiteY5" fmla="*/ 0 h 5141758"/>
              <a:gd name="connsiteX0" fmla="*/ 0 w 4391958"/>
              <a:gd name="connsiteY0" fmla="*/ 4438549 h 5141758"/>
              <a:gd name="connsiteX1" fmla="*/ 214032 w 4391958"/>
              <a:gd name="connsiteY1" fmla="*/ 4802738 h 5141758"/>
              <a:gd name="connsiteX2" fmla="*/ 696796 w 4391958"/>
              <a:gd name="connsiteY2" fmla="*/ 5133893 h 5141758"/>
              <a:gd name="connsiteX3" fmla="*/ 2452796 w 4391958"/>
              <a:gd name="connsiteY3" fmla="*/ 3704542 h 5141758"/>
              <a:gd name="connsiteX4" fmla="*/ 2091076 w 4391958"/>
              <a:gd name="connsiteY4" fmla="*/ 1433868 h 5141758"/>
              <a:gd name="connsiteX5" fmla="*/ 4391958 w 4391958"/>
              <a:gd name="connsiteY5" fmla="*/ 0 h 5141758"/>
              <a:gd name="connsiteX0" fmla="*/ 0 w 4391958"/>
              <a:gd name="connsiteY0" fmla="*/ 4438549 h 5141758"/>
              <a:gd name="connsiteX1" fmla="*/ 214032 w 4391958"/>
              <a:gd name="connsiteY1" fmla="*/ 4802738 h 5141758"/>
              <a:gd name="connsiteX2" fmla="*/ 696796 w 4391958"/>
              <a:gd name="connsiteY2" fmla="*/ 5133893 h 5141758"/>
              <a:gd name="connsiteX3" fmla="*/ 2452796 w 4391958"/>
              <a:gd name="connsiteY3" fmla="*/ 3704542 h 5141758"/>
              <a:gd name="connsiteX4" fmla="*/ 2070897 w 4391958"/>
              <a:gd name="connsiteY4" fmla="*/ 1446653 h 5141758"/>
              <a:gd name="connsiteX5" fmla="*/ 4391958 w 4391958"/>
              <a:gd name="connsiteY5" fmla="*/ 0 h 5141758"/>
              <a:gd name="connsiteX0" fmla="*/ 0 w 4391958"/>
              <a:gd name="connsiteY0" fmla="*/ 4438549 h 5141758"/>
              <a:gd name="connsiteX1" fmla="*/ 214032 w 4391958"/>
              <a:gd name="connsiteY1" fmla="*/ 4802738 h 5141758"/>
              <a:gd name="connsiteX2" fmla="*/ 696796 w 4391958"/>
              <a:gd name="connsiteY2" fmla="*/ 5133893 h 5141758"/>
              <a:gd name="connsiteX3" fmla="*/ 2452796 w 4391958"/>
              <a:gd name="connsiteY3" fmla="*/ 3704542 h 5141758"/>
              <a:gd name="connsiteX4" fmla="*/ 2070897 w 4391958"/>
              <a:gd name="connsiteY4" fmla="*/ 1446653 h 5141758"/>
              <a:gd name="connsiteX5" fmla="*/ 4391958 w 4391958"/>
              <a:gd name="connsiteY5" fmla="*/ 0 h 5141758"/>
              <a:gd name="connsiteX0" fmla="*/ 0 w 4391958"/>
              <a:gd name="connsiteY0" fmla="*/ 4438549 h 5141758"/>
              <a:gd name="connsiteX1" fmla="*/ 214032 w 4391958"/>
              <a:gd name="connsiteY1" fmla="*/ 4802738 h 5141758"/>
              <a:gd name="connsiteX2" fmla="*/ 696796 w 4391958"/>
              <a:gd name="connsiteY2" fmla="*/ 5133893 h 5141758"/>
              <a:gd name="connsiteX3" fmla="*/ 2452796 w 4391958"/>
              <a:gd name="connsiteY3" fmla="*/ 3704542 h 5141758"/>
              <a:gd name="connsiteX4" fmla="*/ 2070897 w 4391958"/>
              <a:gd name="connsiteY4" fmla="*/ 1446653 h 5141758"/>
              <a:gd name="connsiteX5" fmla="*/ 4391958 w 4391958"/>
              <a:gd name="connsiteY5" fmla="*/ 0 h 5141758"/>
              <a:gd name="connsiteX0" fmla="*/ 0 w 4391958"/>
              <a:gd name="connsiteY0" fmla="*/ 4438549 h 5141758"/>
              <a:gd name="connsiteX1" fmla="*/ 214032 w 4391958"/>
              <a:gd name="connsiteY1" fmla="*/ 4802738 h 5141758"/>
              <a:gd name="connsiteX2" fmla="*/ 696796 w 4391958"/>
              <a:gd name="connsiteY2" fmla="*/ 5133893 h 5141758"/>
              <a:gd name="connsiteX3" fmla="*/ 2452796 w 4391958"/>
              <a:gd name="connsiteY3" fmla="*/ 3704542 h 5141758"/>
              <a:gd name="connsiteX4" fmla="*/ 2070897 w 4391958"/>
              <a:gd name="connsiteY4" fmla="*/ 1446653 h 5141758"/>
              <a:gd name="connsiteX5" fmla="*/ 2992235 w 4391958"/>
              <a:gd name="connsiteY5" fmla="*/ 742136 h 5141758"/>
              <a:gd name="connsiteX6" fmla="*/ 4391958 w 4391958"/>
              <a:gd name="connsiteY6" fmla="*/ 0 h 5141758"/>
              <a:gd name="connsiteX0" fmla="*/ 0 w 4391958"/>
              <a:gd name="connsiteY0" fmla="*/ 4438549 h 5141758"/>
              <a:gd name="connsiteX1" fmla="*/ 214032 w 4391958"/>
              <a:gd name="connsiteY1" fmla="*/ 4802738 h 5141758"/>
              <a:gd name="connsiteX2" fmla="*/ 696796 w 4391958"/>
              <a:gd name="connsiteY2" fmla="*/ 5133893 h 5141758"/>
              <a:gd name="connsiteX3" fmla="*/ 2452796 w 4391958"/>
              <a:gd name="connsiteY3" fmla="*/ 3704542 h 5141758"/>
              <a:gd name="connsiteX4" fmla="*/ 2070897 w 4391958"/>
              <a:gd name="connsiteY4" fmla="*/ 1446653 h 5141758"/>
              <a:gd name="connsiteX5" fmla="*/ 3301657 w 4391958"/>
              <a:gd name="connsiteY5" fmla="*/ 1662679 h 5141758"/>
              <a:gd name="connsiteX6" fmla="*/ 4391958 w 4391958"/>
              <a:gd name="connsiteY6" fmla="*/ 0 h 5141758"/>
              <a:gd name="connsiteX0" fmla="*/ 0 w 4391958"/>
              <a:gd name="connsiteY0" fmla="*/ 4438549 h 5141758"/>
              <a:gd name="connsiteX1" fmla="*/ 214032 w 4391958"/>
              <a:gd name="connsiteY1" fmla="*/ 4802738 h 5141758"/>
              <a:gd name="connsiteX2" fmla="*/ 696796 w 4391958"/>
              <a:gd name="connsiteY2" fmla="*/ 5133893 h 5141758"/>
              <a:gd name="connsiteX3" fmla="*/ 2452796 w 4391958"/>
              <a:gd name="connsiteY3" fmla="*/ 3704542 h 5141758"/>
              <a:gd name="connsiteX4" fmla="*/ 2070897 w 4391958"/>
              <a:gd name="connsiteY4" fmla="*/ 1446653 h 5141758"/>
              <a:gd name="connsiteX5" fmla="*/ 3288204 w 4391958"/>
              <a:gd name="connsiteY5" fmla="*/ 1656286 h 5141758"/>
              <a:gd name="connsiteX6" fmla="*/ 4391958 w 4391958"/>
              <a:gd name="connsiteY6" fmla="*/ 0 h 5141758"/>
              <a:gd name="connsiteX0" fmla="*/ 0 w 4391958"/>
              <a:gd name="connsiteY0" fmla="*/ 4438549 h 5141758"/>
              <a:gd name="connsiteX1" fmla="*/ 214032 w 4391958"/>
              <a:gd name="connsiteY1" fmla="*/ 4802738 h 5141758"/>
              <a:gd name="connsiteX2" fmla="*/ 696796 w 4391958"/>
              <a:gd name="connsiteY2" fmla="*/ 5133893 h 5141758"/>
              <a:gd name="connsiteX3" fmla="*/ 2452796 w 4391958"/>
              <a:gd name="connsiteY3" fmla="*/ 3704542 h 5141758"/>
              <a:gd name="connsiteX4" fmla="*/ 2070897 w 4391958"/>
              <a:gd name="connsiteY4" fmla="*/ 1446653 h 5141758"/>
              <a:gd name="connsiteX5" fmla="*/ 3288204 w 4391958"/>
              <a:gd name="connsiteY5" fmla="*/ 1656286 h 5141758"/>
              <a:gd name="connsiteX6" fmla="*/ 4391958 w 4391958"/>
              <a:gd name="connsiteY6" fmla="*/ 0 h 5141758"/>
              <a:gd name="connsiteX0" fmla="*/ 0 w 3759661"/>
              <a:gd name="connsiteY0" fmla="*/ 4687863 h 5391072"/>
              <a:gd name="connsiteX1" fmla="*/ 214032 w 3759661"/>
              <a:gd name="connsiteY1" fmla="*/ 5052052 h 5391072"/>
              <a:gd name="connsiteX2" fmla="*/ 696796 w 3759661"/>
              <a:gd name="connsiteY2" fmla="*/ 5383207 h 5391072"/>
              <a:gd name="connsiteX3" fmla="*/ 2452796 w 3759661"/>
              <a:gd name="connsiteY3" fmla="*/ 3953856 h 5391072"/>
              <a:gd name="connsiteX4" fmla="*/ 2070897 w 3759661"/>
              <a:gd name="connsiteY4" fmla="*/ 1695967 h 5391072"/>
              <a:gd name="connsiteX5" fmla="*/ 3288204 w 3759661"/>
              <a:gd name="connsiteY5" fmla="*/ 1905600 h 5391072"/>
              <a:gd name="connsiteX6" fmla="*/ 3759661 w 3759661"/>
              <a:gd name="connsiteY6" fmla="*/ 0 h 5391072"/>
              <a:gd name="connsiteX0" fmla="*/ 0 w 3340576"/>
              <a:gd name="connsiteY0" fmla="*/ 6036714 h 6739923"/>
              <a:gd name="connsiteX1" fmla="*/ 214032 w 3340576"/>
              <a:gd name="connsiteY1" fmla="*/ 6400903 h 6739923"/>
              <a:gd name="connsiteX2" fmla="*/ 696796 w 3340576"/>
              <a:gd name="connsiteY2" fmla="*/ 6732058 h 6739923"/>
              <a:gd name="connsiteX3" fmla="*/ 2452796 w 3340576"/>
              <a:gd name="connsiteY3" fmla="*/ 5302707 h 6739923"/>
              <a:gd name="connsiteX4" fmla="*/ 2070897 w 3340576"/>
              <a:gd name="connsiteY4" fmla="*/ 3044818 h 6739923"/>
              <a:gd name="connsiteX5" fmla="*/ 3288204 w 3340576"/>
              <a:gd name="connsiteY5" fmla="*/ 3254451 h 6739923"/>
              <a:gd name="connsiteX6" fmla="*/ 2017480 w 3340576"/>
              <a:gd name="connsiteY6" fmla="*/ 0 h 6739923"/>
              <a:gd name="connsiteX0" fmla="*/ 0 w 3322807"/>
              <a:gd name="connsiteY0" fmla="*/ 6036714 h 6739923"/>
              <a:gd name="connsiteX1" fmla="*/ 214032 w 3322807"/>
              <a:gd name="connsiteY1" fmla="*/ 6400903 h 6739923"/>
              <a:gd name="connsiteX2" fmla="*/ 696796 w 3322807"/>
              <a:gd name="connsiteY2" fmla="*/ 6732058 h 6739923"/>
              <a:gd name="connsiteX3" fmla="*/ 2452796 w 3322807"/>
              <a:gd name="connsiteY3" fmla="*/ 5302707 h 6739923"/>
              <a:gd name="connsiteX4" fmla="*/ 2070897 w 3322807"/>
              <a:gd name="connsiteY4" fmla="*/ 3044818 h 6739923"/>
              <a:gd name="connsiteX5" fmla="*/ 3288204 w 3322807"/>
              <a:gd name="connsiteY5" fmla="*/ 3254451 h 6739923"/>
              <a:gd name="connsiteX6" fmla="*/ 2904790 w 3322807"/>
              <a:gd name="connsiteY6" fmla="*/ 1988706 h 6739923"/>
              <a:gd name="connsiteX7" fmla="*/ 2017480 w 3322807"/>
              <a:gd name="connsiteY7" fmla="*/ 0 h 6739923"/>
              <a:gd name="connsiteX0" fmla="*/ 0 w 3326962"/>
              <a:gd name="connsiteY0" fmla="*/ 6036714 h 6739923"/>
              <a:gd name="connsiteX1" fmla="*/ 214032 w 3326962"/>
              <a:gd name="connsiteY1" fmla="*/ 6400903 h 6739923"/>
              <a:gd name="connsiteX2" fmla="*/ 696796 w 3326962"/>
              <a:gd name="connsiteY2" fmla="*/ 6732058 h 6739923"/>
              <a:gd name="connsiteX3" fmla="*/ 2452796 w 3326962"/>
              <a:gd name="connsiteY3" fmla="*/ 5302707 h 6739923"/>
              <a:gd name="connsiteX4" fmla="*/ 2070897 w 3326962"/>
              <a:gd name="connsiteY4" fmla="*/ 3044818 h 6739923"/>
              <a:gd name="connsiteX5" fmla="*/ 3288204 w 3326962"/>
              <a:gd name="connsiteY5" fmla="*/ 3254451 h 6739923"/>
              <a:gd name="connsiteX6" fmla="*/ 2951876 w 3326962"/>
              <a:gd name="connsiteY6" fmla="*/ 1694644 h 6739923"/>
              <a:gd name="connsiteX7" fmla="*/ 2017480 w 3326962"/>
              <a:gd name="connsiteY7" fmla="*/ 0 h 6739923"/>
              <a:gd name="connsiteX0" fmla="*/ 0 w 3321280"/>
              <a:gd name="connsiteY0" fmla="*/ 6036714 h 6739923"/>
              <a:gd name="connsiteX1" fmla="*/ 214032 w 3321280"/>
              <a:gd name="connsiteY1" fmla="*/ 6400903 h 6739923"/>
              <a:gd name="connsiteX2" fmla="*/ 696796 w 3321280"/>
              <a:gd name="connsiteY2" fmla="*/ 6732058 h 6739923"/>
              <a:gd name="connsiteX3" fmla="*/ 2452796 w 3321280"/>
              <a:gd name="connsiteY3" fmla="*/ 5302707 h 6739923"/>
              <a:gd name="connsiteX4" fmla="*/ 2070897 w 3321280"/>
              <a:gd name="connsiteY4" fmla="*/ 3044818 h 6739923"/>
              <a:gd name="connsiteX5" fmla="*/ 3288204 w 3321280"/>
              <a:gd name="connsiteY5" fmla="*/ 3254451 h 6739923"/>
              <a:gd name="connsiteX6" fmla="*/ 2951876 w 3321280"/>
              <a:gd name="connsiteY6" fmla="*/ 1694644 h 6739923"/>
              <a:gd name="connsiteX7" fmla="*/ 2447383 w 3321280"/>
              <a:gd name="connsiteY7" fmla="*/ 767709 h 6739923"/>
              <a:gd name="connsiteX8" fmla="*/ 2017480 w 3321280"/>
              <a:gd name="connsiteY8" fmla="*/ 0 h 6739923"/>
              <a:gd name="connsiteX0" fmla="*/ 0 w 3321280"/>
              <a:gd name="connsiteY0" fmla="*/ 6036714 h 6739923"/>
              <a:gd name="connsiteX1" fmla="*/ 214032 w 3321280"/>
              <a:gd name="connsiteY1" fmla="*/ 6400903 h 6739923"/>
              <a:gd name="connsiteX2" fmla="*/ 696796 w 3321280"/>
              <a:gd name="connsiteY2" fmla="*/ 6732058 h 6739923"/>
              <a:gd name="connsiteX3" fmla="*/ 2452796 w 3321280"/>
              <a:gd name="connsiteY3" fmla="*/ 5302707 h 6739923"/>
              <a:gd name="connsiteX4" fmla="*/ 2070897 w 3321280"/>
              <a:gd name="connsiteY4" fmla="*/ 3044818 h 6739923"/>
              <a:gd name="connsiteX5" fmla="*/ 3288204 w 3321280"/>
              <a:gd name="connsiteY5" fmla="*/ 3254451 h 6739923"/>
              <a:gd name="connsiteX6" fmla="*/ 2951876 w 3321280"/>
              <a:gd name="connsiteY6" fmla="*/ 1694644 h 6739923"/>
              <a:gd name="connsiteX7" fmla="*/ 2561735 w 3321280"/>
              <a:gd name="connsiteY7" fmla="*/ 620678 h 6739923"/>
              <a:gd name="connsiteX8" fmla="*/ 2017480 w 3321280"/>
              <a:gd name="connsiteY8" fmla="*/ 0 h 6739923"/>
              <a:gd name="connsiteX0" fmla="*/ 0 w 3321280"/>
              <a:gd name="connsiteY0" fmla="*/ 6036714 h 6739923"/>
              <a:gd name="connsiteX1" fmla="*/ 214032 w 3321280"/>
              <a:gd name="connsiteY1" fmla="*/ 6400903 h 6739923"/>
              <a:gd name="connsiteX2" fmla="*/ 696796 w 3321280"/>
              <a:gd name="connsiteY2" fmla="*/ 6732058 h 6739923"/>
              <a:gd name="connsiteX3" fmla="*/ 2452796 w 3321280"/>
              <a:gd name="connsiteY3" fmla="*/ 5302707 h 6739923"/>
              <a:gd name="connsiteX4" fmla="*/ 2070897 w 3321280"/>
              <a:gd name="connsiteY4" fmla="*/ 3044818 h 6739923"/>
              <a:gd name="connsiteX5" fmla="*/ 3288204 w 3321280"/>
              <a:gd name="connsiteY5" fmla="*/ 3254451 h 6739923"/>
              <a:gd name="connsiteX6" fmla="*/ 2951876 w 3321280"/>
              <a:gd name="connsiteY6" fmla="*/ 1694644 h 6739923"/>
              <a:gd name="connsiteX7" fmla="*/ 2561735 w 3321280"/>
              <a:gd name="connsiteY7" fmla="*/ 620678 h 6739923"/>
              <a:gd name="connsiteX8" fmla="*/ 2312852 w 3321280"/>
              <a:gd name="connsiteY8" fmla="*/ 326615 h 6739923"/>
              <a:gd name="connsiteX9" fmla="*/ 2017480 w 3321280"/>
              <a:gd name="connsiteY9" fmla="*/ 0 h 6739923"/>
              <a:gd name="connsiteX0" fmla="*/ 0 w 3321280"/>
              <a:gd name="connsiteY0" fmla="*/ 6036714 h 6739923"/>
              <a:gd name="connsiteX1" fmla="*/ 214032 w 3321280"/>
              <a:gd name="connsiteY1" fmla="*/ 6400903 h 6739923"/>
              <a:gd name="connsiteX2" fmla="*/ 696796 w 3321280"/>
              <a:gd name="connsiteY2" fmla="*/ 6732058 h 6739923"/>
              <a:gd name="connsiteX3" fmla="*/ 2452796 w 3321280"/>
              <a:gd name="connsiteY3" fmla="*/ 5302707 h 6739923"/>
              <a:gd name="connsiteX4" fmla="*/ 2070897 w 3321280"/>
              <a:gd name="connsiteY4" fmla="*/ 3044818 h 6739923"/>
              <a:gd name="connsiteX5" fmla="*/ 3288204 w 3321280"/>
              <a:gd name="connsiteY5" fmla="*/ 3254451 h 6739923"/>
              <a:gd name="connsiteX6" fmla="*/ 2951876 w 3321280"/>
              <a:gd name="connsiteY6" fmla="*/ 1694644 h 6739923"/>
              <a:gd name="connsiteX7" fmla="*/ 2561735 w 3321280"/>
              <a:gd name="connsiteY7" fmla="*/ 620678 h 6739923"/>
              <a:gd name="connsiteX8" fmla="*/ 2904790 w 3321280"/>
              <a:gd name="connsiteY8" fmla="*/ 301045 h 6739923"/>
              <a:gd name="connsiteX9" fmla="*/ 2017480 w 3321280"/>
              <a:gd name="connsiteY9" fmla="*/ 0 h 6739923"/>
              <a:gd name="connsiteX0" fmla="*/ 0 w 3321280"/>
              <a:gd name="connsiteY0" fmla="*/ 6036714 h 6739923"/>
              <a:gd name="connsiteX1" fmla="*/ 214032 w 3321280"/>
              <a:gd name="connsiteY1" fmla="*/ 6400903 h 6739923"/>
              <a:gd name="connsiteX2" fmla="*/ 696796 w 3321280"/>
              <a:gd name="connsiteY2" fmla="*/ 6732058 h 6739923"/>
              <a:gd name="connsiteX3" fmla="*/ 2452796 w 3321280"/>
              <a:gd name="connsiteY3" fmla="*/ 5302707 h 6739923"/>
              <a:gd name="connsiteX4" fmla="*/ 2070897 w 3321280"/>
              <a:gd name="connsiteY4" fmla="*/ 3044818 h 6739923"/>
              <a:gd name="connsiteX5" fmla="*/ 3288204 w 3321280"/>
              <a:gd name="connsiteY5" fmla="*/ 3254451 h 6739923"/>
              <a:gd name="connsiteX6" fmla="*/ 2951876 w 3321280"/>
              <a:gd name="connsiteY6" fmla="*/ 1694644 h 6739923"/>
              <a:gd name="connsiteX7" fmla="*/ 2561735 w 3321280"/>
              <a:gd name="connsiteY7" fmla="*/ 620678 h 6739923"/>
              <a:gd name="connsiteX8" fmla="*/ 2904790 w 3321280"/>
              <a:gd name="connsiteY8" fmla="*/ 301045 h 6739923"/>
              <a:gd name="connsiteX9" fmla="*/ 2017480 w 3321280"/>
              <a:gd name="connsiteY9" fmla="*/ 0 h 6739923"/>
              <a:gd name="connsiteX0" fmla="*/ 0 w 3321280"/>
              <a:gd name="connsiteY0" fmla="*/ 6004751 h 6707960"/>
              <a:gd name="connsiteX1" fmla="*/ 214032 w 3321280"/>
              <a:gd name="connsiteY1" fmla="*/ 6368940 h 6707960"/>
              <a:gd name="connsiteX2" fmla="*/ 696796 w 3321280"/>
              <a:gd name="connsiteY2" fmla="*/ 6700095 h 6707960"/>
              <a:gd name="connsiteX3" fmla="*/ 2452796 w 3321280"/>
              <a:gd name="connsiteY3" fmla="*/ 5270744 h 6707960"/>
              <a:gd name="connsiteX4" fmla="*/ 2070897 w 3321280"/>
              <a:gd name="connsiteY4" fmla="*/ 3012855 h 6707960"/>
              <a:gd name="connsiteX5" fmla="*/ 3288204 w 3321280"/>
              <a:gd name="connsiteY5" fmla="*/ 3222488 h 6707960"/>
              <a:gd name="connsiteX6" fmla="*/ 2951876 w 3321280"/>
              <a:gd name="connsiteY6" fmla="*/ 1662681 h 6707960"/>
              <a:gd name="connsiteX7" fmla="*/ 2561735 w 3321280"/>
              <a:gd name="connsiteY7" fmla="*/ 588715 h 6707960"/>
              <a:gd name="connsiteX8" fmla="*/ 2904790 w 3321280"/>
              <a:gd name="connsiteY8" fmla="*/ 269082 h 6707960"/>
              <a:gd name="connsiteX9" fmla="*/ 1990574 w 3321280"/>
              <a:gd name="connsiteY9" fmla="*/ 0 h 6707960"/>
              <a:gd name="connsiteX0" fmla="*/ 0 w 3321280"/>
              <a:gd name="connsiteY0" fmla="*/ 6004751 h 6707960"/>
              <a:gd name="connsiteX1" fmla="*/ 214032 w 3321280"/>
              <a:gd name="connsiteY1" fmla="*/ 6368940 h 6707960"/>
              <a:gd name="connsiteX2" fmla="*/ 696796 w 3321280"/>
              <a:gd name="connsiteY2" fmla="*/ 6700095 h 6707960"/>
              <a:gd name="connsiteX3" fmla="*/ 2452796 w 3321280"/>
              <a:gd name="connsiteY3" fmla="*/ 5270744 h 6707960"/>
              <a:gd name="connsiteX4" fmla="*/ 2070897 w 3321280"/>
              <a:gd name="connsiteY4" fmla="*/ 3012855 h 6707960"/>
              <a:gd name="connsiteX5" fmla="*/ 3288204 w 3321280"/>
              <a:gd name="connsiteY5" fmla="*/ 3222488 h 6707960"/>
              <a:gd name="connsiteX6" fmla="*/ 2951876 w 3321280"/>
              <a:gd name="connsiteY6" fmla="*/ 1662681 h 6707960"/>
              <a:gd name="connsiteX7" fmla="*/ 2561735 w 3321280"/>
              <a:gd name="connsiteY7" fmla="*/ 588715 h 6707960"/>
              <a:gd name="connsiteX8" fmla="*/ 2904790 w 3321280"/>
              <a:gd name="connsiteY8" fmla="*/ 269082 h 6707960"/>
              <a:gd name="connsiteX9" fmla="*/ 1990574 w 3321280"/>
              <a:gd name="connsiteY9" fmla="*/ 0 h 6707960"/>
              <a:gd name="connsiteX0" fmla="*/ 0 w 3321280"/>
              <a:gd name="connsiteY0" fmla="*/ 6004751 h 6707960"/>
              <a:gd name="connsiteX1" fmla="*/ 214032 w 3321280"/>
              <a:gd name="connsiteY1" fmla="*/ 6368940 h 6707960"/>
              <a:gd name="connsiteX2" fmla="*/ 696796 w 3321280"/>
              <a:gd name="connsiteY2" fmla="*/ 6700095 h 6707960"/>
              <a:gd name="connsiteX3" fmla="*/ 2452796 w 3321280"/>
              <a:gd name="connsiteY3" fmla="*/ 5270744 h 6707960"/>
              <a:gd name="connsiteX4" fmla="*/ 2070897 w 3321280"/>
              <a:gd name="connsiteY4" fmla="*/ 3012855 h 6707960"/>
              <a:gd name="connsiteX5" fmla="*/ 3288204 w 3321280"/>
              <a:gd name="connsiteY5" fmla="*/ 3222488 h 6707960"/>
              <a:gd name="connsiteX6" fmla="*/ 2951876 w 3321280"/>
              <a:gd name="connsiteY6" fmla="*/ 1662681 h 6707960"/>
              <a:gd name="connsiteX7" fmla="*/ 2561735 w 3321280"/>
              <a:gd name="connsiteY7" fmla="*/ 588715 h 6707960"/>
              <a:gd name="connsiteX8" fmla="*/ 3012415 w 3321280"/>
              <a:gd name="connsiteY8" fmla="*/ 275474 h 6707960"/>
              <a:gd name="connsiteX9" fmla="*/ 1990574 w 3321280"/>
              <a:gd name="connsiteY9" fmla="*/ 0 h 6707960"/>
              <a:gd name="connsiteX0" fmla="*/ 0 w 3321280"/>
              <a:gd name="connsiteY0" fmla="*/ 6004751 h 6707960"/>
              <a:gd name="connsiteX1" fmla="*/ 214032 w 3321280"/>
              <a:gd name="connsiteY1" fmla="*/ 6368940 h 6707960"/>
              <a:gd name="connsiteX2" fmla="*/ 696796 w 3321280"/>
              <a:gd name="connsiteY2" fmla="*/ 6700095 h 6707960"/>
              <a:gd name="connsiteX3" fmla="*/ 2452796 w 3321280"/>
              <a:gd name="connsiteY3" fmla="*/ 5270744 h 6707960"/>
              <a:gd name="connsiteX4" fmla="*/ 2070897 w 3321280"/>
              <a:gd name="connsiteY4" fmla="*/ 3012855 h 6707960"/>
              <a:gd name="connsiteX5" fmla="*/ 3288204 w 3321280"/>
              <a:gd name="connsiteY5" fmla="*/ 3222488 h 6707960"/>
              <a:gd name="connsiteX6" fmla="*/ 2951876 w 3321280"/>
              <a:gd name="connsiteY6" fmla="*/ 1662681 h 6707960"/>
              <a:gd name="connsiteX7" fmla="*/ 2561735 w 3321280"/>
              <a:gd name="connsiteY7" fmla="*/ 588715 h 6707960"/>
              <a:gd name="connsiteX8" fmla="*/ 3012415 w 3321280"/>
              <a:gd name="connsiteY8" fmla="*/ 275474 h 6707960"/>
              <a:gd name="connsiteX9" fmla="*/ 1990574 w 3321280"/>
              <a:gd name="connsiteY9" fmla="*/ 0 h 6707960"/>
              <a:gd name="connsiteX0" fmla="*/ 0 w 3321280"/>
              <a:gd name="connsiteY0" fmla="*/ 6004751 h 6707960"/>
              <a:gd name="connsiteX1" fmla="*/ 214032 w 3321280"/>
              <a:gd name="connsiteY1" fmla="*/ 6368940 h 6707960"/>
              <a:gd name="connsiteX2" fmla="*/ 696796 w 3321280"/>
              <a:gd name="connsiteY2" fmla="*/ 6700095 h 6707960"/>
              <a:gd name="connsiteX3" fmla="*/ 2452796 w 3321280"/>
              <a:gd name="connsiteY3" fmla="*/ 5270744 h 6707960"/>
              <a:gd name="connsiteX4" fmla="*/ 2070897 w 3321280"/>
              <a:gd name="connsiteY4" fmla="*/ 3012855 h 6707960"/>
              <a:gd name="connsiteX5" fmla="*/ 3288204 w 3321280"/>
              <a:gd name="connsiteY5" fmla="*/ 3222488 h 6707960"/>
              <a:gd name="connsiteX6" fmla="*/ 2951876 w 3321280"/>
              <a:gd name="connsiteY6" fmla="*/ 1662681 h 6707960"/>
              <a:gd name="connsiteX7" fmla="*/ 2561735 w 3321280"/>
              <a:gd name="connsiteY7" fmla="*/ 588715 h 6707960"/>
              <a:gd name="connsiteX8" fmla="*/ 3012415 w 3321280"/>
              <a:gd name="connsiteY8" fmla="*/ 275474 h 6707960"/>
              <a:gd name="connsiteX9" fmla="*/ 1990574 w 3321280"/>
              <a:gd name="connsiteY9" fmla="*/ 0 h 6707960"/>
              <a:gd name="connsiteX0" fmla="*/ 0 w 3321280"/>
              <a:gd name="connsiteY0" fmla="*/ 6012354 h 6715563"/>
              <a:gd name="connsiteX1" fmla="*/ 214032 w 3321280"/>
              <a:gd name="connsiteY1" fmla="*/ 6376543 h 6715563"/>
              <a:gd name="connsiteX2" fmla="*/ 696796 w 3321280"/>
              <a:gd name="connsiteY2" fmla="*/ 6707698 h 6715563"/>
              <a:gd name="connsiteX3" fmla="*/ 2452796 w 3321280"/>
              <a:gd name="connsiteY3" fmla="*/ 5278347 h 6715563"/>
              <a:gd name="connsiteX4" fmla="*/ 2070897 w 3321280"/>
              <a:gd name="connsiteY4" fmla="*/ 3020458 h 6715563"/>
              <a:gd name="connsiteX5" fmla="*/ 3288204 w 3321280"/>
              <a:gd name="connsiteY5" fmla="*/ 3230091 h 6715563"/>
              <a:gd name="connsiteX6" fmla="*/ 2951876 w 3321280"/>
              <a:gd name="connsiteY6" fmla="*/ 1670284 h 6715563"/>
              <a:gd name="connsiteX7" fmla="*/ 2561735 w 3321280"/>
              <a:gd name="connsiteY7" fmla="*/ 596318 h 6715563"/>
              <a:gd name="connsiteX8" fmla="*/ 3012415 w 3321280"/>
              <a:gd name="connsiteY8" fmla="*/ 283077 h 6715563"/>
              <a:gd name="connsiteX9" fmla="*/ 1990574 w 3321280"/>
              <a:gd name="connsiteY9" fmla="*/ 7603 h 6715563"/>
              <a:gd name="connsiteX10" fmla="*/ 2058954 w 3321280"/>
              <a:gd name="connsiteY10" fmla="*/ 78844 h 6715563"/>
              <a:gd name="connsiteX0" fmla="*/ 0 w 3321280"/>
              <a:gd name="connsiteY0" fmla="*/ 6004751 h 6707960"/>
              <a:gd name="connsiteX1" fmla="*/ 214032 w 3321280"/>
              <a:gd name="connsiteY1" fmla="*/ 6368940 h 6707960"/>
              <a:gd name="connsiteX2" fmla="*/ 696796 w 3321280"/>
              <a:gd name="connsiteY2" fmla="*/ 6700095 h 6707960"/>
              <a:gd name="connsiteX3" fmla="*/ 2452796 w 3321280"/>
              <a:gd name="connsiteY3" fmla="*/ 5270744 h 6707960"/>
              <a:gd name="connsiteX4" fmla="*/ 2070897 w 3321280"/>
              <a:gd name="connsiteY4" fmla="*/ 3012855 h 6707960"/>
              <a:gd name="connsiteX5" fmla="*/ 3288204 w 3321280"/>
              <a:gd name="connsiteY5" fmla="*/ 3222488 h 6707960"/>
              <a:gd name="connsiteX6" fmla="*/ 2951876 w 3321280"/>
              <a:gd name="connsiteY6" fmla="*/ 1662681 h 6707960"/>
              <a:gd name="connsiteX7" fmla="*/ 2561735 w 3321280"/>
              <a:gd name="connsiteY7" fmla="*/ 588715 h 6707960"/>
              <a:gd name="connsiteX8" fmla="*/ 3012415 w 3321280"/>
              <a:gd name="connsiteY8" fmla="*/ 275474 h 6707960"/>
              <a:gd name="connsiteX9" fmla="*/ 1990574 w 3321280"/>
              <a:gd name="connsiteY9" fmla="*/ 0 h 6707960"/>
              <a:gd name="connsiteX0" fmla="*/ 0 w 3321280"/>
              <a:gd name="connsiteY0" fmla="*/ 5732947 h 6436156"/>
              <a:gd name="connsiteX1" fmla="*/ 214032 w 3321280"/>
              <a:gd name="connsiteY1" fmla="*/ 6097136 h 6436156"/>
              <a:gd name="connsiteX2" fmla="*/ 696796 w 3321280"/>
              <a:gd name="connsiteY2" fmla="*/ 6428291 h 6436156"/>
              <a:gd name="connsiteX3" fmla="*/ 2452796 w 3321280"/>
              <a:gd name="connsiteY3" fmla="*/ 4998940 h 6436156"/>
              <a:gd name="connsiteX4" fmla="*/ 2070897 w 3321280"/>
              <a:gd name="connsiteY4" fmla="*/ 2741051 h 6436156"/>
              <a:gd name="connsiteX5" fmla="*/ 3288204 w 3321280"/>
              <a:gd name="connsiteY5" fmla="*/ 2950684 h 6436156"/>
              <a:gd name="connsiteX6" fmla="*/ 2951876 w 3321280"/>
              <a:gd name="connsiteY6" fmla="*/ 1390877 h 6436156"/>
              <a:gd name="connsiteX7" fmla="*/ 2561735 w 3321280"/>
              <a:gd name="connsiteY7" fmla="*/ 316911 h 6436156"/>
              <a:gd name="connsiteX8" fmla="*/ 3012415 w 3321280"/>
              <a:gd name="connsiteY8" fmla="*/ 3670 h 6436156"/>
              <a:gd name="connsiteX0" fmla="*/ 0 w 3321280"/>
              <a:gd name="connsiteY0" fmla="*/ 5416036 h 6119245"/>
              <a:gd name="connsiteX1" fmla="*/ 214032 w 3321280"/>
              <a:gd name="connsiteY1" fmla="*/ 5780225 h 6119245"/>
              <a:gd name="connsiteX2" fmla="*/ 696796 w 3321280"/>
              <a:gd name="connsiteY2" fmla="*/ 6111380 h 6119245"/>
              <a:gd name="connsiteX3" fmla="*/ 2452796 w 3321280"/>
              <a:gd name="connsiteY3" fmla="*/ 4682029 h 6119245"/>
              <a:gd name="connsiteX4" fmla="*/ 2070897 w 3321280"/>
              <a:gd name="connsiteY4" fmla="*/ 2424140 h 6119245"/>
              <a:gd name="connsiteX5" fmla="*/ 3288204 w 3321280"/>
              <a:gd name="connsiteY5" fmla="*/ 2633773 h 6119245"/>
              <a:gd name="connsiteX6" fmla="*/ 2951876 w 3321280"/>
              <a:gd name="connsiteY6" fmla="*/ 1073966 h 6119245"/>
              <a:gd name="connsiteX7" fmla="*/ 2561735 w 3321280"/>
              <a:gd name="connsiteY7" fmla="*/ 0 h 6119245"/>
              <a:gd name="connsiteX0" fmla="*/ 0 w 3321280"/>
              <a:gd name="connsiteY0" fmla="*/ 4342070 h 5045279"/>
              <a:gd name="connsiteX1" fmla="*/ 214032 w 3321280"/>
              <a:gd name="connsiteY1" fmla="*/ 4706259 h 5045279"/>
              <a:gd name="connsiteX2" fmla="*/ 696796 w 3321280"/>
              <a:gd name="connsiteY2" fmla="*/ 5037414 h 5045279"/>
              <a:gd name="connsiteX3" fmla="*/ 2452796 w 3321280"/>
              <a:gd name="connsiteY3" fmla="*/ 3608063 h 5045279"/>
              <a:gd name="connsiteX4" fmla="*/ 2070897 w 3321280"/>
              <a:gd name="connsiteY4" fmla="*/ 1350174 h 5045279"/>
              <a:gd name="connsiteX5" fmla="*/ 3288204 w 3321280"/>
              <a:gd name="connsiteY5" fmla="*/ 1559807 h 5045279"/>
              <a:gd name="connsiteX6" fmla="*/ 2951876 w 3321280"/>
              <a:gd name="connsiteY6" fmla="*/ 0 h 5045279"/>
              <a:gd name="connsiteX0" fmla="*/ 0 w 3321280"/>
              <a:gd name="connsiteY0" fmla="*/ 4342070 h 5045279"/>
              <a:gd name="connsiteX1" fmla="*/ 214032 w 3321280"/>
              <a:gd name="connsiteY1" fmla="*/ 4706259 h 5045279"/>
              <a:gd name="connsiteX2" fmla="*/ 696796 w 3321280"/>
              <a:gd name="connsiteY2" fmla="*/ 5037414 h 5045279"/>
              <a:gd name="connsiteX3" fmla="*/ 2452796 w 3321280"/>
              <a:gd name="connsiteY3" fmla="*/ 3608063 h 5045279"/>
              <a:gd name="connsiteX4" fmla="*/ 2070897 w 3321280"/>
              <a:gd name="connsiteY4" fmla="*/ 1350174 h 5045279"/>
              <a:gd name="connsiteX5" fmla="*/ 3288204 w 3321280"/>
              <a:gd name="connsiteY5" fmla="*/ 1559807 h 5045279"/>
              <a:gd name="connsiteX6" fmla="*/ 2951876 w 3321280"/>
              <a:gd name="connsiteY6" fmla="*/ 0 h 5045279"/>
              <a:gd name="connsiteX7" fmla="*/ 0 w 3321280"/>
              <a:gd name="connsiteY7" fmla="*/ 4342070 h 5045279"/>
              <a:gd name="connsiteX0" fmla="*/ 0 w 3016635"/>
              <a:gd name="connsiteY0" fmla="*/ 4457118 h 5160327"/>
              <a:gd name="connsiteX1" fmla="*/ 214032 w 3016635"/>
              <a:gd name="connsiteY1" fmla="*/ 4821307 h 5160327"/>
              <a:gd name="connsiteX2" fmla="*/ 696796 w 3016635"/>
              <a:gd name="connsiteY2" fmla="*/ 5152462 h 5160327"/>
              <a:gd name="connsiteX3" fmla="*/ 2452796 w 3016635"/>
              <a:gd name="connsiteY3" fmla="*/ 3723111 h 5160327"/>
              <a:gd name="connsiteX4" fmla="*/ 2070897 w 3016635"/>
              <a:gd name="connsiteY4" fmla="*/ 1465222 h 5160327"/>
              <a:gd name="connsiteX5" fmla="*/ 2951876 w 3016635"/>
              <a:gd name="connsiteY5" fmla="*/ 115048 h 5160327"/>
              <a:gd name="connsiteX6" fmla="*/ 0 w 3016635"/>
              <a:gd name="connsiteY6" fmla="*/ 4457118 h 5160327"/>
              <a:gd name="connsiteX0" fmla="*/ 0 w 2499386"/>
              <a:gd name="connsiteY0" fmla="*/ 2991897 h 3695106"/>
              <a:gd name="connsiteX1" fmla="*/ 214032 w 2499386"/>
              <a:gd name="connsiteY1" fmla="*/ 3356086 h 3695106"/>
              <a:gd name="connsiteX2" fmla="*/ 696796 w 2499386"/>
              <a:gd name="connsiteY2" fmla="*/ 3687241 h 3695106"/>
              <a:gd name="connsiteX3" fmla="*/ 2452796 w 2499386"/>
              <a:gd name="connsiteY3" fmla="*/ 2257890 h 3695106"/>
              <a:gd name="connsiteX4" fmla="*/ 2070897 w 2499386"/>
              <a:gd name="connsiteY4" fmla="*/ 1 h 3695106"/>
              <a:gd name="connsiteX5" fmla="*/ 0 w 2499386"/>
              <a:gd name="connsiteY5" fmla="*/ 2991897 h 3695106"/>
              <a:gd name="connsiteX0" fmla="*/ 0 w 2452796"/>
              <a:gd name="connsiteY0" fmla="*/ 747443 h 1450652"/>
              <a:gd name="connsiteX1" fmla="*/ 214032 w 2452796"/>
              <a:gd name="connsiteY1" fmla="*/ 1111632 h 1450652"/>
              <a:gd name="connsiteX2" fmla="*/ 696796 w 2452796"/>
              <a:gd name="connsiteY2" fmla="*/ 1442787 h 1450652"/>
              <a:gd name="connsiteX3" fmla="*/ 2452796 w 2452796"/>
              <a:gd name="connsiteY3" fmla="*/ 13436 h 1450652"/>
              <a:gd name="connsiteX4" fmla="*/ 0 w 2452796"/>
              <a:gd name="connsiteY4" fmla="*/ 747443 h 1450652"/>
              <a:gd name="connsiteX0" fmla="*/ 0 w 2452796"/>
              <a:gd name="connsiteY0" fmla="*/ 747443 h 1450652"/>
              <a:gd name="connsiteX1" fmla="*/ 214032 w 2452796"/>
              <a:gd name="connsiteY1" fmla="*/ 1111632 h 1450652"/>
              <a:gd name="connsiteX2" fmla="*/ 696796 w 2452796"/>
              <a:gd name="connsiteY2" fmla="*/ 1442787 h 1450652"/>
              <a:gd name="connsiteX3" fmla="*/ 2452796 w 2452796"/>
              <a:gd name="connsiteY3" fmla="*/ 13436 h 1450652"/>
              <a:gd name="connsiteX4" fmla="*/ 0 w 2452796"/>
              <a:gd name="connsiteY4" fmla="*/ 747443 h 1450652"/>
              <a:gd name="connsiteX0" fmla="*/ 0 w 2452796"/>
              <a:gd name="connsiteY0" fmla="*/ 747352 h 1450561"/>
              <a:gd name="connsiteX1" fmla="*/ 214032 w 2452796"/>
              <a:gd name="connsiteY1" fmla="*/ 1111541 h 1450561"/>
              <a:gd name="connsiteX2" fmla="*/ 696796 w 2452796"/>
              <a:gd name="connsiteY2" fmla="*/ 1442696 h 1450561"/>
              <a:gd name="connsiteX3" fmla="*/ 2452796 w 2452796"/>
              <a:gd name="connsiteY3" fmla="*/ 13345 h 1450561"/>
              <a:gd name="connsiteX4" fmla="*/ 193725 w 2452796"/>
              <a:gd name="connsiteY4" fmla="*/ 931461 h 1450561"/>
              <a:gd name="connsiteX0" fmla="*/ 0 w 2454040"/>
              <a:gd name="connsiteY0" fmla="*/ 879661 h 1582870"/>
              <a:gd name="connsiteX1" fmla="*/ 214032 w 2454040"/>
              <a:gd name="connsiteY1" fmla="*/ 1243850 h 1582870"/>
              <a:gd name="connsiteX2" fmla="*/ 696796 w 2454040"/>
              <a:gd name="connsiteY2" fmla="*/ 1575005 h 1582870"/>
              <a:gd name="connsiteX3" fmla="*/ 2452796 w 2454040"/>
              <a:gd name="connsiteY3" fmla="*/ 145654 h 1582870"/>
              <a:gd name="connsiteX4" fmla="*/ 387450 w 2454040"/>
              <a:gd name="connsiteY4" fmla="*/ 296652 h 1582870"/>
              <a:gd name="connsiteX0" fmla="*/ 0 w 2454040"/>
              <a:gd name="connsiteY0" fmla="*/ 734007 h 1437216"/>
              <a:gd name="connsiteX1" fmla="*/ 214032 w 2454040"/>
              <a:gd name="connsiteY1" fmla="*/ 1098196 h 1437216"/>
              <a:gd name="connsiteX2" fmla="*/ 696796 w 2454040"/>
              <a:gd name="connsiteY2" fmla="*/ 1429351 h 1437216"/>
              <a:gd name="connsiteX3" fmla="*/ 2452796 w 2454040"/>
              <a:gd name="connsiteY3" fmla="*/ 0 h 1437216"/>
              <a:gd name="connsiteX0" fmla="*/ 0 w 7103443"/>
              <a:gd name="connsiteY0" fmla="*/ 1163594 h 1437216"/>
              <a:gd name="connsiteX1" fmla="*/ 4863435 w 7103443"/>
              <a:gd name="connsiteY1" fmla="*/ 1098196 h 1437216"/>
              <a:gd name="connsiteX2" fmla="*/ 5346199 w 7103443"/>
              <a:gd name="connsiteY2" fmla="*/ 1429351 h 1437216"/>
              <a:gd name="connsiteX3" fmla="*/ 7102199 w 7103443"/>
              <a:gd name="connsiteY3" fmla="*/ 0 h 1437216"/>
              <a:gd name="connsiteX0" fmla="*/ 0 w 7104246"/>
              <a:gd name="connsiteY0" fmla="*/ 3916334 h 4261286"/>
              <a:gd name="connsiteX1" fmla="*/ 1844552 w 7104246"/>
              <a:gd name="connsiteY1" fmla="*/ 0 h 4261286"/>
              <a:gd name="connsiteX2" fmla="*/ 5346199 w 7104246"/>
              <a:gd name="connsiteY2" fmla="*/ 4182091 h 4261286"/>
              <a:gd name="connsiteX3" fmla="*/ 7102199 w 7104246"/>
              <a:gd name="connsiteY3" fmla="*/ 2752740 h 4261286"/>
              <a:gd name="connsiteX0" fmla="*/ 0 w 7102833"/>
              <a:gd name="connsiteY0" fmla="*/ 5973515 h 5973515"/>
              <a:gd name="connsiteX1" fmla="*/ 1844552 w 7102833"/>
              <a:gd name="connsiteY1" fmla="*/ 2057181 h 5973515"/>
              <a:gd name="connsiteX2" fmla="*/ 3166791 w 7102833"/>
              <a:gd name="connsiteY2" fmla="*/ 56296 h 5973515"/>
              <a:gd name="connsiteX3" fmla="*/ 7102199 w 7102833"/>
              <a:gd name="connsiteY3" fmla="*/ 4809921 h 5973515"/>
              <a:gd name="connsiteX0" fmla="*/ 0 w 3172605"/>
              <a:gd name="connsiteY0" fmla="*/ 6824930 h 6824930"/>
              <a:gd name="connsiteX1" fmla="*/ 1844552 w 3172605"/>
              <a:gd name="connsiteY1" fmla="*/ 2908596 h 6824930"/>
              <a:gd name="connsiteX2" fmla="*/ 3166791 w 3172605"/>
              <a:gd name="connsiteY2" fmla="*/ 907711 h 6824930"/>
              <a:gd name="connsiteX3" fmla="*/ 1225871 w 3172605"/>
              <a:gd name="connsiteY3" fmla="*/ 0 h 6824930"/>
              <a:gd name="connsiteX0" fmla="*/ 0 w 3273504"/>
              <a:gd name="connsiteY0" fmla="*/ 6772190 h 6772190"/>
              <a:gd name="connsiteX1" fmla="*/ 1945451 w 3273504"/>
              <a:gd name="connsiteY1" fmla="*/ 2908596 h 6772190"/>
              <a:gd name="connsiteX2" fmla="*/ 3267690 w 3273504"/>
              <a:gd name="connsiteY2" fmla="*/ 907711 h 6772190"/>
              <a:gd name="connsiteX3" fmla="*/ 1326770 w 3273504"/>
              <a:gd name="connsiteY3" fmla="*/ 0 h 6772190"/>
              <a:gd name="connsiteX0" fmla="*/ 0 w 3273504"/>
              <a:gd name="connsiteY0" fmla="*/ 6772190 h 6772190"/>
              <a:gd name="connsiteX1" fmla="*/ 1945451 w 3273504"/>
              <a:gd name="connsiteY1" fmla="*/ 2908596 h 6772190"/>
              <a:gd name="connsiteX2" fmla="*/ 3267690 w 3273504"/>
              <a:gd name="connsiteY2" fmla="*/ 907711 h 6772190"/>
              <a:gd name="connsiteX3" fmla="*/ 1326770 w 3273504"/>
              <a:gd name="connsiteY3" fmla="*/ 0 h 6772190"/>
              <a:gd name="connsiteX0" fmla="*/ 0 w 3273504"/>
              <a:gd name="connsiteY0" fmla="*/ 6772190 h 6772190"/>
              <a:gd name="connsiteX1" fmla="*/ 1945451 w 3273504"/>
              <a:gd name="connsiteY1" fmla="*/ 2908596 h 6772190"/>
              <a:gd name="connsiteX2" fmla="*/ 3267690 w 3273504"/>
              <a:gd name="connsiteY2" fmla="*/ 907711 h 6772190"/>
              <a:gd name="connsiteX3" fmla="*/ 1326770 w 3273504"/>
              <a:gd name="connsiteY3" fmla="*/ 0 h 6772190"/>
              <a:gd name="connsiteX0" fmla="*/ 0 w 3273068"/>
              <a:gd name="connsiteY0" fmla="*/ 6729038 h 6729038"/>
              <a:gd name="connsiteX1" fmla="*/ 1945451 w 3273068"/>
              <a:gd name="connsiteY1" fmla="*/ 2865444 h 6729038"/>
              <a:gd name="connsiteX2" fmla="*/ 3267690 w 3273068"/>
              <a:gd name="connsiteY2" fmla="*/ 864559 h 6729038"/>
              <a:gd name="connsiteX3" fmla="*/ 1351994 w 3273068"/>
              <a:gd name="connsiteY3" fmla="*/ 0 h 6729038"/>
              <a:gd name="connsiteX0" fmla="*/ 0 w 3304118"/>
              <a:gd name="connsiteY0" fmla="*/ 6729038 h 6729038"/>
              <a:gd name="connsiteX1" fmla="*/ 1945451 w 3304118"/>
              <a:gd name="connsiteY1" fmla="*/ 2865444 h 6729038"/>
              <a:gd name="connsiteX2" fmla="*/ 3267690 w 3304118"/>
              <a:gd name="connsiteY2" fmla="*/ 864559 h 6729038"/>
              <a:gd name="connsiteX3" fmla="*/ 1351994 w 3304118"/>
              <a:gd name="connsiteY3" fmla="*/ 0 h 6729038"/>
              <a:gd name="connsiteX0" fmla="*/ 0 w 3267691"/>
              <a:gd name="connsiteY0" fmla="*/ 6729038 h 6729038"/>
              <a:gd name="connsiteX1" fmla="*/ 3267690 w 3267691"/>
              <a:gd name="connsiteY1" fmla="*/ 864559 h 6729038"/>
              <a:gd name="connsiteX2" fmla="*/ 1351994 w 3267691"/>
              <a:gd name="connsiteY2" fmla="*/ 0 h 6729038"/>
              <a:gd name="connsiteX0" fmla="*/ 0 w 3267691"/>
              <a:gd name="connsiteY0" fmla="*/ 5864479 h 5864479"/>
              <a:gd name="connsiteX1" fmla="*/ 3267690 w 3267691"/>
              <a:gd name="connsiteY1" fmla="*/ 0 h 5864479"/>
              <a:gd name="connsiteX0" fmla="*/ 0 w 2954907"/>
              <a:gd name="connsiteY0" fmla="*/ 5835711 h 5835711"/>
              <a:gd name="connsiteX1" fmla="*/ 2954907 w 2954907"/>
              <a:gd name="connsiteY1" fmla="*/ 0 h 5835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954907" h="5835711">
                <a:moveTo>
                  <a:pt x="0" y="5835711"/>
                </a:moveTo>
                <a:cubicBezTo>
                  <a:pt x="680769" y="4613945"/>
                  <a:pt x="2729575" y="1121506"/>
                  <a:pt x="2954907" y="0"/>
                </a:cubicBezTo>
              </a:path>
            </a:pathLst>
          </a:cu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자유형: 도형 1">
            <a:extLst>
              <a:ext uri="{FF2B5EF4-FFF2-40B4-BE49-F238E27FC236}">
                <a16:creationId xmlns:a16="http://schemas.microsoft.com/office/drawing/2014/main" id="{5D562BF9-6469-4A33-8513-78E6A0EEB0AE}"/>
              </a:ext>
            </a:extLst>
          </p:cNvPr>
          <p:cNvSpPr/>
          <p:nvPr/>
        </p:nvSpPr>
        <p:spPr>
          <a:xfrm>
            <a:off x="5814399" y="1778794"/>
            <a:ext cx="1672252" cy="2974183"/>
          </a:xfrm>
          <a:custGeom>
            <a:avLst/>
            <a:gdLst>
              <a:gd name="connsiteX0" fmla="*/ 1908479 w 1908479"/>
              <a:gd name="connsiteY0" fmla="*/ 66683 h 2840046"/>
              <a:gd name="connsiteX1" fmla="*/ 1746554 w 1908479"/>
              <a:gd name="connsiteY1" fmla="*/ 228608 h 2840046"/>
              <a:gd name="connsiteX2" fmla="*/ 1279829 w 1908479"/>
              <a:gd name="connsiteY2" fmla="*/ 8 h 2840046"/>
              <a:gd name="connsiteX3" fmla="*/ 1479854 w 1908479"/>
              <a:gd name="connsiteY3" fmla="*/ 238133 h 2840046"/>
              <a:gd name="connsiteX4" fmla="*/ 1451279 w 1908479"/>
              <a:gd name="connsiteY4" fmla="*/ 514358 h 2840046"/>
              <a:gd name="connsiteX5" fmla="*/ 1556054 w 1908479"/>
              <a:gd name="connsiteY5" fmla="*/ 857258 h 2840046"/>
              <a:gd name="connsiteX6" fmla="*/ 1298879 w 1908479"/>
              <a:gd name="connsiteY6" fmla="*/ 1285883 h 2840046"/>
              <a:gd name="connsiteX7" fmla="*/ 1022654 w 1908479"/>
              <a:gd name="connsiteY7" fmla="*/ 1247783 h 2840046"/>
              <a:gd name="connsiteX8" fmla="*/ 1013129 w 1908479"/>
              <a:gd name="connsiteY8" fmla="*/ 1323983 h 2840046"/>
              <a:gd name="connsiteX9" fmla="*/ 955979 w 1908479"/>
              <a:gd name="connsiteY9" fmla="*/ 2171708 h 2840046"/>
              <a:gd name="connsiteX10" fmla="*/ 736904 w 1908479"/>
              <a:gd name="connsiteY10" fmla="*/ 2676533 h 2840046"/>
              <a:gd name="connsiteX11" fmla="*/ 165404 w 1908479"/>
              <a:gd name="connsiteY11" fmla="*/ 2838458 h 2840046"/>
              <a:gd name="connsiteX12" fmla="*/ 3479 w 1908479"/>
              <a:gd name="connsiteY12" fmla="*/ 2752733 h 2840046"/>
              <a:gd name="connsiteX13" fmla="*/ 70154 w 1908479"/>
              <a:gd name="connsiteY13" fmla="*/ 2647958 h 2840046"/>
              <a:gd name="connsiteX0" fmla="*/ 1017892 w 1749436"/>
              <a:gd name="connsiteY0" fmla="*/ 0 h 3180557"/>
              <a:gd name="connsiteX1" fmla="*/ 1746554 w 1749436"/>
              <a:gd name="connsiteY1" fmla="*/ 569119 h 3180557"/>
              <a:gd name="connsiteX2" fmla="*/ 1279829 w 1749436"/>
              <a:gd name="connsiteY2" fmla="*/ 340519 h 3180557"/>
              <a:gd name="connsiteX3" fmla="*/ 1479854 w 1749436"/>
              <a:gd name="connsiteY3" fmla="*/ 578644 h 3180557"/>
              <a:gd name="connsiteX4" fmla="*/ 1451279 w 1749436"/>
              <a:gd name="connsiteY4" fmla="*/ 854869 h 3180557"/>
              <a:gd name="connsiteX5" fmla="*/ 1556054 w 1749436"/>
              <a:gd name="connsiteY5" fmla="*/ 1197769 h 3180557"/>
              <a:gd name="connsiteX6" fmla="*/ 1298879 w 1749436"/>
              <a:gd name="connsiteY6" fmla="*/ 1626394 h 3180557"/>
              <a:gd name="connsiteX7" fmla="*/ 1022654 w 1749436"/>
              <a:gd name="connsiteY7" fmla="*/ 1588294 h 3180557"/>
              <a:gd name="connsiteX8" fmla="*/ 1013129 w 1749436"/>
              <a:gd name="connsiteY8" fmla="*/ 1664494 h 3180557"/>
              <a:gd name="connsiteX9" fmla="*/ 955979 w 1749436"/>
              <a:gd name="connsiteY9" fmla="*/ 2512219 h 3180557"/>
              <a:gd name="connsiteX10" fmla="*/ 736904 w 1749436"/>
              <a:gd name="connsiteY10" fmla="*/ 3017044 h 3180557"/>
              <a:gd name="connsiteX11" fmla="*/ 165404 w 1749436"/>
              <a:gd name="connsiteY11" fmla="*/ 3178969 h 3180557"/>
              <a:gd name="connsiteX12" fmla="*/ 3479 w 1749436"/>
              <a:gd name="connsiteY12" fmla="*/ 3093244 h 3180557"/>
              <a:gd name="connsiteX13" fmla="*/ 70154 w 1749436"/>
              <a:gd name="connsiteY13" fmla="*/ 2988469 h 3180557"/>
              <a:gd name="connsiteX0" fmla="*/ 1029798 w 1749198"/>
              <a:gd name="connsiteY0" fmla="*/ 0 h 3163888"/>
              <a:gd name="connsiteX1" fmla="*/ 1746554 w 1749198"/>
              <a:gd name="connsiteY1" fmla="*/ 552450 h 3163888"/>
              <a:gd name="connsiteX2" fmla="*/ 1279829 w 1749198"/>
              <a:gd name="connsiteY2" fmla="*/ 323850 h 3163888"/>
              <a:gd name="connsiteX3" fmla="*/ 1479854 w 1749198"/>
              <a:gd name="connsiteY3" fmla="*/ 561975 h 3163888"/>
              <a:gd name="connsiteX4" fmla="*/ 1451279 w 1749198"/>
              <a:gd name="connsiteY4" fmla="*/ 838200 h 3163888"/>
              <a:gd name="connsiteX5" fmla="*/ 1556054 w 1749198"/>
              <a:gd name="connsiteY5" fmla="*/ 1181100 h 3163888"/>
              <a:gd name="connsiteX6" fmla="*/ 1298879 w 1749198"/>
              <a:gd name="connsiteY6" fmla="*/ 1609725 h 3163888"/>
              <a:gd name="connsiteX7" fmla="*/ 1022654 w 1749198"/>
              <a:gd name="connsiteY7" fmla="*/ 1571625 h 3163888"/>
              <a:gd name="connsiteX8" fmla="*/ 1013129 w 1749198"/>
              <a:gd name="connsiteY8" fmla="*/ 1647825 h 3163888"/>
              <a:gd name="connsiteX9" fmla="*/ 955979 w 1749198"/>
              <a:gd name="connsiteY9" fmla="*/ 2495550 h 3163888"/>
              <a:gd name="connsiteX10" fmla="*/ 736904 w 1749198"/>
              <a:gd name="connsiteY10" fmla="*/ 3000375 h 3163888"/>
              <a:gd name="connsiteX11" fmla="*/ 165404 w 1749198"/>
              <a:gd name="connsiteY11" fmla="*/ 3162300 h 3163888"/>
              <a:gd name="connsiteX12" fmla="*/ 3479 w 1749198"/>
              <a:gd name="connsiteY12" fmla="*/ 3076575 h 3163888"/>
              <a:gd name="connsiteX13" fmla="*/ 70154 w 1749198"/>
              <a:gd name="connsiteY13" fmla="*/ 2971800 h 3163888"/>
              <a:gd name="connsiteX0" fmla="*/ 1029798 w 1749198"/>
              <a:gd name="connsiteY0" fmla="*/ 0 h 3163888"/>
              <a:gd name="connsiteX1" fmla="*/ 1746554 w 1749198"/>
              <a:gd name="connsiteY1" fmla="*/ 552450 h 3163888"/>
              <a:gd name="connsiteX2" fmla="*/ 1279829 w 1749198"/>
              <a:gd name="connsiteY2" fmla="*/ 323850 h 3163888"/>
              <a:gd name="connsiteX3" fmla="*/ 1479854 w 1749198"/>
              <a:gd name="connsiteY3" fmla="*/ 561975 h 3163888"/>
              <a:gd name="connsiteX4" fmla="*/ 1451279 w 1749198"/>
              <a:gd name="connsiteY4" fmla="*/ 838200 h 3163888"/>
              <a:gd name="connsiteX5" fmla="*/ 1556054 w 1749198"/>
              <a:gd name="connsiteY5" fmla="*/ 1181100 h 3163888"/>
              <a:gd name="connsiteX6" fmla="*/ 1298879 w 1749198"/>
              <a:gd name="connsiteY6" fmla="*/ 1609725 h 3163888"/>
              <a:gd name="connsiteX7" fmla="*/ 1022654 w 1749198"/>
              <a:gd name="connsiteY7" fmla="*/ 1571625 h 3163888"/>
              <a:gd name="connsiteX8" fmla="*/ 1013129 w 1749198"/>
              <a:gd name="connsiteY8" fmla="*/ 1647825 h 3163888"/>
              <a:gd name="connsiteX9" fmla="*/ 955979 w 1749198"/>
              <a:gd name="connsiteY9" fmla="*/ 2495550 h 3163888"/>
              <a:gd name="connsiteX10" fmla="*/ 736904 w 1749198"/>
              <a:gd name="connsiteY10" fmla="*/ 3000375 h 3163888"/>
              <a:gd name="connsiteX11" fmla="*/ 165404 w 1749198"/>
              <a:gd name="connsiteY11" fmla="*/ 3162300 h 3163888"/>
              <a:gd name="connsiteX12" fmla="*/ 3479 w 1749198"/>
              <a:gd name="connsiteY12" fmla="*/ 3076575 h 3163888"/>
              <a:gd name="connsiteX13" fmla="*/ 70154 w 1749198"/>
              <a:gd name="connsiteY13" fmla="*/ 2971800 h 3163888"/>
              <a:gd name="connsiteX0" fmla="*/ 1029798 w 1749198"/>
              <a:gd name="connsiteY0" fmla="*/ 0 h 3163888"/>
              <a:gd name="connsiteX1" fmla="*/ 1746554 w 1749198"/>
              <a:gd name="connsiteY1" fmla="*/ 552450 h 3163888"/>
              <a:gd name="connsiteX2" fmla="*/ 1279829 w 1749198"/>
              <a:gd name="connsiteY2" fmla="*/ 323850 h 3163888"/>
              <a:gd name="connsiteX3" fmla="*/ 1479854 w 1749198"/>
              <a:gd name="connsiteY3" fmla="*/ 561975 h 3163888"/>
              <a:gd name="connsiteX4" fmla="*/ 1451279 w 1749198"/>
              <a:gd name="connsiteY4" fmla="*/ 838200 h 3163888"/>
              <a:gd name="connsiteX5" fmla="*/ 1556054 w 1749198"/>
              <a:gd name="connsiteY5" fmla="*/ 1181100 h 3163888"/>
              <a:gd name="connsiteX6" fmla="*/ 1298879 w 1749198"/>
              <a:gd name="connsiteY6" fmla="*/ 1609725 h 3163888"/>
              <a:gd name="connsiteX7" fmla="*/ 1022654 w 1749198"/>
              <a:gd name="connsiteY7" fmla="*/ 1571625 h 3163888"/>
              <a:gd name="connsiteX8" fmla="*/ 1013129 w 1749198"/>
              <a:gd name="connsiteY8" fmla="*/ 1647825 h 3163888"/>
              <a:gd name="connsiteX9" fmla="*/ 955979 w 1749198"/>
              <a:gd name="connsiteY9" fmla="*/ 2495550 h 3163888"/>
              <a:gd name="connsiteX10" fmla="*/ 736904 w 1749198"/>
              <a:gd name="connsiteY10" fmla="*/ 3000375 h 3163888"/>
              <a:gd name="connsiteX11" fmla="*/ 165404 w 1749198"/>
              <a:gd name="connsiteY11" fmla="*/ 3162300 h 3163888"/>
              <a:gd name="connsiteX12" fmla="*/ 3479 w 1749198"/>
              <a:gd name="connsiteY12" fmla="*/ 3076575 h 3163888"/>
              <a:gd name="connsiteX13" fmla="*/ 70154 w 1749198"/>
              <a:gd name="connsiteY13" fmla="*/ 2971800 h 3163888"/>
              <a:gd name="connsiteX0" fmla="*/ 1029798 w 1749198"/>
              <a:gd name="connsiteY0" fmla="*/ 0 h 3163888"/>
              <a:gd name="connsiteX1" fmla="*/ 1746554 w 1749198"/>
              <a:gd name="connsiteY1" fmla="*/ 552450 h 3163888"/>
              <a:gd name="connsiteX2" fmla="*/ 1279829 w 1749198"/>
              <a:gd name="connsiteY2" fmla="*/ 323850 h 3163888"/>
              <a:gd name="connsiteX3" fmla="*/ 1479854 w 1749198"/>
              <a:gd name="connsiteY3" fmla="*/ 561975 h 3163888"/>
              <a:gd name="connsiteX4" fmla="*/ 1451279 w 1749198"/>
              <a:gd name="connsiteY4" fmla="*/ 838200 h 3163888"/>
              <a:gd name="connsiteX5" fmla="*/ 1556054 w 1749198"/>
              <a:gd name="connsiteY5" fmla="*/ 1181100 h 3163888"/>
              <a:gd name="connsiteX6" fmla="*/ 1298879 w 1749198"/>
              <a:gd name="connsiteY6" fmla="*/ 1609725 h 3163888"/>
              <a:gd name="connsiteX7" fmla="*/ 1022654 w 1749198"/>
              <a:gd name="connsiteY7" fmla="*/ 1571625 h 3163888"/>
              <a:gd name="connsiteX8" fmla="*/ 1013129 w 1749198"/>
              <a:gd name="connsiteY8" fmla="*/ 1647825 h 3163888"/>
              <a:gd name="connsiteX9" fmla="*/ 955979 w 1749198"/>
              <a:gd name="connsiteY9" fmla="*/ 2495550 h 3163888"/>
              <a:gd name="connsiteX10" fmla="*/ 736904 w 1749198"/>
              <a:gd name="connsiteY10" fmla="*/ 3000375 h 3163888"/>
              <a:gd name="connsiteX11" fmla="*/ 165404 w 1749198"/>
              <a:gd name="connsiteY11" fmla="*/ 3162300 h 3163888"/>
              <a:gd name="connsiteX12" fmla="*/ 3479 w 1749198"/>
              <a:gd name="connsiteY12" fmla="*/ 3076575 h 3163888"/>
              <a:gd name="connsiteX13" fmla="*/ 70154 w 1749198"/>
              <a:gd name="connsiteY13" fmla="*/ 2971800 h 3163888"/>
              <a:gd name="connsiteX0" fmla="*/ 1029798 w 1903430"/>
              <a:gd name="connsiteY0" fmla="*/ 0 h 3163888"/>
              <a:gd name="connsiteX1" fmla="*/ 1901335 w 1903430"/>
              <a:gd name="connsiteY1" fmla="*/ 400050 h 3163888"/>
              <a:gd name="connsiteX2" fmla="*/ 1279829 w 1903430"/>
              <a:gd name="connsiteY2" fmla="*/ 323850 h 3163888"/>
              <a:gd name="connsiteX3" fmla="*/ 1479854 w 1903430"/>
              <a:gd name="connsiteY3" fmla="*/ 561975 h 3163888"/>
              <a:gd name="connsiteX4" fmla="*/ 1451279 w 1903430"/>
              <a:gd name="connsiteY4" fmla="*/ 838200 h 3163888"/>
              <a:gd name="connsiteX5" fmla="*/ 1556054 w 1903430"/>
              <a:gd name="connsiteY5" fmla="*/ 1181100 h 3163888"/>
              <a:gd name="connsiteX6" fmla="*/ 1298879 w 1903430"/>
              <a:gd name="connsiteY6" fmla="*/ 1609725 h 3163888"/>
              <a:gd name="connsiteX7" fmla="*/ 1022654 w 1903430"/>
              <a:gd name="connsiteY7" fmla="*/ 1571625 h 3163888"/>
              <a:gd name="connsiteX8" fmla="*/ 1013129 w 1903430"/>
              <a:gd name="connsiteY8" fmla="*/ 1647825 h 3163888"/>
              <a:gd name="connsiteX9" fmla="*/ 955979 w 1903430"/>
              <a:gd name="connsiteY9" fmla="*/ 2495550 h 3163888"/>
              <a:gd name="connsiteX10" fmla="*/ 736904 w 1903430"/>
              <a:gd name="connsiteY10" fmla="*/ 3000375 h 3163888"/>
              <a:gd name="connsiteX11" fmla="*/ 165404 w 1903430"/>
              <a:gd name="connsiteY11" fmla="*/ 3162300 h 3163888"/>
              <a:gd name="connsiteX12" fmla="*/ 3479 w 1903430"/>
              <a:gd name="connsiteY12" fmla="*/ 3076575 h 3163888"/>
              <a:gd name="connsiteX13" fmla="*/ 70154 w 1903430"/>
              <a:gd name="connsiteY13" fmla="*/ 2971800 h 3163888"/>
              <a:gd name="connsiteX0" fmla="*/ 1029798 w 1910554"/>
              <a:gd name="connsiteY0" fmla="*/ 0 h 3163888"/>
              <a:gd name="connsiteX1" fmla="*/ 1908479 w 1910554"/>
              <a:gd name="connsiteY1" fmla="*/ 411956 h 3163888"/>
              <a:gd name="connsiteX2" fmla="*/ 1279829 w 1910554"/>
              <a:gd name="connsiteY2" fmla="*/ 323850 h 3163888"/>
              <a:gd name="connsiteX3" fmla="*/ 1479854 w 1910554"/>
              <a:gd name="connsiteY3" fmla="*/ 561975 h 3163888"/>
              <a:gd name="connsiteX4" fmla="*/ 1451279 w 1910554"/>
              <a:gd name="connsiteY4" fmla="*/ 838200 h 3163888"/>
              <a:gd name="connsiteX5" fmla="*/ 1556054 w 1910554"/>
              <a:gd name="connsiteY5" fmla="*/ 1181100 h 3163888"/>
              <a:gd name="connsiteX6" fmla="*/ 1298879 w 1910554"/>
              <a:gd name="connsiteY6" fmla="*/ 1609725 h 3163888"/>
              <a:gd name="connsiteX7" fmla="*/ 1022654 w 1910554"/>
              <a:gd name="connsiteY7" fmla="*/ 1571625 h 3163888"/>
              <a:gd name="connsiteX8" fmla="*/ 1013129 w 1910554"/>
              <a:gd name="connsiteY8" fmla="*/ 1647825 h 3163888"/>
              <a:gd name="connsiteX9" fmla="*/ 955979 w 1910554"/>
              <a:gd name="connsiteY9" fmla="*/ 2495550 h 3163888"/>
              <a:gd name="connsiteX10" fmla="*/ 736904 w 1910554"/>
              <a:gd name="connsiteY10" fmla="*/ 3000375 h 3163888"/>
              <a:gd name="connsiteX11" fmla="*/ 165404 w 1910554"/>
              <a:gd name="connsiteY11" fmla="*/ 3162300 h 3163888"/>
              <a:gd name="connsiteX12" fmla="*/ 3479 w 1910554"/>
              <a:gd name="connsiteY12" fmla="*/ 3076575 h 3163888"/>
              <a:gd name="connsiteX13" fmla="*/ 70154 w 1910554"/>
              <a:gd name="connsiteY13" fmla="*/ 2971800 h 3163888"/>
              <a:gd name="connsiteX0" fmla="*/ 1029798 w 1932605"/>
              <a:gd name="connsiteY0" fmla="*/ 0 h 3163888"/>
              <a:gd name="connsiteX1" fmla="*/ 1727504 w 1932605"/>
              <a:gd name="connsiteY1" fmla="*/ 276225 h 3163888"/>
              <a:gd name="connsiteX2" fmla="*/ 1908479 w 1932605"/>
              <a:gd name="connsiteY2" fmla="*/ 411956 h 3163888"/>
              <a:gd name="connsiteX3" fmla="*/ 1279829 w 1932605"/>
              <a:gd name="connsiteY3" fmla="*/ 323850 h 3163888"/>
              <a:gd name="connsiteX4" fmla="*/ 1479854 w 1932605"/>
              <a:gd name="connsiteY4" fmla="*/ 561975 h 3163888"/>
              <a:gd name="connsiteX5" fmla="*/ 1451279 w 1932605"/>
              <a:gd name="connsiteY5" fmla="*/ 838200 h 3163888"/>
              <a:gd name="connsiteX6" fmla="*/ 1556054 w 1932605"/>
              <a:gd name="connsiteY6" fmla="*/ 1181100 h 3163888"/>
              <a:gd name="connsiteX7" fmla="*/ 1298879 w 1932605"/>
              <a:gd name="connsiteY7" fmla="*/ 1609725 h 3163888"/>
              <a:gd name="connsiteX8" fmla="*/ 1022654 w 1932605"/>
              <a:gd name="connsiteY8" fmla="*/ 1571625 h 3163888"/>
              <a:gd name="connsiteX9" fmla="*/ 1013129 w 1932605"/>
              <a:gd name="connsiteY9" fmla="*/ 1647825 h 3163888"/>
              <a:gd name="connsiteX10" fmla="*/ 955979 w 1932605"/>
              <a:gd name="connsiteY10" fmla="*/ 2495550 h 3163888"/>
              <a:gd name="connsiteX11" fmla="*/ 736904 w 1932605"/>
              <a:gd name="connsiteY11" fmla="*/ 3000375 h 3163888"/>
              <a:gd name="connsiteX12" fmla="*/ 165404 w 1932605"/>
              <a:gd name="connsiteY12" fmla="*/ 3162300 h 3163888"/>
              <a:gd name="connsiteX13" fmla="*/ 3479 w 1932605"/>
              <a:gd name="connsiteY13" fmla="*/ 3076575 h 3163888"/>
              <a:gd name="connsiteX14" fmla="*/ 70154 w 1932605"/>
              <a:gd name="connsiteY14" fmla="*/ 2971800 h 3163888"/>
              <a:gd name="connsiteX0" fmla="*/ 1029798 w 1938241"/>
              <a:gd name="connsiteY0" fmla="*/ 0 h 3163888"/>
              <a:gd name="connsiteX1" fmla="*/ 1753698 w 1938241"/>
              <a:gd name="connsiteY1" fmla="*/ 473869 h 3163888"/>
              <a:gd name="connsiteX2" fmla="*/ 1908479 w 1938241"/>
              <a:gd name="connsiteY2" fmla="*/ 411956 h 3163888"/>
              <a:gd name="connsiteX3" fmla="*/ 1279829 w 1938241"/>
              <a:gd name="connsiteY3" fmla="*/ 323850 h 3163888"/>
              <a:gd name="connsiteX4" fmla="*/ 1479854 w 1938241"/>
              <a:gd name="connsiteY4" fmla="*/ 561975 h 3163888"/>
              <a:gd name="connsiteX5" fmla="*/ 1451279 w 1938241"/>
              <a:gd name="connsiteY5" fmla="*/ 838200 h 3163888"/>
              <a:gd name="connsiteX6" fmla="*/ 1556054 w 1938241"/>
              <a:gd name="connsiteY6" fmla="*/ 1181100 h 3163888"/>
              <a:gd name="connsiteX7" fmla="*/ 1298879 w 1938241"/>
              <a:gd name="connsiteY7" fmla="*/ 1609725 h 3163888"/>
              <a:gd name="connsiteX8" fmla="*/ 1022654 w 1938241"/>
              <a:gd name="connsiteY8" fmla="*/ 1571625 h 3163888"/>
              <a:gd name="connsiteX9" fmla="*/ 1013129 w 1938241"/>
              <a:gd name="connsiteY9" fmla="*/ 1647825 h 3163888"/>
              <a:gd name="connsiteX10" fmla="*/ 955979 w 1938241"/>
              <a:gd name="connsiteY10" fmla="*/ 2495550 h 3163888"/>
              <a:gd name="connsiteX11" fmla="*/ 736904 w 1938241"/>
              <a:gd name="connsiteY11" fmla="*/ 3000375 h 3163888"/>
              <a:gd name="connsiteX12" fmla="*/ 165404 w 1938241"/>
              <a:gd name="connsiteY12" fmla="*/ 3162300 h 3163888"/>
              <a:gd name="connsiteX13" fmla="*/ 3479 w 1938241"/>
              <a:gd name="connsiteY13" fmla="*/ 3076575 h 3163888"/>
              <a:gd name="connsiteX14" fmla="*/ 70154 w 1938241"/>
              <a:gd name="connsiteY14" fmla="*/ 2971800 h 3163888"/>
              <a:gd name="connsiteX0" fmla="*/ 1029798 w 1938241"/>
              <a:gd name="connsiteY0" fmla="*/ 3394 h 3167282"/>
              <a:gd name="connsiteX1" fmla="*/ 1753698 w 1938241"/>
              <a:gd name="connsiteY1" fmla="*/ 477263 h 3167282"/>
              <a:gd name="connsiteX2" fmla="*/ 1908479 w 1938241"/>
              <a:gd name="connsiteY2" fmla="*/ 415350 h 3167282"/>
              <a:gd name="connsiteX3" fmla="*/ 1279829 w 1938241"/>
              <a:gd name="connsiteY3" fmla="*/ 327244 h 3167282"/>
              <a:gd name="connsiteX4" fmla="*/ 1479854 w 1938241"/>
              <a:gd name="connsiteY4" fmla="*/ 565369 h 3167282"/>
              <a:gd name="connsiteX5" fmla="*/ 1451279 w 1938241"/>
              <a:gd name="connsiteY5" fmla="*/ 841594 h 3167282"/>
              <a:gd name="connsiteX6" fmla="*/ 1556054 w 1938241"/>
              <a:gd name="connsiteY6" fmla="*/ 1184494 h 3167282"/>
              <a:gd name="connsiteX7" fmla="*/ 1298879 w 1938241"/>
              <a:gd name="connsiteY7" fmla="*/ 1613119 h 3167282"/>
              <a:gd name="connsiteX8" fmla="*/ 1022654 w 1938241"/>
              <a:gd name="connsiteY8" fmla="*/ 1575019 h 3167282"/>
              <a:gd name="connsiteX9" fmla="*/ 1013129 w 1938241"/>
              <a:gd name="connsiteY9" fmla="*/ 1651219 h 3167282"/>
              <a:gd name="connsiteX10" fmla="*/ 955979 w 1938241"/>
              <a:gd name="connsiteY10" fmla="*/ 2498944 h 3167282"/>
              <a:gd name="connsiteX11" fmla="*/ 736904 w 1938241"/>
              <a:gd name="connsiteY11" fmla="*/ 3003769 h 3167282"/>
              <a:gd name="connsiteX12" fmla="*/ 165404 w 1938241"/>
              <a:gd name="connsiteY12" fmla="*/ 3165694 h 3167282"/>
              <a:gd name="connsiteX13" fmla="*/ 3479 w 1938241"/>
              <a:gd name="connsiteY13" fmla="*/ 3079969 h 3167282"/>
              <a:gd name="connsiteX14" fmla="*/ 70154 w 1938241"/>
              <a:gd name="connsiteY14" fmla="*/ 2975194 h 3167282"/>
              <a:gd name="connsiteX0" fmla="*/ 1029798 w 1938813"/>
              <a:gd name="connsiteY0" fmla="*/ 3314 h 3167202"/>
              <a:gd name="connsiteX1" fmla="*/ 1756079 w 1938813"/>
              <a:gd name="connsiteY1" fmla="*/ 489090 h 3167202"/>
              <a:gd name="connsiteX2" fmla="*/ 1908479 w 1938813"/>
              <a:gd name="connsiteY2" fmla="*/ 415270 h 3167202"/>
              <a:gd name="connsiteX3" fmla="*/ 1279829 w 1938813"/>
              <a:gd name="connsiteY3" fmla="*/ 327164 h 3167202"/>
              <a:gd name="connsiteX4" fmla="*/ 1479854 w 1938813"/>
              <a:gd name="connsiteY4" fmla="*/ 565289 h 3167202"/>
              <a:gd name="connsiteX5" fmla="*/ 1451279 w 1938813"/>
              <a:gd name="connsiteY5" fmla="*/ 841514 h 3167202"/>
              <a:gd name="connsiteX6" fmla="*/ 1556054 w 1938813"/>
              <a:gd name="connsiteY6" fmla="*/ 1184414 h 3167202"/>
              <a:gd name="connsiteX7" fmla="*/ 1298879 w 1938813"/>
              <a:gd name="connsiteY7" fmla="*/ 1613039 h 3167202"/>
              <a:gd name="connsiteX8" fmla="*/ 1022654 w 1938813"/>
              <a:gd name="connsiteY8" fmla="*/ 1574939 h 3167202"/>
              <a:gd name="connsiteX9" fmla="*/ 1013129 w 1938813"/>
              <a:gd name="connsiteY9" fmla="*/ 1651139 h 3167202"/>
              <a:gd name="connsiteX10" fmla="*/ 955979 w 1938813"/>
              <a:gd name="connsiteY10" fmla="*/ 2498864 h 3167202"/>
              <a:gd name="connsiteX11" fmla="*/ 736904 w 1938813"/>
              <a:gd name="connsiteY11" fmla="*/ 3003689 h 3167202"/>
              <a:gd name="connsiteX12" fmla="*/ 165404 w 1938813"/>
              <a:gd name="connsiteY12" fmla="*/ 3165614 h 3167202"/>
              <a:gd name="connsiteX13" fmla="*/ 3479 w 1938813"/>
              <a:gd name="connsiteY13" fmla="*/ 3079889 h 3167202"/>
              <a:gd name="connsiteX14" fmla="*/ 70154 w 1938813"/>
              <a:gd name="connsiteY14" fmla="*/ 2975114 h 3167202"/>
              <a:gd name="connsiteX0" fmla="*/ 1029798 w 1908692"/>
              <a:gd name="connsiteY0" fmla="*/ 3314 h 3167202"/>
              <a:gd name="connsiteX1" fmla="*/ 1756079 w 1908692"/>
              <a:gd name="connsiteY1" fmla="*/ 489090 h 3167202"/>
              <a:gd name="connsiteX2" fmla="*/ 1908479 w 1908692"/>
              <a:gd name="connsiteY2" fmla="*/ 415270 h 3167202"/>
              <a:gd name="connsiteX3" fmla="*/ 1775129 w 1908692"/>
              <a:gd name="connsiteY3" fmla="*/ 386695 h 3167202"/>
              <a:gd name="connsiteX4" fmla="*/ 1279829 w 1908692"/>
              <a:gd name="connsiteY4" fmla="*/ 327164 h 3167202"/>
              <a:gd name="connsiteX5" fmla="*/ 1479854 w 1908692"/>
              <a:gd name="connsiteY5" fmla="*/ 565289 h 3167202"/>
              <a:gd name="connsiteX6" fmla="*/ 1451279 w 1908692"/>
              <a:gd name="connsiteY6" fmla="*/ 841514 h 3167202"/>
              <a:gd name="connsiteX7" fmla="*/ 1556054 w 1908692"/>
              <a:gd name="connsiteY7" fmla="*/ 1184414 h 3167202"/>
              <a:gd name="connsiteX8" fmla="*/ 1298879 w 1908692"/>
              <a:gd name="connsiteY8" fmla="*/ 1613039 h 3167202"/>
              <a:gd name="connsiteX9" fmla="*/ 1022654 w 1908692"/>
              <a:gd name="connsiteY9" fmla="*/ 1574939 h 3167202"/>
              <a:gd name="connsiteX10" fmla="*/ 1013129 w 1908692"/>
              <a:gd name="connsiteY10" fmla="*/ 1651139 h 3167202"/>
              <a:gd name="connsiteX11" fmla="*/ 955979 w 1908692"/>
              <a:gd name="connsiteY11" fmla="*/ 2498864 h 3167202"/>
              <a:gd name="connsiteX12" fmla="*/ 736904 w 1908692"/>
              <a:gd name="connsiteY12" fmla="*/ 3003689 h 3167202"/>
              <a:gd name="connsiteX13" fmla="*/ 165404 w 1908692"/>
              <a:gd name="connsiteY13" fmla="*/ 3165614 h 3167202"/>
              <a:gd name="connsiteX14" fmla="*/ 3479 w 1908692"/>
              <a:gd name="connsiteY14" fmla="*/ 3079889 h 3167202"/>
              <a:gd name="connsiteX15" fmla="*/ 70154 w 1908692"/>
              <a:gd name="connsiteY15" fmla="*/ 2975114 h 3167202"/>
              <a:gd name="connsiteX0" fmla="*/ 1029798 w 1908759"/>
              <a:gd name="connsiteY0" fmla="*/ 3314 h 3167202"/>
              <a:gd name="connsiteX1" fmla="*/ 1756079 w 1908759"/>
              <a:gd name="connsiteY1" fmla="*/ 489090 h 3167202"/>
              <a:gd name="connsiteX2" fmla="*/ 1908479 w 1908759"/>
              <a:gd name="connsiteY2" fmla="*/ 415270 h 3167202"/>
              <a:gd name="connsiteX3" fmla="*/ 1777510 w 1908759"/>
              <a:gd name="connsiteY3" fmla="*/ 598626 h 3167202"/>
              <a:gd name="connsiteX4" fmla="*/ 1279829 w 1908759"/>
              <a:gd name="connsiteY4" fmla="*/ 327164 h 3167202"/>
              <a:gd name="connsiteX5" fmla="*/ 1479854 w 1908759"/>
              <a:gd name="connsiteY5" fmla="*/ 565289 h 3167202"/>
              <a:gd name="connsiteX6" fmla="*/ 1451279 w 1908759"/>
              <a:gd name="connsiteY6" fmla="*/ 841514 h 3167202"/>
              <a:gd name="connsiteX7" fmla="*/ 1556054 w 1908759"/>
              <a:gd name="connsiteY7" fmla="*/ 1184414 h 3167202"/>
              <a:gd name="connsiteX8" fmla="*/ 1298879 w 1908759"/>
              <a:gd name="connsiteY8" fmla="*/ 1613039 h 3167202"/>
              <a:gd name="connsiteX9" fmla="*/ 1022654 w 1908759"/>
              <a:gd name="connsiteY9" fmla="*/ 1574939 h 3167202"/>
              <a:gd name="connsiteX10" fmla="*/ 1013129 w 1908759"/>
              <a:gd name="connsiteY10" fmla="*/ 1651139 h 3167202"/>
              <a:gd name="connsiteX11" fmla="*/ 955979 w 1908759"/>
              <a:gd name="connsiteY11" fmla="*/ 2498864 h 3167202"/>
              <a:gd name="connsiteX12" fmla="*/ 736904 w 1908759"/>
              <a:gd name="connsiteY12" fmla="*/ 3003689 h 3167202"/>
              <a:gd name="connsiteX13" fmla="*/ 165404 w 1908759"/>
              <a:gd name="connsiteY13" fmla="*/ 3165614 h 3167202"/>
              <a:gd name="connsiteX14" fmla="*/ 3479 w 1908759"/>
              <a:gd name="connsiteY14" fmla="*/ 3079889 h 3167202"/>
              <a:gd name="connsiteX15" fmla="*/ 70154 w 1908759"/>
              <a:gd name="connsiteY15" fmla="*/ 2975114 h 3167202"/>
              <a:gd name="connsiteX0" fmla="*/ 1029798 w 1909670"/>
              <a:gd name="connsiteY0" fmla="*/ 3742 h 3167630"/>
              <a:gd name="connsiteX1" fmla="*/ 1727504 w 1909670"/>
              <a:gd name="connsiteY1" fmla="*/ 432368 h 3167630"/>
              <a:gd name="connsiteX2" fmla="*/ 1908479 w 1909670"/>
              <a:gd name="connsiteY2" fmla="*/ 415698 h 3167630"/>
              <a:gd name="connsiteX3" fmla="*/ 1777510 w 1909670"/>
              <a:gd name="connsiteY3" fmla="*/ 599054 h 3167630"/>
              <a:gd name="connsiteX4" fmla="*/ 1279829 w 1909670"/>
              <a:gd name="connsiteY4" fmla="*/ 327592 h 3167630"/>
              <a:gd name="connsiteX5" fmla="*/ 1479854 w 1909670"/>
              <a:gd name="connsiteY5" fmla="*/ 565717 h 3167630"/>
              <a:gd name="connsiteX6" fmla="*/ 1451279 w 1909670"/>
              <a:gd name="connsiteY6" fmla="*/ 841942 h 3167630"/>
              <a:gd name="connsiteX7" fmla="*/ 1556054 w 1909670"/>
              <a:gd name="connsiteY7" fmla="*/ 1184842 h 3167630"/>
              <a:gd name="connsiteX8" fmla="*/ 1298879 w 1909670"/>
              <a:gd name="connsiteY8" fmla="*/ 1613467 h 3167630"/>
              <a:gd name="connsiteX9" fmla="*/ 1022654 w 1909670"/>
              <a:gd name="connsiteY9" fmla="*/ 1575367 h 3167630"/>
              <a:gd name="connsiteX10" fmla="*/ 1013129 w 1909670"/>
              <a:gd name="connsiteY10" fmla="*/ 1651567 h 3167630"/>
              <a:gd name="connsiteX11" fmla="*/ 955979 w 1909670"/>
              <a:gd name="connsiteY11" fmla="*/ 2499292 h 3167630"/>
              <a:gd name="connsiteX12" fmla="*/ 736904 w 1909670"/>
              <a:gd name="connsiteY12" fmla="*/ 3004117 h 3167630"/>
              <a:gd name="connsiteX13" fmla="*/ 165404 w 1909670"/>
              <a:gd name="connsiteY13" fmla="*/ 3166042 h 3167630"/>
              <a:gd name="connsiteX14" fmla="*/ 3479 w 1909670"/>
              <a:gd name="connsiteY14" fmla="*/ 3080317 h 3167630"/>
              <a:gd name="connsiteX15" fmla="*/ 70154 w 1909670"/>
              <a:gd name="connsiteY15" fmla="*/ 2975542 h 3167630"/>
              <a:gd name="connsiteX0" fmla="*/ 1029798 w 1909670"/>
              <a:gd name="connsiteY0" fmla="*/ 3742 h 3167630"/>
              <a:gd name="connsiteX1" fmla="*/ 1727504 w 1909670"/>
              <a:gd name="connsiteY1" fmla="*/ 432368 h 3167630"/>
              <a:gd name="connsiteX2" fmla="*/ 1908479 w 1909670"/>
              <a:gd name="connsiteY2" fmla="*/ 415698 h 3167630"/>
              <a:gd name="connsiteX3" fmla="*/ 1777510 w 1909670"/>
              <a:gd name="connsiteY3" fmla="*/ 599054 h 3167630"/>
              <a:gd name="connsiteX4" fmla="*/ 1279829 w 1909670"/>
              <a:gd name="connsiteY4" fmla="*/ 327592 h 3167630"/>
              <a:gd name="connsiteX5" fmla="*/ 1479854 w 1909670"/>
              <a:gd name="connsiteY5" fmla="*/ 565717 h 3167630"/>
              <a:gd name="connsiteX6" fmla="*/ 1451279 w 1909670"/>
              <a:gd name="connsiteY6" fmla="*/ 841942 h 3167630"/>
              <a:gd name="connsiteX7" fmla="*/ 1556054 w 1909670"/>
              <a:gd name="connsiteY7" fmla="*/ 1184842 h 3167630"/>
              <a:gd name="connsiteX8" fmla="*/ 1194104 w 1909670"/>
              <a:gd name="connsiteY8" fmla="*/ 1546792 h 3167630"/>
              <a:gd name="connsiteX9" fmla="*/ 1022654 w 1909670"/>
              <a:gd name="connsiteY9" fmla="*/ 1575367 h 3167630"/>
              <a:gd name="connsiteX10" fmla="*/ 1013129 w 1909670"/>
              <a:gd name="connsiteY10" fmla="*/ 1651567 h 3167630"/>
              <a:gd name="connsiteX11" fmla="*/ 955979 w 1909670"/>
              <a:gd name="connsiteY11" fmla="*/ 2499292 h 3167630"/>
              <a:gd name="connsiteX12" fmla="*/ 736904 w 1909670"/>
              <a:gd name="connsiteY12" fmla="*/ 3004117 h 3167630"/>
              <a:gd name="connsiteX13" fmla="*/ 165404 w 1909670"/>
              <a:gd name="connsiteY13" fmla="*/ 3166042 h 3167630"/>
              <a:gd name="connsiteX14" fmla="*/ 3479 w 1909670"/>
              <a:gd name="connsiteY14" fmla="*/ 3080317 h 3167630"/>
              <a:gd name="connsiteX15" fmla="*/ 70154 w 1909670"/>
              <a:gd name="connsiteY15" fmla="*/ 2975542 h 3167630"/>
              <a:gd name="connsiteX0" fmla="*/ 1029798 w 1909670"/>
              <a:gd name="connsiteY0" fmla="*/ 3742 h 3167630"/>
              <a:gd name="connsiteX1" fmla="*/ 1727504 w 1909670"/>
              <a:gd name="connsiteY1" fmla="*/ 432368 h 3167630"/>
              <a:gd name="connsiteX2" fmla="*/ 1908479 w 1909670"/>
              <a:gd name="connsiteY2" fmla="*/ 415698 h 3167630"/>
              <a:gd name="connsiteX3" fmla="*/ 1777510 w 1909670"/>
              <a:gd name="connsiteY3" fmla="*/ 599054 h 3167630"/>
              <a:gd name="connsiteX4" fmla="*/ 1279829 w 1909670"/>
              <a:gd name="connsiteY4" fmla="*/ 327592 h 3167630"/>
              <a:gd name="connsiteX5" fmla="*/ 1479854 w 1909670"/>
              <a:gd name="connsiteY5" fmla="*/ 565717 h 3167630"/>
              <a:gd name="connsiteX6" fmla="*/ 1451279 w 1909670"/>
              <a:gd name="connsiteY6" fmla="*/ 841942 h 3167630"/>
              <a:gd name="connsiteX7" fmla="*/ 1556054 w 1909670"/>
              <a:gd name="connsiteY7" fmla="*/ 1184842 h 3167630"/>
              <a:gd name="connsiteX8" fmla="*/ 1194104 w 1909670"/>
              <a:gd name="connsiteY8" fmla="*/ 1546792 h 3167630"/>
              <a:gd name="connsiteX9" fmla="*/ 1035354 w 1909670"/>
              <a:gd name="connsiteY9" fmla="*/ 1597592 h 3167630"/>
              <a:gd name="connsiteX10" fmla="*/ 1013129 w 1909670"/>
              <a:gd name="connsiteY10" fmla="*/ 1651567 h 3167630"/>
              <a:gd name="connsiteX11" fmla="*/ 955979 w 1909670"/>
              <a:gd name="connsiteY11" fmla="*/ 2499292 h 3167630"/>
              <a:gd name="connsiteX12" fmla="*/ 736904 w 1909670"/>
              <a:gd name="connsiteY12" fmla="*/ 3004117 h 3167630"/>
              <a:gd name="connsiteX13" fmla="*/ 165404 w 1909670"/>
              <a:gd name="connsiteY13" fmla="*/ 3166042 h 3167630"/>
              <a:gd name="connsiteX14" fmla="*/ 3479 w 1909670"/>
              <a:gd name="connsiteY14" fmla="*/ 3080317 h 3167630"/>
              <a:gd name="connsiteX15" fmla="*/ 70154 w 1909670"/>
              <a:gd name="connsiteY15" fmla="*/ 2975542 h 3167630"/>
              <a:gd name="connsiteX0" fmla="*/ 1029798 w 1909670"/>
              <a:gd name="connsiteY0" fmla="*/ 3742 h 3167630"/>
              <a:gd name="connsiteX1" fmla="*/ 1727504 w 1909670"/>
              <a:gd name="connsiteY1" fmla="*/ 432368 h 3167630"/>
              <a:gd name="connsiteX2" fmla="*/ 1908479 w 1909670"/>
              <a:gd name="connsiteY2" fmla="*/ 415698 h 3167630"/>
              <a:gd name="connsiteX3" fmla="*/ 1777510 w 1909670"/>
              <a:gd name="connsiteY3" fmla="*/ 599054 h 3167630"/>
              <a:gd name="connsiteX4" fmla="*/ 1279829 w 1909670"/>
              <a:gd name="connsiteY4" fmla="*/ 327592 h 3167630"/>
              <a:gd name="connsiteX5" fmla="*/ 1479854 w 1909670"/>
              <a:gd name="connsiteY5" fmla="*/ 565717 h 3167630"/>
              <a:gd name="connsiteX6" fmla="*/ 1451279 w 1909670"/>
              <a:gd name="connsiteY6" fmla="*/ 841942 h 3167630"/>
              <a:gd name="connsiteX7" fmla="*/ 1556054 w 1909670"/>
              <a:gd name="connsiteY7" fmla="*/ 1184842 h 3167630"/>
              <a:gd name="connsiteX8" fmla="*/ 1194104 w 1909670"/>
              <a:gd name="connsiteY8" fmla="*/ 1546792 h 3167630"/>
              <a:gd name="connsiteX9" fmla="*/ 1035354 w 1909670"/>
              <a:gd name="connsiteY9" fmla="*/ 1597592 h 3167630"/>
              <a:gd name="connsiteX10" fmla="*/ 955979 w 1909670"/>
              <a:gd name="connsiteY10" fmla="*/ 2499292 h 3167630"/>
              <a:gd name="connsiteX11" fmla="*/ 736904 w 1909670"/>
              <a:gd name="connsiteY11" fmla="*/ 3004117 h 3167630"/>
              <a:gd name="connsiteX12" fmla="*/ 165404 w 1909670"/>
              <a:gd name="connsiteY12" fmla="*/ 3166042 h 3167630"/>
              <a:gd name="connsiteX13" fmla="*/ 3479 w 1909670"/>
              <a:gd name="connsiteY13" fmla="*/ 3080317 h 3167630"/>
              <a:gd name="connsiteX14" fmla="*/ 70154 w 1909670"/>
              <a:gd name="connsiteY14" fmla="*/ 2975542 h 3167630"/>
              <a:gd name="connsiteX0" fmla="*/ 1029798 w 1909670"/>
              <a:gd name="connsiteY0" fmla="*/ 3742 h 3167630"/>
              <a:gd name="connsiteX1" fmla="*/ 1727504 w 1909670"/>
              <a:gd name="connsiteY1" fmla="*/ 432368 h 3167630"/>
              <a:gd name="connsiteX2" fmla="*/ 1908479 w 1909670"/>
              <a:gd name="connsiteY2" fmla="*/ 415698 h 3167630"/>
              <a:gd name="connsiteX3" fmla="*/ 1777510 w 1909670"/>
              <a:gd name="connsiteY3" fmla="*/ 599054 h 3167630"/>
              <a:gd name="connsiteX4" fmla="*/ 1279829 w 1909670"/>
              <a:gd name="connsiteY4" fmla="*/ 327592 h 3167630"/>
              <a:gd name="connsiteX5" fmla="*/ 1479854 w 1909670"/>
              <a:gd name="connsiteY5" fmla="*/ 565717 h 3167630"/>
              <a:gd name="connsiteX6" fmla="*/ 1451279 w 1909670"/>
              <a:gd name="connsiteY6" fmla="*/ 841942 h 3167630"/>
              <a:gd name="connsiteX7" fmla="*/ 1556054 w 1909670"/>
              <a:gd name="connsiteY7" fmla="*/ 1184842 h 3167630"/>
              <a:gd name="connsiteX8" fmla="*/ 1194104 w 1909670"/>
              <a:gd name="connsiteY8" fmla="*/ 1546792 h 3167630"/>
              <a:gd name="connsiteX9" fmla="*/ 1035354 w 1909670"/>
              <a:gd name="connsiteY9" fmla="*/ 1597592 h 3167630"/>
              <a:gd name="connsiteX10" fmla="*/ 955979 w 1909670"/>
              <a:gd name="connsiteY10" fmla="*/ 2499292 h 3167630"/>
              <a:gd name="connsiteX11" fmla="*/ 736904 w 1909670"/>
              <a:gd name="connsiteY11" fmla="*/ 3004117 h 3167630"/>
              <a:gd name="connsiteX12" fmla="*/ 165404 w 1909670"/>
              <a:gd name="connsiteY12" fmla="*/ 3166042 h 3167630"/>
              <a:gd name="connsiteX13" fmla="*/ 3479 w 1909670"/>
              <a:gd name="connsiteY13" fmla="*/ 3080317 h 3167630"/>
              <a:gd name="connsiteX14" fmla="*/ 70154 w 1909670"/>
              <a:gd name="connsiteY14" fmla="*/ 2975542 h 3167630"/>
              <a:gd name="connsiteX0" fmla="*/ 1029798 w 1909670"/>
              <a:gd name="connsiteY0" fmla="*/ 3742 h 3167630"/>
              <a:gd name="connsiteX1" fmla="*/ 1727504 w 1909670"/>
              <a:gd name="connsiteY1" fmla="*/ 432368 h 3167630"/>
              <a:gd name="connsiteX2" fmla="*/ 1908479 w 1909670"/>
              <a:gd name="connsiteY2" fmla="*/ 415698 h 3167630"/>
              <a:gd name="connsiteX3" fmla="*/ 1777510 w 1909670"/>
              <a:gd name="connsiteY3" fmla="*/ 599054 h 3167630"/>
              <a:gd name="connsiteX4" fmla="*/ 1279829 w 1909670"/>
              <a:gd name="connsiteY4" fmla="*/ 327592 h 3167630"/>
              <a:gd name="connsiteX5" fmla="*/ 1479854 w 1909670"/>
              <a:gd name="connsiteY5" fmla="*/ 565717 h 3167630"/>
              <a:gd name="connsiteX6" fmla="*/ 1451279 w 1909670"/>
              <a:gd name="connsiteY6" fmla="*/ 841942 h 3167630"/>
              <a:gd name="connsiteX7" fmla="*/ 1556054 w 1909670"/>
              <a:gd name="connsiteY7" fmla="*/ 1184842 h 3167630"/>
              <a:gd name="connsiteX8" fmla="*/ 1194104 w 1909670"/>
              <a:gd name="connsiteY8" fmla="*/ 1546792 h 3167630"/>
              <a:gd name="connsiteX9" fmla="*/ 1029004 w 1909670"/>
              <a:gd name="connsiteY9" fmla="*/ 1597592 h 3167630"/>
              <a:gd name="connsiteX10" fmla="*/ 955979 w 1909670"/>
              <a:gd name="connsiteY10" fmla="*/ 2499292 h 3167630"/>
              <a:gd name="connsiteX11" fmla="*/ 736904 w 1909670"/>
              <a:gd name="connsiteY11" fmla="*/ 3004117 h 3167630"/>
              <a:gd name="connsiteX12" fmla="*/ 165404 w 1909670"/>
              <a:gd name="connsiteY12" fmla="*/ 3166042 h 3167630"/>
              <a:gd name="connsiteX13" fmla="*/ 3479 w 1909670"/>
              <a:gd name="connsiteY13" fmla="*/ 3080317 h 3167630"/>
              <a:gd name="connsiteX14" fmla="*/ 70154 w 1909670"/>
              <a:gd name="connsiteY14" fmla="*/ 2975542 h 3167630"/>
              <a:gd name="connsiteX0" fmla="*/ 1029798 w 1909670"/>
              <a:gd name="connsiteY0" fmla="*/ 3742 h 3167630"/>
              <a:gd name="connsiteX1" fmla="*/ 1727504 w 1909670"/>
              <a:gd name="connsiteY1" fmla="*/ 432368 h 3167630"/>
              <a:gd name="connsiteX2" fmla="*/ 1908479 w 1909670"/>
              <a:gd name="connsiteY2" fmla="*/ 415698 h 3167630"/>
              <a:gd name="connsiteX3" fmla="*/ 1777510 w 1909670"/>
              <a:gd name="connsiteY3" fmla="*/ 599054 h 3167630"/>
              <a:gd name="connsiteX4" fmla="*/ 1279829 w 1909670"/>
              <a:gd name="connsiteY4" fmla="*/ 327592 h 3167630"/>
              <a:gd name="connsiteX5" fmla="*/ 1479854 w 1909670"/>
              <a:gd name="connsiteY5" fmla="*/ 565717 h 3167630"/>
              <a:gd name="connsiteX6" fmla="*/ 1451279 w 1909670"/>
              <a:gd name="connsiteY6" fmla="*/ 841942 h 3167630"/>
              <a:gd name="connsiteX7" fmla="*/ 1556054 w 1909670"/>
              <a:gd name="connsiteY7" fmla="*/ 1184842 h 3167630"/>
              <a:gd name="connsiteX8" fmla="*/ 1194104 w 1909670"/>
              <a:gd name="connsiteY8" fmla="*/ 1546792 h 3167630"/>
              <a:gd name="connsiteX9" fmla="*/ 1019479 w 1909670"/>
              <a:gd name="connsiteY9" fmla="*/ 1597592 h 3167630"/>
              <a:gd name="connsiteX10" fmla="*/ 955979 w 1909670"/>
              <a:gd name="connsiteY10" fmla="*/ 2499292 h 3167630"/>
              <a:gd name="connsiteX11" fmla="*/ 736904 w 1909670"/>
              <a:gd name="connsiteY11" fmla="*/ 3004117 h 3167630"/>
              <a:gd name="connsiteX12" fmla="*/ 165404 w 1909670"/>
              <a:gd name="connsiteY12" fmla="*/ 3166042 h 3167630"/>
              <a:gd name="connsiteX13" fmla="*/ 3479 w 1909670"/>
              <a:gd name="connsiteY13" fmla="*/ 3080317 h 3167630"/>
              <a:gd name="connsiteX14" fmla="*/ 70154 w 1909670"/>
              <a:gd name="connsiteY14" fmla="*/ 2975542 h 3167630"/>
              <a:gd name="connsiteX0" fmla="*/ 1029798 w 1955512"/>
              <a:gd name="connsiteY0" fmla="*/ 0 h 3163888"/>
              <a:gd name="connsiteX1" fmla="*/ 1908479 w 1955512"/>
              <a:gd name="connsiteY1" fmla="*/ 411956 h 3163888"/>
              <a:gd name="connsiteX2" fmla="*/ 1777510 w 1955512"/>
              <a:gd name="connsiteY2" fmla="*/ 595312 h 3163888"/>
              <a:gd name="connsiteX3" fmla="*/ 1279829 w 1955512"/>
              <a:gd name="connsiteY3" fmla="*/ 323850 h 3163888"/>
              <a:gd name="connsiteX4" fmla="*/ 1479854 w 1955512"/>
              <a:gd name="connsiteY4" fmla="*/ 561975 h 3163888"/>
              <a:gd name="connsiteX5" fmla="*/ 1451279 w 1955512"/>
              <a:gd name="connsiteY5" fmla="*/ 838200 h 3163888"/>
              <a:gd name="connsiteX6" fmla="*/ 1556054 w 1955512"/>
              <a:gd name="connsiteY6" fmla="*/ 1181100 h 3163888"/>
              <a:gd name="connsiteX7" fmla="*/ 1194104 w 1955512"/>
              <a:gd name="connsiteY7" fmla="*/ 1543050 h 3163888"/>
              <a:gd name="connsiteX8" fmla="*/ 1019479 w 1955512"/>
              <a:gd name="connsiteY8" fmla="*/ 1593850 h 3163888"/>
              <a:gd name="connsiteX9" fmla="*/ 955979 w 1955512"/>
              <a:gd name="connsiteY9" fmla="*/ 2495550 h 3163888"/>
              <a:gd name="connsiteX10" fmla="*/ 736904 w 1955512"/>
              <a:gd name="connsiteY10" fmla="*/ 3000375 h 3163888"/>
              <a:gd name="connsiteX11" fmla="*/ 165404 w 1955512"/>
              <a:gd name="connsiteY11" fmla="*/ 3162300 h 3163888"/>
              <a:gd name="connsiteX12" fmla="*/ 3479 w 1955512"/>
              <a:gd name="connsiteY12" fmla="*/ 3076575 h 3163888"/>
              <a:gd name="connsiteX13" fmla="*/ 70154 w 1955512"/>
              <a:gd name="connsiteY13" fmla="*/ 2971800 h 3163888"/>
              <a:gd name="connsiteX0" fmla="*/ 1029798 w 1780022"/>
              <a:gd name="connsiteY0" fmla="*/ 0 h 3163888"/>
              <a:gd name="connsiteX1" fmla="*/ 1777510 w 1780022"/>
              <a:gd name="connsiteY1" fmla="*/ 595312 h 3163888"/>
              <a:gd name="connsiteX2" fmla="*/ 1279829 w 1780022"/>
              <a:gd name="connsiteY2" fmla="*/ 323850 h 3163888"/>
              <a:gd name="connsiteX3" fmla="*/ 1479854 w 1780022"/>
              <a:gd name="connsiteY3" fmla="*/ 561975 h 3163888"/>
              <a:gd name="connsiteX4" fmla="*/ 1451279 w 1780022"/>
              <a:gd name="connsiteY4" fmla="*/ 838200 h 3163888"/>
              <a:gd name="connsiteX5" fmla="*/ 1556054 w 1780022"/>
              <a:gd name="connsiteY5" fmla="*/ 1181100 h 3163888"/>
              <a:gd name="connsiteX6" fmla="*/ 1194104 w 1780022"/>
              <a:gd name="connsiteY6" fmla="*/ 1543050 h 3163888"/>
              <a:gd name="connsiteX7" fmla="*/ 1019479 w 1780022"/>
              <a:gd name="connsiteY7" fmla="*/ 1593850 h 3163888"/>
              <a:gd name="connsiteX8" fmla="*/ 955979 w 1780022"/>
              <a:gd name="connsiteY8" fmla="*/ 2495550 h 3163888"/>
              <a:gd name="connsiteX9" fmla="*/ 736904 w 1780022"/>
              <a:gd name="connsiteY9" fmla="*/ 3000375 h 3163888"/>
              <a:gd name="connsiteX10" fmla="*/ 165404 w 1780022"/>
              <a:gd name="connsiteY10" fmla="*/ 3162300 h 3163888"/>
              <a:gd name="connsiteX11" fmla="*/ 3479 w 1780022"/>
              <a:gd name="connsiteY11" fmla="*/ 3076575 h 3163888"/>
              <a:gd name="connsiteX12" fmla="*/ 70154 w 1780022"/>
              <a:gd name="connsiteY12" fmla="*/ 2971800 h 3163888"/>
              <a:gd name="connsiteX0" fmla="*/ 1029798 w 1564430"/>
              <a:gd name="connsiteY0" fmla="*/ 0 h 3163888"/>
              <a:gd name="connsiteX1" fmla="*/ 1279829 w 1564430"/>
              <a:gd name="connsiteY1" fmla="*/ 323850 h 3163888"/>
              <a:gd name="connsiteX2" fmla="*/ 1479854 w 1564430"/>
              <a:gd name="connsiteY2" fmla="*/ 561975 h 3163888"/>
              <a:gd name="connsiteX3" fmla="*/ 1451279 w 1564430"/>
              <a:gd name="connsiteY3" fmla="*/ 838200 h 3163888"/>
              <a:gd name="connsiteX4" fmla="*/ 1556054 w 1564430"/>
              <a:gd name="connsiteY4" fmla="*/ 1181100 h 3163888"/>
              <a:gd name="connsiteX5" fmla="*/ 1194104 w 1564430"/>
              <a:gd name="connsiteY5" fmla="*/ 1543050 h 3163888"/>
              <a:gd name="connsiteX6" fmla="*/ 1019479 w 1564430"/>
              <a:gd name="connsiteY6" fmla="*/ 1593850 h 3163888"/>
              <a:gd name="connsiteX7" fmla="*/ 955979 w 1564430"/>
              <a:gd name="connsiteY7" fmla="*/ 2495550 h 3163888"/>
              <a:gd name="connsiteX8" fmla="*/ 736904 w 1564430"/>
              <a:gd name="connsiteY8" fmla="*/ 3000375 h 3163888"/>
              <a:gd name="connsiteX9" fmla="*/ 165404 w 1564430"/>
              <a:gd name="connsiteY9" fmla="*/ 3162300 h 3163888"/>
              <a:gd name="connsiteX10" fmla="*/ 3479 w 1564430"/>
              <a:gd name="connsiteY10" fmla="*/ 3076575 h 3163888"/>
              <a:gd name="connsiteX11" fmla="*/ 70154 w 1564430"/>
              <a:gd name="connsiteY11" fmla="*/ 2971800 h 3163888"/>
              <a:gd name="connsiteX0" fmla="*/ 1029798 w 1564430"/>
              <a:gd name="connsiteY0" fmla="*/ 0 h 3163888"/>
              <a:gd name="connsiteX1" fmla="*/ 1479854 w 1564430"/>
              <a:gd name="connsiteY1" fmla="*/ 561975 h 3163888"/>
              <a:gd name="connsiteX2" fmla="*/ 1451279 w 1564430"/>
              <a:gd name="connsiteY2" fmla="*/ 838200 h 3163888"/>
              <a:gd name="connsiteX3" fmla="*/ 1556054 w 1564430"/>
              <a:gd name="connsiteY3" fmla="*/ 1181100 h 3163888"/>
              <a:gd name="connsiteX4" fmla="*/ 1194104 w 1564430"/>
              <a:gd name="connsiteY4" fmla="*/ 1543050 h 3163888"/>
              <a:gd name="connsiteX5" fmla="*/ 1019479 w 1564430"/>
              <a:gd name="connsiteY5" fmla="*/ 1593850 h 3163888"/>
              <a:gd name="connsiteX6" fmla="*/ 955979 w 1564430"/>
              <a:gd name="connsiteY6" fmla="*/ 2495550 h 3163888"/>
              <a:gd name="connsiteX7" fmla="*/ 736904 w 1564430"/>
              <a:gd name="connsiteY7" fmla="*/ 3000375 h 3163888"/>
              <a:gd name="connsiteX8" fmla="*/ 165404 w 1564430"/>
              <a:gd name="connsiteY8" fmla="*/ 3162300 h 3163888"/>
              <a:gd name="connsiteX9" fmla="*/ 3479 w 1564430"/>
              <a:gd name="connsiteY9" fmla="*/ 3076575 h 3163888"/>
              <a:gd name="connsiteX10" fmla="*/ 70154 w 1564430"/>
              <a:gd name="connsiteY10" fmla="*/ 2971800 h 3163888"/>
              <a:gd name="connsiteX0" fmla="*/ 1029798 w 1570230"/>
              <a:gd name="connsiteY0" fmla="*/ 0 h 3163888"/>
              <a:gd name="connsiteX1" fmla="*/ 1451279 w 1570230"/>
              <a:gd name="connsiteY1" fmla="*/ 838200 h 3163888"/>
              <a:gd name="connsiteX2" fmla="*/ 1556054 w 1570230"/>
              <a:gd name="connsiteY2" fmla="*/ 1181100 h 3163888"/>
              <a:gd name="connsiteX3" fmla="*/ 1194104 w 1570230"/>
              <a:gd name="connsiteY3" fmla="*/ 1543050 h 3163888"/>
              <a:gd name="connsiteX4" fmla="*/ 1019479 w 1570230"/>
              <a:gd name="connsiteY4" fmla="*/ 1593850 h 3163888"/>
              <a:gd name="connsiteX5" fmla="*/ 955979 w 1570230"/>
              <a:gd name="connsiteY5" fmla="*/ 2495550 h 3163888"/>
              <a:gd name="connsiteX6" fmla="*/ 736904 w 1570230"/>
              <a:gd name="connsiteY6" fmla="*/ 3000375 h 3163888"/>
              <a:gd name="connsiteX7" fmla="*/ 165404 w 1570230"/>
              <a:gd name="connsiteY7" fmla="*/ 3162300 h 3163888"/>
              <a:gd name="connsiteX8" fmla="*/ 3479 w 1570230"/>
              <a:gd name="connsiteY8" fmla="*/ 3076575 h 3163888"/>
              <a:gd name="connsiteX9" fmla="*/ 70154 w 1570230"/>
              <a:gd name="connsiteY9" fmla="*/ 2971800 h 3163888"/>
              <a:gd name="connsiteX0" fmla="*/ 1029798 w 1557813"/>
              <a:gd name="connsiteY0" fmla="*/ 0 h 3163888"/>
              <a:gd name="connsiteX1" fmla="*/ 1556054 w 1557813"/>
              <a:gd name="connsiteY1" fmla="*/ 1181100 h 3163888"/>
              <a:gd name="connsiteX2" fmla="*/ 1194104 w 1557813"/>
              <a:gd name="connsiteY2" fmla="*/ 1543050 h 3163888"/>
              <a:gd name="connsiteX3" fmla="*/ 1019479 w 1557813"/>
              <a:gd name="connsiteY3" fmla="*/ 1593850 h 3163888"/>
              <a:gd name="connsiteX4" fmla="*/ 955979 w 1557813"/>
              <a:gd name="connsiteY4" fmla="*/ 2495550 h 3163888"/>
              <a:gd name="connsiteX5" fmla="*/ 736904 w 1557813"/>
              <a:gd name="connsiteY5" fmla="*/ 3000375 h 3163888"/>
              <a:gd name="connsiteX6" fmla="*/ 165404 w 1557813"/>
              <a:gd name="connsiteY6" fmla="*/ 3162300 h 3163888"/>
              <a:gd name="connsiteX7" fmla="*/ 3479 w 1557813"/>
              <a:gd name="connsiteY7" fmla="*/ 3076575 h 3163888"/>
              <a:gd name="connsiteX8" fmla="*/ 70154 w 1557813"/>
              <a:gd name="connsiteY8" fmla="*/ 2971800 h 3163888"/>
              <a:gd name="connsiteX0" fmla="*/ 1029798 w 1556059"/>
              <a:gd name="connsiteY0" fmla="*/ 0 h 3163888"/>
              <a:gd name="connsiteX1" fmla="*/ 1556054 w 1556059"/>
              <a:gd name="connsiteY1" fmla="*/ 1181100 h 3163888"/>
              <a:gd name="connsiteX2" fmla="*/ 1019479 w 1556059"/>
              <a:gd name="connsiteY2" fmla="*/ 1593850 h 3163888"/>
              <a:gd name="connsiteX3" fmla="*/ 955979 w 1556059"/>
              <a:gd name="connsiteY3" fmla="*/ 2495550 h 3163888"/>
              <a:gd name="connsiteX4" fmla="*/ 736904 w 1556059"/>
              <a:gd name="connsiteY4" fmla="*/ 3000375 h 3163888"/>
              <a:gd name="connsiteX5" fmla="*/ 165404 w 1556059"/>
              <a:gd name="connsiteY5" fmla="*/ 3162300 h 3163888"/>
              <a:gd name="connsiteX6" fmla="*/ 3479 w 1556059"/>
              <a:gd name="connsiteY6" fmla="*/ 3076575 h 3163888"/>
              <a:gd name="connsiteX7" fmla="*/ 70154 w 1556059"/>
              <a:gd name="connsiteY7" fmla="*/ 2971800 h 3163888"/>
              <a:gd name="connsiteX0" fmla="*/ 1029798 w 1588216"/>
              <a:gd name="connsiteY0" fmla="*/ 0 h 3163888"/>
              <a:gd name="connsiteX1" fmla="*/ 1556054 w 1588216"/>
              <a:gd name="connsiteY1" fmla="*/ 1181100 h 3163888"/>
              <a:gd name="connsiteX2" fmla="*/ 1468212 w 1588216"/>
              <a:gd name="connsiteY2" fmla="*/ 1915584 h 3163888"/>
              <a:gd name="connsiteX3" fmla="*/ 955979 w 1588216"/>
              <a:gd name="connsiteY3" fmla="*/ 2495550 h 3163888"/>
              <a:gd name="connsiteX4" fmla="*/ 736904 w 1588216"/>
              <a:gd name="connsiteY4" fmla="*/ 3000375 h 3163888"/>
              <a:gd name="connsiteX5" fmla="*/ 165404 w 1588216"/>
              <a:gd name="connsiteY5" fmla="*/ 3162300 h 3163888"/>
              <a:gd name="connsiteX6" fmla="*/ 3479 w 1588216"/>
              <a:gd name="connsiteY6" fmla="*/ 3076575 h 3163888"/>
              <a:gd name="connsiteX7" fmla="*/ 70154 w 1588216"/>
              <a:gd name="connsiteY7" fmla="*/ 2971800 h 3163888"/>
              <a:gd name="connsiteX0" fmla="*/ 1029798 w 1529437"/>
              <a:gd name="connsiteY0" fmla="*/ 0 h 3163888"/>
              <a:gd name="connsiteX1" fmla="*/ 1471387 w 1529437"/>
              <a:gd name="connsiteY1" fmla="*/ 275167 h 3163888"/>
              <a:gd name="connsiteX2" fmla="*/ 1468212 w 1529437"/>
              <a:gd name="connsiteY2" fmla="*/ 1915584 h 3163888"/>
              <a:gd name="connsiteX3" fmla="*/ 955979 w 1529437"/>
              <a:gd name="connsiteY3" fmla="*/ 2495550 h 3163888"/>
              <a:gd name="connsiteX4" fmla="*/ 736904 w 1529437"/>
              <a:gd name="connsiteY4" fmla="*/ 3000375 h 3163888"/>
              <a:gd name="connsiteX5" fmla="*/ 165404 w 1529437"/>
              <a:gd name="connsiteY5" fmla="*/ 3162300 h 3163888"/>
              <a:gd name="connsiteX6" fmla="*/ 3479 w 1529437"/>
              <a:gd name="connsiteY6" fmla="*/ 3076575 h 3163888"/>
              <a:gd name="connsiteX7" fmla="*/ 70154 w 1529437"/>
              <a:gd name="connsiteY7" fmla="*/ 2971800 h 3163888"/>
              <a:gd name="connsiteX0" fmla="*/ 1029798 w 1610786"/>
              <a:gd name="connsiteY0" fmla="*/ 0 h 3163888"/>
              <a:gd name="connsiteX1" fmla="*/ 1471387 w 1610786"/>
              <a:gd name="connsiteY1" fmla="*/ 275167 h 3163888"/>
              <a:gd name="connsiteX2" fmla="*/ 1578278 w 1610786"/>
              <a:gd name="connsiteY2" fmla="*/ 1957918 h 3163888"/>
              <a:gd name="connsiteX3" fmla="*/ 955979 w 1610786"/>
              <a:gd name="connsiteY3" fmla="*/ 2495550 h 3163888"/>
              <a:gd name="connsiteX4" fmla="*/ 736904 w 1610786"/>
              <a:gd name="connsiteY4" fmla="*/ 3000375 h 3163888"/>
              <a:gd name="connsiteX5" fmla="*/ 165404 w 1610786"/>
              <a:gd name="connsiteY5" fmla="*/ 3162300 h 3163888"/>
              <a:gd name="connsiteX6" fmla="*/ 3479 w 1610786"/>
              <a:gd name="connsiteY6" fmla="*/ 3076575 h 3163888"/>
              <a:gd name="connsiteX7" fmla="*/ 70154 w 1610786"/>
              <a:gd name="connsiteY7" fmla="*/ 2971800 h 3163888"/>
              <a:gd name="connsiteX0" fmla="*/ 1029798 w 1582817"/>
              <a:gd name="connsiteY0" fmla="*/ 0 h 3163888"/>
              <a:gd name="connsiteX1" fmla="*/ 1471387 w 1582817"/>
              <a:gd name="connsiteY1" fmla="*/ 275167 h 3163888"/>
              <a:gd name="connsiteX2" fmla="*/ 1544411 w 1582817"/>
              <a:gd name="connsiteY2" fmla="*/ 1949451 h 3163888"/>
              <a:gd name="connsiteX3" fmla="*/ 955979 w 1582817"/>
              <a:gd name="connsiteY3" fmla="*/ 2495550 h 3163888"/>
              <a:gd name="connsiteX4" fmla="*/ 736904 w 1582817"/>
              <a:gd name="connsiteY4" fmla="*/ 3000375 h 3163888"/>
              <a:gd name="connsiteX5" fmla="*/ 165404 w 1582817"/>
              <a:gd name="connsiteY5" fmla="*/ 3162300 h 3163888"/>
              <a:gd name="connsiteX6" fmla="*/ 3479 w 1582817"/>
              <a:gd name="connsiteY6" fmla="*/ 3076575 h 3163888"/>
              <a:gd name="connsiteX7" fmla="*/ 70154 w 1582817"/>
              <a:gd name="connsiteY7" fmla="*/ 2971800 h 3163888"/>
              <a:gd name="connsiteX0" fmla="*/ 1029798 w 1570309"/>
              <a:gd name="connsiteY0" fmla="*/ 0 h 3163888"/>
              <a:gd name="connsiteX1" fmla="*/ 1471387 w 1570309"/>
              <a:gd name="connsiteY1" fmla="*/ 275167 h 3163888"/>
              <a:gd name="connsiteX2" fmla="*/ 1544411 w 1570309"/>
              <a:gd name="connsiteY2" fmla="*/ 1949451 h 3163888"/>
              <a:gd name="connsiteX3" fmla="*/ 1125312 w 1570309"/>
              <a:gd name="connsiteY3" fmla="*/ 3045883 h 3163888"/>
              <a:gd name="connsiteX4" fmla="*/ 736904 w 1570309"/>
              <a:gd name="connsiteY4" fmla="*/ 3000375 h 3163888"/>
              <a:gd name="connsiteX5" fmla="*/ 165404 w 1570309"/>
              <a:gd name="connsiteY5" fmla="*/ 3162300 h 3163888"/>
              <a:gd name="connsiteX6" fmla="*/ 3479 w 1570309"/>
              <a:gd name="connsiteY6" fmla="*/ 3076575 h 3163888"/>
              <a:gd name="connsiteX7" fmla="*/ 70154 w 1570309"/>
              <a:gd name="connsiteY7" fmla="*/ 2971800 h 3163888"/>
              <a:gd name="connsiteX0" fmla="*/ 1029798 w 1599020"/>
              <a:gd name="connsiteY0" fmla="*/ 0 h 3163888"/>
              <a:gd name="connsiteX1" fmla="*/ 1471387 w 1599020"/>
              <a:gd name="connsiteY1" fmla="*/ 275167 h 3163888"/>
              <a:gd name="connsiteX2" fmla="*/ 1544411 w 1599020"/>
              <a:gd name="connsiteY2" fmla="*/ 1949451 h 3163888"/>
              <a:gd name="connsiteX3" fmla="*/ 736904 w 1599020"/>
              <a:gd name="connsiteY3" fmla="*/ 3000375 h 3163888"/>
              <a:gd name="connsiteX4" fmla="*/ 165404 w 1599020"/>
              <a:gd name="connsiteY4" fmla="*/ 3162300 h 3163888"/>
              <a:gd name="connsiteX5" fmla="*/ 3479 w 1599020"/>
              <a:gd name="connsiteY5" fmla="*/ 3076575 h 3163888"/>
              <a:gd name="connsiteX6" fmla="*/ 70154 w 1599020"/>
              <a:gd name="connsiteY6" fmla="*/ 2971800 h 3163888"/>
              <a:gd name="connsiteX0" fmla="*/ 1029798 w 1578985"/>
              <a:gd name="connsiteY0" fmla="*/ 0 h 3200917"/>
              <a:gd name="connsiteX1" fmla="*/ 1471387 w 1578985"/>
              <a:gd name="connsiteY1" fmla="*/ 275167 h 3200917"/>
              <a:gd name="connsiteX2" fmla="*/ 1544411 w 1578985"/>
              <a:gd name="connsiteY2" fmla="*/ 1949451 h 3200917"/>
              <a:gd name="connsiteX3" fmla="*/ 1007837 w 1578985"/>
              <a:gd name="connsiteY3" fmla="*/ 3085042 h 3200917"/>
              <a:gd name="connsiteX4" fmla="*/ 165404 w 1578985"/>
              <a:gd name="connsiteY4" fmla="*/ 3162300 h 3200917"/>
              <a:gd name="connsiteX5" fmla="*/ 3479 w 1578985"/>
              <a:gd name="connsiteY5" fmla="*/ 3076575 h 3200917"/>
              <a:gd name="connsiteX6" fmla="*/ 70154 w 1578985"/>
              <a:gd name="connsiteY6" fmla="*/ 2971800 h 3200917"/>
              <a:gd name="connsiteX0" fmla="*/ 1026319 w 1575506"/>
              <a:gd name="connsiteY0" fmla="*/ 0 h 3200917"/>
              <a:gd name="connsiteX1" fmla="*/ 1467908 w 1575506"/>
              <a:gd name="connsiteY1" fmla="*/ 275167 h 3200917"/>
              <a:gd name="connsiteX2" fmla="*/ 1540932 w 1575506"/>
              <a:gd name="connsiteY2" fmla="*/ 1949451 h 3200917"/>
              <a:gd name="connsiteX3" fmla="*/ 1004358 w 1575506"/>
              <a:gd name="connsiteY3" fmla="*/ 3085042 h 3200917"/>
              <a:gd name="connsiteX4" fmla="*/ 161925 w 1575506"/>
              <a:gd name="connsiteY4" fmla="*/ 3162300 h 3200917"/>
              <a:gd name="connsiteX5" fmla="*/ 0 w 1575506"/>
              <a:gd name="connsiteY5" fmla="*/ 3076575 h 3200917"/>
              <a:gd name="connsiteX0" fmla="*/ 864394 w 1413581"/>
              <a:gd name="connsiteY0" fmla="*/ 0 h 3200917"/>
              <a:gd name="connsiteX1" fmla="*/ 1305983 w 1413581"/>
              <a:gd name="connsiteY1" fmla="*/ 275167 h 3200917"/>
              <a:gd name="connsiteX2" fmla="*/ 1379007 w 1413581"/>
              <a:gd name="connsiteY2" fmla="*/ 1949451 h 3200917"/>
              <a:gd name="connsiteX3" fmla="*/ 842433 w 1413581"/>
              <a:gd name="connsiteY3" fmla="*/ 3085042 h 3200917"/>
              <a:gd name="connsiteX4" fmla="*/ 0 w 1413581"/>
              <a:gd name="connsiteY4" fmla="*/ 3162300 h 3200917"/>
              <a:gd name="connsiteX0" fmla="*/ 737394 w 1286581"/>
              <a:gd name="connsiteY0" fmla="*/ 0 h 3267409"/>
              <a:gd name="connsiteX1" fmla="*/ 1178983 w 1286581"/>
              <a:gd name="connsiteY1" fmla="*/ 275167 h 3267409"/>
              <a:gd name="connsiteX2" fmla="*/ 1252007 w 1286581"/>
              <a:gd name="connsiteY2" fmla="*/ 1949451 h 3267409"/>
              <a:gd name="connsiteX3" fmla="*/ 715433 w 1286581"/>
              <a:gd name="connsiteY3" fmla="*/ 3085042 h 3267409"/>
              <a:gd name="connsiteX4" fmla="*/ 0 w 1286581"/>
              <a:gd name="connsiteY4" fmla="*/ 3263900 h 3267409"/>
              <a:gd name="connsiteX0" fmla="*/ 750094 w 1299281"/>
              <a:gd name="connsiteY0" fmla="*/ 0 h 3267409"/>
              <a:gd name="connsiteX1" fmla="*/ 1191683 w 1299281"/>
              <a:gd name="connsiteY1" fmla="*/ 275167 h 3267409"/>
              <a:gd name="connsiteX2" fmla="*/ 1264707 w 1299281"/>
              <a:gd name="connsiteY2" fmla="*/ 1949451 h 3267409"/>
              <a:gd name="connsiteX3" fmla="*/ 728133 w 1299281"/>
              <a:gd name="connsiteY3" fmla="*/ 3085042 h 3267409"/>
              <a:gd name="connsiteX4" fmla="*/ 0 w 1299281"/>
              <a:gd name="connsiteY4" fmla="*/ 3263900 h 3267409"/>
              <a:gd name="connsiteX0" fmla="*/ 750094 w 1299281"/>
              <a:gd name="connsiteY0" fmla="*/ 0 h 3272383"/>
              <a:gd name="connsiteX1" fmla="*/ 1191683 w 1299281"/>
              <a:gd name="connsiteY1" fmla="*/ 275167 h 3272383"/>
              <a:gd name="connsiteX2" fmla="*/ 1264707 w 1299281"/>
              <a:gd name="connsiteY2" fmla="*/ 1949451 h 3272383"/>
              <a:gd name="connsiteX3" fmla="*/ 728133 w 1299281"/>
              <a:gd name="connsiteY3" fmla="*/ 3085042 h 3272383"/>
              <a:gd name="connsiteX4" fmla="*/ 88899 w 1299281"/>
              <a:gd name="connsiteY4" fmla="*/ 3257550 h 3272383"/>
              <a:gd name="connsiteX5" fmla="*/ 0 w 1299281"/>
              <a:gd name="connsiteY5" fmla="*/ 3263900 h 3272383"/>
              <a:gd name="connsiteX0" fmla="*/ 707898 w 1257085"/>
              <a:gd name="connsiteY0" fmla="*/ 0 h 3355975"/>
              <a:gd name="connsiteX1" fmla="*/ 1149487 w 1257085"/>
              <a:gd name="connsiteY1" fmla="*/ 275167 h 3355975"/>
              <a:gd name="connsiteX2" fmla="*/ 1222511 w 1257085"/>
              <a:gd name="connsiteY2" fmla="*/ 1949451 h 3355975"/>
              <a:gd name="connsiteX3" fmla="*/ 685937 w 1257085"/>
              <a:gd name="connsiteY3" fmla="*/ 3085042 h 3355975"/>
              <a:gd name="connsiteX4" fmla="*/ 46703 w 1257085"/>
              <a:gd name="connsiteY4" fmla="*/ 3257550 h 3355975"/>
              <a:gd name="connsiteX5" fmla="*/ 65754 w 1257085"/>
              <a:gd name="connsiteY5" fmla="*/ 3355975 h 3355975"/>
              <a:gd name="connsiteX0" fmla="*/ 801219 w 1350406"/>
              <a:gd name="connsiteY0" fmla="*/ 0 h 3355975"/>
              <a:gd name="connsiteX1" fmla="*/ 1242808 w 1350406"/>
              <a:gd name="connsiteY1" fmla="*/ 275167 h 3355975"/>
              <a:gd name="connsiteX2" fmla="*/ 1315832 w 1350406"/>
              <a:gd name="connsiteY2" fmla="*/ 1949451 h 3355975"/>
              <a:gd name="connsiteX3" fmla="*/ 779258 w 1350406"/>
              <a:gd name="connsiteY3" fmla="*/ 3085042 h 3355975"/>
              <a:gd name="connsiteX4" fmla="*/ 32074 w 1350406"/>
              <a:gd name="connsiteY4" fmla="*/ 3276600 h 3355975"/>
              <a:gd name="connsiteX5" fmla="*/ 159075 w 1350406"/>
              <a:gd name="connsiteY5" fmla="*/ 3355975 h 3355975"/>
              <a:gd name="connsiteX0" fmla="*/ 775545 w 1324732"/>
              <a:gd name="connsiteY0" fmla="*/ 0 h 3355975"/>
              <a:gd name="connsiteX1" fmla="*/ 1217134 w 1324732"/>
              <a:gd name="connsiteY1" fmla="*/ 275167 h 3355975"/>
              <a:gd name="connsiteX2" fmla="*/ 1290158 w 1324732"/>
              <a:gd name="connsiteY2" fmla="*/ 1949451 h 3355975"/>
              <a:gd name="connsiteX3" fmla="*/ 753584 w 1324732"/>
              <a:gd name="connsiteY3" fmla="*/ 3085042 h 3355975"/>
              <a:gd name="connsiteX4" fmla="*/ 34975 w 1324732"/>
              <a:gd name="connsiteY4" fmla="*/ 3257550 h 3355975"/>
              <a:gd name="connsiteX5" fmla="*/ 133401 w 1324732"/>
              <a:gd name="connsiteY5" fmla="*/ 3355975 h 3355975"/>
              <a:gd name="connsiteX0" fmla="*/ 772352 w 1321539"/>
              <a:gd name="connsiteY0" fmla="*/ 0 h 3365500"/>
              <a:gd name="connsiteX1" fmla="*/ 1213941 w 1321539"/>
              <a:gd name="connsiteY1" fmla="*/ 275167 h 3365500"/>
              <a:gd name="connsiteX2" fmla="*/ 1286965 w 1321539"/>
              <a:gd name="connsiteY2" fmla="*/ 1949451 h 3365500"/>
              <a:gd name="connsiteX3" fmla="*/ 750391 w 1321539"/>
              <a:gd name="connsiteY3" fmla="*/ 3085042 h 3365500"/>
              <a:gd name="connsiteX4" fmla="*/ 31782 w 1321539"/>
              <a:gd name="connsiteY4" fmla="*/ 3257550 h 3365500"/>
              <a:gd name="connsiteX5" fmla="*/ 161958 w 1321539"/>
              <a:gd name="connsiteY5" fmla="*/ 3365500 h 3365500"/>
              <a:gd name="connsiteX0" fmla="*/ 774521 w 1323708"/>
              <a:gd name="connsiteY0" fmla="*/ 0 h 3352800"/>
              <a:gd name="connsiteX1" fmla="*/ 1216110 w 1323708"/>
              <a:gd name="connsiteY1" fmla="*/ 275167 h 3352800"/>
              <a:gd name="connsiteX2" fmla="*/ 1289134 w 1323708"/>
              <a:gd name="connsiteY2" fmla="*/ 1949451 h 3352800"/>
              <a:gd name="connsiteX3" fmla="*/ 752560 w 1323708"/>
              <a:gd name="connsiteY3" fmla="*/ 3085042 h 3352800"/>
              <a:gd name="connsiteX4" fmla="*/ 33951 w 1323708"/>
              <a:gd name="connsiteY4" fmla="*/ 3257550 h 3352800"/>
              <a:gd name="connsiteX5" fmla="*/ 141902 w 1323708"/>
              <a:gd name="connsiteY5" fmla="*/ 3352800 h 3352800"/>
              <a:gd name="connsiteX0" fmla="*/ 1216110 w 1323708"/>
              <a:gd name="connsiteY0" fmla="*/ 0 h 3077633"/>
              <a:gd name="connsiteX1" fmla="*/ 1289134 w 1323708"/>
              <a:gd name="connsiteY1" fmla="*/ 1674284 h 3077633"/>
              <a:gd name="connsiteX2" fmla="*/ 752560 w 1323708"/>
              <a:gd name="connsiteY2" fmla="*/ 2809875 h 3077633"/>
              <a:gd name="connsiteX3" fmla="*/ 33951 w 1323708"/>
              <a:gd name="connsiteY3" fmla="*/ 2982383 h 3077633"/>
              <a:gd name="connsiteX4" fmla="*/ 141902 w 1323708"/>
              <a:gd name="connsiteY4" fmla="*/ 3077633 h 3077633"/>
              <a:gd name="connsiteX0" fmla="*/ 1520910 w 1542454"/>
              <a:gd name="connsiteY0" fmla="*/ 0 h 2941902"/>
              <a:gd name="connsiteX1" fmla="*/ 1289134 w 1542454"/>
              <a:gd name="connsiteY1" fmla="*/ 1538553 h 2941902"/>
              <a:gd name="connsiteX2" fmla="*/ 752560 w 1542454"/>
              <a:gd name="connsiteY2" fmla="*/ 2674144 h 2941902"/>
              <a:gd name="connsiteX3" fmla="*/ 33951 w 1542454"/>
              <a:gd name="connsiteY3" fmla="*/ 2846652 h 2941902"/>
              <a:gd name="connsiteX4" fmla="*/ 141902 w 1542454"/>
              <a:gd name="connsiteY4" fmla="*/ 2941902 h 2941902"/>
              <a:gd name="connsiteX0" fmla="*/ 1509004 w 1531389"/>
              <a:gd name="connsiteY0" fmla="*/ 0 h 2932377"/>
              <a:gd name="connsiteX1" fmla="*/ 1289134 w 1531389"/>
              <a:gd name="connsiteY1" fmla="*/ 1529028 h 2932377"/>
              <a:gd name="connsiteX2" fmla="*/ 752560 w 1531389"/>
              <a:gd name="connsiteY2" fmla="*/ 2664619 h 2932377"/>
              <a:gd name="connsiteX3" fmla="*/ 33951 w 1531389"/>
              <a:gd name="connsiteY3" fmla="*/ 2837127 h 2932377"/>
              <a:gd name="connsiteX4" fmla="*/ 141902 w 1531389"/>
              <a:gd name="connsiteY4" fmla="*/ 2932377 h 2932377"/>
              <a:gd name="connsiteX0" fmla="*/ 1509004 w 1544198"/>
              <a:gd name="connsiteY0" fmla="*/ 10792 h 2943169"/>
              <a:gd name="connsiteX1" fmla="*/ 1531758 w 1544198"/>
              <a:gd name="connsiteY1" fmla="*/ 161867 h 2943169"/>
              <a:gd name="connsiteX2" fmla="*/ 1289134 w 1544198"/>
              <a:gd name="connsiteY2" fmla="*/ 1539820 h 2943169"/>
              <a:gd name="connsiteX3" fmla="*/ 752560 w 1544198"/>
              <a:gd name="connsiteY3" fmla="*/ 2675411 h 2943169"/>
              <a:gd name="connsiteX4" fmla="*/ 33951 w 1544198"/>
              <a:gd name="connsiteY4" fmla="*/ 2847919 h 2943169"/>
              <a:gd name="connsiteX5" fmla="*/ 141902 w 1544198"/>
              <a:gd name="connsiteY5" fmla="*/ 2943169 h 2943169"/>
              <a:gd name="connsiteX0" fmla="*/ 1509004 w 1676812"/>
              <a:gd name="connsiteY0" fmla="*/ 140559 h 3072936"/>
              <a:gd name="connsiteX1" fmla="*/ 1672252 w 1676812"/>
              <a:gd name="connsiteY1" fmla="*/ 98753 h 3072936"/>
              <a:gd name="connsiteX2" fmla="*/ 1289134 w 1676812"/>
              <a:gd name="connsiteY2" fmla="*/ 1669587 h 3072936"/>
              <a:gd name="connsiteX3" fmla="*/ 752560 w 1676812"/>
              <a:gd name="connsiteY3" fmla="*/ 2805178 h 3072936"/>
              <a:gd name="connsiteX4" fmla="*/ 33951 w 1676812"/>
              <a:gd name="connsiteY4" fmla="*/ 2977686 h 3072936"/>
              <a:gd name="connsiteX5" fmla="*/ 141902 w 1676812"/>
              <a:gd name="connsiteY5" fmla="*/ 3072936 h 3072936"/>
              <a:gd name="connsiteX0" fmla="*/ 1509004 w 1672252"/>
              <a:gd name="connsiteY0" fmla="*/ 41806 h 2974183"/>
              <a:gd name="connsiteX1" fmla="*/ 1672252 w 1672252"/>
              <a:gd name="connsiteY1" fmla="*/ 0 h 2974183"/>
              <a:gd name="connsiteX2" fmla="*/ 1289134 w 1672252"/>
              <a:gd name="connsiteY2" fmla="*/ 1570834 h 2974183"/>
              <a:gd name="connsiteX3" fmla="*/ 752560 w 1672252"/>
              <a:gd name="connsiteY3" fmla="*/ 2706425 h 2974183"/>
              <a:gd name="connsiteX4" fmla="*/ 33951 w 1672252"/>
              <a:gd name="connsiteY4" fmla="*/ 2878933 h 2974183"/>
              <a:gd name="connsiteX5" fmla="*/ 141902 w 1672252"/>
              <a:gd name="connsiteY5" fmla="*/ 2974183 h 2974183"/>
              <a:gd name="connsiteX0" fmla="*/ 1509004 w 1672252"/>
              <a:gd name="connsiteY0" fmla="*/ 51331 h 2974183"/>
              <a:gd name="connsiteX1" fmla="*/ 1672252 w 1672252"/>
              <a:gd name="connsiteY1" fmla="*/ 0 h 2974183"/>
              <a:gd name="connsiteX2" fmla="*/ 1289134 w 1672252"/>
              <a:gd name="connsiteY2" fmla="*/ 1570834 h 2974183"/>
              <a:gd name="connsiteX3" fmla="*/ 752560 w 1672252"/>
              <a:gd name="connsiteY3" fmla="*/ 2706425 h 2974183"/>
              <a:gd name="connsiteX4" fmla="*/ 33951 w 1672252"/>
              <a:gd name="connsiteY4" fmla="*/ 2878933 h 2974183"/>
              <a:gd name="connsiteX5" fmla="*/ 141902 w 1672252"/>
              <a:gd name="connsiteY5" fmla="*/ 2974183 h 2974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72252" h="2974183">
                <a:moveTo>
                  <a:pt x="1509004" y="51331"/>
                </a:moveTo>
                <a:cubicBezTo>
                  <a:pt x="1512796" y="76510"/>
                  <a:pt x="1587454" y="35675"/>
                  <a:pt x="1672252" y="0"/>
                </a:cubicBezTo>
                <a:cubicBezTo>
                  <a:pt x="1635607" y="254838"/>
                  <a:pt x="1442416" y="1119763"/>
                  <a:pt x="1289134" y="1570834"/>
                </a:cubicBezTo>
                <a:cubicBezTo>
                  <a:pt x="1135852" y="2021905"/>
                  <a:pt x="961757" y="2488409"/>
                  <a:pt x="752560" y="2706425"/>
                </a:cubicBezTo>
                <a:cubicBezTo>
                  <a:pt x="543363" y="2924442"/>
                  <a:pt x="155306" y="2849123"/>
                  <a:pt x="33951" y="2878933"/>
                </a:cubicBezTo>
                <a:cubicBezTo>
                  <a:pt x="-87404" y="2908743"/>
                  <a:pt x="156719" y="2973125"/>
                  <a:pt x="141902" y="2974183"/>
                </a:cubicBezTo>
              </a:path>
            </a:pathLst>
          </a:custGeom>
          <a:noFill/>
          <a:ln w="38100"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41" name="Group 140"/>
          <p:cNvGrpSpPr/>
          <p:nvPr/>
        </p:nvGrpSpPr>
        <p:grpSpPr>
          <a:xfrm>
            <a:off x="336176" y="147918"/>
            <a:ext cx="11393548" cy="900000"/>
            <a:chOff x="336176" y="147918"/>
            <a:chExt cx="11393548" cy="900000"/>
          </a:xfrm>
        </p:grpSpPr>
        <p:sp>
          <p:nvSpPr>
            <p:cNvPr id="142" name="Rectangle 141"/>
            <p:cNvSpPr/>
            <p:nvPr/>
          </p:nvSpPr>
          <p:spPr>
            <a:xfrm>
              <a:off x="336176" y="147918"/>
              <a:ext cx="2700000" cy="900000"/>
            </a:xfrm>
            <a:prstGeom prst="rect">
              <a:avLst/>
            </a:prstGeom>
            <a:solidFill>
              <a:srgbClr val="0033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latinLnBrk="1"/>
              <a:r>
                <a:rPr lang="en-US" sz="2800" b="1" dirty="0">
                  <a:solidFill>
                    <a:prstClr val="white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3_SE Asia</a:t>
              </a:r>
            </a:p>
          </p:txBody>
        </p:sp>
        <p:sp>
          <p:nvSpPr>
            <p:cNvPr id="143" name="Rectangle 142"/>
            <p:cNvSpPr/>
            <p:nvPr/>
          </p:nvSpPr>
          <p:spPr>
            <a:xfrm>
              <a:off x="3089724" y="147918"/>
              <a:ext cx="8640000" cy="672815"/>
            </a:xfrm>
            <a:prstGeom prst="rect">
              <a:avLst/>
            </a:prstGeom>
            <a:solidFill>
              <a:srgbClr val="E6EE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it-IT" altLang="ko-KR" sz="24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[Gemini] </a:t>
              </a:r>
              <a:r>
                <a:rPr lang="en-US" altLang="ko-KR" sz="24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Asia Shuttle 5 (A05) / Korea Shuttle 1 (KS1)</a:t>
              </a:r>
            </a:p>
          </p:txBody>
        </p:sp>
      </p:grpSp>
      <p:sp>
        <p:nvSpPr>
          <p:cNvPr id="287" name="Freeform 339">
            <a:extLst>
              <a:ext uri="{FF2B5EF4-FFF2-40B4-BE49-F238E27FC236}">
                <a16:creationId xmlns:a16="http://schemas.microsoft.com/office/drawing/2014/main" id="{5CF4E9BC-767F-4237-8FD8-ACD65E333E13}"/>
              </a:ext>
            </a:extLst>
          </p:cNvPr>
          <p:cNvSpPr>
            <a:spLocks noEditPoints="1"/>
          </p:cNvSpPr>
          <p:nvPr/>
        </p:nvSpPr>
        <p:spPr bwMode="auto">
          <a:xfrm>
            <a:off x="8939079" y="3654848"/>
            <a:ext cx="71413" cy="147930"/>
          </a:xfrm>
          <a:custGeom>
            <a:avLst/>
            <a:gdLst>
              <a:gd name="T0" fmla="*/ 3 w 14"/>
              <a:gd name="T1" fmla="*/ 24 h 29"/>
              <a:gd name="T2" fmla="*/ 5 w 14"/>
              <a:gd name="T3" fmla="*/ 24 h 29"/>
              <a:gd name="T4" fmla="*/ 2 w 14"/>
              <a:gd name="T5" fmla="*/ 27 h 29"/>
              <a:gd name="T6" fmla="*/ 1 w 14"/>
              <a:gd name="T7" fmla="*/ 29 h 29"/>
              <a:gd name="T8" fmla="*/ 0 w 14"/>
              <a:gd name="T9" fmla="*/ 27 h 29"/>
              <a:gd name="T10" fmla="*/ 1 w 14"/>
              <a:gd name="T11" fmla="*/ 26 h 29"/>
              <a:gd name="T12" fmla="*/ 1 w 14"/>
              <a:gd name="T13" fmla="*/ 24 h 29"/>
              <a:gd name="T14" fmla="*/ 3 w 14"/>
              <a:gd name="T15" fmla="*/ 24 h 29"/>
              <a:gd name="T16" fmla="*/ 9 w 14"/>
              <a:gd name="T17" fmla="*/ 16 h 29"/>
              <a:gd name="T18" fmla="*/ 10 w 14"/>
              <a:gd name="T19" fmla="*/ 17 h 29"/>
              <a:gd name="T20" fmla="*/ 9 w 14"/>
              <a:gd name="T21" fmla="*/ 17 h 29"/>
              <a:gd name="T22" fmla="*/ 6 w 14"/>
              <a:gd name="T23" fmla="*/ 17 h 29"/>
              <a:gd name="T24" fmla="*/ 9 w 14"/>
              <a:gd name="T25" fmla="*/ 16 h 29"/>
              <a:gd name="T26" fmla="*/ 13 w 14"/>
              <a:gd name="T27" fmla="*/ 0 h 29"/>
              <a:gd name="T28" fmla="*/ 14 w 14"/>
              <a:gd name="T29" fmla="*/ 1 h 29"/>
              <a:gd name="T30" fmla="*/ 13 w 14"/>
              <a:gd name="T31" fmla="*/ 2 h 29"/>
              <a:gd name="T32" fmla="*/ 13 w 14"/>
              <a:gd name="T33" fmla="*/ 5 h 29"/>
              <a:gd name="T34" fmla="*/ 11 w 14"/>
              <a:gd name="T35" fmla="*/ 1 h 29"/>
              <a:gd name="T36" fmla="*/ 13 w 14"/>
              <a:gd name="T3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" h="29">
                <a:moveTo>
                  <a:pt x="3" y="24"/>
                </a:moveTo>
                <a:lnTo>
                  <a:pt x="5" y="24"/>
                </a:lnTo>
                <a:lnTo>
                  <a:pt x="2" y="27"/>
                </a:lnTo>
                <a:lnTo>
                  <a:pt x="1" y="29"/>
                </a:lnTo>
                <a:lnTo>
                  <a:pt x="0" y="27"/>
                </a:lnTo>
                <a:lnTo>
                  <a:pt x="1" y="26"/>
                </a:lnTo>
                <a:lnTo>
                  <a:pt x="1" y="24"/>
                </a:lnTo>
                <a:lnTo>
                  <a:pt x="3" y="24"/>
                </a:lnTo>
                <a:close/>
                <a:moveTo>
                  <a:pt x="9" y="16"/>
                </a:moveTo>
                <a:lnTo>
                  <a:pt x="10" y="17"/>
                </a:lnTo>
                <a:lnTo>
                  <a:pt x="9" y="17"/>
                </a:lnTo>
                <a:lnTo>
                  <a:pt x="6" y="17"/>
                </a:lnTo>
                <a:lnTo>
                  <a:pt x="9" y="16"/>
                </a:lnTo>
                <a:close/>
                <a:moveTo>
                  <a:pt x="13" y="0"/>
                </a:moveTo>
                <a:lnTo>
                  <a:pt x="14" y="1"/>
                </a:lnTo>
                <a:lnTo>
                  <a:pt x="13" y="2"/>
                </a:lnTo>
                <a:lnTo>
                  <a:pt x="13" y="5"/>
                </a:lnTo>
                <a:lnTo>
                  <a:pt x="11" y="1"/>
                </a:lnTo>
                <a:lnTo>
                  <a:pt x="13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400">
              <a:latin typeface="Arial" pitchFamily="34" charset="0"/>
              <a:cs typeface="Arial" pitchFamily="34" charset="0"/>
            </a:endParaRPr>
          </a:p>
        </p:txBody>
      </p:sp>
      <p:sp>
        <p:nvSpPr>
          <p:cNvPr id="288" name="Freeform 357">
            <a:extLst>
              <a:ext uri="{FF2B5EF4-FFF2-40B4-BE49-F238E27FC236}">
                <a16:creationId xmlns:a16="http://schemas.microsoft.com/office/drawing/2014/main" id="{F1CF226E-B213-415C-8CEF-BB33A41C1639}"/>
              </a:ext>
            </a:extLst>
          </p:cNvPr>
          <p:cNvSpPr>
            <a:spLocks noEditPoints="1"/>
          </p:cNvSpPr>
          <p:nvPr/>
        </p:nvSpPr>
        <p:spPr bwMode="auto">
          <a:xfrm>
            <a:off x="7075454" y="4278526"/>
            <a:ext cx="62866" cy="45719"/>
          </a:xfrm>
          <a:custGeom>
            <a:avLst/>
            <a:gdLst>
              <a:gd name="T0" fmla="*/ 8 w 11"/>
              <a:gd name="T1" fmla="*/ 7 h 8"/>
              <a:gd name="T2" fmla="*/ 11 w 11"/>
              <a:gd name="T3" fmla="*/ 7 h 8"/>
              <a:gd name="T4" fmla="*/ 11 w 11"/>
              <a:gd name="T5" fmla="*/ 8 h 8"/>
              <a:gd name="T6" fmla="*/ 9 w 11"/>
              <a:gd name="T7" fmla="*/ 8 h 8"/>
              <a:gd name="T8" fmla="*/ 8 w 11"/>
              <a:gd name="T9" fmla="*/ 8 h 8"/>
              <a:gd name="T10" fmla="*/ 7 w 11"/>
              <a:gd name="T11" fmla="*/ 8 h 8"/>
              <a:gd name="T12" fmla="*/ 5 w 11"/>
              <a:gd name="T13" fmla="*/ 8 h 8"/>
              <a:gd name="T14" fmla="*/ 4 w 11"/>
              <a:gd name="T15" fmla="*/ 8 h 8"/>
              <a:gd name="T16" fmla="*/ 5 w 11"/>
              <a:gd name="T17" fmla="*/ 7 h 8"/>
              <a:gd name="T18" fmla="*/ 8 w 11"/>
              <a:gd name="T19" fmla="*/ 7 h 8"/>
              <a:gd name="T20" fmla="*/ 3 w 11"/>
              <a:gd name="T21" fmla="*/ 0 h 8"/>
              <a:gd name="T22" fmla="*/ 3 w 11"/>
              <a:gd name="T23" fmla="*/ 1 h 8"/>
              <a:gd name="T24" fmla="*/ 3 w 11"/>
              <a:gd name="T25" fmla="*/ 3 h 8"/>
              <a:gd name="T26" fmla="*/ 0 w 11"/>
              <a:gd name="T27" fmla="*/ 3 h 8"/>
              <a:gd name="T28" fmla="*/ 3 w 11"/>
              <a:gd name="T2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" h="8">
                <a:moveTo>
                  <a:pt x="8" y="7"/>
                </a:moveTo>
                <a:lnTo>
                  <a:pt x="11" y="7"/>
                </a:lnTo>
                <a:lnTo>
                  <a:pt x="11" y="8"/>
                </a:lnTo>
                <a:lnTo>
                  <a:pt x="9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8" y="7"/>
                </a:lnTo>
                <a:close/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0" y="3"/>
                </a:lnTo>
                <a:lnTo>
                  <a:pt x="3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400"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12" name="组合 11">
            <a:extLst>
              <a:ext uri="{FF2B5EF4-FFF2-40B4-BE49-F238E27FC236}">
                <a16:creationId xmlns:a16="http://schemas.microsoft.com/office/drawing/2014/main" id="{7E4F5CB2-3F9F-4962-8EFE-A643DDDB695C}"/>
              </a:ext>
            </a:extLst>
          </p:cNvPr>
          <p:cNvGrpSpPr/>
          <p:nvPr/>
        </p:nvGrpSpPr>
        <p:grpSpPr>
          <a:xfrm>
            <a:off x="7432834" y="1697790"/>
            <a:ext cx="767284" cy="242312"/>
            <a:chOff x="7423185" y="1727891"/>
            <a:chExt cx="821132" cy="259318"/>
          </a:xfrm>
        </p:grpSpPr>
        <p:sp>
          <p:nvSpPr>
            <p:cNvPr id="289" name="Oval 1">
              <a:extLst>
                <a:ext uri="{FF2B5EF4-FFF2-40B4-BE49-F238E27FC236}">
                  <a16:creationId xmlns:a16="http://schemas.microsoft.com/office/drawing/2014/main" id="{01ECED44-ACCC-4475-86CF-9BD3D1108E66}"/>
                </a:ext>
              </a:extLst>
            </p:cNvPr>
            <p:cNvSpPr/>
            <p:nvPr/>
          </p:nvSpPr>
          <p:spPr>
            <a:xfrm flipH="1" flipV="1">
              <a:off x="7423185" y="1757877"/>
              <a:ext cx="99507" cy="85290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90" name="Rectangle 214">
              <a:extLst>
                <a:ext uri="{FF2B5EF4-FFF2-40B4-BE49-F238E27FC236}">
                  <a16:creationId xmlns:a16="http://schemas.microsoft.com/office/drawing/2014/main" id="{92C3A8F8-26A9-4EF9-B57A-97FBC254FEB8}"/>
                </a:ext>
              </a:extLst>
            </p:cNvPr>
            <p:cNvSpPr/>
            <p:nvPr/>
          </p:nvSpPr>
          <p:spPr>
            <a:xfrm>
              <a:off x="7536100" y="1727891"/>
              <a:ext cx="708217" cy="25931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rgbClr val="00B05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Busan</a:t>
              </a:r>
            </a:p>
          </p:txBody>
        </p:sp>
      </p:grpSp>
      <p:grpSp>
        <p:nvGrpSpPr>
          <p:cNvPr id="151" name="Group 1646">
            <a:extLst>
              <a:ext uri="{FF2B5EF4-FFF2-40B4-BE49-F238E27FC236}">
                <a16:creationId xmlns:a16="http://schemas.microsoft.com/office/drawing/2014/main" id="{053104BC-5327-44CB-9809-BDF84274EC2B}"/>
              </a:ext>
            </a:extLst>
          </p:cNvPr>
          <p:cNvGrpSpPr/>
          <p:nvPr/>
        </p:nvGrpSpPr>
        <p:grpSpPr>
          <a:xfrm>
            <a:off x="5884339" y="4695368"/>
            <a:ext cx="953075" cy="311720"/>
            <a:chOff x="9435736" y="3045303"/>
            <a:chExt cx="258308" cy="84484"/>
          </a:xfrm>
        </p:grpSpPr>
        <p:sp>
          <p:nvSpPr>
            <p:cNvPr id="152" name="Oval 1647">
              <a:extLst>
                <a:ext uri="{FF2B5EF4-FFF2-40B4-BE49-F238E27FC236}">
                  <a16:creationId xmlns:a16="http://schemas.microsoft.com/office/drawing/2014/main" id="{60125984-BCF6-43C3-B319-2C27683AC51C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3" name="Rectangle 1648">
              <a:extLst>
                <a:ext uri="{FF2B5EF4-FFF2-40B4-BE49-F238E27FC236}">
                  <a16:creationId xmlns:a16="http://schemas.microsoft.com/office/drawing/2014/main" id="{52786225-1EF6-4A55-B169-2568691DE333}"/>
                </a:ext>
              </a:extLst>
            </p:cNvPr>
            <p:cNvSpPr/>
            <p:nvPr/>
          </p:nvSpPr>
          <p:spPr>
            <a:xfrm>
              <a:off x="9435736" y="3053972"/>
              <a:ext cx="258308" cy="7581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Singapore</a:t>
              </a:r>
            </a:p>
          </p:txBody>
        </p:sp>
      </p:grpSp>
      <p:grpSp>
        <p:nvGrpSpPr>
          <p:cNvPr id="154" name="Group 1658">
            <a:extLst>
              <a:ext uri="{FF2B5EF4-FFF2-40B4-BE49-F238E27FC236}">
                <a16:creationId xmlns:a16="http://schemas.microsoft.com/office/drawing/2014/main" id="{35E814C9-34D5-4206-A064-997CDA3EA8B8}"/>
              </a:ext>
            </a:extLst>
          </p:cNvPr>
          <p:cNvGrpSpPr/>
          <p:nvPr/>
        </p:nvGrpSpPr>
        <p:grpSpPr>
          <a:xfrm>
            <a:off x="4302916" y="4567758"/>
            <a:ext cx="1579763" cy="189113"/>
            <a:chOff x="9034684" y="3028375"/>
            <a:chExt cx="428158" cy="51255"/>
          </a:xfrm>
        </p:grpSpPr>
        <p:sp>
          <p:nvSpPr>
            <p:cNvPr id="155" name="Oval 1659">
              <a:extLst>
                <a:ext uri="{FF2B5EF4-FFF2-40B4-BE49-F238E27FC236}">
                  <a16:creationId xmlns:a16="http://schemas.microsoft.com/office/drawing/2014/main" id="{05A43EA7-7E48-4A47-B62C-7B105066DF2C}"/>
                </a:ext>
              </a:extLst>
            </p:cNvPr>
            <p:cNvSpPr/>
            <p:nvPr/>
          </p:nvSpPr>
          <p:spPr>
            <a:xfrm flipH="1" flipV="1">
              <a:off x="9437642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7" name="Rectangle 1660">
              <a:extLst>
                <a:ext uri="{FF2B5EF4-FFF2-40B4-BE49-F238E27FC236}">
                  <a16:creationId xmlns:a16="http://schemas.microsoft.com/office/drawing/2014/main" id="{9513D812-14BB-4434-A3FD-F9D5A978564A}"/>
                </a:ext>
              </a:extLst>
            </p:cNvPr>
            <p:cNvSpPr/>
            <p:nvPr/>
          </p:nvSpPr>
          <p:spPr>
            <a:xfrm>
              <a:off x="9034684" y="3028375"/>
              <a:ext cx="384696" cy="5125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Tanjung</a:t>
              </a:r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 Pelepas</a:t>
              </a:r>
            </a:p>
          </p:txBody>
        </p:sp>
      </p:grpSp>
      <p:grpSp>
        <p:nvGrpSpPr>
          <p:cNvPr id="165" name="그룹 164"/>
          <p:cNvGrpSpPr/>
          <p:nvPr/>
        </p:nvGrpSpPr>
        <p:grpSpPr>
          <a:xfrm>
            <a:off x="7457762" y="2230574"/>
            <a:ext cx="197643" cy="261610"/>
            <a:chOff x="1477817" y="2788120"/>
            <a:chExt cx="197643" cy="261610"/>
          </a:xfrm>
        </p:grpSpPr>
        <p:sp>
          <p:nvSpPr>
            <p:cNvPr id="166" name="타원 165"/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3494B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1553777" y="278812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1</a:t>
              </a:r>
              <a:endParaRPr lang="ko-KR" altLang="en-US" sz="1100" b="1" dirty="0">
                <a:solidFill>
                  <a:schemeClr val="bg1"/>
                </a:solidFill>
                <a:latin typeface="Arial" pitchFamily="34" charset="0"/>
                <a:ea typeface="HY견고딕" pitchFamily="18" charset="-127"/>
                <a:cs typeface="Arial" pitchFamily="34" charset="0"/>
              </a:endParaRPr>
            </a:p>
          </p:txBody>
        </p:sp>
      </p:grpSp>
      <p:sp>
        <p:nvSpPr>
          <p:cNvPr id="137" name="이등변 삼각형 136">
            <a:extLst>
              <a:ext uri="{FF2B5EF4-FFF2-40B4-BE49-F238E27FC236}">
                <a16:creationId xmlns:a16="http://schemas.microsoft.com/office/drawing/2014/main" id="{47C6EBD3-CAC2-40AF-B0C4-44BD197BAC93}"/>
              </a:ext>
            </a:extLst>
          </p:cNvPr>
          <p:cNvSpPr/>
          <p:nvPr/>
        </p:nvSpPr>
        <p:spPr>
          <a:xfrm rot="11530193">
            <a:off x="7300249" y="2170131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140" name="Table 205">
            <a:extLst>
              <a:ext uri="{FF2B5EF4-FFF2-40B4-BE49-F238E27FC236}">
                <a16:creationId xmlns:a16="http://schemas.microsoft.com/office/drawing/2014/main" id="{F545939E-7B14-450F-917C-67FED2C5F48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753634" y="5580000"/>
          <a:ext cx="8684732" cy="10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9599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51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60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7063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1685"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Carriers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Dur</a:t>
                      </a:r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Freq.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Ships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Rotation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38315">
                <a:tc>
                  <a:txBody>
                    <a:bodyPr/>
                    <a:lstStyle/>
                    <a:p>
                      <a:pPr algn="ctr" fontAlgn="ctr"/>
                      <a:r>
                        <a:rPr lang="it-IT" altLang="ko-KR" sz="1200" b="1" dirty="0">
                          <a:solidFill>
                            <a:schemeClr val="tx1"/>
                          </a:solidFill>
                          <a:latin typeface="Arial" pitchFamily="34" charset="0"/>
                          <a:cs typeface="Arial" pitchFamily="34" charset="0"/>
                        </a:rPr>
                        <a:t>Gemini</a:t>
                      </a:r>
                      <a:endParaRPr lang="en-US" altLang="ko-KR" sz="1200" b="1" i="0" u="none" strike="noStrike" dirty="0">
                        <a:solidFill>
                          <a:schemeClr val="tx1"/>
                        </a:solidFill>
                        <a:effectLst/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3 x 4,578 teu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</a:t>
                      </a:r>
                      <a:r>
                        <a:rPr lang="en-US" altLang="ko-KR" sz="1200" b="1" i="0" u="none" strike="noStrike" dirty="0" err="1">
                          <a:solidFill>
                            <a:srgbClr val="BC9000"/>
                          </a:solidFill>
                          <a:effectLst/>
                          <a:latin typeface="Arial"/>
                          <a:cs typeface="Arial" pitchFamily="34" charset="0"/>
                        </a:rPr>
                        <a:t>Kwangyang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, </a:t>
                      </a:r>
                      <a:r>
                        <a:rPr lang="en-US" altLang="ko-KR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Busan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Tanjung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Pelepas, Singapore, </a:t>
                      </a:r>
                      <a:r>
                        <a:rPr lang="en-US" altLang="ko-KR" sz="1200" b="1" i="0" u="none" strike="noStrike" dirty="0" err="1">
                          <a:solidFill>
                            <a:srgbClr val="BC9000"/>
                          </a:solidFill>
                          <a:effectLst/>
                          <a:latin typeface="Arial"/>
                          <a:cs typeface="Arial" pitchFamily="34" charset="0"/>
                        </a:rPr>
                        <a:t>Kwangyang</a:t>
                      </a:r>
                      <a:endParaRPr lang="en-US" altLang="ko-KR" sz="1200" b="1" i="0" u="none" strike="noStrike" dirty="0">
                        <a:solidFill>
                          <a:srgbClr val="00B050"/>
                        </a:solidFill>
                        <a:effectLst/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61" name="이등변 삼각형 160">
            <a:extLst>
              <a:ext uri="{FF2B5EF4-FFF2-40B4-BE49-F238E27FC236}">
                <a16:creationId xmlns:a16="http://schemas.microsoft.com/office/drawing/2014/main" id="{25B25717-8B2A-4A8B-AB71-2DCA0E91E646}"/>
              </a:ext>
            </a:extLst>
          </p:cNvPr>
          <p:cNvSpPr/>
          <p:nvPr/>
        </p:nvSpPr>
        <p:spPr>
          <a:xfrm rot="16200000">
            <a:off x="6170026" y="4546837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162" name="표 161">
            <a:extLst>
              <a:ext uri="{FF2B5EF4-FFF2-40B4-BE49-F238E27FC236}">
                <a16:creationId xmlns:a16="http://schemas.microsoft.com/office/drawing/2014/main" id="{5F0F7006-57E4-4313-8935-5EB09230DDE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9766800" y="1029600"/>
          <a:ext cx="1963806" cy="11067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125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12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704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Terminal</a:t>
                      </a: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PNC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Weekly throughput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6,700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Schedule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Sun ~ Mon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63" name="이등변 삼각형 162">
            <a:extLst>
              <a:ext uri="{FF2B5EF4-FFF2-40B4-BE49-F238E27FC236}">
                <a16:creationId xmlns:a16="http://schemas.microsoft.com/office/drawing/2014/main" id="{115A5271-302A-4099-8086-557830D59303}"/>
              </a:ext>
            </a:extLst>
          </p:cNvPr>
          <p:cNvSpPr/>
          <p:nvPr/>
        </p:nvSpPr>
        <p:spPr>
          <a:xfrm rot="1625593">
            <a:off x="6202428" y="3992779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4" name="이등변 삼각형 163">
            <a:extLst>
              <a:ext uri="{FF2B5EF4-FFF2-40B4-BE49-F238E27FC236}">
                <a16:creationId xmlns:a16="http://schemas.microsoft.com/office/drawing/2014/main" id="{10DB35C6-1ACD-44F6-80E3-36CA5DC45AA0}"/>
              </a:ext>
            </a:extLst>
          </p:cNvPr>
          <p:cNvSpPr/>
          <p:nvPr/>
        </p:nvSpPr>
        <p:spPr>
          <a:xfrm rot="1433721">
            <a:off x="7005122" y="2404726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CC624E4E-406F-4AE2-906A-47CFB40A1171}"/>
              </a:ext>
            </a:extLst>
          </p:cNvPr>
          <p:cNvGrpSpPr/>
          <p:nvPr/>
        </p:nvGrpSpPr>
        <p:grpSpPr>
          <a:xfrm>
            <a:off x="5909976" y="4073486"/>
            <a:ext cx="197643" cy="261610"/>
            <a:chOff x="1477817" y="2799261"/>
            <a:chExt cx="197643" cy="261610"/>
          </a:xfrm>
        </p:grpSpPr>
        <p:sp>
          <p:nvSpPr>
            <p:cNvPr id="170" name="타원 169">
              <a:extLst>
                <a:ext uri="{FF2B5EF4-FFF2-40B4-BE49-F238E27FC236}">
                  <a16:creationId xmlns:a16="http://schemas.microsoft.com/office/drawing/2014/main" id="{8D8ED2AD-3715-459B-BE4E-731FEC6F1D61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B05CFA42-3D3A-486D-8C6A-FF491E2DFA52}"/>
                </a:ext>
              </a:extLst>
            </p:cNvPr>
            <p:cNvSpPr txBox="1"/>
            <p:nvPr/>
          </p:nvSpPr>
          <p:spPr>
            <a:xfrm>
              <a:off x="1553778" y="2799261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2</a:t>
              </a:r>
            </a:p>
          </p:txBody>
        </p:sp>
      </p:grpSp>
      <p:grpSp>
        <p:nvGrpSpPr>
          <p:cNvPr id="172" name="组合 137">
            <a:extLst>
              <a:ext uri="{FF2B5EF4-FFF2-40B4-BE49-F238E27FC236}">
                <a16:creationId xmlns:a16="http://schemas.microsoft.com/office/drawing/2014/main" id="{7DE06B23-993E-4867-A8D9-D82DA2BE34C4}"/>
              </a:ext>
            </a:extLst>
          </p:cNvPr>
          <p:cNvGrpSpPr/>
          <p:nvPr/>
        </p:nvGrpSpPr>
        <p:grpSpPr>
          <a:xfrm>
            <a:off x="6384833" y="1581949"/>
            <a:ext cx="1094490" cy="283702"/>
            <a:chOff x="6455777" y="1539553"/>
            <a:chExt cx="1171301" cy="303614"/>
          </a:xfrm>
        </p:grpSpPr>
        <p:sp>
          <p:nvSpPr>
            <p:cNvPr id="173" name="Oval 1">
              <a:extLst>
                <a:ext uri="{FF2B5EF4-FFF2-40B4-BE49-F238E27FC236}">
                  <a16:creationId xmlns:a16="http://schemas.microsoft.com/office/drawing/2014/main" id="{978EB550-FC33-45E6-8DB6-1B0C9A4A305C}"/>
                </a:ext>
              </a:extLst>
            </p:cNvPr>
            <p:cNvSpPr/>
            <p:nvPr/>
          </p:nvSpPr>
          <p:spPr>
            <a:xfrm flipH="1" flipV="1">
              <a:off x="7423185" y="1757877"/>
              <a:ext cx="99507" cy="85290"/>
            </a:xfrm>
            <a:prstGeom prst="ellipse">
              <a:avLst/>
            </a:prstGeom>
            <a:solidFill>
              <a:srgbClr val="BC8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74" name="Rectangle 214">
              <a:extLst>
                <a:ext uri="{FF2B5EF4-FFF2-40B4-BE49-F238E27FC236}">
                  <a16:creationId xmlns:a16="http://schemas.microsoft.com/office/drawing/2014/main" id="{8AA567EC-0AED-4822-9362-26C06B00601C}"/>
                </a:ext>
              </a:extLst>
            </p:cNvPr>
            <p:cNvSpPr/>
            <p:nvPr/>
          </p:nvSpPr>
          <p:spPr>
            <a:xfrm>
              <a:off x="6455777" y="1539553"/>
              <a:ext cx="1171301" cy="15496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 err="1">
                  <a:solidFill>
                    <a:srgbClr val="BC8F0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Kwangyang</a:t>
              </a:r>
              <a:endParaRPr lang="en-US" sz="1400" b="1" dirty="0">
                <a:solidFill>
                  <a:srgbClr val="BC8F00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0392121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" name="组合 202">
            <a:extLst>
              <a:ext uri="{FF2B5EF4-FFF2-40B4-BE49-F238E27FC236}">
                <a16:creationId xmlns:a16="http://schemas.microsoft.com/office/drawing/2014/main" id="{994B5C44-2EFF-48B3-93B2-7BD5885EA512}"/>
              </a:ext>
            </a:extLst>
          </p:cNvPr>
          <p:cNvGrpSpPr/>
          <p:nvPr/>
        </p:nvGrpSpPr>
        <p:grpSpPr>
          <a:xfrm>
            <a:off x="-1282061" y="-3847302"/>
            <a:ext cx="12058924" cy="11409151"/>
            <a:chOff x="-1815466" y="-4021870"/>
            <a:chExt cx="12058924" cy="11409151"/>
          </a:xfrm>
        </p:grpSpPr>
        <p:sp>
          <p:nvSpPr>
            <p:cNvPr id="204" name="Freeform 335">
              <a:extLst>
                <a:ext uri="{FF2B5EF4-FFF2-40B4-BE49-F238E27FC236}">
                  <a16:creationId xmlns:a16="http://schemas.microsoft.com/office/drawing/2014/main" id="{3A2BDA7C-4471-4DB0-92EF-0881ED427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161" y="5616344"/>
              <a:ext cx="25482" cy="38220"/>
            </a:xfrm>
            <a:custGeom>
              <a:avLst/>
              <a:gdLst>
                <a:gd name="T0" fmla="*/ 3 w 4"/>
                <a:gd name="T1" fmla="*/ 0 h 6"/>
                <a:gd name="T2" fmla="*/ 4 w 4"/>
                <a:gd name="T3" fmla="*/ 2 h 6"/>
                <a:gd name="T4" fmla="*/ 1 w 4"/>
                <a:gd name="T5" fmla="*/ 6 h 6"/>
                <a:gd name="T6" fmla="*/ 0 w 4"/>
                <a:gd name="T7" fmla="*/ 4 h 6"/>
                <a:gd name="T8" fmla="*/ 1 w 4"/>
                <a:gd name="T9" fmla="*/ 3 h 6"/>
                <a:gd name="T10" fmla="*/ 1 w 4"/>
                <a:gd name="T11" fmla="*/ 0 h 6"/>
                <a:gd name="T12" fmla="*/ 3 w 4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lnTo>
                    <a:pt x="4" y="2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5" name="Freeform 336">
              <a:extLst>
                <a:ext uri="{FF2B5EF4-FFF2-40B4-BE49-F238E27FC236}">
                  <a16:creationId xmlns:a16="http://schemas.microsoft.com/office/drawing/2014/main" id="{D23ACB71-7029-4EC9-BFD1-B614F25478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9016" y="5508051"/>
              <a:ext cx="114664" cy="95556"/>
            </a:xfrm>
            <a:custGeom>
              <a:avLst/>
              <a:gdLst>
                <a:gd name="T0" fmla="*/ 4 w 18"/>
                <a:gd name="T1" fmla="*/ 13 h 15"/>
                <a:gd name="T2" fmla="*/ 5 w 18"/>
                <a:gd name="T3" fmla="*/ 13 h 15"/>
                <a:gd name="T4" fmla="*/ 6 w 18"/>
                <a:gd name="T5" fmla="*/ 15 h 15"/>
                <a:gd name="T6" fmla="*/ 5 w 18"/>
                <a:gd name="T7" fmla="*/ 15 h 15"/>
                <a:gd name="T8" fmla="*/ 4 w 18"/>
                <a:gd name="T9" fmla="*/ 13 h 15"/>
                <a:gd name="T10" fmla="*/ 4 w 18"/>
                <a:gd name="T11" fmla="*/ 13 h 15"/>
                <a:gd name="T12" fmla="*/ 17 w 18"/>
                <a:gd name="T13" fmla="*/ 11 h 15"/>
                <a:gd name="T14" fmla="*/ 18 w 18"/>
                <a:gd name="T15" fmla="*/ 13 h 15"/>
                <a:gd name="T16" fmla="*/ 17 w 18"/>
                <a:gd name="T17" fmla="*/ 15 h 15"/>
                <a:gd name="T18" fmla="*/ 16 w 18"/>
                <a:gd name="T19" fmla="*/ 13 h 15"/>
                <a:gd name="T20" fmla="*/ 13 w 18"/>
                <a:gd name="T21" fmla="*/ 12 h 15"/>
                <a:gd name="T22" fmla="*/ 16 w 18"/>
                <a:gd name="T23" fmla="*/ 12 h 15"/>
                <a:gd name="T24" fmla="*/ 17 w 18"/>
                <a:gd name="T25" fmla="*/ 11 h 15"/>
                <a:gd name="T26" fmla="*/ 1 w 18"/>
                <a:gd name="T27" fmla="*/ 0 h 15"/>
                <a:gd name="T28" fmla="*/ 2 w 18"/>
                <a:gd name="T29" fmla="*/ 1 h 15"/>
                <a:gd name="T30" fmla="*/ 4 w 18"/>
                <a:gd name="T31" fmla="*/ 3 h 15"/>
                <a:gd name="T32" fmla="*/ 4 w 18"/>
                <a:gd name="T33" fmla="*/ 4 h 15"/>
                <a:gd name="T34" fmla="*/ 4 w 18"/>
                <a:gd name="T35" fmla="*/ 7 h 15"/>
                <a:gd name="T36" fmla="*/ 2 w 18"/>
                <a:gd name="T37" fmla="*/ 8 h 15"/>
                <a:gd name="T38" fmla="*/ 2 w 18"/>
                <a:gd name="T39" fmla="*/ 8 h 15"/>
                <a:gd name="T40" fmla="*/ 1 w 18"/>
                <a:gd name="T41" fmla="*/ 8 h 15"/>
                <a:gd name="T42" fmla="*/ 1 w 18"/>
                <a:gd name="T43" fmla="*/ 5 h 15"/>
                <a:gd name="T44" fmla="*/ 0 w 18"/>
                <a:gd name="T45" fmla="*/ 4 h 15"/>
                <a:gd name="T46" fmla="*/ 1 w 18"/>
                <a:gd name="T4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5">
                  <a:moveTo>
                    <a:pt x="4" y="13"/>
                  </a:moveTo>
                  <a:lnTo>
                    <a:pt x="5" y="13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4" y="13"/>
                  </a:lnTo>
                  <a:lnTo>
                    <a:pt x="4" y="13"/>
                  </a:lnTo>
                  <a:close/>
                  <a:moveTo>
                    <a:pt x="17" y="11"/>
                  </a:moveTo>
                  <a:lnTo>
                    <a:pt x="18" y="13"/>
                  </a:lnTo>
                  <a:lnTo>
                    <a:pt x="17" y="15"/>
                  </a:lnTo>
                  <a:lnTo>
                    <a:pt x="16" y="13"/>
                  </a:lnTo>
                  <a:lnTo>
                    <a:pt x="13" y="12"/>
                  </a:lnTo>
                  <a:lnTo>
                    <a:pt x="16" y="12"/>
                  </a:lnTo>
                  <a:lnTo>
                    <a:pt x="17" y="11"/>
                  </a:lnTo>
                  <a:close/>
                  <a:moveTo>
                    <a:pt x="1" y="0"/>
                  </a:moveTo>
                  <a:lnTo>
                    <a:pt x="2" y="1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5"/>
                  </a:lnTo>
                  <a:lnTo>
                    <a:pt x="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6" name="Freeform 337">
              <a:extLst>
                <a:ext uri="{FF2B5EF4-FFF2-40B4-BE49-F238E27FC236}">
                  <a16:creationId xmlns:a16="http://schemas.microsoft.com/office/drawing/2014/main" id="{B39CFB97-0812-4015-9F13-3E91764A39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1085" y="5004799"/>
              <a:ext cx="719843" cy="394956"/>
            </a:xfrm>
            <a:custGeom>
              <a:avLst/>
              <a:gdLst>
                <a:gd name="T0" fmla="*/ 4 w 113"/>
                <a:gd name="T1" fmla="*/ 61 h 62"/>
                <a:gd name="T2" fmla="*/ 4 w 113"/>
                <a:gd name="T3" fmla="*/ 62 h 62"/>
                <a:gd name="T4" fmla="*/ 4 w 113"/>
                <a:gd name="T5" fmla="*/ 61 h 62"/>
                <a:gd name="T6" fmla="*/ 4 w 113"/>
                <a:gd name="T7" fmla="*/ 61 h 62"/>
                <a:gd name="T8" fmla="*/ 1 w 113"/>
                <a:gd name="T9" fmla="*/ 55 h 62"/>
                <a:gd name="T10" fmla="*/ 4 w 113"/>
                <a:gd name="T11" fmla="*/ 57 h 62"/>
                <a:gd name="T12" fmla="*/ 4 w 113"/>
                <a:gd name="T13" fmla="*/ 57 h 62"/>
                <a:gd name="T14" fmla="*/ 4 w 113"/>
                <a:gd name="T15" fmla="*/ 57 h 62"/>
                <a:gd name="T16" fmla="*/ 1 w 113"/>
                <a:gd name="T17" fmla="*/ 58 h 62"/>
                <a:gd name="T18" fmla="*/ 0 w 113"/>
                <a:gd name="T19" fmla="*/ 57 h 62"/>
                <a:gd name="T20" fmla="*/ 1 w 113"/>
                <a:gd name="T21" fmla="*/ 55 h 62"/>
                <a:gd name="T22" fmla="*/ 110 w 113"/>
                <a:gd name="T23" fmla="*/ 0 h 62"/>
                <a:gd name="T24" fmla="*/ 113 w 113"/>
                <a:gd name="T25" fmla="*/ 2 h 62"/>
                <a:gd name="T26" fmla="*/ 113 w 113"/>
                <a:gd name="T27" fmla="*/ 3 h 62"/>
                <a:gd name="T28" fmla="*/ 110 w 113"/>
                <a:gd name="T29" fmla="*/ 4 h 62"/>
                <a:gd name="T30" fmla="*/ 109 w 113"/>
                <a:gd name="T31" fmla="*/ 2 h 62"/>
                <a:gd name="T32" fmla="*/ 110 w 113"/>
                <a:gd name="T3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62">
                  <a:moveTo>
                    <a:pt x="4" y="61"/>
                  </a:moveTo>
                  <a:lnTo>
                    <a:pt x="4" y="62"/>
                  </a:lnTo>
                  <a:lnTo>
                    <a:pt x="4" y="61"/>
                  </a:lnTo>
                  <a:lnTo>
                    <a:pt x="4" y="61"/>
                  </a:lnTo>
                  <a:close/>
                  <a:moveTo>
                    <a:pt x="1" y="55"/>
                  </a:move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1" y="58"/>
                  </a:lnTo>
                  <a:lnTo>
                    <a:pt x="0" y="57"/>
                  </a:lnTo>
                  <a:lnTo>
                    <a:pt x="1" y="55"/>
                  </a:lnTo>
                  <a:close/>
                  <a:moveTo>
                    <a:pt x="110" y="0"/>
                  </a:moveTo>
                  <a:lnTo>
                    <a:pt x="113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09" y="2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7" name="Freeform 340">
              <a:extLst>
                <a:ext uri="{FF2B5EF4-FFF2-40B4-BE49-F238E27FC236}">
                  <a16:creationId xmlns:a16="http://schemas.microsoft.com/office/drawing/2014/main" id="{1530991C-CAE9-4B56-9A06-8E2C622FD9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847183" y="-4021870"/>
              <a:ext cx="9937621" cy="5331917"/>
            </a:xfrm>
            <a:custGeom>
              <a:avLst/>
              <a:gdLst>
                <a:gd name="T0" fmla="*/ 1431 w 1560"/>
                <a:gd name="T1" fmla="*/ 645 h 837"/>
                <a:gd name="T2" fmla="*/ 1209 w 1560"/>
                <a:gd name="T3" fmla="*/ 533 h 837"/>
                <a:gd name="T4" fmla="*/ 1315 w 1560"/>
                <a:gd name="T5" fmla="*/ 646 h 837"/>
                <a:gd name="T6" fmla="*/ 1269 w 1560"/>
                <a:gd name="T7" fmla="*/ 526 h 837"/>
                <a:gd name="T8" fmla="*/ 83 w 1560"/>
                <a:gd name="T9" fmla="*/ 433 h 837"/>
                <a:gd name="T10" fmla="*/ 276 w 1560"/>
                <a:gd name="T11" fmla="*/ 337 h 837"/>
                <a:gd name="T12" fmla="*/ 280 w 1560"/>
                <a:gd name="T13" fmla="*/ 309 h 837"/>
                <a:gd name="T14" fmla="*/ 258 w 1560"/>
                <a:gd name="T15" fmla="*/ 287 h 837"/>
                <a:gd name="T16" fmla="*/ 205 w 1560"/>
                <a:gd name="T17" fmla="*/ 255 h 837"/>
                <a:gd name="T18" fmla="*/ 400 w 1560"/>
                <a:gd name="T19" fmla="*/ 197 h 837"/>
                <a:gd name="T20" fmla="*/ 469 w 1560"/>
                <a:gd name="T21" fmla="*/ 145 h 837"/>
                <a:gd name="T22" fmla="*/ 292 w 1560"/>
                <a:gd name="T23" fmla="*/ 100 h 837"/>
                <a:gd name="T24" fmla="*/ 229 w 1560"/>
                <a:gd name="T25" fmla="*/ 225 h 837"/>
                <a:gd name="T26" fmla="*/ 205 w 1560"/>
                <a:gd name="T27" fmla="*/ 171 h 837"/>
                <a:gd name="T28" fmla="*/ 974 w 1560"/>
                <a:gd name="T29" fmla="*/ 103 h 837"/>
                <a:gd name="T30" fmla="*/ 513 w 1560"/>
                <a:gd name="T31" fmla="*/ 58 h 837"/>
                <a:gd name="T32" fmla="*/ 1199 w 1560"/>
                <a:gd name="T33" fmla="*/ 42 h 837"/>
                <a:gd name="T34" fmla="*/ 956 w 1560"/>
                <a:gd name="T35" fmla="*/ 36 h 837"/>
                <a:gd name="T36" fmla="*/ 143 w 1560"/>
                <a:gd name="T37" fmla="*/ 4 h 837"/>
                <a:gd name="T38" fmla="*/ 600 w 1560"/>
                <a:gd name="T39" fmla="*/ 16 h 837"/>
                <a:gd name="T40" fmla="*/ 691 w 1560"/>
                <a:gd name="T41" fmla="*/ 55 h 837"/>
                <a:gd name="T42" fmla="*/ 710 w 1560"/>
                <a:gd name="T43" fmla="*/ 112 h 837"/>
                <a:gd name="T44" fmla="*/ 844 w 1560"/>
                <a:gd name="T45" fmla="*/ 82 h 837"/>
                <a:gd name="T46" fmla="*/ 926 w 1560"/>
                <a:gd name="T47" fmla="*/ 108 h 837"/>
                <a:gd name="T48" fmla="*/ 1022 w 1560"/>
                <a:gd name="T49" fmla="*/ 53 h 837"/>
                <a:gd name="T50" fmla="*/ 1188 w 1560"/>
                <a:gd name="T51" fmla="*/ 57 h 837"/>
                <a:gd name="T52" fmla="*/ 1314 w 1560"/>
                <a:gd name="T53" fmla="*/ 51 h 837"/>
                <a:gd name="T54" fmla="*/ 1472 w 1560"/>
                <a:gd name="T55" fmla="*/ 37 h 837"/>
                <a:gd name="T56" fmla="*/ 1544 w 1560"/>
                <a:gd name="T57" fmla="*/ 67 h 837"/>
                <a:gd name="T58" fmla="*/ 1486 w 1560"/>
                <a:gd name="T59" fmla="*/ 107 h 837"/>
                <a:gd name="T60" fmla="*/ 1509 w 1560"/>
                <a:gd name="T61" fmla="*/ 188 h 837"/>
                <a:gd name="T62" fmla="*/ 1484 w 1560"/>
                <a:gd name="T63" fmla="*/ 317 h 837"/>
                <a:gd name="T64" fmla="*/ 1454 w 1560"/>
                <a:gd name="T65" fmla="*/ 413 h 837"/>
                <a:gd name="T66" fmla="*/ 1435 w 1560"/>
                <a:gd name="T67" fmla="*/ 538 h 837"/>
                <a:gd name="T68" fmla="*/ 1397 w 1560"/>
                <a:gd name="T69" fmla="*/ 282 h 837"/>
                <a:gd name="T70" fmla="*/ 1342 w 1560"/>
                <a:gd name="T71" fmla="*/ 311 h 837"/>
                <a:gd name="T72" fmla="*/ 1288 w 1560"/>
                <a:gd name="T73" fmla="*/ 379 h 837"/>
                <a:gd name="T74" fmla="*/ 1193 w 1560"/>
                <a:gd name="T75" fmla="*/ 521 h 837"/>
                <a:gd name="T76" fmla="*/ 1278 w 1560"/>
                <a:gd name="T77" fmla="*/ 613 h 837"/>
                <a:gd name="T78" fmla="*/ 1211 w 1560"/>
                <a:gd name="T79" fmla="*/ 734 h 837"/>
                <a:gd name="T80" fmla="*/ 1186 w 1560"/>
                <a:gd name="T81" fmla="*/ 666 h 837"/>
                <a:gd name="T82" fmla="*/ 1098 w 1560"/>
                <a:gd name="T83" fmla="*/ 575 h 837"/>
                <a:gd name="T84" fmla="*/ 1019 w 1560"/>
                <a:gd name="T85" fmla="*/ 645 h 837"/>
                <a:gd name="T86" fmla="*/ 804 w 1560"/>
                <a:gd name="T87" fmla="*/ 626 h 837"/>
                <a:gd name="T88" fmla="*/ 663 w 1560"/>
                <a:gd name="T89" fmla="*/ 679 h 837"/>
                <a:gd name="T90" fmla="*/ 491 w 1560"/>
                <a:gd name="T91" fmla="*/ 604 h 837"/>
                <a:gd name="T92" fmla="*/ 400 w 1560"/>
                <a:gd name="T93" fmla="*/ 671 h 837"/>
                <a:gd name="T94" fmla="*/ 246 w 1560"/>
                <a:gd name="T95" fmla="*/ 712 h 837"/>
                <a:gd name="T96" fmla="*/ 241 w 1560"/>
                <a:gd name="T97" fmla="*/ 834 h 837"/>
                <a:gd name="T98" fmla="*/ 170 w 1560"/>
                <a:gd name="T99" fmla="*/ 717 h 837"/>
                <a:gd name="T100" fmla="*/ 22 w 1560"/>
                <a:gd name="T101" fmla="*/ 553 h 837"/>
                <a:gd name="T102" fmla="*/ 20 w 1560"/>
                <a:gd name="T103" fmla="*/ 340 h 837"/>
                <a:gd name="T104" fmla="*/ 118 w 1560"/>
                <a:gd name="T105" fmla="*/ 375 h 837"/>
                <a:gd name="T106" fmla="*/ 76 w 1560"/>
                <a:gd name="T107" fmla="*/ 447 h 837"/>
                <a:gd name="T108" fmla="*/ 153 w 1560"/>
                <a:gd name="T109" fmla="*/ 368 h 837"/>
                <a:gd name="T110" fmla="*/ 242 w 1560"/>
                <a:gd name="T111" fmla="*/ 345 h 837"/>
                <a:gd name="T112" fmla="*/ 353 w 1560"/>
                <a:gd name="T113" fmla="*/ 321 h 837"/>
                <a:gd name="T114" fmla="*/ 386 w 1560"/>
                <a:gd name="T115" fmla="*/ 249 h 837"/>
                <a:gd name="T116" fmla="*/ 437 w 1560"/>
                <a:gd name="T117" fmla="*/ 326 h 837"/>
                <a:gd name="T118" fmla="*/ 409 w 1560"/>
                <a:gd name="T119" fmla="*/ 234 h 837"/>
                <a:gd name="T120" fmla="*/ 496 w 1560"/>
                <a:gd name="T121" fmla="*/ 267 h 837"/>
                <a:gd name="T122" fmla="*/ 495 w 1560"/>
                <a:gd name="T123" fmla="*/ 166 h 837"/>
                <a:gd name="T124" fmla="*/ 530 w 1560"/>
                <a:gd name="T125" fmla="*/ 75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0" h="837">
                  <a:moveTo>
                    <a:pt x="241" y="834"/>
                  </a:moveTo>
                  <a:lnTo>
                    <a:pt x="243" y="837"/>
                  </a:lnTo>
                  <a:lnTo>
                    <a:pt x="241" y="834"/>
                  </a:lnTo>
                  <a:lnTo>
                    <a:pt x="241" y="834"/>
                  </a:lnTo>
                  <a:close/>
                  <a:moveTo>
                    <a:pt x="390" y="767"/>
                  </a:moveTo>
                  <a:lnTo>
                    <a:pt x="394" y="768"/>
                  </a:lnTo>
                  <a:lnTo>
                    <a:pt x="376" y="770"/>
                  </a:lnTo>
                  <a:lnTo>
                    <a:pt x="390" y="767"/>
                  </a:lnTo>
                  <a:close/>
                  <a:moveTo>
                    <a:pt x="1389" y="716"/>
                  </a:moveTo>
                  <a:lnTo>
                    <a:pt x="1389" y="718"/>
                  </a:lnTo>
                  <a:lnTo>
                    <a:pt x="1386" y="720"/>
                  </a:lnTo>
                  <a:lnTo>
                    <a:pt x="1385" y="718"/>
                  </a:lnTo>
                  <a:lnTo>
                    <a:pt x="1388" y="717"/>
                  </a:lnTo>
                  <a:lnTo>
                    <a:pt x="1389" y="716"/>
                  </a:lnTo>
                  <a:close/>
                  <a:moveTo>
                    <a:pt x="1376" y="707"/>
                  </a:moveTo>
                  <a:lnTo>
                    <a:pt x="1377" y="708"/>
                  </a:lnTo>
                  <a:lnTo>
                    <a:pt x="1378" y="708"/>
                  </a:lnTo>
                  <a:lnTo>
                    <a:pt x="1380" y="708"/>
                  </a:lnTo>
                  <a:lnTo>
                    <a:pt x="1381" y="708"/>
                  </a:lnTo>
                  <a:lnTo>
                    <a:pt x="1380" y="709"/>
                  </a:lnTo>
                  <a:lnTo>
                    <a:pt x="1377" y="713"/>
                  </a:lnTo>
                  <a:lnTo>
                    <a:pt x="1376" y="713"/>
                  </a:lnTo>
                  <a:lnTo>
                    <a:pt x="1376" y="718"/>
                  </a:lnTo>
                  <a:lnTo>
                    <a:pt x="1376" y="722"/>
                  </a:lnTo>
                  <a:lnTo>
                    <a:pt x="1373" y="720"/>
                  </a:lnTo>
                  <a:lnTo>
                    <a:pt x="1373" y="718"/>
                  </a:lnTo>
                  <a:lnTo>
                    <a:pt x="1373" y="716"/>
                  </a:lnTo>
                  <a:lnTo>
                    <a:pt x="1375" y="712"/>
                  </a:lnTo>
                  <a:lnTo>
                    <a:pt x="1375" y="709"/>
                  </a:lnTo>
                  <a:lnTo>
                    <a:pt x="1376" y="707"/>
                  </a:lnTo>
                  <a:lnTo>
                    <a:pt x="1376" y="707"/>
                  </a:lnTo>
                  <a:close/>
                  <a:moveTo>
                    <a:pt x="1401" y="682"/>
                  </a:moveTo>
                  <a:lnTo>
                    <a:pt x="1402" y="684"/>
                  </a:lnTo>
                  <a:lnTo>
                    <a:pt x="1402" y="687"/>
                  </a:lnTo>
                  <a:lnTo>
                    <a:pt x="1400" y="688"/>
                  </a:lnTo>
                  <a:lnTo>
                    <a:pt x="1397" y="688"/>
                  </a:lnTo>
                  <a:lnTo>
                    <a:pt x="1396" y="691"/>
                  </a:lnTo>
                  <a:lnTo>
                    <a:pt x="1393" y="695"/>
                  </a:lnTo>
                  <a:lnTo>
                    <a:pt x="1392" y="696"/>
                  </a:lnTo>
                  <a:lnTo>
                    <a:pt x="1390" y="696"/>
                  </a:lnTo>
                  <a:lnTo>
                    <a:pt x="1389" y="696"/>
                  </a:lnTo>
                  <a:lnTo>
                    <a:pt x="1389" y="697"/>
                  </a:lnTo>
                  <a:lnTo>
                    <a:pt x="1388" y="699"/>
                  </a:lnTo>
                  <a:lnTo>
                    <a:pt x="1389" y="701"/>
                  </a:lnTo>
                  <a:lnTo>
                    <a:pt x="1386" y="704"/>
                  </a:lnTo>
                  <a:lnTo>
                    <a:pt x="1386" y="705"/>
                  </a:lnTo>
                  <a:lnTo>
                    <a:pt x="1385" y="707"/>
                  </a:lnTo>
                  <a:lnTo>
                    <a:pt x="1385" y="704"/>
                  </a:lnTo>
                  <a:lnTo>
                    <a:pt x="1385" y="701"/>
                  </a:lnTo>
                  <a:lnTo>
                    <a:pt x="1386" y="701"/>
                  </a:lnTo>
                  <a:lnTo>
                    <a:pt x="1385" y="700"/>
                  </a:lnTo>
                  <a:lnTo>
                    <a:pt x="1385" y="699"/>
                  </a:lnTo>
                  <a:lnTo>
                    <a:pt x="1386" y="697"/>
                  </a:lnTo>
                  <a:lnTo>
                    <a:pt x="1388" y="695"/>
                  </a:lnTo>
                  <a:lnTo>
                    <a:pt x="1388" y="693"/>
                  </a:lnTo>
                  <a:lnTo>
                    <a:pt x="1388" y="693"/>
                  </a:lnTo>
                  <a:lnTo>
                    <a:pt x="1390" y="692"/>
                  </a:lnTo>
                  <a:lnTo>
                    <a:pt x="1390" y="690"/>
                  </a:lnTo>
                  <a:lnTo>
                    <a:pt x="1390" y="688"/>
                  </a:lnTo>
                  <a:lnTo>
                    <a:pt x="1390" y="687"/>
                  </a:lnTo>
                  <a:lnTo>
                    <a:pt x="1392" y="687"/>
                  </a:lnTo>
                  <a:lnTo>
                    <a:pt x="1392" y="688"/>
                  </a:lnTo>
                  <a:lnTo>
                    <a:pt x="1393" y="688"/>
                  </a:lnTo>
                  <a:lnTo>
                    <a:pt x="1396" y="687"/>
                  </a:lnTo>
                  <a:lnTo>
                    <a:pt x="1397" y="687"/>
                  </a:lnTo>
                  <a:lnTo>
                    <a:pt x="1397" y="686"/>
                  </a:lnTo>
                  <a:lnTo>
                    <a:pt x="1400" y="683"/>
                  </a:lnTo>
                  <a:lnTo>
                    <a:pt x="1401" y="682"/>
                  </a:lnTo>
                  <a:close/>
                  <a:moveTo>
                    <a:pt x="1418" y="666"/>
                  </a:moveTo>
                  <a:lnTo>
                    <a:pt x="1415" y="670"/>
                  </a:lnTo>
                  <a:lnTo>
                    <a:pt x="1414" y="672"/>
                  </a:lnTo>
                  <a:lnTo>
                    <a:pt x="1414" y="674"/>
                  </a:lnTo>
                  <a:lnTo>
                    <a:pt x="1413" y="675"/>
                  </a:lnTo>
                  <a:lnTo>
                    <a:pt x="1411" y="678"/>
                  </a:lnTo>
                  <a:lnTo>
                    <a:pt x="1409" y="680"/>
                  </a:lnTo>
                  <a:lnTo>
                    <a:pt x="1407" y="680"/>
                  </a:lnTo>
                  <a:lnTo>
                    <a:pt x="1407" y="676"/>
                  </a:lnTo>
                  <a:lnTo>
                    <a:pt x="1410" y="675"/>
                  </a:lnTo>
                  <a:lnTo>
                    <a:pt x="1410" y="674"/>
                  </a:lnTo>
                  <a:lnTo>
                    <a:pt x="1411" y="672"/>
                  </a:lnTo>
                  <a:lnTo>
                    <a:pt x="1411" y="671"/>
                  </a:lnTo>
                  <a:lnTo>
                    <a:pt x="1413" y="670"/>
                  </a:lnTo>
                  <a:lnTo>
                    <a:pt x="1414" y="667"/>
                  </a:lnTo>
                  <a:lnTo>
                    <a:pt x="1417" y="667"/>
                  </a:lnTo>
                  <a:lnTo>
                    <a:pt x="1418" y="666"/>
                  </a:lnTo>
                  <a:close/>
                  <a:moveTo>
                    <a:pt x="1429" y="649"/>
                  </a:moveTo>
                  <a:lnTo>
                    <a:pt x="1429" y="649"/>
                  </a:lnTo>
                  <a:lnTo>
                    <a:pt x="1429" y="653"/>
                  </a:lnTo>
                  <a:lnTo>
                    <a:pt x="1427" y="654"/>
                  </a:lnTo>
                  <a:lnTo>
                    <a:pt x="1427" y="653"/>
                  </a:lnTo>
                  <a:lnTo>
                    <a:pt x="1427" y="650"/>
                  </a:lnTo>
                  <a:lnTo>
                    <a:pt x="1429" y="649"/>
                  </a:lnTo>
                  <a:close/>
                  <a:moveTo>
                    <a:pt x="1430" y="643"/>
                  </a:moveTo>
                  <a:lnTo>
                    <a:pt x="1431" y="643"/>
                  </a:lnTo>
                  <a:lnTo>
                    <a:pt x="1431" y="645"/>
                  </a:lnTo>
                  <a:lnTo>
                    <a:pt x="1430" y="645"/>
                  </a:lnTo>
                  <a:lnTo>
                    <a:pt x="1430" y="643"/>
                  </a:lnTo>
                  <a:lnTo>
                    <a:pt x="1430" y="643"/>
                  </a:lnTo>
                  <a:close/>
                  <a:moveTo>
                    <a:pt x="1431" y="640"/>
                  </a:moveTo>
                  <a:lnTo>
                    <a:pt x="1432" y="640"/>
                  </a:lnTo>
                  <a:lnTo>
                    <a:pt x="1432" y="641"/>
                  </a:lnTo>
                  <a:lnTo>
                    <a:pt x="1431" y="640"/>
                  </a:lnTo>
                  <a:close/>
                  <a:moveTo>
                    <a:pt x="1432" y="634"/>
                  </a:moveTo>
                  <a:lnTo>
                    <a:pt x="1432" y="636"/>
                  </a:lnTo>
                  <a:lnTo>
                    <a:pt x="1432" y="638"/>
                  </a:lnTo>
                  <a:lnTo>
                    <a:pt x="1431" y="636"/>
                  </a:lnTo>
                  <a:lnTo>
                    <a:pt x="1432" y="634"/>
                  </a:lnTo>
                  <a:close/>
                  <a:moveTo>
                    <a:pt x="1432" y="628"/>
                  </a:moveTo>
                  <a:lnTo>
                    <a:pt x="1434" y="629"/>
                  </a:lnTo>
                  <a:lnTo>
                    <a:pt x="1432" y="629"/>
                  </a:lnTo>
                  <a:lnTo>
                    <a:pt x="1432" y="628"/>
                  </a:lnTo>
                  <a:lnTo>
                    <a:pt x="1432" y="628"/>
                  </a:lnTo>
                  <a:close/>
                  <a:moveTo>
                    <a:pt x="1438" y="611"/>
                  </a:moveTo>
                  <a:lnTo>
                    <a:pt x="1438" y="611"/>
                  </a:lnTo>
                  <a:lnTo>
                    <a:pt x="1438" y="613"/>
                  </a:lnTo>
                  <a:lnTo>
                    <a:pt x="1436" y="615"/>
                  </a:lnTo>
                  <a:lnTo>
                    <a:pt x="1436" y="615"/>
                  </a:lnTo>
                  <a:lnTo>
                    <a:pt x="1436" y="612"/>
                  </a:lnTo>
                  <a:lnTo>
                    <a:pt x="1438" y="611"/>
                  </a:lnTo>
                  <a:close/>
                  <a:moveTo>
                    <a:pt x="1434" y="608"/>
                  </a:moveTo>
                  <a:lnTo>
                    <a:pt x="1435" y="608"/>
                  </a:lnTo>
                  <a:lnTo>
                    <a:pt x="1435" y="609"/>
                  </a:lnTo>
                  <a:lnTo>
                    <a:pt x="1435" y="609"/>
                  </a:lnTo>
                  <a:lnTo>
                    <a:pt x="1434" y="609"/>
                  </a:lnTo>
                  <a:lnTo>
                    <a:pt x="1434" y="608"/>
                  </a:lnTo>
                  <a:close/>
                  <a:moveTo>
                    <a:pt x="1438" y="603"/>
                  </a:moveTo>
                  <a:lnTo>
                    <a:pt x="1439" y="604"/>
                  </a:lnTo>
                  <a:lnTo>
                    <a:pt x="1440" y="605"/>
                  </a:lnTo>
                  <a:lnTo>
                    <a:pt x="1439" y="605"/>
                  </a:lnTo>
                  <a:lnTo>
                    <a:pt x="1438" y="605"/>
                  </a:lnTo>
                  <a:lnTo>
                    <a:pt x="1438" y="604"/>
                  </a:lnTo>
                  <a:lnTo>
                    <a:pt x="1438" y="603"/>
                  </a:lnTo>
                  <a:close/>
                  <a:moveTo>
                    <a:pt x="1438" y="595"/>
                  </a:moveTo>
                  <a:lnTo>
                    <a:pt x="1438" y="596"/>
                  </a:lnTo>
                  <a:lnTo>
                    <a:pt x="1438" y="597"/>
                  </a:lnTo>
                  <a:lnTo>
                    <a:pt x="1439" y="600"/>
                  </a:lnTo>
                  <a:lnTo>
                    <a:pt x="1438" y="601"/>
                  </a:lnTo>
                  <a:lnTo>
                    <a:pt x="1436" y="600"/>
                  </a:lnTo>
                  <a:lnTo>
                    <a:pt x="1438" y="597"/>
                  </a:lnTo>
                  <a:lnTo>
                    <a:pt x="1438" y="595"/>
                  </a:lnTo>
                  <a:close/>
                  <a:moveTo>
                    <a:pt x="1442" y="568"/>
                  </a:moveTo>
                  <a:lnTo>
                    <a:pt x="1446" y="571"/>
                  </a:lnTo>
                  <a:lnTo>
                    <a:pt x="1447" y="574"/>
                  </a:lnTo>
                  <a:lnTo>
                    <a:pt x="1446" y="575"/>
                  </a:lnTo>
                  <a:lnTo>
                    <a:pt x="1444" y="576"/>
                  </a:lnTo>
                  <a:lnTo>
                    <a:pt x="1446" y="579"/>
                  </a:lnTo>
                  <a:lnTo>
                    <a:pt x="1443" y="582"/>
                  </a:lnTo>
                  <a:lnTo>
                    <a:pt x="1442" y="583"/>
                  </a:lnTo>
                  <a:lnTo>
                    <a:pt x="1442" y="584"/>
                  </a:lnTo>
                  <a:lnTo>
                    <a:pt x="1442" y="587"/>
                  </a:lnTo>
                  <a:lnTo>
                    <a:pt x="1440" y="587"/>
                  </a:lnTo>
                  <a:lnTo>
                    <a:pt x="1439" y="586"/>
                  </a:lnTo>
                  <a:lnTo>
                    <a:pt x="1438" y="586"/>
                  </a:lnTo>
                  <a:lnTo>
                    <a:pt x="1436" y="584"/>
                  </a:lnTo>
                  <a:lnTo>
                    <a:pt x="1438" y="584"/>
                  </a:lnTo>
                  <a:lnTo>
                    <a:pt x="1438" y="583"/>
                  </a:lnTo>
                  <a:lnTo>
                    <a:pt x="1436" y="580"/>
                  </a:lnTo>
                  <a:lnTo>
                    <a:pt x="1436" y="579"/>
                  </a:lnTo>
                  <a:lnTo>
                    <a:pt x="1438" y="579"/>
                  </a:lnTo>
                  <a:lnTo>
                    <a:pt x="1439" y="578"/>
                  </a:lnTo>
                  <a:lnTo>
                    <a:pt x="1442" y="576"/>
                  </a:lnTo>
                  <a:lnTo>
                    <a:pt x="1442" y="574"/>
                  </a:lnTo>
                  <a:lnTo>
                    <a:pt x="1442" y="570"/>
                  </a:lnTo>
                  <a:lnTo>
                    <a:pt x="1442" y="568"/>
                  </a:lnTo>
                  <a:close/>
                  <a:moveTo>
                    <a:pt x="1435" y="566"/>
                  </a:moveTo>
                  <a:lnTo>
                    <a:pt x="1438" y="568"/>
                  </a:lnTo>
                  <a:lnTo>
                    <a:pt x="1438" y="570"/>
                  </a:lnTo>
                  <a:lnTo>
                    <a:pt x="1435" y="570"/>
                  </a:lnTo>
                  <a:lnTo>
                    <a:pt x="1434" y="568"/>
                  </a:lnTo>
                  <a:lnTo>
                    <a:pt x="1434" y="567"/>
                  </a:lnTo>
                  <a:lnTo>
                    <a:pt x="1435" y="566"/>
                  </a:lnTo>
                  <a:close/>
                  <a:moveTo>
                    <a:pt x="1447" y="566"/>
                  </a:moveTo>
                  <a:lnTo>
                    <a:pt x="1448" y="567"/>
                  </a:lnTo>
                  <a:lnTo>
                    <a:pt x="1448" y="568"/>
                  </a:lnTo>
                  <a:lnTo>
                    <a:pt x="1447" y="570"/>
                  </a:lnTo>
                  <a:lnTo>
                    <a:pt x="1447" y="570"/>
                  </a:lnTo>
                  <a:lnTo>
                    <a:pt x="1444" y="568"/>
                  </a:lnTo>
                  <a:lnTo>
                    <a:pt x="1444" y="567"/>
                  </a:lnTo>
                  <a:lnTo>
                    <a:pt x="1447" y="566"/>
                  </a:lnTo>
                  <a:close/>
                  <a:moveTo>
                    <a:pt x="25" y="532"/>
                  </a:moveTo>
                  <a:lnTo>
                    <a:pt x="26" y="534"/>
                  </a:lnTo>
                  <a:lnTo>
                    <a:pt x="26" y="536"/>
                  </a:lnTo>
                  <a:lnTo>
                    <a:pt x="24" y="534"/>
                  </a:lnTo>
                  <a:lnTo>
                    <a:pt x="25" y="532"/>
                  </a:lnTo>
                  <a:close/>
                  <a:moveTo>
                    <a:pt x="1211" y="526"/>
                  </a:moveTo>
                  <a:lnTo>
                    <a:pt x="1211" y="528"/>
                  </a:lnTo>
                  <a:lnTo>
                    <a:pt x="1211" y="528"/>
                  </a:lnTo>
                  <a:lnTo>
                    <a:pt x="1211" y="530"/>
                  </a:lnTo>
                  <a:lnTo>
                    <a:pt x="1210" y="530"/>
                  </a:lnTo>
                  <a:lnTo>
                    <a:pt x="1209" y="533"/>
                  </a:lnTo>
                  <a:lnTo>
                    <a:pt x="1207" y="532"/>
                  </a:lnTo>
                  <a:lnTo>
                    <a:pt x="1206" y="529"/>
                  </a:lnTo>
                  <a:lnTo>
                    <a:pt x="1209" y="526"/>
                  </a:lnTo>
                  <a:lnTo>
                    <a:pt x="1211" y="526"/>
                  </a:lnTo>
                  <a:close/>
                  <a:moveTo>
                    <a:pt x="1211" y="521"/>
                  </a:moveTo>
                  <a:lnTo>
                    <a:pt x="1213" y="522"/>
                  </a:lnTo>
                  <a:lnTo>
                    <a:pt x="1213" y="524"/>
                  </a:lnTo>
                  <a:lnTo>
                    <a:pt x="1211" y="525"/>
                  </a:lnTo>
                  <a:lnTo>
                    <a:pt x="1210" y="524"/>
                  </a:lnTo>
                  <a:lnTo>
                    <a:pt x="1211" y="522"/>
                  </a:lnTo>
                  <a:lnTo>
                    <a:pt x="1211" y="522"/>
                  </a:lnTo>
                  <a:lnTo>
                    <a:pt x="1211" y="521"/>
                  </a:lnTo>
                  <a:close/>
                  <a:moveTo>
                    <a:pt x="1209" y="521"/>
                  </a:moveTo>
                  <a:lnTo>
                    <a:pt x="1209" y="521"/>
                  </a:lnTo>
                  <a:lnTo>
                    <a:pt x="1209" y="524"/>
                  </a:lnTo>
                  <a:lnTo>
                    <a:pt x="1209" y="525"/>
                  </a:lnTo>
                  <a:lnTo>
                    <a:pt x="1207" y="522"/>
                  </a:lnTo>
                  <a:lnTo>
                    <a:pt x="1207" y="521"/>
                  </a:lnTo>
                  <a:lnTo>
                    <a:pt x="1209" y="521"/>
                  </a:lnTo>
                  <a:close/>
                  <a:moveTo>
                    <a:pt x="1264" y="515"/>
                  </a:moveTo>
                  <a:lnTo>
                    <a:pt x="1265" y="516"/>
                  </a:lnTo>
                  <a:lnTo>
                    <a:pt x="1267" y="518"/>
                  </a:lnTo>
                  <a:lnTo>
                    <a:pt x="1271" y="520"/>
                  </a:lnTo>
                  <a:lnTo>
                    <a:pt x="1272" y="522"/>
                  </a:lnTo>
                  <a:lnTo>
                    <a:pt x="1272" y="526"/>
                  </a:lnTo>
                  <a:lnTo>
                    <a:pt x="1273" y="529"/>
                  </a:lnTo>
                  <a:lnTo>
                    <a:pt x="1278" y="532"/>
                  </a:lnTo>
                  <a:lnTo>
                    <a:pt x="1278" y="534"/>
                  </a:lnTo>
                  <a:lnTo>
                    <a:pt x="1280" y="534"/>
                  </a:lnTo>
                  <a:lnTo>
                    <a:pt x="1282" y="537"/>
                  </a:lnTo>
                  <a:lnTo>
                    <a:pt x="1285" y="541"/>
                  </a:lnTo>
                  <a:lnTo>
                    <a:pt x="1286" y="545"/>
                  </a:lnTo>
                  <a:lnTo>
                    <a:pt x="1284" y="541"/>
                  </a:lnTo>
                  <a:lnTo>
                    <a:pt x="1281" y="538"/>
                  </a:lnTo>
                  <a:lnTo>
                    <a:pt x="1281" y="540"/>
                  </a:lnTo>
                  <a:lnTo>
                    <a:pt x="1281" y="541"/>
                  </a:lnTo>
                  <a:lnTo>
                    <a:pt x="1282" y="541"/>
                  </a:lnTo>
                  <a:lnTo>
                    <a:pt x="1282" y="543"/>
                  </a:lnTo>
                  <a:lnTo>
                    <a:pt x="1285" y="546"/>
                  </a:lnTo>
                  <a:lnTo>
                    <a:pt x="1288" y="547"/>
                  </a:lnTo>
                  <a:lnTo>
                    <a:pt x="1288" y="550"/>
                  </a:lnTo>
                  <a:lnTo>
                    <a:pt x="1288" y="553"/>
                  </a:lnTo>
                  <a:lnTo>
                    <a:pt x="1289" y="557"/>
                  </a:lnTo>
                  <a:lnTo>
                    <a:pt x="1288" y="557"/>
                  </a:lnTo>
                  <a:lnTo>
                    <a:pt x="1288" y="558"/>
                  </a:lnTo>
                  <a:lnTo>
                    <a:pt x="1288" y="561"/>
                  </a:lnTo>
                  <a:lnTo>
                    <a:pt x="1289" y="562"/>
                  </a:lnTo>
                  <a:lnTo>
                    <a:pt x="1290" y="566"/>
                  </a:lnTo>
                  <a:lnTo>
                    <a:pt x="1293" y="568"/>
                  </a:lnTo>
                  <a:lnTo>
                    <a:pt x="1294" y="570"/>
                  </a:lnTo>
                  <a:lnTo>
                    <a:pt x="1296" y="571"/>
                  </a:lnTo>
                  <a:lnTo>
                    <a:pt x="1296" y="574"/>
                  </a:lnTo>
                  <a:lnTo>
                    <a:pt x="1296" y="574"/>
                  </a:lnTo>
                  <a:lnTo>
                    <a:pt x="1297" y="575"/>
                  </a:lnTo>
                  <a:lnTo>
                    <a:pt x="1297" y="574"/>
                  </a:lnTo>
                  <a:lnTo>
                    <a:pt x="1298" y="574"/>
                  </a:lnTo>
                  <a:lnTo>
                    <a:pt x="1299" y="576"/>
                  </a:lnTo>
                  <a:lnTo>
                    <a:pt x="1299" y="579"/>
                  </a:lnTo>
                  <a:lnTo>
                    <a:pt x="1302" y="580"/>
                  </a:lnTo>
                  <a:lnTo>
                    <a:pt x="1303" y="584"/>
                  </a:lnTo>
                  <a:lnTo>
                    <a:pt x="1307" y="590"/>
                  </a:lnTo>
                  <a:lnTo>
                    <a:pt x="1309" y="592"/>
                  </a:lnTo>
                  <a:lnTo>
                    <a:pt x="1311" y="599"/>
                  </a:lnTo>
                  <a:lnTo>
                    <a:pt x="1315" y="603"/>
                  </a:lnTo>
                  <a:lnTo>
                    <a:pt x="1315" y="605"/>
                  </a:lnTo>
                  <a:lnTo>
                    <a:pt x="1318" y="605"/>
                  </a:lnTo>
                  <a:lnTo>
                    <a:pt x="1318" y="608"/>
                  </a:lnTo>
                  <a:lnTo>
                    <a:pt x="1321" y="612"/>
                  </a:lnTo>
                  <a:lnTo>
                    <a:pt x="1322" y="613"/>
                  </a:lnTo>
                  <a:lnTo>
                    <a:pt x="1322" y="615"/>
                  </a:lnTo>
                  <a:lnTo>
                    <a:pt x="1325" y="618"/>
                  </a:lnTo>
                  <a:lnTo>
                    <a:pt x="1326" y="621"/>
                  </a:lnTo>
                  <a:lnTo>
                    <a:pt x="1330" y="624"/>
                  </a:lnTo>
                  <a:lnTo>
                    <a:pt x="1331" y="626"/>
                  </a:lnTo>
                  <a:lnTo>
                    <a:pt x="1332" y="630"/>
                  </a:lnTo>
                  <a:lnTo>
                    <a:pt x="1331" y="629"/>
                  </a:lnTo>
                  <a:lnTo>
                    <a:pt x="1330" y="626"/>
                  </a:lnTo>
                  <a:lnTo>
                    <a:pt x="1327" y="625"/>
                  </a:lnTo>
                  <a:lnTo>
                    <a:pt x="1325" y="624"/>
                  </a:lnTo>
                  <a:lnTo>
                    <a:pt x="1323" y="620"/>
                  </a:lnTo>
                  <a:lnTo>
                    <a:pt x="1321" y="618"/>
                  </a:lnTo>
                  <a:lnTo>
                    <a:pt x="1318" y="618"/>
                  </a:lnTo>
                  <a:lnTo>
                    <a:pt x="1315" y="618"/>
                  </a:lnTo>
                  <a:lnTo>
                    <a:pt x="1314" y="618"/>
                  </a:lnTo>
                  <a:lnTo>
                    <a:pt x="1313" y="618"/>
                  </a:lnTo>
                  <a:lnTo>
                    <a:pt x="1313" y="620"/>
                  </a:lnTo>
                  <a:lnTo>
                    <a:pt x="1313" y="622"/>
                  </a:lnTo>
                  <a:lnTo>
                    <a:pt x="1311" y="624"/>
                  </a:lnTo>
                  <a:lnTo>
                    <a:pt x="1313" y="626"/>
                  </a:lnTo>
                  <a:lnTo>
                    <a:pt x="1313" y="629"/>
                  </a:lnTo>
                  <a:lnTo>
                    <a:pt x="1313" y="633"/>
                  </a:lnTo>
                  <a:lnTo>
                    <a:pt x="1314" y="636"/>
                  </a:lnTo>
                  <a:lnTo>
                    <a:pt x="1314" y="640"/>
                  </a:lnTo>
                  <a:lnTo>
                    <a:pt x="1314" y="643"/>
                  </a:lnTo>
                  <a:lnTo>
                    <a:pt x="1315" y="646"/>
                  </a:lnTo>
                  <a:lnTo>
                    <a:pt x="1317" y="650"/>
                  </a:lnTo>
                  <a:lnTo>
                    <a:pt x="1318" y="654"/>
                  </a:lnTo>
                  <a:lnTo>
                    <a:pt x="1319" y="655"/>
                  </a:lnTo>
                  <a:lnTo>
                    <a:pt x="1322" y="657"/>
                  </a:lnTo>
                  <a:lnTo>
                    <a:pt x="1325" y="659"/>
                  </a:lnTo>
                  <a:lnTo>
                    <a:pt x="1326" y="662"/>
                  </a:lnTo>
                  <a:lnTo>
                    <a:pt x="1326" y="665"/>
                  </a:lnTo>
                  <a:lnTo>
                    <a:pt x="1330" y="667"/>
                  </a:lnTo>
                  <a:lnTo>
                    <a:pt x="1331" y="667"/>
                  </a:lnTo>
                  <a:lnTo>
                    <a:pt x="1332" y="666"/>
                  </a:lnTo>
                  <a:lnTo>
                    <a:pt x="1334" y="668"/>
                  </a:lnTo>
                  <a:lnTo>
                    <a:pt x="1335" y="671"/>
                  </a:lnTo>
                  <a:lnTo>
                    <a:pt x="1336" y="674"/>
                  </a:lnTo>
                  <a:lnTo>
                    <a:pt x="1336" y="676"/>
                  </a:lnTo>
                  <a:lnTo>
                    <a:pt x="1336" y="679"/>
                  </a:lnTo>
                  <a:lnTo>
                    <a:pt x="1336" y="680"/>
                  </a:lnTo>
                  <a:lnTo>
                    <a:pt x="1336" y="682"/>
                  </a:lnTo>
                  <a:lnTo>
                    <a:pt x="1335" y="680"/>
                  </a:lnTo>
                  <a:lnTo>
                    <a:pt x="1335" y="678"/>
                  </a:lnTo>
                  <a:lnTo>
                    <a:pt x="1332" y="675"/>
                  </a:lnTo>
                  <a:lnTo>
                    <a:pt x="1332" y="674"/>
                  </a:lnTo>
                  <a:lnTo>
                    <a:pt x="1334" y="672"/>
                  </a:lnTo>
                  <a:lnTo>
                    <a:pt x="1332" y="671"/>
                  </a:lnTo>
                  <a:lnTo>
                    <a:pt x="1331" y="671"/>
                  </a:lnTo>
                  <a:lnTo>
                    <a:pt x="1331" y="672"/>
                  </a:lnTo>
                  <a:lnTo>
                    <a:pt x="1326" y="672"/>
                  </a:lnTo>
                  <a:lnTo>
                    <a:pt x="1325" y="672"/>
                  </a:lnTo>
                  <a:lnTo>
                    <a:pt x="1325" y="670"/>
                  </a:lnTo>
                  <a:lnTo>
                    <a:pt x="1323" y="670"/>
                  </a:lnTo>
                  <a:lnTo>
                    <a:pt x="1322" y="672"/>
                  </a:lnTo>
                  <a:lnTo>
                    <a:pt x="1321" y="675"/>
                  </a:lnTo>
                  <a:lnTo>
                    <a:pt x="1322" y="679"/>
                  </a:lnTo>
                  <a:lnTo>
                    <a:pt x="1323" y="680"/>
                  </a:lnTo>
                  <a:lnTo>
                    <a:pt x="1322" y="683"/>
                  </a:lnTo>
                  <a:lnTo>
                    <a:pt x="1323" y="686"/>
                  </a:lnTo>
                  <a:lnTo>
                    <a:pt x="1319" y="684"/>
                  </a:lnTo>
                  <a:lnTo>
                    <a:pt x="1318" y="680"/>
                  </a:lnTo>
                  <a:lnTo>
                    <a:pt x="1315" y="679"/>
                  </a:lnTo>
                  <a:lnTo>
                    <a:pt x="1314" y="675"/>
                  </a:lnTo>
                  <a:lnTo>
                    <a:pt x="1315" y="671"/>
                  </a:lnTo>
                  <a:lnTo>
                    <a:pt x="1315" y="667"/>
                  </a:lnTo>
                  <a:lnTo>
                    <a:pt x="1315" y="665"/>
                  </a:lnTo>
                  <a:lnTo>
                    <a:pt x="1313" y="661"/>
                  </a:lnTo>
                  <a:lnTo>
                    <a:pt x="1311" y="658"/>
                  </a:lnTo>
                  <a:lnTo>
                    <a:pt x="1310" y="655"/>
                  </a:lnTo>
                  <a:lnTo>
                    <a:pt x="1309" y="651"/>
                  </a:lnTo>
                  <a:lnTo>
                    <a:pt x="1309" y="646"/>
                  </a:lnTo>
                  <a:lnTo>
                    <a:pt x="1307" y="642"/>
                  </a:lnTo>
                  <a:lnTo>
                    <a:pt x="1307" y="641"/>
                  </a:lnTo>
                  <a:lnTo>
                    <a:pt x="1303" y="636"/>
                  </a:lnTo>
                  <a:lnTo>
                    <a:pt x="1301" y="633"/>
                  </a:lnTo>
                  <a:lnTo>
                    <a:pt x="1301" y="630"/>
                  </a:lnTo>
                  <a:lnTo>
                    <a:pt x="1301" y="628"/>
                  </a:lnTo>
                  <a:lnTo>
                    <a:pt x="1299" y="624"/>
                  </a:lnTo>
                  <a:lnTo>
                    <a:pt x="1298" y="620"/>
                  </a:lnTo>
                  <a:lnTo>
                    <a:pt x="1299" y="617"/>
                  </a:lnTo>
                  <a:lnTo>
                    <a:pt x="1298" y="616"/>
                  </a:lnTo>
                  <a:lnTo>
                    <a:pt x="1298" y="612"/>
                  </a:lnTo>
                  <a:lnTo>
                    <a:pt x="1297" y="608"/>
                  </a:lnTo>
                  <a:lnTo>
                    <a:pt x="1296" y="605"/>
                  </a:lnTo>
                  <a:lnTo>
                    <a:pt x="1293" y="601"/>
                  </a:lnTo>
                  <a:lnTo>
                    <a:pt x="1293" y="600"/>
                  </a:lnTo>
                  <a:lnTo>
                    <a:pt x="1294" y="599"/>
                  </a:lnTo>
                  <a:lnTo>
                    <a:pt x="1292" y="596"/>
                  </a:lnTo>
                  <a:lnTo>
                    <a:pt x="1289" y="595"/>
                  </a:lnTo>
                  <a:lnTo>
                    <a:pt x="1289" y="592"/>
                  </a:lnTo>
                  <a:lnTo>
                    <a:pt x="1288" y="590"/>
                  </a:lnTo>
                  <a:lnTo>
                    <a:pt x="1288" y="587"/>
                  </a:lnTo>
                  <a:lnTo>
                    <a:pt x="1288" y="583"/>
                  </a:lnTo>
                  <a:lnTo>
                    <a:pt x="1285" y="579"/>
                  </a:lnTo>
                  <a:lnTo>
                    <a:pt x="1282" y="578"/>
                  </a:lnTo>
                  <a:lnTo>
                    <a:pt x="1277" y="572"/>
                  </a:lnTo>
                  <a:lnTo>
                    <a:pt x="1278" y="571"/>
                  </a:lnTo>
                  <a:lnTo>
                    <a:pt x="1277" y="570"/>
                  </a:lnTo>
                  <a:lnTo>
                    <a:pt x="1274" y="568"/>
                  </a:lnTo>
                  <a:lnTo>
                    <a:pt x="1273" y="565"/>
                  </a:lnTo>
                  <a:lnTo>
                    <a:pt x="1272" y="559"/>
                  </a:lnTo>
                  <a:lnTo>
                    <a:pt x="1271" y="555"/>
                  </a:lnTo>
                  <a:lnTo>
                    <a:pt x="1271" y="554"/>
                  </a:lnTo>
                  <a:lnTo>
                    <a:pt x="1271" y="550"/>
                  </a:lnTo>
                  <a:lnTo>
                    <a:pt x="1268" y="546"/>
                  </a:lnTo>
                  <a:lnTo>
                    <a:pt x="1265" y="543"/>
                  </a:lnTo>
                  <a:lnTo>
                    <a:pt x="1265" y="540"/>
                  </a:lnTo>
                  <a:lnTo>
                    <a:pt x="1263" y="538"/>
                  </a:lnTo>
                  <a:lnTo>
                    <a:pt x="1264" y="534"/>
                  </a:lnTo>
                  <a:lnTo>
                    <a:pt x="1265" y="533"/>
                  </a:lnTo>
                  <a:lnTo>
                    <a:pt x="1267" y="536"/>
                  </a:lnTo>
                  <a:lnTo>
                    <a:pt x="1269" y="536"/>
                  </a:lnTo>
                  <a:lnTo>
                    <a:pt x="1271" y="534"/>
                  </a:lnTo>
                  <a:lnTo>
                    <a:pt x="1271" y="532"/>
                  </a:lnTo>
                  <a:lnTo>
                    <a:pt x="1268" y="532"/>
                  </a:lnTo>
                  <a:lnTo>
                    <a:pt x="1268" y="530"/>
                  </a:lnTo>
                  <a:lnTo>
                    <a:pt x="1269" y="529"/>
                  </a:lnTo>
                  <a:lnTo>
                    <a:pt x="1271" y="529"/>
                  </a:lnTo>
                  <a:lnTo>
                    <a:pt x="1269" y="526"/>
                  </a:lnTo>
                  <a:lnTo>
                    <a:pt x="1268" y="528"/>
                  </a:lnTo>
                  <a:lnTo>
                    <a:pt x="1268" y="528"/>
                  </a:lnTo>
                  <a:lnTo>
                    <a:pt x="1268" y="525"/>
                  </a:lnTo>
                  <a:lnTo>
                    <a:pt x="1267" y="524"/>
                  </a:lnTo>
                  <a:lnTo>
                    <a:pt x="1263" y="521"/>
                  </a:lnTo>
                  <a:lnTo>
                    <a:pt x="1259" y="518"/>
                  </a:lnTo>
                  <a:lnTo>
                    <a:pt x="1261" y="517"/>
                  </a:lnTo>
                  <a:lnTo>
                    <a:pt x="1263" y="518"/>
                  </a:lnTo>
                  <a:lnTo>
                    <a:pt x="1264" y="518"/>
                  </a:lnTo>
                  <a:lnTo>
                    <a:pt x="1264" y="517"/>
                  </a:lnTo>
                  <a:lnTo>
                    <a:pt x="1264" y="516"/>
                  </a:lnTo>
                  <a:lnTo>
                    <a:pt x="1264" y="515"/>
                  </a:lnTo>
                  <a:close/>
                  <a:moveTo>
                    <a:pt x="1198" y="511"/>
                  </a:moveTo>
                  <a:lnTo>
                    <a:pt x="1198" y="512"/>
                  </a:lnTo>
                  <a:lnTo>
                    <a:pt x="1197" y="513"/>
                  </a:lnTo>
                  <a:lnTo>
                    <a:pt x="1198" y="515"/>
                  </a:lnTo>
                  <a:lnTo>
                    <a:pt x="1197" y="516"/>
                  </a:lnTo>
                  <a:lnTo>
                    <a:pt x="1195" y="515"/>
                  </a:lnTo>
                  <a:lnTo>
                    <a:pt x="1195" y="516"/>
                  </a:lnTo>
                  <a:lnTo>
                    <a:pt x="1195" y="516"/>
                  </a:lnTo>
                  <a:lnTo>
                    <a:pt x="1194" y="516"/>
                  </a:lnTo>
                  <a:lnTo>
                    <a:pt x="1193" y="515"/>
                  </a:lnTo>
                  <a:lnTo>
                    <a:pt x="1193" y="513"/>
                  </a:lnTo>
                  <a:lnTo>
                    <a:pt x="1195" y="512"/>
                  </a:lnTo>
                  <a:lnTo>
                    <a:pt x="1197" y="511"/>
                  </a:lnTo>
                  <a:lnTo>
                    <a:pt x="1198" y="511"/>
                  </a:lnTo>
                  <a:close/>
                  <a:moveTo>
                    <a:pt x="1203" y="509"/>
                  </a:moveTo>
                  <a:lnTo>
                    <a:pt x="1205" y="509"/>
                  </a:lnTo>
                  <a:lnTo>
                    <a:pt x="1207" y="509"/>
                  </a:lnTo>
                  <a:lnTo>
                    <a:pt x="1209" y="509"/>
                  </a:lnTo>
                  <a:lnTo>
                    <a:pt x="1209" y="511"/>
                  </a:lnTo>
                  <a:lnTo>
                    <a:pt x="1207" y="512"/>
                  </a:lnTo>
                  <a:lnTo>
                    <a:pt x="1207" y="513"/>
                  </a:lnTo>
                  <a:lnTo>
                    <a:pt x="1209" y="512"/>
                  </a:lnTo>
                  <a:lnTo>
                    <a:pt x="1209" y="511"/>
                  </a:lnTo>
                  <a:lnTo>
                    <a:pt x="1211" y="511"/>
                  </a:lnTo>
                  <a:lnTo>
                    <a:pt x="1211" y="512"/>
                  </a:lnTo>
                  <a:lnTo>
                    <a:pt x="1210" y="513"/>
                  </a:lnTo>
                  <a:lnTo>
                    <a:pt x="1210" y="515"/>
                  </a:lnTo>
                  <a:lnTo>
                    <a:pt x="1210" y="516"/>
                  </a:lnTo>
                  <a:lnTo>
                    <a:pt x="1210" y="517"/>
                  </a:lnTo>
                  <a:lnTo>
                    <a:pt x="1209" y="518"/>
                  </a:lnTo>
                  <a:lnTo>
                    <a:pt x="1206" y="518"/>
                  </a:lnTo>
                  <a:lnTo>
                    <a:pt x="1205" y="516"/>
                  </a:lnTo>
                  <a:lnTo>
                    <a:pt x="1203" y="516"/>
                  </a:lnTo>
                  <a:lnTo>
                    <a:pt x="1203" y="517"/>
                  </a:lnTo>
                  <a:lnTo>
                    <a:pt x="1202" y="518"/>
                  </a:lnTo>
                  <a:lnTo>
                    <a:pt x="1202" y="518"/>
                  </a:lnTo>
                  <a:lnTo>
                    <a:pt x="1199" y="515"/>
                  </a:lnTo>
                  <a:lnTo>
                    <a:pt x="1199" y="513"/>
                  </a:lnTo>
                  <a:lnTo>
                    <a:pt x="1202" y="512"/>
                  </a:lnTo>
                  <a:lnTo>
                    <a:pt x="1202" y="509"/>
                  </a:lnTo>
                  <a:lnTo>
                    <a:pt x="1203" y="509"/>
                  </a:lnTo>
                  <a:close/>
                  <a:moveTo>
                    <a:pt x="1530" y="453"/>
                  </a:moveTo>
                  <a:lnTo>
                    <a:pt x="1533" y="454"/>
                  </a:lnTo>
                  <a:lnTo>
                    <a:pt x="1535" y="455"/>
                  </a:lnTo>
                  <a:lnTo>
                    <a:pt x="1536" y="455"/>
                  </a:lnTo>
                  <a:lnTo>
                    <a:pt x="1539" y="457"/>
                  </a:lnTo>
                  <a:lnTo>
                    <a:pt x="1542" y="459"/>
                  </a:lnTo>
                  <a:lnTo>
                    <a:pt x="1543" y="459"/>
                  </a:lnTo>
                  <a:lnTo>
                    <a:pt x="1540" y="461"/>
                  </a:lnTo>
                  <a:lnTo>
                    <a:pt x="1539" y="459"/>
                  </a:lnTo>
                  <a:lnTo>
                    <a:pt x="1535" y="458"/>
                  </a:lnTo>
                  <a:lnTo>
                    <a:pt x="1533" y="455"/>
                  </a:lnTo>
                  <a:lnTo>
                    <a:pt x="1530" y="455"/>
                  </a:lnTo>
                  <a:lnTo>
                    <a:pt x="1529" y="454"/>
                  </a:lnTo>
                  <a:lnTo>
                    <a:pt x="1530" y="453"/>
                  </a:lnTo>
                  <a:close/>
                  <a:moveTo>
                    <a:pt x="1509" y="443"/>
                  </a:moveTo>
                  <a:lnTo>
                    <a:pt x="1511" y="445"/>
                  </a:lnTo>
                  <a:lnTo>
                    <a:pt x="1510" y="445"/>
                  </a:lnTo>
                  <a:lnTo>
                    <a:pt x="1510" y="446"/>
                  </a:lnTo>
                  <a:lnTo>
                    <a:pt x="1513" y="449"/>
                  </a:lnTo>
                  <a:lnTo>
                    <a:pt x="1515" y="450"/>
                  </a:lnTo>
                  <a:lnTo>
                    <a:pt x="1515" y="451"/>
                  </a:lnTo>
                  <a:lnTo>
                    <a:pt x="1519" y="454"/>
                  </a:lnTo>
                  <a:lnTo>
                    <a:pt x="1522" y="455"/>
                  </a:lnTo>
                  <a:lnTo>
                    <a:pt x="1523" y="458"/>
                  </a:lnTo>
                  <a:lnTo>
                    <a:pt x="1522" y="458"/>
                  </a:lnTo>
                  <a:lnTo>
                    <a:pt x="1519" y="458"/>
                  </a:lnTo>
                  <a:lnTo>
                    <a:pt x="1518" y="455"/>
                  </a:lnTo>
                  <a:lnTo>
                    <a:pt x="1517" y="457"/>
                  </a:lnTo>
                  <a:lnTo>
                    <a:pt x="1515" y="457"/>
                  </a:lnTo>
                  <a:lnTo>
                    <a:pt x="1514" y="454"/>
                  </a:lnTo>
                  <a:lnTo>
                    <a:pt x="1511" y="454"/>
                  </a:lnTo>
                  <a:lnTo>
                    <a:pt x="1510" y="451"/>
                  </a:lnTo>
                  <a:lnTo>
                    <a:pt x="1510" y="450"/>
                  </a:lnTo>
                  <a:lnTo>
                    <a:pt x="1509" y="449"/>
                  </a:lnTo>
                  <a:lnTo>
                    <a:pt x="1506" y="449"/>
                  </a:lnTo>
                  <a:lnTo>
                    <a:pt x="1505" y="447"/>
                  </a:lnTo>
                  <a:lnTo>
                    <a:pt x="1505" y="446"/>
                  </a:lnTo>
                  <a:lnTo>
                    <a:pt x="1506" y="445"/>
                  </a:lnTo>
                  <a:lnTo>
                    <a:pt x="1508" y="445"/>
                  </a:lnTo>
                  <a:lnTo>
                    <a:pt x="1509" y="443"/>
                  </a:lnTo>
                  <a:close/>
                  <a:moveTo>
                    <a:pt x="80" y="433"/>
                  </a:moveTo>
                  <a:lnTo>
                    <a:pt x="83" y="433"/>
                  </a:lnTo>
                  <a:lnTo>
                    <a:pt x="83" y="434"/>
                  </a:lnTo>
                  <a:lnTo>
                    <a:pt x="81" y="436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1" y="438"/>
                  </a:lnTo>
                  <a:lnTo>
                    <a:pt x="81" y="437"/>
                  </a:lnTo>
                  <a:lnTo>
                    <a:pt x="79" y="436"/>
                  </a:lnTo>
                  <a:lnTo>
                    <a:pt x="79" y="434"/>
                  </a:lnTo>
                  <a:lnTo>
                    <a:pt x="80" y="433"/>
                  </a:lnTo>
                  <a:close/>
                  <a:moveTo>
                    <a:pt x="143" y="395"/>
                  </a:moveTo>
                  <a:lnTo>
                    <a:pt x="145" y="397"/>
                  </a:lnTo>
                  <a:lnTo>
                    <a:pt x="146" y="399"/>
                  </a:lnTo>
                  <a:lnTo>
                    <a:pt x="145" y="399"/>
                  </a:lnTo>
                  <a:lnTo>
                    <a:pt x="143" y="397"/>
                  </a:lnTo>
                  <a:lnTo>
                    <a:pt x="143" y="396"/>
                  </a:lnTo>
                  <a:lnTo>
                    <a:pt x="143" y="395"/>
                  </a:lnTo>
                  <a:close/>
                  <a:moveTo>
                    <a:pt x="1302" y="390"/>
                  </a:moveTo>
                  <a:lnTo>
                    <a:pt x="1302" y="392"/>
                  </a:lnTo>
                  <a:lnTo>
                    <a:pt x="1301" y="393"/>
                  </a:lnTo>
                  <a:lnTo>
                    <a:pt x="1299" y="393"/>
                  </a:lnTo>
                  <a:lnTo>
                    <a:pt x="1299" y="392"/>
                  </a:lnTo>
                  <a:lnTo>
                    <a:pt x="1301" y="391"/>
                  </a:lnTo>
                  <a:lnTo>
                    <a:pt x="1302" y="390"/>
                  </a:lnTo>
                  <a:close/>
                  <a:moveTo>
                    <a:pt x="401" y="368"/>
                  </a:moveTo>
                  <a:lnTo>
                    <a:pt x="404" y="368"/>
                  </a:lnTo>
                  <a:lnTo>
                    <a:pt x="405" y="370"/>
                  </a:lnTo>
                  <a:lnTo>
                    <a:pt x="407" y="368"/>
                  </a:lnTo>
                  <a:lnTo>
                    <a:pt x="409" y="370"/>
                  </a:lnTo>
                  <a:lnTo>
                    <a:pt x="409" y="372"/>
                  </a:lnTo>
                  <a:lnTo>
                    <a:pt x="409" y="372"/>
                  </a:lnTo>
                  <a:lnTo>
                    <a:pt x="407" y="374"/>
                  </a:lnTo>
                  <a:lnTo>
                    <a:pt x="404" y="372"/>
                  </a:lnTo>
                  <a:lnTo>
                    <a:pt x="404" y="371"/>
                  </a:lnTo>
                  <a:lnTo>
                    <a:pt x="403" y="370"/>
                  </a:lnTo>
                  <a:lnTo>
                    <a:pt x="401" y="368"/>
                  </a:lnTo>
                  <a:close/>
                  <a:moveTo>
                    <a:pt x="1446" y="355"/>
                  </a:moveTo>
                  <a:lnTo>
                    <a:pt x="1447" y="355"/>
                  </a:lnTo>
                  <a:lnTo>
                    <a:pt x="1450" y="358"/>
                  </a:lnTo>
                  <a:lnTo>
                    <a:pt x="1451" y="362"/>
                  </a:lnTo>
                  <a:lnTo>
                    <a:pt x="1451" y="365"/>
                  </a:lnTo>
                  <a:lnTo>
                    <a:pt x="1450" y="365"/>
                  </a:lnTo>
                  <a:lnTo>
                    <a:pt x="1447" y="367"/>
                  </a:lnTo>
                  <a:lnTo>
                    <a:pt x="1446" y="368"/>
                  </a:lnTo>
                  <a:lnTo>
                    <a:pt x="1444" y="371"/>
                  </a:lnTo>
                  <a:lnTo>
                    <a:pt x="1444" y="374"/>
                  </a:lnTo>
                  <a:lnTo>
                    <a:pt x="1443" y="374"/>
                  </a:lnTo>
                  <a:lnTo>
                    <a:pt x="1444" y="376"/>
                  </a:lnTo>
                  <a:lnTo>
                    <a:pt x="1444" y="379"/>
                  </a:lnTo>
                  <a:lnTo>
                    <a:pt x="1444" y="379"/>
                  </a:lnTo>
                  <a:lnTo>
                    <a:pt x="1442" y="376"/>
                  </a:lnTo>
                  <a:lnTo>
                    <a:pt x="1442" y="375"/>
                  </a:lnTo>
                  <a:lnTo>
                    <a:pt x="1443" y="374"/>
                  </a:lnTo>
                  <a:lnTo>
                    <a:pt x="1442" y="371"/>
                  </a:lnTo>
                  <a:lnTo>
                    <a:pt x="1442" y="370"/>
                  </a:lnTo>
                  <a:lnTo>
                    <a:pt x="1440" y="366"/>
                  </a:lnTo>
                  <a:lnTo>
                    <a:pt x="1440" y="363"/>
                  </a:lnTo>
                  <a:lnTo>
                    <a:pt x="1440" y="363"/>
                  </a:lnTo>
                  <a:lnTo>
                    <a:pt x="1439" y="365"/>
                  </a:lnTo>
                  <a:lnTo>
                    <a:pt x="1438" y="365"/>
                  </a:lnTo>
                  <a:lnTo>
                    <a:pt x="1439" y="362"/>
                  </a:lnTo>
                  <a:lnTo>
                    <a:pt x="1439" y="362"/>
                  </a:lnTo>
                  <a:lnTo>
                    <a:pt x="1443" y="358"/>
                  </a:lnTo>
                  <a:lnTo>
                    <a:pt x="1443" y="358"/>
                  </a:lnTo>
                  <a:lnTo>
                    <a:pt x="1444" y="357"/>
                  </a:lnTo>
                  <a:lnTo>
                    <a:pt x="1446" y="355"/>
                  </a:lnTo>
                  <a:close/>
                  <a:moveTo>
                    <a:pt x="216" y="349"/>
                  </a:moveTo>
                  <a:lnTo>
                    <a:pt x="218" y="349"/>
                  </a:lnTo>
                  <a:lnTo>
                    <a:pt x="217" y="350"/>
                  </a:lnTo>
                  <a:lnTo>
                    <a:pt x="214" y="350"/>
                  </a:lnTo>
                  <a:lnTo>
                    <a:pt x="214" y="351"/>
                  </a:lnTo>
                  <a:lnTo>
                    <a:pt x="213" y="351"/>
                  </a:lnTo>
                  <a:lnTo>
                    <a:pt x="213" y="350"/>
                  </a:lnTo>
                  <a:lnTo>
                    <a:pt x="216" y="349"/>
                  </a:lnTo>
                  <a:close/>
                  <a:moveTo>
                    <a:pt x="245" y="349"/>
                  </a:moveTo>
                  <a:lnTo>
                    <a:pt x="246" y="350"/>
                  </a:lnTo>
                  <a:lnTo>
                    <a:pt x="245" y="351"/>
                  </a:lnTo>
                  <a:lnTo>
                    <a:pt x="242" y="351"/>
                  </a:lnTo>
                  <a:lnTo>
                    <a:pt x="243" y="349"/>
                  </a:lnTo>
                  <a:lnTo>
                    <a:pt x="245" y="349"/>
                  </a:lnTo>
                  <a:close/>
                  <a:moveTo>
                    <a:pt x="250" y="347"/>
                  </a:moveTo>
                  <a:lnTo>
                    <a:pt x="250" y="349"/>
                  </a:lnTo>
                  <a:lnTo>
                    <a:pt x="249" y="351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9" y="347"/>
                  </a:lnTo>
                  <a:lnTo>
                    <a:pt x="250" y="347"/>
                  </a:lnTo>
                  <a:close/>
                  <a:moveTo>
                    <a:pt x="261" y="336"/>
                  </a:moveTo>
                  <a:lnTo>
                    <a:pt x="262" y="337"/>
                  </a:lnTo>
                  <a:lnTo>
                    <a:pt x="262" y="338"/>
                  </a:lnTo>
                  <a:lnTo>
                    <a:pt x="261" y="338"/>
                  </a:lnTo>
                  <a:lnTo>
                    <a:pt x="259" y="337"/>
                  </a:lnTo>
                  <a:lnTo>
                    <a:pt x="261" y="336"/>
                  </a:lnTo>
                  <a:close/>
                  <a:moveTo>
                    <a:pt x="275" y="336"/>
                  </a:moveTo>
                  <a:lnTo>
                    <a:pt x="278" y="337"/>
                  </a:lnTo>
                  <a:lnTo>
                    <a:pt x="276" y="337"/>
                  </a:lnTo>
                  <a:lnTo>
                    <a:pt x="274" y="338"/>
                  </a:lnTo>
                  <a:lnTo>
                    <a:pt x="272" y="340"/>
                  </a:lnTo>
                  <a:lnTo>
                    <a:pt x="271" y="340"/>
                  </a:lnTo>
                  <a:lnTo>
                    <a:pt x="272" y="337"/>
                  </a:lnTo>
                  <a:lnTo>
                    <a:pt x="275" y="336"/>
                  </a:lnTo>
                  <a:close/>
                  <a:moveTo>
                    <a:pt x="250" y="336"/>
                  </a:moveTo>
                  <a:lnTo>
                    <a:pt x="251" y="336"/>
                  </a:lnTo>
                  <a:lnTo>
                    <a:pt x="250" y="337"/>
                  </a:lnTo>
                  <a:lnTo>
                    <a:pt x="249" y="337"/>
                  </a:lnTo>
                  <a:lnTo>
                    <a:pt x="249" y="337"/>
                  </a:lnTo>
                  <a:lnTo>
                    <a:pt x="250" y="336"/>
                  </a:lnTo>
                  <a:close/>
                  <a:moveTo>
                    <a:pt x="254" y="336"/>
                  </a:moveTo>
                  <a:lnTo>
                    <a:pt x="257" y="336"/>
                  </a:lnTo>
                  <a:lnTo>
                    <a:pt x="257" y="338"/>
                  </a:lnTo>
                  <a:lnTo>
                    <a:pt x="255" y="338"/>
                  </a:lnTo>
                  <a:lnTo>
                    <a:pt x="254" y="337"/>
                  </a:lnTo>
                  <a:lnTo>
                    <a:pt x="253" y="336"/>
                  </a:lnTo>
                  <a:lnTo>
                    <a:pt x="254" y="336"/>
                  </a:lnTo>
                  <a:close/>
                  <a:moveTo>
                    <a:pt x="188" y="329"/>
                  </a:moveTo>
                  <a:lnTo>
                    <a:pt x="192" y="329"/>
                  </a:lnTo>
                  <a:lnTo>
                    <a:pt x="201" y="333"/>
                  </a:lnTo>
                  <a:lnTo>
                    <a:pt x="203" y="336"/>
                  </a:lnTo>
                  <a:lnTo>
                    <a:pt x="203" y="338"/>
                  </a:lnTo>
                  <a:lnTo>
                    <a:pt x="201" y="341"/>
                  </a:lnTo>
                  <a:lnTo>
                    <a:pt x="203" y="338"/>
                  </a:lnTo>
                  <a:lnTo>
                    <a:pt x="201" y="336"/>
                  </a:lnTo>
                  <a:lnTo>
                    <a:pt x="200" y="337"/>
                  </a:lnTo>
                  <a:lnTo>
                    <a:pt x="200" y="341"/>
                  </a:lnTo>
                  <a:lnTo>
                    <a:pt x="197" y="343"/>
                  </a:lnTo>
                  <a:lnTo>
                    <a:pt x="195" y="346"/>
                  </a:lnTo>
                  <a:lnTo>
                    <a:pt x="192" y="347"/>
                  </a:lnTo>
                  <a:lnTo>
                    <a:pt x="191" y="349"/>
                  </a:lnTo>
                  <a:lnTo>
                    <a:pt x="188" y="349"/>
                  </a:lnTo>
                  <a:lnTo>
                    <a:pt x="189" y="347"/>
                  </a:lnTo>
                  <a:lnTo>
                    <a:pt x="187" y="346"/>
                  </a:lnTo>
                  <a:lnTo>
                    <a:pt x="187" y="346"/>
                  </a:lnTo>
                  <a:lnTo>
                    <a:pt x="186" y="343"/>
                  </a:lnTo>
                  <a:lnTo>
                    <a:pt x="184" y="341"/>
                  </a:lnTo>
                  <a:lnTo>
                    <a:pt x="184" y="336"/>
                  </a:lnTo>
                  <a:lnTo>
                    <a:pt x="186" y="330"/>
                  </a:lnTo>
                  <a:lnTo>
                    <a:pt x="188" y="329"/>
                  </a:lnTo>
                  <a:close/>
                  <a:moveTo>
                    <a:pt x="292" y="326"/>
                  </a:moveTo>
                  <a:lnTo>
                    <a:pt x="290" y="329"/>
                  </a:lnTo>
                  <a:lnTo>
                    <a:pt x="290" y="328"/>
                  </a:lnTo>
                  <a:lnTo>
                    <a:pt x="292" y="326"/>
                  </a:lnTo>
                  <a:close/>
                  <a:moveTo>
                    <a:pt x="283" y="318"/>
                  </a:moveTo>
                  <a:lnTo>
                    <a:pt x="284" y="321"/>
                  </a:lnTo>
                  <a:lnTo>
                    <a:pt x="288" y="322"/>
                  </a:lnTo>
                  <a:lnTo>
                    <a:pt x="288" y="325"/>
                  </a:lnTo>
                  <a:lnTo>
                    <a:pt x="284" y="322"/>
                  </a:lnTo>
                  <a:lnTo>
                    <a:pt x="282" y="320"/>
                  </a:lnTo>
                  <a:lnTo>
                    <a:pt x="283" y="318"/>
                  </a:lnTo>
                  <a:close/>
                  <a:moveTo>
                    <a:pt x="279" y="316"/>
                  </a:moveTo>
                  <a:lnTo>
                    <a:pt x="280" y="317"/>
                  </a:lnTo>
                  <a:lnTo>
                    <a:pt x="279" y="318"/>
                  </a:lnTo>
                  <a:lnTo>
                    <a:pt x="279" y="318"/>
                  </a:lnTo>
                  <a:lnTo>
                    <a:pt x="279" y="316"/>
                  </a:lnTo>
                  <a:close/>
                  <a:moveTo>
                    <a:pt x="359" y="309"/>
                  </a:moveTo>
                  <a:lnTo>
                    <a:pt x="361" y="311"/>
                  </a:lnTo>
                  <a:lnTo>
                    <a:pt x="361" y="313"/>
                  </a:lnTo>
                  <a:lnTo>
                    <a:pt x="359" y="315"/>
                  </a:lnTo>
                  <a:lnTo>
                    <a:pt x="358" y="313"/>
                  </a:lnTo>
                  <a:lnTo>
                    <a:pt x="358" y="313"/>
                  </a:lnTo>
                  <a:lnTo>
                    <a:pt x="358" y="312"/>
                  </a:lnTo>
                  <a:lnTo>
                    <a:pt x="358" y="311"/>
                  </a:lnTo>
                  <a:lnTo>
                    <a:pt x="359" y="309"/>
                  </a:lnTo>
                  <a:close/>
                  <a:moveTo>
                    <a:pt x="1398" y="297"/>
                  </a:moveTo>
                  <a:lnTo>
                    <a:pt x="1398" y="297"/>
                  </a:lnTo>
                  <a:lnTo>
                    <a:pt x="1398" y="299"/>
                  </a:lnTo>
                  <a:lnTo>
                    <a:pt x="1397" y="300"/>
                  </a:lnTo>
                  <a:lnTo>
                    <a:pt x="1397" y="299"/>
                  </a:lnTo>
                  <a:lnTo>
                    <a:pt x="1397" y="297"/>
                  </a:lnTo>
                  <a:lnTo>
                    <a:pt x="1398" y="297"/>
                  </a:lnTo>
                  <a:close/>
                  <a:moveTo>
                    <a:pt x="275" y="293"/>
                  </a:moveTo>
                  <a:lnTo>
                    <a:pt x="276" y="293"/>
                  </a:lnTo>
                  <a:lnTo>
                    <a:pt x="279" y="296"/>
                  </a:lnTo>
                  <a:lnTo>
                    <a:pt x="280" y="297"/>
                  </a:lnTo>
                  <a:lnTo>
                    <a:pt x="283" y="299"/>
                  </a:lnTo>
                  <a:lnTo>
                    <a:pt x="286" y="301"/>
                  </a:lnTo>
                  <a:lnTo>
                    <a:pt x="288" y="301"/>
                  </a:lnTo>
                  <a:lnTo>
                    <a:pt x="291" y="305"/>
                  </a:lnTo>
                  <a:lnTo>
                    <a:pt x="295" y="308"/>
                  </a:lnTo>
                  <a:lnTo>
                    <a:pt x="295" y="312"/>
                  </a:lnTo>
                  <a:lnTo>
                    <a:pt x="293" y="313"/>
                  </a:lnTo>
                  <a:lnTo>
                    <a:pt x="292" y="313"/>
                  </a:lnTo>
                  <a:lnTo>
                    <a:pt x="291" y="315"/>
                  </a:lnTo>
                  <a:lnTo>
                    <a:pt x="287" y="315"/>
                  </a:lnTo>
                  <a:lnTo>
                    <a:pt x="286" y="313"/>
                  </a:lnTo>
                  <a:lnTo>
                    <a:pt x="287" y="312"/>
                  </a:lnTo>
                  <a:lnTo>
                    <a:pt x="286" y="309"/>
                  </a:lnTo>
                  <a:lnTo>
                    <a:pt x="286" y="308"/>
                  </a:lnTo>
                  <a:lnTo>
                    <a:pt x="283" y="308"/>
                  </a:lnTo>
                  <a:lnTo>
                    <a:pt x="282" y="308"/>
                  </a:lnTo>
                  <a:lnTo>
                    <a:pt x="282" y="311"/>
                  </a:lnTo>
                  <a:lnTo>
                    <a:pt x="280" y="309"/>
                  </a:lnTo>
                  <a:lnTo>
                    <a:pt x="279" y="308"/>
                  </a:lnTo>
                  <a:lnTo>
                    <a:pt x="276" y="307"/>
                  </a:lnTo>
                  <a:lnTo>
                    <a:pt x="272" y="301"/>
                  </a:lnTo>
                  <a:lnTo>
                    <a:pt x="271" y="300"/>
                  </a:lnTo>
                  <a:lnTo>
                    <a:pt x="272" y="300"/>
                  </a:lnTo>
                  <a:lnTo>
                    <a:pt x="274" y="301"/>
                  </a:lnTo>
                  <a:lnTo>
                    <a:pt x="275" y="301"/>
                  </a:lnTo>
                  <a:lnTo>
                    <a:pt x="275" y="300"/>
                  </a:lnTo>
                  <a:lnTo>
                    <a:pt x="274" y="299"/>
                  </a:lnTo>
                  <a:lnTo>
                    <a:pt x="272" y="297"/>
                  </a:lnTo>
                  <a:lnTo>
                    <a:pt x="274" y="296"/>
                  </a:lnTo>
                  <a:lnTo>
                    <a:pt x="274" y="295"/>
                  </a:lnTo>
                  <a:lnTo>
                    <a:pt x="275" y="293"/>
                  </a:lnTo>
                  <a:close/>
                  <a:moveTo>
                    <a:pt x="1397" y="292"/>
                  </a:moveTo>
                  <a:lnTo>
                    <a:pt x="1398" y="293"/>
                  </a:lnTo>
                  <a:lnTo>
                    <a:pt x="1398" y="295"/>
                  </a:lnTo>
                  <a:lnTo>
                    <a:pt x="1397" y="296"/>
                  </a:lnTo>
                  <a:lnTo>
                    <a:pt x="1394" y="293"/>
                  </a:lnTo>
                  <a:lnTo>
                    <a:pt x="1394" y="292"/>
                  </a:lnTo>
                  <a:lnTo>
                    <a:pt x="1397" y="292"/>
                  </a:lnTo>
                  <a:close/>
                  <a:moveTo>
                    <a:pt x="214" y="280"/>
                  </a:moveTo>
                  <a:lnTo>
                    <a:pt x="216" y="282"/>
                  </a:lnTo>
                  <a:lnTo>
                    <a:pt x="216" y="283"/>
                  </a:lnTo>
                  <a:lnTo>
                    <a:pt x="218" y="283"/>
                  </a:lnTo>
                  <a:lnTo>
                    <a:pt x="220" y="286"/>
                  </a:lnTo>
                  <a:lnTo>
                    <a:pt x="218" y="287"/>
                  </a:lnTo>
                  <a:lnTo>
                    <a:pt x="220" y="288"/>
                  </a:lnTo>
                  <a:lnTo>
                    <a:pt x="220" y="290"/>
                  </a:lnTo>
                  <a:lnTo>
                    <a:pt x="218" y="290"/>
                  </a:lnTo>
                  <a:lnTo>
                    <a:pt x="217" y="287"/>
                  </a:lnTo>
                  <a:lnTo>
                    <a:pt x="214" y="287"/>
                  </a:lnTo>
                  <a:lnTo>
                    <a:pt x="214" y="284"/>
                  </a:lnTo>
                  <a:lnTo>
                    <a:pt x="213" y="284"/>
                  </a:lnTo>
                  <a:lnTo>
                    <a:pt x="212" y="284"/>
                  </a:lnTo>
                  <a:lnTo>
                    <a:pt x="211" y="283"/>
                  </a:lnTo>
                  <a:lnTo>
                    <a:pt x="209" y="282"/>
                  </a:lnTo>
                  <a:lnTo>
                    <a:pt x="212" y="280"/>
                  </a:lnTo>
                  <a:lnTo>
                    <a:pt x="214" y="280"/>
                  </a:lnTo>
                  <a:close/>
                  <a:moveTo>
                    <a:pt x="502" y="259"/>
                  </a:moveTo>
                  <a:lnTo>
                    <a:pt x="503" y="259"/>
                  </a:lnTo>
                  <a:lnTo>
                    <a:pt x="504" y="262"/>
                  </a:lnTo>
                  <a:lnTo>
                    <a:pt x="503" y="263"/>
                  </a:lnTo>
                  <a:lnTo>
                    <a:pt x="502" y="262"/>
                  </a:lnTo>
                  <a:lnTo>
                    <a:pt x="502" y="259"/>
                  </a:lnTo>
                  <a:close/>
                  <a:moveTo>
                    <a:pt x="498" y="253"/>
                  </a:moveTo>
                  <a:lnTo>
                    <a:pt x="500" y="255"/>
                  </a:lnTo>
                  <a:lnTo>
                    <a:pt x="500" y="262"/>
                  </a:lnTo>
                  <a:lnTo>
                    <a:pt x="499" y="263"/>
                  </a:lnTo>
                  <a:lnTo>
                    <a:pt x="499" y="263"/>
                  </a:lnTo>
                  <a:lnTo>
                    <a:pt x="499" y="259"/>
                  </a:lnTo>
                  <a:lnTo>
                    <a:pt x="498" y="257"/>
                  </a:lnTo>
                  <a:lnTo>
                    <a:pt x="498" y="253"/>
                  </a:lnTo>
                  <a:lnTo>
                    <a:pt x="498" y="253"/>
                  </a:lnTo>
                  <a:close/>
                  <a:moveTo>
                    <a:pt x="495" y="247"/>
                  </a:moveTo>
                  <a:lnTo>
                    <a:pt x="496" y="249"/>
                  </a:lnTo>
                  <a:lnTo>
                    <a:pt x="496" y="251"/>
                  </a:lnTo>
                  <a:lnTo>
                    <a:pt x="495" y="250"/>
                  </a:lnTo>
                  <a:lnTo>
                    <a:pt x="494" y="247"/>
                  </a:lnTo>
                  <a:lnTo>
                    <a:pt x="495" y="247"/>
                  </a:lnTo>
                  <a:close/>
                  <a:moveTo>
                    <a:pt x="216" y="224"/>
                  </a:moveTo>
                  <a:lnTo>
                    <a:pt x="218" y="224"/>
                  </a:lnTo>
                  <a:lnTo>
                    <a:pt x="220" y="225"/>
                  </a:lnTo>
                  <a:lnTo>
                    <a:pt x="226" y="226"/>
                  </a:lnTo>
                  <a:lnTo>
                    <a:pt x="230" y="226"/>
                  </a:lnTo>
                  <a:lnTo>
                    <a:pt x="232" y="228"/>
                  </a:lnTo>
                  <a:lnTo>
                    <a:pt x="230" y="229"/>
                  </a:lnTo>
                  <a:lnTo>
                    <a:pt x="228" y="230"/>
                  </a:lnTo>
                  <a:lnTo>
                    <a:pt x="226" y="230"/>
                  </a:lnTo>
                  <a:lnTo>
                    <a:pt x="229" y="230"/>
                  </a:lnTo>
                  <a:lnTo>
                    <a:pt x="230" y="230"/>
                  </a:lnTo>
                  <a:lnTo>
                    <a:pt x="232" y="232"/>
                  </a:lnTo>
                  <a:lnTo>
                    <a:pt x="230" y="237"/>
                  </a:lnTo>
                  <a:lnTo>
                    <a:pt x="228" y="238"/>
                  </a:lnTo>
                  <a:lnTo>
                    <a:pt x="225" y="238"/>
                  </a:lnTo>
                  <a:lnTo>
                    <a:pt x="225" y="238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40"/>
                  </a:lnTo>
                  <a:lnTo>
                    <a:pt x="230" y="241"/>
                  </a:lnTo>
                  <a:lnTo>
                    <a:pt x="229" y="242"/>
                  </a:lnTo>
                  <a:lnTo>
                    <a:pt x="229" y="245"/>
                  </a:lnTo>
                  <a:lnTo>
                    <a:pt x="230" y="251"/>
                  </a:lnTo>
                  <a:lnTo>
                    <a:pt x="232" y="254"/>
                  </a:lnTo>
                  <a:lnTo>
                    <a:pt x="233" y="261"/>
                  </a:lnTo>
                  <a:lnTo>
                    <a:pt x="234" y="263"/>
                  </a:lnTo>
                  <a:lnTo>
                    <a:pt x="236" y="268"/>
                  </a:lnTo>
                  <a:lnTo>
                    <a:pt x="241" y="274"/>
                  </a:lnTo>
                  <a:lnTo>
                    <a:pt x="243" y="279"/>
                  </a:lnTo>
                  <a:lnTo>
                    <a:pt x="246" y="279"/>
                  </a:lnTo>
                  <a:lnTo>
                    <a:pt x="247" y="282"/>
                  </a:lnTo>
                  <a:lnTo>
                    <a:pt x="251" y="284"/>
                  </a:lnTo>
                  <a:lnTo>
                    <a:pt x="254" y="284"/>
                  </a:lnTo>
                  <a:lnTo>
                    <a:pt x="255" y="287"/>
                  </a:lnTo>
                  <a:lnTo>
                    <a:pt x="257" y="288"/>
                  </a:lnTo>
                  <a:lnTo>
                    <a:pt x="258" y="287"/>
                  </a:lnTo>
                  <a:lnTo>
                    <a:pt x="261" y="290"/>
                  </a:lnTo>
                  <a:lnTo>
                    <a:pt x="261" y="291"/>
                  </a:lnTo>
                  <a:lnTo>
                    <a:pt x="261" y="292"/>
                  </a:lnTo>
                  <a:lnTo>
                    <a:pt x="259" y="293"/>
                  </a:lnTo>
                  <a:lnTo>
                    <a:pt x="258" y="293"/>
                  </a:lnTo>
                  <a:lnTo>
                    <a:pt x="257" y="293"/>
                  </a:lnTo>
                  <a:lnTo>
                    <a:pt x="257" y="295"/>
                  </a:lnTo>
                  <a:lnTo>
                    <a:pt x="257" y="295"/>
                  </a:lnTo>
                  <a:lnTo>
                    <a:pt x="259" y="295"/>
                  </a:lnTo>
                  <a:lnTo>
                    <a:pt x="259" y="297"/>
                  </a:lnTo>
                  <a:lnTo>
                    <a:pt x="259" y="299"/>
                  </a:lnTo>
                  <a:lnTo>
                    <a:pt x="258" y="300"/>
                  </a:lnTo>
                  <a:lnTo>
                    <a:pt x="257" y="299"/>
                  </a:lnTo>
                  <a:lnTo>
                    <a:pt x="255" y="296"/>
                  </a:lnTo>
                  <a:lnTo>
                    <a:pt x="255" y="296"/>
                  </a:lnTo>
                  <a:lnTo>
                    <a:pt x="254" y="295"/>
                  </a:lnTo>
                  <a:lnTo>
                    <a:pt x="251" y="293"/>
                  </a:lnTo>
                  <a:lnTo>
                    <a:pt x="251" y="295"/>
                  </a:lnTo>
                  <a:lnTo>
                    <a:pt x="251" y="295"/>
                  </a:lnTo>
                  <a:lnTo>
                    <a:pt x="253" y="297"/>
                  </a:lnTo>
                  <a:lnTo>
                    <a:pt x="253" y="299"/>
                  </a:lnTo>
                  <a:lnTo>
                    <a:pt x="251" y="299"/>
                  </a:lnTo>
                  <a:lnTo>
                    <a:pt x="249" y="297"/>
                  </a:lnTo>
                  <a:lnTo>
                    <a:pt x="247" y="295"/>
                  </a:lnTo>
                  <a:lnTo>
                    <a:pt x="246" y="296"/>
                  </a:lnTo>
                  <a:lnTo>
                    <a:pt x="246" y="297"/>
                  </a:lnTo>
                  <a:lnTo>
                    <a:pt x="245" y="297"/>
                  </a:lnTo>
                  <a:lnTo>
                    <a:pt x="243" y="295"/>
                  </a:lnTo>
                  <a:lnTo>
                    <a:pt x="243" y="293"/>
                  </a:lnTo>
                  <a:lnTo>
                    <a:pt x="241" y="292"/>
                  </a:lnTo>
                  <a:lnTo>
                    <a:pt x="238" y="292"/>
                  </a:lnTo>
                  <a:lnTo>
                    <a:pt x="238" y="292"/>
                  </a:lnTo>
                  <a:lnTo>
                    <a:pt x="238" y="293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1" y="299"/>
                  </a:lnTo>
                  <a:lnTo>
                    <a:pt x="239" y="299"/>
                  </a:lnTo>
                  <a:lnTo>
                    <a:pt x="237" y="297"/>
                  </a:lnTo>
                  <a:lnTo>
                    <a:pt x="237" y="295"/>
                  </a:lnTo>
                  <a:lnTo>
                    <a:pt x="236" y="293"/>
                  </a:lnTo>
                  <a:lnTo>
                    <a:pt x="234" y="292"/>
                  </a:lnTo>
                  <a:lnTo>
                    <a:pt x="234" y="295"/>
                  </a:lnTo>
                  <a:lnTo>
                    <a:pt x="232" y="293"/>
                  </a:lnTo>
                  <a:lnTo>
                    <a:pt x="229" y="293"/>
                  </a:lnTo>
                  <a:lnTo>
                    <a:pt x="226" y="293"/>
                  </a:lnTo>
                  <a:lnTo>
                    <a:pt x="224" y="292"/>
                  </a:lnTo>
                  <a:lnTo>
                    <a:pt x="222" y="291"/>
                  </a:lnTo>
                  <a:lnTo>
                    <a:pt x="222" y="290"/>
                  </a:lnTo>
                  <a:lnTo>
                    <a:pt x="224" y="291"/>
                  </a:lnTo>
                  <a:lnTo>
                    <a:pt x="225" y="290"/>
                  </a:lnTo>
                  <a:lnTo>
                    <a:pt x="225" y="288"/>
                  </a:lnTo>
                  <a:lnTo>
                    <a:pt x="222" y="287"/>
                  </a:lnTo>
                  <a:lnTo>
                    <a:pt x="222" y="286"/>
                  </a:lnTo>
                  <a:lnTo>
                    <a:pt x="224" y="284"/>
                  </a:lnTo>
                  <a:lnTo>
                    <a:pt x="225" y="283"/>
                  </a:lnTo>
                  <a:lnTo>
                    <a:pt x="226" y="283"/>
                  </a:lnTo>
                  <a:lnTo>
                    <a:pt x="226" y="282"/>
                  </a:lnTo>
                  <a:lnTo>
                    <a:pt x="226" y="282"/>
                  </a:lnTo>
                  <a:lnTo>
                    <a:pt x="224" y="282"/>
                  </a:lnTo>
                  <a:lnTo>
                    <a:pt x="222" y="283"/>
                  </a:lnTo>
                  <a:lnTo>
                    <a:pt x="220" y="280"/>
                  </a:lnTo>
                  <a:lnTo>
                    <a:pt x="217" y="278"/>
                  </a:lnTo>
                  <a:lnTo>
                    <a:pt x="217" y="275"/>
                  </a:lnTo>
                  <a:lnTo>
                    <a:pt x="217" y="274"/>
                  </a:lnTo>
                  <a:lnTo>
                    <a:pt x="217" y="272"/>
                  </a:lnTo>
                  <a:lnTo>
                    <a:pt x="216" y="275"/>
                  </a:lnTo>
                  <a:lnTo>
                    <a:pt x="216" y="276"/>
                  </a:lnTo>
                  <a:lnTo>
                    <a:pt x="214" y="278"/>
                  </a:lnTo>
                  <a:lnTo>
                    <a:pt x="213" y="278"/>
                  </a:lnTo>
                  <a:lnTo>
                    <a:pt x="212" y="275"/>
                  </a:lnTo>
                  <a:lnTo>
                    <a:pt x="211" y="272"/>
                  </a:lnTo>
                  <a:lnTo>
                    <a:pt x="211" y="271"/>
                  </a:lnTo>
                  <a:lnTo>
                    <a:pt x="212" y="268"/>
                  </a:lnTo>
                  <a:lnTo>
                    <a:pt x="211" y="271"/>
                  </a:lnTo>
                  <a:lnTo>
                    <a:pt x="211" y="272"/>
                  </a:lnTo>
                  <a:lnTo>
                    <a:pt x="211" y="276"/>
                  </a:lnTo>
                  <a:lnTo>
                    <a:pt x="209" y="279"/>
                  </a:lnTo>
                  <a:lnTo>
                    <a:pt x="207" y="279"/>
                  </a:lnTo>
                  <a:lnTo>
                    <a:pt x="205" y="280"/>
                  </a:lnTo>
                  <a:lnTo>
                    <a:pt x="204" y="279"/>
                  </a:lnTo>
                  <a:lnTo>
                    <a:pt x="200" y="276"/>
                  </a:lnTo>
                  <a:lnTo>
                    <a:pt x="200" y="275"/>
                  </a:lnTo>
                  <a:lnTo>
                    <a:pt x="197" y="272"/>
                  </a:lnTo>
                  <a:lnTo>
                    <a:pt x="196" y="271"/>
                  </a:lnTo>
                  <a:lnTo>
                    <a:pt x="197" y="268"/>
                  </a:lnTo>
                  <a:lnTo>
                    <a:pt x="196" y="265"/>
                  </a:lnTo>
                  <a:lnTo>
                    <a:pt x="196" y="263"/>
                  </a:lnTo>
                  <a:lnTo>
                    <a:pt x="199" y="261"/>
                  </a:lnTo>
                  <a:lnTo>
                    <a:pt x="200" y="259"/>
                  </a:lnTo>
                  <a:lnTo>
                    <a:pt x="201" y="261"/>
                  </a:lnTo>
                  <a:lnTo>
                    <a:pt x="204" y="261"/>
                  </a:lnTo>
                  <a:lnTo>
                    <a:pt x="205" y="261"/>
                  </a:lnTo>
                  <a:lnTo>
                    <a:pt x="207" y="261"/>
                  </a:lnTo>
                  <a:lnTo>
                    <a:pt x="205" y="258"/>
                  </a:lnTo>
                  <a:lnTo>
                    <a:pt x="205" y="255"/>
                  </a:lnTo>
                  <a:lnTo>
                    <a:pt x="207" y="254"/>
                  </a:lnTo>
                  <a:lnTo>
                    <a:pt x="208" y="254"/>
                  </a:lnTo>
                  <a:lnTo>
                    <a:pt x="209" y="254"/>
                  </a:lnTo>
                  <a:lnTo>
                    <a:pt x="207" y="254"/>
                  </a:lnTo>
                  <a:lnTo>
                    <a:pt x="205" y="251"/>
                  </a:lnTo>
                  <a:lnTo>
                    <a:pt x="205" y="250"/>
                  </a:lnTo>
                  <a:lnTo>
                    <a:pt x="208" y="249"/>
                  </a:lnTo>
                  <a:lnTo>
                    <a:pt x="207" y="247"/>
                  </a:lnTo>
                  <a:lnTo>
                    <a:pt x="205" y="247"/>
                  </a:lnTo>
                  <a:lnTo>
                    <a:pt x="204" y="250"/>
                  </a:lnTo>
                  <a:lnTo>
                    <a:pt x="203" y="250"/>
                  </a:lnTo>
                  <a:lnTo>
                    <a:pt x="203" y="247"/>
                  </a:lnTo>
                  <a:lnTo>
                    <a:pt x="205" y="246"/>
                  </a:lnTo>
                  <a:lnTo>
                    <a:pt x="205" y="245"/>
                  </a:lnTo>
                  <a:lnTo>
                    <a:pt x="201" y="246"/>
                  </a:lnTo>
                  <a:lnTo>
                    <a:pt x="200" y="247"/>
                  </a:lnTo>
                  <a:lnTo>
                    <a:pt x="199" y="246"/>
                  </a:lnTo>
                  <a:lnTo>
                    <a:pt x="199" y="243"/>
                  </a:lnTo>
                  <a:lnTo>
                    <a:pt x="201" y="240"/>
                  </a:lnTo>
                  <a:lnTo>
                    <a:pt x="203" y="240"/>
                  </a:lnTo>
                  <a:lnTo>
                    <a:pt x="205" y="240"/>
                  </a:lnTo>
                  <a:lnTo>
                    <a:pt x="205" y="238"/>
                  </a:lnTo>
                  <a:lnTo>
                    <a:pt x="205" y="237"/>
                  </a:lnTo>
                  <a:lnTo>
                    <a:pt x="203" y="237"/>
                  </a:lnTo>
                  <a:lnTo>
                    <a:pt x="203" y="234"/>
                  </a:lnTo>
                  <a:lnTo>
                    <a:pt x="203" y="233"/>
                  </a:lnTo>
                  <a:lnTo>
                    <a:pt x="204" y="230"/>
                  </a:lnTo>
                  <a:lnTo>
                    <a:pt x="207" y="228"/>
                  </a:lnTo>
                  <a:lnTo>
                    <a:pt x="208" y="226"/>
                  </a:lnTo>
                  <a:lnTo>
                    <a:pt x="212" y="226"/>
                  </a:lnTo>
                  <a:lnTo>
                    <a:pt x="216" y="224"/>
                  </a:lnTo>
                  <a:close/>
                  <a:moveTo>
                    <a:pt x="428" y="212"/>
                  </a:moveTo>
                  <a:lnTo>
                    <a:pt x="430" y="212"/>
                  </a:lnTo>
                  <a:lnTo>
                    <a:pt x="432" y="212"/>
                  </a:lnTo>
                  <a:lnTo>
                    <a:pt x="432" y="215"/>
                  </a:lnTo>
                  <a:lnTo>
                    <a:pt x="430" y="217"/>
                  </a:lnTo>
                  <a:lnTo>
                    <a:pt x="428" y="217"/>
                  </a:lnTo>
                  <a:lnTo>
                    <a:pt x="426" y="220"/>
                  </a:lnTo>
                  <a:lnTo>
                    <a:pt x="425" y="221"/>
                  </a:lnTo>
                  <a:lnTo>
                    <a:pt x="423" y="224"/>
                  </a:lnTo>
                  <a:lnTo>
                    <a:pt x="421" y="224"/>
                  </a:lnTo>
                  <a:lnTo>
                    <a:pt x="420" y="222"/>
                  </a:lnTo>
                  <a:lnTo>
                    <a:pt x="420" y="220"/>
                  </a:lnTo>
                  <a:lnTo>
                    <a:pt x="421" y="218"/>
                  </a:lnTo>
                  <a:lnTo>
                    <a:pt x="424" y="217"/>
                  </a:lnTo>
                  <a:lnTo>
                    <a:pt x="423" y="215"/>
                  </a:lnTo>
                  <a:lnTo>
                    <a:pt x="425" y="212"/>
                  </a:lnTo>
                  <a:lnTo>
                    <a:pt x="428" y="212"/>
                  </a:lnTo>
                  <a:close/>
                  <a:moveTo>
                    <a:pt x="391" y="204"/>
                  </a:moveTo>
                  <a:lnTo>
                    <a:pt x="392" y="204"/>
                  </a:lnTo>
                  <a:lnTo>
                    <a:pt x="394" y="205"/>
                  </a:lnTo>
                  <a:lnTo>
                    <a:pt x="392" y="207"/>
                  </a:lnTo>
                  <a:lnTo>
                    <a:pt x="392" y="208"/>
                  </a:lnTo>
                  <a:lnTo>
                    <a:pt x="394" y="209"/>
                  </a:lnTo>
                  <a:lnTo>
                    <a:pt x="394" y="212"/>
                  </a:lnTo>
                  <a:lnTo>
                    <a:pt x="392" y="212"/>
                  </a:lnTo>
                  <a:lnTo>
                    <a:pt x="391" y="211"/>
                  </a:lnTo>
                  <a:lnTo>
                    <a:pt x="390" y="211"/>
                  </a:lnTo>
                  <a:lnTo>
                    <a:pt x="388" y="208"/>
                  </a:lnTo>
                  <a:lnTo>
                    <a:pt x="388" y="204"/>
                  </a:lnTo>
                  <a:lnTo>
                    <a:pt x="391" y="204"/>
                  </a:lnTo>
                  <a:close/>
                  <a:moveTo>
                    <a:pt x="355" y="197"/>
                  </a:moveTo>
                  <a:lnTo>
                    <a:pt x="357" y="197"/>
                  </a:lnTo>
                  <a:lnTo>
                    <a:pt x="358" y="200"/>
                  </a:lnTo>
                  <a:lnTo>
                    <a:pt x="359" y="203"/>
                  </a:lnTo>
                  <a:lnTo>
                    <a:pt x="362" y="204"/>
                  </a:lnTo>
                  <a:lnTo>
                    <a:pt x="363" y="207"/>
                  </a:lnTo>
                  <a:lnTo>
                    <a:pt x="363" y="208"/>
                  </a:lnTo>
                  <a:lnTo>
                    <a:pt x="361" y="208"/>
                  </a:lnTo>
                  <a:lnTo>
                    <a:pt x="358" y="211"/>
                  </a:lnTo>
                  <a:lnTo>
                    <a:pt x="357" y="212"/>
                  </a:lnTo>
                  <a:lnTo>
                    <a:pt x="355" y="213"/>
                  </a:lnTo>
                  <a:lnTo>
                    <a:pt x="354" y="212"/>
                  </a:lnTo>
                  <a:lnTo>
                    <a:pt x="353" y="213"/>
                  </a:lnTo>
                  <a:lnTo>
                    <a:pt x="353" y="211"/>
                  </a:lnTo>
                  <a:lnTo>
                    <a:pt x="351" y="211"/>
                  </a:lnTo>
                  <a:lnTo>
                    <a:pt x="351" y="212"/>
                  </a:lnTo>
                  <a:lnTo>
                    <a:pt x="351" y="213"/>
                  </a:lnTo>
                  <a:lnTo>
                    <a:pt x="350" y="213"/>
                  </a:lnTo>
                  <a:lnTo>
                    <a:pt x="349" y="212"/>
                  </a:lnTo>
                  <a:lnTo>
                    <a:pt x="349" y="208"/>
                  </a:lnTo>
                  <a:lnTo>
                    <a:pt x="349" y="205"/>
                  </a:lnTo>
                  <a:lnTo>
                    <a:pt x="347" y="204"/>
                  </a:lnTo>
                  <a:lnTo>
                    <a:pt x="346" y="201"/>
                  </a:lnTo>
                  <a:lnTo>
                    <a:pt x="349" y="200"/>
                  </a:lnTo>
                  <a:lnTo>
                    <a:pt x="351" y="200"/>
                  </a:lnTo>
                  <a:lnTo>
                    <a:pt x="353" y="197"/>
                  </a:lnTo>
                  <a:lnTo>
                    <a:pt x="355" y="197"/>
                  </a:lnTo>
                  <a:close/>
                  <a:moveTo>
                    <a:pt x="401" y="197"/>
                  </a:moveTo>
                  <a:lnTo>
                    <a:pt x="404" y="197"/>
                  </a:lnTo>
                  <a:lnTo>
                    <a:pt x="407" y="199"/>
                  </a:lnTo>
                  <a:lnTo>
                    <a:pt x="407" y="200"/>
                  </a:lnTo>
                  <a:lnTo>
                    <a:pt x="405" y="200"/>
                  </a:lnTo>
                  <a:lnTo>
                    <a:pt x="403" y="200"/>
                  </a:lnTo>
                  <a:lnTo>
                    <a:pt x="400" y="197"/>
                  </a:lnTo>
                  <a:lnTo>
                    <a:pt x="401" y="197"/>
                  </a:lnTo>
                  <a:close/>
                  <a:moveTo>
                    <a:pt x="432" y="192"/>
                  </a:moveTo>
                  <a:lnTo>
                    <a:pt x="433" y="195"/>
                  </a:lnTo>
                  <a:lnTo>
                    <a:pt x="436" y="197"/>
                  </a:lnTo>
                  <a:lnTo>
                    <a:pt x="436" y="201"/>
                  </a:lnTo>
                  <a:lnTo>
                    <a:pt x="438" y="204"/>
                  </a:lnTo>
                  <a:lnTo>
                    <a:pt x="438" y="205"/>
                  </a:lnTo>
                  <a:lnTo>
                    <a:pt x="436" y="207"/>
                  </a:lnTo>
                  <a:lnTo>
                    <a:pt x="434" y="205"/>
                  </a:lnTo>
                  <a:lnTo>
                    <a:pt x="432" y="205"/>
                  </a:lnTo>
                  <a:lnTo>
                    <a:pt x="430" y="204"/>
                  </a:lnTo>
                  <a:lnTo>
                    <a:pt x="428" y="204"/>
                  </a:lnTo>
                  <a:lnTo>
                    <a:pt x="428" y="203"/>
                  </a:lnTo>
                  <a:lnTo>
                    <a:pt x="429" y="199"/>
                  </a:lnTo>
                  <a:lnTo>
                    <a:pt x="429" y="196"/>
                  </a:lnTo>
                  <a:lnTo>
                    <a:pt x="432" y="192"/>
                  </a:lnTo>
                  <a:close/>
                  <a:moveTo>
                    <a:pt x="396" y="188"/>
                  </a:moveTo>
                  <a:lnTo>
                    <a:pt x="396" y="188"/>
                  </a:lnTo>
                  <a:lnTo>
                    <a:pt x="395" y="190"/>
                  </a:lnTo>
                  <a:lnTo>
                    <a:pt x="395" y="191"/>
                  </a:lnTo>
                  <a:lnTo>
                    <a:pt x="396" y="192"/>
                  </a:lnTo>
                  <a:lnTo>
                    <a:pt x="394" y="193"/>
                  </a:lnTo>
                  <a:lnTo>
                    <a:pt x="392" y="192"/>
                  </a:lnTo>
                  <a:lnTo>
                    <a:pt x="390" y="195"/>
                  </a:lnTo>
                  <a:lnTo>
                    <a:pt x="390" y="193"/>
                  </a:lnTo>
                  <a:lnTo>
                    <a:pt x="391" y="190"/>
                  </a:lnTo>
                  <a:lnTo>
                    <a:pt x="395" y="188"/>
                  </a:lnTo>
                  <a:lnTo>
                    <a:pt x="396" y="188"/>
                  </a:lnTo>
                  <a:close/>
                  <a:moveTo>
                    <a:pt x="462" y="162"/>
                  </a:moveTo>
                  <a:lnTo>
                    <a:pt x="465" y="163"/>
                  </a:lnTo>
                  <a:lnTo>
                    <a:pt x="463" y="163"/>
                  </a:lnTo>
                  <a:lnTo>
                    <a:pt x="461" y="163"/>
                  </a:lnTo>
                  <a:lnTo>
                    <a:pt x="459" y="163"/>
                  </a:lnTo>
                  <a:lnTo>
                    <a:pt x="462" y="162"/>
                  </a:lnTo>
                  <a:close/>
                  <a:moveTo>
                    <a:pt x="446" y="161"/>
                  </a:moveTo>
                  <a:lnTo>
                    <a:pt x="448" y="162"/>
                  </a:lnTo>
                  <a:lnTo>
                    <a:pt x="446" y="165"/>
                  </a:lnTo>
                  <a:lnTo>
                    <a:pt x="444" y="163"/>
                  </a:lnTo>
                  <a:lnTo>
                    <a:pt x="444" y="162"/>
                  </a:lnTo>
                  <a:lnTo>
                    <a:pt x="445" y="161"/>
                  </a:lnTo>
                  <a:lnTo>
                    <a:pt x="446" y="161"/>
                  </a:lnTo>
                  <a:close/>
                  <a:moveTo>
                    <a:pt x="453" y="159"/>
                  </a:moveTo>
                  <a:lnTo>
                    <a:pt x="455" y="159"/>
                  </a:lnTo>
                  <a:lnTo>
                    <a:pt x="454" y="161"/>
                  </a:lnTo>
                  <a:lnTo>
                    <a:pt x="453" y="162"/>
                  </a:lnTo>
                  <a:lnTo>
                    <a:pt x="450" y="162"/>
                  </a:lnTo>
                  <a:lnTo>
                    <a:pt x="450" y="161"/>
                  </a:lnTo>
                  <a:lnTo>
                    <a:pt x="451" y="159"/>
                  </a:lnTo>
                  <a:lnTo>
                    <a:pt x="453" y="159"/>
                  </a:lnTo>
                  <a:close/>
                  <a:moveTo>
                    <a:pt x="480" y="158"/>
                  </a:moveTo>
                  <a:lnTo>
                    <a:pt x="482" y="159"/>
                  </a:lnTo>
                  <a:lnTo>
                    <a:pt x="484" y="161"/>
                  </a:lnTo>
                  <a:lnTo>
                    <a:pt x="483" y="162"/>
                  </a:lnTo>
                  <a:lnTo>
                    <a:pt x="482" y="162"/>
                  </a:lnTo>
                  <a:lnTo>
                    <a:pt x="480" y="158"/>
                  </a:lnTo>
                  <a:close/>
                  <a:moveTo>
                    <a:pt x="473" y="154"/>
                  </a:moveTo>
                  <a:lnTo>
                    <a:pt x="475" y="155"/>
                  </a:lnTo>
                  <a:lnTo>
                    <a:pt x="473" y="157"/>
                  </a:lnTo>
                  <a:lnTo>
                    <a:pt x="471" y="157"/>
                  </a:lnTo>
                  <a:lnTo>
                    <a:pt x="471" y="155"/>
                  </a:lnTo>
                  <a:lnTo>
                    <a:pt x="471" y="154"/>
                  </a:lnTo>
                  <a:lnTo>
                    <a:pt x="473" y="154"/>
                  </a:lnTo>
                  <a:close/>
                  <a:moveTo>
                    <a:pt x="413" y="149"/>
                  </a:moveTo>
                  <a:lnTo>
                    <a:pt x="415" y="150"/>
                  </a:lnTo>
                  <a:lnTo>
                    <a:pt x="415" y="151"/>
                  </a:lnTo>
                  <a:lnTo>
                    <a:pt x="416" y="153"/>
                  </a:lnTo>
                  <a:lnTo>
                    <a:pt x="413" y="154"/>
                  </a:lnTo>
                  <a:lnTo>
                    <a:pt x="412" y="153"/>
                  </a:lnTo>
                  <a:lnTo>
                    <a:pt x="412" y="151"/>
                  </a:lnTo>
                  <a:lnTo>
                    <a:pt x="411" y="151"/>
                  </a:lnTo>
                  <a:lnTo>
                    <a:pt x="411" y="150"/>
                  </a:lnTo>
                  <a:lnTo>
                    <a:pt x="413" y="149"/>
                  </a:lnTo>
                  <a:close/>
                  <a:moveTo>
                    <a:pt x="462" y="145"/>
                  </a:moveTo>
                  <a:lnTo>
                    <a:pt x="463" y="146"/>
                  </a:lnTo>
                  <a:lnTo>
                    <a:pt x="463" y="146"/>
                  </a:lnTo>
                  <a:lnTo>
                    <a:pt x="462" y="147"/>
                  </a:lnTo>
                  <a:lnTo>
                    <a:pt x="461" y="149"/>
                  </a:lnTo>
                  <a:lnTo>
                    <a:pt x="462" y="149"/>
                  </a:lnTo>
                  <a:lnTo>
                    <a:pt x="461" y="150"/>
                  </a:lnTo>
                  <a:lnTo>
                    <a:pt x="459" y="149"/>
                  </a:lnTo>
                  <a:lnTo>
                    <a:pt x="459" y="147"/>
                  </a:lnTo>
                  <a:lnTo>
                    <a:pt x="462" y="145"/>
                  </a:lnTo>
                  <a:close/>
                  <a:moveTo>
                    <a:pt x="226" y="143"/>
                  </a:moveTo>
                  <a:lnTo>
                    <a:pt x="228" y="145"/>
                  </a:lnTo>
                  <a:lnTo>
                    <a:pt x="228" y="146"/>
                  </a:lnTo>
                  <a:lnTo>
                    <a:pt x="224" y="147"/>
                  </a:lnTo>
                  <a:lnTo>
                    <a:pt x="224" y="149"/>
                  </a:lnTo>
                  <a:lnTo>
                    <a:pt x="222" y="150"/>
                  </a:lnTo>
                  <a:lnTo>
                    <a:pt x="221" y="147"/>
                  </a:lnTo>
                  <a:lnTo>
                    <a:pt x="222" y="146"/>
                  </a:lnTo>
                  <a:lnTo>
                    <a:pt x="224" y="146"/>
                  </a:lnTo>
                  <a:lnTo>
                    <a:pt x="226" y="143"/>
                  </a:lnTo>
                  <a:close/>
                  <a:moveTo>
                    <a:pt x="466" y="143"/>
                  </a:move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7" y="146"/>
                  </a:lnTo>
                  <a:lnTo>
                    <a:pt x="466" y="146"/>
                  </a:lnTo>
                  <a:lnTo>
                    <a:pt x="466" y="145"/>
                  </a:lnTo>
                  <a:lnTo>
                    <a:pt x="466" y="143"/>
                  </a:lnTo>
                  <a:close/>
                  <a:moveTo>
                    <a:pt x="473" y="142"/>
                  </a:moveTo>
                  <a:lnTo>
                    <a:pt x="474" y="143"/>
                  </a:lnTo>
                  <a:lnTo>
                    <a:pt x="474" y="145"/>
                  </a:lnTo>
                  <a:lnTo>
                    <a:pt x="471" y="146"/>
                  </a:lnTo>
                  <a:lnTo>
                    <a:pt x="471" y="146"/>
                  </a:lnTo>
                  <a:lnTo>
                    <a:pt x="470" y="146"/>
                  </a:lnTo>
                  <a:lnTo>
                    <a:pt x="471" y="145"/>
                  </a:lnTo>
                  <a:lnTo>
                    <a:pt x="470" y="143"/>
                  </a:lnTo>
                  <a:lnTo>
                    <a:pt x="471" y="142"/>
                  </a:lnTo>
                  <a:lnTo>
                    <a:pt x="473" y="142"/>
                  </a:lnTo>
                  <a:close/>
                  <a:moveTo>
                    <a:pt x="462" y="136"/>
                  </a:moveTo>
                  <a:lnTo>
                    <a:pt x="465" y="136"/>
                  </a:lnTo>
                  <a:lnTo>
                    <a:pt x="465" y="137"/>
                  </a:lnTo>
                  <a:lnTo>
                    <a:pt x="463" y="140"/>
                  </a:lnTo>
                  <a:lnTo>
                    <a:pt x="462" y="138"/>
                  </a:lnTo>
                  <a:lnTo>
                    <a:pt x="459" y="137"/>
                  </a:lnTo>
                  <a:lnTo>
                    <a:pt x="459" y="137"/>
                  </a:lnTo>
                  <a:lnTo>
                    <a:pt x="461" y="136"/>
                  </a:lnTo>
                  <a:lnTo>
                    <a:pt x="462" y="136"/>
                  </a:lnTo>
                  <a:close/>
                  <a:moveTo>
                    <a:pt x="471" y="128"/>
                  </a:moveTo>
                  <a:lnTo>
                    <a:pt x="475" y="128"/>
                  </a:lnTo>
                  <a:lnTo>
                    <a:pt x="477" y="129"/>
                  </a:lnTo>
                  <a:lnTo>
                    <a:pt x="477" y="130"/>
                  </a:lnTo>
                  <a:lnTo>
                    <a:pt x="474" y="130"/>
                  </a:lnTo>
                  <a:lnTo>
                    <a:pt x="475" y="132"/>
                  </a:lnTo>
                  <a:lnTo>
                    <a:pt x="475" y="133"/>
                  </a:lnTo>
                  <a:lnTo>
                    <a:pt x="474" y="133"/>
                  </a:lnTo>
                  <a:lnTo>
                    <a:pt x="473" y="133"/>
                  </a:lnTo>
                  <a:lnTo>
                    <a:pt x="470" y="132"/>
                  </a:lnTo>
                  <a:lnTo>
                    <a:pt x="469" y="132"/>
                  </a:lnTo>
                  <a:lnTo>
                    <a:pt x="467" y="129"/>
                  </a:lnTo>
                  <a:lnTo>
                    <a:pt x="469" y="129"/>
                  </a:lnTo>
                  <a:lnTo>
                    <a:pt x="470" y="130"/>
                  </a:lnTo>
                  <a:lnTo>
                    <a:pt x="471" y="130"/>
                  </a:lnTo>
                  <a:lnTo>
                    <a:pt x="470" y="128"/>
                  </a:lnTo>
                  <a:lnTo>
                    <a:pt x="471" y="128"/>
                  </a:lnTo>
                  <a:close/>
                  <a:moveTo>
                    <a:pt x="425" y="118"/>
                  </a:moveTo>
                  <a:lnTo>
                    <a:pt x="425" y="120"/>
                  </a:lnTo>
                  <a:lnTo>
                    <a:pt x="425" y="121"/>
                  </a:lnTo>
                  <a:lnTo>
                    <a:pt x="426" y="122"/>
                  </a:lnTo>
                  <a:lnTo>
                    <a:pt x="426" y="124"/>
                  </a:lnTo>
                  <a:lnTo>
                    <a:pt x="425" y="125"/>
                  </a:lnTo>
                  <a:lnTo>
                    <a:pt x="426" y="128"/>
                  </a:lnTo>
                  <a:lnTo>
                    <a:pt x="425" y="130"/>
                  </a:lnTo>
                  <a:lnTo>
                    <a:pt x="425" y="129"/>
                  </a:lnTo>
                  <a:lnTo>
                    <a:pt x="424" y="126"/>
                  </a:lnTo>
                  <a:lnTo>
                    <a:pt x="424" y="126"/>
                  </a:lnTo>
                  <a:lnTo>
                    <a:pt x="423" y="126"/>
                  </a:lnTo>
                  <a:lnTo>
                    <a:pt x="421" y="126"/>
                  </a:lnTo>
                  <a:lnTo>
                    <a:pt x="420" y="122"/>
                  </a:lnTo>
                  <a:lnTo>
                    <a:pt x="421" y="124"/>
                  </a:lnTo>
                  <a:lnTo>
                    <a:pt x="423" y="124"/>
                  </a:lnTo>
                  <a:lnTo>
                    <a:pt x="423" y="122"/>
                  </a:lnTo>
                  <a:lnTo>
                    <a:pt x="421" y="120"/>
                  </a:lnTo>
                  <a:lnTo>
                    <a:pt x="421" y="118"/>
                  </a:lnTo>
                  <a:lnTo>
                    <a:pt x="423" y="118"/>
                  </a:lnTo>
                  <a:lnTo>
                    <a:pt x="425" y="118"/>
                  </a:lnTo>
                  <a:close/>
                  <a:moveTo>
                    <a:pt x="413" y="107"/>
                  </a:moveTo>
                  <a:lnTo>
                    <a:pt x="415" y="108"/>
                  </a:lnTo>
                  <a:lnTo>
                    <a:pt x="416" y="109"/>
                  </a:lnTo>
                  <a:lnTo>
                    <a:pt x="419" y="109"/>
                  </a:lnTo>
                  <a:lnTo>
                    <a:pt x="417" y="111"/>
                  </a:lnTo>
                  <a:lnTo>
                    <a:pt x="416" y="111"/>
                  </a:lnTo>
                  <a:lnTo>
                    <a:pt x="413" y="109"/>
                  </a:lnTo>
                  <a:lnTo>
                    <a:pt x="412" y="108"/>
                  </a:lnTo>
                  <a:lnTo>
                    <a:pt x="413" y="107"/>
                  </a:lnTo>
                  <a:close/>
                  <a:moveTo>
                    <a:pt x="423" y="104"/>
                  </a:moveTo>
                  <a:lnTo>
                    <a:pt x="424" y="105"/>
                  </a:lnTo>
                  <a:lnTo>
                    <a:pt x="426" y="105"/>
                  </a:lnTo>
                  <a:lnTo>
                    <a:pt x="426" y="107"/>
                  </a:lnTo>
                  <a:lnTo>
                    <a:pt x="425" y="108"/>
                  </a:lnTo>
                  <a:lnTo>
                    <a:pt x="423" y="107"/>
                  </a:lnTo>
                  <a:lnTo>
                    <a:pt x="420" y="108"/>
                  </a:lnTo>
                  <a:lnTo>
                    <a:pt x="419" y="107"/>
                  </a:lnTo>
                  <a:lnTo>
                    <a:pt x="420" y="104"/>
                  </a:lnTo>
                  <a:lnTo>
                    <a:pt x="423" y="104"/>
                  </a:lnTo>
                  <a:close/>
                  <a:moveTo>
                    <a:pt x="786" y="103"/>
                  </a:moveTo>
                  <a:lnTo>
                    <a:pt x="787" y="103"/>
                  </a:lnTo>
                  <a:lnTo>
                    <a:pt x="790" y="105"/>
                  </a:lnTo>
                  <a:lnTo>
                    <a:pt x="791" y="107"/>
                  </a:lnTo>
                  <a:lnTo>
                    <a:pt x="791" y="108"/>
                  </a:lnTo>
                  <a:lnTo>
                    <a:pt x="790" y="107"/>
                  </a:lnTo>
                  <a:lnTo>
                    <a:pt x="790" y="108"/>
                  </a:lnTo>
                  <a:lnTo>
                    <a:pt x="786" y="108"/>
                  </a:lnTo>
                  <a:lnTo>
                    <a:pt x="786" y="107"/>
                  </a:lnTo>
                  <a:lnTo>
                    <a:pt x="785" y="105"/>
                  </a:lnTo>
                  <a:lnTo>
                    <a:pt x="785" y="104"/>
                  </a:lnTo>
                  <a:lnTo>
                    <a:pt x="786" y="103"/>
                  </a:lnTo>
                  <a:close/>
                  <a:moveTo>
                    <a:pt x="291" y="99"/>
                  </a:moveTo>
                  <a:lnTo>
                    <a:pt x="292" y="100"/>
                  </a:lnTo>
                  <a:lnTo>
                    <a:pt x="292" y="103"/>
                  </a:lnTo>
                  <a:lnTo>
                    <a:pt x="293" y="104"/>
                  </a:lnTo>
                  <a:lnTo>
                    <a:pt x="295" y="104"/>
                  </a:lnTo>
                  <a:lnTo>
                    <a:pt x="296" y="105"/>
                  </a:lnTo>
                  <a:lnTo>
                    <a:pt x="299" y="105"/>
                  </a:lnTo>
                  <a:lnTo>
                    <a:pt x="300" y="107"/>
                  </a:lnTo>
                  <a:lnTo>
                    <a:pt x="299" y="109"/>
                  </a:lnTo>
                  <a:lnTo>
                    <a:pt x="299" y="113"/>
                  </a:lnTo>
                  <a:lnTo>
                    <a:pt x="300" y="113"/>
                  </a:lnTo>
                  <a:lnTo>
                    <a:pt x="301" y="113"/>
                  </a:lnTo>
                  <a:lnTo>
                    <a:pt x="301" y="117"/>
                  </a:lnTo>
                  <a:lnTo>
                    <a:pt x="301" y="118"/>
                  </a:lnTo>
                  <a:lnTo>
                    <a:pt x="300" y="121"/>
                  </a:lnTo>
                  <a:lnTo>
                    <a:pt x="301" y="122"/>
                  </a:lnTo>
                  <a:lnTo>
                    <a:pt x="301" y="124"/>
                  </a:lnTo>
                  <a:lnTo>
                    <a:pt x="299" y="125"/>
                  </a:lnTo>
                  <a:lnTo>
                    <a:pt x="297" y="124"/>
                  </a:lnTo>
                  <a:lnTo>
                    <a:pt x="296" y="125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87" y="133"/>
                  </a:lnTo>
                  <a:lnTo>
                    <a:pt x="283" y="136"/>
                  </a:lnTo>
                  <a:lnTo>
                    <a:pt x="282" y="136"/>
                  </a:lnTo>
                  <a:lnTo>
                    <a:pt x="278" y="138"/>
                  </a:lnTo>
                  <a:lnTo>
                    <a:pt x="274" y="143"/>
                  </a:lnTo>
                  <a:lnTo>
                    <a:pt x="268" y="147"/>
                  </a:lnTo>
                  <a:lnTo>
                    <a:pt x="267" y="147"/>
                  </a:lnTo>
                  <a:lnTo>
                    <a:pt x="266" y="151"/>
                  </a:lnTo>
                  <a:lnTo>
                    <a:pt x="265" y="155"/>
                  </a:lnTo>
                  <a:lnTo>
                    <a:pt x="261" y="157"/>
                  </a:lnTo>
                  <a:lnTo>
                    <a:pt x="261" y="161"/>
                  </a:lnTo>
                  <a:lnTo>
                    <a:pt x="259" y="162"/>
                  </a:lnTo>
                  <a:lnTo>
                    <a:pt x="258" y="165"/>
                  </a:lnTo>
                  <a:lnTo>
                    <a:pt x="254" y="168"/>
                  </a:lnTo>
                  <a:lnTo>
                    <a:pt x="253" y="170"/>
                  </a:lnTo>
                  <a:lnTo>
                    <a:pt x="253" y="167"/>
                  </a:lnTo>
                  <a:lnTo>
                    <a:pt x="251" y="170"/>
                  </a:lnTo>
                  <a:lnTo>
                    <a:pt x="251" y="171"/>
                  </a:lnTo>
                  <a:lnTo>
                    <a:pt x="254" y="172"/>
                  </a:lnTo>
                  <a:lnTo>
                    <a:pt x="253" y="174"/>
                  </a:lnTo>
                  <a:lnTo>
                    <a:pt x="250" y="175"/>
                  </a:lnTo>
                  <a:lnTo>
                    <a:pt x="250" y="176"/>
                  </a:lnTo>
                  <a:lnTo>
                    <a:pt x="250" y="178"/>
                  </a:lnTo>
                  <a:lnTo>
                    <a:pt x="250" y="180"/>
                  </a:lnTo>
                  <a:lnTo>
                    <a:pt x="249" y="182"/>
                  </a:lnTo>
                  <a:lnTo>
                    <a:pt x="247" y="180"/>
                  </a:lnTo>
                  <a:lnTo>
                    <a:pt x="245" y="180"/>
                  </a:lnTo>
                  <a:lnTo>
                    <a:pt x="246" y="182"/>
                  </a:lnTo>
                  <a:lnTo>
                    <a:pt x="247" y="183"/>
                  </a:lnTo>
                  <a:lnTo>
                    <a:pt x="246" y="184"/>
                  </a:lnTo>
                  <a:lnTo>
                    <a:pt x="243" y="183"/>
                  </a:lnTo>
                  <a:lnTo>
                    <a:pt x="241" y="182"/>
                  </a:lnTo>
                  <a:lnTo>
                    <a:pt x="239" y="182"/>
                  </a:lnTo>
                  <a:lnTo>
                    <a:pt x="239" y="186"/>
                  </a:lnTo>
                  <a:lnTo>
                    <a:pt x="241" y="186"/>
                  </a:lnTo>
                  <a:lnTo>
                    <a:pt x="242" y="186"/>
                  </a:lnTo>
                  <a:lnTo>
                    <a:pt x="241" y="188"/>
                  </a:lnTo>
                  <a:lnTo>
                    <a:pt x="239" y="188"/>
                  </a:lnTo>
                  <a:lnTo>
                    <a:pt x="237" y="187"/>
                  </a:lnTo>
                  <a:lnTo>
                    <a:pt x="236" y="187"/>
                  </a:lnTo>
                  <a:lnTo>
                    <a:pt x="238" y="191"/>
                  </a:lnTo>
                  <a:lnTo>
                    <a:pt x="239" y="192"/>
                  </a:lnTo>
                  <a:lnTo>
                    <a:pt x="239" y="195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9" y="200"/>
                  </a:lnTo>
                  <a:lnTo>
                    <a:pt x="239" y="201"/>
                  </a:lnTo>
                  <a:lnTo>
                    <a:pt x="239" y="203"/>
                  </a:lnTo>
                  <a:lnTo>
                    <a:pt x="237" y="201"/>
                  </a:lnTo>
                  <a:lnTo>
                    <a:pt x="236" y="201"/>
                  </a:lnTo>
                  <a:lnTo>
                    <a:pt x="234" y="199"/>
                  </a:lnTo>
                  <a:lnTo>
                    <a:pt x="233" y="197"/>
                  </a:lnTo>
                  <a:lnTo>
                    <a:pt x="233" y="199"/>
                  </a:lnTo>
                  <a:lnTo>
                    <a:pt x="234" y="201"/>
                  </a:lnTo>
                  <a:lnTo>
                    <a:pt x="237" y="205"/>
                  </a:lnTo>
                  <a:lnTo>
                    <a:pt x="238" y="209"/>
                  </a:lnTo>
                  <a:lnTo>
                    <a:pt x="237" y="211"/>
                  </a:lnTo>
                  <a:lnTo>
                    <a:pt x="236" y="209"/>
                  </a:lnTo>
                  <a:lnTo>
                    <a:pt x="236" y="208"/>
                  </a:lnTo>
                  <a:lnTo>
                    <a:pt x="234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0" y="207"/>
                  </a:lnTo>
                  <a:lnTo>
                    <a:pt x="230" y="208"/>
                  </a:lnTo>
                  <a:lnTo>
                    <a:pt x="232" y="208"/>
                  </a:lnTo>
                  <a:lnTo>
                    <a:pt x="234" y="208"/>
                  </a:lnTo>
                  <a:lnTo>
                    <a:pt x="236" y="212"/>
                  </a:lnTo>
                  <a:lnTo>
                    <a:pt x="237" y="213"/>
                  </a:lnTo>
                  <a:lnTo>
                    <a:pt x="237" y="215"/>
                  </a:lnTo>
                  <a:lnTo>
                    <a:pt x="236" y="217"/>
                  </a:lnTo>
                  <a:lnTo>
                    <a:pt x="236" y="220"/>
                  </a:lnTo>
                  <a:lnTo>
                    <a:pt x="234" y="222"/>
                  </a:lnTo>
                  <a:lnTo>
                    <a:pt x="233" y="224"/>
                  </a:lnTo>
                  <a:lnTo>
                    <a:pt x="232" y="225"/>
                  </a:lnTo>
                  <a:lnTo>
                    <a:pt x="229" y="225"/>
                  </a:lnTo>
                  <a:lnTo>
                    <a:pt x="226" y="224"/>
                  </a:lnTo>
                  <a:lnTo>
                    <a:pt x="225" y="221"/>
                  </a:lnTo>
                  <a:lnTo>
                    <a:pt x="225" y="221"/>
                  </a:lnTo>
                  <a:lnTo>
                    <a:pt x="224" y="222"/>
                  </a:lnTo>
                  <a:lnTo>
                    <a:pt x="225" y="224"/>
                  </a:lnTo>
                  <a:lnTo>
                    <a:pt x="224" y="225"/>
                  </a:lnTo>
                  <a:lnTo>
                    <a:pt x="221" y="224"/>
                  </a:lnTo>
                  <a:lnTo>
                    <a:pt x="220" y="222"/>
                  </a:lnTo>
                  <a:lnTo>
                    <a:pt x="217" y="222"/>
                  </a:lnTo>
                  <a:lnTo>
                    <a:pt x="214" y="224"/>
                  </a:lnTo>
                  <a:lnTo>
                    <a:pt x="212" y="225"/>
                  </a:lnTo>
                  <a:lnTo>
                    <a:pt x="208" y="225"/>
                  </a:lnTo>
                  <a:lnTo>
                    <a:pt x="208" y="224"/>
                  </a:lnTo>
                  <a:lnTo>
                    <a:pt x="208" y="224"/>
                  </a:lnTo>
                  <a:lnTo>
                    <a:pt x="208" y="221"/>
                  </a:lnTo>
                  <a:lnTo>
                    <a:pt x="208" y="220"/>
                  </a:lnTo>
                  <a:lnTo>
                    <a:pt x="209" y="217"/>
                  </a:lnTo>
                  <a:lnTo>
                    <a:pt x="213" y="216"/>
                  </a:lnTo>
                  <a:lnTo>
                    <a:pt x="213" y="215"/>
                  </a:lnTo>
                  <a:lnTo>
                    <a:pt x="214" y="215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7" y="215"/>
                  </a:lnTo>
                  <a:lnTo>
                    <a:pt x="216" y="213"/>
                  </a:lnTo>
                  <a:lnTo>
                    <a:pt x="214" y="213"/>
                  </a:lnTo>
                  <a:lnTo>
                    <a:pt x="212" y="213"/>
                  </a:lnTo>
                  <a:lnTo>
                    <a:pt x="208" y="216"/>
                  </a:lnTo>
                  <a:lnTo>
                    <a:pt x="207" y="217"/>
                  </a:lnTo>
                  <a:lnTo>
                    <a:pt x="207" y="218"/>
                  </a:lnTo>
                  <a:lnTo>
                    <a:pt x="205" y="218"/>
                  </a:lnTo>
                  <a:lnTo>
                    <a:pt x="203" y="218"/>
                  </a:lnTo>
                  <a:lnTo>
                    <a:pt x="200" y="216"/>
                  </a:lnTo>
                  <a:lnTo>
                    <a:pt x="201" y="215"/>
                  </a:lnTo>
                  <a:lnTo>
                    <a:pt x="203" y="215"/>
                  </a:lnTo>
                  <a:lnTo>
                    <a:pt x="204" y="213"/>
                  </a:lnTo>
                  <a:lnTo>
                    <a:pt x="203" y="212"/>
                  </a:lnTo>
                  <a:lnTo>
                    <a:pt x="204" y="211"/>
                  </a:lnTo>
                  <a:lnTo>
                    <a:pt x="205" y="208"/>
                  </a:lnTo>
                  <a:lnTo>
                    <a:pt x="207" y="209"/>
                  </a:lnTo>
                  <a:lnTo>
                    <a:pt x="207" y="208"/>
                  </a:lnTo>
                  <a:lnTo>
                    <a:pt x="208" y="208"/>
                  </a:lnTo>
                  <a:lnTo>
                    <a:pt x="207" y="207"/>
                  </a:lnTo>
                  <a:lnTo>
                    <a:pt x="207" y="205"/>
                  </a:lnTo>
                  <a:lnTo>
                    <a:pt x="208" y="204"/>
                  </a:lnTo>
                  <a:lnTo>
                    <a:pt x="208" y="203"/>
                  </a:lnTo>
                  <a:lnTo>
                    <a:pt x="209" y="201"/>
                  </a:lnTo>
                  <a:lnTo>
                    <a:pt x="212" y="201"/>
                  </a:lnTo>
                  <a:lnTo>
                    <a:pt x="213" y="203"/>
                  </a:lnTo>
                  <a:lnTo>
                    <a:pt x="216" y="203"/>
                  </a:lnTo>
                  <a:lnTo>
                    <a:pt x="217" y="204"/>
                  </a:lnTo>
                  <a:lnTo>
                    <a:pt x="220" y="205"/>
                  </a:lnTo>
                  <a:lnTo>
                    <a:pt x="218" y="204"/>
                  </a:lnTo>
                  <a:lnTo>
                    <a:pt x="218" y="203"/>
                  </a:lnTo>
                  <a:lnTo>
                    <a:pt x="217" y="203"/>
                  </a:lnTo>
                  <a:lnTo>
                    <a:pt x="214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1" y="199"/>
                  </a:lnTo>
                  <a:lnTo>
                    <a:pt x="212" y="197"/>
                  </a:lnTo>
                  <a:lnTo>
                    <a:pt x="214" y="197"/>
                  </a:lnTo>
                  <a:lnTo>
                    <a:pt x="214" y="196"/>
                  </a:lnTo>
                  <a:lnTo>
                    <a:pt x="212" y="196"/>
                  </a:lnTo>
                  <a:lnTo>
                    <a:pt x="209" y="196"/>
                  </a:lnTo>
                  <a:lnTo>
                    <a:pt x="208" y="196"/>
                  </a:lnTo>
                  <a:lnTo>
                    <a:pt x="209" y="195"/>
                  </a:lnTo>
                  <a:lnTo>
                    <a:pt x="211" y="193"/>
                  </a:lnTo>
                  <a:lnTo>
                    <a:pt x="213" y="193"/>
                  </a:lnTo>
                  <a:lnTo>
                    <a:pt x="216" y="192"/>
                  </a:lnTo>
                  <a:lnTo>
                    <a:pt x="216" y="192"/>
                  </a:lnTo>
                  <a:lnTo>
                    <a:pt x="216" y="191"/>
                  </a:lnTo>
                  <a:lnTo>
                    <a:pt x="213" y="192"/>
                  </a:lnTo>
                  <a:lnTo>
                    <a:pt x="212" y="191"/>
                  </a:lnTo>
                  <a:lnTo>
                    <a:pt x="211" y="191"/>
                  </a:lnTo>
                  <a:lnTo>
                    <a:pt x="209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3" y="186"/>
                  </a:lnTo>
                  <a:lnTo>
                    <a:pt x="216" y="186"/>
                  </a:lnTo>
                  <a:lnTo>
                    <a:pt x="217" y="186"/>
                  </a:lnTo>
                  <a:lnTo>
                    <a:pt x="218" y="183"/>
                  </a:lnTo>
                  <a:lnTo>
                    <a:pt x="217" y="183"/>
                  </a:lnTo>
                  <a:lnTo>
                    <a:pt x="216" y="184"/>
                  </a:lnTo>
                  <a:lnTo>
                    <a:pt x="213" y="184"/>
                  </a:lnTo>
                  <a:lnTo>
                    <a:pt x="213" y="183"/>
                  </a:lnTo>
                  <a:lnTo>
                    <a:pt x="212" y="183"/>
                  </a:lnTo>
                  <a:lnTo>
                    <a:pt x="211" y="184"/>
                  </a:lnTo>
                  <a:lnTo>
                    <a:pt x="209" y="184"/>
                  </a:lnTo>
                  <a:lnTo>
                    <a:pt x="209" y="183"/>
                  </a:lnTo>
                  <a:lnTo>
                    <a:pt x="209" y="180"/>
                  </a:lnTo>
                  <a:lnTo>
                    <a:pt x="209" y="179"/>
                  </a:lnTo>
                  <a:lnTo>
                    <a:pt x="209" y="179"/>
                  </a:lnTo>
                  <a:lnTo>
                    <a:pt x="208" y="179"/>
                  </a:lnTo>
                  <a:lnTo>
                    <a:pt x="205" y="178"/>
                  </a:lnTo>
                  <a:lnTo>
                    <a:pt x="205" y="175"/>
                  </a:lnTo>
                  <a:lnTo>
                    <a:pt x="205" y="171"/>
                  </a:lnTo>
                  <a:lnTo>
                    <a:pt x="207" y="171"/>
                  </a:lnTo>
                  <a:lnTo>
                    <a:pt x="207" y="172"/>
                  </a:lnTo>
                  <a:lnTo>
                    <a:pt x="208" y="174"/>
                  </a:lnTo>
                  <a:lnTo>
                    <a:pt x="211" y="175"/>
                  </a:lnTo>
                  <a:lnTo>
                    <a:pt x="212" y="174"/>
                  </a:lnTo>
                  <a:lnTo>
                    <a:pt x="213" y="171"/>
                  </a:lnTo>
                  <a:lnTo>
                    <a:pt x="213" y="170"/>
                  </a:lnTo>
                  <a:lnTo>
                    <a:pt x="213" y="168"/>
                  </a:lnTo>
                  <a:lnTo>
                    <a:pt x="216" y="167"/>
                  </a:lnTo>
                  <a:lnTo>
                    <a:pt x="218" y="167"/>
                  </a:lnTo>
                  <a:lnTo>
                    <a:pt x="221" y="168"/>
                  </a:lnTo>
                  <a:lnTo>
                    <a:pt x="222" y="167"/>
                  </a:lnTo>
                  <a:lnTo>
                    <a:pt x="222" y="165"/>
                  </a:lnTo>
                  <a:lnTo>
                    <a:pt x="222" y="163"/>
                  </a:lnTo>
                  <a:lnTo>
                    <a:pt x="221" y="162"/>
                  </a:lnTo>
                  <a:lnTo>
                    <a:pt x="220" y="163"/>
                  </a:lnTo>
                  <a:lnTo>
                    <a:pt x="218" y="163"/>
                  </a:lnTo>
                  <a:lnTo>
                    <a:pt x="218" y="161"/>
                  </a:lnTo>
                  <a:lnTo>
                    <a:pt x="218" y="158"/>
                  </a:lnTo>
                  <a:lnTo>
                    <a:pt x="220" y="157"/>
                  </a:lnTo>
                  <a:lnTo>
                    <a:pt x="224" y="157"/>
                  </a:lnTo>
                  <a:lnTo>
                    <a:pt x="225" y="155"/>
                  </a:lnTo>
                  <a:lnTo>
                    <a:pt x="224" y="155"/>
                  </a:lnTo>
                  <a:lnTo>
                    <a:pt x="224" y="154"/>
                  </a:lnTo>
                  <a:lnTo>
                    <a:pt x="224" y="151"/>
                  </a:lnTo>
                  <a:lnTo>
                    <a:pt x="225" y="150"/>
                  </a:lnTo>
                  <a:lnTo>
                    <a:pt x="228" y="149"/>
                  </a:lnTo>
                  <a:lnTo>
                    <a:pt x="228" y="147"/>
                  </a:lnTo>
                  <a:lnTo>
                    <a:pt x="229" y="146"/>
                  </a:lnTo>
                  <a:lnTo>
                    <a:pt x="232" y="146"/>
                  </a:lnTo>
                  <a:lnTo>
                    <a:pt x="233" y="145"/>
                  </a:lnTo>
                  <a:lnTo>
                    <a:pt x="234" y="143"/>
                  </a:lnTo>
                  <a:lnTo>
                    <a:pt x="232" y="142"/>
                  </a:lnTo>
                  <a:lnTo>
                    <a:pt x="232" y="141"/>
                  </a:lnTo>
                  <a:lnTo>
                    <a:pt x="234" y="140"/>
                  </a:lnTo>
                  <a:lnTo>
                    <a:pt x="236" y="137"/>
                  </a:lnTo>
                  <a:lnTo>
                    <a:pt x="237" y="137"/>
                  </a:lnTo>
                  <a:lnTo>
                    <a:pt x="237" y="138"/>
                  </a:lnTo>
                  <a:lnTo>
                    <a:pt x="237" y="140"/>
                  </a:lnTo>
                  <a:lnTo>
                    <a:pt x="237" y="141"/>
                  </a:lnTo>
                  <a:lnTo>
                    <a:pt x="237" y="141"/>
                  </a:lnTo>
                  <a:lnTo>
                    <a:pt x="238" y="140"/>
                  </a:lnTo>
                  <a:lnTo>
                    <a:pt x="239" y="138"/>
                  </a:lnTo>
                  <a:lnTo>
                    <a:pt x="239" y="138"/>
                  </a:lnTo>
                  <a:lnTo>
                    <a:pt x="239" y="137"/>
                  </a:lnTo>
                  <a:lnTo>
                    <a:pt x="238" y="134"/>
                  </a:lnTo>
                  <a:lnTo>
                    <a:pt x="238" y="133"/>
                  </a:lnTo>
                  <a:lnTo>
                    <a:pt x="239" y="132"/>
                  </a:lnTo>
                  <a:lnTo>
                    <a:pt x="241" y="132"/>
                  </a:lnTo>
                  <a:lnTo>
                    <a:pt x="245" y="130"/>
                  </a:lnTo>
                  <a:lnTo>
                    <a:pt x="249" y="130"/>
                  </a:lnTo>
                  <a:lnTo>
                    <a:pt x="250" y="132"/>
                  </a:lnTo>
                  <a:lnTo>
                    <a:pt x="251" y="134"/>
                  </a:lnTo>
                  <a:lnTo>
                    <a:pt x="251" y="133"/>
                  </a:lnTo>
                  <a:lnTo>
                    <a:pt x="251" y="130"/>
                  </a:lnTo>
                  <a:lnTo>
                    <a:pt x="251" y="129"/>
                  </a:lnTo>
                  <a:lnTo>
                    <a:pt x="253" y="129"/>
                  </a:lnTo>
                  <a:lnTo>
                    <a:pt x="253" y="130"/>
                  </a:lnTo>
                  <a:lnTo>
                    <a:pt x="254" y="132"/>
                  </a:lnTo>
                  <a:lnTo>
                    <a:pt x="257" y="130"/>
                  </a:lnTo>
                  <a:lnTo>
                    <a:pt x="258" y="126"/>
                  </a:lnTo>
                  <a:lnTo>
                    <a:pt x="259" y="125"/>
                  </a:lnTo>
                  <a:lnTo>
                    <a:pt x="262" y="126"/>
                  </a:lnTo>
                  <a:lnTo>
                    <a:pt x="263" y="126"/>
                  </a:lnTo>
                  <a:lnTo>
                    <a:pt x="265" y="125"/>
                  </a:lnTo>
                  <a:lnTo>
                    <a:pt x="268" y="122"/>
                  </a:lnTo>
                  <a:lnTo>
                    <a:pt x="270" y="121"/>
                  </a:lnTo>
                  <a:lnTo>
                    <a:pt x="271" y="120"/>
                  </a:lnTo>
                  <a:lnTo>
                    <a:pt x="271" y="118"/>
                  </a:lnTo>
                  <a:lnTo>
                    <a:pt x="271" y="117"/>
                  </a:lnTo>
                  <a:lnTo>
                    <a:pt x="274" y="117"/>
                  </a:lnTo>
                  <a:lnTo>
                    <a:pt x="274" y="116"/>
                  </a:lnTo>
                  <a:lnTo>
                    <a:pt x="272" y="113"/>
                  </a:lnTo>
                  <a:lnTo>
                    <a:pt x="272" y="112"/>
                  </a:lnTo>
                  <a:lnTo>
                    <a:pt x="274" y="109"/>
                  </a:lnTo>
                  <a:lnTo>
                    <a:pt x="275" y="108"/>
                  </a:lnTo>
                  <a:lnTo>
                    <a:pt x="276" y="107"/>
                  </a:lnTo>
                  <a:lnTo>
                    <a:pt x="278" y="107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3" y="101"/>
                  </a:lnTo>
                  <a:lnTo>
                    <a:pt x="284" y="100"/>
                  </a:lnTo>
                  <a:lnTo>
                    <a:pt x="287" y="101"/>
                  </a:lnTo>
                  <a:lnTo>
                    <a:pt x="288" y="103"/>
                  </a:lnTo>
                  <a:lnTo>
                    <a:pt x="288" y="101"/>
                  </a:lnTo>
                  <a:lnTo>
                    <a:pt x="291" y="99"/>
                  </a:lnTo>
                  <a:close/>
                  <a:moveTo>
                    <a:pt x="977" y="99"/>
                  </a:moveTo>
                  <a:lnTo>
                    <a:pt x="978" y="101"/>
                  </a:lnTo>
                  <a:lnTo>
                    <a:pt x="980" y="103"/>
                  </a:lnTo>
                  <a:lnTo>
                    <a:pt x="978" y="104"/>
                  </a:lnTo>
                  <a:lnTo>
                    <a:pt x="976" y="105"/>
                  </a:lnTo>
                  <a:lnTo>
                    <a:pt x="976" y="105"/>
                  </a:lnTo>
                  <a:lnTo>
                    <a:pt x="973" y="105"/>
                  </a:lnTo>
                  <a:lnTo>
                    <a:pt x="972" y="103"/>
                  </a:lnTo>
                  <a:lnTo>
                    <a:pt x="974" y="103"/>
                  </a:lnTo>
                  <a:lnTo>
                    <a:pt x="976" y="101"/>
                  </a:lnTo>
                  <a:lnTo>
                    <a:pt x="977" y="99"/>
                  </a:lnTo>
                  <a:lnTo>
                    <a:pt x="977" y="99"/>
                  </a:lnTo>
                  <a:close/>
                  <a:moveTo>
                    <a:pt x="1232" y="84"/>
                  </a:moveTo>
                  <a:lnTo>
                    <a:pt x="1235" y="86"/>
                  </a:lnTo>
                  <a:lnTo>
                    <a:pt x="1235" y="88"/>
                  </a:lnTo>
                  <a:lnTo>
                    <a:pt x="1235" y="90"/>
                  </a:lnTo>
                  <a:lnTo>
                    <a:pt x="1234" y="88"/>
                  </a:lnTo>
                  <a:lnTo>
                    <a:pt x="1232" y="86"/>
                  </a:lnTo>
                  <a:lnTo>
                    <a:pt x="1232" y="84"/>
                  </a:lnTo>
                  <a:lnTo>
                    <a:pt x="1232" y="84"/>
                  </a:lnTo>
                  <a:close/>
                  <a:moveTo>
                    <a:pt x="1228" y="82"/>
                  </a:moveTo>
                  <a:lnTo>
                    <a:pt x="1230" y="83"/>
                  </a:lnTo>
                  <a:lnTo>
                    <a:pt x="1230" y="86"/>
                  </a:lnTo>
                  <a:lnTo>
                    <a:pt x="1230" y="86"/>
                  </a:lnTo>
                  <a:lnTo>
                    <a:pt x="1228" y="87"/>
                  </a:lnTo>
                  <a:lnTo>
                    <a:pt x="1227" y="86"/>
                  </a:lnTo>
                  <a:lnTo>
                    <a:pt x="1226" y="83"/>
                  </a:lnTo>
                  <a:lnTo>
                    <a:pt x="1227" y="83"/>
                  </a:lnTo>
                  <a:lnTo>
                    <a:pt x="1228" y="82"/>
                  </a:lnTo>
                  <a:close/>
                  <a:moveTo>
                    <a:pt x="1232" y="80"/>
                  </a:moveTo>
                  <a:lnTo>
                    <a:pt x="1234" y="80"/>
                  </a:lnTo>
                  <a:lnTo>
                    <a:pt x="1235" y="83"/>
                  </a:lnTo>
                  <a:lnTo>
                    <a:pt x="1235" y="84"/>
                  </a:lnTo>
                  <a:lnTo>
                    <a:pt x="1234" y="84"/>
                  </a:lnTo>
                  <a:lnTo>
                    <a:pt x="1232" y="82"/>
                  </a:lnTo>
                  <a:lnTo>
                    <a:pt x="1232" y="80"/>
                  </a:lnTo>
                  <a:close/>
                  <a:moveTo>
                    <a:pt x="706" y="78"/>
                  </a:moveTo>
                  <a:lnTo>
                    <a:pt x="707" y="79"/>
                  </a:lnTo>
                  <a:lnTo>
                    <a:pt x="707" y="80"/>
                  </a:lnTo>
                  <a:lnTo>
                    <a:pt x="708" y="83"/>
                  </a:lnTo>
                  <a:lnTo>
                    <a:pt x="710" y="84"/>
                  </a:lnTo>
                  <a:lnTo>
                    <a:pt x="710" y="88"/>
                  </a:lnTo>
                  <a:lnTo>
                    <a:pt x="711" y="90"/>
                  </a:lnTo>
                  <a:lnTo>
                    <a:pt x="711" y="91"/>
                  </a:lnTo>
                  <a:lnTo>
                    <a:pt x="710" y="92"/>
                  </a:lnTo>
                  <a:lnTo>
                    <a:pt x="710" y="93"/>
                  </a:lnTo>
                  <a:lnTo>
                    <a:pt x="708" y="95"/>
                  </a:lnTo>
                  <a:lnTo>
                    <a:pt x="707" y="93"/>
                  </a:lnTo>
                  <a:lnTo>
                    <a:pt x="704" y="93"/>
                  </a:lnTo>
                  <a:lnTo>
                    <a:pt x="698" y="92"/>
                  </a:lnTo>
                  <a:lnTo>
                    <a:pt x="695" y="92"/>
                  </a:lnTo>
                  <a:lnTo>
                    <a:pt x="694" y="91"/>
                  </a:lnTo>
                  <a:lnTo>
                    <a:pt x="694" y="90"/>
                  </a:lnTo>
                  <a:lnTo>
                    <a:pt x="696" y="90"/>
                  </a:lnTo>
                  <a:lnTo>
                    <a:pt x="698" y="88"/>
                  </a:lnTo>
                  <a:lnTo>
                    <a:pt x="696" y="87"/>
                  </a:lnTo>
                  <a:lnTo>
                    <a:pt x="695" y="86"/>
                  </a:lnTo>
                  <a:lnTo>
                    <a:pt x="694" y="83"/>
                  </a:lnTo>
                  <a:lnTo>
                    <a:pt x="695" y="82"/>
                  </a:lnTo>
                  <a:lnTo>
                    <a:pt x="698" y="82"/>
                  </a:lnTo>
                  <a:lnTo>
                    <a:pt x="702" y="79"/>
                  </a:lnTo>
                  <a:lnTo>
                    <a:pt x="706" y="78"/>
                  </a:lnTo>
                  <a:close/>
                  <a:moveTo>
                    <a:pt x="1235" y="78"/>
                  </a:moveTo>
                  <a:lnTo>
                    <a:pt x="1236" y="78"/>
                  </a:lnTo>
                  <a:lnTo>
                    <a:pt x="1236" y="80"/>
                  </a:lnTo>
                  <a:lnTo>
                    <a:pt x="1236" y="82"/>
                  </a:lnTo>
                  <a:lnTo>
                    <a:pt x="1235" y="82"/>
                  </a:lnTo>
                  <a:lnTo>
                    <a:pt x="1235" y="79"/>
                  </a:lnTo>
                  <a:lnTo>
                    <a:pt x="1235" y="78"/>
                  </a:lnTo>
                  <a:close/>
                  <a:moveTo>
                    <a:pt x="818" y="70"/>
                  </a:moveTo>
                  <a:lnTo>
                    <a:pt x="818" y="72"/>
                  </a:lnTo>
                  <a:lnTo>
                    <a:pt x="818" y="75"/>
                  </a:lnTo>
                  <a:lnTo>
                    <a:pt x="816" y="75"/>
                  </a:lnTo>
                  <a:lnTo>
                    <a:pt x="815" y="74"/>
                  </a:lnTo>
                  <a:lnTo>
                    <a:pt x="814" y="74"/>
                  </a:lnTo>
                  <a:lnTo>
                    <a:pt x="814" y="72"/>
                  </a:lnTo>
                  <a:lnTo>
                    <a:pt x="814" y="71"/>
                  </a:lnTo>
                  <a:lnTo>
                    <a:pt x="818" y="70"/>
                  </a:lnTo>
                  <a:close/>
                  <a:moveTo>
                    <a:pt x="534" y="67"/>
                  </a:moveTo>
                  <a:lnTo>
                    <a:pt x="536" y="70"/>
                  </a:lnTo>
                  <a:lnTo>
                    <a:pt x="536" y="70"/>
                  </a:lnTo>
                  <a:lnTo>
                    <a:pt x="536" y="71"/>
                  </a:lnTo>
                  <a:lnTo>
                    <a:pt x="536" y="71"/>
                  </a:lnTo>
                  <a:lnTo>
                    <a:pt x="534" y="72"/>
                  </a:lnTo>
                  <a:lnTo>
                    <a:pt x="533" y="74"/>
                  </a:lnTo>
                  <a:lnTo>
                    <a:pt x="530" y="74"/>
                  </a:lnTo>
                  <a:lnTo>
                    <a:pt x="529" y="74"/>
                  </a:lnTo>
                  <a:lnTo>
                    <a:pt x="527" y="74"/>
                  </a:lnTo>
                  <a:lnTo>
                    <a:pt x="527" y="72"/>
                  </a:lnTo>
                  <a:lnTo>
                    <a:pt x="524" y="72"/>
                  </a:lnTo>
                  <a:lnTo>
                    <a:pt x="524" y="72"/>
                  </a:lnTo>
                  <a:lnTo>
                    <a:pt x="524" y="70"/>
                  </a:lnTo>
                  <a:lnTo>
                    <a:pt x="527" y="71"/>
                  </a:lnTo>
                  <a:lnTo>
                    <a:pt x="528" y="70"/>
                  </a:lnTo>
                  <a:lnTo>
                    <a:pt x="528" y="68"/>
                  </a:lnTo>
                  <a:lnTo>
                    <a:pt x="529" y="68"/>
                  </a:lnTo>
                  <a:lnTo>
                    <a:pt x="530" y="70"/>
                  </a:lnTo>
                  <a:lnTo>
                    <a:pt x="532" y="70"/>
                  </a:lnTo>
                  <a:lnTo>
                    <a:pt x="532" y="70"/>
                  </a:lnTo>
                  <a:lnTo>
                    <a:pt x="532" y="68"/>
                  </a:lnTo>
                  <a:lnTo>
                    <a:pt x="533" y="67"/>
                  </a:lnTo>
                  <a:lnTo>
                    <a:pt x="534" y="67"/>
                  </a:lnTo>
                  <a:close/>
                  <a:moveTo>
                    <a:pt x="512" y="58"/>
                  </a:moveTo>
                  <a:lnTo>
                    <a:pt x="513" y="58"/>
                  </a:lnTo>
                  <a:lnTo>
                    <a:pt x="513" y="59"/>
                  </a:lnTo>
                  <a:lnTo>
                    <a:pt x="511" y="61"/>
                  </a:lnTo>
                  <a:lnTo>
                    <a:pt x="509" y="61"/>
                  </a:lnTo>
                  <a:lnTo>
                    <a:pt x="508" y="61"/>
                  </a:lnTo>
                  <a:lnTo>
                    <a:pt x="511" y="59"/>
                  </a:lnTo>
                  <a:lnTo>
                    <a:pt x="512" y="58"/>
                  </a:lnTo>
                  <a:close/>
                  <a:moveTo>
                    <a:pt x="523" y="55"/>
                  </a:moveTo>
                  <a:lnTo>
                    <a:pt x="524" y="55"/>
                  </a:lnTo>
                  <a:lnTo>
                    <a:pt x="524" y="58"/>
                  </a:lnTo>
                  <a:lnTo>
                    <a:pt x="524" y="58"/>
                  </a:lnTo>
                  <a:lnTo>
                    <a:pt x="524" y="61"/>
                  </a:lnTo>
                  <a:lnTo>
                    <a:pt x="523" y="61"/>
                  </a:lnTo>
                  <a:lnTo>
                    <a:pt x="523" y="59"/>
                  </a:lnTo>
                  <a:lnTo>
                    <a:pt x="521" y="58"/>
                  </a:lnTo>
                  <a:lnTo>
                    <a:pt x="520" y="59"/>
                  </a:lnTo>
                  <a:lnTo>
                    <a:pt x="519" y="61"/>
                  </a:lnTo>
                  <a:lnTo>
                    <a:pt x="519" y="59"/>
                  </a:lnTo>
                  <a:lnTo>
                    <a:pt x="520" y="58"/>
                  </a:lnTo>
                  <a:lnTo>
                    <a:pt x="521" y="55"/>
                  </a:lnTo>
                  <a:lnTo>
                    <a:pt x="523" y="55"/>
                  </a:lnTo>
                  <a:close/>
                  <a:moveTo>
                    <a:pt x="530" y="50"/>
                  </a:moveTo>
                  <a:lnTo>
                    <a:pt x="532" y="51"/>
                  </a:lnTo>
                  <a:lnTo>
                    <a:pt x="532" y="53"/>
                  </a:lnTo>
                  <a:lnTo>
                    <a:pt x="534" y="53"/>
                  </a:lnTo>
                  <a:lnTo>
                    <a:pt x="534" y="54"/>
                  </a:lnTo>
                  <a:lnTo>
                    <a:pt x="533" y="55"/>
                  </a:lnTo>
                  <a:lnTo>
                    <a:pt x="532" y="55"/>
                  </a:lnTo>
                  <a:lnTo>
                    <a:pt x="532" y="53"/>
                  </a:lnTo>
                  <a:lnTo>
                    <a:pt x="530" y="51"/>
                  </a:lnTo>
                  <a:lnTo>
                    <a:pt x="530" y="50"/>
                  </a:lnTo>
                  <a:close/>
                  <a:moveTo>
                    <a:pt x="1309" y="47"/>
                  </a:moveTo>
                  <a:lnTo>
                    <a:pt x="1307" y="50"/>
                  </a:lnTo>
                  <a:lnTo>
                    <a:pt x="1306" y="51"/>
                  </a:lnTo>
                  <a:lnTo>
                    <a:pt x="1306" y="50"/>
                  </a:lnTo>
                  <a:lnTo>
                    <a:pt x="1306" y="49"/>
                  </a:lnTo>
                  <a:lnTo>
                    <a:pt x="1309" y="47"/>
                  </a:lnTo>
                  <a:close/>
                  <a:moveTo>
                    <a:pt x="530" y="47"/>
                  </a:moveTo>
                  <a:lnTo>
                    <a:pt x="532" y="47"/>
                  </a:lnTo>
                  <a:lnTo>
                    <a:pt x="530" y="50"/>
                  </a:lnTo>
                  <a:lnTo>
                    <a:pt x="528" y="50"/>
                  </a:lnTo>
                  <a:lnTo>
                    <a:pt x="528" y="49"/>
                  </a:lnTo>
                  <a:lnTo>
                    <a:pt x="528" y="47"/>
                  </a:lnTo>
                  <a:lnTo>
                    <a:pt x="530" y="47"/>
                  </a:lnTo>
                  <a:close/>
                  <a:moveTo>
                    <a:pt x="454" y="47"/>
                  </a:moveTo>
                  <a:lnTo>
                    <a:pt x="455" y="47"/>
                  </a:lnTo>
                  <a:lnTo>
                    <a:pt x="457" y="49"/>
                  </a:lnTo>
                  <a:lnTo>
                    <a:pt x="457" y="51"/>
                  </a:lnTo>
                  <a:lnTo>
                    <a:pt x="457" y="53"/>
                  </a:lnTo>
                  <a:lnTo>
                    <a:pt x="454" y="54"/>
                  </a:lnTo>
                  <a:lnTo>
                    <a:pt x="453" y="54"/>
                  </a:lnTo>
                  <a:lnTo>
                    <a:pt x="453" y="53"/>
                  </a:lnTo>
                  <a:lnTo>
                    <a:pt x="453" y="50"/>
                  </a:lnTo>
                  <a:lnTo>
                    <a:pt x="453" y="47"/>
                  </a:lnTo>
                  <a:lnTo>
                    <a:pt x="454" y="47"/>
                  </a:lnTo>
                  <a:close/>
                  <a:moveTo>
                    <a:pt x="1286" y="45"/>
                  </a:moveTo>
                  <a:lnTo>
                    <a:pt x="1289" y="45"/>
                  </a:lnTo>
                  <a:lnTo>
                    <a:pt x="1292" y="46"/>
                  </a:lnTo>
                  <a:lnTo>
                    <a:pt x="1293" y="46"/>
                  </a:lnTo>
                  <a:lnTo>
                    <a:pt x="1293" y="45"/>
                  </a:lnTo>
                  <a:lnTo>
                    <a:pt x="1296" y="47"/>
                  </a:lnTo>
                  <a:lnTo>
                    <a:pt x="1297" y="49"/>
                  </a:lnTo>
                  <a:lnTo>
                    <a:pt x="1296" y="50"/>
                  </a:lnTo>
                  <a:lnTo>
                    <a:pt x="1298" y="53"/>
                  </a:lnTo>
                  <a:lnTo>
                    <a:pt x="1298" y="55"/>
                  </a:lnTo>
                  <a:lnTo>
                    <a:pt x="1297" y="57"/>
                  </a:lnTo>
                  <a:lnTo>
                    <a:pt x="1294" y="58"/>
                  </a:lnTo>
                  <a:lnTo>
                    <a:pt x="1292" y="57"/>
                  </a:lnTo>
                  <a:lnTo>
                    <a:pt x="1289" y="54"/>
                  </a:lnTo>
                  <a:lnTo>
                    <a:pt x="1286" y="54"/>
                  </a:lnTo>
                  <a:lnTo>
                    <a:pt x="1284" y="54"/>
                  </a:lnTo>
                  <a:lnTo>
                    <a:pt x="1282" y="53"/>
                  </a:lnTo>
                  <a:lnTo>
                    <a:pt x="1282" y="49"/>
                  </a:lnTo>
                  <a:lnTo>
                    <a:pt x="1284" y="47"/>
                  </a:lnTo>
                  <a:lnTo>
                    <a:pt x="1285" y="47"/>
                  </a:lnTo>
                  <a:lnTo>
                    <a:pt x="1285" y="46"/>
                  </a:lnTo>
                  <a:lnTo>
                    <a:pt x="1286" y="46"/>
                  </a:lnTo>
                  <a:lnTo>
                    <a:pt x="1286" y="45"/>
                  </a:lnTo>
                  <a:close/>
                  <a:moveTo>
                    <a:pt x="1192" y="43"/>
                  </a:moveTo>
                  <a:lnTo>
                    <a:pt x="1193" y="43"/>
                  </a:lnTo>
                  <a:lnTo>
                    <a:pt x="1194" y="46"/>
                  </a:lnTo>
                  <a:lnTo>
                    <a:pt x="1193" y="46"/>
                  </a:lnTo>
                  <a:lnTo>
                    <a:pt x="1192" y="46"/>
                  </a:lnTo>
                  <a:lnTo>
                    <a:pt x="1190" y="45"/>
                  </a:lnTo>
                  <a:lnTo>
                    <a:pt x="1192" y="43"/>
                  </a:lnTo>
                  <a:close/>
                  <a:moveTo>
                    <a:pt x="1210" y="42"/>
                  </a:moveTo>
                  <a:lnTo>
                    <a:pt x="1211" y="43"/>
                  </a:lnTo>
                  <a:lnTo>
                    <a:pt x="1211" y="45"/>
                  </a:lnTo>
                  <a:lnTo>
                    <a:pt x="1210" y="45"/>
                  </a:lnTo>
                  <a:lnTo>
                    <a:pt x="1209" y="43"/>
                  </a:lnTo>
                  <a:lnTo>
                    <a:pt x="1210" y="42"/>
                  </a:lnTo>
                  <a:close/>
                  <a:moveTo>
                    <a:pt x="1201" y="41"/>
                  </a:moveTo>
                  <a:lnTo>
                    <a:pt x="1203" y="42"/>
                  </a:lnTo>
                  <a:lnTo>
                    <a:pt x="1202" y="43"/>
                  </a:lnTo>
                  <a:lnTo>
                    <a:pt x="1201" y="43"/>
                  </a:lnTo>
                  <a:lnTo>
                    <a:pt x="1199" y="42"/>
                  </a:lnTo>
                  <a:lnTo>
                    <a:pt x="1201" y="41"/>
                  </a:lnTo>
                  <a:close/>
                  <a:moveTo>
                    <a:pt x="516" y="37"/>
                  </a:moveTo>
                  <a:lnTo>
                    <a:pt x="516" y="38"/>
                  </a:lnTo>
                  <a:lnTo>
                    <a:pt x="516" y="41"/>
                  </a:lnTo>
                  <a:lnTo>
                    <a:pt x="515" y="42"/>
                  </a:lnTo>
                  <a:lnTo>
                    <a:pt x="515" y="43"/>
                  </a:lnTo>
                  <a:lnTo>
                    <a:pt x="513" y="46"/>
                  </a:lnTo>
                  <a:lnTo>
                    <a:pt x="511" y="47"/>
                  </a:lnTo>
                  <a:lnTo>
                    <a:pt x="511" y="46"/>
                  </a:lnTo>
                  <a:lnTo>
                    <a:pt x="511" y="45"/>
                  </a:lnTo>
                  <a:lnTo>
                    <a:pt x="509" y="46"/>
                  </a:lnTo>
                  <a:lnTo>
                    <a:pt x="508" y="47"/>
                  </a:lnTo>
                  <a:lnTo>
                    <a:pt x="507" y="49"/>
                  </a:lnTo>
                  <a:lnTo>
                    <a:pt x="505" y="49"/>
                  </a:lnTo>
                  <a:lnTo>
                    <a:pt x="505" y="46"/>
                  </a:lnTo>
                  <a:lnTo>
                    <a:pt x="508" y="42"/>
                  </a:lnTo>
                  <a:lnTo>
                    <a:pt x="511" y="41"/>
                  </a:lnTo>
                  <a:lnTo>
                    <a:pt x="513" y="39"/>
                  </a:lnTo>
                  <a:lnTo>
                    <a:pt x="515" y="38"/>
                  </a:lnTo>
                  <a:lnTo>
                    <a:pt x="516" y="37"/>
                  </a:lnTo>
                  <a:close/>
                  <a:moveTo>
                    <a:pt x="465" y="29"/>
                  </a:moveTo>
                  <a:lnTo>
                    <a:pt x="467" y="30"/>
                  </a:lnTo>
                  <a:lnTo>
                    <a:pt x="467" y="32"/>
                  </a:lnTo>
                  <a:lnTo>
                    <a:pt x="466" y="32"/>
                  </a:lnTo>
                  <a:lnTo>
                    <a:pt x="465" y="30"/>
                  </a:lnTo>
                  <a:lnTo>
                    <a:pt x="465" y="29"/>
                  </a:lnTo>
                  <a:close/>
                  <a:moveTo>
                    <a:pt x="897" y="26"/>
                  </a:moveTo>
                  <a:lnTo>
                    <a:pt x="898" y="28"/>
                  </a:lnTo>
                  <a:lnTo>
                    <a:pt x="901" y="30"/>
                  </a:lnTo>
                  <a:lnTo>
                    <a:pt x="903" y="30"/>
                  </a:lnTo>
                  <a:lnTo>
                    <a:pt x="906" y="30"/>
                  </a:lnTo>
                  <a:lnTo>
                    <a:pt x="910" y="34"/>
                  </a:lnTo>
                  <a:lnTo>
                    <a:pt x="910" y="36"/>
                  </a:lnTo>
                  <a:lnTo>
                    <a:pt x="908" y="36"/>
                  </a:lnTo>
                  <a:lnTo>
                    <a:pt x="906" y="33"/>
                  </a:lnTo>
                  <a:lnTo>
                    <a:pt x="903" y="33"/>
                  </a:lnTo>
                  <a:lnTo>
                    <a:pt x="901" y="32"/>
                  </a:lnTo>
                  <a:lnTo>
                    <a:pt x="898" y="32"/>
                  </a:lnTo>
                  <a:lnTo>
                    <a:pt x="897" y="30"/>
                  </a:lnTo>
                  <a:lnTo>
                    <a:pt x="895" y="28"/>
                  </a:lnTo>
                  <a:lnTo>
                    <a:pt x="897" y="26"/>
                  </a:lnTo>
                  <a:close/>
                  <a:moveTo>
                    <a:pt x="113" y="21"/>
                  </a:moveTo>
                  <a:lnTo>
                    <a:pt x="116" y="25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18" y="29"/>
                  </a:lnTo>
                  <a:lnTo>
                    <a:pt x="118" y="32"/>
                  </a:lnTo>
                  <a:lnTo>
                    <a:pt x="114" y="30"/>
                  </a:lnTo>
                  <a:lnTo>
                    <a:pt x="113" y="32"/>
                  </a:lnTo>
                  <a:lnTo>
                    <a:pt x="110" y="32"/>
                  </a:lnTo>
                  <a:lnTo>
                    <a:pt x="110" y="30"/>
                  </a:lnTo>
                  <a:lnTo>
                    <a:pt x="108" y="29"/>
                  </a:lnTo>
                  <a:lnTo>
                    <a:pt x="109" y="28"/>
                  </a:lnTo>
                  <a:lnTo>
                    <a:pt x="112" y="28"/>
                  </a:lnTo>
                  <a:lnTo>
                    <a:pt x="112" y="26"/>
                  </a:lnTo>
                  <a:lnTo>
                    <a:pt x="112" y="22"/>
                  </a:lnTo>
                  <a:lnTo>
                    <a:pt x="113" y="21"/>
                  </a:lnTo>
                  <a:close/>
                  <a:moveTo>
                    <a:pt x="172" y="20"/>
                  </a:moveTo>
                  <a:lnTo>
                    <a:pt x="174" y="20"/>
                  </a:lnTo>
                  <a:lnTo>
                    <a:pt x="176" y="22"/>
                  </a:lnTo>
                  <a:lnTo>
                    <a:pt x="175" y="24"/>
                  </a:lnTo>
                  <a:lnTo>
                    <a:pt x="174" y="22"/>
                  </a:lnTo>
                  <a:lnTo>
                    <a:pt x="171" y="22"/>
                  </a:lnTo>
                  <a:lnTo>
                    <a:pt x="172" y="20"/>
                  </a:lnTo>
                  <a:close/>
                  <a:moveTo>
                    <a:pt x="104" y="17"/>
                  </a:moveTo>
                  <a:lnTo>
                    <a:pt x="106" y="18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08" y="24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3" y="22"/>
                  </a:lnTo>
                  <a:lnTo>
                    <a:pt x="104" y="21"/>
                  </a:lnTo>
                  <a:lnTo>
                    <a:pt x="104" y="17"/>
                  </a:lnTo>
                  <a:close/>
                  <a:moveTo>
                    <a:pt x="958" y="16"/>
                  </a:moveTo>
                  <a:lnTo>
                    <a:pt x="960" y="16"/>
                  </a:lnTo>
                  <a:lnTo>
                    <a:pt x="964" y="17"/>
                  </a:lnTo>
                  <a:lnTo>
                    <a:pt x="965" y="16"/>
                  </a:lnTo>
                  <a:lnTo>
                    <a:pt x="968" y="16"/>
                  </a:lnTo>
                  <a:lnTo>
                    <a:pt x="969" y="18"/>
                  </a:lnTo>
                  <a:lnTo>
                    <a:pt x="973" y="18"/>
                  </a:lnTo>
                  <a:lnTo>
                    <a:pt x="976" y="20"/>
                  </a:lnTo>
                  <a:lnTo>
                    <a:pt x="981" y="22"/>
                  </a:lnTo>
                  <a:lnTo>
                    <a:pt x="983" y="26"/>
                  </a:lnTo>
                  <a:lnTo>
                    <a:pt x="985" y="29"/>
                  </a:lnTo>
                  <a:lnTo>
                    <a:pt x="986" y="30"/>
                  </a:lnTo>
                  <a:lnTo>
                    <a:pt x="985" y="33"/>
                  </a:lnTo>
                  <a:lnTo>
                    <a:pt x="982" y="32"/>
                  </a:lnTo>
                  <a:lnTo>
                    <a:pt x="978" y="33"/>
                  </a:lnTo>
                  <a:lnTo>
                    <a:pt x="976" y="34"/>
                  </a:lnTo>
                  <a:lnTo>
                    <a:pt x="970" y="34"/>
                  </a:lnTo>
                  <a:lnTo>
                    <a:pt x="968" y="34"/>
                  </a:lnTo>
                  <a:lnTo>
                    <a:pt x="962" y="34"/>
                  </a:lnTo>
                  <a:lnTo>
                    <a:pt x="960" y="33"/>
                  </a:lnTo>
                  <a:lnTo>
                    <a:pt x="956" y="36"/>
                  </a:lnTo>
                  <a:lnTo>
                    <a:pt x="953" y="38"/>
                  </a:lnTo>
                  <a:lnTo>
                    <a:pt x="952" y="39"/>
                  </a:lnTo>
                  <a:lnTo>
                    <a:pt x="951" y="39"/>
                  </a:lnTo>
                  <a:lnTo>
                    <a:pt x="951" y="37"/>
                  </a:lnTo>
                  <a:lnTo>
                    <a:pt x="953" y="34"/>
                  </a:lnTo>
                  <a:lnTo>
                    <a:pt x="954" y="29"/>
                  </a:lnTo>
                  <a:lnTo>
                    <a:pt x="954" y="24"/>
                  </a:lnTo>
                  <a:lnTo>
                    <a:pt x="954" y="22"/>
                  </a:lnTo>
                  <a:lnTo>
                    <a:pt x="957" y="18"/>
                  </a:lnTo>
                  <a:lnTo>
                    <a:pt x="958" y="16"/>
                  </a:lnTo>
                  <a:close/>
                  <a:moveTo>
                    <a:pt x="179" y="13"/>
                  </a:moveTo>
                  <a:lnTo>
                    <a:pt x="182" y="13"/>
                  </a:lnTo>
                  <a:lnTo>
                    <a:pt x="182" y="17"/>
                  </a:lnTo>
                  <a:lnTo>
                    <a:pt x="180" y="21"/>
                  </a:lnTo>
                  <a:lnTo>
                    <a:pt x="178" y="20"/>
                  </a:lnTo>
                  <a:lnTo>
                    <a:pt x="175" y="18"/>
                  </a:lnTo>
                  <a:lnTo>
                    <a:pt x="172" y="17"/>
                  </a:lnTo>
                  <a:lnTo>
                    <a:pt x="172" y="16"/>
                  </a:lnTo>
                  <a:lnTo>
                    <a:pt x="176" y="13"/>
                  </a:lnTo>
                  <a:lnTo>
                    <a:pt x="179" y="13"/>
                  </a:lnTo>
                  <a:close/>
                  <a:moveTo>
                    <a:pt x="135" y="12"/>
                  </a:moveTo>
                  <a:lnTo>
                    <a:pt x="137" y="13"/>
                  </a:lnTo>
                  <a:lnTo>
                    <a:pt x="137" y="14"/>
                  </a:lnTo>
                  <a:lnTo>
                    <a:pt x="137" y="17"/>
                  </a:lnTo>
                  <a:lnTo>
                    <a:pt x="135" y="16"/>
                  </a:lnTo>
                  <a:lnTo>
                    <a:pt x="135" y="14"/>
                  </a:lnTo>
                  <a:lnTo>
                    <a:pt x="135" y="12"/>
                  </a:lnTo>
                  <a:close/>
                  <a:moveTo>
                    <a:pt x="129" y="12"/>
                  </a:moveTo>
                  <a:lnTo>
                    <a:pt x="132" y="14"/>
                  </a:lnTo>
                  <a:lnTo>
                    <a:pt x="133" y="14"/>
                  </a:lnTo>
                  <a:lnTo>
                    <a:pt x="133" y="16"/>
                  </a:lnTo>
                  <a:lnTo>
                    <a:pt x="132" y="18"/>
                  </a:lnTo>
                  <a:lnTo>
                    <a:pt x="130" y="21"/>
                  </a:lnTo>
                  <a:lnTo>
                    <a:pt x="126" y="20"/>
                  </a:lnTo>
                  <a:lnTo>
                    <a:pt x="125" y="18"/>
                  </a:lnTo>
                  <a:lnTo>
                    <a:pt x="128" y="17"/>
                  </a:lnTo>
                  <a:lnTo>
                    <a:pt x="128" y="16"/>
                  </a:lnTo>
                  <a:lnTo>
                    <a:pt x="126" y="13"/>
                  </a:lnTo>
                  <a:lnTo>
                    <a:pt x="128" y="12"/>
                  </a:lnTo>
                  <a:lnTo>
                    <a:pt x="129" y="12"/>
                  </a:lnTo>
                  <a:close/>
                  <a:moveTo>
                    <a:pt x="143" y="9"/>
                  </a:moveTo>
                  <a:lnTo>
                    <a:pt x="145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3" y="14"/>
                  </a:lnTo>
                  <a:lnTo>
                    <a:pt x="141" y="13"/>
                  </a:lnTo>
                  <a:lnTo>
                    <a:pt x="139" y="12"/>
                  </a:lnTo>
                  <a:lnTo>
                    <a:pt x="141" y="11"/>
                  </a:lnTo>
                  <a:lnTo>
                    <a:pt x="142" y="9"/>
                  </a:lnTo>
                  <a:lnTo>
                    <a:pt x="143" y="9"/>
                  </a:lnTo>
                  <a:close/>
                  <a:moveTo>
                    <a:pt x="941" y="7"/>
                  </a:moveTo>
                  <a:lnTo>
                    <a:pt x="943" y="7"/>
                  </a:lnTo>
                  <a:lnTo>
                    <a:pt x="944" y="11"/>
                  </a:lnTo>
                  <a:lnTo>
                    <a:pt x="948" y="13"/>
                  </a:lnTo>
                  <a:lnTo>
                    <a:pt x="948" y="16"/>
                  </a:lnTo>
                  <a:lnTo>
                    <a:pt x="947" y="17"/>
                  </a:lnTo>
                  <a:lnTo>
                    <a:pt x="945" y="20"/>
                  </a:lnTo>
                  <a:lnTo>
                    <a:pt x="947" y="21"/>
                  </a:lnTo>
                  <a:lnTo>
                    <a:pt x="945" y="21"/>
                  </a:lnTo>
                  <a:lnTo>
                    <a:pt x="943" y="21"/>
                  </a:lnTo>
                  <a:lnTo>
                    <a:pt x="941" y="17"/>
                  </a:lnTo>
                  <a:lnTo>
                    <a:pt x="939" y="17"/>
                  </a:lnTo>
                  <a:lnTo>
                    <a:pt x="939" y="16"/>
                  </a:lnTo>
                  <a:lnTo>
                    <a:pt x="939" y="14"/>
                  </a:lnTo>
                  <a:lnTo>
                    <a:pt x="937" y="12"/>
                  </a:lnTo>
                  <a:lnTo>
                    <a:pt x="936" y="9"/>
                  </a:lnTo>
                  <a:lnTo>
                    <a:pt x="939" y="8"/>
                  </a:lnTo>
                  <a:lnTo>
                    <a:pt x="941" y="7"/>
                  </a:lnTo>
                  <a:close/>
                  <a:moveTo>
                    <a:pt x="135" y="5"/>
                  </a:moveTo>
                  <a:lnTo>
                    <a:pt x="138" y="5"/>
                  </a:lnTo>
                  <a:lnTo>
                    <a:pt x="138" y="7"/>
                  </a:lnTo>
                  <a:lnTo>
                    <a:pt x="137" y="9"/>
                  </a:lnTo>
                  <a:lnTo>
                    <a:pt x="135" y="11"/>
                  </a:lnTo>
                  <a:lnTo>
                    <a:pt x="134" y="9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5" y="5"/>
                  </a:lnTo>
                  <a:close/>
                  <a:moveTo>
                    <a:pt x="154" y="5"/>
                  </a:moveTo>
                  <a:lnTo>
                    <a:pt x="157" y="7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3"/>
                  </a:lnTo>
                  <a:lnTo>
                    <a:pt x="159" y="16"/>
                  </a:lnTo>
                  <a:lnTo>
                    <a:pt x="159" y="17"/>
                  </a:lnTo>
                  <a:lnTo>
                    <a:pt x="157" y="17"/>
                  </a:lnTo>
                  <a:lnTo>
                    <a:pt x="153" y="18"/>
                  </a:lnTo>
                  <a:lnTo>
                    <a:pt x="151" y="18"/>
                  </a:lnTo>
                  <a:lnTo>
                    <a:pt x="150" y="16"/>
                  </a:lnTo>
                  <a:lnTo>
                    <a:pt x="149" y="13"/>
                  </a:lnTo>
                  <a:lnTo>
                    <a:pt x="147" y="9"/>
                  </a:lnTo>
                  <a:lnTo>
                    <a:pt x="147" y="8"/>
                  </a:lnTo>
                  <a:lnTo>
                    <a:pt x="150" y="7"/>
                  </a:lnTo>
                  <a:lnTo>
                    <a:pt x="153" y="5"/>
                  </a:lnTo>
                  <a:lnTo>
                    <a:pt x="154" y="5"/>
                  </a:lnTo>
                  <a:close/>
                  <a:moveTo>
                    <a:pt x="143" y="4"/>
                  </a:moveTo>
                  <a:lnTo>
                    <a:pt x="142" y="5"/>
                  </a:lnTo>
                  <a:lnTo>
                    <a:pt x="142" y="7"/>
                  </a:lnTo>
                  <a:lnTo>
                    <a:pt x="141" y="8"/>
                  </a:lnTo>
                  <a:lnTo>
                    <a:pt x="141" y="5"/>
                  </a:lnTo>
                  <a:lnTo>
                    <a:pt x="143" y="4"/>
                  </a:lnTo>
                  <a:close/>
                  <a:moveTo>
                    <a:pt x="147" y="4"/>
                  </a:moveTo>
                  <a:lnTo>
                    <a:pt x="149" y="5"/>
                  </a:lnTo>
                  <a:lnTo>
                    <a:pt x="147" y="7"/>
                  </a:lnTo>
                  <a:lnTo>
                    <a:pt x="146" y="7"/>
                  </a:lnTo>
                  <a:lnTo>
                    <a:pt x="145" y="7"/>
                  </a:lnTo>
                  <a:lnTo>
                    <a:pt x="145" y="5"/>
                  </a:lnTo>
                  <a:lnTo>
                    <a:pt x="146" y="5"/>
                  </a:lnTo>
                  <a:lnTo>
                    <a:pt x="146" y="4"/>
                  </a:lnTo>
                  <a:lnTo>
                    <a:pt x="147" y="4"/>
                  </a:lnTo>
                  <a:close/>
                  <a:moveTo>
                    <a:pt x="596" y="3"/>
                  </a:moveTo>
                  <a:lnTo>
                    <a:pt x="599" y="4"/>
                  </a:lnTo>
                  <a:lnTo>
                    <a:pt x="600" y="7"/>
                  </a:lnTo>
                  <a:lnTo>
                    <a:pt x="599" y="9"/>
                  </a:lnTo>
                  <a:lnTo>
                    <a:pt x="598" y="11"/>
                  </a:lnTo>
                  <a:lnTo>
                    <a:pt x="596" y="9"/>
                  </a:lnTo>
                  <a:lnTo>
                    <a:pt x="598" y="8"/>
                  </a:lnTo>
                  <a:lnTo>
                    <a:pt x="595" y="5"/>
                  </a:lnTo>
                  <a:lnTo>
                    <a:pt x="595" y="4"/>
                  </a:lnTo>
                  <a:lnTo>
                    <a:pt x="596" y="3"/>
                  </a:lnTo>
                  <a:close/>
                  <a:moveTo>
                    <a:pt x="128" y="1"/>
                  </a:moveTo>
                  <a:lnTo>
                    <a:pt x="129" y="3"/>
                  </a:lnTo>
                  <a:lnTo>
                    <a:pt x="129" y="5"/>
                  </a:lnTo>
                  <a:lnTo>
                    <a:pt x="130" y="8"/>
                  </a:lnTo>
                  <a:lnTo>
                    <a:pt x="129" y="8"/>
                  </a:lnTo>
                  <a:lnTo>
                    <a:pt x="126" y="8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8" y="1"/>
                  </a:lnTo>
                  <a:close/>
                  <a:moveTo>
                    <a:pt x="135" y="1"/>
                  </a:moveTo>
                  <a:lnTo>
                    <a:pt x="138" y="1"/>
                  </a:lnTo>
                  <a:lnTo>
                    <a:pt x="139" y="4"/>
                  </a:lnTo>
                  <a:lnTo>
                    <a:pt x="139" y="5"/>
                  </a:lnTo>
                  <a:lnTo>
                    <a:pt x="137" y="4"/>
                  </a:lnTo>
                  <a:lnTo>
                    <a:pt x="135" y="3"/>
                  </a:lnTo>
                  <a:lnTo>
                    <a:pt x="135" y="1"/>
                  </a:lnTo>
                  <a:close/>
                  <a:moveTo>
                    <a:pt x="132" y="1"/>
                  </a:moveTo>
                  <a:lnTo>
                    <a:pt x="133" y="4"/>
                  </a:lnTo>
                  <a:lnTo>
                    <a:pt x="134" y="5"/>
                  </a:lnTo>
                  <a:lnTo>
                    <a:pt x="133" y="7"/>
                  </a:lnTo>
                  <a:lnTo>
                    <a:pt x="132" y="7"/>
                  </a:lnTo>
                  <a:lnTo>
                    <a:pt x="130" y="4"/>
                  </a:lnTo>
                  <a:lnTo>
                    <a:pt x="130" y="1"/>
                  </a:lnTo>
                  <a:lnTo>
                    <a:pt x="132" y="1"/>
                  </a:lnTo>
                  <a:close/>
                  <a:moveTo>
                    <a:pt x="313" y="0"/>
                  </a:moveTo>
                  <a:lnTo>
                    <a:pt x="315" y="1"/>
                  </a:lnTo>
                  <a:lnTo>
                    <a:pt x="316" y="3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0" y="3"/>
                  </a:lnTo>
                  <a:lnTo>
                    <a:pt x="317" y="5"/>
                  </a:lnTo>
                  <a:lnTo>
                    <a:pt x="316" y="5"/>
                  </a:lnTo>
                  <a:lnTo>
                    <a:pt x="315" y="4"/>
                  </a:lnTo>
                  <a:lnTo>
                    <a:pt x="312" y="3"/>
                  </a:lnTo>
                  <a:lnTo>
                    <a:pt x="311" y="3"/>
                  </a:lnTo>
                  <a:lnTo>
                    <a:pt x="312" y="1"/>
                  </a:lnTo>
                  <a:lnTo>
                    <a:pt x="313" y="0"/>
                  </a:lnTo>
                  <a:close/>
                  <a:moveTo>
                    <a:pt x="563" y="0"/>
                  </a:moveTo>
                  <a:lnTo>
                    <a:pt x="566" y="0"/>
                  </a:lnTo>
                  <a:lnTo>
                    <a:pt x="569" y="3"/>
                  </a:lnTo>
                  <a:lnTo>
                    <a:pt x="571" y="1"/>
                  </a:lnTo>
                  <a:lnTo>
                    <a:pt x="573" y="1"/>
                  </a:lnTo>
                  <a:lnTo>
                    <a:pt x="574" y="4"/>
                  </a:lnTo>
                  <a:lnTo>
                    <a:pt x="577" y="5"/>
                  </a:lnTo>
                  <a:lnTo>
                    <a:pt x="581" y="3"/>
                  </a:lnTo>
                  <a:lnTo>
                    <a:pt x="582" y="3"/>
                  </a:lnTo>
                  <a:lnTo>
                    <a:pt x="582" y="5"/>
                  </a:lnTo>
                  <a:lnTo>
                    <a:pt x="583" y="7"/>
                  </a:lnTo>
                  <a:lnTo>
                    <a:pt x="586" y="8"/>
                  </a:lnTo>
                  <a:lnTo>
                    <a:pt x="586" y="9"/>
                  </a:lnTo>
                  <a:lnTo>
                    <a:pt x="584" y="11"/>
                  </a:lnTo>
                  <a:lnTo>
                    <a:pt x="584" y="12"/>
                  </a:lnTo>
                  <a:lnTo>
                    <a:pt x="583" y="13"/>
                  </a:lnTo>
                  <a:lnTo>
                    <a:pt x="583" y="16"/>
                  </a:lnTo>
                  <a:lnTo>
                    <a:pt x="581" y="20"/>
                  </a:lnTo>
                  <a:lnTo>
                    <a:pt x="578" y="20"/>
                  </a:lnTo>
                  <a:lnTo>
                    <a:pt x="577" y="24"/>
                  </a:lnTo>
                  <a:lnTo>
                    <a:pt x="578" y="24"/>
                  </a:lnTo>
                  <a:lnTo>
                    <a:pt x="584" y="21"/>
                  </a:lnTo>
                  <a:lnTo>
                    <a:pt x="587" y="16"/>
                  </a:lnTo>
                  <a:lnTo>
                    <a:pt x="590" y="16"/>
                  </a:lnTo>
                  <a:lnTo>
                    <a:pt x="590" y="18"/>
                  </a:lnTo>
                  <a:lnTo>
                    <a:pt x="588" y="21"/>
                  </a:lnTo>
                  <a:lnTo>
                    <a:pt x="588" y="22"/>
                  </a:lnTo>
                  <a:lnTo>
                    <a:pt x="590" y="22"/>
                  </a:lnTo>
                  <a:lnTo>
                    <a:pt x="592" y="18"/>
                  </a:lnTo>
                  <a:lnTo>
                    <a:pt x="595" y="18"/>
                  </a:lnTo>
                  <a:lnTo>
                    <a:pt x="596" y="18"/>
                  </a:lnTo>
                  <a:lnTo>
                    <a:pt x="599" y="18"/>
                  </a:lnTo>
                  <a:lnTo>
                    <a:pt x="599" y="16"/>
                  </a:lnTo>
                  <a:lnTo>
                    <a:pt x="600" y="16"/>
                  </a:lnTo>
                  <a:lnTo>
                    <a:pt x="603" y="17"/>
                  </a:lnTo>
                  <a:lnTo>
                    <a:pt x="604" y="16"/>
                  </a:lnTo>
                  <a:lnTo>
                    <a:pt x="607" y="18"/>
                  </a:lnTo>
                  <a:lnTo>
                    <a:pt x="607" y="21"/>
                  </a:lnTo>
                  <a:lnTo>
                    <a:pt x="608" y="25"/>
                  </a:lnTo>
                  <a:lnTo>
                    <a:pt x="608" y="26"/>
                  </a:lnTo>
                  <a:lnTo>
                    <a:pt x="608" y="29"/>
                  </a:lnTo>
                  <a:lnTo>
                    <a:pt x="606" y="32"/>
                  </a:lnTo>
                  <a:lnTo>
                    <a:pt x="609" y="37"/>
                  </a:lnTo>
                  <a:lnTo>
                    <a:pt x="608" y="39"/>
                  </a:lnTo>
                  <a:lnTo>
                    <a:pt x="607" y="39"/>
                  </a:lnTo>
                  <a:lnTo>
                    <a:pt x="604" y="42"/>
                  </a:lnTo>
                  <a:lnTo>
                    <a:pt x="607" y="42"/>
                  </a:lnTo>
                  <a:lnTo>
                    <a:pt x="611" y="41"/>
                  </a:lnTo>
                  <a:lnTo>
                    <a:pt x="613" y="38"/>
                  </a:lnTo>
                  <a:lnTo>
                    <a:pt x="617" y="38"/>
                  </a:lnTo>
                  <a:lnTo>
                    <a:pt x="619" y="34"/>
                  </a:lnTo>
                  <a:lnTo>
                    <a:pt x="619" y="30"/>
                  </a:lnTo>
                  <a:lnTo>
                    <a:pt x="617" y="28"/>
                  </a:lnTo>
                  <a:lnTo>
                    <a:pt x="616" y="28"/>
                  </a:lnTo>
                  <a:lnTo>
                    <a:pt x="615" y="26"/>
                  </a:lnTo>
                  <a:lnTo>
                    <a:pt x="615" y="24"/>
                  </a:lnTo>
                  <a:lnTo>
                    <a:pt x="615" y="24"/>
                  </a:lnTo>
                  <a:lnTo>
                    <a:pt x="617" y="24"/>
                  </a:lnTo>
                  <a:lnTo>
                    <a:pt x="619" y="24"/>
                  </a:lnTo>
                  <a:lnTo>
                    <a:pt x="620" y="24"/>
                  </a:lnTo>
                  <a:lnTo>
                    <a:pt x="624" y="22"/>
                  </a:lnTo>
                  <a:lnTo>
                    <a:pt x="627" y="20"/>
                  </a:lnTo>
                  <a:lnTo>
                    <a:pt x="628" y="20"/>
                  </a:lnTo>
                  <a:lnTo>
                    <a:pt x="632" y="20"/>
                  </a:lnTo>
                  <a:lnTo>
                    <a:pt x="632" y="17"/>
                  </a:lnTo>
                  <a:lnTo>
                    <a:pt x="635" y="16"/>
                  </a:lnTo>
                  <a:lnTo>
                    <a:pt x="636" y="16"/>
                  </a:lnTo>
                  <a:lnTo>
                    <a:pt x="637" y="14"/>
                  </a:lnTo>
                  <a:lnTo>
                    <a:pt x="640" y="13"/>
                  </a:lnTo>
                  <a:lnTo>
                    <a:pt x="641" y="14"/>
                  </a:lnTo>
                  <a:lnTo>
                    <a:pt x="644" y="14"/>
                  </a:lnTo>
                  <a:lnTo>
                    <a:pt x="644" y="16"/>
                  </a:lnTo>
                  <a:lnTo>
                    <a:pt x="642" y="17"/>
                  </a:lnTo>
                  <a:lnTo>
                    <a:pt x="644" y="18"/>
                  </a:lnTo>
                  <a:lnTo>
                    <a:pt x="649" y="18"/>
                  </a:lnTo>
                  <a:lnTo>
                    <a:pt x="649" y="20"/>
                  </a:lnTo>
                  <a:lnTo>
                    <a:pt x="652" y="20"/>
                  </a:lnTo>
                  <a:lnTo>
                    <a:pt x="661" y="25"/>
                  </a:lnTo>
                  <a:lnTo>
                    <a:pt x="662" y="25"/>
                  </a:lnTo>
                  <a:lnTo>
                    <a:pt x="663" y="28"/>
                  </a:lnTo>
                  <a:lnTo>
                    <a:pt x="663" y="30"/>
                  </a:lnTo>
                  <a:lnTo>
                    <a:pt x="667" y="34"/>
                  </a:lnTo>
                  <a:lnTo>
                    <a:pt x="669" y="34"/>
                  </a:lnTo>
                  <a:lnTo>
                    <a:pt x="669" y="33"/>
                  </a:lnTo>
                  <a:lnTo>
                    <a:pt x="670" y="32"/>
                  </a:lnTo>
                  <a:lnTo>
                    <a:pt x="670" y="30"/>
                  </a:lnTo>
                  <a:lnTo>
                    <a:pt x="669" y="29"/>
                  </a:lnTo>
                  <a:lnTo>
                    <a:pt x="666" y="29"/>
                  </a:lnTo>
                  <a:lnTo>
                    <a:pt x="666" y="26"/>
                  </a:lnTo>
                  <a:lnTo>
                    <a:pt x="669" y="25"/>
                  </a:lnTo>
                  <a:lnTo>
                    <a:pt x="670" y="25"/>
                  </a:lnTo>
                  <a:lnTo>
                    <a:pt x="671" y="28"/>
                  </a:lnTo>
                  <a:lnTo>
                    <a:pt x="673" y="29"/>
                  </a:lnTo>
                  <a:lnTo>
                    <a:pt x="673" y="30"/>
                  </a:lnTo>
                  <a:lnTo>
                    <a:pt x="677" y="34"/>
                  </a:lnTo>
                  <a:lnTo>
                    <a:pt x="677" y="37"/>
                  </a:lnTo>
                  <a:lnTo>
                    <a:pt x="679" y="37"/>
                  </a:lnTo>
                  <a:lnTo>
                    <a:pt x="681" y="37"/>
                  </a:lnTo>
                  <a:lnTo>
                    <a:pt x="681" y="37"/>
                  </a:lnTo>
                  <a:lnTo>
                    <a:pt x="682" y="37"/>
                  </a:lnTo>
                  <a:lnTo>
                    <a:pt x="685" y="39"/>
                  </a:lnTo>
                  <a:lnTo>
                    <a:pt x="685" y="42"/>
                  </a:lnTo>
                  <a:lnTo>
                    <a:pt x="686" y="45"/>
                  </a:lnTo>
                  <a:lnTo>
                    <a:pt x="686" y="46"/>
                  </a:lnTo>
                  <a:lnTo>
                    <a:pt x="685" y="46"/>
                  </a:lnTo>
                  <a:lnTo>
                    <a:pt x="685" y="45"/>
                  </a:lnTo>
                  <a:lnTo>
                    <a:pt x="683" y="43"/>
                  </a:lnTo>
                  <a:lnTo>
                    <a:pt x="683" y="43"/>
                  </a:lnTo>
                  <a:lnTo>
                    <a:pt x="682" y="45"/>
                  </a:lnTo>
                  <a:lnTo>
                    <a:pt x="679" y="43"/>
                  </a:lnTo>
                  <a:lnTo>
                    <a:pt x="675" y="41"/>
                  </a:lnTo>
                  <a:lnTo>
                    <a:pt x="673" y="41"/>
                  </a:lnTo>
                  <a:lnTo>
                    <a:pt x="673" y="42"/>
                  </a:lnTo>
                  <a:lnTo>
                    <a:pt x="674" y="45"/>
                  </a:lnTo>
                  <a:lnTo>
                    <a:pt x="677" y="45"/>
                  </a:lnTo>
                  <a:lnTo>
                    <a:pt x="678" y="45"/>
                  </a:lnTo>
                  <a:lnTo>
                    <a:pt x="678" y="46"/>
                  </a:lnTo>
                  <a:lnTo>
                    <a:pt x="679" y="49"/>
                  </a:lnTo>
                  <a:lnTo>
                    <a:pt x="681" y="50"/>
                  </a:lnTo>
                  <a:lnTo>
                    <a:pt x="681" y="49"/>
                  </a:lnTo>
                  <a:lnTo>
                    <a:pt x="682" y="46"/>
                  </a:lnTo>
                  <a:lnTo>
                    <a:pt x="683" y="46"/>
                  </a:lnTo>
                  <a:lnTo>
                    <a:pt x="685" y="49"/>
                  </a:lnTo>
                  <a:lnTo>
                    <a:pt x="686" y="49"/>
                  </a:lnTo>
                  <a:lnTo>
                    <a:pt x="687" y="49"/>
                  </a:lnTo>
                  <a:lnTo>
                    <a:pt x="689" y="49"/>
                  </a:lnTo>
                  <a:lnTo>
                    <a:pt x="689" y="50"/>
                  </a:lnTo>
                  <a:lnTo>
                    <a:pt x="689" y="51"/>
                  </a:lnTo>
                  <a:lnTo>
                    <a:pt x="691" y="55"/>
                  </a:lnTo>
                  <a:lnTo>
                    <a:pt x="691" y="59"/>
                  </a:lnTo>
                  <a:lnTo>
                    <a:pt x="691" y="65"/>
                  </a:lnTo>
                  <a:lnTo>
                    <a:pt x="690" y="68"/>
                  </a:lnTo>
                  <a:lnTo>
                    <a:pt x="689" y="68"/>
                  </a:lnTo>
                  <a:lnTo>
                    <a:pt x="687" y="70"/>
                  </a:lnTo>
                  <a:lnTo>
                    <a:pt x="689" y="72"/>
                  </a:lnTo>
                  <a:lnTo>
                    <a:pt x="686" y="75"/>
                  </a:lnTo>
                  <a:lnTo>
                    <a:pt x="687" y="76"/>
                  </a:lnTo>
                  <a:lnTo>
                    <a:pt x="689" y="78"/>
                  </a:lnTo>
                  <a:lnTo>
                    <a:pt x="689" y="80"/>
                  </a:lnTo>
                  <a:lnTo>
                    <a:pt x="686" y="82"/>
                  </a:lnTo>
                  <a:lnTo>
                    <a:pt x="685" y="84"/>
                  </a:lnTo>
                  <a:lnTo>
                    <a:pt x="685" y="86"/>
                  </a:lnTo>
                  <a:lnTo>
                    <a:pt x="683" y="88"/>
                  </a:lnTo>
                  <a:lnTo>
                    <a:pt x="682" y="91"/>
                  </a:lnTo>
                  <a:lnTo>
                    <a:pt x="682" y="92"/>
                  </a:lnTo>
                  <a:lnTo>
                    <a:pt x="681" y="93"/>
                  </a:lnTo>
                  <a:lnTo>
                    <a:pt x="679" y="95"/>
                  </a:lnTo>
                  <a:lnTo>
                    <a:pt x="677" y="97"/>
                  </a:lnTo>
                  <a:lnTo>
                    <a:pt x="674" y="97"/>
                  </a:lnTo>
                  <a:lnTo>
                    <a:pt x="677" y="99"/>
                  </a:lnTo>
                  <a:lnTo>
                    <a:pt x="678" y="99"/>
                  </a:lnTo>
                  <a:lnTo>
                    <a:pt x="679" y="96"/>
                  </a:lnTo>
                  <a:lnTo>
                    <a:pt x="681" y="96"/>
                  </a:lnTo>
                  <a:lnTo>
                    <a:pt x="682" y="100"/>
                  </a:lnTo>
                  <a:lnTo>
                    <a:pt x="679" y="104"/>
                  </a:lnTo>
                  <a:lnTo>
                    <a:pt x="678" y="107"/>
                  </a:lnTo>
                  <a:lnTo>
                    <a:pt x="677" y="112"/>
                  </a:lnTo>
                  <a:lnTo>
                    <a:pt x="678" y="115"/>
                  </a:lnTo>
                  <a:lnTo>
                    <a:pt x="678" y="117"/>
                  </a:lnTo>
                  <a:lnTo>
                    <a:pt x="677" y="122"/>
                  </a:lnTo>
                  <a:lnTo>
                    <a:pt x="673" y="122"/>
                  </a:lnTo>
                  <a:lnTo>
                    <a:pt x="673" y="122"/>
                  </a:lnTo>
                  <a:lnTo>
                    <a:pt x="670" y="122"/>
                  </a:lnTo>
                  <a:lnTo>
                    <a:pt x="670" y="124"/>
                  </a:lnTo>
                  <a:lnTo>
                    <a:pt x="670" y="125"/>
                  </a:lnTo>
                  <a:lnTo>
                    <a:pt x="671" y="130"/>
                  </a:lnTo>
                  <a:lnTo>
                    <a:pt x="671" y="133"/>
                  </a:lnTo>
                  <a:lnTo>
                    <a:pt x="669" y="134"/>
                  </a:lnTo>
                  <a:lnTo>
                    <a:pt x="667" y="137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7" y="145"/>
                  </a:lnTo>
                  <a:lnTo>
                    <a:pt x="667" y="146"/>
                  </a:lnTo>
                  <a:lnTo>
                    <a:pt x="670" y="147"/>
                  </a:lnTo>
                  <a:lnTo>
                    <a:pt x="667" y="154"/>
                  </a:lnTo>
                  <a:lnTo>
                    <a:pt x="666" y="155"/>
                  </a:lnTo>
                  <a:lnTo>
                    <a:pt x="666" y="158"/>
                  </a:lnTo>
                  <a:lnTo>
                    <a:pt x="666" y="155"/>
                  </a:lnTo>
                  <a:lnTo>
                    <a:pt x="669" y="155"/>
                  </a:lnTo>
                  <a:lnTo>
                    <a:pt x="671" y="154"/>
                  </a:lnTo>
                  <a:lnTo>
                    <a:pt x="671" y="151"/>
                  </a:lnTo>
                  <a:lnTo>
                    <a:pt x="671" y="150"/>
                  </a:lnTo>
                  <a:lnTo>
                    <a:pt x="673" y="149"/>
                  </a:lnTo>
                  <a:lnTo>
                    <a:pt x="675" y="149"/>
                  </a:lnTo>
                  <a:lnTo>
                    <a:pt x="677" y="147"/>
                  </a:lnTo>
                  <a:lnTo>
                    <a:pt x="675" y="147"/>
                  </a:lnTo>
                  <a:lnTo>
                    <a:pt x="671" y="143"/>
                  </a:lnTo>
                  <a:lnTo>
                    <a:pt x="670" y="141"/>
                  </a:lnTo>
                  <a:lnTo>
                    <a:pt x="671" y="138"/>
                  </a:lnTo>
                  <a:lnTo>
                    <a:pt x="675" y="137"/>
                  </a:lnTo>
                  <a:lnTo>
                    <a:pt x="679" y="137"/>
                  </a:lnTo>
                  <a:lnTo>
                    <a:pt x="683" y="134"/>
                  </a:lnTo>
                  <a:lnTo>
                    <a:pt x="685" y="134"/>
                  </a:lnTo>
                  <a:lnTo>
                    <a:pt x="686" y="133"/>
                  </a:lnTo>
                  <a:lnTo>
                    <a:pt x="685" y="130"/>
                  </a:lnTo>
                  <a:lnTo>
                    <a:pt x="689" y="128"/>
                  </a:lnTo>
                  <a:lnTo>
                    <a:pt x="690" y="125"/>
                  </a:lnTo>
                  <a:lnTo>
                    <a:pt x="689" y="122"/>
                  </a:lnTo>
                  <a:lnTo>
                    <a:pt x="689" y="121"/>
                  </a:lnTo>
                  <a:lnTo>
                    <a:pt x="691" y="122"/>
                  </a:lnTo>
                  <a:lnTo>
                    <a:pt x="694" y="122"/>
                  </a:lnTo>
                  <a:lnTo>
                    <a:pt x="696" y="120"/>
                  </a:lnTo>
                  <a:lnTo>
                    <a:pt x="695" y="117"/>
                  </a:lnTo>
                  <a:lnTo>
                    <a:pt x="699" y="115"/>
                  </a:lnTo>
                  <a:lnTo>
                    <a:pt x="699" y="112"/>
                  </a:lnTo>
                  <a:lnTo>
                    <a:pt x="698" y="111"/>
                  </a:lnTo>
                  <a:lnTo>
                    <a:pt x="694" y="112"/>
                  </a:lnTo>
                  <a:lnTo>
                    <a:pt x="694" y="115"/>
                  </a:lnTo>
                  <a:lnTo>
                    <a:pt x="690" y="117"/>
                  </a:lnTo>
                  <a:lnTo>
                    <a:pt x="687" y="116"/>
                  </a:lnTo>
                  <a:lnTo>
                    <a:pt x="686" y="112"/>
                  </a:lnTo>
                  <a:lnTo>
                    <a:pt x="687" y="109"/>
                  </a:lnTo>
                  <a:lnTo>
                    <a:pt x="687" y="105"/>
                  </a:lnTo>
                  <a:lnTo>
                    <a:pt x="690" y="104"/>
                  </a:lnTo>
                  <a:lnTo>
                    <a:pt x="692" y="104"/>
                  </a:lnTo>
                  <a:lnTo>
                    <a:pt x="696" y="107"/>
                  </a:lnTo>
                  <a:lnTo>
                    <a:pt x="698" y="104"/>
                  </a:lnTo>
                  <a:lnTo>
                    <a:pt x="698" y="101"/>
                  </a:lnTo>
                  <a:lnTo>
                    <a:pt x="702" y="100"/>
                  </a:lnTo>
                  <a:lnTo>
                    <a:pt x="702" y="103"/>
                  </a:lnTo>
                  <a:lnTo>
                    <a:pt x="700" y="104"/>
                  </a:lnTo>
                  <a:lnTo>
                    <a:pt x="700" y="107"/>
                  </a:lnTo>
                  <a:lnTo>
                    <a:pt x="707" y="112"/>
                  </a:lnTo>
                  <a:lnTo>
                    <a:pt x="710" y="112"/>
                  </a:lnTo>
                  <a:lnTo>
                    <a:pt x="712" y="111"/>
                  </a:lnTo>
                  <a:lnTo>
                    <a:pt x="716" y="109"/>
                  </a:lnTo>
                  <a:lnTo>
                    <a:pt x="719" y="108"/>
                  </a:lnTo>
                  <a:lnTo>
                    <a:pt x="717" y="105"/>
                  </a:lnTo>
                  <a:lnTo>
                    <a:pt x="714" y="101"/>
                  </a:lnTo>
                  <a:lnTo>
                    <a:pt x="714" y="100"/>
                  </a:lnTo>
                  <a:lnTo>
                    <a:pt x="715" y="100"/>
                  </a:lnTo>
                  <a:lnTo>
                    <a:pt x="720" y="104"/>
                  </a:lnTo>
                  <a:lnTo>
                    <a:pt x="721" y="104"/>
                  </a:lnTo>
                  <a:lnTo>
                    <a:pt x="724" y="107"/>
                  </a:lnTo>
                  <a:lnTo>
                    <a:pt x="724" y="108"/>
                  </a:lnTo>
                  <a:lnTo>
                    <a:pt x="724" y="111"/>
                  </a:lnTo>
                  <a:lnTo>
                    <a:pt x="727" y="113"/>
                  </a:lnTo>
                  <a:lnTo>
                    <a:pt x="728" y="117"/>
                  </a:lnTo>
                  <a:lnTo>
                    <a:pt x="728" y="118"/>
                  </a:lnTo>
                  <a:lnTo>
                    <a:pt x="728" y="117"/>
                  </a:lnTo>
                  <a:lnTo>
                    <a:pt x="731" y="115"/>
                  </a:lnTo>
                  <a:lnTo>
                    <a:pt x="732" y="115"/>
                  </a:lnTo>
                  <a:lnTo>
                    <a:pt x="733" y="112"/>
                  </a:lnTo>
                  <a:lnTo>
                    <a:pt x="732" y="112"/>
                  </a:lnTo>
                  <a:lnTo>
                    <a:pt x="731" y="113"/>
                  </a:lnTo>
                  <a:lnTo>
                    <a:pt x="728" y="112"/>
                  </a:lnTo>
                  <a:lnTo>
                    <a:pt x="727" y="109"/>
                  </a:lnTo>
                  <a:lnTo>
                    <a:pt x="729" y="107"/>
                  </a:lnTo>
                  <a:lnTo>
                    <a:pt x="732" y="105"/>
                  </a:lnTo>
                  <a:lnTo>
                    <a:pt x="733" y="103"/>
                  </a:lnTo>
                  <a:lnTo>
                    <a:pt x="735" y="103"/>
                  </a:lnTo>
                  <a:lnTo>
                    <a:pt x="736" y="101"/>
                  </a:lnTo>
                  <a:lnTo>
                    <a:pt x="741" y="100"/>
                  </a:lnTo>
                  <a:lnTo>
                    <a:pt x="749" y="99"/>
                  </a:lnTo>
                  <a:lnTo>
                    <a:pt x="758" y="99"/>
                  </a:lnTo>
                  <a:lnTo>
                    <a:pt x="765" y="95"/>
                  </a:lnTo>
                  <a:lnTo>
                    <a:pt x="769" y="95"/>
                  </a:lnTo>
                  <a:lnTo>
                    <a:pt x="773" y="96"/>
                  </a:lnTo>
                  <a:lnTo>
                    <a:pt x="771" y="97"/>
                  </a:lnTo>
                  <a:lnTo>
                    <a:pt x="771" y="99"/>
                  </a:lnTo>
                  <a:lnTo>
                    <a:pt x="770" y="101"/>
                  </a:lnTo>
                  <a:lnTo>
                    <a:pt x="771" y="105"/>
                  </a:lnTo>
                  <a:lnTo>
                    <a:pt x="774" y="108"/>
                  </a:lnTo>
                  <a:lnTo>
                    <a:pt x="785" y="109"/>
                  </a:lnTo>
                  <a:lnTo>
                    <a:pt x="787" y="109"/>
                  </a:lnTo>
                  <a:lnTo>
                    <a:pt x="787" y="109"/>
                  </a:lnTo>
                  <a:lnTo>
                    <a:pt x="791" y="109"/>
                  </a:lnTo>
                  <a:lnTo>
                    <a:pt x="794" y="109"/>
                  </a:lnTo>
                  <a:lnTo>
                    <a:pt x="802" y="109"/>
                  </a:lnTo>
                  <a:lnTo>
                    <a:pt x="807" y="105"/>
                  </a:lnTo>
                  <a:lnTo>
                    <a:pt x="808" y="107"/>
                  </a:lnTo>
                  <a:lnTo>
                    <a:pt x="811" y="107"/>
                  </a:lnTo>
                  <a:lnTo>
                    <a:pt x="812" y="104"/>
                  </a:lnTo>
                  <a:lnTo>
                    <a:pt x="811" y="103"/>
                  </a:lnTo>
                  <a:lnTo>
                    <a:pt x="814" y="101"/>
                  </a:lnTo>
                  <a:lnTo>
                    <a:pt x="816" y="103"/>
                  </a:lnTo>
                  <a:lnTo>
                    <a:pt x="819" y="101"/>
                  </a:lnTo>
                  <a:lnTo>
                    <a:pt x="820" y="103"/>
                  </a:lnTo>
                  <a:lnTo>
                    <a:pt x="821" y="104"/>
                  </a:lnTo>
                  <a:lnTo>
                    <a:pt x="823" y="101"/>
                  </a:lnTo>
                  <a:lnTo>
                    <a:pt x="821" y="100"/>
                  </a:lnTo>
                  <a:lnTo>
                    <a:pt x="820" y="97"/>
                  </a:lnTo>
                  <a:lnTo>
                    <a:pt x="820" y="95"/>
                  </a:lnTo>
                  <a:lnTo>
                    <a:pt x="819" y="93"/>
                  </a:lnTo>
                  <a:lnTo>
                    <a:pt x="816" y="93"/>
                  </a:lnTo>
                  <a:lnTo>
                    <a:pt x="816" y="90"/>
                  </a:lnTo>
                  <a:lnTo>
                    <a:pt x="815" y="90"/>
                  </a:lnTo>
                  <a:lnTo>
                    <a:pt x="814" y="87"/>
                  </a:lnTo>
                  <a:lnTo>
                    <a:pt x="812" y="86"/>
                  </a:lnTo>
                  <a:lnTo>
                    <a:pt x="812" y="82"/>
                  </a:lnTo>
                  <a:lnTo>
                    <a:pt x="814" y="80"/>
                  </a:lnTo>
                  <a:lnTo>
                    <a:pt x="814" y="82"/>
                  </a:lnTo>
                  <a:lnTo>
                    <a:pt x="815" y="82"/>
                  </a:lnTo>
                  <a:lnTo>
                    <a:pt x="818" y="80"/>
                  </a:lnTo>
                  <a:lnTo>
                    <a:pt x="816" y="79"/>
                  </a:lnTo>
                  <a:lnTo>
                    <a:pt x="816" y="76"/>
                  </a:lnTo>
                  <a:lnTo>
                    <a:pt x="818" y="76"/>
                  </a:lnTo>
                  <a:lnTo>
                    <a:pt x="821" y="79"/>
                  </a:lnTo>
                  <a:lnTo>
                    <a:pt x="823" y="78"/>
                  </a:lnTo>
                  <a:lnTo>
                    <a:pt x="823" y="76"/>
                  </a:lnTo>
                  <a:lnTo>
                    <a:pt x="824" y="78"/>
                  </a:lnTo>
                  <a:lnTo>
                    <a:pt x="827" y="78"/>
                  </a:lnTo>
                  <a:lnTo>
                    <a:pt x="828" y="76"/>
                  </a:lnTo>
                  <a:lnTo>
                    <a:pt x="829" y="75"/>
                  </a:lnTo>
                  <a:lnTo>
                    <a:pt x="832" y="78"/>
                  </a:lnTo>
                  <a:lnTo>
                    <a:pt x="833" y="78"/>
                  </a:lnTo>
                  <a:lnTo>
                    <a:pt x="835" y="80"/>
                  </a:lnTo>
                  <a:lnTo>
                    <a:pt x="836" y="79"/>
                  </a:lnTo>
                  <a:lnTo>
                    <a:pt x="836" y="76"/>
                  </a:lnTo>
                  <a:lnTo>
                    <a:pt x="839" y="78"/>
                  </a:lnTo>
                  <a:lnTo>
                    <a:pt x="840" y="79"/>
                  </a:lnTo>
                  <a:lnTo>
                    <a:pt x="839" y="80"/>
                  </a:lnTo>
                  <a:lnTo>
                    <a:pt x="837" y="83"/>
                  </a:lnTo>
                  <a:lnTo>
                    <a:pt x="839" y="83"/>
                  </a:lnTo>
                  <a:lnTo>
                    <a:pt x="841" y="83"/>
                  </a:lnTo>
                  <a:lnTo>
                    <a:pt x="841" y="83"/>
                  </a:lnTo>
                  <a:lnTo>
                    <a:pt x="841" y="82"/>
                  </a:lnTo>
                  <a:lnTo>
                    <a:pt x="843" y="82"/>
                  </a:lnTo>
                  <a:lnTo>
                    <a:pt x="844" y="82"/>
                  </a:lnTo>
                  <a:lnTo>
                    <a:pt x="844" y="79"/>
                  </a:lnTo>
                  <a:lnTo>
                    <a:pt x="843" y="78"/>
                  </a:lnTo>
                  <a:lnTo>
                    <a:pt x="843" y="76"/>
                  </a:lnTo>
                  <a:lnTo>
                    <a:pt x="845" y="76"/>
                  </a:lnTo>
                  <a:lnTo>
                    <a:pt x="848" y="76"/>
                  </a:lnTo>
                  <a:lnTo>
                    <a:pt x="849" y="76"/>
                  </a:lnTo>
                  <a:lnTo>
                    <a:pt x="850" y="76"/>
                  </a:lnTo>
                  <a:lnTo>
                    <a:pt x="854" y="76"/>
                  </a:lnTo>
                  <a:lnTo>
                    <a:pt x="854" y="78"/>
                  </a:lnTo>
                  <a:lnTo>
                    <a:pt x="854" y="82"/>
                  </a:lnTo>
                  <a:lnTo>
                    <a:pt x="856" y="79"/>
                  </a:lnTo>
                  <a:lnTo>
                    <a:pt x="856" y="79"/>
                  </a:lnTo>
                  <a:lnTo>
                    <a:pt x="858" y="78"/>
                  </a:lnTo>
                  <a:lnTo>
                    <a:pt x="860" y="80"/>
                  </a:lnTo>
                  <a:lnTo>
                    <a:pt x="861" y="80"/>
                  </a:lnTo>
                  <a:lnTo>
                    <a:pt x="862" y="79"/>
                  </a:lnTo>
                  <a:lnTo>
                    <a:pt x="865" y="82"/>
                  </a:lnTo>
                  <a:lnTo>
                    <a:pt x="866" y="86"/>
                  </a:lnTo>
                  <a:lnTo>
                    <a:pt x="868" y="83"/>
                  </a:lnTo>
                  <a:lnTo>
                    <a:pt x="869" y="82"/>
                  </a:lnTo>
                  <a:lnTo>
                    <a:pt x="870" y="83"/>
                  </a:lnTo>
                  <a:lnTo>
                    <a:pt x="869" y="86"/>
                  </a:lnTo>
                  <a:lnTo>
                    <a:pt x="870" y="87"/>
                  </a:lnTo>
                  <a:lnTo>
                    <a:pt x="872" y="88"/>
                  </a:lnTo>
                  <a:lnTo>
                    <a:pt x="873" y="88"/>
                  </a:lnTo>
                  <a:lnTo>
                    <a:pt x="874" y="91"/>
                  </a:lnTo>
                  <a:lnTo>
                    <a:pt x="875" y="90"/>
                  </a:lnTo>
                  <a:lnTo>
                    <a:pt x="875" y="90"/>
                  </a:lnTo>
                  <a:lnTo>
                    <a:pt x="877" y="92"/>
                  </a:lnTo>
                  <a:lnTo>
                    <a:pt x="875" y="93"/>
                  </a:lnTo>
                  <a:lnTo>
                    <a:pt x="875" y="96"/>
                  </a:lnTo>
                  <a:lnTo>
                    <a:pt x="878" y="93"/>
                  </a:lnTo>
                  <a:lnTo>
                    <a:pt x="881" y="93"/>
                  </a:lnTo>
                  <a:lnTo>
                    <a:pt x="881" y="95"/>
                  </a:lnTo>
                  <a:lnTo>
                    <a:pt x="877" y="99"/>
                  </a:lnTo>
                  <a:lnTo>
                    <a:pt x="877" y="103"/>
                  </a:lnTo>
                  <a:lnTo>
                    <a:pt x="881" y="103"/>
                  </a:lnTo>
                  <a:lnTo>
                    <a:pt x="882" y="101"/>
                  </a:lnTo>
                  <a:lnTo>
                    <a:pt x="883" y="100"/>
                  </a:lnTo>
                  <a:lnTo>
                    <a:pt x="885" y="101"/>
                  </a:lnTo>
                  <a:lnTo>
                    <a:pt x="885" y="104"/>
                  </a:lnTo>
                  <a:lnTo>
                    <a:pt x="886" y="103"/>
                  </a:lnTo>
                  <a:lnTo>
                    <a:pt x="889" y="105"/>
                  </a:lnTo>
                  <a:lnTo>
                    <a:pt x="889" y="109"/>
                  </a:lnTo>
                  <a:lnTo>
                    <a:pt x="891" y="108"/>
                  </a:lnTo>
                  <a:lnTo>
                    <a:pt x="891" y="111"/>
                  </a:lnTo>
                  <a:lnTo>
                    <a:pt x="893" y="109"/>
                  </a:lnTo>
                  <a:lnTo>
                    <a:pt x="894" y="111"/>
                  </a:lnTo>
                  <a:lnTo>
                    <a:pt x="891" y="115"/>
                  </a:lnTo>
                  <a:lnTo>
                    <a:pt x="889" y="116"/>
                  </a:lnTo>
                  <a:lnTo>
                    <a:pt x="886" y="115"/>
                  </a:lnTo>
                  <a:lnTo>
                    <a:pt x="882" y="113"/>
                  </a:lnTo>
                  <a:lnTo>
                    <a:pt x="877" y="113"/>
                  </a:lnTo>
                  <a:lnTo>
                    <a:pt x="879" y="115"/>
                  </a:lnTo>
                  <a:lnTo>
                    <a:pt x="879" y="117"/>
                  </a:lnTo>
                  <a:lnTo>
                    <a:pt x="885" y="117"/>
                  </a:lnTo>
                  <a:lnTo>
                    <a:pt x="885" y="120"/>
                  </a:lnTo>
                  <a:lnTo>
                    <a:pt x="890" y="122"/>
                  </a:lnTo>
                  <a:lnTo>
                    <a:pt x="894" y="124"/>
                  </a:lnTo>
                  <a:lnTo>
                    <a:pt x="897" y="122"/>
                  </a:lnTo>
                  <a:lnTo>
                    <a:pt x="897" y="120"/>
                  </a:lnTo>
                  <a:lnTo>
                    <a:pt x="895" y="117"/>
                  </a:lnTo>
                  <a:lnTo>
                    <a:pt x="894" y="116"/>
                  </a:lnTo>
                  <a:lnTo>
                    <a:pt x="895" y="116"/>
                  </a:lnTo>
                  <a:lnTo>
                    <a:pt x="898" y="118"/>
                  </a:lnTo>
                  <a:lnTo>
                    <a:pt x="901" y="120"/>
                  </a:lnTo>
                  <a:lnTo>
                    <a:pt x="902" y="121"/>
                  </a:lnTo>
                  <a:lnTo>
                    <a:pt x="899" y="121"/>
                  </a:lnTo>
                  <a:lnTo>
                    <a:pt x="895" y="125"/>
                  </a:lnTo>
                  <a:lnTo>
                    <a:pt x="897" y="126"/>
                  </a:lnTo>
                  <a:lnTo>
                    <a:pt x="898" y="126"/>
                  </a:lnTo>
                  <a:lnTo>
                    <a:pt x="899" y="125"/>
                  </a:lnTo>
                  <a:lnTo>
                    <a:pt x="902" y="125"/>
                  </a:lnTo>
                  <a:lnTo>
                    <a:pt x="908" y="133"/>
                  </a:lnTo>
                  <a:lnTo>
                    <a:pt x="911" y="133"/>
                  </a:lnTo>
                  <a:lnTo>
                    <a:pt x="914" y="137"/>
                  </a:lnTo>
                  <a:lnTo>
                    <a:pt x="919" y="137"/>
                  </a:lnTo>
                  <a:lnTo>
                    <a:pt x="923" y="141"/>
                  </a:lnTo>
                  <a:lnTo>
                    <a:pt x="926" y="142"/>
                  </a:lnTo>
                  <a:lnTo>
                    <a:pt x="927" y="141"/>
                  </a:lnTo>
                  <a:lnTo>
                    <a:pt x="926" y="138"/>
                  </a:lnTo>
                  <a:lnTo>
                    <a:pt x="927" y="138"/>
                  </a:lnTo>
                  <a:lnTo>
                    <a:pt x="929" y="140"/>
                  </a:lnTo>
                  <a:lnTo>
                    <a:pt x="929" y="142"/>
                  </a:lnTo>
                  <a:lnTo>
                    <a:pt x="931" y="143"/>
                  </a:lnTo>
                  <a:lnTo>
                    <a:pt x="932" y="143"/>
                  </a:lnTo>
                  <a:lnTo>
                    <a:pt x="933" y="141"/>
                  </a:lnTo>
                  <a:lnTo>
                    <a:pt x="931" y="129"/>
                  </a:lnTo>
                  <a:lnTo>
                    <a:pt x="928" y="124"/>
                  </a:lnTo>
                  <a:lnTo>
                    <a:pt x="926" y="116"/>
                  </a:lnTo>
                  <a:lnTo>
                    <a:pt x="924" y="109"/>
                  </a:lnTo>
                  <a:lnTo>
                    <a:pt x="923" y="107"/>
                  </a:lnTo>
                  <a:lnTo>
                    <a:pt x="922" y="104"/>
                  </a:lnTo>
                  <a:lnTo>
                    <a:pt x="924" y="105"/>
                  </a:lnTo>
                  <a:lnTo>
                    <a:pt x="926" y="108"/>
                  </a:lnTo>
                  <a:lnTo>
                    <a:pt x="928" y="111"/>
                  </a:lnTo>
                  <a:lnTo>
                    <a:pt x="931" y="112"/>
                  </a:lnTo>
                  <a:lnTo>
                    <a:pt x="933" y="115"/>
                  </a:lnTo>
                  <a:lnTo>
                    <a:pt x="939" y="115"/>
                  </a:lnTo>
                  <a:lnTo>
                    <a:pt x="948" y="113"/>
                  </a:lnTo>
                  <a:lnTo>
                    <a:pt x="949" y="115"/>
                  </a:lnTo>
                  <a:lnTo>
                    <a:pt x="952" y="113"/>
                  </a:lnTo>
                  <a:lnTo>
                    <a:pt x="953" y="116"/>
                  </a:lnTo>
                  <a:lnTo>
                    <a:pt x="954" y="115"/>
                  </a:lnTo>
                  <a:lnTo>
                    <a:pt x="952" y="112"/>
                  </a:lnTo>
                  <a:lnTo>
                    <a:pt x="953" y="111"/>
                  </a:lnTo>
                  <a:lnTo>
                    <a:pt x="951" y="109"/>
                  </a:lnTo>
                  <a:lnTo>
                    <a:pt x="952" y="108"/>
                  </a:lnTo>
                  <a:lnTo>
                    <a:pt x="952" y="105"/>
                  </a:lnTo>
                  <a:lnTo>
                    <a:pt x="960" y="103"/>
                  </a:lnTo>
                  <a:lnTo>
                    <a:pt x="961" y="103"/>
                  </a:lnTo>
                  <a:lnTo>
                    <a:pt x="964" y="103"/>
                  </a:lnTo>
                  <a:lnTo>
                    <a:pt x="966" y="104"/>
                  </a:lnTo>
                  <a:lnTo>
                    <a:pt x="970" y="104"/>
                  </a:lnTo>
                  <a:lnTo>
                    <a:pt x="973" y="107"/>
                  </a:lnTo>
                  <a:lnTo>
                    <a:pt x="976" y="108"/>
                  </a:lnTo>
                  <a:lnTo>
                    <a:pt x="977" y="111"/>
                  </a:lnTo>
                  <a:lnTo>
                    <a:pt x="981" y="111"/>
                  </a:lnTo>
                  <a:lnTo>
                    <a:pt x="982" y="113"/>
                  </a:lnTo>
                  <a:lnTo>
                    <a:pt x="987" y="113"/>
                  </a:lnTo>
                  <a:lnTo>
                    <a:pt x="983" y="111"/>
                  </a:lnTo>
                  <a:lnTo>
                    <a:pt x="983" y="109"/>
                  </a:lnTo>
                  <a:lnTo>
                    <a:pt x="987" y="111"/>
                  </a:lnTo>
                  <a:lnTo>
                    <a:pt x="989" y="109"/>
                  </a:lnTo>
                  <a:lnTo>
                    <a:pt x="986" y="108"/>
                  </a:lnTo>
                  <a:lnTo>
                    <a:pt x="989" y="105"/>
                  </a:lnTo>
                  <a:lnTo>
                    <a:pt x="986" y="104"/>
                  </a:lnTo>
                  <a:lnTo>
                    <a:pt x="983" y="105"/>
                  </a:lnTo>
                  <a:lnTo>
                    <a:pt x="981" y="104"/>
                  </a:lnTo>
                  <a:lnTo>
                    <a:pt x="981" y="101"/>
                  </a:lnTo>
                  <a:lnTo>
                    <a:pt x="980" y="99"/>
                  </a:lnTo>
                  <a:lnTo>
                    <a:pt x="981" y="97"/>
                  </a:lnTo>
                  <a:lnTo>
                    <a:pt x="982" y="99"/>
                  </a:lnTo>
                  <a:lnTo>
                    <a:pt x="985" y="97"/>
                  </a:lnTo>
                  <a:lnTo>
                    <a:pt x="983" y="95"/>
                  </a:lnTo>
                  <a:lnTo>
                    <a:pt x="985" y="95"/>
                  </a:lnTo>
                  <a:lnTo>
                    <a:pt x="989" y="97"/>
                  </a:lnTo>
                  <a:lnTo>
                    <a:pt x="989" y="100"/>
                  </a:lnTo>
                  <a:lnTo>
                    <a:pt x="991" y="99"/>
                  </a:lnTo>
                  <a:lnTo>
                    <a:pt x="993" y="100"/>
                  </a:lnTo>
                  <a:lnTo>
                    <a:pt x="994" y="100"/>
                  </a:lnTo>
                  <a:lnTo>
                    <a:pt x="993" y="97"/>
                  </a:lnTo>
                  <a:lnTo>
                    <a:pt x="995" y="96"/>
                  </a:lnTo>
                  <a:lnTo>
                    <a:pt x="997" y="97"/>
                  </a:lnTo>
                  <a:lnTo>
                    <a:pt x="998" y="95"/>
                  </a:lnTo>
                  <a:lnTo>
                    <a:pt x="994" y="91"/>
                  </a:lnTo>
                  <a:lnTo>
                    <a:pt x="991" y="91"/>
                  </a:lnTo>
                  <a:lnTo>
                    <a:pt x="989" y="87"/>
                  </a:lnTo>
                  <a:lnTo>
                    <a:pt x="989" y="84"/>
                  </a:lnTo>
                  <a:lnTo>
                    <a:pt x="987" y="83"/>
                  </a:lnTo>
                  <a:lnTo>
                    <a:pt x="985" y="84"/>
                  </a:lnTo>
                  <a:lnTo>
                    <a:pt x="982" y="83"/>
                  </a:lnTo>
                  <a:lnTo>
                    <a:pt x="986" y="82"/>
                  </a:lnTo>
                  <a:lnTo>
                    <a:pt x="985" y="79"/>
                  </a:lnTo>
                  <a:lnTo>
                    <a:pt x="985" y="79"/>
                  </a:lnTo>
                  <a:lnTo>
                    <a:pt x="983" y="76"/>
                  </a:lnTo>
                  <a:lnTo>
                    <a:pt x="987" y="76"/>
                  </a:lnTo>
                  <a:lnTo>
                    <a:pt x="989" y="71"/>
                  </a:lnTo>
                  <a:lnTo>
                    <a:pt x="983" y="72"/>
                  </a:lnTo>
                  <a:lnTo>
                    <a:pt x="981" y="75"/>
                  </a:lnTo>
                  <a:lnTo>
                    <a:pt x="981" y="78"/>
                  </a:lnTo>
                  <a:lnTo>
                    <a:pt x="977" y="76"/>
                  </a:lnTo>
                  <a:lnTo>
                    <a:pt x="974" y="72"/>
                  </a:lnTo>
                  <a:lnTo>
                    <a:pt x="976" y="70"/>
                  </a:lnTo>
                  <a:lnTo>
                    <a:pt x="976" y="67"/>
                  </a:lnTo>
                  <a:lnTo>
                    <a:pt x="980" y="66"/>
                  </a:lnTo>
                  <a:lnTo>
                    <a:pt x="982" y="66"/>
                  </a:lnTo>
                  <a:lnTo>
                    <a:pt x="986" y="62"/>
                  </a:lnTo>
                  <a:lnTo>
                    <a:pt x="986" y="61"/>
                  </a:lnTo>
                  <a:lnTo>
                    <a:pt x="985" y="58"/>
                  </a:lnTo>
                  <a:lnTo>
                    <a:pt x="982" y="58"/>
                  </a:lnTo>
                  <a:lnTo>
                    <a:pt x="980" y="57"/>
                  </a:lnTo>
                  <a:lnTo>
                    <a:pt x="976" y="57"/>
                  </a:lnTo>
                  <a:lnTo>
                    <a:pt x="973" y="54"/>
                  </a:lnTo>
                  <a:lnTo>
                    <a:pt x="977" y="53"/>
                  </a:lnTo>
                  <a:lnTo>
                    <a:pt x="981" y="51"/>
                  </a:lnTo>
                  <a:lnTo>
                    <a:pt x="986" y="54"/>
                  </a:lnTo>
                  <a:lnTo>
                    <a:pt x="991" y="53"/>
                  </a:lnTo>
                  <a:lnTo>
                    <a:pt x="999" y="53"/>
                  </a:lnTo>
                  <a:lnTo>
                    <a:pt x="1014" y="51"/>
                  </a:lnTo>
                  <a:lnTo>
                    <a:pt x="1015" y="50"/>
                  </a:lnTo>
                  <a:lnTo>
                    <a:pt x="1026" y="50"/>
                  </a:lnTo>
                  <a:lnTo>
                    <a:pt x="1030" y="51"/>
                  </a:lnTo>
                  <a:lnTo>
                    <a:pt x="1033" y="50"/>
                  </a:lnTo>
                  <a:lnTo>
                    <a:pt x="1039" y="50"/>
                  </a:lnTo>
                  <a:lnTo>
                    <a:pt x="1036" y="51"/>
                  </a:lnTo>
                  <a:lnTo>
                    <a:pt x="1028" y="55"/>
                  </a:lnTo>
                  <a:lnTo>
                    <a:pt x="1026" y="54"/>
                  </a:lnTo>
                  <a:lnTo>
                    <a:pt x="1024" y="54"/>
                  </a:lnTo>
                  <a:lnTo>
                    <a:pt x="1022" y="53"/>
                  </a:lnTo>
                  <a:lnTo>
                    <a:pt x="1020" y="58"/>
                  </a:lnTo>
                  <a:lnTo>
                    <a:pt x="1023" y="61"/>
                  </a:lnTo>
                  <a:lnTo>
                    <a:pt x="1020" y="62"/>
                  </a:lnTo>
                  <a:lnTo>
                    <a:pt x="1020" y="63"/>
                  </a:lnTo>
                  <a:lnTo>
                    <a:pt x="1023" y="65"/>
                  </a:lnTo>
                  <a:lnTo>
                    <a:pt x="1026" y="62"/>
                  </a:lnTo>
                  <a:lnTo>
                    <a:pt x="1027" y="59"/>
                  </a:lnTo>
                  <a:lnTo>
                    <a:pt x="1032" y="55"/>
                  </a:lnTo>
                  <a:lnTo>
                    <a:pt x="1040" y="53"/>
                  </a:lnTo>
                  <a:lnTo>
                    <a:pt x="1041" y="57"/>
                  </a:lnTo>
                  <a:lnTo>
                    <a:pt x="1041" y="63"/>
                  </a:lnTo>
                  <a:lnTo>
                    <a:pt x="1041" y="65"/>
                  </a:lnTo>
                  <a:lnTo>
                    <a:pt x="1040" y="61"/>
                  </a:lnTo>
                  <a:lnTo>
                    <a:pt x="1037" y="58"/>
                  </a:lnTo>
                  <a:lnTo>
                    <a:pt x="1037" y="55"/>
                  </a:lnTo>
                  <a:lnTo>
                    <a:pt x="1035" y="58"/>
                  </a:lnTo>
                  <a:lnTo>
                    <a:pt x="1033" y="57"/>
                  </a:lnTo>
                  <a:lnTo>
                    <a:pt x="1035" y="61"/>
                  </a:lnTo>
                  <a:lnTo>
                    <a:pt x="1037" y="62"/>
                  </a:lnTo>
                  <a:lnTo>
                    <a:pt x="1039" y="67"/>
                  </a:lnTo>
                  <a:lnTo>
                    <a:pt x="1036" y="71"/>
                  </a:lnTo>
                  <a:lnTo>
                    <a:pt x="1035" y="70"/>
                  </a:lnTo>
                  <a:lnTo>
                    <a:pt x="1033" y="71"/>
                  </a:lnTo>
                  <a:lnTo>
                    <a:pt x="1036" y="74"/>
                  </a:lnTo>
                  <a:lnTo>
                    <a:pt x="1036" y="75"/>
                  </a:lnTo>
                  <a:lnTo>
                    <a:pt x="1037" y="76"/>
                  </a:lnTo>
                  <a:lnTo>
                    <a:pt x="1039" y="76"/>
                  </a:lnTo>
                  <a:lnTo>
                    <a:pt x="1041" y="74"/>
                  </a:lnTo>
                  <a:lnTo>
                    <a:pt x="1041" y="71"/>
                  </a:lnTo>
                  <a:lnTo>
                    <a:pt x="1044" y="67"/>
                  </a:lnTo>
                  <a:lnTo>
                    <a:pt x="1043" y="65"/>
                  </a:lnTo>
                  <a:lnTo>
                    <a:pt x="1044" y="62"/>
                  </a:lnTo>
                  <a:lnTo>
                    <a:pt x="1043" y="50"/>
                  </a:lnTo>
                  <a:lnTo>
                    <a:pt x="1047" y="46"/>
                  </a:lnTo>
                  <a:lnTo>
                    <a:pt x="1053" y="45"/>
                  </a:lnTo>
                  <a:lnTo>
                    <a:pt x="1060" y="43"/>
                  </a:lnTo>
                  <a:lnTo>
                    <a:pt x="1066" y="43"/>
                  </a:lnTo>
                  <a:lnTo>
                    <a:pt x="1074" y="46"/>
                  </a:lnTo>
                  <a:lnTo>
                    <a:pt x="1078" y="51"/>
                  </a:lnTo>
                  <a:lnTo>
                    <a:pt x="1078" y="54"/>
                  </a:lnTo>
                  <a:lnTo>
                    <a:pt x="1076" y="55"/>
                  </a:lnTo>
                  <a:lnTo>
                    <a:pt x="1072" y="53"/>
                  </a:lnTo>
                  <a:lnTo>
                    <a:pt x="1072" y="54"/>
                  </a:lnTo>
                  <a:lnTo>
                    <a:pt x="1072" y="55"/>
                  </a:lnTo>
                  <a:lnTo>
                    <a:pt x="1072" y="58"/>
                  </a:lnTo>
                  <a:lnTo>
                    <a:pt x="1072" y="61"/>
                  </a:lnTo>
                  <a:lnTo>
                    <a:pt x="1070" y="62"/>
                  </a:lnTo>
                  <a:lnTo>
                    <a:pt x="1072" y="63"/>
                  </a:lnTo>
                  <a:lnTo>
                    <a:pt x="1074" y="61"/>
                  </a:lnTo>
                  <a:lnTo>
                    <a:pt x="1078" y="61"/>
                  </a:lnTo>
                  <a:lnTo>
                    <a:pt x="1081" y="58"/>
                  </a:lnTo>
                  <a:lnTo>
                    <a:pt x="1082" y="62"/>
                  </a:lnTo>
                  <a:lnTo>
                    <a:pt x="1084" y="65"/>
                  </a:lnTo>
                  <a:lnTo>
                    <a:pt x="1084" y="67"/>
                  </a:lnTo>
                  <a:lnTo>
                    <a:pt x="1085" y="68"/>
                  </a:lnTo>
                  <a:lnTo>
                    <a:pt x="1086" y="66"/>
                  </a:lnTo>
                  <a:lnTo>
                    <a:pt x="1086" y="65"/>
                  </a:lnTo>
                  <a:lnTo>
                    <a:pt x="1089" y="62"/>
                  </a:lnTo>
                  <a:lnTo>
                    <a:pt x="1091" y="63"/>
                  </a:lnTo>
                  <a:lnTo>
                    <a:pt x="1093" y="67"/>
                  </a:lnTo>
                  <a:lnTo>
                    <a:pt x="1091" y="68"/>
                  </a:lnTo>
                  <a:lnTo>
                    <a:pt x="1091" y="71"/>
                  </a:lnTo>
                  <a:lnTo>
                    <a:pt x="1091" y="72"/>
                  </a:lnTo>
                  <a:lnTo>
                    <a:pt x="1094" y="71"/>
                  </a:lnTo>
                  <a:lnTo>
                    <a:pt x="1095" y="68"/>
                  </a:lnTo>
                  <a:lnTo>
                    <a:pt x="1095" y="68"/>
                  </a:lnTo>
                  <a:lnTo>
                    <a:pt x="1097" y="70"/>
                  </a:lnTo>
                  <a:lnTo>
                    <a:pt x="1097" y="67"/>
                  </a:lnTo>
                  <a:lnTo>
                    <a:pt x="1099" y="63"/>
                  </a:lnTo>
                  <a:lnTo>
                    <a:pt x="1101" y="62"/>
                  </a:lnTo>
                  <a:lnTo>
                    <a:pt x="1102" y="62"/>
                  </a:lnTo>
                  <a:lnTo>
                    <a:pt x="1107" y="66"/>
                  </a:lnTo>
                  <a:lnTo>
                    <a:pt x="1114" y="67"/>
                  </a:lnTo>
                  <a:lnTo>
                    <a:pt x="1116" y="71"/>
                  </a:lnTo>
                  <a:lnTo>
                    <a:pt x="1116" y="74"/>
                  </a:lnTo>
                  <a:lnTo>
                    <a:pt x="1113" y="76"/>
                  </a:lnTo>
                  <a:lnTo>
                    <a:pt x="1110" y="79"/>
                  </a:lnTo>
                  <a:lnTo>
                    <a:pt x="1114" y="76"/>
                  </a:lnTo>
                  <a:lnTo>
                    <a:pt x="1118" y="76"/>
                  </a:lnTo>
                  <a:lnTo>
                    <a:pt x="1122" y="78"/>
                  </a:lnTo>
                  <a:lnTo>
                    <a:pt x="1126" y="76"/>
                  </a:lnTo>
                  <a:lnTo>
                    <a:pt x="1128" y="74"/>
                  </a:lnTo>
                  <a:lnTo>
                    <a:pt x="1131" y="72"/>
                  </a:lnTo>
                  <a:lnTo>
                    <a:pt x="1136" y="68"/>
                  </a:lnTo>
                  <a:lnTo>
                    <a:pt x="1139" y="67"/>
                  </a:lnTo>
                  <a:lnTo>
                    <a:pt x="1141" y="63"/>
                  </a:lnTo>
                  <a:lnTo>
                    <a:pt x="1145" y="63"/>
                  </a:lnTo>
                  <a:lnTo>
                    <a:pt x="1155" y="58"/>
                  </a:lnTo>
                  <a:lnTo>
                    <a:pt x="1159" y="57"/>
                  </a:lnTo>
                  <a:lnTo>
                    <a:pt x="1161" y="58"/>
                  </a:lnTo>
                  <a:lnTo>
                    <a:pt x="1161" y="57"/>
                  </a:lnTo>
                  <a:lnTo>
                    <a:pt x="1166" y="53"/>
                  </a:lnTo>
                  <a:lnTo>
                    <a:pt x="1169" y="53"/>
                  </a:lnTo>
                  <a:lnTo>
                    <a:pt x="1176" y="53"/>
                  </a:lnTo>
                  <a:lnTo>
                    <a:pt x="1188" y="57"/>
                  </a:lnTo>
                  <a:lnTo>
                    <a:pt x="1192" y="62"/>
                  </a:lnTo>
                  <a:lnTo>
                    <a:pt x="1197" y="65"/>
                  </a:lnTo>
                  <a:lnTo>
                    <a:pt x="1201" y="68"/>
                  </a:lnTo>
                  <a:lnTo>
                    <a:pt x="1203" y="74"/>
                  </a:lnTo>
                  <a:lnTo>
                    <a:pt x="1203" y="75"/>
                  </a:lnTo>
                  <a:lnTo>
                    <a:pt x="1205" y="76"/>
                  </a:lnTo>
                  <a:lnTo>
                    <a:pt x="1205" y="80"/>
                  </a:lnTo>
                  <a:lnTo>
                    <a:pt x="1207" y="84"/>
                  </a:lnTo>
                  <a:lnTo>
                    <a:pt x="1207" y="87"/>
                  </a:lnTo>
                  <a:lnTo>
                    <a:pt x="1206" y="90"/>
                  </a:lnTo>
                  <a:lnTo>
                    <a:pt x="1209" y="90"/>
                  </a:lnTo>
                  <a:lnTo>
                    <a:pt x="1211" y="86"/>
                  </a:lnTo>
                  <a:lnTo>
                    <a:pt x="1214" y="86"/>
                  </a:lnTo>
                  <a:lnTo>
                    <a:pt x="1215" y="87"/>
                  </a:lnTo>
                  <a:lnTo>
                    <a:pt x="1215" y="86"/>
                  </a:lnTo>
                  <a:lnTo>
                    <a:pt x="1219" y="86"/>
                  </a:lnTo>
                  <a:lnTo>
                    <a:pt x="1222" y="87"/>
                  </a:lnTo>
                  <a:lnTo>
                    <a:pt x="1223" y="90"/>
                  </a:lnTo>
                  <a:lnTo>
                    <a:pt x="1223" y="87"/>
                  </a:lnTo>
                  <a:lnTo>
                    <a:pt x="1222" y="83"/>
                  </a:lnTo>
                  <a:lnTo>
                    <a:pt x="1224" y="83"/>
                  </a:lnTo>
                  <a:lnTo>
                    <a:pt x="1226" y="87"/>
                  </a:lnTo>
                  <a:lnTo>
                    <a:pt x="1230" y="90"/>
                  </a:lnTo>
                  <a:lnTo>
                    <a:pt x="1231" y="95"/>
                  </a:lnTo>
                  <a:lnTo>
                    <a:pt x="1232" y="95"/>
                  </a:lnTo>
                  <a:lnTo>
                    <a:pt x="1236" y="99"/>
                  </a:lnTo>
                  <a:lnTo>
                    <a:pt x="1236" y="97"/>
                  </a:lnTo>
                  <a:lnTo>
                    <a:pt x="1235" y="93"/>
                  </a:lnTo>
                  <a:lnTo>
                    <a:pt x="1232" y="92"/>
                  </a:lnTo>
                  <a:lnTo>
                    <a:pt x="1232" y="91"/>
                  </a:lnTo>
                  <a:lnTo>
                    <a:pt x="1235" y="92"/>
                  </a:lnTo>
                  <a:lnTo>
                    <a:pt x="1236" y="92"/>
                  </a:lnTo>
                  <a:lnTo>
                    <a:pt x="1239" y="93"/>
                  </a:lnTo>
                  <a:lnTo>
                    <a:pt x="1243" y="99"/>
                  </a:lnTo>
                  <a:lnTo>
                    <a:pt x="1242" y="95"/>
                  </a:lnTo>
                  <a:lnTo>
                    <a:pt x="1238" y="88"/>
                  </a:lnTo>
                  <a:lnTo>
                    <a:pt x="1238" y="83"/>
                  </a:lnTo>
                  <a:lnTo>
                    <a:pt x="1238" y="79"/>
                  </a:lnTo>
                  <a:lnTo>
                    <a:pt x="1240" y="75"/>
                  </a:lnTo>
                  <a:lnTo>
                    <a:pt x="1245" y="75"/>
                  </a:lnTo>
                  <a:lnTo>
                    <a:pt x="1247" y="74"/>
                  </a:lnTo>
                  <a:lnTo>
                    <a:pt x="1252" y="71"/>
                  </a:lnTo>
                  <a:lnTo>
                    <a:pt x="1251" y="70"/>
                  </a:lnTo>
                  <a:lnTo>
                    <a:pt x="1252" y="68"/>
                  </a:lnTo>
                  <a:lnTo>
                    <a:pt x="1253" y="68"/>
                  </a:lnTo>
                  <a:lnTo>
                    <a:pt x="1256" y="71"/>
                  </a:lnTo>
                  <a:lnTo>
                    <a:pt x="1259" y="72"/>
                  </a:lnTo>
                  <a:lnTo>
                    <a:pt x="1261" y="71"/>
                  </a:lnTo>
                  <a:lnTo>
                    <a:pt x="1265" y="68"/>
                  </a:lnTo>
                  <a:lnTo>
                    <a:pt x="1267" y="70"/>
                  </a:lnTo>
                  <a:lnTo>
                    <a:pt x="1271" y="67"/>
                  </a:lnTo>
                  <a:lnTo>
                    <a:pt x="1276" y="68"/>
                  </a:lnTo>
                  <a:lnTo>
                    <a:pt x="1278" y="67"/>
                  </a:lnTo>
                  <a:lnTo>
                    <a:pt x="1278" y="66"/>
                  </a:lnTo>
                  <a:lnTo>
                    <a:pt x="1280" y="68"/>
                  </a:lnTo>
                  <a:lnTo>
                    <a:pt x="1281" y="70"/>
                  </a:lnTo>
                  <a:lnTo>
                    <a:pt x="1282" y="67"/>
                  </a:lnTo>
                  <a:lnTo>
                    <a:pt x="1285" y="63"/>
                  </a:lnTo>
                  <a:lnTo>
                    <a:pt x="1284" y="62"/>
                  </a:lnTo>
                  <a:lnTo>
                    <a:pt x="1284" y="58"/>
                  </a:lnTo>
                  <a:lnTo>
                    <a:pt x="1284" y="55"/>
                  </a:lnTo>
                  <a:lnTo>
                    <a:pt x="1285" y="54"/>
                  </a:lnTo>
                  <a:lnTo>
                    <a:pt x="1289" y="55"/>
                  </a:lnTo>
                  <a:lnTo>
                    <a:pt x="1290" y="58"/>
                  </a:lnTo>
                  <a:lnTo>
                    <a:pt x="1292" y="59"/>
                  </a:lnTo>
                  <a:lnTo>
                    <a:pt x="1294" y="59"/>
                  </a:lnTo>
                  <a:lnTo>
                    <a:pt x="1297" y="62"/>
                  </a:lnTo>
                  <a:lnTo>
                    <a:pt x="1297" y="65"/>
                  </a:lnTo>
                  <a:lnTo>
                    <a:pt x="1299" y="68"/>
                  </a:lnTo>
                  <a:lnTo>
                    <a:pt x="1301" y="70"/>
                  </a:lnTo>
                  <a:lnTo>
                    <a:pt x="1305" y="68"/>
                  </a:lnTo>
                  <a:lnTo>
                    <a:pt x="1310" y="70"/>
                  </a:lnTo>
                  <a:lnTo>
                    <a:pt x="1311" y="70"/>
                  </a:lnTo>
                  <a:lnTo>
                    <a:pt x="1313" y="70"/>
                  </a:lnTo>
                  <a:lnTo>
                    <a:pt x="1317" y="75"/>
                  </a:lnTo>
                  <a:lnTo>
                    <a:pt x="1317" y="78"/>
                  </a:lnTo>
                  <a:lnTo>
                    <a:pt x="1318" y="79"/>
                  </a:lnTo>
                  <a:lnTo>
                    <a:pt x="1322" y="79"/>
                  </a:lnTo>
                  <a:lnTo>
                    <a:pt x="1325" y="78"/>
                  </a:lnTo>
                  <a:lnTo>
                    <a:pt x="1327" y="78"/>
                  </a:lnTo>
                  <a:lnTo>
                    <a:pt x="1327" y="76"/>
                  </a:lnTo>
                  <a:lnTo>
                    <a:pt x="1330" y="74"/>
                  </a:lnTo>
                  <a:lnTo>
                    <a:pt x="1331" y="75"/>
                  </a:lnTo>
                  <a:lnTo>
                    <a:pt x="1332" y="74"/>
                  </a:lnTo>
                  <a:lnTo>
                    <a:pt x="1331" y="71"/>
                  </a:lnTo>
                  <a:lnTo>
                    <a:pt x="1332" y="71"/>
                  </a:lnTo>
                  <a:lnTo>
                    <a:pt x="1331" y="68"/>
                  </a:lnTo>
                  <a:lnTo>
                    <a:pt x="1331" y="67"/>
                  </a:lnTo>
                  <a:lnTo>
                    <a:pt x="1328" y="65"/>
                  </a:lnTo>
                  <a:lnTo>
                    <a:pt x="1326" y="63"/>
                  </a:lnTo>
                  <a:lnTo>
                    <a:pt x="1325" y="59"/>
                  </a:lnTo>
                  <a:lnTo>
                    <a:pt x="1321" y="55"/>
                  </a:lnTo>
                  <a:lnTo>
                    <a:pt x="1319" y="55"/>
                  </a:lnTo>
                  <a:lnTo>
                    <a:pt x="1318" y="53"/>
                  </a:lnTo>
                  <a:lnTo>
                    <a:pt x="1314" y="51"/>
                  </a:lnTo>
                  <a:lnTo>
                    <a:pt x="1311" y="53"/>
                  </a:lnTo>
                  <a:lnTo>
                    <a:pt x="1310" y="53"/>
                  </a:lnTo>
                  <a:lnTo>
                    <a:pt x="1310" y="50"/>
                  </a:lnTo>
                  <a:lnTo>
                    <a:pt x="1311" y="49"/>
                  </a:lnTo>
                  <a:lnTo>
                    <a:pt x="1309" y="45"/>
                  </a:lnTo>
                  <a:lnTo>
                    <a:pt x="1309" y="42"/>
                  </a:lnTo>
                  <a:lnTo>
                    <a:pt x="1307" y="41"/>
                  </a:lnTo>
                  <a:lnTo>
                    <a:pt x="1306" y="38"/>
                  </a:lnTo>
                  <a:lnTo>
                    <a:pt x="1302" y="36"/>
                  </a:lnTo>
                  <a:lnTo>
                    <a:pt x="1302" y="34"/>
                  </a:lnTo>
                  <a:lnTo>
                    <a:pt x="1307" y="34"/>
                  </a:lnTo>
                  <a:lnTo>
                    <a:pt x="1310" y="34"/>
                  </a:lnTo>
                  <a:lnTo>
                    <a:pt x="1317" y="34"/>
                  </a:lnTo>
                  <a:lnTo>
                    <a:pt x="1322" y="34"/>
                  </a:lnTo>
                  <a:lnTo>
                    <a:pt x="1322" y="33"/>
                  </a:lnTo>
                  <a:lnTo>
                    <a:pt x="1325" y="32"/>
                  </a:lnTo>
                  <a:lnTo>
                    <a:pt x="1327" y="33"/>
                  </a:lnTo>
                  <a:lnTo>
                    <a:pt x="1330" y="33"/>
                  </a:lnTo>
                  <a:lnTo>
                    <a:pt x="1331" y="33"/>
                  </a:lnTo>
                  <a:lnTo>
                    <a:pt x="1331" y="30"/>
                  </a:lnTo>
                  <a:lnTo>
                    <a:pt x="1334" y="30"/>
                  </a:lnTo>
                  <a:lnTo>
                    <a:pt x="1335" y="32"/>
                  </a:lnTo>
                  <a:lnTo>
                    <a:pt x="1336" y="32"/>
                  </a:lnTo>
                  <a:lnTo>
                    <a:pt x="1338" y="29"/>
                  </a:lnTo>
                  <a:lnTo>
                    <a:pt x="1339" y="30"/>
                  </a:lnTo>
                  <a:lnTo>
                    <a:pt x="1340" y="28"/>
                  </a:lnTo>
                  <a:lnTo>
                    <a:pt x="1350" y="25"/>
                  </a:lnTo>
                  <a:lnTo>
                    <a:pt x="1351" y="28"/>
                  </a:lnTo>
                  <a:lnTo>
                    <a:pt x="1351" y="25"/>
                  </a:lnTo>
                  <a:lnTo>
                    <a:pt x="1352" y="24"/>
                  </a:lnTo>
                  <a:lnTo>
                    <a:pt x="1353" y="24"/>
                  </a:lnTo>
                  <a:lnTo>
                    <a:pt x="1356" y="24"/>
                  </a:lnTo>
                  <a:lnTo>
                    <a:pt x="1359" y="24"/>
                  </a:lnTo>
                  <a:lnTo>
                    <a:pt x="1360" y="25"/>
                  </a:lnTo>
                  <a:lnTo>
                    <a:pt x="1365" y="25"/>
                  </a:lnTo>
                  <a:lnTo>
                    <a:pt x="1367" y="24"/>
                  </a:lnTo>
                  <a:lnTo>
                    <a:pt x="1368" y="25"/>
                  </a:lnTo>
                  <a:lnTo>
                    <a:pt x="1369" y="26"/>
                  </a:lnTo>
                  <a:lnTo>
                    <a:pt x="1372" y="25"/>
                  </a:lnTo>
                  <a:lnTo>
                    <a:pt x="1375" y="24"/>
                  </a:lnTo>
                  <a:lnTo>
                    <a:pt x="1382" y="26"/>
                  </a:lnTo>
                  <a:lnTo>
                    <a:pt x="1385" y="28"/>
                  </a:lnTo>
                  <a:lnTo>
                    <a:pt x="1386" y="28"/>
                  </a:lnTo>
                  <a:lnTo>
                    <a:pt x="1386" y="26"/>
                  </a:lnTo>
                  <a:lnTo>
                    <a:pt x="1389" y="26"/>
                  </a:lnTo>
                  <a:lnTo>
                    <a:pt x="1390" y="28"/>
                  </a:lnTo>
                  <a:lnTo>
                    <a:pt x="1389" y="29"/>
                  </a:lnTo>
                  <a:lnTo>
                    <a:pt x="1390" y="29"/>
                  </a:lnTo>
                  <a:lnTo>
                    <a:pt x="1394" y="29"/>
                  </a:lnTo>
                  <a:lnTo>
                    <a:pt x="1402" y="29"/>
                  </a:lnTo>
                  <a:lnTo>
                    <a:pt x="1409" y="34"/>
                  </a:lnTo>
                  <a:lnTo>
                    <a:pt x="1409" y="36"/>
                  </a:lnTo>
                  <a:lnTo>
                    <a:pt x="1406" y="34"/>
                  </a:lnTo>
                  <a:lnTo>
                    <a:pt x="1402" y="33"/>
                  </a:lnTo>
                  <a:lnTo>
                    <a:pt x="1402" y="33"/>
                  </a:lnTo>
                  <a:lnTo>
                    <a:pt x="1409" y="36"/>
                  </a:lnTo>
                  <a:lnTo>
                    <a:pt x="1413" y="36"/>
                  </a:lnTo>
                  <a:lnTo>
                    <a:pt x="1413" y="34"/>
                  </a:lnTo>
                  <a:lnTo>
                    <a:pt x="1417" y="34"/>
                  </a:lnTo>
                  <a:lnTo>
                    <a:pt x="1419" y="34"/>
                  </a:lnTo>
                  <a:lnTo>
                    <a:pt x="1419" y="32"/>
                  </a:lnTo>
                  <a:lnTo>
                    <a:pt x="1421" y="32"/>
                  </a:lnTo>
                  <a:lnTo>
                    <a:pt x="1423" y="33"/>
                  </a:lnTo>
                  <a:lnTo>
                    <a:pt x="1425" y="34"/>
                  </a:lnTo>
                  <a:lnTo>
                    <a:pt x="1426" y="34"/>
                  </a:lnTo>
                  <a:lnTo>
                    <a:pt x="1426" y="33"/>
                  </a:lnTo>
                  <a:lnTo>
                    <a:pt x="1427" y="33"/>
                  </a:lnTo>
                  <a:lnTo>
                    <a:pt x="1430" y="34"/>
                  </a:lnTo>
                  <a:lnTo>
                    <a:pt x="1430" y="36"/>
                  </a:lnTo>
                  <a:lnTo>
                    <a:pt x="1434" y="37"/>
                  </a:lnTo>
                  <a:lnTo>
                    <a:pt x="1436" y="36"/>
                  </a:lnTo>
                  <a:lnTo>
                    <a:pt x="1447" y="37"/>
                  </a:lnTo>
                  <a:lnTo>
                    <a:pt x="1446" y="36"/>
                  </a:lnTo>
                  <a:lnTo>
                    <a:pt x="1450" y="36"/>
                  </a:lnTo>
                  <a:lnTo>
                    <a:pt x="1451" y="37"/>
                  </a:lnTo>
                  <a:lnTo>
                    <a:pt x="1452" y="38"/>
                  </a:lnTo>
                  <a:lnTo>
                    <a:pt x="1452" y="36"/>
                  </a:lnTo>
                  <a:lnTo>
                    <a:pt x="1452" y="36"/>
                  </a:lnTo>
                  <a:lnTo>
                    <a:pt x="1456" y="37"/>
                  </a:lnTo>
                  <a:lnTo>
                    <a:pt x="1456" y="37"/>
                  </a:lnTo>
                  <a:lnTo>
                    <a:pt x="1457" y="39"/>
                  </a:lnTo>
                  <a:lnTo>
                    <a:pt x="1461" y="38"/>
                  </a:lnTo>
                  <a:lnTo>
                    <a:pt x="1461" y="38"/>
                  </a:lnTo>
                  <a:lnTo>
                    <a:pt x="1460" y="37"/>
                  </a:lnTo>
                  <a:lnTo>
                    <a:pt x="1464" y="37"/>
                  </a:lnTo>
                  <a:lnTo>
                    <a:pt x="1465" y="38"/>
                  </a:lnTo>
                  <a:lnTo>
                    <a:pt x="1464" y="39"/>
                  </a:lnTo>
                  <a:lnTo>
                    <a:pt x="1467" y="42"/>
                  </a:lnTo>
                  <a:lnTo>
                    <a:pt x="1471" y="43"/>
                  </a:lnTo>
                  <a:lnTo>
                    <a:pt x="1473" y="42"/>
                  </a:lnTo>
                  <a:lnTo>
                    <a:pt x="1469" y="41"/>
                  </a:lnTo>
                  <a:lnTo>
                    <a:pt x="1467" y="39"/>
                  </a:lnTo>
                  <a:lnTo>
                    <a:pt x="1467" y="38"/>
                  </a:lnTo>
                  <a:lnTo>
                    <a:pt x="1469" y="37"/>
                  </a:lnTo>
                  <a:lnTo>
                    <a:pt x="1472" y="37"/>
                  </a:lnTo>
                  <a:lnTo>
                    <a:pt x="1477" y="39"/>
                  </a:lnTo>
                  <a:lnTo>
                    <a:pt x="1477" y="42"/>
                  </a:lnTo>
                  <a:lnTo>
                    <a:pt x="1479" y="43"/>
                  </a:lnTo>
                  <a:lnTo>
                    <a:pt x="1480" y="41"/>
                  </a:lnTo>
                  <a:lnTo>
                    <a:pt x="1479" y="41"/>
                  </a:lnTo>
                  <a:lnTo>
                    <a:pt x="1481" y="41"/>
                  </a:lnTo>
                  <a:lnTo>
                    <a:pt x="1483" y="42"/>
                  </a:lnTo>
                  <a:lnTo>
                    <a:pt x="1481" y="43"/>
                  </a:lnTo>
                  <a:lnTo>
                    <a:pt x="1484" y="46"/>
                  </a:lnTo>
                  <a:lnTo>
                    <a:pt x="1488" y="53"/>
                  </a:lnTo>
                  <a:lnTo>
                    <a:pt x="1492" y="54"/>
                  </a:lnTo>
                  <a:lnTo>
                    <a:pt x="1493" y="57"/>
                  </a:lnTo>
                  <a:lnTo>
                    <a:pt x="1494" y="59"/>
                  </a:lnTo>
                  <a:lnTo>
                    <a:pt x="1496" y="61"/>
                  </a:lnTo>
                  <a:lnTo>
                    <a:pt x="1496" y="62"/>
                  </a:lnTo>
                  <a:lnTo>
                    <a:pt x="1496" y="65"/>
                  </a:lnTo>
                  <a:lnTo>
                    <a:pt x="1498" y="66"/>
                  </a:lnTo>
                  <a:lnTo>
                    <a:pt x="1500" y="63"/>
                  </a:lnTo>
                  <a:lnTo>
                    <a:pt x="1504" y="65"/>
                  </a:lnTo>
                  <a:lnTo>
                    <a:pt x="1505" y="67"/>
                  </a:lnTo>
                  <a:lnTo>
                    <a:pt x="1508" y="68"/>
                  </a:lnTo>
                  <a:lnTo>
                    <a:pt x="1508" y="67"/>
                  </a:lnTo>
                  <a:lnTo>
                    <a:pt x="1506" y="66"/>
                  </a:lnTo>
                  <a:lnTo>
                    <a:pt x="1506" y="65"/>
                  </a:lnTo>
                  <a:lnTo>
                    <a:pt x="1508" y="62"/>
                  </a:lnTo>
                  <a:lnTo>
                    <a:pt x="1509" y="63"/>
                  </a:lnTo>
                  <a:lnTo>
                    <a:pt x="1510" y="66"/>
                  </a:lnTo>
                  <a:lnTo>
                    <a:pt x="1513" y="68"/>
                  </a:lnTo>
                  <a:lnTo>
                    <a:pt x="1511" y="67"/>
                  </a:lnTo>
                  <a:lnTo>
                    <a:pt x="1510" y="63"/>
                  </a:lnTo>
                  <a:lnTo>
                    <a:pt x="1510" y="61"/>
                  </a:lnTo>
                  <a:lnTo>
                    <a:pt x="1509" y="59"/>
                  </a:lnTo>
                  <a:lnTo>
                    <a:pt x="1506" y="61"/>
                  </a:lnTo>
                  <a:lnTo>
                    <a:pt x="1502" y="61"/>
                  </a:lnTo>
                  <a:lnTo>
                    <a:pt x="1502" y="59"/>
                  </a:lnTo>
                  <a:lnTo>
                    <a:pt x="1504" y="58"/>
                  </a:lnTo>
                  <a:lnTo>
                    <a:pt x="1504" y="55"/>
                  </a:lnTo>
                  <a:lnTo>
                    <a:pt x="1498" y="51"/>
                  </a:lnTo>
                  <a:lnTo>
                    <a:pt x="1497" y="50"/>
                  </a:lnTo>
                  <a:lnTo>
                    <a:pt x="1496" y="47"/>
                  </a:lnTo>
                  <a:lnTo>
                    <a:pt x="1494" y="47"/>
                  </a:lnTo>
                  <a:lnTo>
                    <a:pt x="1490" y="50"/>
                  </a:lnTo>
                  <a:lnTo>
                    <a:pt x="1490" y="49"/>
                  </a:lnTo>
                  <a:lnTo>
                    <a:pt x="1493" y="46"/>
                  </a:lnTo>
                  <a:lnTo>
                    <a:pt x="1494" y="43"/>
                  </a:lnTo>
                  <a:lnTo>
                    <a:pt x="1497" y="38"/>
                  </a:lnTo>
                  <a:lnTo>
                    <a:pt x="1500" y="38"/>
                  </a:lnTo>
                  <a:lnTo>
                    <a:pt x="1498" y="39"/>
                  </a:lnTo>
                  <a:lnTo>
                    <a:pt x="1501" y="43"/>
                  </a:lnTo>
                  <a:lnTo>
                    <a:pt x="1504" y="45"/>
                  </a:lnTo>
                  <a:lnTo>
                    <a:pt x="1504" y="43"/>
                  </a:lnTo>
                  <a:lnTo>
                    <a:pt x="1501" y="42"/>
                  </a:lnTo>
                  <a:lnTo>
                    <a:pt x="1501" y="39"/>
                  </a:lnTo>
                  <a:lnTo>
                    <a:pt x="1502" y="39"/>
                  </a:lnTo>
                  <a:lnTo>
                    <a:pt x="1505" y="38"/>
                  </a:lnTo>
                  <a:lnTo>
                    <a:pt x="1505" y="36"/>
                  </a:lnTo>
                  <a:lnTo>
                    <a:pt x="1502" y="36"/>
                  </a:lnTo>
                  <a:lnTo>
                    <a:pt x="1504" y="36"/>
                  </a:lnTo>
                  <a:lnTo>
                    <a:pt x="1505" y="34"/>
                  </a:lnTo>
                  <a:lnTo>
                    <a:pt x="1508" y="34"/>
                  </a:lnTo>
                  <a:lnTo>
                    <a:pt x="1509" y="30"/>
                  </a:lnTo>
                  <a:lnTo>
                    <a:pt x="1511" y="30"/>
                  </a:lnTo>
                  <a:lnTo>
                    <a:pt x="1513" y="33"/>
                  </a:lnTo>
                  <a:lnTo>
                    <a:pt x="1514" y="32"/>
                  </a:lnTo>
                  <a:lnTo>
                    <a:pt x="1515" y="33"/>
                  </a:lnTo>
                  <a:lnTo>
                    <a:pt x="1515" y="33"/>
                  </a:lnTo>
                  <a:lnTo>
                    <a:pt x="1518" y="36"/>
                  </a:lnTo>
                  <a:lnTo>
                    <a:pt x="1522" y="36"/>
                  </a:lnTo>
                  <a:lnTo>
                    <a:pt x="1523" y="36"/>
                  </a:lnTo>
                  <a:lnTo>
                    <a:pt x="1530" y="37"/>
                  </a:lnTo>
                  <a:lnTo>
                    <a:pt x="1530" y="39"/>
                  </a:lnTo>
                  <a:lnTo>
                    <a:pt x="1530" y="41"/>
                  </a:lnTo>
                  <a:lnTo>
                    <a:pt x="1531" y="39"/>
                  </a:lnTo>
                  <a:lnTo>
                    <a:pt x="1533" y="38"/>
                  </a:lnTo>
                  <a:lnTo>
                    <a:pt x="1534" y="38"/>
                  </a:lnTo>
                  <a:lnTo>
                    <a:pt x="1534" y="41"/>
                  </a:lnTo>
                  <a:lnTo>
                    <a:pt x="1536" y="39"/>
                  </a:lnTo>
                  <a:lnTo>
                    <a:pt x="1538" y="37"/>
                  </a:lnTo>
                  <a:lnTo>
                    <a:pt x="1540" y="38"/>
                  </a:lnTo>
                  <a:lnTo>
                    <a:pt x="1540" y="39"/>
                  </a:lnTo>
                  <a:lnTo>
                    <a:pt x="1539" y="41"/>
                  </a:lnTo>
                  <a:lnTo>
                    <a:pt x="1539" y="42"/>
                  </a:lnTo>
                  <a:lnTo>
                    <a:pt x="1540" y="49"/>
                  </a:lnTo>
                  <a:lnTo>
                    <a:pt x="1540" y="53"/>
                  </a:lnTo>
                  <a:lnTo>
                    <a:pt x="1540" y="54"/>
                  </a:lnTo>
                  <a:lnTo>
                    <a:pt x="1543" y="53"/>
                  </a:lnTo>
                  <a:lnTo>
                    <a:pt x="1544" y="55"/>
                  </a:lnTo>
                  <a:lnTo>
                    <a:pt x="1547" y="57"/>
                  </a:lnTo>
                  <a:lnTo>
                    <a:pt x="1547" y="59"/>
                  </a:lnTo>
                  <a:lnTo>
                    <a:pt x="1546" y="61"/>
                  </a:lnTo>
                  <a:lnTo>
                    <a:pt x="1543" y="61"/>
                  </a:lnTo>
                  <a:lnTo>
                    <a:pt x="1538" y="61"/>
                  </a:lnTo>
                  <a:lnTo>
                    <a:pt x="1544" y="62"/>
                  </a:lnTo>
                  <a:lnTo>
                    <a:pt x="1546" y="65"/>
                  </a:lnTo>
                  <a:lnTo>
                    <a:pt x="1544" y="67"/>
                  </a:lnTo>
                  <a:lnTo>
                    <a:pt x="1542" y="67"/>
                  </a:lnTo>
                  <a:lnTo>
                    <a:pt x="1539" y="71"/>
                  </a:lnTo>
                  <a:lnTo>
                    <a:pt x="1539" y="70"/>
                  </a:lnTo>
                  <a:lnTo>
                    <a:pt x="1536" y="72"/>
                  </a:lnTo>
                  <a:lnTo>
                    <a:pt x="1533" y="72"/>
                  </a:lnTo>
                  <a:lnTo>
                    <a:pt x="1530" y="74"/>
                  </a:lnTo>
                  <a:lnTo>
                    <a:pt x="1534" y="74"/>
                  </a:lnTo>
                  <a:lnTo>
                    <a:pt x="1535" y="75"/>
                  </a:lnTo>
                  <a:lnTo>
                    <a:pt x="1536" y="76"/>
                  </a:lnTo>
                  <a:lnTo>
                    <a:pt x="1539" y="75"/>
                  </a:lnTo>
                  <a:lnTo>
                    <a:pt x="1539" y="75"/>
                  </a:lnTo>
                  <a:lnTo>
                    <a:pt x="1540" y="76"/>
                  </a:lnTo>
                  <a:lnTo>
                    <a:pt x="1542" y="80"/>
                  </a:lnTo>
                  <a:lnTo>
                    <a:pt x="1540" y="82"/>
                  </a:lnTo>
                  <a:lnTo>
                    <a:pt x="1539" y="84"/>
                  </a:lnTo>
                  <a:lnTo>
                    <a:pt x="1543" y="82"/>
                  </a:lnTo>
                  <a:lnTo>
                    <a:pt x="1546" y="82"/>
                  </a:lnTo>
                  <a:lnTo>
                    <a:pt x="1548" y="84"/>
                  </a:lnTo>
                  <a:lnTo>
                    <a:pt x="1548" y="86"/>
                  </a:lnTo>
                  <a:lnTo>
                    <a:pt x="1550" y="90"/>
                  </a:lnTo>
                  <a:lnTo>
                    <a:pt x="1547" y="91"/>
                  </a:lnTo>
                  <a:lnTo>
                    <a:pt x="1548" y="92"/>
                  </a:lnTo>
                  <a:lnTo>
                    <a:pt x="1550" y="95"/>
                  </a:lnTo>
                  <a:lnTo>
                    <a:pt x="1547" y="96"/>
                  </a:lnTo>
                  <a:lnTo>
                    <a:pt x="1547" y="97"/>
                  </a:lnTo>
                  <a:lnTo>
                    <a:pt x="1547" y="100"/>
                  </a:lnTo>
                  <a:lnTo>
                    <a:pt x="1547" y="97"/>
                  </a:lnTo>
                  <a:lnTo>
                    <a:pt x="1550" y="97"/>
                  </a:lnTo>
                  <a:lnTo>
                    <a:pt x="1551" y="99"/>
                  </a:lnTo>
                  <a:lnTo>
                    <a:pt x="1551" y="101"/>
                  </a:lnTo>
                  <a:lnTo>
                    <a:pt x="1554" y="101"/>
                  </a:lnTo>
                  <a:lnTo>
                    <a:pt x="1554" y="103"/>
                  </a:lnTo>
                  <a:lnTo>
                    <a:pt x="1555" y="101"/>
                  </a:lnTo>
                  <a:lnTo>
                    <a:pt x="1556" y="100"/>
                  </a:lnTo>
                  <a:lnTo>
                    <a:pt x="1558" y="100"/>
                  </a:lnTo>
                  <a:lnTo>
                    <a:pt x="1560" y="101"/>
                  </a:lnTo>
                  <a:lnTo>
                    <a:pt x="1560" y="104"/>
                  </a:lnTo>
                  <a:lnTo>
                    <a:pt x="1558" y="104"/>
                  </a:lnTo>
                  <a:lnTo>
                    <a:pt x="1556" y="103"/>
                  </a:lnTo>
                  <a:lnTo>
                    <a:pt x="1555" y="105"/>
                  </a:lnTo>
                  <a:lnTo>
                    <a:pt x="1558" y="107"/>
                  </a:lnTo>
                  <a:lnTo>
                    <a:pt x="1559" y="107"/>
                  </a:lnTo>
                  <a:lnTo>
                    <a:pt x="1560" y="109"/>
                  </a:lnTo>
                  <a:lnTo>
                    <a:pt x="1560" y="112"/>
                  </a:lnTo>
                  <a:lnTo>
                    <a:pt x="1558" y="113"/>
                  </a:lnTo>
                  <a:lnTo>
                    <a:pt x="1555" y="109"/>
                  </a:lnTo>
                  <a:lnTo>
                    <a:pt x="1554" y="108"/>
                  </a:lnTo>
                  <a:lnTo>
                    <a:pt x="1555" y="113"/>
                  </a:lnTo>
                  <a:lnTo>
                    <a:pt x="1554" y="115"/>
                  </a:lnTo>
                  <a:lnTo>
                    <a:pt x="1552" y="115"/>
                  </a:lnTo>
                  <a:lnTo>
                    <a:pt x="1552" y="113"/>
                  </a:lnTo>
                  <a:lnTo>
                    <a:pt x="1550" y="113"/>
                  </a:lnTo>
                  <a:lnTo>
                    <a:pt x="1548" y="113"/>
                  </a:lnTo>
                  <a:lnTo>
                    <a:pt x="1543" y="112"/>
                  </a:lnTo>
                  <a:lnTo>
                    <a:pt x="1540" y="113"/>
                  </a:lnTo>
                  <a:lnTo>
                    <a:pt x="1538" y="113"/>
                  </a:lnTo>
                  <a:lnTo>
                    <a:pt x="1539" y="112"/>
                  </a:lnTo>
                  <a:lnTo>
                    <a:pt x="1538" y="111"/>
                  </a:lnTo>
                  <a:lnTo>
                    <a:pt x="1536" y="109"/>
                  </a:lnTo>
                  <a:lnTo>
                    <a:pt x="1536" y="113"/>
                  </a:lnTo>
                  <a:lnTo>
                    <a:pt x="1535" y="113"/>
                  </a:lnTo>
                  <a:lnTo>
                    <a:pt x="1535" y="113"/>
                  </a:lnTo>
                  <a:lnTo>
                    <a:pt x="1536" y="116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3" y="116"/>
                  </a:lnTo>
                  <a:lnTo>
                    <a:pt x="1527" y="117"/>
                  </a:lnTo>
                  <a:lnTo>
                    <a:pt x="1526" y="116"/>
                  </a:lnTo>
                  <a:lnTo>
                    <a:pt x="1526" y="115"/>
                  </a:lnTo>
                  <a:lnTo>
                    <a:pt x="1526" y="112"/>
                  </a:lnTo>
                  <a:lnTo>
                    <a:pt x="1525" y="112"/>
                  </a:lnTo>
                  <a:lnTo>
                    <a:pt x="1519" y="108"/>
                  </a:lnTo>
                  <a:lnTo>
                    <a:pt x="1518" y="107"/>
                  </a:lnTo>
                  <a:lnTo>
                    <a:pt x="1519" y="105"/>
                  </a:lnTo>
                  <a:lnTo>
                    <a:pt x="1515" y="104"/>
                  </a:lnTo>
                  <a:lnTo>
                    <a:pt x="1514" y="107"/>
                  </a:lnTo>
                  <a:lnTo>
                    <a:pt x="1510" y="108"/>
                  </a:lnTo>
                  <a:lnTo>
                    <a:pt x="1509" y="109"/>
                  </a:lnTo>
                  <a:lnTo>
                    <a:pt x="1508" y="111"/>
                  </a:lnTo>
                  <a:lnTo>
                    <a:pt x="1506" y="107"/>
                  </a:lnTo>
                  <a:lnTo>
                    <a:pt x="1505" y="105"/>
                  </a:lnTo>
                  <a:lnTo>
                    <a:pt x="1506" y="107"/>
                  </a:lnTo>
                  <a:lnTo>
                    <a:pt x="1506" y="112"/>
                  </a:lnTo>
                  <a:lnTo>
                    <a:pt x="1506" y="115"/>
                  </a:lnTo>
                  <a:lnTo>
                    <a:pt x="1506" y="117"/>
                  </a:lnTo>
                  <a:lnTo>
                    <a:pt x="1501" y="124"/>
                  </a:lnTo>
                  <a:lnTo>
                    <a:pt x="1500" y="124"/>
                  </a:lnTo>
                  <a:lnTo>
                    <a:pt x="1500" y="118"/>
                  </a:lnTo>
                  <a:lnTo>
                    <a:pt x="1497" y="118"/>
                  </a:lnTo>
                  <a:lnTo>
                    <a:pt x="1494" y="120"/>
                  </a:lnTo>
                  <a:lnTo>
                    <a:pt x="1489" y="115"/>
                  </a:lnTo>
                  <a:lnTo>
                    <a:pt x="1489" y="113"/>
                  </a:lnTo>
                  <a:lnTo>
                    <a:pt x="1488" y="108"/>
                  </a:lnTo>
                  <a:lnTo>
                    <a:pt x="1486" y="107"/>
                  </a:lnTo>
                  <a:lnTo>
                    <a:pt x="1485" y="105"/>
                  </a:lnTo>
                  <a:lnTo>
                    <a:pt x="1484" y="104"/>
                  </a:lnTo>
                  <a:lnTo>
                    <a:pt x="1483" y="104"/>
                  </a:lnTo>
                  <a:lnTo>
                    <a:pt x="1484" y="107"/>
                  </a:lnTo>
                  <a:lnTo>
                    <a:pt x="1484" y="108"/>
                  </a:lnTo>
                  <a:lnTo>
                    <a:pt x="1485" y="111"/>
                  </a:lnTo>
                  <a:lnTo>
                    <a:pt x="1484" y="112"/>
                  </a:lnTo>
                  <a:lnTo>
                    <a:pt x="1480" y="109"/>
                  </a:lnTo>
                  <a:lnTo>
                    <a:pt x="1477" y="107"/>
                  </a:lnTo>
                  <a:lnTo>
                    <a:pt x="1477" y="107"/>
                  </a:lnTo>
                  <a:lnTo>
                    <a:pt x="1479" y="109"/>
                  </a:lnTo>
                  <a:lnTo>
                    <a:pt x="1477" y="111"/>
                  </a:lnTo>
                  <a:lnTo>
                    <a:pt x="1479" y="112"/>
                  </a:lnTo>
                  <a:lnTo>
                    <a:pt x="1481" y="112"/>
                  </a:lnTo>
                  <a:lnTo>
                    <a:pt x="1483" y="113"/>
                  </a:lnTo>
                  <a:lnTo>
                    <a:pt x="1481" y="116"/>
                  </a:lnTo>
                  <a:lnTo>
                    <a:pt x="1479" y="117"/>
                  </a:lnTo>
                  <a:lnTo>
                    <a:pt x="1477" y="118"/>
                  </a:lnTo>
                  <a:lnTo>
                    <a:pt x="1480" y="118"/>
                  </a:lnTo>
                  <a:lnTo>
                    <a:pt x="1486" y="126"/>
                  </a:lnTo>
                  <a:lnTo>
                    <a:pt x="1490" y="128"/>
                  </a:lnTo>
                  <a:lnTo>
                    <a:pt x="1493" y="126"/>
                  </a:lnTo>
                  <a:lnTo>
                    <a:pt x="1496" y="128"/>
                  </a:lnTo>
                  <a:lnTo>
                    <a:pt x="1497" y="132"/>
                  </a:lnTo>
                  <a:lnTo>
                    <a:pt x="1497" y="132"/>
                  </a:lnTo>
                  <a:lnTo>
                    <a:pt x="1494" y="129"/>
                  </a:lnTo>
                  <a:lnTo>
                    <a:pt x="1493" y="129"/>
                  </a:lnTo>
                  <a:lnTo>
                    <a:pt x="1494" y="133"/>
                  </a:lnTo>
                  <a:lnTo>
                    <a:pt x="1498" y="134"/>
                  </a:lnTo>
                  <a:lnTo>
                    <a:pt x="1500" y="138"/>
                  </a:lnTo>
                  <a:lnTo>
                    <a:pt x="1501" y="141"/>
                  </a:lnTo>
                  <a:lnTo>
                    <a:pt x="1501" y="146"/>
                  </a:lnTo>
                  <a:lnTo>
                    <a:pt x="1500" y="153"/>
                  </a:lnTo>
                  <a:lnTo>
                    <a:pt x="1501" y="158"/>
                  </a:lnTo>
                  <a:lnTo>
                    <a:pt x="1501" y="161"/>
                  </a:lnTo>
                  <a:lnTo>
                    <a:pt x="1501" y="163"/>
                  </a:lnTo>
                  <a:lnTo>
                    <a:pt x="1498" y="167"/>
                  </a:lnTo>
                  <a:lnTo>
                    <a:pt x="1498" y="170"/>
                  </a:lnTo>
                  <a:lnTo>
                    <a:pt x="1497" y="171"/>
                  </a:lnTo>
                  <a:lnTo>
                    <a:pt x="1497" y="170"/>
                  </a:lnTo>
                  <a:lnTo>
                    <a:pt x="1497" y="168"/>
                  </a:lnTo>
                  <a:lnTo>
                    <a:pt x="1490" y="172"/>
                  </a:lnTo>
                  <a:lnTo>
                    <a:pt x="1489" y="171"/>
                  </a:lnTo>
                  <a:lnTo>
                    <a:pt x="1486" y="172"/>
                  </a:lnTo>
                  <a:lnTo>
                    <a:pt x="1485" y="172"/>
                  </a:lnTo>
                  <a:lnTo>
                    <a:pt x="1484" y="170"/>
                  </a:lnTo>
                  <a:lnTo>
                    <a:pt x="1481" y="170"/>
                  </a:lnTo>
                  <a:lnTo>
                    <a:pt x="1479" y="166"/>
                  </a:lnTo>
                  <a:lnTo>
                    <a:pt x="1476" y="165"/>
                  </a:lnTo>
                  <a:lnTo>
                    <a:pt x="1472" y="163"/>
                  </a:lnTo>
                  <a:lnTo>
                    <a:pt x="1471" y="162"/>
                  </a:lnTo>
                  <a:lnTo>
                    <a:pt x="1468" y="163"/>
                  </a:lnTo>
                  <a:lnTo>
                    <a:pt x="1467" y="166"/>
                  </a:lnTo>
                  <a:lnTo>
                    <a:pt x="1464" y="166"/>
                  </a:lnTo>
                  <a:lnTo>
                    <a:pt x="1467" y="167"/>
                  </a:lnTo>
                  <a:lnTo>
                    <a:pt x="1469" y="167"/>
                  </a:lnTo>
                  <a:lnTo>
                    <a:pt x="1471" y="165"/>
                  </a:lnTo>
                  <a:lnTo>
                    <a:pt x="1477" y="167"/>
                  </a:lnTo>
                  <a:lnTo>
                    <a:pt x="1479" y="170"/>
                  </a:lnTo>
                  <a:lnTo>
                    <a:pt x="1476" y="171"/>
                  </a:lnTo>
                  <a:lnTo>
                    <a:pt x="1473" y="170"/>
                  </a:lnTo>
                  <a:lnTo>
                    <a:pt x="1471" y="170"/>
                  </a:lnTo>
                  <a:lnTo>
                    <a:pt x="1471" y="172"/>
                  </a:lnTo>
                  <a:lnTo>
                    <a:pt x="1468" y="170"/>
                  </a:lnTo>
                  <a:lnTo>
                    <a:pt x="1467" y="171"/>
                  </a:lnTo>
                  <a:lnTo>
                    <a:pt x="1467" y="171"/>
                  </a:lnTo>
                  <a:lnTo>
                    <a:pt x="1468" y="174"/>
                  </a:lnTo>
                  <a:lnTo>
                    <a:pt x="1472" y="175"/>
                  </a:lnTo>
                  <a:lnTo>
                    <a:pt x="1471" y="179"/>
                  </a:lnTo>
                  <a:lnTo>
                    <a:pt x="1472" y="183"/>
                  </a:lnTo>
                  <a:lnTo>
                    <a:pt x="1475" y="184"/>
                  </a:lnTo>
                  <a:lnTo>
                    <a:pt x="1473" y="183"/>
                  </a:lnTo>
                  <a:lnTo>
                    <a:pt x="1473" y="178"/>
                  </a:lnTo>
                  <a:lnTo>
                    <a:pt x="1475" y="178"/>
                  </a:lnTo>
                  <a:lnTo>
                    <a:pt x="1477" y="178"/>
                  </a:lnTo>
                  <a:lnTo>
                    <a:pt x="1477" y="176"/>
                  </a:lnTo>
                  <a:lnTo>
                    <a:pt x="1481" y="172"/>
                  </a:lnTo>
                  <a:lnTo>
                    <a:pt x="1483" y="172"/>
                  </a:lnTo>
                  <a:lnTo>
                    <a:pt x="1484" y="174"/>
                  </a:lnTo>
                  <a:lnTo>
                    <a:pt x="1484" y="175"/>
                  </a:lnTo>
                  <a:lnTo>
                    <a:pt x="1488" y="180"/>
                  </a:lnTo>
                  <a:lnTo>
                    <a:pt x="1490" y="180"/>
                  </a:lnTo>
                  <a:lnTo>
                    <a:pt x="1493" y="183"/>
                  </a:lnTo>
                  <a:lnTo>
                    <a:pt x="1497" y="183"/>
                  </a:lnTo>
                  <a:lnTo>
                    <a:pt x="1497" y="180"/>
                  </a:lnTo>
                  <a:lnTo>
                    <a:pt x="1497" y="179"/>
                  </a:lnTo>
                  <a:lnTo>
                    <a:pt x="1498" y="179"/>
                  </a:lnTo>
                  <a:lnTo>
                    <a:pt x="1504" y="184"/>
                  </a:lnTo>
                  <a:lnTo>
                    <a:pt x="1505" y="187"/>
                  </a:lnTo>
                  <a:lnTo>
                    <a:pt x="1504" y="186"/>
                  </a:lnTo>
                  <a:lnTo>
                    <a:pt x="1502" y="188"/>
                  </a:lnTo>
                  <a:lnTo>
                    <a:pt x="1508" y="192"/>
                  </a:lnTo>
                  <a:lnTo>
                    <a:pt x="1509" y="192"/>
                  </a:lnTo>
                  <a:lnTo>
                    <a:pt x="1509" y="191"/>
                  </a:lnTo>
                  <a:lnTo>
                    <a:pt x="1509" y="188"/>
                  </a:lnTo>
                  <a:lnTo>
                    <a:pt x="1511" y="191"/>
                  </a:lnTo>
                  <a:lnTo>
                    <a:pt x="1517" y="197"/>
                  </a:lnTo>
                  <a:lnTo>
                    <a:pt x="1515" y="196"/>
                  </a:lnTo>
                  <a:lnTo>
                    <a:pt x="1514" y="196"/>
                  </a:lnTo>
                  <a:lnTo>
                    <a:pt x="1513" y="197"/>
                  </a:lnTo>
                  <a:lnTo>
                    <a:pt x="1514" y="200"/>
                  </a:lnTo>
                  <a:lnTo>
                    <a:pt x="1513" y="201"/>
                  </a:lnTo>
                  <a:lnTo>
                    <a:pt x="1511" y="204"/>
                  </a:lnTo>
                  <a:lnTo>
                    <a:pt x="1513" y="205"/>
                  </a:lnTo>
                  <a:lnTo>
                    <a:pt x="1515" y="204"/>
                  </a:lnTo>
                  <a:lnTo>
                    <a:pt x="1515" y="201"/>
                  </a:lnTo>
                  <a:lnTo>
                    <a:pt x="1517" y="201"/>
                  </a:lnTo>
                  <a:lnTo>
                    <a:pt x="1518" y="201"/>
                  </a:lnTo>
                  <a:lnTo>
                    <a:pt x="1519" y="200"/>
                  </a:lnTo>
                  <a:lnTo>
                    <a:pt x="1521" y="203"/>
                  </a:lnTo>
                  <a:lnTo>
                    <a:pt x="1526" y="207"/>
                  </a:lnTo>
                  <a:lnTo>
                    <a:pt x="1531" y="208"/>
                  </a:lnTo>
                  <a:lnTo>
                    <a:pt x="1535" y="211"/>
                  </a:lnTo>
                  <a:lnTo>
                    <a:pt x="1533" y="212"/>
                  </a:lnTo>
                  <a:lnTo>
                    <a:pt x="1536" y="217"/>
                  </a:lnTo>
                  <a:lnTo>
                    <a:pt x="1539" y="217"/>
                  </a:lnTo>
                  <a:lnTo>
                    <a:pt x="1542" y="222"/>
                  </a:lnTo>
                  <a:lnTo>
                    <a:pt x="1542" y="229"/>
                  </a:lnTo>
                  <a:lnTo>
                    <a:pt x="1540" y="230"/>
                  </a:lnTo>
                  <a:lnTo>
                    <a:pt x="1540" y="232"/>
                  </a:lnTo>
                  <a:lnTo>
                    <a:pt x="1543" y="233"/>
                  </a:lnTo>
                  <a:lnTo>
                    <a:pt x="1544" y="236"/>
                  </a:lnTo>
                  <a:lnTo>
                    <a:pt x="1543" y="236"/>
                  </a:lnTo>
                  <a:lnTo>
                    <a:pt x="1542" y="234"/>
                  </a:lnTo>
                  <a:lnTo>
                    <a:pt x="1533" y="234"/>
                  </a:lnTo>
                  <a:lnTo>
                    <a:pt x="1530" y="233"/>
                  </a:lnTo>
                  <a:lnTo>
                    <a:pt x="1529" y="234"/>
                  </a:lnTo>
                  <a:lnTo>
                    <a:pt x="1526" y="233"/>
                  </a:lnTo>
                  <a:lnTo>
                    <a:pt x="1526" y="232"/>
                  </a:lnTo>
                  <a:lnTo>
                    <a:pt x="1525" y="230"/>
                  </a:lnTo>
                  <a:lnTo>
                    <a:pt x="1523" y="232"/>
                  </a:lnTo>
                  <a:lnTo>
                    <a:pt x="1525" y="233"/>
                  </a:lnTo>
                  <a:lnTo>
                    <a:pt x="1521" y="236"/>
                  </a:lnTo>
                  <a:lnTo>
                    <a:pt x="1518" y="236"/>
                  </a:lnTo>
                  <a:lnTo>
                    <a:pt x="1517" y="237"/>
                  </a:lnTo>
                  <a:lnTo>
                    <a:pt x="1519" y="237"/>
                  </a:lnTo>
                  <a:lnTo>
                    <a:pt x="1515" y="241"/>
                  </a:lnTo>
                  <a:lnTo>
                    <a:pt x="1513" y="241"/>
                  </a:lnTo>
                  <a:lnTo>
                    <a:pt x="1513" y="243"/>
                  </a:lnTo>
                  <a:lnTo>
                    <a:pt x="1514" y="243"/>
                  </a:lnTo>
                  <a:lnTo>
                    <a:pt x="1510" y="249"/>
                  </a:lnTo>
                  <a:lnTo>
                    <a:pt x="1509" y="250"/>
                  </a:lnTo>
                  <a:lnTo>
                    <a:pt x="1509" y="249"/>
                  </a:lnTo>
                  <a:lnTo>
                    <a:pt x="1508" y="249"/>
                  </a:lnTo>
                  <a:lnTo>
                    <a:pt x="1508" y="253"/>
                  </a:lnTo>
                  <a:lnTo>
                    <a:pt x="1509" y="255"/>
                  </a:lnTo>
                  <a:lnTo>
                    <a:pt x="1506" y="258"/>
                  </a:lnTo>
                  <a:lnTo>
                    <a:pt x="1505" y="257"/>
                  </a:lnTo>
                  <a:lnTo>
                    <a:pt x="1505" y="259"/>
                  </a:lnTo>
                  <a:lnTo>
                    <a:pt x="1505" y="261"/>
                  </a:lnTo>
                  <a:lnTo>
                    <a:pt x="1502" y="263"/>
                  </a:lnTo>
                  <a:lnTo>
                    <a:pt x="1501" y="265"/>
                  </a:lnTo>
                  <a:lnTo>
                    <a:pt x="1502" y="266"/>
                  </a:lnTo>
                  <a:lnTo>
                    <a:pt x="1501" y="267"/>
                  </a:lnTo>
                  <a:lnTo>
                    <a:pt x="1501" y="268"/>
                  </a:lnTo>
                  <a:lnTo>
                    <a:pt x="1500" y="268"/>
                  </a:lnTo>
                  <a:lnTo>
                    <a:pt x="1497" y="268"/>
                  </a:lnTo>
                  <a:lnTo>
                    <a:pt x="1498" y="271"/>
                  </a:lnTo>
                  <a:lnTo>
                    <a:pt x="1498" y="272"/>
                  </a:lnTo>
                  <a:lnTo>
                    <a:pt x="1497" y="275"/>
                  </a:lnTo>
                  <a:lnTo>
                    <a:pt x="1497" y="276"/>
                  </a:lnTo>
                  <a:lnTo>
                    <a:pt x="1497" y="278"/>
                  </a:lnTo>
                  <a:lnTo>
                    <a:pt x="1496" y="279"/>
                  </a:lnTo>
                  <a:lnTo>
                    <a:pt x="1494" y="278"/>
                  </a:lnTo>
                  <a:lnTo>
                    <a:pt x="1493" y="278"/>
                  </a:lnTo>
                  <a:lnTo>
                    <a:pt x="1494" y="279"/>
                  </a:lnTo>
                  <a:lnTo>
                    <a:pt x="1497" y="282"/>
                  </a:lnTo>
                  <a:lnTo>
                    <a:pt x="1496" y="284"/>
                  </a:lnTo>
                  <a:lnTo>
                    <a:pt x="1493" y="284"/>
                  </a:lnTo>
                  <a:lnTo>
                    <a:pt x="1493" y="286"/>
                  </a:lnTo>
                  <a:lnTo>
                    <a:pt x="1494" y="286"/>
                  </a:lnTo>
                  <a:lnTo>
                    <a:pt x="1496" y="290"/>
                  </a:lnTo>
                  <a:lnTo>
                    <a:pt x="1494" y="291"/>
                  </a:lnTo>
                  <a:lnTo>
                    <a:pt x="1496" y="292"/>
                  </a:lnTo>
                  <a:lnTo>
                    <a:pt x="1493" y="296"/>
                  </a:lnTo>
                  <a:lnTo>
                    <a:pt x="1494" y="299"/>
                  </a:lnTo>
                  <a:lnTo>
                    <a:pt x="1492" y="303"/>
                  </a:lnTo>
                  <a:lnTo>
                    <a:pt x="1492" y="308"/>
                  </a:lnTo>
                  <a:lnTo>
                    <a:pt x="1490" y="311"/>
                  </a:lnTo>
                  <a:lnTo>
                    <a:pt x="1490" y="312"/>
                  </a:lnTo>
                  <a:lnTo>
                    <a:pt x="1492" y="313"/>
                  </a:lnTo>
                  <a:lnTo>
                    <a:pt x="1492" y="315"/>
                  </a:lnTo>
                  <a:lnTo>
                    <a:pt x="1492" y="316"/>
                  </a:lnTo>
                  <a:lnTo>
                    <a:pt x="1494" y="320"/>
                  </a:lnTo>
                  <a:lnTo>
                    <a:pt x="1494" y="322"/>
                  </a:lnTo>
                  <a:lnTo>
                    <a:pt x="1493" y="321"/>
                  </a:lnTo>
                  <a:lnTo>
                    <a:pt x="1490" y="322"/>
                  </a:lnTo>
                  <a:lnTo>
                    <a:pt x="1488" y="320"/>
                  </a:lnTo>
                  <a:lnTo>
                    <a:pt x="1486" y="321"/>
                  </a:lnTo>
                  <a:lnTo>
                    <a:pt x="1484" y="317"/>
                  </a:lnTo>
                  <a:lnTo>
                    <a:pt x="1484" y="316"/>
                  </a:lnTo>
                  <a:lnTo>
                    <a:pt x="1484" y="316"/>
                  </a:lnTo>
                  <a:lnTo>
                    <a:pt x="1481" y="316"/>
                  </a:lnTo>
                  <a:lnTo>
                    <a:pt x="1480" y="316"/>
                  </a:lnTo>
                  <a:lnTo>
                    <a:pt x="1479" y="313"/>
                  </a:lnTo>
                  <a:lnTo>
                    <a:pt x="1473" y="311"/>
                  </a:lnTo>
                  <a:lnTo>
                    <a:pt x="1469" y="309"/>
                  </a:lnTo>
                  <a:lnTo>
                    <a:pt x="1465" y="312"/>
                  </a:lnTo>
                  <a:lnTo>
                    <a:pt x="1464" y="311"/>
                  </a:lnTo>
                  <a:lnTo>
                    <a:pt x="1461" y="312"/>
                  </a:lnTo>
                  <a:lnTo>
                    <a:pt x="1459" y="315"/>
                  </a:lnTo>
                  <a:lnTo>
                    <a:pt x="1456" y="315"/>
                  </a:lnTo>
                  <a:lnTo>
                    <a:pt x="1456" y="320"/>
                  </a:lnTo>
                  <a:lnTo>
                    <a:pt x="1454" y="321"/>
                  </a:lnTo>
                  <a:lnTo>
                    <a:pt x="1452" y="320"/>
                  </a:lnTo>
                  <a:lnTo>
                    <a:pt x="1454" y="322"/>
                  </a:lnTo>
                  <a:lnTo>
                    <a:pt x="1452" y="325"/>
                  </a:lnTo>
                  <a:lnTo>
                    <a:pt x="1452" y="328"/>
                  </a:lnTo>
                  <a:lnTo>
                    <a:pt x="1452" y="329"/>
                  </a:lnTo>
                  <a:lnTo>
                    <a:pt x="1451" y="336"/>
                  </a:lnTo>
                  <a:lnTo>
                    <a:pt x="1450" y="337"/>
                  </a:lnTo>
                  <a:lnTo>
                    <a:pt x="1448" y="336"/>
                  </a:lnTo>
                  <a:lnTo>
                    <a:pt x="1446" y="328"/>
                  </a:lnTo>
                  <a:lnTo>
                    <a:pt x="1446" y="325"/>
                  </a:lnTo>
                  <a:lnTo>
                    <a:pt x="1443" y="324"/>
                  </a:lnTo>
                  <a:lnTo>
                    <a:pt x="1442" y="321"/>
                  </a:lnTo>
                  <a:lnTo>
                    <a:pt x="1442" y="324"/>
                  </a:lnTo>
                  <a:lnTo>
                    <a:pt x="1438" y="329"/>
                  </a:lnTo>
                  <a:lnTo>
                    <a:pt x="1436" y="330"/>
                  </a:lnTo>
                  <a:lnTo>
                    <a:pt x="1436" y="333"/>
                  </a:lnTo>
                  <a:lnTo>
                    <a:pt x="1439" y="333"/>
                  </a:lnTo>
                  <a:lnTo>
                    <a:pt x="1436" y="338"/>
                  </a:lnTo>
                  <a:lnTo>
                    <a:pt x="1434" y="336"/>
                  </a:lnTo>
                  <a:lnTo>
                    <a:pt x="1432" y="336"/>
                  </a:lnTo>
                  <a:lnTo>
                    <a:pt x="1431" y="334"/>
                  </a:lnTo>
                  <a:lnTo>
                    <a:pt x="1430" y="334"/>
                  </a:lnTo>
                  <a:lnTo>
                    <a:pt x="1429" y="338"/>
                  </a:lnTo>
                  <a:lnTo>
                    <a:pt x="1427" y="338"/>
                  </a:lnTo>
                  <a:lnTo>
                    <a:pt x="1426" y="337"/>
                  </a:lnTo>
                  <a:lnTo>
                    <a:pt x="1423" y="337"/>
                  </a:lnTo>
                  <a:lnTo>
                    <a:pt x="1423" y="338"/>
                  </a:lnTo>
                  <a:lnTo>
                    <a:pt x="1425" y="341"/>
                  </a:lnTo>
                  <a:lnTo>
                    <a:pt x="1423" y="342"/>
                  </a:lnTo>
                  <a:lnTo>
                    <a:pt x="1423" y="343"/>
                  </a:lnTo>
                  <a:lnTo>
                    <a:pt x="1422" y="346"/>
                  </a:lnTo>
                  <a:lnTo>
                    <a:pt x="1425" y="349"/>
                  </a:lnTo>
                  <a:lnTo>
                    <a:pt x="1426" y="351"/>
                  </a:lnTo>
                  <a:lnTo>
                    <a:pt x="1425" y="351"/>
                  </a:lnTo>
                  <a:lnTo>
                    <a:pt x="1425" y="353"/>
                  </a:lnTo>
                  <a:lnTo>
                    <a:pt x="1427" y="354"/>
                  </a:lnTo>
                  <a:lnTo>
                    <a:pt x="1429" y="355"/>
                  </a:lnTo>
                  <a:lnTo>
                    <a:pt x="1430" y="358"/>
                  </a:lnTo>
                  <a:lnTo>
                    <a:pt x="1429" y="358"/>
                  </a:lnTo>
                  <a:lnTo>
                    <a:pt x="1427" y="359"/>
                  </a:lnTo>
                  <a:lnTo>
                    <a:pt x="1430" y="361"/>
                  </a:lnTo>
                  <a:lnTo>
                    <a:pt x="1431" y="362"/>
                  </a:lnTo>
                  <a:lnTo>
                    <a:pt x="1431" y="363"/>
                  </a:lnTo>
                  <a:lnTo>
                    <a:pt x="1429" y="362"/>
                  </a:lnTo>
                  <a:lnTo>
                    <a:pt x="1427" y="362"/>
                  </a:lnTo>
                  <a:lnTo>
                    <a:pt x="1427" y="363"/>
                  </a:lnTo>
                  <a:lnTo>
                    <a:pt x="1430" y="366"/>
                  </a:lnTo>
                  <a:lnTo>
                    <a:pt x="1431" y="365"/>
                  </a:lnTo>
                  <a:lnTo>
                    <a:pt x="1431" y="367"/>
                  </a:lnTo>
                  <a:lnTo>
                    <a:pt x="1430" y="370"/>
                  </a:lnTo>
                  <a:lnTo>
                    <a:pt x="1430" y="372"/>
                  </a:lnTo>
                  <a:lnTo>
                    <a:pt x="1429" y="374"/>
                  </a:lnTo>
                  <a:lnTo>
                    <a:pt x="1430" y="378"/>
                  </a:lnTo>
                  <a:lnTo>
                    <a:pt x="1429" y="379"/>
                  </a:lnTo>
                  <a:lnTo>
                    <a:pt x="1430" y="382"/>
                  </a:lnTo>
                  <a:lnTo>
                    <a:pt x="1430" y="383"/>
                  </a:lnTo>
                  <a:lnTo>
                    <a:pt x="1430" y="386"/>
                  </a:lnTo>
                  <a:lnTo>
                    <a:pt x="1432" y="390"/>
                  </a:lnTo>
                  <a:lnTo>
                    <a:pt x="1431" y="391"/>
                  </a:lnTo>
                  <a:lnTo>
                    <a:pt x="1432" y="392"/>
                  </a:lnTo>
                  <a:lnTo>
                    <a:pt x="1435" y="395"/>
                  </a:lnTo>
                  <a:lnTo>
                    <a:pt x="1439" y="399"/>
                  </a:lnTo>
                  <a:lnTo>
                    <a:pt x="1442" y="400"/>
                  </a:lnTo>
                  <a:lnTo>
                    <a:pt x="1442" y="399"/>
                  </a:lnTo>
                  <a:lnTo>
                    <a:pt x="1443" y="397"/>
                  </a:lnTo>
                  <a:lnTo>
                    <a:pt x="1440" y="393"/>
                  </a:lnTo>
                  <a:lnTo>
                    <a:pt x="1439" y="392"/>
                  </a:lnTo>
                  <a:lnTo>
                    <a:pt x="1442" y="391"/>
                  </a:lnTo>
                  <a:lnTo>
                    <a:pt x="1444" y="391"/>
                  </a:lnTo>
                  <a:lnTo>
                    <a:pt x="1448" y="393"/>
                  </a:lnTo>
                  <a:lnTo>
                    <a:pt x="1450" y="393"/>
                  </a:lnTo>
                  <a:lnTo>
                    <a:pt x="1451" y="395"/>
                  </a:lnTo>
                  <a:lnTo>
                    <a:pt x="1451" y="396"/>
                  </a:lnTo>
                  <a:lnTo>
                    <a:pt x="1451" y="397"/>
                  </a:lnTo>
                  <a:lnTo>
                    <a:pt x="1452" y="400"/>
                  </a:lnTo>
                  <a:lnTo>
                    <a:pt x="1451" y="401"/>
                  </a:lnTo>
                  <a:lnTo>
                    <a:pt x="1452" y="404"/>
                  </a:lnTo>
                  <a:lnTo>
                    <a:pt x="1451" y="404"/>
                  </a:lnTo>
                  <a:lnTo>
                    <a:pt x="1450" y="407"/>
                  </a:lnTo>
                  <a:lnTo>
                    <a:pt x="1451" y="411"/>
                  </a:lnTo>
                  <a:lnTo>
                    <a:pt x="1454" y="413"/>
                  </a:lnTo>
                  <a:lnTo>
                    <a:pt x="1452" y="417"/>
                  </a:lnTo>
                  <a:lnTo>
                    <a:pt x="1455" y="420"/>
                  </a:lnTo>
                  <a:lnTo>
                    <a:pt x="1456" y="418"/>
                  </a:lnTo>
                  <a:lnTo>
                    <a:pt x="1456" y="417"/>
                  </a:lnTo>
                  <a:lnTo>
                    <a:pt x="1459" y="416"/>
                  </a:lnTo>
                  <a:lnTo>
                    <a:pt x="1459" y="415"/>
                  </a:lnTo>
                  <a:lnTo>
                    <a:pt x="1460" y="416"/>
                  </a:lnTo>
                  <a:lnTo>
                    <a:pt x="1463" y="417"/>
                  </a:lnTo>
                  <a:lnTo>
                    <a:pt x="1461" y="422"/>
                  </a:lnTo>
                  <a:lnTo>
                    <a:pt x="1467" y="426"/>
                  </a:lnTo>
                  <a:lnTo>
                    <a:pt x="1469" y="430"/>
                  </a:lnTo>
                  <a:lnTo>
                    <a:pt x="1468" y="433"/>
                  </a:lnTo>
                  <a:lnTo>
                    <a:pt x="1468" y="436"/>
                  </a:lnTo>
                  <a:lnTo>
                    <a:pt x="1467" y="436"/>
                  </a:lnTo>
                  <a:lnTo>
                    <a:pt x="1463" y="434"/>
                  </a:lnTo>
                  <a:lnTo>
                    <a:pt x="1460" y="433"/>
                  </a:lnTo>
                  <a:lnTo>
                    <a:pt x="1460" y="429"/>
                  </a:lnTo>
                  <a:lnTo>
                    <a:pt x="1460" y="426"/>
                  </a:lnTo>
                  <a:lnTo>
                    <a:pt x="1461" y="424"/>
                  </a:lnTo>
                  <a:lnTo>
                    <a:pt x="1460" y="421"/>
                  </a:lnTo>
                  <a:lnTo>
                    <a:pt x="1459" y="422"/>
                  </a:lnTo>
                  <a:lnTo>
                    <a:pt x="1460" y="424"/>
                  </a:lnTo>
                  <a:lnTo>
                    <a:pt x="1460" y="425"/>
                  </a:lnTo>
                  <a:lnTo>
                    <a:pt x="1457" y="426"/>
                  </a:lnTo>
                  <a:lnTo>
                    <a:pt x="1455" y="429"/>
                  </a:lnTo>
                  <a:lnTo>
                    <a:pt x="1456" y="430"/>
                  </a:lnTo>
                  <a:lnTo>
                    <a:pt x="1459" y="430"/>
                  </a:lnTo>
                  <a:lnTo>
                    <a:pt x="1459" y="433"/>
                  </a:lnTo>
                  <a:lnTo>
                    <a:pt x="1456" y="436"/>
                  </a:lnTo>
                  <a:lnTo>
                    <a:pt x="1457" y="440"/>
                  </a:lnTo>
                  <a:lnTo>
                    <a:pt x="1457" y="440"/>
                  </a:lnTo>
                  <a:lnTo>
                    <a:pt x="1457" y="449"/>
                  </a:lnTo>
                  <a:lnTo>
                    <a:pt x="1459" y="450"/>
                  </a:lnTo>
                  <a:lnTo>
                    <a:pt x="1459" y="453"/>
                  </a:lnTo>
                  <a:lnTo>
                    <a:pt x="1465" y="461"/>
                  </a:lnTo>
                  <a:lnTo>
                    <a:pt x="1467" y="461"/>
                  </a:lnTo>
                  <a:lnTo>
                    <a:pt x="1471" y="467"/>
                  </a:lnTo>
                  <a:lnTo>
                    <a:pt x="1473" y="468"/>
                  </a:lnTo>
                  <a:lnTo>
                    <a:pt x="1472" y="470"/>
                  </a:lnTo>
                  <a:lnTo>
                    <a:pt x="1472" y="474"/>
                  </a:lnTo>
                  <a:lnTo>
                    <a:pt x="1465" y="476"/>
                  </a:lnTo>
                  <a:lnTo>
                    <a:pt x="1464" y="475"/>
                  </a:lnTo>
                  <a:lnTo>
                    <a:pt x="1460" y="478"/>
                  </a:lnTo>
                  <a:lnTo>
                    <a:pt x="1459" y="476"/>
                  </a:lnTo>
                  <a:lnTo>
                    <a:pt x="1460" y="478"/>
                  </a:lnTo>
                  <a:lnTo>
                    <a:pt x="1457" y="483"/>
                  </a:lnTo>
                  <a:lnTo>
                    <a:pt x="1457" y="486"/>
                  </a:lnTo>
                  <a:lnTo>
                    <a:pt x="1456" y="487"/>
                  </a:lnTo>
                  <a:lnTo>
                    <a:pt x="1457" y="490"/>
                  </a:lnTo>
                  <a:lnTo>
                    <a:pt x="1456" y="495"/>
                  </a:lnTo>
                  <a:lnTo>
                    <a:pt x="1459" y="501"/>
                  </a:lnTo>
                  <a:lnTo>
                    <a:pt x="1461" y="504"/>
                  </a:lnTo>
                  <a:lnTo>
                    <a:pt x="1461" y="507"/>
                  </a:lnTo>
                  <a:lnTo>
                    <a:pt x="1465" y="508"/>
                  </a:lnTo>
                  <a:lnTo>
                    <a:pt x="1467" y="511"/>
                  </a:lnTo>
                  <a:lnTo>
                    <a:pt x="1464" y="511"/>
                  </a:lnTo>
                  <a:lnTo>
                    <a:pt x="1463" y="509"/>
                  </a:lnTo>
                  <a:lnTo>
                    <a:pt x="1461" y="511"/>
                  </a:lnTo>
                  <a:lnTo>
                    <a:pt x="1459" y="513"/>
                  </a:lnTo>
                  <a:lnTo>
                    <a:pt x="1457" y="512"/>
                  </a:lnTo>
                  <a:lnTo>
                    <a:pt x="1454" y="516"/>
                  </a:lnTo>
                  <a:lnTo>
                    <a:pt x="1451" y="513"/>
                  </a:lnTo>
                  <a:lnTo>
                    <a:pt x="1450" y="516"/>
                  </a:lnTo>
                  <a:lnTo>
                    <a:pt x="1452" y="517"/>
                  </a:lnTo>
                  <a:lnTo>
                    <a:pt x="1454" y="517"/>
                  </a:lnTo>
                  <a:lnTo>
                    <a:pt x="1454" y="520"/>
                  </a:lnTo>
                  <a:lnTo>
                    <a:pt x="1454" y="521"/>
                  </a:lnTo>
                  <a:lnTo>
                    <a:pt x="1455" y="524"/>
                  </a:lnTo>
                  <a:lnTo>
                    <a:pt x="1455" y="525"/>
                  </a:lnTo>
                  <a:lnTo>
                    <a:pt x="1454" y="525"/>
                  </a:lnTo>
                  <a:lnTo>
                    <a:pt x="1455" y="528"/>
                  </a:lnTo>
                  <a:lnTo>
                    <a:pt x="1454" y="529"/>
                  </a:lnTo>
                  <a:lnTo>
                    <a:pt x="1455" y="530"/>
                  </a:lnTo>
                  <a:lnTo>
                    <a:pt x="1456" y="529"/>
                  </a:lnTo>
                  <a:lnTo>
                    <a:pt x="1459" y="532"/>
                  </a:lnTo>
                  <a:lnTo>
                    <a:pt x="1457" y="533"/>
                  </a:lnTo>
                  <a:lnTo>
                    <a:pt x="1456" y="537"/>
                  </a:lnTo>
                  <a:lnTo>
                    <a:pt x="1457" y="540"/>
                  </a:lnTo>
                  <a:lnTo>
                    <a:pt x="1457" y="543"/>
                  </a:lnTo>
                  <a:lnTo>
                    <a:pt x="1456" y="546"/>
                  </a:lnTo>
                  <a:lnTo>
                    <a:pt x="1456" y="547"/>
                  </a:lnTo>
                  <a:lnTo>
                    <a:pt x="1456" y="549"/>
                  </a:lnTo>
                  <a:lnTo>
                    <a:pt x="1454" y="551"/>
                  </a:lnTo>
                  <a:lnTo>
                    <a:pt x="1454" y="554"/>
                  </a:lnTo>
                  <a:lnTo>
                    <a:pt x="1452" y="554"/>
                  </a:lnTo>
                  <a:lnTo>
                    <a:pt x="1451" y="559"/>
                  </a:lnTo>
                  <a:lnTo>
                    <a:pt x="1448" y="566"/>
                  </a:lnTo>
                  <a:lnTo>
                    <a:pt x="1450" y="563"/>
                  </a:lnTo>
                  <a:lnTo>
                    <a:pt x="1448" y="561"/>
                  </a:lnTo>
                  <a:lnTo>
                    <a:pt x="1448" y="558"/>
                  </a:lnTo>
                  <a:lnTo>
                    <a:pt x="1448" y="557"/>
                  </a:lnTo>
                  <a:lnTo>
                    <a:pt x="1443" y="557"/>
                  </a:lnTo>
                  <a:lnTo>
                    <a:pt x="1440" y="553"/>
                  </a:lnTo>
                  <a:lnTo>
                    <a:pt x="1440" y="549"/>
                  </a:lnTo>
                  <a:lnTo>
                    <a:pt x="1435" y="538"/>
                  </a:lnTo>
                  <a:lnTo>
                    <a:pt x="1432" y="533"/>
                  </a:lnTo>
                  <a:lnTo>
                    <a:pt x="1434" y="534"/>
                  </a:lnTo>
                  <a:lnTo>
                    <a:pt x="1436" y="533"/>
                  </a:lnTo>
                  <a:lnTo>
                    <a:pt x="1436" y="530"/>
                  </a:lnTo>
                  <a:lnTo>
                    <a:pt x="1435" y="532"/>
                  </a:lnTo>
                  <a:lnTo>
                    <a:pt x="1432" y="532"/>
                  </a:lnTo>
                  <a:lnTo>
                    <a:pt x="1427" y="529"/>
                  </a:lnTo>
                  <a:lnTo>
                    <a:pt x="1419" y="513"/>
                  </a:lnTo>
                  <a:lnTo>
                    <a:pt x="1410" y="503"/>
                  </a:lnTo>
                  <a:lnTo>
                    <a:pt x="1410" y="500"/>
                  </a:lnTo>
                  <a:lnTo>
                    <a:pt x="1407" y="496"/>
                  </a:lnTo>
                  <a:lnTo>
                    <a:pt x="1401" y="486"/>
                  </a:lnTo>
                  <a:lnTo>
                    <a:pt x="1394" y="474"/>
                  </a:lnTo>
                  <a:lnTo>
                    <a:pt x="1389" y="462"/>
                  </a:lnTo>
                  <a:lnTo>
                    <a:pt x="1389" y="457"/>
                  </a:lnTo>
                  <a:lnTo>
                    <a:pt x="1386" y="451"/>
                  </a:lnTo>
                  <a:lnTo>
                    <a:pt x="1385" y="443"/>
                  </a:lnTo>
                  <a:lnTo>
                    <a:pt x="1382" y="440"/>
                  </a:lnTo>
                  <a:lnTo>
                    <a:pt x="1384" y="434"/>
                  </a:lnTo>
                  <a:lnTo>
                    <a:pt x="1386" y="432"/>
                  </a:lnTo>
                  <a:lnTo>
                    <a:pt x="1386" y="428"/>
                  </a:lnTo>
                  <a:lnTo>
                    <a:pt x="1389" y="426"/>
                  </a:lnTo>
                  <a:lnTo>
                    <a:pt x="1388" y="425"/>
                  </a:lnTo>
                  <a:lnTo>
                    <a:pt x="1388" y="424"/>
                  </a:lnTo>
                  <a:lnTo>
                    <a:pt x="1388" y="418"/>
                  </a:lnTo>
                  <a:lnTo>
                    <a:pt x="1384" y="412"/>
                  </a:lnTo>
                  <a:lnTo>
                    <a:pt x="1381" y="412"/>
                  </a:lnTo>
                  <a:lnTo>
                    <a:pt x="1381" y="411"/>
                  </a:lnTo>
                  <a:lnTo>
                    <a:pt x="1382" y="408"/>
                  </a:lnTo>
                  <a:lnTo>
                    <a:pt x="1388" y="411"/>
                  </a:lnTo>
                  <a:lnTo>
                    <a:pt x="1390" y="408"/>
                  </a:lnTo>
                  <a:lnTo>
                    <a:pt x="1389" y="405"/>
                  </a:lnTo>
                  <a:lnTo>
                    <a:pt x="1389" y="401"/>
                  </a:lnTo>
                  <a:lnTo>
                    <a:pt x="1394" y="400"/>
                  </a:lnTo>
                  <a:lnTo>
                    <a:pt x="1396" y="401"/>
                  </a:lnTo>
                  <a:lnTo>
                    <a:pt x="1394" y="399"/>
                  </a:lnTo>
                  <a:lnTo>
                    <a:pt x="1397" y="391"/>
                  </a:lnTo>
                  <a:lnTo>
                    <a:pt x="1396" y="387"/>
                  </a:lnTo>
                  <a:lnTo>
                    <a:pt x="1396" y="382"/>
                  </a:lnTo>
                  <a:lnTo>
                    <a:pt x="1394" y="379"/>
                  </a:lnTo>
                  <a:lnTo>
                    <a:pt x="1397" y="378"/>
                  </a:lnTo>
                  <a:lnTo>
                    <a:pt x="1397" y="375"/>
                  </a:lnTo>
                  <a:lnTo>
                    <a:pt x="1396" y="374"/>
                  </a:lnTo>
                  <a:lnTo>
                    <a:pt x="1397" y="370"/>
                  </a:lnTo>
                  <a:lnTo>
                    <a:pt x="1398" y="370"/>
                  </a:lnTo>
                  <a:lnTo>
                    <a:pt x="1396" y="367"/>
                  </a:lnTo>
                  <a:lnTo>
                    <a:pt x="1396" y="365"/>
                  </a:lnTo>
                  <a:lnTo>
                    <a:pt x="1397" y="365"/>
                  </a:lnTo>
                  <a:lnTo>
                    <a:pt x="1397" y="359"/>
                  </a:lnTo>
                  <a:lnTo>
                    <a:pt x="1396" y="358"/>
                  </a:lnTo>
                  <a:lnTo>
                    <a:pt x="1397" y="357"/>
                  </a:lnTo>
                  <a:lnTo>
                    <a:pt x="1400" y="355"/>
                  </a:lnTo>
                  <a:lnTo>
                    <a:pt x="1401" y="354"/>
                  </a:lnTo>
                  <a:lnTo>
                    <a:pt x="1400" y="350"/>
                  </a:lnTo>
                  <a:lnTo>
                    <a:pt x="1401" y="345"/>
                  </a:lnTo>
                  <a:lnTo>
                    <a:pt x="1400" y="343"/>
                  </a:lnTo>
                  <a:lnTo>
                    <a:pt x="1398" y="342"/>
                  </a:lnTo>
                  <a:lnTo>
                    <a:pt x="1401" y="338"/>
                  </a:lnTo>
                  <a:lnTo>
                    <a:pt x="1401" y="336"/>
                  </a:lnTo>
                  <a:lnTo>
                    <a:pt x="1400" y="336"/>
                  </a:lnTo>
                  <a:lnTo>
                    <a:pt x="1398" y="333"/>
                  </a:lnTo>
                  <a:lnTo>
                    <a:pt x="1400" y="332"/>
                  </a:lnTo>
                  <a:lnTo>
                    <a:pt x="1400" y="329"/>
                  </a:lnTo>
                  <a:lnTo>
                    <a:pt x="1402" y="328"/>
                  </a:lnTo>
                  <a:lnTo>
                    <a:pt x="1402" y="328"/>
                  </a:lnTo>
                  <a:lnTo>
                    <a:pt x="1405" y="325"/>
                  </a:lnTo>
                  <a:lnTo>
                    <a:pt x="1405" y="324"/>
                  </a:lnTo>
                  <a:lnTo>
                    <a:pt x="1407" y="320"/>
                  </a:lnTo>
                  <a:lnTo>
                    <a:pt x="1409" y="321"/>
                  </a:lnTo>
                  <a:lnTo>
                    <a:pt x="1411" y="318"/>
                  </a:lnTo>
                  <a:lnTo>
                    <a:pt x="1413" y="318"/>
                  </a:lnTo>
                  <a:lnTo>
                    <a:pt x="1413" y="317"/>
                  </a:lnTo>
                  <a:lnTo>
                    <a:pt x="1413" y="316"/>
                  </a:lnTo>
                  <a:lnTo>
                    <a:pt x="1410" y="316"/>
                  </a:lnTo>
                  <a:lnTo>
                    <a:pt x="1409" y="317"/>
                  </a:lnTo>
                  <a:lnTo>
                    <a:pt x="1406" y="316"/>
                  </a:lnTo>
                  <a:lnTo>
                    <a:pt x="1407" y="311"/>
                  </a:lnTo>
                  <a:lnTo>
                    <a:pt x="1409" y="308"/>
                  </a:lnTo>
                  <a:lnTo>
                    <a:pt x="1407" y="307"/>
                  </a:lnTo>
                  <a:lnTo>
                    <a:pt x="1406" y="304"/>
                  </a:lnTo>
                  <a:lnTo>
                    <a:pt x="1405" y="304"/>
                  </a:lnTo>
                  <a:lnTo>
                    <a:pt x="1405" y="305"/>
                  </a:lnTo>
                  <a:lnTo>
                    <a:pt x="1404" y="305"/>
                  </a:lnTo>
                  <a:lnTo>
                    <a:pt x="1404" y="299"/>
                  </a:lnTo>
                  <a:lnTo>
                    <a:pt x="1404" y="297"/>
                  </a:lnTo>
                  <a:lnTo>
                    <a:pt x="1404" y="296"/>
                  </a:lnTo>
                  <a:lnTo>
                    <a:pt x="1404" y="293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1"/>
                  </a:lnTo>
                  <a:lnTo>
                    <a:pt x="1398" y="287"/>
                  </a:lnTo>
                  <a:lnTo>
                    <a:pt x="1398" y="286"/>
                  </a:lnTo>
                  <a:lnTo>
                    <a:pt x="1397" y="284"/>
                  </a:lnTo>
                  <a:lnTo>
                    <a:pt x="1397" y="282"/>
                  </a:lnTo>
                  <a:lnTo>
                    <a:pt x="1396" y="279"/>
                  </a:lnTo>
                  <a:lnTo>
                    <a:pt x="1396" y="276"/>
                  </a:lnTo>
                  <a:lnTo>
                    <a:pt x="1398" y="274"/>
                  </a:lnTo>
                  <a:lnTo>
                    <a:pt x="1401" y="274"/>
                  </a:lnTo>
                  <a:lnTo>
                    <a:pt x="1404" y="274"/>
                  </a:lnTo>
                  <a:lnTo>
                    <a:pt x="1402" y="272"/>
                  </a:lnTo>
                  <a:lnTo>
                    <a:pt x="1405" y="271"/>
                  </a:lnTo>
                  <a:lnTo>
                    <a:pt x="1404" y="271"/>
                  </a:lnTo>
                  <a:lnTo>
                    <a:pt x="1401" y="271"/>
                  </a:lnTo>
                  <a:lnTo>
                    <a:pt x="1400" y="270"/>
                  </a:lnTo>
                  <a:lnTo>
                    <a:pt x="1397" y="270"/>
                  </a:lnTo>
                  <a:lnTo>
                    <a:pt x="1393" y="267"/>
                  </a:lnTo>
                  <a:lnTo>
                    <a:pt x="1393" y="268"/>
                  </a:lnTo>
                  <a:lnTo>
                    <a:pt x="1389" y="268"/>
                  </a:lnTo>
                  <a:lnTo>
                    <a:pt x="1388" y="271"/>
                  </a:lnTo>
                  <a:lnTo>
                    <a:pt x="1385" y="271"/>
                  </a:lnTo>
                  <a:lnTo>
                    <a:pt x="1381" y="274"/>
                  </a:lnTo>
                  <a:lnTo>
                    <a:pt x="1382" y="275"/>
                  </a:lnTo>
                  <a:lnTo>
                    <a:pt x="1382" y="276"/>
                  </a:lnTo>
                  <a:lnTo>
                    <a:pt x="1385" y="279"/>
                  </a:lnTo>
                  <a:lnTo>
                    <a:pt x="1385" y="282"/>
                  </a:lnTo>
                  <a:lnTo>
                    <a:pt x="1385" y="283"/>
                  </a:lnTo>
                  <a:lnTo>
                    <a:pt x="1385" y="286"/>
                  </a:lnTo>
                  <a:lnTo>
                    <a:pt x="1388" y="287"/>
                  </a:lnTo>
                  <a:lnTo>
                    <a:pt x="1388" y="288"/>
                  </a:lnTo>
                  <a:lnTo>
                    <a:pt x="1389" y="290"/>
                  </a:lnTo>
                  <a:lnTo>
                    <a:pt x="1390" y="295"/>
                  </a:lnTo>
                  <a:lnTo>
                    <a:pt x="1394" y="296"/>
                  </a:lnTo>
                  <a:lnTo>
                    <a:pt x="1393" y="299"/>
                  </a:lnTo>
                  <a:lnTo>
                    <a:pt x="1396" y="300"/>
                  </a:lnTo>
                  <a:lnTo>
                    <a:pt x="1394" y="301"/>
                  </a:lnTo>
                  <a:lnTo>
                    <a:pt x="1393" y="300"/>
                  </a:lnTo>
                  <a:lnTo>
                    <a:pt x="1392" y="299"/>
                  </a:lnTo>
                  <a:lnTo>
                    <a:pt x="1388" y="299"/>
                  </a:lnTo>
                  <a:lnTo>
                    <a:pt x="1386" y="300"/>
                  </a:lnTo>
                  <a:lnTo>
                    <a:pt x="1385" y="304"/>
                  </a:lnTo>
                  <a:lnTo>
                    <a:pt x="1386" y="305"/>
                  </a:lnTo>
                  <a:lnTo>
                    <a:pt x="1386" y="309"/>
                  </a:lnTo>
                  <a:lnTo>
                    <a:pt x="1385" y="309"/>
                  </a:lnTo>
                  <a:lnTo>
                    <a:pt x="1385" y="311"/>
                  </a:lnTo>
                  <a:lnTo>
                    <a:pt x="1386" y="311"/>
                  </a:lnTo>
                  <a:lnTo>
                    <a:pt x="1386" y="313"/>
                  </a:lnTo>
                  <a:lnTo>
                    <a:pt x="1384" y="315"/>
                  </a:lnTo>
                  <a:lnTo>
                    <a:pt x="1385" y="316"/>
                  </a:lnTo>
                  <a:lnTo>
                    <a:pt x="1384" y="318"/>
                  </a:lnTo>
                  <a:lnTo>
                    <a:pt x="1384" y="324"/>
                  </a:lnTo>
                  <a:lnTo>
                    <a:pt x="1382" y="325"/>
                  </a:lnTo>
                  <a:lnTo>
                    <a:pt x="1382" y="326"/>
                  </a:lnTo>
                  <a:lnTo>
                    <a:pt x="1381" y="328"/>
                  </a:lnTo>
                  <a:lnTo>
                    <a:pt x="1380" y="332"/>
                  </a:lnTo>
                  <a:lnTo>
                    <a:pt x="1378" y="329"/>
                  </a:lnTo>
                  <a:lnTo>
                    <a:pt x="1377" y="326"/>
                  </a:lnTo>
                  <a:lnTo>
                    <a:pt x="1378" y="324"/>
                  </a:lnTo>
                  <a:lnTo>
                    <a:pt x="1377" y="322"/>
                  </a:lnTo>
                  <a:lnTo>
                    <a:pt x="1376" y="322"/>
                  </a:lnTo>
                  <a:lnTo>
                    <a:pt x="1375" y="324"/>
                  </a:lnTo>
                  <a:lnTo>
                    <a:pt x="1375" y="326"/>
                  </a:lnTo>
                  <a:lnTo>
                    <a:pt x="1373" y="326"/>
                  </a:lnTo>
                  <a:lnTo>
                    <a:pt x="1372" y="322"/>
                  </a:lnTo>
                  <a:lnTo>
                    <a:pt x="1371" y="322"/>
                  </a:lnTo>
                  <a:lnTo>
                    <a:pt x="1369" y="320"/>
                  </a:lnTo>
                  <a:lnTo>
                    <a:pt x="1367" y="322"/>
                  </a:lnTo>
                  <a:lnTo>
                    <a:pt x="1367" y="321"/>
                  </a:lnTo>
                  <a:lnTo>
                    <a:pt x="1367" y="320"/>
                  </a:lnTo>
                  <a:lnTo>
                    <a:pt x="1368" y="318"/>
                  </a:lnTo>
                  <a:lnTo>
                    <a:pt x="1368" y="317"/>
                  </a:lnTo>
                  <a:lnTo>
                    <a:pt x="1368" y="316"/>
                  </a:lnTo>
                  <a:lnTo>
                    <a:pt x="1368" y="316"/>
                  </a:lnTo>
                  <a:lnTo>
                    <a:pt x="1368" y="313"/>
                  </a:lnTo>
                  <a:lnTo>
                    <a:pt x="1367" y="312"/>
                  </a:lnTo>
                  <a:lnTo>
                    <a:pt x="1368" y="311"/>
                  </a:lnTo>
                  <a:lnTo>
                    <a:pt x="1367" y="308"/>
                  </a:lnTo>
                  <a:lnTo>
                    <a:pt x="1367" y="308"/>
                  </a:lnTo>
                  <a:lnTo>
                    <a:pt x="1367" y="307"/>
                  </a:lnTo>
                  <a:lnTo>
                    <a:pt x="1367" y="304"/>
                  </a:lnTo>
                  <a:lnTo>
                    <a:pt x="1364" y="301"/>
                  </a:lnTo>
                  <a:lnTo>
                    <a:pt x="1364" y="300"/>
                  </a:lnTo>
                  <a:lnTo>
                    <a:pt x="1363" y="300"/>
                  </a:lnTo>
                  <a:lnTo>
                    <a:pt x="1361" y="303"/>
                  </a:lnTo>
                  <a:lnTo>
                    <a:pt x="1360" y="303"/>
                  </a:lnTo>
                  <a:lnTo>
                    <a:pt x="1360" y="307"/>
                  </a:lnTo>
                  <a:lnTo>
                    <a:pt x="1359" y="309"/>
                  </a:lnTo>
                  <a:lnTo>
                    <a:pt x="1357" y="309"/>
                  </a:lnTo>
                  <a:lnTo>
                    <a:pt x="1356" y="305"/>
                  </a:lnTo>
                  <a:lnTo>
                    <a:pt x="1356" y="305"/>
                  </a:lnTo>
                  <a:lnTo>
                    <a:pt x="1355" y="307"/>
                  </a:lnTo>
                  <a:lnTo>
                    <a:pt x="1353" y="304"/>
                  </a:lnTo>
                  <a:lnTo>
                    <a:pt x="1351" y="304"/>
                  </a:lnTo>
                  <a:lnTo>
                    <a:pt x="1351" y="305"/>
                  </a:lnTo>
                  <a:lnTo>
                    <a:pt x="1350" y="305"/>
                  </a:lnTo>
                  <a:lnTo>
                    <a:pt x="1348" y="307"/>
                  </a:lnTo>
                  <a:lnTo>
                    <a:pt x="1347" y="308"/>
                  </a:lnTo>
                  <a:lnTo>
                    <a:pt x="1347" y="309"/>
                  </a:lnTo>
                  <a:lnTo>
                    <a:pt x="1343" y="309"/>
                  </a:lnTo>
                  <a:lnTo>
                    <a:pt x="1342" y="311"/>
                  </a:lnTo>
                  <a:lnTo>
                    <a:pt x="1339" y="311"/>
                  </a:lnTo>
                  <a:lnTo>
                    <a:pt x="1338" y="312"/>
                  </a:lnTo>
                  <a:lnTo>
                    <a:pt x="1335" y="311"/>
                  </a:lnTo>
                  <a:lnTo>
                    <a:pt x="1332" y="315"/>
                  </a:lnTo>
                  <a:lnTo>
                    <a:pt x="1331" y="316"/>
                  </a:lnTo>
                  <a:lnTo>
                    <a:pt x="1331" y="318"/>
                  </a:lnTo>
                  <a:lnTo>
                    <a:pt x="1330" y="321"/>
                  </a:lnTo>
                  <a:lnTo>
                    <a:pt x="1330" y="322"/>
                  </a:lnTo>
                  <a:lnTo>
                    <a:pt x="1331" y="322"/>
                  </a:lnTo>
                  <a:lnTo>
                    <a:pt x="1331" y="326"/>
                  </a:lnTo>
                  <a:lnTo>
                    <a:pt x="1334" y="329"/>
                  </a:lnTo>
                  <a:lnTo>
                    <a:pt x="1332" y="332"/>
                  </a:lnTo>
                  <a:lnTo>
                    <a:pt x="1331" y="340"/>
                  </a:lnTo>
                  <a:lnTo>
                    <a:pt x="1334" y="342"/>
                  </a:lnTo>
                  <a:lnTo>
                    <a:pt x="1331" y="343"/>
                  </a:lnTo>
                  <a:lnTo>
                    <a:pt x="1332" y="343"/>
                  </a:lnTo>
                  <a:lnTo>
                    <a:pt x="1332" y="346"/>
                  </a:lnTo>
                  <a:lnTo>
                    <a:pt x="1330" y="349"/>
                  </a:lnTo>
                  <a:lnTo>
                    <a:pt x="1330" y="353"/>
                  </a:lnTo>
                  <a:lnTo>
                    <a:pt x="1327" y="355"/>
                  </a:lnTo>
                  <a:lnTo>
                    <a:pt x="1327" y="358"/>
                  </a:lnTo>
                  <a:lnTo>
                    <a:pt x="1326" y="362"/>
                  </a:lnTo>
                  <a:lnTo>
                    <a:pt x="1328" y="365"/>
                  </a:lnTo>
                  <a:lnTo>
                    <a:pt x="1327" y="366"/>
                  </a:lnTo>
                  <a:lnTo>
                    <a:pt x="1330" y="370"/>
                  </a:lnTo>
                  <a:lnTo>
                    <a:pt x="1328" y="371"/>
                  </a:lnTo>
                  <a:lnTo>
                    <a:pt x="1328" y="374"/>
                  </a:lnTo>
                  <a:lnTo>
                    <a:pt x="1330" y="374"/>
                  </a:lnTo>
                  <a:lnTo>
                    <a:pt x="1331" y="374"/>
                  </a:lnTo>
                  <a:lnTo>
                    <a:pt x="1334" y="374"/>
                  </a:lnTo>
                  <a:lnTo>
                    <a:pt x="1332" y="372"/>
                  </a:lnTo>
                  <a:lnTo>
                    <a:pt x="1334" y="371"/>
                  </a:lnTo>
                  <a:lnTo>
                    <a:pt x="1336" y="372"/>
                  </a:lnTo>
                  <a:lnTo>
                    <a:pt x="1338" y="372"/>
                  </a:lnTo>
                  <a:lnTo>
                    <a:pt x="1336" y="372"/>
                  </a:lnTo>
                  <a:lnTo>
                    <a:pt x="1338" y="371"/>
                  </a:lnTo>
                  <a:lnTo>
                    <a:pt x="1339" y="372"/>
                  </a:lnTo>
                  <a:lnTo>
                    <a:pt x="1340" y="374"/>
                  </a:lnTo>
                  <a:lnTo>
                    <a:pt x="1342" y="375"/>
                  </a:lnTo>
                  <a:lnTo>
                    <a:pt x="1340" y="375"/>
                  </a:lnTo>
                  <a:lnTo>
                    <a:pt x="1343" y="378"/>
                  </a:lnTo>
                  <a:lnTo>
                    <a:pt x="1342" y="379"/>
                  </a:lnTo>
                  <a:lnTo>
                    <a:pt x="1340" y="379"/>
                  </a:lnTo>
                  <a:lnTo>
                    <a:pt x="1339" y="379"/>
                  </a:lnTo>
                  <a:lnTo>
                    <a:pt x="1338" y="379"/>
                  </a:lnTo>
                  <a:lnTo>
                    <a:pt x="1336" y="380"/>
                  </a:lnTo>
                  <a:lnTo>
                    <a:pt x="1335" y="380"/>
                  </a:lnTo>
                  <a:lnTo>
                    <a:pt x="1336" y="382"/>
                  </a:lnTo>
                  <a:lnTo>
                    <a:pt x="1334" y="386"/>
                  </a:lnTo>
                  <a:lnTo>
                    <a:pt x="1332" y="384"/>
                  </a:lnTo>
                  <a:lnTo>
                    <a:pt x="1332" y="383"/>
                  </a:lnTo>
                  <a:lnTo>
                    <a:pt x="1331" y="382"/>
                  </a:lnTo>
                  <a:lnTo>
                    <a:pt x="1328" y="382"/>
                  </a:lnTo>
                  <a:lnTo>
                    <a:pt x="1327" y="382"/>
                  </a:lnTo>
                  <a:lnTo>
                    <a:pt x="1326" y="382"/>
                  </a:lnTo>
                  <a:lnTo>
                    <a:pt x="1326" y="383"/>
                  </a:lnTo>
                  <a:lnTo>
                    <a:pt x="1326" y="386"/>
                  </a:lnTo>
                  <a:lnTo>
                    <a:pt x="1326" y="386"/>
                  </a:lnTo>
                  <a:lnTo>
                    <a:pt x="1325" y="387"/>
                  </a:lnTo>
                  <a:lnTo>
                    <a:pt x="1323" y="388"/>
                  </a:lnTo>
                  <a:lnTo>
                    <a:pt x="1325" y="390"/>
                  </a:lnTo>
                  <a:lnTo>
                    <a:pt x="1323" y="391"/>
                  </a:lnTo>
                  <a:lnTo>
                    <a:pt x="1321" y="391"/>
                  </a:lnTo>
                  <a:lnTo>
                    <a:pt x="1318" y="387"/>
                  </a:lnTo>
                  <a:lnTo>
                    <a:pt x="1317" y="387"/>
                  </a:lnTo>
                  <a:lnTo>
                    <a:pt x="1318" y="390"/>
                  </a:lnTo>
                  <a:lnTo>
                    <a:pt x="1317" y="391"/>
                  </a:lnTo>
                  <a:lnTo>
                    <a:pt x="1317" y="392"/>
                  </a:lnTo>
                  <a:lnTo>
                    <a:pt x="1315" y="393"/>
                  </a:lnTo>
                  <a:lnTo>
                    <a:pt x="1311" y="395"/>
                  </a:lnTo>
                  <a:lnTo>
                    <a:pt x="1310" y="396"/>
                  </a:lnTo>
                  <a:lnTo>
                    <a:pt x="1307" y="392"/>
                  </a:lnTo>
                  <a:lnTo>
                    <a:pt x="1306" y="392"/>
                  </a:lnTo>
                  <a:lnTo>
                    <a:pt x="1305" y="391"/>
                  </a:lnTo>
                  <a:lnTo>
                    <a:pt x="1305" y="390"/>
                  </a:lnTo>
                  <a:lnTo>
                    <a:pt x="1307" y="390"/>
                  </a:lnTo>
                  <a:lnTo>
                    <a:pt x="1307" y="388"/>
                  </a:lnTo>
                  <a:lnTo>
                    <a:pt x="1307" y="387"/>
                  </a:lnTo>
                  <a:lnTo>
                    <a:pt x="1311" y="387"/>
                  </a:lnTo>
                  <a:lnTo>
                    <a:pt x="1315" y="383"/>
                  </a:lnTo>
                  <a:lnTo>
                    <a:pt x="1315" y="382"/>
                  </a:lnTo>
                  <a:lnTo>
                    <a:pt x="1313" y="382"/>
                  </a:lnTo>
                  <a:lnTo>
                    <a:pt x="1311" y="384"/>
                  </a:lnTo>
                  <a:lnTo>
                    <a:pt x="1309" y="383"/>
                  </a:lnTo>
                  <a:lnTo>
                    <a:pt x="1307" y="382"/>
                  </a:lnTo>
                  <a:lnTo>
                    <a:pt x="1306" y="380"/>
                  </a:lnTo>
                  <a:lnTo>
                    <a:pt x="1303" y="380"/>
                  </a:lnTo>
                  <a:lnTo>
                    <a:pt x="1299" y="379"/>
                  </a:lnTo>
                  <a:lnTo>
                    <a:pt x="1297" y="379"/>
                  </a:lnTo>
                  <a:lnTo>
                    <a:pt x="1298" y="382"/>
                  </a:lnTo>
                  <a:lnTo>
                    <a:pt x="1296" y="382"/>
                  </a:lnTo>
                  <a:lnTo>
                    <a:pt x="1294" y="380"/>
                  </a:lnTo>
                  <a:lnTo>
                    <a:pt x="1294" y="379"/>
                  </a:lnTo>
                  <a:lnTo>
                    <a:pt x="1292" y="380"/>
                  </a:lnTo>
                  <a:lnTo>
                    <a:pt x="1288" y="379"/>
                  </a:lnTo>
                  <a:lnTo>
                    <a:pt x="1285" y="380"/>
                  </a:lnTo>
                  <a:lnTo>
                    <a:pt x="1284" y="378"/>
                  </a:lnTo>
                  <a:lnTo>
                    <a:pt x="1280" y="378"/>
                  </a:lnTo>
                  <a:lnTo>
                    <a:pt x="1277" y="382"/>
                  </a:lnTo>
                  <a:lnTo>
                    <a:pt x="1276" y="382"/>
                  </a:lnTo>
                  <a:lnTo>
                    <a:pt x="1276" y="383"/>
                  </a:lnTo>
                  <a:lnTo>
                    <a:pt x="1278" y="386"/>
                  </a:lnTo>
                  <a:lnTo>
                    <a:pt x="1276" y="387"/>
                  </a:lnTo>
                  <a:lnTo>
                    <a:pt x="1274" y="386"/>
                  </a:lnTo>
                  <a:lnTo>
                    <a:pt x="1273" y="388"/>
                  </a:lnTo>
                  <a:lnTo>
                    <a:pt x="1276" y="390"/>
                  </a:lnTo>
                  <a:lnTo>
                    <a:pt x="1277" y="388"/>
                  </a:lnTo>
                  <a:lnTo>
                    <a:pt x="1278" y="390"/>
                  </a:lnTo>
                  <a:lnTo>
                    <a:pt x="1278" y="391"/>
                  </a:lnTo>
                  <a:lnTo>
                    <a:pt x="1273" y="393"/>
                  </a:lnTo>
                  <a:lnTo>
                    <a:pt x="1272" y="391"/>
                  </a:lnTo>
                  <a:lnTo>
                    <a:pt x="1268" y="391"/>
                  </a:lnTo>
                  <a:lnTo>
                    <a:pt x="1267" y="392"/>
                  </a:lnTo>
                  <a:lnTo>
                    <a:pt x="1268" y="393"/>
                  </a:lnTo>
                  <a:lnTo>
                    <a:pt x="1265" y="393"/>
                  </a:lnTo>
                  <a:lnTo>
                    <a:pt x="1264" y="395"/>
                  </a:lnTo>
                  <a:lnTo>
                    <a:pt x="1263" y="395"/>
                  </a:lnTo>
                  <a:lnTo>
                    <a:pt x="1263" y="393"/>
                  </a:lnTo>
                  <a:lnTo>
                    <a:pt x="1257" y="393"/>
                  </a:lnTo>
                  <a:lnTo>
                    <a:pt x="1256" y="395"/>
                  </a:lnTo>
                  <a:lnTo>
                    <a:pt x="1251" y="393"/>
                  </a:lnTo>
                  <a:lnTo>
                    <a:pt x="1248" y="395"/>
                  </a:lnTo>
                  <a:lnTo>
                    <a:pt x="1248" y="396"/>
                  </a:lnTo>
                  <a:lnTo>
                    <a:pt x="1252" y="399"/>
                  </a:lnTo>
                  <a:lnTo>
                    <a:pt x="1249" y="400"/>
                  </a:lnTo>
                  <a:lnTo>
                    <a:pt x="1248" y="403"/>
                  </a:lnTo>
                  <a:lnTo>
                    <a:pt x="1247" y="400"/>
                  </a:lnTo>
                  <a:lnTo>
                    <a:pt x="1244" y="400"/>
                  </a:lnTo>
                  <a:lnTo>
                    <a:pt x="1245" y="397"/>
                  </a:lnTo>
                  <a:lnTo>
                    <a:pt x="1244" y="396"/>
                  </a:lnTo>
                  <a:lnTo>
                    <a:pt x="1243" y="397"/>
                  </a:lnTo>
                  <a:lnTo>
                    <a:pt x="1240" y="399"/>
                  </a:lnTo>
                  <a:lnTo>
                    <a:pt x="1239" y="399"/>
                  </a:lnTo>
                  <a:lnTo>
                    <a:pt x="1236" y="400"/>
                  </a:lnTo>
                  <a:lnTo>
                    <a:pt x="1234" y="400"/>
                  </a:lnTo>
                  <a:lnTo>
                    <a:pt x="1230" y="401"/>
                  </a:lnTo>
                  <a:lnTo>
                    <a:pt x="1227" y="401"/>
                  </a:lnTo>
                  <a:lnTo>
                    <a:pt x="1223" y="405"/>
                  </a:lnTo>
                  <a:lnTo>
                    <a:pt x="1220" y="405"/>
                  </a:lnTo>
                  <a:lnTo>
                    <a:pt x="1218" y="404"/>
                  </a:lnTo>
                  <a:lnTo>
                    <a:pt x="1217" y="404"/>
                  </a:lnTo>
                  <a:lnTo>
                    <a:pt x="1217" y="407"/>
                  </a:lnTo>
                  <a:lnTo>
                    <a:pt x="1213" y="409"/>
                  </a:lnTo>
                  <a:lnTo>
                    <a:pt x="1211" y="412"/>
                  </a:lnTo>
                  <a:lnTo>
                    <a:pt x="1209" y="415"/>
                  </a:lnTo>
                  <a:lnTo>
                    <a:pt x="1209" y="417"/>
                  </a:lnTo>
                  <a:lnTo>
                    <a:pt x="1211" y="421"/>
                  </a:lnTo>
                  <a:lnTo>
                    <a:pt x="1211" y="426"/>
                  </a:lnTo>
                  <a:lnTo>
                    <a:pt x="1207" y="430"/>
                  </a:lnTo>
                  <a:lnTo>
                    <a:pt x="1206" y="434"/>
                  </a:lnTo>
                  <a:lnTo>
                    <a:pt x="1206" y="437"/>
                  </a:lnTo>
                  <a:lnTo>
                    <a:pt x="1206" y="442"/>
                  </a:lnTo>
                  <a:lnTo>
                    <a:pt x="1207" y="443"/>
                  </a:lnTo>
                  <a:lnTo>
                    <a:pt x="1207" y="446"/>
                  </a:lnTo>
                  <a:lnTo>
                    <a:pt x="1206" y="446"/>
                  </a:lnTo>
                  <a:lnTo>
                    <a:pt x="1205" y="447"/>
                  </a:lnTo>
                  <a:lnTo>
                    <a:pt x="1205" y="450"/>
                  </a:lnTo>
                  <a:lnTo>
                    <a:pt x="1203" y="450"/>
                  </a:lnTo>
                  <a:lnTo>
                    <a:pt x="1205" y="454"/>
                  </a:lnTo>
                  <a:lnTo>
                    <a:pt x="1202" y="457"/>
                  </a:lnTo>
                  <a:lnTo>
                    <a:pt x="1202" y="459"/>
                  </a:lnTo>
                  <a:lnTo>
                    <a:pt x="1199" y="463"/>
                  </a:lnTo>
                  <a:lnTo>
                    <a:pt x="1199" y="466"/>
                  </a:lnTo>
                  <a:lnTo>
                    <a:pt x="1198" y="467"/>
                  </a:lnTo>
                  <a:lnTo>
                    <a:pt x="1197" y="471"/>
                  </a:lnTo>
                  <a:lnTo>
                    <a:pt x="1197" y="471"/>
                  </a:lnTo>
                  <a:lnTo>
                    <a:pt x="1194" y="476"/>
                  </a:lnTo>
                  <a:lnTo>
                    <a:pt x="1195" y="482"/>
                  </a:lnTo>
                  <a:lnTo>
                    <a:pt x="1194" y="483"/>
                  </a:lnTo>
                  <a:lnTo>
                    <a:pt x="1195" y="486"/>
                  </a:lnTo>
                  <a:lnTo>
                    <a:pt x="1193" y="488"/>
                  </a:lnTo>
                  <a:lnTo>
                    <a:pt x="1193" y="491"/>
                  </a:lnTo>
                  <a:lnTo>
                    <a:pt x="1190" y="493"/>
                  </a:lnTo>
                  <a:lnTo>
                    <a:pt x="1192" y="495"/>
                  </a:lnTo>
                  <a:lnTo>
                    <a:pt x="1190" y="496"/>
                  </a:lnTo>
                  <a:lnTo>
                    <a:pt x="1190" y="499"/>
                  </a:lnTo>
                  <a:lnTo>
                    <a:pt x="1186" y="501"/>
                  </a:lnTo>
                  <a:lnTo>
                    <a:pt x="1186" y="505"/>
                  </a:lnTo>
                  <a:lnTo>
                    <a:pt x="1182" y="509"/>
                  </a:lnTo>
                  <a:lnTo>
                    <a:pt x="1182" y="511"/>
                  </a:lnTo>
                  <a:lnTo>
                    <a:pt x="1181" y="515"/>
                  </a:lnTo>
                  <a:lnTo>
                    <a:pt x="1180" y="517"/>
                  </a:lnTo>
                  <a:lnTo>
                    <a:pt x="1178" y="518"/>
                  </a:lnTo>
                  <a:lnTo>
                    <a:pt x="1180" y="521"/>
                  </a:lnTo>
                  <a:lnTo>
                    <a:pt x="1182" y="522"/>
                  </a:lnTo>
                  <a:lnTo>
                    <a:pt x="1184" y="521"/>
                  </a:lnTo>
                  <a:lnTo>
                    <a:pt x="1186" y="524"/>
                  </a:lnTo>
                  <a:lnTo>
                    <a:pt x="1189" y="524"/>
                  </a:lnTo>
                  <a:lnTo>
                    <a:pt x="1192" y="521"/>
                  </a:lnTo>
                  <a:lnTo>
                    <a:pt x="1193" y="521"/>
                  </a:lnTo>
                  <a:lnTo>
                    <a:pt x="1195" y="520"/>
                  </a:lnTo>
                  <a:lnTo>
                    <a:pt x="1197" y="520"/>
                  </a:lnTo>
                  <a:lnTo>
                    <a:pt x="1199" y="518"/>
                  </a:lnTo>
                  <a:lnTo>
                    <a:pt x="1199" y="525"/>
                  </a:lnTo>
                  <a:lnTo>
                    <a:pt x="1202" y="529"/>
                  </a:lnTo>
                  <a:lnTo>
                    <a:pt x="1202" y="532"/>
                  </a:lnTo>
                  <a:lnTo>
                    <a:pt x="1202" y="536"/>
                  </a:lnTo>
                  <a:lnTo>
                    <a:pt x="1205" y="538"/>
                  </a:lnTo>
                  <a:lnTo>
                    <a:pt x="1207" y="536"/>
                  </a:lnTo>
                  <a:lnTo>
                    <a:pt x="1207" y="536"/>
                  </a:lnTo>
                  <a:lnTo>
                    <a:pt x="1209" y="536"/>
                  </a:lnTo>
                  <a:lnTo>
                    <a:pt x="1210" y="533"/>
                  </a:lnTo>
                  <a:lnTo>
                    <a:pt x="1211" y="532"/>
                  </a:lnTo>
                  <a:lnTo>
                    <a:pt x="1213" y="533"/>
                  </a:lnTo>
                  <a:lnTo>
                    <a:pt x="1214" y="532"/>
                  </a:lnTo>
                  <a:lnTo>
                    <a:pt x="1217" y="533"/>
                  </a:lnTo>
                  <a:lnTo>
                    <a:pt x="1215" y="533"/>
                  </a:lnTo>
                  <a:lnTo>
                    <a:pt x="1214" y="536"/>
                  </a:lnTo>
                  <a:lnTo>
                    <a:pt x="1215" y="538"/>
                  </a:lnTo>
                  <a:lnTo>
                    <a:pt x="1214" y="538"/>
                  </a:lnTo>
                  <a:lnTo>
                    <a:pt x="1211" y="541"/>
                  </a:lnTo>
                  <a:lnTo>
                    <a:pt x="1213" y="542"/>
                  </a:lnTo>
                  <a:lnTo>
                    <a:pt x="1218" y="541"/>
                  </a:lnTo>
                  <a:lnTo>
                    <a:pt x="1220" y="540"/>
                  </a:lnTo>
                  <a:lnTo>
                    <a:pt x="1220" y="536"/>
                  </a:lnTo>
                  <a:lnTo>
                    <a:pt x="1220" y="533"/>
                  </a:lnTo>
                  <a:lnTo>
                    <a:pt x="1222" y="532"/>
                  </a:lnTo>
                  <a:lnTo>
                    <a:pt x="1223" y="534"/>
                  </a:lnTo>
                  <a:lnTo>
                    <a:pt x="1223" y="538"/>
                  </a:lnTo>
                  <a:lnTo>
                    <a:pt x="1223" y="541"/>
                  </a:lnTo>
                  <a:lnTo>
                    <a:pt x="1224" y="540"/>
                  </a:lnTo>
                  <a:lnTo>
                    <a:pt x="1226" y="537"/>
                  </a:lnTo>
                  <a:lnTo>
                    <a:pt x="1224" y="533"/>
                  </a:lnTo>
                  <a:lnTo>
                    <a:pt x="1224" y="530"/>
                  </a:lnTo>
                  <a:lnTo>
                    <a:pt x="1223" y="528"/>
                  </a:lnTo>
                  <a:lnTo>
                    <a:pt x="1222" y="524"/>
                  </a:lnTo>
                  <a:lnTo>
                    <a:pt x="1224" y="524"/>
                  </a:lnTo>
                  <a:lnTo>
                    <a:pt x="1226" y="525"/>
                  </a:lnTo>
                  <a:lnTo>
                    <a:pt x="1226" y="526"/>
                  </a:lnTo>
                  <a:lnTo>
                    <a:pt x="1227" y="528"/>
                  </a:lnTo>
                  <a:lnTo>
                    <a:pt x="1228" y="528"/>
                  </a:lnTo>
                  <a:lnTo>
                    <a:pt x="1230" y="526"/>
                  </a:lnTo>
                  <a:lnTo>
                    <a:pt x="1231" y="526"/>
                  </a:lnTo>
                  <a:lnTo>
                    <a:pt x="1234" y="524"/>
                  </a:lnTo>
                  <a:lnTo>
                    <a:pt x="1238" y="526"/>
                  </a:lnTo>
                  <a:lnTo>
                    <a:pt x="1240" y="526"/>
                  </a:lnTo>
                  <a:lnTo>
                    <a:pt x="1242" y="528"/>
                  </a:lnTo>
                  <a:lnTo>
                    <a:pt x="1243" y="530"/>
                  </a:lnTo>
                  <a:lnTo>
                    <a:pt x="1244" y="532"/>
                  </a:lnTo>
                  <a:lnTo>
                    <a:pt x="1247" y="532"/>
                  </a:lnTo>
                  <a:lnTo>
                    <a:pt x="1248" y="533"/>
                  </a:lnTo>
                  <a:lnTo>
                    <a:pt x="1253" y="536"/>
                  </a:lnTo>
                  <a:lnTo>
                    <a:pt x="1255" y="537"/>
                  </a:lnTo>
                  <a:lnTo>
                    <a:pt x="1256" y="537"/>
                  </a:lnTo>
                  <a:lnTo>
                    <a:pt x="1257" y="540"/>
                  </a:lnTo>
                  <a:lnTo>
                    <a:pt x="1259" y="540"/>
                  </a:lnTo>
                  <a:lnTo>
                    <a:pt x="1261" y="543"/>
                  </a:lnTo>
                  <a:lnTo>
                    <a:pt x="1260" y="545"/>
                  </a:lnTo>
                  <a:lnTo>
                    <a:pt x="1260" y="547"/>
                  </a:lnTo>
                  <a:lnTo>
                    <a:pt x="1259" y="547"/>
                  </a:lnTo>
                  <a:lnTo>
                    <a:pt x="1260" y="550"/>
                  </a:lnTo>
                  <a:lnTo>
                    <a:pt x="1263" y="550"/>
                  </a:lnTo>
                  <a:lnTo>
                    <a:pt x="1265" y="554"/>
                  </a:lnTo>
                  <a:lnTo>
                    <a:pt x="1265" y="557"/>
                  </a:lnTo>
                  <a:lnTo>
                    <a:pt x="1264" y="558"/>
                  </a:lnTo>
                  <a:lnTo>
                    <a:pt x="1264" y="561"/>
                  </a:lnTo>
                  <a:lnTo>
                    <a:pt x="1267" y="563"/>
                  </a:lnTo>
                  <a:lnTo>
                    <a:pt x="1268" y="563"/>
                  </a:lnTo>
                  <a:lnTo>
                    <a:pt x="1271" y="562"/>
                  </a:lnTo>
                  <a:lnTo>
                    <a:pt x="1271" y="565"/>
                  </a:lnTo>
                  <a:lnTo>
                    <a:pt x="1269" y="566"/>
                  </a:lnTo>
                  <a:lnTo>
                    <a:pt x="1269" y="568"/>
                  </a:lnTo>
                  <a:lnTo>
                    <a:pt x="1272" y="570"/>
                  </a:lnTo>
                  <a:lnTo>
                    <a:pt x="1271" y="571"/>
                  </a:lnTo>
                  <a:lnTo>
                    <a:pt x="1271" y="572"/>
                  </a:lnTo>
                  <a:lnTo>
                    <a:pt x="1271" y="575"/>
                  </a:lnTo>
                  <a:lnTo>
                    <a:pt x="1269" y="578"/>
                  </a:lnTo>
                  <a:lnTo>
                    <a:pt x="1271" y="578"/>
                  </a:lnTo>
                  <a:lnTo>
                    <a:pt x="1271" y="580"/>
                  </a:lnTo>
                  <a:lnTo>
                    <a:pt x="1271" y="580"/>
                  </a:lnTo>
                  <a:lnTo>
                    <a:pt x="1272" y="582"/>
                  </a:lnTo>
                  <a:lnTo>
                    <a:pt x="1269" y="583"/>
                  </a:lnTo>
                  <a:lnTo>
                    <a:pt x="1272" y="590"/>
                  </a:lnTo>
                  <a:lnTo>
                    <a:pt x="1271" y="591"/>
                  </a:lnTo>
                  <a:lnTo>
                    <a:pt x="1272" y="595"/>
                  </a:lnTo>
                  <a:lnTo>
                    <a:pt x="1272" y="596"/>
                  </a:lnTo>
                  <a:lnTo>
                    <a:pt x="1272" y="599"/>
                  </a:lnTo>
                  <a:lnTo>
                    <a:pt x="1274" y="607"/>
                  </a:lnTo>
                  <a:lnTo>
                    <a:pt x="1276" y="607"/>
                  </a:lnTo>
                  <a:lnTo>
                    <a:pt x="1278" y="605"/>
                  </a:lnTo>
                  <a:lnTo>
                    <a:pt x="1278" y="607"/>
                  </a:lnTo>
                  <a:lnTo>
                    <a:pt x="1277" y="609"/>
                  </a:lnTo>
                  <a:lnTo>
                    <a:pt x="1276" y="611"/>
                  </a:lnTo>
                  <a:lnTo>
                    <a:pt x="1277" y="613"/>
                  </a:lnTo>
                  <a:lnTo>
                    <a:pt x="1278" y="613"/>
                  </a:lnTo>
                  <a:lnTo>
                    <a:pt x="1281" y="616"/>
                  </a:lnTo>
                  <a:lnTo>
                    <a:pt x="1281" y="621"/>
                  </a:lnTo>
                  <a:lnTo>
                    <a:pt x="1281" y="622"/>
                  </a:lnTo>
                  <a:lnTo>
                    <a:pt x="1281" y="624"/>
                  </a:lnTo>
                  <a:lnTo>
                    <a:pt x="1282" y="629"/>
                  </a:lnTo>
                  <a:lnTo>
                    <a:pt x="1284" y="629"/>
                  </a:lnTo>
                  <a:lnTo>
                    <a:pt x="1284" y="632"/>
                  </a:lnTo>
                  <a:lnTo>
                    <a:pt x="1284" y="633"/>
                  </a:lnTo>
                  <a:lnTo>
                    <a:pt x="1284" y="637"/>
                  </a:lnTo>
                  <a:lnTo>
                    <a:pt x="1285" y="640"/>
                  </a:lnTo>
                  <a:lnTo>
                    <a:pt x="1285" y="642"/>
                  </a:lnTo>
                  <a:lnTo>
                    <a:pt x="1281" y="646"/>
                  </a:lnTo>
                  <a:lnTo>
                    <a:pt x="1281" y="649"/>
                  </a:lnTo>
                  <a:lnTo>
                    <a:pt x="1280" y="653"/>
                  </a:lnTo>
                  <a:lnTo>
                    <a:pt x="1280" y="657"/>
                  </a:lnTo>
                  <a:lnTo>
                    <a:pt x="1281" y="657"/>
                  </a:lnTo>
                  <a:lnTo>
                    <a:pt x="1280" y="661"/>
                  </a:lnTo>
                  <a:lnTo>
                    <a:pt x="1278" y="663"/>
                  </a:lnTo>
                  <a:lnTo>
                    <a:pt x="1278" y="666"/>
                  </a:lnTo>
                  <a:lnTo>
                    <a:pt x="1276" y="670"/>
                  </a:lnTo>
                  <a:lnTo>
                    <a:pt x="1277" y="670"/>
                  </a:lnTo>
                  <a:lnTo>
                    <a:pt x="1277" y="671"/>
                  </a:lnTo>
                  <a:lnTo>
                    <a:pt x="1276" y="674"/>
                  </a:lnTo>
                  <a:lnTo>
                    <a:pt x="1277" y="679"/>
                  </a:lnTo>
                  <a:lnTo>
                    <a:pt x="1274" y="682"/>
                  </a:lnTo>
                  <a:lnTo>
                    <a:pt x="1274" y="686"/>
                  </a:lnTo>
                  <a:lnTo>
                    <a:pt x="1276" y="686"/>
                  </a:lnTo>
                  <a:lnTo>
                    <a:pt x="1276" y="688"/>
                  </a:lnTo>
                  <a:lnTo>
                    <a:pt x="1273" y="691"/>
                  </a:lnTo>
                  <a:lnTo>
                    <a:pt x="1273" y="693"/>
                  </a:lnTo>
                  <a:lnTo>
                    <a:pt x="1271" y="696"/>
                  </a:lnTo>
                  <a:lnTo>
                    <a:pt x="1271" y="699"/>
                  </a:lnTo>
                  <a:lnTo>
                    <a:pt x="1268" y="701"/>
                  </a:lnTo>
                  <a:lnTo>
                    <a:pt x="1265" y="712"/>
                  </a:lnTo>
                  <a:lnTo>
                    <a:pt x="1264" y="712"/>
                  </a:lnTo>
                  <a:lnTo>
                    <a:pt x="1264" y="715"/>
                  </a:lnTo>
                  <a:lnTo>
                    <a:pt x="1264" y="716"/>
                  </a:lnTo>
                  <a:lnTo>
                    <a:pt x="1264" y="717"/>
                  </a:lnTo>
                  <a:lnTo>
                    <a:pt x="1261" y="720"/>
                  </a:lnTo>
                  <a:lnTo>
                    <a:pt x="1261" y="721"/>
                  </a:lnTo>
                  <a:lnTo>
                    <a:pt x="1259" y="722"/>
                  </a:lnTo>
                  <a:lnTo>
                    <a:pt x="1259" y="726"/>
                  </a:lnTo>
                  <a:lnTo>
                    <a:pt x="1257" y="726"/>
                  </a:lnTo>
                  <a:lnTo>
                    <a:pt x="1259" y="729"/>
                  </a:lnTo>
                  <a:lnTo>
                    <a:pt x="1256" y="733"/>
                  </a:lnTo>
                  <a:lnTo>
                    <a:pt x="1256" y="733"/>
                  </a:lnTo>
                  <a:lnTo>
                    <a:pt x="1255" y="732"/>
                  </a:lnTo>
                  <a:lnTo>
                    <a:pt x="1255" y="734"/>
                  </a:lnTo>
                  <a:lnTo>
                    <a:pt x="1255" y="737"/>
                  </a:lnTo>
                  <a:lnTo>
                    <a:pt x="1252" y="738"/>
                  </a:lnTo>
                  <a:lnTo>
                    <a:pt x="1253" y="740"/>
                  </a:lnTo>
                  <a:lnTo>
                    <a:pt x="1249" y="745"/>
                  </a:lnTo>
                  <a:lnTo>
                    <a:pt x="1247" y="747"/>
                  </a:lnTo>
                  <a:lnTo>
                    <a:pt x="1245" y="747"/>
                  </a:lnTo>
                  <a:lnTo>
                    <a:pt x="1245" y="749"/>
                  </a:lnTo>
                  <a:lnTo>
                    <a:pt x="1242" y="750"/>
                  </a:lnTo>
                  <a:lnTo>
                    <a:pt x="1239" y="753"/>
                  </a:lnTo>
                  <a:lnTo>
                    <a:pt x="1238" y="751"/>
                  </a:lnTo>
                  <a:lnTo>
                    <a:pt x="1236" y="753"/>
                  </a:lnTo>
                  <a:lnTo>
                    <a:pt x="1232" y="750"/>
                  </a:lnTo>
                  <a:lnTo>
                    <a:pt x="1228" y="749"/>
                  </a:lnTo>
                  <a:lnTo>
                    <a:pt x="1228" y="745"/>
                  </a:lnTo>
                  <a:lnTo>
                    <a:pt x="1227" y="743"/>
                  </a:lnTo>
                  <a:lnTo>
                    <a:pt x="1224" y="745"/>
                  </a:lnTo>
                  <a:lnTo>
                    <a:pt x="1222" y="743"/>
                  </a:lnTo>
                  <a:lnTo>
                    <a:pt x="1222" y="745"/>
                  </a:lnTo>
                  <a:lnTo>
                    <a:pt x="1222" y="747"/>
                  </a:lnTo>
                  <a:lnTo>
                    <a:pt x="1219" y="749"/>
                  </a:lnTo>
                  <a:lnTo>
                    <a:pt x="1219" y="753"/>
                  </a:lnTo>
                  <a:lnTo>
                    <a:pt x="1218" y="754"/>
                  </a:lnTo>
                  <a:lnTo>
                    <a:pt x="1217" y="758"/>
                  </a:lnTo>
                  <a:lnTo>
                    <a:pt x="1215" y="757"/>
                  </a:lnTo>
                  <a:lnTo>
                    <a:pt x="1213" y="758"/>
                  </a:lnTo>
                  <a:lnTo>
                    <a:pt x="1211" y="761"/>
                  </a:lnTo>
                  <a:lnTo>
                    <a:pt x="1211" y="761"/>
                  </a:lnTo>
                  <a:lnTo>
                    <a:pt x="1210" y="761"/>
                  </a:lnTo>
                  <a:lnTo>
                    <a:pt x="1209" y="758"/>
                  </a:lnTo>
                  <a:lnTo>
                    <a:pt x="1209" y="758"/>
                  </a:lnTo>
                  <a:lnTo>
                    <a:pt x="1209" y="757"/>
                  </a:lnTo>
                  <a:lnTo>
                    <a:pt x="1209" y="755"/>
                  </a:lnTo>
                  <a:lnTo>
                    <a:pt x="1209" y="755"/>
                  </a:lnTo>
                  <a:lnTo>
                    <a:pt x="1207" y="753"/>
                  </a:lnTo>
                  <a:lnTo>
                    <a:pt x="1207" y="753"/>
                  </a:lnTo>
                  <a:lnTo>
                    <a:pt x="1209" y="751"/>
                  </a:lnTo>
                  <a:lnTo>
                    <a:pt x="1213" y="751"/>
                  </a:lnTo>
                  <a:lnTo>
                    <a:pt x="1213" y="751"/>
                  </a:lnTo>
                  <a:lnTo>
                    <a:pt x="1213" y="750"/>
                  </a:lnTo>
                  <a:lnTo>
                    <a:pt x="1213" y="749"/>
                  </a:lnTo>
                  <a:lnTo>
                    <a:pt x="1213" y="747"/>
                  </a:lnTo>
                  <a:lnTo>
                    <a:pt x="1214" y="746"/>
                  </a:lnTo>
                  <a:lnTo>
                    <a:pt x="1213" y="743"/>
                  </a:lnTo>
                  <a:lnTo>
                    <a:pt x="1213" y="741"/>
                  </a:lnTo>
                  <a:lnTo>
                    <a:pt x="1211" y="741"/>
                  </a:lnTo>
                  <a:lnTo>
                    <a:pt x="1211" y="737"/>
                  </a:lnTo>
                  <a:lnTo>
                    <a:pt x="1211" y="734"/>
                  </a:lnTo>
                  <a:lnTo>
                    <a:pt x="1211" y="732"/>
                  </a:lnTo>
                  <a:lnTo>
                    <a:pt x="1211" y="729"/>
                  </a:lnTo>
                  <a:lnTo>
                    <a:pt x="1210" y="728"/>
                  </a:lnTo>
                  <a:lnTo>
                    <a:pt x="1209" y="726"/>
                  </a:lnTo>
                  <a:lnTo>
                    <a:pt x="1209" y="724"/>
                  </a:lnTo>
                  <a:lnTo>
                    <a:pt x="1206" y="720"/>
                  </a:lnTo>
                  <a:lnTo>
                    <a:pt x="1205" y="718"/>
                  </a:lnTo>
                  <a:lnTo>
                    <a:pt x="1205" y="717"/>
                  </a:lnTo>
                  <a:lnTo>
                    <a:pt x="1207" y="716"/>
                  </a:lnTo>
                  <a:lnTo>
                    <a:pt x="1209" y="716"/>
                  </a:lnTo>
                  <a:lnTo>
                    <a:pt x="1209" y="715"/>
                  </a:lnTo>
                  <a:lnTo>
                    <a:pt x="1210" y="713"/>
                  </a:lnTo>
                  <a:lnTo>
                    <a:pt x="1211" y="709"/>
                  </a:lnTo>
                  <a:lnTo>
                    <a:pt x="1213" y="709"/>
                  </a:lnTo>
                  <a:lnTo>
                    <a:pt x="1215" y="709"/>
                  </a:lnTo>
                  <a:lnTo>
                    <a:pt x="1217" y="711"/>
                  </a:lnTo>
                  <a:lnTo>
                    <a:pt x="1223" y="712"/>
                  </a:lnTo>
                  <a:lnTo>
                    <a:pt x="1224" y="712"/>
                  </a:lnTo>
                  <a:lnTo>
                    <a:pt x="1226" y="712"/>
                  </a:lnTo>
                  <a:lnTo>
                    <a:pt x="1227" y="711"/>
                  </a:lnTo>
                  <a:lnTo>
                    <a:pt x="1227" y="709"/>
                  </a:lnTo>
                  <a:lnTo>
                    <a:pt x="1226" y="708"/>
                  </a:lnTo>
                  <a:lnTo>
                    <a:pt x="1226" y="707"/>
                  </a:lnTo>
                  <a:lnTo>
                    <a:pt x="1226" y="705"/>
                  </a:lnTo>
                  <a:lnTo>
                    <a:pt x="1226" y="704"/>
                  </a:lnTo>
                  <a:lnTo>
                    <a:pt x="1226" y="703"/>
                  </a:lnTo>
                  <a:lnTo>
                    <a:pt x="1227" y="700"/>
                  </a:lnTo>
                  <a:lnTo>
                    <a:pt x="1227" y="700"/>
                  </a:lnTo>
                  <a:lnTo>
                    <a:pt x="1227" y="697"/>
                  </a:lnTo>
                  <a:lnTo>
                    <a:pt x="1226" y="696"/>
                  </a:lnTo>
                  <a:lnTo>
                    <a:pt x="1227" y="696"/>
                  </a:lnTo>
                  <a:lnTo>
                    <a:pt x="1228" y="695"/>
                  </a:lnTo>
                  <a:lnTo>
                    <a:pt x="1227" y="693"/>
                  </a:lnTo>
                  <a:lnTo>
                    <a:pt x="1227" y="692"/>
                  </a:lnTo>
                  <a:lnTo>
                    <a:pt x="1227" y="691"/>
                  </a:lnTo>
                  <a:lnTo>
                    <a:pt x="1227" y="690"/>
                  </a:lnTo>
                  <a:lnTo>
                    <a:pt x="1228" y="690"/>
                  </a:lnTo>
                  <a:lnTo>
                    <a:pt x="1228" y="688"/>
                  </a:lnTo>
                  <a:lnTo>
                    <a:pt x="1228" y="687"/>
                  </a:lnTo>
                  <a:lnTo>
                    <a:pt x="1227" y="684"/>
                  </a:lnTo>
                  <a:lnTo>
                    <a:pt x="1227" y="682"/>
                  </a:lnTo>
                  <a:lnTo>
                    <a:pt x="1227" y="682"/>
                  </a:lnTo>
                  <a:lnTo>
                    <a:pt x="1228" y="680"/>
                  </a:lnTo>
                  <a:lnTo>
                    <a:pt x="1228" y="680"/>
                  </a:lnTo>
                  <a:lnTo>
                    <a:pt x="1227" y="679"/>
                  </a:lnTo>
                  <a:lnTo>
                    <a:pt x="1227" y="678"/>
                  </a:lnTo>
                  <a:lnTo>
                    <a:pt x="1227" y="678"/>
                  </a:lnTo>
                  <a:lnTo>
                    <a:pt x="1226" y="676"/>
                  </a:lnTo>
                  <a:lnTo>
                    <a:pt x="1227" y="674"/>
                  </a:lnTo>
                  <a:lnTo>
                    <a:pt x="1227" y="672"/>
                  </a:lnTo>
                  <a:lnTo>
                    <a:pt x="1226" y="671"/>
                  </a:lnTo>
                  <a:lnTo>
                    <a:pt x="1226" y="670"/>
                  </a:lnTo>
                  <a:lnTo>
                    <a:pt x="1226" y="670"/>
                  </a:lnTo>
                  <a:lnTo>
                    <a:pt x="1227" y="667"/>
                  </a:lnTo>
                  <a:lnTo>
                    <a:pt x="1228" y="667"/>
                  </a:lnTo>
                  <a:lnTo>
                    <a:pt x="1230" y="666"/>
                  </a:lnTo>
                  <a:lnTo>
                    <a:pt x="1230" y="665"/>
                  </a:lnTo>
                  <a:lnTo>
                    <a:pt x="1230" y="662"/>
                  </a:lnTo>
                  <a:lnTo>
                    <a:pt x="1228" y="661"/>
                  </a:lnTo>
                  <a:lnTo>
                    <a:pt x="1227" y="659"/>
                  </a:lnTo>
                  <a:lnTo>
                    <a:pt x="1227" y="658"/>
                  </a:lnTo>
                  <a:lnTo>
                    <a:pt x="1224" y="655"/>
                  </a:lnTo>
                  <a:lnTo>
                    <a:pt x="1224" y="654"/>
                  </a:lnTo>
                  <a:lnTo>
                    <a:pt x="1226" y="653"/>
                  </a:lnTo>
                  <a:lnTo>
                    <a:pt x="1224" y="651"/>
                  </a:lnTo>
                  <a:lnTo>
                    <a:pt x="1223" y="650"/>
                  </a:lnTo>
                  <a:lnTo>
                    <a:pt x="1222" y="650"/>
                  </a:lnTo>
                  <a:lnTo>
                    <a:pt x="1220" y="649"/>
                  </a:lnTo>
                  <a:lnTo>
                    <a:pt x="1218" y="647"/>
                  </a:lnTo>
                  <a:lnTo>
                    <a:pt x="1217" y="649"/>
                  </a:lnTo>
                  <a:lnTo>
                    <a:pt x="1215" y="649"/>
                  </a:lnTo>
                  <a:lnTo>
                    <a:pt x="1214" y="650"/>
                  </a:lnTo>
                  <a:lnTo>
                    <a:pt x="1214" y="653"/>
                  </a:lnTo>
                  <a:lnTo>
                    <a:pt x="1213" y="653"/>
                  </a:lnTo>
                  <a:lnTo>
                    <a:pt x="1211" y="653"/>
                  </a:lnTo>
                  <a:lnTo>
                    <a:pt x="1210" y="655"/>
                  </a:lnTo>
                  <a:lnTo>
                    <a:pt x="1209" y="655"/>
                  </a:lnTo>
                  <a:lnTo>
                    <a:pt x="1206" y="655"/>
                  </a:lnTo>
                  <a:lnTo>
                    <a:pt x="1206" y="657"/>
                  </a:lnTo>
                  <a:lnTo>
                    <a:pt x="1206" y="659"/>
                  </a:lnTo>
                  <a:lnTo>
                    <a:pt x="1205" y="661"/>
                  </a:lnTo>
                  <a:lnTo>
                    <a:pt x="1203" y="662"/>
                  </a:lnTo>
                  <a:lnTo>
                    <a:pt x="1203" y="663"/>
                  </a:lnTo>
                  <a:lnTo>
                    <a:pt x="1202" y="665"/>
                  </a:lnTo>
                  <a:lnTo>
                    <a:pt x="1201" y="666"/>
                  </a:lnTo>
                  <a:lnTo>
                    <a:pt x="1198" y="666"/>
                  </a:lnTo>
                  <a:lnTo>
                    <a:pt x="1197" y="666"/>
                  </a:lnTo>
                  <a:lnTo>
                    <a:pt x="1195" y="666"/>
                  </a:lnTo>
                  <a:lnTo>
                    <a:pt x="1194" y="667"/>
                  </a:lnTo>
                  <a:lnTo>
                    <a:pt x="1193" y="667"/>
                  </a:lnTo>
                  <a:lnTo>
                    <a:pt x="1192" y="666"/>
                  </a:lnTo>
                  <a:lnTo>
                    <a:pt x="1192" y="665"/>
                  </a:lnTo>
                  <a:lnTo>
                    <a:pt x="1189" y="665"/>
                  </a:lnTo>
                  <a:lnTo>
                    <a:pt x="1188" y="666"/>
                  </a:lnTo>
                  <a:lnTo>
                    <a:pt x="1186" y="666"/>
                  </a:lnTo>
                  <a:lnTo>
                    <a:pt x="1185" y="665"/>
                  </a:lnTo>
                  <a:lnTo>
                    <a:pt x="1184" y="662"/>
                  </a:lnTo>
                  <a:lnTo>
                    <a:pt x="1182" y="662"/>
                  </a:lnTo>
                  <a:lnTo>
                    <a:pt x="1180" y="659"/>
                  </a:lnTo>
                  <a:lnTo>
                    <a:pt x="1180" y="657"/>
                  </a:lnTo>
                  <a:lnTo>
                    <a:pt x="1181" y="657"/>
                  </a:lnTo>
                  <a:lnTo>
                    <a:pt x="1181" y="654"/>
                  </a:lnTo>
                  <a:lnTo>
                    <a:pt x="1180" y="653"/>
                  </a:lnTo>
                  <a:lnTo>
                    <a:pt x="1180" y="650"/>
                  </a:lnTo>
                  <a:lnTo>
                    <a:pt x="1178" y="650"/>
                  </a:lnTo>
                  <a:lnTo>
                    <a:pt x="1177" y="649"/>
                  </a:lnTo>
                  <a:lnTo>
                    <a:pt x="1177" y="647"/>
                  </a:lnTo>
                  <a:lnTo>
                    <a:pt x="1178" y="646"/>
                  </a:lnTo>
                  <a:lnTo>
                    <a:pt x="1178" y="645"/>
                  </a:lnTo>
                  <a:lnTo>
                    <a:pt x="1178" y="643"/>
                  </a:lnTo>
                  <a:lnTo>
                    <a:pt x="1177" y="645"/>
                  </a:lnTo>
                  <a:lnTo>
                    <a:pt x="1176" y="645"/>
                  </a:lnTo>
                  <a:lnTo>
                    <a:pt x="1174" y="645"/>
                  </a:lnTo>
                  <a:lnTo>
                    <a:pt x="1173" y="646"/>
                  </a:lnTo>
                  <a:lnTo>
                    <a:pt x="1172" y="645"/>
                  </a:lnTo>
                  <a:lnTo>
                    <a:pt x="1170" y="645"/>
                  </a:lnTo>
                  <a:lnTo>
                    <a:pt x="1169" y="645"/>
                  </a:lnTo>
                  <a:lnTo>
                    <a:pt x="1169" y="643"/>
                  </a:lnTo>
                  <a:lnTo>
                    <a:pt x="1166" y="642"/>
                  </a:lnTo>
                  <a:lnTo>
                    <a:pt x="1165" y="641"/>
                  </a:lnTo>
                  <a:lnTo>
                    <a:pt x="1165" y="641"/>
                  </a:lnTo>
                  <a:lnTo>
                    <a:pt x="1164" y="641"/>
                  </a:lnTo>
                  <a:lnTo>
                    <a:pt x="1163" y="640"/>
                  </a:lnTo>
                  <a:lnTo>
                    <a:pt x="1163" y="638"/>
                  </a:lnTo>
                  <a:lnTo>
                    <a:pt x="1161" y="638"/>
                  </a:lnTo>
                  <a:lnTo>
                    <a:pt x="1160" y="637"/>
                  </a:lnTo>
                  <a:lnTo>
                    <a:pt x="1160" y="636"/>
                  </a:lnTo>
                  <a:lnTo>
                    <a:pt x="1159" y="634"/>
                  </a:lnTo>
                  <a:lnTo>
                    <a:pt x="1157" y="634"/>
                  </a:lnTo>
                  <a:lnTo>
                    <a:pt x="1157" y="636"/>
                  </a:lnTo>
                  <a:lnTo>
                    <a:pt x="1156" y="636"/>
                  </a:lnTo>
                  <a:lnTo>
                    <a:pt x="1155" y="636"/>
                  </a:lnTo>
                  <a:lnTo>
                    <a:pt x="1155" y="637"/>
                  </a:lnTo>
                  <a:lnTo>
                    <a:pt x="1152" y="636"/>
                  </a:lnTo>
                  <a:lnTo>
                    <a:pt x="1152" y="636"/>
                  </a:lnTo>
                  <a:lnTo>
                    <a:pt x="1151" y="634"/>
                  </a:lnTo>
                  <a:lnTo>
                    <a:pt x="1148" y="634"/>
                  </a:lnTo>
                  <a:lnTo>
                    <a:pt x="1147" y="634"/>
                  </a:lnTo>
                  <a:lnTo>
                    <a:pt x="1148" y="633"/>
                  </a:lnTo>
                  <a:lnTo>
                    <a:pt x="1148" y="632"/>
                  </a:lnTo>
                  <a:lnTo>
                    <a:pt x="1147" y="632"/>
                  </a:lnTo>
                  <a:lnTo>
                    <a:pt x="1145" y="633"/>
                  </a:lnTo>
                  <a:lnTo>
                    <a:pt x="1143" y="633"/>
                  </a:lnTo>
                  <a:lnTo>
                    <a:pt x="1141" y="633"/>
                  </a:lnTo>
                  <a:lnTo>
                    <a:pt x="1140" y="633"/>
                  </a:lnTo>
                  <a:lnTo>
                    <a:pt x="1139" y="633"/>
                  </a:lnTo>
                  <a:lnTo>
                    <a:pt x="1138" y="633"/>
                  </a:lnTo>
                  <a:lnTo>
                    <a:pt x="1138" y="632"/>
                  </a:lnTo>
                  <a:lnTo>
                    <a:pt x="1135" y="630"/>
                  </a:lnTo>
                  <a:lnTo>
                    <a:pt x="1132" y="628"/>
                  </a:lnTo>
                  <a:lnTo>
                    <a:pt x="1131" y="625"/>
                  </a:lnTo>
                  <a:lnTo>
                    <a:pt x="1131" y="624"/>
                  </a:lnTo>
                  <a:lnTo>
                    <a:pt x="1131" y="622"/>
                  </a:lnTo>
                  <a:lnTo>
                    <a:pt x="1130" y="621"/>
                  </a:lnTo>
                  <a:lnTo>
                    <a:pt x="1128" y="621"/>
                  </a:lnTo>
                  <a:lnTo>
                    <a:pt x="1128" y="618"/>
                  </a:lnTo>
                  <a:lnTo>
                    <a:pt x="1127" y="617"/>
                  </a:lnTo>
                  <a:lnTo>
                    <a:pt x="1127" y="616"/>
                  </a:lnTo>
                  <a:lnTo>
                    <a:pt x="1126" y="613"/>
                  </a:lnTo>
                  <a:lnTo>
                    <a:pt x="1122" y="611"/>
                  </a:lnTo>
                  <a:lnTo>
                    <a:pt x="1119" y="607"/>
                  </a:lnTo>
                  <a:lnTo>
                    <a:pt x="1119" y="605"/>
                  </a:lnTo>
                  <a:lnTo>
                    <a:pt x="1118" y="604"/>
                  </a:lnTo>
                  <a:lnTo>
                    <a:pt x="1116" y="604"/>
                  </a:lnTo>
                  <a:lnTo>
                    <a:pt x="1116" y="604"/>
                  </a:lnTo>
                  <a:lnTo>
                    <a:pt x="1116" y="603"/>
                  </a:lnTo>
                  <a:lnTo>
                    <a:pt x="1116" y="601"/>
                  </a:lnTo>
                  <a:lnTo>
                    <a:pt x="1115" y="600"/>
                  </a:lnTo>
                  <a:lnTo>
                    <a:pt x="1114" y="599"/>
                  </a:lnTo>
                  <a:lnTo>
                    <a:pt x="1114" y="599"/>
                  </a:lnTo>
                  <a:lnTo>
                    <a:pt x="1113" y="596"/>
                  </a:lnTo>
                  <a:lnTo>
                    <a:pt x="1111" y="595"/>
                  </a:lnTo>
                  <a:lnTo>
                    <a:pt x="1110" y="592"/>
                  </a:lnTo>
                  <a:lnTo>
                    <a:pt x="1107" y="591"/>
                  </a:lnTo>
                  <a:lnTo>
                    <a:pt x="1107" y="590"/>
                  </a:lnTo>
                  <a:lnTo>
                    <a:pt x="1109" y="588"/>
                  </a:lnTo>
                  <a:lnTo>
                    <a:pt x="1107" y="587"/>
                  </a:lnTo>
                  <a:lnTo>
                    <a:pt x="1105" y="587"/>
                  </a:lnTo>
                  <a:lnTo>
                    <a:pt x="1105" y="586"/>
                  </a:lnTo>
                  <a:lnTo>
                    <a:pt x="1105" y="584"/>
                  </a:lnTo>
                  <a:lnTo>
                    <a:pt x="1103" y="583"/>
                  </a:lnTo>
                  <a:lnTo>
                    <a:pt x="1103" y="582"/>
                  </a:lnTo>
                  <a:lnTo>
                    <a:pt x="1103" y="580"/>
                  </a:lnTo>
                  <a:lnTo>
                    <a:pt x="1102" y="579"/>
                  </a:lnTo>
                  <a:lnTo>
                    <a:pt x="1102" y="579"/>
                  </a:lnTo>
                  <a:lnTo>
                    <a:pt x="1101" y="578"/>
                  </a:lnTo>
                  <a:lnTo>
                    <a:pt x="1099" y="578"/>
                  </a:lnTo>
                  <a:lnTo>
                    <a:pt x="1098" y="578"/>
                  </a:lnTo>
                  <a:lnTo>
                    <a:pt x="1097" y="576"/>
                  </a:lnTo>
                  <a:lnTo>
                    <a:pt x="1098" y="575"/>
                  </a:lnTo>
                  <a:lnTo>
                    <a:pt x="1097" y="574"/>
                  </a:lnTo>
                  <a:lnTo>
                    <a:pt x="1095" y="574"/>
                  </a:lnTo>
                  <a:lnTo>
                    <a:pt x="1094" y="575"/>
                  </a:lnTo>
                  <a:lnTo>
                    <a:pt x="1094" y="574"/>
                  </a:lnTo>
                  <a:lnTo>
                    <a:pt x="1093" y="574"/>
                  </a:lnTo>
                  <a:lnTo>
                    <a:pt x="1093" y="572"/>
                  </a:lnTo>
                  <a:lnTo>
                    <a:pt x="1093" y="571"/>
                  </a:lnTo>
                  <a:lnTo>
                    <a:pt x="1091" y="570"/>
                  </a:lnTo>
                  <a:lnTo>
                    <a:pt x="1090" y="570"/>
                  </a:lnTo>
                  <a:lnTo>
                    <a:pt x="1089" y="570"/>
                  </a:lnTo>
                  <a:lnTo>
                    <a:pt x="1087" y="568"/>
                  </a:lnTo>
                  <a:lnTo>
                    <a:pt x="1087" y="568"/>
                  </a:lnTo>
                  <a:lnTo>
                    <a:pt x="1085" y="568"/>
                  </a:lnTo>
                  <a:lnTo>
                    <a:pt x="1085" y="568"/>
                  </a:lnTo>
                  <a:lnTo>
                    <a:pt x="1084" y="568"/>
                  </a:lnTo>
                  <a:lnTo>
                    <a:pt x="1084" y="571"/>
                  </a:lnTo>
                  <a:lnTo>
                    <a:pt x="1082" y="571"/>
                  </a:lnTo>
                  <a:lnTo>
                    <a:pt x="1080" y="570"/>
                  </a:lnTo>
                  <a:lnTo>
                    <a:pt x="1080" y="570"/>
                  </a:lnTo>
                  <a:lnTo>
                    <a:pt x="1078" y="570"/>
                  </a:lnTo>
                  <a:lnTo>
                    <a:pt x="1076" y="570"/>
                  </a:lnTo>
                  <a:lnTo>
                    <a:pt x="1074" y="568"/>
                  </a:lnTo>
                  <a:lnTo>
                    <a:pt x="1073" y="567"/>
                  </a:lnTo>
                  <a:lnTo>
                    <a:pt x="1069" y="567"/>
                  </a:lnTo>
                  <a:lnTo>
                    <a:pt x="1068" y="566"/>
                  </a:lnTo>
                  <a:lnTo>
                    <a:pt x="1066" y="566"/>
                  </a:lnTo>
                  <a:lnTo>
                    <a:pt x="1065" y="566"/>
                  </a:lnTo>
                  <a:lnTo>
                    <a:pt x="1064" y="566"/>
                  </a:lnTo>
                  <a:lnTo>
                    <a:pt x="1061" y="566"/>
                  </a:lnTo>
                  <a:lnTo>
                    <a:pt x="1060" y="568"/>
                  </a:lnTo>
                  <a:lnTo>
                    <a:pt x="1059" y="568"/>
                  </a:lnTo>
                  <a:lnTo>
                    <a:pt x="1059" y="568"/>
                  </a:lnTo>
                  <a:lnTo>
                    <a:pt x="1056" y="568"/>
                  </a:lnTo>
                  <a:lnTo>
                    <a:pt x="1055" y="568"/>
                  </a:lnTo>
                  <a:lnTo>
                    <a:pt x="1052" y="568"/>
                  </a:lnTo>
                  <a:lnTo>
                    <a:pt x="1051" y="570"/>
                  </a:lnTo>
                  <a:lnTo>
                    <a:pt x="1048" y="570"/>
                  </a:lnTo>
                  <a:lnTo>
                    <a:pt x="1047" y="572"/>
                  </a:lnTo>
                  <a:lnTo>
                    <a:pt x="1045" y="572"/>
                  </a:lnTo>
                  <a:lnTo>
                    <a:pt x="1044" y="572"/>
                  </a:lnTo>
                  <a:lnTo>
                    <a:pt x="1043" y="572"/>
                  </a:lnTo>
                  <a:lnTo>
                    <a:pt x="1041" y="572"/>
                  </a:lnTo>
                  <a:lnTo>
                    <a:pt x="1040" y="574"/>
                  </a:lnTo>
                  <a:lnTo>
                    <a:pt x="1037" y="574"/>
                  </a:lnTo>
                  <a:lnTo>
                    <a:pt x="1036" y="575"/>
                  </a:lnTo>
                  <a:lnTo>
                    <a:pt x="1036" y="576"/>
                  </a:lnTo>
                  <a:lnTo>
                    <a:pt x="1033" y="579"/>
                  </a:lnTo>
                  <a:lnTo>
                    <a:pt x="1033" y="580"/>
                  </a:lnTo>
                  <a:lnTo>
                    <a:pt x="1032" y="582"/>
                  </a:lnTo>
                  <a:lnTo>
                    <a:pt x="1032" y="583"/>
                  </a:lnTo>
                  <a:lnTo>
                    <a:pt x="1032" y="584"/>
                  </a:lnTo>
                  <a:lnTo>
                    <a:pt x="1032" y="587"/>
                  </a:lnTo>
                  <a:lnTo>
                    <a:pt x="1032" y="588"/>
                  </a:lnTo>
                  <a:lnTo>
                    <a:pt x="1033" y="588"/>
                  </a:lnTo>
                  <a:lnTo>
                    <a:pt x="1036" y="587"/>
                  </a:lnTo>
                  <a:lnTo>
                    <a:pt x="1037" y="586"/>
                  </a:lnTo>
                  <a:lnTo>
                    <a:pt x="1040" y="586"/>
                  </a:lnTo>
                  <a:lnTo>
                    <a:pt x="1041" y="590"/>
                  </a:lnTo>
                  <a:lnTo>
                    <a:pt x="1043" y="591"/>
                  </a:lnTo>
                  <a:lnTo>
                    <a:pt x="1044" y="592"/>
                  </a:lnTo>
                  <a:lnTo>
                    <a:pt x="1044" y="595"/>
                  </a:lnTo>
                  <a:lnTo>
                    <a:pt x="1044" y="596"/>
                  </a:lnTo>
                  <a:lnTo>
                    <a:pt x="1044" y="599"/>
                  </a:lnTo>
                  <a:lnTo>
                    <a:pt x="1043" y="600"/>
                  </a:lnTo>
                  <a:lnTo>
                    <a:pt x="1041" y="601"/>
                  </a:lnTo>
                  <a:lnTo>
                    <a:pt x="1040" y="604"/>
                  </a:lnTo>
                  <a:lnTo>
                    <a:pt x="1039" y="605"/>
                  </a:lnTo>
                  <a:lnTo>
                    <a:pt x="1037" y="608"/>
                  </a:lnTo>
                  <a:lnTo>
                    <a:pt x="1037" y="611"/>
                  </a:lnTo>
                  <a:lnTo>
                    <a:pt x="1039" y="612"/>
                  </a:lnTo>
                  <a:lnTo>
                    <a:pt x="1039" y="613"/>
                  </a:lnTo>
                  <a:lnTo>
                    <a:pt x="1039" y="616"/>
                  </a:lnTo>
                  <a:lnTo>
                    <a:pt x="1040" y="617"/>
                  </a:lnTo>
                  <a:lnTo>
                    <a:pt x="1040" y="620"/>
                  </a:lnTo>
                  <a:lnTo>
                    <a:pt x="1039" y="621"/>
                  </a:lnTo>
                  <a:lnTo>
                    <a:pt x="1037" y="622"/>
                  </a:lnTo>
                  <a:lnTo>
                    <a:pt x="1039" y="624"/>
                  </a:lnTo>
                  <a:lnTo>
                    <a:pt x="1039" y="628"/>
                  </a:lnTo>
                  <a:lnTo>
                    <a:pt x="1039" y="629"/>
                  </a:lnTo>
                  <a:lnTo>
                    <a:pt x="1039" y="632"/>
                  </a:lnTo>
                  <a:lnTo>
                    <a:pt x="1040" y="632"/>
                  </a:lnTo>
                  <a:lnTo>
                    <a:pt x="1040" y="633"/>
                  </a:lnTo>
                  <a:lnTo>
                    <a:pt x="1041" y="632"/>
                  </a:lnTo>
                  <a:lnTo>
                    <a:pt x="1043" y="633"/>
                  </a:lnTo>
                  <a:lnTo>
                    <a:pt x="1043" y="634"/>
                  </a:lnTo>
                  <a:lnTo>
                    <a:pt x="1043" y="637"/>
                  </a:lnTo>
                  <a:lnTo>
                    <a:pt x="1040" y="640"/>
                  </a:lnTo>
                  <a:lnTo>
                    <a:pt x="1036" y="640"/>
                  </a:lnTo>
                  <a:lnTo>
                    <a:pt x="1033" y="642"/>
                  </a:lnTo>
                  <a:lnTo>
                    <a:pt x="1028" y="647"/>
                  </a:lnTo>
                  <a:lnTo>
                    <a:pt x="1027" y="647"/>
                  </a:lnTo>
                  <a:lnTo>
                    <a:pt x="1024" y="646"/>
                  </a:lnTo>
                  <a:lnTo>
                    <a:pt x="1022" y="645"/>
                  </a:lnTo>
                  <a:lnTo>
                    <a:pt x="1019" y="646"/>
                  </a:lnTo>
                  <a:lnTo>
                    <a:pt x="1019" y="645"/>
                  </a:lnTo>
                  <a:lnTo>
                    <a:pt x="1018" y="645"/>
                  </a:lnTo>
                  <a:lnTo>
                    <a:pt x="1016" y="645"/>
                  </a:lnTo>
                  <a:lnTo>
                    <a:pt x="1015" y="643"/>
                  </a:lnTo>
                  <a:lnTo>
                    <a:pt x="1010" y="642"/>
                  </a:lnTo>
                  <a:lnTo>
                    <a:pt x="1006" y="643"/>
                  </a:lnTo>
                  <a:lnTo>
                    <a:pt x="1006" y="645"/>
                  </a:lnTo>
                  <a:lnTo>
                    <a:pt x="1003" y="646"/>
                  </a:lnTo>
                  <a:lnTo>
                    <a:pt x="1002" y="646"/>
                  </a:lnTo>
                  <a:lnTo>
                    <a:pt x="1001" y="645"/>
                  </a:lnTo>
                  <a:lnTo>
                    <a:pt x="998" y="646"/>
                  </a:lnTo>
                  <a:lnTo>
                    <a:pt x="997" y="645"/>
                  </a:lnTo>
                  <a:lnTo>
                    <a:pt x="995" y="643"/>
                  </a:lnTo>
                  <a:lnTo>
                    <a:pt x="993" y="642"/>
                  </a:lnTo>
                  <a:lnTo>
                    <a:pt x="990" y="641"/>
                  </a:lnTo>
                  <a:lnTo>
                    <a:pt x="986" y="642"/>
                  </a:lnTo>
                  <a:lnTo>
                    <a:pt x="986" y="642"/>
                  </a:lnTo>
                  <a:lnTo>
                    <a:pt x="983" y="642"/>
                  </a:lnTo>
                  <a:lnTo>
                    <a:pt x="982" y="643"/>
                  </a:lnTo>
                  <a:lnTo>
                    <a:pt x="981" y="646"/>
                  </a:lnTo>
                  <a:lnTo>
                    <a:pt x="980" y="647"/>
                  </a:lnTo>
                  <a:lnTo>
                    <a:pt x="977" y="649"/>
                  </a:lnTo>
                  <a:lnTo>
                    <a:pt x="976" y="651"/>
                  </a:lnTo>
                  <a:lnTo>
                    <a:pt x="976" y="653"/>
                  </a:lnTo>
                  <a:lnTo>
                    <a:pt x="974" y="654"/>
                  </a:lnTo>
                  <a:lnTo>
                    <a:pt x="972" y="657"/>
                  </a:lnTo>
                  <a:lnTo>
                    <a:pt x="966" y="657"/>
                  </a:lnTo>
                  <a:lnTo>
                    <a:pt x="965" y="657"/>
                  </a:lnTo>
                  <a:lnTo>
                    <a:pt x="962" y="659"/>
                  </a:lnTo>
                  <a:lnTo>
                    <a:pt x="960" y="659"/>
                  </a:lnTo>
                  <a:lnTo>
                    <a:pt x="956" y="662"/>
                  </a:lnTo>
                  <a:lnTo>
                    <a:pt x="953" y="665"/>
                  </a:lnTo>
                  <a:lnTo>
                    <a:pt x="952" y="665"/>
                  </a:lnTo>
                  <a:lnTo>
                    <a:pt x="951" y="663"/>
                  </a:lnTo>
                  <a:lnTo>
                    <a:pt x="948" y="663"/>
                  </a:lnTo>
                  <a:lnTo>
                    <a:pt x="947" y="665"/>
                  </a:lnTo>
                  <a:lnTo>
                    <a:pt x="944" y="665"/>
                  </a:lnTo>
                  <a:lnTo>
                    <a:pt x="936" y="665"/>
                  </a:lnTo>
                  <a:lnTo>
                    <a:pt x="932" y="663"/>
                  </a:lnTo>
                  <a:lnTo>
                    <a:pt x="927" y="663"/>
                  </a:lnTo>
                  <a:lnTo>
                    <a:pt x="924" y="663"/>
                  </a:lnTo>
                  <a:lnTo>
                    <a:pt x="923" y="662"/>
                  </a:lnTo>
                  <a:lnTo>
                    <a:pt x="920" y="661"/>
                  </a:lnTo>
                  <a:lnTo>
                    <a:pt x="919" y="661"/>
                  </a:lnTo>
                  <a:lnTo>
                    <a:pt x="918" y="659"/>
                  </a:lnTo>
                  <a:lnTo>
                    <a:pt x="916" y="655"/>
                  </a:lnTo>
                  <a:lnTo>
                    <a:pt x="915" y="654"/>
                  </a:lnTo>
                  <a:lnTo>
                    <a:pt x="912" y="654"/>
                  </a:lnTo>
                  <a:lnTo>
                    <a:pt x="908" y="654"/>
                  </a:lnTo>
                  <a:lnTo>
                    <a:pt x="904" y="653"/>
                  </a:lnTo>
                  <a:lnTo>
                    <a:pt x="902" y="650"/>
                  </a:lnTo>
                  <a:lnTo>
                    <a:pt x="898" y="650"/>
                  </a:lnTo>
                  <a:lnTo>
                    <a:pt x="894" y="649"/>
                  </a:lnTo>
                  <a:lnTo>
                    <a:pt x="891" y="647"/>
                  </a:lnTo>
                  <a:lnTo>
                    <a:pt x="889" y="649"/>
                  </a:lnTo>
                  <a:lnTo>
                    <a:pt x="885" y="649"/>
                  </a:lnTo>
                  <a:lnTo>
                    <a:pt x="883" y="650"/>
                  </a:lnTo>
                  <a:lnTo>
                    <a:pt x="878" y="650"/>
                  </a:lnTo>
                  <a:lnTo>
                    <a:pt x="874" y="651"/>
                  </a:lnTo>
                  <a:lnTo>
                    <a:pt x="873" y="654"/>
                  </a:lnTo>
                  <a:lnTo>
                    <a:pt x="872" y="654"/>
                  </a:lnTo>
                  <a:lnTo>
                    <a:pt x="870" y="654"/>
                  </a:lnTo>
                  <a:lnTo>
                    <a:pt x="868" y="654"/>
                  </a:lnTo>
                  <a:lnTo>
                    <a:pt x="866" y="655"/>
                  </a:lnTo>
                  <a:lnTo>
                    <a:pt x="862" y="654"/>
                  </a:lnTo>
                  <a:lnTo>
                    <a:pt x="862" y="655"/>
                  </a:lnTo>
                  <a:lnTo>
                    <a:pt x="860" y="655"/>
                  </a:lnTo>
                  <a:lnTo>
                    <a:pt x="857" y="654"/>
                  </a:lnTo>
                  <a:lnTo>
                    <a:pt x="853" y="653"/>
                  </a:lnTo>
                  <a:lnTo>
                    <a:pt x="852" y="651"/>
                  </a:lnTo>
                  <a:lnTo>
                    <a:pt x="850" y="649"/>
                  </a:lnTo>
                  <a:lnTo>
                    <a:pt x="849" y="649"/>
                  </a:lnTo>
                  <a:lnTo>
                    <a:pt x="847" y="647"/>
                  </a:lnTo>
                  <a:lnTo>
                    <a:pt x="848" y="646"/>
                  </a:lnTo>
                  <a:lnTo>
                    <a:pt x="847" y="643"/>
                  </a:lnTo>
                  <a:lnTo>
                    <a:pt x="845" y="642"/>
                  </a:lnTo>
                  <a:lnTo>
                    <a:pt x="845" y="640"/>
                  </a:lnTo>
                  <a:lnTo>
                    <a:pt x="844" y="638"/>
                  </a:lnTo>
                  <a:lnTo>
                    <a:pt x="844" y="637"/>
                  </a:lnTo>
                  <a:lnTo>
                    <a:pt x="843" y="636"/>
                  </a:lnTo>
                  <a:lnTo>
                    <a:pt x="841" y="634"/>
                  </a:lnTo>
                  <a:lnTo>
                    <a:pt x="836" y="634"/>
                  </a:lnTo>
                  <a:lnTo>
                    <a:pt x="833" y="634"/>
                  </a:lnTo>
                  <a:lnTo>
                    <a:pt x="832" y="633"/>
                  </a:lnTo>
                  <a:lnTo>
                    <a:pt x="829" y="633"/>
                  </a:lnTo>
                  <a:lnTo>
                    <a:pt x="828" y="632"/>
                  </a:lnTo>
                  <a:lnTo>
                    <a:pt x="827" y="630"/>
                  </a:lnTo>
                  <a:lnTo>
                    <a:pt x="823" y="630"/>
                  </a:lnTo>
                  <a:lnTo>
                    <a:pt x="819" y="630"/>
                  </a:lnTo>
                  <a:lnTo>
                    <a:pt x="816" y="630"/>
                  </a:lnTo>
                  <a:lnTo>
                    <a:pt x="816" y="629"/>
                  </a:lnTo>
                  <a:lnTo>
                    <a:pt x="812" y="628"/>
                  </a:lnTo>
                  <a:lnTo>
                    <a:pt x="810" y="626"/>
                  </a:lnTo>
                  <a:lnTo>
                    <a:pt x="808" y="625"/>
                  </a:lnTo>
                  <a:lnTo>
                    <a:pt x="806" y="625"/>
                  </a:lnTo>
                  <a:lnTo>
                    <a:pt x="804" y="626"/>
                  </a:lnTo>
                  <a:lnTo>
                    <a:pt x="804" y="629"/>
                  </a:lnTo>
                  <a:lnTo>
                    <a:pt x="804" y="630"/>
                  </a:lnTo>
                  <a:lnTo>
                    <a:pt x="804" y="633"/>
                  </a:lnTo>
                  <a:lnTo>
                    <a:pt x="803" y="632"/>
                  </a:lnTo>
                  <a:lnTo>
                    <a:pt x="800" y="633"/>
                  </a:lnTo>
                  <a:lnTo>
                    <a:pt x="799" y="634"/>
                  </a:lnTo>
                  <a:lnTo>
                    <a:pt x="799" y="637"/>
                  </a:lnTo>
                  <a:lnTo>
                    <a:pt x="798" y="640"/>
                  </a:lnTo>
                  <a:lnTo>
                    <a:pt x="796" y="645"/>
                  </a:lnTo>
                  <a:lnTo>
                    <a:pt x="798" y="647"/>
                  </a:lnTo>
                  <a:lnTo>
                    <a:pt x="802" y="649"/>
                  </a:lnTo>
                  <a:lnTo>
                    <a:pt x="803" y="650"/>
                  </a:lnTo>
                  <a:lnTo>
                    <a:pt x="804" y="651"/>
                  </a:lnTo>
                  <a:lnTo>
                    <a:pt x="806" y="653"/>
                  </a:lnTo>
                  <a:lnTo>
                    <a:pt x="804" y="657"/>
                  </a:lnTo>
                  <a:lnTo>
                    <a:pt x="804" y="661"/>
                  </a:lnTo>
                  <a:lnTo>
                    <a:pt x="807" y="662"/>
                  </a:lnTo>
                  <a:lnTo>
                    <a:pt x="808" y="663"/>
                  </a:lnTo>
                  <a:lnTo>
                    <a:pt x="806" y="667"/>
                  </a:lnTo>
                  <a:lnTo>
                    <a:pt x="802" y="667"/>
                  </a:lnTo>
                  <a:lnTo>
                    <a:pt x="799" y="667"/>
                  </a:lnTo>
                  <a:lnTo>
                    <a:pt x="799" y="667"/>
                  </a:lnTo>
                  <a:lnTo>
                    <a:pt x="796" y="667"/>
                  </a:lnTo>
                  <a:lnTo>
                    <a:pt x="795" y="667"/>
                  </a:lnTo>
                  <a:lnTo>
                    <a:pt x="790" y="667"/>
                  </a:lnTo>
                  <a:lnTo>
                    <a:pt x="789" y="667"/>
                  </a:lnTo>
                  <a:lnTo>
                    <a:pt x="786" y="666"/>
                  </a:lnTo>
                  <a:lnTo>
                    <a:pt x="785" y="666"/>
                  </a:lnTo>
                  <a:lnTo>
                    <a:pt x="782" y="666"/>
                  </a:lnTo>
                  <a:lnTo>
                    <a:pt x="779" y="667"/>
                  </a:lnTo>
                  <a:lnTo>
                    <a:pt x="777" y="668"/>
                  </a:lnTo>
                  <a:lnTo>
                    <a:pt x="775" y="670"/>
                  </a:lnTo>
                  <a:lnTo>
                    <a:pt x="771" y="667"/>
                  </a:lnTo>
                  <a:lnTo>
                    <a:pt x="769" y="666"/>
                  </a:lnTo>
                  <a:lnTo>
                    <a:pt x="764" y="662"/>
                  </a:lnTo>
                  <a:lnTo>
                    <a:pt x="762" y="661"/>
                  </a:lnTo>
                  <a:lnTo>
                    <a:pt x="762" y="659"/>
                  </a:lnTo>
                  <a:lnTo>
                    <a:pt x="761" y="657"/>
                  </a:lnTo>
                  <a:lnTo>
                    <a:pt x="757" y="657"/>
                  </a:lnTo>
                  <a:lnTo>
                    <a:pt x="756" y="658"/>
                  </a:lnTo>
                  <a:lnTo>
                    <a:pt x="753" y="658"/>
                  </a:lnTo>
                  <a:lnTo>
                    <a:pt x="753" y="658"/>
                  </a:lnTo>
                  <a:lnTo>
                    <a:pt x="750" y="659"/>
                  </a:lnTo>
                  <a:lnTo>
                    <a:pt x="749" y="657"/>
                  </a:lnTo>
                  <a:lnTo>
                    <a:pt x="748" y="655"/>
                  </a:lnTo>
                  <a:lnTo>
                    <a:pt x="746" y="654"/>
                  </a:lnTo>
                  <a:lnTo>
                    <a:pt x="746" y="654"/>
                  </a:lnTo>
                  <a:lnTo>
                    <a:pt x="744" y="655"/>
                  </a:lnTo>
                  <a:lnTo>
                    <a:pt x="741" y="655"/>
                  </a:lnTo>
                  <a:lnTo>
                    <a:pt x="740" y="655"/>
                  </a:lnTo>
                  <a:lnTo>
                    <a:pt x="737" y="655"/>
                  </a:lnTo>
                  <a:lnTo>
                    <a:pt x="733" y="657"/>
                  </a:lnTo>
                  <a:lnTo>
                    <a:pt x="732" y="657"/>
                  </a:lnTo>
                  <a:lnTo>
                    <a:pt x="731" y="659"/>
                  </a:lnTo>
                  <a:lnTo>
                    <a:pt x="728" y="661"/>
                  </a:lnTo>
                  <a:lnTo>
                    <a:pt x="724" y="659"/>
                  </a:lnTo>
                  <a:lnTo>
                    <a:pt x="724" y="661"/>
                  </a:lnTo>
                  <a:lnTo>
                    <a:pt x="724" y="662"/>
                  </a:lnTo>
                  <a:lnTo>
                    <a:pt x="725" y="663"/>
                  </a:lnTo>
                  <a:lnTo>
                    <a:pt x="724" y="665"/>
                  </a:lnTo>
                  <a:lnTo>
                    <a:pt x="723" y="666"/>
                  </a:lnTo>
                  <a:lnTo>
                    <a:pt x="720" y="667"/>
                  </a:lnTo>
                  <a:lnTo>
                    <a:pt x="719" y="668"/>
                  </a:lnTo>
                  <a:lnTo>
                    <a:pt x="719" y="671"/>
                  </a:lnTo>
                  <a:lnTo>
                    <a:pt x="716" y="672"/>
                  </a:lnTo>
                  <a:lnTo>
                    <a:pt x="715" y="674"/>
                  </a:lnTo>
                  <a:lnTo>
                    <a:pt x="715" y="676"/>
                  </a:lnTo>
                  <a:lnTo>
                    <a:pt x="711" y="678"/>
                  </a:lnTo>
                  <a:lnTo>
                    <a:pt x="708" y="680"/>
                  </a:lnTo>
                  <a:lnTo>
                    <a:pt x="708" y="682"/>
                  </a:lnTo>
                  <a:lnTo>
                    <a:pt x="703" y="682"/>
                  </a:lnTo>
                  <a:lnTo>
                    <a:pt x="700" y="683"/>
                  </a:lnTo>
                  <a:lnTo>
                    <a:pt x="699" y="687"/>
                  </a:lnTo>
                  <a:lnTo>
                    <a:pt x="699" y="687"/>
                  </a:lnTo>
                  <a:lnTo>
                    <a:pt x="698" y="687"/>
                  </a:lnTo>
                  <a:lnTo>
                    <a:pt x="695" y="686"/>
                  </a:lnTo>
                  <a:lnTo>
                    <a:pt x="694" y="686"/>
                  </a:lnTo>
                  <a:lnTo>
                    <a:pt x="692" y="686"/>
                  </a:lnTo>
                  <a:lnTo>
                    <a:pt x="690" y="684"/>
                  </a:lnTo>
                  <a:lnTo>
                    <a:pt x="687" y="682"/>
                  </a:lnTo>
                  <a:lnTo>
                    <a:pt x="686" y="682"/>
                  </a:lnTo>
                  <a:lnTo>
                    <a:pt x="685" y="679"/>
                  </a:lnTo>
                  <a:lnTo>
                    <a:pt x="686" y="676"/>
                  </a:lnTo>
                  <a:lnTo>
                    <a:pt x="685" y="676"/>
                  </a:lnTo>
                  <a:lnTo>
                    <a:pt x="682" y="678"/>
                  </a:lnTo>
                  <a:lnTo>
                    <a:pt x="681" y="679"/>
                  </a:lnTo>
                  <a:lnTo>
                    <a:pt x="678" y="680"/>
                  </a:lnTo>
                  <a:lnTo>
                    <a:pt x="673" y="680"/>
                  </a:lnTo>
                  <a:lnTo>
                    <a:pt x="671" y="682"/>
                  </a:lnTo>
                  <a:lnTo>
                    <a:pt x="670" y="683"/>
                  </a:lnTo>
                  <a:lnTo>
                    <a:pt x="669" y="682"/>
                  </a:lnTo>
                  <a:lnTo>
                    <a:pt x="666" y="680"/>
                  </a:lnTo>
                  <a:lnTo>
                    <a:pt x="665" y="680"/>
                  </a:lnTo>
                  <a:lnTo>
                    <a:pt x="665" y="680"/>
                  </a:lnTo>
                  <a:lnTo>
                    <a:pt x="663" y="679"/>
                  </a:lnTo>
                  <a:lnTo>
                    <a:pt x="662" y="678"/>
                  </a:lnTo>
                  <a:lnTo>
                    <a:pt x="662" y="675"/>
                  </a:lnTo>
                  <a:lnTo>
                    <a:pt x="663" y="675"/>
                  </a:lnTo>
                  <a:lnTo>
                    <a:pt x="663" y="674"/>
                  </a:lnTo>
                  <a:lnTo>
                    <a:pt x="661" y="672"/>
                  </a:lnTo>
                  <a:lnTo>
                    <a:pt x="661" y="672"/>
                  </a:lnTo>
                  <a:lnTo>
                    <a:pt x="657" y="671"/>
                  </a:lnTo>
                  <a:lnTo>
                    <a:pt x="656" y="670"/>
                  </a:lnTo>
                  <a:lnTo>
                    <a:pt x="654" y="670"/>
                  </a:lnTo>
                  <a:lnTo>
                    <a:pt x="653" y="667"/>
                  </a:lnTo>
                  <a:lnTo>
                    <a:pt x="650" y="663"/>
                  </a:lnTo>
                  <a:lnTo>
                    <a:pt x="648" y="661"/>
                  </a:lnTo>
                  <a:lnTo>
                    <a:pt x="644" y="661"/>
                  </a:lnTo>
                  <a:lnTo>
                    <a:pt x="640" y="661"/>
                  </a:lnTo>
                  <a:lnTo>
                    <a:pt x="636" y="661"/>
                  </a:lnTo>
                  <a:lnTo>
                    <a:pt x="635" y="662"/>
                  </a:lnTo>
                  <a:lnTo>
                    <a:pt x="636" y="663"/>
                  </a:lnTo>
                  <a:lnTo>
                    <a:pt x="635" y="665"/>
                  </a:lnTo>
                  <a:lnTo>
                    <a:pt x="633" y="665"/>
                  </a:lnTo>
                  <a:lnTo>
                    <a:pt x="631" y="665"/>
                  </a:lnTo>
                  <a:lnTo>
                    <a:pt x="628" y="666"/>
                  </a:lnTo>
                  <a:lnTo>
                    <a:pt x="625" y="665"/>
                  </a:lnTo>
                  <a:lnTo>
                    <a:pt x="624" y="665"/>
                  </a:lnTo>
                  <a:lnTo>
                    <a:pt x="621" y="666"/>
                  </a:lnTo>
                  <a:lnTo>
                    <a:pt x="620" y="666"/>
                  </a:lnTo>
                  <a:lnTo>
                    <a:pt x="617" y="663"/>
                  </a:lnTo>
                  <a:lnTo>
                    <a:pt x="615" y="663"/>
                  </a:lnTo>
                  <a:lnTo>
                    <a:pt x="615" y="662"/>
                  </a:lnTo>
                  <a:lnTo>
                    <a:pt x="615" y="659"/>
                  </a:lnTo>
                  <a:lnTo>
                    <a:pt x="612" y="658"/>
                  </a:lnTo>
                  <a:lnTo>
                    <a:pt x="609" y="659"/>
                  </a:lnTo>
                  <a:lnTo>
                    <a:pt x="611" y="662"/>
                  </a:lnTo>
                  <a:lnTo>
                    <a:pt x="611" y="662"/>
                  </a:lnTo>
                  <a:lnTo>
                    <a:pt x="611" y="663"/>
                  </a:lnTo>
                  <a:lnTo>
                    <a:pt x="608" y="665"/>
                  </a:lnTo>
                  <a:lnTo>
                    <a:pt x="606" y="666"/>
                  </a:lnTo>
                  <a:lnTo>
                    <a:pt x="577" y="629"/>
                  </a:lnTo>
                  <a:lnTo>
                    <a:pt x="556" y="613"/>
                  </a:lnTo>
                  <a:lnTo>
                    <a:pt x="554" y="611"/>
                  </a:lnTo>
                  <a:lnTo>
                    <a:pt x="556" y="611"/>
                  </a:lnTo>
                  <a:lnTo>
                    <a:pt x="558" y="608"/>
                  </a:lnTo>
                  <a:lnTo>
                    <a:pt x="558" y="607"/>
                  </a:lnTo>
                  <a:lnTo>
                    <a:pt x="557" y="605"/>
                  </a:lnTo>
                  <a:lnTo>
                    <a:pt x="554" y="607"/>
                  </a:lnTo>
                  <a:lnTo>
                    <a:pt x="552" y="607"/>
                  </a:lnTo>
                  <a:lnTo>
                    <a:pt x="549" y="609"/>
                  </a:lnTo>
                  <a:lnTo>
                    <a:pt x="548" y="609"/>
                  </a:lnTo>
                  <a:lnTo>
                    <a:pt x="545" y="612"/>
                  </a:lnTo>
                  <a:lnTo>
                    <a:pt x="545" y="615"/>
                  </a:lnTo>
                  <a:lnTo>
                    <a:pt x="542" y="616"/>
                  </a:lnTo>
                  <a:lnTo>
                    <a:pt x="542" y="617"/>
                  </a:lnTo>
                  <a:lnTo>
                    <a:pt x="540" y="620"/>
                  </a:lnTo>
                  <a:lnTo>
                    <a:pt x="536" y="620"/>
                  </a:lnTo>
                  <a:lnTo>
                    <a:pt x="534" y="621"/>
                  </a:lnTo>
                  <a:lnTo>
                    <a:pt x="534" y="624"/>
                  </a:lnTo>
                  <a:lnTo>
                    <a:pt x="533" y="624"/>
                  </a:lnTo>
                  <a:lnTo>
                    <a:pt x="532" y="624"/>
                  </a:lnTo>
                  <a:lnTo>
                    <a:pt x="527" y="622"/>
                  </a:lnTo>
                  <a:lnTo>
                    <a:pt x="524" y="622"/>
                  </a:lnTo>
                  <a:lnTo>
                    <a:pt x="523" y="625"/>
                  </a:lnTo>
                  <a:lnTo>
                    <a:pt x="521" y="625"/>
                  </a:lnTo>
                  <a:lnTo>
                    <a:pt x="520" y="622"/>
                  </a:lnTo>
                  <a:lnTo>
                    <a:pt x="520" y="620"/>
                  </a:lnTo>
                  <a:lnTo>
                    <a:pt x="521" y="618"/>
                  </a:lnTo>
                  <a:lnTo>
                    <a:pt x="523" y="616"/>
                  </a:lnTo>
                  <a:lnTo>
                    <a:pt x="521" y="616"/>
                  </a:lnTo>
                  <a:lnTo>
                    <a:pt x="519" y="617"/>
                  </a:lnTo>
                  <a:lnTo>
                    <a:pt x="517" y="617"/>
                  </a:lnTo>
                  <a:lnTo>
                    <a:pt x="513" y="615"/>
                  </a:lnTo>
                  <a:lnTo>
                    <a:pt x="511" y="615"/>
                  </a:lnTo>
                  <a:lnTo>
                    <a:pt x="511" y="616"/>
                  </a:lnTo>
                  <a:lnTo>
                    <a:pt x="512" y="617"/>
                  </a:lnTo>
                  <a:lnTo>
                    <a:pt x="511" y="618"/>
                  </a:lnTo>
                  <a:lnTo>
                    <a:pt x="509" y="618"/>
                  </a:lnTo>
                  <a:lnTo>
                    <a:pt x="508" y="616"/>
                  </a:lnTo>
                  <a:lnTo>
                    <a:pt x="507" y="612"/>
                  </a:lnTo>
                  <a:lnTo>
                    <a:pt x="503" y="609"/>
                  </a:lnTo>
                  <a:lnTo>
                    <a:pt x="503" y="609"/>
                  </a:lnTo>
                  <a:lnTo>
                    <a:pt x="503" y="612"/>
                  </a:lnTo>
                  <a:lnTo>
                    <a:pt x="503" y="615"/>
                  </a:lnTo>
                  <a:lnTo>
                    <a:pt x="502" y="615"/>
                  </a:lnTo>
                  <a:lnTo>
                    <a:pt x="502" y="612"/>
                  </a:lnTo>
                  <a:lnTo>
                    <a:pt x="499" y="612"/>
                  </a:lnTo>
                  <a:lnTo>
                    <a:pt x="499" y="615"/>
                  </a:lnTo>
                  <a:lnTo>
                    <a:pt x="498" y="615"/>
                  </a:lnTo>
                  <a:lnTo>
                    <a:pt x="496" y="613"/>
                  </a:lnTo>
                  <a:lnTo>
                    <a:pt x="494" y="615"/>
                  </a:lnTo>
                  <a:lnTo>
                    <a:pt x="492" y="615"/>
                  </a:lnTo>
                  <a:lnTo>
                    <a:pt x="491" y="612"/>
                  </a:lnTo>
                  <a:lnTo>
                    <a:pt x="492" y="612"/>
                  </a:lnTo>
                  <a:lnTo>
                    <a:pt x="492" y="611"/>
                  </a:lnTo>
                  <a:lnTo>
                    <a:pt x="492" y="608"/>
                  </a:lnTo>
                  <a:lnTo>
                    <a:pt x="492" y="607"/>
                  </a:lnTo>
                  <a:lnTo>
                    <a:pt x="492" y="605"/>
                  </a:lnTo>
                  <a:lnTo>
                    <a:pt x="491" y="604"/>
                  </a:lnTo>
                  <a:lnTo>
                    <a:pt x="490" y="601"/>
                  </a:lnTo>
                  <a:lnTo>
                    <a:pt x="488" y="600"/>
                  </a:lnTo>
                  <a:lnTo>
                    <a:pt x="487" y="599"/>
                  </a:lnTo>
                  <a:lnTo>
                    <a:pt x="487" y="596"/>
                  </a:lnTo>
                  <a:lnTo>
                    <a:pt x="484" y="596"/>
                  </a:lnTo>
                  <a:lnTo>
                    <a:pt x="482" y="597"/>
                  </a:lnTo>
                  <a:lnTo>
                    <a:pt x="479" y="597"/>
                  </a:lnTo>
                  <a:lnTo>
                    <a:pt x="477" y="595"/>
                  </a:lnTo>
                  <a:lnTo>
                    <a:pt x="473" y="595"/>
                  </a:lnTo>
                  <a:lnTo>
                    <a:pt x="470" y="593"/>
                  </a:lnTo>
                  <a:lnTo>
                    <a:pt x="469" y="595"/>
                  </a:lnTo>
                  <a:lnTo>
                    <a:pt x="466" y="595"/>
                  </a:lnTo>
                  <a:lnTo>
                    <a:pt x="465" y="596"/>
                  </a:lnTo>
                  <a:lnTo>
                    <a:pt x="463" y="597"/>
                  </a:lnTo>
                  <a:lnTo>
                    <a:pt x="461" y="599"/>
                  </a:lnTo>
                  <a:lnTo>
                    <a:pt x="459" y="599"/>
                  </a:lnTo>
                  <a:lnTo>
                    <a:pt x="461" y="600"/>
                  </a:lnTo>
                  <a:lnTo>
                    <a:pt x="461" y="603"/>
                  </a:lnTo>
                  <a:lnTo>
                    <a:pt x="457" y="603"/>
                  </a:lnTo>
                  <a:lnTo>
                    <a:pt x="455" y="603"/>
                  </a:lnTo>
                  <a:lnTo>
                    <a:pt x="454" y="604"/>
                  </a:lnTo>
                  <a:lnTo>
                    <a:pt x="451" y="605"/>
                  </a:lnTo>
                  <a:lnTo>
                    <a:pt x="450" y="605"/>
                  </a:lnTo>
                  <a:lnTo>
                    <a:pt x="449" y="605"/>
                  </a:lnTo>
                  <a:lnTo>
                    <a:pt x="444" y="609"/>
                  </a:lnTo>
                  <a:lnTo>
                    <a:pt x="441" y="611"/>
                  </a:lnTo>
                  <a:lnTo>
                    <a:pt x="440" y="612"/>
                  </a:lnTo>
                  <a:lnTo>
                    <a:pt x="437" y="611"/>
                  </a:lnTo>
                  <a:lnTo>
                    <a:pt x="436" y="611"/>
                  </a:lnTo>
                  <a:lnTo>
                    <a:pt x="434" y="611"/>
                  </a:lnTo>
                  <a:lnTo>
                    <a:pt x="434" y="613"/>
                  </a:lnTo>
                  <a:lnTo>
                    <a:pt x="432" y="613"/>
                  </a:lnTo>
                  <a:lnTo>
                    <a:pt x="430" y="615"/>
                  </a:lnTo>
                  <a:lnTo>
                    <a:pt x="430" y="616"/>
                  </a:lnTo>
                  <a:lnTo>
                    <a:pt x="429" y="617"/>
                  </a:lnTo>
                  <a:lnTo>
                    <a:pt x="428" y="617"/>
                  </a:lnTo>
                  <a:lnTo>
                    <a:pt x="426" y="617"/>
                  </a:lnTo>
                  <a:lnTo>
                    <a:pt x="424" y="618"/>
                  </a:lnTo>
                  <a:lnTo>
                    <a:pt x="421" y="618"/>
                  </a:lnTo>
                  <a:lnTo>
                    <a:pt x="419" y="620"/>
                  </a:lnTo>
                  <a:lnTo>
                    <a:pt x="417" y="621"/>
                  </a:lnTo>
                  <a:lnTo>
                    <a:pt x="415" y="621"/>
                  </a:lnTo>
                  <a:lnTo>
                    <a:pt x="412" y="622"/>
                  </a:lnTo>
                  <a:lnTo>
                    <a:pt x="409" y="622"/>
                  </a:lnTo>
                  <a:lnTo>
                    <a:pt x="405" y="624"/>
                  </a:lnTo>
                  <a:lnTo>
                    <a:pt x="404" y="626"/>
                  </a:lnTo>
                  <a:lnTo>
                    <a:pt x="403" y="628"/>
                  </a:lnTo>
                  <a:lnTo>
                    <a:pt x="401" y="625"/>
                  </a:lnTo>
                  <a:lnTo>
                    <a:pt x="400" y="625"/>
                  </a:lnTo>
                  <a:lnTo>
                    <a:pt x="397" y="626"/>
                  </a:lnTo>
                  <a:lnTo>
                    <a:pt x="397" y="628"/>
                  </a:lnTo>
                  <a:lnTo>
                    <a:pt x="397" y="629"/>
                  </a:lnTo>
                  <a:lnTo>
                    <a:pt x="395" y="628"/>
                  </a:lnTo>
                  <a:lnTo>
                    <a:pt x="392" y="628"/>
                  </a:lnTo>
                  <a:lnTo>
                    <a:pt x="391" y="626"/>
                  </a:lnTo>
                  <a:lnTo>
                    <a:pt x="390" y="626"/>
                  </a:lnTo>
                  <a:lnTo>
                    <a:pt x="388" y="628"/>
                  </a:lnTo>
                  <a:lnTo>
                    <a:pt x="386" y="629"/>
                  </a:lnTo>
                  <a:lnTo>
                    <a:pt x="384" y="629"/>
                  </a:lnTo>
                  <a:lnTo>
                    <a:pt x="386" y="632"/>
                  </a:lnTo>
                  <a:lnTo>
                    <a:pt x="386" y="633"/>
                  </a:lnTo>
                  <a:lnTo>
                    <a:pt x="387" y="634"/>
                  </a:lnTo>
                  <a:lnTo>
                    <a:pt x="390" y="633"/>
                  </a:lnTo>
                  <a:lnTo>
                    <a:pt x="391" y="636"/>
                  </a:lnTo>
                  <a:lnTo>
                    <a:pt x="388" y="636"/>
                  </a:lnTo>
                  <a:lnTo>
                    <a:pt x="387" y="637"/>
                  </a:lnTo>
                  <a:lnTo>
                    <a:pt x="387" y="638"/>
                  </a:lnTo>
                  <a:lnTo>
                    <a:pt x="390" y="638"/>
                  </a:lnTo>
                  <a:lnTo>
                    <a:pt x="392" y="640"/>
                  </a:lnTo>
                  <a:lnTo>
                    <a:pt x="394" y="638"/>
                  </a:lnTo>
                  <a:lnTo>
                    <a:pt x="396" y="638"/>
                  </a:lnTo>
                  <a:lnTo>
                    <a:pt x="397" y="641"/>
                  </a:lnTo>
                  <a:lnTo>
                    <a:pt x="400" y="641"/>
                  </a:lnTo>
                  <a:lnTo>
                    <a:pt x="400" y="643"/>
                  </a:lnTo>
                  <a:lnTo>
                    <a:pt x="399" y="645"/>
                  </a:lnTo>
                  <a:lnTo>
                    <a:pt x="396" y="643"/>
                  </a:lnTo>
                  <a:lnTo>
                    <a:pt x="392" y="643"/>
                  </a:lnTo>
                  <a:lnTo>
                    <a:pt x="390" y="646"/>
                  </a:lnTo>
                  <a:lnTo>
                    <a:pt x="387" y="650"/>
                  </a:lnTo>
                  <a:lnTo>
                    <a:pt x="387" y="653"/>
                  </a:lnTo>
                  <a:lnTo>
                    <a:pt x="388" y="653"/>
                  </a:lnTo>
                  <a:lnTo>
                    <a:pt x="390" y="655"/>
                  </a:lnTo>
                  <a:lnTo>
                    <a:pt x="387" y="658"/>
                  </a:lnTo>
                  <a:lnTo>
                    <a:pt x="387" y="661"/>
                  </a:lnTo>
                  <a:lnTo>
                    <a:pt x="384" y="661"/>
                  </a:lnTo>
                  <a:lnTo>
                    <a:pt x="384" y="662"/>
                  </a:lnTo>
                  <a:lnTo>
                    <a:pt x="386" y="663"/>
                  </a:lnTo>
                  <a:lnTo>
                    <a:pt x="386" y="665"/>
                  </a:lnTo>
                  <a:lnTo>
                    <a:pt x="388" y="665"/>
                  </a:lnTo>
                  <a:lnTo>
                    <a:pt x="390" y="666"/>
                  </a:lnTo>
                  <a:lnTo>
                    <a:pt x="392" y="667"/>
                  </a:lnTo>
                  <a:lnTo>
                    <a:pt x="392" y="668"/>
                  </a:lnTo>
                  <a:lnTo>
                    <a:pt x="395" y="670"/>
                  </a:lnTo>
                  <a:lnTo>
                    <a:pt x="399" y="670"/>
                  </a:lnTo>
                  <a:lnTo>
                    <a:pt x="400" y="671"/>
                  </a:lnTo>
                  <a:lnTo>
                    <a:pt x="400" y="680"/>
                  </a:lnTo>
                  <a:lnTo>
                    <a:pt x="399" y="683"/>
                  </a:lnTo>
                  <a:lnTo>
                    <a:pt x="395" y="684"/>
                  </a:lnTo>
                  <a:lnTo>
                    <a:pt x="392" y="683"/>
                  </a:lnTo>
                  <a:lnTo>
                    <a:pt x="388" y="682"/>
                  </a:lnTo>
                  <a:lnTo>
                    <a:pt x="387" y="682"/>
                  </a:lnTo>
                  <a:lnTo>
                    <a:pt x="387" y="684"/>
                  </a:lnTo>
                  <a:lnTo>
                    <a:pt x="386" y="687"/>
                  </a:lnTo>
                  <a:lnTo>
                    <a:pt x="383" y="687"/>
                  </a:lnTo>
                  <a:lnTo>
                    <a:pt x="379" y="686"/>
                  </a:lnTo>
                  <a:lnTo>
                    <a:pt x="375" y="686"/>
                  </a:lnTo>
                  <a:lnTo>
                    <a:pt x="374" y="684"/>
                  </a:lnTo>
                  <a:lnTo>
                    <a:pt x="372" y="686"/>
                  </a:lnTo>
                  <a:lnTo>
                    <a:pt x="370" y="684"/>
                  </a:lnTo>
                  <a:lnTo>
                    <a:pt x="369" y="682"/>
                  </a:lnTo>
                  <a:lnTo>
                    <a:pt x="370" y="680"/>
                  </a:lnTo>
                  <a:lnTo>
                    <a:pt x="371" y="679"/>
                  </a:lnTo>
                  <a:lnTo>
                    <a:pt x="369" y="678"/>
                  </a:lnTo>
                  <a:lnTo>
                    <a:pt x="366" y="676"/>
                  </a:lnTo>
                  <a:lnTo>
                    <a:pt x="365" y="679"/>
                  </a:lnTo>
                  <a:lnTo>
                    <a:pt x="362" y="678"/>
                  </a:lnTo>
                  <a:lnTo>
                    <a:pt x="361" y="679"/>
                  </a:lnTo>
                  <a:lnTo>
                    <a:pt x="361" y="682"/>
                  </a:lnTo>
                  <a:lnTo>
                    <a:pt x="357" y="682"/>
                  </a:lnTo>
                  <a:lnTo>
                    <a:pt x="357" y="680"/>
                  </a:lnTo>
                  <a:lnTo>
                    <a:pt x="353" y="678"/>
                  </a:lnTo>
                  <a:lnTo>
                    <a:pt x="350" y="678"/>
                  </a:lnTo>
                  <a:lnTo>
                    <a:pt x="350" y="680"/>
                  </a:lnTo>
                  <a:lnTo>
                    <a:pt x="347" y="678"/>
                  </a:lnTo>
                  <a:lnTo>
                    <a:pt x="346" y="679"/>
                  </a:lnTo>
                  <a:lnTo>
                    <a:pt x="346" y="680"/>
                  </a:lnTo>
                  <a:lnTo>
                    <a:pt x="344" y="682"/>
                  </a:lnTo>
                  <a:lnTo>
                    <a:pt x="344" y="686"/>
                  </a:lnTo>
                  <a:lnTo>
                    <a:pt x="341" y="688"/>
                  </a:lnTo>
                  <a:lnTo>
                    <a:pt x="338" y="687"/>
                  </a:lnTo>
                  <a:lnTo>
                    <a:pt x="337" y="684"/>
                  </a:lnTo>
                  <a:lnTo>
                    <a:pt x="333" y="684"/>
                  </a:lnTo>
                  <a:lnTo>
                    <a:pt x="332" y="682"/>
                  </a:lnTo>
                  <a:lnTo>
                    <a:pt x="329" y="683"/>
                  </a:lnTo>
                  <a:lnTo>
                    <a:pt x="329" y="687"/>
                  </a:lnTo>
                  <a:lnTo>
                    <a:pt x="328" y="688"/>
                  </a:lnTo>
                  <a:lnTo>
                    <a:pt x="326" y="688"/>
                  </a:lnTo>
                  <a:lnTo>
                    <a:pt x="326" y="686"/>
                  </a:lnTo>
                  <a:lnTo>
                    <a:pt x="325" y="684"/>
                  </a:lnTo>
                  <a:lnTo>
                    <a:pt x="322" y="684"/>
                  </a:lnTo>
                  <a:lnTo>
                    <a:pt x="320" y="682"/>
                  </a:lnTo>
                  <a:lnTo>
                    <a:pt x="318" y="679"/>
                  </a:lnTo>
                  <a:lnTo>
                    <a:pt x="316" y="679"/>
                  </a:lnTo>
                  <a:lnTo>
                    <a:pt x="313" y="675"/>
                  </a:lnTo>
                  <a:lnTo>
                    <a:pt x="312" y="675"/>
                  </a:lnTo>
                  <a:lnTo>
                    <a:pt x="311" y="674"/>
                  </a:lnTo>
                  <a:lnTo>
                    <a:pt x="308" y="674"/>
                  </a:lnTo>
                  <a:lnTo>
                    <a:pt x="304" y="675"/>
                  </a:lnTo>
                  <a:lnTo>
                    <a:pt x="301" y="674"/>
                  </a:lnTo>
                  <a:lnTo>
                    <a:pt x="300" y="670"/>
                  </a:lnTo>
                  <a:lnTo>
                    <a:pt x="297" y="670"/>
                  </a:lnTo>
                  <a:lnTo>
                    <a:pt x="296" y="672"/>
                  </a:lnTo>
                  <a:lnTo>
                    <a:pt x="293" y="672"/>
                  </a:lnTo>
                  <a:lnTo>
                    <a:pt x="293" y="674"/>
                  </a:lnTo>
                  <a:lnTo>
                    <a:pt x="291" y="675"/>
                  </a:lnTo>
                  <a:lnTo>
                    <a:pt x="291" y="674"/>
                  </a:lnTo>
                  <a:lnTo>
                    <a:pt x="290" y="674"/>
                  </a:lnTo>
                  <a:lnTo>
                    <a:pt x="290" y="676"/>
                  </a:lnTo>
                  <a:lnTo>
                    <a:pt x="287" y="678"/>
                  </a:lnTo>
                  <a:lnTo>
                    <a:pt x="286" y="676"/>
                  </a:lnTo>
                  <a:lnTo>
                    <a:pt x="287" y="674"/>
                  </a:lnTo>
                  <a:lnTo>
                    <a:pt x="288" y="672"/>
                  </a:lnTo>
                  <a:lnTo>
                    <a:pt x="284" y="671"/>
                  </a:lnTo>
                  <a:lnTo>
                    <a:pt x="282" y="670"/>
                  </a:lnTo>
                  <a:lnTo>
                    <a:pt x="280" y="671"/>
                  </a:lnTo>
                  <a:lnTo>
                    <a:pt x="282" y="672"/>
                  </a:lnTo>
                  <a:lnTo>
                    <a:pt x="282" y="675"/>
                  </a:lnTo>
                  <a:lnTo>
                    <a:pt x="279" y="675"/>
                  </a:lnTo>
                  <a:lnTo>
                    <a:pt x="276" y="676"/>
                  </a:lnTo>
                  <a:lnTo>
                    <a:pt x="275" y="679"/>
                  </a:lnTo>
                  <a:lnTo>
                    <a:pt x="274" y="679"/>
                  </a:lnTo>
                  <a:lnTo>
                    <a:pt x="271" y="682"/>
                  </a:lnTo>
                  <a:lnTo>
                    <a:pt x="270" y="684"/>
                  </a:lnTo>
                  <a:lnTo>
                    <a:pt x="271" y="686"/>
                  </a:lnTo>
                  <a:lnTo>
                    <a:pt x="271" y="690"/>
                  </a:lnTo>
                  <a:lnTo>
                    <a:pt x="267" y="690"/>
                  </a:lnTo>
                  <a:lnTo>
                    <a:pt x="265" y="690"/>
                  </a:lnTo>
                  <a:lnTo>
                    <a:pt x="267" y="699"/>
                  </a:lnTo>
                  <a:lnTo>
                    <a:pt x="266" y="700"/>
                  </a:lnTo>
                  <a:lnTo>
                    <a:pt x="266" y="704"/>
                  </a:lnTo>
                  <a:lnTo>
                    <a:pt x="262" y="704"/>
                  </a:lnTo>
                  <a:lnTo>
                    <a:pt x="258" y="701"/>
                  </a:lnTo>
                  <a:lnTo>
                    <a:pt x="258" y="700"/>
                  </a:lnTo>
                  <a:lnTo>
                    <a:pt x="251" y="693"/>
                  </a:lnTo>
                  <a:lnTo>
                    <a:pt x="250" y="696"/>
                  </a:lnTo>
                  <a:lnTo>
                    <a:pt x="250" y="699"/>
                  </a:lnTo>
                  <a:lnTo>
                    <a:pt x="246" y="703"/>
                  </a:lnTo>
                  <a:lnTo>
                    <a:pt x="245" y="704"/>
                  </a:lnTo>
                  <a:lnTo>
                    <a:pt x="245" y="709"/>
                  </a:lnTo>
                  <a:lnTo>
                    <a:pt x="246" y="712"/>
                  </a:lnTo>
                  <a:lnTo>
                    <a:pt x="246" y="718"/>
                  </a:lnTo>
                  <a:lnTo>
                    <a:pt x="243" y="724"/>
                  </a:lnTo>
                  <a:lnTo>
                    <a:pt x="249" y="725"/>
                  </a:lnTo>
                  <a:lnTo>
                    <a:pt x="250" y="728"/>
                  </a:lnTo>
                  <a:lnTo>
                    <a:pt x="250" y="730"/>
                  </a:lnTo>
                  <a:lnTo>
                    <a:pt x="254" y="733"/>
                  </a:lnTo>
                  <a:lnTo>
                    <a:pt x="255" y="732"/>
                  </a:lnTo>
                  <a:lnTo>
                    <a:pt x="262" y="734"/>
                  </a:lnTo>
                  <a:lnTo>
                    <a:pt x="267" y="738"/>
                  </a:lnTo>
                  <a:lnTo>
                    <a:pt x="272" y="747"/>
                  </a:lnTo>
                  <a:lnTo>
                    <a:pt x="268" y="747"/>
                  </a:lnTo>
                  <a:lnTo>
                    <a:pt x="267" y="749"/>
                  </a:lnTo>
                  <a:lnTo>
                    <a:pt x="272" y="751"/>
                  </a:lnTo>
                  <a:lnTo>
                    <a:pt x="275" y="750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4"/>
                  </a:lnTo>
                  <a:lnTo>
                    <a:pt x="278" y="755"/>
                  </a:lnTo>
                  <a:lnTo>
                    <a:pt x="276" y="755"/>
                  </a:lnTo>
                  <a:lnTo>
                    <a:pt x="276" y="755"/>
                  </a:lnTo>
                  <a:lnTo>
                    <a:pt x="278" y="757"/>
                  </a:lnTo>
                  <a:lnTo>
                    <a:pt x="276" y="758"/>
                  </a:lnTo>
                  <a:lnTo>
                    <a:pt x="276" y="758"/>
                  </a:lnTo>
                  <a:lnTo>
                    <a:pt x="276" y="759"/>
                  </a:lnTo>
                  <a:lnTo>
                    <a:pt x="275" y="759"/>
                  </a:lnTo>
                  <a:lnTo>
                    <a:pt x="274" y="759"/>
                  </a:lnTo>
                  <a:lnTo>
                    <a:pt x="272" y="759"/>
                  </a:lnTo>
                  <a:lnTo>
                    <a:pt x="270" y="759"/>
                  </a:lnTo>
                  <a:lnTo>
                    <a:pt x="274" y="761"/>
                  </a:lnTo>
                  <a:lnTo>
                    <a:pt x="274" y="762"/>
                  </a:lnTo>
                  <a:lnTo>
                    <a:pt x="274" y="763"/>
                  </a:lnTo>
                  <a:lnTo>
                    <a:pt x="272" y="762"/>
                  </a:lnTo>
                  <a:lnTo>
                    <a:pt x="271" y="762"/>
                  </a:lnTo>
                  <a:lnTo>
                    <a:pt x="270" y="762"/>
                  </a:lnTo>
                  <a:lnTo>
                    <a:pt x="268" y="762"/>
                  </a:lnTo>
                  <a:lnTo>
                    <a:pt x="270" y="763"/>
                  </a:lnTo>
                  <a:lnTo>
                    <a:pt x="270" y="763"/>
                  </a:lnTo>
                  <a:lnTo>
                    <a:pt x="268" y="765"/>
                  </a:lnTo>
                  <a:lnTo>
                    <a:pt x="267" y="765"/>
                  </a:lnTo>
                  <a:lnTo>
                    <a:pt x="266" y="766"/>
                  </a:lnTo>
                  <a:lnTo>
                    <a:pt x="265" y="765"/>
                  </a:lnTo>
                  <a:lnTo>
                    <a:pt x="265" y="766"/>
                  </a:lnTo>
                  <a:lnTo>
                    <a:pt x="263" y="767"/>
                  </a:lnTo>
                  <a:lnTo>
                    <a:pt x="262" y="766"/>
                  </a:lnTo>
                  <a:lnTo>
                    <a:pt x="262" y="766"/>
                  </a:lnTo>
                  <a:lnTo>
                    <a:pt x="261" y="767"/>
                  </a:lnTo>
                  <a:lnTo>
                    <a:pt x="261" y="768"/>
                  </a:lnTo>
                  <a:lnTo>
                    <a:pt x="259" y="771"/>
                  </a:lnTo>
                  <a:lnTo>
                    <a:pt x="258" y="772"/>
                  </a:lnTo>
                  <a:lnTo>
                    <a:pt x="258" y="775"/>
                  </a:lnTo>
                  <a:lnTo>
                    <a:pt x="257" y="776"/>
                  </a:lnTo>
                  <a:lnTo>
                    <a:pt x="257" y="780"/>
                  </a:lnTo>
                  <a:lnTo>
                    <a:pt x="255" y="782"/>
                  </a:lnTo>
                  <a:lnTo>
                    <a:pt x="254" y="784"/>
                  </a:lnTo>
                  <a:lnTo>
                    <a:pt x="255" y="788"/>
                  </a:lnTo>
                  <a:lnTo>
                    <a:pt x="258" y="788"/>
                  </a:lnTo>
                  <a:lnTo>
                    <a:pt x="259" y="788"/>
                  </a:lnTo>
                  <a:lnTo>
                    <a:pt x="261" y="790"/>
                  </a:lnTo>
                  <a:lnTo>
                    <a:pt x="263" y="791"/>
                  </a:lnTo>
                  <a:lnTo>
                    <a:pt x="263" y="795"/>
                  </a:lnTo>
                  <a:lnTo>
                    <a:pt x="266" y="796"/>
                  </a:lnTo>
                  <a:lnTo>
                    <a:pt x="267" y="795"/>
                  </a:lnTo>
                  <a:lnTo>
                    <a:pt x="268" y="795"/>
                  </a:lnTo>
                  <a:lnTo>
                    <a:pt x="267" y="797"/>
                  </a:lnTo>
                  <a:lnTo>
                    <a:pt x="267" y="799"/>
                  </a:lnTo>
                  <a:lnTo>
                    <a:pt x="266" y="799"/>
                  </a:lnTo>
                  <a:lnTo>
                    <a:pt x="265" y="800"/>
                  </a:lnTo>
                  <a:lnTo>
                    <a:pt x="267" y="800"/>
                  </a:lnTo>
                  <a:lnTo>
                    <a:pt x="267" y="801"/>
                  </a:lnTo>
                  <a:lnTo>
                    <a:pt x="267" y="804"/>
                  </a:lnTo>
                  <a:lnTo>
                    <a:pt x="268" y="807"/>
                  </a:lnTo>
                  <a:lnTo>
                    <a:pt x="270" y="809"/>
                  </a:lnTo>
                  <a:lnTo>
                    <a:pt x="271" y="812"/>
                  </a:lnTo>
                  <a:lnTo>
                    <a:pt x="275" y="818"/>
                  </a:lnTo>
                  <a:lnTo>
                    <a:pt x="282" y="822"/>
                  </a:lnTo>
                  <a:lnTo>
                    <a:pt x="283" y="824"/>
                  </a:lnTo>
                  <a:lnTo>
                    <a:pt x="283" y="824"/>
                  </a:lnTo>
                  <a:lnTo>
                    <a:pt x="278" y="829"/>
                  </a:lnTo>
                  <a:lnTo>
                    <a:pt x="275" y="830"/>
                  </a:lnTo>
                  <a:lnTo>
                    <a:pt x="274" y="833"/>
                  </a:lnTo>
                  <a:lnTo>
                    <a:pt x="268" y="832"/>
                  </a:lnTo>
                  <a:lnTo>
                    <a:pt x="267" y="829"/>
                  </a:lnTo>
                  <a:lnTo>
                    <a:pt x="262" y="825"/>
                  </a:lnTo>
                  <a:lnTo>
                    <a:pt x="258" y="825"/>
                  </a:lnTo>
                  <a:lnTo>
                    <a:pt x="257" y="829"/>
                  </a:lnTo>
                  <a:lnTo>
                    <a:pt x="259" y="830"/>
                  </a:lnTo>
                  <a:lnTo>
                    <a:pt x="262" y="833"/>
                  </a:lnTo>
                  <a:lnTo>
                    <a:pt x="261" y="837"/>
                  </a:lnTo>
                  <a:lnTo>
                    <a:pt x="257" y="836"/>
                  </a:lnTo>
                  <a:lnTo>
                    <a:pt x="253" y="836"/>
                  </a:lnTo>
                  <a:lnTo>
                    <a:pt x="246" y="832"/>
                  </a:lnTo>
                  <a:lnTo>
                    <a:pt x="241" y="833"/>
                  </a:lnTo>
                  <a:lnTo>
                    <a:pt x="241" y="834"/>
                  </a:lnTo>
                  <a:lnTo>
                    <a:pt x="241" y="834"/>
                  </a:lnTo>
                  <a:lnTo>
                    <a:pt x="233" y="834"/>
                  </a:lnTo>
                  <a:lnTo>
                    <a:pt x="232" y="834"/>
                  </a:lnTo>
                  <a:lnTo>
                    <a:pt x="226" y="836"/>
                  </a:lnTo>
                  <a:lnTo>
                    <a:pt x="222" y="837"/>
                  </a:lnTo>
                  <a:lnTo>
                    <a:pt x="222" y="837"/>
                  </a:lnTo>
                  <a:lnTo>
                    <a:pt x="221" y="836"/>
                  </a:lnTo>
                  <a:lnTo>
                    <a:pt x="216" y="832"/>
                  </a:lnTo>
                  <a:lnTo>
                    <a:pt x="213" y="832"/>
                  </a:lnTo>
                  <a:lnTo>
                    <a:pt x="212" y="833"/>
                  </a:lnTo>
                  <a:lnTo>
                    <a:pt x="211" y="833"/>
                  </a:lnTo>
                  <a:lnTo>
                    <a:pt x="208" y="832"/>
                  </a:lnTo>
                  <a:lnTo>
                    <a:pt x="207" y="833"/>
                  </a:lnTo>
                  <a:lnTo>
                    <a:pt x="205" y="833"/>
                  </a:lnTo>
                  <a:lnTo>
                    <a:pt x="204" y="830"/>
                  </a:lnTo>
                  <a:lnTo>
                    <a:pt x="203" y="830"/>
                  </a:lnTo>
                  <a:lnTo>
                    <a:pt x="203" y="830"/>
                  </a:lnTo>
                  <a:lnTo>
                    <a:pt x="204" y="830"/>
                  </a:lnTo>
                  <a:lnTo>
                    <a:pt x="203" y="828"/>
                  </a:lnTo>
                  <a:lnTo>
                    <a:pt x="204" y="826"/>
                  </a:lnTo>
                  <a:lnTo>
                    <a:pt x="201" y="822"/>
                  </a:lnTo>
                  <a:lnTo>
                    <a:pt x="201" y="817"/>
                  </a:lnTo>
                  <a:lnTo>
                    <a:pt x="200" y="816"/>
                  </a:lnTo>
                  <a:lnTo>
                    <a:pt x="197" y="812"/>
                  </a:lnTo>
                  <a:lnTo>
                    <a:pt x="195" y="812"/>
                  </a:lnTo>
                  <a:lnTo>
                    <a:pt x="193" y="811"/>
                  </a:lnTo>
                  <a:lnTo>
                    <a:pt x="191" y="808"/>
                  </a:lnTo>
                  <a:lnTo>
                    <a:pt x="189" y="808"/>
                  </a:lnTo>
                  <a:lnTo>
                    <a:pt x="188" y="808"/>
                  </a:lnTo>
                  <a:lnTo>
                    <a:pt x="187" y="808"/>
                  </a:lnTo>
                  <a:lnTo>
                    <a:pt x="184" y="804"/>
                  </a:lnTo>
                  <a:lnTo>
                    <a:pt x="183" y="804"/>
                  </a:lnTo>
                  <a:lnTo>
                    <a:pt x="180" y="804"/>
                  </a:lnTo>
                  <a:lnTo>
                    <a:pt x="180" y="803"/>
                  </a:lnTo>
                  <a:lnTo>
                    <a:pt x="178" y="801"/>
                  </a:lnTo>
                  <a:lnTo>
                    <a:pt x="176" y="800"/>
                  </a:lnTo>
                  <a:lnTo>
                    <a:pt x="176" y="799"/>
                  </a:lnTo>
                  <a:lnTo>
                    <a:pt x="174" y="799"/>
                  </a:lnTo>
                  <a:lnTo>
                    <a:pt x="172" y="795"/>
                  </a:lnTo>
                  <a:lnTo>
                    <a:pt x="164" y="790"/>
                  </a:lnTo>
                  <a:lnTo>
                    <a:pt x="162" y="790"/>
                  </a:lnTo>
                  <a:lnTo>
                    <a:pt x="157" y="786"/>
                  </a:lnTo>
                  <a:lnTo>
                    <a:pt x="153" y="787"/>
                  </a:lnTo>
                  <a:lnTo>
                    <a:pt x="150" y="784"/>
                  </a:lnTo>
                  <a:lnTo>
                    <a:pt x="150" y="782"/>
                  </a:lnTo>
                  <a:lnTo>
                    <a:pt x="146" y="779"/>
                  </a:lnTo>
                  <a:lnTo>
                    <a:pt x="145" y="779"/>
                  </a:lnTo>
                  <a:lnTo>
                    <a:pt x="142" y="779"/>
                  </a:lnTo>
                  <a:lnTo>
                    <a:pt x="143" y="778"/>
                  </a:lnTo>
                  <a:lnTo>
                    <a:pt x="146" y="776"/>
                  </a:lnTo>
                  <a:lnTo>
                    <a:pt x="145" y="775"/>
                  </a:lnTo>
                  <a:lnTo>
                    <a:pt x="145" y="774"/>
                  </a:lnTo>
                  <a:lnTo>
                    <a:pt x="147" y="775"/>
                  </a:lnTo>
                  <a:lnTo>
                    <a:pt x="149" y="776"/>
                  </a:lnTo>
                  <a:lnTo>
                    <a:pt x="150" y="776"/>
                  </a:lnTo>
                  <a:lnTo>
                    <a:pt x="153" y="776"/>
                  </a:lnTo>
                  <a:lnTo>
                    <a:pt x="153" y="772"/>
                  </a:lnTo>
                  <a:lnTo>
                    <a:pt x="151" y="772"/>
                  </a:lnTo>
                  <a:lnTo>
                    <a:pt x="151" y="770"/>
                  </a:lnTo>
                  <a:lnTo>
                    <a:pt x="154" y="767"/>
                  </a:lnTo>
                  <a:lnTo>
                    <a:pt x="154" y="766"/>
                  </a:lnTo>
                  <a:lnTo>
                    <a:pt x="155" y="766"/>
                  </a:lnTo>
                  <a:lnTo>
                    <a:pt x="157" y="766"/>
                  </a:lnTo>
                  <a:lnTo>
                    <a:pt x="158" y="765"/>
                  </a:lnTo>
                  <a:lnTo>
                    <a:pt x="159" y="763"/>
                  </a:lnTo>
                  <a:lnTo>
                    <a:pt x="159" y="763"/>
                  </a:lnTo>
                  <a:lnTo>
                    <a:pt x="157" y="762"/>
                  </a:lnTo>
                  <a:lnTo>
                    <a:pt x="157" y="761"/>
                  </a:lnTo>
                  <a:lnTo>
                    <a:pt x="155" y="762"/>
                  </a:lnTo>
                  <a:lnTo>
                    <a:pt x="153" y="761"/>
                  </a:lnTo>
                  <a:lnTo>
                    <a:pt x="151" y="757"/>
                  </a:lnTo>
                  <a:lnTo>
                    <a:pt x="155" y="757"/>
                  </a:lnTo>
                  <a:lnTo>
                    <a:pt x="158" y="757"/>
                  </a:lnTo>
                  <a:lnTo>
                    <a:pt x="160" y="755"/>
                  </a:lnTo>
                  <a:lnTo>
                    <a:pt x="158" y="755"/>
                  </a:lnTo>
                  <a:lnTo>
                    <a:pt x="158" y="754"/>
                  </a:lnTo>
                  <a:lnTo>
                    <a:pt x="159" y="753"/>
                  </a:lnTo>
                  <a:lnTo>
                    <a:pt x="166" y="749"/>
                  </a:lnTo>
                  <a:lnTo>
                    <a:pt x="167" y="747"/>
                  </a:lnTo>
                  <a:lnTo>
                    <a:pt x="166" y="746"/>
                  </a:lnTo>
                  <a:lnTo>
                    <a:pt x="163" y="746"/>
                  </a:lnTo>
                  <a:lnTo>
                    <a:pt x="160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2"/>
                  </a:lnTo>
                  <a:lnTo>
                    <a:pt x="159" y="742"/>
                  </a:lnTo>
                  <a:lnTo>
                    <a:pt x="162" y="737"/>
                  </a:lnTo>
                  <a:lnTo>
                    <a:pt x="167" y="737"/>
                  </a:lnTo>
                  <a:lnTo>
                    <a:pt x="170" y="736"/>
                  </a:lnTo>
                  <a:lnTo>
                    <a:pt x="170" y="733"/>
                  </a:lnTo>
                  <a:lnTo>
                    <a:pt x="171" y="728"/>
                  </a:lnTo>
                  <a:lnTo>
                    <a:pt x="170" y="725"/>
                  </a:lnTo>
                  <a:lnTo>
                    <a:pt x="167" y="722"/>
                  </a:lnTo>
                  <a:lnTo>
                    <a:pt x="167" y="717"/>
                  </a:lnTo>
                  <a:lnTo>
                    <a:pt x="170" y="717"/>
                  </a:lnTo>
                  <a:lnTo>
                    <a:pt x="172" y="715"/>
                  </a:lnTo>
                  <a:lnTo>
                    <a:pt x="172" y="711"/>
                  </a:lnTo>
                  <a:lnTo>
                    <a:pt x="171" y="711"/>
                  </a:lnTo>
                  <a:lnTo>
                    <a:pt x="170" y="708"/>
                  </a:lnTo>
                  <a:lnTo>
                    <a:pt x="167" y="709"/>
                  </a:lnTo>
                  <a:lnTo>
                    <a:pt x="164" y="708"/>
                  </a:lnTo>
                  <a:lnTo>
                    <a:pt x="160" y="707"/>
                  </a:lnTo>
                  <a:lnTo>
                    <a:pt x="158" y="707"/>
                  </a:lnTo>
                  <a:lnTo>
                    <a:pt x="157" y="705"/>
                  </a:lnTo>
                  <a:lnTo>
                    <a:pt x="153" y="705"/>
                  </a:lnTo>
                  <a:lnTo>
                    <a:pt x="149" y="704"/>
                  </a:lnTo>
                  <a:lnTo>
                    <a:pt x="147" y="707"/>
                  </a:lnTo>
                  <a:lnTo>
                    <a:pt x="146" y="704"/>
                  </a:lnTo>
                  <a:lnTo>
                    <a:pt x="142" y="701"/>
                  </a:lnTo>
                  <a:lnTo>
                    <a:pt x="139" y="696"/>
                  </a:lnTo>
                  <a:lnTo>
                    <a:pt x="138" y="696"/>
                  </a:lnTo>
                  <a:lnTo>
                    <a:pt x="134" y="699"/>
                  </a:lnTo>
                  <a:lnTo>
                    <a:pt x="132" y="699"/>
                  </a:lnTo>
                  <a:lnTo>
                    <a:pt x="129" y="699"/>
                  </a:lnTo>
                  <a:lnTo>
                    <a:pt x="125" y="697"/>
                  </a:lnTo>
                  <a:lnTo>
                    <a:pt x="124" y="700"/>
                  </a:lnTo>
                  <a:lnTo>
                    <a:pt x="118" y="695"/>
                  </a:lnTo>
                  <a:lnTo>
                    <a:pt x="117" y="691"/>
                  </a:lnTo>
                  <a:lnTo>
                    <a:pt x="117" y="688"/>
                  </a:lnTo>
                  <a:lnTo>
                    <a:pt x="114" y="687"/>
                  </a:lnTo>
                  <a:lnTo>
                    <a:pt x="114" y="684"/>
                  </a:lnTo>
                  <a:lnTo>
                    <a:pt x="112" y="683"/>
                  </a:lnTo>
                  <a:lnTo>
                    <a:pt x="105" y="684"/>
                  </a:lnTo>
                  <a:lnTo>
                    <a:pt x="101" y="679"/>
                  </a:lnTo>
                  <a:lnTo>
                    <a:pt x="103" y="676"/>
                  </a:lnTo>
                  <a:lnTo>
                    <a:pt x="100" y="675"/>
                  </a:lnTo>
                  <a:lnTo>
                    <a:pt x="99" y="670"/>
                  </a:lnTo>
                  <a:lnTo>
                    <a:pt x="96" y="670"/>
                  </a:lnTo>
                  <a:lnTo>
                    <a:pt x="93" y="671"/>
                  </a:lnTo>
                  <a:lnTo>
                    <a:pt x="87" y="671"/>
                  </a:lnTo>
                  <a:lnTo>
                    <a:pt x="81" y="668"/>
                  </a:lnTo>
                  <a:lnTo>
                    <a:pt x="79" y="671"/>
                  </a:lnTo>
                  <a:lnTo>
                    <a:pt x="80" y="672"/>
                  </a:lnTo>
                  <a:lnTo>
                    <a:pt x="76" y="674"/>
                  </a:lnTo>
                  <a:lnTo>
                    <a:pt x="75" y="674"/>
                  </a:lnTo>
                  <a:lnTo>
                    <a:pt x="75" y="670"/>
                  </a:lnTo>
                  <a:lnTo>
                    <a:pt x="72" y="667"/>
                  </a:lnTo>
                  <a:lnTo>
                    <a:pt x="72" y="663"/>
                  </a:lnTo>
                  <a:lnTo>
                    <a:pt x="70" y="661"/>
                  </a:lnTo>
                  <a:lnTo>
                    <a:pt x="70" y="657"/>
                  </a:lnTo>
                  <a:lnTo>
                    <a:pt x="71" y="655"/>
                  </a:lnTo>
                  <a:lnTo>
                    <a:pt x="74" y="658"/>
                  </a:lnTo>
                  <a:lnTo>
                    <a:pt x="80" y="657"/>
                  </a:lnTo>
                  <a:lnTo>
                    <a:pt x="81" y="653"/>
                  </a:lnTo>
                  <a:lnTo>
                    <a:pt x="83" y="651"/>
                  </a:lnTo>
                  <a:lnTo>
                    <a:pt x="80" y="650"/>
                  </a:lnTo>
                  <a:lnTo>
                    <a:pt x="80" y="647"/>
                  </a:lnTo>
                  <a:lnTo>
                    <a:pt x="76" y="643"/>
                  </a:lnTo>
                  <a:lnTo>
                    <a:pt x="72" y="642"/>
                  </a:lnTo>
                  <a:lnTo>
                    <a:pt x="71" y="638"/>
                  </a:lnTo>
                  <a:lnTo>
                    <a:pt x="68" y="637"/>
                  </a:lnTo>
                  <a:lnTo>
                    <a:pt x="66" y="633"/>
                  </a:lnTo>
                  <a:lnTo>
                    <a:pt x="64" y="629"/>
                  </a:lnTo>
                  <a:lnTo>
                    <a:pt x="62" y="626"/>
                  </a:lnTo>
                  <a:lnTo>
                    <a:pt x="62" y="622"/>
                  </a:lnTo>
                  <a:lnTo>
                    <a:pt x="59" y="620"/>
                  </a:lnTo>
                  <a:lnTo>
                    <a:pt x="60" y="617"/>
                  </a:lnTo>
                  <a:lnTo>
                    <a:pt x="59" y="615"/>
                  </a:lnTo>
                  <a:lnTo>
                    <a:pt x="54" y="613"/>
                  </a:lnTo>
                  <a:lnTo>
                    <a:pt x="53" y="613"/>
                  </a:lnTo>
                  <a:lnTo>
                    <a:pt x="51" y="611"/>
                  </a:lnTo>
                  <a:lnTo>
                    <a:pt x="47" y="612"/>
                  </a:lnTo>
                  <a:lnTo>
                    <a:pt x="45" y="615"/>
                  </a:lnTo>
                  <a:lnTo>
                    <a:pt x="42" y="611"/>
                  </a:lnTo>
                  <a:lnTo>
                    <a:pt x="39" y="611"/>
                  </a:lnTo>
                  <a:lnTo>
                    <a:pt x="37" y="612"/>
                  </a:lnTo>
                  <a:lnTo>
                    <a:pt x="34" y="608"/>
                  </a:lnTo>
                  <a:lnTo>
                    <a:pt x="31" y="609"/>
                  </a:lnTo>
                  <a:lnTo>
                    <a:pt x="30" y="608"/>
                  </a:lnTo>
                  <a:lnTo>
                    <a:pt x="29" y="608"/>
                  </a:lnTo>
                  <a:lnTo>
                    <a:pt x="29" y="605"/>
                  </a:lnTo>
                  <a:lnTo>
                    <a:pt x="26" y="603"/>
                  </a:lnTo>
                  <a:lnTo>
                    <a:pt x="26" y="599"/>
                  </a:lnTo>
                  <a:lnTo>
                    <a:pt x="25" y="599"/>
                  </a:lnTo>
                  <a:lnTo>
                    <a:pt x="24" y="595"/>
                  </a:lnTo>
                  <a:lnTo>
                    <a:pt x="24" y="593"/>
                  </a:lnTo>
                  <a:lnTo>
                    <a:pt x="24" y="592"/>
                  </a:lnTo>
                  <a:lnTo>
                    <a:pt x="22" y="591"/>
                  </a:lnTo>
                  <a:lnTo>
                    <a:pt x="22" y="590"/>
                  </a:lnTo>
                  <a:lnTo>
                    <a:pt x="22" y="588"/>
                  </a:lnTo>
                  <a:lnTo>
                    <a:pt x="20" y="587"/>
                  </a:lnTo>
                  <a:lnTo>
                    <a:pt x="21" y="584"/>
                  </a:lnTo>
                  <a:lnTo>
                    <a:pt x="21" y="583"/>
                  </a:lnTo>
                  <a:lnTo>
                    <a:pt x="24" y="580"/>
                  </a:lnTo>
                  <a:lnTo>
                    <a:pt x="24" y="579"/>
                  </a:lnTo>
                  <a:lnTo>
                    <a:pt x="17" y="568"/>
                  </a:lnTo>
                  <a:lnTo>
                    <a:pt x="18" y="559"/>
                  </a:lnTo>
                  <a:lnTo>
                    <a:pt x="20" y="559"/>
                  </a:lnTo>
                  <a:lnTo>
                    <a:pt x="21" y="555"/>
                  </a:lnTo>
                  <a:lnTo>
                    <a:pt x="22" y="553"/>
                  </a:lnTo>
                  <a:lnTo>
                    <a:pt x="22" y="553"/>
                  </a:lnTo>
                  <a:lnTo>
                    <a:pt x="22" y="551"/>
                  </a:lnTo>
                  <a:lnTo>
                    <a:pt x="21" y="550"/>
                  </a:lnTo>
                  <a:lnTo>
                    <a:pt x="21" y="550"/>
                  </a:lnTo>
                  <a:lnTo>
                    <a:pt x="22" y="547"/>
                  </a:lnTo>
                  <a:lnTo>
                    <a:pt x="21" y="545"/>
                  </a:lnTo>
                  <a:lnTo>
                    <a:pt x="21" y="543"/>
                  </a:lnTo>
                  <a:lnTo>
                    <a:pt x="22" y="543"/>
                  </a:lnTo>
                  <a:lnTo>
                    <a:pt x="24" y="546"/>
                  </a:lnTo>
                  <a:lnTo>
                    <a:pt x="25" y="545"/>
                  </a:lnTo>
                  <a:lnTo>
                    <a:pt x="25" y="542"/>
                  </a:lnTo>
                  <a:lnTo>
                    <a:pt x="26" y="542"/>
                  </a:lnTo>
                  <a:lnTo>
                    <a:pt x="29" y="543"/>
                  </a:lnTo>
                  <a:lnTo>
                    <a:pt x="31" y="541"/>
                  </a:lnTo>
                  <a:lnTo>
                    <a:pt x="33" y="538"/>
                  </a:lnTo>
                  <a:lnTo>
                    <a:pt x="34" y="538"/>
                  </a:lnTo>
                  <a:lnTo>
                    <a:pt x="37" y="540"/>
                  </a:lnTo>
                  <a:lnTo>
                    <a:pt x="39" y="538"/>
                  </a:lnTo>
                  <a:lnTo>
                    <a:pt x="37" y="534"/>
                  </a:lnTo>
                  <a:lnTo>
                    <a:pt x="35" y="534"/>
                  </a:lnTo>
                  <a:lnTo>
                    <a:pt x="34" y="536"/>
                  </a:lnTo>
                  <a:lnTo>
                    <a:pt x="31" y="536"/>
                  </a:lnTo>
                  <a:lnTo>
                    <a:pt x="30" y="533"/>
                  </a:lnTo>
                  <a:lnTo>
                    <a:pt x="26" y="533"/>
                  </a:lnTo>
                  <a:lnTo>
                    <a:pt x="24" y="529"/>
                  </a:lnTo>
                  <a:lnTo>
                    <a:pt x="25" y="528"/>
                  </a:lnTo>
                  <a:lnTo>
                    <a:pt x="27" y="530"/>
                  </a:lnTo>
                  <a:lnTo>
                    <a:pt x="27" y="528"/>
                  </a:lnTo>
                  <a:lnTo>
                    <a:pt x="26" y="526"/>
                  </a:lnTo>
                  <a:lnTo>
                    <a:pt x="27" y="525"/>
                  </a:lnTo>
                  <a:lnTo>
                    <a:pt x="25" y="525"/>
                  </a:lnTo>
                  <a:lnTo>
                    <a:pt x="25" y="526"/>
                  </a:lnTo>
                  <a:lnTo>
                    <a:pt x="24" y="526"/>
                  </a:lnTo>
                  <a:lnTo>
                    <a:pt x="22" y="528"/>
                  </a:lnTo>
                  <a:lnTo>
                    <a:pt x="22" y="528"/>
                  </a:lnTo>
                  <a:lnTo>
                    <a:pt x="21" y="528"/>
                  </a:lnTo>
                  <a:lnTo>
                    <a:pt x="21" y="528"/>
                  </a:lnTo>
                  <a:lnTo>
                    <a:pt x="21" y="525"/>
                  </a:lnTo>
                  <a:lnTo>
                    <a:pt x="26" y="520"/>
                  </a:lnTo>
                  <a:lnTo>
                    <a:pt x="29" y="518"/>
                  </a:lnTo>
                  <a:lnTo>
                    <a:pt x="33" y="513"/>
                  </a:lnTo>
                  <a:lnTo>
                    <a:pt x="35" y="508"/>
                  </a:lnTo>
                  <a:lnTo>
                    <a:pt x="38" y="501"/>
                  </a:lnTo>
                  <a:lnTo>
                    <a:pt x="43" y="493"/>
                  </a:lnTo>
                  <a:lnTo>
                    <a:pt x="46" y="486"/>
                  </a:lnTo>
                  <a:lnTo>
                    <a:pt x="46" y="482"/>
                  </a:lnTo>
                  <a:lnTo>
                    <a:pt x="41" y="476"/>
                  </a:lnTo>
                  <a:lnTo>
                    <a:pt x="38" y="475"/>
                  </a:lnTo>
                  <a:lnTo>
                    <a:pt x="31" y="467"/>
                  </a:lnTo>
                  <a:lnTo>
                    <a:pt x="33" y="463"/>
                  </a:lnTo>
                  <a:lnTo>
                    <a:pt x="35" y="461"/>
                  </a:lnTo>
                  <a:lnTo>
                    <a:pt x="35" y="457"/>
                  </a:lnTo>
                  <a:lnTo>
                    <a:pt x="31" y="454"/>
                  </a:lnTo>
                  <a:lnTo>
                    <a:pt x="30" y="451"/>
                  </a:lnTo>
                  <a:lnTo>
                    <a:pt x="30" y="447"/>
                  </a:lnTo>
                  <a:lnTo>
                    <a:pt x="30" y="446"/>
                  </a:lnTo>
                  <a:lnTo>
                    <a:pt x="30" y="445"/>
                  </a:lnTo>
                  <a:lnTo>
                    <a:pt x="26" y="443"/>
                  </a:lnTo>
                  <a:lnTo>
                    <a:pt x="25" y="442"/>
                  </a:lnTo>
                  <a:lnTo>
                    <a:pt x="25" y="438"/>
                  </a:lnTo>
                  <a:lnTo>
                    <a:pt x="27" y="436"/>
                  </a:lnTo>
                  <a:lnTo>
                    <a:pt x="25" y="436"/>
                  </a:lnTo>
                  <a:lnTo>
                    <a:pt x="25" y="433"/>
                  </a:lnTo>
                  <a:lnTo>
                    <a:pt x="25" y="425"/>
                  </a:lnTo>
                  <a:lnTo>
                    <a:pt x="27" y="425"/>
                  </a:lnTo>
                  <a:lnTo>
                    <a:pt x="22" y="412"/>
                  </a:lnTo>
                  <a:lnTo>
                    <a:pt x="17" y="404"/>
                  </a:lnTo>
                  <a:lnTo>
                    <a:pt x="16" y="400"/>
                  </a:lnTo>
                  <a:lnTo>
                    <a:pt x="13" y="397"/>
                  </a:lnTo>
                  <a:lnTo>
                    <a:pt x="16" y="392"/>
                  </a:lnTo>
                  <a:lnTo>
                    <a:pt x="17" y="388"/>
                  </a:lnTo>
                  <a:lnTo>
                    <a:pt x="18" y="384"/>
                  </a:lnTo>
                  <a:lnTo>
                    <a:pt x="17" y="383"/>
                  </a:lnTo>
                  <a:lnTo>
                    <a:pt x="12" y="379"/>
                  </a:lnTo>
                  <a:lnTo>
                    <a:pt x="10" y="378"/>
                  </a:lnTo>
                  <a:lnTo>
                    <a:pt x="9" y="375"/>
                  </a:lnTo>
                  <a:lnTo>
                    <a:pt x="6" y="372"/>
                  </a:lnTo>
                  <a:lnTo>
                    <a:pt x="4" y="372"/>
                  </a:lnTo>
                  <a:lnTo>
                    <a:pt x="2" y="367"/>
                  </a:lnTo>
                  <a:lnTo>
                    <a:pt x="1" y="365"/>
                  </a:lnTo>
                  <a:lnTo>
                    <a:pt x="1" y="361"/>
                  </a:lnTo>
                  <a:lnTo>
                    <a:pt x="2" y="358"/>
                  </a:lnTo>
                  <a:lnTo>
                    <a:pt x="0" y="358"/>
                  </a:lnTo>
                  <a:lnTo>
                    <a:pt x="2" y="357"/>
                  </a:lnTo>
                  <a:lnTo>
                    <a:pt x="5" y="355"/>
                  </a:lnTo>
                  <a:lnTo>
                    <a:pt x="5" y="355"/>
                  </a:lnTo>
                  <a:lnTo>
                    <a:pt x="6" y="354"/>
                  </a:lnTo>
                  <a:lnTo>
                    <a:pt x="6" y="350"/>
                  </a:lnTo>
                  <a:lnTo>
                    <a:pt x="9" y="347"/>
                  </a:lnTo>
                  <a:lnTo>
                    <a:pt x="13" y="347"/>
                  </a:lnTo>
                  <a:lnTo>
                    <a:pt x="14" y="345"/>
                  </a:lnTo>
                  <a:lnTo>
                    <a:pt x="14" y="341"/>
                  </a:lnTo>
                  <a:lnTo>
                    <a:pt x="16" y="341"/>
                  </a:lnTo>
                  <a:lnTo>
                    <a:pt x="18" y="342"/>
                  </a:lnTo>
                  <a:lnTo>
                    <a:pt x="20" y="340"/>
                  </a:lnTo>
                  <a:lnTo>
                    <a:pt x="20" y="337"/>
                  </a:lnTo>
                  <a:lnTo>
                    <a:pt x="20" y="337"/>
                  </a:lnTo>
                  <a:lnTo>
                    <a:pt x="22" y="338"/>
                  </a:lnTo>
                  <a:lnTo>
                    <a:pt x="24" y="338"/>
                  </a:lnTo>
                  <a:lnTo>
                    <a:pt x="24" y="341"/>
                  </a:lnTo>
                  <a:lnTo>
                    <a:pt x="25" y="342"/>
                  </a:lnTo>
                  <a:lnTo>
                    <a:pt x="25" y="340"/>
                  </a:lnTo>
                  <a:lnTo>
                    <a:pt x="26" y="338"/>
                  </a:lnTo>
                  <a:lnTo>
                    <a:pt x="27" y="338"/>
                  </a:lnTo>
                  <a:lnTo>
                    <a:pt x="29" y="338"/>
                  </a:lnTo>
                  <a:lnTo>
                    <a:pt x="26" y="336"/>
                  </a:lnTo>
                  <a:lnTo>
                    <a:pt x="26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4"/>
                  </a:lnTo>
                  <a:lnTo>
                    <a:pt x="29" y="334"/>
                  </a:lnTo>
                  <a:lnTo>
                    <a:pt x="27" y="333"/>
                  </a:lnTo>
                  <a:lnTo>
                    <a:pt x="27" y="332"/>
                  </a:lnTo>
                  <a:lnTo>
                    <a:pt x="30" y="332"/>
                  </a:lnTo>
                  <a:lnTo>
                    <a:pt x="33" y="333"/>
                  </a:lnTo>
                  <a:lnTo>
                    <a:pt x="34" y="336"/>
                  </a:lnTo>
                  <a:lnTo>
                    <a:pt x="35" y="336"/>
                  </a:lnTo>
                  <a:lnTo>
                    <a:pt x="37" y="336"/>
                  </a:lnTo>
                  <a:lnTo>
                    <a:pt x="38" y="336"/>
                  </a:lnTo>
                  <a:lnTo>
                    <a:pt x="38" y="337"/>
                  </a:lnTo>
                  <a:lnTo>
                    <a:pt x="39" y="338"/>
                  </a:lnTo>
                  <a:lnTo>
                    <a:pt x="41" y="340"/>
                  </a:lnTo>
                  <a:lnTo>
                    <a:pt x="38" y="341"/>
                  </a:lnTo>
                  <a:lnTo>
                    <a:pt x="37" y="340"/>
                  </a:lnTo>
                  <a:lnTo>
                    <a:pt x="34" y="341"/>
                  </a:lnTo>
                  <a:lnTo>
                    <a:pt x="31" y="338"/>
                  </a:lnTo>
                  <a:lnTo>
                    <a:pt x="31" y="337"/>
                  </a:lnTo>
                  <a:lnTo>
                    <a:pt x="30" y="338"/>
                  </a:lnTo>
                  <a:lnTo>
                    <a:pt x="30" y="341"/>
                  </a:lnTo>
                  <a:lnTo>
                    <a:pt x="31" y="343"/>
                  </a:lnTo>
                  <a:lnTo>
                    <a:pt x="33" y="342"/>
                  </a:lnTo>
                  <a:lnTo>
                    <a:pt x="34" y="342"/>
                  </a:lnTo>
                  <a:lnTo>
                    <a:pt x="34" y="345"/>
                  </a:lnTo>
                  <a:lnTo>
                    <a:pt x="35" y="343"/>
                  </a:lnTo>
                  <a:lnTo>
                    <a:pt x="38" y="343"/>
                  </a:lnTo>
                  <a:lnTo>
                    <a:pt x="38" y="345"/>
                  </a:lnTo>
                  <a:lnTo>
                    <a:pt x="39" y="345"/>
                  </a:lnTo>
                  <a:lnTo>
                    <a:pt x="39" y="343"/>
                  </a:lnTo>
                  <a:lnTo>
                    <a:pt x="41" y="345"/>
                  </a:lnTo>
                  <a:lnTo>
                    <a:pt x="41" y="345"/>
                  </a:lnTo>
                  <a:lnTo>
                    <a:pt x="41" y="346"/>
                  </a:lnTo>
                  <a:lnTo>
                    <a:pt x="42" y="345"/>
                  </a:lnTo>
                  <a:lnTo>
                    <a:pt x="43" y="343"/>
                  </a:lnTo>
                  <a:lnTo>
                    <a:pt x="45" y="343"/>
                  </a:lnTo>
                  <a:lnTo>
                    <a:pt x="43" y="345"/>
                  </a:lnTo>
                  <a:lnTo>
                    <a:pt x="43" y="346"/>
                  </a:lnTo>
                  <a:lnTo>
                    <a:pt x="45" y="346"/>
                  </a:lnTo>
                  <a:lnTo>
                    <a:pt x="46" y="347"/>
                  </a:lnTo>
                  <a:lnTo>
                    <a:pt x="45" y="347"/>
                  </a:lnTo>
                  <a:lnTo>
                    <a:pt x="43" y="350"/>
                  </a:lnTo>
                  <a:lnTo>
                    <a:pt x="46" y="350"/>
                  </a:lnTo>
                  <a:lnTo>
                    <a:pt x="47" y="347"/>
                  </a:lnTo>
                  <a:lnTo>
                    <a:pt x="46" y="345"/>
                  </a:lnTo>
                  <a:lnTo>
                    <a:pt x="47" y="345"/>
                  </a:lnTo>
                  <a:lnTo>
                    <a:pt x="50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0" y="342"/>
                  </a:lnTo>
                  <a:lnTo>
                    <a:pt x="50" y="342"/>
                  </a:lnTo>
                  <a:lnTo>
                    <a:pt x="53" y="343"/>
                  </a:lnTo>
                  <a:lnTo>
                    <a:pt x="54" y="345"/>
                  </a:lnTo>
                  <a:lnTo>
                    <a:pt x="58" y="345"/>
                  </a:lnTo>
                  <a:lnTo>
                    <a:pt x="60" y="346"/>
                  </a:lnTo>
                  <a:lnTo>
                    <a:pt x="62" y="345"/>
                  </a:lnTo>
                  <a:lnTo>
                    <a:pt x="62" y="343"/>
                  </a:lnTo>
                  <a:lnTo>
                    <a:pt x="64" y="345"/>
                  </a:lnTo>
                  <a:lnTo>
                    <a:pt x="67" y="346"/>
                  </a:lnTo>
                  <a:lnTo>
                    <a:pt x="67" y="345"/>
                  </a:lnTo>
                  <a:lnTo>
                    <a:pt x="70" y="346"/>
                  </a:lnTo>
                  <a:lnTo>
                    <a:pt x="81" y="353"/>
                  </a:lnTo>
                  <a:lnTo>
                    <a:pt x="91" y="358"/>
                  </a:lnTo>
                  <a:lnTo>
                    <a:pt x="92" y="361"/>
                  </a:lnTo>
                  <a:lnTo>
                    <a:pt x="95" y="361"/>
                  </a:lnTo>
                  <a:lnTo>
                    <a:pt x="97" y="365"/>
                  </a:lnTo>
                  <a:lnTo>
                    <a:pt x="99" y="366"/>
                  </a:lnTo>
                  <a:lnTo>
                    <a:pt x="99" y="365"/>
                  </a:lnTo>
                  <a:lnTo>
                    <a:pt x="99" y="363"/>
                  </a:lnTo>
                  <a:lnTo>
                    <a:pt x="100" y="363"/>
                  </a:lnTo>
                  <a:lnTo>
                    <a:pt x="103" y="366"/>
                  </a:lnTo>
                  <a:lnTo>
                    <a:pt x="105" y="366"/>
                  </a:lnTo>
                  <a:lnTo>
                    <a:pt x="108" y="368"/>
                  </a:lnTo>
                  <a:lnTo>
                    <a:pt x="109" y="368"/>
                  </a:lnTo>
                  <a:lnTo>
                    <a:pt x="108" y="366"/>
                  </a:lnTo>
                  <a:lnTo>
                    <a:pt x="106" y="365"/>
                  </a:lnTo>
                  <a:lnTo>
                    <a:pt x="108" y="365"/>
                  </a:lnTo>
                  <a:lnTo>
                    <a:pt x="110" y="367"/>
                  </a:lnTo>
                  <a:lnTo>
                    <a:pt x="110" y="370"/>
                  </a:lnTo>
                  <a:lnTo>
                    <a:pt x="116" y="372"/>
                  </a:lnTo>
                  <a:lnTo>
                    <a:pt x="116" y="374"/>
                  </a:lnTo>
                  <a:lnTo>
                    <a:pt x="118" y="375"/>
                  </a:lnTo>
                  <a:lnTo>
                    <a:pt x="118" y="374"/>
                  </a:lnTo>
                  <a:lnTo>
                    <a:pt x="121" y="375"/>
                  </a:lnTo>
                  <a:lnTo>
                    <a:pt x="122" y="378"/>
                  </a:lnTo>
                  <a:lnTo>
                    <a:pt x="124" y="380"/>
                  </a:lnTo>
                  <a:lnTo>
                    <a:pt x="125" y="382"/>
                  </a:lnTo>
                  <a:lnTo>
                    <a:pt x="128" y="384"/>
                  </a:lnTo>
                  <a:lnTo>
                    <a:pt x="128" y="384"/>
                  </a:lnTo>
                  <a:lnTo>
                    <a:pt x="129" y="384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9" y="393"/>
                  </a:lnTo>
                  <a:lnTo>
                    <a:pt x="128" y="396"/>
                  </a:lnTo>
                  <a:lnTo>
                    <a:pt x="128" y="397"/>
                  </a:lnTo>
                  <a:lnTo>
                    <a:pt x="125" y="400"/>
                  </a:lnTo>
                  <a:lnTo>
                    <a:pt x="125" y="403"/>
                  </a:lnTo>
                  <a:lnTo>
                    <a:pt x="120" y="408"/>
                  </a:lnTo>
                  <a:lnTo>
                    <a:pt x="117" y="411"/>
                  </a:lnTo>
                  <a:lnTo>
                    <a:pt x="113" y="411"/>
                  </a:lnTo>
                  <a:lnTo>
                    <a:pt x="112" y="412"/>
                  </a:lnTo>
                  <a:lnTo>
                    <a:pt x="108" y="412"/>
                  </a:lnTo>
                  <a:lnTo>
                    <a:pt x="106" y="413"/>
                  </a:lnTo>
                  <a:lnTo>
                    <a:pt x="101" y="413"/>
                  </a:lnTo>
                  <a:lnTo>
                    <a:pt x="95" y="413"/>
                  </a:lnTo>
                  <a:lnTo>
                    <a:pt x="91" y="412"/>
                  </a:lnTo>
                  <a:lnTo>
                    <a:pt x="88" y="411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1" y="411"/>
                  </a:lnTo>
                  <a:lnTo>
                    <a:pt x="80" y="409"/>
                  </a:lnTo>
                  <a:lnTo>
                    <a:pt x="79" y="409"/>
                  </a:lnTo>
                  <a:lnTo>
                    <a:pt x="78" y="411"/>
                  </a:lnTo>
                  <a:lnTo>
                    <a:pt x="74" y="408"/>
                  </a:lnTo>
                  <a:lnTo>
                    <a:pt x="74" y="405"/>
                  </a:lnTo>
                  <a:lnTo>
                    <a:pt x="72" y="407"/>
                  </a:lnTo>
                  <a:lnTo>
                    <a:pt x="70" y="407"/>
                  </a:lnTo>
                  <a:lnTo>
                    <a:pt x="71" y="405"/>
                  </a:lnTo>
                  <a:lnTo>
                    <a:pt x="67" y="405"/>
                  </a:lnTo>
                  <a:lnTo>
                    <a:pt x="66" y="407"/>
                  </a:lnTo>
                  <a:lnTo>
                    <a:pt x="63" y="407"/>
                  </a:lnTo>
                  <a:lnTo>
                    <a:pt x="63" y="405"/>
                  </a:lnTo>
                  <a:lnTo>
                    <a:pt x="63" y="404"/>
                  </a:lnTo>
                  <a:lnTo>
                    <a:pt x="64" y="404"/>
                  </a:lnTo>
                  <a:lnTo>
                    <a:pt x="63" y="401"/>
                  </a:lnTo>
                  <a:lnTo>
                    <a:pt x="62" y="403"/>
                  </a:lnTo>
                  <a:lnTo>
                    <a:pt x="58" y="403"/>
                  </a:lnTo>
                  <a:lnTo>
                    <a:pt x="56" y="401"/>
                  </a:lnTo>
                  <a:lnTo>
                    <a:pt x="55" y="401"/>
                  </a:lnTo>
                  <a:lnTo>
                    <a:pt x="54" y="401"/>
                  </a:lnTo>
                  <a:lnTo>
                    <a:pt x="49" y="397"/>
                  </a:lnTo>
                  <a:lnTo>
                    <a:pt x="49" y="395"/>
                  </a:lnTo>
                  <a:lnTo>
                    <a:pt x="45" y="395"/>
                  </a:lnTo>
                  <a:lnTo>
                    <a:pt x="45" y="395"/>
                  </a:lnTo>
                  <a:lnTo>
                    <a:pt x="42" y="395"/>
                  </a:lnTo>
                  <a:lnTo>
                    <a:pt x="42" y="395"/>
                  </a:lnTo>
                  <a:lnTo>
                    <a:pt x="45" y="396"/>
                  </a:lnTo>
                  <a:lnTo>
                    <a:pt x="45" y="400"/>
                  </a:lnTo>
                  <a:lnTo>
                    <a:pt x="47" y="401"/>
                  </a:lnTo>
                  <a:lnTo>
                    <a:pt x="49" y="404"/>
                  </a:lnTo>
                  <a:lnTo>
                    <a:pt x="53" y="404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49" y="408"/>
                  </a:lnTo>
                  <a:lnTo>
                    <a:pt x="50" y="408"/>
                  </a:lnTo>
                  <a:lnTo>
                    <a:pt x="54" y="408"/>
                  </a:lnTo>
                  <a:lnTo>
                    <a:pt x="55" y="407"/>
                  </a:lnTo>
                  <a:lnTo>
                    <a:pt x="56" y="408"/>
                  </a:lnTo>
                  <a:lnTo>
                    <a:pt x="55" y="408"/>
                  </a:lnTo>
                  <a:lnTo>
                    <a:pt x="55" y="409"/>
                  </a:lnTo>
                  <a:lnTo>
                    <a:pt x="58" y="409"/>
                  </a:lnTo>
                  <a:lnTo>
                    <a:pt x="56" y="411"/>
                  </a:lnTo>
                  <a:lnTo>
                    <a:pt x="55" y="412"/>
                  </a:lnTo>
                  <a:lnTo>
                    <a:pt x="54" y="413"/>
                  </a:lnTo>
                  <a:lnTo>
                    <a:pt x="56" y="413"/>
                  </a:lnTo>
                  <a:lnTo>
                    <a:pt x="58" y="412"/>
                  </a:lnTo>
                  <a:lnTo>
                    <a:pt x="59" y="412"/>
                  </a:lnTo>
                  <a:lnTo>
                    <a:pt x="60" y="413"/>
                  </a:lnTo>
                  <a:lnTo>
                    <a:pt x="62" y="413"/>
                  </a:lnTo>
                  <a:lnTo>
                    <a:pt x="67" y="415"/>
                  </a:lnTo>
                  <a:lnTo>
                    <a:pt x="70" y="418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0" y="422"/>
                  </a:lnTo>
                  <a:lnTo>
                    <a:pt x="71" y="422"/>
                  </a:lnTo>
                  <a:lnTo>
                    <a:pt x="71" y="425"/>
                  </a:lnTo>
                  <a:lnTo>
                    <a:pt x="71" y="428"/>
                  </a:lnTo>
                  <a:lnTo>
                    <a:pt x="70" y="429"/>
                  </a:lnTo>
                  <a:lnTo>
                    <a:pt x="68" y="430"/>
                  </a:lnTo>
                  <a:lnTo>
                    <a:pt x="71" y="432"/>
                  </a:lnTo>
                  <a:lnTo>
                    <a:pt x="71" y="434"/>
                  </a:lnTo>
                  <a:lnTo>
                    <a:pt x="74" y="437"/>
                  </a:lnTo>
                  <a:lnTo>
                    <a:pt x="74" y="440"/>
                  </a:lnTo>
                  <a:lnTo>
                    <a:pt x="76" y="441"/>
                  </a:lnTo>
                  <a:lnTo>
                    <a:pt x="76" y="443"/>
                  </a:lnTo>
                  <a:lnTo>
                    <a:pt x="76" y="446"/>
                  </a:lnTo>
                  <a:lnTo>
                    <a:pt x="76" y="447"/>
                  </a:lnTo>
                  <a:lnTo>
                    <a:pt x="76" y="449"/>
                  </a:lnTo>
                  <a:lnTo>
                    <a:pt x="78" y="451"/>
                  </a:lnTo>
                  <a:lnTo>
                    <a:pt x="83" y="453"/>
                  </a:lnTo>
                  <a:lnTo>
                    <a:pt x="84" y="451"/>
                  </a:lnTo>
                  <a:lnTo>
                    <a:pt x="85" y="451"/>
                  </a:lnTo>
                  <a:lnTo>
                    <a:pt x="87" y="453"/>
                  </a:lnTo>
                  <a:lnTo>
                    <a:pt x="89" y="454"/>
                  </a:lnTo>
                  <a:lnTo>
                    <a:pt x="89" y="458"/>
                  </a:lnTo>
                  <a:lnTo>
                    <a:pt x="91" y="458"/>
                  </a:lnTo>
                  <a:lnTo>
                    <a:pt x="95" y="458"/>
                  </a:lnTo>
                  <a:lnTo>
                    <a:pt x="96" y="459"/>
                  </a:lnTo>
                  <a:lnTo>
                    <a:pt x="100" y="459"/>
                  </a:lnTo>
                  <a:lnTo>
                    <a:pt x="101" y="462"/>
                  </a:lnTo>
                  <a:lnTo>
                    <a:pt x="103" y="462"/>
                  </a:lnTo>
                  <a:lnTo>
                    <a:pt x="105" y="459"/>
                  </a:lnTo>
                  <a:lnTo>
                    <a:pt x="108" y="459"/>
                  </a:lnTo>
                  <a:lnTo>
                    <a:pt x="109" y="458"/>
                  </a:lnTo>
                  <a:lnTo>
                    <a:pt x="109" y="454"/>
                  </a:lnTo>
                  <a:lnTo>
                    <a:pt x="106" y="453"/>
                  </a:lnTo>
                  <a:lnTo>
                    <a:pt x="108" y="451"/>
                  </a:lnTo>
                  <a:lnTo>
                    <a:pt x="108" y="451"/>
                  </a:lnTo>
                  <a:lnTo>
                    <a:pt x="105" y="450"/>
                  </a:lnTo>
                  <a:lnTo>
                    <a:pt x="105" y="447"/>
                  </a:lnTo>
                  <a:lnTo>
                    <a:pt x="103" y="449"/>
                  </a:lnTo>
                  <a:lnTo>
                    <a:pt x="101" y="449"/>
                  </a:lnTo>
                  <a:lnTo>
                    <a:pt x="100" y="450"/>
                  </a:lnTo>
                  <a:lnTo>
                    <a:pt x="96" y="449"/>
                  </a:lnTo>
                  <a:lnTo>
                    <a:pt x="95" y="446"/>
                  </a:lnTo>
                  <a:lnTo>
                    <a:pt x="91" y="445"/>
                  </a:lnTo>
                  <a:lnTo>
                    <a:pt x="91" y="442"/>
                  </a:lnTo>
                  <a:lnTo>
                    <a:pt x="89" y="438"/>
                  </a:lnTo>
                  <a:lnTo>
                    <a:pt x="91" y="438"/>
                  </a:lnTo>
                  <a:lnTo>
                    <a:pt x="93" y="437"/>
                  </a:lnTo>
                  <a:lnTo>
                    <a:pt x="92" y="436"/>
                  </a:lnTo>
                  <a:lnTo>
                    <a:pt x="92" y="434"/>
                  </a:lnTo>
                  <a:lnTo>
                    <a:pt x="92" y="433"/>
                  </a:lnTo>
                  <a:lnTo>
                    <a:pt x="92" y="432"/>
                  </a:lnTo>
                  <a:lnTo>
                    <a:pt x="95" y="432"/>
                  </a:lnTo>
                  <a:lnTo>
                    <a:pt x="97" y="433"/>
                  </a:lnTo>
                  <a:lnTo>
                    <a:pt x="101" y="434"/>
                  </a:lnTo>
                  <a:lnTo>
                    <a:pt x="103" y="437"/>
                  </a:lnTo>
                  <a:lnTo>
                    <a:pt x="105" y="438"/>
                  </a:lnTo>
                  <a:lnTo>
                    <a:pt x="109" y="438"/>
                  </a:lnTo>
                  <a:lnTo>
                    <a:pt x="109" y="440"/>
                  </a:lnTo>
                  <a:lnTo>
                    <a:pt x="112" y="441"/>
                  </a:lnTo>
                  <a:lnTo>
                    <a:pt x="120" y="443"/>
                  </a:lnTo>
                  <a:lnTo>
                    <a:pt x="122" y="447"/>
                  </a:lnTo>
                  <a:lnTo>
                    <a:pt x="124" y="445"/>
                  </a:lnTo>
                  <a:lnTo>
                    <a:pt x="126" y="443"/>
                  </a:lnTo>
                  <a:lnTo>
                    <a:pt x="126" y="441"/>
                  </a:lnTo>
                  <a:lnTo>
                    <a:pt x="128" y="441"/>
                  </a:lnTo>
                  <a:lnTo>
                    <a:pt x="130" y="438"/>
                  </a:lnTo>
                  <a:lnTo>
                    <a:pt x="126" y="434"/>
                  </a:lnTo>
                  <a:lnTo>
                    <a:pt x="121" y="429"/>
                  </a:lnTo>
                  <a:lnTo>
                    <a:pt x="120" y="425"/>
                  </a:lnTo>
                  <a:lnTo>
                    <a:pt x="121" y="422"/>
                  </a:lnTo>
                  <a:lnTo>
                    <a:pt x="124" y="420"/>
                  </a:lnTo>
                  <a:lnTo>
                    <a:pt x="126" y="417"/>
                  </a:lnTo>
                  <a:lnTo>
                    <a:pt x="128" y="413"/>
                  </a:lnTo>
                  <a:lnTo>
                    <a:pt x="129" y="412"/>
                  </a:lnTo>
                  <a:lnTo>
                    <a:pt x="132" y="412"/>
                  </a:lnTo>
                  <a:lnTo>
                    <a:pt x="135" y="408"/>
                  </a:lnTo>
                  <a:lnTo>
                    <a:pt x="138" y="403"/>
                  </a:lnTo>
                  <a:lnTo>
                    <a:pt x="139" y="401"/>
                  </a:lnTo>
                  <a:lnTo>
                    <a:pt x="143" y="401"/>
                  </a:lnTo>
                  <a:lnTo>
                    <a:pt x="145" y="404"/>
                  </a:lnTo>
                  <a:lnTo>
                    <a:pt x="149" y="403"/>
                  </a:lnTo>
                  <a:lnTo>
                    <a:pt x="153" y="404"/>
                  </a:lnTo>
                  <a:lnTo>
                    <a:pt x="154" y="405"/>
                  </a:lnTo>
                  <a:lnTo>
                    <a:pt x="153" y="408"/>
                  </a:lnTo>
                  <a:lnTo>
                    <a:pt x="157" y="405"/>
                  </a:lnTo>
                  <a:lnTo>
                    <a:pt x="159" y="407"/>
                  </a:lnTo>
                  <a:lnTo>
                    <a:pt x="159" y="411"/>
                  </a:lnTo>
                  <a:lnTo>
                    <a:pt x="162" y="412"/>
                  </a:lnTo>
                  <a:lnTo>
                    <a:pt x="160" y="407"/>
                  </a:lnTo>
                  <a:lnTo>
                    <a:pt x="159" y="404"/>
                  </a:lnTo>
                  <a:lnTo>
                    <a:pt x="160" y="403"/>
                  </a:lnTo>
                  <a:lnTo>
                    <a:pt x="160" y="397"/>
                  </a:lnTo>
                  <a:lnTo>
                    <a:pt x="160" y="396"/>
                  </a:lnTo>
                  <a:lnTo>
                    <a:pt x="160" y="395"/>
                  </a:lnTo>
                  <a:lnTo>
                    <a:pt x="160" y="393"/>
                  </a:lnTo>
                  <a:lnTo>
                    <a:pt x="160" y="392"/>
                  </a:lnTo>
                  <a:lnTo>
                    <a:pt x="160" y="391"/>
                  </a:lnTo>
                  <a:lnTo>
                    <a:pt x="160" y="390"/>
                  </a:lnTo>
                  <a:lnTo>
                    <a:pt x="159" y="388"/>
                  </a:lnTo>
                  <a:lnTo>
                    <a:pt x="157" y="386"/>
                  </a:lnTo>
                  <a:lnTo>
                    <a:pt x="153" y="387"/>
                  </a:lnTo>
                  <a:lnTo>
                    <a:pt x="151" y="383"/>
                  </a:lnTo>
                  <a:lnTo>
                    <a:pt x="153" y="380"/>
                  </a:lnTo>
                  <a:lnTo>
                    <a:pt x="153" y="375"/>
                  </a:lnTo>
                  <a:lnTo>
                    <a:pt x="154" y="374"/>
                  </a:lnTo>
                  <a:lnTo>
                    <a:pt x="153" y="372"/>
                  </a:lnTo>
                  <a:lnTo>
                    <a:pt x="153" y="370"/>
                  </a:lnTo>
                  <a:lnTo>
                    <a:pt x="154" y="370"/>
                  </a:lnTo>
                  <a:lnTo>
                    <a:pt x="153" y="368"/>
                  </a:lnTo>
                  <a:lnTo>
                    <a:pt x="153" y="366"/>
                  </a:lnTo>
                  <a:lnTo>
                    <a:pt x="151" y="361"/>
                  </a:lnTo>
                  <a:lnTo>
                    <a:pt x="147" y="358"/>
                  </a:lnTo>
                  <a:lnTo>
                    <a:pt x="142" y="353"/>
                  </a:lnTo>
                  <a:lnTo>
                    <a:pt x="142" y="351"/>
                  </a:lnTo>
                  <a:lnTo>
                    <a:pt x="145" y="351"/>
                  </a:lnTo>
                  <a:lnTo>
                    <a:pt x="149" y="355"/>
                  </a:lnTo>
                  <a:lnTo>
                    <a:pt x="151" y="355"/>
                  </a:lnTo>
                  <a:lnTo>
                    <a:pt x="154" y="354"/>
                  </a:lnTo>
                  <a:lnTo>
                    <a:pt x="158" y="354"/>
                  </a:lnTo>
                  <a:lnTo>
                    <a:pt x="164" y="354"/>
                  </a:lnTo>
                  <a:lnTo>
                    <a:pt x="167" y="357"/>
                  </a:lnTo>
                  <a:lnTo>
                    <a:pt x="167" y="358"/>
                  </a:lnTo>
                  <a:lnTo>
                    <a:pt x="170" y="361"/>
                  </a:lnTo>
                  <a:lnTo>
                    <a:pt x="172" y="362"/>
                  </a:lnTo>
                  <a:lnTo>
                    <a:pt x="174" y="363"/>
                  </a:lnTo>
                  <a:lnTo>
                    <a:pt x="176" y="367"/>
                  </a:lnTo>
                  <a:lnTo>
                    <a:pt x="176" y="370"/>
                  </a:lnTo>
                  <a:lnTo>
                    <a:pt x="172" y="370"/>
                  </a:lnTo>
                  <a:lnTo>
                    <a:pt x="171" y="371"/>
                  </a:lnTo>
                  <a:lnTo>
                    <a:pt x="167" y="371"/>
                  </a:lnTo>
                  <a:lnTo>
                    <a:pt x="166" y="372"/>
                  </a:lnTo>
                  <a:lnTo>
                    <a:pt x="166" y="374"/>
                  </a:lnTo>
                  <a:lnTo>
                    <a:pt x="166" y="375"/>
                  </a:lnTo>
                  <a:lnTo>
                    <a:pt x="164" y="375"/>
                  </a:lnTo>
                  <a:lnTo>
                    <a:pt x="163" y="376"/>
                  </a:lnTo>
                  <a:lnTo>
                    <a:pt x="163" y="379"/>
                  </a:lnTo>
                  <a:lnTo>
                    <a:pt x="164" y="380"/>
                  </a:lnTo>
                  <a:lnTo>
                    <a:pt x="170" y="384"/>
                  </a:lnTo>
                  <a:lnTo>
                    <a:pt x="175" y="391"/>
                  </a:lnTo>
                  <a:lnTo>
                    <a:pt x="176" y="391"/>
                  </a:lnTo>
                  <a:lnTo>
                    <a:pt x="180" y="388"/>
                  </a:lnTo>
                  <a:lnTo>
                    <a:pt x="182" y="391"/>
                  </a:lnTo>
                  <a:lnTo>
                    <a:pt x="183" y="390"/>
                  </a:lnTo>
                  <a:lnTo>
                    <a:pt x="184" y="390"/>
                  </a:lnTo>
                  <a:lnTo>
                    <a:pt x="186" y="388"/>
                  </a:lnTo>
                  <a:lnTo>
                    <a:pt x="189" y="387"/>
                  </a:lnTo>
                  <a:lnTo>
                    <a:pt x="191" y="384"/>
                  </a:lnTo>
                  <a:lnTo>
                    <a:pt x="189" y="380"/>
                  </a:lnTo>
                  <a:lnTo>
                    <a:pt x="191" y="378"/>
                  </a:lnTo>
                  <a:lnTo>
                    <a:pt x="191" y="375"/>
                  </a:lnTo>
                  <a:lnTo>
                    <a:pt x="189" y="374"/>
                  </a:lnTo>
                  <a:lnTo>
                    <a:pt x="191" y="372"/>
                  </a:lnTo>
                  <a:lnTo>
                    <a:pt x="196" y="371"/>
                  </a:lnTo>
                  <a:lnTo>
                    <a:pt x="197" y="370"/>
                  </a:lnTo>
                  <a:lnTo>
                    <a:pt x="201" y="371"/>
                  </a:lnTo>
                  <a:lnTo>
                    <a:pt x="201" y="370"/>
                  </a:lnTo>
                  <a:lnTo>
                    <a:pt x="197" y="367"/>
                  </a:lnTo>
                  <a:lnTo>
                    <a:pt x="197" y="366"/>
                  </a:lnTo>
                  <a:lnTo>
                    <a:pt x="197" y="366"/>
                  </a:lnTo>
                  <a:lnTo>
                    <a:pt x="200" y="367"/>
                  </a:lnTo>
                  <a:lnTo>
                    <a:pt x="201" y="366"/>
                  </a:lnTo>
                  <a:lnTo>
                    <a:pt x="207" y="361"/>
                  </a:lnTo>
                  <a:lnTo>
                    <a:pt x="208" y="361"/>
                  </a:lnTo>
                  <a:lnTo>
                    <a:pt x="212" y="354"/>
                  </a:lnTo>
                  <a:lnTo>
                    <a:pt x="212" y="353"/>
                  </a:lnTo>
                  <a:lnTo>
                    <a:pt x="213" y="353"/>
                  </a:lnTo>
                  <a:lnTo>
                    <a:pt x="216" y="353"/>
                  </a:lnTo>
                  <a:lnTo>
                    <a:pt x="220" y="351"/>
                  </a:lnTo>
                  <a:lnTo>
                    <a:pt x="220" y="350"/>
                  </a:lnTo>
                  <a:lnTo>
                    <a:pt x="225" y="349"/>
                  </a:lnTo>
                  <a:lnTo>
                    <a:pt x="225" y="350"/>
                  </a:lnTo>
                  <a:lnTo>
                    <a:pt x="226" y="350"/>
                  </a:lnTo>
                  <a:lnTo>
                    <a:pt x="226" y="351"/>
                  </a:lnTo>
                  <a:lnTo>
                    <a:pt x="225" y="353"/>
                  </a:lnTo>
                  <a:lnTo>
                    <a:pt x="226" y="354"/>
                  </a:lnTo>
                  <a:lnTo>
                    <a:pt x="229" y="351"/>
                  </a:lnTo>
                  <a:lnTo>
                    <a:pt x="230" y="350"/>
                  </a:lnTo>
                  <a:lnTo>
                    <a:pt x="229" y="349"/>
                  </a:lnTo>
                  <a:lnTo>
                    <a:pt x="226" y="347"/>
                  </a:lnTo>
                  <a:lnTo>
                    <a:pt x="226" y="346"/>
                  </a:lnTo>
                  <a:lnTo>
                    <a:pt x="230" y="342"/>
                  </a:lnTo>
                  <a:lnTo>
                    <a:pt x="232" y="342"/>
                  </a:lnTo>
                  <a:lnTo>
                    <a:pt x="232" y="343"/>
                  </a:lnTo>
                  <a:lnTo>
                    <a:pt x="232" y="343"/>
                  </a:lnTo>
                  <a:lnTo>
                    <a:pt x="230" y="345"/>
                  </a:lnTo>
                  <a:lnTo>
                    <a:pt x="233" y="347"/>
                  </a:lnTo>
                  <a:lnTo>
                    <a:pt x="234" y="347"/>
                  </a:lnTo>
                  <a:lnTo>
                    <a:pt x="236" y="345"/>
                  </a:lnTo>
                  <a:lnTo>
                    <a:pt x="234" y="343"/>
                  </a:lnTo>
                  <a:lnTo>
                    <a:pt x="234" y="342"/>
                  </a:lnTo>
                  <a:lnTo>
                    <a:pt x="233" y="341"/>
                  </a:lnTo>
                  <a:lnTo>
                    <a:pt x="234" y="340"/>
                  </a:lnTo>
                  <a:lnTo>
                    <a:pt x="241" y="337"/>
                  </a:lnTo>
                  <a:lnTo>
                    <a:pt x="245" y="336"/>
                  </a:lnTo>
                  <a:lnTo>
                    <a:pt x="246" y="337"/>
                  </a:lnTo>
                  <a:lnTo>
                    <a:pt x="243" y="338"/>
                  </a:lnTo>
                  <a:lnTo>
                    <a:pt x="241" y="338"/>
                  </a:lnTo>
                  <a:lnTo>
                    <a:pt x="237" y="340"/>
                  </a:lnTo>
                  <a:lnTo>
                    <a:pt x="238" y="341"/>
                  </a:lnTo>
                  <a:lnTo>
                    <a:pt x="239" y="342"/>
                  </a:lnTo>
                  <a:lnTo>
                    <a:pt x="241" y="341"/>
                  </a:lnTo>
                  <a:lnTo>
                    <a:pt x="243" y="343"/>
                  </a:lnTo>
                  <a:lnTo>
                    <a:pt x="242" y="345"/>
                  </a:lnTo>
                  <a:lnTo>
                    <a:pt x="242" y="345"/>
                  </a:lnTo>
                  <a:lnTo>
                    <a:pt x="243" y="347"/>
                  </a:lnTo>
                  <a:lnTo>
                    <a:pt x="242" y="349"/>
                  </a:lnTo>
                  <a:lnTo>
                    <a:pt x="239" y="350"/>
                  </a:lnTo>
                  <a:lnTo>
                    <a:pt x="237" y="351"/>
                  </a:lnTo>
                  <a:lnTo>
                    <a:pt x="238" y="354"/>
                  </a:lnTo>
                  <a:lnTo>
                    <a:pt x="239" y="354"/>
                  </a:lnTo>
                  <a:lnTo>
                    <a:pt x="241" y="354"/>
                  </a:lnTo>
                  <a:lnTo>
                    <a:pt x="243" y="354"/>
                  </a:lnTo>
                  <a:lnTo>
                    <a:pt x="245" y="353"/>
                  </a:lnTo>
                  <a:lnTo>
                    <a:pt x="247" y="354"/>
                  </a:lnTo>
                  <a:lnTo>
                    <a:pt x="247" y="357"/>
                  </a:lnTo>
                  <a:lnTo>
                    <a:pt x="249" y="354"/>
                  </a:lnTo>
                  <a:lnTo>
                    <a:pt x="250" y="350"/>
                  </a:lnTo>
                  <a:lnTo>
                    <a:pt x="251" y="350"/>
                  </a:lnTo>
                  <a:lnTo>
                    <a:pt x="253" y="351"/>
                  </a:lnTo>
                  <a:lnTo>
                    <a:pt x="255" y="354"/>
                  </a:lnTo>
                  <a:lnTo>
                    <a:pt x="255" y="353"/>
                  </a:lnTo>
                  <a:lnTo>
                    <a:pt x="255" y="351"/>
                  </a:lnTo>
                  <a:lnTo>
                    <a:pt x="255" y="350"/>
                  </a:lnTo>
                  <a:lnTo>
                    <a:pt x="254" y="349"/>
                  </a:lnTo>
                  <a:lnTo>
                    <a:pt x="254" y="347"/>
                  </a:lnTo>
                  <a:lnTo>
                    <a:pt x="255" y="345"/>
                  </a:lnTo>
                  <a:lnTo>
                    <a:pt x="258" y="345"/>
                  </a:lnTo>
                  <a:lnTo>
                    <a:pt x="259" y="343"/>
                  </a:lnTo>
                  <a:lnTo>
                    <a:pt x="262" y="341"/>
                  </a:lnTo>
                  <a:lnTo>
                    <a:pt x="263" y="342"/>
                  </a:lnTo>
                  <a:lnTo>
                    <a:pt x="265" y="342"/>
                  </a:lnTo>
                  <a:lnTo>
                    <a:pt x="266" y="342"/>
                  </a:lnTo>
                  <a:lnTo>
                    <a:pt x="267" y="342"/>
                  </a:lnTo>
                  <a:lnTo>
                    <a:pt x="272" y="342"/>
                  </a:lnTo>
                  <a:lnTo>
                    <a:pt x="275" y="341"/>
                  </a:lnTo>
                  <a:lnTo>
                    <a:pt x="275" y="340"/>
                  </a:lnTo>
                  <a:lnTo>
                    <a:pt x="276" y="338"/>
                  </a:lnTo>
                  <a:lnTo>
                    <a:pt x="279" y="338"/>
                  </a:lnTo>
                  <a:lnTo>
                    <a:pt x="279" y="337"/>
                  </a:lnTo>
                  <a:lnTo>
                    <a:pt x="282" y="336"/>
                  </a:lnTo>
                  <a:lnTo>
                    <a:pt x="283" y="334"/>
                  </a:lnTo>
                  <a:lnTo>
                    <a:pt x="287" y="332"/>
                  </a:lnTo>
                  <a:lnTo>
                    <a:pt x="288" y="332"/>
                  </a:lnTo>
                  <a:lnTo>
                    <a:pt x="290" y="330"/>
                  </a:lnTo>
                  <a:lnTo>
                    <a:pt x="290" y="332"/>
                  </a:lnTo>
                  <a:lnTo>
                    <a:pt x="288" y="333"/>
                  </a:lnTo>
                  <a:lnTo>
                    <a:pt x="290" y="334"/>
                  </a:lnTo>
                  <a:lnTo>
                    <a:pt x="292" y="337"/>
                  </a:lnTo>
                  <a:lnTo>
                    <a:pt x="292" y="338"/>
                  </a:lnTo>
                  <a:lnTo>
                    <a:pt x="291" y="340"/>
                  </a:lnTo>
                  <a:lnTo>
                    <a:pt x="291" y="342"/>
                  </a:lnTo>
                  <a:lnTo>
                    <a:pt x="291" y="343"/>
                  </a:lnTo>
                  <a:lnTo>
                    <a:pt x="292" y="345"/>
                  </a:lnTo>
                  <a:lnTo>
                    <a:pt x="299" y="346"/>
                  </a:lnTo>
                  <a:lnTo>
                    <a:pt x="300" y="345"/>
                  </a:lnTo>
                  <a:lnTo>
                    <a:pt x="300" y="343"/>
                  </a:lnTo>
                  <a:lnTo>
                    <a:pt x="299" y="342"/>
                  </a:lnTo>
                  <a:lnTo>
                    <a:pt x="296" y="340"/>
                  </a:lnTo>
                  <a:lnTo>
                    <a:pt x="296" y="338"/>
                  </a:lnTo>
                  <a:lnTo>
                    <a:pt x="299" y="337"/>
                  </a:lnTo>
                  <a:lnTo>
                    <a:pt x="301" y="338"/>
                  </a:lnTo>
                  <a:lnTo>
                    <a:pt x="304" y="337"/>
                  </a:lnTo>
                  <a:lnTo>
                    <a:pt x="304" y="333"/>
                  </a:lnTo>
                  <a:lnTo>
                    <a:pt x="307" y="332"/>
                  </a:lnTo>
                  <a:lnTo>
                    <a:pt x="308" y="333"/>
                  </a:lnTo>
                  <a:lnTo>
                    <a:pt x="311" y="334"/>
                  </a:lnTo>
                  <a:lnTo>
                    <a:pt x="308" y="330"/>
                  </a:lnTo>
                  <a:lnTo>
                    <a:pt x="304" y="329"/>
                  </a:lnTo>
                  <a:lnTo>
                    <a:pt x="304" y="328"/>
                  </a:lnTo>
                  <a:lnTo>
                    <a:pt x="303" y="324"/>
                  </a:lnTo>
                  <a:lnTo>
                    <a:pt x="301" y="324"/>
                  </a:lnTo>
                  <a:lnTo>
                    <a:pt x="300" y="325"/>
                  </a:lnTo>
                  <a:lnTo>
                    <a:pt x="299" y="324"/>
                  </a:lnTo>
                  <a:lnTo>
                    <a:pt x="299" y="318"/>
                  </a:lnTo>
                  <a:lnTo>
                    <a:pt x="296" y="318"/>
                  </a:lnTo>
                  <a:lnTo>
                    <a:pt x="295" y="316"/>
                  </a:lnTo>
                  <a:lnTo>
                    <a:pt x="295" y="315"/>
                  </a:lnTo>
                  <a:lnTo>
                    <a:pt x="297" y="313"/>
                  </a:lnTo>
                  <a:lnTo>
                    <a:pt x="297" y="312"/>
                  </a:lnTo>
                  <a:lnTo>
                    <a:pt x="296" y="309"/>
                  </a:lnTo>
                  <a:lnTo>
                    <a:pt x="297" y="308"/>
                  </a:lnTo>
                  <a:lnTo>
                    <a:pt x="300" y="308"/>
                  </a:lnTo>
                  <a:lnTo>
                    <a:pt x="300" y="308"/>
                  </a:lnTo>
                  <a:lnTo>
                    <a:pt x="303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16" y="308"/>
                  </a:lnTo>
                  <a:lnTo>
                    <a:pt x="328" y="309"/>
                  </a:lnTo>
                  <a:lnTo>
                    <a:pt x="330" y="311"/>
                  </a:lnTo>
                  <a:lnTo>
                    <a:pt x="338" y="315"/>
                  </a:lnTo>
                  <a:lnTo>
                    <a:pt x="340" y="316"/>
                  </a:lnTo>
                  <a:lnTo>
                    <a:pt x="338" y="317"/>
                  </a:lnTo>
                  <a:lnTo>
                    <a:pt x="340" y="320"/>
                  </a:lnTo>
                  <a:lnTo>
                    <a:pt x="341" y="317"/>
                  </a:lnTo>
                  <a:lnTo>
                    <a:pt x="345" y="316"/>
                  </a:lnTo>
                  <a:lnTo>
                    <a:pt x="347" y="318"/>
                  </a:lnTo>
                  <a:lnTo>
                    <a:pt x="349" y="318"/>
                  </a:lnTo>
                  <a:lnTo>
                    <a:pt x="349" y="320"/>
                  </a:lnTo>
                  <a:lnTo>
                    <a:pt x="353" y="321"/>
                  </a:lnTo>
                  <a:lnTo>
                    <a:pt x="359" y="325"/>
                  </a:lnTo>
                  <a:lnTo>
                    <a:pt x="366" y="325"/>
                  </a:lnTo>
                  <a:lnTo>
                    <a:pt x="369" y="328"/>
                  </a:lnTo>
                  <a:lnTo>
                    <a:pt x="370" y="330"/>
                  </a:lnTo>
                  <a:lnTo>
                    <a:pt x="374" y="332"/>
                  </a:lnTo>
                  <a:lnTo>
                    <a:pt x="376" y="334"/>
                  </a:lnTo>
                  <a:lnTo>
                    <a:pt x="379" y="340"/>
                  </a:lnTo>
                  <a:lnTo>
                    <a:pt x="382" y="340"/>
                  </a:lnTo>
                  <a:lnTo>
                    <a:pt x="382" y="338"/>
                  </a:lnTo>
                  <a:lnTo>
                    <a:pt x="382" y="334"/>
                  </a:lnTo>
                  <a:lnTo>
                    <a:pt x="383" y="334"/>
                  </a:lnTo>
                  <a:lnTo>
                    <a:pt x="383" y="333"/>
                  </a:lnTo>
                  <a:lnTo>
                    <a:pt x="382" y="330"/>
                  </a:lnTo>
                  <a:lnTo>
                    <a:pt x="383" y="329"/>
                  </a:lnTo>
                  <a:lnTo>
                    <a:pt x="383" y="322"/>
                  </a:lnTo>
                  <a:lnTo>
                    <a:pt x="384" y="321"/>
                  </a:lnTo>
                  <a:lnTo>
                    <a:pt x="383" y="321"/>
                  </a:lnTo>
                  <a:lnTo>
                    <a:pt x="382" y="320"/>
                  </a:lnTo>
                  <a:lnTo>
                    <a:pt x="380" y="320"/>
                  </a:lnTo>
                  <a:lnTo>
                    <a:pt x="378" y="321"/>
                  </a:lnTo>
                  <a:lnTo>
                    <a:pt x="376" y="321"/>
                  </a:lnTo>
                  <a:lnTo>
                    <a:pt x="371" y="315"/>
                  </a:lnTo>
                  <a:lnTo>
                    <a:pt x="370" y="315"/>
                  </a:lnTo>
                  <a:lnTo>
                    <a:pt x="367" y="313"/>
                  </a:lnTo>
                  <a:lnTo>
                    <a:pt x="367" y="308"/>
                  </a:lnTo>
                  <a:lnTo>
                    <a:pt x="367" y="307"/>
                  </a:lnTo>
                  <a:lnTo>
                    <a:pt x="365" y="311"/>
                  </a:lnTo>
                  <a:lnTo>
                    <a:pt x="362" y="309"/>
                  </a:lnTo>
                  <a:lnTo>
                    <a:pt x="359" y="308"/>
                  </a:lnTo>
                  <a:lnTo>
                    <a:pt x="357" y="307"/>
                  </a:lnTo>
                  <a:lnTo>
                    <a:pt x="355" y="309"/>
                  </a:lnTo>
                  <a:lnTo>
                    <a:pt x="355" y="305"/>
                  </a:lnTo>
                  <a:lnTo>
                    <a:pt x="353" y="304"/>
                  </a:lnTo>
                  <a:lnTo>
                    <a:pt x="351" y="299"/>
                  </a:lnTo>
                  <a:lnTo>
                    <a:pt x="351" y="296"/>
                  </a:lnTo>
                  <a:lnTo>
                    <a:pt x="353" y="297"/>
                  </a:lnTo>
                  <a:lnTo>
                    <a:pt x="354" y="296"/>
                  </a:lnTo>
                  <a:lnTo>
                    <a:pt x="354" y="293"/>
                  </a:lnTo>
                  <a:lnTo>
                    <a:pt x="351" y="291"/>
                  </a:lnTo>
                  <a:lnTo>
                    <a:pt x="351" y="288"/>
                  </a:lnTo>
                  <a:lnTo>
                    <a:pt x="353" y="286"/>
                  </a:lnTo>
                  <a:lnTo>
                    <a:pt x="354" y="286"/>
                  </a:lnTo>
                  <a:lnTo>
                    <a:pt x="353" y="284"/>
                  </a:lnTo>
                  <a:lnTo>
                    <a:pt x="349" y="284"/>
                  </a:lnTo>
                  <a:lnTo>
                    <a:pt x="347" y="279"/>
                  </a:lnTo>
                  <a:lnTo>
                    <a:pt x="346" y="278"/>
                  </a:lnTo>
                  <a:lnTo>
                    <a:pt x="345" y="279"/>
                  </a:lnTo>
                  <a:lnTo>
                    <a:pt x="342" y="276"/>
                  </a:lnTo>
                  <a:lnTo>
                    <a:pt x="342" y="272"/>
                  </a:lnTo>
                  <a:lnTo>
                    <a:pt x="344" y="270"/>
                  </a:lnTo>
                  <a:lnTo>
                    <a:pt x="342" y="268"/>
                  </a:lnTo>
                  <a:lnTo>
                    <a:pt x="341" y="266"/>
                  </a:lnTo>
                  <a:lnTo>
                    <a:pt x="344" y="265"/>
                  </a:lnTo>
                  <a:lnTo>
                    <a:pt x="347" y="258"/>
                  </a:lnTo>
                  <a:lnTo>
                    <a:pt x="350" y="257"/>
                  </a:lnTo>
                  <a:lnTo>
                    <a:pt x="350" y="255"/>
                  </a:lnTo>
                  <a:lnTo>
                    <a:pt x="349" y="253"/>
                  </a:lnTo>
                  <a:lnTo>
                    <a:pt x="349" y="250"/>
                  </a:lnTo>
                  <a:lnTo>
                    <a:pt x="351" y="247"/>
                  </a:lnTo>
                  <a:lnTo>
                    <a:pt x="349" y="245"/>
                  </a:lnTo>
                  <a:lnTo>
                    <a:pt x="349" y="241"/>
                  </a:lnTo>
                  <a:lnTo>
                    <a:pt x="350" y="240"/>
                  </a:lnTo>
                  <a:lnTo>
                    <a:pt x="349" y="237"/>
                  </a:lnTo>
                  <a:lnTo>
                    <a:pt x="349" y="234"/>
                  </a:lnTo>
                  <a:lnTo>
                    <a:pt x="347" y="233"/>
                  </a:lnTo>
                  <a:lnTo>
                    <a:pt x="349" y="229"/>
                  </a:lnTo>
                  <a:lnTo>
                    <a:pt x="349" y="228"/>
                  </a:lnTo>
                  <a:lnTo>
                    <a:pt x="347" y="225"/>
                  </a:lnTo>
                  <a:lnTo>
                    <a:pt x="347" y="221"/>
                  </a:lnTo>
                  <a:lnTo>
                    <a:pt x="347" y="216"/>
                  </a:lnTo>
                  <a:lnTo>
                    <a:pt x="350" y="216"/>
                  </a:lnTo>
                  <a:lnTo>
                    <a:pt x="351" y="216"/>
                  </a:lnTo>
                  <a:lnTo>
                    <a:pt x="351" y="217"/>
                  </a:lnTo>
                  <a:lnTo>
                    <a:pt x="351" y="218"/>
                  </a:lnTo>
                  <a:lnTo>
                    <a:pt x="354" y="217"/>
                  </a:lnTo>
                  <a:lnTo>
                    <a:pt x="358" y="217"/>
                  </a:lnTo>
                  <a:lnTo>
                    <a:pt x="361" y="216"/>
                  </a:lnTo>
                  <a:lnTo>
                    <a:pt x="362" y="216"/>
                  </a:lnTo>
                  <a:lnTo>
                    <a:pt x="365" y="217"/>
                  </a:lnTo>
                  <a:lnTo>
                    <a:pt x="366" y="216"/>
                  </a:lnTo>
                  <a:lnTo>
                    <a:pt x="369" y="216"/>
                  </a:lnTo>
                  <a:lnTo>
                    <a:pt x="376" y="218"/>
                  </a:lnTo>
                  <a:lnTo>
                    <a:pt x="379" y="218"/>
                  </a:lnTo>
                  <a:lnTo>
                    <a:pt x="382" y="220"/>
                  </a:lnTo>
                  <a:lnTo>
                    <a:pt x="383" y="221"/>
                  </a:lnTo>
                  <a:lnTo>
                    <a:pt x="380" y="222"/>
                  </a:lnTo>
                  <a:lnTo>
                    <a:pt x="382" y="225"/>
                  </a:lnTo>
                  <a:lnTo>
                    <a:pt x="382" y="228"/>
                  </a:lnTo>
                  <a:lnTo>
                    <a:pt x="383" y="229"/>
                  </a:lnTo>
                  <a:lnTo>
                    <a:pt x="383" y="233"/>
                  </a:lnTo>
                  <a:lnTo>
                    <a:pt x="384" y="237"/>
                  </a:lnTo>
                  <a:lnTo>
                    <a:pt x="384" y="243"/>
                  </a:lnTo>
                  <a:lnTo>
                    <a:pt x="386" y="245"/>
                  </a:lnTo>
                  <a:lnTo>
                    <a:pt x="384" y="247"/>
                  </a:lnTo>
                  <a:lnTo>
                    <a:pt x="386" y="249"/>
                  </a:lnTo>
                  <a:lnTo>
                    <a:pt x="386" y="251"/>
                  </a:lnTo>
                  <a:lnTo>
                    <a:pt x="383" y="251"/>
                  </a:lnTo>
                  <a:lnTo>
                    <a:pt x="384" y="254"/>
                  </a:lnTo>
                  <a:lnTo>
                    <a:pt x="387" y="257"/>
                  </a:lnTo>
                  <a:lnTo>
                    <a:pt x="388" y="261"/>
                  </a:lnTo>
                  <a:lnTo>
                    <a:pt x="391" y="261"/>
                  </a:lnTo>
                  <a:lnTo>
                    <a:pt x="391" y="262"/>
                  </a:lnTo>
                  <a:lnTo>
                    <a:pt x="394" y="261"/>
                  </a:lnTo>
                  <a:lnTo>
                    <a:pt x="395" y="262"/>
                  </a:lnTo>
                  <a:lnTo>
                    <a:pt x="395" y="266"/>
                  </a:lnTo>
                  <a:lnTo>
                    <a:pt x="399" y="268"/>
                  </a:lnTo>
                  <a:lnTo>
                    <a:pt x="400" y="271"/>
                  </a:lnTo>
                  <a:lnTo>
                    <a:pt x="400" y="278"/>
                  </a:lnTo>
                  <a:lnTo>
                    <a:pt x="403" y="280"/>
                  </a:lnTo>
                  <a:lnTo>
                    <a:pt x="403" y="282"/>
                  </a:lnTo>
                  <a:lnTo>
                    <a:pt x="401" y="283"/>
                  </a:lnTo>
                  <a:lnTo>
                    <a:pt x="404" y="286"/>
                  </a:lnTo>
                  <a:lnTo>
                    <a:pt x="404" y="290"/>
                  </a:lnTo>
                  <a:lnTo>
                    <a:pt x="408" y="295"/>
                  </a:lnTo>
                  <a:lnTo>
                    <a:pt x="407" y="297"/>
                  </a:lnTo>
                  <a:lnTo>
                    <a:pt x="408" y="300"/>
                  </a:lnTo>
                  <a:lnTo>
                    <a:pt x="411" y="303"/>
                  </a:lnTo>
                  <a:lnTo>
                    <a:pt x="409" y="304"/>
                  </a:lnTo>
                  <a:lnTo>
                    <a:pt x="411" y="305"/>
                  </a:lnTo>
                  <a:lnTo>
                    <a:pt x="412" y="311"/>
                  </a:lnTo>
                  <a:lnTo>
                    <a:pt x="417" y="317"/>
                  </a:lnTo>
                  <a:lnTo>
                    <a:pt x="421" y="318"/>
                  </a:lnTo>
                  <a:lnTo>
                    <a:pt x="423" y="320"/>
                  </a:lnTo>
                  <a:lnTo>
                    <a:pt x="424" y="320"/>
                  </a:lnTo>
                  <a:lnTo>
                    <a:pt x="428" y="324"/>
                  </a:lnTo>
                  <a:lnTo>
                    <a:pt x="428" y="325"/>
                  </a:lnTo>
                  <a:lnTo>
                    <a:pt x="426" y="325"/>
                  </a:lnTo>
                  <a:lnTo>
                    <a:pt x="426" y="328"/>
                  </a:lnTo>
                  <a:lnTo>
                    <a:pt x="425" y="330"/>
                  </a:lnTo>
                  <a:lnTo>
                    <a:pt x="428" y="336"/>
                  </a:lnTo>
                  <a:lnTo>
                    <a:pt x="430" y="338"/>
                  </a:lnTo>
                  <a:lnTo>
                    <a:pt x="430" y="342"/>
                  </a:lnTo>
                  <a:lnTo>
                    <a:pt x="428" y="343"/>
                  </a:lnTo>
                  <a:lnTo>
                    <a:pt x="428" y="345"/>
                  </a:lnTo>
                  <a:lnTo>
                    <a:pt x="426" y="346"/>
                  </a:lnTo>
                  <a:lnTo>
                    <a:pt x="428" y="349"/>
                  </a:lnTo>
                  <a:lnTo>
                    <a:pt x="428" y="353"/>
                  </a:lnTo>
                  <a:lnTo>
                    <a:pt x="425" y="354"/>
                  </a:lnTo>
                  <a:lnTo>
                    <a:pt x="425" y="355"/>
                  </a:lnTo>
                  <a:lnTo>
                    <a:pt x="428" y="355"/>
                  </a:lnTo>
                  <a:lnTo>
                    <a:pt x="428" y="357"/>
                  </a:lnTo>
                  <a:lnTo>
                    <a:pt x="425" y="358"/>
                  </a:lnTo>
                  <a:lnTo>
                    <a:pt x="425" y="363"/>
                  </a:lnTo>
                  <a:lnTo>
                    <a:pt x="424" y="365"/>
                  </a:lnTo>
                  <a:lnTo>
                    <a:pt x="421" y="363"/>
                  </a:lnTo>
                  <a:lnTo>
                    <a:pt x="421" y="365"/>
                  </a:lnTo>
                  <a:lnTo>
                    <a:pt x="423" y="367"/>
                  </a:lnTo>
                  <a:lnTo>
                    <a:pt x="424" y="370"/>
                  </a:lnTo>
                  <a:lnTo>
                    <a:pt x="421" y="370"/>
                  </a:lnTo>
                  <a:lnTo>
                    <a:pt x="419" y="372"/>
                  </a:lnTo>
                  <a:lnTo>
                    <a:pt x="415" y="372"/>
                  </a:lnTo>
                  <a:lnTo>
                    <a:pt x="412" y="371"/>
                  </a:lnTo>
                  <a:lnTo>
                    <a:pt x="416" y="368"/>
                  </a:lnTo>
                  <a:lnTo>
                    <a:pt x="416" y="367"/>
                  </a:lnTo>
                  <a:lnTo>
                    <a:pt x="413" y="367"/>
                  </a:lnTo>
                  <a:lnTo>
                    <a:pt x="413" y="368"/>
                  </a:lnTo>
                  <a:lnTo>
                    <a:pt x="411" y="368"/>
                  </a:lnTo>
                  <a:lnTo>
                    <a:pt x="405" y="366"/>
                  </a:lnTo>
                  <a:lnTo>
                    <a:pt x="405" y="367"/>
                  </a:lnTo>
                  <a:lnTo>
                    <a:pt x="397" y="368"/>
                  </a:lnTo>
                  <a:lnTo>
                    <a:pt x="395" y="368"/>
                  </a:lnTo>
                  <a:lnTo>
                    <a:pt x="392" y="371"/>
                  </a:lnTo>
                  <a:lnTo>
                    <a:pt x="395" y="372"/>
                  </a:lnTo>
                  <a:lnTo>
                    <a:pt x="395" y="372"/>
                  </a:lnTo>
                  <a:lnTo>
                    <a:pt x="396" y="371"/>
                  </a:lnTo>
                  <a:lnTo>
                    <a:pt x="400" y="370"/>
                  </a:lnTo>
                  <a:lnTo>
                    <a:pt x="401" y="372"/>
                  </a:lnTo>
                  <a:lnTo>
                    <a:pt x="404" y="375"/>
                  </a:lnTo>
                  <a:lnTo>
                    <a:pt x="413" y="376"/>
                  </a:lnTo>
                  <a:lnTo>
                    <a:pt x="417" y="378"/>
                  </a:lnTo>
                  <a:lnTo>
                    <a:pt x="421" y="376"/>
                  </a:lnTo>
                  <a:lnTo>
                    <a:pt x="425" y="376"/>
                  </a:lnTo>
                  <a:lnTo>
                    <a:pt x="426" y="378"/>
                  </a:lnTo>
                  <a:lnTo>
                    <a:pt x="430" y="379"/>
                  </a:lnTo>
                  <a:lnTo>
                    <a:pt x="434" y="378"/>
                  </a:lnTo>
                  <a:lnTo>
                    <a:pt x="434" y="375"/>
                  </a:lnTo>
                  <a:lnTo>
                    <a:pt x="433" y="372"/>
                  </a:lnTo>
                  <a:lnTo>
                    <a:pt x="433" y="370"/>
                  </a:lnTo>
                  <a:lnTo>
                    <a:pt x="434" y="368"/>
                  </a:lnTo>
                  <a:lnTo>
                    <a:pt x="437" y="367"/>
                  </a:lnTo>
                  <a:lnTo>
                    <a:pt x="437" y="366"/>
                  </a:lnTo>
                  <a:lnTo>
                    <a:pt x="440" y="362"/>
                  </a:lnTo>
                  <a:lnTo>
                    <a:pt x="441" y="359"/>
                  </a:lnTo>
                  <a:lnTo>
                    <a:pt x="442" y="354"/>
                  </a:lnTo>
                  <a:lnTo>
                    <a:pt x="441" y="351"/>
                  </a:lnTo>
                  <a:lnTo>
                    <a:pt x="441" y="347"/>
                  </a:lnTo>
                  <a:lnTo>
                    <a:pt x="445" y="341"/>
                  </a:lnTo>
                  <a:lnTo>
                    <a:pt x="445" y="338"/>
                  </a:lnTo>
                  <a:lnTo>
                    <a:pt x="441" y="329"/>
                  </a:lnTo>
                  <a:lnTo>
                    <a:pt x="437" y="326"/>
                  </a:lnTo>
                  <a:lnTo>
                    <a:pt x="436" y="325"/>
                  </a:lnTo>
                  <a:lnTo>
                    <a:pt x="434" y="318"/>
                  </a:lnTo>
                  <a:lnTo>
                    <a:pt x="438" y="315"/>
                  </a:lnTo>
                  <a:lnTo>
                    <a:pt x="441" y="312"/>
                  </a:lnTo>
                  <a:lnTo>
                    <a:pt x="444" y="312"/>
                  </a:lnTo>
                  <a:lnTo>
                    <a:pt x="449" y="307"/>
                  </a:lnTo>
                  <a:lnTo>
                    <a:pt x="451" y="307"/>
                  </a:lnTo>
                  <a:lnTo>
                    <a:pt x="455" y="311"/>
                  </a:lnTo>
                  <a:lnTo>
                    <a:pt x="455" y="313"/>
                  </a:lnTo>
                  <a:lnTo>
                    <a:pt x="459" y="316"/>
                  </a:lnTo>
                  <a:lnTo>
                    <a:pt x="461" y="317"/>
                  </a:lnTo>
                  <a:lnTo>
                    <a:pt x="461" y="317"/>
                  </a:lnTo>
                  <a:lnTo>
                    <a:pt x="465" y="321"/>
                  </a:lnTo>
                  <a:lnTo>
                    <a:pt x="463" y="324"/>
                  </a:lnTo>
                  <a:lnTo>
                    <a:pt x="466" y="325"/>
                  </a:lnTo>
                  <a:lnTo>
                    <a:pt x="466" y="328"/>
                  </a:lnTo>
                  <a:lnTo>
                    <a:pt x="469" y="330"/>
                  </a:lnTo>
                  <a:lnTo>
                    <a:pt x="469" y="334"/>
                  </a:lnTo>
                  <a:lnTo>
                    <a:pt x="469" y="334"/>
                  </a:lnTo>
                  <a:lnTo>
                    <a:pt x="470" y="337"/>
                  </a:lnTo>
                  <a:lnTo>
                    <a:pt x="473" y="338"/>
                  </a:lnTo>
                  <a:lnTo>
                    <a:pt x="475" y="340"/>
                  </a:lnTo>
                  <a:lnTo>
                    <a:pt x="479" y="340"/>
                  </a:lnTo>
                  <a:lnTo>
                    <a:pt x="480" y="338"/>
                  </a:lnTo>
                  <a:lnTo>
                    <a:pt x="484" y="338"/>
                  </a:lnTo>
                  <a:lnTo>
                    <a:pt x="486" y="337"/>
                  </a:lnTo>
                  <a:lnTo>
                    <a:pt x="487" y="336"/>
                  </a:lnTo>
                  <a:lnTo>
                    <a:pt x="486" y="336"/>
                  </a:lnTo>
                  <a:lnTo>
                    <a:pt x="483" y="336"/>
                  </a:lnTo>
                  <a:lnTo>
                    <a:pt x="482" y="334"/>
                  </a:lnTo>
                  <a:lnTo>
                    <a:pt x="480" y="337"/>
                  </a:lnTo>
                  <a:lnTo>
                    <a:pt x="477" y="337"/>
                  </a:lnTo>
                  <a:lnTo>
                    <a:pt x="475" y="336"/>
                  </a:lnTo>
                  <a:lnTo>
                    <a:pt x="473" y="336"/>
                  </a:lnTo>
                  <a:lnTo>
                    <a:pt x="471" y="333"/>
                  </a:lnTo>
                  <a:lnTo>
                    <a:pt x="473" y="332"/>
                  </a:lnTo>
                  <a:lnTo>
                    <a:pt x="470" y="330"/>
                  </a:lnTo>
                  <a:lnTo>
                    <a:pt x="469" y="326"/>
                  </a:lnTo>
                  <a:lnTo>
                    <a:pt x="469" y="322"/>
                  </a:lnTo>
                  <a:lnTo>
                    <a:pt x="471" y="322"/>
                  </a:lnTo>
                  <a:lnTo>
                    <a:pt x="474" y="321"/>
                  </a:lnTo>
                  <a:lnTo>
                    <a:pt x="471" y="320"/>
                  </a:lnTo>
                  <a:lnTo>
                    <a:pt x="471" y="317"/>
                  </a:lnTo>
                  <a:lnTo>
                    <a:pt x="470" y="317"/>
                  </a:lnTo>
                  <a:lnTo>
                    <a:pt x="470" y="315"/>
                  </a:lnTo>
                  <a:lnTo>
                    <a:pt x="466" y="313"/>
                  </a:lnTo>
                  <a:lnTo>
                    <a:pt x="466" y="311"/>
                  </a:lnTo>
                  <a:lnTo>
                    <a:pt x="463" y="308"/>
                  </a:lnTo>
                  <a:lnTo>
                    <a:pt x="459" y="308"/>
                  </a:lnTo>
                  <a:lnTo>
                    <a:pt x="453" y="305"/>
                  </a:lnTo>
                  <a:lnTo>
                    <a:pt x="451" y="303"/>
                  </a:lnTo>
                  <a:lnTo>
                    <a:pt x="449" y="304"/>
                  </a:lnTo>
                  <a:lnTo>
                    <a:pt x="445" y="301"/>
                  </a:lnTo>
                  <a:lnTo>
                    <a:pt x="444" y="301"/>
                  </a:lnTo>
                  <a:lnTo>
                    <a:pt x="440" y="301"/>
                  </a:lnTo>
                  <a:lnTo>
                    <a:pt x="437" y="304"/>
                  </a:lnTo>
                  <a:lnTo>
                    <a:pt x="437" y="307"/>
                  </a:lnTo>
                  <a:lnTo>
                    <a:pt x="434" y="308"/>
                  </a:lnTo>
                  <a:lnTo>
                    <a:pt x="430" y="307"/>
                  </a:lnTo>
                  <a:lnTo>
                    <a:pt x="428" y="309"/>
                  </a:lnTo>
                  <a:lnTo>
                    <a:pt x="424" y="308"/>
                  </a:lnTo>
                  <a:lnTo>
                    <a:pt x="423" y="307"/>
                  </a:lnTo>
                  <a:lnTo>
                    <a:pt x="423" y="304"/>
                  </a:lnTo>
                  <a:lnTo>
                    <a:pt x="423" y="301"/>
                  </a:lnTo>
                  <a:lnTo>
                    <a:pt x="419" y="296"/>
                  </a:lnTo>
                  <a:lnTo>
                    <a:pt x="417" y="293"/>
                  </a:lnTo>
                  <a:lnTo>
                    <a:pt x="417" y="288"/>
                  </a:lnTo>
                  <a:lnTo>
                    <a:pt x="415" y="284"/>
                  </a:lnTo>
                  <a:lnTo>
                    <a:pt x="415" y="282"/>
                  </a:lnTo>
                  <a:lnTo>
                    <a:pt x="416" y="274"/>
                  </a:lnTo>
                  <a:lnTo>
                    <a:pt x="413" y="268"/>
                  </a:lnTo>
                  <a:lnTo>
                    <a:pt x="411" y="266"/>
                  </a:lnTo>
                  <a:lnTo>
                    <a:pt x="408" y="266"/>
                  </a:lnTo>
                  <a:lnTo>
                    <a:pt x="407" y="263"/>
                  </a:lnTo>
                  <a:lnTo>
                    <a:pt x="401" y="258"/>
                  </a:lnTo>
                  <a:lnTo>
                    <a:pt x="397" y="255"/>
                  </a:lnTo>
                  <a:lnTo>
                    <a:pt x="396" y="253"/>
                  </a:lnTo>
                  <a:lnTo>
                    <a:pt x="399" y="247"/>
                  </a:lnTo>
                  <a:lnTo>
                    <a:pt x="397" y="245"/>
                  </a:lnTo>
                  <a:lnTo>
                    <a:pt x="396" y="242"/>
                  </a:lnTo>
                  <a:lnTo>
                    <a:pt x="396" y="241"/>
                  </a:lnTo>
                  <a:lnTo>
                    <a:pt x="399" y="238"/>
                  </a:lnTo>
                  <a:lnTo>
                    <a:pt x="403" y="234"/>
                  </a:lnTo>
                  <a:lnTo>
                    <a:pt x="404" y="229"/>
                  </a:lnTo>
                  <a:lnTo>
                    <a:pt x="401" y="222"/>
                  </a:lnTo>
                  <a:lnTo>
                    <a:pt x="397" y="213"/>
                  </a:lnTo>
                  <a:lnTo>
                    <a:pt x="399" y="212"/>
                  </a:lnTo>
                  <a:lnTo>
                    <a:pt x="401" y="215"/>
                  </a:lnTo>
                  <a:lnTo>
                    <a:pt x="403" y="217"/>
                  </a:lnTo>
                  <a:lnTo>
                    <a:pt x="404" y="218"/>
                  </a:lnTo>
                  <a:lnTo>
                    <a:pt x="405" y="220"/>
                  </a:lnTo>
                  <a:lnTo>
                    <a:pt x="405" y="224"/>
                  </a:lnTo>
                  <a:lnTo>
                    <a:pt x="408" y="225"/>
                  </a:lnTo>
                  <a:lnTo>
                    <a:pt x="408" y="230"/>
                  </a:lnTo>
                  <a:lnTo>
                    <a:pt x="409" y="234"/>
                  </a:lnTo>
                  <a:lnTo>
                    <a:pt x="408" y="237"/>
                  </a:lnTo>
                  <a:lnTo>
                    <a:pt x="409" y="240"/>
                  </a:lnTo>
                  <a:lnTo>
                    <a:pt x="413" y="242"/>
                  </a:lnTo>
                  <a:lnTo>
                    <a:pt x="413" y="245"/>
                  </a:lnTo>
                  <a:lnTo>
                    <a:pt x="416" y="246"/>
                  </a:lnTo>
                  <a:lnTo>
                    <a:pt x="416" y="249"/>
                  </a:lnTo>
                  <a:lnTo>
                    <a:pt x="413" y="250"/>
                  </a:lnTo>
                  <a:lnTo>
                    <a:pt x="415" y="251"/>
                  </a:lnTo>
                  <a:lnTo>
                    <a:pt x="417" y="251"/>
                  </a:lnTo>
                  <a:lnTo>
                    <a:pt x="421" y="253"/>
                  </a:lnTo>
                  <a:lnTo>
                    <a:pt x="425" y="253"/>
                  </a:lnTo>
                  <a:lnTo>
                    <a:pt x="428" y="251"/>
                  </a:lnTo>
                  <a:lnTo>
                    <a:pt x="429" y="254"/>
                  </a:lnTo>
                  <a:lnTo>
                    <a:pt x="430" y="255"/>
                  </a:lnTo>
                  <a:lnTo>
                    <a:pt x="432" y="253"/>
                  </a:lnTo>
                  <a:lnTo>
                    <a:pt x="436" y="253"/>
                  </a:lnTo>
                  <a:lnTo>
                    <a:pt x="437" y="251"/>
                  </a:lnTo>
                  <a:lnTo>
                    <a:pt x="440" y="251"/>
                  </a:lnTo>
                  <a:lnTo>
                    <a:pt x="442" y="255"/>
                  </a:lnTo>
                  <a:lnTo>
                    <a:pt x="445" y="255"/>
                  </a:lnTo>
                  <a:lnTo>
                    <a:pt x="448" y="258"/>
                  </a:lnTo>
                  <a:lnTo>
                    <a:pt x="453" y="257"/>
                  </a:lnTo>
                  <a:lnTo>
                    <a:pt x="454" y="254"/>
                  </a:lnTo>
                  <a:lnTo>
                    <a:pt x="453" y="255"/>
                  </a:lnTo>
                  <a:lnTo>
                    <a:pt x="448" y="255"/>
                  </a:lnTo>
                  <a:lnTo>
                    <a:pt x="448" y="253"/>
                  </a:lnTo>
                  <a:lnTo>
                    <a:pt x="445" y="253"/>
                  </a:lnTo>
                  <a:lnTo>
                    <a:pt x="444" y="249"/>
                  </a:lnTo>
                  <a:lnTo>
                    <a:pt x="440" y="249"/>
                  </a:lnTo>
                  <a:lnTo>
                    <a:pt x="440" y="247"/>
                  </a:lnTo>
                  <a:lnTo>
                    <a:pt x="438" y="247"/>
                  </a:lnTo>
                  <a:lnTo>
                    <a:pt x="437" y="249"/>
                  </a:lnTo>
                  <a:lnTo>
                    <a:pt x="432" y="249"/>
                  </a:lnTo>
                  <a:lnTo>
                    <a:pt x="429" y="246"/>
                  </a:lnTo>
                  <a:lnTo>
                    <a:pt x="425" y="246"/>
                  </a:lnTo>
                  <a:lnTo>
                    <a:pt x="421" y="242"/>
                  </a:lnTo>
                  <a:lnTo>
                    <a:pt x="420" y="240"/>
                  </a:lnTo>
                  <a:lnTo>
                    <a:pt x="419" y="240"/>
                  </a:lnTo>
                  <a:lnTo>
                    <a:pt x="415" y="234"/>
                  </a:lnTo>
                  <a:lnTo>
                    <a:pt x="417" y="233"/>
                  </a:lnTo>
                  <a:lnTo>
                    <a:pt x="419" y="232"/>
                  </a:lnTo>
                  <a:lnTo>
                    <a:pt x="421" y="230"/>
                  </a:lnTo>
                  <a:lnTo>
                    <a:pt x="423" y="230"/>
                  </a:lnTo>
                  <a:lnTo>
                    <a:pt x="426" y="233"/>
                  </a:lnTo>
                  <a:lnTo>
                    <a:pt x="432" y="236"/>
                  </a:lnTo>
                  <a:lnTo>
                    <a:pt x="434" y="236"/>
                  </a:lnTo>
                  <a:lnTo>
                    <a:pt x="437" y="230"/>
                  </a:lnTo>
                  <a:lnTo>
                    <a:pt x="436" y="226"/>
                  </a:lnTo>
                  <a:lnTo>
                    <a:pt x="430" y="225"/>
                  </a:lnTo>
                  <a:lnTo>
                    <a:pt x="426" y="228"/>
                  </a:lnTo>
                  <a:lnTo>
                    <a:pt x="425" y="225"/>
                  </a:lnTo>
                  <a:lnTo>
                    <a:pt x="426" y="224"/>
                  </a:lnTo>
                  <a:lnTo>
                    <a:pt x="428" y="225"/>
                  </a:lnTo>
                  <a:lnTo>
                    <a:pt x="429" y="224"/>
                  </a:lnTo>
                  <a:lnTo>
                    <a:pt x="429" y="221"/>
                  </a:lnTo>
                  <a:lnTo>
                    <a:pt x="432" y="217"/>
                  </a:lnTo>
                  <a:lnTo>
                    <a:pt x="434" y="216"/>
                  </a:lnTo>
                  <a:lnTo>
                    <a:pt x="437" y="216"/>
                  </a:lnTo>
                  <a:lnTo>
                    <a:pt x="445" y="216"/>
                  </a:lnTo>
                  <a:lnTo>
                    <a:pt x="448" y="220"/>
                  </a:lnTo>
                  <a:lnTo>
                    <a:pt x="451" y="221"/>
                  </a:lnTo>
                  <a:lnTo>
                    <a:pt x="458" y="222"/>
                  </a:lnTo>
                  <a:lnTo>
                    <a:pt x="458" y="225"/>
                  </a:lnTo>
                  <a:lnTo>
                    <a:pt x="461" y="226"/>
                  </a:lnTo>
                  <a:lnTo>
                    <a:pt x="466" y="230"/>
                  </a:lnTo>
                  <a:lnTo>
                    <a:pt x="470" y="232"/>
                  </a:lnTo>
                  <a:lnTo>
                    <a:pt x="475" y="230"/>
                  </a:lnTo>
                  <a:lnTo>
                    <a:pt x="480" y="228"/>
                  </a:lnTo>
                  <a:lnTo>
                    <a:pt x="483" y="229"/>
                  </a:lnTo>
                  <a:lnTo>
                    <a:pt x="483" y="229"/>
                  </a:lnTo>
                  <a:lnTo>
                    <a:pt x="486" y="229"/>
                  </a:lnTo>
                  <a:lnTo>
                    <a:pt x="486" y="233"/>
                  </a:lnTo>
                  <a:lnTo>
                    <a:pt x="486" y="236"/>
                  </a:lnTo>
                  <a:lnTo>
                    <a:pt x="486" y="237"/>
                  </a:lnTo>
                  <a:lnTo>
                    <a:pt x="483" y="240"/>
                  </a:lnTo>
                  <a:lnTo>
                    <a:pt x="482" y="242"/>
                  </a:lnTo>
                  <a:lnTo>
                    <a:pt x="484" y="245"/>
                  </a:lnTo>
                  <a:lnTo>
                    <a:pt x="484" y="249"/>
                  </a:lnTo>
                  <a:lnTo>
                    <a:pt x="488" y="253"/>
                  </a:lnTo>
                  <a:lnTo>
                    <a:pt x="488" y="255"/>
                  </a:lnTo>
                  <a:lnTo>
                    <a:pt x="487" y="257"/>
                  </a:lnTo>
                  <a:lnTo>
                    <a:pt x="487" y="265"/>
                  </a:lnTo>
                  <a:lnTo>
                    <a:pt x="490" y="265"/>
                  </a:lnTo>
                  <a:lnTo>
                    <a:pt x="490" y="262"/>
                  </a:lnTo>
                  <a:lnTo>
                    <a:pt x="490" y="261"/>
                  </a:lnTo>
                  <a:lnTo>
                    <a:pt x="491" y="258"/>
                  </a:lnTo>
                  <a:lnTo>
                    <a:pt x="490" y="255"/>
                  </a:lnTo>
                  <a:lnTo>
                    <a:pt x="492" y="254"/>
                  </a:lnTo>
                  <a:lnTo>
                    <a:pt x="494" y="251"/>
                  </a:lnTo>
                  <a:lnTo>
                    <a:pt x="495" y="253"/>
                  </a:lnTo>
                  <a:lnTo>
                    <a:pt x="496" y="257"/>
                  </a:lnTo>
                  <a:lnTo>
                    <a:pt x="498" y="262"/>
                  </a:lnTo>
                  <a:lnTo>
                    <a:pt x="498" y="263"/>
                  </a:lnTo>
                  <a:lnTo>
                    <a:pt x="496" y="265"/>
                  </a:lnTo>
                  <a:lnTo>
                    <a:pt x="496" y="267"/>
                  </a:lnTo>
                  <a:lnTo>
                    <a:pt x="495" y="268"/>
                  </a:lnTo>
                  <a:lnTo>
                    <a:pt x="499" y="271"/>
                  </a:lnTo>
                  <a:lnTo>
                    <a:pt x="503" y="271"/>
                  </a:lnTo>
                  <a:lnTo>
                    <a:pt x="507" y="272"/>
                  </a:lnTo>
                  <a:lnTo>
                    <a:pt x="509" y="275"/>
                  </a:lnTo>
                  <a:lnTo>
                    <a:pt x="508" y="278"/>
                  </a:lnTo>
                  <a:lnTo>
                    <a:pt x="511" y="279"/>
                  </a:lnTo>
                  <a:lnTo>
                    <a:pt x="516" y="279"/>
                  </a:lnTo>
                  <a:lnTo>
                    <a:pt x="521" y="284"/>
                  </a:lnTo>
                  <a:lnTo>
                    <a:pt x="520" y="283"/>
                  </a:lnTo>
                  <a:lnTo>
                    <a:pt x="520" y="279"/>
                  </a:lnTo>
                  <a:lnTo>
                    <a:pt x="524" y="275"/>
                  </a:lnTo>
                  <a:lnTo>
                    <a:pt x="527" y="275"/>
                  </a:lnTo>
                  <a:lnTo>
                    <a:pt x="532" y="279"/>
                  </a:lnTo>
                  <a:lnTo>
                    <a:pt x="536" y="279"/>
                  </a:lnTo>
                  <a:lnTo>
                    <a:pt x="537" y="282"/>
                  </a:lnTo>
                  <a:lnTo>
                    <a:pt x="538" y="287"/>
                  </a:lnTo>
                  <a:lnTo>
                    <a:pt x="538" y="282"/>
                  </a:lnTo>
                  <a:lnTo>
                    <a:pt x="537" y="279"/>
                  </a:lnTo>
                  <a:lnTo>
                    <a:pt x="534" y="279"/>
                  </a:lnTo>
                  <a:lnTo>
                    <a:pt x="530" y="278"/>
                  </a:lnTo>
                  <a:lnTo>
                    <a:pt x="527" y="274"/>
                  </a:lnTo>
                  <a:lnTo>
                    <a:pt x="523" y="275"/>
                  </a:lnTo>
                  <a:lnTo>
                    <a:pt x="519" y="278"/>
                  </a:lnTo>
                  <a:lnTo>
                    <a:pt x="517" y="278"/>
                  </a:lnTo>
                  <a:lnTo>
                    <a:pt x="516" y="278"/>
                  </a:lnTo>
                  <a:lnTo>
                    <a:pt x="512" y="276"/>
                  </a:lnTo>
                  <a:lnTo>
                    <a:pt x="508" y="271"/>
                  </a:lnTo>
                  <a:lnTo>
                    <a:pt x="505" y="270"/>
                  </a:lnTo>
                  <a:lnTo>
                    <a:pt x="502" y="270"/>
                  </a:lnTo>
                  <a:lnTo>
                    <a:pt x="499" y="266"/>
                  </a:lnTo>
                  <a:lnTo>
                    <a:pt x="502" y="267"/>
                  </a:lnTo>
                  <a:lnTo>
                    <a:pt x="503" y="266"/>
                  </a:lnTo>
                  <a:lnTo>
                    <a:pt x="505" y="261"/>
                  </a:lnTo>
                  <a:lnTo>
                    <a:pt x="504" y="259"/>
                  </a:lnTo>
                  <a:lnTo>
                    <a:pt x="502" y="255"/>
                  </a:lnTo>
                  <a:lnTo>
                    <a:pt x="500" y="250"/>
                  </a:lnTo>
                  <a:lnTo>
                    <a:pt x="496" y="245"/>
                  </a:lnTo>
                  <a:lnTo>
                    <a:pt x="494" y="243"/>
                  </a:lnTo>
                  <a:lnTo>
                    <a:pt x="491" y="241"/>
                  </a:lnTo>
                  <a:lnTo>
                    <a:pt x="492" y="238"/>
                  </a:lnTo>
                  <a:lnTo>
                    <a:pt x="491" y="236"/>
                  </a:lnTo>
                  <a:lnTo>
                    <a:pt x="491" y="229"/>
                  </a:lnTo>
                  <a:lnTo>
                    <a:pt x="488" y="226"/>
                  </a:lnTo>
                  <a:lnTo>
                    <a:pt x="487" y="226"/>
                  </a:lnTo>
                  <a:lnTo>
                    <a:pt x="482" y="224"/>
                  </a:lnTo>
                  <a:lnTo>
                    <a:pt x="477" y="224"/>
                  </a:lnTo>
                  <a:lnTo>
                    <a:pt x="474" y="220"/>
                  </a:lnTo>
                  <a:lnTo>
                    <a:pt x="471" y="218"/>
                  </a:lnTo>
                  <a:lnTo>
                    <a:pt x="471" y="215"/>
                  </a:lnTo>
                  <a:lnTo>
                    <a:pt x="470" y="213"/>
                  </a:lnTo>
                  <a:lnTo>
                    <a:pt x="470" y="212"/>
                  </a:lnTo>
                  <a:lnTo>
                    <a:pt x="467" y="213"/>
                  </a:lnTo>
                  <a:lnTo>
                    <a:pt x="458" y="213"/>
                  </a:lnTo>
                  <a:lnTo>
                    <a:pt x="455" y="213"/>
                  </a:lnTo>
                  <a:lnTo>
                    <a:pt x="453" y="211"/>
                  </a:lnTo>
                  <a:lnTo>
                    <a:pt x="451" y="208"/>
                  </a:lnTo>
                  <a:lnTo>
                    <a:pt x="451" y="208"/>
                  </a:lnTo>
                  <a:lnTo>
                    <a:pt x="450" y="205"/>
                  </a:lnTo>
                  <a:lnTo>
                    <a:pt x="450" y="201"/>
                  </a:lnTo>
                  <a:lnTo>
                    <a:pt x="448" y="196"/>
                  </a:lnTo>
                  <a:lnTo>
                    <a:pt x="444" y="193"/>
                  </a:lnTo>
                  <a:lnTo>
                    <a:pt x="444" y="192"/>
                  </a:lnTo>
                  <a:lnTo>
                    <a:pt x="444" y="191"/>
                  </a:lnTo>
                  <a:lnTo>
                    <a:pt x="441" y="190"/>
                  </a:lnTo>
                  <a:lnTo>
                    <a:pt x="440" y="188"/>
                  </a:lnTo>
                  <a:lnTo>
                    <a:pt x="441" y="186"/>
                  </a:lnTo>
                  <a:lnTo>
                    <a:pt x="441" y="183"/>
                  </a:lnTo>
                  <a:lnTo>
                    <a:pt x="438" y="182"/>
                  </a:lnTo>
                  <a:lnTo>
                    <a:pt x="440" y="180"/>
                  </a:lnTo>
                  <a:lnTo>
                    <a:pt x="444" y="180"/>
                  </a:lnTo>
                  <a:lnTo>
                    <a:pt x="446" y="176"/>
                  </a:lnTo>
                  <a:lnTo>
                    <a:pt x="449" y="176"/>
                  </a:lnTo>
                  <a:lnTo>
                    <a:pt x="455" y="175"/>
                  </a:lnTo>
                  <a:lnTo>
                    <a:pt x="465" y="172"/>
                  </a:lnTo>
                  <a:lnTo>
                    <a:pt x="467" y="170"/>
                  </a:lnTo>
                  <a:lnTo>
                    <a:pt x="471" y="168"/>
                  </a:lnTo>
                  <a:lnTo>
                    <a:pt x="473" y="170"/>
                  </a:lnTo>
                  <a:lnTo>
                    <a:pt x="477" y="168"/>
                  </a:lnTo>
                  <a:lnTo>
                    <a:pt x="478" y="166"/>
                  </a:lnTo>
                  <a:lnTo>
                    <a:pt x="482" y="165"/>
                  </a:lnTo>
                  <a:lnTo>
                    <a:pt x="490" y="161"/>
                  </a:lnTo>
                  <a:lnTo>
                    <a:pt x="491" y="162"/>
                  </a:lnTo>
                  <a:lnTo>
                    <a:pt x="490" y="165"/>
                  </a:lnTo>
                  <a:lnTo>
                    <a:pt x="490" y="166"/>
                  </a:lnTo>
                  <a:lnTo>
                    <a:pt x="488" y="167"/>
                  </a:lnTo>
                  <a:lnTo>
                    <a:pt x="486" y="172"/>
                  </a:lnTo>
                  <a:lnTo>
                    <a:pt x="486" y="174"/>
                  </a:lnTo>
                  <a:lnTo>
                    <a:pt x="491" y="178"/>
                  </a:lnTo>
                  <a:lnTo>
                    <a:pt x="495" y="178"/>
                  </a:lnTo>
                  <a:lnTo>
                    <a:pt x="492" y="178"/>
                  </a:lnTo>
                  <a:lnTo>
                    <a:pt x="488" y="172"/>
                  </a:lnTo>
                  <a:lnTo>
                    <a:pt x="488" y="171"/>
                  </a:lnTo>
                  <a:lnTo>
                    <a:pt x="490" y="168"/>
                  </a:lnTo>
                  <a:lnTo>
                    <a:pt x="495" y="166"/>
                  </a:lnTo>
                  <a:lnTo>
                    <a:pt x="496" y="162"/>
                  </a:lnTo>
                  <a:lnTo>
                    <a:pt x="495" y="158"/>
                  </a:lnTo>
                  <a:lnTo>
                    <a:pt x="492" y="158"/>
                  </a:lnTo>
                  <a:lnTo>
                    <a:pt x="488" y="155"/>
                  </a:lnTo>
                  <a:lnTo>
                    <a:pt x="490" y="154"/>
                  </a:lnTo>
                  <a:lnTo>
                    <a:pt x="486" y="154"/>
                  </a:lnTo>
                  <a:lnTo>
                    <a:pt x="484" y="155"/>
                  </a:lnTo>
                  <a:lnTo>
                    <a:pt x="483" y="154"/>
                  </a:lnTo>
                  <a:lnTo>
                    <a:pt x="482" y="150"/>
                  </a:lnTo>
                  <a:lnTo>
                    <a:pt x="478" y="151"/>
                  </a:lnTo>
                  <a:lnTo>
                    <a:pt x="477" y="151"/>
                  </a:lnTo>
                  <a:lnTo>
                    <a:pt x="473" y="149"/>
                  </a:lnTo>
                  <a:lnTo>
                    <a:pt x="474" y="147"/>
                  </a:lnTo>
                  <a:lnTo>
                    <a:pt x="475" y="146"/>
                  </a:lnTo>
                  <a:lnTo>
                    <a:pt x="477" y="145"/>
                  </a:lnTo>
                  <a:lnTo>
                    <a:pt x="478" y="147"/>
                  </a:lnTo>
                  <a:lnTo>
                    <a:pt x="480" y="147"/>
                  </a:lnTo>
                  <a:lnTo>
                    <a:pt x="483" y="146"/>
                  </a:lnTo>
                  <a:lnTo>
                    <a:pt x="483" y="145"/>
                  </a:lnTo>
                  <a:lnTo>
                    <a:pt x="482" y="145"/>
                  </a:lnTo>
                  <a:lnTo>
                    <a:pt x="479" y="146"/>
                  </a:lnTo>
                  <a:lnTo>
                    <a:pt x="477" y="143"/>
                  </a:lnTo>
                  <a:lnTo>
                    <a:pt x="477" y="141"/>
                  </a:lnTo>
                  <a:lnTo>
                    <a:pt x="474" y="141"/>
                  </a:lnTo>
                  <a:lnTo>
                    <a:pt x="470" y="140"/>
                  </a:lnTo>
                  <a:lnTo>
                    <a:pt x="467" y="141"/>
                  </a:lnTo>
                  <a:lnTo>
                    <a:pt x="466" y="138"/>
                  </a:lnTo>
                  <a:lnTo>
                    <a:pt x="467" y="137"/>
                  </a:lnTo>
                  <a:lnTo>
                    <a:pt x="467" y="134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3"/>
                  </a:lnTo>
                  <a:lnTo>
                    <a:pt x="470" y="137"/>
                  </a:lnTo>
                  <a:lnTo>
                    <a:pt x="473" y="136"/>
                  </a:lnTo>
                  <a:lnTo>
                    <a:pt x="475" y="140"/>
                  </a:lnTo>
                  <a:lnTo>
                    <a:pt x="475" y="137"/>
                  </a:lnTo>
                  <a:lnTo>
                    <a:pt x="475" y="136"/>
                  </a:lnTo>
                  <a:lnTo>
                    <a:pt x="478" y="134"/>
                  </a:lnTo>
                  <a:lnTo>
                    <a:pt x="478" y="129"/>
                  </a:lnTo>
                  <a:lnTo>
                    <a:pt x="477" y="128"/>
                  </a:lnTo>
                  <a:lnTo>
                    <a:pt x="477" y="126"/>
                  </a:lnTo>
                  <a:lnTo>
                    <a:pt x="479" y="128"/>
                  </a:lnTo>
                  <a:lnTo>
                    <a:pt x="480" y="125"/>
                  </a:lnTo>
                  <a:lnTo>
                    <a:pt x="475" y="124"/>
                  </a:lnTo>
                  <a:lnTo>
                    <a:pt x="474" y="126"/>
                  </a:lnTo>
                  <a:lnTo>
                    <a:pt x="471" y="126"/>
                  </a:lnTo>
                  <a:lnTo>
                    <a:pt x="471" y="124"/>
                  </a:lnTo>
                  <a:lnTo>
                    <a:pt x="474" y="121"/>
                  </a:lnTo>
                  <a:lnTo>
                    <a:pt x="478" y="121"/>
                  </a:lnTo>
                  <a:lnTo>
                    <a:pt x="480" y="120"/>
                  </a:lnTo>
                  <a:lnTo>
                    <a:pt x="480" y="118"/>
                  </a:lnTo>
                  <a:lnTo>
                    <a:pt x="483" y="116"/>
                  </a:lnTo>
                  <a:lnTo>
                    <a:pt x="483" y="113"/>
                  </a:lnTo>
                  <a:lnTo>
                    <a:pt x="483" y="112"/>
                  </a:lnTo>
                  <a:lnTo>
                    <a:pt x="483" y="112"/>
                  </a:lnTo>
                  <a:lnTo>
                    <a:pt x="486" y="108"/>
                  </a:lnTo>
                  <a:lnTo>
                    <a:pt x="487" y="108"/>
                  </a:lnTo>
                  <a:lnTo>
                    <a:pt x="487" y="109"/>
                  </a:lnTo>
                  <a:lnTo>
                    <a:pt x="488" y="109"/>
                  </a:lnTo>
                  <a:lnTo>
                    <a:pt x="490" y="107"/>
                  </a:lnTo>
                  <a:lnTo>
                    <a:pt x="491" y="107"/>
                  </a:lnTo>
                  <a:lnTo>
                    <a:pt x="490" y="105"/>
                  </a:lnTo>
                  <a:lnTo>
                    <a:pt x="490" y="104"/>
                  </a:lnTo>
                  <a:lnTo>
                    <a:pt x="494" y="103"/>
                  </a:lnTo>
                  <a:lnTo>
                    <a:pt x="495" y="101"/>
                  </a:lnTo>
                  <a:lnTo>
                    <a:pt x="495" y="100"/>
                  </a:lnTo>
                  <a:lnTo>
                    <a:pt x="496" y="100"/>
                  </a:lnTo>
                  <a:lnTo>
                    <a:pt x="499" y="100"/>
                  </a:lnTo>
                  <a:lnTo>
                    <a:pt x="503" y="100"/>
                  </a:lnTo>
                  <a:lnTo>
                    <a:pt x="502" y="97"/>
                  </a:lnTo>
                  <a:lnTo>
                    <a:pt x="502" y="96"/>
                  </a:lnTo>
                  <a:lnTo>
                    <a:pt x="507" y="95"/>
                  </a:lnTo>
                  <a:lnTo>
                    <a:pt x="509" y="93"/>
                  </a:lnTo>
                  <a:lnTo>
                    <a:pt x="511" y="91"/>
                  </a:lnTo>
                  <a:lnTo>
                    <a:pt x="517" y="88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3" y="88"/>
                  </a:lnTo>
                  <a:lnTo>
                    <a:pt x="512" y="87"/>
                  </a:lnTo>
                  <a:lnTo>
                    <a:pt x="509" y="90"/>
                  </a:lnTo>
                  <a:lnTo>
                    <a:pt x="507" y="88"/>
                  </a:lnTo>
                  <a:lnTo>
                    <a:pt x="507" y="83"/>
                  </a:lnTo>
                  <a:lnTo>
                    <a:pt x="509" y="82"/>
                  </a:lnTo>
                  <a:lnTo>
                    <a:pt x="509" y="80"/>
                  </a:lnTo>
                  <a:lnTo>
                    <a:pt x="511" y="80"/>
                  </a:lnTo>
                  <a:lnTo>
                    <a:pt x="511" y="82"/>
                  </a:lnTo>
                  <a:lnTo>
                    <a:pt x="512" y="82"/>
                  </a:lnTo>
                  <a:lnTo>
                    <a:pt x="513" y="80"/>
                  </a:lnTo>
                  <a:lnTo>
                    <a:pt x="511" y="78"/>
                  </a:lnTo>
                  <a:lnTo>
                    <a:pt x="513" y="78"/>
                  </a:lnTo>
                  <a:lnTo>
                    <a:pt x="516" y="79"/>
                  </a:lnTo>
                  <a:lnTo>
                    <a:pt x="519" y="79"/>
                  </a:lnTo>
                  <a:lnTo>
                    <a:pt x="521" y="76"/>
                  </a:lnTo>
                  <a:lnTo>
                    <a:pt x="524" y="78"/>
                  </a:lnTo>
                  <a:lnTo>
                    <a:pt x="530" y="75"/>
                  </a:lnTo>
                  <a:lnTo>
                    <a:pt x="533" y="75"/>
                  </a:lnTo>
                  <a:lnTo>
                    <a:pt x="533" y="78"/>
                  </a:lnTo>
                  <a:lnTo>
                    <a:pt x="532" y="83"/>
                  </a:lnTo>
                  <a:lnTo>
                    <a:pt x="532" y="84"/>
                  </a:lnTo>
                  <a:lnTo>
                    <a:pt x="533" y="86"/>
                  </a:lnTo>
                  <a:lnTo>
                    <a:pt x="534" y="83"/>
                  </a:lnTo>
                  <a:lnTo>
                    <a:pt x="537" y="79"/>
                  </a:lnTo>
                  <a:lnTo>
                    <a:pt x="536" y="76"/>
                  </a:lnTo>
                  <a:lnTo>
                    <a:pt x="537" y="76"/>
                  </a:lnTo>
                  <a:lnTo>
                    <a:pt x="538" y="78"/>
                  </a:lnTo>
                  <a:lnTo>
                    <a:pt x="540" y="82"/>
                  </a:lnTo>
                  <a:lnTo>
                    <a:pt x="541" y="82"/>
                  </a:lnTo>
                  <a:lnTo>
                    <a:pt x="542" y="79"/>
                  </a:lnTo>
                  <a:lnTo>
                    <a:pt x="541" y="76"/>
                  </a:lnTo>
                  <a:lnTo>
                    <a:pt x="542" y="75"/>
                  </a:lnTo>
                  <a:lnTo>
                    <a:pt x="544" y="75"/>
                  </a:lnTo>
                  <a:lnTo>
                    <a:pt x="544" y="78"/>
                  </a:lnTo>
                  <a:lnTo>
                    <a:pt x="548" y="75"/>
                  </a:lnTo>
                  <a:lnTo>
                    <a:pt x="548" y="74"/>
                  </a:lnTo>
                  <a:lnTo>
                    <a:pt x="546" y="72"/>
                  </a:lnTo>
                  <a:lnTo>
                    <a:pt x="549" y="72"/>
                  </a:lnTo>
                  <a:lnTo>
                    <a:pt x="550" y="71"/>
                  </a:lnTo>
                  <a:lnTo>
                    <a:pt x="548" y="70"/>
                  </a:lnTo>
                  <a:lnTo>
                    <a:pt x="550" y="67"/>
                  </a:lnTo>
                  <a:lnTo>
                    <a:pt x="554" y="67"/>
                  </a:lnTo>
                  <a:lnTo>
                    <a:pt x="556" y="66"/>
                  </a:lnTo>
                  <a:lnTo>
                    <a:pt x="557" y="66"/>
                  </a:lnTo>
                  <a:lnTo>
                    <a:pt x="557" y="67"/>
                  </a:lnTo>
                  <a:lnTo>
                    <a:pt x="558" y="68"/>
                  </a:lnTo>
                  <a:lnTo>
                    <a:pt x="562" y="68"/>
                  </a:lnTo>
                  <a:lnTo>
                    <a:pt x="562" y="72"/>
                  </a:lnTo>
                  <a:lnTo>
                    <a:pt x="563" y="74"/>
                  </a:lnTo>
                  <a:lnTo>
                    <a:pt x="561" y="79"/>
                  </a:lnTo>
                  <a:lnTo>
                    <a:pt x="565" y="78"/>
                  </a:lnTo>
                  <a:lnTo>
                    <a:pt x="567" y="72"/>
                  </a:lnTo>
                  <a:lnTo>
                    <a:pt x="565" y="67"/>
                  </a:lnTo>
                  <a:lnTo>
                    <a:pt x="561" y="66"/>
                  </a:lnTo>
                  <a:lnTo>
                    <a:pt x="559" y="63"/>
                  </a:lnTo>
                  <a:lnTo>
                    <a:pt x="557" y="65"/>
                  </a:lnTo>
                  <a:lnTo>
                    <a:pt x="556" y="63"/>
                  </a:lnTo>
                  <a:lnTo>
                    <a:pt x="553" y="63"/>
                  </a:lnTo>
                  <a:lnTo>
                    <a:pt x="552" y="62"/>
                  </a:lnTo>
                  <a:lnTo>
                    <a:pt x="549" y="61"/>
                  </a:lnTo>
                  <a:lnTo>
                    <a:pt x="549" y="61"/>
                  </a:lnTo>
                  <a:lnTo>
                    <a:pt x="550" y="58"/>
                  </a:lnTo>
                  <a:lnTo>
                    <a:pt x="556" y="58"/>
                  </a:lnTo>
                  <a:lnTo>
                    <a:pt x="557" y="57"/>
                  </a:lnTo>
                  <a:lnTo>
                    <a:pt x="559" y="57"/>
                  </a:lnTo>
                  <a:lnTo>
                    <a:pt x="562" y="57"/>
                  </a:lnTo>
                  <a:lnTo>
                    <a:pt x="563" y="55"/>
                  </a:lnTo>
                  <a:lnTo>
                    <a:pt x="566" y="57"/>
                  </a:lnTo>
                  <a:lnTo>
                    <a:pt x="571" y="55"/>
                  </a:lnTo>
                  <a:lnTo>
                    <a:pt x="574" y="57"/>
                  </a:lnTo>
                  <a:lnTo>
                    <a:pt x="575" y="55"/>
                  </a:lnTo>
                  <a:lnTo>
                    <a:pt x="578" y="57"/>
                  </a:lnTo>
                  <a:lnTo>
                    <a:pt x="579" y="55"/>
                  </a:lnTo>
                  <a:lnTo>
                    <a:pt x="579" y="54"/>
                  </a:lnTo>
                  <a:lnTo>
                    <a:pt x="575" y="53"/>
                  </a:lnTo>
                  <a:lnTo>
                    <a:pt x="571" y="51"/>
                  </a:lnTo>
                  <a:lnTo>
                    <a:pt x="569" y="53"/>
                  </a:lnTo>
                  <a:lnTo>
                    <a:pt x="563" y="53"/>
                  </a:lnTo>
                  <a:lnTo>
                    <a:pt x="563" y="51"/>
                  </a:lnTo>
                  <a:lnTo>
                    <a:pt x="563" y="47"/>
                  </a:lnTo>
                  <a:lnTo>
                    <a:pt x="566" y="46"/>
                  </a:lnTo>
                  <a:lnTo>
                    <a:pt x="563" y="45"/>
                  </a:lnTo>
                  <a:lnTo>
                    <a:pt x="561" y="41"/>
                  </a:lnTo>
                  <a:lnTo>
                    <a:pt x="558" y="42"/>
                  </a:lnTo>
                  <a:lnTo>
                    <a:pt x="556" y="38"/>
                  </a:lnTo>
                  <a:lnTo>
                    <a:pt x="556" y="36"/>
                  </a:lnTo>
                  <a:lnTo>
                    <a:pt x="558" y="36"/>
                  </a:lnTo>
                  <a:lnTo>
                    <a:pt x="558" y="33"/>
                  </a:lnTo>
                  <a:lnTo>
                    <a:pt x="554" y="30"/>
                  </a:lnTo>
                  <a:lnTo>
                    <a:pt x="556" y="20"/>
                  </a:lnTo>
                  <a:lnTo>
                    <a:pt x="558" y="17"/>
                  </a:lnTo>
                  <a:lnTo>
                    <a:pt x="557" y="13"/>
                  </a:lnTo>
                  <a:lnTo>
                    <a:pt x="557" y="9"/>
                  </a:lnTo>
                  <a:lnTo>
                    <a:pt x="559" y="8"/>
                  </a:lnTo>
                  <a:lnTo>
                    <a:pt x="558" y="5"/>
                  </a:lnTo>
                  <a:lnTo>
                    <a:pt x="559" y="4"/>
                  </a:lnTo>
                  <a:lnTo>
                    <a:pt x="561" y="3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8" name="Freeform 342">
              <a:extLst>
                <a:ext uri="{FF2B5EF4-FFF2-40B4-BE49-F238E27FC236}">
                  <a16:creationId xmlns:a16="http://schemas.microsoft.com/office/drawing/2014/main" id="{E2BD3FE4-F151-4E19-8530-D55653EEF9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0400" y="-416298"/>
              <a:ext cx="4917848" cy="3631052"/>
            </a:xfrm>
            <a:custGeom>
              <a:avLst/>
              <a:gdLst>
                <a:gd name="T0" fmla="*/ 578 w 772"/>
                <a:gd name="T1" fmla="*/ 566 h 570"/>
                <a:gd name="T2" fmla="*/ 573 w 772"/>
                <a:gd name="T3" fmla="*/ 547 h 570"/>
                <a:gd name="T4" fmla="*/ 658 w 772"/>
                <a:gd name="T5" fmla="*/ 497 h 570"/>
                <a:gd name="T6" fmla="*/ 708 w 772"/>
                <a:gd name="T7" fmla="*/ 488 h 570"/>
                <a:gd name="T8" fmla="*/ 702 w 772"/>
                <a:gd name="T9" fmla="*/ 514 h 570"/>
                <a:gd name="T10" fmla="*/ 697 w 772"/>
                <a:gd name="T11" fmla="*/ 483 h 570"/>
                <a:gd name="T12" fmla="*/ 701 w 772"/>
                <a:gd name="T13" fmla="*/ 400 h 570"/>
                <a:gd name="T14" fmla="*/ 687 w 772"/>
                <a:gd name="T15" fmla="*/ 378 h 570"/>
                <a:gd name="T16" fmla="*/ 627 w 772"/>
                <a:gd name="T17" fmla="*/ 2 h 570"/>
                <a:gd name="T18" fmla="*/ 639 w 772"/>
                <a:gd name="T19" fmla="*/ 10 h 570"/>
                <a:gd name="T20" fmla="*/ 649 w 772"/>
                <a:gd name="T21" fmla="*/ 25 h 570"/>
                <a:gd name="T22" fmla="*/ 668 w 772"/>
                <a:gd name="T23" fmla="*/ 47 h 570"/>
                <a:gd name="T24" fmla="*/ 683 w 772"/>
                <a:gd name="T25" fmla="*/ 67 h 570"/>
                <a:gd name="T26" fmla="*/ 699 w 772"/>
                <a:gd name="T27" fmla="*/ 68 h 570"/>
                <a:gd name="T28" fmla="*/ 715 w 772"/>
                <a:gd name="T29" fmla="*/ 80 h 570"/>
                <a:gd name="T30" fmla="*/ 722 w 772"/>
                <a:gd name="T31" fmla="*/ 93 h 570"/>
                <a:gd name="T32" fmla="*/ 744 w 772"/>
                <a:gd name="T33" fmla="*/ 99 h 570"/>
                <a:gd name="T34" fmla="*/ 760 w 772"/>
                <a:gd name="T35" fmla="*/ 81 h 570"/>
                <a:gd name="T36" fmla="*/ 769 w 772"/>
                <a:gd name="T37" fmla="*/ 101 h 570"/>
                <a:gd name="T38" fmla="*/ 770 w 772"/>
                <a:gd name="T39" fmla="*/ 121 h 570"/>
                <a:gd name="T40" fmla="*/ 768 w 772"/>
                <a:gd name="T41" fmla="*/ 139 h 570"/>
                <a:gd name="T42" fmla="*/ 749 w 772"/>
                <a:gd name="T43" fmla="*/ 150 h 570"/>
                <a:gd name="T44" fmla="*/ 755 w 772"/>
                <a:gd name="T45" fmla="*/ 181 h 570"/>
                <a:gd name="T46" fmla="*/ 697 w 772"/>
                <a:gd name="T47" fmla="*/ 246 h 570"/>
                <a:gd name="T48" fmla="*/ 669 w 772"/>
                <a:gd name="T49" fmla="*/ 262 h 570"/>
                <a:gd name="T50" fmla="*/ 669 w 772"/>
                <a:gd name="T51" fmla="*/ 256 h 570"/>
                <a:gd name="T52" fmla="*/ 669 w 772"/>
                <a:gd name="T53" fmla="*/ 237 h 570"/>
                <a:gd name="T54" fmla="*/ 643 w 772"/>
                <a:gd name="T55" fmla="*/ 246 h 570"/>
                <a:gd name="T56" fmla="*/ 622 w 772"/>
                <a:gd name="T57" fmla="*/ 267 h 570"/>
                <a:gd name="T58" fmla="*/ 639 w 772"/>
                <a:gd name="T59" fmla="*/ 283 h 570"/>
                <a:gd name="T60" fmla="*/ 657 w 772"/>
                <a:gd name="T61" fmla="*/ 283 h 570"/>
                <a:gd name="T62" fmla="*/ 685 w 772"/>
                <a:gd name="T63" fmla="*/ 288 h 570"/>
                <a:gd name="T64" fmla="*/ 669 w 772"/>
                <a:gd name="T65" fmla="*/ 300 h 570"/>
                <a:gd name="T66" fmla="*/ 655 w 772"/>
                <a:gd name="T67" fmla="*/ 317 h 570"/>
                <a:gd name="T68" fmla="*/ 674 w 772"/>
                <a:gd name="T69" fmla="*/ 354 h 570"/>
                <a:gd name="T70" fmla="*/ 681 w 772"/>
                <a:gd name="T71" fmla="*/ 374 h 570"/>
                <a:gd name="T72" fmla="*/ 660 w 772"/>
                <a:gd name="T73" fmla="*/ 371 h 570"/>
                <a:gd name="T74" fmla="*/ 690 w 772"/>
                <a:gd name="T75" fmla="*/ 393 h 570"/>
                <a:gd name="T76" fmla="*/ 689 w 772"/>
                <a:gd name="T77" fmla="*/ 399 h 570"/>
                <a:gd name="T78" fmla="*/ 699 w 772"/>
                <a:gd name="T79" fmla="*/ 408 h 570"/>
                <a:gd name="T80" fmla="*/ 697 w 772"/>
                <a:gd name="T81" fmla="*/ 420 h 570"/>
                <a:gd name="T82" fmla="*/ 691 w 772"/>
                <a:gd name="T83" fmla="*/ 433 h 570"/>
                <a:gd name="T84" fmla="*/ 689 w 772"/>
                <a:gd name="T85" fmla="*/ 447 h 570"/>
                <a:gd name="T86" fmla="*/ 681 w 772"/>
                <a:gd name="T87" fmla="*/ 458 h 570"/>
                <a:gd name="T88" fmla="*/ 681 w 772"/>
                <a:gd name="T89" fmla="*/ 471 h 570"/>
                <a:gd name="T90" fmla="*/ 673 w 772"/>
                <a:gd name="T91" fmla="*/ 475 h 570"/>
                <a:gd name="T92" fmla="*/ 665 w 772"/>
                <a:gd name="T93" fmla="*/ 487 h 570"/>
                <a:gd name="T94" fmla="*/ 656 w 772"/>
                <a:gd name="T95" fmla="*/ 495 h 570"/>
                <a:gd name="T96" fmla="*/ 641 w 772"/>
                <a:gd name="T97" fmla="*/ 508 h 570"/>
                <a:gd name="T98" fmla="*/ 624 w 772"/>
                <a:gd name="T99" fmla="*/ 513 h 570"/>
                <a:gd name="T100" fmla="*/ 612 w 772"/>
                <a:gd name="T101" fmla="*/ 517 h 570"/>
                <a:gd name="T102" fmla="*/ 590 w 772"/>
                <a:gd name="T103" fmla="*/ 526 h 570"/>
                <a:gd name="T104" fmla="*/ 581 w 772"/>
                <a:gd name="T105" fmla="*/ 530 h 570"/>
                <a:gd name="T106" fmla="*/ 577 w 772"/>
                <a:gd name="T107" fmla="*/ 539 h 570"/>
                <a:gd name="T108" fmla="*/ 564 w 772"/>
                <a:gd name="T109" fmla="*/ 525 h 570"/>
                <a:gd name="T110" fmla="*/ 474 w 772"/>
                <a:gd name="T111" fmla="*/ 537 h 570"/>
                <a:gd name="T112" fmla="*/ 554 w 772"/>
                <a:gd name="T113" fmla="*/ 80 h 570"/>
                <a:gd name="T114" fmla="*/ 582 w 772"/>
                <a:gd name="T115" fmla="*/ 67 h 570"/>
                <a:gd name="T116" fmla="*/ 581 w 772"/>
                <a:gd name="T117" fmla="*/ 39 h 570"/>
                <a:gd name="T118" fmla="*/ 574 w 772"/>
                <a:gd name="T119" fmla="*/ 21 h 570"/>
                <a:gd name="T120" fmla="*/ 590 w 772"/>
                <a:gd name="T121" fmla="*/ 4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72" h="570">
                  <a:moveTo>
                    <a:pt x="586" y="545"/>
                  </a:moveTo>
                  <a:lnTo>
                    <a:pt x="589" y="545"/>
                  </a:lnTo>
                  <a:lnTo>
                    <a:pt x="590" y="547"/>
                  </a:lnTo>
                  <a:lnTo>
                    <a:pt x="591" y="550"/>
                  </a:lnTo>
                  <a:lnTo>
                    <a:pt x="590" y="553"/>
                  </a:lnTo>
                  <a:lnTo>
                    <a:pt x="589" y="554"/>
                  </a:lnTo>
                  <a:lnTo>
                    <a:pt x="589" y="555"/>
                  </a:lnTo>
                  <a:lnTo>
                    <a:pt x="587" y="559"/>
                  </a:lnTo>
                  <a:lnTo>
                    <a:pt x="587" y="560"/>
                  </a:lnTo>
                  <a:lnTo>
                    <a:pt x="586" y="563"/>
                  </a:lnTo>
                  <a:lnTo>
                    <a:pt x="583" y="563"/>
                  </a:lnTo>
                  <a:lnTo>
                    <a:pt x="583" y="564"/>
                  </a:lnTo>
                  <a:lnTo>
                    <a:pt x="582" y="567"/>
                  </a:lnTo>
                  <a:lnTo>
                    <a:pt x="579" y="566"/>
                  </a:lnTo>
                  <a:lnTo>
                    <a:pt x="578" y="566"/>
                  </a:lnTo>
                  <a:lnTo>
                    <a:pt x="577" y="568"/>
                  </a:lnTo>
                  <a:lnTo>
                    <a:pt x="575" y="570"/>
                  </a:lnTo>
                  <a:lnTo>
                    <a:pt x="574" y="568"/>
                  </a:lnTo>
                  <a:lnTo>
                    <a:pt x="572" y="568"/>
                  </a:lnTo>
                  <a:lnTo>
                    <a:pt x="570" y="567"/>
                  </a:lnTo>
                  <a:lnTo>
                    <a:pt x="568" y="567"/>
                  </a:lnTo>
                  <a:lnTo>
                    <a:pt x="566" y="564"/>
                  </a:lnTo>
                  <a:lnTo>
                    <a:pt x="566" y="563"/>
                  </a:lnTo>
                  <a:lnTo>
                    <a:pt x="565" y="560"/>
                  </a:lnTo>
                  <a:lnTo>
                    <a:pt x="565" y="556"/>
                  </a:lnTo>
                  <a:lnTo>
                    <a:pt x="564" y="555"/>
                  </a:lnTo>
                  <a:lnTo>
                    <a:pt x="566" y="551"/>
                  </a:lnTo>
                  <a:lnTo>
                    <a:pt x="570" y="550"/>
                  </a:lnTo>
                  <a:lnTo>
                    <a:pt x="570" y="547"/>
                  </a:lnTo>
                  <a:lnTo>
                    <a:pt x="573" y="547"/>
                  </a:lnTo>
                  <a:lnTo>
                    <a:pt x="575" y="546"/>
                  </a:lnTo>
                  <a:lnTo>
                    <a:pt x="577" y="546"/>
                  </a:lnTo>
                  <a:lnTo>
                    <a:pt x="579" y="545"/>
                  </a:lnTo>
                  <a:lnTo>
                    <a:pt x="579" y="545"/>
                  </a:lnTo>
                  <a:lnTo>
                    <a:pt x="582" y="545"/>
                  </a:lnTo>
                  <a:lnTo>
                    <a:pt x="583" y="546"/>
                  </a:lnTo>
                  <a:lnTo>
                    <a:pt x="586" y="545"/>
                  </a:lnTo>
                  <a:close/>
                  <a:moveTo>
                    <a:pt x="585" y="531"/>
                  </a:moveTo>
                  <a:lnTo>
                    <a:pt x="587" y="533"/>
                  </a:lnTo>
                  <a:lnTo>
                    <a:pt x="587" y="534"/>
                  </a:lnTo>
                  <a:lnTo>
                    <a:pt x="585" y="533"/>
                  </a:lnTo>
                  <a:lnTo>
                    <a:pt x="583" y="534"/>
                  </a:lnTo>
                  <a:lnTo>
                    <a:pt x="582" y="533"/>
                  </a:lnTo>
                  <a:lnTo>
                    <a:pt x="585" y="531"/>
                  </a:lnTo>
                  <a:close/>
                  <a:moveTo>
                    <a:pt x="658" y="497"/>
                  </a:moveTo>
                  <a:lnTo>
                    <a:pt x="660" y="499"/>
                  </a:lnTo>
                  <a:lnTo>
                    <a:pt x="658" y="500"/>
                  </a:lnTo>
                  <a:lnTo>
                    <a:pt x="657" y="500"/>
                  </a:lnTo>
                  <a:lnTo>
                    <a:pt x="656" y="499"/>
                  </a:lnTo>
                  <a:lnTo>
                    <a:pt x="658" y="497"/>
                  </a:lnTo>
                  <a:close/>
                  <a:moveTo>
                    <a:pt x="706" y="470"/>
                  </a:moveTo>
                  <a:lnTo>
                    <a:pt x="708" y="470"/>
                  </a:lnTo>
                  <a:lnTo>
                    <a:pt x="710" y="472"/>
                  </a:lnTo>
                  <a:lnTo>
                    <a:pt x="710" y="472"/>
                  </a:lnTo>
                  <a:lnTo>
                    <a:pt x="712" y="475"/>
                  </a:lnTo>
                  <a:lnTo>
                    <a:pt x="712" y="476"/>
                  </a:lnTo>
                  <a:lnTo>
                    <a:pt x="711" y="476"/>
                  </a:lnTo>
                  <a:lnTo>
                    <a:pt x="711" y="480"/>
                  </a:lnTo>
                  <a:lnTo>
                    <a:pt x="710" y="485"/>
                  </a:lnTo>
                  <a:lnTo>
                    <a:pt x="708" y="488"/>
                  </a:lnTo>
                  <a:lnTo>
                    <a:pt x="710" y="492"/>
                  </a:lnTo>
                  <a:lnTo>
                    <a:pt x="710" y="495"/>
                  </a:lnTo>
                  <a:lnTo>
                    <a:pt x="708" y="500"/>
                  </a:lnTo>
                  <a:lnTo>
                    <a:pt x="710" y="500"/>
                  </a:lnTo>
                  <a:lnTo>
                    <a:pt x="708" y="501"/>
                  </a:lnTo>
                  <a:lnTo>
                    <a:pt x="708" y="504"/>
                  </a:lnTo>
                  <a:lnTo>
                    <a:pt x="706" y="508"/>
                  </a:lnTo>
                  <a:lnTo>
                    <a:pt x="703" y="510"/>
                  </a:lnTo>
                  <a:lnTo>
                    <a:pt x="705" y="514"/>
                  </a:lnTo>
                  <a:lnTo>
                    <a:pt x="705" y="517"/>
                  </a:lnTo>
                  <a:lnTo>
                    <a:pt x="705" y="520"/>
                  </a:lnTo>
                  <a:lnTo>
                    <a:pt x="703" y="518"/>
                  </a:lnTo>
                  <a:lnTo>
                    <a:pt x="702" y="520"/>
                  </a:lnTo>
                  <a:lnTo>
                    <a:pt x="702" y="517"/>
                  </a:lnTo>
                  <a:lnTo>
                    <a:pt x="702" y="514"/>
                  </a:lnTo>
                  <a:lnTo>
                    <a:pt x="699" y="512"/>
                  </a:lnTo>
                  <a:lnTo>
                    <a:pt x="697" y="510"/>
                  </a:lnTo>
                  <a:lnTo>
                    <a:pt x="697" y="509"/>
                  </a:lnTo>
                  <a:lnTo>
                    <a:pt x="695" y="509"/>
                  </a:lnTo>
                  <a:lnTo>
                    <a:pt x="694" y="508"/>
                  </a:lnTo>
                  <a:lnTo>
                    <a:pt x="694" y="505"/>
                  </a:lnTo>
                  <a:lnTo>
                    <a:pt x="694" y="505"/>
                  </a:lnTo>
                  <a:lnTo>
                    <a:pt x="694" y="504"/>
                  </a:lnTo>
                  <a:lnTo>
                    <a:pt x="693" y="504"/>
                  </a:lnTo>
                  <a:lnTo>
                    <a:pt x="693" y="499"/>
                  </a:lnTo>
                  <a:lnTo>
                    <a:pt x="693" y="495"/>
                  </a:lnTo>
                  <a:lnTo>
                    <a:pt x="691" y="493"/>
                  </a:lnTo>
                  <a:lnTo>
                    <a:pt x="693" y="492"/>
                  </a:lnTo>
                  <a:lnTo>
                    <a:pt x="694" y="488"/>
                  </a:lnTo>
                  <a:lnTo>
                    <a:pt x="697" y="483"/>
                  </a:lnTo>
                  <a:lnTo>
                    <a:pt x="697" y="483"/>
                  </a:lnTo>
                  <a:lnTo>
                    <a:pt x="698" y="480"/>
                  </a:lnTo>
                  <a:lnTo>
                    <a:pt x="697" y="479"/>
                  </a:lnTo>
                  <a:lnTo>
                    <a:pt x="699" y="475"/>
                  </a:lnTo>
                  <a:lnTo>
                    <a:pt x="702" y="472"/>
                  </a:lnTo>
                  <a:lnTo>
                    <a:pt x="705" y="472"/>
                  </a:lnTo>
                  <a:lnTo>
                    <a:pt x="703" y="470"/>
                  </a:lnTo>
                  <a:lnTo>
                    <a:pt x="706" y="470"/>
                  </a:lnTo>
                  <a:close/>
                  <a:moveTo>
                    <a:pt x="682" y="467"/>
                  </a:moveTo>
                  <a:lnTo>
                    <a:pt x="683" y="468"/>
                  </a:lnTo>
                  <a:lnTo>
                    <a:pt x="683" y="470"/>
                  </a:lnTo>
                  <a:lnTo>
                    <a:pt x="682" y="471"/>
                  </a:lnTo>
                  <a:lnTo>
                    <a:pt x="682" y="468"/>
                  </a:lnTo>
                  <a:lnTo>
                    <a:pt x="682" y="467"/>
                  </a:lnTo>
                  <a:close/>
                  <a:moveTo>
                    <a:pt x="701" y="400"/>
                  </a:moveTo>
                  <a:lnTo>
                    <a:pt x="701" y="400"/>
                  </a:lnTo>
                  <a:lnTo>
                    <a:pt x="702" y="400"/>
                  </a:lnTo>
                  <a:lnTo>
                    <a:pt x="705" y="401"/>
                  </a:lnTo>
                  <a:lnTo>
                    <a:pt x="705" y="403"/>
                  </a:lnTo>
                  <a:lnTo>
                    <a:pt x="703" y="403"/>
                  </a:lnTo>
                  <a:lnTo>
                    <a:pt x="701" y="401"/>
                  </a:lnTo>
                  <a:lnTo>
                    <a:pt x="701" y="400"/>
                  </a:lnTo>
                  <a:close/>
                  <a:moveTo>
                    <a:pt x="687" y="376"/>
                  </a:moveTo>
                  <a:lnTo>
                    <a:pt x="690" y="376"/>
                  </a:lnTo>
                  <a:lnTo>
                    <a:pt x="691" y="378"/>
                  </a:lnTo>
                  <a:lnTo>
                    <a:pt x="693" y="378"/>
                  </a:lnTo>
                  <a:lnTo>
                    <a:pt x="693" y="380"/>
                  </a:lnTo>
                  <a:lnTo>
                    <a:pt x="690" y="379"/>
                  </a:lnTo>
                  <a:lnTo>
                    <a:pt x="689" y="379"/>
                  </a:lnTo>
                  <a:lnTo>
                    <a:pt x="687" y="378"/>
                  </a:lnTo>
                  <a:lnTo>
                    <a:pt x="687" y="376"/>
                  </a:lnTo>
                  <a:close/>
                  <a:moveTo>
                    <a:pt x="607" y="0"/>
                  </a:moveTo>
                  <a:lnTo>
                    <a:pt x="608" y="0"/>
                  </a:lnTo>
                  <a:lnTo>
                    <a:pt x="610" y="0"/>
                  </a:lnTo>
                  <a:lnTo>
                    <a:pt x="611" y="1"/>
                  </a:lnTo>
                  <a:lnTo>
                    <a:pt x="615" y="1"/>
                  </a:lnTo>
                  <a:lnTo>
                    <a:pt x="616" y="2"/>
                  </a:lnTo>
                  <a:lnTo>
                    <a:pt x="618" y="4"/>
                  </a:lnTo>
                  <a:lnTo>
                    <a:pt x="620" y="4"/>
                  </a:lnTo>
                  <a:lnTo>
                    <a:pt x="622" y="4"/>
                  </a:lnTo>
                  <a:lnTo>
                    <a:pt x="622" y="4"/>
                  </a:lnTo>
                  <a:lnTo>
                    <a:pt x="624" y="5"/>
                  </a:lnTo>
                  <a:lnTo>
                    <a:pt x="626" y="5"/>
                  </a:lnTo>
                  <a:lnTo>
                    <a:pt x="626" y="2"/>
                  </a:lnTo>
                  <a:lnTo>
                    <a:pt x="627" y="2"/>
                  </a:lnTo>
                  <a:lnTo>
                    <a:pt x="627" y="2"/>
                  </a:lnTo>
                  <a:lnTo>
                    <a:pt x="629" y="2"/>
                  </a:lnTo>
                  <a:lnTo>
                    <a:pt x="629" y="2"/>
                  </a:lnTo>
                  <a:lnTo>
                    <a:pt x="631" y="4"/>
                  </a:lnTo>
                  <a:lnTo>
                    <a:pt x="632" y="4"/>
                  </a:lnTo>
                  <a:lnTo>
                    <a:pt x="633" y="4"/>
                  </a:lnTo>
                  <a:lnTo>
                    <a:pt x="635" y="5"/>
                  </a:lnTo>
                  <a:lnTo>
                    <a:pt x="635" y="6"/>
                  </a:lnTo>
                  <a:lnTo>
                    <a:pt x="635" y="8"/>
                  </a:lnTo>
                  <a:lnTo>
                    <a:pt x="636" y="8"/>
                  </a:lnTo>
                  <a:lnTo>
                    <a:pt x="636" y="9"/>
                  </a:lnTo>
                  <a:lnTo>
                    <a:pt x="637" y="8"/>
                  </a:lnTo>
                  <a:lnTo>
                    <a:pt x="639" y="8"/>
                  </a:lnTo>
                  <a:lnTo>
                    <a:pt x="640" y="9"/>
                  </a:lnTo>
                  <a:lnTo>
                    <a:pt x="639" y="10"/>
                  </a:lnTo>
                  <a:lnTo>
                    <a:pt x="640" y="12"/>
                  </a:lnTo>
                  <a:lnTo>
                    <a:pt x="641" y="12"/>
                  </a:lnTo>
                  <a:lnTo>
                    <a:pt x="643" y="12"/>
                  </a:lnTo>
                  <a:lnTo>
                    <a:pt x="644" y="13"/>
                  </a:lnTo>
                  <a:lnTo>
                    <a:pt x="644" y="13"/>
                  </a:lnTo>
                  <a:lnTo>
                    <a:pt x="645" y="14"/>
                  </a:lnTo>
                  <a:lnTo>
                    <a:pt x="645" y="16"/>
                  </a:lnTo>
                  <a:lnTo>
                    <a:pt x="645" y="17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1"/>
                  </a:lnTo>
                  <a:lnTo>
                    <a:pt x="649" y="21"/>
                  </a:lnTo>
                  <a:lnTo>
                    <a:pt x="651" y="22"/>
                  </a:lnTo>
                  <a:lnTo>
                    <a:pt x="649" y="24"/>
                  </a:lnTo>
                  <a:lnTo>
                    <a:pt x="649" y="25"/>
                  </a:lnTo>
                  <a:lnTo>
                    <a:pt x="652" y="26"/>
                  </a:lnTo>
                  <a:lnTo>
                    <a:pt x="653" y="29"/>
                  </a:lnTo>
                  <a:lnTo>
                    <a:pt x="655" y="30"/>
                  </a:lnTo>
                  <a:lnTo>
                    <a:pt x="656" y="33"/>
                  </a:lnTo>
                  <a:lnTo>
                    <a:pt x="656" y="33"/>
                  </a:lnTo>
                  <a:lnTo>
                    <a:pt x="657" y="34"/>
                  </a:lnTo>
                  <a:lnTo>
                    <a:pt x="658" y="35"/>
                  </a:lnTo>
                  <a:lnTo>
                    <a:pt x="658" y="37"/>
                  </a:lnTo>
                  <a:lnTo>
                    <a:pt x="658" y="38"/>
                  </a:lnTo>
                  <a:lnTo>
                    <a:pt x="658" y="38"/>
                  </a:lnTo>
                  <a:lnTo>
                    <a:pt x="660" y="38"/>
                  </a:lnTo>
                  <a:lnTo>
                    <a:pt x="661" y="39"/>
                  </a:lnTo>
                  <a:lnTo>
                    <a:pt x="661" y="41"/>
                  </a:lnTo>
                  <a:lnTo>
                    <a:pt x="664" y="45"/>
                  </a:lnTo>
                  <a:lnTo>
                    <a:pt x="668" y="47"/>
                  </a:lnTo>
                  <a:lnTo>
                    <a:pt x="669" y="50"/>
                  </a:lnTo>
                  <a:lnTo>
                    <a:pt x="669" y="51"/>
                  </a:lnTo>
                  <a:lnTo>
                    <a:pt x="670" y="52"/>
                  </a:lnTo>
                  <a:lnTo>
                    <a:pt x="670" y="55"/>
                  </a:lnTo>
                  <a:lnTo>
                    <a:pt x="672" y="55"/>
                  </a:lnTo>
                  <a:lnTo>
                    <a:pt x="673" y="56"/>
                  </a:lnTo>
                  <a:lnTo>
                    <a:pt x="673" y="58"/>
                  </a:lnTo>
                  <a:lnTo>
                    <a:pt x="673" y="59"/>
                  </a:lnTo>
                  <a:lnTo>
                    <a:pt x="674" y="62"/>
                  </a:lnTo>
                  <a:lnTo>
                    <a:pt x="677" y="64"/>
                  </a:lnTo>
                  <a:lnTo>
                    <a:pt x="680" y="66"/>
                  </a:lnTo>
                  <a:lnTo>
                    <a:pt x="680" y="67"/>
                  </a:lnTo>
                  <a:lnTo>
                    <a:pt x="681" y="67"/>
                  </a:lnTo>
                  <a:lnTo>
                    <a:pt x="682" y="67"/>
                  </a:lnTo>
                  <a:lnTo>
                    <a:pt x="683" y="67"/>
                  </a:lnTo>
                  <a:lnTo>
                    <a:pt x="685" y="67"/>
                  </a:lnTo>
                  <a:lnTo>
                    <a:pt x="687" y="67"/>
                  </a:lnTo>
                  <a:lnTo>
                    <a:pt x="689" y="66"/>
                  </a:lnTo>
                  <a:lnTo>
                    <a:pt x="690" y="66"/>
                  </a:lnTo>
                  <a:lnTo>
                    <a:pt x="690" y="67"/>
                  </a:lnTo>
                  <a:lnTo>
                    <a:pt x="689" y="68"/>
                  </a:lnTo>
                  <a:lnTo>
                    <a:pt x="690" y="68"/>
                  </a:lnTo>
                  <a:lnTo>
                    <a:pt x="693" y="68"/>
                  </a:lnTo>
                  <a:lnTo>
                    <a:pt x="694" y="70"/>
                  </a:lnTo>
                  <a:lnTo>
                    <a:pt x="694" y="70"/>
                  </a:lnTo>
                  <a:lnTo>
                    <a:pt x="697" y="71"/>
                  </a:lnTo>
                  <a:lnTo>
                    <a:pt x="697" y="70"/>
                  </a:lnTo>
                  <a:lnTo>
                    <a:pt x="698" y="70"/>
                  </a:lnTo>
                  <a:lnTo>
                    <a:pt x="699" y="70"/>
                  </a:lnTo>
                  <a:lnTo>
                    <a:pt x="699" y="68"/>
                  </a:lnTo>
                  <a:lnTo>
                    <a:pt x="701" y="68"/>
                  </a:lnTo>
                  <a:lnTo>
                    <a:pt x="702" y="70"/>
                  </a:lnTo>
                  <a:lnTo>
                    <a:pt x="702" y="71"/>
                  </a:lnTo>
                  <a:lnTo>
                    <a:pt x="703" y="72"/>
                  </a:lnTo>
                  <a:lnTo>
                    <a:pt x="705" y="72"/>
                  </a:lnTo>
                  <a:lnTo>
                    <a:pt x="705" y="74"/>
                  </a:lnTo>
                  <a:lnTo>
                    <a:pt x="706" y="75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8" y="76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2" y="79"/>
                  </a:lnTo>
                  <a:lnTo>
                    <a:pt x="714" y="79"/>
                  </a:lnTo>
                  <a:lnTo>
                    <a:pt x="715" y="80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9" y="79"/>
                  </a:lnTo>
                  <a:lnTo>
                    <a:pt x="720" y="77"/>
                  </a:lnTo>
                  <a:lnTo>
                    <a:pt x="720" y="79"/>
                  </a:lnTo>
                  <a:lnTo>
                    <a:pt x="720" y="80"/>
                  </a:lnTo>
                  <a:lnTo>
                    <a:pt x="719" y="81"/>
                  </a:lnTo>
                  <a:lnTo>
                    <a:pt x="719" y="83"/>
                  </a:lnTo>
                  <a:lnTo>
                    <a:pt x="720" y="84"/>
                  </a:lnTo>
                  <a:lnTo>
                    <a:pt x="722" y="84"/>
                  </a:lnTo>
                  <a:lnTo>
                    <a:pt x="722" y="87"/>
                  </a:lnTo>
                  <a:lnTo>
                    <a:pt x="723" y="88"/>
                  </a:lnTo>
                  <a:lnTo>
                    <a:pt x="723" y="91"/>
                  </a:lnTo>
                  <a:lnTo>
                    <a:pt x="722" y="91"/>
                  </a:lnTo>
                  <a:lnTo>
                    <a:pt x="722" y="93"/>
                  </a:lnTo>
                  <a:lnTo>
                    <a:pt x="724" y="96"/>
                  </a:lnTo>
                  <a:lnTo>
                    <a:pt x="726" y="96"/>
                  </a:lnTo>
                  <a:lnTo>
                    <a:pt x="727" y="99"/>
                  </a:lnTo>
                  <a:lnTo>
                    <a:pt x="728" y="100"/>
                  </a:lnTo>
                  <a:lnTo>
                    <a:pt x="730" y="100"/>
                  </a:lnTo>
                  <a:lnTo>
                    <a:pt x="731" y="99"/>
                  </a:lnTo>
                  <a:lnTo>
                    <a:pt x="734" y="99"/>
                  </a:lnTo>
                  <a:lnTo>
                    <a:pt x="734" y="100"/>
                  </a:lnTo>
                  <a:lnTo>
                    <a:pt x="735" y="101"/>
                  </a:lnTo>
                  <a:lnTo>
                    <a:pt x="736" y="101"/>
                  </a:lnTo>
                  <a:lnTo>
                    <a:pt x="737" y="100"/>
                  </a:lnTo>
                  <a:lnTo>
                    <a:pt x="739" y="100"/>
                  </a:lnTo>
                  <a:lnTo>
                    <a:pt x="740" y="100"/>
                  </a:lnTo>
                  <a:lnTo>
                    <a:pt x="743" y="100"/>
                  </a:lnTo>
                  <a:lnTo>
                    <a:pt x="744" y="99"/>
                  </a:lnTo>
                  <a:lnTo>
                    <a:pt x="745" y="97"/>
                  </a:lnTo>
                  <a:lnTo>
                    <a:pt x="745" y="96"/>
                  </a:lnTo>
                  <a:lnTo>
                    <a:pt x="747" y="95"/>
                  </a:lnTo>
                  <a:lnTo>
                    <a:pt x="748" y="93"/>
                  </a:lnTo>
                  <a:lnTo>
                    <a:pt x="748" y="91"/>
                  </a:lnTo>
                  <a:lnTo>
                    <a:pt x="748" y="89"/>
                  </a:lnTo>
                  <a:lnTo>
                    <a:pt x="751" y="89"/>
                  </a:lnTo>
                  <a:lnTo>
                    <a:pt x="752" y="89"/>
                  </a:lnTo>
                  <a:lnTo>
                    <a:pt x="753" y="87"/>
                  </a:lnTo>
                  <a:lnTo>
                    <a:pt x="755" y="87"/>
                  </a:lnTo>
                  <a:lnTo>
                    <a:pt x="756" y="87"/>
                  </a:lnTo>
                  <a:lnTo>
                    <a:pt x="756" y="84"/>
                  </a:lnTo>
                  <a:lnTo>
                    <a:pt x="757" y="83"/>
                  </a:lnTo>
                  <a:lnTo>
                    <a:pt x="759" y="83"/>
                  </a:lnTo>
                  <a:lnTo>
                    <a:pt x="760" y="81"/>
                  </a:lnTo>
                  <a:lnTo>
                    <a:pt x="762" y="83"/>
                  </a:lnTo>
                  <a:lnTo>
                    <a:pt x="764" y="84"/>
                  </a:lnTo>
                  <a:lnTo>
                    <a:pt x="765" y="84"/>
                  </a:lnTo>
                  <a:lnTo>
                    <a:pt x="766" y="85"/>
                  </a:lnTo>
                  <a:lnTo>
                    <a:pt x="768" y="87"/>
                  </a:lnTo>
                  <a:lnTo>
                    <a:pt x="766" y="88"/>
                  </a:lnTo>
                  <a:lnTo>
                    <a:pt x="766" y="89"/>
                  </a:lnTo>
                  <a:lnTo>
                    <a:pt x="769" y="92"/>
                  </a:lnTo>
                  <a:lnTo>
                    <a:pt x="769" y="93"/>
                  </a:lnTo>
                  <a:lnTo>
                    <a:pt x="770" y="95"/>
                  </a:lnTo>
                  <a:lnTo>
                    <a:pt x="772" y="96"/>
                  </a:lnTo>
                  <a:lnTo>
                    <a:pt x="772" y="99"/>
                  </a:lnTo>
                  <a:lnTo>
                    <a:pt x="772" y="100"/>
                  </a:lnTo>
                  <a:lnTo>
                    <a:pt x="770" y="101"/>
                  </a:lnTo>
                  <a:lnTo>
                    <a:pt x="769" y="101"/>
                  </a:lnTo>
                  <a:lnTo>
                    <a:pt x="768" y="104"/>
                  </a:lnTo>
                  <a:lnTo>
                    <a:pt x="768" y="104"/>
                  </a:lnTo>
                  <a:lnTo>
                    <a:pt x="768" y="105"/>
                  </a:lnTo>
                  <a:lnTo>
                    <a:pt x="769" y="106"/>
                  </a:lnTo>
                  <a:lnTo>
                    <a:pt x="769" y="108"/>
                  </a:lnTo>
                  <a:lnTo>
                    <a:pt x="768" y="110"/>
                  </a:lnTo>
                  <a:lnTo>
                    <a:pt x="769" y="112"/>
                  </a:lnTo>
                  <a:lnTo>
                    <a:pt x="769" y="112"/>
                  </a:lnTo>
                  <a:lnTo>
                    <a:pt x="769" y="113"/>
                  </a:lnTo>
                  <a:lnTo>
                    <a:pt x="770" y="114"/>
                  </a:lnTo>
                  <a:lnTo>
                    <a:pt x="770" y="114"/>
                  </a:lnTo>
                  <a:lnTo>
                    <a:pt x="769" y="116"/>
                  </a:lnTo>
                  <a:lnTo>
                    <a:pt x="769" y="116"/>
                  </a:lnTo>
                  <a:lnTo>
                    <a:pt x="769" y="118"/>
                  </a:lnTo>
                  <a:lnTo>
                    <a:pt x="770" y="121"/>
                  </a:lnTo>
                  <a:lnTo>
                    <a:pt x="770" y="122"/>
                  </a:lnTo>
                  <a:lnTo>
                    <a:pt x="770" y="124"/>
                  </a:lnTo>
                  <a:lnTo>
                    <a:pt x="769" y="124"/>
                  </a:lnTo>
                  <a:lnTo>
                    <a:pt x="769" y="125"/>
                  </a:lnTo>
                  <a:lnTo>
                    <a:pt x="769" y="126"/>
                  </a:lnTo>
                  <a:lnTo>
                    <a:pt x="769" y="127"/>
                  </a:lnTo>
                  <a:lnTo>
                    <a:pt x="770" y="129"/>
                  </a:lnTo>
                  <a:lnTo>
                    <a:pt x="769" y="130"/>
                  </a:lnTo>
                  <a:lnTo>
                    <a:pt x="768" y="130"/>
                  </a:lnTo>
                  <a:lnTo>
                    <a:pt x="769" y="131"/>
                  </a:lnTo>
                  <a:lnTo>
                    <a:pt x="769" y="134"/>
                  </a:lnTo>
                  <a:lnTo>
                    <a:pt x="769" y="134"/>
                  </a:lnTo>
                  <a:lnTo>
                    <a:pt x="768" y="137"/>
                  </a:lnTo>
                  <a:lnTo>
                    <a:pt x="768" y="138"/>
                  </a:lnTo>
                  <a:lnTo>
                    <a:pt x="768" y="139"/>
                  </a:lnTo>
                  <a:lnTo>
                    <a:pt x="768" y="141"/>
                  </a:lnTo>
                  <a:lnTo>
                    <a:pt x="768" y="142"/>
                  </a:lnTo>
                  <a:lnTo>
                    <a:pt x="769" y="143"/>
                  </a:lnTo>
                  <a:lnTo>
                    <a:pt x="769" y="145"/>
                  </a:lnTo>
                  <a:lnTo>
                    <a:pt x="768" y="146"/>
                  </a:lnTo>
                  <a:lnTo>
                    <a:pt x="766" y="146"/>
                  </a:lnTo>
                  <a:lnTo>
                    <a:pt x="765" y="146"/>
                  </a:lnTo>
                  <a:lnTo>
                    <a:pt x="759" y="145"/>
                  </a:lnTo>
                  <a:lnTo>
                    <a:pt x="757" y="143"/>
                  </a:lnTo>
                  <a:lnTo>
                    <a:pt x="755" y="143"/>
                  </a:lnTo>
                  <a:lnTo>
                    <a:pt x="753" y="143"/>
                  </a:lnTo>
                  <a:lnTo>
                    <a:pt x="752" y="147"/>
                  </a:lnTo>
                  <a:lnTo>
                    <a:pt x="751" y="149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7" y="151"/>
                  </a:lnTo>
                  <a:lnTo>
                    <a:pt x="747" y="152"/>
                  </a:lnTo>
                  <a:lnTo>
                    <a:pt x="748" y="154"/>
                  </a:lnTo>
                  <a:lnTo>
                    <a:pt x="751" y="158"/>
                  </a:lnTo>
                  <a:lnTo>
                    <a:pt x="751" y="160"/>
                  </a:lnTo>
                  <a:lnTo>
                    <a:pt x="752" y="162"/>
                  </a:lnTo>
                  <a:lnTo>
                    <a:pt x="753" y="163"/>
                  </a:lnTo>
                  <a:lnTo>
                    <a:pt x="753" y="166"/>
                  </a:lnTo>
                  <a:lnTo>
                    <a:pt x="753" y="168"/>
                  </a:lnTo>
                  <a:lnTo>
                    <a:pt x="753" y="171"/>
                  </a:lnTo>
                  <a:lnTo>
                    <a:pt x="753" y="175"/>
                  </a:lnTo>
                  <a:lnTo>
                    <a:pt x="755" y="175"/>
                  </a:lnTo>
                  <a:lnTo>
                    <a:pt x="755" y="177"/>
                  </a:lnTo>
                  <a:lnTo>
                    <a:pt x="756" y="180"/>
                  </a:lnTo>
                  <a:lnTo>
                    <a:pt x="755" y="181"/>
                  </a:lnTo>
                  <a:lnTo>
                    <a:pt x="755" y="183"/>
                  </a:lnTo>
                  <a:lnTo>
                    <a:pt x="755" y="184"/>
                  </a:lnTo>
                  <a:lnTo>
                    <a:pt x="755" y="185"/>
                  </a:lnTo>
                  <a:lnTo>
                    <a:pt x="755" y="185"/>
                  </a:lnTo>
                  <a:lnTo>
                    <a:pt x="751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91"/>
                  </a:lnTo>
                  <a:lnTo>
                    <a:pt x="751" y="192"/>
                  </a:lnTo>
                  <a:lnTo>
                    <a:pt x="740" y="201"/>
                  </a:lnTo>
                  <a:lnTo>
                    <a:pt x="737" y="218"/>
                  </a:lnTo>
                  <a:lnTo>
                    <a:pt x="703" y="243"/>
                  </a:lnTo>
                  <a:lnTo>
                    <a:pt x="697" y="246"/>
                  </a:lnTo>
                  <a:lnTo>
                    <a:pt x="697" y="246"/>
                  </a:lnTo>
                  <a:lnTo>
                    <a:pt x="695" y="243"/>
                  </a:lnTo>
                  <a:lnTo>
                    <a:pt x="693" y="247"/>
                  </a:lnTo>
                  <a:lnTo>
                    <a:pt x="690" y="247"/>
                  </a:lnTo>
                  <a:lnTo>
                    <a:pt x="689" y="249"/>
                  </a:lnTo>
                  <a:lnTo>
                    <a:pt x="687" y="247"/>
                  </a:lnTo>
                  <a:lnTo>
                    <a:pt x="683" y="250"/>
                  </a:lnTo>
                  <a:lnTo>
                    <a:pt x="681" y="250"/>
                  </a:lnTo>
                  <a:lnTo>
                    <a:pt x="681" y="251"/>
                  </a:lnTo>
                  <a:lnTo>
                    <a:pt x="680" y="251"/>
                  </a:lnTo>
                  <a:lnTo>
                    <a:pt x="674" y="255"/>
                  </a:lnTo>
                  <a:lnTo>
                    <a:pt x="672" y="258"/>
                  </a:lnTo>
                  <a:lnTo>
                    <a:pt x="672" y="260"/>
                  </a:lnTo>
                  <a:lnTo>
                    <a:pt x="672" y="260"/>
                  </a:lnTo>
                  <a:lnTo>
                    <a:pt x="669" y="262"/>
                  </a:lnTo>
                  <a:lnTo>
                    <a:pt x="666" y="266"/>
                  </a:lnTo>
                  <a:lnTo>
                    <a:pt x="665" y="266"/>
                  </a:lnTo>
                  <a:lnTo>
                    <a:pt x="664" y="267"/>
                  </a:lnTo>
                  <a:lnTo>
                    <a:pt x="662" y="267"/>
                  </a:lnTo>
                  <a:lnTo>
                    <a:pt x="662" y="266"/>
                  </a:lnTo>
                  <a:lnTo>
                    <a:pt x="660" y="264"/>
                  </a:lnTo>
                  <a:lnTo>
                    <a:pt x="661" y="262"/>
                  </a:lnTo>
                  <a:lnTo>
                    <a:pt x="662" y="262"/>
                  </a:lnTo>
                  <a:lnTo>
                    <a:pt x="664" y="260"/>
                  </a:lnTo>
                  <a:lnTo>
                    <a:pt x="666" y="260"/>
                  </a:lnTo>
                  <a:lnTo>
                    <a:pt x="668" y="260"/>
                  </a:lnTo>
                  <a:lnTo>
                    <a:pt x="668" y="259"/>
                  </a:lnTo>
                  <a:lnTo>
                    <a:pt x="666" y="259"/>
                  </a:lnTo>
                  <a:lnTo>
                    <a:pt x="666" y="258"/>
                  </a:lnTo>
                  <a:lnTo>
                    <a:pt x="669" y="256"/>
                  </a:lnTo>
                  <a:lnTo>
                    <a:pt x="670" y="254"/>
                  </a:lnTo>
                  <a:lnTo>
                    <a:pt x="668" y="256"/>
                  </a:lnTo>
                  <a:lnTo>
                    <a:pt x="665" y="256"/>
                  </a:lnTo>
                  <a:lnTo>
                    <a:pt x="664" y="255"/>
                  </a:lnTo>
                  <a:lnTo>
                    <a:pt x="664" y="254"/>
                  </a:lnTo>
                  <a:lnTo>
                    <a:pt x="665" y="254"/>
                  </a:lnTo>
                  <a:lnTo>
                    <a:pt x="665" y="252"/>
                  </a:lnTo>
                  <a:lnTo>
                    <a:pt x="662" y="250"/>
                  </a:lnTo>
                  <a:lnTo>
                    <a:pt x="662" y="246"/>
                  </a:lnTo>
                  <a:lnTo>
                    <a:pt x="662" y="246"/>
                  </a:lnTo>
                  <a:lnTo>
                    <a:pt x="665" y="246"/>
                  </a:lnTo>
                  <a:lnTo>
                    <a:pt x="665" y="242"/>
                  </a:lnTo>
                  <a:lnTo>
                    <a:pt x="668" y="239"/>
                  </a:lnTo>
                  <a:lnTo>
                    <a:pt x="668" y="238"/>
                  </a:lnTo>
                  <a:lnTo>
                    <a:pt x="669" y="237"/>
                  </a:lnTo>
                  <a:lnTo>
                    <a:pt x="669" y="235"/>
                  </a:lnTo>
                  <a:lnTo>
                    <a:pt x="664" y="231"/>
                  </a:lnTo>
                  <a:lnTo>
                    <a:pt x="660" y="227"/>
                  </a:lnTo>
                  <a:lnTo>
                    <a:pt x="660" y="230"/>
                  </a:lnTo>
                  <a:lnTo>
                    <a:pt x="657" y="230"/>
                  </a:lnTo>
                  <a:lnTo>
                    <a:pt x="656" y="229"/>
                  </a:lnTo>
                  <a:lnTo>
                    <a:pt x="653" y="229"/>
                  </a:lnTo>
                  <a:lnTo>
                    <a:pt x="652" y="231"/>
                  </a:lnTo>
                  <a:lnTo>
                    <a:pt x="651" y="233"/>
                  </a:lnTo>
                  <a:lnTo>
                    <a:pt x="651" y="235"/>
                  </a:lnTo>
                  <a:lnTo>
                    <a:pt x="648" y="238"/>
                  </a:lnTo>
                  <a:lnTo>
                    <a:pt x="648" y="242"/>
                  </a:lnTo>
                  <a:lnTo>
                    <a:pt x="647" y="242"/>
                  </a:lnTo>
                  <a:lnTo>
                    <a:pt x="644" y="246"/>
                  </a:lnTo>
                  <a:lnTo>
                    <a:pt x="643" y="246"/>
                  </a:lnTo>
                  <a:lnTo>
                    <a:pt x="637" y="249"/>
                  </a:lnTo>
                  <a:lnTo>
                    <a:pt x="636" y="254"/>
                  </a:lnTo>
                  <a:lnTo>
                    <a:pt x="636" y="255"/>
                  </a:lnTo>
                  <a:lnTo>
                    <a:pt x="636" y="256"/>
                  </a:lnTo>
                  <a:lnTo>
                    <a:pt x="637" y="259"/>
                  </a:lnTo>
                  <a:lnTo>
                    <a:pt x="635" y="259"/>
                  </a:lnTo>
                  <a:lnTo>
                    <a:pt x="636" y="260"/>
                  </a:lnTo>
                  <a:lnTo>
                    <a:pt x="635" y="263"/>
                  </a:lnTo>
                  <a:lnTo>
                    <a:pt x="632" y="263"/>
                  </a:lnTo>
                  <a:lnTo>
                    <a:pt x="628" y="263"/>
                  </a:lnTo>
                  <a:lnTo>
                    <a:pt x="623" y="262"/>
                  </a:lnTo>
                  <a:lnTo>
                    <a:pt x="623" y="263"/>
                  </a:lnTo>
                  <a:lnTo>
                    <a:pt x="622" y="263"/>
                  </a:lnTo>
                  <a:lnTo>
                    <a:pt x="622" y="266"/>
                  </a:lnTo>
                  <a:lnTo>
                    <a:pt x="622" y="267"/>
                  </a:lnTo>
                  <a:lnTo>
                    <a:pt x="622" y="268"/>
                  </a:lnTo>
                  <a:lnTo>
                    <a:pt x="620" y="270"/>
                  </a:lnTo>
                  <a:lnTo>
                    <a:pt x="622" y="272"/>
                  </a:lnTo>
                  <a:lnTo>
                    <a:pt x="622" y="275"/>
                  </a:lnTo>
                  <a:lnTo>
                    <a:pt x="624" y="276"/>
                  </a:lnTo>
                  <a:lnTo>
                    <a:pt x="628" y="279"/>
                  </a:lnTo>
                  <a:lnTo>
                    <a:pt x="628" y="280"/>
                  </a:lnTo>
                  <a:lnTo>
                    <a:pt x="631" y="284"/>
                  </a:lnTo>
                  <a:lnTo>
                    <a:pt x="631" y="283"/>
                  </a:lnTo>
                  <a:lnTo>
                    <a:pt x="631" y="284"/>
                  </a:lnTo>
                  <a:lnTo>
                    <a:pt x="632" y="283"/>
                  </a:lnTo>
                  <a:lnTo>
                    <a:pt x="633" y="283"/>
                  </a:lnTo>
                  <a:lnTo>
                    <a:pt x="633" y="283"/>
                  </a:lnTo>
                  <a:lnTo>
                    <a:pt x="635" y="283"/>
                  </a:lnTo>
                  <a:lnTo>
                    <a:pt x="639" y="283"/>
                  </a:lnTo>
                  <a:lnTo>
                    <a:pt x="639" y="285"/>
                  </a:lnTo>
                  <a:lnTo>
                    <a:pt x="639" y="288"/>
                  </a:lnTo>
                  <a:lnTo>
                    <a:pt x="641" y="295"/>
                  </a:lnTo>
                  <a:lnTo>
                    <a:pt x="645" y="295"/>
                  </a:lnTo>
                  <a:lnTo>
                    <a:pt x="647" y="293"/>
                  </a:lnTo>
                  <a:lnTo>
                    <a:pt x="649" y="293"/>
                  </a:lnTo>
                  <a:lnTo>
                    <a:pt x="651" y="293"/>
                  </a:lnTo>
                  <a:lnTo>
                    <a:pt x="652" y="291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53" y="288"/>
                  </a:lnTo>
                  <a:lnTo>
                    <a:pt x="655" y="287"/>
                  </a:lnTo>
                  <a:lnTo>
                    <a:pt x="655" y="284"/>
                  </a:lnTo>
                  <a:lnTo>
                    <a:pt x="655" y="283"/>
                  </a:lnTo>
                  <a:lnTo>
                    <a:pt x="657" y="283"/>
                  </a:lnTo>
                  <a:lnTo>
                    <a:pt x="662" y="280"/>
                  </a:lnTo>
                  <a:lnTo>
                    <a:pt x="664" y="281"/>
                  </a:lnTo>
                  <a:lnTo>
                    <a:pt x="665" y="283"/>
                  </a:lnTo>
                  <a:lnTo>
                    <a:pt x="666" y="284"/>
                  </a:lnTo>
                  <a:lnTo>
                    <a:pt x="668" y="285"/>
                  </a:lnTo>
                  <a:lnTo>
                    <a:pt x="669" y="287"/>
                  </a:lnTo>
                  <a:lnTo>
                    <a:pt x="677" y="285"/>
                  </a:lnTo>
                  <a:lnTo>
                    <a:pt x="677" y="285"/>
                  </a:lnTo>
                  <a:lnTo>
                    <a:pt x="680" y="285"/>
                  </a:lnTo>
                  <a:lnTo>
                    <a:pt x="680" y="285"/>
                  </a:lnTo>
                  <a:lnTo>
                    <a:pt x="683" y="285"/>
                  </a:lnTo>
                  <a:lnTo>
                    <a:pt x="686" y="285"/>
                  </a:lnTo>
                  <a:lnTo>
                    <a:pt x="687" y="285"/>
                  </a:lnTo>
                  <a:lnTo>
                    <a:pt x="685" y="287"/>
                  </a:lnTo>
                  <a:lnTo>
                    <a:pt x="685" y="288"/>
                  </a:lnTo>
                  <a:lnTo>
                    <a:pt x="686" y="291"/>
                  </a:lnTo>
                  <a:lnTo>
                    <a:pt x="685" y="291"/>
                  </a:lnTo>
                  <a:lnTo>
                    <a:pt x="683" y="292"/>
                  </a:lnTo>
                  <a:lnTo>
                    <a:pt x="683" y="295"/>
                  </a:lnTo>
                  <a:lnTo>
                    <a:pt x="686" y="295"/>
                  </a:lnTo>
                  <a:lnTo>
                    <a:pt x="686" y="296"/>
                  </a:lnTo>
                  <a:lnTo>
                    <a:pt x="683" y="299"/>
                  </a:lnTo>
                  <a:lnTo>
                    <a:pt x="680" y="296"/>
                  </a:lnTo>
                  <a:lnTo>
                    <a:pt x="680" y="295"/>
                  </a:lnTo>
                  <a:lnTo>
                    <a:pt x="678" y="296"/>
                  </a:lnTo>
                  <a:lnTo>
                    <a:pt x="678" y="295"/>
                  </a:lnTo>
                  <a:lnTo>
                    <a:pt x="676" y="299"/>
                  </a:lnTo>
                  <a:lnTo>
                    <a:pt x="674" y="299"/>
                  </a:lnTo>
                  <a:lnTo>
                    <a:pt x="672" y="300"/>
                  </a:lnTo>
                  <a:lnTo>
                    <a:pt x="669" y="300"/>
                  </a:lnTo>
                  <a:lnTo>
                    <a:pt x="669" y="301"/>
                  </a:lnTo>
                  <a:lnTo>
                    <a:pt x="666" y="300"/>
                  </a:lnTo>
                  <a:lnTo>
                    <a:pt x="664" y="300"/>
                  </a:lnTo>
                  <a:lnTo>
                    <a:pt x="666" y="301"/>
                  </a:lnTo>
                  <a:lnTo>
                    <a:pt x="668" y="304"/>
                  </a:lnTo>
                  <a:lnTo>
                    <a:pt x="664" y="304"/>
                  </a:lnTo>
                  <a:lnTo>
                    <a:pt x="664" y="306"/>
                  </a:lnTo>
                  <a:lnTo>
                    <a:pt x="661" y="306"/>
                  </a:lnTo>
                  <a:lnTo>
                    <a:pt x="658" y="309"/>
                  </a:lnTo>
                  <a:lnTo>
                    <a:pt x="660" y="310"/>
                  </a:lnTo>
                  <a:lnTo>
                    <a:pt x="662" y="312"/>
                  </a:lnTo>
                  <a:lnTo>
                    <a:pt x="660" y="314"/>
                  </a:lnTo>
                  <a:lnTo>
                    <a:pt x="658" y="313"/>
                  </a:lnTo>
                  <a:lnTo>
                    <a:pt x="657" y="317"/>
                  </a:lnTo>
                  <a:lnTo>
                    <a:pt x="655" y="317"/>
                  </a:lnTo>
                  <a:lnTo>
                    <a:pt x="655" y="317"/>
                  </a:lnTo>
                  <a:lnTo>
                    <a:pt x="653" y="320"/>
                  </a:lnTo>
                  <a:lnTo>
                    <a:pt x="655" y="322"/>
                  </a:lnTo>
                  <a:lnTo>
                    <a:pt x="653" y="326"/>
                  </a:lnTo>
                  <a:lnTo>
                    <a:pt x="653" y="333"/>
                  </a:lnTo>
                  <a:lnTo>
                    <a:pt x="655" y="333"/>
                  </a:lnTo>
                  <a:lnTo>
                    <a:pt x="661" y="335"/>
                  </a:lnTo>
                  <a:lnTo>
                    <a:pt x="661" y="337"/>
                  </a:lnTo>
                  <a:lnTo>
                    <a:pt x="662" y="337"/>
                  </a:lnTo>
                  <a:lnTo>
                    <a:pt x="669" y="339"/>
                  </a:lnTo>
                  <a:lnTo>
                    <a:pt x="673" y="347"/>
                  </a:lnTo>
                  <a:lnTo>
                    <a:pt x="673" y="347"/>
                  </a:lnTo>
                  <a:lnTo>
                    <a:pt x="672" y="350"/>
                  </a:lnTo>
                  <a:lnTo>
                    <a:pt x="674" y="351"/>
                  </a:lnTo>
                  <a:lnTo>
                    <a:pt x="674" y="354"/>
                  </a:lnTo>
                  <a:lnTo>
                    <a:pt x="680" y="358"/>
                  </a:lnTo>
                  <a:lnTo>
                    <a:pt x="680" y="360"/>
                  </a:lnTo>
                  <a:lnTo>
                    <a:pt x="682" y="366"/>
                  </a:lnTo>
                  <a:lnTo>
                    <a:pt x="685" y="366"/>
                  </a:lnTo>
                  <a:lnTo>
                    <a:pt x="687" y="366"/>
                  </a:lnTo>
                  <a:lnTo>
                    <a:pt x="689" y="367"/>
                  </a:lnTo>
                  <a:lnTo>
                    <a:pt x="689" y="368"/>
                  </a:lnTo>
                  <a:lnTo>
                    <a:pt x="691" y="371"/>
                  </a:lnTo>
                  <a:lnTo>
                    <a:pt x="693" y="372"/>
                  </a:lnTo>
                  <a:lnTo>
                    <a:pt x="694" y="375"/>
                  </a:lnTo>
                  <a:lnTo>
                    <a:pt x="693" y="376"/>
                  </a:lnTo>
                  <a:lnTo>
                    <a:pt x="687" y="375"/>
                  </a:lnTo>
                  <a:lnTo>
                    <a:pt x="685" y="376"/>
                  </a:lnTo>
                  <a:lnTo>
                    <a:pt x="682" y="374"/>
                  </a:lnTo>
                  <a:lnTo>
                    <a:pt x="681" y="374"/>
                  </a:lnTo>
                  <a:lnTo>
                    <a:pt x="678" y="372"/>
                  </a:lnTo>
                  <a:lnTo>
                    <a:pt x="674" y="372"/>
                  </a:lnTo>
                  <a:lnTo>
                    <a:pt x="673" y="374"/>
                  </a:lnTo>
                  <a:lnTo>
                    <a:pt x="670" y="374"/>
                  </a:lnTo>
                  <a:lnTo>
                    <a:pt x="669" y="372"/>
                  </a:lnTo>
                  <a:lnTo>
                    <a:pt x="668" y="368"/>
                  </a:lnTo>
                  <a:lnTo>
                    <a:pt x="664" y="370"/>
                  </a:lnTo>
                  <a:lnTo>
                    <a:pt x="662" y="370"/>
                  </a:lnTo>
                  <a:lnTo>
                    <a:pt x="661" y="370"/>
                  </a:lnTo>
                  <a:lnTo>
                    <a:pt x="660" y="370"/>
                  </a:lnTo>
                  <a:lnTo>
                    <a:pt x="658" y="370"/>
                  </a:lnTo>
                  <a:lnTo>
                    <a:pt x="657" y="371"/>
                  </a:lnTo>
                  <a:lnTo>
                    <a:pt x="655" y="376"/>
                  </a:lnTo>
                  <a:lnTo>
                    <a:pt x="657" y="372"/>
                  </a:lnTo>
                  <a:lnTo>
                    <a:pt x="660" y="371"/>
                  </a:lnTo>
                  <a:lnTo>
                    <a:pt x="662" y="371"/>
                  </a:lnTo>
                  <a:lnTo>
                    <a:pt x="665" y="371"/>
                  </a:lnTo>
                  <a:lnTo>
                    <a:pt x="666" y="371"/>
                  </a:lnTo>
                  <a:lnTo>
                    <a:pt x="666" y="372"/>
                  </a:lnTo>
                  <a:lnTo>
                    <a:pt x="670" y="375"/>
                  </a:lnTo>
                  <a:lnTo>
                    <a:pt x="672" y="375"/>
                  </a:lnTo>
                  <a:lnTo>
                    <a:pt x="676" y="372"/>
                  </a:lnTo>
                  <a:lnTo>
                    <a:pt x="678" y="372"/>
                  </a:lnTo>
                  <a:lnTo>
                    <a:pt x="682" y="378"/>
                  </a:lnTo>
                  <a:lnTo>
                    <a:pt x="686" y="380"/>
                  </a:lnTo>
                  <a:lnTo>
                    <a:pt x="693" y="384"/>
                  </a:lnTo>
                  <a:lnTo>
                    <a:pt x="695" y="388"/>
                  </a:lnTo>
                  <a:lnTo>
                    <a:pt x="695" y="389"/>
                  </a:lnTo>
                  <a:lnTo>
                    <a:pt x="693" y="391"/>
                  </a:lnTo>
                  <a:lnTo>
                    <a:pt x="690" y="393"/>
                  </a:lnTo>
                  <a:lnTo>
                    <a:pt x="687" y="393"/>
                  </a:lnTo>
                  <a:lnTo>
                    <a:pt x="687" y="395"/>
                  </a:lnTo>
                  <a:lnTo>
                    <a:pt x="686" y="396"/>
                  </a:lnTo>
                  <a:lnTo>
                    <a:pt x="685" y="397"/>
                  </a:lnTo>
                  <a:lnTo>
                    <a:pt x="682" y="396"/>
                  </a:lnTo>
                  <a:lnTo>
                    <a:pt x="681" y="397"/>
                  </a:lnTo>
                  <a:lnTo>
                    <a:pt x="678" y="397"/>
                  </a:lnTo>
                  <a:lnTo>
                    <a:pt x="676" y="400"/>
                  </a:lnTo>
                  <a:lnTo>
                    <a:pt x="676" y="403"/>
                  </a:lnTo>
                  <a:lnTo>
                    <a:pt x="677" y="400"/>
                  </a:lnTo>
                  <a:lnTo>
                    <a:pt x="678" y="399"/>
                  </a:lnTo>
                  <a:lnTo>
                    <a:pt x="681" y="397"/>
                  </a:lnTo>
                  <a:lnTo>
                    <a:pt x="683" y="401"/>
                  </a:lnTo>
                  <a:lnTo>
                    <a:pt x="686" y="401"/>
                  </a:lnTo>
                  <a:lnTo>
                    <a:pt x="689" y="399"/>
                  </a:lnTo>
                  <a:lnTo>
                    <a:pt x="691" y="399"/>
                  </a:lnTo>
                  <a:lnTo>
                    <a:pt x="695" y="404"/>
                  </a:lnTo>
                  <a:lnTo>
                    <a:pt x="697" y="403"/>
                  </a:lnTo>
                  <a:lnTo>
                    <a:pt x="698" y="404"/>
                  </a:lnTo>
                  <a:lnTo>
                    <a:pt x="699" y="404"/>
                  </a:lnTo>
                  <a:lnTo>
                    <a:pt x="701" y="405"/>
                  </a:lnTo>
                  <a:lnTo>
                    <a:pt x="695" y="409"/>
                  </a:lnTo>
                  <a:lnTo>
                    <a:pt x="691" y="410"/>
                  </a:lnTo>
                  <a:lnTo>
                    <a:pt x="691" y="413"/>
                  </a:lnTo>
                  <a:lnTo>
                    <a:pt x="693" y="413"/>
                  </a:lnTo>
                  <a:lnTo>
                    <a:pt x="697" y="410"/>
                  </a:lnTo>
                  <a:lnTo>
                    <a:pt x="699" y="410"/>
                  </a:lnTo>
                  <a:lnTo>
                    <a:pt x="699" y="409"/>
                  </a:lnTo>
                  <a:lnTo>
                    <a:pt x="698" y="409"/>
                  </a:lnTo>
                  <a:lnTo>
                    <a:pt x="699" y="408"/>
                  </a:lnTo>
                  <a:lnTo>
                    <a:pt x="701" y="408"/>
                  </a:lnTo>
                  <a:lnTo>
                    <a:pt x="702" y="412"/>
                  </a:lnTo>
                  <a:lnTo>
                    <a:pt x="702" y="413"/>
                  </a:lnTo>
                  <a:lnTo>
                    <a:pt x="701" y="414"/>
                  </a:lnTo>
                  <a:lnTo>
                    <a:pt x="701" y="413"/>
                  </a:lnTo>
                  <a:lnTo>
                    <a:pt x="699" y="413"/>
                  </a:lnTo>
                  <a:lnTo>
                    <a:pt x="699" y="414"/>
                  </a:lnTo>
                  <a:lnTo>
                    <a:pt x="698" y="414"/>
                  </a:lnTo>
                  <a:lnTo>
                    <a:pt x="695" y="414"/>
                  </a:lnTo>
                  <a:lnTo>
                    <a:pt x="693" y="416"/>
                  </a:lnTo>
                  <a:lnTo>
                    <a:pt x="693" y="417"/>
                  </a:lnTo>
                  <a:lnTo>
                    <a:pt x="697" y="417"/>
                  </a:lnTo>
                  <a:lnTo>
                    <a:pt x="698" y="418"/>
                  </a:lnTo>
                  <a:lnTo>
                    <a:pt x="698" y="420"/>
                  </a:lnTo>
                  <a:lnTo>
                    <a:pt x="697" y="420"/>
                  </a:lnTo>
                  <a:lnTo>
                    <a:pt x="695" y="421"/>
                  </a:lnTo>
                  <a:lnTo>
                    <a:pt x="697" y="421"/>
                  </a:lnTo>
                  <a:lnTo>
                    <a:pt x="698" y="422"/>
                  </a:lnTo>
                  <a:lnTo>
                    <a:pt x="697" y="424"/>
                  </a:lnTo>
                  <a:lnTo>
                    <a:pt x="695" y="424"/>
                  </a:lnTo>
                  <a:lnTo>
                    <a:pt x="694" y="424"/>
                  </a:lnTo>
                  <a:lnTo>
                    <a:pt x="695" y="425"/>
                  </a:lnTo>
                  <a:lnTo>
                    <a:pt x="698" y="425"/>
                  </a:lnTo>
                  <a:lnTo>
                    <a:pt x="699" y="428"/>
                  </a:lnTo>
                  <a:lnTo>
                    <a:pt x="697" y="429"/>
                  </a:lnTo>
                  <a:lnTo>
                    <a:pt x="697" y="431"/>
                  </a:lnTo>
                  <a:lnTo>
                    <a:pt x="695" y="430"/>
                  </a:lnTo>
                  <a:lnTo>
                    <a:pt x="695" y="429"/>
                  </a:lnTo>
                  <a:lnTo>
                    <a:pt x="694" y="429"/>
                  </a:lnTo>
                  <a:lnTo>
                    <a:pt x="691" y="433"/>
                  </a:lnTo>
                  <a:lnTo>
                    <a:pt x="690" y="434"/>
                  </a:lnTo>
                  <a:lnTo>
                    <a:pt x="687" y="433"/>
                  </a:lnTo>
                  <a:lnTo>
                    <a:pt x="690" y="434"/>
                  </a:lnTo>
                  <a:lnTo>
                    <a:pt x="690" y="435"/>
                  </a:lnTo>
                  <a:lnTo>
                    <a:pt x="690" y="437"/>
                  </a:lnTo>
                  <a:lnTo>
                    <a:pt x="689" y="438"/>
                  </a:lnTo>
                  <a:lnTo>
                    <a:pt x="689" y="439"/>
                  </a:lnTo>
                  <a:lnTo>
                    <a:pt x="690" y="441"/>
                  </a:lnTo>
                  <a:lnTo>
                    <a:pt x="689" y="442"/>
                  </a:lnTo>
                  <a:lnTo>
                    <a:pt x="689" y="443"/>
                  </a:lnTo>
                  <a:lnTo>
                    <a:pt x="687" y="445"/>
                  </a:lnTo>
                  <a:lnTo>
                    <a:pt x="686" y="443"/>
                  </a:lnTo>
                  <a:lnTo>
                    <a:pt x="685" y="445"/>
                  </a:lnTo>
                  <a:lnTo>
                    <a:pt x="687" y="445"/>
                  </a:lnTo>
                  <a:lnTo>
                    <a:pt x="689" y="447"/>
                  </a:lnTo>
                  <a:lnTo>
                    <a:pt x="686" y="447"/>
                  </a:lnTo>
                  <a:lnTo>
                    <a:pt x="686" y="449"/>
                  </a:lnTo>
                  <a:lnTo>
                    <a:pt x="682" y="451"/>
                  </a:lnTo>
                  <a:lnTo>
                    <a:pt x="681" y="451"/>
                  </a:lnTo>
                  <a:lnTo>
                    <a:pt x="681" y="449"/>
                  </a:lnTo>
                  <a:lnTo>
                    <a:pt x="680" y="449"/>
                  </a:lnTo>
                  <a:lnTo>
                    <a:pt x="680" y="449"/>
                  </a:lnTo>
                  <a:lnTo>
                    <a:pt x="678" y="451"/>
                  </a:lnTo>
                  <a:lnTo>
                    <a:pt x="677" y="451"/>
                  </a:lnTo>
                  <a:lnTo>
                    <a:pt x="678" y="453"/>
                  </a:lnTo>
                  <a:lnTo>
                    <a:pt x="677" y="453"/>
                  </a:lnTo>
                  <a:lnTo>
                    <a:pt x="680" y="453"/>
                  </a:lnTo>
                  <a:lnTo>
                    <a:pt x="681" y="455"/>
                  </a:lnTo>
                  <a:lnTo>
                    <a:pt x="678" y="455"/>
                  </a:lnTo>
                  <a:lnTo>
                    <a:pt x="681" y="458"/>
                  </a:lnTo>
                  <a:lnTo>
                    <a:pt x="682" y="456"/>
                  </a:lnTo>
                  <a:lnTo>
                    <a:pt x="683" y="458"/>
                  </a:lnTo>
                  <a:lnTo>
                    <a:pt x="680" y="459"/>
                  </a:lnTo>
                  <a:lnTo>
                    <a:pt x="677" y="462"/>
                  </a:lnTo>
                  <a:lnTo>
                    <a:pt x="677" y="463"/>
                  </a:lnTo>
                  <a:lnTo>
                    <a:pt x="678" y="462"/>
                  </a:lnTo>
                  <a:lnTo>
                    <a:pt x="680" y="462"/>
                  </a:lnTo>
                  <a:lnTo>
                    <a:pt x="681" y="463"/>
                  </a:lnTo>
                  <a:lnTo>
                    <a:pt x="678" y="466"/>
                  </a:lnTo>
                  <a:lnTo>
                    <a:pt x="680" y="466"/>
                  </a:lnTo>
                  <a:lnTo>
                    <a:pt x="680" y="468"/>
                  </a:lnTo>
                  <a:lnTo>
                    <a:pt x="678" y="468"/>
                  </a:lnTo>
                  <a:lnTo>
                    <a:pt x="678" y="470"/>
                  </a:lnTo>
                  <a:lnTo>
                    <a:pt x="680" y="470"/>
                  </a:lnTo>
                  <a:lnTo>
                    <a:pt x="681" y="471"/>
                  </a:lnTo>
                  <a:lnTo>
                    <a:pt x="681" y="474"/>
                  </a:lnTo>
                  <a:lnTo>
                    <a:pt x="680" y="472"/>
                  </a:lnTo>
                  <a:lnTo>
                    <a:pt x="678" y="472"/>
                  </a:lnTo>
                  <a:lnTo>
                    <a:pt x="678" y="471"/>
                  </a:lnTo>
                  <a:lnTo>
                    <a:pt x="677" y="470"/>
                  </a:lnTo>
                  <a:lnTo>
                    <a:pt x="676" y="471"/>
                  </a:lnTo>
                  <a:lnTo>
                    <a:pt x="674" y="471"/>
                  </a:lnTo>
                  <a:lnTo>
                    <a:pt x="674" y="472"/>
                  </a:lnTo>
                  <a:lnTo>
                    <a:pt x="676" y="474"/>
                  </a:lnTo>
                  <a:lnTo>
                    <a:pt x="676" y="476"/>
                  </a:lnTo>
                  <a:lnTo>
                    <a:pt x="676" y="475"/>
                  </a:lnTo>
                  <a:lnTo>
                    <a:pt x="674" y="475"/>
                  </a:lnTo>
                  <a:lnTo>
                    <a:pt x="673" y="474"/>
                  </a:lnTo>
                  <a:lnTo>
                    <a:pt x="672" y="474"/>
                  </a:lnTo>
                  <a:lnTo>
                    <a:pt x="673" y="475"/>
                  </a:lnTo>
                  <a:lnTo>
                    <a:pt x="673" y="478"/>
                  </a:lnTo>
                  <a:lnTo>
                    <a:pt x="674" y="478"/>
                  </a:lnTo>
                  <a:lnTo>
                    <a:pt x="674" y="478"/>
                  </a:lnTo>
                  <a:lnTo>
                    <a:pt x="673" y="479"/>
                  </a:lnTo>
                  <a:lnTo>
                    <a:pt x="672" y="478"/>
                  </a:lnTo>
                  <a:lnTo>
                    <a:pt x="670" y="479"/>
                  </a:lnTo>
                  <a:lnTo>
                    <a:pt x="672" y="480"/>
                  </a:lnTo>
                  <a:lnTo>
                    <a:pt x="673" y="481"/>
                  </a:lnTo>
                  <a:lnTo>
                    <a:pt x="673" y="483"/>
                  </a:lnTo>
                  <a:lnTo>
                    <a:pt x="669" y="481"/>
                  </a:lnTo>
                  <a:lnTo>
                    <a:pt x="668" y="483"/>
                  </a:lnTo>
                  <a:lnTo>
                    <a:pt x="668" y="481"/>
                  </a:lnTo>
                  <a:lnTo>
                    <a:pt x="665" y="484"/>
                  </a:lnTo>
                  <a:lnTo>
                    <a:pt x="661" y="484"/>
                  </a:lnTo>
                  <a:lnTo>
                    <a:pt x="665" y="487"/>
                  </a:lnTo>
                  <a:lnTo>
                    <a:pt x="666" y="485"/>
                  </a:lnTo>
                  <a:lnTo>
                    <a:pt x="668" y="487"/>
                  </a:lnTo>
                  <a:lnTo>
                    <a:pt x="668" y="488"/>
                  </a:lnTo>
                  <a:lnTo>
                    <a:pt x="666" y="488"/>
                  </a:lnTo>
                  <a:lnTo>
                    <a:pt x="665" y="491"/>
                  </a:lnTo>
                  <a:lnTo>
                    <a:pt x="664" y="489"/>
                  </a:lnTo>
                  <a:lnTo>
                    <a:pt x="662" y="492"/>
                  </a:lnTo>
                  <a:lnTo>
                    <a:pt x="662" y="492"/>
                  </a:lnTo>
                  <a:lnTo>
                    <a:pt x="662" y="491"/>
                  </a:lnTo>
                  <a:lnTo>
                    <a:pt x="661" y="491"/>
                  </a:lnTo>
                  <a:lnTo>
                    <a:pt x="661" y="493"/>
                  </a:lnTo>
                  <a:lnTo>
                    <a:pt x="660" y="493"/>
                  </a:lnTo>
                  <a:lnTo>
                    <a:pt x="658" y="496"/>
                  </a:lnTo>
                  <a:lnTo>
                    <a:pt x="657" y="496"/>
                  </a:lnTo>
                  <a:lnTo>
                    <a:pt x="656" y="495"/>
                  </a:lnTo>
                  <a:lnTo>
                    <a:pt x="653" y="495"/>
                  </a:lnTo>
                  <a:lnTo>
                    <a:pt x="653" y="496"/>
                  </a:lnTo>
                  <a:lnTo>
                    <a:pt x="652" y="496"/>
                  </a:lnTo>
                  <a:lnTo>
                    <a:pt x="652" y="499"/>
                  </a:lnTo>
                  <a:lnTo>
                    <a:pt x="652" y="501"/>
                  </a:lnTo>
                  <a:lnTo>
                    <a:pt x="651" y="503"/>
                  </a:lnTo>
                  <a:lnTo>
                    <a:pt x="652" y="504"/>
                  </a:lnTo>
                  <a:lnTo>
                    <a:pt x="649" y="505"/>
                  </a:lnTo>
                  <a:lnTo>
                    <a:pt x="648" y="504"/>
                  </a:lnTo>
                  <a:lnTo>
                    <a:pt x="648" y="505"/>
                  </a:lnTo>
                  <a:lnTo>
                    <a:pt x="648" y="504"/>
                  </a:lnTo>
                  <a:lnTo>
                    <a:pt x="647" y="505"/>
                  </a:lnTo>
                  <a:lnTo>
                    <a:pt x="645" y="506"/>
                  </a:lnTo>
                  <a:lnTo>
                    <a:pt x="643" y="506"/>
                  </a:lnTo>
                  <a:lnTo>
                    <a:pt x="641" y="508"/>
                  </a:lnTo>
                  <a:lnTo>
                    <a:pt x="640" y="508"/>
                  </a:lnTo>
                  <a:lnTo>
                    <a:pt x="640" y="508"/>
                  </a:lnTo>
                  <a:lnTo>
                    <a:pt x="639" y="508"/>
                  </a:lnTo>
                  <a:lnTo>
                    <a:pt x="639" y="509"/>
                  </a:lnTo>
                  <a:lnTo>
                    <a:pt x="637" y="510"/>
                  </a:lnTo>
                  <a:lnTo>
                    <a:pt x="635" y="508"/>
                  </a:lnTo>
                  <a:lnTo>
                    <a:pt x="635" y="506"/>
                  </a:lnTo>
                  <a:lnTo>
                    <a:pt x="633" y="508"/>
                  </a:lnTo>
                  <a:lnTo>
                    <a:pt x="632" y="509"/>
                  </a:lnTo>
                  <a:lnTo>
                    <a:pt x="632" y="510"/>
                  </a:lnTo>
                  <a:lnTo>
                    <a:pt x="629" y="510"/>
                  </a:lnTo>
                  <a:lnTo>
                    <a:pt x="628" y="509"/>
                  </a:lnTo>
                  <a:lnTo>
                    <a:pt x="627" y="510"/>
                  </a:lnTo>
                  <a:lnTo>
                    <a:pt x="624" y="512"/>
                  </a:lnTo>
                  <a:lnTo>
                    <a:pt x="624" y="513"/>
                  </a:lnTo>
                  <a:lnTo>
                    <a:pt x="620" y="516"/>
                  </a:lnTo>
                  <a:lnTo>
                    <a:pt x="620" y="514"/>
                  </a:lnTo>
                  <a:lnTo>
                    <a:pt x="622" y="514"/>
                  </a:lnTo>
                  <a:lnTo>
                    <a:pt x="623" y="512"/>
                  </a:lnTo>
                  <a:lnTo>
                    <a:pt x="622" y="513"/>
                  </a:lnTo>
                  <a:lnTo>
                    <a:pt x="619" y="510"/>
                  </a:lnTo>
                  <a:lnTo>
                    <a:pt x="618" y="509"/>
                  </a:lnTo>
                  <a:lnTo>
                    <a:pt x="615" y="508"/>
                  </a:lnTo>
                  <a:lnTo>
                    <a:pt x="614" y="506"/>
                  </a:lnTo>
                  <a:lnTo>
                    <a:pt x="615" y="508"/>
                  </a:lnTo>
                  <a:lnTo>
                    <a:pt x="615" y="509"/>
                  </a:lnTo>
                  <a:lnTo>
                    <a:pt x="615" y="512"/>
                  </a:lnTo>
                  <a:lnTo>
                    <a:pt x="615" y="514"/>
                  </a:lnTo>
                  <a:lnTo>
                    <a:pt x="614" y="516"/>
                  </a:lnTo>
                  <a:lnTo>
                    <a:pt x="612" y="517"/>
                  </a:lnTo>
                  <a:lnTo>
                    <a:pt x="611" y="518"/>
                  </a:lnTo>
                  <a:lnTo>
                    <a:pt x="611" y="517"/>
                  </a:lnTo>
                  <a:lnTo>
                    <a:pt x="610" y="517"/>
                  </a:lnTo>
                  <a:lnTo>
                    <a:pt x="610" y="517"/>
                  </a:lnTo>
                  <a:lnTo>
                    <a:pt x="608" y="520"/>
                  </a:lnTo>
                  <a:lnTo>
                    <a:pt x="606" y="522"/>
                  </a:lnTo>
                  <a:lnTo>
                    <a:pt x="603" y="524"/>
                  </a:lnTo>
                  <a:lnTo>
                    <a:pt x="602" y="524"/>
                  </a:lnTo>
                  <a:lnTo>
                    <a:pt x="599" y="522"/>
                  </a:lnTo>
                  <a:lnTo>
                    <a:pt x="597" y="524"/>
                  </a:lnTo>
                  <a:lnTo>
                    <a:pt x="595" y="524"/>
                  </a:lnTo>
                  <a:lnTo>
                    <a:pt x="597" y="525"/>
                  </a:lnTo>
                  <a:lnTo>
                    <a:pt x="594" y="526"/>
                  </a:lnTo>
                  <a:lnTo>
                    <a:pt x="591" y="526"/>
                  </a:lnTo>
                  <a:lnTo>
                    <a:pt x="590" y="526"/>
                  </a:lnTo>
                  <a:lnTo>
                    <a:pt x="589" y="528"/>
                  </a:lnTo>
                  <a:lnTo>
                    <a:pt x="586" y="529"/>
                  </a:lnTo>
                  <a:lnTo>
                    <a:pt x="585" y="530"/>
                  </a:lnTo>
                  <a:lnTo>
                    <a:pt x="585" y="529"/>
                  </a:lnTo>
                  <a:lnTo>
                    <a:pt x="585" y="529"/>
                  </a:lnTo>
                  <a:lnTo>
                    <a:pt x="583" y="529"/>
                  </a:lnTo>
                  <a:lnTo>
                    <a:pt x="583" y="528"/>
                  </a:lnTo>
                  <a:lnTo>
                    <a:pt x="585" y="528"/>
                  </a:lnTo>
                  <a:lnTo>
                    <a:pt x="583" y="528"/>
                  </a:lnTo>
                  <a:lnTo>
                    <a:pt x="583" y="526"/>
                  </a:lnTo>
                  <a:lnTo>
                    <a:pt x="582" y="526"/>
                  </a:lnTo>
                  <a:lnTo>
                    <a:pt x="582" y="528"/>
                  </a:lnTo>
                  <a:lnTo>
                    <a:pt x="581" y="528"/>
                  </a:lnTo>
                  <a:lnTo>
                    <a:pt x="582" y="529"/>
                  </a:lnTo>
                  <a:lnTo>
                    <a:pt x="581" y="530"/>
                  </a:lnTo>
                  <a:lnTo>
                    <a:pt x="579" y="531"/>
                  </a:lnTo>
                  <a:lnTo>
                    <a:pt x="579" y="533"/>
                  </a:lnTo>
                  <a:lnTo>
                    <a:pt x="579" y="534"/>
                  </a:lnTo>
                  <a:lnTo>
                    <a:pt x="581" y="534"/>
                  </a:lnTo>
                  <a:lnTo>
                    <a:pt x="582" y="537"/>
                  </a:lnTo>
                  <a:lnTo>
                    <a:pt x="582" y="538"/>
                  </a:lnTo>
                  <a:lnTo>
                    <a:pt x="583" y="538"/>
                  </a:lnTo>
                  <a:lnTo>
                    <a:pt x="585" y="539"/>
                  </a:lnTo>
                  <a:lnTo>
                    <a:pt x="582" y="541"/>
                  </a:lnTo>
                  <a:lnTo>
                    <a:pt x="581" y="541"/>
                  </a:lnTo>
                  <a:lnTo>
                    <a:pt x="581" y="541"/>
                  </a:lnTo>
                  <a:lnTo>
                    <a:pt x="578" y="541"/>
                  </a:lnTo>
                  <a:lnTo>
                    <a:pt x="577" y="542"/>
                  </a:lnTo>
                  <a:lnTo>
                    <a:pt x="577" y="542"/>
                  </a:lnTo>
                  <a:lnTo>
                    <a:pt x="577" y="539"/>
                  </a:lnTo>
                  <a:lnTo>
                    <a:pt x="577" y="538"/>
                  </a:lnTo>
                  <a:lnTo>
                    <a:pt x="574" y="538"/>
                  </a:lnTo>
                  <a:lnTo>
                    <a:pt x="572" y="534"/>
                  </a:lnTo>
                  <a:lnTo>
                    <a:pt x="572" y="533"/>
                  </a:lnTo>
                  <a:lnTo>
                    <a:pt x="574" y="530"/>
                  </a:lnTo>
                  <a:lnTo>
                    <a:pt x="574" y="528"/>
                  </a:lnTo>
                  <a:lnTo>
                    <a:pt x="575" y="528"/>
                  </a:lnTo>
                  <a:lnTo>
                    <a:pt x="575" y="528"/>
                  </a:lnTo>
                  <a:lnTo>
                    <a:pt x="574" y="526"/>
                  </a:lnTo>
                  <a:lnTo>
                    <a:pt x="573" y="528"/>
                  </a:lnTo>
                  <a:lnTo>
                    <a:pt x="572" y="525"/>
                  </a:lnTo>
                  <a:lnTo>
                    <a:pt x="570" y="528"/>
                  </a:lnTo>
                  <a:lnTo>
                    <a:pt x="568" y="528"/>
                  </a:lnTo>
                  <a:lnTo>
                    <a:pt x="566" y="528"/>
                  </a:lnTo>
                  <a:lnTo>
                    <a:pt x="564" y="525"/>
                  </a:lnTo>
                  <a:lnTo>
                    <a:pt x="562" y="526"/>
                  </a:lnTo>
                  <a:lnTo>
                    <a:pt x="561" y="524"/>
                  </a:lnTo>
                  <a:lnTo>
                    <a:pt x="560" y="521"/>
                  </a:lnTo>
                  <a:lnTo>
                    <a:pt x="558" y="524"/>
                  </a:lnTo>
                  <a:lnTo>
                    <a:pt x="558" y="525"/>
                  </a:lnTo>
                  <a:lnTo>
                    <a:pt x="557" y="526"/>
                  </a:lnTo>
                  <a:lnTo>
                    <a:pt x="556" y="525"/>
                  </a:lnTo>
                  <a:lnTo>
                    <a:pt x="554" y="526"/>
                  </a:lnTo>
                  <a:lnTo>
                    <a:pt x="554" y="525"/>
                  </a:lnTo>
                  <a:lnTo>
                    <a:pt x="554" y="526"/>
                  </a:lnTo>
                  <a:lnTo>
                    <a:pt x="553" y="525"/>
                  </a:lnTo>
                  <a:lnTo>
                    <a:pt x="552" y="525"/>
                  </a:lnTo>
                  <a:lnTo>
                    <a:pt x="540" y="526"/>
                  </a:lnTo>
                  <a:lnTo>
                    <a:pt x="515" y="517"/>
                  </a:lnTo>
                  <a:lnTo>
                    <a:pt x="474" y="537"/>
                  </a:lnTo>
                  <a:lnTo>
                    <a:pt x="444" y="528"/>
                  </a:lnTo>
                  <a:lnTo>
                    <a:pt x="375" y="476"/>
                  </a:lnTo>
                  <a:lnTo>
                    <a:pt x="228" y="463"/>
                  </a:lnTo>
                  <a:lnTo>
                    <a:pt x="150" y="389"/>
                  </a:lnTo>
                  <a:lnTo>
                    <a:pt x="0" y="325"/>
                  </a:lnTo>
                  <a:lnTo>
                    <a:pt x="12" y="199"/>
                  </a:lnTo>
                  <a:lnTo>
                    <a:pt x="111" y="146"/>
                  </a:lnTo>
                  <a:lnTo>
                    <a:pt x="224" y="122"/>
                  </a:lnTo>
                  <a:lnTo>
                    <a:pt x="233" y="120"/>
                  </a:lnTo>
                  <a:lnTo>
                    <a:pt x="237" y="120"/>
                  </a:lnTo>
                  <a:lnTo>
                    <a:pt x="240" y="121"/>
                  </a:lnTo>
                  <a:lnTo>
                    <a:pt x="241" y="121"/>
                  </a:lnTo>
                  <a:lnTo>
                    <a:pt x="346" y="124"/>
                  </a:lnTo>
                  <a:lnTo>
                    <a:pt x="532" y="104"/>
                  </a:lnTo>
                  <a:lnTo>
                    <a:pt x="554" y="80"/>
                  </a:lnTo>
                  <a:lnTo>
                    <a:pt x="560" y="79"/>
                  </a:lnTo>
                  <a:lnTo>
                    <a:pt x="561" y="79"/>
                  </a:lnTo>
                  <a:lnTo>
                    <a:pt x="561" y="80"/>
                  </a:lnTo>
                  <a:lnTo>
                    <a:pt x="564" y="79"/>
                  </a:lnTo>
                  <a:lnTo>
                    <a:pt x="566" y="80"/>
                  </a:lnTo>
                  <a:lnTo>
                    <a:pt x="569" y="81"/>
                  </a:lnTo>
                  <a:lnTo>
                    <a:pt x="570" y="81"/>
                  </a:lnTo>
                  <a:lnTo>
                    <a:pt x="575" y="76"/>
                  </a:lnTo>
                  <a:lnTo>
                    <a:pt x="578" y="74"/>
                  </a:lnTo>
                  <a:lnTo>
                    <a:pt x="582" y="74"/>
                  </a:lnTo>
                  <a:lnTo>
                    <a:pt x="585" y="71"/>
                  </a:lnTo>
                  <a:lnTo>
                    <a:pt x="585" y="68"/>
                  </a:lnTo>
                  <a:lnTo>
                    <a:pt x="585" y="67"/>
                  </a:lnTo>
                  <a:lnTo>
                    <a:pt x="583" y="66"/>
                  </a:lnTo>
                  <a:lnTo>
                    <a:pt x="582" y="67"/>
                  </a:lnTo>
                  <a:lnTo>
                    <a:pt x="582" y="66"/>
                  </a:lnTo>
                  <a:lnTo>
                    <a:pt x="581" y="66"/>
                  </a:lnTo>
                  <a:lnTo>
                    <a:pt x="581" y="63"/>
                  </a:lnTo>
                  <a:lnTo>
                    <a:pt x="581" y="62"/>
                  </a:lnTo>
                  <a:lnTo>
                    <a:pt x="581" y="58"/>
                  </a:lnTo>
                  <a:lnTo>
                    <a:pt x="579" y="56"/>
                  </a:lnTo>
                  <a:lnTo>
                    <a:pt x="581" y="55"/>
                  </a:lnTo>
                  <a:lnTo>
                    <a:pt x="582" y="54"/>
                  </a:lnTo>
                  <a:lnTo>
                    <a:pt x="582" y="51"/>
                  </a:lnTo>
                  <a:lnTo>
                    <a:pt x="581" y="50"/>
                  </a:lnTo>
                  <a:lnTo>
                    <a:pt x="581" y="47"/>
                  </a:lnTo>
                  <a:lnTo>
                    <a:pt x="581" y="46"/>
                  </a:lnTo>
                  <a:lnTo>
                    <a:pt x="579" y="45"/>
                  </a:lnTo>
                  <a:lnTo>
                    <a:pt x="579" y="42"/>
                  </a:lnTo>
                  <a:lnTo>
                    <a:pt x="581" y="39"/>
                  </a:lnTo>
                  <a:lnTo>
                    <a:pt x="582" y="38"/>
                  </a:lnTo>
                  <a:lnTo>
                    <a:pt x="583" y="35"/>
                  </a:lnTo>
                  <a:lnTo>
                    <a:pt x="585" y="34"/>
                  </a:lnTo>
                  <a:lnTo>
                    <a:pt x="586" y="33"/>
                  </a:lnTo>
                  <a:lnTo>
                    <a:pt x="586" y="30"/>
                  </a:lnTo>
                  <a:lnTo>
                    <a:pt x="586" y="29"/>
                  </a:lnTo>
                  <a:lnTo>
                    <a:pt x="586" y="26"/>
                  </a:lnTo>
                  <a:lnTo>
                    <a:pt x="585" y="25"/>
                  </a:lnTo>
                  <a:lnTo>
                    <a:pt x="583" y="24"/>
                  </a:lnTo>
                  <a:lnTo>
                    <a:pt x="582" y="20"/>
                  </a:lnTo>
                  <a:lnTo>
                    <a:pt x="579" y="20"/>
                  </a:lnTo>
                  <a:lnTo>
                    <a:pt x="578" y="21"/>
                  </a:lnTo>
                  <a:lnTo>
                    <a:pt x="575" y="22"/>
                  </a:lnTo>
                  <a:lnTo>
                    <a:pt x="574" y="22"/>
                  </a:lnTo>
                  <a:lnTo>
                    <a:pt x="574" y="21"/>
                  </a:lnTo>
                  <a:lnTo>
                    <a:pt x="574" y="18"/>
                  </a:lnTo>
                  <a:lnTo>
                    <a:pt x="574" y="17"/>
                  </a:lnTo>
                  <a:lnTo>
                    <a:pt x="574" y="16"/>
                  </a:lnTo>
                  <a:lnTo>
                    <a:pt x="575" y="14"/>
                  </a:lnTo>
                  <a:lnTo>
                    <a:pt x="575" y="13"/>
                  </a:lnTo>
                  <a:lnTo>
                    <a:pt x="578" y="10"/>
                  </a:lnTo>
                  <a:lnTo>
                    <a:pt x="578" y="9"/>
                  </a:lnTo>
                  <a:lnTo>
                    <a:pt x="579" y="8"/>
                  </a:lnTo>
                  <a:lnTo>
                    <a:pt x="582" y="8"/>
                  </a:lnTo>
                  <a:lnTo>
                    <a:pt x="583" y="6"/>
                  </a:lnTo>
                  <a:lnTo>
                    <a:pt x="585" y="6"/>
                  </a:lnTo>
                  <a:lnTo>
                    <a:pt x="586" y="6"/>
                  </a:lnTo>
                  <a:lnTo>
                    <a:pt x="587" y="6"/>
                  </a:lnTo>
                  <a:lnTo>
                    <a:pt x="589" y="6"/>
                  </a:lnTo>
                  <a:lnTo>
                    <a:pt x="590" y="4"/>
                  </a:lnTo>
                  <a:lnTo>
                    <a:pt x="593" y="4"/>
                  </a:lnTo>
                  <a:lnTo>
                    <a:pt x="594" y="2"/>
                  </a:lnTo>
                  <a:lnTo>
                    <a:pt x="597" y="2"/>
                  </a:lnTo>
                  <a:lnTo>
                    <a:pt x="598" y="2"/>
                  </a:lnTo>
                  <a:lnTo>
                    <a:pt x="601" y="2"/>
                  </a:lnTo>
                  <a:lnTo>
                    <a:pt x="601" y="2"/>
                  </a:lnTo>
                  <a:lnTo>
                    <a:pt x="602" y="2"/>
                  </a:lnTo>
                  <a:lnTo>
                    <a:pt x="603" y="0"/>
                  </a:lnTo>
                  <a:lnTo>
                    <a:pt x="606" y="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9" name="Freeform 344">
              <a:extLst>
                <a:ext uri="{FF2B5EF4-FFF2-40B4-BE49-F238E27FC236}">
                  <a16:creationId xmlns:a16="http://schemas.microsoft.com/office/drawing/2014/main" id="{7AC29BEF-85D4-4EA3-9C46-6DFC724895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52550" y="392724"/>
              <a:ext cx="1191243" cy="2293297"/>
            </a:xfrm>
            <a:custGeom>
              <a:avLst/>
              <a:gdLst>
                <a:gd name="T0" fmla="*/ 4 w 187"/>
                <a:gd name="T1" fmla="*/ 357 h 360"/>
                <a:gd name="T2" fmla="*/ 46 w 187"/>
                <a:gd name="T3" fmla="*/ 324 h 360"/>
                <a:gd name="T4" fmla="*/ 54 w 187"/>
                <a:gd name="T5" fmla="*/ 306 h 360"/>
                <a:gd name="T6" fmla="*/ 55 w 187"/>
                <a:gd name="T7" fmla="*/ 299 h 360"/>
                <a:gd name="T8" fmla="*/ 67 w 187"/>
                <a:gd name="T9" fmla="*/ 266 h 360"/>
                <a:gd name="T10" fmla="*/ 70 w 187"/>
                <a:gd name="T11" fmla="*/ 264 h 360"/>
                <a:gd name="T12" fmla="*/ 54 w 187"/>
                <a:gd name="T13" fmla="*/ 233 h 360"/>
                <a:gd name="T14" fmla="*/ 51 w 187"/>
                <a:gd name="T15" fmla="*/ 232 h 360"/>
                <a:gd name="T16" fmla="*/ 39 w 187"/>
                <a:gd name="T17" fmla="*/ 227 h 360"/>
                <a:gd name="T18" fmla="*/ 42 w 187"/>
                <a:gd name="T19" fmla="*/ 222 h 360"/>
                <a:gd name="T20" fmla="*/ 103 w 187"/>
                <a:gd name="T21" fmla="*/ 207 h 360"/>
                <a:gd name="T22" fmla="*/ 85 w 187"/>
                <a:gd name="T23" fmla="*/ 220 h 360"/>
                <a:gd name="T24" fmla="*/ 79 w 187"/>
                <a:gd name="T25" fmla="*/ 220 h 360"/>
                <a:gd name="T26" fmla="*/ 87 w 187"/>
                <a:gd name="T27" fmla="*/ 208 h 360"/>
                <a:gd name="T28" fmla="*/ 103 w 187"/>
                <a:gd name="T29" fmla="*/ 198 h 360"/>
                <a:gd name="T30" fmla="*/ 76 w 187"/>
                <a:gd name="T31" fmla="*/ 174 h 360"/>
                <a:gd name="T32" fmla="*/ 129 w 187"/>
                <a:gd name="T33" fmla="*/ 133 h 360"/>
                <a:gd name="T34" fmla="*/ 128 w 187"/>
                <a:gd name="T35" fmla="*/ 139 h 360"/>
                <a:gd name="T36" fmla="*/ 147 w 187"/>
                <a:gd name="T37" fmla="*/ 79 h 360"/>
                <a:gd name="T38" fmla="*/ 163 w 187"/>
                <a:gd name="T39" fmla="*/ 111 h 360"/>
                <a:gd name="T40" fmla="*/ 164 w 187"/>
                <a:gd name="T41" fmla="*/ 129 h 360"/>
                <a:gd name="T42" fmla="*/ 162 w 187"/>
                <a:gd name="T43" fmla="*/ 166 h 360"/>
                <a:gd name="T44" fmla="*/ 158 w 187"/>
                <a:gd name="T45" fmla="*/ 189 h 360"/>
                <a:gd name="T46" fmla="*/ 153 w 187"/>
                <a:gd name="T47" fmla="*/ 181 h 360"/>
                <a:gd name="T48" fmla="*/ 141 w 187"/>
                <a:gd name="T49" fmla="*/ 190 h 360"/>
                <a:gd name="T50" fmla="*/ 129 w 187"/>
                <a:gd name="T51" fmla="*/ 193 h 360"/>
                <a:gd name="T52" fmla="*/ 120 w 187"/>
                <a:gd name="T53" fmla="*/ 194 h 360"/>
                <a:gd name="T54" fmla="*/ 118 w 187"/>
                <a:gd name="T55" fmla="*/ 207 h 360"/>
                <a:gd name="T56" fmla="*/ 105 w 187"/>
                <a:gd name="T57" fmla="*/ 202 h 360"/>
                <a:gd name="T58" fmla="*/ 92 w 187"/>
                <a:gd name="T59" fmla="*/ 200 h 360"/>
                <a:gd name="T60" fmla="*/ 74 w 187"/>
                <a:gd name="T61" fmla="*/ 206 h 360"/>
                <a:gd name="T62" fmla="*/ 66 w 187"/>
                <a:gd name="T63" fmla="*/ 214 h 360"/>
                <a:gd name="T64" fmla="*/ 74 w 187"/>
                <a:gd name="T65" fmla="*/ 224 h 360"/>
                <a:gd name="T66" fmla="*/ 68 w 187"/>
                <a:gd name="T67" fmla="*/ 248 h 360"/>
                <a:gd name="T68" fmla="*/ 64 w 187"/>
                <a:gd name="T69" fmla="*/ 245 h 360"/>
                <a:gd name="T70" fmla="*/ 59 w 187"/>
                <a:gd name="T71" fmla="*/ 249 h 360"/>
                <a:gd name="T72" fmla="*/ 52 w 187"/>
                <a:gd name="T73" fmla="*/ 222 h 360"/>
                <a:gd name="T74" fmla="*/ 51 w 187"/>
                <a:gd name="T75" fmla="*/ 228 h 360"/>
                <a:gd name="T76" fmla="*/ 49 w 187"/>
                <a:gd name="T77" fmla="*/ 227 h 360"/>
                <a:gd name="T78" fmla="*/ 56 w 187"/>
                <a:gd name="T79" fmla="*/ 211 h 360"/>
                <a:gd name="T80" fmla="*/ 67 w 187"/>
                <a:gd name="T81" fmla="*/ 195 h 360"/>
                <a:gd name="T82" fmla="*/ 92 w 187"/>
                <a:gd name="T83" fmla="*/ 181 h 360"/>
                <a:gd name="T84" fmla="*/ 108 w 187"/>
                <a:gd name="T85" fmla="*/ 179 h 360"/>
                <a:gd name="T86" fmla="*/ 113 w 187"/>
                <a:gd name="T87" fmla="*/ 161 h 360"/>
                <a:gd name="T88" fmla="*/ 114 w 187"/>
                <a:gd name="T89" fmla="*/ 153 h 360"/>
                <a:gd name="T90" fmla="*/ 135 w 187"/>
                <a:gd name="T91" fmla="*/ 139 h 360"/>
                <a:gd name="T92" fmla="*/ 133 w 187"/>
                <a:gd name="T93" fmla="*/ 102 h 360"/>
                <a:gd name="T94" fmla="*/ 135 w 187"/>
                <a:gd name="T95" fmla="*/ 82 h 360"/>
                <a:gd name="T96" fmla="*/ 145 w 187"/>
                <a:gd name="T97" fmla="*/ 83 h 360"/>
                <a:gd name="T98" fmla="*/ 120 w 187"/>
                <a:gd name="T99" fmla="*/ 62 h 360"/>
                <a:gd name="T100" fmla="*/ 139 w 187"/>
                <a:gd name="T101" fmla="*/ 6 h 360"/>
                <a:gd name="T102" fmla="*/ 167 w 187"/>
                <a:gd name="T103" fmla="*/ 25 h 360"/>
                <a:gd name="T104" fmla="*/ 179 w 187"/>
                <a:gd name="T105" fmla="*/ 31 h 360"/>
                <a:gd name="T106" fmla="*/ 184 w 187"/>
                <a:gd name="T107" fmla="*/ 37 h 360"/>
                <a:gd name="T108" fmla="*/ 166 w 187"/>
                <a:gd name="T109" fmla="*/ 48 h 360"/>
                <a:gd name="T110" fmla="*/ 149 w 187"/>
                <a:gd name="T111" fmla="*/ 53 h 360"/>
                <a:gd name="T112" fmla="*/ 129 w 187"/>
                <a:gd name="T113" fmla="*/ 58 h 360"/>
                <a:gd name="T114" fmla="*/ 137 w 187"/>
                <a:gd name="T115" fmla="*/ 69 h 360"/>
                <a:gd name="T116" fmla="*/ 124 w 187"/>
                <a:gd name="T117" fmla="*/ 62 h 360"/>
                <a:gd name="T118" fmla="*/ 128 w 187"/>
                <a:gd name="T119" fmla="*/ 47 h 360"/>
                <a:gd name="T120" fmla="*/ 135 w 187"/>
                <a:gd name="T121" fmla="*/ 39 h 360"/>
                <a:gd name="T122" fmla="*/ 133 w 187"/>
                <a:gd name="T123" fmla="*/ 18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360">
                  <a:moveTo>
                    <a:pt x="2" y="358"/>
                  </a:moveTo>
                  <a:lnTo>
                    <a:pt x="2" y="360"/>
                  </a:lnTo>
                  <a:lnTo>
                    <a:pt x="2" y="360"/>
                  </a:lnTo>
                  <a:lnTo>
                    <a:pt x="0" y="360"/>
                  </a:lnTo>
                  <a:lnTo>
                    <a:pt x="1" y="358"/>
                  </a:lnTo>
                  <a:lnTo>
                    <a:pt x="2" y="358"/>
                  </a:lnTo>
                  <a:close/>
                  <a:moveTo>
                    <a:pt x="5" y="356"/>
                  </a:moveTo>
                  <a:lnTo>
                    <a:pt x="6" y="357"/>
                  </a:lnTo>
                  <a:lnTo>
                    <a:pt x="6" y="360"/>
                  </a:lnTo>
                  <a:lnTo>
                    <a:pt x="5" y="358"/>
                  </a:lnTo>
                  <a:lnTo>
                    <a:pt x="4" y="357"/>
                  </a:lnTo>
                  <a:lnTo>
                    <a:pt x="5" y="356"/>
                  </a:lnTo>
                  <a:close/>
                  <a:moveTo>
                    <a:pt x="16" y="349"/>
                  </a:moveTo>
                  <a:lnTo>
                    <a:pt x="18" y="351"/>
                  </a:lnTo>
                  <a:lnTo>
                    <a:pt x="18" y="353"/>
                  </a:lnTo>
                  <a:lnTo>
                    <a:pt x="16" y="353"/>
                  </a:lnTo>
                  <a:lnTo>
                    <a:pt x="16" y="352"/>
                  </a:lnTo>
                  <a:lnTo>
                    <a:pt x="16" y="349"/>
                  </a:lnTo>
                  <a:close/>
                  <a:moveTo>
                    <a:pt x="46" y="319"/>
                  </a:moveTo>
                  <a:lnTo>
                    <a:pt x="46" y="320"/>
                  </a:lnTo>
                  <a:lnTo>
                    <a:pt x="46" y="323"/>
                  </a:lnTo>
                  <a:lnTo>
                    <a:pt x="46" y="324"/>
                  </a:lnTo>
                  <a:lnTo>
                    <a:pt x="42" y="326"/>
                  </a:lnTo>
                  <a:lnTo>
                    <a:pt x="42" y="328"/>
                  </a:lnTo>
                  <a:lnTo>
                    <a:pt x="41" y="328"/>
                  </a:lnTo>
                  <a:lnTo>
                    <a:pt x="41" y="326"/>
                  </a:lnTo>
                  <a:lnTo>
                    <a:pt x="42" y="324"/>
                  </a:lnTo>
                  <a:lnTo>
                    <a:pt x="43" y="323"/>
                  </a:lnTo>
                  <a:lnTo>
                    <a:pt x="42" y="322"/>
                  </a:lnTo>
                  <a:lnTo>
                    <a:pt x="45" y="320"/>
                  </a:lnTo>
                  <a:lnTo>
                    <a:pt x="46" y="319"/>
                  </a:lnTo>
                  <a:close/>
                  <a:moveTo>
                    <a:pt x="52" y="304"/>
                  </a:moveTo>
                  <a:lnTo>
                    <a:pt x="54" y="306"/>
                  </a:lnTo>
                  <a:lnTo>
                    <a:pt x="54" y="308"/>
                  </a:lnTo>
                  <a:lnTo>
                    <a:pt x="52" y="308"/>
                  </a:lnTo>
                  <a:lnTo>
                    <a:pt x="51" y="307"/>
                  </a:lnTo>
                  <a:lnTo>
                    <a:pt x="51" y="306"/>
                  </a:lnTo>
                  <a:lnTo>
                    <a:pt x="52" y="304"/>
                  </a:lnTo>
                  <a:close/>
                  <a:moveTo>
                    <a:pt x="60" y="294"/>
                  </a:moveTo>
                  <a:lnTo>
                    <a:pt x="59" y="297"/>
                  </a:lnTo>
                  <a:lnTo>
                    <a:pt x="58" y="298"/>
                  </a:lnTo>
                  <a:lnTo>
                    <a:pt x="58" y="299"/>
                  </a:lnTo>
                  <a:lnTo>
                    <a:pt x="56" y="301"/>
                  </a:lnTo>
                  <a:lnTo>
                    <a:pt x="55" y="299"/>
                  </a:lnTo>
                  <a:lnTo>
                    <a:pt x="54" y="299"/>
                  </a:lnTo>
                  <a:lnTo>
                    <a:pt x="54" y="299"/>
                  </a:lnTo>
                  <a:lnTo>
                    <a:pt x="54" y="298"/>
                  </a:lnTo>
                  <a:lnTo>
                    <a:pt x="56" y="297"/>
                  </a:lnTo>
                  <a:lnTo>
                    <a:pt x="56" y="297"/>
                  </a:lnTo>
                  <a:lnTo>
                    <a:pt x="58" y="295"/>
                  </a:lnTo>
                  <a:lnTo>
                    <a:pt x="59" y="295"/>
                  </a:lnTo>
                  <a:lnTo>
                    <a:pt x="59" y="295"/>
                  </a:lnTo>
                  <a:lnTo>
                    <a:pt x="60" y="294"/>
                  </a:lnTo>
                  <a:close/>
                  <a:moveTo>
                    <a:pt x="66" y="264"/>
                  </a:moveTo>
                  <a:lnTo>
                    <a:pt x="67" y="266"/>
                  </a:lnTo>
                  <a:lnTo>
                    <a:pt x="68" y="268"/>
                  </a:lnTo>
                  <a:lnTo>
                    <a:pt x="67" y="269"/>
                  </a:lnTo>
                  <a:lnTo>
                    <a:pt x="66" y="268"/>
                  </a:lnTo>
                  <a:lnTo>
                    <a:pt x="64" y="266"/>
                  </a:lnTo>
                  <a:lnTo>
                    <a:pt x="64" y="265"/>
                  </a:lnTo>
                  <a:lnTo>
                    <a:pt x="66" y="264"/>
                  </a:lnTo>
                  <a:close/>
                  <a:moveTo>
                    <a:pt x="70" y="258"/>
                  </a:moveTo>
                  <a:lnTo>
                    <a:pt x="71" y="258"/>
                  </a:lnTo>
                  <a:lnTo>
                    <a:pt x="71" y="261"/>
                  </a:lnTo>
                  <a:lnTo>
                    <a:pt x="70" y="262"/>
                  </a:lnTo>
                  <a:lnTo>
                    <a:pt x="70" y="264"/>
                  </a:lnTo>
                  <a:lnTo>
                    <a:pt x="70" y="260"/>
                  </a:lnTo>
                  <a:lnTo>
                    <a:pt x="70" y="258"/>
                  </a:lnTo>
                  <a:close/>
                  <a:moveTo>
                    <a:pt x="52" y="237"/>
                  </a:moveTo>
                  <a:lnTo>
                    <a:pt x="54" y="237"/>
                  </a:lnTo>
                  <a:lnTo>
                    <a:pt x="52" y="239"/>
                  </a:lnTo>
                  <a:lnTo>
                    <a:pt x="52" y="237"/>
                  </a:lnTo>
                  <a:lnTo>
                    <a:pt x="52" y="237"/>
                  </a:lnTo>
                  <a:close/>
                  <a:moveTo>
                    <a:pt x="55" y="232"/>
                  </a:moveTo>
                  <a:lnTo>
                    <a:pt x="55" y="232"/>
                  </a:lnTo>
                  <a:lnTo>
                    <a:pt x="55" y="233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5" y="232"/>
                  </a:lnTo>
                  <a:close/>
                  <a:moveTo>
                    <a:pt x="51" y="232"/>
                  </a:moveTo>
                  <a:lnTo>
                    <a:pt x="51" y="232"/>
                  </a:lnTo>
                  <a:lnTo>
                    <a:pt x="51" y="232"/>
                  </a:lnTo>
                  <a:lnTo>
                    <a:pt x="52" y="235"/>
                  </a:lnTo>
                  <a:lnTo>
                    <a:pt x="52" y="236"/>
                  </a:lnTo>
                  <a:lnTo>
                    <a:pt x="51" y="236"/>
                  </a:lnTo>
                  <a:lnTo>
                    <a:pt x="51" y="235"/>
                  </a:lnTo>
                  <a:lnTo>
                    <a:pt x="50" y="232"/>
                  </a:lnTo>
                  <a:lnTo>
                    <a:pt x="51" y="232"/>
                  </a:lnTo>
                  <a:close/>
                  <a:moveTo>
                    <a:pt x="37" y="228"/>
                  </a:moveTo>
                  <a:lnTo>
                    <a:pt x="37" y="229"/>
                  </a:lnTo>
                  <a:lnTo>
                    <a:pt x="38" y="229"/>
                  </a:lnTo>
                  <a:lnTo>
                    <a:pt x="39" y="232"/>
                  </a:lnTo>
                  <a:lnTo>
                    <a:pt x="38" y="233"/>
                  </a:lnTo>
                  <a:lnTo>
                    <a:pt x="37" y="232"/>
                  </a:lnTo>
                  <a:lnTo>
                    <a:pt x="35" y="229"/>
                  </a:lnTo>
                  <a:lnTo>
                    <a:pt x="35" y="228"/>
                  </a:lnTo>
                  <a:lnTo>
                    <a:pt x="37" y="228"/>
                  </a:lnTo>
                  <a:close/>
                  <a:moveTo>
                    <a:pt x="38" y="227"/>
                  </a:moveTo>
                  <a:lnTo>
                    <a:pt x="39" y="227"/>
                  </a:lnTo>
                  <a:lnTo>
                    <a:pt x="38" y="228"/>
                  </a:lnTo>
                  <a:lnTo>
                    <a:pt x="38" y="227"/>
                  </a:lnTo>
                  <a:close/>
                  <a:moveTo>
                    <a:pt x="41" y="226"/>
                  </a:moveTo>
                  <a:lnTo>
                    <a:pt x="41" y="226"/>
                  </a:lnTo>
                  <a:lnTo>
                    <a:pt x="39" y="226"/>
                  </a:lnTo>
                  <a:lnTo>
                    <a:pt x="41" y="226"/>
                  </a:lnTo>
                  <a:close/>
                  <a:moveTo>
                    <a:pt x="41" y="224"/>
                  </a:moveTo>
                  <a:lnTo>
                    <a:pt x="42" y="224"/>
                  </a:lnTo>
                  <a:lnTo>
                    <a:pt x="41" y="224"/>
                  </a:lnTo>
                  <a:lnTo>
                    <a:pt x="41" y="224"/>
                  </a:lnTo>
                  <a:close/>
                  <a:moveTo>
                    <a:pt x="42" y="222"/>
                  </a:moveTo>
                  <a:lnTo>
                    <a:pt x="43" y="223"/>
                  </a:lnTo>
                  <a:lnTo>
                    <a:pt x="42" y="223"/>
                  </a:lnTo>
                  <a:lnTo>
                    <a:pt x="41" y="223"/>
                  </a:lnTo>
                  <a:lnTo>
                    <a:pt x="41" y="222"/>
                  </a:lnTo>
                  <a:lnTo>
                    <a:pt x="42" y="222"/>
                  </a:lnTo>
                  <a:close/>
                  <a:moveTo>
                    <a:pt x="92" y="203"/>
                  </a:moveTo>
                  <a:lnTo>
                    <a:pt x="96" y="203"/>
                  </a:lnTo>
                  <a:lnTo>
                    <a:pt x="97" y="204"/>
                  </a:lnTo>
                  <a:lnTo>
                    <a:pt x="99" y="204"/>
                  </a:lnTo>
                  <a:lnTo>
                    <a:pt x="101" y="206"/>
                  </a:lnTo>
                  <a:lnTo>
                    <a:pt x="103" y="207"/>
                  </a:lnTo>
                  <a:lnTo>
                    <a:pt x="103" y="208"/>
                  </a:lnTo>
                  <a:lnTo>
                    <a:pt x="103" y="210"/>
                  </a:lnTo>
                  <a:lnTo>
                    <a:pt x="100" y="212"/>
                  </a:lnTo>
                  <a:lnTo>
                    <a:pt x="99" y="216"/>
                  </a:lnTo>
                  <a:lnTo>
                    <a:pt x="97" y="218"/>
                  </a:lnTo>
                  <a:lnTo>
                    <a:pt x="96" y="216"/>
                  </a:lnTo>
                  <a:lnTo>
                    <a:pt x="93" y="214"/>
                  </a:lnTo>
                  <a:lnTo>
                    <a:pt x="91" y="214"/>
                  </a:lnTo>
                  <a:lnTo>
                    <a:pt x="89" y="215"/>
                  </a:lnTo>
                  <a:lnTo>
                    <a:pt x="87" y="216"/>
                  </a:lnTo>
                  <a:lnTo>
                    <a:pt x="85" y="220"/>
                  </a:lnTo>
                  <a:lnTo>
                    <a:pt x="85" y="222"/>
                  </a:lnTo>
                  <a:lnTo>
                    <a:pt x="87" y="224"/>
                  </a:lnTo>
                  <a:lnTo>
                    <a:pt x="87" y="226"/>
                  </a:lnTo>
                  <a:lnTo>
                    <a:pt x="87" y="226"/>
                  </a:lnTo>
                  <a:lnTo>
                    <a:pt x="84" y="226"/>
                  </a:lnTo>
                  <a:lnTo>
                    <a:pt x="84" y="227"/>
                  </a:lnTo>
                  <a:lnTo>
                    <a:pt x="83" y="226"/>
                  </a:lnTo>
                  <a:lnTo>
                    <a:pt x="83" y="224"/>
                  </a:lnTo>
                  <a:lnTo>
                    <a:pt x="80" y="224"/>
                  </a:lnTo>
                  <a:lnTo>
                    <a:pt x="79" y="222"/>
                  </a:lnTo>
                  <a:lnTo>
                    <a:pt x="79" y="220"/>
                  </a:lnTo>
                  <a:lnTo>
                    <a:pt x="79" y="219"/>
                  </a:lnTo>
                  <a:lnTo>
                    <a:pt x="79" y="218"/>
                  </a:lnTo>
                  <a:lnTo>
                    <a:pt x="75" y="216"/>
                  </a:lnTo>
                  <a:lnTo>
                    <a:pt x="76" y="214"/>
                  </a:lnTo>
                  <a:lnTo>
                    <a:pt x="78" y="211"/>
                  </a:lnTo>
                  <a:lnTo>
                    <a:pt x="78" y="210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3" y="210"/>
                  </a:lnTo>
                  <a:lnTo>
                    <a:pt x="84" y="210"/>
                  </a:lnTo>
                  <a:lnTo>
                    <a:pt x="87" y="208"/>
                  </a:lnTo>
                  <a:lnTo>
                    <a:pt x="88" y="208"/>
                  </a:lnTo>
                  <a:lnTo>
                    <a:pt x="89" y="206"/>
                  </a:lnTo>
                  <a:lnTo>
                    <a:pt x="89" y="204"/>
                  </a:lnTo>
                  <a:lnTo>
                    <a:pt x="92" y="203"/>
                  </a:lnTo>
                  <a:close/>
                  <a:moveTo>
                    <a:pt x="96" y="199"/>
                  </a:moveTo>
                  <a:lnTo>
                    <a:pt x="97" y="199"/>
                  </a:lnTo>
                  <a:lnTo>
                    <a:pt x="97" y="200"/>
                  </a:lnTo>
                  <a:lnTo>
                    <a:pt x="96" y="202"/>
                  </a:lnTo>
                  <a:lnTo>
                    <a:pt x="93" y="200"/>
                  </a:lnTo>
                  <a:lnTo>
                    <a:pt x="96" y="199"/>
                  </a:lnTo>
                  <a:close/>
                  <a:moveTo>
                    <a:pt x="103" y="198"/>
                  </a:moveTo>
                  <a:lnTo>
                    <a:pt x="104" y="199"/>
                  </a:lnTo>
                  <a:lnTo>
                    <a:pt x="104" y="200"/>
                  </a:lnTo>
                  <a:lnTo>
                    <a:pt x="104" y="202"/>
                  </a:lnTo>
                  <a:lnTo>
                    <a:pt x="104" y="203"/>
                  </a:lnTo>
                  <a:lnTo>
                    <a:pt x="103" y="203"/>
                  </a:lnTo>
                  <a:lnTo>
                    <a:pt x="101" y="200"/>
                  </a:lnTo>
                  <a:lnTo>
                    <a:pt x="101" y="199"/>
                  </a:lnTo>
                  <a:lnTo>
                    <a:pt x="103" y="198"/>
                  </a:lnTo>
                  <a:lnTo>
                    <a:pt x="103" y="198"/>
                  </a:lnTo>
                  <a:close/>
                  <a:moveTo>
                    <a:pt x="75" y="173"/>
                  </a:moveTo>
                  <a:lnTo>
                    <a:pt x="76" y="174"/>
                  </a:lnTo>
                  <a:lnTo>
                    <a:pt x="75" y="175"/>
                  </a:lnTo>
                  <a:lnTo>
                    <a:pt x="75" y="174"/>
                  </a:lnTo>
                  <a:lnTo>
                    <a:pt x="75" y="173"/>
                  </a:lnTo>
                  <a:close/>
                  <a:moveTo>
                    <a:pt x="79" y="170"/>
                  </a:moveTo>
                  <a:lnTo>
                    <a:pt x="79" y="173"/>
                  </a:lnTo>
                  <a:lnTo>
                    <a:pt x="78" y="173"/>
                  </a:lnTo>
                  <a:lnTo>
                    <a:pt x="78" y="173"/>
                  </a:lnTo>
                  <a:lnTo>
                    <a:pt x="76" y="173"/>
                  </a:lnTo>
                  <a:lnTo>
                    <a:pt x="78" y="172"/>
                  </a:lnTo>
                  <a:lnTo>
                    <a:pt x="79" y="170"/>
                  </a:lnTo>
                  <a:close/>
                  <a:moveTo>
                    <a:pt x="129" y="133"/>
                  </a:moveTo>
                  <a:lnTo>
                    <a:pt x="129" y="135"/>
                  </a:lnTo>
                  <a:lnTo>
                    <a:pt x="129" y="136"/>
                  </a:lnTo>
                  <a:lnTo>
                    <a:pt x="132" y="137"/>
                  </a:lnTo>
                  <a:lnTo>
                    <a:pt x="132" y="139"/>
                  </a:lnTo>
                  <a:lnTo>
                    <a:pt x="130" y="141"/>
                  </a:lnTo>
                  <a:lnTo>
                    <a:pt x="129" y="143"/>
                  </a:lnTo>
                  <a:lnTo>
                    <a:pt x="129" y="143"/>
                  </a:lnTo>
                  <a:lnTo>
                    <a:pt x="129" y="140"/>
                  </a:lnTo>
                  <a:lnTo>
                    <a:pt x="129" y="139"/>
                  </a:lnTo>
                  <a:lnTo>
                    <a:pt x="129" y="139"/>
                  </a:lnTo>
                  <a:lnTo>
                    <a:pt x="128" y="139"/>
                  </a:lnTo>
                  <a:lnTo>
                    <a:pt x="128" y="137"/>
                  </a:lnTo>
                  <a:lnTo>
                    <a:pt x="129" y="133"/>
                  </a:lnTo>
                  <a:lnTo>
                    <a:pt x="129" y="133"/>
                  </a:lnTo>
                  <a:close/>
                  <a:moveTo>
                    <a:pt x="141" y="74"/>
                  </a:moveTo>
                  <a:lnTo>
                    <a:pt x="142" y="74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6" y="75"/>
                  </a:lnTo>
                  <a:lnTo>
                    <a:pt x="147" y="75"/>
                  </a:lnTo>
                  <a:lnTo>
                    <a:pt x="147" y="77"/>
                  </a:lnTo>
                  <a:lnTo>
                    <a:pt x="147" y="79"/>
                  </a:lnTo>
                  <a:lnTo>
                    <a:pt x="149" y="83"/>
                  </a:lnTo>
                  <a:lnTo>
                    <a:pt x="150" y="86"/>
                  </a:lnTo>
                  <a:lnTo>
                    <a:pt x="155" y="91"/>
                  </a:lnTo>
                  <a:lnTo>
                    <a:pt x="157" y="94"/>
                  </a:lnTo>
                  <a:lnTo>
                    <a:pt x="158" y="98"/>
                  </a:lnTo>
                  <a:lnTo>
                    <a:pt x="158" y="99"/>
                  </a:lnTo>
                  <a:lnTo>
                    <a:pt x="159" y="99"/>
                  </a:lnTo>
                  <a:lnTo>
                    <a:pt x="162" y="103"/>
                  </a:lnTo>
                  <a:lnTo>
                    <a:pt x="163" y="107"/>
                  </a:lnTo>
                  <a:lnTo>
                    <a:pt x="163" y="110"/>
                  </a:lnTo>
                  <a:lnTo>
                    <a:pt x="163" y="111"/>
                  </a:lnTo>
                  <a:lnTo>
                    <a:pt x="163" y="114"/>
                  </a:lnTo>
                  <a:lnTo>
                    <a:pt x="164" y="115"/>
                  </a:lnTo>
                  <a:lnTo>
                    <a:pt x="163" y="116"/>
                  </a:lnTo>
                  <a:lnTo>
                    <a:pt x="163" y="118"/>
                  </a:lnTo>
                  <a:lnTo>
                    <a:pt x="163" y="119"/>
                  </a:lnTo>
                  <a:lnTo>
                    <a:pt x="163" y="120"/>
                  </a:lnTo>
                  <a:lnTo>
                    <a:pt x="163" y="122"/>
                  </a:lnTo>
                  <a:lnTo>
                    <a:pt x="163" y="124"/>
                  </a:lnTo>
                  <a:lnTo>
                    <a:pt x="164" y="124"/>
                  </a:lnTo>
                  <a:lnTo>
                    <a:pt x="164" y="127"/>
                  </a:lnTo>
                  <a:lnTo>
                    <a:pt x="164" y="129"/>
                  </a:lnTo>
                  <a:lnTo>
                    <a:pt x="164" y="131"/>
                  </a:lnTo>
                  <a:lnTo>
                    <a:pt x="163" y="128"/>
                  </a:lnTo>
                  <a:lnTo>
                    <a:pt x="162" y="128"/>
                  </a:lnTo>
                  <a:lnTo>
                    <a:pt x="158" y="131"/>
                  </a:lnTo>
                  <a:lnTo>
                    <a:pt x="158" y="135"/>
                  </a:lnTo>
                  <a:lnTo>
                    <a:pt x="158" y="137"/>
                  </a:lnTo>
                  <a:lnTo>
                    <a:pt x="160" y="141"/>
                  </a:lnTo>
                  <a:lnTo>
                    <a:pt x="162" y="149"/>
                  </a:lnTo>
                  <a:lnTo>
                    <a:pt x="162" y="154"/>
                  </a:lnTo>
                  <a:lnTo>
                    <a:pt x="162" y="161"/>
                  </a:lnTo>
                  <a:lnTo>
                    <a:pt x="162" y="166"/>
                  </a:lnTo>
                  <a:lnTo>
                    <a:pt x="163" y="169"/>
                  </a:lnTo>
                  <a:lnTo>
                    <a:pt x="166" y="173"/>
                  </a:lnTo>
                  <a:lnTo>
                    <a:pt x="167" y="174"/>
                  </a:lnTo>
                  <a:lnTo>
                    <a:pt x="167" y="175"/>
                  </a:lnTo>
                  <a:lnTo>
                    <a:pt x="164" y="178"/>
                  </a:lnTo>
                  <a:lnTo>
                    <a:pt x="166" y="179"/>
                  </a:lnTo>
                  <a:lnTo>
                    <a:pt x="164" y="183"/>
                  </a:lnTo>
                  <a:lnTo>
                    <a:pt x="162" y="186"/>
                  </a:lnTo>
                  <a:lnTo>
                    <a:pt x="160" y="186"/>
                  </a:lnTo>
                  <a:lnTo>
                    <a:pt x="159" y="187"/>
                  </a:lnTo>
                  <a:lnTo>
                    <a:pt x="158" y="189"/>
                  </a:lnTo>
                  <a:lnTo>
                    <a:pt x="157" y="189"/>
                  </a:lnTo>
                  <a:lnTo>
                    <a:pt x="157" y="182"/>
                  </a:lnTo>
                  <a:lnTo>
                    <a:pt x="157" y="178"/>
                  </a:lnTo>
                  <a:lnTo>
                    <a:pt x="158" y="177"/>
                  </a:lnTo>
                  <a:lnTo>
                    <a:pt x="158" y="175"/>
                  </a:lnTo>
                  <a:lnTo>
                    <a:pt x="155" y="175"/>
                  </a:lnTo>
                  <a:lnTo>
                    <a:pt x="154" y="175"/>
                  </a:lnTo>
                  <a:lnTo>
                    <a:pt x="153" y="178"/>
                  </a:lnTo>
                  <a:lnTo>
                    <a:pt x="154" y="179"/>
                  </a:lnTo>
                  <a:lnTo>
                    <a:pt x="154" y="181"/>
                  </a:lnTo>
                  <a:lnTo>
                    <a:pt x="153" y="181"/>
                  </a:lnTo>
                  <a:lnTo>
                    <a:pt x="149" y="183"/>
                  </a:lnTo>
                  <a:lnTo>
                    <a:pt x="149" y="186"/>
                  </a:lnTo>
                  <a:lnTo>
                    <a:pt x="150" y="190"/>
                  </a:lnTo>
                  <a:lnTo>
                    <a:pt x="147" y="193"/>
                  </a:lnTo>
                  <a:lnTo>
                    <a:pt x="146" y="193"/>
                  </a:lnTo>
                  <a:lnTo>
                    <a:pt x="145" y="191"/>
                  </a:lnTo>
                  <a:lnTo>
                    <a:pt x="146" y="189"/>
                  </a:lnTo>
                  <a:lnTo>
                    <a:pt x="146" y="186"/>
                  </a:lnTo>
                  <a:lnTo>
                    <a:pt x="143" y="186"/>
                  </a:lnTo>
                  <a:lnTo>
                    <a:pt x="141" y="187"/>
                  </a:lnTo>
                  <a:lnTo>
                    <a:pt x="141" y="190"/>
                  </a:lnTo>
                  <a:lnTo>
                    <a:pt x="141" y="193"/>
                  </a:lnTo>
                  <a:lnTo>
                    <a:pt x="142" y="194"/>
                  </a:lnTo>
                  <a:lnTo>
                    <a:pt x="138" y="194"/>
                  </a:lnTo>
                  <a:lnTo>
                    <a:pt x="133" y="193"/>
                  </a:lnTo>
                  <a:lnTo>
                    <a:pt x="130" y="195"/>
                  </a:lnTo>
                  <a:lnTo>
                    <a:pt x="128" y="195"/>
                  </a:lnTo>
                  <a:lnTo>
                    <a:pt x="128" y="195"/>
                  </a:lnTo>
                  <a:lnTo>
                    <a:pt x="128" y="194"/>
                  </a:lnTo>
                  <a:lnTo>
                    <a:pt x="130" y="194"/>
                  </a:lnTo>
                  <a:lnTo>
                    <a:pt x="130" y="193"/>
                  </a:lnTo>
                  <a:lnTo>
                    <a:pt x="129" y="193"/>
                  </a:lnTo>
                  <a:lnTo>
                    <a:pt x="128" y="193"/>
                  </a:lnTo>
                  <a:lnTo>
                    <a:pt x="126" y="193"/>
                  </a:lnTo>
                  <a:lnTo>
                    <a:pt x="125" y="191"/>
                  </a:lnTo>
                  <a:lnTo>
                    <a:pt x="125" y="193"/>
                  </a:lnTo>
                  <a:lnTo>
                    <a:pt x="124" y="193"/>
                  </a:lnTo>
                  <a:lnTo>
                    <a:pt x="122" y="193"/>
                  </a:lnTo>
                  <a:lnTo>
                    <a:pt x="122" y="190"/>
                  </a:lnTo>
                  <a:lnTo>
                    <a:pt x="124" y="189"/>
                  </a:lnTo>
                  <a:lnTo>
                    <a:pt x="122" y="189"/>
                  </a:lnTo>
                  <a:lnTo>
                    <a:pt x="121" y="190"/>
                  </a:lnTo>
                  <a:lnTo>
                    <a:pt x="120" y="194"/>
                  </a:lnTo>
                  <a:lnTo>
                    <a:pt x="121" y="195"/>
                  </a:lnTo>
                  <a:lnTo>
                    <a:pt x="125" y="197"/>
                  </a:lnTo>
                  <a:lnTo>
                    <a:pt x="125" y="199"/>
                  </a:lnTo>
                  <a:lnTo>
                    <a:pt x="126" y="199"/>
                  </a:lnTo>
                  <a:lnTo>
                    <a:pt x="125" y="200"/>
                  </a:lnTo>
                  <a:lnTo>
                    <a:pt x="124" y="200"/>
                  </a:lnTo>
                  <a:lnTo>
                    <a:pt x="121" y="202"/>
                  </a:lnTo>
                  <a:lnTo>
                    <a:pt x="120" y="204"/>
                  </a:lnTo>
                  <a:lnTo>
                    <a:pt x="120" y="206"/>
                  </a:lnTo>
                  <a:lnTo>
                    <a:pt x="120" y="207"/>
                  </a:lnTo>
                  <a:lnTo>
                    <a:pt x="118" y="207"/>
                  </a:lnTo>
                  <a:lnTo>
                    <a:pt x="118" y="210"/>
                  </a:lnTo>
                  <a:lnTo>
                    <a:pt x="116" y="214"/>
                  </a:lnTo>
                  <a:lnTo>
                    <a:pt x="114" y="214"/>
                  </a:lnTo>
                  <a:lnTo>
                    <a:pt x="112" y="214"/>
                  </a:lnTo>
                  <a:lnTo>
                    <a:pt x="109" y="211"/>
                  </a:lnTo>
                  <a:lnTo>
                    <a:pt x="106" y="210"/>
                  </a:lnTo>
                  <a:lnTo>
                    <a:pt x="106" y="207"/>
                  </a:lnTo>
                  <a:lnTo>
                    <a:pt x="106" y="206"/>
                  </a:lnTo>
                  <a:lnTo>
                    <a:pt x="106" y="204"/>
                  </a:lnTo>
                  <a:lnTo>
                    <a:pt x="106" y="202"/>
                  </a:lnTo>
                  <a:lnTo>
                    <a:pt x="105" y="202"/>
                  </a:lnTo>
                  <a:lnTo>
                    <a:pt x="105" y="199"/>
                  </a:lnTo>
                  <a:lnTo>
                    <a:pt x="106" y="197"/>
                  </a:lnTo>
                  <a:lnTo>
                    <a:pt x="106" y="195"/>
                  </a:lnTo>
                  <a:lnTo>
                    <a:pt x="106" y="194"/>
                  </a:lnTo>
                  <a:lnTo>
                    <a:pt x="104" y="194"/>
                  </a:lnTo>
                  <a:lnTo>
                    <a:pt x="101" y="194"/>
                  </a:lnTo>
                  <a:lnTo>
                    <a:pt x="97" y="195"/>
                  </a:lnTo>
                  <a:lnTo>
                    <a:pt x="95" y="197"/>
                  </a:lnTo>
                  <a:lnTo>
                    <a:pt x="95" y="198"/>
                  </a:lnTo>
                  <a:lnTo>
                    <a:pt x="92" y="199"/>
                  </a:lnTo>
                  <a:lnTo>
                    <a:pt x="92" y="200"/>
                  </a:lnTo>
                  <a:lnTo>
                    <a:pt x="91" y="200"/>
                  </a:lnTo>
                  <a:lnTo>
                    <a:pt x="89" y="200"/>
                  </a:lnTo>
                  <a:lnTo>
                    <a:pt x="87" y="200"/>
                  </a:lnTo>
                  <a:lnTo>
                    <a:pt x="84" y="202"/>
                  </a:lnTo>
                  <a:lnTo>
                    <a:pt x="80" y="203"/>
                  </a:lnTo>
                  <a:lnTo>
                    <a:pt x="78" y="203"/>
                  </a:lnTo>
                  <a:lnTo>
                    <a:pt x="76" y="203"/>
                  </a:lnTo>
                  <a:lnTo>
                    <a:pt x="75" y="202"/>
                  </a:lnTo>
                  <a:lnTo>
                    <a:pt x="74" y="202"/>
                  </a:lnTo>
                  <a:lnTo>
                    <a:pt x="72" y="203"/>
                  </a:lnTo>
                  <a:lnTo>
                    <a:pt x="74" y="206"/>
                  </a:lnTo>
                  <a:lnTo>
                    <a:pt x="74" y="207"/>
                  </a:lnTo>
                  <a:lnTo>
                    <a:pt x="74" y="210"/>
                  </a:lnTo>
                  <a:lnTo>
                    <a:pt x="72" y="210"/>
                  </a:lnTo>
                  <a:lnTo>
                    <a:pt x="71" y="210"/>
                  </a:lnTo>
                  <a:lnTo>
                    <a:pt x="67" y="208"/>
                  </a:lnTo>
                  <a:lnTo>
                    <a:pt x="64" y="208"/>
                  </a:lnTo>
                  <a:lnTo>
                    <a:pt x="60" y="211"/>
                  </a:lnTo>
                  <a:lnTo>
                    <a:pt x="60" y="211"/>
                  </a:lnTo>
                  <a:lnTo>
                    <a:pt x="63" y="215"/>
                  </a:lnTo>
                  <a:lnTo>
                    <a:pt x="64" y="215"/>
                  </a:lnTo>
                  <a:lnTo>
                    <a:pt x="66" y="214"/>
                  </a:lnTo>
                  <a:lnTo>
                    <a:pt x="66" y="214"/>
                  </a:lnTo>
                  <a:lnTo>
                    <a:pt x="68" y="214"/>
                  </a:lnTo>
                  <a:lnTo>
                    <a:pt x="70" y="214"/>
                  </a:lnTo>
                  <a:lnTo>
                    <a:pt x="70" y="218"/>
                  </a:lnTo>
                  <a:lnTo>
                    <a:pt x="70" y="219"/>
                  </a:lnTo>
                  <a:lnTo>
                    <a:pt x="67" y="220"/>
                  </a:lnTo>
                  <a:lnTo>
                    <a:pt x="68" y="220"/>
                  </a:lnTo>
                  <a:lnTo>
                    <a:pt x="72" y="220"/>
                  </a:lnTo>
                  <a:lnTo>
                    <a:pt x="72" y="222"/>
                  </a:lnTo>
                  <a:lnTo>
                    <a:pt x="74" y="223"/>
                  </a:lnTo>
                  <a:lnTo>
                    <a:pt x="74" y="224"/>
                  </a:lnTo>
                  <a:lnTo>
                    <a:pt x="74" y="226"/>
                  </a:lnTo>
                  <a:lnTo>
                    <a:pt x="75" y="227"/>
                  </a:lnTo>
                  <a:lnTo>
                    <a:pt x="72" y="229"/>
                  </a:lnTo>
                  <a:lnTo>
                    <a:pt x="71" y="231"/>
                  </a:lnTo>
                  <a:lnTo>
                    <a:pt x="71" y="235"/>
                  </a:lnTo>
                  <a:lnTo>
                    <a:pt x="71" y="241"/>
                  </a:lnTo>
                  <a:lnTo>
                    <a:pt x="72" y="243"/>
                  </a:lnTo>
                  <a:lnTo>
                    <a:pt x="72" y="247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68" y="248"/>
                  </a:lnTo>
                  <a:lnTo>
                    <a:pt x="67" y="249"/>
                  </a:lnTo>
                  <a:lnTo>
                    <a:pt x="68" y="251"/>
                  </a:lnTo>
                  <a:lnTo>
                    <a:pt x="70" y="252"/>
                  </a:lnTo>
                  <a:lnTo>
                    <a:pt x="67" y="256"/>
                  </a:lnTo>
                  <a:lnTo>
                    <a:pt x="66" y="257"/>
                  </a:lnTo>
                  <a:lnTo>
                    <a:pt x="66" y="254"/>
                  </a:lnTo>
                  <a:lnTo>
                    <a:pt x="66" y="253"/>
                  </a:lnTo>
                  <a:lnTo>
                    <a:pt x="64" y="251"/>
                  </a:lnTo>
                  <a:lnTo>
                    <a:pt x="63" y="248"/>
                  </a:lnTo>
                  <a:lnTo>
                    <a:pt x="63" y="247"/>
                  </a:lnTo>
                  <a:lnTo>
                    <a:pt x="64" y="245"/>
                  </a:lnTo>
                  <a:lnTo>
                    <a:pt x="63" y="245"/>
                  </a:lnTo>
                  <a:lnTo>
                    <a:pt x="62" y="247"/>
                  </a:lnTo>
                  <a:lnTo>
                    <a:pt x="62" y="251"/>
                  </a:lnTo>
                  <a:lnTo>
                    <a:pt x="63" y="253"/>
                  </a:lnTo>
                  <a:lnTo>
                    <a:pt x="63" y="254"/>
                  </a:lnTo>
                  <a:lnTo>
                    <a:pt x="63" y="254"/>
                  </a:lnTo>
                  <a:lnTo>
                    <a:pt x="60" y="254"/>
                  </a:lnTo>
                  <a:lnTo>
                    <a:pt x="59" y="254"/>
                  </a:lnTo>
                  <a:lnTo>
                    <a:pt x="58" y="252"/>
                  </a:lnTo>
                  <a:lnTo>
                    <a:pt x="59" y="251"/>
                  </a:lnTo>
                  <a:lnTo>
                    <a:pt x="59" y="249"/>
                  </a:lnTo>
                  <a:lnTo>
                    <a:pt x="56" y="247"/>
                  </a:lnTo>
                  <a:lnTo>
                    <a:pt x="56" y="243"/>
                  </a:lnTo>
                  <a:lnTo>
                    <a:pt x="54" y="240"/>
                  </a:lnTo>
                  <a:lnTo>
                    <a:pt x="54" y="239"/>
                  </a:lnTo>
                  <a:lnTo>
                    <a:pt x="55" y="237"/>
                  </a:lnTo>
                  <a:lnTo>
                    <a:pt x="58" y="235"/>
                  </a:lnTo>
                  <a:lnTo>
                    <a:pt x="58" y="229"/>
                  </a:lnTo>
                  <a:lnTo>
                    <a:pt x="56" y="229"/>
                  </a:lnTo>
                  <a:lnTo>
                    <a:pt x="56" y="227"/>
                  </a:lnTo>
                  <a:lnTo>
                    <a:pt x="54" y="223"/>
                  </a:lnTo>
                  <a:lnTo>
                    <a:pt x="52" y="222"/>
                  </a:lnTo>
                  <a:lnTo>
                    <a:pt x="51" y="223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7"/>
                  </a:lnTo>
                  <a:lnTo>
                    <a:pt x="52" y="227"/>
                  </a:lnTo>
                  <a:lnTo>
                    <a:pt x="54" y="228"/>
                  </a:lnTo>
                  <a:lnTo>
                    <a:pt x="54" y="229"/>
                  </a:lnTo>
                  <a:lnTo>
                    <a:pt x="52" y="231"/>
                  </a:lnTo>
                  <a:lnTo>
                    <a:pt x="51" y="229"/>
                  </a:lnTo>
                  <a:lnTo>
                    <a:pt x="52" y="229"/>
                  </a:lnTo>
                  <a:lnTo>
                    <a:pt x="51" y="228"/>
                  </a:lnTo>
                  <a:lnTo>
                    <a:pt x="50" y="229"/>
                  </a:lnTo>
                  <a:lnTo>
                    <a:pt x="49" y="231"/>
                  </a:lnTo>
                  <a:lnTo>
                    <a:pt x="47" y="231"/>
                  </a:lnTo>
                  <a:lnTo>
                    <a:pt x="49" y="229"/>
                  </a:lnTo>
                  <a:lnTo>
                    <a:pt x="49" y="228"/>
                  </a:lnTo>
                  <a:lnTo>
                    <a:pt x="47" y="228"/>
                  </a:lnTo>
                  <a:lnTo>
                    <a:pt x="46" y="226"/>
                  </a:lnTo>
                  <a:lnTo>
                    <a:pt x="47" y="224"/>
                  </a:lnTo>
                  <a:lnTo>
                    <a:pt x="47" y="226"/>
                  </a:lnTo>
                  <a:lnTo>
                    <a:pt x="49" y="227"/>
                  </a:lnTo>
                  <a:lnTo>
                    <a:pt x="49" y="227"/>
                  </a:lnTo>
                  <a:lnTo>
                    <a:pt x="47" y="223"/>
                  </a:lnTo>
                  <a:lnTo>
                    <a:pt x="47" y="222"/>
                  </a:lnTo>
                  <a:lnTo>
                    <a:pt x="46" y="222"/>
                  </a:lnTo>
                  <a:lnTo>
                    <a:pt x="45" y="222"/>
                  </a:lnTo>
                  <a:lnTo>
                    <a:pt x="47" y="220"/>
                  </a:lnTo>
                  <a:lnTo>
                    <a:pt x="49" y="220"/>
                  </a:lnTo>
                  <a:lnTo>
                    <a:pt x="50" y="218"/>
                  </a:lnTo>
                  <a:lnTo>
                    <a:pt x="52" y="216"/>
                  </a:lnTo>
                  <a:lnTo>
                    <a:pt x="54" y="215"/>
                  </a:lnTo>
                  <a:lnTo>
                    <a:pt x="54" y="214"/>
                  </a:lnTo>
                  <a:lnTo>
                    <a:pt x="56" y="211"/>
                  </a:lnTo>
                  <a:lnTo>
                    <a:pt x="59" y="211"/>
                  </a:lnTo>
                  <a:lnTo>
                    <a:pt x="59" y="210"/>
                  </a:lnTo>
                  <a:lnTo>
                    <a:pt x="59" y="208"/>
                  </a:lnTo>
                  <a:lnTo>
                    <a:pt x="58" y="208"/>
                  </a:lnTo>
                  <a:lnTo>
                    <a:pt x="56" y="204"/>
                  </a:lnTo>
                  <a:lnTo>
                    <a:pt x="58" y="203"/>
                  </a:lnTo>
                  <a:lnTo>
                    <a:pt x="62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6" y="197"/>
                  </a:lnTo>
                  <a:lnTo>
                    <a:pt x="67" y="195"/>
                  </a:lnTo>
                  <a:lnTo>
                    <a:pt x="71" y="191"/>
                  </a:lnTo>
                  <a:lnTo>
                    <a:pt x="71" y="190"/>
                  </a:lnTo>
                  <a:lnTo>
                    <a:pt x="72" y="189"/>
                  </a:lnTo>
                  <a:lnTo>
                    <a:pt x="74" y="186"/>
                  </a:lnTo>
                  <a:lnTo>
                    <a:pt x="78" y="183"/>
                  </a:lnTo>
                  <a:lnTo>
                    <a:pt x="80" y="183"/>
                  </a:lnTo>
                  <a:lnTo>
                    <a:pt x="81" y="183"/>
                  </a:lnTo>
                  <a:lnTo>
                    <a:pt x="84" y="182"/>
                  </a:lnTo>
                  <a:lnTo>
                    <a:pt x="87" y="182"/>
                  </a:lnTo>
                  <a:lnTo>
                    <a:pt x="89" y="181"/>
                  </a:lnTo>
                  <a:lnTo>
                    <a:pt x="92" y="181"/>
                  </a:lnTo>
                  <a:lnTo>
                    <a:pt x="97" y="178"/>
                  </a:lnTo>
                  <a:lnTo>
                    <a:pt x="99" y="179"/>
                  </a:lnTo>
                  <a:lnTo>
                    <a:pt x="100" y="179"/>
                  </a:lnTo>
                  <a:lnTo>
                    <a:pt x="101" y="178"/>
                  </a:lnTo>
                  <a:lnTo>
                    <a:pt x="103" y="178"/>
                  </a:lnTo>
                  <a:lnTo>
                    <a:pt x="103" y="181"/>
                  </a:lnTo>
                  <a:lnTo>
                    <a:pt x="104" y="181"/>
                  </a:lnTo>
                  <a:lnTo>
                    <a:pt x="105" y="179"/>
                  </a:lnTo>
                  <a:lnTo>
                    <a:pt x="106" y="181"/>
                  </a:lnTo>
                  <a:lnTo>
                    <a:pt x="108" y="179"/>
                  </a:lnTo>
                  <a:lnTo>
                    <a:pt x="108" y="179"/>
                  </a:lnTo>
                  <a:lnTo>
                    <a:pt x="109" y="179"/>
                  </a:lnTo>
                  <a:lnTo>
                    <a:pt x="109" y="177"/>
                  </a:lnTo>
                  <a:lnTo>
                    <a:pt x="109" y="177"/>
                  </a:lnTo>
                  <a:lnTo>
                    <a:pt x="109" y="175"/>
                  </a:lnTo>
                  <a:lnTo>
                    <a:pt x="109" y="174"/>
                  </a:lnTo>
                  <a:lnTo>
                    <a:pt x="108" y="173"/>
                  </a:lnTo>
                  <a:lnTo>
                    <a:pt x="109" y="169"/>
                  </a:lnTo>
                  <a:lnTo>
                    <a:pt x="109" y="168"/>
                  </a:lnTo>
                  <a:lnTo>
                    <a:pt x="109" y="166"/>
                  </a:lnTo>
                  <a:lnTo>
                    <a:pt x="112" y="164"/>
                  </a:lnTo>
                  <a:lnTo>
                    <a:pt x="113" y="161"/>
                  </a:lnTo>
                  <a:lnTo>
                    <a:pt x="112" y="156"/>
                  </a:lnTo>
                  <a:lnTo>
                    <a:pt x="110" y="153"/>
                  </a:lnTo>
                  <a:lnTo>
                    <a:pt x="112" y="150"/>
                  </a:lnTo>
                  <a:lnTo>
                    <a:pt x="113" y="149"/>
                  </a:lnTo>
                  <a:lnTo>
                    <a:pt x="116" y="148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9"/>
                  </a:lnTo>
                  <a:lnTo>
                    <a:pt x="117" y="150"/>
                  </a:lnTo>
                  <a:lnTo>
                    <a:pt x="116" y="152"/>
                  </a:lnTo>
                  <a:lnTo>
                    <a:pt x="114" y="153"/>
                  </a:lnTo>
                  <a:lnTo>
                    <a:pt x="114" y="154"/>
                  </a:lnTo>
                  <a:lnTo>
                    <a:pt x="117" y="157"/>
                  </a:lnTo>
                  <a:lnTo>
                    <a:pt x="121" y="160"/>
                  </a:lnTo>
                  <a:lnTo>
                    <a:pt x="121" y="157"/>
                  </a:lnTo>
                  <a:lnTo>
                    <a:pt x="124" y="156"/>
                  </a:lnTo>
                  <a:lnTo>
                    <a:pt x="129" y="153"/>
                  </a:lnTo>
                  <a:lnTo>
                    <a:pt x="133" y="150"/>
                  </a:lnTo>
                  <a:lnTo>
                    <a:pt x="133" y="148"/>
                  </a:lnTo>
                  <a:lnTo>
                    <a:pt x="134" y="145"/>
                  </a:lnTo>
                  <a:lnTo>
                    <a:pt x="134" y="141"/>
                  </a:lnTo>
                  <a:lnTo>
                    <a:pt x="135" y="139"/>
                  </a:lnTo>
                  <a:lnTo>
                    <a:pt x="138" y="136"/>
                  </a:lnTo>
                  <a:lnTo>
                    <a:pt x="139" y="133"/>
                  </a:lnTo>
                  <a:lnTo>
                    <a:pt x="138" y="129"/>
                  </a:lnTo>
                  <a:lnTo>
                    <a:pt x="141" y="122"/>
                  </a:lnTo>
                  <a:lnTo>
                    <a:pt x="141" y="116"/>
                  </a:lnTo>
                  <a:lnTo>
                    <a:pt x="141" y="112"/>
                  </a:lnTo>
                  <a:lnTo>
                    <a:pt x="139" y="107"/>
                  </a:lnTo>
                  <a:lnTo>
                    <a:pt x="138" y="102"/>
                  </a:lnTo>
                  <a:lnTo>
                    <a:pt x="135" y="103"/>
                  </a:lnTo>
                  <a:lnTo>
                    <a:pt x="134" y="104"/>
                  </a:lnTo>
                  <a:lnTo>
                    <a:pt x="133" y="102"/>
                  </a:lnTo>
                  <a:lnTo>
                    <a:pt x="133" y="100"/>
                  </a:lnTo>
                  <a:lnTo>
                    <a:pt x="134" y="100"/>
                  </a:lnTo>
                  <a:lnTo>
                    <a:pt x="137" y="100"/>
                  </a:lnTo>
                  <a:lnTo>
                    <a:pt x="137" y="97"/>
                  </a:lnTo>
                  <a:lnTo>
                    <a:pt x="137" y="95"/>
                  </a:lnTo>
                  <a:lnTo>
                    <a:pt x="133" y="93"/>
                  </a:lnTo>
                  <a:lnTo>
                    <a:pt x="133" y="90"/>
                  </a:lnTo>
                  <a:lnTo>
                    <a:pt x="135" y="89"/>
                  </a:lnTo>
                  <a:lnTo>
                    <a:pt x="137" y="87"/>
                  </a:lnTo>
                  <a:lnTo>
                    <a:pt x="137" y="86"/>
                  </a:lnTo>
                  <a:lnTo>
                    <a:pt x="135" y="82"/>
                  </a:lnTo>
                  <a:lnTo>
                    <a:pt x="135" y="81"/>
                  </a:lnTo>
                  <a:lnTo>
                    <a:pt x="137" y="81"/>
                  </a:lnTo>
                  <a:lnTo>
                    <a:pt x="138" y="81"/>
                  </a:lnTo>
                  <a:lnTo>
                    <a:pt x="139" y="82"/>
                  </a:lnTo>
                  <a:lnTo>
                    <a:pt x="139" y="85"/>
                  </a:lnTo>
                  <a:lnTo>
                    <a:pt x="139" y="86"/>
                  </a:lnTo>
                  <a:lnTo>
                    <a:pt x="142" y="87"/>
                  </a:lnTo>
                  <a:lnTo>
                    <a:pt x="143" y="86"/>
                  </a:lnTo>
                  <a:lnTo>
                    <a:pt x="142" y="83"/>
                  </a:lnTo>
                  <a:lnTo>
                    <a:pt x="142" y="83"/>
                  </a:lnTo>
                  <a:lnTo>
                    <a:pt x="145" y="83"/>
                  </a:lnTo>
                  <a:lnTo>
                    <a:pt x="146" y="83"/>
                  </a:lnTo>
                  <a:lnTo>
                    <a:pt x="146" y="81"/>
                  </a:lnTo>
                  <a:lnTo>
                    <a:pt x="145" y="78"/>
                  </a:lnTo>
                  <a:lnTo>
                    <a:pt x="142" y="81"/>
                  </a:lnTo>
                  <a:lnTo>
                    <a:pt x="142" y="81"/>
                  </a:lnTo>
                  <a:lnTo>
                    <a:pt x="141" y="79"/>
                  </a:lnTo>
                  <a:lnTo>
                    <a:pt x="141" y="78"/>
                  </a:lnTo>
                  <a:lnTo>
                    <a:pt x="142" y="75"/>
                  </a:lnTo>
                  <a:lnTo>
                    <a:pt x="141" y="74"/>
                  </a:lnTo>
                  <a:close/>
                  <a:moveTo>
                    <a:pt x="120" y="60"/>
                  </a:moveTo>
                  <a:lnTo>
                    <a:pt x="120" y="62"/>
                  </a:lnTo>
                  <a:lnTo>
                    <a:pt x="120" y="64"/>
                  </a:lnTo>
                  <a:lnTo>
                    <a:pt x="118" y="65"/>
                  </a:lnTo>
                  <a:lnTo>
                    <a:pt x="117" y="64"/>
                  </a:lnTo>
                  <a:lnTo>
                    <a:pt x="117" y="62"/>
                  </a:lnTo>
                  <a:lnTo>
                    <a:pt x="118" y="61"/>
                  </a:lnTo>
                  <a:lnTo>
                    <a:pt x="120" y="60"/>
                  </a:lnTo>
                  <a:close/>
                  <a:moveTo>
                    <a:pt x="129" y="0"/>
                  </a:moveTo>
                  <a:lnTo>
                    <a:pt x="132" y="0"/>
                  </a:lnTo>
                  <a:lnTo>
                    <a:pt x="133" y="3"/>
                  </a:lnTo>
                  <a:lnTo>
                    <a:pt x="137" y="6"/>
                  </a:lnTo>
                  <a:lnTo>
                    <a:pt x="139" y="6"/>
                  </a:lnTo>
                  <a:lnTo>
                    <a:pt x="142" y="10"/>
                  </a:lnTo>
                  <a:lnTo>
                    <a:pt x="147" y="15"/>
                  </a:lnTo>
                  <a:lnTo>
                    <a:pt x="150" y="16"/>
                  </a:lnTo>
                  <a:lnTo>
                    <a:pt x="151" y="19"/>
                  </a:lnTo>
                  <a:lnTo>
                    <a:pt x="153" y="19"/>
                  </a:lnTo>
                  <a:lnTo>
                    <a:pt x="155" y="22"/>
                  </a:lnTo>
                  <a:lnTo>
                    <a:pt x="159" y="23"/>
                  </a:lnTo>
                  <a:lnTo>
                    <a:pt x="162" y="23"/>
                  </a:lnTo>
                  <a:lnTo>
                    <a:pt x="164" y="25"/>
                  </a:lnTo>
                  <a:lnTo>
                    <a:pt x="166" y="25"/>
                  </a:lnTo>
                  <a:lnTo>
                    <a:pt x="167" y="25"/>
                  </a:lnTo>
                  <a:lnTo>
                    <a:pt x="170" y="25"/>
                  </a:lnTo>
                  <a:lnTo>
                    <a:pt x="174" y="23"/>
                  </a:lnTo>
                  <a:lnTo>
                    <a:pt x="175" y="20"/>
                  </a:lnTo>
                  <a:lnTo>
                    <a:pt x="176" y="18"/>
                  </a:lnTo>
                  <a:lnTo>
                    <a:pt x="176" y="18"/>
                  </a:lnTo>
                  <a:lnTo>
                    <a:pt x="176" y="19"/>
                  </a:lnTo>
                  <a:lnTo>
                    <a:pt x="176" y="20"/>
                  </a:lnTo>
                  <a:lnTo>
                    <a:pt x="176" y="24"/>
                  </a:lnTo>
                  <a:lnTo>
                    <a:pt x="176" y="27"/>
                  </a:lnTo>
                  <a:lnTo>
                    <a:pt x="176" y="28"/>
                  </a:lnTo>
                  <a:lnTo>
                    <a:pt x="179" y="31"/>
                  </a:lnTo>
                  <a:lnTo>
                    <a:pt x="182" y="32"/>
                  </a:lnTo>
                  <a:lnTo>
                    <a:pt x="182" y="35"/>
                  </a:lnTo>
                  <a:lnTo>
                    <a:pt x="182" y="36"/>
                  </a:lnTo>
                  <a:lnTo>
                    <a:pt x="183" y="36"/>
                  </a:lnTo>
                  <a:lnTo>
                    <a:pt x="184" y="33"/>
                  </a:lnTo>
                  <a:lnTo>
                    <a:pt x="185" y="32"/>
                  </a:lnTo>
                  <a:lnTo>
                    <a:pt x="187" y="32"/>
                  </a:lnTo>
                  <a:lnTo>
                    <a:pt x="187" y="33"/>
                  </a:lnTo>
                  <a:lnTo>
                    <a:pt x="185" y="35"/>
                  </a:lnTo>
                  <a:lnTo>
                    <a:pt x="185" y="36"/>
                  </a:lnTo>
                  <a:lnTo>
                    <a:pt x="184" y="37"/>
                  </a:lnTo>
                  <a:lnTo>
                    <a:pt x="182" y="39"/>
                  </a:lnTo>
                  <a:lnTo>
                    <a:pt x="182" y="40"/>
                  </a:lnTo>
                  <a:lnTo>
                    <a:pt x="180" y="41"/>
                  </a:lnTo>
                  <a:lnTo>
                    <a:pt x="179" y="41"/>
                  </a:lnTo>
                  <a:lnTo>
                    <a:pt x="178" y="41"/>
                  </a:lnTo>
                  <a:lnTo>
                    <a:pt x="176" y="43"/>
                  </a:lnTo>
                  <a:lnTo>
                    <a:pt x="176" y="44"/>
                  </a:lnTo>
                  <a:lnTo>
                    <a:pt x="174" y="44"/>
                  </a:lnTo>
                  <a:lnTo>
                    <a:pt x="171" y="43"/>
                  </a:lnTo>
                  <a:lnTo>
                    <a:pt x="170" y="44"/>
                  </a:lnTo>
                  <a:lnTo>
                    <a:pt x="166" y="48"/>
                  </a:lnTo>
                  <a:lnTo>
                    <a:pt x="164" y="53"/>
                  </a:lnTo>
                  <a:lnTo>
                    <a:pt x="164" y="57"/>
                  </a:lnTo>
                  <a:lnTo>
                    <a:pt x="164" y="60"/>
                  </a:lnTo>
                  <a:lnTo>
                    <a:pt x="164" y="61"/>
                  </a:lnTo>
                  <a:lnTo>
                    <a:pt x="164" y="64"/>
                  </a:lnTo>
                  <a:lnTo>
                    <a:pt x="163" y="62"/>
                  </a:lnTo>
                  <a:lnTo>
                    <a:pt x="162" y="61"/>
                  </a:lnTo>
                  <a:lnTo>
                    <a:pt x="158" y="60"/>
                  </a:lnTo>
                  <a:lnTo>
                    <a:pt x="154" y="58"/>
                  </a:lnTo>
                  <a:lnTo>
                    <a:pt x="151" y="54"/>
                  </a:lnTo>
                  <a:lnTo>
                    <a:pt x="149" y="53"/>
                  </a:lnTo>
                  <a:lnTo>
                    <a:pt x="147" y="53"/>
                  </a:lnTo>
                  <a:lnTo>
                    <a:pt x="145" y="53"/>
                  </a:lnTo>
                  <a:lnTo>
                    <a:pt x="145" y="52"/>
                  </a:lnTo>
                  <a:lnTo>
                    <a:pt x="142" y="52"/>
                  </a:lnTo>
                  <a:lnTo>
                    <a:pt x="139" y="53"/>
                  </a:lnTo>
                  <a:lnTo>
                    <a:pt x="137" y="57"/>
                  </a:lnTo>
                  <a:lnTo>
                    <a:pt x="135" y="57"/>
                  </a:lnTo>
                  <a:lnTo>
                    <a:pt x="133" y="54"/>
                  </a:lnTo>
                  <a:lnTo>
                    <a:pt x="130" y="54"/>
                  </a:lnTo>
                  <a:lnTo>
                    <a:pt x="129" y="56"/>
                  </a:lnTo>
                  <a:lnTo>
                    <a:pt x="129" y="58"/>
                  </a:lnTo>
                  <a:lnTo>
                    <a:pt x="130" y="61"/>
                  </a:lnTo>
                  <a:lnTo>
                    <a:pt x="133" y="62"/>
                  </a:lnTo>
                  <a:lnTo>
                    <a:pt x="135" y="61"/>
                  </a:lnTo>
                  <a:lnTo>
                    <a:pt x="138" y="65"/>
                  </a:lnTo>
                  <a:lnTo>
                    <a:pt x="141" y="65"/>
                  </a:lnTo>
                  <a:lnTo>
                    <a:pt x="143" y="65"/>
                  </a:lnTo>
                  <a:lnTo>
                    <a:pt x="145" y="66"/>
                  </a:lnTo>
                  <a:lnTo>
                    <a:pt x="142" y="69"/>
                  </a:lnTo>
                  <a:lnTo>
                    <a:pt x="142" y="70"/>
                  </a:lnTo>
                  <a:lnTo>
                    <a:pt x="141" y="69"/>
                  </a:lnTo>
                  <a:lnTo>
                    <a:pt x="137" y="69"/>
                  </a:lnTo>
                  <a:lnTo>
                    <a:pt x="135" y="70"/>
                  </a:lnTo>
                  <a:lnTo>
                    <a:pt x="135" y="72"/>
                  </a:lnTo>
                  <a:lnTo>
                    <a:pt x="135" y="74"/>
                  </a:lnTo>
                  <a:lnTo>
                    <a:pt x="133" y="77"/>
                  </a:lnTo>
                  <a:lnTo>
                    <a:pt x="130" y="75"/>
                  </a:lnTo>
                  <a:lnTo>
                    <a:pt x="129" y="74"/>
                  </a:lnTo>
                  <a:lnTo>
                    <a:pt x="130" y="73"/>
                  </a:lnTo>
                  <a:lnTo>
                    <a:pt x="129" y="69"/>
                  </a:lnTo>
                  <a:lnTo>
                    <a:pt x="128" y="65"/>
                  </a:lnTo>
                  <a:lnTo>
                    <a:pt x="126" y="64"/>
                  </a:lnTo>
                  <a:lnTo>
                    <a:pt x="124" y="62"/>
                  </a:lnTo>
                  <a:lnTo>
                    <a:pt x="122" y="62"/>
                  </a:lnTo>
                  <a:lnTo>
                    <a:pt x="122" y="60"/>
                  </a:lnTo>
                  <a:lnTo>
                    <a:pt x="122" y="57"/>
                  </a:lnTo>
                  <a:lnTo>
                    <a:pt x="122" y="54"/>
                  </a:lnTo>
                  <a:lnTo>
                    <a:pt x="124" y="53"/>
                  </a:lnTo>
                  <a:lnTo>
                    <a:pt x="125" y="52"/>
                  </a:lnTo>
                  <a:lnTo>
                    <a:pt x="125" y="50"/>
                  </a:lnTo>
                  <a:lnTo>
                    <a:pt x="126" y="50"/>
                  </a:lnTo>
                  <a:lnTo>
                    <a:pt x="128" y="48"/>
                  </a:lnTo>
                  <a:lnTo>
                    <a:pt x="129" y="47"/>
                  </a:lnTo>
                  <a:lnTo>
                    <a:pt x="128" y="47"/>
                  </a:lnTo>
                  <a:lnTo>
                    <a:pt x="126" y="44"/>
                  </a:lnTo>
                  <a:lnTo>
                    <a:pt x="125" y="44"/>
                  </a:lnTo>
                  <a:lnTo>
                    <a:pt x="124" y="44"/>
                  </a:lnTo>
                  <a:lnTo>
                    <a:pt x="125" y="41"/>
                  </a:lnTo>
                  <a:lnTo>
                    <a:pt x="126" y="41"/>
                  </a:lnTo>
                  <a:lnTo>
                    <a:pt x="130" y="43"/>
                  </a:lnTo>
                  <a:lnTo>
                    <a:pt x="134" y="44"/>
                  </a:lnTo>
                  <a:lnTo>
                    <a:pt x="135" y="43"/>
                  </a:lnTo>
                  <a:lnTo>
                    <a:pt x="135" y="41"/>
                  </a:lnTo>
                  <a:lnTo>
                    <a:pt x="137" y="40"/>
                  </a:lnTo>
                  <a:lnTo>
                    <a:pt x="135" y="39"/>
                  </a:lnTo>
                  <a:lnTo>
                    <a:pt x="134" y="37"/>
                  </a:lnTo>
                  <a:lnTo>
                    <a:pt x="134" y="37"/>
                  </a:lnTo>
                  <a:lnTo>
                    <a:pt x="133" y="35"/>
                  </a:lnTo>
                  <a:lnTo>
                    <a:pt x="133" y="32"/>
                  </a:lnTo>
                  <a:lnTo>
                    <a:pt x="134" y="31"/>
                  </a:lnTo>
                  <a:lnTo>
                    <a:pt x="135" y="31"/>
                  </a:lnTo>
                  <a:lnTo>
                    <a:pt x="135" y="29"/>
                  </a:lnTo>
                  <a:lnTo>
                    <a:pt x="134" y="27"/>
                  </a:lnTo>
                  <a:lnTo>
                    <a:pt x="133" y="23"/>
                  </a:lnTo>
                  <a:lnTo>
                    <a:pt x="134" y="22"/>
                  </a:lnTo>
                  <a:lnTo>
                    <a:pt x="133" y="18"/>
                  </a:lnTo>
                  <a:lnTo>
                    <a:pt x="133" y="15"/>
                  </a:lnTo>
                  <a:lnTo>
                    <a:pt x="129" y="8"/>
                  </a:lnTo>
                  <a:lnTo>
                    <a:pt x="128" y="6"/>
                  </a:lnTo>
                  <a:lnTo>
                    <a:pt x="126" y="4"/>
                  </a:lnTo>
                  <a:lnTo>
                    <a:pt x="128" y="3"/>
                  </a:lnTo>
                  <a:lnTo>
                    <a:pt x="129" y="3"/>
                  </a:lnTo>
                  <a:lnTo>
                    <a:pt x="130" y="2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0" name="Freeform 347">
              <a:extLst>
                <a:ext uri="{FF2B5EF4-FFF2-40B4-BE49-F238E27FC236}">
                  <a16:creationId xmlns:a16="http://schemas.microsoft.com/office/drawing/2014/main" id="{C6B06F59-FDA5-41D5-8E63-DFF69B0D5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637" y="-40454"/>
              <a:ext cx="2325151" cy="1095686"/>
            </a:xfrm>
            <a:custGeom>
              <a:avLst/>
              <a:gdLst>
                <a:gd name="T0" fmla="*/ 117 w 365"/>
                <a:gd name="T1" fmla="*/ 5 h 172"/>
                <a:gd name="T2" fmla="*/ 133 w 365"/>
                <a:gd name="T3" fmla="*/ 8 h 172"/>
                <a:gd name="T4" fmla="*/ 145 w 365"/>
                <a:gd name="T5" fmla="*/ 13 h 172"/>
                <a:gd name="T6" fmla="*/ 150 w 365"/>
                <a:gd name="T7" fmla="*/ 24 h 172"/>
                <a:gd name="T8" fmla="*/ 163 w 365"/>
                <a:gd name="T9" fmla="*/ 30 h 172"/>
                <a:gd name="T10" fmla="*/ 174 w 365"/>
                <a:gd name="T11" fmla="*/ 29 h 172"/>
                <a:gd name="T12" fmla="*/ 192 w 365"/>
                <a:gd name="T13" fmla="*/ 22 h 172"/>
                <a:gd name="T14" fmla="*/ 213 w 365"/>
                <a:gd name="T15" fmla="*/ 29 h 172"/>
                <a:gd name="T16" fmla="*/ 224 w 365"/>
                <a:gd name="T17" fmla="*/ 37 h 172"/>
                <a:gd name="T18" fmla="*/ 248 w 365"/>
                <a:gd name="T19" fmla="*/ 40 h 172"/>
                <a:gd name="T20" fmla="*/ 261 w 365"/>
                <a:gd name="T21" fmla="*/ 34 h 172"/>
                <a:gd name="T22" fmla="*/ 277 w 365"/>
                <a:gd name="T23" fmla="*/ 28 h 172"/>
                <a:gd name="T24" fmla="*/ 284 w 365"/>
                <a:gd name="T25" fmla="*/ 17 h 172"/>
                <a:gd name="T26" fmla="*/ 298 w 365"/>
                <a:gd name="T27" fmla="*/ 20 h 172"/>
                <a:gd name="T28" fmla="*/ 307 w 365"/>
                <a:gd name="T29" fmla="*/ 18 h 172"/>
                <a:gd name="T30" fmla="*/ 313 w 365"/>
                <a:gd name="T31" fmla="*/ 46 h 172"/>
                <a:gd name="T32" fmla="*/ 329 w 365"/>
                <a:gd name="T33" fmla="*/ 57 h 172"/>
                <a:gd name="T34" fmla="*/ 342 w 365"/>
                <a:gd name="T35" fmla="*/ 50 h 172"/>
                <a:gd name="T36" fmla="*/ 363 w 365"/>
                <a:gd name="T37" fmla="*/ 66 h 172"/>
                <a:gd name="T38" fmla="*/ 363 w 365"/>
                <a:gd name="T39" fmla="*/ 75 h 172"/>
                <a:gd name="T40" fmla="*/ 350 w 365"/>
                <a:gd name="T41" fmla="*/ 74 h 172"/>
                <a:gd name="T42" fmla="*/ 340 w 365"/>
                <a:gd name="T43" fmla="*/ 82 h 172"/>
                <a:gd name="T44" fmla="*/ 333 w 365"/>
                <a:gd name="T45" fmla="*/ 91 h 172"/>
                <a:gd name="T46" fmla="*/ 319 w 365"/>
                <a:gd name="T47" fmla="*/ 99 h 172"/>
                <a:gd name="T48" fmla="*/ 308 w 365"/>
                <a:gd name="T49" fmla="*/ 112 h 172"/>
                <a:gd name="T50" fmla="*/ 292 w 365"/>
                <a:gd name="T51" fmla="*/ 107 h 172"/>
                <a:gd name="T52" fmla="*/ 283 w 365"/>
                <a:gd name="T53" fmla="*/ 121 h 172"/>
                <a:gd name="T54" fmla="*/ 284 w 365"/>
                <a:gd name="T55" fmla="*/ 140 h 172"/>
                <a:gd name="T56" fmla="*/ 269 w 365"/>
                <a:gd name="T57" fmla="*/ 153 h 172"/>
                <a:gd name="T58" fmla="*/ 241 w 365"/>
                <a:gd name="T59" fmla="*/ 161 h 172"/>
                <a:gd name="T60" fmla="*/ 217 w 365"/>
                <a:gd name="T61" fmla="*/ 171 h 172"/>
                <a:gd name="T62" fmla="*/ 200 w 365"/>
                <a:gd name="T63" fmla="*/ 168 h 172"/>
                <a:gd name="T64" fmla="*/ 163 w 365"/>
                <a:gd name="T65" fmla="*/ 157 h 172"/>
                <a:gd name="T66" fmla="*/ 140 w 365"/>
                <a:gd name="T67" fmla="*/ 161 h 172"/>
                <a:gd name="T68" fmla="*/ 115 w 365"/>
                <a:gd name="T69" fmla="*/ 155 h 172"/>
                <a:gd name="T70" fmla="*/ 107 w 365"/>
                <a:gd name="T71" fmla="*/ 140 h 172"/>
                <a:gd name="T72" fmla="*/ 101 w 365"/>
                <a:gd name="T73" fmla="*/ 136 h 172"/>
                <a:gd name="T74" fmla="*/ 86 w 365"/>
                <a:gd name="T75" fmla="*/ 130 h 172"/>
                <a:gd name="T76" fmla="*/ 69 w 365"/>
                <a:gd name="T77" fmla="*/ 125 h 172"/>
                <a:gd name="T78" fmla="*/ 46 w 365"/>
                <a:gd name="T79" fmla="*/ 115 h 172"/>
                <a:gd name="T80" fmla="*/ 47 w 365"/>
                <a:gd name="T81" fmla="*/ 104 h 172"/>
                <a:gd name="T82" fmla="*/ 41 w 365"/>
                <a:gd name="T83" fmla="*/ 92 h 172"/>
                <a:gd name="T84" fmla="*/ 33 w 365"/>
                <a:gd name="T85" fmla="*/ 83 h 172"/>
                <a:gd name="T86" fmla="*/ 25 w 365"/>
                <a:gd name="T87" fmla="*/ 82 h 172"/>
                <a:gd name="T88" fmla="*/ 16 w 365"/>
                <a:gd name="T89" fmla="*/ 83 h 172"/>
                <a:gd name="T90" fmla="*/ 8 w 365"/>
                <a:gd name="T91" fmla="*/ 75 h 172"/>
                <a:gd name="T92" fmla="*/ 3 w 365"/>
                <a:gd name="T93" fmla="*/ 67 h 172"/>
                <a:gd name="T94" fmla="*/ 0 w 365"/>
                <a:gd name="T95" fmla="*/ 63 h 172"/>
                <a:gd name="T96" fmla="*/ 12 w 365"/>
                <a:gd name="T97" fmla="*/ 53 h 172"/>
                <a:gd name="T98" fmla="*/ 21 w 365"/>
                <a:gd name="T99" fmla="*/ 42 h 172"/>
                <a:gd name="T100" fmla="*/ 25 w 365"/>
                <a:gd name="T101" fmla="*/ 34 h 172"/>
                <a:gd name="T102" fmla="*/ 41 w 365"/>
                <a:gd name="T103" fmla="*/ 30 h 172"/>
                <a:gd name="T104" fmla="*/ 50 w 365"/>
                <a:gd name="T105" fmla="*/ 32 h 172"/>
                <a:gd name="T106" fmla="*/ 62 w 365"/>
                <a:gd name="T107" fmla="*/ 32 h 172"/>
                <a:gd name="T108" fmla="*/ 76 w 365"/>
                <a:gd name="T109" fmla="*/ 45 h 172"/>
                <a:gd name="T110" fmla="*/ 90 w 365"/>
                <a:gd name="T111" fmla="*/ 42 h 172"/>
                <a:gd name="T112" fmla="*/ 103 w 365"/>
                <a:gd name="T113" fmla="*/ 42 h 172"/>
                <a:gd name="T114" fmla="*/ 107 w 365"/>
                <a:gd name="T115" fmla="*/ 28 h 172"/>
                <a:gd name="T116" fmla="*/ 99 w 365"/>
                <a:gd name="T117" fmla="*/ 15 h 172"/>
                <a:gd name="T118" fmla="*/ 105 w 365"/>
                <a:gd name="T119" fmla="*/ 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5" h="172">
                  <a:moveTo>
                    <a:pt x="107" y="0"/>
                  </a:moveTo>
                  <a:lnTo>
                    <a:pt x="109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7" y="4"/>
                  </a:lnTo>
                  <a:lnTo>
                    <a:pt x="117" y="5"/>
                  </a:lnTo>
                  <a:lnTo>
                    <a:pt x="120" y="5"/>
                  </a:lnTo>
                  <a:lnTo>
                    <a:pt x="124" y="5"/>
                  </a:lnTo>
                  <a:lnTo>
                    <a:pt x="128" y="5"/>
                  </a:lnTo>
                  <a:lnTo>
                    <a:pt x="129" y="7"/>
                  </a:lnTo>
                  <a:lnTo>
                    <a:pt x="130" y="8"/>
                  </a:lnTo>
                  <a:lnTo>
                    <a:pt x="133" y="8"/>
                  </a:lnTo>
                  <a:lnTo>
                    <a:pt x="134" y="9"/>
                  </a:lnTo>
                  <a:lnTo>
                    <a:pt x="137" y="9"/>
                  </a:lnTo>
                  <a:lnTo>
                    <a:pt x="142" y="9"/>
                  </a:lnTo>
                  <a:lnTo>
                    <a:pt x="144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6" y="15"/>
                  </a:lnTo>
                  <a:lnTo>
                    <a:pt x="146" y="17"/>
                  </a:lnTo>
                  <a:lnTo>
                    <a:pt x="148" y="18"/>
                  </a:lnTo>
                  <a:lnTo>
                    <a:pt x="149" y="21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3" y="26"/>
                  </a:lnTo>
                  <a:lnTo>
                    <a:pt x="154" y="28"/>
                  </a:lnTo>
                  <a:lnTo>
                    <a:pt x="158" y="29"/>
                  </a:lnTo>
                  <a:lnTo>
                    <a:pt x="161" y="30"/>
                  </a:lnTo>
                  <a:lnTo>
                    <a:pt x="163" y="30"/>
                  </a:lnTo>
                  <a:lnTo>
                    <a:pt x="163" y="29"/>
                  </a:lnTo>
                  <a:lnTo>
                    <a:pt x="167" y="30"/>
                  </a:lnTo>
                  <a:lnTo>
                    <a:pt x="169" y="29"/>
                  </a:lnTo>
                  <a:lnTo>
                    <a:pt x="171" y="29"/>
                  </a:lnTo>
                  <a:lnTo>
                    <a:pt x="173" y="29"/>
                  </a:lnTo>
                  <a:lnTo>
                    <a:pt x="174" y="29"/>
                  </a:lnTo>
                  <a:lnTo>
                    <a:pt x="175" y="26"/>
                  </a:lnTo>
                  <a:lnTo>
                    <a:pt x="179" y="25"/>
                  </a:lnTo>
                  <a:lnTo>
                    <a:pt x="184" y="25"/>
                  </a:lnTo>
                  <a:lnTo>
                    <a:pt x="186" y="24"/>
                  </a:lnTo>
                  <a:lnTo>
                    <a:pt x="190" y="24"/>
                  </a:lnTo>
                  <a:lnTo>
                    <a:pt x="192" y="22"/>
                  </a:lnTo>
                  <a:lnTo>
                    <a:pt x="195" y="24"/>
                  </a:lnTo>
                  <a:lnTo>
                    <a:pt x="199" y="25"/>
                  </a:lnTo>
                  <a:lnTo>
                    <a:pt x="203" y="25"/>
                  </a:lnTo>
                  <a:lnTo>
                    <a:pt x="205" y="28"/>
                  </a:lnTo>
                  <a:lnTo>
                    <a:pt x="209" y="29"/>
                  </a:lnTo>
                  <a:lnTo>
                    <a:pt x="213" y="29"/>
                  </a:lnTo>
                  <a:lnTo>
                    <a:pt x="216" y="29"/>
                  </a:lnTo>
                  <a:lnTo>
                    <a:pt x="217" y="30"/>
                  </a:lnTo>
                  <a:lnTo>
                    <a:pt x="219" y="34"/>
                  </a:lnTo>
                  <a:lnTo>
                    <a:pt x="220" y="36"/>
                  </a:lnTo>
                  <a:lnTo>
                    <a:pt x="221" y="36"/>
                  </a:lnTo>
                  <a:lnTo>
                    <a:pt x="224" y="37"/>
                  </a:lnTo>
                  <a:lnTo>
                    <a:pt x="225" y="38"/>
                  </a:lnTo>
                  <a:lnTo>
                    <a:pt x="228" y="38"/>
                  </a:lnTo>
                  <a:lnTo>
                    <a:pt x="233" y="38"/>
                  </a:lnTo>
                  <a:lnTo>
                    <a:pt x="237" y="40"/>
                  </a:lnTo>
                  <a:lnTo>
                    <a:pt x="245" y="40"/>
                  </a:lnTo>
                  <a:lnTo>
                    <a:pt x="248" y="40"/>
                  </a:lnTo>
                  <a:lnTo>
                    <a:pt x="249" y="38"/>
                  </a:lnTo>
                  <a:lnTo>
                    <a:pt x="252" y="38"/>
                  </a:lnTo>
                  <a:lnTo>
                    <a:pt x="253" y="40"/>
                  </a:lnTo>
                  <a:lnTo>
                    <a:pt x="254" y="40"/>
                  </a:lnTo>
                  <a:lnTo>
                    <a:pt x="257" y="37"/>
                  </a:lnTo>
                  <a:lnTo>
                    <a:pt x="261" y="34"/>
                  </a:lnTo>
                  <a:lnTo>
                    <a:pt x="263" y="34"/>
                  </a:lnTo>
                  <a:lnTo>
                    <a:pt x="266" y="32"/>
                  </a:lnTo>
                  <a:lnTo>
                    <a:pt x="267" y="32"/>
                  </a:lnTo>
                  <a:lnTo>
                    <a:pt x="273" y="32"/>
                  </a:lnTo>
                  <a:lnTo>
                    <a:pt x="275" y="29"/>
                  </a:lnTo>
                  <a:lnTo>
                    <a:pt x="277" y="28"/>
                  </a:lnTo>
                  <a:lnTo>
                    <a:pt x="277" y="26"/>
                  </a:lnTo>
                  <a:lnTo>
                    <a:pt x="278" y="24"/>
                  </a:lnTo>
                  <a:lnTo>
                    <a:pt x="281" y="22"/>
                  </a:lnTo>
                  <a:lnTo>
                    <a:pt x="282" y="21"/>
                  </a:lnTo>
                  <a:lnTo>
                    <a:pt x="283" y="18"/>
                  </a:lnTo>
                  <a:lnTo>
                    <a:pt x="284" y="17"/>
                  </a:lnTo>
                  <a:lnTo>
                    <a:pt x="287" y="17"/>
                  </a:lnTo>
                  <a:lnTo>
                    <a:pt x="287" y="17"/>
                  </a:lnTo>
                  <a:lnTo>
                    <a:pt x="291" y="16"/>
                  </a:lnTo>
                  <a:lnTo>
                    <a:pt x="294" y="17"/>
                  </a:lnTo>
                  <a:lnTo>
                    <a:pt x="296" y="18"/>
                  </a:lnTo>
                  <a:lnTo>
                    <a:pt x="298" y="20"/>
                  </a:lnTo>
                  <a:lnTo>
                    <a:pt x="299" y="21"/>
                  </a:lnTo>
                  <a:lnTo>
                    <a:pt x="302" y="20"/>
                  </a:lnTo>
                  <a:lnTo>
                    <a:pt x="303" y="21"/>
                  </a:lnTo>
                  <a:lnTo>
                    <a:pt x="304" y="21"/>
                  </a:lnTo>
                  <a:lnTo>
                    <a:pt x="307" y="20"/>
                  </a:lnTo>
                  <a:lnTo>
                    <a:pt x="307" y="18"/>
                  </a:lnTo>
                  <a:lnTo>
                    <a:pt x="311" y="17"/>
                  </a:lnTo>
                  <a:lnTo>
                    <a:pt x="316" y="18"/>
                  </a:lnTo>
                  <a:lnTo>
                    <a:pt x="317" y="20"/>
                  </a:lnTo>
                  <a:lnTo>
                    <a:pt x="315" y="38"/>
                  </a:lnTo>
                  <a:lnTo>
                    <a:pt x="315" y="42"/>
                  </a:lnTo>
                  <a:lnTo>
                    <a:pt x="313" y="46"/>
                  </a:lnTo>
                  <a:lnTo>
                    <a:pt x="315" y="49"/>
                  </a:lnTo>
                  <a:lnTo>
                    <a:pt x="312" y="53"/>
                  </a:lnTo>
                  <a:lnTo>
                    <a:pt x="315" y="57"/>
                  </a:lnTo>
                  <a:lnTo>
                    <a:pt x="320" y="59"/>
                  </a:lnTo>
                  <a:lnTo>
                    <a:pt x="324" y="57"/>
                  </a:lnTo>
                  <a:lnTo>
                    <a:pt x="329" y="57"/>
                  </a:lnTo>
                  <a:lnTo>
                    <a:pt x="334" y="58"/>
                  </a:lnTo>
                  <a:lnTo>
                    <a:pt x="336" y="61"/>
                  </a:lnTo>
                  <a:lnTo>
                    <a:pt x="340" y="55"/>
                  </a:lnTo>
                  <a:lnTo>
                    <a:pt x="338" y="53"/>
                  </a:lnTo>
                  <a:lnTo>
                    <a:pt x="338" y="51"/>
                  </a:lnTo>
                  <a:lnTo>
                    <a:pt x="342" y="50"/>
                  </a:lnTo>
                  <a:lnTo>
                    <a:pt x="344" y="49"/>
                  </a:lnTo>
                  <a:lnTo>
                    <a:pt x="349" y="50"/>
                  </a:lnTo>
                  <a:lnTo>
                    <a:pt x="352" y="54"/>
                  </a:lnTo>
                  <a:lnTo>
                    <a:pt x="356" y="58"/>
                  </a:lnTo>
                  <a:lnTo>
                    <a:pt x="360" y="62"/>
                  </a:lnTo>
                  <a:lnTo>
                    <a:pt x="363" y="66"/>
                  </a:lnTo>
                  <a:lnTo>
                    <a:pt x="363" y="67"/>
                  </a:lnTo>
                  <a:lnTo>
                    <a:pt x="365" y="68"/>
                  </a:lnTo>
                  <a:lnTo>
                    <a:pt x="365" y="71"/>
                  </a:lnTo>
                  <a:lnTo>
                    <a:pt x="363" y="72"/>
                  </a:lnTo>
                  <a:lnTo>
                    <a:pt x="363" y="74"/>
                  </a:lnTo>
                  <a:lnTo>
                    <a:pt x="363" y="75"/>
                  </a:lnTo>
                  <a:lnTo>
                    <a:pt x="361" y="75"/>
                  </a:lnTo>
                  <a:lnTo>
                    <a:pt x="360" y="74"/>
                  </a:lnTo>
                  <a:lnTo>
                    <a:pt x="357" y="74"/>
                  </a:lnTo>
                  <a:lnTo>
                    <a:pt x="356" y="75"/>
                  </a:lnTo>
                  <a:lnTo>
                    <a:pt x="353" y="74"/>
                  </a:lnTo>
                  <a:lnTo>
                    <a:pt x="350" y="74"/>
                  </a:lnTo>
                  <a:lnTo>
                    <a:pt x="349" y="78"/>
                  </a:lnTo>
                  <a:lnTo>
                    <a:pt x="345" y="80"/>
                  </a:lnTo>
                  <a:lnTo>
                    <a:pt x="344" y="80"/>
                  </a:lnTo>
                  <a:lnTo>
                    <a:pt x="341" y="79"/>
                  </a:lnTo>
                  <a:lnTo>
                    <a:pt x="341" y="80"/>
                  </a:lnTo>
                  <a:lnTo>
                    <a:pt x="340" y="82"/>
                  </a:lnTo>
                  <a:lnTo>
                    <a:pt x="340" y="83"/>
                  </a:lnTo>
                  <a:lnTo>
                    <a:pt x="338" y="83"/>
                  </a:lnTo>
                  <a:lnTo>
                    <a:pt x="337" y="83"/>
                  </a:lnTo>
                  <a:lnTo>
                    <a:pt x="336" y="84"/>
                  </a:lnTo>
                  <a:lnTo>
                    <a:pt x="333" y="88"/>
                  </a:lnTo>
                  <a:lnTo>
                    <a:pt x="333" y="91"/>
                  </a:lnTo>
                  <a:lnTo>
                    <a:pt x="333" y="93"/>
                  </a:lnTo>
                  <a:lnTo>
                    <a:pt x="332" y="95"/>
                  </a:lnTo>
                  <a:lnTo>
                    <a:pt x="329" y="96"/>
                  </a:lnTo>
                  <a:lnTo>
                    <a:pt x="324" y="100"/>
                  </a:lnTo>
                  <a:lnTo>
                    <a:pt x="321" y="100"/>
                  </a:lnTo>
                  <a:lnTo>
                    <a:pt x="319" y="99"/>
                  </a:lnTo>
                  <a:lnTo>
                    <a:pt x="317" y="100"/>
                  </a:lnTo>
                  <a:lnTo>
                    <a:pt x="315" y="105"/>
                  </a:lnTo>
                  <a:lnTo>
                    <a:pt x="312" y="107"/>
                  </a:lnTo>
                  <a:lnTo>
                    <a:pt x="309" y="108"/>
                  </a:lnTo>
                  <a:lnTo>
                    <a:pt x="308" y="111"/>
                  </a:lnTo>
                  <a:lnTo>
                    <a:pt x="308" y="112"/>
                  </a:lnTo>
                  <a:lnTo>
                    <a:pt x="307" y="112"/>
                  </a:lnTo>
                  <a:lnTo>
                    <a:pt x="304" y="111"/>
                  </a:lnTo>
                  <a:lnTo>
                    <a:pt x="302" y="111"/>
                  </a:lnTo>
                  <a:lnTo>
                    <a:pt x="298" y="109"/>
                  </a:lnTo>
                  <a:lnTo>
                    <a:pt x="295" y="107"/>
                  </a:lnTo>
                  <a:lnTo>
                    <a:pt x="292" y="107"/>
                  </a:lnTo>
                  <a:lnTo>
                    <a:pt x="287" y="108"/>
                  </a:lnTo>
                  <a:lnTo>
                    <a:pt x="284" y="109"/>
                  </a:lnTo>
                  <a:lnTo>
                    <a:pt x="283" y="112"/>
                  </a:lnTo>
                  <a:lnTo>
                    <a:pt x="283" y="117"/>
                  </a:lnTo>
                  <a:lnTo>
                    <a:pt x="283" y="120"/>
                  </a:lnTo>
                  <a:lnTo>
                    <a:pt x="283" y="121"/>
                  </a:lnTo>
                  <a:lnTo>
                    <a:pt x="288" y="125"/>
                  </a:lnTo>
                  <a:lnTo>
                    <a:pt x="292" y="128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90" y="134"/>
                  </a:lnTo>
                  <a:lnTo>
                    <a:pt x="284" y="140"/>
                  </a:lnTo>
                  <a:lnTo>
                    <a:pt x="282" y="145"/>
                  </a:lnTo>
                  <a:lnTo>
                    <a:pt x="281" y="149"/>
                  </a:lnTo>
                  <a:lnTo>
                    <a:pt x="278" y="149"/>
                  </a:lnTo>
                  <a:lnTo>
                    <a:pt x="274" y="150"/>
                  </a:lnTo>
                  <a:lnTo>
                    <a:pt x="271" y="150"/>
                  </a:lnTo>
                  <a:lnTo>
                    <a:pt x="269" y="153"/>
                  </a:lnTo>
                  <a:lnTo>
                    <a:pt x="265" y="155"/>
                  </a:lnTo>
                  <a:lnTo>
                    <a:pt x="262" y="155"/>
                  </a:lnTo>
                  <a:lnTo>
                    <a:pt x="257" y="155"/>
                  </a:lnTo>
                  <a:lnTo>
                    <a:pt x="254" y="157"/>
                  </a:lnTo>
                  <a:lnTo>
                    <a:pt x="250" y="158"/>
                  </a:lnTo>
                  <a:lnTo>
                    <a:pt x="241" y="161"/>
                  </a:lnTo>
                  <a:lnTo>
                    <a:pt x="234" y="163"/>
                  </a:lnTo>
                  <a:lnTo>
                    <a:pt x="232" y="167"/>
                  </a:lnTo>
                  <a:lnTo>
                    <a:pt x="227" y="171"/>
                  </a:lnTo>
                  <a:lnTo>
                    <a:pt x="224" y="172"/>
                  </a:lnTo>
                  <a:lnTo>
                    <a:pt x="221" y="172"/>
                  </a:lnTo>
                  <a:lnTo>
                    <a:pt x="217" y="171"/>
                  </a:lnTo>
                  <a:lnTo>
                    <a:pt x="217" y="170"/>
                  </a:lnTo>
                  <a:lnTo>
                    <a:pt x="217" y="168"/>
                  </a:lnTo>
                  <a:lnTo>
                    <a:pt x="212" y="170"/>
                  </a:lnTo>
                  <a:lnTo>
                    <a:pt x="208" y="171"/>
                  </a:lnTo>
                  <a:lnTo>
                    <a:pt x="204" y="168"/>
                  </a:lnTo>
                  <a:lnTo>
                    <a:pt x="200" y="168"/>
                  </a:lnTo>
                  <a:lnTo>
                    <a:pt x="194" y="166"/>
                  </a:lnTo>
                  <a:lnTo>
                    <a:pt x="186" y="162"/>
                  </a:lnTo>
                  <a:lnTo>
                    <a:pt x="182" y="158"/>
                  </a:lnTo>
                  <a:lnTo>
                    <a:pt x="179" y="158"/>
                  </a:lnTo>
                  <a:lnTo>
                    <a:pt x="170" y="157"/>
                  </a:lnTo>
                  <a:lnTo>
                    <a:pt x="163" y="157"/>
                  </a:lnTo>
                  <a:lnTo>
                    <a:pt x="161" y="157"/>
                  </a:lnTo>
                  <a:lnTo>
                    <a:pt x="159" y="158"/>
                  </a:lnTo>
                  <a:lnTo>
                    <a:pt x="159" y="159"/>
                  </a:lnTo>
                  <a:lnTo>
                    <a:pt x="155" y="161"/>
                  </a:lnTo>
                  <a:lnTo>
                    <a:pt x="149" y="161"/>
                  </a:lnTo>
                  <a:lnTo>
                    <a:pt x="140" y="161"/>
                  </a:lnTo>
                  <a:lnTo>
                    <a:pt x="133" y="161"/>
                  </a:lnTo>
                  <a:lnTo>
                    <a:pt x="126" y="161"/>
                  </a:lnTo>
                  <a:lnTo>
                    <a:pt x="122" y="161"/>
                  </a:lnTo>
                  <a:lnTo>
                    <a:pt x="120" y="161"/>
                  </a:lnTo>
                  <a:lnTo>
                    <a:pt x="119" y="161"/>
                  </a:lnTo>
                  <a:lnTo>
                    <a:pt x="115" y="155"/>
                  </a:lnTo>
                  <a:lnTo>
                    <a:pt x="115" y="153"/>
                  </a:lnTo>
                  <a:lnTo>
                    <a:pt x="112" y="149"/>
                  </a:lnTo>
                  <a:lnTo>
                    <a:pt x="109" y="146"/>
                  </a:lnTo>
                  <a:lnTo>
                    <a:pt x="108" y="143"/>
                  </a:lnTo>
                  <a:lnTo>
                    <a:pt x="108" y="141"/>
                  </a:lnTo>
                  <a:lnTo>
                    <a:pt x="107" y="140"/>
                  </a:lnTo>
                  <a:lnTo>
                    <a:pt x="104" y="140"/>
                  </a:lnTo>
                  <a:lnTo>
                    <a:pt x="104" y="138"/>
                  </a:lnTo>
                  <a:lnTo>
                    <a:pt x="103" y="137"/>
                  </a:lnTo>
                  <a:lnTo>
                    <a:pt x="103" y="136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97" y="136"/>
                  </a:lnTo>
                  <a:lnTo>
                    <a:pt x="95" y="134"/>
                  </a:lnTo>
                  <a:lnTo>
                    <a:pt x="91" y="130"/>
                  </a:lnTo>
                  <a:lnTo>
                    <a:pt x="88" y="130"/>
                  </a:lnTo>
                  <a:lnTo>
                    <a:pt x="88" y="130"/>
                  </a:lnTo>
                  <a:lnTo>
                    <a:pt x="86" y="130"/>
                  </a:lnTo>
                  <a:lnTo>
                    <a:pt x="84" y="129"/>
                  </a:lnTo>
                  <a:lnTo>
                    <a:pt x="80" y="126"/>
                  </a:lnTo>
                  <a:lnTo>
                    <a:pt x="72" y="124"/>
                  </a:lnTo>
                  <a:lnTo>
                    <a:pt x="72" y="125"/>
                  </a:lnTo>
                  <a:lnTo>
                    <a:pt x="71" y="125"/>
                  </a:lnTo>
                  <a:lnTo>
                    <a:pt x="69" y="125"/>
                  </a:lnTo>
                  <a:lnTo>
                    <a:pt x="63" y="126"/>
                  </a:lnTo>
                  <a:lnTo>
                    <a:pt x="51" y="124"/>
                  </a:lnTo>
                  <a:lnTo>
                    <a:pt x="49" y="122"/>
                  </a:lnTo>
                  <a:lnTo>
                    <a:pt x="46" y="117"/>
                  </a:lnTo>
                  <a:lnTo>
                    <a:pt x="46" y="116"/>
                  </a:lnTo>
                  <a:lnTo>
                    <a:pt x="46" y="115"/>
                  </a:lnTo>
                  <a:lnTo>
                    <a:pt x="46" y="113"/>
                  </a:lnTo>
                  <a:lnTo>
                    <a:pt x="47" y="112"/>
                  </a:lnTo>
                  <a:lnTo>
                    <a:pt x="49" y="109"/>
                  </a:lnTo>
                  <a:lnTo>
                    <a:pt x="47" y="108"/>
                  </a:lnTo>
                  <a:lnTo>
                    <a:pt x="46" y="105"/>
                  </a:lnTo>
                  <a:lnTo>
                    <a:pt x="47" y="104"/>
                  </a:lnTo>
                  <a:lnTo>
                    <a:pt x="47" y="101"/>
                  </a:lnTo>
                  <a:lnTo>
                    <a:pt x="46" y="100"/>
                  </a:lnTo>
                  <a:lnTo>
                    <a:pt x="45" y="97"/>
                  </a:lnTo>
                  <a:lnTo>
                    <a:pt x="43" y="96"/>
                  </a:lnTo>
                  <a:lnTo>
                    <a:pt x="41" y="95"/>
                  </a:lnTo>
                  <a:lnTo>
                    <a:pt x="41" y="92"/>
                  </a:lnTo>
                  <a:lnTo>
                    <a:pt x="40" y="91"/>
                  </a:lnTo>
                  <a:lnTo>
                    <a:pt x="38" y="88"/>
                  </a:lnTo>
                  <a:lnTo>
                    <a:pt x="38" y="87"/>
                  </a:lnTo>
                  <a:lnTo>
                    <a:pt x="37" y="86"/>
                  </a:lnTo>
                  <a:lnTo>
                    <a:pt x="34" y="83"/>
                  </a:lnTo>
                  <a:lnTo>
                    <a:pt x="33" y="83"/>
                  </a:lnTo>
                  <a:lnTo>
                    <a:pt x="32" y="82"/>
                  </a:lnTo>
                  <a:lnTo>
                    <a:pt x="30" y="80"/>
                  </a:lnTo>
                  <a:lnTo>
                    <a:pt x="29" y="80"/>
                  </a:lnTo>
                  <a:lnTo>
                    <a:pt x="28" y="82"/>
                  </a:lnTo>
                  <a:lnTo>
                    <a:pt x="26" y="83"/>
                  </a:lnTo>
                  <a:lnTo>
                    <a:pt x="25" y="82"/>
                  </a:lnTo>
                  <a:lnTo>
                    <a:pt x="22" y="80"/>
                  </a:lnTo>
                  <a:lnTo>
                    <a:pt x="22" y="79"/>
                  </a:lnTo>
                  <a:lnTo>
                    <a:pt x="20" y="79"/>
                  </a:lnTo>
                  <a:lnTo>
                    <a:pt x="17" y="80"/>
                  </a:lnTo>
                  <a:lnTo>
                    <a:pt x="17" y="82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6"/>
                  </a:lnTo>
                  <a:lnTo>
                    <a:pt x="8" y="75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0" y="62"/>
                  </a:lnTo>
                  <a:lnTo>
                    <a:pt x="1" y="58"/>
                  </a:lnTo>
                  <a:lnTo>
                    <a:pt x="4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12" y="53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7" y="47"/>
                  </a:lnTo>
                  <a:lnTo>
                    <a:pt x="20" y="46"/>
                  </a:lnTo>
                  <a:lnTo>
                    <a:pt x="20" y="43"/>
                  </a:lnTo>
                  <a:lnTo>
                    <a:pt x="21" y="42"/>
                  </a:lnTo>
                  <a:lnTo>
                    <a:pt x="24" y="41"/>
                  </a:lnTo>
                  <a:lnTo>
                    <a:pt x="25" y="40"/>
                  </a:lnTo>
                  <a:lnTo>
                    <a:pt x="26" y="38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9" y="36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8" y="30"/>
                  </a:lnTo>
                  <a:lnTo>
                    <a:pt x="41" y="30"/>
                  </a:lnTo>
                  <a:lnTo>
                    <a:pt x="42" y="30"/>
                  </a:lnTo>
                  <a:lnTo>
                    <a:pt x="45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9" y="30"/>
                  </a:lnTo>
                  <a:lnTo>
                    <a:pt x="50" y="32"/>
                  </a:lnTo>
                  <a:lnTo>
                    <a:pt x="51" y="34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7" y="33"/>
                  </a:lnTo>
                  <a:lnTo>
                    <a:pt x="58" y="32"/>
                  </a:lnTo>
                  <a:lnTo>
                    <a:pt x="62" y="32"/>
                  </a:lnTo>
                  <a:lnTo>
                    <a:pt x="63" y="34"/>
                  </a:lnTo>
                  <a:lnTo>
                    <a:pt x="63" y="36"/>
                  </a:lnTo>
                  <a:lnTo>
                    <a:pt x="65" y="37"/>
                  </a:lnTo>
                  <a:lnTo>
                    <a:pt x="70" y="41"/>
                  </a:lnTo>
                  <a:lnTo>
                    <a:pt x="72" y="42"/>
                  </a:lnTo>
                  <a:lnTo>
                    <a:pt x="76" y="45"/>
                  </a:lnTo>
                  <a:lnTo>
                    <a:pt x="78" y="43"/>
                  </a:lnTo>
                  <a:lnTo>
                    <a:pt x="80" y="42"/>
                  </a:lnTo>
                  <a:lnTo>
                    <a:pt x="83" y="41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90" y="42"/>
                  </a:lnTo>
                  <a:lnTo>
                    <a:pt x="91" y="42"/>
                  </a:lnTo>
                  <a:lnTo>
                    <a:pt x="96" y="42"/>
                  </a:lnTo>
                  <a:lnTo>
                    <a:pt x="97" y="4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103" y="42"/>
                  </a:lnTo>
                  <a:lnTo>
                    <a:pt x="107" y="42"/>
                  </a:lnTo>
                  <a:lnTo>
                    <a:pt x="109" y="38"/>
                  </a:lnTo>
                  <a:lnTo>
                    <a:pt x="108" y="37"/>
                  </a:lnTo>
                  <a:lnTo>
                    <a:pt x="105" y="36"/>
                  </a:lnTo>
                  <a:lnTo>
                    <a:pt x="105" y="32"/>
                  </a:lnTo>
                  <a:lnTo>
                    <a:pt x="107" y="28"/>
                  </a:lnTo>
                  <a:lnTo>
                    <a:pt x="105" y="26"/>
                  </a:lnTo>
                  <a:lnTo>
                    <a:pt x="104" y="25"/>
                  </a:lnTo>
                  <a:lnTo>
                    <a:pt x="103" y="24"/>
                  </a:lnTo>
                  <a:lnTo>
                    <a:pt x="99" y="22"/>
                  </a:lnTo>
                  <a:lnTo>
                    <a:pt x="97" y="20"/>
                  </a:lnTo>
                  <a:lnTo>
                    <a:pt x="99" y="15"/>
                  </a:lnTo>
                  <a:lnTo>
                    <a:pt x="100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4" y="7"/>
                  </a:lnTo>
                  <a:lnTo>
                    <a:pt x="105" y="8"/>
                  </a:lnTo>
                  <a:lnTo>
                    <a:pt x="105" y="5"/>
                  </a:lnTo>
                  <a:lnTo>
                    <a:pt x="105" y="4"/>
                  </a:lnTo>
                  <a:lnTo>
                    <a:pt x="105" y="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1" name="Freeform 348">
              <a:extLst>
                <a:ext uri="{FF2B5EF4-FFF2-40B4-BE49-F238E27FC236}">
                  <a16:creationId xmlns:a16="http://schemas.microsoft.com/office/drawing/2014/main" id="{E703E714-C6B3-4E7C-A77F-718D64597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93" y="-244304"/>
              <a:ext cx="2872995" cy="1509755"/>
            </a:xfrm>
            <a:custGeom>
              <a:avLst/>
              <a:gdLst>
                <a:gd name="T0" fmla="*/ 245 w 451"/>
                <a:gd name="T1" fmla="*/ 7 h 237"/>
                <a:gd name="T2" fmla="*/ 249 w 451"/>
                <a:gd name="T3" fmla="*/ 22 h 237"/>
                <a:gd name="T4" fmla="*/ 260 w 451"/>
                <a:gd name="T5" fmla="*/ 19 h 237"/>
                <a:gd name="T6" fmla="*/ 268 w 451"/>
                <a:gd name="T7" fmla="*/ 22 h 237"/>
                <a:gd name="T8" fmla="*/ 278 w 451"/>
                <a:gd name="T9" fmla="*/ 32 h 237"/>
                <a:gd name="T10" fmla="*/ 297 w 451"/>
                <a:gd name="T11" fmla="*/ 27 h 237"/>
                <a:gd name="T12" fmla="*/ 314 w 451"/>
                <a:gd name="T13" fmla="*/ 12 h 237"/>
                <a:gd name="T14" fmla="*/ 368 w 451"/>
                <a:gd name="T15" fmla="*/ 70 h 237"/>
                <a:gd name="T16" fmla="*/ 377 w 451"/>
                <a:gd name="T17" fmla="*/ 73 h 237"/>
                <a:gd name="T18" fmla="*/ 392 w 451"/>
                <a:gd name="T19" fmla="*/ 69 h 237"/>
                <a:gd name="T20" fmla="*/ 414 w 451"/>
                <a:gd name="T21" fmla="*/ 78 h 237"/>
                <a:gd name="T22" fmla="*/ 422 w 451"/>
                <a:gd name="T23" fmla="*/ 87 h 237"/>
                <a:gd name="T24" fmla="*/ 442 w 451"/>
                <a:gd name="T25" fmla="*/ 83 h 237"/>
                <a:gd name="T26" fmla="*/ 447 w 451"/>
                <a:gd name="T27" fmla="*/ 97 h 237"/>
                <a:gd name="T28" fmla="*/ 439 w 451"/>
                <a:gd name="T29" fmla="*/ 122 h 237"/>
                <a:gd name="T30" fmla="*/ 428 w 451"/>
                <a:gd name="T31" fmla="*/ 131 h 237"/>
                <a:gd name="T32" fmla="*/ 409 w 451"/>
                <a:gd name="T33" fmla="*/ 148 h 237"/>
                <a:gd name="T34" fmla="*/ 406 w 451"/>
                <a:gd name="T35" fmla="*/ 162 h 237"/>
                <a:gd name="T36" fmla="*/ 384 w 451"/>
                <a:gd name="T37" fmla="*/ 168 h 237"/>
                <a:gd name="T38" fmla="*/ 393 w 451"/>
                <a:gd name="T39" fmla="*/ 181 h 237"/>
                <a:gd name="T40" fmla="*/ 398 w 451"/>
                <a:gd name="T41" fmla="*/ 202 h 237"/>
                <a:gd name="T42" fmla="*/ 369 w 451"/>
                <a:gd name="T43" fmla="*/ 199 h 237"/>
                <a:gd name="T44" fmla="*/ 332 w 451"/>
                <a:gd name="T45" fmla="*/ 200 h 237"/>
                <a:gd name="T46" fmla="*/ 319 w 451"/>
                <a:gd name="T47" fmla="*/ 208 h 237"/>
                <a:gd name="T48" fmla="*/ 289 w 451"/>
                <a:gd name="T49" fmla="*/ 214 h 237"/>
                <a:gd name="T50" fmla="*/ 268 w 451"/>
                <a:gd name="T51" fmla="*/ 236 h 237"/>
                <a:gd name="T52" fmla="*/ 230 w 451"/>
                <a:gd name="T53" fmla="*/ 206 h 237"/>
                <a:gd name="T54" fmla="*/ 126 w 451"/>
                <a:gd name="T55" fmla="*/ 236 h 237"/>
                <a:gd name="T56" fmla="*/ 81 w 451"/>
                <a:gd name="T57" fmla="*/ 225 h 237"/>
                <a:gd name="T58" fmla="*/ 74 w 451"/>
                <a:gd name="T59" fmla="*/ 216 h 237"/>
                <a:gd name="T60" fmla="*/ 65 w 451"/>
                <a:gd name="T61" fmla="*/ 208 h 237"/>
                <a:gd name="T62" fmla="*/ 53 w 451"/>
                <a:gd name="T63" fmla="*/ 194 h 237"/>
                <a:gd name="T64" fmla="*/ 62 w 451"/>
                <a:gd name="T65" fmla="*/ 190 h 237"/>
                <a:gd name="T66" fmla="*/ 60 w 451"/>
                <a:gd name="T67" fmla="*/ 182 h 237"/>
                <a:gd name="T68" fmla="*/ 73 w 451"/>
                <a:gd name="T69" fmla="*/ 175 h 237"/>
                <a:gd name="T70" fmla="*/ 79 w 451"/>
                <a:gd name="T71" fmla="*/ 174 h 237"/>
                <a:gd name="T72" fmla="*/ 79 w 451"/>
                <a:gd name="T73" fmla="*/ 160 h 237"/>
                <a:gd name="T74" fmla="*/ 70 w 451"/>
                <a:gd name="T75" fmla="*/ 152 h 237"/>
                <a:gd name="T76" fmla="*/ 62 w 451"/>
                <a:gd name="T77" fmla="*/ 154 h 237"/>
                <a:gd name="T78" fmla="*/ 52 w 451"/>
                <a:gd name="T79" fmla="*/ 154 h 237"/>
                <a:gd name="T80" fmla="*/ 41 w 451"/>
                <a:gd name="T81" fmla="*/ 160 h 237"/>
                <a:gd name="T82" fmla="*/ 29 w 451"/>
                <a:gd name="T83" fmla="*/ 158 h 237"/>
                <a:gd name="T84" fmla="*/ 7 w 451"/>
                <a:gd name="T85" fmla="*/ 135 h 237"/>
                <a:gd name="T86" fmla="*/ 7 w 451"/>
                <a:gd name="T87" fmla="*/ 103 h 237"/>
                <a:gd name="T88" fmla="*/ 24 w 451"/>
                <a:gd name="T89" fmla="*/ 97 h 237"/>
                <a:gd name="T90" fmla="*/ 39 w 451"/>
                <a:gd name="T91" fmla="*/ 82 h 237"/>
                <a:gd name="T92" fmla="*/ 47 w 451"/>
                <a:gd name="T93" fmla="*/ 83 h 237"/>
                <a:gd name="T94" fmla="*/ 58 w 451"/>
                <a:gd name="T95" fmla="*/ 81 h 237"/>
                <a:gd name="T96" fmla="*/ 79 w 451"/>
                <a:gd name="T97" fmla="*/ 91 h 237"/>
                <a:gd name="T98" fmla="*/ 94 w 451"/>
                <a:gd name="T99" fmla="*/ 91 h 237"/>
                <a:gd name="T100" fmla="*/ 107 w 451"/>
                <a:gd name="T101" fmla="*/ 85 h 237"/>
                <a:gd name="T102" fmla="*/ 126 w 451"/>
                <a:gd name="T103" fmla="*/ 85 h 237"/>
                <a:gd name="T104" fmla="*/ 140 w 451"/>
                <a:gd name="T105" fmla="*/ 94 h 237"/>
                <a:gd name="T106" fmla="*/ 157 w 451"/>
                <a:gd name="T107" fmla="*/ 78 h 237"/>
                <a:gd name="T108" fmla="*/ 141 w 451"/>
                <a:gd name="T109" fmla="*/ 69 h 237"/>
                <a:gd name="T110" fmla="*/ 149 w 451"/>
                <a:gd name="T111" fmla="*/ 50 h 237"/>
                <a:gd name="T112" fmla="*/ 147 w 451"/>
                <a:gd name="T113" fmla="*/ 45 h 237"/>
                <a:gd name="T114" fmla="*/ 141 w 451"/>
                <a:gd name="T115" fmla="*/ 36 h 237"/>
                <a:gd name="T116" fmla="*/ 154 w 451"/>
                <a:gd name="T117" fmla="*/ 33 h 237"/>
                <a:gd name="T118" fmla="*/ 174 w 451"/>
                <a:gd name="T119" fmla="*/ 28 h 237"/>
                <a:gd name="T120" fmla="*/ 189 w 451"/>
                <a:gd name="T121" fmla="*/ 20 h 237"/>
                <a:gd name="T122" fmla="*/ 207 w 451"/>
                <a:gd name="T123" fmla="*/ 12 h 237"/>
                <a:gd name="T124" fmla="*/ 220 w 451"/>
                <a:gd name="T125" fmla="*/ 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1" h="237">
                  <a:moveTo>
                    <a:pt x="227" y="0"/>
                  </a:moveTo>
                  <a:lnTo>
                    <a:pt x="230" y="2"/>
                  </a:lnTo>
                  <a:lnTo>
                    <a:pt x="234" y="2"/>
                  </a:lnTo>
                  <a:lnTo>
                    <a:pt x="236" y="4"/>
                  </a:lnTo>
                  <a:lnTo>
                    <a:pt x="239" y="4"/>
                  </a:lnTo>
                  <a:lnTo>
                    <a:pt x="241" y="3"/>
                  </a:lnTo>
                  <a:lnTo>
                    <a:pt x="244" y="3"/>
                  </a:lnTo>
                  <a:lnTo>
                    <a:pt x="244" y="6"/>
                  </a:lnTo>
                  <a:lnTo>
                    <a:pt x="245" y="7"/>
                  </a:lnTo>
                  <a:lnTo>
                    <a:pt x="247" y="8"/>
                  </a:lnTo>
                  <a:lnTo>
                    <a:pt x="248" y="11"/>
                  </a:lnTo>
                  <a:lnTo>
                    <a:pt x="249" y="12"/>
                  </a:lnTo>
                  <a:lnTo>
                    <a:pt x="249" y="14"/>
                  </a:lnTo>
                  <a:lnTo>
                    <a:pt x="249" y="15"/>
                  </a:lnTo>
                  <a:lnTo>
                    <a:pt x="249" y="18"/>
                  </a:lnTo>
                  <a:lnTo>
                    <a:pt x="249" y="19"/>
                  </a:lnTo>
                  <a:lnTo>
                    <a:pt x="248" y="19"/>
                  </a:lnTo>
                  <a:lnTo>
                    <a:pt x="249" y="22"/>
                  </a:lnTo>
                  <a:lnTo>
                    <a:pt x="251" y="22"/>
                  </a:lnTo>
                  <a:lnTo>
                    <a:pt x="253" y="20"/>
                  </a:lnTo>
                  <a:lnTo>
                    <a:pt x="255" y="22"/>
                  </a:lnTo>
                  <a:lnTo>
                    <a:pt x="256" y="22"/>
                  </a:lnTo>
                  <a:lnTo>
                    <a:pt x="256" y="19"/>
                  </a:lnTo>
                  <a:lnTo>
                    <a:pt x="259" y="19"/>
                  </a:lnTo>
                  <a:lnTo>
                    <a:pt x="259" y="22"/>
                  </a:lnTo>
                  <a:lnTo>
                    <a:pt x="260" y="22"/>
                  </a:lnTo>
                  <a:lnTo>
                    <a:pt x="260" y="19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4" y="19"/>
                  </a:lnTo>
                  <a:lnTo>
                    <a:pt x="265" y="23"/>
                  </a:lnTo>
                  <a:lnTo>
                    <a:pt x="266" y="25"/>
                  </a:lnTo>
                  <a:lnTo>
                    <a:pt x="268" y="25"/>
                  </a:lnTo>
                  <a:lnTo>
                    <a:pt x="269" y="24"/>
                  </a:lnTo>
                  <a:lnTo>
                    <a:pt x="268" y="23"/>
                  </a:lnTo>
                  <a:lnTo>
                    <a:pt x="268" y="22"/>
                  </a:lnTo>
                  <a:lnTo>
                    <a:pt x="270" y="22"/>
                  </a:lnTo>
                  <a:lnTo>
                    <a:pt x="274" y="24"/>
                  </a:lnTo>
                  <a:lnTo>
                    <a:pt x="276" y="24"/>
                  </a:lnTo>
                  <a:lnTo>
                    <a:pt x="278" y="23"/>
                  </a:lnTo>
                  <a:lnTo>
                    <a:pt x="280" y="23"/>
                  </a:lnTo>
                  <a:lnTo>
                    <a:pt x="278" y="25"/>
                  </a:lnTo>
                  <a:lnTo>
                    <a:pt x="277" y="27"/>
                  </a:lnTo>
                  <a:lnTo>
                    <a:pt x="277" y="29"/>
                  </a:lnTo>
                  <a:lnTo>
                    <a:pt x="278" y="32"/>
                  </a:lnTo>
                  <a:lnTo>
                    <a:pt x="280" y="32"/>
                  </a:lnTo>
                  <a:lnTo>
                    <a:pt x="281" y="29"/>
                  </a:lnTo>
                  <a:lnTo>
                    <a:pt x="284" y="29"/>
                  </a:lnTo>
                  <a:lnTo>
                    <a:pt x="289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28"/>
                  </a:lnTo>
                  <a:lnTo>
                    <a:pt x="293" y="27"/>
                  </a:lnTo>
                  <a:lnTo>
                    <a:pt x="297" y="27"/>
                  </a:lnTo>
                  <a:lnTo>
                    <a:pt x="299" y="24"/>
                  </a:lnTo>
                  <a:lnTo>
                    <a:pt x="299" y="23"/>
                  </a:lnTo>
                  <a:lnTo>
                    <a:pt x="302" y="22"/>
                  </a:lnTo>
                  <a:lnTo>
                    <a:pt x="302" y="19"/>
                  </a:lnTo>
                  <a:lnTo>
                    <a:pt x="305" y="16"/>
                  </a:lnTo>
                  <a:lnTo>
                    <a:pt x="306" y="16"/>
                  </a:lnTo>
                  <a:lnTo>
                    <a:pt x="309" y="14"/>
                  </a:lnTo>
                  <a:lnTo>
                    <a:pt x="311" y="14"/>
                  </a:lnTo>
                  <a:lnTo>
                    <a:pt x="314" y="12"/>
                  </a:lnTo>
                  <a:lnTo>
                    <a:pt x="315" y="14"/>
                  </a:lnTo>
                  <a:lnTo>
                    <a:pt x="315" y="15"/>
                  </a:lnTo>
                  <a:lnTo>
                    <a:pt x="313" y="18"/>
                  </a:lnTo>
                  <a:lnTo>
                    <a:pt x="311" y="18"/>
                  </a:lnTo>
                  <a:lnTo>
                    <a:pt x="313" y="20"/>
                  </a:lnTo>
                  <a:lnTo>
                    <a:pt x="334" y="36"/>
                  </a:lnTo>
                  <a:lnTo>
                    <a:pt x="363" y="73"/>
                  </a:lnTo>
                  <a:lnTo>
                    <a:pt x="365" y="72"/>
                  </a:lnTo>
                  <a:lnTo>
                    <a:pt x="368" y="70"/>
                  </a:lnTo>
                  <a:lnTo>
                    <a:pt x="368" y="69"/>
                  </a:lnTo>
                  <a:lnTo>
                    <a:pt x="368" y="69"/>
                  </a:lnTo>
                  <a:lnTo>
                    <a:pt x="366" y="66"/>
                  </a:lnTo>
                  <a:lnTo>
                    <a:pt x="369" y="65"/>
                  </a:lnTo>
                  <a:lnTo>
                    <a:pt x="372" y="66"/>
                  </a:lnTo>
                  <a:lnTo>
                    <a:pt x="372" y="69"/>
                  </a:lnTo>
                  <a:lnTo>
                    <a:pt x="372" y="70"/>
                  </a:lnTo>
                  <a:lnTo>
                    <a:pt x="374" y="70"/>
                  </a:lnTo>
                  <a:lnTo>
                    <a:pt x="377" y="73"/>
                  </a:lnTo>
                  <a:lnTo>
                    <a:pt x="378" y="73"/>
                  </a:lnTo>
                  <a:lnTo>
                    <a:pt x="381" y="72"/>
                  </a:lnTo>
                  <a:lnTo>
                    <a:pt x="382" y="72"/>
                  </a:lnTo>
                  <a:lnTo>
                    <a:pt x="385" y="73"/>
                  </a:lnTo>
                  <a:lnTo>
                    <a:pt x="388" y="72"/>
                  </a:lnTo>
                  <a:lnTo>
                    <a:pt x="390" y="72"/>
                  </a:lnTo>
                  <a:lnTo>
                    <a:pt x="392" y="72"/>
                  </a:lnTo>
                  <a:lnTo>
                    <a:pt x="393" y="70"/>
                  </a:lnTo>
                  <a:lnTo>
                    <a:pt x="392" y="69"/>
                  </a:lnTo>
                  <a:lnTo>
                    <a:pt x="393" y="68"/>
                  </a:lnTo>
                  <a:lnTo>
                    <a:pt x="397" y="68"/>
                  </a:lnTo>
                  <a:lnTo>
                    <a:pt x="401" y="68"/>
                  </a:lnTo>
                  <a:lnTo>
                    <a:pt x="405" y="68"/>
                  </a:lnTo>
                  <a:lnTo>
                    <a:pt x="407" y="70"/>
                  </a:lnTo>
                  <a:lnTo>
                    <a:pt x="410" y="74"/>
                  </a:lnTo>
                  <a:lnTo>
                    <a:pt x="411" y="77"/>
                  </a:lnTo>
                  <a:lnTo>
                    <a:pt x="413" y="77"/>
                  </a:lnTo>
                  <a:lnTo>
                    <a:pt x="414" y="78"/>
                  </a:lnTo>
                  <a:lnTo>
                    <a:pt x="418" y="79"/>
                  </a:lnTo>
                  <a:lnTo>
                    <a:pt x="418" y="79"/>
                  </a:lnTo>
                  <a:lnTo>
                    <a:pt x="420" y="81"/>
                  </a:lnTo>
                  <a:lnTo>
                    <a:pt x="420" y="82"/>
                  </a:lnTo>
                  <a:lnTo>
                    <a:pt x="419" y="82"/>
                  </a:lnTo>
                  <a:lnTo>
                    <a:pt x="419" y="85"/>
                  </a:lnTo>
                  <a:lnTo>
                    <a:pt x="420" y="86"/>
                  </a:lnTo>
                  <a:lnTo>
                    <a:pt x="422" y="87"/>
                  </a:lnTo>
                  <a:lnTo>
                    <a:pt x="422" y="87"/>
                  </a:lnTo>
                  <a:lnTo>
                    <a:pt x="423" y="87"/>
                  </a:lnTo>
                  <a:lnTo>
                    <a:pt x="426" y="89"/>
                  </a:lnTo>
                  <a:lnTo>
                    <a:pt x="427" y="90"/>
                  </a:lnTo>
                  <a:lnTo>
                    <a:pt x="428" y="89"/>
                  </a:lnTo>
                  <a:lnTo>
                    <a:pt x="430" y="87"/>
                  </a:lnTo>
                  <a:lnTo>
                    <a:pt x="435" y="87"/>
                  </a:lnTo>
                  <a:lnTo>
                    <a:pt x="438" y="86"/>
                  </a:lnTo>
                  <a:lnTo>
                    <a:pt x="439" y="85"/>
                  </a:lnTo>
                  <a:lnTo>
                    <a:pt x="442" y="83"/>
                  </a:lnTo>
                  <a:lnTo>
                    <a:pt x="443" y="83"/>
                  </a:lnTo>
                  <a:lnTo>
                    <a:pt x="442" y="86"/>
                  </a:lnTo>
                  <a:lnTo>
                    <a:pt x="443" y="89"/>
                  </a:lnTo>
                  <a:lnTo>
                    <a:pt x="444" y="89"/>
                  </a:lnTo>
                  <a:lnTo>
                    <a:pt x="447" y="91"/>
                  </a:lnTo>
                  <a:lnTo>
                    <a:pt x="449" y="93"/>
                  </a:lnTo>
                  <a:lnTo>
                    <a:pt x="451" y="94"/>
                  </a:lnTo>
                  <a:lnTo>
                    <a:pt x="448" y="95"/>
                  </a:lnTo>
                  <a:lnTo>
                    <a:pt x="447" y="97"/>
                  </a:lnTo>
                  <a:lnTo>
                    <a:pt x="444" y="100"/>
                  </a:lnTo>
                  <a:lnTo>
                    <a:pt x="444" y="102"/>
                  </a:lnTo>
                  <a:lnTo>
                    <a:pt x="444" y="103"/>
                  </a:lnTo>
                  <a:lnTo>
                    <a:pt x="443" y="106"/>
                  </a:lnTo>
                  <a:lnTo>
                    <a:pt x="439" y="107"/>
                  </a:lnTo>
                  <a:lnTo>
                    <a:pt x="438" y="108"/>
                  </a:lnTo>
                  <a:lnTo>
                    <a:pt x="436" y="111"/>
                  </a:lnTo>
                  <a:lnTo>
                    <a:pt x="438" y="116"/>
                  </a:lnTo>
                  <a:lnTo>
                    <a:pt x="439" y="122"/>
                  </a:lnTo>
                  <a:lnTo>
                    <a:pt x="442" y="124"/>
                  </a:lnTo>
                  <a:lnTo>
                    <a:pt x="442" y="125"/>
                  </a:lnTo>
                  <a:lnTo>
                    <a:pt x="438" y="129"/>
                  </a:lnTo>
                  <a:lnTo>
                    <a:pt x="436" y="129"/>
                  </a:lnTo>
                  <a:lnTo>
                    <a:pt x="434" y="132"/>
                  </a:lnTo>
                  <a:lnTo>
                    <a:pt x="432" y="133"/>
                  </a:lnTo>
                  <a:lnTo>
                    <a:pt x="431" y="132"/>
                  </a:lnTo>
                  <a:lnTo>
                    <a:pt x="430" y="131"/>
                  </a:lnTo>
                  <a:lnTo>
                    <a:pt x="428" y="131"/>
                  </a:lnTo>
                  <a:lnTo>
                    <a:pt x="423" y="132"/>
                  </a:lnTo>
                  <a:lnTo>
                    <a:pt x="420" y="132"/>
                  </a:lnTo>
                  <a:lnTo>
                    <a:pt x="415" y="131"/>
                  </a:lnTo>
                  <a:lnTo>
                    <a:pt x="413" y="129"/>
                  </a:lnTo>
                  <a:lnTo>
                    <a:pt x="411" y="131"/>
                  </a:lnTo>
                  <a:lnTo>
                    <a:pt x="411" y="136"/>
                  </a:lnTo>
                  <a:lnTo>
                    <a:pt x="410" y="139"/>
                  </a:lnTo>
                  <a:lnTo>
                    <a:pt x="410" y="141"/>
                  </a:lnTo>
                  <a:lnTo>
                    <a:pt x="409" y="148"/>
                  </a:lnTo>
                  <a:lnTo>
                    <a:pt x="409" y="153"/>
                  </a:lnTo>
                  <a:lnTo>
                    <a:pt x="407" y="156"/>
                  </a:lnTo>
                  <a:lnTo>
                    <a:pt x="409" y="157"/>
                  </a:lnTo>
                  <a:lnTo>
                    <a:pt x="411" y="157"/>
                  </a:lnTo>
                  <a:lnTo>
                    <a:pt x="411" y="160"/>
                  </a:lnTo>
                  <a:lnTo>
                    <a:pt x="410" y="162"/>
                  </a:lnTo>
                  <a:lnTo>
                    <a:pt x="409" y="162"/>
                  </a:lnTo>
                  <a:lnTo>
                    <a:pt x="407" y="162"/>
                  </a:lnTo>
                  <a:lnTo>
                    <a:pt x="406" y="162"/>
                  </a:lnTo>
                  <a:lnTo>
                    <a:pt x="405" y="161"/>
                  </a:lnTo>
                  <a:lnTo>
                    <a:pt x="403" y="162"/>
                  </a:lnTo>
                  <a:lnTo>
                    <a:pt x="399" y="162"/>
                  </a:lnTo>
                  <a:lnTo>
                    <a:pt x="394" y="164"/>
                  </a:lnTo>
                  <a:lnTo>
                    <a:pt x="392" y="165"/>
                  </a:lnTo>
                  <a:lnTo>
                    <a:pt x="389" y="165"/>
                  </a:lnTo>
                  <a:lnTo>
                    <a:pt x="388" y="165"/>
                  </a:lnTo>
                  <a:lnTo>
                    <a:pt x="386" y="165"/>
                  </a:lnTo>
                  <a:lnTo>
                    <a:pt x="384" y="168"/>
                  </a:lnTo>
                  <a:lnTo>
                    <a:pt x="384" y="169"/>
                  </a:lnTo>
                  <a:lnTo>
                    <a:pt x="386" y="170"/>
                  </a:lnTo>
                  <a:lnTo>
                    <a:pt x="389" y="170"/>
                  </a:lnTo>
                  <a:lnTo>
                    <a:pt x="392" y="170"/>
                  </a:lnTo>
                  <a:lnTo>
                    <a:pt x="392" y="172"/>
                  </a:lnTo>
                  <a:lnTo>
                    <a:pt x="390" y="174"/>
                  </a:lnTo>
                  <a:lnTo>
                    <a:pt x="392" y="177"/>
                  </a:lnTo>
                  <a:lnTo>
                    <a:pt x="392" y="179"/>
                  </a:lnTo>
                  <a:lnTo>
                    <a:pt x="393" y="181"/>
                  </a:lnTo>
                  <a:lnTo>
                    <a:pt x="393" y="183"/>
                  </a:lnTo>
                  <a:lnTo>
                    <a:pt x="395" y="186"/>
                  </a:lnTo>
                  <a:lnTo>
                    <a:pt x="395" y="189"/>
                  </a:lnTo>
                  <a:lnTo>
                    <a:pt x="398" y="190"/>
                  </a:lnTo>
                  <a:lnTo>
                    <a:pt x="399" y="195"/>
                  </a:lnTo>
                  <a:lnTo>
                    <a:pt x="398" y="197"/>
                  </a:lnTo>
                  <a:lnTo>
                    <a:pt x="397" y="199"/>
                  </a:lnTo>
                  <a:lnTo>
                    <a:pt x="399" y="200"/>
                  </a:lnTo>
                  <a:lnTo>
                    <a:pt x="398" y="202"/>
                  </a:lnTo>
                  <a:lnTo>
                    <a:pt x="398" y="203"/>
                  </a:lnTo>
                  <a:lnTo>
                    <a:pt x="395" y="204"/>
                  </a:lnTo>
                  <a:lnTo>
                    <a:pt x="395" y="207"/>
                  </a:lnTo>
                  <a:lnTo>
                    <a:pt x="393" y="208"/>
                  </a:lnTo>
                  <a:lnTo>
                    <a:pt x="388" y="207"/>
                  </a:lnTo>
                  <a:lnTo>
                    <a:pt x="382" y="202"/>
                  </a:lnTo>
                  <a:lnTo>
                    <a:pt x="381" y="202"/>
                  </a:lnTo>
                  <a:lnTo>
                    <a:pt x="376" y="200"/>
                  </a:lnTo>
                  <a:lnTo>
                    <a:pt x="369" y="199"/>
                  </a:lnTo>
                  <a:lnTo>
                    <a:pt x="365" y="200"/>
                  </a:lnTo>
                  <a:lnTo>
                    <a:pt x="359" y="199"/>
                  </a:lnTo>
                  <a:lnTo>
                    <a:pt x="353" y="200"/>
                  </a:lnTo>
                  <a:lnTo>
                    <a:pt x="351" y="200"/>
                  </a:lnTo>
                  <a:lnTo>
                    <a:pt x="348" y="200"/>
                  </a:lnTo>
                  <a:lnTo>
                    <a:pt x="345" y="202"/>
                  </a:lnTo>
                  <a:lnTo>
                    <a:pt x="343" y="203"/>
                  </a:lnTo>
                  <a:lnTo>
                    <a:pt x="336" y="202"/>
                  </a:lnTo>
                  <a:lnTo>
                    <a:pt x="332" y="200"/>
                  </a:lnTo>
                  <a:lnTo>
                    <a:pt x="330" y="199"/>
                  </a:lnTo>
                  <a:lnTo>
                    <a:pt x="326" y="199"/>
                  </a:lnTo>
                  <a:lnTo>
                    <a:pt x="324" y="200"/>
                  </a:lnTo>
                  <a:lnTo>
                    <a:pt x="322" y="200"/>
                  </a:lnTo>
                  <a:lnTo>
                    <a:pt x="319" y="199"/>
                  </a:lnTo>
                  <a:lnTo>
                    <a:pt x="318" y="200"/>
                  </a:lnTo>
                  <a:lnTo>
                    <a:pt x="318" y="203"/>
                  </a:lnTo>
                  <a:lnTo>
                    <a:pt x="319" y="206"/>
                  </a:lnTo>
                  <a:lnTo>
                    <a:pt x="319" y="208"/>
                  </a:lnTo>
                  <a:lnTo>
                    <a:pt x="315" y="210"/>
                  </a:lnTo>
                  <a:lnTo>
                    <a:pt x="309" y="210"/>
                  </a:lnTo>
                  <a:lnTo>
                    <a:pt x="299" y="208"/>
                  </a:lnTo>
                  <a:lnTo>
                    <a:pt x="297" y="207"/>
                  </a:lnTo>
                  <a:lnTo>
                    <a:pt x="293" y="207"/>
                  </a:lnTo>
                  <a:lnTo>
                    <a:pt x="291" y="210"/>
                  </a:lnTo>
                  <a:lnTo>
                    <a:pt x="291" y="211"/>
                  </a:lnTo>
                  <a:lnTo>
                    <a:pt x="289" y="212"/>
                  </a:lnTo>
                  <a:lnTo>
                    <a:pt x="289" y="214"/>
                  </a:lnTo>
                  <a:lnTo>
                    <a:pt x="289" y="214"/>
                  </a:lnTo>
                  <a:lnTo>
                    <a:pt x="286" y="216"/>
                  </a:lnTo>
                  <a:lnTo>
                    <a:pt x="284" y="218"/>
                  </a:lnTo>
                  <a:lnTo>
                    <a:pt x="280" y="223"/>
                  </a:lnTo>
                  <a:lnTo>
                    <a:pt x="278" y="225"/>
                  </a:lnTo>
                  <a:lnTo>
                    <a:pt x="276" y="228"/>
                  </a:lnTo>
                  <a:lnTo>
                    <a:pt x="274" y="232"/>
                  </a:lnTo>
                  <a:lnTo>
                    <a:pt x="269" y="236"/>
                  </a:lnTo>
                  <a:lnTo>
                    <a:pt x="268" y="236"/>
                  </a:lnTo>
                  <a:lnTo>
                    <a:pt x="262" y="233"/>
                  </a:lnTo>
                  <a:lnTo>
                    <a:pt x="259" y="232"/>
                  </a:lnTo>
                  <a:lnTo>
                    <a:pt x="255" y="233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3" y="222"/>
                  </a:lnTo>
                  <a:lnTo>
                    <a:pt x="234" y="222"/>
                  </a:lnTo>
                  <a:lnTo>
                    <a:pt x="234" y="204"/>
                  </a:lnTo>
                  <a:lnTo>
                    <a:pt x="230" y="206"/>
                  </a:lnTo>
                  <a:lnTo>
                    <a:pt x="227" y="198"/>
                  </a:lnTo>
                  <a:lnTo>
                    <a:pt x="220" y="194"/>
                  </a:lnTo>
                  <a:lnTo>
                    <a:pt x="201" y="194"/>
                  </a:lnTo>
                  <a:lnTo>
                    <a:pt x="183" y="195"/>
                  </a:lnTo>
                  <a:lnTo>
                    <a:pt x="173" y="190"/>
                  </a:lnTo>
                  <a:lnTo>
                    <a:pt x="166" y="187"/>
                  </a:lnTo>
                  <a:lnTo>
                    <a:pt x="147" y="174"/>
                  </a:lnTo>
                  <a:lnTo>
                    <a:pt x="116" y="179"/>
                  </a:lnTo>
                  <a:lnTo>
                    <a:pt x="126" y="236"/>
                  </a:lnTo>
                  <a:lnTo>
                    <a:pt x="124" y="236"/>
                  </a:lnTo>
                  <a:lnTo>
                    <a:pt x="119" y="237"/>
                  </a:lnTo>
                  <a:lnTo>
                    <a:pt x="111" y="228"/>
                  </a:lnTo>
                  <a:lnTo>
                    <a:pt x="103" y="224"/>
                  </a:lnTo>
                  <a:lnTo>
                    <a:pt x="95" y="223"/>
                  </a:lnTo>
                  <a:lnTo>
                    <a:pt x="90" y="224"/>
                  </a:lnTo>
                  <a:lnTo>
                    <a:pt x="82" y="231"/>
                  </a:lnTo>
                  <a:lnTo>
                    <a:pt x="82" y="228"/>
                  </a:lnTo>
                  <a:lnTo>
                    <a:pt x="81" y="225"/>
                  </a:lnTo>
                  <a:lnTo>
                    <a:pt x="82" y="222"/>
                  </a:lnTo>
                  <a:lnTo>
                    <a:pt x="83" y="219"/>
                  </a:lnTo>
                  <a:lnTo>
                    <a:pt x="83" y="218"/>
                  </a:lnTo>
                  <a:lnTo>
                    <a:pt x="83" y="216"/>
                  </a:lnTo>
                  <a:lnTo>
                    <a:pt x="82" y="216"/>
                  </a:lnTo>
                  <a:lnTo>
                    <a:pt x="79" y="216"/>
                  </a:lnTo>
                  <a:lnTo>
                    <a:pt x="78" y="215"/>
                  </a:lnTo>
                  <a:lnTo>
                    <a:pt x="75" y="215"/>
                  </a:lnTo>
                  <a:lnTo>
                    <a:pt x="74" y="216"/>
                  </a:lnTo>
                  <a:lnTo>
                    <a:pt x="73" y="215"/>
                  </a:lnTo>
                  <a:lnTo>
                    <a:pt x="72" y="214"/>
                  </a:lnTo>
                  <a:lnTo>
                    <a:pt x="72" y="212"/>
                  </a:lnTo>
                  <a:lnTo>
                    <a:pt x="70" y="211"/>
                  </a:lnTo>
                  <a:lnTo>
                    <a:pt x="69" y="210"/>
                  </a:lnTo>
                  <a:lnTo>
                    <a:pt x="69" y="210"/>
                  </a:lnTo>
                  <a:lnTo>
                    <a:pt x="66" y="211"/>
                  </a:lnTo>
                  <a:lnTo>
                    <a:pt x="65" y="211"/>
                  </a:lnTo>
                  <a:lnTo>
                    <a:pt x="65" y="208"/>
                  </a:lnTo>
                  <a:lnTo>
                    <a:pt x="65" y="206"/>
                  </a:lnTo>
                  <a:lnTo>
                    <a:pt x="62" y="202"/>
                  </a:lnTo>
                  <a:lnTo>
                    <a:pt x="61" y="200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58" y="197"/>
                  </a:lnTo>
                  <a:lnTo>
                    <a:pt x="57" y="195"/>
                  </a:lnTo>
                  <a:lnTo>
                    <a:pt x="56" y="194"/>
                  </a:lnTo>
                  <a:lnTo>
                    <a:pt x="53" y="194"/>
                  </a:lnTo>
                  <a:lnTo>
                    <a:pt x="52" y="193"/>
                  </a:lnTo>
                  <a:lnTo>
                    <a:pt x="52" y="191"/>
                  </a:lnTo>
                  <a:lnTo>
                    <a:pt x="53" y="190"/>
                  </a:lnTo>
                  <a:lnTo>
                    <a:pt x="54" y="190"/>
                  </a:lnTo>
                  <a:lnTo>
                    <a:pt x="57" y="190"/>
                  </a:lnTo>
                  <a:lnTo>
                    <a:pt x="58" y="190"/>
                  </a:lnTo>
                  <a:lnTo>
                    <a:pt x="60" y="190"/>
                  </a:lnTo>
                  <a:lnTo>
                    <a:pt x="61" y="191"/>
                  </a:lnTo>
                  <a:lnTo>
                    <a:pt x="62" y="190"/>
                  </a:lnTo>
                  <a:lnTo>
                    <a:pt x="64" y="189"/>
                  </a:lnTo>
                  <a:lnTo>
                    <a:pt x="65" y="190"/>
                  </a:lnTo>
                  <a:lnTo>
                    <a:pt x="66" y="190"/>
                  </a:lnTo>
                  <a:lnTo>
                    <a:pt x="65" y="189"/>
                  </a:lnTo>
                  <a:lnTo>
                    <a:pt x="64" y="189"/>
                  </a:lnTo>
                  <a:lnTo>
                    <a:pt x="62" y="189"/>
                  </a:lnTo>
                  <a:lnTo>
                    <a:pt x="62" y="186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1" y="182"/>
                  </a:lnTo>
                  <a:lnTo>
                    <a:pt x="61" y="179"/>
                  </a:lnTo>
                  <a:lnTo>
                    <a:pt x="61" y="178"/>
                  </a:lnTo>
                  <a:lnTo>
                    <a:pt x="62" y="177"/>
                  </a:lnTo>
                  <a:lnTo>
                    <a:pt x="65" y="177"/>
                  </a:lnTo>
                  <a:lnTo>
                    <a:pt x="66" y="175"/>
                  </a:lnTo>
                  <a:lnTo>
                    <a:pt x="69" y="177"/>
                  </a:lnTo>
                  <a:lnTo>
                    <a:pt x="70" y="175"/>
                  </a:lnTo>
                  <a:lnTo>
                    <a:pt x="73" y="175"/>
                  </a:lnTo>
                  <a:lnTo>
                    <a:pt x="74" y="177"/>
                  </a:lnTo>
                  <a:lnTo>
                    <a:pt x="74" y="175"/>
                  </a:lnTo>
                  <a:lnTo>
                    <a:pt x="77" y="175"/>
                  </a:lnTo>
                  <a:lnTo>
                    <a:pt x="78" y="178"/>
                  </a:lnTo>
                  <a:lnTo>
                    <a:pt x="81" y="178"/>
                  </a:lnTo>
                  <a:lnTo>
                    <a:pt x="82" y="177"/>
                  </a:lnTo>
                  <a:lnTo>
                    <a:pt x="83" y="175"/>
                  </a:lnTo>
                  <a:lnTo>
                    <a:pt x="81" y="175"/>
                  </a:lnTo>
                  <a:lnTo>
                    <a:pt x="79" y="174"/>
                  </a:lnTo>
                  <a:lnTo>
                    <a:pt x="78" y="172"/>
                  </a:lnTo>
                  <a:lnTo>
                    <a:pt x="78" y="169"/>
                  </a:lnTo>
                  <a:lnTo>
                    <a:pt x="79" y="168"/>
                  </a:lnTo>
                  <a:lnTo>
                    <a:pt x="81" y="168"/>
                  </a:lnTo>
                  <a:lnTo>
                    <a:pt x="79" y="166"/>
                  </a:lnTo>
                  <a:lnTo>
                    <a:pt x="79" y="165"/>
                  </a:lnTo>
                  <a:lnTo>
                    <a:pt x="78" y="164"/>
                  </a:lnTo>
                  <a:lnTo>
                    <a:pt x="79" y="162"/>
                  </a:lnTo>
                  <a:lnTo>
                    <a:pt x="79" y="160"/>
                  </a:lnTo>
                  <a:lnTo>
                    <a:pt x="78" y="158"/>
                  </a:lnTo>
                  <a:lnTo>
                    <a:pt x="78" y="157"/>
                  </a:lnTo>
                  <a:lnTo>
                    <a:pt x="78" y="156"/>
                  </a:lnTo>
                  <a:lnTo>
                    <a:pt x="78" y="154"/>
                  </a:lnTo>
                  <a:lnTo>
                    <a:pt x="77" y="154"/>
                  </a:lnTo>
                  <a:lnTo>
                    <a:pt x="75" y="153"/>
                  </a:lnTo>
                  <a:lnTo>
                    <a:pt x="75" y="152"/>
                  </a:lnTo>
                  <a:lnTo>
                    <a:pt x="72" y="152"/>
                  </a:lnTo>
                  <a:lnTo>
                    <a:pt x="70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8" y="153"/>
                  </a:lnTo>
                  <a:lnTo>
                    <a:pt x="68" y="154"/>
                  </a:lnTo>
                  <a:lnTo>
                    <a:pt x="66" y="154"/>
                  </a:lnTo>
                  <a:lnTo>
                    <a:pt x="64" y="154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4"/>
                  </a:lnTo>
                  <a:lnTo>
                    <a:pt x="61" y="153"/>
                  </a:lnTo>
                  <a:lnTo>
                    <a:pt x="61" y="150"/>
                  </a:lnTo>
                  <a:lnTo>
                    <a:pt x="60" y="150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7" y="150"/>
                  </a:lnTo>
                  <a:lnTo>
                    <a:pt x="53" y="150"/>
                  </a:lnTo>
                  <a:lnTo>
                    <a:pt x="52" y="152"/>
                  </a:lnTo>
                  <a:lnTo>
                    <a:pt x="52" y="154"/>
                  </a:lnTo>
                  <a:lnTo>
                    <a:pt x="50" y="154"/>
                  </a:lnTo>
                  <a:lnTo>
                    <a:pt x="50" y="153"/>
                  </a:lnTo>
                  <a:lnTo>
                    <a:pt x="49" y="153"/>
                  </a:lnTo>
                  <a:lnTo>
                    <a:pt x="48" y="156"/>
                  </a:lnTo>
                  <a:lnTo>
                    <a:pt x="47" y="156"/>
                  </a:lnTo>
                  <a:lnTo>
                    <a:pt x="45" y="157"/>
                  </a:lnTo>
                  <a:lnTo>
                    <a:pt x="44" y="158"/>
                  </a:lnTo>
                  <a:lnTo>
                    <a:pt x="43" y="158"/>
                  </a:lnTo>
                  <a:lnTo>
                    <a:pt x="41" y="160"/>
                  </a:lnTo>
                  <a:lnTo>
                    <a:pt x="41" y="161"/>
                  </a:lnTo>
                  <a:lnTo>
                    <a:pt x="40" y="160"/>
                  </a:lnTo>
                  <a:lnTo>
                    <a:pt x="39" y="160"/>
                  </a:lnTo>
                  <a:lnTo>
                    <a:pt x="39" y="161"/>
                  </a:lnTo>
                  <a:lnTo>
                    <a:pt x="36" y="161"/>
                  </a:lnTo>
                  <a:lnTo>
                    <a:pt x="36" y="160"/>
                  </a:lnTo>
                  <a:lnTo>
                    <a:pt x="35" y="160"/>
                  </a:lnTo>
                  <a:lnTo>
                    <a:pt x="32" y="157"/>
                  </a:lnTo>
                  <a:lnTo>
                    <a:pt x="29" y="158"/>
                  </a:lnTo>
                  <a:lnTo>
                    <a:pt x="24" y="156"/>
                  </a:lnTo>
                  <a:lnTo>
                    <a:pt x="25" y="154"/>
                  </a:lnTo>
                  <a:lnTo>
                    <a:pt x="29" y="154"/>
                  </a:lnTo>
                  <a:lnTo>
                    <a:pt x="24" y="145"/>
                  </a:lnTo>
                  <a:lnTo>
                    <a:pt x="19" y="141"/>
                  </a:lnTo>
                  <a:lnTo>
                    <a:pt x="12" y="139"/>
                  </a:lnTo>
                  <a:lnTo>
                    <a:pt x="11" y="140"/>
                  </a:lnTo>
                  <a:lnTo>
                    <a:pt x="7" y="137"/>
                  </a:lnTo>
                  <a:lnTo>
                    <a:pt x="7" y="135"/>
                  </a:lnTo>
                  <a:lnTo>
                    <a:pt x="6" y="132"/>
                  </a:lnTo>
                  <a:lnTo>
                    <a:pt x="0" y="131"/>
                  </a:lnTo>
                  <a:lnTo>
                    <a:pt x="3" y="125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2" y="111"/>
                  </a:lnTo>
                  <a:lnTo>
                    <a:pt x="3" y="110"/>
                  </a:lnTo>
                  <a:lnTo>
                    <a:pt x="7" y="106"/>
                  </a:lnTo>
                  <a:lnTo>
                    <a:pt x="7" y="103"/>
                  </a:lnTo>
                  <a:lnTo>
                    <a:pt x="8" y="100"/>
                  </a:lnTo>
                  <a:lnTo>
                    <a:pt x="15" y="107"/>
                  </a:lnTo>
                  <a:lnTo>
                    <a:pt x="15" y="108"/>
                  </a:lnTo>
                  <a:lnTo>
                    <a:pt x="19" y="111"/>
                  </a:lnTo>
                  <a:lnTo>
                    <a:pt x="23" y="111"/>
                  </a:lnTo>
                  <a:lnTo>
                    <a:pt x="23" y="107"/>
                  </a:lnTo>
                  <a:lnTo>
                    <a:pt x="24" y="106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8" y="97"/>
                  </a:lnTo>
                  <a:lnTo>
                    <a:pt x="28" y="93"/>
                  </a:lnTo>
                  <a:lnTo>
                    <a:pt x="27" y="91"/>
                  </a:lnTo>
                  <a:lnTo>
                    <a:pt x="28" y="89"/>
                  </a:lnTo>
                  <a:lnTo>
                    <a:pt x="31" y="86"/>
                  </a:lnTo>
                  <a:lnTo>
                    <a:pt x="32" y="86"/>
                  </a:lnTo>
                  <a:lnTo>
                    <a:pt x="33" y="83"/>
                  </a:lnTo>
                  <a:lnTo>
                    <a:pt x="36" y="82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7" y="78"/>
                  </a:lnTo>
                  <a:lnTo>
                    <a:pt x="39" y="77"/>
                  </a:lnTo>
                  <a:lnTo>
                    <a:pt x="41" y="78"/>
                  </a:lnTo>
                  <a:lnTo>
                    <a:pt x="45" y="79"/>
                  </a:lnTo>
                  <a:lnTo>
                    <a:pt x="44" y="81"/>
                  </a:lnTo>
                  <a:lnTo>
                    <a:pt x="43" y="83"/>
                  </a:lnTo>
                  <a:lnTo>
                    <a:pt x="44" y="85"/>
                  </a:lnTo>
                  <a:lnTo>
                    <a:pt x="47" y="83"/>
                  </a:lnTo>
                  <a:lnTo>
                    <a:pt x="47" y="81"/>
                  </a:lnTo>
                  <a:lnTo>
                    <a:pt x="48" y="81"/>
                  </a:lnTo>
                  <a:lnTo>
                    <a:pt x="48" y="82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4" y="77"/>
                  </a:lnTo>
                  <a:lnTo>
                    <a:pt x="57" y="77"/>
                  </a:lnTo>
                  <a:lnTo>
                    <a:pt x="58" y="81"/>
                  </a:lnTo>
                  <a:lnTo>
                    <a:pt x="61" y="82"/>
                  </a:lnTo>
                  <a:lnTo>
                    <a:pt x="65" y="81"/>
                  </a:lnTo>
                  <a:lnTo>
                    <a:pt x="68" y="81"/>
                  </a:lnTo>
                  <a:lnTo>
                    <a:pt x="69" y="82"/>
                  </a:lnTo>
                  <a:lnTo>
                    <a:pt x="70" y="82"/>
                  </a:lnTo>
                  <a:lnTo>
                    <a:pt x="73" y="86"/>
                  </a:lnTo>
                  <a:lnTo>
                    <a:pt x="75" y="86"/>
                  </a:lnTo>
                  <a:lnTo>
                    <a:pt x="77" y="89"/>
                  </a:lnTo>
                  <a:lnTo>
                    <a:pt x="79" y="91"/>
                  </a:lnTo>
                  <a:lnTo>
                    <a:pt x="82" y="91"/>
                  </a:lnTo>
                  <a:lnTo>
                    <a:pt x="83" y="93"/>
                  </a:lnTo>
                  <a:lnTo>
                    <a:pt x="83" y="95"/>
                  </a:lnTo>
                  <a:lnTo>
                    <a:pt x="85" y="95"/>
                  </a:lnTo>
                  <a:lnTo>
                    <a:pt x="86" y="94"/>
                  </a:lnTo>
                  <a:lnTo>
                    <a:pt x="86" y="90"/>
                  </a:lnTo>
                  <a:lnTo>
                    <a:pt x="89" y="89"/>
                  </a:lnTo>
                  <a:lnTo>
                    <a:pt x="90" y="91"/>
                  </a:lnTo>
                  <a:lnTo>
                    <a:pt x="94" y="91"/>
                  </a:lnTo>
                  <a:lnTo>
                    <a:pt x="95" y="94"/>
                  </a:lnTo>
                  <a:lnTo>
                    <a:pt x="98" y="95"/>
                  </a:lnTo>
                  <a:lnTo>
                    <a:pt x="101" y="93"/>
                  </a:lnTo>
                  <a:lnTo>
                    <a:pt x="101" y="89"/>
                  </a:lnTo>
                  <a:lnTo>
                    <a:pt x="103" y="87"/>
                  </a:lnTo>
                  <a:lnTo>
                    <a:pt x="103" y="86"/>
                  </a:lnTo>
                  <a:lnTo>
                    <a:pt x="104" y="85"/>
                  </a:lnTo>
                  <a:lnTo>
                    <a:pt x="107" y="87"/>
                  </a:lnTo>
                  <a:lnTo>
                    <a:pt x="107" y="85"/>
                  </a:lnTo>
                  <a:lnTo>
                    <a:pt x="110" y="85"/>
                  </a:lnTo>
                  <a:lnTo>
                    <a:pt x="114" y="87"/>
                  </a:lnTo>
                  <a:lnTo>
                    <a:pt x="114" y="89"/>
                  </a:lnTo>
                  <a:lnTo>
                    <a:pt x="118" y="89"/>
                  </a:lnTo>
                  <a:lnTo>
                    <a:pt x="118" y="86"/>
                  </a:lnTo>
                  <a:lnTo>
                    <a:pt x="119" y="85"/>
                  </a:lnTo>
                  <a:lnTo>
                    <a:pt x="122" y="86"/>
                  </a:lnTo>
                  <a:lnTo>
                    <a:pt x="123" y="83"/>
                  </a:lnTo>
                  <a:lnTo>
                    <a:pt x="126" y="85"/>
                  </a:lnTo>
                  <a:lnTo>
                    <a:pt x="128" y="86"/>
                  </a:lnTo>
                  <a:lnTo>
                    <a:pt x="127" y="87"/>
                  </a:lnTo>
                  <a:lnTo>
                    <a:pt x="126" y="89"/>
                  </a:lnTo>
                  <a:lnTo>
                    <a:pt x="127" y="91"/>
                  </a:lnTo>
                  <a:lnTo>
                    <a:pt x="129" y="93"/>
                  </a:lnTo>
                  <a:lnTo>
                    <a:pt x="131" y="91"/>
                  </a:lnTo>
                  <a:lnTo>
                    <a:pt x="132" y="93"/>
                  </a:lnTo>
                  <a:lnTo>
                    <a:pt x="136" y="93"/>
                  </a:lnTo>
                  <a:lnTo>
                    <a:pt x="140" y="94"/>
                  </a:lnTo>
                  <a:lnTo>
                    <a:pt x="143" y="94"/>
                  </a:lnTo>
                  <a:lnTo>
                    <a:pt x="144" y="91"/>
                  </a:lnTo>
                  <a:lnTo>
                    <a:pt x="144" y="89"/>
                  </a:lnTo>
                  <a:lnTo>
                    <a:pt x="145" y="89"/>
                  </a:lnTo>
                  <a:lnTo>
                    <a:pt x="149" y="90"/>
                  </a:lnTo>
                  <a:lnTo>
                    <a:pt x="152" y="91"/>
                  </a:lnTo>
                  <a:lnTo>
                    <a:pt x="156" y="90"/>
                  </a:lnTo>
                  <a:lnTo>
                    <a:pt x="157" y="87"/>
                  </a:lnTo>
                  <a:lnTo>
                    <a:pt x="157" y="78"/>
                  </a:lnTo>
                  <a:lnTo>
                    <a:pt x="156" y="77"/>
                  </a:lnTo>
                  <a:lnTo>
                    <a:pt x="152" y="77"/>
                  </a:lnTo>
                  <a:lnTo>
                    <a:pt x="149" y="75"/>
                  </a:lnTo>
                  <a:lnTo>
                    <a:pt x="149" y="74"/>
                  </a:lnTo>
                  <a:lnTo>
                    <a:pt x="147" y="73"/>
                  </a:lnTo>
                  <a:lnTo>
                    <a:pt x="145" y="72"/>
                  </a:lnTo>
                  <a:lnTo>
                    <a:pt x="143" y="72"/>
                  </a:lnTo>
                  <a:lnTo>
                    <a:pt x="143" y="70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44" y="68"/>
                  </a:lnTo>
                  <a:lnTo>
                    <a:pt x="144" y="65"/>
                  </a:lnTo>
                  <a:lnTo>
                    <a:pt x="147" y="62"/>
                  </a:lnTo>
                  <a:lnTo>
                    <a:pt x="145" y="60"/>
                  </a:lnTo>
                  <a:lnTo>
                    <a:pt x="144" y="60"/>
                  </a:lnTo>
                  <a:lnTo>
                    <a:pt x="144" y="57"/>
                  </a:lnTo>
                  <a:lnTo>
                    <a:pt x="147" y="53"/>
                  </a:lnTo>
                  <a:lnTo>
                    <a:pt x="149" y="50"/>
                  </a:lnTo>
                  <a:lnTo>
                    <a:pt x="153" y="50"/>
                  </a:lnTo>
                  <a:lnTo>
                    <a:pt x="156" y="52"/>
                  </a:lnTo>
                  <a:lnTo>
                    <a:pt x="157" y="50"/>
                  </a:lnTo>
                  <a:lnTo>
                    <a:pt x="157" y="48"/>
                  </a:lnTo>
                  <a:lnTo>
                    <a:pt x="154" y="48"/>
                  </a:lnTo>
                  <a:lnTo>
                    <a:pt x="153" y="45"/>
                  </a:lnTo>
                  <a:lnTo>
                    <a:pt x="151" y="45"/>
                  </a:lnTo>
                  <a:lnTo>
                    <a:pt x="149" y="47"/>
                  </a:lnTo>
                  <a:lnTo>
                    <a:pt x="147" y="45"/>
                  </a:lnTo>
                  <a:lnTo>
                    <a:pt x="144" y="45"/>
                  </a:lnTo>
                  <a:lnTo>
                    <a:pt x="144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47" y="40"/>
                  </a:lnTo>
                  <a:lnTo>
                    <a:pt x="144" y="41"/>
                  </a:lnTo>
                  <a:lnTo>
                    <a:pt x="143" y="40"/>
                  </a:lnTo>
                  <a:lnTo>
                    <a:pt x="143" y="39"/>
                  </a:lnTo>
                  <a:lnTo>
                    <a:pt x="141" y="36"/>
                  </a:lnTo>
                  <a:lnTo>
                    <a:pt x="143" y="36"/>
                  </a:lnTo>
                  <a:lnTo>
                    <a:pt x="145" y="35"/>
                  </a:lnTo>
                  <a:lnTo>
                    <a:pt x="147" y="33"/>
                  </a:lnTo>
                  <a:lnTo>
                    <a:pt x="148" y="33"/>
                  </a:lnTo>
                  <a:lnTo>
                    <a:pt x="149" y="35"/>
                  </a:lnTo>
                  <a:lnTo>
                    <a:pt x="152" y="35"/>
                  </a:lnTo>
                  <a:lnTo>
                    <a:pt x="154" y="36"/>
                  </a:lnTo>
                  <a:lnTo>
                    <a:pt x="154" y="35"/>
                  </a:lnTo>
                  <a:lnTo>
                    <a:pt x="154" y="33"/>
                  </a:lnTo>
                  <a:lnTo>
                    <a:pt x="157" y="32"/>
                  </a:lnTo>
                  <a:lnTo>
                    <a:pt x="158" y="32"/>
                  </a:lnTo>
                  <a:lnTo>
                    <a:pt x="160" y="35"/>
                  </a:lnTo>
                  <a:lnTo>
                    <a:pt x="161" y="33"/>
                  </a:lnTo>
                  <a:lnTo>
                    <a:pt x="162" y="31"/>
                  </a:lnTo>
                  <a:lnTo>
                    <a:pt x="166" y="29"/>
                  </a:lnTo>
                  <a:lnTo>
                    <a:pt x="169" y="29"/>
                  </a:lnTo>
                  <a:lnTo>
                    <a:pt x="172" y="28"/>
                  </a:lnTo>
                  <a:lnTo>
                    <a:pt x="174" y="28"/>
                  </a:lnTo>
                  <a:lnTo>
                    <a:pt x="176" y="27"/>
                  </a:lnTo>
                  <a:lnTo>
                    <a:pt x="178" y="25"/>
                  </a:lnTo>
                  <a:lnTo>
                    <a:pt x="181" y="25"/>
                  </a:lnTo>
                  <a:lnTo>
                    <a:pt x="183" y="24"/>
                  </a:lnTo>
                  <a:lnTo>
                    <a:pt x="185" y="24"/>
                  </a:lnTo>
                  <a:lnTo>
                    <a:pt x="186" y="24"/>
                  </a:lnTo>
                  <a:lnTo>
                    <a:pt x="187" y="23"/>
                  </a:lnTo>
                  <a:lnTo>
                    <a:pt x="187" y="22"/>
                  </a:lnTo>
                  <a:lnTo>
                    <a:pt x="189" y="20"/>
                  </a:lnTo>
                  <a:lnTo>
                    <a:pt x="191" y="20"/>
                  </a:lnTo>
                  <a:lnTo>
                    <a:pt x="191" y="18"/>
                  </a:lnTo>
                  <a:lnTo>
                    <a:pt x="193" y="18"/>
                  </a:lnTo>
                  <a:lnTo>
                    <a:pt x="194" y="18"/>
                  </a:lnTo>
                  <a:lnTo>
                    <a:pt x="197" y="19"/>
                  </a:lnTo>
                  <a:lnTo>
                    <a:pt x="198" y="18"/>
                  </a:lnTo>
                  <a:lnTo>
                    <a:pt x="201" y="16"/>
                  </a:lnTo>
                  <a:lnTo>
                    <a:pt x="206" y="12"/>
                  </a:lnTo>
                  <a:lnTo>
                    <a:pt x="207" y="12"/>
                  </a:lnTo>
                  <a:lnTo>
                    <a:pt x="208" y="12"/>
                  </a:lnTo>
                  <a:lnTo>
                    <a:pt x="211" y="11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8" y="10"/>
                  </a:lnTo>
                  <a:lnTo>
                    <a:pt x="218" y="7"/>
                  </a:lnTo>
                  <a:lnTo>
                    <a:pt x="216" y="6"/>
                  </a:lnTo>
                  <a:lnTo>
                    <a:pt x="218" y="6"/>
                  </a:lnTo>
                  <a:lnTo>
                    <a:pt x="220" y="4"/>
                  </a:lnTo>
                  <a:lnTo>
                    <a:pt x="222" y="3"/>
                  </a:lnTo>
                  <a:lnTo>
                    <a:pt x="223" y="2"/>
                  </a:lnTo>
                  <a:lnTo>
                    <a:pt x="226" y="2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2" name="Freeform 349">
              <a:extLst>
                <a:ext uri="{FF2B5EF4-FFF2-40B4-BE49-F238E27FC236}">
                  <a16:creationId xmlns:a16="http://schemas.microsoft.com/office/drawing/2014/main" id="{BE7E0A3A-B805-4FF0-AB47-62571A5BB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746" y="864124"/>
              <a:ext cx="1216723" cy="758063"/>
            </a:xfrm>
            <a:custGeom>
              <a:avLst/>
              <a:gdLst>
                <a:gd name="T0" fmla="*/ 50 w 191"/>
                <a:gd name="T1" fmla="*/ 13 h 119"/>
                <a:gd name="T2" fmla="*/ 67 w 191"/>
                <a:gd name="T3" fmla="*/ 21 h 119"/>
                <a:gd name="T4" fmla="*/ 104 w 191"/>
                <a:gd name="T5" fmla="*/ 20 h 119"/>
                <a:gd name="T6" fmla="*/ 114 w 191"/>
                <a:gd name="T7" fmla="*/ 32 h 119"/>
                <a:gd name="T8" fmla="*/ 118 w 191"/>
                <a:gd name="T9" fmla="*/ 48 h 119"/>
                <a:gd name="T10" fmla="*/ 131 w 191"/>
                <a:gd name="T11" fmla="*/ 62 h 119"/>
                <a:gd name="T12" fmla="*/ 139 w 191"/>
                <a:gd name="T13" fmla="*/ 59 h 119"/>
                <a:gd name="T14" fmla="*/ 146 w 191"/>
                <a:gd name="T15" fmla="*/ 59 h 119"/>
                <a:gd name="T16" fmla="*/ 153 w 191"/>
                <a:gd name="T17" fmla="*/ 62 h 119"/>
                <a:gd name="T18" fmla="*/ 160 w 191"/>
                <a:gd name="T19" fmla="*/ 54 h 119"/>
                <a:gd name="T20" fmla="*/ 164 w 191"/>
                <a:gd name="T21" fmla="*/ 49 h 119"/>
                <a:gd name="T22" fmla="*/ 170 w 191"/>
                <a:gd name="T23" fmla="*/ 42 h 119"/>
                <a:gd name="T24" fmla="*/ 174 w 191"/>
                <a:gd name="T25" fmla="*/ 40 h 119"/>
                <a:gd name="T26" fmla="*/ 170 w 191"/>
                <a:gd name="T27" fmla="*/ 48 h 119"/>
                <a:gd name="T28" fmla="*/ 171 w 191"/>
                <a:gd name="T29" fmla="*/ 53 h 119"/>
                <a:gd name="T30" fmla="*/ 178 w 191"/>
                <a:gd name="T31" fmla="*/ 55 h 119"/>
                <a:gd name="T32" fmla="*/ 183 w 191"/>
                <a:gd name="T33" fmla="*/ 54 h 119"/>
                <a:gd name="T34" fmla="*/ 185 w 191"/>
                <a:gd name="T35" fmla="*/ 51 h 119"/>
                <a:gd name="T36" fmla="*/ 191 w 191"/>
                <a:gd name="T37" fmla="*/ 58 h 119"/>
                <a:gd name="T38" fmla="*/ 183 w 191"/>
                <a:gd name="T39" fmla="*/ 62 h 119"/>
                <a:gd name="T40" fmla="*/ 177 w 191"/>
                <a:gd name="T41" fmla="*/ 61 h 119"/>
                <a:gd name="T42" fmla="*/ 170 w 191"/>
                <a:gd name="T43" fmla="*/ 62 h 119"/>
                <a:gd name="T44" fmla="*/ 165 w 191"/>
                <a:gd name="T45" fmla="*/ 65 h 119"/>
                <a:gd name="T46" fmla="*/ 162 w 191"/>
                <a:gd name="T47" fmla="*/ 69 h 119"/>
                <a:gd name="T48" fmla="*/ 165 w 191"/>
                <a:gd name="T49" fmla="*/ 73 h 119"/>
                <a:gd name="T50" fmla="*/ 156 w 191"/>
                <a:gd name="T51" fmla="*/ 75 h 119"/>
                <a:gd name="T52" fmla="*/ 158 w 191"/>
                <a:gd name="T53" fmla="*/ 78 h 119"/>
                <a:gd name="T54" fmla="*/ 153 w 191"/>
                <a:gd name="T55" fmla="*/ 83 h 119"/>
                <a:gd name="T56" fmla="*/ 145 w 191"/>
                <a:gd name="T57" fmla="*/ 82 h 119"/>
                <a:gd name="T58" fmla="*/ 144 w 191"/>
                <a:gd name="T59" fmla="*/ 88 h 119"/>
                <a:gd name="T60" fmla="*/ 149 w 191"/>
                <a:gd name="T61" fmla="*/ 91 h 119"/>
                <a:gd name="T62" fmla="*/ 153 w 191"/>
                <a:gd name="T63" fmla="*/ 94 h 119"/>
                <a:gd name="T64" fmla="*/ 153 w 191"/>
                <a:gd name="T65" fmla="*/ 99 h 119"/>
                <a:gd name="T66" fmla="*/ 156 w 191"/>
                <a:gd name="T67" fmla="*/ 104 h 119"/>
                <a:gd name="T68" fmla="*/ 152 w 191"/>
                <a:gd name="T69" fmla="*/ 111 h 119"/>
                <a:gd name="T70" fmla="*/ 150 w 191"/>
                <a:gd name="T71" fmla="*/ 117 h 119"/>
                <a:gd name="T72" fmla="*/ 146 w 191"/>
                <a:gd name="T73" fmla="*/ 119 h 119"/>
                <a:gd name="T74" fmla="*/ 143 w 191"/>
                <a:gd name="T75" fmla="*/ 116 h 119"/>
                <a:gd name="T76" fmla="*/ 137 w 191"/>
                <a:gd name="T77" fmla="*/ 116 h 119"/>
                <a:gd name="T78" fmla="*/ 136 w 191"/>
                <a:gd name="T79" fmla="*/ 108 h 119"/>
                <a:gd name="T80" fmla="*/ 131 w 191"/>
                <a:gd name="T81" fmla="*/ 105 h 119"/>
                <a:gd name="T82" fmla="*/ 123 w 191"/>
                <a:gd name="T83" fmla="*/ 103 h 119"/>
                <a:gd name="T84" fmla="*/ 106 w 191"/>
                <a:gd name="T85" fmla="*/ 94 h 119"/>
                <a:gd name="T86" fmla="*/ 90 w 191"/>
                <a:gd name="T87" fmla="*/ 82 h 119"/>
                <a:gd name="T88" fmla="*/ 83 w 191"/>
                <a:gd name="T89" fmla="*/ 75 h 119"/>
                <a:gd name="T90" fmla="*/ 79 w 191"/>
                <a:gd name="T91" fmla="*/ 71 h 119"/>
                <a:gd name="T92" fmla="*/ 73 w 191"/>
                <a:gd name="T93" fmla="*/ 61 h 119"/>
                <a:gd name="T94" fmla="*/ 69 w 191"/>
                <a:gd name="T95" fmla="*/ 61 h 119"/>
                <a:gd name="T96" fmla="*/ 53 w 191"/>
                <a:gd name="T97" fmla="*/ 53 h 119"/>
                <a:gd name="T98" fmla="*/ 45 w 191"/>
                <a:gd name="T99" fmla="*/ 46 h 119"/>
                <a:gd name="T100" fmla="*/ 31 w 191"/>
                <a:gd name="T101" fmla="*/ 41 h 119"/>
                <a:gd name="T102" fmla="*/ 32 w 191"/>
                <a:gd name="T103" fmla="*/ 45 h 119"/>
                <a:gd name="T104" fmla="*/ 27 w 191"/>
                <a:gd name="T105" fmla="*/ 45 h 119"/>
                <a:gd name="T106" fmla="*/ 21 w 191"/>
                <a:gd name="T107" fmla="*/ 49 h 119"/>
                <a:gd name="T108" fmla="*/ 19 w 191"/>
                <a:gd name="T109" fmla="*/ 58 h 119"/>
                <a:gd name="T110" fmla="*/ 20 w 191"/>
                <a:gd name="T111" fmla="*/ 62 h 119"/>
                <a:gd name="T112" fmla="*/ 10 w 191"/>
                <a:gd name="T113" fmla="*/ 62 h 119"/>
                <a:gd name="T114" fmla="*/ 31 w 191"/>
                <a:gd name="T11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1" h="119">
                  <a:moveTo>
                    <a:pt x="31" y="0"/>
                  </a:moveTo>
                  <a:lnTo>
                    <a:pt x="50" y="13"/>
                  </a:lnTo>
                  <a:lnTo>
                    <a:pt x="57" y="16"/>
                  </a:lnTo>
                  <a:lnTo>
                    <a:pt x="67" y="21"/>
                  </a:lnTo>
                  <a:lnTo>
                    <a:pt x="85" y="20"/>
                  </a:lnTo>
                  <a:lnTo>
                    <a:pt x="104" y="20"/>
                  </a:lnTo>
                  <a:lnTo>
                    <a:pt x="111" y="24"/>
                  </a:lnTo>
                  <a:lnTo>
                    <a:pt x="114" y="32"/>
                  </a:lnTo>
                  <a:lnTo>
                    <a:pt x="118" y="30"/>
                  </a:lnTo>
                  <a:lnTo>
                    <a:pt x="118" y="48"/>
                  </a:lnTo>
                  <a:lnTo>
                    <a:pt x="127" y="48"/>
                  </a:lnTo>
                  <a:lnTo>
                    <a:pt x="131" y="62"/>
                  </a:lnTo>
                  <a:lnTo>
                    <a:pt x="133" y="62"/>
                  </a:lnTo>
                  <a:lnTo>
                    <a:pt x="139" y="59"/>
                  </a:lnTo>
                  <a:lnTo>
                    <a:pt x="143" y="58"/>
                  </a:lnTo>
                  <a:lnTo>
                    <a:pt x="146" y="59"/>
                  </a:lnTo>
                  <a:lnTo>
                    <a:pt x="152" y="62"/>
                  </a:lnTo>
                  <a:lnTo>
                    <a:pt x="153" y="62"/>
                  </a:lnTo>
                  <a:lnTo>
                    <a:pt x="158" y="58"/>
                  </a:lnTo>
                  <a:lnTo>
                    <a:pt x="160" y="54"/>
                  </a:lnTo>
                  <a:lnTo>
                    <a:pt x="162" y="51"/>
                  </a:lnTo>
                  <a:lnTo>
                    <a:pt x="164" y="49"/>
                  </a:lnTo>
                  <a:lnTo>
                    <a:pt x="168" y="44"/>
                  </a:lnTo>
                  <a:lnTo>
                    <a:pt x="170" y="42"/>
                  </a:lnTo>
                  <a:lnTo>
                    <a:pt x="173" y="40"/>
                  </a:lnTo>
                  <a:lnTo>
                    <a:pt x="174" y="40"/>
                  </a:lnTo>
                  <a:lnTo>
                    <a:pt x="174" y="42"/>
                  </a:lnTo>
                  <a:lnTo>
                    <a:pt x="170" y="48"/>
                  </a:lnTo>
                  <a:lnTo>
                    <a:pt x="169" y="51"/>
                  </a:lnTo>
                  <a:lnTo>
                    <a:pt x="171" y="53"/>
                  </a:lnTo>
                  <a:lnTo>
                    <a:pt x="177" y="54"/>
                  </a:lnTo>
                  <a:lnTo>
                    <a:pt x="178" y="55"/>
                  </a:lnTo>
                  <a:lnTo>
                    <a:pt x="181" y="57"/>
                  </a:lnTo>
                  <a:lnTo>
                    <a:pt x="183" y="54"/>
                  </a:lnTo>
                  <a:lnTo>
                    <a:pt x="183" y="51"/>
                  </a:lnTo>
                  <a:lnTo>
                    <a:pt x="185" y="51"/>
                  </a:lnTo>
                  <a:lnTo>
                    <a:pt x="190" y="55"/>
                  </a:lnTo>
                  <a:lnTo>
                    <a:pt x="191" y="58"/>
                  </a:lnTo>
                  <a:lnTo>
                    <a:pt x="187" y="62"/>
                  </a:lnTo>
                  <a:lnTo>
                    <a:pt x="183" y="62"/>
                  </a:lnTo>
                  <a:lnTo>
                    <a:pt x="178" y="63"/>
                  </a:lnTo>
                  <a:lnTo>
                    <a:pt x="177" y="61"/>
                  </a:lnTo>
                  <a:lnTo>
                    <a:pt x="174" y="58"/>
                  </a:lnTo>
                  <a:lnTo>
                    <a:pt x="170" y="62"/>
                  </a:lnTo>
                  <a:lnTo>
                    <a:pt x="168" y="62"/>
                  </a:lnTo>
                  <a:lnTo>
                    <a:pt x="165" y="65"/>
                  </a:lnTo>
                  <a:lnTo>
                    <a:pt x="162" y="66"/>
                  </a:lnTo>
                  <a:lnTo>
                    <a:pt x="162" y="69"/>
                  </a:lnTo>
                  <a:lnTo>
                    <a:pt x="165" y="70"/>
                  </a:lnTo>
                  <a:lnTo>
                    <a:pt x="165" y="73"/>
                  </a:lnTo>
                  <a:lnTo>
                    <a:pt x="161" y="74"/>
                  </a:lnTo>
                  <a:lnTo>
                    <a:pt x="156" y="75"/>
                  </a:lnTo>
                  <a:lnTo>
                    <a:pt x="157" y="76"/>
                  </a:lnTo>
                  <a:lnTo>
                    <a:pt x="158" y="78"/>
                  </a:lnTo>
                  <a:lnTo>
                    <a:pt x="153" y="79"/>
                  </a:lnTo>
                  <a:lnTo>
                    <a:pt x="153" y="83"/>
                  </a:lnTo>
                  <a:lnTo>
                    <a:pt x="150" y="83"/>
                  </a:lnTo>
                  <a:lnTo>
                    <a:pt x="145" y="82"/>
                  </a:lnTo>
                  <a:lnTo>
                    <a:pt x="144" y="84"/>
                  </a:lnTo>
                  <a:lnTo>
                    <a:pt x="144" y="88"/>
                  </a:lnTo>
                  <a:lnTo>
                    <a:pt x="146" y="92"/>
                  </a:lnTo>
                  <a:lnTo>
                    <a:pt x="149" y="91"/>
                  </a:lnTo>
                  <a:lnTo>
                    <a:pt x="152" y="91"/>
                  </a:lnTo>
                  <a:lnTo>
                    <a:pt x="153" y="94"/>
                  </a:lnTo>
                  <a:lnTo>
                    <a:pt x="152" y="96"/>
                  </a:lnTo>
                  <a:lnTo>
                    <a:pt x="153" y="99"/>
                  </a:lnTo>
                  <a:lnTo>
                    <a:pt x="154" y="100"/>
                  </a:lnTo>
                  <a:lnTo>
                    <a:pt x="156" y="104"/>
                  </a:lnTo>
                  <a:lnTo>
                    <a:pt x="154" y="105"/>
                  </a:lnTo>
                  <a:lnTo>
                    <a:pt x="152" y="111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48" y="117"/>
                  </a:lnTo>
                  <a:lnTo>
                    <a:pt x="146" y="119"/>
                  </a:lnTo>
                  <a:lnTo>
                    <a:pt x="144" y="119"/>
                  </a:lnTo>
                  <a:lnTo>
                    <a:pt x="143" y="116"/>
                  </a:lnTo>
                  <a:lnTo>
                    <a:pt x="140" y="115"/>
                  </a:lnTo>
                  <a:lnTo>
                    <a:pt x="137" y="116"/>
                  </a:lnTo>
                  <a:lnTo>
                    <a:pt x="136" y="111"/>
                  </a:lnTo>
                  <a:lnTo>
                    <a:pt x="136" y="108"/>
                  </a:lnTo>
                  <a:lnTo>
                    <a:pt x="132" y="104"/>
                  </a:lnTo>
                  <a:lnTo>
                    <a:pt x="131" y="105"/>
                  </a:lnTo>
                  <a:lnTo>
                    <a:pt x="128" y="103"/>
                  </a:lnTo>
                  <a:lnTo>
                    <a:pt x="123" y="103"/>
                  </a:lnTo>
                  <a:lnTo>
                    <a:pt x="115" y="98"/>
                  </a:lnTo>
                  <a:lnTo>
                    <a:pt x="106" y="94"/>
                  </a:lnTo>
                  <a:lnTo>
                    <a:pt x="98" y="87"/>
                  </a:lnTo>
                  <a:lnTo>
                    <a:pt x="90" y="82"/>
                  </a:lnTo>
                  <a:lnTo>
                    <a:pt x="86" y="80"/>
                  </a:lnTo>
                  <a:lnTo>
                    <a:pt x="83" y="75"/>
                  </a:lnTo>
                  <a:lnTo>
                    <a:pt x="82" y="73"/>
                  </a:lnTo>
                  <a:lnTo>
                    <a:pt x="79" y="71"/>
                  </a:lnTo>
                  <a:lnTo>
                    <a:pt x="78" y="63"/>
                  </a:lnTo>
                  <a:lnTo>
                    <a:pt x="73" y="61"/>
                  </a:lnTo>
                  <a:lnTo>
                    <a:pt x="70" y="59"/>
                  </a:lnTo>
                  <a:lnTo>
                    <a:pt x="69" y="61"/>
                  </a:lnTo>
                  <a:lnTo>
                    <a:pt x="61" y="57"/>
                  </a:lnTo>
                  <a:lnTo>
                    <a:pt x="53" y="53"/>
                  </a:lnTo>
                  <a:lnTo>
                    <a:pt x="52" y="50"/>
                  </a:lnTo>
                  <a:lnTo>
                    <a:pt x="45" y="46"/>
                  </a:lnTo>
                  <a:lnTo>
                    <a:pt x="37" y="42"/>
                  </a:lnTo>
                  <a:lnTo>
                    <a:pt x="31" y="41"/>
                  </a:lnTo>
                  <a:lnTo>
                    <a:pt x="33" y="44"/>
                  </a:lnTo>
                  <a:lnTo>
                    <a:pt x="32" y="45"/>
                  </a:lnTo>
                  <a:lnTo>
                    <a:pt x="29" y="44"/>
                  </a:lnTo>
                  <a:lnTo>
                    <a:pt x="27" y="45"/>
                  </a:lnTo>
                  <a:lnTo>
                    <a:pt x="24" y="48"/>
                  </a:lnTo>
                  <a:lnTo>
                    <a:pt x="21" y="49"/>
                  </a:lnTo>
                  <a:lnTo>
                    <a:pt x="19" y="53"/>
                  </a:lnTo>
                  <a:lnTo>
                    <a:pt x="19" y="58"/>
                  </a:lnTo>
                  <a:lnTo>
                    <a:pt x="21" y="59"/>
                  </a:lnTo>
                  <a:lnTo>
                    <a:pt x="20" y="62"/>
                  </a:lnTo>
                  <a:lnTo>
                    <a:pt x="15" y="62"/>
                  </a:lnTo>
                  <a:lnTo>
                    <a:pt x="10" y="62"/>
                  </a:lnTo>
                  <a:lnTo>
                    <a:pt x="0" y="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3" name="Freeform 350">
              <a:extLst>
                <a:ext uri="{FF2B5EF4-FFF2-40B4-BE49-F238E27FC236}">
                  <a16:creationId xmlns:a16="http://schemas.microsoft.com/office/drawing/2014/main" id="{316E1734-AEDB-4ADE-9C86-B81A329FB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154" y="1125307"/>
              <a:ext cx="1089318" cy="687988"/>
            </a:xfrm>
            <a:custGeom>
              <a:avLst/>
              <a:gdLst>
                <a:gd name="T0" fmla="*/ 79 w 171"/>
                <a:gd name="T1" fmla="*/ 5 h 108"/>
                <a:gd name="T2" fmla="*/ 95 w 171"/>
                <a:gd name="T3" fmla="*/ 16 h 108"/>
                <a:gd name="T4" fmla="*/ 107 w 171"/>
                <a:gd name="T5" fmla="*/ 20 h 108"/>
                <a:gd name="T6" fmla="*/ 116 w 171"/>
                <a:gd name="T7" fmla="*/ 32 h 108"/>
                <a:gd name="T8" fmla="*/ 124 w 171"/>
                <a:gd name="T9" fmla="*/ 41 h 108"/>
                <a:gd name="T10" fmla="*/ 149 w 171"/>
                <a:gd name="T11" fmla="*/ 57 h 108"/>
                <a:gd name="T12" fmla="*/ 165 w 171"/>
                <a:gd name="T13" fmla="*/ 64 h 108"/>
                <a:gd name="T14" fmla="*/ 170 w 171"/>
                <a:gd name="T15" fmla="*/ 70 h 108"/>
                <a:gd name="T16" fmla="*/ 170 w 171"/>
                <a:gd name="T17" fmla="*/ 75 h 108"/>
                <a:gd name="T18" fmla="*/ 162 w 171"/>
                <a:gd name="T19" fmla="*/ 75 h 108"/>
                <a:gd name="T20" fmla="*/ 154 w 171"/>
                <a:gd name="T21" fmla="*/ 78 h 108"/>
                <a:gd name="T22" fmla="*/ 152 w 171"/>
                <a:gd name="T23" fmla="*/ 80 h 108"/>
                <a:gd name="T24" fmla="*/ 150 w 171"/>
                <a:gd name="T25" fmla="*/ 87 h 108"/>
                <a:gd name="T26" fmla="*/ 148 w 171"/>
                <a:gd name="T27" fmla="*/ 93 h 108"/>
                <a:gd name="T28" fmla="*/ 141 w 171"/>
                <a:gd name="T29" fmla="*/ 96 h 108"/>
                <a:gd name="T30" fmla="*/ 136 w 171"/>
                <a:gd name="T31" fmla="*/ 103 h 108"/>
                <a:gd name="T32" fmla="*/ 130 w 171"/>
                <a:gd name="T33" fmla="*/ 107 h 108"/>
                <a:gd name="T34" fmla="*/ 128 w 171"/>
                <a:gd name="T35" fmla="*/ 105 h 108"/>
                <a:gd name="T36" fmla="*/ 121 w 171"/>
                <a:gd name="T37" fmla="*/ 104 h 108"/>
                <a:gd name="T38" fmla="*/ 115 w 171"/>
                <a:gd name="T39" fmla="*/ 103 h 108"/>
                <a:gd name="T40" fmla="*/ 112 w 171"/>
                <a:gd name="T41" fmla="*/ 99 h 108"/>
                <a:gd name="T42" fmla="*/ 111 w 171"/>
                <a:gd name="T43" fmla="*/ 91 h 108"/>
                <a:gd name="T44" fmla="*/ 98 w 171"/>
                <a:gd name="T45" fmla="*/ 83 h 108"/>
                <a:gd name="T46" fmla="*/ 90 w 171"/>
                <a:gd name="T47" fmla="*/ 82 h 108"/>
                <a:gd name="T48" fmla="*/ 82 w 171"/>
                <a:gd name="T49" fmla="*/ 75 h 108"/>
                <a:gd name="T50" fmla="*/ 71 w 171"/>
                <a:gd name="T51" fmla="*/ 72 h 108"/>
                <a:gd name="T52" fmla="*/ 61 w 171"/>
                <a:gd name="T53" fmla="*/ 68 h 108"/>
                <a:gd name="T54" fmla="*/ 55 w 171"/>
                <a:gd name="T55" fmla="*/ 71 h 108"/>
                <a:gd name="T56" fmla="*/ 41 w 171"/>
                <a:gd name="T57" fmla="*/ 75 h 108"/>
                <a:gd name="T58" fmla="*/ 36 w 171"/>
                <a:gd name="T59" fmla="*/ 80 h 108"/>
                <a:gd name="T60" fmla="*/ 25 w 171"/>
                <a:gd name="T61" fmla="*/ 76 h 108"/>
                <a:gd name="T62" fmla="*/ 24 w 171"/>
                <a:gd name="T63" fmla="*/ 63 h 108"/>
                <a:gd name="T64" fmla="*/ 20 w 171"/>
                <a:gd name="T65" fmla="*/ 57 h 108"/>
                <a:gd name="T66" fmla="*/ 16 w 171"/>
                <a:gd name="T67" fmla="*/ 53 h 108"/>
                <a:gd name="T68" fmla="*/ 13 w 171"/>
                <a:gd name="T69" fmla="*/ 54 h 108"/>
                <a:gd name="T70" fmla="*/ 17 w 171"/>
                <a:gd name="T71" fmla="*/ 51 h 108"/>
                <a:gd name="T72" fmla="*/ 21 w 171"/>
                <a:gd name="T73" fmla="*/ 50 h 108"/>
                <a:gd name="T74" fmla="*/ 17 w 171"/>
                <a:gd name="T75" fmla="*/ 46 h 108"/>
                <a:gd name="T76" fmla="*/ 16 w 171"/>
                <a:gd name="T77" fmla="*/ 45 h 108"/>
                <a:gd name="T78" fmla="*/ 12 w 171"/>
                <a:gd name="T79" fmla="*/ 46 h 108"/>
                <a:gd name="T80" fmla="*/ 8 w 171"/>
                <a:gd name="T81" fmla="*/ 42 h 108"/>
                <a:gd name="T82" fmla="*/ 8 w 171"/>
                <a:gd name="T83" fmla="*/ 32 h 108"/>
                <a:gd name="T84" fmla="*/ 5 w 171"/>
                <a:gd name="T85" fmla="*/ 22 h 108"/>
                <a:gd name="T86" fmla="*/ 0 w 171"/>
                <a:gd name="T87" fmla="*/ 17 h 108"/>
                <a:gd name="T88" fmla="*/ 13 w 171"/>
                <a:gd name="T89" fmla="*/ 8 h 108"/>
                <a:gd name="T90" fmla="*/ 37 w 171"/>
                <a:gd name="T91" fmla="*/ 22 h 108"/>
                <a:gd name="T92" fmla="*/ 54 w 171"/>
                <a:gd name="T93" fmla="*/ 21 h 108"/>
                <a:gd name="T94" fmla="*/ 53 w 171"/>
                <a:gd name="T95" fmla="*/ 12 h 108"/>
                <a:gd name="T96" fmla="*/ 61 w 171"/>
                <a:gd name="T97" fmla="*/ 4 h 108"/>
                <a:gd name="T98" fmla="*/ 67 w 171"/>
                <a:gd name="T99" fmla="*/ 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71" h="108">
                  <a:moveTo>
                    <a:pt x="65" y="0"/>
                  </a:moveTo>
                  <a:lnTo>
                    <a:pt x="71" y="1"/>
                  </a:lnTo>
                  <a:lnTo>
                    <a:pt x="79" y="5"/>
                  </a:lnTo>
                  <a:lnTo>
                    <a:pt x="86" y="9"/>
                  </a:lnTo>
                  <a:lnTo>
                    <a:pt x="87" y="12"/>
                  </a:lnTo>
                  <a:lnTo>
                    <a:pt x="95" y="16"/>
                  </a:lnTo>
                  <a:lnTo>
                    <a:pt x="103" y="20"/>
                  </a:lnTo>
                  <a:lnTo>
                    <a:pt x="104" y="18"/>
                  </a:lnTo>
                  <a:lnTo>
                    <a:pt x="107" y="20"/>
                  </a:lnTo>
                  <a:lnTo>
                    <a:pt x="112" y="22"/>
                  </a:lnTo>
                  <a:lnTo>
                    <a:pt x="113" y="30"/>
                  </a:lnTo>
                  <a:lnTo>
                    <a:pt x="116" y="32"/>
                  </a:lnTo>
                  <a:lnTo>
                    <a:pt x="117" y="34"/>
                  </a:lnTo>
                  <a:lnTo>
                    <a:pt x="120" y="39"/>
                  </a:lnTo>
                  <a:lnTo>
                    <a:pt x="124" y="41"/>
                  </a:lnTo>
                  <a:lnTo>
                    <a:pt x="132" y="46"/>
                  </a:lnTo>
                  <a:lnTo>
                    <a:pt x="140" y="53"/>
                  </a:lnTo>
                  <a:lnTo>
                    <a:pt x="149" y="57"/>
                  </a:lnTo>
                  <a:lnTo>
                    <a:pt x="157" y="62"/>
                  </a:lnTo>
                  <a:lnTo>
                    <a:pt x="162" y="62"/>
                  </a:lnTo>
                  <a:lnTo>
                    <a:pt x="165" y="64"/>
                  </a:lnTo>
                  <a:lnTo>
                    <a:pt x="166" y="63"/>
                  </a:lnTo>
                  <a:lnTo>
                    <a:pt x="170" y="67"/>
                  </a:lnTo>
                  <a:lnTo>
                    <a:pt x="170" y="70"/>
                  </a:lnTo>
                  <a:lnTo>
                    <a:pt x="171" y="75"/>
                  </a:lnTo>
                  <a:lnTo>
                    <a:pt x="170" y="75"/>
                  </a:lnTo>
                  <a:lnTo>
                    <a:pt x="170" y="75"/>
                  </a:lnTo>
                  <a:lnTo>
                    <a:pt x="167" y="75"/>
                  </a:lnTo>
                  <a:lnTo>
                    <a:pt x="165" y="74"/>
                  </a:lnTo>
                  <a:lnTo>
                    <a:pt x="162" y="75"/>
                  </a:lnTo>
                  <a:lnTo>
                    <a:pt x="158" y="78"/>
                  </a:lnTo>
                  <a:lnTo>
                    <a:pt x="157" y="76"/>
                  </a:lnTo>
                  <a:lnTo>
                    <a:pt x="154" y="78"/>
                  </a:lnTo>
                  <a:lnTo>
                    <a:pt x="153" y="79"/>
                  </a:lnTo>
                  <a:lnTo>
                    <a:pt x="152" y="79"/>
                  </a:lnTo>
                  <a:lnTo>
                    <a:pt x="152" y="80"/>
                  </a:lnTo>
                  <a:lnTo>
                    <a:pt x="153" y="82"/>
                  </a:lnTo>
                  <a:lnTo>
                    <a:pt x="153" y="84"/>
                  </a:lnTo>
                  <a:lnTo>
                    <a:pt x="150" y="87"/>
                  </a:lnTo>
                  <a:lnTo>
                    <a:pt x="150" y="89"/>
                  </a:lnTo>
                  <a:lnTo>
                    <a:pt x="149" y="93"/>
                  </a:lnTo>
                  <a:lnTo>
                    <a:pt x="148" y="93"/>
                  </a:lnTo>
                  <a:lnTo>
                    <a:pt x="145" y="95"/>
                  </a:lnTo>
                  <a:lnTo>
                    <a:pt x="145" y="96"/>
                  </a:lnTo>
                  <a:lnTo>
                    <a:pt x="141" y="96"/>
                  </a:lnTo>
                  <a:lnTo>
                    <a:pt x="137" y="99"/>
                  </a:lnTo>
                  <a:lnTo>
                    <a:pt x="137" y="101"/>
                  </a:lnTo>
                  <a:lnTo>
                    <a:pt x="136" y="103"/>
                  </a:lnTo>
                  <a:lnTo>
                    <a:pt x="136" y="104"/>
                  </a:lnTo>
                  <a:lnTo>
                    <a:pt x="133" y="105"/>
                  </a:lnTo>
                  <a:lnTo>
                    <a:pt x="130" y="107"/>
                  </a:lnTo>
                  <a:lnTo>
                    <a:pt x="129" y="108"/>
                  </a:lnTo>
                  <a:lnTo>
                    <a:pt x="128" y="107"/>
                  </a:lnTo>
                  <a:lnTo>
                    <a:pt x="128" y="105"/>
                  </a:lnTo>
                  <a:lnTo>
                    <a:pt x="125" y="103"/>
                  </a:lnTo>
                  <a:lnTo>
                    <a:pt x="123" y="103"/>
                  </a:lnTo>
                  <a:lnTo>
                    <a:pt x="121" y="104"/>
                  </a:lnTo>
                  <a:lnTo>
                    <a:pt x="119" y="104"/>
                  </a:lnTo>
                  <a:lnTo>
                    <a:pt x="117" y="103"/>
                  </a:lnTo>
                  <a:lnTo>
                    <a:pt x="115" y="103"/>
                  </a:lnTo>
                  <a:lnTo>
                    <a:pt x="113" y="103"/>
                  </a:lnTo>
                  <a:lnTo>
                    <a:pt x="112" y="100"/>
                  </a:lnTo>
                  <a:lnTo>
                    <a:pt x="112" y="99"/>
                  </a:lnTo>
                  <a:lnTo>
                    <a:pt x="112" y="96"/>
                  </a:lnTo>
                  <a:lnTo>
                    <a:pt x="112" y="95"/>
                  </a:lnTo>
                  <a:lnTo>
                    <a:pt x="111" y="91"/>
                  </a:lnTo>
                  <a:lnTo>
                    <a:pt x="108" y="89"/>
                  </a:lnTo>
                  <a:lnTo>
                    <a:pt x="103" y="89"/>
                  </a:lnTo>
                  <a:lnTo>
                    <a:pt x="98" y="83"/>
                  </a:lnTo>
                  <a:lnTo>
                    <a:pt x="94" y="82"/>
                  </a:lnTo>
                  <a:lnTo>
                    <a:pt x="91" y="82"/>
                  </a:lnTo>
                  <a:lnTo>
                    <a:pt x="90" y="82"/>
                  </a:lnTo>
                  <a:lnTo>
                    <a:pt x="88" y="78"/>
                  </a:lnTo>
                  <a:lnTo>
                    <a:pt x="87" y="78"/>
                  </a:lnTo>
                  <a:lnTo>
                    <a:pt x="82" y="75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1" y="72"/>
                  </a:lnTo>
                  <a:lnTo>
                    <a:pt x="67" y="71"/>
                  </a:lnTo>
                  <a:lnTo>
                    <a:pt x="63" y="68"/>
                  </a:lnTo>
                  <a:lnTo>
                    <a:pt x="61" y="68"/>
                  </a:lnTo>
                  <a:lnTo>
                    <a:pt x="58" y="67"/>
                  </a:lnTo>
                  <a:lnTo>
                    <a:pt x="55" y="67"/>
                  </a:lnTo>
                  <a:lnTo>
                    <a:pt x="55" y="71"/>
                  </a:lnTo>
                  <a:lnTo>
                    <a:pt x="50" y="70"/>
                  </a:lnTo>
                  <a:lnTo>
                    <a:pt x="45" y="71"/>
                  </a:lnTo>
                  <a:lnTo>
                    <a:pt x="41" y="75"/>
                  </a:lnTo>
                  <a:lnTo>
                    <a:pt x="38" y="75"/>
                  </a:lnTo>
                  <a:lnTo>
                    <a:pt x="37" y="76"/>
                  </a:lnTo>
                  <a:lnTo>
                    <a:pt x="36" y="80"/>
                  </a:lnTo>
                  <a:lnTo>
                    <a:pt x="30" y="80"/>
                  </a:lnTo>
                  <a:lnTo>
                    <a:pt x="28" y="82"/>
                  </a:lnTo>
                  <a:lnTo>
                    <a:pt x="25" y="76"/>
                  </a:lnTo>
                  <a:lnTo>
                    <a:pt x="24" y="71"/>
                  </a:lnTo>
                  <a:lnTo>
                    <a:pt x="25" y="66"/>
                  </a:lnTo>
                  <a:lnTo>
                    <a:pt x="24" y="63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0" y="57"/>
                  </a:lnTo>
                  <a:lnTo>
                    <a:pt x="19" y="54"/>
                  </a:lnTo>
                  <a:lnTo>
                    <a:pt x="17" y="54"/>
                  </a:lnTo>
                  <a:lnTo>
                    <a:pt x="16" y="53"/>
                  </a:lnTo>
                  <a:lnTo>
                    <a:pt x="15" y="54"/>
                  </a:lnTo>
                  <a:lnTo>
                    <a:pt x="15" y="57"/>
                  </a:lnTo>
                  <a:lnTo>
                    <a:pt x="13" y="54"/>
                  </a:lnTo>
                  <a:lnTo>
                    <a:pt x="13" y="53"/>
                  </a:lnTo>
                  <a:lnTo>
                    <a:pt x="16" y="50"/>
                  </a:lnTo>
                  <a:lnTo>
                    <a:pt x="17" y="51"/>
                  </a:lnTo>
                  <a:lnTo>
                    <a:pt x="19" y="51"/>
                  </a:lnTo>
                  <a:lnTo>
                    <a:pt x="20" y="51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7" y="46"/>
                  </a:lnTo>
                  <a:lnTo>
                    <a:pt x="19" y="45"/>
                  </a:lnTo>
                  <a:lnTo>
                    <a:pt x="17" y="43"/>
                  </a:lnTo>
                  <a:lnTo>
                    <a:pt x="16" y="45"/>
                  </a:lnTo>
                  <a:lnTo>
                    <a:pt x="12" y="43"/>
                  </a:lnTo>
                  <a:lnTo>
                    <a:pt x="11" y="45"/>
                  </a:lnTo>
                  <a:lnTo>
                    <a:pt x="12" y="46"/>
                  </a:lnTo>
                  <a:lnTo>
                    <a:pt x="13" y="47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4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8" y="9"/>
                  </a:lnTo>
                  <a:lnTo>
                    <a:pt x="13" y="8"/>
                  </a:lnTo>
                  <a:lnTo>
                    <a:pt x="21" y="9"/>
                  </a:lnTo>
                  <a:lnTo>
                    <a:pt x="29" y="13"/>
                  </a:lnTo>
                  <a:lnTo>
                    <a:pt x="37" y="22"/>
                  </a:lnTo>
                  <a:lnTo>
                    <a:pt x="42" y="21"/>
                  </a:lnTo>
                  <a:lnTo>
                    <a:pt x="49" y="21"/>
                  </a:lnTo>
                  <a:lnTo>
                    <a:pt x="54" y="21"/>
                  </a:lnTo>
                  <a:lnTo>
                    <a:pt x="55" y="18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5" y="8"/>
                  </a:lnTo>
                  <a:lnTo>
                    <a:pt x="58" y="7"/>
                  </a:lnTo>
                  <a:lnTo>
                    <a:pt x="61" y="4"/>
                  </a:lnTo>
                  <a:lnTo>
                    <a:pt x="63" y="3"/>
                  </a:lnTo>
                  <a:lnTo>
                    <a:pt x="66" y="4"/>
                  </a:lnTo>
                  <a:lnTo>
                    <a:pt x="67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4" name="Freeform 352">
              <a:extLst>
                <a:ext uri="{FF2B5EF4-FFF2-40B4-BE49-F238E27FC236}">
                  <a16:creationId xmlns:a16="http://schemas.microsoft.com/office/drawing/2014/main" id="{924A29F6-119A-4C2A-988B-036CD1E743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65090" y="5852045"/>
              <a:ext cx="178368" cy="445918"/>
            </a:xfrm>
            <a:custGeom>
              <a:avLst/>
              <a:gdLst>
                <a:gd name="T0" fmla="*/ 28 w 28"/>
                <a:gd name="T1" fmla="*/ 69 h 70"/>
                <a:gd name="T2" fmla="*/ 26 w 28"/>
                <a:gd name="T3" fmla="*/ 69 h 70"/>
                <a:gd name="T4" fmla="*/ 25 w 28"/>
                <a:gd name="T5" fmla="*/ 55 h 70"/>
                <a:gd name="T6" fmla="*/ 26 w 28"/>
                <a:gd name="T7" fmla="*/ 61 h 70"/>
                <a:gd name="T8" fmla="*/ 24 w 28"/>
                <a:gd name="T9" fmla="*/ 57 h 70"/>
                <a:gd name="T10" fmla="*/ 20 w 28"/>
                <a:gd name="T11" fmla="*/ 40 h 70"/>
                <a:gd name="T12" fmla="*/ 21 w 28"/>
                <a:gd name="T13" fmla="*/ 44 h 70"/>
                <a:gd name="T14" fmla="*/ 17 w 28"/>
                <a:gd name="T15" fmla="*/ 42 h 70"/>
                <a:gd name="T16" fmla="*/ 20 w 28"/>
                <a:gd name="T17" fmla="*/ 40 h 70"/>
                <a:gd name="T18" fmla="*/ 21 w 28"/>
                <a:gd name="T19" fmla="*/ 29 h 70"/>
                <a:gd name="T20" fmla="*/ 18 w 28"/>
                <a:gd name="T21" fmla="*/ 30 h 70"/>
                <a:gd name="T22" fmla="*/ 18 w 28"/>
                <a:gd name="T23" fmla="*/ 28 h 70"/>
                <a:gd name="T24" fmla="*/ 20 w 28"/>
                <a:gd name="T25" fmla="*/ 22 h 70"/>
                <a:gd name="T26" fmla="*/ 20 w 28"/>
                <a:gd name="T27" fmla="*/ 25 h 70"/>
                <a:gd name="T28" fmla="*/ 18 w 28"/>
                <a:gd name="T29" fmla="*/ 26 h 70"/>
                <a:gd name="T30" fmla="*/ 16 w 28"/>
                <a:gd name="T31" fmla="*/ 25 h 70"/>
                <a:gd name="T32" fmla="*/ 18 w 28"/>
                <a:gd name="T33" fmla="*/ 21 h 70"/>
                <a:gd name="T34" fmla="*/ 9 w 28"/>
                <a:gd name="T35" fmla="*/ 17 h 70"/>
                <a:gd name="T36" fmla="*/ 10 w 28"/>
                <a:gd name="T37" fmla="*/ 21 h 70"/>
                <a:gd name="T38" fmla="*/ 14 w 28"/>
                <a:gd name="T39" fmla="*/ 26 h 70"/>
                <a:gd name="T40" fmla="*/ 9 w 28"/>
                <a:gd name="T41" fmla="*/ 28 h 70"/>
                <a:gd name="T42" fmla="*/ 9 w 28"/>
                <a:gd name="T43" fmla="*/ 22 h 70"/>
                <a:gd name="T44" fmla="*/ 9 w 28"/>
                <a:gd name="T45" fmla="*/ 20 h 70"/>
                <a:gd name="T46" fmla="*/ 7 w 28"/>
                <a:gd name="T47" fmla="*/ 19 h 70"/>
                <a:gd name="T48" fmla="*/ 20 w 28"/>
                <a:gd name="T49" fmla="*/ 12 h 70"/>
                <a:gd name="T50" fmla="*/ 21 w 28"/>
                <a:gd name="T51" fmla="*/ 16 h 70"/>
                <a:gd name="T52" fmla="*/ 20 w 28"/>
                <a:gd name="T53" fmla="*/ 17 h 70"/>
                <a:gd name="T54" fmla="*/ 20 w 28"/>
                <a:gd name="T55" fmla="*/ 12 h 70"/>
                <a:gd name="T56" fmla="*/ 17 w 28"/>
                <a:gd name="T57" fmla="*/ 9 h 70"/>
                <a:gd name="T58" fmla="*/ 14 w 28"/>
                <a:gd name="T59" fmla="*/ 11 h 70"/>
                <a:gd name="T60" fmla="*/ 18 w 28"/>
                <a:gd name="T61" fmla="*/ 8 h 70"/>
                <a:gd name="T62" fmla="*/ 21 w 28"/>
                <a:gd name="T63" fmla="*/ 7 h 70"/>
                <a:gd name="T64" fmla="*/ 20 w 28"/>
                <a:gd name="T65" fmla="*/ 7 h 70"/>
                <a:gd name="T66" fmla="*/ 1 w 28"/>
                <a:gd name="T67" fmla="*/ 0 h 70"/>
                <a:gd name="T68" fmla="*/ 4 w 28"/>
                <a:gd name="T69" fmla="*/ 5 h 70"/>
                <a:gd name="T70" fmla="*/ 7 w 28"/>
                <a:gd name="T71" fmla="*/ 7 h 70"/>
                <a:gd name="T72" fmla="*/ 7 w 28"/>
                <a:gd name="T73" fmla="*/ 4 h 70"/>
                <a:gd name="T74" fmla="*/ 8 w 28"/>
                <a:gd name="T75" fmla="*/ 8 h 70"/>
                <a:gd name="T76" fmla="*/ 8 w 28"/>
                <a:gd name="T77" fmla="*/ 12 h 70"/>
                <a:gd name="T78" fmla="*/ 5 w 28"/>
                <a:gd name="T79" fmla="*/ 12 h 70"/>
                <a:gd name="T80" fmla="*/ 3 w 28"/>
                <a:gd name="T81" fmla="*/ 13 h 70"/>
                <a:gd name="T82" fmla="*/ 1 w 28"/>
                <a:gd name="T83" fmla="*/ 8 h 70"/>
                <a:gd name="T84" fmla="*/ 1 w 28"/>
                <a:gd name="T8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" h="70">
                  <a:moveTo>
                    <a:pt x="26" y="66"/>
                  </a:moveTo>
                  <a:lnTo>
                    <a:pt x="28" y="69"/>
                  </a:lnTo>
                  <a:lnTo>
                    <a:pt x="28" y="70"/>
                  </a:lnTo>
                  <a:lnTo>
                    <a:pt x="26" y="69"/>
                  </a:lnTo>
                  <a:lnTo>
                    <a:pt x="26" y="66"/>
                  </a:lnTo>
                  <a:close/>
                  <a:moveTo>
                    <a:pt x="25" y="55"/>
                  </a:moveTo>
                  <a:lnTo>
                    <a:pt x="26" y="57"/>
                  </a:lnTo>
                  <a:lnTo>
                    <a:pt x="26" y="61"/>
                  </a:lnTo>
                  <a:lnTo>
                    <a:pt x="25" y="58"/>
                  </a:lnTo>
                  <a:lnTo>
                    <a:pt x="24" y="57"/>
                  </a:lnTo>
                  <a:lnTo>
                    <a:pt x="25" y="55"/>
                  </a:lnTo>
                  <a:close/>
                  <a:moveTo>
                    <a:pt x="20" y="40"/>
                  </a:moveTo>
                  <a:lnTo>
                    <a:pt x="21" y="41"/>
                  </a:lnTo>
                  <a:lnTo>
                    <a:pt x="21" y="44"/>
                  </a:lnTo>
                  <a:lnTo>
                    <a:pt x="18" y="45"/>
                  </a:lnTo>
                  <a:lnTo>
                    <a:pt x="17" y="42"/>
                  </a:lnTo>
                  <a:lnTo>
                    <a:pt x="17" y="41"/>
                  </a:lnTo>
                  <a:lnTo>
                    <a:pt x="20" y="40"/>
                  </a:lnTo>
                  <a:close/>
                  <a:moveTo>
                    <a:pt x="18" y="28"/>
                  </a:moveTo>
                  <a:lnTo>
                    <a:pt x="21" y="29"/>
                  </a:lnTo>
                  <a:lnTo>
                    <a:pt x="21" y="30"/>
                  </a:lnTo>
                  <a:lnTo>
                    <a:pt x="18" y="30"/>
                  </a:lnTo>
                  <a:lnTo>
                    <a:pt x="17" y="30"/>
                  </a:lnTo>
                  <a:lnTo>
                    <a:pt x="18" y="28"/>
                  </a:lnTo>
                  <a:close/>
                  <a:moveTo>
                    <a:pt x="18" y="21"/>
                  </a:moveTo>
                  <a:lnTo>
                    <a:pt x="20" y="22"/>
                  </a:lnTo>
                  <a:lnTo>
                    <a:pt x="20" y="24"/>
                  </a:lnTo>
                  <a:lnTo>
                    <a:pt x="20" y="25"/>
                  </a:lnTo>
                  <a:lnTo>
                    <a:pt x="18" y="25"/>
                  </a:lnTo>
                  <a:lnTo>
                    <a:pt x="18" y="26"/>
                  </a:lnTo>
                  <a:lnTo>
                    <a:pt x="17" y="25"/>
                  </a:lnTo>
                  <a:lnTo>
                    <a:pt x="16" y="25"/>
                  </a:lnTo>
                  <a:lnTo>
                    <a:pt x="16" y="24"/>
                  </a:lnTo>
                  <a:lnTo>
                    <a:pt x="18" y="21"/>
                  </a:lnTo>
                  <a:close/>
                  <a:moveTo>
                    <a:pt x="8" y="17"/>
                  </a:moveTo>
                  <a:lnTo>
                    <a:pt x="9" y="17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3" y="24"/>
                  </a:lnTo>
                  <a:lnTo>
                    <a:pt x="14" y="26"/>
                  </a:lnTo>
                  <a:lnTo>
                    <a:pt x="12" y="26"/>
                  </a:lnTo>
                  <a:lnTo>
                    <a:pt x="9" y="28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8" y="20"/>
                  </a:lnTo>
                  <a:lnTo>
                    <a:pt x="7" y="19"/>
                  </a:lnTo>
                  <a:lnTo>
                    <a:pt x="8" y="17"/>
                  </a:lnTo>
                  <a:close/>
                  <a:moveTo>
                    <a:pt x="20" y="12"/>
                  </a:moveTo>
                  <a:lnTo>
                    <a:pt x="21" y="13"/>
                  </a:lnTo>
                  <a:lnTo>
                    <a:pt x="21" y="16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0" y="12"/>
                  </a:lnTo>
                  <a:close/>
                  <a:moveTo>
                    <a:pt x="18" y="8"/>
                  </a:moveTo>
                  <a:lnTo>
                    <a:pt x="17" y="9"/>
                  </a:lnTo>
                  <a:lnTo>
                    <a:pt x="16" y="11"/>
                  </a:lnTo>
                  <a:lnTo>
                    <a:pt x="14" y="11"/>
                  </a:lnTo>
                  <a:lnTo>
                    <a:pt x="16" y="9"/>
                  </a:lnTo>
                  <a:lnTo>
                    <a:pt x="18" y="8"/>
                  </a:lnTo>
                  <a:close/>
                  <a:moveTo>
                    <a:pt x="20" y="3"/>
                  </a:moveTo>
                  <a:lnTo>
                    <a:pt x="21" y="7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20" y="3"/>
                  </a:lnTo>
                  <a:close/>
                  <a:moveTo>
                    <a:pt x="1" y="0"/>
                  </a:moveTo>
                  <a:lnTo>
                    <a:pt x="3" y="1"/>
                  </a:lnTo>
                  <a:lnTo>
                    <a:pt x="4" y="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4"/>
                  </a:lnTo>
                  <a:lnTo>
                    <a:pt x="8" y="5"/>
                  </a:lnTo>
                  <a:lnTo>
                    <a:pt x="8" y="8"/>
                  </a:lnTo>
                  <a:lnTo>
                    <a:pt x="8" y="9"/>
                  </a:lnTo>
                  <a:lnTo>
                    <a:pt x="8" y="12"/>
                  </a:lnTo>
                  <a:lnTo>
                    <a:pt x="7" y="13"/>
                  </a:lnTo>
                  <a:lnTo>
                    <a:pt x="5" y="12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1" y="11"/>
                  </a:lnTo>
                  <a:lnTo>
                    <a:pt x="1" y="8"/>
                  </a:lnTo>
                  <a:lnTo>
                    <a:pt x="0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5" name="Freeform 353">
              <a:extLst>
                <a:ext uri="{FF2B5EF4-FFF2-40B4-BE49-F238E27FC236}">
                  <a16:creationId xmlns:a16="http://schemas.microsoft.com/office/drawing/2014/main" id="{62B35CD7-E50F-4AA0-B463-E5468AF2DB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26137" y="5157683"/>
              <a:ext cx="738950" cy="433179"/>
            </a:xfrm>
            <a:custGeom>
              <a:avLst/>
              <a:gdLst>
                <a:gd name="T0" fmla="*/ 49 w 116"/>
                <a:gd name="T1" fmla="*/ 67 h 68"/>
                <a:gd name="T2" fmla="*/ 47 w 116"/>
                <a:gd name="T3" fmla="*/ 68 h 68"/>
                <a:gd name="T4" fmla="*/ 44 w 116"/>
                <a:gd name="T5" fmla="*/ 66 h 68"/>
                <a:gd name="T6" fmla="*/ 116 w 116"/>
                <a:gd name="T7" fmla="*/ 58 h 68"/>
                <a:gd name="T8" fmla="*/ 111 w 116"/>
                <a:gd name="T9" fmla="*/ 58 h 68"/>
                <a:gd name="T10" fmla="*/ 63 w 116"/>
                <a:gd name="T11" fmla="*/ 50 h 68"/>
                <a:gd name="T12" fmla="*/ 71 w 116"/>
                <a:gd name="T13" fmla="*/ 56 h 68"/>
                <a:gd name="T14" fmla="*/ 69 w 116"/>
                <a:gd name="T15" fmla="*/ 58 h 68"/>
                <a:gd name="T16" fmla="*/ 62 w 116"/>
                <a:gd name="T17" fmla="*/ 53 h 68"/>
                <a:gd name="T18" fmla="*/ 45 w 116"/>
                <a:gd name="T19" fmla="*/ 38 h 68"/>
                <a:gd name="T20" fmla="*/ 54 w 116"/>
                <a:gd name="T21" fmla="*/ 42 h 68"/>
                <a:gd name="T22" fmla="*/ 54 w 116"/>
                <a:gd name="T23" fmla="*/ 46 h 68"/>
                <a:gd name="T24" fmla="*/ 47 w 116"/>
                <a:gd name="T25" fmla="*/ 45 h 68"/>
                <a:gd name="T26" fmla="*/ 42 w 116"/>
                <a:gd name="T27" fmla="*/ 37 h 68"/>
                <a:gd name="T28" fmla="*/ 51 w 116"/>
                <a:gd name="T29" fmla="*/ 34 h 68"/>
                <a:gd name="T30" fmla="*/ 49 w 116"/>
                <a:gd name="T31" fmla="*/ 34 h 68"/>
                <a:gd name="T32" fmla="*/ 24 w 116"/>
                <a:gd name="T33" fmla="*/ 30 h 68"/>
                <a:gd name="T34" fmla="*/ 21 w 116"/>
                <a:gd name="T35" fmla="*/ 28 h 68"/>
                <a:gd name="T36" fmla="*/ 16 w 116"/>
                <a:gd name="T37" fmla="*/ 28 h 68"/>
                <a:gd name="T38" fmla="*/ 53 w 116"/>
                <a:gd name="T39" fmla="*/ 26 h 68"/>
                <a:gd name="T40" fmla="*/ 57 w 116"/>
                <a:gd name="T41" fmla="*/ 30 h 68"/>
                <a:gd name="T42" fmla="*/ 63 w 116"/>
                <a:gd name="T43" fmla="*/ 38 h 68"/>
                <a:gd name="T44" fmla="*/ 63 w 116"/>
                <a:gd name="T45" fmla="*/ 42 h 68"/>
                <a:gd name="T46" fmla="*/ 55 w 116"/>
                <a:gd name="T47" fmla="*/ 35 h 68"/>
                <a:gd name="T48" fmla="*/ 54 w 116"/>
                <a:gd name="T49" fmla="*/ 28 h 68"/>
                <a:gd name="T50" fmla="*/ 17 w 116"/>
                <a:gd name="T51" fmla="*/ 21 h 68"/>
                <a:gd name="T52" fmla="*/ 20 w 116"/>
                <a:gd name="T53" fmla="*/ 24 h 68"/>
                <a:gd name="T54" fmla="*/ 20 w 116"/>
                <a:gd name="T55" fmla="*/ 28 h 68"/>
                <a:gd name="T56" fmla="*/ 16 w 116"/>
                <a:gd name="T57" fmla="*/ 25 h 68"/>
                <a:gd name="T58" fmla="*/ 17 w 116"/>
                <a:gd name="T59" fmla="*/ 21 h 68"/>
                <a:gd name="T60" fmla="*/ 15 w 116"/>
                <a:gd name="T61" fmla="*/ 22 h 68"/>
                <a:gd name="T62" fmla="*/ 11 w 116"/>
                <a:gd name="T63" fmla="*/ 20 h 68"/>
                <a:gd name="T64" fmla="*/ 9 w 116"/>
                <a:gd name="T65" fmla="*/ 18 h 68"/>
                <a:gd name="T66" fmla="*/ 8 w 116"/>
                <a:gd name="T67" fmla="*/ 20 h 68"/>
                <a:gd name="T68" fmla="*/ 29 w 116"/>
                <a:gd name="T69" fmla="*/ 16 h 68"/>
                <a:gd name="T70" fmla="*/ 40 w 116"/>
                <a:gd name="T71" fmla="*/ 20 h 68"/>
                <a:gd name="T72" fmla="*/ 44 w 116"/>
                <a:gd name="T73" fmla="*/ 28 h 68"/>
                <a:gd name="T74" fmla="*/ 41 w 116"/>
                <a:gd name="T75" fmla="*/ 26 h 68"/>
                <a:gd name="T76" fmla="*/ 32 w 116"/>
                <a:gd name="T77" fmla="*/ 17 h 68"/>
                <a:gd name="T78" fmla="*/ 3 w 116"/>
                <a:gd name="T79" fmla="*/ 8 h 68"/>
                <a:gd name="T80" fmla="*/ 7 w 116"/>
                <a:gd name="T81" fmla="*/ 3 h 68"/>
                <a:gd name="T82" fmla="*/ 12 w 116"/>
                <a:gd name="T83" fmla="*/ 6 h 68"/>
                <a:gd name="T84" fmla="*/ 16 w 116"/>
                <a:gd name="T85" fmla="*/ 9 h 68"/>
                <a:gd name="T86" fmla="*/ 16 w 116"/>
                <a:gd name="T87" fmla="*/ 13 h 68"/>
                <a:gd name="T88" fmla="*/ 7 w 116"/>
                <a:gd name="T89" fmla="*/ 8 h 68"/>
                <a:gd name="T90" fmla="*/ 7 w 116"/>
                <a:gd name="T91" fmla="*/ 0 h 68"/>
                <a:gd name="T92" fmla="*/ 7 w 116"/>
                <a:gd name="T9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6" h="68">
                  <a:moveTo>
                    <a:pt x="44" y="66"/>
                  </a:moveTo>
                  <a:lnTo>
                    <a:pt x="46" y="66"/>
                  </a:lnTo>
                  <a:lnTo>
                    <a:pt x="49" y="67"/>
                  </a:lnTo>
                  <a:lnTo>
                    <a:pt x="51" y="68"/>
                  </a:lnTo>
                  <a:lnTo>
                    <a:pt x="49" y="68"/>
                  </a:lnTo>
                  <a:lnTo>
                    <a:pt x="47" y="68"/>
                  </a:lnTo>
                  <a:lnTo>
                    <a:pt x="45" y="68"/>
                  </a:lnTo>
                  <a:lnTo>
                    <a:pt x="44" y="67"/>
                  </a:lnTo>
                  <a:lnTo>
                    <a:pt x="44" y="66"/>
                  </a:lnTo>
                  <a:close/>
                  <a:moveTo>
                    <a:pt x="113" y="56"/>
                  </a:moveTo>
                  <a:lnTo>
                    <a:pt x="115" y="56"/>
                  </a:lnTo>
                  <a:lnTo>
                    <a:pt x="116" y="58"/>
                  </a:lnTo>
                  <a:lnTo>
                    <a:pt x="113" y="59"/>
                  </a:lnTo>
                  <a:lnTo>
                    <a:pt x="112" y="59"/>
                  </a:lnTo>
                  <a:lnTo>
                    <a:pt x="111" y="58"/>
                  </a:lnTo>
                  <a:lnTo>
                    <a:pt x="113" y="56"/>
                  </a:lnTo>
                  <a:close/>
                  <a:moveTo>
                    <a:pt x="61" y="50"/>
                  </a:moveTo>
                  <a:lnTo>
                    <a:pt x="63" y="50"/>
                  </a:lnTo>
                  <a:lnTo>
                    <a:pt x="65" y="53"/>
                  </a:lnTo>
                  <a:lnTo>
                    <a:pt x="70" y="54"/>
                  </a:lnTo>
                  <a:lnTo>
                    <a:pt x="71" y="56"/>
                  </a:lnTo>
                  <a:lnTo>
                    <a:pt x="71" y="58"/>
                  </a:lnTo>
                  <a:lnTo>
                    <a:pt x="71" y="58"/>
                  </a:lnTo>
                  <a:lnTo>
                    <a:pt x="69" y="58"/>
                  </a:lnTo>
                  <a:lnTo>
                    <a:pt x="65" y="56"/>
                  </a:lnTo>
                  <a:lnTo>
                    <a:pt x="62" y="54"/>
                  </a:lnTo>
                  <a:lnTo>
                    <a:pt x="62" y="53"/>
                  </a:lnTo>
                  <a:lnTo>
                    <a:pt x="61" y="50"/>
                  </a:lnTo>
                  <a:close/>
                  <a:moveTo>
                    <a:pt x="44" y="37"/>
                  </a:moveTo>
                  <a:lnTo>
                    <a:pt x="45" y="38"/>
                  </a:lnTo>
                  <a:lnTo>
                    <a:pt x="49" y="38"/>
                  </a:lnTo>
                  <a:lnTo>
                    <a:pt x="51" y="41"/>
                  </a:lnTo>
                  <a:lnTo>
                    <a:pt x="54" y="42"/>
                  </a:lnTo>
                  <a:lnTo>
                    <a:pt x="55" y="42"/>
                  </a:lnTo>
                  <a:lnTo>
                    <a:pt x="55" y="43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3"/>
                  </a:lnTo>
                  <a:lnTo>
                    <a:pt x="47" y="45"/>
                  </a:lnTo>
                  <a:lnTo>
                    <a:pt x="45" y="43"/>
                  </a:lnTo>
                  <a:lnTo>
                    <a:pt x="42" y="39"/>
                  </a:lnTo>
                  <a:lnTo>
                    <a:pt x="42" y="37"/>
                  </a:lnTo>
                  <a:lnTo>
                    <a:pt x="44" y="37"/>
                  </a:lnTo>
                  <a:close/>
                  <a:moveTo>
                    <a:pt x="49" y="34"/>
                  </a:moveTo>
                  <a:lnTo>
                    <a:pt x="51" y="34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4"/>
                  </a:lnTo>
                  <a:close/>
                  <a:moveTo>
                    <a:pt x="21" y="28"/>
                  </a:moveTo>
                  <a:lnTo>
                    <a:pt x="24" y="29"/>
                  </a:lnTo>
                  <a:lnTo>
                    <a:pt x="24" y="30"/>
                  </a:lnTo>
                  <a:lnTo>
                    <a:pt x="22" y="30"/>
                  </a:lnTo>
                  <a:lnTo>
                    <a:pt x="21" y="29"/>
                  </a:lnTo>
                  <a:lnTo>
                    <a:pt x="21" y="28"/>
                  </a:lnTo>
                  <a:close/>
                  <a:moveTo>
                    <a:pt x="15" y="26"/>
                  </a:move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6"/>
                  </a:lnTo>
                  <a:close/>
                  <a:moveTo>
                    <a:pt x="53" y="26"/>
                  </a:moveTo>
                  <a:lnTo>
                    <a:pt x="55" y="26"/>
                  </a:lnTo>
                  <a:lnTo>
                    <a:pt x="58" y="29"/>
                  </a:lnTo>
                  <a:lnTo>
                    <a:pt x="57" y="30"/>
                  </a:lnTo>
                  <a:lnTo>
                    <a:pt x="61" y="34"/>
                  </a:lnTo>
                  <a:lnTo>
                    <a:pt x="61" y="37"/>
                  </a:lnTo>
                  <a:lnTo>
                    <a:pt x="63" y="38"/>
                  </a:lnTo>
                  <a:lnTo>
                    <a:pt x="66" y="39"/>
                  </a:lnTo>
                  <a:lnTo>
                    <a:pt x="65" y="42"/>
                  </a:lnTo>
                  <a:lnTo>
                    <a:pt x="63" y="42"/>
                  </a:lnTo>
                  <a:lnTo>
                    <a:pt x="63" y="39"/>
                  </a:lnTo>
                  <a:lnTo>
                    <a:pt x="61" y="39"/>
                  </a:lnTo>
                  <a:lnTo>
                    <a:pt x="55" y="35"/>
                  </a:lnTo>
                  <a:lnTo>
                    <a:pt x="55" y="31"/>
                  </a:lnTo>
                  <a:lnTo>
                    <a:pt x="54" y="29"/>
                  </a:lnTo>
                  <a:lnTo>
                    <a:pt x="54" y="28"/>
                  </a:lnTo>
                  <a:lnTo>
                    <a:pt x="53" y="26"/>
                  </a:lnTo>
                  <a:lnTo>
                    <a:pt x="53" y="26"/>
                  </a:lnTo>
                  <a:close/>
                  <a:moveTo>
                    <a:pt x="17" y="21"/>
                  </a:moveTo>
                  <a:lnTo>
                    <a:pt x="17" y="21"/>
                  </a:lnTo>
                  <a:lnTo>
                    <a:pt x="19" y="22"/>
                  </a:lnTo>
                  <a:lnTo>
                    <a:pt x="20" y="24"/>
                  </a:lnTo>
                  <a:lnTo>
                    <a:pt x="21" y="25"/>
                  </a:lnTo>
                  <a:lnTo>
                    <a:pt x="21" y="28"/>
                  </a:lnTo>
                  <a:lnTo>
                    <a:pt x="20" y="28"/>
                  </a:lnTo>
                  <a:lnTo>
                    <a:pt x="19" y="26"/>
                  </a:lnTo>
                  <a:lnTo>
                    <a:pt x="17" y="25"/>
                  </a:lnTo>
                  <a:lnTo>
                    <a:pt x="16" y="25"/>
                  </a:lnTo>
                  <a:lnTo>
                    <a:pt x="15" y="25"/>
                  </a:lnTo>
                  <a:lnTo>
                    <a:pt x="15" y="22"/>
                  </a:lnTo>
                  <a:lnTo>
                    <a:pt x="17" y="21"/>
                  </a:lnTo>
                  <a:close/>
                  <a:moveTo>
                    <a:pt x="12" y="20"/>
                  </a:moveTo>
                  <a:lnTo>
                    <a:pt x="15" y="21"/>
                  </a:lnTo>
                  <a:lnTo>
                    <a:pt x="15" y="22"/>
                  </a:lnTo>
                  <a:lnTo>
                    <a:pt x="12" y="22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2" y="20"/>
                  </a:lnTo>
                  <a:close/>
                  <a:moveTo>
                    <a:pt x="7" y="16"/>
                  </a:moveTo>
                  <a:lnTo>
                    <a:pt x="9" y="18"/>
                  </a:lnTo>
                  <a:lnTo>
                    <a:pt x="9" y="20"/>
                  </a:lnTo>
                  <a:lnTo>
                    <a:pt x="8" y="21"/>
                  </a:lnTo>
                  <a:lnTo>
                    <a:pt x="8" y="20"/>
                  </a:lnTo>
                  <a:lnTo>
                    <a:pt x="7" y="18"/>
                  </a:lnTo>
                  <a:lnTo>
                    <a:pt x="7" y="16"/>
                  </a:lnTo>
                  <a:close/>
                  <a:moveTo>
                    <a:pt x="29" y="16"/>
                  </a:moveTo>
                  <a:lnTo>
                    <a:pt x="33" y="16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4" y="25"/>
                  </a:lnTo>
                  <a:lnTo>
                    <a:pt x="44" y="26"/>
                  </a:lnTo>
                  <a:lnTo>
                    <a:pt x="44" y="28"/>
                  </a:lnTo>
                  <a:lnTo>
                    <a:pt x="42" y="26"/>
                  </a:lnTo>
                  <a:lnTo>
                    <a:pt x="41" y="28"/>
                  </a:lnTo>
                  <a:lnTo>
                    <a:pt x="41" y="26"/>
                  </a:lnTo>
                  <a:lnTo>
                    <a:pt x="40" y="25"/>
                  </a:lnTo>
                  <a:lnTo>
                    <a:pt x="37" y="22"/>
                  </a:lnTo>
                  <a:lnTo>
                    <a:pt x="32" y="17"/>
                  </a:lnTo>
                  <a:lnTo>
                    <a:pt x="29" y="16"/>
                  </a:lnTo>
                  <a:close/>
                  <a:moveTo>
                    <a:pt x="1" y="5"/>
                  </a:moveTo>
                  <a:lnTo>
                    <a:pt x="3" y="8"/>
                  </a:lnTo>
                  <a:lnTo>
                    <a:pt x="0" y="6"/>
                  </a:lnTo>
                  <a:lnTo>
                    <a:pt x="1" y="5"/>
                  </a:lnTo>
                  <a:close/>
                  <a:moveTo>
                    <a:pt x="7" y="3"/>
                  </a:moveTo>
                  <a:lnTo>
                    <a:pt x="8" y="4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3" y="8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12"/>
                  </a:lnTo>
                  <a:lnTo>
                    <a:pt x="19" y="13"/>
                  </a:lnTo>
                  <a:lnTo>
                    <a:pt x="16" y="13"/>
                  </a:lnTo>
                  <a:lnTo>
                    <a:pt x="13" y="13"/>
                  </a:lnTo>
                  <a:lnTo>
                    <a:pt x="11" y="10"/>
                  </a:lnTo>
                  <a:lnTo>
                    <a:pt x="7" y="8"/>
                  </a:lnTo>
                  <a:lnTo>
                    <a:pt x="5" y="4"/>
                  </a:lnTo>
                  <a:lnTo>
                    <a:pt x="7" y="3"/>
                  </a:lnTo>
                  <a:close/>
                  <a:moveTo>
                    <a:pt x="7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6" name="Freeform 354">
              <a:extLst>
                <a:ext uri="{FF2B5EF4-FFF2-40B4-BE49-F238E27FC236}">
                  <a16:creationId xmlns:a16="http://schemas.microsoft.com/office/drawing/2014/main" id="{BBE91806-5F05-4025-8876-3CD1D78BA1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9489" y="4756359"/>
              <a:ext cx="1146649" cy="834507"/>
            </a:xfrm>
            <a:custGeom>
              <a:avLst/>
              <a:gdLst>
                <a:gd name="T0" fmla="*/ 143 w 180"/>
                <a:gd name="T1" fmla="*/ 127 h 131"/>
                <a:gd name="T2" fmla="*/ 155 w 180"/>
                <a:gd name="T3" fmla="*/ 126 h 131"/>
                <a:gd name="T4" fmla="*/ 122 w 180"/>
                <a:gd name="T5" fmla="*/ 108 h 131"/>
                <a:gd name="T6" fmla="*/ 117 w 180"/>
                <a:gd name="T7" fmla="*/ 108 h 131"/>
                <a:gd name="T8" fmla="*/ 117 w 180"/>
                <a:gd name="T9" fmla="*/ 104 h 131"/>
                <a:gd name="T10" fmla="*/ 109 w 180"/>
                <a:gd name="T11" fmla="*/ 100 h 131"/>
                <a:gd name="T12" fmla="*/ 109 w 180"/>
                <a:gd name="T13" fmla="*/ 100 h 131"/>
                <a:gd name="T14" fmla="*/ 27 w 180"/>
                <a:gd name="T15" fmla="*/ 92 h 131"/>
                <a:gd name="T16" fmla="*/ 30 w 180"/>
                <a:gd name="T17" fmla="*/ 91 h 131"/>
                <a:gd name="T18" fmla="*/ 33 w 180"/>
                <a:gd name="T19" fmla="*/ 89 h 131"/>
                <a:gd name="T20" fmla="*/ 119 w 180"/>
                <a:gd name="T21" fmla="*/ 91 h 131"/>
                <a:gd name="T22" fmla="*/ 34 w 180"/>
                <a:gd name="T23" fmla="*/ 83 h 131"/>
                <a:gd name="T24" fmla="*/ 37 w 180"/>
                <a:gd name="T25" fmla="*/ 83 h 131"/>
                <a:gd name="T26" fmla="*/ 40 w 180"/>
                <a:gd name="T27" fmla="*/ 80 h 131"/>
                <a:gd name="T28" fmla="*/ 44 w 180"/>
                <a:gd name="T29" fmla="*/ 80 h 131"/>
                <a:gd name="T30" fmla="*/ 85 w 180"/>
                <a:gd name="T31" fmla="*/ 54 h 131"/>
                <a:gd name="T32" fmla="*/ 170 w 180"/>
                <a:gd name="T33" fmla="*/ 58 h 131"/>
                <a:gd name="T34" fmla="*/ 172 w 180"/>
                <a:gd name="T35" fmla="*/ 69 h 131"/>
                <a:gd name="T36" fmla="*/ 166 w 180"/>
                <a:gd name="T37" fmla="*/ 52 h 131"/>
                <a:gd name="T38" fmla="*/ 163 w 180"/>
                <a:gd name="T39" fmla="*/ 47 h 131"/>
                <a:gd name="T40" fmla="*/ 113 w 180"/>
                <a:gd name="T41" fmla="*/ 47 h 131"/>
                <a:gd name="T42" fmla="*/ 60 w 180"/>
                <a:gd name="T43" fmla="*/ 43 h 131"/>
                <a:gd name="T44" fmla="*/ 162 w 180"/>
                <a:gd name="T45" fmla="*/ 39 h 131"/>
                <a:gd name="T46" fmla="*/ 135 w 180"/>
                <a:gd name="T47" fmla="*/ 51 h 131"/>
                <a:gd name="T48" fmla="*/ 121 w 180"/>
                <a:gd name="T49" fmla="*/ 63 h 131"/>
                <a:gd name="T50" fmla="*/ 102 w 180"/>
                <a:gd name="T51" fmla="*/ 62 h 131"/>
                <a:gd name="T52" fmla="*/ 92 w 180"/>
                <a:gd name="T53" fmla="*/ 54 h 131"/>
                <a:gd name="T54" fmla="*/ 108 w 180"/>
                <a:gd name="T55" fmla="*/ 50 h 131"/>
                <a:gd name="T56" fmla="*/ 117 w 180"/>
                <a:gd name="T57" fmla="*/ 54 h 131"/>
                <a:gd name="T58" fmla="*/ 129 w 180"/>
                <a:gd name="T59" fmla="*/ 44 h 131"/>
                <a:gd name="T60" fmla="*/ 5 w 180"/>
                <a:gd name="T61" fmla="*/ 19 h 131"/>
                <a:gd name="T62" fmla="*/ 22 w 180"/>
                <a:gd name="T63" fmla="*/ 26 h 131"/>
                <a:gd name="T64" fmla="*/ 44 w 180"/>
                <a:gd name="T65" fmla="*/ 35 h 131"/>
                <a:gd name="T66" fmla="*/ 59 w 180"/>
                <a:gd name="T67" fmla="*/ 47 h 131"/>
                <a:gd name="T68" fmla="*/ 75 w 180"/>
                <a:gd name="T69" fmla="*/ 60 h 131"/>
                <a:gd name="T70" fmla="*/ 72 w 180"/>
                <a:gd name="T71" fmla="*/ 71 h 131"/>
                <a:gd name="T72" fmla="*/ 84 w 180"/>
                <a:gd name="T73" fmla="*/ 85 h 131"/>
                <a:gd name="T74" fmla="*/ 96 w 180"/>
                <a:gd name="T75" fmla="*/ 97 h 131"/>
                <a:gd name="T76" fmla="*/ 106 w 180"/>
                <a:gd name="T77" fmla="*/ 105 h 131"/>
                <a:gd name="T78" fmla="*/ 116 w 180"/>
                <a:gd name="T79" fmla="*/ 113 h 131"/>
                <a:gd name="T80" fmla="*/ 110 w 180"/>
                <a:gd name="T81" fmla="*/ 118 h 131"/>
                <a:gd name="T82" fmla="*/ 98 w 180"/>
                <a:gd name="T83" fmla="*/ 113 h 131"/>
                <a:gd name="T84" fmla="*/ 79 w 180"/>
                <a:gd name="T85" fmla="*/ 110 h 131"/>
                <a:gd name="T86" fmla="*/ 63 w 180"/>
                <a:gd name="T87" fmla="*/ 92 h 131"/>
                <a:gd name="T88" fmla="*/ 50 w 180"/>
                <a:gd name="T89" fmla="*/ 79 h 131"/>
                <a:gd name="T90" fmla="*/ 39 w 180"/>
                <a:gd name="T91" fmla="*/ 79 h 131"/>
                <a:gd name="T92" fmla="*/ 37 w 180"/>
                <a:gd name="T93" fmla="*/ 81 h 131"/>
                <a:gd name="T94" fmla="*/ 33 w 180"/>
                <a:gd name="T95" fmla="*/ 83 h 131"/>
                <a:gd name="T96" fmla="*/ 27 w 180"/>
                <a:gd name="T97" fmla="*/ 84 h 131"/>
                <a:gd name="T98" fmla="*/ 19 w 180"/>
                <a:gd name="T99" fmla="*/ 89 h 131"/>
                <a:gd name="T100" fmla="*/ 9 w 180"/>
                <a:gd name="T101" fmla="*/ 79 h 131"/>
                <a:gd name="T102" fmla="*/ 15 w 180"/>
                <a:gd name="T103" fmla="*/ 88 h 131"/>
                <a:gd name="T104" fmla="*/ 26 w 180"/>
                <a:gd name="T105" fmla="*/ 98 h 131"/>
                <a:gd name="T106" fmla="*/ 8 w 180"/>
                <a:gd name="T107" fmla="*/ 98 h 131"/>
                <a:gd name="T108" fmla="*/ 2 w 180"/>
                <a:gd name="T109" fmla="*/ 19 h 131"/>
                <a:gd name="T110" fmla="*/ 143 w 180"/>
                <a:gd name="T111" fmla="*/ 33 h 131"/>
                <a:gd name="T112" fmla="*/ 142 w 180"/>
                <a:gd name="T113" fmla="*/ 41 h 131"/>
                <a:gd name="T114" fmla="*/ 119 w 180"/>
                <a:gd name="T115" fmla="*/ 18 h 131"/>
                <a:gd name="T116" fmla="*/ 73 w 180"/>
                <a:gd name="T117" fmla="*/ 9 h 131"/>
                <a:gd name="T118" fmla="*/ 69 w 180"/>
                <a:gd name="T119" fmla="*/ 10 h 131"/>
                <a:gd name="T120" fmla="*/ 104 w 180"/>
                <a:gd name="T121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0" h="131">
                  <a:moveTo>
                    <a:pt x="146" y="127"/>
                  </a:moveTo>
                  <a:lnTo>
                    <a:pt x="147" y="129"/>
                  </a:lnTo>
                  <a:lnTo>
                    <a:pt x="150" y="129"/>
                  </a:lnTo>
                  <a:lnTo>
                    <a:pt x="150" y="130"/>
                  </a:lnTo>
                  <a:lnTo>
                    <a:pt x="150" y="131"/>
                  </a:lnTo>
                  <a:lnTo>
                    <a:pt x="148" y="130"/>
                  </a:lnTo>
                  <a:lnTo>
                    <a:pt x="147" y="130"/>
                  </a:lnTo>
                  <a:lnTo>
                    <a:pt x="143" y="127"/>
                  </a:lnTo>
                  <a:lnTo>
                    <a:pt x="146" y="127"/>
                  </a:lnTo>
                  <a:close/>
                  <a:moveTo>
                    <a:pt x="155" y="126"/>
                  </a:moveTo>
                  <a:lnTo>
                    <a:pt x="158" y="126"/>
                  </a:lnTo>
                  <a:lnTo>
                    <a:pt x="156" y="127"/>
                  </a:lnTo>
                  <a:lnTo>
                    <a:pt x="155" y="127"/>
                  </a:lnTo>
                  <a:lnTo>
                    <a:pt x="154" y="127"/>
                  </a:lnTo>
                  <a:lnTo>
                    <a:pt x="154" y="127"/>
                  </a:lnTo>
                  <a:lnTo>
                    <a:pt x="155" y="126"/>
                  </a:lnTo>
                  <a:close/>
                  <a:moveTo>
                    <a:pt x="116" y="106"/>
                  </a:moveTo>
                  <a:lnTo>
                    <a:pt x="117" y="106"/>
                  </a:lnTo>
                  <a:lnTo>
                    <a:pt x="118" y="108"/>
                  </a:lnTo>
                  <a:lnTo>
                    <a:pt x="118" y="108"/>
                  </a:lnTo>
                  <a:lnTo>
                    <a:pt x="119" y="109"/>
                  </a:lnTo>
                  <a:lnTo>
                    <a:pt x="119" y="109"/>
                  </a:lnTo>
                  <a:lnTo>
                    <a:pt x="121" y="108"/>
                  </a:lnTo>
                  <a:lnTo>
                    <a:pt x="122" y="108"/>
                  </a:lnTo>
                  <a:lnTo>
                    <a:pt x="122" y="109"/>
                  </a:lnTo>
                  <a:lnTo>
                    <a:pt x="121" y="110"/>
                  </a:lnTo>
                  <a:lnTo>
                    <a:pt x="121" y="112"/>
                  </a:lnTo>
                  <a:lnTo>
                    <a:pt x="119" y="112"/>
                  </a:lnTo>
                  <a:lnTo>
                    <a:pt x="118" y="112"/>
                  </a:lnTo>
                  <a:lnTo>
                    <a:pt x="118" y="109"/>
                  </a:lnTo>
                  <a:lnTo>
                    <a:pt x="117" y="109"/>
                  </a:lnTo>
                  <a:lnTo>
                    <a:pt x="117" y="108"/>
                  </a:lnTo>
                  <a:lnTo>
                    <a:pt x="116" y="106"/>
                  </a:lnTo>
                  <a:lnTo>
                    <a:pt x="116" y="106"/>
                  </a:lnTo>
                  <a:close/>
                  <a:moveTo>
                    <a:pt x="114" y="102"/>
                  </a:moveTo>
                  <a:lnTo>
                    <a:pt x="116" y="102"/>
                  </a:lnTo>
                  <a:lnTo>
                    <a:pt x="116" y="102"/>
                  </a:lnTo>
                  <a:lnTo>
                    <a:pt x="117" y="104"/>
                  </a:lnTo>
                  <a:lnTo>
                    <a:pt x="117" y="104"/>
                  </a:lnTo>
                  <a:lnTo>
                    <a:pt x="117" y="104"/>
                  </a:lnTo>
                  <a:lnTo>
                    <a:pt x="118" y="105"/>
                  </a:lnTo>
                  <a:lnTo>
                    <a:pt x="117" y="106"/>
                  </a:lnTo>
                  <a:lnTo>
                    <a:pt x="117" y="105"/>
                  </a:lnTo>
                  <a:lnTo>
                    <a:pt x="116" y="105"/>
                  </a:lnTo>
                  <a:lnTo>
                    <a:pt x="114" y="105"/>
                  </a:lnTo>
                  <a:lnTo>
                    <a:pt x="113" y="102"/>
                  </a:lnTo>
                  <a:lnTo>
                    <a:pt x="114" y="102"/>
                  </a:lnTo>
                  <a:close/>
                  <a:moveTo>
                    <a:pt x="109" y="100"/>
                  </a:moveTo>
                  <a:lnTo>
                    <a:pt x="110" y="101"/>
                  </a:lnTo>
                  <a:lnTo>
                    <a:pt x="112" y="102"/>
                  </a:lnTo>
                  <a:lnTo>
                    <a:pt x="112" y="104"/>
                  </a:lnTo>
                  <a:lnTo>
                    <a:pt x="112" y="104"/>
                  </a:lnTo>
                  <a:lnTo>
                    <a:pt x="110" y="102"/>
                  </a:lnTo>
                  <a:lnTo>
                    <a:pt x="109" y="102"/>
                  </a:lnTo>
                  <a:lnTo>
                    <a:pt x="109" y="101"/>
                  </a:lnTo>
                  <a:lnTo>
                    <a:pt x="109" y="100"/>
                  </a:lnTo>
                  <a:close/>
                  <a:moveTo>
                    <a:pt x="138" y="96"/>
                  </a:moveTo>
                  <a:lnTo>
                    <a:pt x="142" y="100"/>
                  </a:lnTo>
                  <a:lnTo>
                    <a:pt x="142" y="101"/>
                  </a:lnTo>
                  <a:lnTo>
                    <a:pt x="139" y="98"/>
                  </a:lnTo>
                  <a:lnTo>
                    <a:pt x="138" y="100"/>
                  </a:lnTo>
                  <a:lnTo>
                    <a:pt x="138" y="98"/>
                  </a:lnTo>
                  <a:lnTo>
                    <a:pt x="138" y="96"/>
                  </a:lnTo>
                  <a:close/>
                  <a:moveTo>
                    <a:pt x="27" y="92"/>
                  </a:moveTo>
                  <a:lnTo>
                    <a:pt x="30" y="93"/>
                  </a:lnTo>
                  <a:lnTo>
                    <a:pt x="33" y="94"/>
                  </a:lnTo>
                  <a:lnTo>
                    <a:pt x="27" y="92"/>
                  </a:lnTo>
                  <a:close/>
                  <a:moveTo>
                    <a:pt x="31" y="92"/>
                  </a:moveTo>
                  <a:lnTo>
                    <a:pt x="31" y="93"/>
                  </a:lnTo>
                  <a:lnTo>
                    <a:pt x="31" y="92"/>
                  </a:lnTo>
                  <a:lnTo>
                    <a:pt x="31" y="92"/>
                  </a:lnTo>
                  <a:close/>
                  <a:moveTo>
                    <a:pt x="30" y="91"/>
                  </a:moveTo>
                  <a:lnTo>
                    <a:pt x="30" y="92"/>
                  </a:lnTo>
                  <a:lnTo>
                    <a:pt x="29" y="91"/>
                  </a:lnTo>
                  <a:lnTo>
                    <a:pt x="30" y="91"/>
                  </a:lnTo>
                  <a:close/>
                  <a:moveTo>
                    <a:pt x="33" y="89"/>
                  </a:moveTo>
                  <a:lnTo>
                    <a:pt x="34" y="89"/>
                  </a:lnTo>
                  <a:lnTo>
                    <a:pt x="34" y="91"/>
                  </a:lnTo>
                  <a:lnTo>
                    <a:pt x="31" y="91"/>
                  </a:lnTo>
                  <a:lnTo>
                    <a:pt x="33" y="89"/>
                  </a:lnTo>
                  <a:close/>
                  <a:moveTo>
                    <a:pt x="122" y="89"/>
                  </a:moveTo>
                  <a:lnTo>
                    <a:pt x="122" y="92"/>
                  </a:lnTo>
                  <a:lnTo>
                    <a:pt x="122" y="94"/>
                  </a:lnTo>
                  <a:lnTo>
                    <a:pt x="121" y="94"/>
                  </a:lnTo>
                  <a:lnTo>
                    <a:pt x="122" y="93"/>
                  </a:lnTo>
                  <a:lnTo>
                    <a:pt x="121" y="92"/>
                  </a:lnTo>
                  <a:lnTo>
                    <a:pt x="121" y="92"/>
                  </a:lnTo>
                  <a:lnTo>
                    <a:pt x="119" y="91"/>
                  </a:lnTo>
                  <a:lnTo>
                    <a:pt x="121" y="89"/>
                  </a:lnTo>
                  <a:lnTo>
                    <a:pt x="122" y="89"/>
                  </a:lnTo>
                  <a:close/>
                  <a:moveTo>
                    <a:pt x="30" y="87"/>
                  </a:moveTo>
                  <a:lnTo>
                    <a:pt x="33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close/>
                  <a:moveTo>
                    <a:pt x="34" y="83"/>
                  </a:moveTo>
                  <a:lnTo>
                    <a:pt x="35" y="84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3" y="84"/>
                  </a:lnTo>
                  <a:lnTo>
                    <a:pt x="33" y="83"/>
                  </a:lnTo>
                  <a:lnTo>
                    <a:pt x="34" y="83"/>
                  </a:lnTo>
                  <a:close/>
                  <a:moveTo>
                    <a:pt x="35" y="81"/>
                  </a:moveTo>
                  <a:lnTo>
                    <a:pt x="37" y="83"/>
                  </a:lnTo>
                  <a:lnTo>
                    <a:pt x="37" y="84"/>
                  </a:lnTo>
                  <a:lnTo>
                    <a:pt x="37" y="83"/>
                  </a:lnTo>
                  <a:lnTo>
                    <a:pt x="35" y="81"/>
                  </a:lnTo>
                  <a:close/>
                  <a:moveTo>
                    <a:pt x="48" y="81"/>
                  </a:moveTo>
                  <a:lnTo>
                    <a:pt x="50" y="83"/>
                  </a:lnTo>
                  <a:lnTo>
                    <a:pt x="48" y="81"/>
                  </a:lnTo>
                  <a:lnTo>
                    <a:pt x="48" y="81"/>
                  </a:lnTo>
                  <a:close/>
                  <a:moveTo>
                    <a:pt x="40" y="80"/>
                  </a:moveTo>
                  <a:lnTo>
                    <a:pt x="42" y="81"/>
                  </a:lnTo>
                  <a:lnTo>
                    <a:pt x="42" y="81"/>
                  </a:lnTo>
                  <a:lnTo>
                    <a:pt x="40" y="81"/>
                  </a:lnTo>
                  <a:lnTo>
                    <a:pt x="40" y="80"/>
                  </a:lnTo>
                  <a:close/>
                  <a:moveTo>
                    <a:pt x="44" y="80"/>
                  </a:moveTo>
                  <a:lnTo>
                    <a:pt x="44" y="81"/>
                  </a:lnTo>
                  <a:lnTo>
                    <a:pt x="44" y="80"/>
                  </a:lnTo>
                  <a:lnTo>
                    <a:pt x="44" y="80"/>
                  </a:lnTo>
                  <a:close/>
                  <a:moveTo>
                    <a:pt x="43" y="79"/>
                  </a:moveTo>
                  <a:lnTo>
                    <a:pt x="43" y="79"/>
                  </a:lnTo>
                  <a:lnTo>
                    <a:pt x="43" y="80"/>
                  </a:lnTo>
                  <a:lnTo>
                    <a:pt x="43" y="81"/>
                  </a:lnTo>
                  <a:lnTo>
                    <a:pt x="42" y="80"/>
                  </a:lnTo>
                  <a:lnTo>
                    <a:pt x="43" y="79"/>
                  </a:lnTo>
                  <a:close/>
                  <a:moveTo>
                    <a:pt x="83" y="52"/>
                  </a:moveTo>
                  <a:lnTo>
                    <a:pt x="85" y="54"/>
                  </a:lnTo>
                  <a:lnTo>
                    <a:pt x="85" y="56"/>
                  </a:lnTo>
                  <a:lnTo>
                    <a:pt x="85" y="58"/>
                  </a:lnTo>
                  <a:lnTo>
                    <a:pt x="83" y="56"/>
                  </a:lnTo>
                  <a:lnTo>
                    <a:pt x="81" y="54"/>
                  </a:lnTo>
                  <a:lnTo>
                    <a:pt x="83" y="52"/>
                  </a:lnTo>
                  <a:close/>
                  <a:moveTo>
                    <a:pt x="168" y="52"/>
                  </a:moveTo>
                  <a:lnTo>
                    <a:pt x="170" y="54"/>
                  </a:lnTo>
                  <a:lnTo>
                    <a:pt x="170" y="58"/>
                  </a:lnTo>
                  <a:lnTo>
                    <a:pt x="173" y="59"/>
                  </a:lnTo>
                  <a:lnTo>
                    <a:pt x="177" y="62"/>
                  </a:lnTo>
                  <a:lnTo>
                    <a:pt x="180" y="64"/>
                  </a:lnTo>
                  <a:lnTo>
                    <a:pt x="179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2" y="69"/>
                  </a:lnTo>
                  <a:lnTo>
                    <a:pt x="171" y="69"/>
                  </a:lnTo>
                  <a:lnTo>
                    <a:pt x="170" y="67"/>
                  </a:lnTo>
                  <a:lnTo>
                    <a:pt x="170" y="66"/>
                  </a:lnTo>
                  <a:lnTo>
                    <a:pt x="168" y="62"/>
                  </a:lnTo>
                  <a:lnTo>
                    <a:pt x="166" y="60"/>
                  </a:lnTo>
                  <a:lnTo>
                    <a:pt x="166" y="56"/>
                  </a:lnTo>
                  <a:lnTo>
                    <a:pt x="166" y="55"/>
                  </a:lnTo>
                  <a:lnTo>
                    <a:pt x="166" y="52"/>
                  </a:lnTo>
                  <a:lnTo>
                    <a:pt x="168" y="52"/>
                  </a:lnTo>
                  <a:close/>
                  <a:moveTo>
                    <a:pt x="75" y="50"/>
                  </a:moveTo>
                  <a:lnTo>
                    <a:pt x="76" y="51"/>
                  </a:lnTo>
                  <a:lnTo>
                    <a:pt x="76" y="52"/>
                  </a:lnTo>
                  <a:lnTo>
                    <a:pt x="75" y="52"/>
                  </a:lnTo>
                  <a:lnTo>
                    <a:pt x="73" y="51"/>
                  </a:lnTo>
                  <a:lnTo>
                    <a:pt x="75" y="50"/>
                  </a:lnTo>
                  <a:close/>
                  <a:moveTo>
                    <a:pt x="163" y="47"/>
                  </a:moveTo>
                  <a:lnTo>
                    <a:pt x="164" y="47"/>
                  </a:lnTo>
                  <a:lnTo>
                    <a:pt x="166" y="50"/>
                  </a:lnTo>
                  <a:lnTo>
                    <a:pt x="163" y="52"/>
                  </a:lnTo>
                  <a:lnTo>
                    <a:pt x="163" y="50"/>
                  </a:lnTo>
                  <a:lnTo>
                    <a:pt x="163" y="48"/>
                  </a:lnTo>
                  <a:lnTo>
                    <a:pt x="163" y="47"/>
                  </a:lnTo>
                  <a:close/>
                  <a:moveTo>
                    <a:pt x="112" y="44"/>
                  </a:moveTo>
                  <a:lnTo>
                    <a:pt x="113" y="47"/>
                  </a:lnTo>
                  <a:lnTo>
                    <a:pt x="112" y="48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12" y="44"/>
                  </a:lnTo>
                  <a:close/>
                  <a:moveTo>
                    <a:pt x="63" y="42"/>
                  </a:moveTo>
                  <a:lnTo>
                    <a:pt x="63" y="43"/>
                  </a:lnTo>
                  <a:lnTo>
                    <a:pt x="62" y="44"/>
                  </a:lnTo>
                  <a:lnTo>
                    <a:pt x="60" y="43"/>
                  </a:lnTo>
                  <a:lnTo>
                    <a:pt x="63" y="42"/>
                  </a:lnTo>
                  <a:close/>
                  <a:moveTo>
                    <a:pt x="162" y="39"/>
                  </a:moveTo>
                  <a:lnTo>
                    <a:pt x="163" y="42"/>
                  </a:lnTo>
                  <a:lnTo>
                    <a:pt x="162" y="43"/>
                  </a:lnTo>
                  <a:lnTo>
                    <a:pt x="159" y="43"/>
                  </a:lnTo>
                  <a:lnTo>
                    <a:pt x="159" y="42"/>
                  </a:lnTo>
                  <a:lnTo>
                    <a:pt x="160" y="42"/>
                  </a:lnTo>
                  <a:lnTo>
                    <a:pt x="162" y="39"/>
                  </a:lnTo>
                  <a:close/>
                  <a:moveTo>
                    <a:pt x="135" y="37"/>
                  </a:moveTo>
                  <a:lnTo>
                    <a:pt x="138" y="39"/>
                  </a:lnTo>
                  <a:lnTo>
                    <a:pt x="138" y="44"/>
                  </a:lnTo>
                  <a:lnTo>
                    <a:pt x="135" y="47"/>
                  </a:lnTo>
                  <a:lnTo>
                    <a:pt x="134" y="46"/>
                  </a:lnTo>
                  <a:lnTo>
                    <a:pt x="133" y="47"/>
                  </a:lnTo>
                  <a:lnTo>
                    <a:pt x="133" y="48"/>
                  </a:lnTo>
                  <a:lnTo>
                    <a:pt x="135" y="51"/>
                  </a:lnTo>
                  <a:lnTo>
                    <a:pt x="134" y="54"/>
                  </a:lnTo>
                  <a:lnTo>
                    <a:pt x="131" y="55"/>
                  </a:lnTo>
                  <a:lnTo>
                    <a:pt x="130" y="54"/>
                  </a:lnTo>
                  <a:lnTo>
                    <a:pt x="127" y="54"/>
                  </a:lnTo>
                  <a:lnTo>
                    <a:pt x="127" y="55"/>
                  </a:lnTo>
                  <a:lnTo>
                    <a:pt x="123" y="60"/>
                  </a:lnTo>
                  <a:lnTo>
                    <a:pt x="121" y="60"/>
                  </a:lnTo>
                  <a:lnTo>
                    <a:pt x="121" y="63"/>
                  </a:lnTo>
                  <a:lnTo>
                    <a:pt x="119" y="64"/>
                  </a:lnTo>
                  <a:lnTo>
                    <a:pt x="117" y="63"/>
                  </a:lnTo>
                  <a:lnTo>
                    <a:pt x="116" y="63"/>
                  </a:lnTo>
                  <a:lnTo>
                    <a:pt x="113" y="63"/>
                  </a:lnTo>
                  <a:lnTo>
                    <a:pt x="109" y="63"/>
                  </a:lnTo>
                  <a:lnTo>
                    <a:pt x="106" y="64"/>
                  </a:lnTo>
                  <a:lnTo>
                    <a:pt x="104" y="63"/>
                  </a:lnTo>
                  <a:lnTo>
                    <a:pt x="102" y="62"/>
                  </a:lnTo>
                  <a:lnTo>
                    <a:pt x="98" y="60"/>
                  </a:lnTo>
                  <a:lnTo>
                    <a:pt x="97" y="62"/>
                  </a:lnTo>
                  <a:lnTo>
                    <a:pt x="97" y="60"/>
                  </a:lnTo>
                  <a:lnTo>
                    <a:pt x="93" y="58"/>
                  </a:lnTo>
                  <a:lnTo>
                    <a:pt x="91" y="58"/>
                  </a:lnTo>
                  <a:lnTo>
                    <a:pt x="88" y="55"/>
                  </a:lnTo>
                  <a:lnTo>
                    <a:pt x="89" y="52"/>
                  </a:lnTo>
                  <a:lnTo>
                    <a:pt x="92" y="54"/>
                  </a:lnTo>
                  <a:lnTo>
                    <a:pt x="94" y="52"/>
                  </a:lnTo>
                  <a:lnTo>
                    <a:pt x="97" y="52"/>
                  </a:lnTo>
                  <a:lnTo>
                    <a:pt x="98" y="54"/>
                  </a:lnTo>
                  <a:lnTo>
                    <a:pt x="101" y="54"/>
                  </a:lnTo>
                  <a:lnTo>
                    <a:pt x="104" y="52"/>
                  </a:lnTo>
                  <a:lnTo>
                    <a:pt x="106" y="52"/>
                  </a:lnTo>
                  <a:lnTo>
                    <a:pt x="108" y="51"/>
                  </a:lnTo>
                  <a:lnTo>
                    <a:pt x="108" y="50"/>
                  </a:lnTo>
                  <a:lnTo>
                    <a:pt x="109" y="48"/>
                  </a:lnTo>
                  <a:lnTo>
                    <a:pt x="110" y="50"/>
                  </a:lnTo>
                  <a:lnTo>
                    <a:pt x="110" y="51"/>
                  </a:lnTo>
                  <a:lnTo>
                    <a:pt x="110" y="55"/>
                  </a:lnTo>
                  <a:lnTo>
                    <a:pt x="112" y="55"/>
                  </a:lnTo>
                  <a:lnTo>
                    <a:pt x="114" y="52"/>
                  </a:lnTo>
                  <a:lnTo>
                    <a:pt x="116" y="52"/>
                  </a:lnTo>
                  <a:lnTo>
                    <a:pt x="117" y="54"/>
                  </a:lnTo>
                  <a:lnTo>
                    <a:pt x="118" y="54"/>
                  </a:lnTo>
                  <a:lnTo>
                    <a:pt x="119" y="54"/>
                  </a:lnTo>
                  <a:lnTo>
                    <a:pt x="121" y="52"/>
                  </a:lnTo>
                  <a:lnTo>
                    <a:pt x="122" y="50"/>
                  </a:lnTo>
                  <a:lnTo>
                    <a:pt x="126" y="47"/>
                  </a:lnTo>
                  <a:lnTo>
                    <a:pt x="129" y="47"/>
                  </a:lnTo>
                  <a:lnTo>
                    <a:pt x="130" y="46"/>
                  </a:lnTo>
                  <a:lnTo>
                    <a:pt x="129" y="44"/>
                  </a:lnTo>
                  <a:lnTo>
                    <a:pt x="127" y="39"/>
                  </a:lnTo>
                  <a:lnTo>
                    <a:pt x="129" y="38"/>
                  </a:lnTo>
                  <a:lnTo>
                    <a:pt x="131" y="38"/>
                  </a:lnTo>
                  <a:lnTo>
                    <a:pt x="134" y="39"/>
                  </a:lnTo>
                  <a:lnTo>
                    <a:pt x="134" y="38"/>
                  </a:lnTo>
                  <a:lnTo>
                    <a:pt x="135" y="37"/>
                  </a:lnTo>
                  <a:close/>
                  <a:moveTo>
                    <a:pt x="2" y="19"/>
                  </a:moveTo>
                  <a:lnTo>
                    <a:pt x="5" y="19"/>
                  </a:lnTo>
                  <a:lnTo>
                    <a:pt x="9" y="21"/>
                  </a:lnTo>
                  <a:lnTo>
                    <a:pt x="10" y="22"/>
                  </a:lnTo>
                  <a:lnTo>
                    <a:pt x="12" y="22"/>
                  </a:lnTo>
                  <a:lnTo>
                    <a:pt x="17" y="25"/>
                  </a:lnTo>
                  <a:lnTo>
                    <a:pt x="17" y="23"/>
                  </a:lnTo>
                  <a:lnTo>
                    <a:pt x="18" y="23"/>
                  </a:lnTo>
                  <a:lnTo>
                    <a:pt x="19" y="26"/>
                  </a:lnTo>
                  <a:lnTo>
                    <a:pt x="22" y="26"/>
                  </a:lnTo>
                  <a:lnTo>
                    <a:pt x="29" y="27"/>
                  </a:lnTo>
                  <a:lnTo>
                    <a:pt x="33" y="30"/>
                  </a:lnTo>
                  <a:lnTo>
                    <a:pt x="35" y="30"/>
                  </a:lnTo>
                  <a:lnTo>
                    <a:pt x="38" y="33"/>
                  </a:lnTo>
                  <a:lnTo>
                    <a:pt x="40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4" y="35"/>
                  </a:lnTo>
                  <a:lnTo>
                    <a:pt x="47" y="35"/>
                  </a:lnTo>
                  <a:lnTo>
                    <a:pt x="48" y="38"/>
                  </a:lnTo>
                  <a:lnTo>
                    <a:pt x="50" y="39"/>
                  </a:lnTo>
                  <a:lnTo>
                    <a:pt x="51" y="41"/>
                  </a:lnTo>
                  <a:lnTo>
                    <a:pt x="52" y="41"/>
                  </a:lnTo>
                  <a:lnTo>
                    <a:pt x="54" y="41"/>
                  </a:lnTo>
                  <a:lnTo>
                    <a:pt x="58" y="44"/>
                  </a:lnTo>
                  <a:lnTo>
                    <a:pt x="59" y="47"/>
                  </a:lnTo>
                  <a:lnTo>
                    <a:pt x="59" y="48"/>
                  </a:lnTo>
                  <a:lnTo>
                    <a:pt x="58" y="51"/>
                  </a:lnTo>
                  <a:lnTo>
                    <a:pt x="58" y="52"/>
                  </a:lnTo>
                  <a:lnTo>
                    <a:pt x="64" y="55"/>
                  </a:lnTo>
                  <a:lnTo>
                    <a:pt x="67" y="55"/>
                  </a:lnTo>
                  <a:lnTo>
                    <a:pt x="68" y="56"/>
                  </a:lnTo>
                  <a:lnTo>
                    <a:pt x="72" y="59"/>
                  </a:lnTo>
                  <a:lnTo>
                    <a:pt x="75" y="60"/>
                  </a:lnTo>
                  <a:lnTo>
                    <a:pt x="76" y="59"/>
                  </a:lnTo>
                  <a:lnTo>
                    <a:pt x="79" y="60"/>
                  </a:lnTo>
                  <a:lnTo>
                    <a:pt x="83" y="63"/>
                  </a:lnTo>
                  <a:lnTo>
                    <a:pt x="83" y="66"/>
                  </a:lnTo>
                  <a:lnTo>
                    <a:pt x="81" y="68"/>
                  </a:lnTo>
                  <a:lnTo>
                    <a:pt x="77" y="69"/>
                  </a:lnTo>
                  <a:lnTo>
                    <a:pt x="72" y="69"/>
                  </a:lnTo>
                  <a:lnTo>
                    <a:pt x="72" y="71"/>
                  </a:lnTo>
                  <a:lnTo>
                    <a:pt x="73" y="73"/>
                  </a:lnTo>
                  <a:lnTo>
                    <a:pt x="75" y="75"/>
                  </a:lnTo>
                  <a:lnTo>
                    <a:pt x="76" y="77"/>
                  </a:lnTo>
                  <a:lnTo>
                    <a:pt x="79" y="80"/>
                  </a:lnTo>
                  <a:lnTo>
                    <a:pt x="80" y="83"/>
                  </a:lnTo>
                  <a:lnTo>
                    <a:pt x="81" y="84"/>
                  </a:lnTo>
                  <a:lnTo>
                    <a:pt x="84" y="84"/>
                  </a:lnTo>
                  <a:lnTo>
                    <a:pt x="84" y="85"/>
                  </a:lnTo>
                  <a:lnTo>
                    <a:pt x="85" y="85"/>
                  </a:lnTo>
                  <a:lnTo>
                    <a:pt x="88" y="91"/>
                  </a:lnTo>
                  <a:lnTo>
                    <a:pt x="89" y="92"/>
                  </a:lnTo>
                  <a:lnTo>
                    <a:pt x="89" y="94"/>
                  </a:lnTo>
                  <a:lnTo>
                    <a:pt x="92" y="97"/>
                  </a:lnTo>
                  <a:lnTo>
                    <a:pt x="93" y="97"/>
                  </a:lnTo>
                  <a:lnTo>
                    <a:pt x="94" y="97"/>
                  </a:lnTo>
                  <a:lnTo>
                    <a:pt x="96" y="97"/>
                  </a:lnTo>
                  <a:lnTo>
                    <a:pt x="97" y="97"/>
                  </a:lnTo>
                  <a:lnTo>
                    <a:pt x="98" y="98"/>
                  </a:lnTo>
                  <a:lnTo>
                    <a:pt x="98" y="100"/>
                  </a:lnTo>
                  <a:lnTo>
                    <a:pt x="97" y="101"/>
                  </a:lnTo>
                  <a:lnTo>
                    <a:pt x="97" y="102"/>
                  </a:lnTo>
                  <a:lnTo>
                    <a:pt x="98" y="104"/>
                  </a:lnTo>
                  <a:lnTo>
                    <a:pt x="102" y="105"/>
                  </a:lnTo>
                  <a:lnTo>
                    <a:pt x="106" y="105"/>
                  </a:lnTo>
                  <a:lnTo>
                    <a:pt x="108" y="106"/>
                  </a:lnTo>
                  <a:lnTo>
                    <a:pt x="106" y="106"/>
                  </a:lnTo>
                  <a:lnTo>
                    <a:pt x="105" y="106"/>
                  </a:lnTo>
                  <a:lnTo>
                    <a:pt x="102" y="108"/>
                  </a:lnTo>
                  <a:lnTo>
                    <a:pt x="104" y="109"/>
                  </a:lnTo>
                  <a:lnTo>
                    <a:pt x="106" y="110"/>
                  </a:lnTo>
                  <a:lnTo>
                    <a:pt x="112" y="112"/>
                  </a:lnTo>
                  <a:lnTo>
                    <a:pt x="116" y="113"/>
                  </a:lnTo>
                  <a:lnTo>
                    <a:pt x="114" y="114"/>
                  </a:lnTo>
                  <a:lnTo>
                    <a:pt x="112" y="113"/>
                  </a:lnTo>
                  <a:lnTo>
                    <a:pt x="110" y="114"/>
                  </a:lnTo>
                  <a:lnTo>
                    <a:pt x="110" y="114"/>
                  </a:lnTo>
                  <a:lnTo>
                    <a:pt x="110" y="114"/>
                  </a:lnTo>
                  <a:lnTo>
                    <a:pt x="114" y="117"/>
                  </a:lnTo>
                  <a:lnTo>
                    <a:pt x="113" y="118"/>
                  </a:lnTo>
                  <a:lnTo>
                    <a:pt x="110" y="118"/>
                  </a:lnTo>
                  <a:lnTo>
                    <a:pt x="108" y="117"/>
                  </a:lnTo>
                  <a:lnTo>
                    <a:pt x="105" y="117"/>
                  </a:lnTo>
                  <a:lnTo>
                    <a:pt x="106" y="116"/>
                  </a:lnTo>
                  <a:lnTo>
                    <a:pt x="106" y="114"/>
                  </a:lnTo>
                  <a:lnTo>
                    <a:pt x="104" y="114"/>
                  </a:lnTo>
                  <a:lnTo>
                    <a:pt x="102" y="113"/>
                  </a:lnTo>
                  <a:lnTo>
                    <a:pt x="100" y="114"/>
                  </a:lnTo>
                  <a:lnTo>
                    <a:pt x="98" y="113"/>
                  </a:lnTo>
                  <a:lnTo>
                    <a:pt x="94" y="112"/>
                  </a:lnTo>
                  <a:lnTo>
                    <a:pt x="93" y="113"/>
                  </a:lnTo>
                  <a:lnTo>
                    <a:pt x="91" y="112"/>
                  </a:lnTo>
                  <a:lnTo>
                    <a:pt x="87" y="112"/>
                  </a:lnTo>
                  <a:lnTo>
                    <a:pt x="85" y="112"/>
                  </a:lnTo>
                  <a:lnTo>
                    <a:pt x="84" y="112"/>
                  </a:lnTo>
                  <a:lnTo>
                    <a:pt x="83" y="112"/>
                  </a:lnTo>
                  <a:lnTo>
                    <a:pt x="79" y="110"/>
                  </a:lnTo>
                  <a:lnTo>
                    <a:pt x="76" y="109"/>
                  </a:lnTo>
                  <a:lnTo>
                    <a:pt x="76" y="108"/>
                  </a:lnTo>
                  <a:lnTo>
                    <a:pt x="71" y="101"/>
                  </a:lnTo>
                  <a:lnTo>
                    <a:pt x="71" y="100"/>
                  </a:lnTo>
                  <a:lnTo>
                    <a:pt x="69" y="98"/>
                  </a:lnTo>
                  <a:lnTo>
                    <a:pt x="67" y="97"/>
                  </a:lnTo>
                  <a:lnTo>
                    <a:pt x="67" y="96"/>
                  </a:lnTo>
                  <a:lnTo>
                    <a:pt x="63" y="92"/>
                  </a:lnTo>
                  <a:lnTo>
                    <a:pt x="63" y="89"/>
                  </a:lnTo>
                  <a:lnTo>
                    <a:pt x="60" y="87"/>
                  </a:lnTo>
                  <a:lnTo>
                    <a:pt x="59" y="85"/>
                  </a:lnTo>
                  <a:lnTo>
                    <a:pt x="52" y="84"/>
                  </a:lnTo>
                  <a:lnTo>
                    <a:pt x="51" y="83"/>
                  </a:lnTo>
                  <a:lnTo>
                    <a:pt x="50" y="83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46" y="80"/>
                  </a:lnTo>
                  <a:lnTo>
                    <a:pt x="44" y="80"/>
                  </a:lnTo>
                  <a:lnTo>
                    <a:pt x="44" y="77"/>
                  </a:lnTo>
                  <a:lnTo>
                    <a:pt x="42" y="77"/>
                  </a:lnTo>
                  <a:lnTo>
                    <a:pt x="40" y="76"/>
                  </a:lnTo>
                  <a:lnTo>
                    <a:pt x="39" y="79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39" y="81"/>
                  </a:lnTo>
                  <a:lnTo>
                    <a:pt x="39" y="79"/>
                  </a:lnTo>
                  <a:lnTo>
                    <a:pt x="38" y="79"/>
                  </a:lnTo>
                  <a:lnTo>
                    <a:pt x="38" y="80"/>
                  </a:lnTo>
                  <a:lnTo>
                    <a:pt x="38" y="81"/>
                  </a:lnTo>
                  <a:lnTo>
                    <a:pt x="37" y="81"/>
                  </a:lnTo>
                  <a:lnTo>
                    <a:pt x="34" y="79"/>
                  </a:lnTo>
                  <a:lnTo>
                    <a:pt x="34" y="77"/>
                  </a:lnTo>
                  <a:lnTo>
                    <a:pt x="31" y="76"/>
                  </a:lnTo>
                  <a:lnTo>
                    <a:pt x="31" y="77"/>
                  </a:lnTo>
                  <a:lnTo>
                    <a:pt x="33" y="79"/>
                  </a:lnTo>
                  <a:lnTo>
                    <a:pt x="34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33" y="84"/>
                  </a:lnTo>
                  <a:lnTo>
                    <a:pt x="33" y="85"/>
                  </a:lnTo>
                  <a:lnTo>
                    <a:pt x="31" y="85"/>
                  </a:lnTo>
                  <a:lnTo>
                    <a:pt x="29" y="84"/>
                  </a:lnTo>
                  <a:lnTo>
                    <a:pt x="27" y="84"/>
                  </a:lnTo>
                  <a:lnTo>
                    <a:pt x="26" y="83"/>
                  </a:lnTo>
                  <a:lnTo>
                    <a:pt x="26" y="84"/>
                  </a:lnTo>
                  <a:lnTo>
                    <a:pt x="27" y="84"/>
                  </a:lnTo>
                  <a:lnTo>
                    <a:pt x="29" y="85"/>
                  </a:lnTo>
                  <a:lnTo>
                    <a:pt x="30" y="87"/>
                  </a:lnTo>
                  <a:lnTo>
                    <a:pt x="31" y="88"/>
                  </a:lnTo>
                  <a:lnTo>
                    <a:pt x="29" y="89"/>
                  </a:lnTo>
                  <a:lnTo>
                    <a:pt x="27" y="88"/>
                  </a:lnTo>
                  <a:lnTo>
                    <a:pt x="23" y="89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8" y="88"/>
                  </a:lnTo>
                  <a:lnTo>
                    <a:pt x="15" y="87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3" y="83"/>
                  </a:lnTo>
                  <a:lnTo>
                    <a:pt x="10" y="81"/>
                  </a:lnTo>
                  <a:lnTo>
                    <a:pt x="9" y="80"/>
                  </a:lnTo>
                  <a:lnTo>
                    <a:pt x="9" y="79"/>
                  </a:lnTo>
                  <a:lnTo>
                    <a:pt x="8" y="77"/>
                  </a:lnTo>
                  <a:lnTo>
                    <a:pt x="9" y="79"/>
                  </a:lnTo>
                  <a:lnTo>
                    <a:pt x="9" y="81"/>
                  </a:lnTo>
                  <a:lnTo>
                    <a:pt x="12" y="81"/>
                  </a:lnTo>
                  <a:lnTo>
                    <a:pt x="13" y="84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5" y="88"/>
                  </a:lnTo>
                  <a:lnTo>
                    <a:pt x="17" y="89"/>
                  </a:lnTo>
                  <a:lnTo>
                    <a:pt x="18" y="91"/>
                  </a:lnTo>
                  <a:lnTo>
                    <a:pt x="22" y="91"/>
                  </a:lnTo>
                  <a:lnTo>
                    <a:pt x="25" y="92"/>
                  </a:lnTo>
                  <a:lnTo>
                    <a:pt x="27" y="94"/>
                  </a:lnTo>
                  <a:lnTo>
                    <a:pt x="29" y="97"/>
                  </a:lnTo>
                  <a:lnTo>
                    <a:pt x="27" y="98"/>
                  </a:lnTo>
                  <a:lnTo>
                    <a:pt x="26" y="98"/>
                  </a:lnTo>
                  <a:lnTo>
                    <a:pt x="26" y="100"/>
                  </a:lnTo>
                  <a:lnTo>
                    <a:pt x="22" y="100"/>
                  </a:lnTo>
                  <a:lnTo>
                    <a:pt x="19" y="102"/>
                  </a:lnTo>
                  <a:lnTo>
                    <a:pt x="17" y="101"/>
                  </a:lnTo>
                  <a:lnTo>
                    <a:pt x="15" y="100"/>
                  </a:lnTo>
                  <a:lnTo>
                    <a:pt x="15" y="98"/>
                  </a:lnTo>
                  <a:lnTo>
                    <a:pt x="13" y="98"/>
                  </a:lnTo>
                  <a:lnTo>
                    <a:pt x="8" y="98"/>
                  </a:lnTo>
                  <a:lnTo>
                    <a:pt x="5" y="100"/>
                  </a:lnTo>
                  <a:lnTo>
                    <a:pt x="4" y="98"/>
                  </a:lnTo>
                  <a:lnTo>
                    <a:pt x="0" y="98"/>
                  </a:lnTo>
                  <a:lnTo>
                    <a:pt x="1" y="69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1" y="63"/>
                  </a:lnTo>
                  <a:lnTo>
                    <a:pt x="2" y="19"/>
                  </a:lnTo>
                  <a:close/>
                  <a:moveTo>
                    <a:pt x="119" y="18"/>
                  </a:moveTo>
                  <a:lnTo>
                    <a:pt x="125" y="21"/>
                  </a:lnTo>
                  <a:lnTo>
                    <a:pt x="129" y="22"/>
                  </a:lnTo>
                  <a:lnTo>
                    <a:pt x="133" y="25"/>
                  </a:lnTo>
                  <a:lnTo>
                    <a:pt x="137" y="26"/>
                  </a:lnTo>
                  <a:lnTo>
                    <a:pt x="138" y="29"/>
                  </a:lnTo>
                  <a:lnTo>
                    <a:pt x="141" y="30"/>
                  </a:lnTo>
                  <a:lnTo>
                    <a:pt x="143" y="33"/>
                  </a:lnTo>
                  <a:lnTo>
                    <a:pt x="145" y="33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7" y="41"/>
                  </a:lnTo>
                  <a:lnTo>
                    <a:pt x="146" y="43"/>
                  </a:lnTo>
                  <a:lnTo>
                    <a:pt x="145" y="46"/>
                  </a:lnTo>
                  <a:lnTo>
                    <a:pt x="142" y="43"/>
                  </a:lnTo>
                  <a:lnTo>
                    <a:pt x="142" y="41"/>
                  </a:lnTo>
                  <a:lnTo>
                    <a:pt x="142" y="38"/>
                  </a:lnTo>
                  <a:lnTo>
                    <a:pt x="141" y="33"/>
                  </a:lnTo>
                  <a:lnTo>
                    <a:pt x="137" y="27"/>
                  </a:lnTo>
                  <a:lnTo>
                    <a:pt x="134" y="27"/>
                  </a:lnTo>
                  <a:lnTo>
                    <a:pt x="130" y="25"/>
                  </a:lnTo>
                  <a:lnTo>
                    <a:pt x="121" y="21"/>
                  </a:lnTo>
                  <a:lnTo>
                    <a:pt x="119" y="19"/>
                  </a:lnTo>
                  <a:lnTo>
                    <a:pt x="119" y="18"/>
                  </a:lnTo>
                  <a:close/>
                  <a:moveTo>
                    <a:pt x="113" y="16"/>
                  </a:moveTo>
                  <a:lnTo>
                    <a:pt x="114" y="17"/>
                  </a:lnTo>
                  <a:lnTo>
                    <a:pt x="114" y="19"/>
                  </a:lnTo>
                  <a:lnTo>
                    <a:pt x="112" y="21"/>
                  </a:lnTo>
                  <a:lnTo>
                    <a:pt x="110" y="19"/>
                  </a:lnTo>
                  <a:lnTo>
                    <a:pt x="110" y="17"/>
                  </a:lnTo>
                  <a:lnTo>
                    <a:pt x="113" y="16"/>
                  </a:lnTo>
                  <a:close/>
                  <a:moveTo>
                    <a:pt x="73" y="9"/>
                  </a:moveTo>
                  <a:lnTo>
                    <a:pt x="76" y="10"/>
                  </a:lnTo>
                  <a:lnTo>
                    <a:pt x="77" y="10"/>
                  </a:lnTo>
                  <a:lnTo>
                    <a:pt x="79" y="10"/>
                  </a:lnTo>
                  <a:lnTo>
                    <a:pt x="76" y="13"/>
                  </a:lnTo>
                  <a:lnTo>
                    <a:pt x="73" y="13"/>
                  </a:lnTo>
                  <a:lnTo>
                    <a:pt x="72" y="12"/>
                  </a:lnTo>
                  <a:lnTo>
                    <a:pt x="69" y="12"/>
                  </a:lnTo>
                  <a:lnTo>
                    <a:pt x="69" y="10"/>
                  </a:lnTo>
                  <a:lnTo>
                    <a:pt x="69" y="9"/>
                  </a:lnTo>
                  <a:lnTo>
                    <a:pt x="72" y="10"/>
                  </a:lnTo>
                  <a:lnTo>
                    <a:pt x="73" y="9"/>
                  </a:lnTo>
                  <a:close/>
                  <a:moveTo>
                    <a:pt x="104" y="0"/>
                  </a:moveTo>
                  <a:lnTo>
                    <a:pt x="105" y="0"/>
                  </a:lnTo>
                  <a:lnTo>
                    <a:pt x="106" y="2"/>
                  </a:lnTo>
                  <a:lnTo>
                    <a:pt x="106" y="4"/>
                  </a:lnTo>
                  <a:lnTo>
                    <a:pt x="104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7" name="Freeform 356">
              <a:extLst>
                <a:ext uri="{FF2B5EF4-FFF2-40B4-BE49-F238E27FC236}">
                  <a16:creationId xmlns:a16="http://schemas.microsoft.com/office/drawing/2014/main" id="{26A8BDD5-317B-4280-96C6-BF7D1080B3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0431" y="4227626"/>
              <a:ext cx="3471800" cy="1305907"/>
            </a:xfrm>
            <a:custGeom>
              <a:avLst/>
              <a:gdLst>
                <a:gd name="T0" fmla="*/ 294 w 545"/>
                <a:gd name="T1" fmla="*/ 196 h 205"/>
                <a:gd name="T2" fmla="*/ 341 w 545"/>
                <a:gd name="T3" fmla="*/ 187 h 205"/>
                <a:gd name="T4" fmla="*/ 343 w 545"/>
                <a:gd name="T5" fmla="*/ 174 h 205"/>
                <a:gd name="T6" fmla="*/ 398 w 545"/>
                <a:gd name="T7" fmla="*/ 172 h 205"/>
                <a:gd name="T8" fmla="*/ 274 w 545"/>
                <a:gd name="T9" fmla="*/ 171 h 205"/>
                <a:gd name="T10" fmla="*/ 264 w 545"/>
                <a:gd name="T11" fmla="*/ 175 h 205"/>
                <a:gd name="T12" fmla="*/ 239 w 545"/>
                <a:gd name="T13" fmla="*/ 170 h 205"/>
                <a:gd name="T14" fmla="*/ 296 w 545"/>
                <a:gd name="T15" fmla="*/ 179 h 205"/>
                <a:gd name="T16" fmla="*/ 370 w 545"/>
                <a:gd name="T17" fmla="*/ 167 h 205"/>
                <a:gd name="T18" fmla="*/ 516 w 545"/>
                <a:gd name="T19" fmla="*/ 168 h 205"/>
                <a:gd name="T20" fmla="*/ 433 w 545"/>
                <a:gd name="T21" fmla="*/ 156 h 205"/>
                <a:gd name="T22" fmla="*/ 236 w 545"/>
                <a:gd name="T23" fmla="*/ 154 h 205"/>
                <a:gd name="T24" fmla="*/ 465 w 545"/>
                <a:gd name="T25" fmla="*/ 149 h 205"/>
                <a:gd name="T26" fmla="*/ 468 w 545"/>
                <a:gd name="T27" fmla="*/ 146 h 205"/>
                <a:gd name="T28" fmla="*/ 202 w 545"/>
                <a:gd name="T29" fmla="*/ 154 h 205"/>
                <a:gd name="T30" fmla="*/ 185 w 545"/>
                <a:gd name="T31" fmla="*/ 172 h 205"/>
                <a:gd name="T32" fmla="*/ 127 w 545"/>
                <a:gd name="T33" fmla="*/ 149 h 205"/>
                <a:gd name="T34" fmla="*/ 464 w 545"/>
                <a:gd name="T35" fmla="*/ 141 h 205"/>
                <a:gd name="T36" fmla="*/ 325 w 545"/>
                <a:gd name="T37" fmla="*/ 127 h 205"/>
                <a:gd name="T38" fmla="*/ 329 w 545"/>
                <a:gd name="T39" fmla="*/ 129 h 205"/>
                <a:gd name="T40" fmla="*/ 246 w 545"/>
                <a:gd name="T41" fmla="*/ 116 h 205"/>
                <a:gd name="T42" fmla="*/ 61 w 545"/>
                <a:gd name="T43" fmla="*/ 105 h 205"/>
                <a:gd name="T44" fmla="*/ 397 w 545"/>
                <a:gd name="T45" fmla="*/ 105 h 205"/>
                <a:gd name="T46" fmla="*/ 365 w 545"/>
                <a:gd name="T47" fmla="*/ 97 h 205"/>
                <a:gd name="T48" fmla="*/ 411 w 545"/>
                <a:gd name="T49" fmla="*/ 93 h 205"/>
                <a:gd name="T50" fmla="*/ 491 w 545"/>
                <a:gd name="T51" fmla="*/ 91 h 205"/>
                <a:gd name="T52" fmla="*/ 127 w 545"/>
                <a:gd name="T53" fmla="*/ 92 h 205"/>
                <a:gd name="T54" fmla="*/ 175 w 545"/>
                <a:gd name="T55" fmla="*/ 85 h 205"/>
                <a:gd name="T56" fmla="*/ 170 w 545"/>
                <a:gd name="T57" fmla="*/ 83 h 205"/>
                <a:gd name="T58" fmla="*/ 478 w 545"/>
                <a:gd name="T59" fmla="*/ 77 h 205"/>
                <a:gd name="T60" fmla="*/ 169 w 545"/>
                <a:gd name="T61" fmla="*/ 77 h 205"/>
                <a:gd name="T62" fmla="*/ 470 w 545"/>
                <a:gd name="T63" fmla="*/ 101 h 205"/>
                <a:gd name="T64" fmla="*/ 532 w 545"/>
                <a:gd name="T65" fmla="*/ 97 h 205"/>
                <a:gd name="T66" fmla="*/ 518 w 545"/>
                <a:gd name="T67" fmla="*/ 168 h 205"/>
                <a:gd name="T68" fmla="*/ 507 w 545"/>
                <a:gd name="T69" fmla="*/ 134 h 205"/>
                <a:gd name="T70" fmla="*/ 458 w 545"/>
                <a:gd name="T71" fmla="*/ 109 h 205"/>
                <a:gd name="T72" fmla="*/ 458 w 545"/>
                <a:gd name="T73" fmla="*/ 101 h 205"/>
                <a:gd name="T74" fmla="*/ 441 w 545"/>
                <a:gd name="T75" fmla="*/ 74 h 205"/>
                <a:gd name="T76" fmla="*/ 404 w 545"/>
                <a:gd name="T77" fmla="*/ 70 h 205"/>
                <a:gd name="T78" fmla="*/ 28 w 545"/>
                <a:gd name="T79" fmla="*/ 52 h 205"/>
                <a:gd name="T80" fmla="*/ 333 w 545"/>
                <a:gd name="T81" fmla="*/ 66 h 205"/>
                <a:gd name="T82" fmla="*/ 335 w 545"/>
                <a:gd name="T83" fmla="*/ 77 h 205"/>
                <a:gd name="T84" fmla="*/ 320 w 545"/>
                <a:gd name="T85" fmla="*/ 114 h 205"/>
                <a:gd name="T86" fmla="*/ 307 w 545"/>
                <a:gd name="T87" fmla="*/ 117 h 205"/>
                <a:gd name="T88" fmla="*/ 286 w 545"/>
                <a:gd name="T89" fmla="*/ 129 h 205"/>
                <a:gd name="T90" fmla="*/ 291 w 545"/>
                <a:gd name="T91" fmla="*/ 70 h 205"/>
                <a:gd name="T92" fmla="*/ 78 w 545"/>
                <a:gd name="T93" fmla="*/ 45 h 205"/>
                <a:gd name="T94" fmla="*/ 393 w 545"/>
                <a:gd name="T95" fmla="*/ 60 h 205"/>
                <a:gd name="T96" fmla="*/ 385 w 545"/>
                <a:gd name="T97" fmla="*/ 50 h 205"/>
                <a:gd name="T98" fmla="*/ 132 w 545"/>
                <a:gd name="T99" fmla="*/ 29 h 205"/>
                <a:gd name="T100" fmla="*/ 266 w 545"/>
                <a:gd name="T101" fmla="*/ 20 h 205"/>
                <a:gd name="T102" fmla="*/ 265 w 545"/>
                <a:gd name="T103" fmla="*/ 33 h 205"/>
                <a:gd name="T104" fmla="*/ 257 w 545"/>
                <a:gd name="T105" fmla="*/ 85 h 205"/>
                <a:gd name="T106" fmla="*/ 229 w 545"/>
                <a:gd name="T107" fmla="*/ 121 h 205"/>
                <a:gd name="T108" fmla="*/ 196 w 545"/>
                <a:gd name="T109" fmla="*/ 106 h 205"/>
                <a:gd name="T110" fmla="*/ 166 w 545"/>
                <a:gd name="T111" fmla="*/ 72 h 205"/>
                <a:gd name="T112" fmla="*/ 231 w 545"/>
                <a:gd name="T113" fmla="*/ 50 h 205"/>
                <a:gd name="T114" fmla="*/ 17 w 545"/>
                <a:gd name="T115" fmla="*/ 4 h 205"/>
                <a:gd name="T116" fmla="*/ 84 w 545"/>
                <a:gd name="T117" fmla="*/ 58 h 205"/>
                <a:gd name="T118" fmla="*/ 113 w 545"/>
                <a:gd name="T119" fmla="*/ 93 h 205"/>
                <a:gd name="T120" fmla="*/ 109 w 545"/>
                <a:gd name="T121" fmla="*/ 139 h 205"/>
                <a:gd name="T122" fmla="*/ 40 w 545"/>
                <a:gd name="T123" fmla="*/ 49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5" h="205">
                  <a:moveTo>
                    <a:pt x="331" y="199"/>
                  </a:moveTo>
                  <a:lnTo>
                    <a:pt x="331" y="200"/>
                  </a:lnTo>
                  <a:lnTo>
                    <a:pt x="329" y="202"/>
                  </a:lnTo>
                  <a:lnTo>
                    <a:pt x="324" y="205"/>
                  </a:lnTo>
                  <a:lnTo>
                    <a:pt x="323" y="204"/>
                  </a:lnTo>
                  <a:lnTo>
                    <a:pt x="324" y="202"/>
                  </a:lnTo>
                  <a:lnTo>
                    <a:pt x="328" y="200"/>
                  </a:lnTo>
                  <a:lnTo>
                    <a:pt x="328" y="200"/>
                  </a:lnTo>
                  <a:lnTo>
                    <a:pt x="331" y="199"/>
                  </a:lnTo>
                  <a:close/>
                  <a:moveTo>
                    <a:pt x="312" y="199"/>
                  </a:moveTo>
                  <a:lnTo>
                    <a:pt x="314" y="200"/>
                  </a:lnTo>
                  <a:lnTo>
                    <a:pt x="314" y="201"/>
                  </a:lnTo>
                  <a:lnTo>
                    <a:pt x="312" y="201"/>
                  </a:lnTo>
                  <a:lnTo>
                    <a:pt x="311" y="201"/>
                  </a:lnTo>
                  <a:lnTo>
                    <a:pt x="312" y="200"/>
                  </a:lnTo>
                  <a:lnTo>
                    <a:pt x="312" y="199"/>
                  </a:lnTo>
                  <a:close/>
                  <a:moveTo>
                    <a:pt x="329" y="195"/>
                  </a:moveTo>
                  <a:lnTo>
                    <a:pt x="331" y="195"/>
                  </a:lnTo>
                  <a:lnTo>
                    <a:pt x="329" y="197"/>
                  </a:lnTo>
                  <a:lnTo>
                    <a:pt x="328" y="197"/>
                  </a:lnTo>
                  <a:lnTo>
                    <a:pt x="329" y="195"/>
                  </a:lnTo>
                  <a:close/>
                  <a:moveTo>
                    <a:pt x="283" y="183"/>
                  </a:moveTo>
                  <a:lnTo>
                    <a:pt x="287" y="185"/>
                  </a:lnTo>
                  <a:lnTo>
                    <a:pt x="289" y="185"/>
                  </a:lnTo>
                  <a:lnTo>
                    <a:pt x="291" y="184"/>
                  </a:lnTo>
                  <a:lnTo>
                    <a:pt x="294" y="185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9" y="191"/>
                  </a:lnTo>
                  <a:lnTo>
                    <a:pt x="300" y="193"/>
                  </a:lnTo>
                  <a:lnTo>
                    <a:pt x="300" y="195"/>
                  </a:lnTo>
                  <a:lnTo>
                    <a:pt x="298" y="196"/>
                  </a:lnTo>
                  <a:lnTo>
                    <a:pt x="294" y="196"/>
                  </a:lnTo>
                  <a:lnTo>
                    <a:pt x="291" y="195"/>
                  </a:lnTo>
                  <a:lnTo>
                    <a:pt x="290" y="192"/>
                  </a:lnTo>
                  <a:lnTo>
                    <a:pt x="287" y="192"/>
                  </a:lnTo>
                  <a:lnTo>
                    <a:pt x="286" y="189"/>
                  </a:lnTo>
                  <a:lnTo>
                    <a:pt x="283" y="189"/>
                  </a:lnTo>
                  <a:lnTo>
                    <a:pt x="281" y="189"/>
                  </a:lnTo>
                  <a:lnTo>
                    <a:pt x="278" y="188"/>
                  </a:lnTo>
                  <a:lnTo>
                    <a:pt x="278" y="185"/>
                  </a:lnTo>
                  <a:lnTo>
                    <a:pt x="283" y="183"/>
                  </a:lnTo>
                  <a:close/>
                  <a:moveTo>
                    <a:pt x="349" y="180"/>
                  </a:moveTo>
                  <a:lnTo>
                    <a:pt x="352" y="184"/>
                  </a:lnTo>
                  <a:lnTo>
                    <a:pt x="354" y="187"/>
                  </a:lnTo>
                  <a:lnTo>
                    <a:pt x="353" y="187"/>
                  </a:lnTo>
                  <a:lnTo>
                    <a:pt x="352" y="188"/>
                  </a:lnTo>
                  <a:lnTo>
                    <a:pt x="348" y="192"/>
                  </a:lnTo>
                  <a:lnTo>
                    <a:pt x="346" y="193"/>
                  </a:lnTo>
                  <a:lnTo>
                    <a:pt x="344" y="195"/>
                  </a:lnTo>
                  <a:lnTo>
                    <a:pt x="343" y="195"/>
                  </a:lnTo>
                  <a:lnTo>
                    <a:pt x="340" y="196"/>
                  </a:lnTo>
                  <a:lnTo>
                    <a:pt x="336" y="199"/>
                  </a:lnTo>
                  <a:lnTo>
                    <a:pt x="333" y="199"/>
                  </a:lnTo>
                  <a:lnTo>
                    <a:pt x="332" y="197"/>
                  </a:lnTo>
                  <a:lnTo>
                    <a:pt x="332" y="195"/>
                  </a:lnTo>
                  <a:lnTo>
                    <a:pt x="333" y="196"/>
                  </a:lnTo>
                  <a:lnTo>
                    <a:pt x="335" y="196"/>
                  </a:lnTo>
                  <a:lnTo>
                    <a:pt x="335" y="195"/>
                  </a:lnTo>
                  <a:lnTo>
                    <a:pt x="333" y="193"/>
                  </a:lnTo>
                  <a:lnTo>
                    <a:pt x="333" y="192"/>
                  </a:lnTo>
                  <a:lnTo>
                    <a:pt x="336" y="189"/>
                  </a:lnTo>
                  <a:lnTo>
                    <a:pt x="336" y="187"/>
                  </a:lnTo>
                  <a:lnTo>
                    <a:pt x="339" y="185"/>
                  </a:lnTo>
                  <a:lnTo>
                    <a:pt x="340" y="184"/>
                  </a:lnTo>
                  <a:lnTo>
                    <a:pt x="341" y="187"/>
                  </a:lnTo>
                  <a:lnTo>
                    <a:pt x="344" y="185"/>
                  </a:lnTo>
                  <a:lnTo>
                    <a:pt x="346" y="185"/>
                  </a:lnTo>
                  <a:lnTo>
                    <a:pt x="346" y="181"/>
                  </a:lnTo>
                  <a:lnTo>
                    <a:pt x="348" y="181"/>
                  </a:lnTo>
                  <a:lnTo>
                    <a:pt x="349" y="180"/>
                  </a:lnTo>
                  <a:close/>
                  <a:moveTo>
                    <a:pt x="287" y="176"/>
                  </a:moveTo>
                  <a:lnTo>
                    <a:pt x="289" y="176"/>
                  </a:lnTo>
                  <a:lnTo>
                    <a:pt x="289" y="177"/>
                  </a:lnTo>
                  <a:lnTo>
                    <a:pt x="286" y="177"/>
                  </a:lnTo>
                  <a:lnTo>
                    <a:pt x="287" y="176"/>
                  </a:lnTo>
                  <a:close/>
                  <a:moveTo>
                    <a:pt x="239" y="176"/>
                  </a:moveTo>
                  <a:lnTo>
                    <a:pt x="240" y="177"/>
                  </a:lnTo>
                  <a:lnTo>
                    <a:pt x="239" y="177"/>
                  </a:lnTo>
                  <a:lnTo>
                    <a:pt x="237" y="177"/>
                  </a:lnTo>
                  <a:lnTo>
                    <a:pt x="239" y="176"/>
                  </a:lnTo>
                  <a:close/>
                  <a:moveTo>
                    <a:pt x="329" y="175"/>
                  </a:moveTo>
                  <a:lnTo>
                    <a:pt x="328" y="175"/>
                  </a:lnTo>
                  <a:lnTo>
                    <a:pt x="327" y="176"/>
                  </a:lnTo>
                  <a:lnTo>
                    <a:pt x="327" y="175"/>
                  </a:lnTo>
                  <a:lnTo>
                    <a:pt x="329" y="175"/>
                  </a:lnTo>
                  <a:close/>
                  <a:moveTo>
                    <a:pt x="285" y="174"/>
                  </a:moveTo>
                  <a:lnTo>
                    <a:pt x="286" y="175"/>
                  </a:lnTo>
                  <a:lnTo>
                    <a:pt x="285" y="175"/>
                  </a:lnTo>
                  <a:lnTo>
                    <a:pt x="285" y="179"/>
                  </a:lnTo>
                  <a:lnTo>
                    <a:pt x="283" y="176"/>
                  </a:lnTo>
                  <a:lnTo>
                    <a:pt x="285" y="174"/>
                  </a:lnTo>
                  <a:close/>
                  <a:moveTo>
                    <a:pt x="344" y="172"/>
                  </a:moveTo>
                  <a:lnTo>
                    <a:pt x="344" y="174"/>
                  </a:lnTo>
                  <a:lnTo>
                    <a:pt x="341" y="176"/>
                  </a:lnTo>
                  <a:lnTo>
                    <a:pt x="340" y="175"/>
                  </a:lnTo>
                  <a:lnTo>
                    <a:pt x="339" y="175"/>
                  </a:lnTo>
                  <a:lnTo>
                    <a:pt x="340" y="174"/>
                  </a:lnTo>
                  <a:lnTo>
                    <a:pt x="343" y="174"/>
                  </a:lnTo>
                  <a:lnTo>
                    <a:pt x="344" y="172"/>
                  </a:lnTo>
                  <a:close/>
                  <a:moveTo>
                    <a:pt x="248" y="171"/>
                  </a:moveTo>
                  <a:lnTo>
                    <a:pt x="252" y="172"/>
                  </a:lnTo>
                  <a:lnTo>
                    <a:pt x="252" y="175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6" y="179"/>
                  </a:lnTo>
                  <a:lnTo>
                    <a:pt x="242" y="177"/>
                  </a:lnTo>
                  <a:lnTo>
                    <a:pt x="241" y="177"/>
                  </a:lnTo>
                  <a:lnTo>
                    <a:pt x="242" y="176"/>
                  </a:lnTo>
                  <a:lnTo>
                    <a:pt x="245" y="176"/>
                  </a:lnTo>
                  <a:lnTo>
                    <a:pt x="245" y="174"/>
                  </a:lnTo>
                  <a:lnTo>
                    <a:pt x="248" y="171"/>
                  </a:lnTo>
                  <a:close/>
                  <a:moveTo>
                    <a:pt x="337" y="171"/>
                  </a:moveTo>
                  <a:lnTo>
                    <a:pt x="339" y="172"/>
                  </a:lnTo>
                  <a:lnTo>
                    <a:pt x="336" y="174"/>
                  </a:lnTo>
                  <a:lnTo>
                    <a:pt x="335" y="175"/>
                  </a:lnTo>
                  <a:lnTo>
                    <a:pt x="332" y="176"/>
                  </a:lnTo>
                  <a:lnTo>
                    <a:pt x="332" y="175"/>
                  </a:lnTo>
                  <a:lnTo>
                    <a:pt x="333" y="174"/>
                  </a:lnTo>
                  <a:lnTo>
                    <a:pt x="333" y="172"/>
                  </a:lnTo>
                  <a:lnTo>
                    <a:pt x="335" y="172"/>
                  </a:lnTo>
                  <a:lnTo>
                    <a:pt x="336" y="172"/>
                  </a:lnTo>
                  <a:lnTo>
                    <a:pt x="337" y="171"/>
                  </a:lnTo>
                  <a:close/>
                  <a:moveTo>
                    <a:pt x="331" y="171"/>
                  </a:moveTo>
                  <a:lnTo>
                    <a:pt x="331" y="172"/>
                  </a:lnTo>
                  <a:lnTo>
                    <a:pt x="331" y="174"/>
                  </a:lnTo>
                  <a:lnTo>
                    <a:pt x="329" y="172"/>
                  </a:lnTo>
                  <a:lnTo>
                    <a:pt x="331" y="171"/>
                  </a:lnTo>
                  <a:close/>
                  <a:moveTo>
                    <a:pt x="399" y="171"/>
                  </a:moveTo>
                  <a:lnTo>
                    <a:pt x="400" y="171"/>
                  </a:lnTo>
                  <a:lnTo>
                    <a:pt x="398" y="172"/>
                  </a:lnTo>
                  <a:lnTo>
                    <a:pt x="397" y="171"/>
                  </a:lnTo>
                  <a:lnTo>
                    <a:pt x="399" y="171"/>
                  </a:lnTo>
                  <a:close/>
                  <a:moveTo>
                    <a:pt x="358" y="171"/>
                  </a:moveTo>
                  <a:lnTo>
                    <a:pt x="358" y="171"/>
                  </a:lnTo>
                  <a:lnTo>
                    <a:pt x="358" y="172"/>
                  </a:lnTo>
                  <a:lnTo>
                    <a:pt x="357" y="171"/>
                  </a:lnTo>
                  <a:lnTo>
                    <a:pt x="358" y="171"/>
                  </a:lnTo>
                  <a:close/>
                  <a:moveTo>
                    <a:pt x="383" y="170"/>
                  </a:moveTo>
                  <a:lnTo>
                    <a:pt x="383" y="171"/>
                  </a:lnTo>
                  <a:lnTo>
                    <a:pt x="382" y="171"/>
                  </a:lnTo>
                  <a:lnTo>
                    <a:pt x="383" y="170"/>
                  </a:lnTo>
                  <a:close/>
                  <a:moveTo>
                    <a:pt x="348" y="170"/>
                  </a:moveTo>
                  <a:lnTo>
                    <a:pt x="349" y="171"/>
                  </a:lnTo>
                  <a:lnTo>
                    <a:pt x="352" y="171"/>
                  </a:lnTo>
                  <a:lnTo>
                    <a:pt x="353" y="171"/>
                  </a:lnTo>
                  <a:lnTo>
                    <a:pt x="352" y="172"/>
                  </a:lnTo>
                  <a:lnTo>
                    <a:pt x="348" y="174"/>
                  </a:lnTo>
                  <a:lnTo>
                    <a:pt x="345" y="174"/>
                  </a:lnTo>
                  <a:lnTo>
                    <a:pt x="345" y="172"/>
                  </a:lnTo>
                  <a:lnTo>
                    <a:pt x="346" y="172"/>
                  </a:lnTo>
                  <a:lnTo>
                    <a:pt x="345" y="171"/>
                  </a:lnTo>
                  <a:lnTo>
                    <a:pt x="348" y="170"/>
                  </a:lnTo>
                  <a:close/>
                  <a:moveTo>
                    <a:pt x="391" y="170"/>
                  </a:moveTo>
                  <a:lnTo>
                    <a:pt x="391" y="171"/>
                  </a:lnTo>
                  <a:lnTo>
                    <a:pt x="387" y="172"/>
                  </a:lnTo>
                  <a:lnTo>
                    <a:pt x="386" y="171"/>
                  </a:lnTo>
                  <a:lnTo>
                    <a:pt x="385" y="170"/>
                  </a:lnTo>
                  <a:lnTo>
                    <a:pt x="389" y="170"/>
                  </a:lnTo>
                  <a:lnTo>
                    <a:pt x="391" y="170"/>
                  </a:lnTo>
                  <a:close/>
                  <a:moveTo>
                    <a:pt x="267" y="170"/>
                  </a:moveTo>
                  <a:lnTo>
                    <a:pt x="270" y="170"/>
                  </a:lnTo>
                  <a:lnTo>
                    <a:pt x="271" y="171"/>
                  </a:lnTo>
                  <a:lnTo>
                    <a:pt x="274" y="171"/>
                  </a:lnTo>
                  <a:lnTo>
                    <a:pt x="277" y="172"/>
                  </a:lnTo>
                  <a:lnTo>
                    <a:pt x="277" y="174"/>
                  </a:lnTo>
                  <a:lnTo>
                    <a:pt x="278" y="174"/>
                  </a:lnTo>
                  <a:lnTo>
                    <a:pt x="278" y="171"/>
                  </a:lnTo>
                  <a:lnTo>
                    <a:pt x="281" y="172"/>
                  </a:lnTo>
                  <a:lnTo>
                    <a:pt x="279" y="174"/>
                  </a:lnTo>
                  <a:lnTo>
                    <a:pt x="281" y="176"/>
                  </a:lnTo>
                  <a:lnTo>
                    <a:pt x="282" y="175"/>
                  </a:lnTo>
                  <a:lnTo>
                    <a:pt x="281" y="177"/>
                  </a:lnTo>
                  <a:lnTo>
                    <a:pt x="278" y="177"/>
                  </a:lnTo>
                  <a:lnTo>
                    <a:pt x="279" y="179"/>
                  </a:lnTo>
                  <a:lnTo>
                    <a:pt x="277" y="179"/>
                  </a:lnTo>
                  <a:lnTo>
                    <a:pt x="274" y="179"/>
                  </a:lnTo>
                  <a:lnTo>
                    <a:pt x="273" y="177"/>
                  </a:lnTo>
                  <a:lnTo>
                    <a:pt x="270" y="180"/>
                  </a:lnTo>
                  <a:lnTo>
                    <a:pt x="269" y="179"/>
                  </a:lnTo>
                  <a:lnTo>
                    <a:pt x="266" y="180"/>
                  </a:lnTo>
                  <a:lnTo>
                    <a:pt x="264" y="179"/>
                  </a:lnTo>
                  <a:lnTo>
                    <a:pt x="262" y="180"/>
                  </a:lnTo>
                  <a:lnTo>
                    <a:pt x="260" y="181"/>
                  </a:lnTo>
                  <a:lnTo>
                    <a:pt x="258" y="181"/>
                  </a:lnTo>
                  <a:lnTo>
                    <a:pt x="256" y="181"/>
                  </a:lnTo>
                  <a:lnTo>
                    <a:pt x="253" y="180"/>
                  </a:lnTo>
                  <a:lnTo>
                    <a:pt x="252" y="179"/>
                  </a:lnTo>
                  <a:lnTo>
                    <a:pt x="253" y="179"/>
                  </a:lnTo>
                  <a:lnTo>
                    <a:pt x="252" y="177"/>
                  </a:lnTo>
                  <a:lnTo>
                    <a:pt x="252" y="176"/>
                  </a:lnTo>
                  <a:lnTo>
                    <a:pt x="254" y="175"/>
                  </a:lnTo>
                  <a:lnTo>
                    <a:pt x="257" y="174"/>
                  </a:lnTo>
                  <a:lnTo>
                    <a:pt x="260" y="174"/>
                  </a:lnTo>
                  <a:lnTo>
                    <a:pt x="261" y="174"/>
                  </a:lnTo>
                  <a:lnTo>
                    <a:pt x="264" y="174"/>
                  </a:lnTo>
                  <a:lnTo>
                    <a:pt x="264" y="175"/>
                  </a:lnTo>
                  <a:lnTo>
                    <a:pt x="266" y="177"/>
                  </a:lnTo>
                  <a:lnTo>
                    <a:pt x="269" y="176"/>
                  </a:lnTo>
                  <a:lnTo>
                    <a:pt x="271" y="176"/>
                  </a:lnTo>
                  <a:lnTo>
                    <a:pt x="270" y="174"/>
                  </a:lnTo>
                  <a:lnTo>
                    <a:pt x="265" y="172"/>
                  </a:lnTo>
                  <a:lnTo>
                    <a:pt x="265" y="171"/>
                  </a:lnTo>
                  <a:lnTo>
                    <a:pt x="267" y="170"/>
                  </a:lnTo>
                  <a:close/>
                  <a:moveTo>
                    <a:pt x="378" y="170"/>
                  </a:moveTo>
                  <a:lnTo>
                    <a:pt x="379" y="170"/>
                  </a:lnTo>
                  <a:lnTo>
                    <a:pt x="378" y="171"/>
                  </a:lnTo>
                  <a:lnTo>
                    <a:pt x="377" y="170"/>
                  </a:lnTo>
                  <a:lnTo>
                    <a:pt x="378" y="170"/>
                  </a:lnTo>
                  <a:close/>
                  <a:moveTo>
                    <a:pt x="411" y="168"/>
                  </a:moveTo>
                  <a:lnTo>
                    <a:pt x="410" y="170"/>
                  </a:lnTo>
                  <a:lnTo>
                    <a:pt x="408" y="170"/>
                  </a:lnTo>
                  <a:lnTo>
                    <a:pt x="411" y="168"/>
                  </a:lnTo>
                  <a:close/>
                  <a:moveTo>
                    <a:pt x="516" y="168"/>
                  </a:moveTo>
                  <a:lnTo>
                    <a:pt x="518" y="168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5" y="171"/>
                  </a:lnTo>
                  <a:lnTo>
                    <a:pt x="514" y="171"/>
                  </a:lnTo>
                  <a:lnTo>
                    <a:pt x="515" y="170"/>
                  </a:lnTo>
                  <a:lnTo>
                    <a:pt x="516" y="168"/>
                  </a:lnTo>
                  <a:close/>
                  <a:moveTo>
                    <a:pt x="425" y="168"/>
                  </a:moveTo>
                  <a:lnTo>
                    <a:pt x="427" y="168"/>
                  </a:lnTo>
                  <a:lnTo>
                    <a:pt x="425" y="170"/>
                  </a:lnTo>
                  <a:lnTo>
                    <a:pt x="424" y="171"/>
                  </a:lnTo>
                  <a:lnTo>
                    <a:pt x="423" y="171"/>
                  </a:lnTo>
                  <a:lnTo>
                    <a:pt x="423" y="170"/>
                  </a:lnTo>
                  <a:lnTo>
                    <a:pt x="425" y="168"/>
                  </a:lnTo>
                  <a:close/>
                  <a:moveTo>
                    <a:pt x="235" y="168"/>
                  </a:moveTo>
                  <a:lnTo>
                    <a:pt x="239" y="170"/>
                  </a:lnTo>
                  <a:lnTo>
                    <a:pt x="241" y="172"/>
                  </a:lnTo>
                  <a:lnTo>
                    <a:pt x="240" y="174"/>
                  </a:lnTo>
                  <a:lnTo>
                    <a:pt x="239" y="174"/>
                  </a:lnTo>
                  <a:lnTo>
                    <a:pt x="237" y="175"/>
                  </a:lnTo>
                  <a:lnTo>
                    <a:pt x="236" y="176"/>
                  </a:lnTo>
                  <a:lnTo>
                    <a:pt x="235" y="177"/>
                  </a:lnTo>
                  <a:lnTo>
                    <a:pt x="233" y="176"/>
                  </a:lnTo>
                  <a:lnTo>
                    <a:pt x="231" y="174"/>
                  </a:lnTo>
                  <a:lnTo>
                    <a:pt x="228" y="174"/>
                  </a:lnTo>
                  <a:lnTo>
                    <a:pt x="227" y="171"/>
                  </a:lnTo>
                  <a:lnTo>
                    <a:pt x="227" y="170"/>
                  </a:lnTo>
                  <a:lnTo>
                    <a:pt x="229" y="168"/>
                  </a:lnTo>
                  <a:lnTo>
                    <a:pt x="232" y="170"/>
                  </a:lnTo>
                  <a:lnTo>
                    <a:pt x="235" y="168"/>
                  </a:lnTo>
                  <a:close/>
                  <a:moveTo>
                    <a:pt x="325" y="168"/>
                  </a:moveTo>
                  <a:lnTo>
                    <a:pt x="328" y="170"/>
                  </a:lnTo>
                  <a:lnTo>
                    <a:pt x="328" y="171"/>
                  </a:lnTo>
                  <a:lnTo>
                    <a:pt x="327" y="174"/>
                  </a:lnTo>
                  <a:lnTo>
                    <a:pt x="325" y="174"/>
                  </a:lnTo>
                  <a:lnTo>
                    <a:pt x="324" y="176"/>
                  </a:lnTo>
                  <a:lnTo>
                    <a:pt x="321" y="176"/>
                  </a:lnTo>
                  <a:lnTo>
                    <a:pt x="320" y="177"/>
                  </a:lnTo>
                  <a:lnTo>
                    <a:pt x="319" y="177"/>
                  </a:lnTo>
                  <a:lnTo>
                    <a:pt x="315" y="177"/>
                  </a:lnTo>
                  <a:lnTo>
                    <a:pt x="312" y="179"/>
                  </a:lnTo>
                  <a:lnTo>
                    <a:pt x="308" y="177"/>
                  </a:lnTo>
                  <a:lnTo>
                    <a:pt x="306" y="179"/>
                  </a:lnTo>
                  <a:lnTo>
                    <a:pt x="304" y="180"/>
                  </a:lnTo>
                  <a:lnTo>
                    <a:pt x="303" y="180"/>
                  </a:lnTo>
                  <a:lnTo>
                    <a:pt x="302" y="179"/>
                  </a:lnTo>
                  <a:lnTo>
                    <a:pt x="299" y="180"/>
                  </a:lnTo>
                  <a:lnTo>
                    <a:pt x="298" y="179"/>
                  </a:lnTo>
                  <a:lnTo>
                    <a:pt x="296" y="179"/>
                  </a:lnTo>
                  <a:lnTo>
                    <a:pt x="295" y="179"/>
                  </a:lnTo>
                  <a:lnTo>
                    <a:pt x="292" y="179"/>
                  </a:lnTo>
                  <a:lnTo>
                    <a:pt x="291" y="179"/>
                  </a:lnTo>
                  <a:lnTo>
                    <a:pt x="290" y="177"/>
                  </a:lnTo>
                  <a:lnTo>
                    <a:pt x="289" y="176"/>
                  </a:lnTo>
                  <a:lnTo>
                    <a:pt x="290" y="174"/>
                  </a:lnTo>
                  <a:lnTo>
                    <a:pt x="292" y="172"/>
                  </a:lnTo>
                  <a:lnTo>
                    <a:pt x="299" y="171"/>
                  </a:lnTo>
                  <a:lnTo>
                    <a:pt x="302" y="172"/>
                  </a:lnTo>
                  <a:lnTo>
                    <a:pt x="303" y="171"/>
                  </a:lnTo>
                  <a:lnTo>
                    <a:pt x="307" y="172"/>
                  </a:lnTo>
                  <a:lnTo>
                    <a:pt x="310" y="175"/>
                  </a:lnTo>
                  <a:lnTo>
                    <a:pt x="312" y="174"/>
                  </a:lnTo>
                  <a:lnTo>
                    <a:pt x="315" y="174"/>
                  </a:lnTo>
                  <a:lnTo>
                    <a:pt x="318" y="175"/>
                  </a:lnTo>
                  <a:lnTo>
                    <a:pt x="320" y="175"/>
                  </a:lnTo>
                  <a:lnTo>
                    <a:pt x="321" y="172"/>
                  </a:lnTo>
                  <a:lnTo>
                    <a:pt x="323" y="172"/>
                  </a:lnTo>
                  <a:lnTo>
                    <a:pt x="324" y="170"/>
                  </a:lnTo>
                  <a:lnTo>
                    <a:pt x="324" y="170"/>
                  </a:lnTo>
                  <a:lnTo>
                    <a:pt x="325" y="168"/>
                  </a:lnTo>
                  <a:close/>
                  <a:moveTo>
                    <a:pt x="408" y="164"/>
                  </a:moveTo>
                  <a:lnTo>
                    <a:pt x="410" y="166"/>
                  </a:lnTo>
                  <a:lnTo>
                    <a:pt x="411" y="167"/>
                  </a:lnTo>
                  <a:lnTo>
                    <a:pt x="408" y="168"/>
                  </a:lnTo>
                  <a:lnTo>
                    <a:pt x="407" y="167"/>
                  </a:lnTo>
                  <a:lnTo>
                    <a:pt x="407" y="166"/>
                  </a:lnTo>
                  <a:lnTo>
                    <a:pt x="408" y="164"/>
                  </a:lnTo>
                  <a:close/>
                  <a:moveTo>
                    <a:pt x="371" y="162"/>
                  </a:moveTo>
                  <a:lnTo>
                    <a:pt x="373" y="163"/>
                  </a:lnTo>
                  <a:lnTo>
                    <a:pt x="374" y="164"/>
                  </a:lnTo>
                  <a:lnTo>
                    <a:pt x="371" y="166"/>
                  </a:lnTo>
                  <a:lnTo>
                    <a:pt x="370" y="167"/>
                  </a:lnTo>
                  <a:lnTo>
                    <a:pt x="370" y="167"/>
                  </a:lnTo>
                  <a:lnTo>
                    <a:pt x="369" y="167"/>
                  </a:lnTo>
                  <a:lnTo>
                    <a:pt x="365" y="166"/>
                  </a:lnTo>
                  <a:lnTo>
                    <a:pt x="362" y="167"/>
                  </a:lnTo>
                  <a:lnTo>
                    <a:pt x="362" y="166"/>
                  </a:lnTo>
                  <a:lnTo>
                    <a:pt x="362" y="163"/>
                  </a:lnTo>
                  <a:lnTo>
                    <a:pt x="365" y="163"/>
                  </a:lnTo>
                  <a:lnTo>
                    <a:pt x="366" y="164"/>
                  </a:lnTo>
                  <a:lnTo>
                    <a:pt x="370" y="163"/>
                  </a:lnTo>
                  <a:lnTo>
                    <a:pt x="371" y="162"/>
                  </a:lnTo>
                  <a:close/>
                  <a:moveTo>
                    <a:pt x="423" y="162"/>
                  </a:moveTo>
                  <a:lnTo>
                    <a:pt x="423" y="162"/>
                  </a:lnTo>
                  <a:lnTo>
                    <a:pt x="422" y="162"/>
                  </a:lnTo>
                  <a:lnTo>
                    <a:pt x="423" y="162"/>
                  </a:lnTo>
                  <a:close/>
                  <a:moveTo>
                    <a:pt x="379" y="160"/>
                  </a:moveTo>
                  <a:lnTo>
                    <a:pt x="381" y="162"/>
                  </a:lnTo>
                  <a:lnTo>
                    <a:pt x="379" y="163"/>
                  </a:lnTo>
                  <a:lnTo>
                    <a:pt x="379" y="162"/>
                  </a:lnTo>
                  <a:lnTo>
                    <a:pt x="379" y="160"/>
                  </a:lnTo>
                  <a:close/>
                  <a:moveTo>
                    <a:pt x="427" y="160"/>
                  </a:moveTo>
                  <a:lnTo>
                    <a:pt x="425" y="160"/>
                  </a:lnTo>
                  <a:lnTo>
                    <a:pt x="424" y="160"/>
                  </a:lnTo>
                  <a:lnTo>
                    <a:pt x="423" y="160"/>
                  </a:lnTo>
                  <a:lnTo>
                    <a:pt x="427" y="160"/>
                  </a:lnTo>
                  <a:close/>
                  <a:moveTo>
                    <a:pt x="512" y="160"/>
                  </a:moveTo>
                  <a:lnTo>
                    <a:pt x="516" y="160"/>
                  </a:lnTo>
                  <a:lnTo>
                    <a:pt x="518" y="160"/>
                  </a:lnTo>
                  <a:lnTo>
                    <a:pt x="519" y="162"/>
                  </a:lnTo>
                  <a:lnTo>
                    <a:pt x="519" y="163"/>
                  </a:lnTo>
                  <a:lnTo>
                    <a:pt x="518" y="166"/>
                  </a:lnTo>
                  <a:lnTo>
                    <a:pt x="518" y="166"/>
                  </a:lnTo>
                  <a:lnTo>
                    <a:pt x="518" y="167"/>
                  </a:lnTo>
                  <a:lnTo>
                    <a:pt x="516" y="168"/>
                  </a:lnTo>
                  <a:lnTo>
                    <a:pt x="515" y="168"/>
                  </a:lnTo>
                  <a:lnTo>
                    <a:pt x="512" y="171"/>
                  </a:lnTo>
                  <a:lnTo>
                    <a:pt x="511" y="172"/>
                  </a:lnTo>
                  <a:lnTo>
                    <a:pt x="508" y="171"/>
                  </a:lnTo>
                  <a:lnTo>
                    <a:pt x="506" y="171"/>
                  </a:lnTo>
                  <a:lnTo>
                    <a:pt x="502" y="172"/>
                  </a:lnTo>
                  <a:lnTo>
                    <a:pt x="507" y="167"/>
                  </a:lnTo>
                  <a:lnTo>
                    <a:pt x="508" y="164"/>
                  </a:lnTo>
                  <a:lnTo>
                    <a:pt x="510" y="162"/>
                  </a:lnTo>
                  <a:lnTo>
                    <a:pt x="512" y="160"/>
                  </a:lnTo>
                  <a:close/>
                  <a:moveTo>
                    <a:pt x="244" y="159"/>
                  </a:moveTo>
                  <a:lnTo>
                    <a:pt x="244" y="159"/>
                  </a:lnTo>
                  <a:lnTo>
                    <a:pt x="242" y="159"/>
                  </a:lnTo>
                  <a:lnTo>
                    <a:pt x="241" y="159"/>
                  </a:lnTo>
                  <a:lnTo>
                    <a:pt x="244" y="159"/>
                  </a:lnTo>
                  <a:lnTo>
                    <a:pt x="244" y="159"/>
                  </a:lnTo>
                  <a:close/>
                  <a:moveTo>
                    <a:pt x="431" y="158"/>
                  </a:moveTo>
                  <a:lnTo>
                    <a:pt x="432" y="158"/>
                  </a:lnTo>
                  <a:lnTo>
                    <a:pt x="433" y="158"/>
                  </a:lnTo>
                  <a:lnTo>
                    <a:pt x="432" y="159"/>
                  </a:lnTo>
                  <a:lnTo>
                    <a:pt x="433" y="162"/>
                  </a:lnTo>
                  <a:lnTo>
                    <a:pt x="432" y="164"/>
                  </a:lnTo>
                  <a:lnTo>
                    <a:pt x="429" y="167"/>
                  </a:lnTo>
                  <a:lnTo>
                    <a:pt x="428" y="168"/>
                  </a:lnTo>
                  <a:lnTo>
                    <a:pt x="425" y="167"/>
                  </a:lnTo>
                  <a:lnTo>
                    <a:pt x="425" y="164"/>
                  </a:lnTo>
                  <a:lnTo>
                    <a:pt x="427" y="164"/>
                  </a:lnTo>
                  <a:lnTo>
                    <a:pt x="427" y="163"/>
                  </a:lnTo>
                  <a:lnTo>
                    <a:pt x="427" y="162"/>
                  </a:lnTo>
                  <a:lnTo>
                    <a:pt x="431" y="159"/>
                  </a:lnTo>
                  <a:lnTo>
                    <a:pt x="431" y="158"/>
                  </a:lnTo>
                  <a:lnTo>
                    <a:pt x="431" y="158"/>
                  </a:lnTo>
                  <a:close/>
                  <a:moveTo>
                    <a:pt x="433" y="156"/>
                  </a:moveTo>
                  <a:lnTo>
                    <a:pt x="436" y="156"/>
                  </a:lnTo>
                  <a:lnTo>
                    <a:pt x="436" y="158"/>
                  </a:lnTo>
                  <a:lnTo>
                    <a:pt x="433" y="156"/>
                  </a:lnTo>
                  <a:close/>
                  <a:moveTo>
                    <a:pt x="395" y="156"/>
                  </a:moveTo>
                  <a:lnTo>
                    <a:pt x="397" y="158"/>
                  </a:lnTo>
                  <a:lnTo>
                    <a:pt x="397" y="158"/>
                  </a:lnTo>
                  <a:lnTo>
                    <a:pt x="395" y="158"/>
                  </a:lnTo>
                  <a:lnTo>
                    <a:pt x="394" y="158"/>
                  </a:lnTo>
                  <a:lnTo>
                    <a:pt x="395" y="156"/>
                  </a:lnTo>
                  <a:close/>
                  <a:moveTo>
                    <a:pt x="300" y="156"/>
                  </a:moveTo>
                  <a:lnTo>
                    <a:pt x="302" y="158"/>
                  </a:lnTo>
                  <a:lnTo>
                    <a:pt x="300" y="158"/>
                  </a:lnTo>
                  <a:lnTo>
                    <a:pt x="299" y="158"/>
                  </a:lnTo>
                  <a:lnTo>
                    <a:pt x="300" y="156"/>
                  </a:lnTo>
                  <a:close/>
                  <a:moveTo>
                    <a:pt x="437" y="154"/>
                  </a:moveTo>
                  <a:lnTo>
                    <a:pt x="437" y="154"/>
                  </a:lnTo>
                  <a:lnTo>
                    <a:pt x="436" y="155"/>
                  </a:lnTo>
                  <a:lnTo>
                    <a:pt x="437" y="154"/>
                  </a:lnTo>
                  <a:close/>
                  <a:moveTo>
                    <a:pt x="208" y="154"/>
                  </a:moveTo>
                  <a:lnTo>
                    <a:pt x="210" y="155"/>
                  </a:lnTo>
                  <a:lnTo>
                    <a:pt x="216" y="155"/>
                  </a:lnTo>
                  <a:lnTo>
                    <a:pt x="217" y="155"/>
                  </a:lnTo>
                  <a:lnTo>
                    <a:pt x="221" y="155"/>
                  </a:lnTo>
                  <a:lnTo>
                    <a:pt x="223" y="155"/>
                  </a:lnTo>
                  <a:lnTo>
                    <a:pt x="221" y="156"/>
                  </a:lnTo>
                  <a:lnTo>
                    <a:pt x="219" y="158"/>
                  </a:lnTo>
                  <a:lnTo>
                    <a:pt x="216" y="158"/>
                  </a:lnTo>
                  <a:lnTo>
                    <a:pt x="212" y="158"/>
                  </a:lnTo>
                  <a:lnTo>
                    <a:pt x="211" y="159"/>
                  </a:lnTo>
                  <a:lnTo>
                    <a:pt x="210" y="159"/>
                  </a:lnTo>
                  <a:lnTo>
                    <a:pt x="207" y="156"/>
                  </a:lnTo>
                  <a:lnTo>
                    <a:pt x="208" y="154"/>
                  </a:lnTo>
                  <a:close/>
                  <a:moveTo>
                    <a:pt x="236" y="154"/>
                  </a:moveTo>
                  <a:lnTo>
                    <a:pt x="239" y="154"/>
                  </a:lnTo>
                  <a:lnTo>
                    <a:pt x="240" y="155"/>
                  </a:lnTo>
                  <a:lnTo>
                    <a:pt x="240" y="155"/>
                  </a:lnTo>
                  <a:lnTo>
                    <a:pt x="239" y="155"/>
                  </a:lnTo>
                  <a:lnTo>
                    <a:pt x="239" y="155"/>
                  </a:lnTo>
                  <a:lnTo>
                    <a:pt x="236" y="156"/>
                  </a:lnTo>
                  <a:lnTo>
                    <a:pt x="235" y="155"/>
                  </a:lnTo>
                  <a:lnTo>
                    <a:pt x="235" y="155"/>
                  </a:lnTo>
                  <a:lnTo>
                    <a:pt x="236" y="154"/>
                  </a:lnTo>
                  <a:close/>
                  <a:moveTo>
                    <a:pt x="407" y="151"/>
                  </a:moveTo>
                  <a:lnTo>
                    <a:pt x="407" y="152"/>
                  </a:lnTo>
                  <a:lnTo>
                    <a:pt x="406" y="151"/>
                  </a:lnTo>
                  <a:lnTo>
                    <a:pt x="407" y="151"/>
                  </a:lnTo>
                  <a:close/>
                  <a:moveTo>
                    <a:pt x="469" y="151"/>
                  </a:moveTo>
                  <a:lnTo>
                    <a:pt x="469" y="151"/>
                  </a:lnTo>
                  <a:lnTo>
                    <a:pt x="469" y="152"/>
                  </a:lnTo>
                  <a:lnTo>
                    <a:pt x="469" y="151"/>
                  </a:lnTo>
                  <a:lnTo>
                    <a:pt x="469" y="151"/>
                  </a:lnTo>
                  <a:close/>
                  <a:moveTo>
                    <a:pt x="119" y="150"/>
                  </a:moveTo>
                  <a:lnTo>
                    <a:pt x="120" y="150"/>
                  </a:lnTo>
                  <a:lnTo>
                    <a:pt x="120" y="151"/>
                  </a:lnTo>
                  <a:lnTo>
                    <a:pt x="120" y="151"/>
                  </a:lnTo>
                  <a:lnTo>
                    <a:pt x="119" y="150"/>
                  </a:lnTo>
                  <a:close/>
                  <a:moveTo>
                    <a:pt x="466" y="147"/>
                  </a:moveTo>
                  <a:lnTo>
                    <a:pt x="468" y="149"/>
                  </a:lnTo>
                  <a:lnTo>
                    <a:pt x="468" y="150"/>
                  </a:lnTo>
                  <a:lnTo>
                    <a:pt x="468" y="150"/>
                  </a:lnTo>
                  <a:lnTo>
                    <a:pt x="466" y="149"/>
                  </a:lnTo>
                  <a:lnTo>
                    <a:pt x="466" y="147"/>
                  </a:lnTo>
                  <a:lnTo>
                    <a:pt x="466" y="147"/>
                  </a:lnTo>
                  <a:close/>
                  <a:moveTo>
                    <a:pt x="461" y="146"/>
                  </a:moveTo>
                  <a:lnTo>
                    <a:pt x="462" y="146"/>
                  </a:lnTo>
                  <a:lnTo>
                    <a:pt x="465" y="149"/>
                  </a:lnTo>
                  <a:lnTo>
                    <a:pt x="465" y="150"/>
                  </a:lnTo>
                  <a:lnTo>
                    <a:pt x="466" y="151"/>
                  </a:lnTo>
                  <a:lnTo>
                    <a:pt x="466" y="151"/>
                  </a:lnTo>
                  <a:lnTo>
                    <a:pt x="464" y="154"/>
                  </a:lnTo>
                  <a:lnTo>
                    <a:pt x="462" y="154"/>
                  </a:lnTo>
                  <a:lnTo>
                    <a:pt x="461" y="152"/>
                  </a:lnTo>
                  <a:lnTo>
                    <a:pt x="461" y="151"/>
                  </a:lnTo>
                  <a:lnTo>
                    <a:pt x="462" y="151"/>
                  </a:lnTo>
                  <a:lnTo>
                    <a:pt x="464" y="151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7"/>
                  </a:lnTo>
                  <a:lnTo>
                    <a:pt x="461" y="146"/>
                  </a:lnTo>
                  <a:close/>
                  <a:moveTo>
                    <a:pt x="412" y="146"/>
                  </a:moveTo>
                  <a:lnTo>
                    <a:pt x="414" y="146"/>
                  </a:lnTo>
                  <a:lnTo>
                    <a:pt x="412" y="147"/>
                  </a:lnTo>
                  <a:lnTo>
                    <a:pt x="412" y="146"/>
                  </a:lnTo>
                  <a:close/>
                  <a:moveTo>
                    <a:pt x="462" y="143"/>
                  </a:moveTo>
                  <a:lnTo>
                    <a:pt x="464" y="143"/>
                  </a:lnTo>
                  <a:lnTo>
                    <a:pt x="464" y="145"/>
                  </a:lnTo>
                  <a:lnTo>
                    <a:pt x="466" y="147"/>
                  </a:lnTo>
                  <a:lnTo>
                    <a:pt x="465" y="147"/>
                  </a:lnTo>
                  <a:lnTo>
                    <a:pt x="464" y="147"/>
                  </a:lnTo>
                  <a:lnTo>
                    <a:pt x="462" y="145"/>
                  </a:lnTo>
                  <a:lnTo>
                    <a:pt x="462" y="143"/>
                  </a:lnTo>
                  <a:close/>
                  <a:moveTo>
                    <a:pt x="468" y="142"/>
                  </a:moveTo>
                  <a:lnTo>
                    <a:pt x="469" y="142"/>
                  </a:lnTo>
                  <a:lnTo>
                    <a:pt x="469" y="143"/>
                  </a:ln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8" y="147"/>
                  </a:lnTo>
                  <a:lnTo>
                    <a:pt x="468" y="146"/>
                  </a:lnTo>
                  <a:lnTo>
                    <a:pt x="465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8" y="142"/>
                  </a:lnTo>
                  <a:close/>
                  <a:moveTo>
                    <a:pt x="129" y="142"/>
                  </a:moveTo>
                  <a:lnTo>
                    <a:pt x="131" y="142"/>
                  </a:lnTo>
                  <a:lnTo>
                    <a:pt x="133" y="142"/>
                  </a:lnTo>
                  <a:lnTo>
                    <a:pt x="137" y="14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1" y="142"/>
                  </a:lnTo>
                  <a:lnTo>
                    <a:pt x="145" y="143"/>
                  </a:lnTo>
                  <a:lnTo>
                    <a:pt x="148" y="145"/>
                  </a:lnTo>
                  <a:lnTo>
                    <a:pt x="152" y="146"/>
                  </a:lnTo>
                  <a:lnTo>
                    <a:pt x="157" y="146"/>
                  </a:lnTo>
                  <a:lnTo>
                    <a:pt x="158" y="149"/>
                  </a:lnTo>
                  <a:lnTo>
                    <a:pt x="157" y="151"/>
                  </a:lnTo>
                  <a:lnTo>
                    <a:pt x="158" y="152"/>
                  </a:lnTo>
                  <a:lnTo>
                    <a:pt x="162" y="154"/>
                  </a:lnTo>
                  <a:lnTo>
                    <a:pt x="170" y="154"/>
                  </a:lnTo>
                  <a:lnTo>
                    <a:pt x="175" y="155"/>
                  </a:lnTo>
                  <a:lnTo>
                    <a:pt x="182" y="154"/>
                  </a:lnTo>
                  <a:lnTo>
                    <a:pt x="183" y="151"/>
                  </a:lnTo>
                  <a:lnTo>
                    <a:pt x="183" y="147"/>
                  </a:lnTo>
                  <a:lnTo>
                    <a:pt x="186" y="147"/>
                  </a:lnTo>
                  <a:lnTo>
                    <a:pt x="188" y="150"/>
                  </a:lnTo>
                  <a:lnTo>
                    <a:pt x="190" y="150"/>
                  </a:lnTo>
                  <a:lnTo>
                    <a:pt x="192" y="150"/>
                  </a:lnTo>
                  <a:lnTo>
                    <a:pt x="194" y="151"/>
                  </a:lnTo>
                  <a:lnTo>
                    <a:pt x="196" y="152"/>
                  </a:lnTo>
                  <a:lnTo>
                    <a:pt x="199" y="152"/>
                  </a:lnTo>
                  <a:lnTo>
                    <a:pt x="200" y="155"/>
                  </a:lnTo>
                  <a:lnTo>
                    <a:pt x="202" y="154"/>
                  </a:lnTo>
                  <a:lnTo>
                    <a:pt x="206" y="154"/>
                  </a:lnTo>
                  <a:lnTo>
                    <a:pt x="206" y="156"/>
                  </a:lnTo>
                  <a:lnTo>
                    <a:pt x="207" y="160"/>
                  </a:lnTo>
                  <a:lnTo>
                    <a:pt x="208" y="162"/>
                  </a:lnTo>
                  <a:lnTo>
                    <a:pt x="210" y="163"/>
                  </a:lnTo>
                  <a:lnTo>
                    <a:pt x="212" y="164"/>
                  </a:lnTo>
                  <a:lnTo>
                    <a:pt x="215" y="164"/>
                  </a:lnTo>
                  <a:lnTo>
                    <a:pt x="216" y="166"/>
                  </a:lnTo>
                  <a:lnTo>
                    <a:pt x="219" y="164"/>
                  </a:lnTo>
                  <a:lnTo>
                    <a:pt x="220" y="164"/>
                  </a:lnTo>
                  <a:lnTo>
                    <a:pt x="221" y="164"/>
                  </a:lnTo>
                  <a:lnTo>
                    <a:pt x="223" y="164"/>
                  </a:lnTo>
                  <a:lnTo>
                    <a:pt x="224" y="166"/>
                  </a:lnTo>
                  <a:lnTo>
                    <a:pt x="225" y="167"/>
                  </a:lnTo>
                  <a:lnTo>
                    <a:pt x="225" y="172"/>
                  </a:lnTo>
                  <a:lnTo>
                    <a:pt x="224" y="174"/>
                  </a:lnTo>
                  <a:lnTo>
                    <a:pt x="225" y="174"/>
                  </a:lnTo>
                  <a:lnTo>
                    <a:pt x="225" y="177"/>
                  </a:lnTo>
                  <a:lnTo>
                    <a:pt x="224" y="177"/>
                  </a:lnTo>
                  <a:lnTo>
                    <a:pt x="223" y="176"/>
                  </a:lnTo>
                  <a:lnTo>
                    <a:pt x="220" y="176"/>
                  </a:lnTo>
                  <a:lnTo>
                    <a:pt x="217" y="174"/>
                  </a:lnTo>
                  <a:lnTo>
                    <a:pt x="215" y="174"/>
                  </a:lnTo>
                  <a:lnTo>
                    <a:pt x="212" y="171"/>
                  </a:lnTo>
                  <a:lnTo>
                    <a:pt x="211" y="171"/>
                  </a:lnTo>
                  <a:lnTo>
                    <a:pt x="207" y="172"/>
                  </a:lnTo>
                  <a:lnTo>
                    <a:pt x="203" y="172"/>
                  </a:lnTo>
                  <a:lnTo>
                    <a:pt x="200" y="171"/>
                  </a:lnTo>
                  <a:lnTo>
                    <a:pt x="198" y="171"/>
                  </a:lnTo>
                  <a:lnTo>
                    <a:pt x="195" y="172"/>
                  </a:lnTo>
                  <a:lnTo>
                    <a:pt x="191" y="171"/>
                  </a:lnTo>
                  <a:lnTo>
                    <a:pt x="187" y="171"/>
                  </a:lnTo>
                  <a:lnTo>
                    <a:pt x="185" y="172"/>
                  </a:lnTo>
                  <a:lnTo>
                    <a:pt x="179" y="170"/>
                  </a:lnTo>
                  <a:lnTo>
                    <a:pt x="173" y="166"/>
                  </a:lnTo>
                  <a:lnTo>
                    <a:pt x="169" y="166"/>
                  </a:lnTo>
                  <a:lnTo>
                    <a:pt x="166" y="164"/>
                  </a:lnTo>
                  <a:lnTo>
                    <a:pt x="165" y="164"/>
                  </a:lnTo>
                  <a:lnTo>
                    <a:pt x="163" y="166"/>
                  </a:lnTo>
                  <a:lnTo>
                    <a:pt x="161" y="166"/>
                  </a:lnTo>
                  <a:lnTo>
                    <a:pt x="159" y="163"/>
                  </a:lnTo>
                  <a:lnTo>
                    <a:pt x="158" y="163"/>
                  </a:lnTo>
                  <a:lnTo>
                    <a:pt x="156" y="166"/>
                  </a:lnTo>
                  <a:lnTo>
                    <a:pt x="150" y="164"/>
                  </a:lnTo>
                  <a:lnTo>
                    <a:pt x="146" y="162"/>
                  </a:lnTo>
                  <a:lnTo>
                    <a:pt x="142" y="162"/>
                  </a:lnTo>
                  <a:lnTo>
                    <a:pt x="141" y="160"/>
                  </a:lnTo>
                  <a:lnTo>
                    <a:pt x="140" y="162"/>
                  </a:lnTo>
                  <a:lnTo>
                    <a:pt x="136" y="160"/>
                  </a:lnTo>
                  <a:lnTo>
                    <a:pt x="133" y="160"/>
                  </a:lnTo>
                  <a:lnTo>
                    <a:pt x="132" y="159"/>
                  </a:lnTo>
                  <a:lnTo>
                    <a:pt x="133" y="156"/>
                  </a:lnTo>
                  <a:lnTo>
                    <a:pt x="134" y="155"/>
                  </a:lnTo>
                  <a:lnTo>
                    <a:pt x="133" y="155"/>
                  </a:lnTo>
                  <a:lnTo>
                    <a:pt x="132" y="156"/>
                  </a:lnTo>
                  <a:lnTo>
                    <a:pt x="131" y="155"/>
                  </a:lnTo>
                  <a:lnTo>
                    <a:pt x="129" y="152"/>
                  </a:lnTo>
                  <a:lnTo>
                    <a:pt x="127" y="154"/>
                  </a:lnTo>
                  <a:lnTo>
                    <a:pt x="121" y="154"/>
                  </a:lnTo>
                  <a:lnTo>
                    <a:pt x="120" y="152"/>
                  </a:lnTo>
                  <a:lnTo>
                    <a:pt x="120" y="151"/>
                  </a:lnTo>
                  <a:lnTo>
                    <a:pt x="121" y="151"/>
                  </a:lnTo>
                  <a:lnTo>
                    <a:pt x="121" y="152"/>
                  </a:lnTo>
                  <a:lnTo>
                    <a:pt x="124" y="152"/>
                  </a:lnTo>
                  <a:lnTo>
                    <a:pt x="124" y="150"/>
                  </a:lnTo>
                  <a:lnTo>
                    <a:pt x="127" y="149"/>
                  </a:lnTo>
                  <a:lnTo>
                    <a:pt x="128" y="147"/>
                  </a:lnTo>
                  <a:lnTo>
                    <a:pt x="128" y="145"/>
                  </a:lnTo>
                  <a:lnTo>
                    <a:pt x="129" y="142"/>
                  </a:lnTo>
                  <a:close/>
                  <a:moveTo>
                    <a:pt x="299" y="141"/>
                  </a:moveTo>
                  <a:lnTo>
                    <a:pt x="300" y="145"/>
                  </a:lnTo>
                  <a:lnTo>
                    <a:pt x="300" y="146"/>
                  </a:lnTo>
                  <a:lnTo>
                    <a:pt x="299" y="149"/>
                  </a:lnTo>
                  <a:lnTo>
                    <a:pt x="299" y="147"/>
                  </a:lnTo>
                  <a:lnTo>
                    <a:pt x="298" y="146"/>
                  </a:lnTo>
                  <a:lnTo>
                    <a:pt x="298" y="143"/>
                  </a:lnTo>
                  <a:lnTo>
                    <a:pt x="299" y="142"/>
                  </a:lnTo>
                  <a:lnTo>
                    <a:pt x="299" y="141"/>
                  </a:lnTo>
                  <a:close/>
                  <a:moveTo>
                    <a:pt x="464" y="139"/>
                  </a:moveTo>
                  <a:lnTo>
                    <a:pt x="464" y="141"/>
                  </a:lnTo>
                  <a:lnTo>
                    <a:pt x="462" y="141"/>
                  </a:lnTo>
                  <a:lnTo>
                    <a:pt x="462" y="139"/>
                  </a:lnTo>
                  <a:lnTo>
                    <a:pt x="464" y="139"/>
                  </a:lnTo>
                  <a:close/>
                  <a:moveTo>
                    <a:pt x="444" y="137"/>
                  </a:moveTo>
                  <a:lnTo>
                    <a:pt x="447" y="139"/>
                  </a:lnTo>
                  <a:lnTo>
                    <a:pt x="447" y="142"/>
                  </a:lnTo>
                  <a:lnTo>
                    <a:pt x="445" y="142"/>
                  </a:lnTo>
                  <a:lnTo>
                    <a:pt x="445" y="139"/>
                  </a:lnTo>
                  <a:lnTo>
                    <a:pt x="444" y="137"/>
                  </a:lnTo>
                  <a:close/>
                  <a:moveTo>
                    <a:pt x="465" y="137"/>
                  </a:moveTo>
                  <a:lnTo>
                    <a:pt x="466" y="137"/>
                  </a:lnTo>
                  <a:lnTo>
                    <a:pt x="468" y="138"/>
                  </a:lnTo>
                  <a:lnTo>
                    <a:pt x="469" y="138"/>
                  </a:lnTo>
                  <a:lnTo>
                    <a:pt x="469" y="141"/>
                  </a:lnTo>
                  <a:lnTo>
                    <a:pt x="469" y="141"/>
                  </a:lnTo>
                  <a:lnTo>
                    <a:pt x="468" y="141"/>
                  </a:lnTo>
                  <a:lnTo>
                    <a:pt x="465" y="142"/>
                  </a:lnTo>
                  <a:lnTo>
                    <a:pt x="465" y="142"/>
                  </a:lnTo>
                  <a:lnTo>
                    <a:pt x="464" y="141"/>
                  </a:lnTo>
                  <a:lnTo>
                    <a:pt x="466" y="139"/>
                  </a:lnTo>
                  <a:lnTo>
                    <a:pt x="465" y="141"/>
                  </a:lnTo>
                  <a:lnTo>
                    <a:pt x="465" y="139"/>
                  </a:lnTo>
                  <a:lnTo>
                    <a:pt x="464" y="139"/>
                  </a:lnTo>
                  <a:lnTo>
                    <a:pt x="465" y="138"/>
                  </a:lnTo>
                  <a:lnTo>
                    <a:pt x="465" y="137"/>
                  </a:lnTo>
                  <a:close/>
                  <a:moveTo>
                    <a:pt x="468" y="135"/>
                  </a:moveTo>
                  <a:lnTo>
                    <a:pt x="469" y="137"/>
                  </a:lnTo>
                  <a:lnTo>
                    <a:pt x="468" y="137"/>
                  </a:lnTo>
                  <a:lnTo>
                    <a:pt x="466" y="135"/>
                  </a:lnTo>
                  <a:lnTo>
                    <a:pt x="468" y="135"/>
                  </a:lnTo>
                  <a:close/>
                  <a:moveTo>
                    <a:pt x="451" y="135"/>
                  </a:moveTo>
                  <a:lnTo>
                    <a:pt x="449" y="137"/>
                  </a:lnTo>
                  <a:lnTo>
                    <a:pt x="448" y="142"/>
                  </a:lnTo>
                  <a:lnTo>
                    <a:pt x="447" y="142"/>
                  </a:lnTo>
                  <a:lnTo>
                    <a:pt x="448" y="141"/>
                  </a:lnTo>
                  <a:lnTo>
                    <a:pt x="448" y="137"/>
                  </a:lnTo>
                  <a:lnTo>
                    <a:pt x="451" y="135"/>
                  </a:lnTo>
                  <a:close/>
                  <a:moveTo>
                    <a:pt x="84" y="134"/>
                  </a:moveTo>
                  <a:lnTo>
                    <a:pt x="86" y="135"/>
                  </a:lnTo>
                  <a:lnTo>
                    <a:pt x="86" y="137"/>
                  </a:lnTo>
                  <a:lnTo>
                    <a:pt x="83" y="134"/>
                  </a:lnTo>
                  <a:lnTo>
                    <a:pt x="84" y="134"/>
                  </a:lnTo>
                  <a:close/>
                  <a:moveTo>
                    <a:pt x="316" y="131"/>
                  </a:moveTo>
                  <a:lnTo>
                    <a:pt x="318" y="134"/>
                  </a:lnTo>
                  <a:lnTo>
                    <a:pt x="318" y="135"/>
                  </a:lnTo>
                  <a:lnTo>
                    <a:pt x="316" y="137"/>
                  </a:lnTo>
                  <a:lnTo>
                    <a:pt x="315" y="137"/>
                  </a:lnTo>
                  <a:lnTo>
                    <a:pt x="314" y="134"/>
                  </a:lnTo>
                  <a:lnTo>
                    <a:pt x="315" y="134"/>
                  </a:lnTo>
                  <a:lnTo>
                    <a:pt x="315" y="131"/>
                  </a:lnTo>
                  <a:lnTo>
                    <a:pt x="316" y="131"/>
                  </a:lnTo>
                  <a:close/>
                  <a:moveTo>
                    <a:pt x="325" y="127"/>
                  </a:moveTo>
                  <a:lnTo>
                    <a:pt x="327" y="129"/>
                  </a:lnTo>
                  <a:lnTo>
                    <a:pt x="327" y="130"/>
                  </a:lnTo>
                  <a:lnTo>
                    <a:pt x="324" y="131"/>
                  </a:lnTo>
                  <a:lnTo>
                    <a:pt x="324" y="134"/>
                  </a:lnTo>
                  <a:lnTo>
                    <a:pt x="324" y="134"/>
                  </a:lnTo>
                  <a:lnTo>
                    <a:pt x="323" y="135"/>
                  </a:lnTo>
                  <a:lnTo>
                    <a:pt x="321" y="135"/>
                  </a:lnTo>
                  <a:lnTo>
                    <a:pt x="320" y="134"/>
                  </a:lnTo>
                  <a:lnTo>
                    <a:pt x="320" y="134"/>
                  </a:lnTo>
                  <a:lnTo>
                    <a:pt x="323" y="131"/>
                  </a:lnTo>
                  <a:lnTo>
                    <a:pt x="321" y="130"/>
                  </a:lnTo>
                  <a:lnTo>
                    <a:pt x="323" y="129"/>
                  </a:lnTo>
                  <a:lnTo>
                    <a:pt x="325" y="127"/>
                  </a:lnTo>
                  <a:close/>
                  <a:moveTo>
                    <a:pt x="329" y="125"/>
                  </a:moveTo>
                  <a:lnTo>
                    <a:pt x="332" y="125"/>
                  </a:lnTo>
                  <a:lnTo>
                    <a:pt x="332" y="126"/>
                  </a:lnTo>
                  <a:lnTo>
                    <a:pt x="332" y="127"/>
                  </a:lnTo>
                  <a:lnTo>
                    <a:pt x="332" y="129"/>
                  </a:lnTo>
                  <a:lnTo>
                    <a:pt x="332" y="127"/>
                  </a:lnTo>
                  <a:lnTo>
                    <a:pt x="331" y="129"/>
                  </a:lnTo>
                  <a:lnTo>
                    <a:pt x="329" y="130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8" y="138"/>
                  </a:lnTo>
                  <a:lnTo>
                    <a:pt x="327" y="139"/>
                  </a:lnTo>
                  <a:lnTo>
                    <a:pt x="325" y="138"/>
                  </a:lnTo>
                  <a:lnTo>
                    <a:pt x="325" y="137"/>
                  </a:lnTo>
                  <a:lnTo>
                    <a:pt x="328" y="133"/>
                  </a:lnTo>
                  <a:lnTo>
                    <a:pt x="329" y="129"/>
                  </a:lnTo>
                  <a:lnTo>
                    <a:pt x="329" y="125"/>
                  </a:lnTo>
                  <a:lnTo>
                    <a:pt x="329" y="125"/>
                  </a:lnTo>
                  <a:close/>
                  <a:moveTo>
                    <a:pt x="394" y="114"/>
                  </a:moveTo>
                  <a:lnTo>
                    <a:pt x="395" y="114"/>
                  </a:lnTo>
                  <a:lnTo>
                    <a:pt x="395" y="116"/>
                  </a:lnTo>
                  <a:lnTo>
                    <a:pt x="394" y="116"/>
                  </a:lnTo>
                  <a:lnTo>
                    <a:pt x="394" y="114"/>
                  </a:lnTo>
                  <a:close/>
                  <a:moveTo>
                    <a:pt x="398" y="113"/>
                  </a:moveTo>
                  <a:lnTo>
                    <a:pt x="398" y="114"/>
                  </a:lnTo>
                  <a:lnTo>
                    <a:pt x="397" y="114"/>
                  </a:lnTo>
                  <a:lnTo>
                    <a:pt x="397" y="114"/>
                  </a:lnTo>
                  <a:lnTo>
                    <a:pt x="398" y="113"/>
                  </a:lnTo>
                  <a:close/>
                  <a:moveTo>
                    <a:pt x="393" y="113"/>
                  </a:moveTo>
                  <a:lnTo>
                    <a:pt x="394" y="114"/>
                  </a:lnTo>
                  <a:lnTo>
                    <a:pt x="391" y="117"/>
                  </a:lnTo>
                  <a:lnTo>
                    <a:pt x="391" y="116"/>
                  </a:lnTo>
                  <a:lnTo>
                    <a:pt x="390" y="117"/>
                  </a:lnTo>
                  <a:lnTo>
                    <a:pt x="389" y="116"/>
                  </a:lnTo>
                  <a:lnTo>
                    <a:pt x="391" y="114"/>
                  </a:lnTo>
                  <a:lnTo>
                    <a:pt x="393" y="113"/>
                  </a:lnTo>
                  <a:close/>
                  <a:moveTo>
                    <a:pt x="250" y="112"/>
                  </a:moveTo>
                  <a:lnTo>
                    <a:pt x="250" y="113"/>
                  </a:lnTo>
                  <a:lnTo>
                    <a:pt x="250" y="116"/>
                  </a:lnTo>
                  <a:lnTo>
                    <a:pt x="250" y="116"/>
                  </a:lnTo>
                  <a:lnTo>
                    <a:pt x="249" y="113"/>
                  </a:lnTo>
                  <a:lnTo>
                    <a:pt x="250" y="112"/>
                  </a:lnTo>
                  <a:close/>
                  <a:moveTo>
                    <a:pt x="249" y="112"/>
                  </a:moveTo>
                  <a:lnTo>
                    <a:pt x="249" y="112"/>
                  </a:lnTo>
                  <a:lnTo>
                    <a:pt x="249" y="117"/>
                  </a:lnTo>
                  <a:lnTo>
                    <a:pt x="249" y="118"/>
                  </a:lnTo>
                  <a:lnTo>
                    <a:pt x="246" y="120"/>
                  </a:lnTo>
                  <a:lnTo>
                    <a:pt x="246" y="120"/>
                  </a:lnTo>
                  <a:lnTo>
                    <a:pt x="246" y="116"/>
                  </a:lnTo>
                  <a:lnTo>
                    <a:pt x="248" y="112"/>
                  </a:lnTo>
                  <a:lnTo>
                    <a:pt x="249" y="112"/>
                  </a:lnTo>
                  <a:close/>
                  <a:moveTo>
                    <a:pt x="387" y="108"/>
                  </a:moveTo>
                  <a:lnTo>
                    <a:pt x="387" y="109"/>
                  </a:lnTo>
                  <a:lnTo>
                    <a:pt x="386" y="109"/>
                  </a:lnTo>
                  <a:lnTo>
                    <a:pt x="387" y="108"/>
                  </a:lnTo>
                  <a:close/>
                  <a:moveTo>
                    <a:pt x="371" y="108"/>
                  </a:moveTo>
                  <a:lnTo>
                    <a:pt x="375" y="108"/>
                  </a:lnTo>
                  <a:lnTo>
                    <a:pt x="379" y="109"/>
                  </a:lnTo>
                  <a:lnTo>
                    <a:pt x="379" y="110"/>
                  </a:lnTo>
                  <a:lnTo>
                    <a:pt x="381" y="113"/>
                  </a:lnTo>
                  <a:lnTo>
                    <a:pt x="381" y="114"/>
                  </a:lnTo>
                  <a:lnTo>
                    <a:pt x="379" y="114"/>
                  </a:lnTo>
                  <a:lnTo>
                    <a:pt x="377" y="117"/>
                  </a:lnTo>
                  <a:lnTo>
                    <a:pt x="374" y="117"/>
                  </a:lnTo>
                  <a:lnTo>
                    <a:pt x="371" y="117"/>
                  </a:lnTo>
                  <a:lnTo>
                    <a:pt x="370" y="116"/>
                  </a:lnTo>
                  <a:lnTo>
                    <a:pt x="366" y="116"/>
                  </a:lnTo>
                  <a:lnTo>
                    <a:pt x="365" y="113"/>
                  </a:lnTo>
                  <a:lnTo>
                    <a:pt x="365" y="110"/>
                  </a:lnTo>
                  <a:lnTo>
                    <a:pt x="368" y="108"/>
                  </a:lnTo>
                  <a:lnTo>
                    <a:pt x="369" y="109"/>
                  </a:lnTo>
                  <a:lnTo>
                    <a:pt x="371" y="108"/>
                  </a:lnTo>
                  <a:close/>
                  <a:moveTo>
                    <a:pt x="140" y="106"/>
                  </a:moveTo>
                  <a:lnTo>
                    <a:pt x="141" y="106"/>
                  </a:lnTo>
                  <a:lnTo>
                    <a:pt x="140" y="108"/>
                  </a:lnTo>
                  <a:lnTo>
                    <a:pt x="140" y="106"/>
                  </a:lnTo>
                  <a:close/>
                  <a:moveTo>
                    <a:pt x="390" y="105"/>
                  </a:moveTo>
                  <a:lnTo>
                    <a:pt x="390" y="106"/>
                  </a:lnTo>
                  <a:lnTo>
                    <a:pt x="389" y="106"/>
                  </a:lnTo>
                  <a:lnTo>
                    <a:pt x="387" y="105"/>
                  </a:lnTo>
                  <a:lnTo>
                    <a:pt x="390" y="105"/>
                  </a:lnTo>
                  <a:close/>
                  <a:moveTo>
                    <a:pt x="61" y="105"/>
                  </a:moveTo>
                  <a:lnTo>
                    <a:pt x="63" y="106"/>
                  </a:lnTo>
                  <a:lnTo>
                    <a:pt x="63" y="109"/>
                  </a:lnTo>
                  <a:lnTo>
                    <a:pt x="63" y="110"/>
                  </a:lnTo>
                  <a:lnTo>
                    <a:pt x="59" y="106"/>
                  </a:lnTo>
                  <a:lnTo>
                    <a:pt x="61" y="105"/>
                  </a:lnTo>
                  <a:close/>
                  <a:moveTo>
                    <a:pt x="407" y="104"/>
                  </a:moveTo>
                  <a:lnTo>
                    <a:pt x="410" y="104"/>
                  </a:lnTo>
                  <a:lnTo>
                    <a:pt x="412" y="106"/>
                  </a:lnTo>
                  <a:lnTo>
                    <a:pt x="416" y="108"/>
                  </a:lnTo>
                  <a:lnTo>
                    <a:pt x="423" y="110"/>
                  </a:lnTo>
                  <a:lnTo>
                    <a:pt x="424" y="114"/>
                  </a:lnTo>
                  <a:lnTo>
                    <a:pt x="423" y="117"/>
                  </a:lnTo>
                  <a:lnTo>
                    <a:pt x="420" y="117"/>
                  </a:lnTo>
                  <a:lnTo>
                    <a:pt x="418" y="114"/>
                  </a:lnTo>
                  <a:lnTo>
                    <a:pt x="416" y="114"/>
                  </a:lnTo>
                  <a:lnTo>
                    <a:pt x="411" y="112"/>
                  </a:lnTo>
                  <a:lnTo>
                    <a:pt x="408" y="112"/>
                  </a:lnTo>
                  <a:lnTo>
                    <a:pt x="407" y="113"/>
                  </a:lnTo>
                  <a:lnTo>
                    <a:pt x="402" y="112"/>
                  </a:lnTo>
                  <a:lnTo>
                    <a:pt x="400" y="110"/>
                  </a:lnTo>
                  <a:lnTo>
                    <a:pt x="399" y="110"/>
                  </a:lnTo>
                  <a:lnTo>
                    <a:pt x="398" y="112"/>
                  </a:lnTo>
                  <a:lnTo>
                    <a:pt x="395" y="112"/>
                  </a:lnTo>
                  <a:lnTo>
                    <a:pt x="394" y="110"/>
                  </a:lnTo>
                  <a:lnTo>
                    <a:pt x="393" y="109"/>
                  </a:lnTo>
                  <a:lnTo>
                    <a:pt x="390" y="112"/>
                  </a:lnTo>
                  <a:lnTo>
                    <a:pt x="389" y="112"/>
                  </a:lnTo>
                  <a:lnTo>
                    <a:pt x="389" y="110"/>
                  </a:lnTo>
                  <a:lnTo>
                    <a:pt x="389" y="109"/>
                  </a:lnTo>
                  <a:lnTo>
                    <a:pt x="391" y="108"/>
                  </a:lnTo>
                  <a:lnTo>
                    <a:pt x="391" y="106"/>
                  </a:lnTo>
                  <a:lnTo>
                    <a:pt x="393" y="105"/>
                  </a:lnTo>
                  <a:lnTo>
                    <a:pt x="397" y="105"/>
                  </a:lnTo>
                  <a:lnTo>
                    <a:pt x="400" y="105"/>
                  </a:lnTo>
                  <a:lnTo>
                    <a:pt x="402" y="105"/>
                  </a:lnTo>
                  <a:lnTo>
                    <a:pt x="404" y="106"/>
                  </a:lnTo>
                  <a:lnTo>
                    <a:pt x="407" y="104"/>
                  </a:lnTo>
                  <a:close/>
                  <a:moveTo>
                    <a:pt x="57" y="102"/>
                  </a:moveTo>
                  <a:lnTo>
                    <a:pt x="59" y="104"/>
                  </a:lnTo>
                  <a:lnTo>
                    <a:pt x="58" y="105"/>
                  </a:lnTo>
                  <a:lnTo>
                    <a:pt x="57" y="102"/>
                  </a:lnTo>
                  <a:close/>
                  <a:moveTo>
                    <a:pt x="149" y="101"/>
                  </a:moveTo>
                  <a:lnTo>
                    <a:pt x="153" y="102"/>
                  </a:lnTo>
                  <a:lnTo>
                    <a:pt x="157" y="105"/>
                  </a:lnTo>
                  <a:lnTo>
                    <a:pt x="157" y="106"/>
                  </a:lnTo>
                  <a:lnTo>
                    <a:pt x="156" y="108"/>
                  </a:lnTo>
                  <a:lnTo>
                    <a:pt x="156" y="109"/>
                  </a:lnTo>
                  <a:lnTo>
                    <a:pt x="153" y="109"/>
                  </a:lnTo>
                  <a:lnTo>
                    <a:pt x="152" y="108"/>
                  </a:lnTo>
                  <a:lnTo>
                    <a:pt x="150" y="110"/>
                  </a:lnTo>
                  <a:lnTo>
                    <a:pt x="148" y="109"/>
                  </a:lnTo>
                  <a:lnTo>
                    <a:pt x="148" y="105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5" y="106"/>
                  </a:lnTo>
                  <a:lnTo>
                    <a:pt x="145" y="105"/>
                  </a:lnTo>
                  <a:lnTo>
                    <a:pt x="148" y="105"/>
                  </a:lnTo>
                  <a:lnTo>
                    <a:pt x="148" y="104"/>
                  </a:lnTo>
                  <a:lnTo>
                    <a:pt x="148" y="101"/>
                  </a:lnTo>
                  <a:lnTo>
                    <a:pt x="149" y="101"/>
                  </a:lnTo>
                  <a:close/>
                  <a:moveTo>
                    <a:pt x="365" y="95"/>
                  </a:moveTo>
                  <a:lnTo>
                    <a:pt x="365" y="97"/>
                  </a:lnTo>
                  <a:lnTo>
                    <a:pt x="366" y="100"/>
                  </a:lnTo>
                  <a:lnTo>
                    <a:pt x="366" y="101"/>
                  </a:lnTo>
                  <a:lnTo>
                    <a:pt x="365" y="100"/>
                  </a:lnTo>
                  <a:lnTo>
                    <a:pt x="365" y="97"/>
                  </a:lnTo>
                  <a:lnTo>
                    <a:pt x="364" y="96"/>
                  </a:lnTo>
                  <a:lnTo>
                    <a:pt x="365" y="95"/>
                  </a:lnTo>
                  <a:close/>
                  <a:moveTo>
                    <a:pt x="53" y="95"/>
                  </a:moveTo>
                  <a:lnTo>
                    <a:pt x="55" y="99"/>
                  </a:lnTo>
                  <a:lnTo>
                    <a:pt x="53" y="99"/>
                  </a:lnTo>
                  <a:lnTo>
                    <a:pt x="52" y="96"/>
                  </a:lnTo>
                  <a:lnTo>
                    <a:pt x="53" y="95"/>
                  </a:lnTo>
                  <a:close/>
                  <a:moveTo>
                    <a:pt x="332" y="93"/>
                  </a:moveTo>
                  <a:lnTo>
                    <a:pt x="332" y="95"/>
                  </a:lnTo>
                  <a:lnTo>
                    <a:pt x="331" y="95"/>
                  </a:lnTo>
                  <a:lnTo>
                    <a:pt x="332" y="93"/>
                  </a:lnTo>
                  <a:close/>
                  <a:moveTo>
                    <a:pt x="335" y="92"/>
                  </a:moveTo>
                  <a:lnTo>
                    <a:pt x="336" y="93"/>
                  </a:lnTo>
                  <a:lnTo>
                    <a:pt x="333" y="93"/>
                  </a:lnTo>
                  <a:lnTo>
                    <a:pt x="335" y="92"/>
                  </a:lnTo>
                  <a:close/>
                  <a:moveTo>
                    <a:pt x="364" y="92"/>
                  </a:moveTo>
                  <a:lnTo>
                    <a:pt x="368" y="92"/>
                  </a:lnTo>
                  <a:lnTo>
                    <a:pt x="370" y="92"/>
                  </a:lnTo>
                  <a:lnTo>
                    <a:pt x="368" y="93"/>
                  </a:lnTo>
                  <a:lnTo>
                    <a:pt x="362" y="95"/>
                  </a:lnTo>
                  <a:lnTo>
                    <a:pt x="360" y="93"/>
                  </a:lnTo>
                  <a:lnTo>
                    <a:pt x="360" y="93"/>
                  </a:lnTo>
                  <a:lnTo>
                    <a:pt x="358" y="92"/>
                  </a:lnTo>
                  <a:lnTo>
                    <a:pt x="360" y="92"/>
                  </a:lnTo>
                  <a:lnTo>
                    <a:pt x="361" y="92"/>
                  </a:lnTo>
                  <a:lnTo>
                    <a:pt x="364" y="92"/>
                  </a:lnTo>
                  <a:close/>
                  <a:moveTo>
                    <a:pt x="416" y="91"/>
                  </a:moveTo>
                  <a:lnTo>
                    <a:pt x="418" y="92"/>
                  </a:lnTo>
                  <a:lnTo>
                    <a:pt x="418" y="93"/>
                  </a:lnTo>
                  <a:lnTo>
                    <a:pt x="419" y="95"/>
                  </a:lnTo>
                  <a:lnTo>
                    <a:pt x="416" y="95"/>
                  </a:lnTo>
                  <a:lnTo>
                    <a:pt x="412" y="93"/>
                  </a:lnTo>
                  <a:lnTo>
                    <a:pt x="411" y="93"/>
                  </a:lnTo>
                  <a:lnTo>
                    <a:pt x="412" y="92"/>
                  </a:lnTo>
                  <a:lnTo>
                    <a:pt x="416" y="91"/>
                  </a:lnTo>
                  <a:close/>
                  <a:moveTo>
                    <a:pt x="350" y="91"/>
                  </a:moveTo>
                  <a:lnTo>
                    <a:pt x="353" y="91"/>
                  </a:lnTo>
                  <a:lnTo>
                    <a:pt x="354" y="92"/>
                  </a:lnTo>
                  <a:lnTo>
                    <a:pt x="356" y="91"/>
                  </a:lnTo>
                  <a:lnTo>
                    <a:pt x="357" y="92"/>
                  </a:lnTo>
                  <a:lnTo>
                    <a:pt x="357" y="93"/>
                  </a:lnTo>
                  <a:lnTo>
                    <a:pt x="356" y="93"/>
                  </a:lnTo>
                  <a:lnTo>
                    <a:pt x="353" y="95"/>
                  </a:lnTo>
                  <a:lnTo>
                    <a:pt x="352" y="93"/>
                  </a:lnTo>
                  <a:lnTo>
                    <a:pt x="349" y="96"/>
                  </a:lnTo>
                  <a:lnTo>
                    <a:pt x="348" y="95"/>
                  </a:lnTo>
                  <a:lnTo>
                    <a:pt x="346" y="93"/>
                  </a:lnTo>
                  <a:lnTo>
                    <a:pt x="346" y="92"/>
                  </a:lnTo>
                  <a:lnTo>
                    <a:pt x="348" y="91"/>
                  </a:lnTo>
                  <a:lnTo>
                    <a:pt x="349" y="91"/>
                  </a:lnTo>
                  <a:lnTo>
                    <a:pt x="350" y="91"/>
                  </a:lnTo>
                  <a:close/>
                  <a:moveTo>
                    <a:pt x="165" y="91"/>
                  </a:moveTo>
                  <a:lnTo>
                    <a:pt x="165" y="92"/>
                  </a:lnTo>
                  <a:lnTo>
                    <a:pt x="165" y="92"/>
                  </a:lnTo>
                  <a:lnTo>
                    <a:pt x="163" y="92"/>
                  </a:lnTo>
                  <a:lnTo>
                    <a:pt x="162" y="91"/>
                  </a:lnTo>
                  <a:lnTo>
                    <a:pt x="165" y="91"/>
                  </a:lnTo>
                  <a:close/>
                  <a:moveTo>
                    <a:pt x="337" y="89"/>
                  </a:moveTo>
                  <a:lnTo>
                    <a:pt x="339" y="91"/>
                  </a:lnTo>
                  <a:lnTo>
                    <a:pt x="336" y="91"/>
                  </a:lnTo>
                  <a:lnTo>
                    <a:pt x="337" y="89"/>
                  </a:lnTo>
                  <a:close/>
                  <a:moveTo>
                    <a:pt x="478" y="89"/>
                  </a:moveTo>
                  <a:lnTo>
                    <a:pt x="483" y="91"/>
                  </a:lnTo>
                  <a:lnTo>
                    <a:pt x="486" y="89"/>
                  </a:lnTo>
                  <a:lnTo>
                    <a:pt x="489" y="91"/>
                  </a:lnTo>
                  <a:lnTo>
                    <a:pt x="491" y="91"/>
                  </a:lnTo>
                  <a:lnTo>
                    <a:pt x="495" y="91"/>
                  </a:lnTo>
                  <a:lnTo>
                    <a:pt x="494" y="92"/>
                  </a:lnTo>
                  <a:lnTo>
                    <a:pt x="489" y="92"/>
                  </a:lnTo>
                  <a:lnTo>
                    <a:pt x="483" y="92"/>
                  </a:lnTo>
                  <a:lnTo>
                    <a:pt x="479" y="91"/>
                  </a:lnTo>
                  <a:lnTo>
                    <a:pt x="478" y="89"/>
                  </a:lnTo>
                  <a:close/>
                  <a:moveTo>
                    <a:pt x="127" y="89"/>
                  </a:moveTo>
                  <a:lnTo>
                    <a:pt x="128" y="89"/>
                  </a:lnTo>
                  <a:lnTo>
                    <a:pt x="129" y="91"/>
                  </a:lnTo>
                  <a:lnTo>
                    <a:pt x="129" y="92"/>
                  </a:lnTo>
                  <a:lnTo>
                    <a:pt x="131" y="93"/>
                  </a:lnTo>
                  <a:lnTo>
                    <a:pt x="132" y="99"/>
                  </a:lnTo>
                  <a:lnTo>
                    <a:pt x="134" y="101"/>
                  </a:lnTo>
                  <a:lnTo>
                    <a:pt x="138" y="102"/>
                  </a:lnTo>
                  <a:lnTo>
                    <a:pt x="137" y="105"/>
                  </a:lnTo>
                  <a:lnTo>
                    <a:pt x="137" y="108"/>
                  </a:lnTo>
                  <a:lnTo>
                    <a:pt x="136" y="109"/>
                  </a:lnTo>
                  <a:lnTo>
                    <a:pt x="134" y="108"/>
                  </a:lnTo>
                  <a:lnTo>
                    <a:pt x="134" y="105"/>
                  </a:lnTo>
                  <a:lnTo>
                    <a:pt x="132" y="106"/>
                  </a:lnTo>
                  <a:lnTo>
                    <a:pt x="129" y="104"/>
                  </a:lnTo>
                  <a:lnTo>
                    <a:pt x="129" y="101"/>
                  </a:lnTo>
                  <a:lnTo>
                    <a:pt x="128" y="100"/>
                  </a:lnTo>
                  <a:lnTo>
                    <a:pt x="127" y="99"/>
                  </a:lnTo>
                  <a:lnTo>
                    <a:pt x="127" y="97"/>
                  </a:lnTo>
                  <a:lnTo>
                    <a:pt x="121" y="96"/>
                  </a:lnTo>
                  <a:lnTo>
                    <a:pt x="120" y="95"/>
                  </a:lnTo>
                  <a:lnTo>
                    <a:pt x="123" y="93"/>
                  </a:lnTo>
                  <a:lnTo>
                    <a:pt x="123" y="91"/>
                  </a:lnTo>
                  <a:lnTo>
                    <a:pt x="124" y="91"/>
                  </a:lnTo>
                  <a:lnTo>
                    <a:pt x="125" y="92"/>
                  </a:lnTo>
                  <a:lnTo>
                    <a:pt x="127" y="93"/>
                  </a:lnTo>
                  <a:lnTo>
                    <a:pt x="127" y="92"/>
                  </a:lnTo>
                  <a:lnTo>
                    <a:pt x="127" y="89"/>
                  </a:lnTo>
                  <a:close/>
                  <a:moveTo>
                    <a:pt x="474" y="88"/>
                  </a:moveTo>
                  <a:lnTo>
                    <a:pt x="477" y="88"/>
                  </a:lnTo>
                  <a:lnTo>
                    <a:pt x="476" y="89"/>
                  </a:lnTo>
                  <a:lnTo>
                    <a:pt x="474" y="88"/>
                  </a:lnTo>
                  <a:close/>
                  <a:moveTo>
                    <a:pt x="386" y="87"/>
                  </a:moveTo>
                  <a:lnTo>
                    <a:pt x="389" y="87"/>
                  </a:lnTo>
                  <a:lnTo>
                    <a:pt x="391" y="91"/>
                  </a:lnTo>
                  <a:lnTo>
                    <a:pt x="391" y="92"/>
                  </a:lnTo>
                  <a:lnTo>
                    <a:pt x="387" y="92"/>
                  </a:lnTo>
                  <a:lnTo>
                    <a:pt x="386" y="92"/>
                  </a:lnTo>
                  <a:lnTo>
                    <a:pt x="383" y="91"/>
                  </a:lnTo>
                  <a:lnTo>
                    <a:pt x="382" y="89"/>
                  </a:lnTo>
                  <a:lnTo>
                    <a:pt x="386" y="87"/>
                  </a:lnTo>
                  <a:close/>
                  <a:moveTo>
                    <a:pt x="331" y="85"/>
                  </a:moveTo>
                  <a:lnTo>
                    <a:pt x="333" y="85"/>
                  </a:lnTo>
                  <a:lnTo>
                    <a:pt x="335" y="87"/>
                  </a:lnTo>
                  <a:lnTo>
                    <a:pt x="333" y="88"/>
                  </a:lnTo>
                  <a:lnTo>
                    <a:pt x="335" y="87"/>
                  </a:lnTo>
                  <a:lnTo>
                    <a:pt x="336" y="85"/>
                  </a:lnTo>
                  <a:lnTo>
                    <a:pt x="337" y="87"/>
                  </a:lnTo>
                  <a:lnTo>
                    <a:pt x="337" y="89"/>
                  </a:lnTo>
                  <a:lnTo>
                    <a:pt x="335" y="89"/>
                  </a:lnTo>
                  <a:lnTo>
                    <a:pt x="335" y="88"/>
                  </a:lnTo>
                  <a:lnTo>
                    <a:pt x="333" y="91"/>
                  </a:lnTo>
                  <a:lnTo>
                    <a:pt x="332" y="89"/>
                  </a:lnTo>
                  <a:lnTo>
                    <a:pt x="329" y="91"/>
                  </a:lnTo>
                  <a:lnTo>
                    <a:pt x="328" y="89"/>
                  </a:lnTo>
                  <a:lnTo>
                    <a:pt x="328" y="87"/>
                  </a:lnTo>
                  <a:lnTo>
                    <a:pt x="331" y="85"/>
                  </a:lnTo>
                  <a:close/>
                  <a:moveTo>
                    <a:pt x="170" y="84"/>
                  </a:moveTo>
                  <a:lnTo>
                    <a:pt x="174" y="84"/>
                  </a:lnTo>
                  <a:lnTo>
                    <a:pt x="175" y="85"/>
                  </a:lnTo>
                  <a:lnTo>
                    <a:pt x="173" y="88"/>
                  </a:lnTo>
                  <a:lnTo>
                    <a:pt x="171" y="88"/>
                  </a:lnTo>
                  <a:lnTo>
                    <a:pt x="170" y="87"/>
                  </a:lnTo>
                  <a:lnTo>
                    <a:pt x="171" y="85"/>
                  </a:lnTo>
                  <a:lnTo>
                    <a:pt x="170" y="84"/>
                  </a:lnTo>
                  <a:close/>
                  <a:moveTo>
                    <a:pt x="42" y="83"/>
                  </a:moveTo>
                  <a:lnTo>
                    <a:pt x="45" y="83"/>
                  </a:lnTo>
                  <a:lnTo>
                    <a:pt x="49" y="88"/>
                  </a:lnTo>
                  <a:lnTo>
                    <a:pt x="49" y="93"/>
                  </a:lnTo>
                  <a:lnTo>
                    <a:pt x="46" y="92"/>
                  </a:lnTo>
                  <a:lnTo>
                    <a:pt x="42" y="87"/>
                  </a:lnTo>
                  <a:lnTo>
                    <a:pt x="40" y="87"/>
                  </a:lnTo>
                  <a:lnTo>
                    <a:pt x="40" y="84"/>
                  </a:lnTo>
                  <a:lnTo>
                    <a:pt x="42" y="83"/>
                  </a:lnTo>
                  <a:close/>
                  <a:moveTo>
                    <a:pt x="472" y="81"/>
                  </a:moveTo>
                  <a:lnTo>
                    <a:pt x="473" y="83"/>
                  </a:lnTo>
                  <a:lnTo>
                    <a:pt x="472" y="83"/>
                  </a:lnTo>
                  <a:lnTo>
                    <a:pt x="470" y="81"/>
                  </a:lnTo>
                  <a:lnTo>
                    <a:pt x="472" y="81"/>
                  </a:lnTo>
                  <a:close/>
                  <a:moveTo>
                    <a:pt x="425" y="81"/>
                  </a:moveTo>
                  <a:lnTo>
                    <a:pt x="427" y="81"/>
                  </a:lnTo>
                  <a:lnTo>
                    <a:pt x="427" y="85"/>
                  </a:lnTo>
                  <a:lnTo>
                    <a:pt x="425" y="87"/>
                  </a:lnTo>
                  <a:lnTo>
                    <a:pt x="423" y="85"/>
                  </a:lnTo>
                  <a:lnTo>
                    <a:pt x="423" y="83"/>
                  </a:lnTo>
                  <a:lnTo>
                    <a:pt x="425" y="81"/>
                  </a:lnTo>
                  <a:close/>
                  <a:moveTo>
                    <a:pt x="169" y="80"/>
                  </a:moveTo>
                  <a:lnTo>
                    <a:pt x="171" y="80"/>
                  </a:lnTo>
                  <a:lnTo>
                    <a:pt x="173" y="81"/>
                  </a:lnTo>
                  <a:lnTo>
                    <a:pt x="174" y="83"/>
                  </a:lnTo>
                  <a:lnTo>
                    <a:pt x="174" y="83"/>
                  </a:lnTo>
                  <a:lnTo>
                    <a:pt x="171" y="83"/>
                  </a:lnTo>
                  <a:lnTo>
                    <a:pt x="170" y="83"/>
                  </a:lnTo>
                  <a:lnTo>
                    <a:pt x="167" y="81"/>
                  </a:lnTo>
                  <a:lnTo>
                    <a:pt x="169" y="80"/>
                  </a:lnTo>
                  <a:close/>
                  <a:moveTo>
                    <a:pt x="422" y="80"/>
                  </a:moveTo>
                  <a:lnTo>
                    <a:pt x="424" y="81"/>
                  </a:lnTo>
                  <a:lnTo>
                    <a:pt x="422" y="81"/>
                  </a:lnTo>
                  <a:lnTo>
                    <a:pt x="419" y="80"/>
                  </a:lnTo>
                  <a:lnTo>
                    <a:pt x="422" y="80"/>
                  </a:lnTo>
                  <a:close/>
                  <a:moveTo>
                    <a:pt x="425" y="79"/>
                  </a:moveTo>
                  <a:lnTo>
                    <a:pt x="425" y="80"/>
                  </a:lnTo>
                  <a:lnTo>
                    <a:pt x="424" y="79"/>
                  </a:lnTo>
                  <a:lnTo>
                    <a:pt x="425" y="79"/>
                  </a:lnTo>
                  <a:close/>
                  <a:moveTo>
                    <a:pt x="381" y="79"/>
                  </a:moveTo>
                  <a:lnTo>
                    <a:pt x="381" y="79"/>
                  </a:lnTo>
                  <a:lnTo>
                    <a:pt x="382" y="81"/>
                  </a:lnTo>
                  <a:lnTo>
                    <a:pt x="379" y="80"/>
                  </a:lnTo>
                  <a:lnTo>
                    <a:pt x="381" y="79"/>
                  </a:lnTo>
                  <a:close/>
                  <a:moveTo>
                    <a:pt x="478" y="77"/>
                  </a:moveTo>
                  <a:lnTo>
                    <a:pt x="482" y="77"/>
                  </a:lnTo>
                  <a:lnTo>
                    <a:pt x="483" y="77"/>
                  </a:lnTo>
                  <a:lnTo>
                    <a:pt x="486" y="79"/>
                  </a:lnTo>
                  <a:lnTo>
                    <a:pt x="487" y="81"/>
                  </a:lnTo>
                  <a:lnTo>
                    <a:pt x="489" y="83"/>
                  </a:lnTo>
                  <a:lnTo>
                    <a:pt x="490" y="83"/>
                  </a:lnTo>
                  <a:lnTo>
                    <a:pt x="487" y="84"/>
                  </a:lnTo>
                  <a:lnTo>
                    <a:pt x="486" y="83"/>
                  </a:lnTo>
                  <a:lnTo>
                    <a:pt x="485" y="83"/>
                  </a:lnTo>
                  <a:lnTo>
                    <a:pt x="483" y="83"/>
                  </a:lnTo>
                  <a:lnTo>
                    <a:pt x="483" y="81"/>
                  </a:lnTo>
                  <a:lnTo>
                    <a:pt x="482" y="79"/>
                  </a:lnTo>
                  <a:lnTo>
                    <a:pt x="481" y="79"/>
                  </a:lnTo>
                  <a:lnTo>
                    <a:pt x="481" y="80"/>
                  </a:lnTo>
                  <a:lnTo>
                    <a:pt x="478" y="77"/>
                  </a:lnTo>
                  <a:lnTo>
                    <a:pt x="478" y="77"/>
                  </a:lnTo>
                  <a:close/>
                  <a:moveTo>
                    <a:pt x="111" y="76"/>
                  </a:moveTo>
                  <a:lnTo>
                    <a:pt x="113" y="76"/>
                  </a:lnTo>
                  <a:lnTo>
                    <a:pt x="113" y="79"/>
                  </a:lnTo>
                  <a:lnTo>
                    <a:pt x="112" y="80"/>
                  </a:lnTo>
                  <a:lnTo>
                    <a:pt x="109" y="77"/>
                  </a:lnTo>
                  <a:lnTo>
                    <a:pt x="111" y="76"/>
                  </a:lnTo>
                  <a:close/>
                  <a:moveTo>
                    <a:pt x="385" y="76"/>
                  </a:moveTo>
                  <a:lnTo>
                    <a:pt x="386" y="76"/>
                  </a:lnTo>
                  <a:lnTo>
                    <a:pt x="386" y="79"/>
                  </a:lnTo>
                  <a:lnTo>
                    <a:pt x="387" y="79"/>
                  </a:lnTo>
                  <a:lnTo>
                    <a:pt x="389" y="80"/>
                  </a:lnTo>
                  <a:lnTo>
                    <a:pt x="387" y="81"/>
                  </a:lnTo>
                  <a:lnTo>
                    <a:pt x="386" y="80"/>
                  </a:lnTo>
                  <a:lnTo>
                    <a:pt x="383" y="80"/>
                  </a:lnTo>
                  <a:lnTo>
                    <a:pt x="382" y="77"/>
                  </a:lnTo>
                  <a:lnTo>
                    <a:pt x="382" y="76"/>
                  </a:lnTo>
                  <a:lnTo>
                    <a:pt x="383" y="76"/>
                  </a:lnTo>
                  <a:lnTo>
                    <a:pt x="385" y="76"/>
                  </a:lnTo>
                  <a:close/>
                  <a:moveTo>
                    <a:pt x="38" y="75"/>
                  </a:moveTo>
                  <a:lnTo>
                    <a:pt x="41" y="76"/>
                  </a:lnTo>
                  <a:lnTo>
                    <a:pt x="41" y="77"/>
                  </a:lnTo>
                  <a:lnTo>
                    <a:pt x="38" y="80"/>
                  </a:lnTo>
                  <a:lnTo>
                    <a:pt x="37" y="77"/>
                  </a:lnTo>
                  <a:lnTo>
                    <a:pt x="38" y="75"/>
                  </a:lnTo>
                  <a:close/>
                  <a:moveTo>
                    <a:pt x="315" y="75"/>
                  </a:moveTo>
                  <a:lnTo>
                    <a:pt x="316" y="76"/>
                  </a:lnTo>
                  <a:lnTo>
                    <a:pt x="315" y="77"/>
                  </a:lnTo>
                  <a:lnTo>
                    <a:pt x="314" y="76"/>
                  </a:lnTo>
                  <a:lnTo>
                    <a:pt x="315" y="75"/>
                  </a:lnTo>
                  <a:close/>
                  <a:moveTo>
                    <a:pt x="167" y="75"/>
                  </a:moveTo>
                  <a:lnTo>
                    <a:pt x="170" y="76"/>
                  </a:lnTo>
                  <a:lnTo>
                    <a:pt x="170" y="76"/>
                  </a:lnTo>
                  <a:lnTo>
                    <a:pt x="169" y="77"/>
                  </a:lnTo>
                  <a:lnTo>
                    <a:pt x="167" y="76"/>
                  </a:lnTo>
                  <a:lnTo>
                    <a:pt x="166" y="75"/>
                  </a:lnTo>
                  <a:lnTo>
                    <a:pt x="167" y="75"/>
                  </a:lnTo>
                  <a:close/>
                  <a:moveTo>
                    <a:pt x="379" y="75"/>
                  </a:moveTo>
                  <a:lnTo>
                    <a:pt x="381" y="75"/>
                  </a:lnTo>
                  <a:lnTo>
                    <a:pt x="381" y="76"/>
                  </a:lnTo>
                  <a:lnTo>
                    <a:pt x="381" y="77"/>
                  </a:lnTo>
                  <a:lnTo>
                    <a:pt x="379" y="76"/>
                  </a:lnTo>
                  <a:lnTo>
                    <a:pt x="379" y="75"/>
                  </a:lnTo>
                  <a:close/>
                  <a:moveTo>
                    <a:pt x="318" y="75"/>
                  </a:moveTo>
                  <a:lnTo>
                    <a:pt x="318" y="76"/>
                  </a:lnTo>
                  <a:lnTo>
                    <a:pt x="315" y="75"/>
                  </a:lnTo>
                  <a:lnTo>
                    <a:pt x="318" y="75"/>
                  </a:lnTo>
                  <a:close/>
                  <a:moveTo>
                    <a:pt x="445" y="74"/>
                  </a:moveTo>
                  <a:lnTo>
                    <a:pt x="452" y="76"/>
                  </a:lnTo>
                  <a:lnTo>
                    <a:pt x="454" y="79"/>
                  </a:lnTo>
                  <a:lnTo>
                    <a:pt x="458" y="77"/>
                  </a:lnTo>
                  <a:lnTo>
                    <a:pt x="462" y="79"/>
                  </a:lnTo>
                  <a:lnTo>
                    <a:pt x="464" y="80"/>
                  </a:lnTo>
                  <a:lnTo>
                    <a:pt x="464" y="80"/>
                  </a:lnTo>
                  <a:lnTo>
                    <a:pt x="464" y="84"/>
                  </a:lnTo>
                  <a:lnTo>
                    <a:pt x="465" y="85"/>
                  </a:lnTo>
                  <a:lnTo>
                    <a:pt x="466" y="88"/>
                  </a:lnTo>
                  <a:lnTo>
                    <a:pt x="465" y="89"/>
                  </a:lnTo>
                  <a:lnTo>
                    <a:pt x="464" y="92"/>
                  </a:lnTo>
                  <a:lnTo>
                    <a:pt x="464" y="95"/>
                  </a:lnTo>
                  <a:lnTo>
                    <a:pt x="464" y="100"/>
                  </a:lnTo>
                  <a:lnTo>
                    <a:pt x="466" y="102"/>
                  </a:lnTo>
                  <a:lnTo>
                    <a:pt x="468" y="105"/>
                  </a:lnTo>
                  <a:lnTo>
                    <a:pt x="468" y="105"/>
                  </a:lnTo>
                  <a:lnTo>
                    <a:pt x="468" y="102"/>
                  </a:lnTo>
                  <a:lnTo>
                    <a:pt x="469" y="101"/>
                  </a:lnTo>
                  <a:lnTo>
                    <a:pt x="470" y="101"/>
                  </a:lnTo>
                  <a:lnTo>
                    <a:pt x="470" y="104"/>
                  </a:lnTo>
                  <a:lnTo>
                    <a:pt x="470" y="106"/>
                  </a:lnTo>
                  <a:lnTo>
                    <a:pt x="472" y="105"/>
                  </a:lnTo>
                  <a:lnTo>
                    <a:pt x="473" y="108"/>
                  </a:lnTo>
                  <a:lnTo>
                    <a:pt x="476" y="110"/>
                  </a:lnTo>
                  <a:lnTo>
                    <a:pt x="477" y="112"/>
                  </a:lnTo>
                  <a:lnTo>
                    <a:pt x="478" y="112"/>
                  </a:lnTo>
                  <a:lnTo>
                    <a:pt x="481" y="110"/>
                  </a:lnTo>
                  <a:lnTo>
                    <a:pt x="481" y="108"/>
                  </a:lnTo>
                  <a:lnTo>
                    <a:pt x="482" y="108"/>
                  </a:lnTo>
                  <a:lnTo>
                    <a:pt x="483" y="106"/>
                  </a:lnTo>
                  <a:lnTo>
                    <a:pt x="483" y="104"/>
                  </a:lnTo>
                  <a:lnTo>
                    <a:pt x="485" y="101"/>
                  </a:lnTo>
                  <a:lnTo>
                    <a:pt x="487" y="101"/>
                  </a:lnTo>
                  <a:lnTo>
                    <a:pt x="490" y="100"/>
                  </a:lnTo>
                  <a:lnTo>
                    <a:pt x="490" y="97"/>
                  </a:lnTo>
                  <a:lnTo>
                    <a:pt x="491" y="96"/>
                  </a:lnTo>
                  <a:lnTo>
                    <a:pt x="493" y="97"/>
                  </a:lnTo>
                  <a:lnTo>
                    <a:pt x="494" y="97"/>
                  </a:lnTo>
                  <a:lnTo>
                    <a:pt x="495" y="96"/>
                  </a:lnTo>
                  <a:lnTo>
                    <a:pt x="499" y="96"/>
                  </a:lnTo>
                  <a:lnTo>
                    <a:pt x="499" y="93"/>
                  </a:lnTo>
                  <a:lnTo>
                    <a:pt x="498" y="92"/>
                  </a:lnTo>
                  <a:lnTo>
                    <a:pt x="499" y="91"/>
                  </a:lnTo>
                  <a:lnTo>
                    <a:pt x="504" y="87"/>
                  </a:lnTo>
                  <a:lnTo>
                    <a:pt x="507" y="88"/>
                  </a:lnTo>
                  <a:lnTo>
                    <a:pt x="510" y="89"/>
                  </a:lnTo>
                  <a:lnTo>
                    <a:pt x="514" y="91"/>
                  </a:lnTo>
                  <a:lnTo>
                    <a:pt x="518" y="92"/>
                  </a:lnTo>
                  <a:lnTo>
                    <a:pt x="519" y="93"/>
                  </a:lnTo>
                  <a:lnTo>
                    <a:pt x="522" y="93"/>
                  </a:lnTo>
                  <a:lnTo>
                    <a:pt x="526" y="95"/>
                  </a:lnTo>
                  <a:lnTo>
                    <a:pt x="532" y="97"/>
                  </a:lnTo>
                  <a:lnTo>
                    <a:pt x="533" y="97"/>
                  </a:lnTo>
                  <a:lnTo>
                    <a:pt x="535" y="97"/>
                  </a:lnTo>
                  <a:lnTo>
                    <a:pt x="539" y="99"/>
                  </a:lnTo>
                  <a:lnTo>
                    <a:pt x="540" y="99"/>
                  </a:lnTo>
                  <a:lnTo>
                    <a:pt x="543" y="100"/>
                  </a:lnTo>
                  <a:lnTo>
                    <a:pt x="541" y="101"/>
                  </a:lnTo>
                  <a:lnTo>
                    <a:pt x="541" y="102"/>
                  </a:lnTo>
                  <a:lnTo>
                    <a:pt x="543" y="102"/>
                  </a:lnTo>
                  <a:lnTo>
                    <a:pt x="545" y="102"/>
                  </a:lnTo>
                  <a:lnTo>
                    <a:pt x="545" y="102"/>
                  </a:lnTo>
                  <a:lnTo>
                    <a:pt x="544" y="146"/>
                  </a:lnTo>
                  <a:lnTo>
                    <a:pt x="543" y="150"/>
                  </a:lnTo>
                  <a:lnTo>
                    <a:pt x="543" y="151"/>
                  </a:lnTo>
                  <a:lnTo>
                    <a:pt x="544" y="152"/>
                  </a:lnTo>
                  <a:lnTo>
                    <a:pt x="543" y="181"/>
                  </a:lnTo>
                  <a:lnTo>
                    <a:pt x="541" y="181"/>
                  </a:lnTo>
                  <a:lnTo>
                    <a:pt x="539" y="180"/>
                  </a:lnTo>
                  <a:lnTo>
                    <a:pt x="536" y="176"/>
                  </a:lnTo>
                  <a:lnTo>
                    <a:pt x="535" y="175"/>
                  </a:lnTo>
                  <a:lnTo>
                    <a:pt x="535" y="175"/>
                  </a:lnTo>
                  <a:lnTo>
                    <a:pt x="532" y="172"/>
                  </a:lnTo>
                  <a:lnTo>
                    <a:pt x="532" y="171"/>
                  </a:lnTo>
                  <a:lnTo>
                    <a:pt x="531" y="170"/>
                  </a:lnTo>
                  <a:lnTo>
                    <a:pt x="532" y="168"/>
                  </a:lnTo>
                  <a:lnTo>
                    <a:pt x="532" y="166"/>
                  </a:lnTo>
                  <a:lnTo>
                    <a:pt x="532" y="168"/>
                  </a:lnTo>
                  <a:lnTo>
                    <a:pt x="530" y="168"/>
                  </a:lnTo>
                  <a:lnTo>
                    <a:pt x="527" y="168"/>
                  </a:lnTo>
                  <a:lnTo>
                    <a:pt x="524" y="170"/>
                  </a:lnTo>
                  <a:lnTo>
                    <a:pt x="523" y="170"/>
                  </a:lnTo>
                  <a:lnTo>
                    <a:pt x="522" y="168"/>
                  </a:lnTo>
                  <a:lnTo>
                    <a:pt x="519" y="170"/>
                  </a:lnTo>
                  <a:lnTo>
                    <a:pt x="518" y="168"/>
                  </a:lnTo>
                  <a:lnTo>
                    <a:pt x="519" y="168"/>
                  </a:lnTo>
                  <a:lnTo>
                    <a:pt x="519" y="166"/>
                  </a:lnTo>
                  <a:lnTo>
                    <a:pt x="519" y="164"/>
                  </a:lnTo>
                  <a:lnTo>
                    <a:pt x="520" y="164"/>
                  </a:lnTo>
                  <a:lnTo>
                    <a:pt x="520" y="160"/>
                  </a:lnTo>
                  <a:lnTo>
                    <a:pt x="519" y="160"/>
                  </a:lnTo>
                  <a:lnTo>
                    <a:pt x="518" y="158"/>
                  </a:lnTo>
                  <a:lnTo>
                    <a:pt x="519" y="158"/>
                  </a:lnTo>
                  <a:lnTo>
                    <a:pt x="520" y="158"/>
                  </a:lnTo>
                  <a:lnTo>
                    <a:pt x="522" y="158"/>
                  </a:lnTo>
                  <a:lnTo>
                    <a:pt x="524" y="158"/>
                  </a:lnTo>
                  <a:lnTo>
                    <a:pt x="522" y="156"/>
                  </a:lnTo>
                  <a:lnTo>
                    <a:pt x="519" y="158"/>
                  </a:lnTo>
                  <a:lnTo>
                    <a:pt x="518" y="156"/>
                  </a:lnTo>
                  <a:lnTo>
                    <a:pt x="515" y="155"/>
                  </a:lnTo>
                  <a:lnTo>
                    <a:pt x="516" y="154"/>
                  </a:lnTo>
                  <a:lnTo>
                    <a:pt x="518" y="152"/>
                  </a:lnTo>
                  <a:lnTo>
                    <a:pt x="519" y="154"/>
                  </a:lnTo>
                  <a:lnTo>
                    <a:pt x="518" y="152"/>
                  </a:lnTo>
                  <a:lnTo>
                    <a:pt x="515" y="150"/>
                  </a:lnTo>
                  <a:lnTo>
                    <a:pt x="512" y="149"/>
                  </a:lnTo>
                  <a:lnTo>
                    <a:pt x="512" y="147"/>
                  </a:lnTo>
                  <a:lnTo>
                    <a:pt x="512" y="145"/>
                  </a:lnTo>
                  <a:lnTo>
                    <a:pt x="510" y="142"/>
                  </a:lnTo>
                  <a:lnTo>
                    <a:pt x="510" y="141"/>
                  </a:lnTo>
                  <a:lnTo>
                    <a:pt x="512" y="139"/>
                  </a:lnTo>
                  <a:lnTo>
                    <a:pt x="510" y="139"/>
                  </a:lnTo>
                  <a:lnTo>
                    <a:pt x="508" y="138"/>
                  </a:lnTo>
                  <a:lnTo>
                    <a:pt x="510" y="137"/>
                  </a:lnTo>
                  <a:lnTo>
                    <a:pt x="508" y="135"/>
                  </a:lnTo>
                  <a:lnTo>
                    <a:pt x="510" y="134"/>
                  </a:lnTo>
                  <a:lnTo>
                    <a:pt x="507" y="135"/>
                  </a:lnTo>
                  <a:lnTo>
                    <a:pt x="507" y="134"/>
                  </a:lnTo>
                  <a:lnTo>
                    <a:pt x="506" y="135"/>
                  </a:lnTo>
                  <a:lnTo>
                    <a:pt x="504" y="134"/>
                  </a:lnTo>
                  <a:lnTo>
                    <a:pt x="506" y="131"/>
                  </a:lnTo>
                  <a:lnTo>
                    <a:pt x="504" y="133"/>
                  </a:lnTo>
                  <a:lnTo>
                    <a:pt x="503" y="133"/>
                  </a:lnTo>
                  <a:lnTo>
                    <a:pt x="499" y="131"/>
                  </a:lnTo>
                  <a:lnTo>
                    <a:pt x="498" y="129"/>
                  </a:lnTo>
                  <a:lnTo>
                    <a:pt x="495" y="129"/>
                  </a:lnTo>
                  <a:lnTo>
                    <a:pt x="493" y="129"/>
                  </a:lnTo>
                  <a:lnTo>
                    <a:pt x="486" y="126"/>
                  </a:lnTo>
                  <a:lnTo>
                    <a:pt x="479" y="124"/>
                  </a:lnTo>
                  <a:lnTo>
                    <a:pt x="476" y="124"/>
                  </a:lnTo>
                  <a:lnTo>
                    <a:pt x="473" y="122"/>
                  </a:lnTo>
                  <a:lnTo>
                    <a:pt x="472" y="122"/>
                  </a:lnTo>
                  <a:lnTo>
                    <a:pt x="472" y="121"/>
                  </a:lnTo>
                  <a:lnTo>
                    <a:pt x="469" y="120"/>
                  </a:lnTo>
                  <a:lnTo>
                    <a:pt x="469" y="118"/>
                  </a:lnTo>
                  <a:lnTo>
                    <a:pt x="472" y="118"/>
                  </a:lnTo>
                  <a:lnTo>
                    <a:pt x="472" y="118"/>
                  </a:lnTo>
                  <a:lnTo>
                    <a:pt x="472" y="118"/>
                  </a:lnTo>
                  <a:lnTo>
                    <a:pt x="470" y="117"/>
                  </a:lnTo>
                  <a:lnTo>
                    <a:pt x="468" y="118"/>
                  </a:lnTo>
                  <a:lnTo>
                    <a:pt x="466" y="118"/>
                  </a:lnTo>
                  <a:lnTo>
                    <a:pt x="466" y="117"/>
                  </a:lnTo>
                  <a:lnTo>
                    <a:pt x="465" y="117"/>
                  </a:lnTo>
                  <a:lnTo>
                    <a:pt x="464" y="118"/>
                  </a:lnTo>
                  <a:lnTo>
                    <a:pt x="464" y="116"/>
                  </a:lnTo>
                  <a:lnTo>
                    <a:pt x="462" y="114"/>
                  </a:lnTo>
                  <a:lnTo>
                    <a:pt x="462" y="116"/>
                  </a:lnTo>
                  <a:lnTo>
                    <a:pt x="461" y="116"/>
                  </a:lnTo>
                  <a:lnTo>
                    <a:pt x="460" y="114"/>
                  </a:lnTo>
                  <a:lnTo>
                    <a:pt x="460" y="112"/>
                  </a:lnTo>
                  <a:lnTo>
                    <a:pt x="458" y="109"/>
                  </a:lnTo>
                  <a:lnTo>
                    <a:pt x="460" y="108"/>
                  </a:lnTo>
                  <a:lnTo>
                    <a:pt x="460" y="105"/>
                  </a:lnTo>
                  <a:lnTo>
                    <a:pt x="458" y="106"/>
                  </a:lnTo>
                  <a:lnTo>
                    <a:pt x="457" y="109"/>
                  </a:lnTo>
                  <a:lnTo>
                    <a:pt x="457" y="112"/>
                  </a:lnTo>
                  <a:lnTo>
                    <a:pt x="456" y="112"/>
                  </a:lnTo>
                  <a:lnTo>
                    <a:pt x="454" y="116"/>
                  </a:lnTo>
                  <a:lnTo>
                    <a:pt x="454" y="117"/>
                  </a:lnTo>
                  <a:lnTo>
                    <a:pt x="452" y="120"/>
                  </a:lnTo>
                  <a:lnTo>
                    <a:pt x="449" y="121"/>
                  </a:lnTo>
                  <a:lnTo>
                    <a:pt x="448" y="120"/>
                  </a:lnTo>
                  <a:lnTo>
                    <a:pt x="445" y="116"/>
                  </a:lnTo>
                  <a:lnTo>
                    <a:pt x="445" y="114"/>
                  </a:lnTo>
                  <a:lnTo>
                    <a:pt x="447" y="114"/>
                  </a:lnTo>
                  <a:lnTo>
                    <a:pt x="447" y="112"/>
                  </a:lnTo>
                  <a:lnTo>
                    <a:pt x="447" y="110"/>
                  </a:lnTo>
                  <a:lnTo>
                    <a:pt x="445" y="112"/>
                  </a:lnTo>
                  <a:lnTo>
                    <a:pt x="444" y="110"/>
                  </a:lnTo>
                  <a:lnTo>
                    <a:pt x="444" y="108"/>
                  </a:lnTo>
                  <a:lnTo>
                    <a:pt x="441" y="106"/>
                  </a:lnTo>
                  <a:lnTo>
                    <a:pt x="439" y="106"/>
                  </a:lnTo>
                  <a:lnTo>
                    <a:pt x="437" y="105"/>
                  </a:lnTo>
                  <a:lnTo>
                    <a:pt x="439" y="102"/>
                  </a:lnTo>
                  <a:lnTo>
                    <a:pt x="441" y="102"/>
                  </a:lnTo>
                  <a:lnTo>
                    <a:pt x="443" y="104"/>
                  </a:lnTo>
                  <a:lnTo>
                    <a:pt x="445" y="104"/>
                  </a:lnTo>
                  <a:lnTo>
                    <a:pt x="447" y="105"/>
                  </a:lnTo>
                  <a:lnTo>
                    <a:pt x="449" y="104"/>
                  </a:lnTo>
                  <a:lnTo>
                    <a:pt x="451" y="101"/>
                  </a:lnTo>
                  <a:lnTo>
                    <a:pt x="452" y="100"/>
                  </a:lnTo>
                  <a:lnTo>
                    <a:pt x="456" y="101"/>
                  </a:lnTo>
                  <a:lnTo>
                    <a:pt x="457" y="104"/>
                  </a:lnTo>
                  <a:lnTo>
                    <a:pt x="458" y="101"/>
                  </a:lnTo>
                  <a:lnTo>
                    <a:pt x="460" y="100"/>
                  </a:lnTo>
                  <a:lnTo>
                    <a:pt x="461" y="100"/>
                  </a:lnTo>
                  <a:lnTo>
                    <a:pt x="461" y="97"/>
                  </a:lnTo>
                  <a:lnTo>
                    <a:pt x="460" y="96"/>
                  </a:lnTo>
                  <a:lnTo>
                    <a:pt x="454" y="96"/>
                  </a:lnTo>
                  <a:lnTo>
                    <a:pt x="454" y="97"/>
                  </a:lnTo>
                  <a:lnTo>
                    <a:pt x="453" y="97"/>
                  </a:lnTo>
                  <a:lnTo>
                    <a:pt x="452" y="97"/>
                  </a:lnTo>
                  <a:lnTo>
                    <a:pt x="449" y="97"/>
                  </a:lnTo>
                  <a:lnTo>
                    <a:pt x="448" y="97"/>
                  </a:lnTo>
                  <a:lnTo>
                    <a:pt x="447" y="97"/>
                  </a:lnTo>
                  <a:lnTo>
                    <a:pt x="444" y="97"/>
                  </a:lnTo>
                  <a:lnTo>
                    <a:pt x="443" y="97"/>
                  </a:lnTo>
                  <a:lnTo>
                    <a:pt x="440" y="97"/>
                  </a:lnTo>
                  <a:lnTo>
                    <a:pt x="437" y="95"/>
                  </a:lnTo>
                  <a:lnTo>
                    <a:pt x="437" y="92"/>
                  </a:lnTo>
                  <a:lnTo>
                    <a:pt x="437" y="92"/>
                  </a:lnTo>
                  <a:lnTo>
                    <a:pt x="436" y="89"/>
                  </a:lnTo>
                  <a:lnTo>
                    <a:pt x="433" y="88"/>
                  </a:lnTo>
                  <a:lnTo>
                    <a:pt x="432" y="87"/>
                  </a:lnTo>
                  <a:lnTo>
                    <a:pt x="431" y="87"/>
                  </a:lnTo>
                  <a:lnTo>
                    <a:pt x="429" y="88"/>
                  </a:lnTo>
                  <a:lnTo>
                    <a:pt x="427" y="88"/>
                  </a:lnTo>
                  <a:lnTo>
                    <a:pt x="427" y="87"/>
                  </a:lnTo>
                  <a:lnTo>
                    <a:pt x="429" y="84"/>
                  </a:lnTo>
                  <a:lnTo>
                    <a:pt x="429" y="83"/>
                  </a:lnTo>
                  <a:lnTo>
                    <a:pt x="429" y="81"/>
                  </a:lnTo>
                  <a:lnTo>
                    <a:pt x="431" y="80"/>
                  </a:lnTo>
                  <a:lnTo>
                    <a:pt x="433" y="80"/>
                  </a:lnTo>
                  <a:lnTo>
                    <a:pt x="436" y="77"/>
                  </a:lnTo>
                  <a:lnTo>
                    <a:pt x="437" y="77"/>
                  </a:lnTo>
                  <a:lnTo>
                    <a:pt x="440" y="75"/>
                  </a:lnTo>
                  <a:lnTo>
                    <a:pt x="441" y="74"/>
                  </a:lnTo>
                  <a:lnTo>
                    <a:pt x="445" y="74"/>
                  </a:lnTo>
                  <a:close/>
                  <a:moveTo>
                    <a:pt x="113" y="71"/>
                  </a:moveTo>
                  <a:lnTo>
                    <a:pt x="115" y="72"/>
                  </a:lnTo>
                  <a:lnTo>
                    <a:pt x="119" y="75"/>
                  </a:lnTo>
                  <a:lnTo>
                    <a:pt x="117" y="76"/>
                  </a:lnTo>
                  <a:lnTo>
                    <a:pt x="115" y="75"/>
                  </a:lnTo>
                  <a:lnTo>
                    <a:pt x="113" y="75"/>
                  </a:lnTo>
                  <a:lnTo>
                    <a:pt x="112" y="74"/>
                  </a:lnTo>
                  <a:lnTo>
                    <a:pt x="113" y="71"/>
                  </a:lnTo>
                  <a:close/>
                  <a:moveTo>
                    <a:pt x="424" y="71"/>
                  </a:moveTo>
                  <a:lnTo>
                    <a:pt x="428" y="71"/>
                  </a:lnTo>
                  <a:lnTo>
                    <a:pt x="431" y="72"/>
                  </a:lnTo>
                  <a:lnTo>
                    <a:pt x="432" y="74"/>
                  </a:lnTo>
                  <a:lnTo>
                    <a:pt x="429" y="75"/>
                  </a:lnTo>
                  <a:lnTo>
                    <a:pt x="428" y="74"/>
                  </a:lnTo>
                  <a:lnTo>
                    <a:pt x="424" y="72"/>
                  </a:lnTo>
                  <a:lnTo>
                    <a:pt x="424" y="72"/>
                  </a:lnTo>
                  <a:lnTo>
                    <a:pt x="424" y="72"/>
                  </a:lnTo>
                  <a:lnTo>
                    <a:pt x="425" y="74"/>
                  </a:lnTo>
                  <a:lnTo>
                    <a:pt x="425" y="75"/>
                  </a:lnTo>
                  <a:lnTo>
                    <a:pt x="424" y="75"/>
                  </a:lnTo>
                  <a:lnTo>
                    <a:pt x="422" y="74"/>
                  </a:lnTo>
                  <a:lnTo>
                    <a:pt x="419" y="74"/>
                  </a:lnTo>
                  <a:lnTo>
                    <a:pt x="420" y="74"/>
                  </a:lnTo>
                  <a:lnTo>
                    <a:pt x="419" y="72"/>
                  </a:lnTo>
                  <a:lnTo>
                    <a:pt x="420" y="72"/>
                  </a:lnTo>
                  <a:lnTo>
                    <a:pt x="423" y="72"/>
                  </a:lnTo>
                  <a:lnTo>
                    <a:pt x="424" y="71"/>
                  </a:lnTo>
                  <a:close/>
                  <a:moveTo>
                    <a:pt x="404" y="70"/>
                  </a:moveTo>
                  <a:lnTo>
                    <a:pt x="408" y="71"/>
                  </a:lnTo>
                  <a:lnTo>
                    <a:pt x="410" y="72"/>
                  </a:lnTo>
                  <a:lnTo>
                    <a:pt x="406" y="71"/>
                  </a:lnTo>
                  <a:lnTo>
                    <a:pt x="404" y="70"/>
                  </a:lnTo>
                  <a:close/>
                  <a:moveTo>
                    <a:pt x="41" y="67"/>
                  </a:moveTo>
                  <a:lnTo>
                    <a:pt x="44" y="68"/>
                  </a:lnTo>
                  <a:lnTo>
                    <a:pt x="44" y="70"/>
                  </a:lnTo>
                  <a:lnTo>
                    <a:pt x="42" y="70"/>
                  </a:lnTo>
                  <a:lnTo>
                    <a:pt x="40" y="70"/>
                  </a:lnTo>
                  <a:lnTo>
                    <a:pt x="41" y="67"/>
                  </a:lnTo>
                  <a:close/>
                  <a:moveTo>
                    <a:pt x="90" y="55"/>
                  </a:moveTo>
                  <a:lnTo>
                    <a:pt x="92" y="56"/>
                  </a:lnTo>
                  <a:lnTo>
                    <a:pt x="95" y="58"/>
                  </a:lnTo>
                  <a:lnTo>
                    <a:pt x="96" y="62"/>
                  </a:lnTo>
                  <a:lnTo>
                    <a:pt x="95" y="63"/>
                  </a:lnTo>
                  <a:lnTo>
                    <a:pt x="92" y="62"/>
                  </a:lnTo>
                  <a:lnTo>
                    <a:pt x="88" y="60"/>
                  </a:lnTo>
                  <a:lnTo>
                    <a:pt x="87" y="58"/>
                  </a:lnTo>
                  <a:lnTo>
                    <a:pt x="90" y="55"/>
                  </a:lnTo>
                  <a:close/>
                  <a:moveTo>
                    <a:pt x="108" y="54"/>
                  </a:moveTo>
                  <a:lnTo>
                    <a:pt x="108" y="56"/>
                  </a:lnTo>
                  <a:lnTo>
                    <a:pt x="107" y="58"/>
                  </a:lnTo>
                  <a:lnTo>
                    <a:pt x="104" y="58"/>
                  </a:lnTo>
                  <a:lnTo>
                    <a:pt x="108" y="54"/>
                  </a:lnTo>
                  <a:close/>
                  <a:moveTo>
                    <a:pt x="115" y="54"/>
                  </a:moveTo>
                  <a:lnTo>
                    <a:pt x="113" y="56"/>
                  </a:lnTo>
                  <a:lnTo>
                    <a:pt x="115" y="56"/>
                  </a:lnTo>
                  <a:lnTo>
                    <a:pt x="113" y="60"/>
                  </a:lnTo>
                  <a:lnTo>
                    <a:pt x="112" y="62"/>
                  </a:lnTo>
                  <a:lnTo>
                    <a:pt x="112" y="58"/>
                  </a:lnTo>
                  <a:lnTo>
                    <a:pt x="109" y="58"/>
                  </a:lnTo>
                  <a:lnTo>
                    <a:pt x="111" y="55"/>
                  </a:lnTo>
                  <a:lnTo>
                    <a:pt x="112" y="55"/>
                  </a:lnTo>
                  <a:lnTo>
                    <a:pt x="113" y="54"/>
                  </a:lnTo>
                  <a:lnTo>
                    <a:pt x="115" y="54"/>
                  </a:lnTo>
                  <a:close/>
                  <a:moveTo>
                    <a:pt x="27" y="51"/>
                  </a:moveTo>
                  <a:lnTo>
                    <a:pt x="28" y="52"/>
                  </a:lnTo>
                  <a:lnTo>
                    <a:pt x="30" y="55"/>
                  </a:lnTo>
                  <a:lnTo>
                    <a:pt x="33" y="58"/>
                  </a:lnTo>
                  <a:lnTo>
                    <a:pt x="32" y="59"/>
                  </a:lnTo>
                  <a:lnTo>
                    <a:pt x="32" y="63"/>
                  </a:lnTo>
                  <a:lnTo>
                    <a:pt x="30" y="63"/>
                  </a:lnTo>
                  <a:lnTo>
                    <a:pt x="28" y="59"/>
                  </a:lnTo>
                  <a:lnTo>
                    <a:pt x="27" y="59"/>
                  </a:lnTo>
                  <a:lnTo>
                    <a:pt x="27" y="56"/>
                  </a:lnTo>
                  <a:lnTo>
                    <a:pt x="23" y="52"/>
                  </a:lnTo>
                  <a:lnTo>
                    <a:pt x="25" y="52"/>
                  </a:lnTo>
                  <a:lnTo>
                    <a:pt x="27" y="51"/>
                  </a:lnTo>
                  <a:close/>
                  <a:moveTo>
                    <a:pt x="84" y="51"/>
                  </a:moveTo>
                  <a:lnTo>
                    <a:pt x="87" y="52"/>
                  </a:lnTo>
                  <a:lnTo>
                    <a:pt x="88" y="55"/>
                  </a:lnTo>
                  <a:lnTo>
                    <a:pt x="87" y="58"/>
                  </a:lnTo>
                  <a:lnTo>
                    <a:pt x="86" y="56"/>
                  </a:lnTo>
                  <a:lnTo>
                    <a:pt x="83" y="51"/>
                  </a:lnTo>
                  <a:lnTo>
                    <a:pt x="84" y="51"/>
                  </a:lnTo>
                  <a:close/>
                  <a:moveTo>
                    <a:pt x="353" y="50"/>
                  </a:moveTo>
                  <a:lnTo>
                    <a:pt x="357" y="51"/>
                  </a:lnTo>
                  <a:lnTo>
                    <a:pt x="357" y="52"/>
                  </a:lnTo>
                  <a:lnTo>
                    <a:pt x="358" y="54"/>
                  </a:lnTo>
                  <a:lnTo>
                    <a:pt x="357" y="54"/>
                  </a:lnTo>
                  <a:lnTo>
                    <a:pt x="356" y="56"/>
                  </a:lnTo>
                  <a:lnTo>
                    <a:pt x="354" y="58"/>
                  </a:lnTo>
                  <a:lnTo>
                    <a:pt x="353" y="59"/>
                  </a:lnTo>
                  <a:lnTo>
                    <a:pt x="352" y="60"/>
                  </a:lnTo>
                  <a:lnTo>
                    <a:pt x="350" y="60"/>
                  </a:lnTo>
                  <a:lnTo>
                    <a:pt x="349" y="63"/>
                  </a:lnTo>
                  <a:lnTo>
                    <a:pt x="345" y="66"/>
                  </a:lnTo>
                  <a:lnTo>
                    <a:pt x="337" y="67"/>
                  </a:lnTo>
                  <a:lnTo>
                    <a:pt x="335" y="67"/>
                  </a:lnTo>
                  <a:lnTo>
                    <a:pt x="333" y="66"/>
                  </a:lnTo>
                  <a:lnTo>
                    <a:pt x="332" y="64"/>
                  </a:lnTo>
                  <a:lnTo>
                    <a:pt x="329" y="64"/>
                  </a:lnTo>
                  <a:lnTo>
                    <a:pt x="328" y="66"/>
                  </a:lnTo>
                  <a:lnTo>
                    <a:pt x="325" y="66"/>
                  </a:lnTo>
                  <a:lnTo>
                    <a:pt x="320" y="64"/>
                  </a:lnTo>
                  <a:lnTo>
                    <a:pt x="319" y="66"/>
                  </a:lnTo>
                  <a:lnTo>
                    <a:pt x="318" y="66"/>
                  </a:lnTo>
                  <a:lnTo>
                    <a:pt x="316" y="64"/>
                  </a:lnTo>
                  <a:lnTo>
                    <a:pt x="314" y="64"/>
                  </a:lnTo>
                  <a:lnTo>
                    <a:pt x="308" y="66"/>
                  </a:lnTo>
                  <a:lnTo>
                    <a:pt x="304" y="66"/>
                  </a:lnTo>
                  <a:lnTo>
                    <a:pt x="302" y="64"/>
                  </a:lnTo>
                  <a:lnTo>
                    <a:pt x="299" y="66"/>
                  </a:lnTo>
                  <a:lnTo>
                    <a:pt x="296" y="67"/>
                  </a:lnTo>
                  <a:lnTo>
                    <a:pt x="295" y="72"/>
                  </a:lnTo>
                  <a:lnTo>
                    <a:pt x="295" y="76"/>
                  </a:lnTo>
                  <a:lnTo>
                    <a:pt x="296" y="80"/>
                  </a:lnTo>
                  <a:lnTo>
                    <a:pt x="299" y="83"/>
                  </a:lnTo>
                  <a:lnTo>
                    <a:pt x="302" y="87"/>
                  </a:lnTo>
                  <a:lnTo>
                    <a:pt x="303" y="88"/>
                  </a:lnTo>
                  <a:lnTo>
                    <a:pt x="306" y="88"/>
                  </a:lnTo>
                  <a:lnTo>
                    <a:pt x="308" y="87"/>
                  </a:lnTo>
                  <a:lnTo>
                    <a:pt x="310" y="83"/>
                  </a:lnTo>
                  <a:lnTo>
                    <a:pt x="312" y="80"/>
                  </a:lnTo>
                  <a:lnTo>
                    <a:pt x="314" y="80"/>
                  </a:lnTo>
                  <a:lnTo>
                    <a:pt x="316" y="81"/>
                  </a:lnTo>
                  <a:lnTo>
                    <a:pt x="318" y="81"/>
                  </a:lnTo>
                  <a:lnTo>
                    <a:pt x="320" y="81"/>
                  </a:lnTo>
                  <a:lnTo>
                    <a:pt x="321" y="80"/>
                  </a:lnTo>
                  <a:lnTo>
                    <a:pt x="324" y="79"/>
                  </a:lnTo>
                  <a:lnTo>
                    <a:pt x="327" y="79"/>
                  </a:lnTo>
                  <a:lnTo>
                    <a:pt x="329" y="77"/>
                  </a:lnTo>
                  <a:lnTo>
                    <a:pt x="335" y="77"/>
                  </a:lnTo>
                  <a:lnTo>
                    <a:pt x="337" y="77"/>
                  </a:lnTo>
                  <a:lnTo>
                    <a:pt x="337" y="80"/>
                  </a:lnTo>
                  <a:lnTo>
                    <a:pt x="335" y="83"/>
                  </a:lnTo>
                  <a:lnTo>
                    <a:pt x="333" y="83"/>
                  </a:lnTo>
                  <a:lnTo>
                    <a:pt x="332" y="81"/>
                  </a:lnTo>
                  <a:lnTo>
                    <a:pt x="329" y="81"/>
                  </a:lnTo>
                  <a:lnTo>
                    <a:pt x="329" y="83"/>
                  </a:lnTo>
                  <a:lnTo>
                    <a:pt x="327" y="84"/>
                  </a:lnTo>
                  <a:lnTo>
                    <a:pt x="325" y="87"/>
                  </a:lnTo>
                  <a:lnTo>
                    <a:pt x="321" y="89"/>
                  </a:lnTo>
                  <a:lnTo>
                    <a:pt x="318" y="92"/>
                  </a:lnTo>
                  <a:lnTo>
                    <a:pt x="316" y="93"/>
                  </a:lnTo>
                  <a:lnTo>
                    <a:pt x="315" y="95"/>
                  </a:lnTo>
                  <a:lnTo>
                    <a:pt x="312" y="95"/>
                  </a:lnTo>
                  <a:lnTo>
                    <a:pt x="312" y="93"/>
                  </a:lnTo>
                  <a:lnTo>
                    <a:pt x="311" y="93"/>
                  </a:lnTo>
                  <a:lnTo>
                    <a:pt x="311" y="95"/>
                  </a:lnTo>
                  <a:lnTo>
                    <a:pt x="312" y="96"/>
                  </a:lnTo>
                  <a:lnTo>
                    <a:pt x="314" y="97"/>
                  </a:lnTo>
                  <a:lnTo>
                    <a:pt x="318" y="101"/>
                  </a:lnTo>
                  <a:lnTo>
                    <a:pt x="318" y="104"/>
                  </a:lnTo>
                  <a:lnTo>
                    <a:pt x="319" y="104"/>
                  </a:lnTo>
                  <a:lnTo>
                    <a:pt x="321" y="105"/>
                  </a:lnTo>
                  <a:lnTo>
                    <a:pt x="321" y="106"/>
                  </a:lnTo>
                  <a:lnTo>
                    <a:pt x="320" y="108"/>
                  </a:lnTo>
                  <a:lnTo>
                    <a:pt x="323" y="108"/>
                  </a:lnTo>
                  <a:lnTo>
                    <a:pt x="323" y="109"/>
                  </a:lnTo>
                  <a:lnTo>
                    <a:pt x="323" y="110"/>
                  </a:lnTo>
                  <a:lnTo>
                    <a:pt x="321" y="110"/>
                  </a:lnTo>
                  <a:lnTo>
                    <a:pt x="323" y="112"/>
                  </a:lnTo>
                  <a:lnTo>
                    <a:pt x="321" y="112"/>
                  </a:lnTo>
                  <a:lnTo>
                    <a:pt x="321" y="113"/>
                  </a:lnTo>
                  <a:lnTo>
                    <a:pt x="320" y="114"/>
                  </a:lnTo>
                  <a:lnTo>
                    <a:pt x="320" y="116"/>
                  </a:lnTo>
                  <a:lnTo>
                    <a:pt x="323" y="116"/>
                  </a:lnTo>
                  <a:lnTo>
                    <a:pt x="323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8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3" y="120"/>
                  </a:lnTo>
                  <a:lnTo>
                    <a:pt x="333" y="121"/>
                  </a:lnTo>
                  <a:lnTo>
                    <a:pt x="332" y="122"/>
                  </a:lnTo>
                  <a:lnTo>
                    <a:pt x="331" y="122"/>
                  </a:lnTo>
                  <a:lnTo>
                    <a:pt x="329" y="122"/>
                  </a:lnTo>
                  <a:lnTo>
                    <a:pt x="328" y="124"/>
                  </a:lnTo>
                  <a:lnTo>
                    <a:pt x="325" y="124"/>
                  </a:lnTo>
                  <a:lnTo>
                    <a:pt x="323" y="125"/>
                  </a:lnTo>
                  <a:lnTo>
                    <a:pt x="320" y="125"/>
                  </a:lnTo>
                  <a:lnTo>
                    <a:pt x="318" y="127"/>
                  </a:lnTo>
                  <a:lnTo>
                    <a:pt x="319" y="129"/>
                  </a:lnTo>
                  <a:lnTo>
                    <a:pt x="319" y="130"/>
                  </a:lnTo>
                  <a:lnTo>
                    <a:pt x="318" y="130"/>
                  </a:lnTo>
                  <a:lnTo>
                    <a:pt x="315" y="129"/>
                  </a:lnTo>
                  <a:lnTo>
                    <a:pt x="314" y="129"/>
                  </a:lnTo>
                  <a:lnTo>
                    <a:pt x="311" y="129"/>
                  </a:lnTo>
                  <a:lnTo>
                    <a:pt x="311" y="126"/>
                  </a:lnTo>
                  <a:lnTo>
                    <a:pt x="311" y="122"/>
                  </a:lnTo>
                  <a:lnTo>
                    <a:pt x="312" y="122"/>
                  </a:lnTo>
                  <a:lnTo>
                    <a:pt x="311" y="120"/>
                  </a:lnTo>
                  <a:lnTo>
                    <a:pt x="308" y="118"/>
                  </a:lnTo>
                  <a:lnTo>
                    <a:pt x="307" y="117"/>
                  </a:lnTo>
                  <a:lnTo>
                    <a:pt x="306" y="116"/>
                  </a:lnTo>
                  <a:lnTo>
                    <a:pt x="304" y="114"/>
                  </a:lnTo>
                  <a:lnTo>
                    <a:pt x="304" y="112"/>
                  </a:lnTo>
                  <a:lnTo>
                    <a:pt x="307" y="109"/>
                  </a:lnTo>
                  <a:lnTo>
                    <a:pt x="307" y="108"/>
                  </a:lnTo>
                  <a:lnTo>
                    <a:pt x="306" y="105"/>
                  </a:lnTo>
                  <a:lnTo>
                    <a:pt x="306" y="104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0" y="105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299" y="109"/>
                  </a:lnTo>
                  <a:lnTo>
                    <a:pt x="300" y="113"/>
                  </a:lnTo>
                  <a:lnTo>
                    <a:pt x="299" y="116"/>
                  </a:lnTo>
                  <a:lnTo>
                    <a:pt x="296" y="120"/>
                  </a:lnTo>
                  <a:lnTo>
                    <a:pt x="298" y="121"/>
                  </a:lnTo>
                  <a:lnTo>
                    <a:pt x="298" y="125"/>
                  </a:lnTo>
                  <a:lnTo>
                    <a:pt x="298" y="129"/>
                  </a:lnTo>
                  <a:lnTo>
                    <a:pt x="296" y="130"/>
                  </a:lnTo>
                  <a:lnTo>
                    <a:pt x="296" y="133"/>
                  </a:lnTo>
                  <a:lnTo>
                    <a:pt x="298" y="134"/>
                  </a:lnTo>
                  <a:lnTo>
                    <a:pt x="299" y="137"/>
                  </a:lnTo>
                  <a:lnTo>
                    <a:pt x="298" y="139"/>
                  </a:lnTo>
                  <a:lnTo>
                    <a:pt x="296" y="138"/>
                  </a:lnTo>
                  <a:lnTo>
                    <a:pt x="295" y="138"/>
                  </a:lnTo>
                  <a:lnTo>
                    <a:pt x="292" y="138"/>
                  </a:lnTo>
                  <a:lnTo>
                    <a:pt x="291" y="139"/>
                  </a:lnTo>
                  <a:lnTo>
                    <a:pt x="289" y="139"/>
                  </a:lnTo>
                  <a:lnTo>
                    <a:pt x="287" y="138"/>
                  </a:lnTo>
                  <a:lnTo>
                    <a:pt x="286" y="138"/>
                  </a:lnTo>
                  <a:lnTo>
                    <a:pt x="286" y="134"/>
                  </a:lnTo>
                  <a:lnTo>
                    <a:pt x="286" y="129"/>
                  </a:lnTo>
                  <a:lnTo>
                    <a:pt x="287" y="126"/>
                  </a:lnTo>
                  <a:lnTo>
                    <a:pt x="289" y="124"/>
                  </a:lnTo>
                  <a:lnTo>
                    <a:pt x="290" y="122"/>
                  </a:lnTo>
                  <a:lnTo>
                    <a:pt x="287" y="117"/>
                  </a:lnTo>
                  <a:lnTo>
                    <a:pt x="286" y="113"/>
                  </a:lnTo>
                  <a:lnTo>
                    <a:pt x="285" y="113"/>
                  </a:lnTo>
                  <a:lnTo>
                    <a:pt x="283" y="114"/>
                  </a:lnTo>
                  <a:lnTo>
                    <a:pt x="282" y="114"/>
                  </a:lnTo>
                  <a:lnTo>
                    <a:pt x="281" y="114"/>
                  </a:lnTo>
                  <a:lnTo>
                    <a:pt x="281" y="112"/>
                  </a:lnTo>
                  <a:lnTo>
                    <a:pt x="278" y="108"/>
                  </a:lnTo>
                  <a:lnTo>
                    <a:pt x="279" y="106"/>
                  </a:lnTo>
                  <a:lnTo>
                    <a:pt x="279" y="106"/>
                  </a:lnTo>
                  <a:lnTo>
                    <a:pt x="281" y="102"/>
                  </a:lnTo>
                  <a:lnTo>
                    <a:pt x="283" y="101"/>
                  </a:lnTo>
                  <a:lnTo>
                    <a:pt x="283" y="97"/>
                  </a:lnTo>
                  <a:lnTo>
                    <a:pt x="285" y="97"/>
                  </a:lnTo>
                  <a:lnTo>
                    <a:pt x="285" y="95"/>
                  </a:lnTo>
                  <a:lnTo>
                    <a:pt x="285" y="95"/>
                  </a:lnTo>
                  <a:lnTo>
                    <a:pt x="285" y="89"/>
                  </a:lnTo>
                  <a:lnTo>
                    <a:pt x="286" y="87"/>
                  </a:lnTo>
                  <a:lnTo>
                    <a:pt x="285" y="84"/>
                  </a:lnTo>
                  <a:lnTo>
                    <a:pt x="286" y="83"/>
                  </a:lnTo>
                  <a:lnTo>
                    <a:pt x="287" y="81"/>
                  </a:lnTo>
                  <a:lnTo>
                    <a:pt x="289" y="79"/>
                  </a:lnTo>
                  <a:lnTo>
                    <a:pt x="290" y="79"/>
                  </a:lnTo>
                  <a:lnTo>
                    <a:pt x="291" y="80"/>
                  </a:lnTo>
                  <a:lnTo>
                    <a:pt x="292" y="81"/>
                  </a:lnTo>
                  <a:lnTo>
                    <a:pt x="291" y="80"/>
                  </a:lnTo>
                  <a:lnTo>
                    <a:pt x="291" y="77"/>
                  </a:lnTo>
                  <a:lnTo>
                    <a:pt x="291" y="75"/>
                  </a:lnTo>
                  <a:lnTo>
                    <a:pt x="291" y="71"/>
                  </a:lnTo>
                  <a:lnTo>
                    <a:pt x="291" y="70"/>
                  </a:lnTo>
                  <a:lnTo>
                    <a:pt x="291" y="66"/>
                  </a:lnTo>
                  <a:lnTo>
                    <a:pt x="294" y="63"/>
                  </a:lnTo>
                  <a:lnTo>
                    <a:pt x="294" y="63"/>
                  </a:lnTo>
                  <a:lnTo>
                    <a:pt x="295" y="62"/>
                  </a:lnTo>
                  <a:lnTo>
                    <a:pt x="298" y="60"/>
                  </a:lnTo>
                  <a:lnTo>
                    <a:pt x="300" y="62"/>
                  </a:lnTo>
                  <a:lnTo>
                    <a:pt x="302" y="60"/>
                  </a:lnTo>
                  <a:lnTo>
                    <a:pt x="303" y="58"/>
                  </a:lnTo>
                  <a:lnTo>
                    <a:pt x="304" y="56"/>
                  </a:lnTo>
                  <a:lnTo>
                    <a:pt x="304" y="54"/>
                  </a:lnTo>
                  <a:lnTo>
                    <a:pt x="307" y="54"/>
                  </a:lnTo>
                  <a:lnTo>
                    <a:pt x="311" y="55"/>
                  </a:lnTo>
                  <a:lnTo>
                    <a:pt x="312" y="56"/>
                  </a:lnTo>
                  <a:lnTo>
                    <a:pt x="315" y="58"/>
                  </a:lnTo>
                  <a:lnTo>
                    <a:pt x="316" y="56"/>
                  </a:lnTo>
                  <a:lnTo>
                    <a:pt x="319" y="58"/>
                  </a:lnTo>
                  <a:lnTo>
                    <a:pt x="321" y="58"/>
                  </a:lnTo>
                  <a:lnTo>
                    <a:pt x="324" y="58"/>
                  </a:lnTo>
                  <a:lnTo>
                    <a:pt x="325" y="58"/>
                  </a:lnTo>
                  <a:lnTo>
                    <a:pt x="328" y="60"/>
                  </a:lnTo>
                  <a:lnTo>
                    <a:pt x="329" y="60"/>
                  </a:lnTo>
                  <a:lnTo>
                    <a:pt x="329" y="59"/>
                  </a:lnTo>
                  <a:lnTo>
                    <a:pt x="335" y="59"/>
                  </a:lnTo>
                  <a:lnTo>
                    <a:pt x="340" y="60"/>
                  </a:lnTo>
                  <a:lnTo>
                    <a:pt x="343" y="59"/>
                  </a:lnTo>
                  <a:lnTo>
                    <a:pt x="344" y="58"/>
                  </a:lnTo>
                  <a:lnTo>
                    <a:pt x="346" y="58"/>
                  </a:lnTo>
                  <a:lnTo>
                    <a:pt x="348" y="55"/>
                  </a:lnTo>
                  <a:lnTo>
                    <a:pt x="349" y="55"/>
                  </a:lnTo>
                  <a:lnTo>
                    <a:pt x="350" y="54"/>
                  </a:lnTo>
                  <a:lnTo>
                    <a:pt x="350" y="51"/>
                  </a:lnTo>
                  <a:lnTo>
                    <a:pt x="353" y="50"/>
                  </a:lnTo>
                  <a:close/>
                  <a:moveTo>
                    <a:pt x="78" y="45"/>
                  </a:moveTo>
                  <a:lnTo>
                    <a:pt x="80" y="47"/>
                  </a:lnTo>
                  <a:lnTo>
                    <a:pt x="78" y="49"/>
                  </a:lnTo>
                  <a:lnTo>
                    <a:pt x="75" y="50"/>
                  </a:lnTo>
                  <a:lnTo>
                    <a:pt x="74" y="46"/>
                  </a:lnTo>
                  <a:lnTo>
                    <a:pt x="77" y="46"/>
                  </a:lnTo>
                  <a:lnTo>
                    <a:pt x="78" y="45"/>
                  </a:lnTo>
                  <a:close/>
                  <a:moveTo>
                    <a:pt x="25" y="43"/>
                  </a:moveTo>
                  <a:lnTo>
                    <a:pt x="25" y="45"/>
                  </a:lnTo>
                  <a:lnTo>
                    <a:pt x="23" y="45"/>
                  </a:lnTo>
                  <a:lnTo>
                    <a:pt x="25" y="43"/>
                  </a:lnTo>
                  <a:close/>
                  <a:moveTo>
                    <a:pt x="390" y="43"/>
                  </a:moveTo>
                  <a:lnTo>
                    <a:pt x="390" y="45"/>
                  </a:lnTo>
                  <a:lnTo>
                    <a:pt x="389" y="47"/>
                  </a:lnTo>
                  <a:lnTo>
                    <a:pt x="389" y="49"/>
                  </a:lnTo>
                  <a:lnTo>
                    <a:pt x="391" y="49"/>
                  </a:lnTo>
                  <a:lnTo>
                    <a:pt x="391" y="52"/>
                  </a:lnTo>
                  <a:lnTo>
                    <a:pt x="390" y="55"/>
                  </a:lnTo>
                  <a:lnTo>
                    <a:pt x="389" y="55"/>
                  </a:lnTo>
                  <a:lnTo>
                    <a:pt x="386" y="58"/>
                  </a:lnTo>
                  <a:lnTo>
                    <a:pt x="387" y="59"/>
                  </a:lnTo>
                  <a:lnTo>
                    <a:pt x="389" y="59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3" y="55"/>
                  </a:lnTo>
                  <a:lnTo>
                    <a:pt x="391" y="55"/>
                  </a:lnTo>
                  <a:lnTo>
                    <a:pt x="391" y="52"/>
                  </a:lnTo>
                  <a:lnTo>
                    <a:pt x="395" y="51"/>
                  </a:lnTo>
                  <a:lnTo>
                    <a:pt x="399" y="50"/>
                  </a:lnTo>
                  <a:lnTo>
                    <a:pt x="400" y="51"/>
                  </a:lnTo>
                  <a:lnTo>
                    <a:pt x="400" y="52"/>
                  </a:lnTo>
                  <a:lnTo>
                    <a:pt x="399" y="58"/>
                  </a:lnTo>
                  <a:lnTo>
                    <a:pt x="395" y="59"/>
                  </a:lnTo>
                  <a:lnTo>
                    <a:pt x="393" y="60"/>
                  </a:lnTo>
                  <a:lnTo>
                    <a:pt x="394" y="62"/>
                  </a:lnTo>
                  <a:lnTo>
                    <a:pt x="395" y="62"/>
                  </a:lnTo>
                  <a:lnTo>
                    <a:pt x="399" y="64"/>
                  </a:lnTo>
                  <a:lnTo>
                    <a:pt x="399" y="66"/>
                  </a:lnTo>
                  <a:lnTo>
                    <a:pt x="400" y="67"/>
                  </a:lnTo>
                  <a:lnTo>
                    <a:pt x="398" y="67"/>
                  </a:lnTo>
                  <a:lnTo>
                    <a:pt x="397" y="66"/>
                  </a:lnTo>
                  <a:lnTo>
                    <a:pt x="393" y="66"/>
                  </a:lnTo>
                  <a:lnTo>
                    <a:pt x="390" y="66"/>
                  </a:lnTo>
                  <a:lnTo>
                    <a:pt x="389" y="66"/>
                  </a:lnTo>
                  <a:lnTo>
                    <a:pt x="389" y="70"/>
                  </a:lnTo>
                  <a:lnTo>
                    <a:pt x="390" y="74"/>
                  </a:lnTo>
                  <a:lnTo>
                    <a:pt x="391" y="77"/>
                  </a:lnTo>
                  <a:lnTo>
                    <a:pt x="395" y="80"/>
                  </a:lnTo>
                  <a:lnTo>
                    <a:pt x="395" y="81"/>
                  </a:lnTo>
                  <a:lnTo>
                    <a:pt x="394" y="81"/>
                  </a:lnTo>
                  <a:lnTo>
                    <a:pt x="394" y="83"/>
                  </a:lnTo>
                  <a:lnTo>
                    <a:pt x="394" y="81"/>
                  </a:lnTo>
                  <a:lnTo>
                    <a:pt x="391" y="80"/>
                  </a:lnTo>
                  <a:lnTo>
                    <a:pt x="390" y="76"/>
                  </a:lnTo>
                  <a:lnTo>
                    <a:pt x="387" y="75"/>
                  </a:lnTo>
                  <a:lnTo>
                    <a:pt x="386" y="72"/>
                  </a:lnTo>
                  <a:lnTo>
                    <a:pt x="387" y="70"/>
                  </a:lnTo>
                  <a:lnTo>
                    <a:pt x="386" y="68"/>
                  </a:lnTo>
                  <a:lnTo>
                    <a:pt x="386" y="67"/>
                  </a:lnTo>
                  <a:lnTo>
                    <a:pt x="385" y="64"/>
                  </a:lnTo>
                  <a:lnTo>
                    <a:pt x="385" y="63"/>
                  </a:lnTo>
                  <a:lnTo>
                    <a:pt x="386" y="62"/>
                  </a:lnTo>
                  <a:lnTo>
                    <a:pt x="385" y="59"/>
                  </a:lnTo>
                  <a:lnTo>
                    <a:pt x="383" y="56"/>
                  </a:lnTo>
                  <a:lnTo>
                    <a:pt x="383" y="54"/>
                  </a:lnTo>
                  <a:lnTo>
                    <a:pt x="385" y="52"/>
                  </a:lnTo>
                  <a:lnTo>
                    <a:pt x="385" y="50"/>
                  </a:lnTo>
                  <a:lnTo>
                    <a:pt x="386" y="47"/>
                  </a:lnTo>
                  <a:lnTo>
                    <a:pt x="390" y="43"/>
                  </a:lnTo>
                  <a:lnTo>
                    <a:pt x="390" y="43"/>
                  </a:lnTo>
                  <a:close/>
                  <a:moveTo>
                    <a:pt x="397" y="41"/>
                  </a:moveTo>
                  <a:lnTo>
                    <a:pt x="398" y="42"/>
                  </a:lnTo>
                  <a:lnTo>
                    <a:pt x="398" y="43"/>
                  </a:lnTo>
                  <a:lnTo>
                    <a:pt x="397" y="45"/>
                  </a:lnTo>
                  <a:lnTo>
                    <a:pt x="395" y="45"/>
                  </a:lnTo>
                  <a:lnTo>
                    <a:pt x="394" y="46"/>
                  </a:lnTo>
                  <a:lnTo>
                    <a:pt x="393" y="42"/>
                  </a:lnTo>
                  <a:lnTo>
                    <a:pt x="395" y="42"/>
                  </a:lnTo>
                  <a:lnTo>
                    <a:pt x="397" y="41"/>
                  </a:lnTo>
                  <a:close/>
                  <a:moveTo>
                    <a:pt x="7" y="34"/>
                  </a:moveTo>
                  <a:lnTo>
                    <a:pt x="8" y="35"/>
                  </a:lnTo>
                  <a:lnTo>
                    <a:pt x="11" y="37"/>
                  </a:lnTo>
                  <a:lnTo>
                    <a:pt x="8" y="38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7" y="34"/>
                  </a:lnTo>
                  <a:close/>
                  <a:moveTo>
                    <a:pt x="132" y="33"/>
                  </a:moveTo>
                  <a:lnTo>
                    <a:pt x="133" y="34"/>
                  </a:lnTo>
                  <a:lnTo>
                    <a:pt x="132" y="35"/>
                  </a:lnTo>
                  <a:lnTo>
                    <a:pt x="132" y="33"/>
                  </a:lnTo>
                  <a:close/>
                  <a:moveTo>
                    <a:pt x="127" y="31"/>
                  </a:moveTo>
                  <a:lnTo>
                    <a:pt x="128" y="31"/>
                  </a:lnTo>
                  <a:lnTo>
                    <a:pt x="125" y="34"/>
                  </a:lnTo>
                  <a:lnTo>
                    <a:pt x="124" y="33"/>
                  </a:lnTo>
                  <a:lnTo>
                    <a:pt x="125" y="31"/>
                  </a:lnTo>
                  <a:lnTo>
                    <a:pt x="127" y="31"/>
                  </a:lnTo>
                  <a:close/>
                  <a:moveTo>
                    <a:pt x="132" y="29"/>
                  </a:moveTo>
                  <a:lnTo>
                    <a:pt x="133" y="30"/>
                  </a:lnTo>
                  <a:lnTo>
                    <a:pt x="132" y="30"/>
                  </a:lnTo>
                  <a:lnTo>
                    <a:pt x="132" y="29"/>
                  </a:lnTo>
                  <a:close/>
                  <a:moveTo>
                    <a:pt x="265" y="27"/>
                  </a:moveTo>
                  <a:lnTo>
                    <a:pt x="266" y="27"/>
                  </a:lnTo>
                  <a:lnTo>
                    <a:pt x="266" y="30"/>
                  </a:lnTo>
                  <a:lnTo>
                    <a:pt x="265" y="29"/>
                  </a:lnTo>
                  <a:lnTo>
                    <a:pt x="265" y="27"/>
                  </a:lnTo>
                  <a:close/>
                  <a:moveTo>
                    <a:pt x="132" y="26"/>
                  </a:moveTo>
                  <a:lnTo>
                    <a:pt x="133" y="26"/>
                  </a:lnTo>
                  <a:lnTo>
                    <a:pt x="132" y="27"/>
                  </a:lnTo>
                  <a:lnTo>
                    <a:pt x="132" y="26"/>
                  </a:lnTo>
                  <a:close/>
                  <a:moveTo>
                    <a:pt x="267" y="25"/>
                  </a:moveTo>
                  <a:lnTo>
                    <a:pt x="266" y="25"/>
                  </a:lnTo>
                  <a:lnTo>
                    <a:pt x="265" y="25"/>
                  </a:lnTo>
                  <a:lnTo>
                    <a:pt x="267" y="25"/>
                  </a:lnTo>
                  <a:close/>
                  <a:moveTo>
                    <a:pt x="360" y="24"/>
                  </a:moveTo>
                  <a:lnTo>
                    <a:pt x="362" y="26"/>
                  </a:lnTo>
                  <a:lnTo>
                    <a:pt x="362" y="29"/>
                  </a:lnTo>
                  <a:lnTo>
                    <a:pt x="361" y="30"/>
                  </a:lnTo>
                  <a:lnTo>
                    <a:pt x="360" y="27"/>
                  </a:lnTo>
                  <a:lnTo>
                    <a:pt x="358" y="25"/>
                  </a:lnTo>
                  <a:lnTo>
                    <a:pt x="360" y="24"/>
                  </a:lnTo>
                  <a:close/>
                  <a:moveTo>
                    <a:pt x="374" y="21"/>
                  </a:moveTo>
                  <a:lnTo>
                    <a:pt x="375" y="21"/>
                  </a:lnTo>
                  <a:lnTo>
                    <a:pt x="375" y="24"/>
                  </a:lnTo>
                  <a:lnTo>
                    <a:pt x="375" y="24"/>
                  </a:lnTo>
                  <a:lnTo>
                    <a:pt x="374" y="21"/>
                  </a:lnTo>
                  <a:close/>
                  <a:moveTo>
                    <a:pt x="266" y="20"/>
                  </a:moveTo>
                  <a:lnTo>
                    <a:pt x="266" y="21"/>
                  </a:lnTo>
                  <a:lnTo>
                    <a:pt x="266" y="20"/>
                  </a:lnTo>
                  <a:lnTo>
                    <a:pt x="266" y="20"/>
                  </a:lnTo>
                  <a:close/>
                  <a:moveTo>
                    <a:pt x="266" y="18"/>
                  </a:moveTo>
                  <a:lnTo>
                    <a:pt x="269" y="18"/>
                  </a:lnTo>
                  <a:lnTo>
                    <a:pt x="269" y="20"/>
                  </a:lnTo>
                  <a:lnTo>
                    <a:pt x="266" y="20"/>
                  </a:lnTo>
                  <a:lnTo>
                    <a:pt x="266" y="18"/>
                  </a:lnTo>
                  <a:lnTo>
                    <a:pt x="266" y="18"/>
                  </a:lnTo>
                  <a:close/>
                  <a:moveTo>
                    <a:pt x="154" y="16"/>
                  </a:moveTo>
                  <a:lnTo>
                    <a:pt x="158" y="20"/>
                  </a:lnTo>
                  <a:lnTo>
                    <a:pt x="157" y="22"/>
                  </a:lnTo>
                  <a:lnTo>
                    <a:pt x="154" y="22"/>
                  </a:lnTo>
                  <a:lnTo>
                    <a:pt x="156" y="21"/>
                  </a:lnTo>
                  <a:lnTo>
                    <a:pt x="154" y="21"/>
                  </a:lnTo>
                  <a:lnTo>
                    <a:pt x="152" y="18"/>
                  </a:lnTo>
                  <a:lnTo>
                    <a:pt x="153" y="17"/>
                  </a:lnTo>
                  <a:lnTo>
                    <a:pt x="154" y="16"/>
                  </a:lnTo>
                  <a:close/>
                  <a:moveTo>
                    <a:pt x="246" y="14"/>
                  </a:moveTo>
                  <a:lnTo>
                    <a:pt x="249" y="16"/>
                  </a:lnTo>
                  <a:lnTo>
                    <a:pt x="253" y="14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2" y="16"/>
                  </a:lnTo>
                  <a:lnTo>
                    <a:pt x="265" y="17"/>
                  </a:lnTo>
                  <a:lnTo>
                    <a:pt x="265" y="17"/>
                  </a:lnTo>
                  <a:lnTo>
                    <a:pt x="264" y="17"/>
                  </a:lnTo>
                  <a:lnTo>
                    <a:pt x="264" y="18"/>
                  </a:lnTo>
                  <a:lnTo>
                    <a:pt x="264" y="20"/>
                  </a:lnTo>
                  <a:lnTo>
                    <a:pt x="265" y="21"/>
                  </a:lnTo>
                  <a:lnTo>
                    <a:pt x="267" y="24"/>
                  </a:lnTo>
                  <a:lnTo>
                    <a:pt x="265" y="25"/>
                  </a:lnTo>
                  <a:lnTo>
                    <a:pt x="262" y="24"/>
                  </a:lnTo>
                  <a:lnTo>
                    <a:pt x="261" y="25"/>
                  </a:lnTo>
                  <a:lnTo>
                    <a:pt x="264" y="26"/>
                  </a:lnTo>
                  <a:lnTo>
                    <a:pt x="265" y="27"/>
                  </a:lnTo>
                  <a:lnTo>
                    <a:pt x="265" y="29"/>
                  </a:lnTo>
                  <a:lnTo>
                    <a:pt x="264" y="29"/>
                  </a:lnTo>
                  <a:lnTo>
                    <a:pt x="262" y="30"/>
                  </a:lnTo>
                  <a:lnTo>
                    <a:pt x="265" y="33"/>
                  </a:lnTo>
                  <a:lnTo>
                    <a:pt x="265" y="35"/>
                  </a:lnTo>
                  <a:lnTo>
                    <a:pt x="269" y="39"/>
                  </a:lnTo>
                  <a:lnTo>
                    <a:pt x="271" y="41"/>
                  </a:lnTo>
                  <a:lnTo>
                    <a:pt x="270" y="43"/>
                  </a:lnTo>
                  <a:lnTo>
                    <a:pt x="267" y="43"/>
                  </a:lnTo>
                  <a:lnTo>
                    <a:pt x="266" y="45"/>
                  </a:lnTo>
                  <a:lnTo>
                    <a:pt x="267" y="46"/>
                  </a:lnTo>
                  <a:lnTo>
                    <a:pt x="267" y="47"/>
                  </a:lnTo>
                  <a:lnTo>
                    <a:pt x="270" y="49"/>
                  </a:lnTo>
                  <a:lnTo>
                    <a:pt x="275" y="54"/>
                  </a:lnTo>
                  <a:lnTo>
                    <a:pt x="277" y="54"/>
                  </a:lnTo>
                  <a:lnTo>
                    <a:pt x="278" y="55"/>
                  </a:lnTo>
                  <a:lnTo>
                    <a:pt x="279" y="58"/>
                  </a:lnTo>
                  <a:lnTo>
                    <a:pt x="281" y="58"/>
                  </a:lnTo>
                  <a:lnTo>
                    <a:pt x="281" y="59"/>
                  </a:lnTo>
                  <a:lnTo>
                    <a:pt x="279" y="60"/>
                  </a:lnTo>
                  <a:lnTo>
                    <a:pt x="278" y="59"/>
                  </a:lnTo>
                  <a:lnTo>
                    <a:pt x="275" y="60"/>
                  </a:lnTo>
                  <a:lnTo>
                    <a:pt x="273" y="60"/>
                  </a:lnTo>
                  <a:lnTo>
                    <a:pt x="269" y="56"/>
                  </a:lnTo>
                  <a:lnTo>
                    <a:pt x="270" y="60"/>
                  </a:lnTo>
                  <a:lnTo>
                    <a:pt x="269" y="62"/>
                  </a:lnTo>
                  <a:lnTo>
                    <a:pt x="267" y="60"/>
                  </a:lnTo>
                  <a:lnTo>
                    <a:pt x="266" y="62"/>
                  </a:lnTo>
                  <a:lnTo>
                    <a:pt x="266" y="64"/>
                  </a:lnTo>
                  <a:lnTo>
                    <a:pt x="265" y="66"/>
                  </a:lnTo>
                  <a:lnTo>
                    <a:pt x="264" y="70"/>
                  </a:lnTo>
                  <a:lnTo>
                    <a:pt x="264" y="71"/>
                  </a:lnTo>
                  <a:lnTo>
                    <a:pt x="262" y="75"/>
                  </a:lnTo>
                  <a:lnTo>
                    <a:pt x="260" y="77"/>
                  </a:lnTo>
                  <a:lnTo>
                    <a:pt x="260" y="81"/>
                  </a:lnTo>
                  <a:lnTo>
                    <a:pt x="258" y="83"/>
                  </a:lnTo>
                  <a:lnTo>
                    <a:pt x="257" y="85"/>
                  </a:lnTo>
                  <a:lnTo>
                    <a:pt x="256" y="83"/>
                  </a:lnTo>
                  <a:lnTo>
                    <a:pt x="254" y="83"/>
                  </a:lnTo>
                  <a:lnTo>
                    <a:pt x="256" y="84"/>
                  </a:lnTo>
                  <a:lnTo>
                    <a:pt x="256" y="87"/>
                  </a:lnTo>
                  <a:lnTo>
                    <a:pt x="253" y="89"/>
                  </a:lnTo>
                  <a:lnTo>
                    <a:pt x="253" y="91"/>
                  </a:lnTo>
                  <a:lnTo>
                    <a:pt x="250" y="92"/>
                  </a:lnTo>
                  <a:lnTo>
                    <a:pt x="249" y="92"/>
                  </a:lnTo>
                  <a:lnTo>
                    <a:pt x="249" y="92"/>
                  </a:lnTo>
                  <a:lnTo>
                    <a:pt x="248" y="95"/>
                  </a:lnTo>
                  <a:lnTo>
                    <a:pt x="252" y="93"/>
                  </a:lnTo>
                  <a:lnTo>
                    <a:pt x="252" y="95"/>
                  </a:lnTo>
                  <a:lnTo>
                    <a:pt x="252" y="96"/>
                  </a:lnTo>
                  <a:lnTo>
                    <a:pt x="250" y="97"/>
                  </a:lnTo>
                  <a:lnTo>
                    <a:pt x="250" y="97"/>
                  </a:lnTo>
                  <a:lnTo>
                    <a:pt x="252" y="97"/>
                  </a:lnTo>
                  <a:lnTo>
                    <a:pt x="253" y="100"/>
                  </a:lnTo>
                  <a:lnTo>
                    <a:pt x="252" y="101"/>
                  </a:lnTo>
                  <a:lnTo>
                    <a:pt x="250" y="101"/>
                  </a:lnTo>
                  <a:lnTo>
                    <a:pt x="249" y="100"/>
                  </a:lnTo>
                  <a:lnTo>
                    <a:pt x="249" y="101"/>
                  </a:lnTo>
                  <a:lnTo>
                    <a:pt x="250" y="102"/>
                  </a:lnTo>
                  <a:lnTo>
                    <a:pt x="252" y="102"/>
                  </a:lnTo>
                  <a:lnTo>
                    <a:pt x="249" y="106"/>
                  </a:lnTo>
                  <a:lnTo>
                    <a:pt x="248" y="106"/>
                  </a:lnTo>
                  <a:lnTo>
                    <a:pt x="248" y="105"/>
                  </a:lnTo>
                  <a:lnTo>
                    <a:pt x="246" y="109"/>
                  </a:lnTo>
                  <a:lnTo>
                    <a:pt x="246" y="110"/>
                  </a:lnTo>
                  <a:lnTo>
                    <a:pt x="244" y="114"/>
                  </a:lnTo>
                  <a:lnTo>
                    <a:pt x="240" y="117"/>
                  </a:lnTo>
                  <a:lnTo>
                    <a:pt x="237" y="118"/>
                  </a:lnTo>
                  <a:lnTo>
                    <a:pt x="232" y="121"/>
                  </a:lnTo>
                  <a:lnTo>
                    <a:pt x="229" y="121"/>
                  </a:lnTo>
                  <a:lnTo>
                    <a:pt x="229" y="117"/>
                  </a:lnTo>
                  <a:lnTo>
                    <a:pt x="229" y="116"/>
                  </a:lnTo>
                  <a:lnTo>
                    <a:pt x="228" y="114"/>
                  </a:lnTo>
                  <a:lnTo>
                    <a:pt x="228" y="113"/>
                  </a:lnTo>
                  <a:lnTo>
                    <a:pt x="227" y="113"/>
                  </a:lnTo>
                  <a:lnTo>
                    <a:pt x="225" y="112"/>
                  </a:lnTo>
                  <a:lnTo>
                    <a:pt x="224" y="113"/>
                  </a:lnTo>
                  <a:lnTo>
                    <a:pt x="223" y="112"/>
                  </a:lnTo>
                  <a:lnTo>
                    <a:pt x="221" y="110"/>
                  </a:lnTo>
                  <a:lnTo>
                    <a:pt x="220" y="112"/>
                  </a:lnTo>
                  <a:lnTo>
                    <a:pt x="221" y="113"/>
                  </a:lnTo>
                  <a:lnTo>
                    <a:pt x="219" y="113"/>
                  </a:lnTo>
                  <a:lnTo>
                    <a:pt x="219" y="112"/>
                  </a:lnTo>
                  <a:lnTo>
                    <a:pt x="219" y="110"/>
                  </a:lnTo>
                  <a:lnTo>
                    <a:pt x="217" y="109"/>
                  </a:lnTo>
                  <a:lnTo>
                    <a:pt x="216" y="109"/>
                  </a:lnTo>
                  <a:lnTo>
                    <a:pt x="213" y="108"/>
                  </a:lnTo>
                  <a:lnTo>
                    <a:pt x="212" y="109"/>
                  </a:lnTo>
                  <a:lnTo>
                    <a:pt x="211" y="110"/>
                  </a:lnTo>
                  <a:lnTo>
                    <a:pt x="208" y="110"/>
                  </a:lnTo>
                  <a:lnTo>
                    <a:pt x="207" y="112"/>
                  </a:lnTo>
                  <a:lnTo>
                    <a:pt x="206" y="112"/>
                  </a:lnTo>
                  <a:lnTo>
                    <a:pt x="204" y="112"/>
                  </a:lnTo>
                  <a:lnTo>
                    <a:pt x="203" y="112"/>
                  </a:lnTo>
                  <a:lnTo>
                    <a:pt x="200" y="114"/>
                  </a:lnTo>
                  <a:lnTo>
                    <a:pt x="198" y="114"/>
                  </a:lnTo>
                  <a:lnTo>
                    <a:pt x="199" y="113"/>
                  </a:lnTo>
                  <a:lnTo>
                    <a:pt x="198" y="109"/>
                  </a:lnTo>
                  <a:lnTo>
                    <a:pt x="198" y="106"/>
                  </a:lnTo>
                  <a:lnTo>
                    <a:pt x="198" y="104"/>
                  </a:lnTo>
                  <a:lnTo>
                    <a:pt x="196" y="102"/>
                  </a:lnTo>
                  <a:lnTo>
                    <a:pt x="198" y="104"/>
                  </a:lnTo>
                  <a:lnTo>
                    <a:pt x="196" y="106"/>
                  </a:lnTo>
                  <a:lnTo>
                    <a:pt x="195" y="106"/>
                  </a:lnTo>
                  <a:lnTo>
                    <a:pt x="194" y="106"/>
                  </a:lnTo>
                  <a:lnTo>
                    <a:pt x="191" y="108"/>
                  </a:lnTo>
                  <a:lnTo>
                    <a:pt x="188" y="108"/>
                  </a:lnTo>
                  <a:lnTo>
                    <a:pt x="186" y="106"/>
                  </a:lnTo>
                  <a:lnTo>
                    <a:pt x="185" y="106"/>
                  </a:lnTo>
                  <a:lnTo>
                    <a:pt x="183" y="105"/>
                  </a:lnTo>
                  <a:lnTo>
                    <a:pt x="182" y="106"/>
                  </a:lnTo>
                  <a:lnTo>
                    <a:pt x="181" y="106"/>
                  </a:lnTo>
                  <a:lnTo>
                    <a:pt x="179" y="104"/>
                  </a:lnTo>
                  <a:lnTo>
                    <a:pt x="179" y="101"/>
                  </a:lnTo>
                  <a:lnTo>
                    <a:pt x="178" y="96"/>
                  </a:lnTo>
                  <a:lnTo>
                    <a:pt x="175" y="95"/>
                  </a:lnTo>
                  <a:lnTo>
                    <a:pt x="175" y="93"/>
                  </a:lnTo>
                  <a:lnTo>
                    <a:pt x="177" y="91"/>
                  </a:lnTo>
                  <a:lnTo>
                    <a:pt x="178" y="89"/>
                  </a:lnTo>
                  <a:lnTo>
                    <a:pt x="178" y="87"/>
                  </a:lnTo>
                  <a:lnTo>
                    <a:pt x="177" y="84"/>
                  </a:lnTo>
                  <a:lnTo>
                    <a:pt x="174" y="81"/>
                  </a:lnTo>
                  <a:lnTo>
                    <a:pt x="170" y="80"/>
                  </a:lnTo>
                  <a:lnTo>
                    <a:pt x="167" y="79"/>
                  </a:lnTo>
                  <a:lnTo>
                    <a:pt x="167" y="77"/>
                  </a:lnTo>
                  <a:lnTo>
                    <a:pt x="170" y="77"/>
                  </a:lnTo>
                  <a:lnTo>
                    <a:pt x="171" y="76"/>
                  </a:lnTo>
                  <a:lnTo>
                    <a:pt x="175" y="75"/>
                  </a:lnTo>
                  <a:lnTo>
                    <a:pt x="178" y="74"/>
                  </a:lnTo>
                  <a:lnTo>
                    <a:pt x="181" y="74"/>
                  </a:lnTo>
                  <a:lnTo>
                    <a:pt x="179" y="72"/>
                  </a:lnTo>
                  <a:lnTo>
                    <a:pt x="175" y="75"/>
                  </a:lnTo>
                  <a:lnTo>
                    <a:pt x="171" y="75"/>
                  </a:lnTo>
                  <a:lnTo>
                    <a:pt x="170" y="75"/>
                  </a:lnTo>
                  <a:lnTo>
                    <a:pt x="167" y="75"/>
                  </a:lnTo>
                  <a:lnTo>
                    <a:pt x="166" y="72"/>
                  </a:lnTo>
                  <a:lnTo>
                    <a:pt x="167" y="71"/>
                  </a:lnTo>
                  <a:lnTo>
                    <a:pt x="169" y="72"/>
                  </a:lnTo>
                  <a:lnTo>
                    <a:pt x="167" y="70"/>
                  </a:lnTo>
                  <a:lnTo>
                    <a:pt x="163" y="66"/>
                  </a:lnTo>
                  <a:lnTo>
                    <a:pt x="163" y="62"/>
                  </a:lnTo>
                  <a:lnTo>
                    <a:pt x="165" y="60"/>
                  </a:lnTo>
                  <a:lnTo>
                    <a:pt x="166" y="59"/>
                  </a:lnTo>
                  <a:lnTo>
                    <a:pt x="165" y="58"/>
                  </a:lnTo>
                  <a:lnTo>
                    <a:pt x="165" y="55"/>
                  </a:lnTo>
                  <a:lnTo>
                    <a:pt x="167" y="52"/>
                  </a:lnTo>
                  <a:lnTo>
                    <a:pt x="170" y="49"/>
                  </a:lnTo>
                  <a:lnTo>
                    <a:pt x="171" y="47"/>
                  </a:lnTo>
                  <a:lnTo>
                    <a:pt x="173" y="46"/>
                  </a:lnTo>
                  <a:lnTo>
                    <a:pt x="175" y="50"/>
                  </a:lnTo>
                  <a:lnTo>
                    <a:pt x="179" y="54"/>
                  </a:lnTo>
                  <a:lnTo>
                    <a:pt x="179" y="54"/>
                  </a:lnTo>
                  <a:lnTo>
                    <a:pt x="182" y="56"/>
                  </a:lnTo>
                  <a:lnTo>
                    <a:pt x="183" y="59"/>
                  </a:lnTo>
                  <a:lnTo>
                    <a:pt x="185" y="59"/>
                  </a:lnTo>
                  <a:lnTo>
                    <a:pt x="188" y="58"/>
                  </a:lnTo>
                  <a:lnTo>
                    <a:pt x="188" y="56"/>
                  </a:lnTo>
                  <a:lnTo>
                    <a:pt x="191" y="56"/>
                  </a:lnTo>
                  <a:lnTo>
                    <a:pt x="194" y="56"/>
                  </a:lnTo>
                  <a:lnTo>
                    <a:pt x="199" y="56"/>
                  </a:lnTo>
                  <a:lnTo>
                    <a:pt x="206" y="54"/>
                  </a:lnTo>
                  <a:lnTo>
                    <a:pt x="208" y="52"/>
                  </a:lnTo>
                  <a:lnTo>
                    <a:pt x="213" y="52"/>
                  </a:lnTo>
                  <a:lnTo>
                    <a:pt x="216" y="54"/>
                  </a:lnTo>
                  <a:lnTo>
                    <a:pt x="217" y="55"/>
                  </a:lnTo>
                  <a:lnTo>
                    <a:pt x="220" y="55"/>
                  </a:lnTo>
                  <a:lnTo>
                    <a:pt x="225" y="52"/>
                  </a:lnTo>
                  <a:lnTo>
                    <a:pt x="231" y="51"/>
                  </a:lnTo>
                  <a:lnTo>
                    <a:pt x="231" y="50"/>
                  </a:lnTo>
                  <a:lnTo>
                    <a:pt x="236" y="42"/>
                  </a:lnTo>
                  <a:lnTo>
                    <a:pt x="237" y="37"/>
                  </a:lnTo>
                  <a:lnTo>
                    <a:pt x="241" y="31"/>
                  </a:lnTo>
                  <a:lnTo>
                    <a:pt x="244" y="22"/>
                  </a:lnTo>
                  <a:lnTo>
                    <a:pt x="244" y="21"/>
                  </a:lnTo>
                  <a:lnTo>
                    <a:pt x="245" y="20"/>
                  </a:lnTo>
                  <a:lnTo>
                    <a:pt x="244" y="17"/>
                  </a:lnTo>
                  <a:lnTo>
                    <a:pt x="246" y="14"/>
                  </a:lnTo>
                  <a:close/>
                  <a:moveTo>
                    <a:pt x="375" y="14"/>
                  </a:moveTo>
                  <a:lnTo>
                    <a:pt x="377" y="14"/>
                  </a:lnTo>
                  <a:lnTo>
                    <a:pt x="377" y="17"/>
                  </a:lnTo>
                  <a:lnTo>
                    <a:pt x="375" y="20"/>
                  </a:lnTo>
                  <a:lnTo>
                    <a:pt x="375" y="20"/>
                  </a:lnTo>
                  <a:lnTo>
                    <a:pt x="374" y="17"/>
                  </a:lnTo>
                  <a:lnTo>
                    <a:pt x="374" y="14"/>
                  </a:lnTo>
                  <a:lnTo>
                    <a:pt x="375" y="14"/>
                  </a:lnTo>
                  <a:close/>
                  <a:moveTo>
                    <a:pt x="286" y="9"/>
                  </a:moveTo>
                  <a:lnTo>
                    <a:pt x="287" y="10"/>
                  </a:lnTo>
                  <a:lnTo>
                    <a:pt x="287" y="12"/>
                  </a:lnTo>
                  <a:lnTo>
                    <a:pt x="286" y="10"/>
                  </a:lnTo>
                  <a:lnTo>
                    <a:pt x="286" y="9"/>
                  </a:lnTo>
                  <a:close/>
                  <a:moveTo>
                    <a:pt x="296" y="2"/>
                  </a:moveTo>
                  <a:lnTo>
                    <a:pt x="296" y="4"/>
                  </a:lnTo>
                  <a:lnTo>
                    <a:pt x="294" y="6"/>
                  </a:lnTo>
                  <a:lnTo>
                    <a:pt x="291" y="6"/>
                  </a:lnTo>
                  <a:lnTo>
                    <a:pt x="290" y="6"/>
                  </a:lnTo>
                  <a:lnTo>
                    <a:pt x="294" y="2"/>
                  </a:lnTo>
                  <a:lnTo>
                    <a:pt x="296" y="2"/>
                  </a:lnTo>
                  <a:close/>
                  <a:moveTo>
                    <a:pt x="1" y="0"/>
                  </a:moveTo>
                  <a:lnTo>
                    <a:pt x="7" y="0"/>
                  </a:lnTo>
                  <a:lnTo>
                    <a:pt x="12" y="4"/>
                  </a:lnTo>
                  <a:lnTo>
                    <a:pt x="13" y="5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1" y="5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8" y="5"/>
                  </a:lnTo>
                  <a:lnTo>
                    <a:pt x="30" y="9"/>
                  </a:lnTo>
                  <a:lnTo>
                    <a:pt x="32" y="9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6" y="17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52" y="27"/>
                  </a:lnTo>
                  <a:lnTo>
                    <a:pt x="52" y="29"/>
                  </a:lnTo>
                  <a:lnTo>
                    <a:pt x="54" y="29"/>
                  </a:lnTo>
                  <a:lnTo>
                    <a:pt x="57" y="31"/>
                  </a:lnTo>
                  <a:lnTo>
                    <a:pt x="57" y="35"/>
                  </a:lnTo>
                  <a:lnTo>
                    <a:pt x="58" y="37"/>
                  </a:lnTo>
                  <a:lnTo>
                    <a:pt x="59" y="35"/>
                  </a:lnTo>
                  <a:lnTo>
                    <a:pt x="61" y="39"/>
                  </a:lnTo>
                  <a:lnTo>
                    <a:pt x="62" y="39"/>
                  </a:lnTo>
                  <a:lnTo>
                    <a:pt x="62" y="38"/>
                  </a:lnTo>
                  <a:lnTo>
                    <a:pt x="65" y="39"/>
                  </a:lnTo>
                  <a:lnTo>
                    <a:pt x="70" y="41"/>
                  </a:lnTo>
                  <a:lnTo>
                    <a:pt x="73" y="45"/>
                  </a:lnTo>
                  <a:lnTo>
                    <a:pt x="74" y="49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9" y="50"/>
                  </a:lnTo>
                  <a:lnTo>
                    <a:pt x="83" y="55"/>
                  </a:lnTo>
                  <a:lnTo>
                    <a:pt x="84" y="58"/>
                  </a:lnTo>
                  <a:lnTo>
                    <a:pt x="84" y="60"/>
                  </a:lnTo>
                  <a:lnTo>
                    <a:pt x="87" y="62"/>
                  </a:lnTo>
                  <a:lnTo>
                    <a:pt x="91" y="62"/>
                  </a:lnTo>
                  <a:lnTo>
                    <a:pt x="94" y="63"/>
                  </a:lnTo>
                  <a:lnTo>
                    <a:pt x="95" y="64"/>
                  </a:lnTo>
                  <a:lnTo>
                    <a:pt x="94" y="67"/>
                  </a:lnTo>
                  <a:lnTo>
                    <a:pt x="92" y="67"/>
                  </a:lnTo>
                  <a:lnTo>
                    <a:pt x="91" y="68"/>
                  </a:lnTo>
                  <a:lnTo>
                    <a:pt x="90" y="68"/>
                  </a:lnTo>
                  <a:lnTo>
                    <a:pt x="92" y="68"/>
                  </a:lnTo>
                  <a:lnTo>
                    <a:pt x="95" y="67"/>
                  </a:lnTo>
                  <a:lnTo>
                    <a:pt x="98" y="64"/>
                  </a:lnTo>
                  <a:lnTo>
                    <a:pt x="99" y="64"/>
                  </a:lnTo>
                  <a:lnTo>
                    <a:pt x="103" y="70"/>
                  </a:lnTo>
                  <a:lnTo>
                    <a:pt x="104" y="71"/>
                  </a:lnTo>
                  <a:lnTo>
                    <a:pt x="100" y="72"/>
                  </a:lnTo>
                  <a:lnTo>
                    <a:pt x="98" y="74"/>
                  </a:lnTo>
                  <a:lnTo>
                    <a:pt x="96" y="76"/>
                  </a:lnTo>
                  <a:lnTo>
                    <a:pt x="98" y="75"/>
                  </a:lnTo>
                  <a:lnTo>
                    <a:pt x="100" y="75"/>
                  </a:lnTo>
                  <a:lnTo>
                    <a:pt x="102" y="75"/>
                  </a:lnTo>
                  <a:lnTo>
                    <a:pt x="104" y="76"/>
                  </a:lnTo>
                  <a:lnTo>
                    <a:pt x="102" y="77"/>
                  </a:lnTo>
                  <a:lnTo>
                    <a:pt x="99" y="79"/>
                  </a:lnTo>
                  <a:lnTo>
                    <a:pt x="99" y="80"/>
                  </a:lnTo>
                  <a:lnTo>
                    <a:pt x="103" y="83"/>
                  </a:lnTo>
                  <a:lnTo>
                    <a:pt x="107" y="83"/>
                  </a:lnTo>
                  <a:lnTo>
                    <a:pt x="108" y="84"/>
                  </a:lnTo>
                  <a:lnTo>
                    <a:pt x="111" y="83"/>
                  </a:lnTo>
                  <a:lnTo>
                    <a:pt x="112" y="89"/>
                  </a:lnTo>
                  <a:lnTo>
                    <a:pt x="112" y="92"/>
                  </a:lnTo>
                  <a:lnTo>
                    <a:pt x="112" y="95"/>
                  </a:lnTo>
                  <a:lnTo>
                    <a:pt x="113" y="93"/>
                  </a:lnTo>
                  <a:lnTo>
                    <a:pt x="115" y="96"/>
                  </a:lnTo>
                  <a:lnTo>
                    <a:pt x="115" y="99"/>
                  </a:lnTo>
                  <a:lnTo>
                    <a:pt x="117" y="100"/>
                  </a:lnTo>
                  <a:lnTo>
                    <a:pt x="121" y="99"/>
                  </a:lnTo>
                  <a:lnTo>
                    <a:pt x="123" y="100"/>
                  </a:lnTo>
                  <a:lnTo>
                    <a:pt x="124" y="101"/>
                  </a:lnTo>
                  <a:lnTo>
                    <a:pt x="125" y="102"/>
                  </a:lnTo>
                  <a:lnTo>
                    <a:pt x="127" y="105"/>
                  </a:lnTo>
                  <a:lnTo>
                    <a:pt x="128" y="106"/>
                  </a:lnTo>
                  <a:lnTo>
                    <a:pt x="131" y="108"/>
                  </a:lnTo>
                  <a:lnTo>
                    <a:pt x="131" y="110"/>
                  </a:lnTo>
                  <a:lnTo>
                    <a:pt x="129" y="112"/>
                  </a:lnTo>
                  <a:lnTo>
                    <a:pt x="128" y="113"/>
                  </a:lnTo>
                  <a:lnTo>
                    <a:pt x="128" y="116"/>
                  </a:lnTo>
                  <a:lnTo>
                    <a:pt x="128" y="118"/>
                  </a:lnTo>
                  <a:lnTo>
                    <a:pt x="127" y="122"/>
                  </a:lnTo>
                  <a:lnTo>
                    <a:pt x="128" y="127"/>
                  </a:lnTo>
                  <a:lnTo>
                    <a:pt x="127" y="134"/>
                  </a:lnTo>
                  <a:lnTo>
                    <a:pt x="127" y="139"/>
                  </a:lnTo>
                  <a:lnTo>
                    <a:pt x="125" y="141"/>
                  </a:lnTo>
                  <a:lnTo>
                    <a:pt x="124" y="139"/>
                  </a:lnTo>
                  <a:lnTo>
                    <a:pt x="121" y="137"/>
                  </a:lnTo>
                  <a:lnTo>
                    <a:pt x="120" y="137"/>
                  </a:lnTo>
                  <a:lnTo>
                    <a:pt x="119" y="138"/>
                  </a:lnTo>
                  <a:lnTo>
                    <a:pt x="119" y="141"/>
                  </a:lnTo>
                  <a:lnTo>
                    <a:pt x="117" y="142"/>
                  </a:lnTo>
                  <a:lnTo>
                    <a:pt x="113" y="137"/>
                  </a:lnTo>
                  <a:lnTo>
                    <a:pt x="111" y="137"/>
                  </a:lnTo>
                  <a:lnTo>
                    <a:pt x="111" y="138"/>
                  </a:lnTo>
                  <a:lnTo>
                    <a:pt x="112" y="139"/>
                  </a:lnTo>
                  <a:lnTo>
                    <a:pt x="112" y="142"/>
                  </a:lnTo>
                  <a:lnTo>
                    <a:pt x="111" y="143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7" y="137"/>
                  </a:lnTo>
                  <a:lnTo>
                    <a:pt x="100" y="130"/>
                  </a:lnTo>
                  <a:lnTo>
                    <a:pt x="96" y="130"/>
                  </a:lnTo>
                  <a:lnTo>
                    <a:pt x="95" y="127"/>
                  </a:lnTo>
                  <a:lnTo>
                    <a:pt x="90" y="124"/>
                  </a:lnTo>
                  <a:lnTo>
                    <a:pt x="87" y="121"/>
                  </a:lnTo>
                  <a:lnTo>
                    <a:pt x="84" y="118"/>
                  </a:lnTo>
                  <a:lnTo>
                    <a:pt x="84" y="116"/>
                  </a:lnTo>
                  <a:lnTo>
                    <a:pt x="82" y="113"/>
                  </a:lnTo>
                  <a:lnTo>
                    <a:pt x="80" y="112"/>
                  </a:lnTo>
                  <a:lnTo>
                    <a:pt x="77" y="112"/>
                  </a:lnTo>
                  <a:lnTo>
                    <a:pt x="75" y="109"/>
                  </a:lnTo>
                  <a:lnTo>
                    <a:pt x="71" y="104"/>
                  </a:lnTo>
                  <a:lnTo>
                    <a:pt x="67" y="100"/>
                  </a:lnTo>
                  <a:lnTo>
                    <a:pt x="66" y="97"/>
                  </a:lnTo>
                  <a:lnTo>
                    <a:pt x="66" y="93"/>
                  </a:lnTo>
                  <a:lnTo>
                    <a:pt x="62" y="85"/>
                  </a:lnTo>
                  <a:lnTo>
                    <a:pt x="61" y="80"/>
                  </a:lnTo>
                  <a:lnTo>
                    <a:pt x="58" y="77"/>
                  </a:lnTo>
                  <a:lnTo>
                    <a:pt x="55" y="72"/>
                  </a:lnTo>
                  <a:lnTo>
                    <a:pt x="55" y="71"/>
                  </a:lnTo>
                  <a:lnTo>
                    <a:pt x="52" y="68"/>
                  </a:lnTo>
                  <a:lnTo>
                    <a:pt x="49" y="67"/>
                  </a:lnTo>
                  <a:lnTo>
                    <a:pt x="48" y="64"/>
                  </a:lnTo>
                  <a:lnTo>
                    <a:pt x="45" y="58"/>
                  </a:lnTo>
                  <a:lnTo>
                    <a:pt x="45" y="56"/>
                  </a:lnTo>
                  <a:lnTo>
                    <a:pt x="45" y="54"/>
                  </a:lnTo>
                  <a:lnTo>
                    <a:pt x="42" y="52"/>
                  </a:lnTo>
                  <a:lnTo>
                    <a:pt x="44" y="50"/>
                  </a:lnTo>
                  <a:lnTo>
                    <a:pt x="44" y="49"/>
                  </a:lnTo>
                  <a:lnTo>
                    <a:pt x="42" y="50"/>
                  </a:lnTo>
                  <a:lnTo>
                    <a:pt x="40" y="49"/>
                  </a:lnTo>
                  <a:lnTo>
                    <a:pt x="37" y="45"/>
                  </a:lnTo>
                  <a:lnTo>
                    <a:pt x="34" y="45"/>
                  </a:lnTo>
                  <a:lnTo>
                    <a:pt x="33" y="43"/>
                  </a:lnTo>
                  <a:lnTo>
                    <a:pt x="33" y="41"/>
                  </a:lnTo>
                  <a:lnTo>
                    <a:pt x="32" y="39"/>
                  </a:lnTo>
                  <a:lnTo>
                    <a:pt x="32" y="35"/>
                  </a:lnTo>
                  <a:lnTo>
                    <a:pt x="30" y="35"/>
                  </a:lnTo>
                  <a:lnTo>
                    <a:pt x="27" y="31"/>
                  </a:lnTo>
                  <a:lnTo>
                    <a:pt x="23" y="25"/>
                  </a:lnTo>
                  <a:lnTo>
                    <a:pt x="19" y="22"/>
                  </a:lnTo>
                  <a:lnTo>
                    <a:pt x="17" y="22"/>
                  </a:lnTo>
                  <a:lnTo>
                    <a:pt x="15" y="22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5" y="13"/>
                  </a:lnTo>
                  <a:lnTo>
                    <a:pt x="3" y="1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8" name="Freeform 367">
              <a:extLst>
                <a:ext uri="{FF2B5EF4-FFF2-40B4-BE49-F238E27FC236}">
                  <a16:creationId xmlns:a16="http://schemas.microsoft.com/office/drawing/2014/main" id="{846ED5C9-7FC9-4E89-A23B-F05A733754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133" y="1966181"/>
              <a:ext cx="2114929" cy="2070340"/>
            </a:xfrm>
            <a:custGeom>
              <a:avLst/>
              <a:gdLst>
                <a:gd name="T0" fmla="*/ 236 w 332"/>
                <a:gd name="T1" fmla="*/ 154 h 325"/>
                <a:gd name="T2" fmla="*/ 234 w 332"/>
                <a:gd name="T3" fmla="*/ 155 h 325"/>
                <a:gd name="T4" fmla="*/ 99 w 332"/>
                <a:gd name="T5" fmla="*/ 7 h 325"/>
                <a:gd name="T6" fmla="*/ 111 w 332"/>
                <a:gd name="T7" fmla="*/ 23 h 325"/>
                <a:gd name="T8" fmla="*/ 122 w 332"/>
                <a:gd name="T9" fmla="*/ 31 h 325"/>
                <a:gd name="T10" fmla="*/ 133 w 332"/>
                <a:gd name="T11" fmla="*/ 50 h 325"/>
                <a:gd name="T12" fmla="*/ 149 w 332"/>
                <a:gd name="T13" fmla="*/ 69 h 325"/>
                <a:gd name="T14" fmla="*/ 186 w 332"/>
                <a:gd name="T15" fmla="*/ 80 h 325"/>
                <a:gd name="T16" fmla="*/ 228 w 332"/>
                <a:gd name="T17" fmla="*/ 89 h 325"/>
                <a:gd name="T18" fmla="*/ 233 w 332"/>
                <a:gd name="T19" fmla="*/ 75 h 325"/>
                <a:gd name="T20" fmla="*/ 252 w 332"/>
                <a:gd name="T21" fmla="*/ 88 h 325"/>
                <a:gd name="T22" fmla="*/ 267 w 332"/>
                <a:gd name="T23" fmla="*/ 76 h 325"/>
                <a:gd name="T24" fmla="*/ 280 w 332"/>
                <a:gd name="T25" fmla="*/ 64 h 325"/>
                <a:gd name="T26" fmla="*/ 299 w 332"/>
                <a:gd name="T27" fmla="*/ 50 h 325"/>
                <a:gd name="T28" fmla="*/ 320 w 332"/>
                <a:gd name="T29" fmla="*/ 48 h 325"/>
                <a:gd name="T30" fmla="*/ 323 w 332"/>
                <a:gd name="T31" fmla="*/ 61 h 325"/>
                <a:gd name="T32" fmla="*/ 331 w 332"/>
                <a:gd name="T33" fmla="*/ 76 h 325"/>
                <a:gd name="T34" fmla="*/ 308 w 332"/>
                <a:gd name="T35" fmla="*/ 93 h 325"/>
                <a:gd name="T36" fmla="*/ 299 w 332"/>
                <a:gd name="T37" fmla="*/ 123 h 325"/>
                <a:gd name="T38" fmla="*/ 294 w 332"/>
                <a:gd name="T39" fmla="*/ 144 h 325"/>
                <a:gd name="T40" fmla="*/ 287 w 332"/>
                <a:gd name="T41" fmla="*/ 148 h 325"/>
                <a:gd name="T42" fmla="*/ 279 w 332"/>
                <a:gd name="T43" fmla="*/ 127 h 325"/>
                <a:gd name="T44" fmla="*/ 275 w 332"/>
                <a:gd name="T45" fmla="*/ 135 h 325"/>
                <a:gd name="T46" fmla="*/ 273 w 332"/>
                <a:gd name="T47" fmla="*/ 121 h 325"/>
                <a:gd name="T48" fmla="*/ 279 w 332"/>
                <a:gd name="T49" fmla="*/ 109 h 325"/>
                <a:gd name="T50" fmla="*/ 254 w 332"/>
                <a:gd name="T51" fmla="*/ 105 h 325"/>
                <a:gd name="T52" fmla="*/ 245 w 332"/>
                <a:gd name="T53" fmla="*/ 94 h 325"/>
                <a:gd name="T54" fmla="*/ 236 w 332"/>
                <a:gd name="T55" fmla="*/ 90 h 325"/>
                <a:gd name="T56" fmla="*/ 229 w 332"/>
                <a:gd name="T57" fmla="*/ 97 h 325"/>
                <a:gd name="T58" fmla="*/ 234 w 332"/>
                <a:gd name="T59" fmla="*/ 107 h 325"/>
                <a:gd name="T60" fmla="*/ 241 w 332"/>
                <a:gd name="T61" fmla="*/ 132 h 325"/>
                <a:gd name="T62" fmla="*/ 244 w 332"/>
                <a:gd name="T63" fmla="*/ 152 h 325"/>
                <a:gd name="T64" fmla="*/ 238 w 332"/>
                <a:gd name="T65" fmla="*/ 152 h 325"/>
                <a:gd name="T66" fmla="*/ 234 w 332"/>
                <a:gd name="T67" fmla="*/ 147 h 325"/>
                <a:gd name="T68" fmla="*/ 221 w 332"/>
                <a:gd name="T69" fmla="*/ 163 h 325"/>
                <a:gd name="T70" fmla="*/ 215 w 332"/>
                <a:gd name="T71" fmla="*/ 177 h 325"/>
                <a:gd name="T72" fmla="*/ 204 w 332"/>
                <a:gd name="T73" fmla="*/ 181 h 325"/>
                <a:gd name="T74" fmla="*/ 173 w 332"/>
                <a:gd name="T75" fmla="*/ 213 h 325"/>
                <a:gd name="T76" fmla="*/ 155 w 332"/>
                <a:gd name="T77" fmla="*/ 230 h 325"/>
                <a:gd name="T78" fmla="*/ 149 w 332"/>
                <a:gd name="T79" fmla="*/ 259 h 325"/>
                <a:gd name="T80" fmla="*/ 146 w 332"/>
                <a:gd name="T81" fmla="*/ 298 h 325"/>
                <a:gd name="T82" fmla="*/ 142 w 332"/>
                <a:gd name="T83" fmla="*/ 311 h 325"/>
                <a:gd name="T84" fmla="*/ 128 w 332"/>
                <a:gd name="T85" fmla="*/ 318 h 325"/>
                <a:gd name="T86" fmla="*/ 105 w 332"/>
                <a:gd name="T87" fmla="*/ 300 h 325"/>
                <a:gd name="T88" fmla="*/ 90 w 332"/>
                <a:gd name="T89" fmla="*/ 275 h 325"/>
                <a:gd name="T90" fmla="*/ 80 w 332"/>
                <a:gd name="T91" fmla="*/ 246 h 325"/>
                <a:gd name="T92" fmla="*/ 68 w 332"/>
                <a:gd name="T93" fmla="*/ 229 h 325"/>
                <a:gd name="T94" fmla="*/ 61 w 332"/>
                <a:gd name="T95" fmla="*/ 193 h 325"/>
                <a:gd name="T96" fmla="*/ 55 w 332"/>
                <a:gd name="T97" fmla="*/ 168 h 325"/>
                <a:gd name="T98" fmla="*/ 51 w 332"/>
                <a:gd name="T99" fmla="*/ 155 h 325"/>
                <a:gd name="T100" fmla="*/ 53 w 332"/>
                <a:gd name="T101" fmla="*/ 146 h 325"/>
                <a:gd name="T102" fmla="*/ 46 w 332"/>
                <a:gd name="T103" fmla="*/ 161 h 325"/>
                <a:gd name="T104" fmla="*/ 13 w 332"/>
                <a:gd name="T105" fmla="*/ 154 h 325"/>
                <a:gd name="T106" fmla="*/ 15 w 332"/>
                <a:gd name="T107" fmla="*/ 148 h 325"/>
                <a:gd name="T108" fmla="*/ 25 w 332"/>
                <a:gd name="T109" fmla="*/ 138 h 325"/>
                <a:gd name="T110" fmla="*/ 1 w 332"/>
                <a:gd name="T111" fmla="*/ 135 h 325"/>
                <a:gd name="T112" fmla="*/ 5 w 332"/>
                <a:gd name="T113" fmla="*/ 122 h 325"/>
                <a:gd name="T114" fmla="*/ 28 w 332"/>
                <a:gd name="T115" fmla="*/ 121 h 325"/>
                <a:gd name="T116" fmla="*/ 17 w 332"/>
                <a:gd name="T117" fmla="*/ 101 h 325"/>
                <a:gd name="T118" fmla="*/ 9 w 332"/>
                <a:gd name="T119" fmla="*/ 81 h 325"/>
                <a:gd name="T120" fmla="*/ 28 w 332"/>
                <a:gd name="T121" fmla="*/ 73 h 325"/>
                <a:gd name="T122" fmla="*/ 54 w 332"/>
                <a:gd name="T123" fmla="*/ 43 h 325"/>
                <a:gd name="T124" fmla="*/ 61 w 332"/>
                <a:gd name="T125" fmla="*/ 1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2" h="325">
                  <a:moveTo>
                    <a:pt x="241" y="154"/>
                  </a:moveTo>
                  <a:lnTo>
                    <a:pt x="241" y="155"/>
                  </a:lnTo>
                  <a:lnTo>
                    <a:pt x="241" y="156"/>
                  </a:lnTo>
                  <a:lnTo>
                    <a:pt x="241" y="154"/>
                  </a:lnTo>
                  <a:close/>
                  <a:moveTo>
                    <a:pt x="236" y="154"/>
                  </a:moveTo>
                  <a:lnTo>
                    <a:pt x="237" y="155"/>
                  </a:lnTo>
                  <a:lnTo>
                    <a:pt x="238" y="156"/>
                  </a:lnTo>
                  <a:lnTo>
                    <a:pt x="237" y="155"/>
                  </a:lnTo>
                  <a:lnTo>
                    <a:pt x="236" y="154"/>
                  </a:lnTo>
                  <a:close/>
                  <a:moveTo>
                    <a:pt x="240" y="152"/>
                  </a:moveTo>
                  <a:lnTo>
                    <a:pt x="240" y="154"/>
                  </a:lnTo>
                  <a:lnTo>
                    <a:pt x="240" y="155"/>
                  </a:lnTo>
                  <a:lnTo>
                    <a:pt x="238" y="155"/>
                  </a:lnTo>
                  <a:lnTo>
                    <a:pt x="238" y="154"/>
                  </a:lnTo>
                  <a:lnTo>
                    <a:pt x="240" y="152"/>
                  </a:lnTo>
                  <a:close/>
                  <a:moveTo>
                    <a:pt x="234" y="151"/>
                  </a:moveTo>
                  <a:lnTo>
                    <a:pt x="234" y="152"/>
                  </a:lnTo>
                  <a:lnTo>
                    <a:pt x="234" y="155"/>
                  </a:lnTo>
                  <a:lnTo>
                    <a:pt x="233" y="155"/>
                  </a:lnTo>
                  <a:lnTo>
                    <a:pt x="233" y="154"/>
                  </a:lnTo>
                  <a:lnTo>
                    <a:pt x="234" y="151"/>
                  </a:lnTo>
                  <a:close/>
                  <a:moveTo>
                    <a:pt x="82" y="0"/>
                  </a:moveTo>
                  <a:lnTo>
                    <a:pt x="84" y="0"/>
                  </a:lnTo>
                  <a:lnTo>
                    <a:pt x="91" y="5"/>
                  </a:lnTo>
                  <a:lnTo>
                    <a:pt x="94" y="2"/>
                  </a:lnTo>
                  <a:lnTo>
                    <a:pt x="97" y="4"/>
                  </a:lnTo>
                  <a:lnTo>
                    <a:pt x="99" y="7"/>
                  </a:lnTo>
                  <a:lnTo>
                    <a:pt x="101" y="6"/>
                  </a:lnTo>
                  <a:lnTo>
                    <a:pt x="107" y="10"/>
                  </a:lnTo>
                  <a:lnTo>
                    <a:pt x="107" y="10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11" y="15"/>
                  </a:lnTo>
                  <a:lnTo>
                    <a:pt x="109" y="19"/>
                  </a:lnTo>
                  <a:lnTo>
                    <a:pt x="111" y="22"/>
                  </a:lnTo>
                  <a:lnTo>
                    <a:pt x="111" y="23"/>
                  </a:lnTo>
                  <a:lnTo>
                    <a:pt x="112" y="25"/>
                  </a:lnTo>
                  <a:lnTo>
                    <a:pt x="113" y="26"/>
                  </a:lnTo>
                  <a:lnTo>
                    <a:pt x="113" y="27"/>
                  </a:lnTo>
                  <a:lnTo>
                    <a:pt x="115" y="29"/>
                  </a:lnTo>
                  <a:lnTo>
                    <a:pt x="115" y="31"/>
                  </a:lnTo>
                  <a:lnTo>
                    <a:pt x="117" y="32"/>
                  </a:lnTo>
                  <a:lnTo>
                    <a:pt x="119" y="30"/>
                  </a:lnTo>
                  <a:lnTo>
                    <a:pt x="121" y="30"/>
                  </a:lnTo>
                  <a:lnTo>
                    <a:pt x="122" y="31"/>
                  </a:lnTo>
                  <a:lnTo>
                    <a:pt x="125" y="31"/>
                  </a:lnTo>
                  <a:lnTo>
                    <a:pt x="128" y="34"/>
                  </a:lnTo>
                  <a:lnTo>
                    <a:pt x="129" y="35"/>
                  </a:lnTo>
                  <a:lnTo>
                    <a:pt x="130" y="38"/>
                  </a:lnTo>
                  <a:lnTo>
                    <a:pt x="133" y="38"/>
                  </a:lnTo>
                  <a:lnTo>
                    <a:pt x="134" y="40"/>
                  </a:lnTo>
                  <a:lnTo>
                    <a:pt x="134" y="39"/>
                  </a:lnTo>
                  <a:lnTo>
                    <a:pt x="134" y="43"/>
                  </a:lnTo>
                  <a:lnTo>
                    <a:pt x="133" y="50"/>
                  </a:lnTo>
                  <a:lnTo>
                    <a:pt x="133" y="54"/>
                  </a:lnTo>
                  <a:lnTo>
                    <a:pt x="129" y="57"/>
                  </a:lnTo>
                  <a:lnTo>
                    <a:pt x="130" y="61"/>
                  </a:lnTo>
                  <a:lnTo>
                    <a:pt x="133" y="61"/>
                  </a:lnTo>
                  <a:lnTo>
                    <a:pt x="136" y="63"/>
                  </a:lnTo>
                  <a:lnTo>
                    <a:pt x="137" y="63"/>
                  </a:lnTo>
                  <a:lnTo>
                    <a:pt x="140" y="64"/>
                  </a:lnTo>
                  <a:lnTo>
                    <a:pt x="144" y="65"/>
                  </a:lnTo>
                  <a:lnTo>
                    <a:pt x="149" y="69"/>
                  </a:lnTo>
                  <a:lnTo>
                    <a:pt x="153" y="73"/>
                  </a:lnTo>
                  <a:lnTo>
                    <a:pt x="157" y="75"/>
                  </a:lnTo>
                  <a:lnTo>
                    <a:pt x="159" y="76"/>
                  </a:lnTo>
                  <a:lnTo>
                    <a:pt x="162" y="76"/>
                  </a:lnTo>
                  <a:lnTo>
                    <a:pt x="166" y="79"/>
                  </a:lnTo>
                  <a:lnTo>
                    <a:pt x="173" y="79"/>
                  </a:lnTo>
                  <a:lnTo>
                    <a:pt x="174" y="80"/>
                  </a:lnTo>
                  <a:lnTo>
                    <a:pt x="180" y="79"/>
                  </a:lnTo>
                  <a:lnTo>
                    <a:pt x="186" y="80"/>
                  </a:lnTo>
                  <a:lnTo>
                    <a:pt x="187" y="82"/>
                  </a:lnTo>
                  <a:lnTo>
                    <a:pt x="190" y="85"/>
                  </a:lnTo>
                  <a:lnTo>
                    <a:pt x="196" y="88"/>
                  </a:lnTo>
                  <a:lnTo>
                    <a:pt x="199" y="86"/>
                  </a:lnTo>
                  <a:lnTo>
                    <a:pt x="203" y="86"/>
                  </a:lnTo>
                  <a:lnTo>
                    <a:pt x="213" y="89"/>
                  </a:lnTo>
                  <a:lnTo>
                    <a:pt x="216" y="88"/>
                  </a:lnTo>
                  <a:lnTo>
                    <a:pt x="220" y="90"/>
                  </a:lnTo>
                  <a:lnTo>
                    <a:pt x="228" y="89"/>
                  </a:lnTo>
                  <a:lnTo>
                    <a:pt x="228" y="84"/>
                  </a:lnTo>
                  <a:lnTo>
                    <a:pt x="227" y="79"/>
                  </a:lnTo>
                  <a:lnTo>
                    <a:pt x="227" y="73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9" y="69"/>
                  </a:lnTo>
                  <a:lnTo>
                    <a:pt x="232" y="69"/>
                  </a:lnTo>
                  <a:lnTo>
                    <a:pt x="233" y="71"/>
                  </a:lnTo>
                  <a:lnTo>
                    <a:pt x="233" y="75"/>
                  </a:lnTo>
                  <a:lnTo>
                    <a:pt x="236" y="76"/>
                  </a:lnTo>
                  <a:lnTo>
                    <a:pt x="236" y="76"/>
                  </a:lnTo>
                  <a:lnTo>
                    <a:pt x="234" y="79"/>
                  </a:lnTo>
                  <a:lnTo>
                    <a:pt x="234" y="80"/>
                  </a:lnTo>
                  <a:lnTo>
                    <a:pt x="237" y="84"/>
                  </a:lnTo>
                  <a:lnTo>
                    <a:pt x="241" y="85"/>
                  </a:lnTo>
                  <a:lnTo>
                    <a:pt x="242" y="84"/>
                  </a:lnTo>
                  <a:lnTo>
                    <a:pt x="248" y="88"/>
                  </a:lnTo>
                  <a:lnTo>
                    <a:pt x="252" y="88"/>
                  </a:lnTo>
                  <a:lnTo>
                    <a:pt x="253" y="84"/>
                  </a:lnTo>
                  <a:lnTo>
                    <a:pt x="255" y="84"/>
                  </a:lnTo>
                  <a:lnTo>
                    <a:pt x="258" y="85"/>
                  </a:lnTo>
                  <a:lnTo>
                    <a:pt x="263" y="84"/>
                  </a:lnTo>
                  <a:lnTo>
                    <a:pt x="266" y="84"/>
                  </a:lnTo>
                  <a:lnTo>
                    <a:pt x="271" y="82"/>
                  </a:lnTo>
                  <a:lnTo>
                    <a:pt x="271" y="81"/>
                  </a:lnTo>
                  <a:lnTo>
                    <a:pt x="271" y="77"/>
                  </a:lnTo>
                  <a:lnTo>
                    <a:pt x="267" y="76"/>
                  </a:lnTo>
                  <a:lnTo>
                    <a:pt x="267" y="73"/>
                  </a:lnTo>
                  <a:lnTo>
                    <a:pt x="267" y="71"/>
                  </a:lnTo>
                  <a:lnTo>
                    <a:pt x="269" y="71"/>
                  </a:lnTo>
                  <a:lnTo>
                    <a:pt x="274" y="69"/>
                  </a:lnTo>
                  <a:lnTo>
                    <a:pt x="275" y="69"/>
                  </a:lnTo>
                  <a:lnTo>
                    <a:pt x="277" y="67"/>
                  </a:lnTo>
                  <a:lnTo>
                    <a:pt x="278" y="65"/>
                  </a:lnTo>
                  <a:lnTo>
                    <a:pt x="280" y="65"/>
                  </a:lnTo>
                  <a:lnTo>
                    <a:pt x="280" y="64"/>
                  </a:lnTo>
                  <a:lnTo>
                    <a:pt x="283" y="64"/>
                  </a:lnTo>
                  <a:lnTo>
                    <a:pt x="283" y="61"/>
                  </a:lnTo>
                  <a:lnTo>
                    <a:pt x="286" y="59"/>
                  </a:lnTo>
                  <a:lnTo>
                    <a:pt x="288" y="59"/>
                  </a:lnTo>
                  <a:lnTo>
                    <a:pt x="292" y="57"/>
                  </a:lnTo>
                  <a:lnTo>
                    <a:pt x="295" y="54"/>
                  </a:lnTo>
                  <a:lnTo>
                    <a:pt x="295" y="51"/>
                  </a:lnTo>
                  <a:lnTo>
                    <a:pt x="296" y="51"/>
                  </a:lnTo>
                  <a:lnTo>
                    <a:pt x="299" y="50"/>
                  </a:lnTo>
                  <a:lnTo>
                    <a:pt x="302" y="52"/>
                  </a:lnTo>
                  <a:lnTo>
                    <a:pt x="304" y="51"/>
                  </a:lnTo>
                  <a:lnTo>
                    <a:pt x="309" y="52"/>
                  </a:lnTo>
                  <a:lnTo>
                    <a:pt x="311" y="51"/>
                  </a:lnTo>
                  <a:lnTo>
                    <a:pt x="309" y="50"/>
                  </a:lnTo>
                  <a:lnTo>
                    <a:pt x="315" y="47"/>
                  </a:lnTo>
                  <a:lnTo>
                    <a:pt x="317" y="47"/>
                  </a:lnTo>
                  <a:lnTo>
                    <a:pt x="319" y="48"/>
                  </a:lnTo>
                  <a:lnTo>
                    <a:pt x="320" y="48"/>
                  </a:lnTo>
                  <a:lnTo>
                    <a:pt x="320" y="50"/>
                  </a:lnTo>
                  <a:lnTo>
                    <a:pt x="319" y="52"/>
                  </a:lnTo>
                  <a:lnTo>
                    <a:pt x="320" y="55"/>
                  </a:lnTo>
                  <a:lnTo>
                    <a:pt x="321" y="54"/>
                  </a:lnTo>
                  <a:lnTo>
                    <a:pt x="323" y="54"/>
                  </a:lnTo>
                  <a:lnTo>
                    <a:pt x="323" y="55"/>
                  </a:lnTo>
                  <a:lnTo>
                    <a:pt x="325" y="57"/>
                  </a:lnTo>
                  <a:lnTo>
                    <a:pt x="325" y="59"/>
                  </a:lnTo>
                  <a:lnTo>
                    <a:pt x="323" y="61"/>
                  </a:lnTo>
                  <a:lnTo>
                    <a:pt x="324" y="63"/>
                  </a:lnTo>
                  <a:lnTo>
                    <a:pt x="327" y="64"/>
                  </a:lnTo>
                  <a:lnTo>
                    <a:pt x="328" y="63"/>
                  </a:lnTo>
                  <a:lnTo>
                    <a:pt x="329" y="64"/>
                  </a:lnTo>
                  <a:lnTo>
                    <a:pt x="332" y="67"/>
                  </a:lnTo>
                  <a:lnTo>
                    <a:pt x="332" y="68"/>
                  </a:lnTo>
                  <a:lnTo>
                    <a:pt x="331" y="71"/>
                  </a:lnTo>
                  <a:lnTo>
                    <a:pt x="331" y="73"/>
                  </a:lnTo>
                  <a:lnTo>
                    <a:pt x="331" y="76"/>
                  </a:lnTo>
                  <a:lnTo>
                    <a:pt x="328" y="75"/>
                  </a:lnTo>
                  <a:lnTo>
                    <a:pt x="327" y="73"/>
                  </a:lnTo>
                  <a:lnTo>
                    <a:pt x="323" y="76"/>
                  </a:lnTo>
                  <a:lnTo>
                    <a:pt x="319" y="76"/>
                  </a:lnTo>
                  <a:lnTo>
                    <a:pt x="319" y="80"/>
                  </a:lnTo>
                  <a:lnTo>
                    <a:pt x="315" y="82"/>
                  </a:lnTo>
                  <a:lnTo>
                    <a:pt x="312" y="84"/>
                  </a:lnTo>
                  <a:lnTo>
                    <a:pt x="308" y="90"/>
                  </a:lnTo>
                  <a:lnTo>
                    <a:pt x="308" y="93"/>
                  </a:lnTo>
                  <a:lnTo>
                    <a:pt x="309" y="94"/>
                  </a:lnTo>
                  <a:lnTo>
                    <a:pt x="308" y="100"/>
                  </a:lnTo>
                  <a:lnTo>
                    <a:pt x="304" y="105"/>
                  </a:lnTo>
                  <a:lnTo>
                    <a:pt x="304" y="106"/>
                  </a:lnTo>
                  <a:lnTo>
                    <a:pt x="307" y="107"/>
                  </a:lnTo>
                  <a:lnTo>
                    <a:pt x="304" y="114"/>
                  </a:lnTo>
                  <a:lnTo>
                    <a:pt x="304" y="119"/>
                  </a:lnTo>
                  <a:lnTo>
                    <a:pt x="302" y="123"/>
                  </a:lnTo>
                  <a:lnTo>
                    <a:pt x="299" y="123"/>
                  </a:lnTo>
                  <a:lnTo>
                    <a:pt x="296" y="122"/>
                  </a:lnTo>
                  <a:lnTo>
                    <a:pt x="294" y="122"/>
                  </a:lnTo>
                  <a:lnTo>
                    <a:pt x="295" y="129"/>
                  </a:lnTo>
                  <a:lnTo>
                    <a:pt x="295" y="131"/>
                  </a:lnTo>
                  <a:lnTo>
                    <a:pt x="295" y="135"/>
                  </a:lnTo>
                  <a:lnTo>
                    <a:pt x="292" y="135"/>
                  </a:lnTo>
                  <a:lnTo>
                    <a:pt x="294" y="138"/>
                  </a:lnTo>
                  <a:lnTo>
                    <a:pt x="292" y="142"/>
                  </a:lnTo>
                  <a:lnTo>
                    <a:pt x="294" y="144"/>
                  </a:lnTo>
                  <a:lnTo>
                    <a:pt x="292" y="147"/>
                  </a:lnTo>
                  <a:lnTo>
                    <a:pt x="291" y="148"/>
                  </a:lnTo>
                  <a:lnTo>
                    <a:pt x="290" y="148"/>
                  </a:lnTo>
                  <a:lnTo>
                    <a:pt x="288" y="150"/>
                  </a:lnTo>
                  <a:lnTo>
                    <a:pt x="288" y="151"/>
                  </a:lnTo>
                  <a:lnTo>
                    <a:pt x="288" y="151"/>
                  </a:lnTo>
                  <a:lnTo>
                    <a:pt x="288" y="150"/>
                  </a:lnTo>
                  <a:lnTo>
                    <a:pt x="288" y="148"/>
                  </a:lnTo>
                  <a:lnTo>
                    <a:pt x="287" y="148"/>
                  </a:lnTo>
                  <a:lnTo>
                    <a:pt x="287" y="146"/>
                  </a:lnTo>
                  <a:lnTo>
                    <a:pt x="286" y="143"/>
                  </a:lnTo>
                  <a:lnTo>
                    <a:pt x="284" y="138"/>
                  </a:lnTo>
                  <a:lnTo>
                    <a:pt x="284" y="136"/>
                  </a:lnTo>
                  <a:lnTo>
                    <a:pt x="284" y="134"/>
                  </a:lnTo>
                  <a:lnTo>
                    <a:pt x="283" y="130"/>
                  </a:lnTo>
                  <a:lnTo>
                    <a:pt x="282" y="129"/>
                  </a:lnTo>
                  <a:lnTo>
                    <a:pt x="282" y="127"/>
                  </a:lnTo>
                  <a:lnTo>
                    <a:pt x="279" y="127"/>
                  </a:lnTo>
                  <a:lnTo>
                    <a:pt x="278" y="127"/>
                  </a:lnTo>
                  <a:lnTo>
                    <a:pt x="277" y="127"/>
                  </a:lnTo>
                  <a:lnTo>
                    <a:pt x="278" y="129"/>
                  </a:lnTo>
                  <a:lnTo>
                    <a:pt x="277" y="130"/>
                  </a:lnTo>
                  <a:lnTo>
                    <a:pt x="277" y="131"/>
                  </a:lnTo>
                  <a:lnTo>
                    <a:pt x="275" y="132"/>
                  </a:lnTo>
                  <a:lnTo>
                    <a:pt x="277" y="134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4" y="132"/>
                  </a:lnTo>
                  <a:lnTo>
                    <a:pt x="271" y="131"/>
                  </a:lnTo>
                  <a:lnTo>
                    <a:pt x="271" y="130"/>
                  </a:lnTo>
                  <a:lnTo>
                    <a:pt x="270" y="129"/>
                  </a:lnTo>
                  <a:lnTo>
                    <a:pt x="269" y="126"/>
                  </a:lnTo>
                  <a:lnTo>
                    <a:pt x="269" y="125"/>
                  </a:lnTo>
                  <a:lnTo>
                    <a:pt x="270" y="123"/>
                  </a:lnTo>
                  <a:lnTo>
                    <a:pt x="270" y="122"/>
                  </a:lnTo>
                  <a:lnTo>
                    <a:pt x="273" y="121"/>
                  </a:lnTo>
                  <a:lnTo>
                    <a:pt x="273" y="121"/>
                  </a:lnTo>
                  <a:lnTo>
                    <a:pt x="274" y="122"/>
                  </a:lnTo>
                  <a:lnTo>
                    <a:pt x="275" y="121"/>
                  </a:lnTo>
                  <a:lnTo>
                    <a:pt x="275" y="119"/>
                  </a:lnTo>
                  <a:lnTo>
                    <a:pt x="277" y="118"/>
                  </a:lnTo>
                  <a:lnTo>
                    <a:pt x="278" y="114"/>
                  </a:lnTo>
                  <a:lnTo>
                    <a:pt x="279" y="111"/>
                  </a:lnTo>
                  <a:lnTo>
                    <a:pt x="280" y="109"/>
                  </a:lnTo>
                  <a:lnTo>
                    <a:pt x="279" y="109"/>
                  </a:lnTo>
                  <a:lnTo>
                    <a:pt x="277" y="106"/>
                  </a:lnTo>
                  <a:lnTo>
                    <a:pt x="275" y="106"/>
                  </a:lnTo>
                  <a:lnTo>
                    <a:pt x="274" y="106"/>
                  </a:lnTo>
                  <a:lnTo>
                    <a:pt x="273" y="106"/>
                  </a:lnTo>
                  <a:lnTo>
                    <a:pt x="269" y="106"/>
                  </a:lnTo>
                  <a:lnTo>
                    <a:pt x="265" y="106"/>
                  </a:lnTo>
                  <a:lnTo>
                    <a:pt x="261" y="106"/>
                  </a:lnTo>
                  <a:lnTo>
                    <a:pt x="257" y="106"/>
                  </a:lnTo>
                  <a:lnTo>
                    <a:pt x="254" y="105"/>
                  </a:lnTo>
                  <a:lnTo>
                    <a:pt x="253" y="105"/>
                  </a:lnTo>
                  <a:lnTo>
                    <a:pt x="250" y="105"/>
                  </a:lnTo>
                  <a:lnTo>
                    <a:pt x="250" y="102"/>
                  </a:lnTo>
                  <a:lnTo>
                    <a:pt x="249" y="100"/>
                  </a:lnTo>
                  <a:lnTo>
                    <a:pt x="249" y="98"/>
                  </a:lnTo>
                  <a:lnTo>
                    <a:pt x="249" y="96"/>
                  </a:lnTo>
                  <a:lnTo>
                    <a:pt x="246" y="93"/>
                  </a:lnTo>
                  <a:lnTo>
                    <a:pt x="246" y="93"/>
                  </a:lnTo>
                  <a:lnTo>
                    <a:pt x="245" y="94"/>
                  </a:lnTo>
                  <a:lnTo>
                    <a:pt x="244" y="93"/>
                  </a:lnTo>
                  <a:lnTo>
                    <a:pt x="242" y="92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2"/>
                  </a:lnTo>
                  <a:lnTo>
                    <a:pt x="241" y="93"/>
                  </a:lnTo>
                  <a:lnTo>
                    <a:pt x="240" y="93"/>
                  </a:lnTo>
                  <a:lnTo>
                    <a:pt x="237" y="93"/>
                  </a:lnTo>
                  <a:lnTo>
                    <a:pt x="236" y="90"/>
                  </a:lnTo>
                  <a:lnTo>
                    <a:pt x="236" y="89"/>
                  </a:lnTo>
                  <a:lnTo>
                    <a:pt x="233" y="88"/>
                  </a:lnTo>
                  <a:lnTo>
                    <a:pt x="233" y="86"/>
                  </a:lnTo>
                  <a:lnTo>
                    <a:pt x="232" y="88"/>
                  </a:lnTo>
                  <a:lnTo>
                    <a:pt x="230" y="88"/>
                  </a:lnTo>
                  <a:lnTo>
                    <a:pt x="230" y="90"/>
                  </a:lnTo>
                  <a:lnTo>
                    <a:pt x="232" y="90"/>
                  </a:lnTo>
                  <a:lnTo>
                    <a:pt x="230" y="94"/>
                  </a:lnTo>
                  <a:lnTo>
                    <a:pt x="229" y="97"/>
                  </a:lnTo>
                  <a:lnTo>
                    <a:pt x="228" y="100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40" y="101"/>
                  </a:lnTo>
                  <a:lnTo>
                    <a:pt x="238" y="102"/>
                  </a:lnTo>
                  <a:lnTo>
                    <a:pt x="240" y="105"/>
                  </a:lnTo>
                  <a:lnTo>
                    <a:pt x="238" y="106"/>
                  </a:lnTo>
                  <a:lnTo>
                    <a:pt x="237" y="106"/>
                  </a:lnTo>
                  <a:lnTo>
                    <a:pt x="234" y="107"/>
                  </a:lnTo>
                  <a:lnTo>
                    <a:pt x="233" y="110"/>
                  </a:lnTo>
                  <a:lnTo>
                    <a:pt x="232" y="110"/>
                  </a:lnTo>
                  <a:lnTo>
                    <a:pt x="232" y="115"/>
                  </a:lnTo>
                  <a:lnTo>
                    <a:pt x="234" y="118"/>
                  </a:lnTo>
                  <a:lnTo>
                    <a:pt x="237" y="119"/>
                  </a:lnTo>
                  <a:lnTo>
                    <a:pt x="240" y="123"/>
                  </a:lnTo>
                  <a:lnTo>
                    <a:pt x="240" y="127"/>
                  </a:lnTo>
                  <a:lnTo>
                    <a:pt x="241" y="130"/>
                  </a:lnTo>
                  <a:lnTo>
                    <a:pt x="241" y="132"/>
                  </a:lnTo>
                  <a:lnTo>
                    <a:pt x="241" y="136"/>
                  </a:lnTo>
                  <a:lnTo>
                    <a:pt x="245" y="140"/>
                  </a:lnTo>
                  <a:lnTo>
                    <a:pt x="245" y="144"/>
                  </a:lnTo>
                  <a:lnTo>
                    <a:pt x="245" y="146"/>
                  </a:lnTo>
                  <a:lnTo>
                    <a:pt x="246" y="150"/>
                  </a:lnTo>
                  <a:lnTo>
                    <a:pt x="245" y="150"/>
                  </a:lnTo>
                  <a:lnTo>
                    <a:pt x="246" y="152"/>
                  </a:lnTo>
                  <a:lnTo>
                    <a:pt x="245" y="155"/>
                  </a:lnTo>
                  <a:lnTo>
                    <a:pt x="244" y="152"/>
                  </a:lnTo>
                  <a:lnTo>
                    <a:pt x="244" y="154"/>
                  </a:lnTo>
                  <a:lnTo>
                    <a:pt x="242" y="154"/>
                  </a:lnTo>
                  <a:lnTo>
                    <a:pt x="241" y="151"/>
                  </a:lnTo>
                  <a:lnTo>
                    <a:pt x="241" y="150"/>
                  </a:lnTo>
                  <a:lnTo>
                    <a:pt x="241" y="151"/>
                  </a:lnTo>
                  <a:lnTo>
                    <a:pt x="240" y="152"/>
                  </a:lnTo>
                  <a:lnTo>
                    <a:pt x="240" y="151"/>
                  </a:lnTo>
                  <a:lnTo>
                    <a:pt x="240" y="152"/>
                  </a:lnTo>
                  <a:lnTo>
                    <a:pt x="238" y="152"/>
                  </a:lnTo>
                  <a:lnTo>
                    <a:pt x="237" y="152"/>
                  </a:lnTo>
                  <a:lnTo>
                    <a:pt x="236" y="152"/>
                  </a:lnTo>
                  <a:lnTo>
                    <a:pt x="234" y="148"/>
                  </a:lnTo>
                  <a:lnTo>
                    <a:pt x="236" y="147"/>
                  </a:lnTo>
                  <a:lnTo>
                    <a:pt x="233" y="146"/>
                  </a:lnTo>
                  <a:lnTo>
                    <a:pt x="232" y="146"/>
                  </a:lnTo>
                  <a:lnTo>
                    <a:pt x="232" y="146"/>
                  </a:lnTo>
                  <a:lnTo>
                    <a:pt x="233" y="147"/>
                  </a:lnTo>
                  <a:lnTo>
                    <a:pt x="234" y="147"/>
                  </a:lnTo>
                  <a:lnTo>
                    <a:pt x="233" y="148"/>
                  </a:lnTo>
                  <a:lnTo>
                    <a:pt x="233" y="150"/>
                  </a:lnTo>
                  <a:lnTo>
                    <a:pt x="233" y="151"/>
                  </a:lnTo>
                  <a:lnTo>
                    <a:pt x="230" y="154"/>
                  </a:lnTo>
                  <a:lnTo>
                    <a:pt x="224" y="156"/>
                  </a:lnTo>
                  <a:lnTo>
                    <a:pt x="223" y="157"/>
                  </a:lnTo>
                  <a:lnTo>
                    <a:pt x="221" y="159"/>
                  </a:lnTo>
                  <a:lnTo>
                    <a:pt x="220" y="161"/>
                  </a:lnTo>
                  <a:lnTo>
                    <a:pt x="221" y="163"/>
                  </a:lnTo>
                  <a:lnTo>
                    <a:pt x="223" y="165"/>
                  </a:lnTo>
                  <a:lnTo>
                    <a:pt x="223" y="165"/>
                  </a:lnTo>
                  <a:lnTo>
                    <a:pt x="223" y="167"/>
                  </a:lnTo>
                  <a:lnTo>
                    <a:pt x="220" y="168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9" y="172"/>
                  </a:lnTo>
                  <a:lnTo>
                    <a:pt x="215" y="176"/>
                  </a:lnTo>
                  <a:lnTo>
                    <a:pt x="215" y="177"/>
                  </a:lnTo>
                  <a:lnTo>
                    <a:pt x="208" y="180"/>
                  </a:lnTo>
                  <a:lnTo>
                    <a:pt x="207" y="180"/>
                  </a:lnTo>
                  <a:lnTo>
                    <a:pt x="207" y="179"/>
                  </a:lnTo>
                  <a:lnTo>
                    <a:pt x="207" y="177"/>
                  </a:lnTo>
                  <a:lnTo>
                    <a:pt x="205" y="177"/>
                  </a:lnTo>
                  <a:lnTo>
                    <a:pt x="204" y="180"/>
                  </a:lnTo>
                  <a:lnTo>
                    <a:pt x="203" y="180"/>
                  </a:lnTo>
                  <a:lnTo>
                    <a:pt x="201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198" y="189"/>
                  </a:lnTo>
                  <a:lnTo>
                    <a:pt x="195" y="194"/>
                  </a:lnTo>
                  <a:lnTo>
                    <a:pt x="184" y="202"/>
                  </a:lnTo>
                  <a:lnTo>
                    <a:pt x="183" y="206"/>
                  </a:lnTo>
                  <a:lnTo>
                    <a:pt x="180" y="209"/>
                  </a:lnTo>
                  <a:lnTo>
                    <a:pt x="176" y="210"/>
                  </a:lnTo>
                  <a:lnTo>
                    <a:pt x="173" y="213"/>
                  </a:lnTo>
                  <a:lnTo>
                    <a:pt x="173" y="215"/>
                  </a:lnTo>
                  <a:lnTo>
                    <a:pt x="173" y="218"/>
                  </a:lnTo>
                  <a:lnTo>
                    <a:pt x="171" y="221"/>
                  </a:lnTo>
                  <a:lnTo>
                    <a:pt x="169" y="222"/>
                  </a:lnTo>
                  <a:lnTo>
                    <a:pt x="163" y="222"/>
                  </a:lnTo>
                  <a:lnTo>
                    <a:pt x="161" y="223"/>
                  </a:lnTo>
                  <a:lnTo>
                    <a:pt x="161" y="226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4" y="229"/>
                  </a:lnTo>
                  <a:lnTo>
                    <a:pt x="153" y="229"/>
                  </a:lnTo>
                  <a:lnTo>
                    <a:pt x="149" y="232"/>
                  </a:lnTo>
                  <a:lnTo>
                    <a:pt x="149" y="234"/>
                  </a:lnTo>
                  <a:lnTo>
                    <a:pt x="149" y="239"/>
                  </a:lnTo>
                  <a:lnTo>
                    <a:pt x="150" y="244"/>
                  </a:lnTo>
                  <a:lnTo>
                    <a:pt x="149" y="247"/>
                  </a:lnTo>
                  <a:lnTo>
                    <a:pt x="149" y="250"/>
                  </a:lnTo>
                  <a:lnTo>
                    <a:pt x="149" y="259"/>
                  </a:lnTo>
                  <a:lnTo>
                    <a:pt x="151" y="260"/>
                  </a:lnTo>
                  <a:lnTo>
                    <a:pt x="153" y="265"/>
                  </a:lnTo>
                  <a:lnTo>
                    <a:pt x="150" y="273"/>
                  </a:lnTo>
                  <a:lnTo>
                    <a:pt x="146" y="279"/>
                  </a:lnTo>
                  <a:lnTo>
                    <a:pt x="146" y="284"/>
                  </a:lnTo>
                  <a:lnTo>
                    <a:pt x="148" y="285"/>
                  </a:lnTo>
                  <a:lnTo>
                    <a:pt x="149" y="296"/>
                  </a:lnTo>
                  <a:lnTo>
                    <a:pt x="149" y="298"/>
                  </a:lnTo>
                  <a:lnTo>
                    <a:pt x="146" y="298"/>
                  </a:lnTo>
                  <a:lnTo>
                    <a:pt x="145" y="298"/>
                  </a:lnTo>
                  <a:lnTo>
                    <a:pt x="142" y="298"/>
                  </a:lnTo>
                  <a:lnTo>
                    <a:pt x="141" y="301"/>
                  </a:lnTo>
                  <a:lnTo>
                    <a:pt x="141" y="302"/>
                  </a:lnTo>
                  <a:lnTo>
                    <a:pt x="138" y="306"/>
                  </a:lnTo>
                  <a:lnTo>
                    <a:pt x="137" y="307"/>
                  </a:lnTo>
                  <a:lnTo>
                    <a:pt x="137" y="309"/>
                  </a:lnTo>
                  <a:lnTo>
                    <a:pt x="141" y="311"/>
                  </a:lnTo>
                  <a:lnTo>
                    <a:pt x="142" y="311"/>
                  </a:lnTo>
                  <a:lnTo>
                    <a:pt x="142" y="313"/>
                  </a:lnTo>
                  <a:lnTo>
                    <a:pt x="141" y="311"/>
                  </a:lnTo>
                  <a:lnTo>
                    <a:pt x="140" y="310"/>
                  </a:lnTo>
                  <a:lnTo>
                    <a:pt x="134" y="313"/>
                  </a:lnTo>
                  <a:lnTo>
                    <a:pt x="133" y="313"/>
                  </a:lnTo>
                  <a:lnTo>
                    <a:pt x="129" y="314"/>
                  </a:lnTo>
                  <a:lnTo>
                    <a:pt x="128" y="317"/>
                  </a:lnTo>
                  <a:lnTo>
                    <a:pt x="128" y="318"/>
                  </a:lnTo>
                  <a:lnTo>
                    <a:pt x="128" y="318"/>
                  </a:lnTo>
                  <a:lnTo>
                    <a:pt x="128" y="319"/>
                  </a:lnTo>
                  <a:lnTo>
                    <a:pt x="126" y="322"/>
                  </a:lnTo>
                  <a:lnTo>
                    <a:pt x="122" y="325"/>
                  </a:lnTo>
                  <a:lnTo>
                    <a:pt x="119" y="325"/>
                  </a:lnTo>
                  <a:lnTo>
                    <a:pt x="115" y="322"/>
                  </a:lnTo>
                  <a:lnTo>
                    <a:pt x="111" y="318"/>
                  </a:lnTo>
                  <a:lnTo>
                    <a:pt x="107" y="309"/>
                  </a:lnTo>
                  <a:lnTo>
                    <a:pt x="107" y="305"/>
                  </a:lnTo>
                  <a:lnTo>
                    <a:pt x="105" y="300"/>
                  </a:lnTo>
                  <a:lnTo>
                    <a:pt x="103" y="294"/>
                  </a:lnTo>
                  <a:lnTo>
                    <a:pt x="103" y="293"/>
                  </a:lnTo>
                  <a:lnTo>
                    <a:pt x="101" y="293"/>
                  </a:lnTo>
                  <a:lnTo>
                    <a:pt x="100" y="289"/>
                  </a:lnTo>
                  <a:lnTo>
                    <a:pt x="100" y="285"/>
                  </a:lnTo>
                  <a:lnTo>
                    <a:pt x="96" y="281"/>
                  </a:lnTo>
                  <a:lnTo>
                    <a:pt x="94" y="277"/>
                  </a:lnTo>
                  <a:lnTo>
                    <a:pt x="94" y="277"/>
                  </a:lnTo>
                  <a:lnTo>
                    <a:pt x="90" y="275"/>
                  </a:lnTo>
                  <a:lnTo>
                    <a:pt x="88" y="271"/>
                  </a:lnTo>
                  <a:lnTo>
                    <a:pt x="87" y="271"/>
                  </a:lnTo>
                  <a:lnTo>
                    <a:pt x="87" y="265"/>
                  </a:lnTo>
                  <a:lnTo>
                    <a:pt x="86" y="263"/>
                  </a:lnTo>
                  <a:lnTo>
                    <a:pt x="84" y="257"/>
                  </a:lnTo>
                  <a:lnTo>
                    <a:pt x="83" y="255"/>
                  </a:lnTo>
                  <a:lnTo>
                    <a:pt x="82" y="252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9" y="246"/>
                  </a:lnTo>
                  <a:lnTo>
                    <a:pt x="76" y="242"/>
                  </a:lnTo>
                  <a:lnTo>
                    <a:pt x="76" y="240"/>
                  </a:lnTo>
                  <a:lnTo>
                    <a:pt x="75" y="240"/>
                  </a:lnTo>
                  <a:lnTo>
                    <a:pt x="72" y="235"/>
                  </a:lnTo>
                  <a:lnTo>
                    <a:pt x="72" y="234"/>
                  </a:lnTo>
                  <a:lnTo>
                    <a:pt x="71" y="232"/>
                  </a:lnTo>
                  <a:lnTo>
                    <a:pt x="70" y="230"/>
                  </a:lnTo>
                  <a:lnTo>
                    <a:pt x="68" y="229"/>
                  </a:lnTo>
                  <a:lnTo>
                    <a:pt x="67" y="223"/>
                  </a:lnTo>
                  <a:lnTo>
                    <a:pt x="66" y="21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59" y="200"/>
                  </a:lnTo>
                  <a:lnTo>
                    <a:pt x="62" y="200"/>
                  </a:lnTo>
                  <a:lnTo>
                    <a:pt x="58" y="196"/>
                  </a:lnTo>
                  <a:lnTo>
                    <a:pt x="58" y="193"/>
                  </a:lnTo>
                  <a:lnTo>
                    <a:pt x="61" y="193"/>
                  </a:lnTo>
                  <a:lnTo>
                    <a:pt x="59" y="190"/>
                  </a:lnTo>
                  <a:lnTo>
                    <a:pt x="58" y="189"/>
                  </a:lnTo>
                  <a:lnTo>
                    <a:pt x="55" y="182"/>
                  </a:lnTo>
                  <a:lnTo>
                    <a:pt x="54" y="179"/>
                  </a:lnTo>
                  <a:lnTo>
                    <a:pt x="57" y="177"/>
                  </a:lnTo>
                  <a:lnTo>
                    <a:pt x="55" y="176"/>
                  </a:lnTo>
                  <a:lnTo>
                    <a:pt x="54" y="175"/>
                  </a:lnTo>
                  <a:lnTo>
                    <a:pt x="55" y="172"/>
                  </a:lnTo>
                  <a:lnTo>
                    <a:pt x="55" y="168"/>
                  </a:lnTo>
                  <a:lnTo>
                    <a:pt x="54" y="164"/>
                  </a:lnTo>
                  <a:lnTo>
                    <a:pt x="53" y="164"/>
                  </a:lnTo>
                  <a:lnTo>
                    <a:pt x="53" y="157"/>
                  </a:lnTo>
                  <a:lnTo>
                    <a:pt x="55" y="156"/>
                  </a:lnTo>
                  <a:lnTo>
                    <a:pt x="55" y="155"/>
                  </a:lnTo>
                  <a:lnTo>
                    <a:pt x="58" y="155"/>
                  </a:lnTo>
                  <a:lnTo>
                    <a:pt x="55" y="155"/>
                  </a:lnTo>
                  <a:lnTo>
                    <a:pt x="53" y="155"/>
                  </a:lnTo>
                  <a:lnTo>
                    <a:pt x="51" y="155"/>
                  </a:lnTo>
                  <a:lnTo>
                    <a:pt x="51" y="152"/>
                  </a:lnTo>
                  <a:lnTo>
                    <a:pt x="50" y="15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53" y="148"/>
                  </a:lnTo>
                  <a:lnTo>
                    <a:pt x="55" y="147"/>
                  </a:lnTo>
                  <a:lnTo>
                    <a:pt x="55" y="144"/>
                  </a:lnTo>
                  <a:lnTo>
                    <a:pt x="54" y="146"/>
                  </a:lnTo>
                  <a:lnTo>
                    <a:pt x="53" y="146"/>
                  </a:lnTo>
                  <a:lnTo>
                    <a:pt x="50" y="146"/>
                  </a:lnTo>
                  <a:lnTo>
                    <a:pt x="49" y="144"/>
                  </a:lnTo>
                  <a:lnTo>
                    <a:pt x="49" y="146"/>
                  </a:lnTo>
                  <a:lnTo>
                    <a:pt x="49" y="148"/>
                  </a:lnTo>
                  <a:lnTo>
                    <a:pt x="46" y="152"/>
                  </a:lnTo>
                  <a:lnTo>
                    <a:pt x="49" y="155"/>
                  </a:lnTo>
                  <a:lnTo>
                    <a:pt x="47" y="159"/>
                  </a:lnTo>
                  <a:lnTo>
                    <a:pt x="46" y="160"/>
                  </a:lnTo>
                  <a:lnTo>
                    <a:pt x="46" y="161"/>
                  </a:lnTo>
                  <a:lnTo>
                    <a:pt x="42" y="164"/>
                  </a:lnTo>
                  <a:lnTo>
                    <a:pt x="36" y="168"/>
                  </a:lnTo>
                  <a:lnTo>
                    <a:pt x="33" y="168"/>
                  </a:lnTo>
                  <a:lnTo>
                    <a:pt x="29" y="168"/>
                  </a:lnTo>
                  <a:lnTo>
                    <a:pt x="20" y="160"/>
                  </a:lnTo>
                  <a:lnTo>
                    <a:pt x="16" y="155"/>
                  </a:lnTo>
                  <a:lnTo>
                    <a:pt x="16" y="155"/>
                  </a:lnTo>
                  <a:lnTo>
                    <a:pt x="15" y="155"/>
                  </a:lnTo>
                  <a:lnTo>
                    <a:pt x="13" y="154"/>
                  </a:lnTo>
                  <a:lnTo>
                    <a:pt x="8" y="148"/>
                  </a:lnTo>
                  <a:lnTo>
                    <a:pt x="8" y="147"/>
                  </a:lnTo>
                  <a:lnTo>
                    <a:pt x="8" y="146"/>
                  </a:lnTo>
                  <a:lnTo>
                    <a:pt x="9" y="146"/>
                  </a:lnTo>
                  <a:lnTo>
                    <a:pt x="9" y="147"/>
                  </a:lnTo>
                  <a:lnTo>
                    <a:pt x="11" y="146"/>
                  </a:lnTo>
                  <a:lnTo>
                    <a:pt x="11" y="148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7"/>
                  </a:lnTo>
                  <a:lnTo>
                    <a:pt x="16" y="148"/>
                  </a:lnTo>
                  <a:lnTo>
                    <a:pt x="17" y="147"/>
                  </a:lnTo>
                  <a:lnTo>
                    <a:pt x="21" y="143"/>
                  </a:lnTo>
                  <a:lnTo>
                    <a:pt x="22" y="143"/>
                  </a:lnTo>
                  <a:lnTo>
                    <a:pt x="25" y="140"/>
                  </a:lnTo>
                  <a:lnTo>
                    <a:pt x="26" y="140"/>
                  </a:lnTo>
                  <a:lnTo>
                    <a:pt x="26" y="138"/>
                  </a:lnTo>
                  <a:lnTo>
                    <a:pt x="25" y="138"/>
                  </a:lnTo>
                  <a:lnTo>
                    <a:pt x="24" y="138"/>
                  </a:lnTo>
                  <a:lnTo>
                    <a:pt x="24" y="138"/>
                  </a:lnTo>
                  <a:lnTo>
                    <a:pt x="24" y="139"/>
                  </a:lnTo>
                  <a:lnTo>
                    <a:pt x="18" y="142"/>
                  </a:lnTo>
                  <a:lnTo>
                    <a:pt x="16" y="142"/>
                  </a:lnTo>
                  <a:lnTo>
                    <a:pt x="15" y="142"/>
                  </a:lnTo>
                  <a:lnTo>
                    <a:pt x="7" y="139"/>
                  </a:lnTo>
                  <a:lnTo>
                    <a:pt x="3" y="135"/>
                  </a:lnTo>
                  <a:lnTo>
                    <a:pt x="1" y="135"/>
                  </a:lnTo>
                  <a:lnTo>
                    <a:pt x="1" y="132"/>
                  </a:lnTo>
                  <a:lnTo>
                    <a:pt x="4" y="130"/>
                  </a:lnTo>
                  <a:lnTo>
                    <a:pt x="7" y="129"/>
                  </a:lnTo>
                  <a:lnTo>
                    <a:pt x="3" y="129"/>
                  </a:lnTo>
                  <a:lnTo>
                    <a:pt x="0" y="131"/>
                  </a:lnTo>
                  <a:lnTo>
                    <a:pt x="0" y="127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5" y="122"/>
                  </a:lnTo>
                  <a:lnTo>
                    <a:pt x="7" y="123"/>
                  </a:lnTo>
                  <a:lnTo>
                    <a:pt x="8" y="122"/>
                  </a:lnTo>
                  <a:lnTo>
                    <a:pt x="17" y="122"/>
                  </a:lnTo>
                  <a:lnTo>
                    <a:pt x="21" y="121"/>
                  </a:lnTo>
                  <a:lnTo>
                    <a:pt x="22" y="119"/>
                  </a:lnTo>
                  <a:lnTo>
                    <a:pt x="25" y="119"/>
                  </a:lnTo>
                  <a:lnTo>
                    <a:pt x="24" y="121"/>
                  </a:lnTo>
                  <a:lnTo>
                    <a:pt x="25" y="122"/>
                  </a:lnTo>
                  <a:lnTo>
                    <a:pt x="28" y="121"/>
                  </a:lnTo>
                  <a:lnTo>
                    <a:pt x="30" y="119"/>
                  </a:lnTo>
                  <a:lnTo>
                    <a:pt x="29" y="118"/>
                  </a:lnTo>
                  <a:lnTo>
                    <a:pt x="29" y="117"/>
                  </a:lnTo>
                  <a:lnTo>
                    <a:pt x="26" y="109"/>
                  </a:lnTo>
                  <a:lnTo>
                    <a:pt x="25" y="106"/>
                  </a:lnTo>
                  <a:lnTo>
                    <a:pt x="25" y="105"/>
                  </a:lnTo>
                  <a:lnTo>
                    <a:pt x="24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7" y="97"/>
                  </a:lnTo>
                  <a:lnTo>
                    <a:pt x="17" y="93"/>
                  </a:lnTo>
                  <a:lnTo>
                    <a:pt x="16" y="90"/>
                  </a:lnTo>
                  <a:lnTo>
                    <a:pt x="13" y="89"/>
                  </a:lnTo>
                  <a:lnTo>
                    <a:pt x="12" y="90"/>
                  </a:lnTo>
                  <a:lnTo>
                    <a:pt x="9" y="89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9" y="81"/>
                  </a:lnTo>
                  <a:lnTo>
                    <a:pt x="11" y="81"/>
                  </a:lnTo>
                  <a:lnTo>
                    <a:pt x="13" y="77"/>
                  </a:lnTo>
                  <a:lnTo>
                    <a:pt x="15" y="75"/>
                  </a:lnTo>
                  <a:lnTo>
                    <a:pt x="16" y="73"/>
                  </a:lnTo>
                  <a:lnTo>
                    <a:pt x="18" y="72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2" y="76"/>
                  </a:lnTo>
                  <a:lnTo>
                    <a:pt x="28" y="73"/>
                  </a:lnTo>
                  <a:lnTo>
                    <a:pt x="33" y="73"/>
                  </a:lnTo>
                  <a:lnTo>
                    <a:pt x="37" y="69"/>
                  </a:lnTo>
                  <a:lnTo>
                    <a:pt x="40" y="63"/>
                  </a:lnTo>
                  <a:lnTo>
                    <a:pt x="45" y="59"/>
                  </a:lnTo>
                  <a:lnTo>
                    <a:pt x="46" y="56"/>
                  </a:lnTo>
                  <a:lnTo>
                    <a:pt x="47" y="52"/>
                  </a:lnTo>
                  <a:lnTo>
                    <a:pt x="50" y="48"/>
                  </a:lnTo>
                  <a:lnTo>
                    <a:pt x="53" y="47"/>
                  </a:lnTo>
                  <a:lnTo>
                    <a:pt x="54" y="43"/>
                  </a:lnTo>
                  <a:lnTo>
                    <a:pt x="54" y="42"/>
                  </a:lnTo>
                  <a:lnTo>
                    <a:pt x="53" y="40"/>
                  </a:lnTo>
                  <a:lnTo>
                    <a:pt x="57" y="36"/>
                  </a:lnTo>
                  <a:lnTo>
                    <a:pt x="58" y="35"/>
                  </a:lnTo>
                  <a:lnTo>
                    <a:pt x="59" y="32"/>
                  </a:lnTo>
                  <a:lnTo>
                    <a:pt x="59" y="26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61" y="17"/>
                  </a:lnTo>
                  <a:lnTo>
                    <a:pt x="63" y="17"/>
                  </a:lnTo>
                  <a:lnTo>
                    <a:pt x="66" y="15"/>
                  </a:lnTo>
                  <a:lnTo>
                    <a:pt x="67" y="15"/>
                  </a:lnTo>
                  <a:lnTo>
                    <a:pt x="70" y="11"/>
                  </a:lnTo>
                  <a:lnTo>
                    <a:pt x="74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9" name="Freeform 371">
              <a:extLst>
                <a:ext uri="{FF2B5EF4-FFF2-40B4-BE49-F238E27FC236}">
                  <a16:creationId xmlns:a16="http://schemas.microsoft.com/office/drawing/2014/main" id="{C01CB9FA-D174-4622-A28E-B8059A752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88" y="1654037"/>
              <a:ext cx="1057466" cy="1146649"/>
            </a:xfrm>
            <a:custGeom>
              <a:avLst/>
              <a:gdLst>
                <a:gd name="T0" fmla="*/ 129 w 166"/>
                <a:gd name="T1" fmla="*/ 2 h 180"/>
                <a:gd name="T2" fmla="*/ 126 w 166"/>
                <a:gd name="T3" fmla="*/ 12 h 180"/>
                <a:gd name="T4" fmla="*/ 138 w 166"/>
                <a:gd name="T5" fmla="*/ 18 h 180"/>
                <a:gd name="T6" fmla="*/ 139 w 166"/>
                <a:gd name="T7" fmla="*/ 28 h 180"/>
                <a:gd name="T8" fmla="*/ 139 w 166"/>
                <a:gd name="T9" fmla="*/ 38 h 180"/>
                <a:gd name="T10" fmla="*/ 150 w 166"/>
                <a:gd name="T11" fmla="*/ 54 h 180"/>
                <a:gd name="T12" fmla="*/ 162 w 166"/>
                <a:gd name="T13" fmla="*/ 58 h 180"/>
                <a:gd name="T14" fmla="*/ 162 w 166"/>
                <a:gd name="T15" fmla="*/ 64 h 180"/>
                <a:gd name="T16" fmla="*/ 154 w 166"/>
                <a:gd name="T17" fmla="*/ 71 h 180"/>
                <a:gd name="T18" fmla="*/ 153 w 166"/>
                <a:gd name="T19" fmla="*/ 85 h 180"/>
                <a:gd name="T20" fmla="*/ 149 w 166"/>
                <a:gd name="T21" fmla="*/ 96 h 180"/>
                <a:gd name="T22" fmla="*/ 141 w 166"/>
                <a:gd name="T23" fmla="*/ 108 h 180"/>
                <a:gd name="T24" fmla="*/ 124 w 166"/>
                <a:gd name="T25" fmla="*/ 122 h 180"/>
                <a:gd name="T26" fmla="*/ 114 w 166"/>
                <a:gd name="T27" fmla="*/ 121 h 180"/>
                <a:gd name="T28" fmla="*/ 107 w 166"/>
                <a:gd name="T29" fmla="*/ 130 h 180"/>
                <a:gd name="T30" fmla="*/ 105 w 166"/>
                <a:gd name="T31" fmla="*/ 138 h 180"/>
                <a:gd name="T32" fmla="*/ 113 w 166"/>
                <a:gd name="T33" fmla="*/ 142 h 180"/>
                <a:gd name="T34" fmla="*/ 120 w 166"/>
                <a:gd name="T35" fmla="*/ 153 h 180"/>
                <a:gd name="T36" fmla="*/ 125 w 166"/>
                <a:gd name="T37" fmla="*/ 166 h 180"/>
                <a:gd name="T38" fmla="*/ 121 w 166"/>
                <a:gd name="T39" fmla="*/ 171 h 180"/>
                <a:gd name="T40" fmla="*/ 117 w 166"/>
                <a:gd name="T41" fmla="*/ 170 h 180"/>
                <a:gd name="T42" fmla="*/ 101 w 166"/>
                <a:gd name="T43" fmla="*/ 171 h 180"/>
                <a:gd name="T44" fmla="*/ 96 w 166"/>
                <a:gd name="T45" fmla="*/ 180 h 180"/>
                <a:gd name="T46" fmla="*/ 87 w 166"/>
                <a:gd name="T47" fmla="*/ 178 h 180"/>
                <a:gd name="T48" fmla="*/ 82 w 166"/>
                <a:gd name="T49" fmla="*/ 175 h 180"/>
                <a:gd name="T50" fmla="*/ 82 w 166"/>
                <a:gd name="T51" fmla="*/ 168 h 180"/>
                <a:gd name="T52" fmla="*/ 74 w 166"/>
                <a:gd name="T53" fmla="*/ 164 h 180"/>
                <a:gd name="T54" fmla="*/ 74 w 166"/>
                <a:gd name="T55" fmla="*/ 160 h 180"/>
                <a:gd name="T56" fmla="*/ 64 w 166"/>
                <a:gd name="T57" fmla="*/ 156 h 180"/>
                <a:gd name="T58" fmla="*/ 58 w 166"/>
                <a:gd name="T59" fmla="*/ 156 h 180"/>
                <a:gd name="T60" fmla="*/ 49 w 166"/>
                <a:gd name="T61" fmla="*/ 160 h 180"/>
                <a:gd name="T62" fmla="*/ 42 w 166"/>
                <a:gd name="T63" fmla="*/ 158 h 180"/>
                <a:gd name="T64" fmla="*/ 37 w 166"/>
                <a:gd name="T65" fmla="*/ 156 h 180"/>
                <a:gd name="T66" fmla="*/ 33 w 166"/>
                <a:gd name="T67" fmla="*/ 159 h 180"/>
                <a:gd name="T68" fmla="*/ 25 w 166"/>
                <a:gd name="T69" fmla="*/ 160 h 180"/>
                <a:gd name="T70" fmla="*/ 18 w 166"/>
                <a:gd name="T71" fmla="*/ 162 h 180"/>
                <a:gd name="T72" fmla="*/ 16 w 166"/>
                <a:gd name="T73" fmla="*/ 158 h 180"/>
                <a:gd name="T74" fmla="*/ 16 w 166"/>
                <a:gd name="T75" fmla="*/ 146 h 180"/>
                <a:gd name="T76" fmla="*/ 28 w 166"/>
                <a:gd name="T77" fmla="*/ 139 h 180"/>
                <a:gd name="T78" fmla="*/ 29 w 166"/>
                <a:gd name="T79" fmla="*/ 133 h 180"/>
                <a:gd name="T80" fmla="*/ 25 w 166"/>
                <a:gd name="T81" fmla="*/ 125 h 180"/>
                <a:gd name="T82" fmla="*/ 18 w 166"/>
                <a:gd name="T83" fmla="*/ 118 h 180"/>
                <a:gd name="T84" fmla="*/ 8 w 166"/>
                <a:gd name="T85" fmla="*/ 112 h 180"/>
                <a:gd name="T86" fmla="*/ 16 w 166"/>
                <a:gd name="T87" fmla="*/ 105 h 180"/>
                <a:gd name="T88" fmla="*/ 39 w 166"/>
                <a:gd name="T89" fmla="*/ 103 h 180"/>
                <a:gd name="T90" fmla="*/ 58 w 166"/>
                <a:gd name="T91" fmla="*/ 101 h 180"/>
                <a:gd name="T92" fmla="*/ 62 w 166"/>
                <a:gd name="T93" fmla="*/ 92 h 180"/>
                <a:gd name="T94" fmla="*/ 64 w 166"/>
                <a:gd name="T95" fmla="*/ 83 h 180"/>
                <a:gd name="T96" fmla="*/ 70 w 166"/>
                <a:gd name="T97" fmla="*/ 79 h 180"/>
                <a:gd name="T98" fmla="*/ 79 w 166"/>
                <a:gd name="T99" fmla="*/ 71 h 180"/>
                <a:gd name="T100" fmla="*/ 87 w 166"/>
                <a:gd name="T101" fmla="*/ 71 h 180"/>
                <a:gd name="T102" fmla="*/ 93 w 166"/>
                <a:gd name="T103" fmla="*/ 68 h 180"/>
                <a:gd name="T104" fmla="*/ 93 w 166"/>
                <a:gd name="T105" fmla="*/ 58 h 180"/>
                <a:gd name="T106" fmla="*/ 100 w 166"/>
                <a:gd name="T107" fmla="*/ 50 h 180"/>
                <a:gd name="T108" fmla="*/ 96 w 166"/>
                <a:gd name="T109" fmla="*/ 41 h 180"/>
                <a:gd name="T110" fmla="*/ 111 w 166"/>
                <a:gd name="T111" fmla="*/ 35 h 180"/>
                <a:gd name="T112" fmla="*/ 113 w 166"/>
                <a:gd name="T113" fmla="*/ 17 h 180"/>
                <a:gd name="T114" fmla="*/ 114 w 166"/>
                <a:gd name="T115" fmla="*/ 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6" h="180">
                  <a:moveTo>
                    <a:pt x="122" y="0"/>
                  </a:moveTo>
                  <a:lnTo>
                    <a:pt x="125" y="1"/>
                  </a:lnTo>
                  <a:lnTo>
                    <a:pt x="128" y="0"/>
                  </a:lnTo>
                  <a:lnTo>
                    <a:pt x="129" y="2"/>
                  </a:lnTo>
                  <a:lnTo>
                    <a:pt x="122" y="6"/>
                  </a:lnTo>
                  <a:lnTo>
                    <a:pt x="124" y="10"/>
                  </a:lnTo>
                  <a:lnTo>
                    <a:pt x="125" y="13"/>
                  </a:lnTo>
                  <a:lnTo>
                    <a:pt x="126" y="12"/>
                  </a:lnTo>
                  <a:lnTo>
                    <a:pt x="129" y="12"/>
                  </a:lnTo>
                  <a:lnTo>
                    <a:pt x="132" y="13"/>
                  </a:lnTo>
                  <a:lnTo>
                    <a:pt x="136" y="17"/>
                  </a:lnTo>
                  <a:lnTo>
                    <a:pt x="138" y="18"/>
                  </a:lnTo>
                  <a:lnTo>
                    <a:pt x="138" y="21"/>
                  </a:lnTo>
                  <a:lnTo>
                    <a:pt x="142" y="22"/>
                  </a:lnTo>
                  <a:lnTo>
                    <a:pt x="142" y="25"/>
                  </a:lnTo>
                  <a:lnTo>
                    <a:pt x="139" y="28"/>
                  </a:lnTo>
                  <a:lnTo>
                    <a:pt x="138" y="30"/>
                  </a:lnTo>
                  <a:lnTo>
                    <a:pt x="137" y="30"/>
                  </a:lnTo>
                  <a:lnTo>
                    <a:pt x="137" y="34"/>
                  </a:lnTo>
                  <a:lnTo>
                    <a:pt x="139" y="38"/>
                  </a:lnTo>
                  <a:lnTo>
                    <a:pt x="141" y="46"/>
                  </a:lnTo>
                  <a:lnTo>
                    <a:pt x="141" y="49"/>
                  </a:lnTo>
                  <a:lnTo>
                    <a:pt x="146" y="53"/>
                  </a:lnTo>
                  <a:lnTo>
                    <a:pt x="150" y="54"/>
                  </a:lnTo>
                  <a:lnTo>
                    <a:pt x="154" y="55"/>
                  </a:lnTo>
                  <a:lnTo>
                    <a:pt x="155" y="59"/>
                  </a:lnTo>
                  <a:lnTo>
                    <a:pt x="159" y="59"/>
                  </a:lnTo>
                  <a:lnTo>
                    <a:pt x="162" y="58"/>
                  </a:lnTo>
                  <a:lnTo>
                    <a:pt x="164" y="59"/>
                  </a:lnTo>
                  <a:lnTo>
                    <a:pt x="166" y="62"/>
                  </a:lnTo>
                  <a:lnTo>
                    <a:pt x="163" y="64"/>
                  </a:lnTo>
                  <a:lnTo>
                    <a:pt x="162" y="64"/>
                  </a:lnTo>
                  <a:lnTo>
                    <a:pt x="159" y="66"/>
                  </a:lnTo>
                  <a:lnTo>
                    <a:pt x="157" y="66"/>
                  </a:lnTo>
                  <a:lnTo>
                    <a:pt x="154" y="70"/>
                  </a:lnTo>
                  <a:lnTo>
                    <a:pt x="154" y="71"/>
                  </a:lnTo>
                  <a:lnTo>
                    <a:pt x="155" y="75"/>
                  </a:lnTo>
                  <a:lnTo>
                    <a:pt x="155" y="81"/>
                  </a:lnTo>
                  <a:lnTo>
                    <a:pt x="154" y="84"/>
                  </a:lnTo>
                  <a:lnTo>
                    <a:pt x="153" y="85"/>
                  </a:lnTo>
                  <a:lnTo>
                    <a:pt x="149" y="89"/>
                  </a:lnTo>
                  <a:lnTo>
                    <a:pt x="150" y="91"/>
                  </a:lnTo>
                  <a:lnTo>
                    <a:pt x="150" y="92"/>
                  </a:lnTo>
                  <a:lnTo>
                    <a:pt x="149" y="96"/>
                  </a:lnTo>
                  <a:lnTo>
                    <a:pt x="146" y="97"/>
                  </a:lnTo>
                  <a:lnTo>
                    <a:pt x="143" y="101"/>
                  </a:lnTo>
                  <a:lnTo>
                    <a:pt x="142" y="105"/>
                  </a:lnTo>
                  <a:lnTo>
                    <a:pt x="141" y="108"/>
                  </a:lnTo>
                  <a:lnTo>
                    <a:pt x="136" y="112"/>
                  </a:lnTo>
                  <a:lnTo>
                    <a:pt x="133" y="118"/>
                  </a:lnTo>
                  <a:lnTo>
                    <a:pt x="129" y="122"/>
                  </a:lnTo>
                  <a:lnTo>
                    <a:pt x="124" y="122"/>
                  </a:lnTo>
                  <a:lnTo>
                    <a:pt x="118" y="125"/>
                  </a:lnTo>
                  <a:lnTo>
                    <a:pt x="117" y="125"/>
                  </a:lnTo>
                  <a:lnTo>
                    <a:pt x="117" y="122"/>
                  </a:lnTo>
                  <a:lnTo>
                    <a:pt x="114" y="121"/>
                  </a:lnTo>
                  <a:lnTo>
                    <a:pt x="112" y="122"/>
                  </a:lnTo>
                  <a:lnTo>
                    <a:pt x="111" y="124"/>
                  </a:lnTo>
                  <a:lnTo>
                    <a:pt x="109" y="126"/>
                  </a:lnTo>
                  <a:lnTo>
                    <a:pt x="107" y="130"/>
                  </a:lnTo>
                  <a:lnTo>
                    <a:pt x="105" y="130"/>
                  </a:lnTo>
                  <a:lnTo>
                    <a:pt x="103" y="135"/>
                  </a:lnTo>
                  <a:lnTo>
                    <a:pt x="103" y="138"/>
                  </a:lnTo>
                  <a:lnTo>
                    <a:pt x="105" y="138"/>
                  </a:lnTo>
                  <a:lnTo>
                    <a:pt x="108" y="139"/>
                  </a:lnTo>
                  <a:lnTo>
                    <a:pt x="109" y="138"/>
                  </a:lnTo>
                  <a:lnTo>
                    <a:pt x="112" y="139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3" y="150"/>
                  </a:lnTo>
                  <a:lnTo>
                    <a:pt x="117" y="153"/>
                  </a:lnTo>
                  <a:lnTo>
                    <a:pt x="120" y="153"/>
                  </a:lnTo>
                  <a:lnTo>
                    <a:pt x="121" y="154"/>
                  </a:lnTo>
                  <a:lnTo>
                    <a:pt x="121" y="155"/>
                  </a:lnTo>
                  <a:lnTo>
                    <a:pt x="122" y="158"/>
                  </a:lnTo>
                  <a:lnTo>
                    <a:pt x="125" y="166"/>
                  </a:lnTo>
                  <a:lnTo>
                    <a:pt x="125" y="167"/>
                  </a:lnTo>
                  <a:lnTo>
                    <a:pt x="126" y="168"/>
                  </a:lnTo>
                  <a:lnTo>
                    <a:pt x="124" y="170"/>
                  </a:lnTo>
                  <a:lnTo>
                    <a:pt x="121" y="171"/>
                  </a:lnTo>
                  <a:lnTo>
                    <a:pt x="120" y="170"/>
                  </a:lnTo>
                  <a:lnTo>
                    <a:pt x="121" y="168"/>
                  </a:lnTo>
                  <a:lnTo>
                    <a:pt x="118" y="168"/>
                  </a:lnTo>
                  <a:lnTo>
                    <a:pt x="117" y="170"/>
                  </a:lnTo>
                  <a:lnTo>
                    <a:pt x="113" y="171"/>
                  </a:lnTo>
                  <a:lnTo>
                    <a:pt x="104" y="171"/>
                  </a:lnTo>
                  <a:lnTo>
                    <a:pt x="103" y="172"/>
                  </a:lnTo>
                  <a:lnTo>
                    <a:pt x="101" y="171"/>
                  </a:lnTo>
                  <a:lnTo>
                    <a:pt x="100" y="175"/>
                  </a:lnTo>
                  <a:lnTo>
                    <a:pt x="99" y="175"/>
                  </a:lnTo>
                  <a:lnTo>
                    <a:pt x="96" y="176"/>
                  </a:lnTo>
                  <a:lnTo>
                    <a:pt x="96" y="180"/>
                  </a:lnTo>
                  <a:lnTo>
                    <a:pt x="93" y="180"/>
                  </a:lnTo>
                  <a:lnTo>
                    <a:pt x="93" y="179"/>
                  </a:lnTo>
                  <a:lnTo>
                    <a:pt x="89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3" y="175"/>
                  </a:lnTo>
                  <a:lnTo>
                    <a:pt x="83" y="175"/>
                  </a:lnTo>
                  <a:lnTo>
                    <a:pt x="82" y="175"/>
                  </a:lnTo>
                  <a:lnTo>
                    <a:pt x="83" y="174"/>
                  </a:lnTo>
                  <a:lnTo>
                    <a:pt x="83" y="172"/>
                  </a:lnTo>
                  <a:lnTo>
                    <a:pt x="82" y="172"/>
                  </a:lnTo>
                  <a:lnTo>
                    <a:pt x="82" y="168"/>
                  </a:lnTo>
                  <a:lnTo>
                    <a:pt x="79" y="164"/>
                  </a:lnTo>
                  <a:lnTo>
                    <a:pt x="79" y="163"/>
                  </a:lnTo>
                  <a:lnTo>
                    <a:pt x="75" y="164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0"/>
                  </a:lnTo>
                  <a:lnTo>
                    <a:pt x="72" y="158"/>
                  </a:lnTo>
                  <a:lnTo>
                    <a:pt x="71" y="156"/>
                  </a:lnTo>
                  <a:lnTo>
                    <a:pt x="67" y="156"/>
                  </a:lnTo>
                  <a:lnTo>
                    <a:pt x="64" y="156"/>
                  </a:lnTo>
                  <a:lnTo>
                    <a:pt x="60" y="156"/>
                  </a:lnTo>
                  <a:lnTo>
                    <a:pt x="59" y="156"/>
                  </a:lnTo>
                  <a:lnTo>
                    <a:pt x="59" y="156"/>
                  </a:lnTo>
                  <a:lnTo>
                    <a:pt x="58" y="156"/>
                  </a:lnTo>
                  <a:lnTo>
                    <a:pt x="55" y="158"/>
                  </a:lnTo>
                  <a:lnTo>
                    <a:pt x="54" y="158"/>
                  </a:lnTo>
                  <a:lnTo>
                    <a:pt x="51" y="158"/>
                  </a:lnTo>
                  <a:lnTo>
                    <a:pt x="49" y="160"/>
                  </a:lnTo>
                  <a:lnTo>
                    <a:pt x="46" y="160"/>
                  </a:lnTo>
                  <a:lnTo>
                    <a:pt x="45" y="159"/>
                  </a:lnTo>
                  <a:lnTo>
                    <a:pt x="43" y="159"/>
                  </a:lnTo>
                  <a:lnTo>
                    <a:pt x="42" y="158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39" y="158"/>
                  </a:lnTo>
                  <a:lnTo>
                    <a:pt x="37" y="156"/>
                  </a:lnTo>
                  <a:lnTo>
                    <a:pt x="35" y="158"/>
                  </a:lnTo>
                  <a:lnTo>
                    <a:pt x="35" y="159"/>
                  </a:lnTo>
                  <a:lnTo>
                    <a:pt x="34" y="159"/>
                  </a:lnTo>
                  <a:lnTo>
                    <a:pt x="33" y="159"/>
                  </a:lnTo>
                  <a:lnTo>
                    <a:pt x="30" y="159"/>
                  </a:lnTo>
                  <a:lnTo>
                    <a:pt x="29" y="159"/>
                  </a:lnTo>
                  <a:lnTo>
                    <a:pt x="26" y="159"/>
                  </a:lnTo>
                  <a:lnTo>
                    <a:pt x="25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7" y="162"/>
                  </a:lnTo>
                  <a:lnTo>
                    <a:pt x="17" y="160"/>
                  </a:lnTo>
                  <a:lnTo>
                    <a:pt x="16" y="160"/>
                  </a:lnTo>
                  <a:lnTo>
                    <a:pt x="16" y="158"/>
                  </a:lnTo>
                  <a:lnTo>
                    <a:pt x="16" y="154"/>
                  </a:lnTo>
                  <a:lnTo>
                    <a:pt x="14" y="151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7" y="145"/>
                  </a:lnTo>
                  <a:lnTo>
                    <a:pt x="21" y="142"/>
                  </a:lnTo>
                  <a:lnTo>
                    <a:pt x="22" y="141"/>
                  </a:lnTo>
                  <a:lnTo>
                    <a:pt x="28" y="139"/>
                  </a:lnTo>
                  <a:lnTo>
                    <a:pt x="30" y="141"/>
                  </a:lnTo>
                  <a:lnTo>
                    <a:pt x="33" y="139"/>
                  </a:lnTo>
                  <a:lnTo>
                    <a:pt x="32" y="134"/>
                  </a:lnTo>
                  <a:lnTo>
                    <a:pt x="29" y="133"/>
                  </a:lnTo>
                  <a:lnTo>
                    <a:pt x="26" y="133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5"/>
                  </a:lnTo>
                  <a:lnTo>
                    <a:pt x="25" y="121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18" y="118"/>
                  </a:lnTo>
                  <a:lnTo>
                    <a:pt x="14" y="118"/>
                  </a:lnTo>
                  <a:lnTo>
                    <a:pt x="13" y="117"/>
                  </a:lnTo>
                  <a:lnTo>
                    <a:pt x="10" y="114"/>
                  </a:lnTo>
                  <a:lnTo>
                    <a:pt x="8" y="112"/>
                  </a:lnTo>
                  <a:lnTo>
                    <a:pt x="6" y="109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16" y="105"/>
                  </a:lnTo>
                  <a:lnTo>
                    <a:pt x="30" y="105"/>
                  </a:lnTo>
                  <a:lnTo>
                    <a:pt x="34" y="104"/>
                  </a:lnTo>
                  <a:lnTo>
                    <a:pt x="38" y="104"/>
                  </a:lnTo>
                  <a:lnTo>
                    <a:pt x="39" y="103"/>
                  </a:lnTo>
                  <a:lnTo>
                    <a:pt x="43" y="101"/>
                  </a:lnTo>
                  <a:lnTo>
                    <a:pt x="50" y="101"/>
                  </a:lnTo>
                  <a:lnTo>
                    <a:pt x="54" y="101"/>
                  </a:lnTo>
                  <a:lnTo>
                    <a:pt x="58" y="101"/>
                  </a:lnTo>
                  <a:lnTo>
                    <a:pt x="62" y="99"/>
                  </a:lnTo>
                  <a:lnTo>
                    <a:pt x="63" y="97"/>
                  </a:lnTo>
                  <a:lnTo>
                    <a:pt x="62" y="95"/>
                  </a:lnTo>
                  <a:lnTo>
                    <a:pt x="62" y="92"/>
                  </a:lnTo>
                  <a:lnTo>
                    <a:pt x="60" y="88"/>
                  </a:lnTo>
                  <a:lnTo>
                    <a:pt x="60" y="85"/>
                  </a:lnTo>
                  <a:lnTo>
                    <a:pt x="63" y="83"/>
                  </a:lnTo>
                  <a:lnTo>
                    <a:pt x="64" y="83"/>
                  </a:lnTo>
                  <a:lnTo>
                    <a:pt x="66" y="80"/>
                  </a:lnTo>
                  <a:lnTo>
                    <a:pt x="66" y="79"/>
                  </a:lnTo>
                  <a:lnTo>
                    <a:pt x="68" y="78"/>
                  </a:lnTo>
                  <a:lnTo>
                    <a:pt x="70" y="79"/>
                  </a:lnTo>
                  <a:lnTo>
                    <a:pt x="75" y="78"/>
                  </a:lnTo>
                  <a:lnTo>
                    <a:pt x="76" y="75"/>
                  </a:lnTo>
                  <a:lnTo>
                    <a:pt x="74" y="75"/>
                  </a:lnTo>
                  <a:lnTo>
                    <a:pt x="79" y="71"/>
                  </a:lnTo>
                  <a:lnTo>
                    <a:pt x="79" y="70"/>
                  </a:lnTo>
                  <a:lnTo>
                    <a:pt x="82" y="70"/>
                  </a:lnTo>
                  <a:lnTo>
                    <a:pt x="83" y="71"/>
                  </a:lnTo>
                  <a:lnTo>
                    <a:pt x="87" y="71"/>
                  </a:lnTo>
                  <a:lnTo>
                    <a:pt x="87" y="70"/>
                  </a:lnTo>
                  <a:lnTo>
                    <a:pt x="88" y="70"/>
                  </a:lnTo>
                  <a:lnTo>
                    <a:pt x="91" y="72"/>
                  </a:lnTo>
                  <a:lnTo>
                    <a:pt x="93" y="68"/>
                  </a:lnTo>
                  <a:lnTo>
                    <a:pt x="92" y="63"/>
                  </a:lnTo>
                  <a:lnTo>
                    <a:pt x="92" y="62"/>
                  </a:lnTo>
                  <a:lnTo>
                    <a:pt x="93" y="60"/>
                  </a:lnTo>
                  <a:lnTo>
                    <a:pt x="93" y="58"/>
                  </a:lnTo>
                  <a:lnTo>
                    <a:pt x="93" y="54"/>
                  </a:lnTo>
                  <a:lnTo>
                    <a:pt x="95" y="51"/>
                  </a:lnTo>
                  <a:lnTo>
                    <a:pt x="97" y="51"/>
                  </a:lnTo>
                  <a:lnTo>
                    <a:pt x="100" y="50"/>
                  </a:lnTo>
                  <a:lnTo>
                    <a:pt x="101" y="47"/>
                  </a:lnTo>
                  <a:lnTo>
                    <a:pt x="100" y="45"/>
                  </a:lnTo>
                  <a:lnTo>
                    <a:pt x="97" y="43"/>
                  </a:lnTo>
                  <a:lnTo>
                    <a:pt x="96" y="41"/>
                  </a:lnTo>
                  <a:lnTo>
                    <a:pt x="99" y="38"/>
                  </a:lnTo>
                  <a:lnTo>
                    <a:pt x="103" y="39"/>
                  </a:lnTo>
                  <a:lnTo>
                    <a:pt x="108" y="39"/>
                  </a:lnTo>
                  <a:lnTo>
                    <a:pt x="111" y="35"/>
                  </a:lnTo>
                  <a:lnTo>
                    <a:pt x="111" y="31"/>
                  </a:lnTo>
                  <a:lnTo>
                    <a:pt x="108" y="29"/>
                  </a:lnTo>
                  <a:lnTo>
                    <a:pt x="113" y="22"/>
                  </a:lnTo>
                  <a:lnTo>
                    <a:pt x="113" y="17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12" y="4"/>
                  </a:lnTo>
                  <a:lnTo>
                    <a:pt x="114" y="4"/>
                  </a:lnTo>
                  <a:lnTo>
                    <a:pt x="118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0" name="Freeform 373">
              <a:extLst>
                <a:ext uri="{FF2B5EF4-FFF2-40B4-BE49-F238E27FC236}">
                  <a16:creationId xmlns:a16="http://schemas.microsoft.com/office/drawing/2014/main" id="{18903FAA-6E45-4559-88F8-525E53EC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146" y="1494781"/>
              <a:ext cx="1006503" cy="828136"/>
            </a:xfrm>
            <a:custGeom>
              <a:avLst/>
              <a:gdLst>
                <a:gd name="T0" fmla="*/ 113 w 158"/>
                <a:gd name="T1" fmla="*/ 1 h 130"/>
                <a:gd name="T2" fmla="*/ 116 w 158"/>
                <a:gd name="T3" fmla="*/ 6 h 130"/>
                <a:gd name="T4" fmla="*/ 119 w 158"/>
                <a:gd name="T5" fmla="*/ 10 h 130"/>
                <a:gd name="T6" fmla="*/ 120 w 158"/>
                <a:gd name="T7" fmla="*/ 21 h 130"/>
                <a:gd name="T8" fmla="*/ 124 w 158"/>
                <a:gd name="T9" fmla="*/ 26 h 130"/>
                <a:gd name="T10" fmla="*/ 129 w 158"/>
                <a:gd name="T11" fmla="*/ 24 h 130"/>
                <a:gd name="T12" fmla="*/ 136 w 158"/>
                <a:gd name="T13" fmla="*/ 17 h 130"/>
                <a:gd name="T14" fmla="*/ 146 w 158"/>
                <a:gd name="T15" fmla="*/ 12 h 130"/>
                <a:gd name="T16" fmla="*/ 151 w 158"/>
                <a:gd name="T17" fmla="*/ 12 h 130"/>
                <a:gd name="T18" fmla="*/ 154 w 158"/>
                <a:gd name="T19" fmla="*/ 17 h 130"/>
                <a:gd name="T20" fmla="*/ 149 w 158"/>
                <a:gd name="T21" fmla="*/ 24 h 130"/>
                <a:gd name="T22" fmla="*/ 130 w 158"/>
                <a:gd name="T23" fmla="*/ 26 h 130"/>
                <a:gd name="T24" fmla="*/ 121 w 158"/>
                <a:gd name="T25" fmla="*/ 33 h 130"/>
                <a:gd name="T26" fmla="*/ 125 w 158"/>
                <a:gd name="T27" fmla="*/ 47 h 130"/>
                <a:gd name="T28" fmla="*/ 123 w 158"/>
                <a:gd name="T29" fmla="*/ 60 h 130"/>
                <a:gd name="T30" fmla="*/ 111 w 158"/>
                <a:gd name="T31" fmla="*/ 63 h 130"/>
                <a:gd name="T32" fmla="*/ 112 w 158"/>
                <a:gd name="T33" fmla="*/ 70 h 130"/>
                <a:gd name="T34" fmla="*/ 109 w 158"/>
                <a:gd name="T35" fmla="*/ 76 h 130"/>
                <a:gd name="T36" fmla="*/ 105 w 158"/>
                <a:gd name="T37" fmla="*/ 83 h 130"/>
                <a:gd name="T38" fmla="*/ 104 w 158"/>
                <a:gd name="T39" fmla="*/ 88 h 130"/>
                <a:gd name="T40" fmla="*/ 100 w 158"/>
                <a:gd name="T41" fmla="*/ 95 h 130"/>
                <a:gd name="T42" fmla="*/ 95 w 158"/>
                <a:gd name="T43" fmla="*/ 96 h 130"/>
                <a:gd name="T44" fmla="*/ 91 w 158"/>
                <a:gd name="T45" fmla="*/ 96 h 130"/>
                <a:gd name="T46" fmla="*/ 87 w 158"/>
                <a:gd name="T47" fmla="*/ 103 h 130"/>
                <a:gd name="T48" fmla="*/ 78 w 158"/>
                <a:gd name="T49" fmla="*/ 104 h 130"/>
                <a:gd name="T50" fmla="*/ 75 w 158"/>
                <a:gd name="T51" fmla="*/ 108 h 130"/>
                <a:gd name="T52" fmla="*/ 74 w 158"/>
                <a:gd name="T53" fmla="*/ 117 h 130"/>
                <a:gd name="T54" fmla="*/ 74 w 158"/>
                <a:gd name="T55" fmla="*/ 124 h 130"/>
                <a:gd name="T56" fmla="*/ 62 w 158"/>
                <a:gd name="T57" fmla="*/ 126 h 130"/>
                <a:gd name="T58" fmla="*/ 50 w 158"/>
                <a:gd name="T59" fmla="*/ 129 h 130"/>
                <a:gd name="T60" fmla="*/ 28 w 158"/>
                <a:gd name="T61" fmla="*/ 130 h 130"/>
                <a:gd name="T62" fmla="*/ 22 w 158"/>
                <a:gd name="T63" fmla="*/ 112 h 130"/>
                <a:gd name="T64" fmla="*/ 18 w 158"/>
                <a:gd name="T65" fmla="*/ 100 h 130"/>
                <a:gd name="T66" fmla="*/ 7 w 158"/>
                <a:gd name="T67" fmla="*/ 93 h 130"/>
                <a:gd name="T68" fmla="*/ 3 w 158"/>
                <a:gd name="T69" fmla="*/ 80 h 130"/>
                <a:gd name="T70" fmla="*/ 7 w 158"/>
                <a:gd name="T71" fmla="*/ 72 h 130"/>
                <a:gd name="T72" fmla="*/ 1 w 158"/>
                <a:gd name="T73" fmla="*/ 66 h 130"/>
                <a:gd name="T74" fmla="*/ 1 w 158"/>
                <a:gd name="T75" fmla="*/ 60 h 130"/>
                <a:gd name="T76" fmla="*/ 5 w 158"/>
                <a:gd name="T77" fmla="*/ 55 h 130"/>
                <a:gd name="T78" fmla="*/ 5 w 158"/>
                <a:gd name="T79" fmla="*/ 51 h 130"/>
                <a:gd name="T80" fmla="*/ 5 w 158"/>
                <a:gd name="T81" fmla="*/ 45 h 130"/>
                <a:gd name="T82" fmla="*/ 9 w 158"/>
                <a:gd name="T83" fmla="*/ 45 h 130"/>
                <a:gd name="T84" fmla="*/ 15 w 158"/>
                <a:gd name="T85" fmla="*/ 45 h 130"/>
                <a:gd name="T86" fmla="*/ 20 w 158"/>
                <a:gd name="T87" fmla="*/ 49 h 130"/>
                <a:gd name="T88" fmla="*/ 25 w 158"/>
                <a:gd name="T89" fmla="*/ 47 h 130"/>
                <a:gd name="T90" fmla="*/ 29 w 158"/>
                <a:gd name="T91" fmla="*/ 43 h 130"/>
                <a:gd name="T92" fmla="*/ 37 w 158"/>
                <a:gd name="T93" fmla="*/ 38 h 130"/>
                <a:gd name="T94" fmla="*/ 41 w 158"/>
                <a:gd name="T95" fmla="*/ 35 h 130"/>
                <a:gd name="T96" fmla="*/ 45 w 158"/>
                <a:gd name="T97" fmla="*/ 26 h 130"/>
                <a:gd name="T98" fmla="*/ 44 w 158"/>
                <a:gd name="T99" fmla="*/ 21 h 130"/>
                <a:gd name="T100" fmla="*/ 49 w 158"/>
                <a:gd name="T101" fmla="*/ 18 h 130"/>
                <a:gd name="T102" fmla="*/ 57 w 158"/>
                <a:gd name="T103" fmla="*/ 16 h 130"/>
                <a:gd name="T104" fmla="*/ 62 w 158"/>
                <a:gd name="T105" fmla="*/ 17 h 130"/>
                <a:gd name="T106" fmla="*/ 70 w 158"/>
                <a:gd name="T107" fmla="*/ 20 h 130"/>
                <a:gd name="T108" fmla="*/ 76 w 158"/>
                <a:gd name="T109" fmla="*/ 18 h 130"/>
                <a:gd name="T110" fmla="*/ 84 w 158"/>
                <a:gd name="T111" fmla="*/ 21 h 130"/>
                <a:gd name="T112" fmla="*/ 90 w 158"/>
                <a:gd name="T113" fmla="*/ 18 h 130"/>
                <a:gd name="T114" fmla="*/ 94 w 158"/>
                <a:gd name="T115" fmla="*/ 20 h 130"/>
                <a:gd name="T116" fmla="*/ 96 w 158"/>
                <a:gd name="T117" fmla="*/ 17 h 130"/>
                <a:gd name="T118" fmla="*/ 100 w 158"/>
                <a:gd name="T119" fmla="*/ 13 h 130"/>
                <a:gd name="T120" fmla="*/ 104 w 158"/>
                <a:gd name="T121" fmla="*/ 14 h 130"/>
                <a:gd name="T122" fmla="*/ 105 w 158"/>
                <a:gd name="T123" fmla="*/ 6 h 130"/>
                <a:gd name="T124" fmla="*/ 109 w 158"/>
                <a:gd name="T12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8" h="130">
                  <a:moveTo>
                    <a:pt x="109" y="0"/>
                  </a:moveTo>
                  <a:lnTo>
                    <a:pt x="112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6" y="4"/>
                  </a:lnTo>
                  <a:lnTo>
                    <a:pt x="116" y="6"/>
                  </a:lnTo>
                  <a:lnTo>
                    <a:pt x="116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9" y="14"/>
                  </a:lnTo>
                  <a:lnTo>
                    <a:pt x="119" y="17"/>
                  </a:lnTo>
                  <a:lnTo>
                    <a:pt x="120" y="21"/>
                  </a:lnTo>
                  <a:lnTo>
                    <a:pt x="121" y="24"/>
                  </a:lnTo>
                  <a:lnTo>
                    <a:pt x="121" y="25"/>
                  </a:lnTo>
                  <a:lnTo>
                    <a:pt x="124" y="26"/>
                  </a:lnTo>
                  <a:lnTo>
                    <a:pt x="126" y="26"/>
                  </a:lnTo>
                  <a:lnTo>
                    <a:pt x="128" y="25"/>
                  </a:lnTo>
                  <a:lnTo>
                    <a:pt x="129" y="24"/>
                  </a:lnTo>
                  <a:lnTo>
                    <a:pt x="133" y="21"/>
                  </a:lnTo>
                  <a:lnTo>
                    <a:pt x="134" y="20"/>
                  </a:lnTo>
                  <a:lnTo>
                    <a:pt x="136" y="17"/>
                  </a:lnTo>
                  <a:lnTo>
                    <a:pt x="137" y="16"/>
                  </a:lnTo>
                  <a:lnTo>
                    <a:pt x="142" y="13"/>
                  </a:lnTo>
                  <a:lnTo>
                    <a:pt x="146" y="12"/>
                  </a:lnTo>
                  <a:lnTo>
                    <a:pt x="146" y="14"/>
                  </a:lnTo>
                  <a:lnTo>
                    <a:pt x="150" y="14"/>
                  </a:lnTo>
                  <a:lnTo>
                    <a:pt x="151" y="12"/>
                  </a:lnTo>
                  <a:lnTo>
                    <a:pt x="157" y="12"/>
                  </a:lnTo>
                  <a:lnTo>
                    <a:pt x="158" y="14"/>
                  </a:lnTo>
                  <a:lnTo>
                    <a:pt x="154" y="17"/>
                  </a:lnTo>
                  <a:lnTo>
                    <a:pt x="155" y="17"/>
                  </a:lnTo>
                  <a:lnTo>
                    <a:pt x="154" y="21"/>
                  </a:lnTo>
                  <a:lnTo>
                    <a:pt x="149" y="24"/>
                  </a:lnTo>
                  <a:lnTo>
                    <a:pt x="137" y="26"/>
                  </a:lnTo>
                  <a:lnTo>
                    <a:pt x="134" y="25"/>
                  </a:lnTo>
                  <a:lnTo>
                    <a:pt x="130" y="26"/>
                  </a:lnTo>
                  <a:lnTo>
                    <a:pt x="126" y="29"/>
                  </a:lnTo>
                  <a:lnTo>
                    <a:pt x="124" y="29"/>
                  </a:lnTo>
                  <a:lnTo>
                    <a:pt x="121" y="33"/>
                  </a:lnTo>
                  <a:lnTo>
                    <a:pt x="120" y="34"/>
                  </a:lnTo>
                  <a:lnTo>
                    <a:pt x="125" y="42"/>
                  </a:lnTo>
                  <a:lnTo>
                    <a:pt x="125" y="47"/>
                  </a:lnTo>
                  <a:lnTo>
                    <a:pt x="120" y="54"/>
                  </a:lnTo>
                  <a:lnTo>
                    <a:pt x="123" y="56"/>
                  </a:lnTo>
                  <a:lnTo>
                    <a:pt x="123" y="60"/>
                  </a:lnTo>
                  <a:lnTo>
                    <a:pt x="120" y="64"/>
                  </a:lnTo>
                  <a:lnTo>
                    <a:pt x="115" y="64"/>
                  </a:lnTo>
                  <a:lnTo>
                    <a:pt x="111" y="63"/>
                  </a:lnTo>
                  <a:lnTo>
                    <a:pt x="108" y="66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7" y="76"/>
                  </a:lnTo>
                  <a:lnTo>
                    <a:pt x="105" y="79"/>
                  </a:lnTo>
                  <a:lnTo>
                    <a:pt x="105" y="83"/>
                  </a:lnTo>
                  <a:lnTo>
                    <a:pt x="105" y="85"/>
                  </a:lnTo>
                  <a:lnTo>
                    <a:pt x="104" y="87"/>
                  </a:lnTo>
                  <a:lnTo>
                    <a:pt x="104" y="88"/>
                  </a:lnTo>
                  <a:lnTo>
                    <a:pt x="105" y="93"/>
                  </a:lnTo>
                  <a:lnTo>
                    <a:pt x="103" y="97"/>
                  </a:lnTo>
                  <a:lnTo>
                    <a:pt x="100" y="95"/>
                  </a:lnTo>
                  <a:lnTo>
                    <a:pt x="99" y="95"/>
                  </a:lnTo>
                  <a:lnTo>
                    <a:pt x="99" y="96"/>
                  </a:lnTo>
                  <a:lnTo>
                    <a:pt x="95" y="96"/>
                  </a:lnTo>
                  <a:lnTo>
                    <a:pt x="94" y="95"/>
                  </a:lnTo>
                  <a:lnTo>
                    <a:pt x="91" y="95"/>
                  </a:lnTo>
                  <a:lnTo>
                    <a:pt x="91" y="96"/>
                  </a:lnTo>
                  <a:lnTo>
                    <a:pt x="86" y="100"/>
                  </a:lnTo>
                  <a:lnTo>
                    <a:pt x="88" y="100"/>
                  </a:lnTo>
                  <a:lnTo>
                    <a:pt x="87" y="103"/>
                  </a:lnTo>
                  <a:lnTo>
                    <a:pt x="82" y="104"/>
                  </a:lnTo>
                  <a:lnTo>
                    <a:pt x="80" y="103"/>
                  </a:lnTo>
                  <a:lnTo>
                    <a:pt x="78" y="104"/>
                  </a:lnTo>
                  <a:lnTo>
                    <a:pt x="78" y="105"/>
                  </a:lnTo>
                  <a:lnTo>
                    <a:pt x="76" y="108"/>
                  </a:lnTo>
                  <a:lnTo>
                    <a:pt x="75" y="108"/>
                  </a:lnTo>
                  <a:lnTo>
                    <a:pt x="72" y="110"/>
                  </a:lnTo>
                  <a:lnTo>
                    <a:pt x="72" y="113"/>
                  </a:lnTo>
                  <a:lnTo>
                    <a:pt x="74" y="117"/>
                  </a:lnTo>
                  <a:lnTo>
                    <a:pt x="74" y="120"/>
                  </a:lnTo>
                  <a:lnTo>
                    <a:pt x="75" y="122"/>
                  </a:lnTo>
                  <a:lnTo>
                    <a:pt x="74" y="124"/>
                  </a:lnTo>
                  <a:lnTo>
                    <a:pt x="70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55" y="126"/>
                  </a:lnTo>
                  <a:lnTo>
                    <a:pt x="51" y="128"/>
                  </a:lnTo>
                  <a:lnTo>
                    <a:pt x="50" y="129"/>
                  </a:lnTo>
                  <a:lnTo>
                    <a:pt x="46" y="129"/>
                  </a:lnTo>
                  <a:lnTo>
                    <a:pt x="42" y="130"/>
                  </a:lnTo>
                  <a:lnTo>
                    <a:pt x="28" y="130"/>
                  </a:lnTo>
                  <a:lnTo>
                    <a:pt x="12" y="126"/>
                  </a:lnTo>
                  <a:lnTo>
                    <a:pt x="21" y="114"/>
                  </a:lnTo>
                  <a:lnTo>
                    <a:pt x="22" y="112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18" y="100"/>
                  </a:lnTo>
                  <a:lnTo>
                    <a:pt x="9" y="100"/>
                  </a:lnTo>
                  <a:lnTo>
                    <a:pt x="8" y="96"/>
                  </a:lnTo>
                  <a:lnTo>
                    <a:pt x="7" y="93"/>
                  </a:lnTo>
                  <a:lnTo>
                    <a:pt x="8" y="92"/>
                  </a:lnTo>
                  <a:lnTo>
                    <a:pt x="7" y="87"/>
                  </a:lnTo>
                  <a:lnTo>
                    <a:pt x="3" y="80"/>
                  </a:lnTo>
                  <a:lnTo>
                    <a:pt x="4" y="78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3" y="72"/>
                  </a:lnTo>
                  <a:lnTo>
                    <a:pt x="3" y="70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3" y="62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3" y="58"/>
                  </a:lnTo>
                  <a:lnTo>
                    <a:pt x="5" y="55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7" y="45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6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1" y="50"/>
                  </a:lnTo>
                  <a:lnTo>
                    <a:pt x="22" y="49"/>
                  </a:lnTo>
                  <a:lnTo>
                    <a:pt x="25" y="47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9" y="43"/>
                  </a:lnTo>
                  <a:lnTo>
                    <a:pt x="29" y="41"/>
                  </a:lnTo>
                  <a:lnTo>
                    <a:pt x="33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2" y="31"/>
                  </a:lnTo>
                  <a:lnTo>
                    <a:pt x="42" y="29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5" y="21"/>
                  </a:lnTo>
                  <a:lnTo>
                    <a:pt x="46" y="20"/>
                  </a:lnTo>
                  <a:lnTo>
                    <a:pt x="49" y="18"/>
                  </a:lnTo>
                  <a:lnTo>
                    <a:pt x="50" y="20"/>
                  </a:lnTo>
                  <a:lnTo>
                    <a:pt x="54" y="17"/>
                  </a:lnTo>
                  <a:lnTo>
                    <a:pt x="57" y="16"/>
                  </a:lnTo>
                  <a:lnTo>
                    <a:pt x="59" y="17"/>
                  </a:lnTo>
                  <a:lnTo>
                    <a:pt x="62" y="17"/>
                  </a:lnTo>
                  <a:lnTo>
                    <a:pt x="62" y="17"/>
                  </a:lnTo>
                  <a:lnTo>
                    <a:pt x="66" y="16"/>
                  </a:lnTo>
                  <a:lnTo>
                    <a:pt x="69" y="17"/>
                  </a:lnTo>
                  <a:lnTo>
                    <a:pt x="70" y="20"/>
                  </a:lnTo>
                  <a:lnTo>
                    <a:pt x="72" y="20"/>
                  </a:lnTo>
                  <a:lnTo>
                    <a:pt x="74" y="18"/>
                  </a:lnTo>
                  <a:lnTo>
                    <a:pt x="76" y="18"/>
                  </a:lnTo>
                  <a:lnTo>
                    <a:pt x="79" y="21"/>
                  </a:lnTo>
                  <a:lnTo>
                    <a:pt x="80" y="22"/>
                  </a:lnTo>
                  <a:lnTo>
                    <a:pt x="84" y="21"/>
                  </a:lnTo>
                  <a:lnTo>
                    <a:pt x="87" y="20"/>
                  </a:lnTo>
                  <a:lnTo>
                    <a:pt x="88" y="18"/>
                  </a:lnTo>
                  <a:lnTo>
                    <a:pt x="90" y="18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4" y="20"/>
                  </a:lnTo>
                  <a:lnTo>
                    <a:pt x="97" y="20"/>
                  </a:lnTo>
                  <a:lnTo>
                    <a:pt x="97" y="17"/>
                  </a:lnTo>
                  <a:lnTo>
                    <a:pt x="96" y="17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0" y="13"/>
                  </a:lnTo>
                  <a:lnTo>
                    <a:pt x="101" y="13"/>
                  </a:lnTo>
                  <a:lnTo>
                    <a:pt x="101" y="14"/>
                  </a:lnTo>
                  <a:lnTo>
                    <a:pt x="104" y="14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6"/>
                  </a:lnTo>
                  <a:lnTo>
                    <a:pt x="107" y="5"/>
                  </a:lnTo>
                  <a:lnTo>
                    <a:pt x="108" y="1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1" name="Freeform 378">
              <a:extLst>
                <a:ext uri="{FF2B5EF4-FFF2-40B4-BE49-F238E27FC236}">
                  <a16:creationId xmlns:a16="http://schemas.microsoft.com/office/drawing/2014/main" id="{9F4A776F-4011-485E-9F17-122F69D277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101994" y="-550074"/>
              <a:ext cx="407698" cy="273924"/>
            </a:xfrm>
            <a:custGeom>
              <a:avLst/>
              <a:gdLst>
                <a:gd name="T0" fmla="*/ 7 w 64"/>
                <a:gd name="T1" fmla="*/ 22 h 43"/>
                <a:gd name="T2" fmla="*/ 12 w 64"/>
                <a:gd name="T3" fmla="*/ 23 h 43"/>
                <a:gd name="T4" fmla="*/ 14 w 64"/>
                <a:gd name="T5" fmla="*/ 25 h 43"/>
                <a:gd name="T6" fmla="*/ 12 w 64"/>
                <a:gd name="T7" fmla="*/ 25 h 43"/>
                <a:gd name="T8" fmla="*/ 10 w 64"/>
                <a:gd name="T9" fmla="*/ 29 h 43"/>
                <a:gd name="T10" fmla="*/ 4 w 64"/>
                <a:gd name="T11" fmla="*/ 33 h 43"/>
                <a:gd name="T12" fmla="*/ 3 w 64"/>
                <a:gd name="T13" fmla="*/ 35 h 43"/>
                <a:gd name="T14" fmla="*/ 2 w 64"/>
                <a:gd name="T15" fmla="*/ 33 h 43"/>
                <a:gd name="T16" fmla="*/ 4 w 64"/>
                <a:gd name="T17" fmla="*/ 31 h 43"/>
                <a:gd name="T18" fmla="*/ 0 w 64"/>
                <a:gd name="T19" fmla="*/ 29 h 43"/>
                <a:gd name="T20" fmla="*/ 2 w 64"/>
                <a:gd name="T21" fmla="*/ 26 h 43"/>
                <a:gd name="T22" fmla="*/ 0 w 64"/>
                <a:gd name="T23" fmla="*/ 25 h 43"/>
                <a:gd name="T24" fmla="*/ 0 w 64"/>
                <a:gd name="T25" fmla="*/ 23 h 43"/>
                <a:gd name="T26" fmla="*/ 3 w 64"/>
                <a:gd name="T27" fmla="*/ 25 h 43"/>
                <a:gd name="T28" fmla="*/ 4 w 64"/>
                <a:gd name="T29" fmla="*/ 23 h 43"/>
                <a:gd name="T30" fmla="*/ 12 w 64"/>
                <a:gd name="T31" fmla="*/ 21 h 43"/>
                <a:gd name="T32" fmla="*/ 16 w 64"/>
                <a:gd name="T33" fmla="*/ 23 h 43"/>
                <a:gd name="T34" fmla="*/ 12 w 64"/>
                <a:gd name="T35" fmla="*/ 22 h 43"/>
                <a:gd name="T36" fmla="*/ 14 w 64"/>
                <a:gd name="T37" fmla="*/ 14 h 43"/>
                <a:gd name="T38" fmla="*/ 12 w 64"/>
                <a:gd name="T39" fmla="*/ 16 h 43"/>
                <a:gd name="T40" fmla="*/ 14 w 64"/>
                <a:gd name="T41" fmla="*/ 14 h 43"/>
                <a:gd name="T42" fmla="*/ 7 w 64"/>
                <a:gd name="T43" fmla="*/ 14 h 43"/>
                <a:gd name="T44" fmla="*/ 11 w 64"/>
                <a:gd name="T45" fmla="*/ 16 h 43"/>
                <a:gd name="T46" fmla="*/ 11 w 64"/>
                <a:gd name="T47" fmla="*/ 17 h 43"/>
                <a:gd name="T48" fmla="*/ 7 w 64"/>
                <a:gd name="T49" fmla="*/ 21 h 43"/>
                <a:gd name="T50" fmla="*/ 4 w 64"/>
                <a:gd name="T51" fmla="*/ 18 h 43"/>
                <a:gd name="T52" fmla="*/ 2 w 64"/>
                <a:gd name="T53" fmla="*/ 18 h 43"/>
                <a:gd name="T54" fmla="*/ 6 w 64"/>
                <a:gd name="T55" fmla="*/ 16 h 43"/>
                <a:gd name="T56" fmla="*/ 36 w 64"/>
                <a:gd name="T57" fmla="*/ 0 h 43"/>
                <a:gd name="T58" fmla="*/ 41 w 64"/>
                <a:gd name="T59" fmla="*/ 2 h 43"/>
                <a:gd name="T60" fmla="*/ 48 w 64"/>
                <a:gd name="T61" fmla="*/ 2 h 43"/>
                <a:gd name="T62" fmla="*/ 61 w 64"/>
                <a:gd name="T63" fmla="*/ 6 h 43"/>
                <a:gd name="T64" fmla="*/ 62 w 64"/>
                <a:gd name="T65" fmla="*/ 6 h 43"/>
                <a:gd name="T66" fmla="*/ 62 w 64"/>
                <a:gd name="T67" fmla="*/ 8 h 43"/>
                <a:gd name="T68" fmla="*/ 60 w 64"/>
                <a:gd name="T69" fmla="*/ 14 h 43"/>
                <a:gd name="T70" fmla="*/ 57 w 64"/>
                <a:gd name="T71" fmla="*/ 23 h 43"/>
                <a:gd name="T72" fmla="*/ 64 w 64"/>
                <a:gd name="T73" fmla="*/ 35 h 43"/>
                <a:gd name="T74" fmla="*/ 61 w 64"/>
                <a:gd name="T75" fmla="*/ 39 h 43"/>
                <a:gd name="T76" fmla="*/ 56 w 64"/>
                <a:gd name="T77" fmla="*/ 42 h 43"/>
                <a:gd name="T78" fmla="*/ 50 w 64"/>
                <a:gd name="T79" fmla="*/ 41 h 43"/>
                <a:gd name="T80" fmla="*/ 46 w 64"/>
                <a:gd name="T81" fmla="*/ 37 h 43"/>
                <a:gd name="T82" fmla="*/ 41 w 64"/>
                <a:gd name="T83" fmla="*/ 35 h 43"/>
                <a:gd name="T84" fmla="*/ 39 w 64"/>
                <a:gd name="T85" fmla="*/ 31 h 43"/>
                <a:gd name="T86" fmla="*/ 37 w 64"/>
                <a:gd name="T87" fmla="*/ 34 h 43"/>
                <a:gd name="T88" fmla="*/ 31 w 64"/>
                <a:gd name="T89" fmla="*/ 33 h 43"/>
                <a:gd name="T90" fmla="*/ 27 w 64"/>
                <a:gd name="T91" fmla="*/ 35 h 43"/>
                <a:gd name="T92" fmla="*/ 28 w 64"/>
                <a:gd name="T93" fmla="*/ 27 h 43"/>
                <a:gd name="T94" fmla="*/ 24 w 64"/>
                <a:gd name="T95" fmla="*/ 27 h 43"/>
                <a:gd name="T96" fmla="*/ 23 w 64"/>
                <a:gd name="T97" fmla="*/ 30 h 43"/>
                <a:gd name="T98" fmla="*/ 17 w 64"/>
                <a:gd name="T99" fmla="*/ 23 h 43"/>
                <a:gd name="T100" fmla="*/ 19 w 64"/>
                <a:gd name="T101" fmla="*/ 21 h 43"/>
                <a:gd name="T102" fmla="*/ 17 w 64"/>
                <a:gd name="T103" fmla="*/ 18 h 43"/>
                <a:gd name="T104" fmla="*/ 16 w 64"/>
                <a:gd name="T105" fmla="*/ 20 h 43"/>
                <a:gd name="T106" fmla="*/ 17 w 64"/>
                <a:gd name="T107" fmla="*/ 9 h 43"/>
                <a:gd name="T108" fmla="*/ 23 w 64"/>
                <a:gd name="T109" fmla="*/ 8 h 43"/>
                <a:gd name="T110" fmla="*/ 25 w 64"/>
                <a:gd name="T111" fmla="*/ 5 h 43"/>
                <a:gd name="T112" fmla="*/ 28 w 64"/>
                <a:gd name="T113" fmla="*/ 4 h 43"/>
                <a:gd name="T114" fmla="*/ 33 w 64"/>
                <a:gd name="T115" fmla="*/ 5 h 43"/>
                <a:gd name="T116" fmla="*/ 36 w 64"/>
                <a:gd name="T117" fmla="*/ 4 h 43"/>
                <a:gd name="T118" fmla="*/ 35 w 64"/>
                <a:gd name="T119" fmla="*/ 1 h 43"/>
                <a:gd name="T120" fmla="*/ 36 w 64"/>
                <a:gd name="T12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4" h="43">
                  <a:moveTo>
                    <a:pt x="6" y="22"/>
                  </a:moveTo>
                  <a:lnTo>
                    <a:pt x="7" y="22"/>
                  </a:lnTo>
                  <a:lnTo>
                    <a:pt x="11" y="22"/>
                  </a:lnTo>
                  <a:lnTo>
                    <a:pt x="12" y="23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6"/>
                  </a:lnTo>
                  <a:lnTo>
                    <a:pt x="12" y="25"/>
                  </a:lnTo>
                  <a:lnTo>
                    <a:pt x="11" y="27"/>
                  </a:lnTo>
                  <a:lnTo>
                    <a:pt x="10" y="29"/>
                  </a:lnTo>
                  <a:lnTo>
                    <a:pt x="6" y="30"/>
                  </a:lnTo>
                  <a:lnTo>
                    <a:pt x="4" y="33"/>
                  </a:lnTo>
                  <a:lnTo>
                    <a:pt x="4" y="34"/>
                  </a:lnTo>
                  <a:lnTo>
                    <a:pt x="3" y="35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3" y="33"/>
                  </a:lnTo>
                  <a:lnTo>
                    <a:pt x="4" y="31"/>
                  </a:lnTo>
                  <a:lnTo>
                    <a:pt x="2" y="29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3" y="25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6" y="22"/>
                  </a:lnTo>
                  <a:close/>
                  <a:moveTo>
                    <a:pt x="12" y="21"/>
                  </a:moveTo>
                  <a:lnTo>
                    <a:pt x="15" y="21"/>
                  </a:lnTo>
                  <a:lnTo>
                    <a:pt x="16" y="23"/>
                  </a:lnTo>
                  <a:lnTo>
                    <a:pt x="15" y="23"/>
                  </a:lnTo>
                  <a:lnTo>
                    <a:pt x="12" y="22"/>
                  </a:lnTo>
                  <a:lnTo>
                    <a:pt x="12" y="21"/>
                  </a:lnTo>
                  <a:close/>
                  <a:moveTo>
                    <a:pt x="14" y="14"/>
                  </a:moveTo>
                  <a:lnTo>
                    <a:pt x="15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4" y="14"/>
                  </a:lnTo>
                  <a:close/>
                  <a:moveTo>
                    <a:pt x="6" y="14"/>
                  </a:moveTo>
                  <a:lnTo>
                    <a:pt x="7" y="14"/>
                  </a:lnTo>
                  <a:lnTo>
                    <a:pt x="8" y="16"/>
                  </a:lnTo>
                  <a:lnTo>
                    <a:pt x="11" y="16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8" y="18"/>
                  </a:lnTo>
                  <a:lnTo>
                    <a:pt x="7" y="21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4"/>
                  </a:lnTo>
                  <a:close/>
                  <a:moveTo>
                    <a:pt x="36" y="0"/>
                  </a:moveTo>
                  <a:lnTo>
                    <a:pt x="39" y="2"/>
                  </a:lnTo>
                  <a:lnTo>
                    <a:pt x="41" y="2"/>
                  </a:lnTo>
                  <a:lnTo>
                    <a:pt x="42" y="4"/>
                  </a:lnTo>
                  <a:lnTo>
                    <a:pt x="48" y="2"/>
                  </a:lnTo>
                  <a:lnTo>
                    <a:pt x="52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2" y="6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1" y="10"/>
                  </a:lnTo>
                  <a:lnTo>
                    <a:pt x="60" y="14"/>
                  </a:lnTo>
                  <a:lnTo>
                    <a:pt x="58" y="14"/>
                  </a:lnTo>
                  <a:lnTo>
                    <a:pt x="57" y="23"/>
                  </a:lnTo>
                  <a:lnTo>
                    <a:pt x="64" y="34"/>
                  </a:lnTo>
                  <a:lnTo>
                    <a:pt x="64" y="35"/>
                  </a:lnTo>
                  <a:lnTo>
                    <a:pt x="61" y="38"/>
                  </a:lnTo>
                  <a:lnTo>
                    <a:pt x="61" y="39"/>
                  </a:lnTo>
                  <a:lnTo>
                    <a:pt x="60" y="42"/>
                  </a:lnTo>
                  <a:lnTo>
                    <a:pt x="56" y="42"/>
                  </a:lnTo>
                  <a:lnTo>
                    <a:pt x="52" y="43"/>
                  </a:lnTo>
                  <a:lnTo>
                    <a:pt x="50" y="41"/>
                  </a:lnTo>
                  <a:lnTo>
                    <a:pt x="48" y="39"/>
                  </a:lnTo>
                  <a:lnTo>
                    <a:pt x="46" y="37"/>
                  </a:lnTo>
                  <a:lnTo>
                    <a:pt x="42" y="35"/>
                  </a:lnTo>
                  <a:lnTo>
                    <a:pt x="41" y="35"/>
                  </a:lnTo>
                  <a:lnTo>
                    <a:pt x="41" y="33"/>
                  </a:lnTo>
                  <a:lnTo>
                    <a:pt x="39" y="31"/>
                  </a:lnTo>
                  <a:lnTo>
                    <a:pt x="39" y="34"/>
                  </a:lnTo>
                  <a:lnTo>
                    <a:pt x="37" y="34"/>
                  </a:lnTo>
                  <a:lnTo>
                    <a:pt x="35" y="31"/>
                  </a:lnTo>
                  <a:lnTo>
                    <a:pt x="31" y="33"/>
                  </a:lnTo>
                  <a:lnTo>
                    <a:pt x="28" y="34"/>
                  </a:lnTo>
                  <a:lnTo>
                    <a:pt x="27" y="35"/>
                  </a:lnTo>
                  <a:lnTo>
                    <a:pt x="27" y="34"/>
                  </a:lnTo>
                  <a:lnTo>
                    <a:pt x="28" y="27"/>
                  </a:lnTo>
                  <a:lnTo>
                    <a:pt x="27" y="26"/>
                  </a:lnTo>
                  <a:lnTo>
                    <a:pt x="24" y="27"/>
                  </a:lnTo>
                  <a:lnTo>
                    <a:pt x="24" y="30"/>
                  </a:lnTo>
                  <a:lnTo>
                    <a:pt x="23" y="30"/>
                  </a:lnTo>
                  <a:lnTo>
                    <a:pt x="20" y="27"/>
                  </a:lnTo>
                  <a:lnTo>
                    <a:pt x="17" y="23"/>
                  </a:lnTo>
                  <a:lnTo>
                    <a:pt x="17" y="21"/>
                  </a:lnTo>
                  <a:lnTo>
                    <a:pt x="19" y="21"/>
                  </a:lnTo>
                  <a:lnTo>
                    <a:pt x="20" y="20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6" y="20"/>
                  </a:lnTo>
                  <a:lnTo>
                    <a:pt x="16" y="12"/>
                  </a:lnTo>
                  <a:lnTo>
                    <a:pt x="17" y="9"/>
                  </a:lnTo>
                  <a:lnTo>
                    <a:pt x="21" y="8"/>
                  </a:lnTo>
                  <a:lnTo>
                    <a:pt x="23" y="8"/>
                  </a:lnTo>
                  <a:lnTo>
                    <a:pt x="23" y="6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5" y="1"/>
                  </a:lnTo>
                  <a:lnTo>
                    <a:pt x="36" y="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2" name="Freeform 379">
              <a:extLst>
                <a:ext uri="{FF2B5EF4-FFF2-40B4-BE49-F238E27FC236}">
                  <a16:creationId xmlns:a16="http://schemas.microsoft.com/office/drawing/2014/main" id="{BEEA187D-FED7-431D-9BF3-315981948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-1140217" y="-352596"/>
              <a:ext cx="477773" cy="261182"/>
            </a:xfrm>
            <a:custGeom>
              <a:avLst/>
              <a:gdLst>
                <a:gd name="T0" fmla="*/ 43 w 75"/>
                <a:gd name="T1" fmla="*/ 3 h 41"/>
                <a:gd name="T2" fmla="*/ 45 w 75"/>
                <a:gd name="T3" fmla="*/ 0 h 41"/>
                <a:gd name="T4" fmla="*/ 47 w 75"/>
                <a:gd name="T5" fmla="*/ 4 h 41"/>
                <a:gd name="T6" fmla="*/ 52 w 75"/>
                <a:gd name="T7" fmla="*/ 6 h 41"/>
                <a:gd name="T8" fmla="*/ 56 w 75"/>
                <a:gd name="T9" fmla="*/ 10 h 41"/>
                <a:gd name="T10" fmla="*/ 62 w 75"/>
                <a:gd name="T11" fmla="*/ 11 h 41"/>
                <a:gd name="T12" fmla="*/ 68 w 75"/>
                <a:gd name="T13" fmla="*/ 14 h 41"/>
                <a:gd name="T14" fmla="*/ 70 w 75"/>
                <a:gd name="T15" fmla="*/ 16 h 41"/>
                <a:gd name="T16" fmla="*/ 70 w 75"/>
                <a:gd name="T17" fmla="*/ 19 h 41"/>
                <a:gd name="T18" fmla="*/ 72 w 75"/>
                <a:gd name="T19" fmla="*/ 23 h 41"/>
                <a:gd name="T20" fmla="*/ 75 w 75"/>
                <a:gd name="T21" fmla="*/ 29 h 41"/>
                <a:gd name="T22" fmla="*/ 73 w 75"/>
                <a:gd name="T23" fmla="*/ 33 h 41"/>
                <a:gd name="T24" fmla="*/ 70 w 75"/>
                <a:gd name="T25" fmla="*/ 36 h 41"/>
                <a:gd name="T26" fmla="*/ 64 w 75"/>
                <a:gd name="T27" fmla="*/ 40 h 41"/>
                <a:gd name="T28" fmla="*/ 60 w 75"/>
                <a:gd name="T29" fmla="*/ 41 h 41"/>
                <a:gd name="T30" fmla="*/ 56 w 75"/>
                <a:gd name="T31" fmla="*/ 40 h 41"/>
                <a:gd name="T32" fmla="*/ 51 w 75"/>
                <a:gd name="T33" fmla="*/ 36 h 41"/>
                <a:gd name="T34" fmla="*/ 45 w 75"/>
                <a:gd name="T35" fmla="*/ 32 h 41"/>
                <a:gd name="T36" fmla="*/ 37 w 75"/>
                <a:gd name="T37" fmla="*/ 33 h 41"/>
                <a:gd name="T38" fmla="*/ 31 w 75"/>
                <a:gd name="T39" fmla="*/ 32 h 41"/>
                <a:gd name="T40" fmla="*/ 27 w 75"/>
                <a:gd name="T41" fmla="*/ 29 h 41"/>
                <a:gd name="T42" fmla="*/ 25 w 75"/>
                <a:gd name="T43" fmla="*/ 29 h 41"/>
                <a:gd name="T44" fmla="*/ 21 w 75"/>
                <a:gd name="T45" fmla="*/ 29 h 41"/>
                <a:gd name="T46" fmla="*/ 14 w 75"/>
                <a:gd name="T47" fmla="*/ 29 h 41"/>
                <a:gd name="T48" fmla="*/ 5 w 75"/>
                <a:gd name="T49" fmla="*/ 33 h 41"/>
                <a:gd name="T50" fmla="*/ 2 w 75"/>
                <a:gd name="T51" fmla="*/ 36 h 41"/>
                <a:gd name="T52" fmla="*/ 1 w 75"/>
                <a:gd name="T53" fmla="*/ 35 h 41"/>
                <a:gd name="T54" fmla="*/ 1 w 75"/>
                <a:gd name="T55" fmla="*/ 28 h 41"/>
                <a:gd name="T56" fmla="*/ 1 w 75"/>
                <a:gd name="T57" fmla="*/ 23 h 41"/>
                <a:gd name="T58" fmla="*/ 4 w 75"/>
                <a:gd name="T59" fmla="*/ 15 h 41"/>
                <a:gd name="T60" fmla="*/ 5 w 75"/>
                <a:gd name="T61" fmla="*/ 14 h 41"/>
                <a:gd name="T62" fmla="*/ 9 w 75"/>
                <a:gd name="T63" fmla="*/ 10 h 41"/>
                <a:gd name="T64" fmla="*/ 13 w 75"/>
                <a:gd name="T65" fmla="*/ 8 h 41"/>
                <a:gd name="T66" fmla="*/ 17 w 75"/>
                <a:gd name="T67" fmla="*/ 6 h 41"/>
                <a:gd name="T68" fmla="*/ 22 w 75"/>
                <a:gd name="T69" fmla="*/ 16 h 41"/>
                <a:gd name="T70" fmla="*/ 25 w 75"/>
                <a:gd name="T71" fmla="*/ 20 h 41"/>
                <a:gd name="T72" fmla="*/ 31 w 75"/>
                <a:gd name="T73" fmla="*/ 16 h 41"/>
                <a:gd name="T74" fmla="*/ 33 w 75"/>
                <a:gd name="T75" fmla="*/ 7 h 41"/>
                <a:gd name="T76" fmla="*/ 34 w 75"/>
                <a:gd name="T77" fmla="*/ 3 h 41"/>
                <a:gd name="T78" fmla="*/ 41 w 75"/>
                <a:gd name="T7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5" h="41">
                  <a:moveTo>
                    <a:pt x="41" y="0"/>
                  </a:moveTo>
                  <a:lnTo>
                    <a:pt x="43" y="3"/>
                  </a:lnTo>
                  <a:lnTo>
                    <a:pt x="45" y="3"/>
                  </a:lnTo>
                  <a:lnTo>
                    <a:pt x="45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8" y="4"/>
                  </a:lnTo>
                  <a:lnTo>
                    <a:pt x="52" y="6"/>
                  </a:lnTo>
                  <a:lnTo>
                    <a:pt x="54" y="8"/>
                  </a:lnTo>
                  <a:lnTo>
                    <a:pt x="56" y="10"/>
                  </a:lnTo>
                  <a:lnTo>
                    <a:pt x="58" y="12"/>
                  </a:lnTo>
                  <a:lnTo>
                    <a:pt x="62" y="11"/>
                  </a:lnTo>
                  <a:lnTo>
                    <a:pt x="68" y="12"/>
                  </a:lnTo>
                  <a:lnTo>
                    <a:pt x="68" y="14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0" y="19"/>
                  </a:lnTo>
                  <a:lnTo>
                    <a:pt x="71" y="23"/>
                  </a:lnTo>
                  <a:lnTo>
                    <a:pt x="72" y="23"/>
                  </a:lnTo>
                  <a:lnTo>
                    <a:pt x="72" y="27"/>
                  </a:lnTo>
                  <a:lnTo>
                    <a:pt x="75" y="29"/>
                  </a:lnTo>
                  <a:lnTo>
                    <a:pt x="75" y="32"/>
                  </a:lnTo>
                  <a:lnTo>
                    <a:pt x="73" y="33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9"/>
                  </a:lnTo>
                  <a:lnTo>
                    <a:pt x="64" y="40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59" y="41"/>
                  </a:lnTo>
                  <a:lnTo>
                    <a:pt x="56" y="40"/>
                  </a:lnTo>
                  <a:lnTo>
                    <a:pt x="54" y="37"/>
                  </a:lnTo>
                  <a:lnTo>
                    <a:pt x="51" y="36"/>
                  </a:lnTo>
                  <a:lnTo>
                    <a:pt x="47" y="33"/>
                  </a:lnTo>
                  <a:lnTo>
                    <a:pt x="45" y="32"/>
                  </a:lnTo>
                  <a:lnTo>
                    <a:pt x="41" y="31"/>
                  </a:lnTo>
                  <a:lnTo>
                    <a:pt x="37" y="33"/>
                  </a:lnTo>
                  <a:lnTo>
                    <a:pt x="35" y="32"/>
                  </a:lnTo>
                  <a:lnTo>
                    <a:pt x="31" y="32"/>
                  </a:lnTo>
                  <a:lnTo>
                    <a:pt x="30" y="31"/>
                  </a:lnTo>
                  <a:lnTo>
                    <a:pt x="27" y="29"/>
                  </a:lnTo>
                  <a:lnTo>
                    <a:pt x="27" y="28"/>
                  </a:lnTo>
                  <a:lnTo>
                    <a:pt x="25" y="29"/>
                  </a:lnTo>
                  <a:lnTo>
                    <a:pt x="22" y="31"/>
                  </a:lnTo>
                  <a:lnTo>
                    <a:pt x="21" y="29"/>
                  </a:lnTo>
                  <a:lnTo>
                    <a:pt x="18" y="29"/>
                  </a:lnTo>
                  <a:lnTo>
                    <a:pt x="14" y="29"/>
                  </a:lnTo>
                  <a:lnTo>
                    <a:pt x="8" y="31"/>
                  </a:lnTo>
                  <a:lnTo>
                    <a:pt x="5" y="33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0" y="29"/>
                  </a:lnTo>
                  <a:lnTo>
                    <a:pt x="1" y="28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4" y="19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6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3" y="8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7" y="10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5" y="20"/>
                  </a:lnTo>
                  <a:lnTo>
                    <a:pt x="29" y="20"/>
                  </a:lnTo>
                  <a:lnTo>
                    <a:pt x="31" y="16"/>
                  </a:lnTo>
                  <a:lnTo>
                    <a:pt x="33" y="12"/>
                  </a:lnTo>
                  <a:lnTo>
                    <a:pt x="33" y="7"/>
                  </a:lnTo>
                  <a:lnTo>
                    <a:pt x="33" y="4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3" name="Freeform 380">
              <a:extLst>
                <a:ext uri="{FF2B5EF4-FFF2-40B4-BE49-F238E27FC236}">
                  <a16:creationId xmlns:a16="http://schemas.microsoft.com/office/drawing/2014/main" id="{0B3DA90F-A21A-4C98-9420-75B43FF14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-1127476" y="-174229"/>
              <a:ext cx="369476" cy="273924"/>
            </a:xfrm>
            <a:custGeom>
              <a:avLst/>
              <a:gdLst>
                <a:gd name="T0" fmla="*/ 25 w 58"/>
                <a:gd name="T1" fmla="*/ 0 h 43"/>
                <a:gd name="T2" fmla="*/ 25 w 58"/>
                <a:gd name="T3" fmla="*/ 1 h 43"/>
                <a:gd name="T4" fmla="*/ 28 w 58"/>
                <a:gd name="T5" fmla="*/ 3 h 43"/>
                <a:gd name="T6" fmla="*/ 29 w 58"/>
                <a:gd name="T7" fmla="*/ 4 h 43"/>
                <a:gd name="T8" fmla="*/ 33 w 58"/>
                <a:gd name="T9" fmla="*/ 4 h 43"/>
                <a:gd name="T10" fmla="*/ 35 w 58"/>
                <a:gd name="T11" fmla="*/ 5 h 43"/>
                <a:gd name="T12" fmla="*/ 39 w 58"/>
                <a:gd name="T13" fmla="*/ 3 h 43"/>
                <a:gd name="T14" fmla="*/ 43 w 58"/>
                <a:gd name="T15" fmla="*/ 4 h 43"/>
                <a:gd name="T16" fmla="*/ 45 w 58"/>
                <a:gd name="T17" fmla="*/ 5 h 43"/>
                <a:gd name="T18" fmla="*/ 49 w 58"/>
                <a:gd name="T19" fmla="*/ 8 h 43"/>
                <a:gd name="T20" fmla="*/ 52 w 58"/>
                <a:gd name="T21" fmla="*/ 9 h 43"/>
                <a:gd name="T22" fmla="*/ 54 w 58"/>
                <a:gd name="T23" fmla="*/ 12 h 43"/>
                <a:gd name="T24" fmla="*/ 57 w 58"/>
                <a:gd name="T25" fmla="*/ 13 h 43"/>
                <a:gd name="T26" fmla="*/ 58 w 58"/>
                <a:gd name="T27" fmla="*/ 13 h 43"/>
                <a:gd name="T28" fmla="*/ 56 w 58"/>
                <a:gd name="T29" fmla="*/ 17 h 43"/>
                <a:gd name="T30" fmla="*/ 58 w 58"/>
                <a:gd name="T31" fmla="*/ 18 h 43"/>
                <a:gd name="T32" fmla="*/ 58 w 58"/>
                <a:gd name="T33" fmla="*/ 20 h 43"/>
                <a:gd name="T34" fmla="*/ 54 w 58"/>
                <a:gd name="T35" fmla="*/ 22 h 43"/>
                <a:gd name="T36" fmla="*/ 52 w 58"/>
                <a:gd name="T37" fmla="*/ 26 h 43"/>
                <a:gd name="T38" fmla="*/ 50 w 58"/>
                <a:gd name="T39" fmla="*/ 26 h 43"/>
                <a:gd name="T40" fmla="*/ 49 w 58"/>
                <a:gd name="T41" fmla="*/ 30 h 43"/>
                <a:gd name="T42" fmla="*/ 52 w 58"/>
                <a:gd name="T43" fmla="*/ 32 h 43"/>
                <a:gd name="T44" fmla="*/ 52 w 58"/>
                <a:gd name="T45" fmla="*/ 34 h 43"/>
                <a:gd name="T46" fmla="*/ 49 w 58"/>
                <a:gd name="T47" fmla="*/ 34 h 43"/>
                <a:gd name="T48" fmla="*/ 49 w 58"/>
                <a:gd name="T49" fmla="*/ 33 h 43"/>
                <a:gd name="T50" fmla="*/ 46 w 58"/>
                <a:gd name="T51" fmla="*/ 33 h 43"/>
                <a:gd name="T52" fmla="*/ 45 w 58"/>
                <a:gd name="T53" fmla="*/ 37 h 43"/>
                <a:gd name="T54" fmla="*/ 43 w 58"/>
                <a:gd name="T55" fmla="*/ 37 h 43"/>
                <a:gd name="T56" fmla="*/ 44 w 58"/>
                <a:gd name="T57" fmla="*/ 41 h 43"/>
                <a:gd name="T58" fmla="*/ 41 w 58"/>
                <a:gd name="T59" fmla="*/ 41 h 43"/>
                <a:gd name="T60" fmla="*/ 39 w 58"/>
                <a:gd name="T61" fmla="*/ 42 h 43"/>
                <a:gd name="T62" fmla="*/ 35 w 58"/>
                <a:gd name="T63" fmla="*/ 41 h 43"/>
                <a:gd name="T64" fmla="*/ 31 w 58"/>
                <a:gd name="T65" fmla="*/ 42 h 43"/>
                <a:gd name="T66" fmla="*/ 28 w 58"/>
                <a:gd name="T67" fmla="*/ 43 h 43"/>
                <a:gd name="T68" fmla="*/ 27 w 58"/>
                <a:gd name="T69" fmla="*/ 41 h 43"/>
                <a:gd name="T70" fmla="*/ 27 w 58"/>
                <a:gd name="T71" fmla="*/ 38 h 43"/>
                <a:gd name="T72" fmla="*/ 25 w 58"/>
                <a:gd name="T73" fmla="*/ 34 h 43"/>
                <a:gd name="T74" fmla="*/ 24 w 58"/>
                <a:gd name="T75" fmla="*/ 34 h 43"/>
                <a:gd name="T76" fmla="*/ 21 w 58"/>
                <a:gd name="T77" fmla="*/ 32 h 43"/>
                <a:gd name="T78" fmla="*/ 19 w 58"/>
                <a:gd name="T79" fmla="*/ 32 h 43"/>
                <a:gd name="T80" fmla="*/ 19 w 58"/>
                <a:gd name="T81" fmla="*/ 28 h 43"/>
                <a:gd name="T82" fmla="*/ 20 w 58"/>
                <a:gd name="T83" fmla="*/ 26 h 43"/>
                <a:gd name="T84" fmla="*/ 19 w 58"/>
                <a:gd name="T85" fmla="*/ 25 h 43"/>
                <a:gd name="T86" fmla="*/ 18 w 58"/>
                <a:gd name="T87" fmla="*/ 24 h 43"/>
                <a:gd name="T88" fmla="*/ 18 w 58"/>
                <a:gd name="T89" fmla="*/ 22 h 43"/>
                <a:gd name="T90" fmla="*/ 15 w 58"/>
                <a:gd name="T91" fmla="*/ 21 h 43"/>
                <a:gd name="T92" fmla="*/ 11 w 58"/>
                <a:gd name="T93" fmla="*/ 22 h 43"/>
                <a:gd name="T94" fmla="*/ 8 w 58"/>
                <a:gd name="T95" fmla="*/ 21 h 43"/>
                <a:gd name="T96" fmla="*/ 4 w 58"/>
                <a:gd name="T97" fmla="*/ 16 h 43"/>
                <a:gd name="T98" fmla="*/ 0 w 58"/>
                <a:gd name="T99" fmla="*/ 17 h 43"/>
                <a:gd name="T100" fmla="*/ 0 w 58"/>
                <a:gd name="T101" fmla="*/ 17 h 43"/>
                <a:gd name="T102" fmla="*/ 0 w 58"/>
                <a:gd name="T103" fmla="*/ 14 h 43"/>
                <a:gd name="T104" fmla="*/ 0 w 58"/>
                <a:gd name="T105" fmla="*/ 12 h 43"/>
                <a:gd name="T106" fmla="*/ 0 w 58"/>
                <a:gd name="T107" fmla="*/ 8 h 43"/>
                <a:gd name="T108" fmla="*/ 2 w 58"/>
                <a:gd name="T109" fmla="*/ 8 h 43"/>
                <a:gd name="T110" fmla="*/ 3 w 58"/>
                <a:gd name="T111" fmla="*/ 5 h 43"/>
                <a:gd name="T112" fmla="*/ 6 w 58"/>
                <a:gd name="T113" fmla="*/ 3 h 43"/>
                <a:gd name="T114" fmla="*/ 12 w 58"/>
                <a:gd name="T115" fmla="*/ 1 h 43"/>
                <a:gd name="T116" fmla="*/ 16 w 58"/>
                <a:gd name="T117" fmla="*/ 1 h 43"/>
                <a:gd name="T118" fmla="*/ 19 w 58"/>
                <a:gd name="T119" fmla="*/ 1 h 43"/>
                <a:gd name="T120" fmla="*/ 20 w 58"/>
                <a:gd name="T121" fmla="*/ 3 h 43"/>
                <a:gd name="T122" fmla="*/ 23 w 58"/>
                <a:gd name="T123" fmla="*/ 1 h 43"/>
                <a:gd name="T124" fmla="*/ 25 w 58"/>
                <a:gd name="T12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" h="43">
                  <a:moveTo>
                    <a:pt x="25" y="0"/>
                  </a:moveTo>
                  <a:lnTo>
                    <a:pt x="25" y="1"/>
                  </a:lnTo>
                  <a:lnTo>
                    <a:pt x="28" y="3"/>
                  </a:lnTo>
                  <a:lnTo>
                    <a:pt x="29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9" y="3"/>
                  </a:lnTo>
                  <a:lnTo>
                    <a:pt x="43" y="4"/>
                  </a:lnTo>
                  <a:lnTo>
                    <a:pt x="45" y="5"/>
                  </a:lnTo>
                  <a:lnTo>
                    <a:pt x="49" y="8"/>
                  </a:lnTo>
                  <a:lnTo>
                    <a:pt x="52" y="9"/>
                  </a:lnTo>
                  <a:lnTo>
                    <a:pt x="54" y="12"/>
                  </a:lnTo>
                  <a:lnTo>
                    <a:pt x="57" y="13"/>
                  </a:lnTo>
                  <a:lnTo>
                    <a:pt x="58" y="13"/>
                  </a:lnTo>
                  <a:lnTo>
                    <a:pt x="56" y="17"/>
                  </a:lnTo>
                  <a:lnTo>
                    <a:pt x="58" y="18"/>
                  </a:lnTo>
                  <a:lnTo>
                    <a:pt x="58" y="20"/>
                  </a:lnTo>
                  <a:lnTo>
                    <a:pt x="54" y="22"/>
                  </a:lnTo>
                  <a:lnTo>
                    <a:pt x="52" y="26"/>
                  </a:lnTo>
                  <a:lnTo>
                    <a:pt x="50" y="26"/>
                  </a:lnTo>
                  <a:lnTo>
                    <a:pt x="49" y="30"/>
                  </a:lnTo>
                  <a:lnTo>
                    <a:pt x="52" y="32"/>
                  </a:lnTo>
                  <a:lnTo>
                    <a:pt x="52" y="34"/>
                  </a:lnTo>
                  <a:lnTo>
                    <a:pt x="49" y="34"/>
                  </a:lnTo>
                  <a:lnTo>
                    <a:pt x="49" y="33"/>
                  </a:lnTo>
                  <a:lnTo>
                    <a:pt x="46" y="33"/>
                  </a:lnTo>
                  <a:lnTo>
                    <a:pt x="45" y="37"/>
                  </a:lnTo>
                  <a:lnTo>
                    <a:pt x="43" y="37"/>
                  </a:lnTo>
                  <a:lnTo>
                    <a:pt x="44" y="41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5" y="41"/>
                  </a:lnTo>
                  <a:lnTo>
                    <a:pt x="31" y="42"/>
                  </a:lnTo>
                  <a:lnTo>
                    <a:pt x="28" y="43"/>
                  </a:lnTo>
                  <a:lnTo>
                    <a:pt x="27" y="41"/>
                  </a:lnTo>
                  <a:lnTo>
                    <a:pt x="27" y="38"/>
                  </a:lnTo>
                  <a:lnTo>
                    <a:pt x="25" y="34"/>
                  </a:lnTo>
                  <a:lnTo>
                    <a:pt x="24" y="34"/>
                  </a:lnTo>
                  <a:lnTo>
                    <a:pt x="21" y="32"/>
                  </a:lnTo>
                  <a:lnTo>
                    <a:pt x="19" y="32"/>
                  </a:lnTo>
                  <a:lnTo>
                    <a:pt x="19" y="28"/>
                  </a:lnTo>
                  <a:lnTo>
                    <a:pt x="20" y="26"/>
                  </a:lnTo>
                  <a:lnTo>
                    <a:pt x="19" y="25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5" y="21"/>
                  </a:lnTo>
                  <a:lnTo>
                    <a:pt x="11" y="22"/>
                  </a:lnTo>
                  <a:lnTo>
                    <a:pt x="8" y="21"/>
                  </a:lnTo>
                  <a:lnTo>
                    <a:pt x="4" y="16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8"/>
                  </a:lnTo>
                  <a:lnTo>
                    <a:pt x="3" y="5"/>
                  </a:lnTo>
                  <a:lnTo>
                    <a:pt x="6" y="3"/>
                  </a:lnTo>
                  <a:lnTo>
                    <a:pt x="12" y="1"/>
                  </a:lnTo>
                  <a:lnTo>
                    <a:pt x="16" y="1"/>
                  </a:lnTo>
                  <a:lnTo>
                    <a:pt x="19" y="1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4" name="Freeform 381">
              <a:extLst>
                <a:ext uri="{FF2B5EF4-FFF2-40B4-BE49-F238E27FC236}">
                  <a16:creationId xmlns:a16="http://schemas.microsoft.com/office/drawing/2014/main" id="{C4FF2CBB-FD9B-4458-AA8A-613E8345A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-949107" y="-148748"/>
              <a:ext cx="630660" cy="484142"/>
            </a:xfrm>
            <a:custGeom>
              <a:avLst/>
              <a:gdLst>
                <a:gd name="T0" fmla="*/ 53 w 99"/>
                <a:gd name="T1" fmla="*/ 4 h 76"/>
                <a:gd name="T2" fmla="*/ 58 w 99"/>
                <a:gd name="T3" fmla="*/ 3 h 76"/>
                <a:gd name="T4" fmla="*/ 63 w 99"/>
                <a:gd name="T5" fmla="*/ 4 h 76"/>
                <a:gd name="T6" fmla="*/ 69 w 99"/>
                <a:gd name="T7" fmla="*/ 5 h 76"/>
                <a:gd name="T8" fmla="*/ 75 w 99"/>
                <a:gd name="T9" fmla="*/ 7 h 76"/>
                <a:gd name="T10" fmla="*/ 75 w 99"/>
                <a:gd name="T11" fmla="*/ 12 h 76"/>
                <a:gd name="T12" fmla="*/ 78 w 99"/>
                <a:gd name="T13" fmla="*/ 18 h 76"/>
                <a:gd name="T14" fmla="*/ 82 w 99"/>
                <a:gd name="T15" fmla="*/ 25 h 76"/>
                <a:gd name="T16" fmla="*/ 87 w 99"/>
                <a:gd name="T17" fmla="*/ 30 h 76"/>
                <a:gd name="T18" fmla="*/ 92 w 99"/>
                <a:gd name="T19" fmla="*/ 35 h 76"/>
                <a:gd name="T20" fmla="*/ 96 w 99"/>
                <a:gd name="T21" fmla="*/ 42 h 76"/>
                <a:gd name="T22" fmla="*/ 97 w 99"/>
                <a:gd name="T23" fmla="*/ 45 h 76"/>
                <a:gd name="T24" fmla="*/ 90 w 99"/>
                <a:gd name="T25" fmla="*/ 50 h 76"/>
                <a:gd name="T26" fmla="*/ 86 w 99"/>
                <a:gd name="T27" fmla="*/ 49 h 76"/>
                <a:gd name="T28" fmla="*/ 88 w 99"/>
                <a:gd name="T29" fmla="*/ 55 h 76"/>
                <a:gd name="T30" fmla="*/ 91 w 99"/>
                <a:gd name="T31" fmla="*/ 62 h 76"/>
                <a:gd name="T32" fmla="*/ 91 w 99"/>
                <a:gd name="T33" fmla="*/ 64 h 76"/>
                <a:gd name="T34" fmla="*/ 82 w 99"/>
                <a:gd name="T35" fmla="*/ 67 h 76"/>
                <a:gd name="T36" fmla="*/ 80 w 99"/>
                <a:gd name="T37" fmla="*/ 75 h 76"/>
                <a:gd name="T38" fmla="*/ 75 w 99"/>
                <a:gd name="T39" fmla="*/ 74 h 76"/>
                <a:gd name="T40" fmla="*/ 70 w 99"/>
                <a:gd name="T41" fmla="*/ 74 h 76"/>
                <a:gd name="T42" fmla="*/ 66 w 99"/>
                <a:gd name="T43" fmla="*/ 76 h 76"/>
                <a:gd name="T44" fmla="*/ 63 w 99"/>
                <a:gd name="T45" fmla="*/ 74 h 76"/>
                <a:gd name="T46" fmla="*/ 57 w 99"/>
                <a:gd name="T47" fmla="*/ 75 h 76"/>
                <a:gd name="T48" fmla="*/ 51 w 99"/>
                <a:gd name="T49" fmla="*/ 74 h 76"/>
                <a:gd name="T50" fmla="*/ 49 w 99"/>
                <a:gd name="T51" fmla="*/ 75 h 76"/>
                <a:gd name="T52" fmla="*/ 42 w 99"/>
                <a:gd name="T53" fmla="*/ 75 h 76"/>
                <a:gd name="T54" fmla="*/ 38 w 99"/>
                <a:gd name="T55" fmla="*/ 72 h 76"/>
                <a:gd name="T56" fmla="*/ 29 w 99"/>
                <a:gd name="T57" fmla="*/ 70 h 76"/>
                <a:gd name="T58" fmla="*/ 25 w 99"/>
                <a:gd name="T59" fmla="*/ 71 h 76"/>
                <a:gd name="T60" fmla="*/ 13 w 99"/>
                <a:gd name="T61" fmla="*/ 72 h 76"/>
                <a:gd name="T62" fmla="*/ 7 w 99"/>
                <a:gd name="T63" fmla="*/ 72 h 76"/>
                <a:gd name="T64" fmla="*/ 5 w 99"/>
                <a:gd name="T65" fmla="*/ 71 h 76"/>
                <a:gd name="T66" fmla="*/ 3 w 99"/>
                <a:gd name="T67" fmla="*/ 63 h 76"/>
                <a:gd name="T68" fmla="*/ 7 w 99"/>
                <a:gd name="T69" fmla="*/ 60 h 76"/>
                <a:gd name="T70" fmla="*/ 5 w 99"/>
                <a:gd name="T71" fmla="*/ 51 h 76"/>
                <a:gd name="T72" fmla="*/ 3 w 99"/>
                <a:gd name="T73" fmla="*/ 46 h 76"/>
                <a:gd name="T74" fmla="*/ 0 w 99"/>
                <a:gd name="T75" fmla="*/ 39 h 76"/>
                <a:gd name="T76" fmla="*/ 7 w 99"/>
                <a:gd name="T77" fmla="*/ 37 h 76"/>
                <a:gd name="T78" fmla="*/ 13 w 99"/>
                <a:gd name="T79" fmla="*/ 37 h 76"/>
                <a:gd name="T80" fmla="*/ 15 w 99"/>
                <a:gd name="T81" fmla="*/ 33 h 76"/>
                <a:gd name="T82" fmla="*/ 18 w 99"/>
                <a:gd name="T83" fmla="*/ 29 h 76"/>
                <a:gd name="T84" fmla="*/ 21 w 99"/>
                <a:gd name="T85" fmla="*/ 30 h 76"/>
                <a:gd name="T86" fmla="*/ 24 w 99"/>
                <a:gd name="T87" fmla="*/ 28 h 76"/>
                <a:gd name="T88" fmla="*/ 22 w 99"/>
                <a:gd name="T89" fmla="*/ 22 h 76"/>
                <a:gd name="T90" fmla="*/ 26 w 99"/>
                <a:gd name="T91" fmla="*/ 18 h 76"/>
                <a:gd name="T92" fmla="*/ 30 w 99"/>
                <a:gd name="T93" fmla="*/ 14 h 76"/>
                <a:gd name="T94" fmla="*/ 30 w 99"/>
                <a:gd name="T95" fmla="*/ 9 h 76"/>
                <a:gd name="T96" fmla="*/ 40 w 99"/>
                <a:gd name="T97" fmla="*/ 7 h 76"/>
                <a:gd name="T98" fmla="*/ 42 w 99"/>
                <a:gd name="T99" fmla="*/ 3 h 76"/>
                <a:gd name="T100" fmla="*/ 46 w 99"/>
                <a:gd name="T101" fmla="*/ 0 h 76"/>
                <a:gd name="T102" fmla="*/ 50 w 99"/>
                <a:gd name="T10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76">
                  <a:moveTo>
                    <a:pt x="50" y="0"/>
                  </a:moveTo>
                  <a:lnTo>
                    <a:pt x="53" y="4"/>
                  </a:lnTo>
                  <a:lnTo>
                    <a:pt x="55" y="3"/>
                  </a:lnTo>
                  <a:lnTo>
                    <a:pt x="58" y="3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7" y="3"/>
                  </a:lnTo>
                  <a:lnTo>
                    <a:pt x="69" y="5"/>
                  </a:lnTo>
                  <a:lnTo>
                    <a:pt x="70" y="5"/>
                  </a:lnTo>
                  <a:lnTo>
                    <a:pt x="75" y="7"/>
                  </a:lnTo>
                  <a:lnTo>
                    <a:pt x="76" y="9"/>
                  </a:lnTo>
                  <a:lnTo>
                    <a:pt x="75" y="12"/>
                  </a:lnTo>
                  <a:lnTo>
                    <a:pt x="78" y="14"/>
                  </a:lnTo>
                  <a:lnTo>
                    <a:pt x="78" y="18"/>
                  </a:lnTo>
                  <a:lnTo>
                    <a:pt x="80" y="21"/>
                  </a:lnTo>
                  <a:lnTo>
                    <a:pt x="82" y="25"/>
                  </a:lnTo>
                  <a:lnTo>
                    <a:pt x="84" y="29"/>
                  </a:lnTo>
                  <a:lnTo>
                    <a:pt x="87" y="30"/>
                  </a:lnTo>
                  <a:lnTo>
                    <a:pt x="88" y="34"/>
                  </a:lnTo>
                  <a:lnTo>
                    <a:pt x="92" y="35"/>
                  </a:lnTo>
                  <a:lnTo>
                    <a:pt x="96" y="39"/>
                  </a:lnTo>
                  <a:lnTo>
                    <a:pt x="96" y="42"/>
                  </a:lnTo>
                  <a:lnTo>
                    <a:pt x="99" y="43"/>
                  </a:lnTo>
                  <a:lnTo>
                    <a:pt x="97" y="45"/>
                  </a:lnTo>
                  <a:lnTo>
                    <a:pt x="96" y="49"/>
                  </a:lnTo>
                  <a:lnTo>
                    <a:pt x="90" y="50"/>
                  </a:lnTo>
                  <a:lnTo>
                    <a:pt x="87" y="47"/>
                  </a:lnTo>
                  <a:lnTo>
                    <a:pt x="86" y="49"/>
                  </a:lnTo>
                  <a:lnTo>
                    <a:pt x="86" y="53"/>
                  </a:lnTo>
                  <a:lnTo>
                    <a:pt x="88" y="55"/>
                  </a:lnTo>
                  <a:lnTo>
                    <a:pt x="88" y="59"/>
                  </a:lnTo>
                  <a:lnTo>
                    <a:pt x="91" y="62"/>
                  </a:lnTo>
                  <a:lnTo>
                    <a:pt x="91" y="66"/>
                  </a:lnTo>
                  <a:lnTo>
                    <a:pt x="91" y="64"/>
                  </a:lnTo>
                  <a:lnTo>
                    <a:pt x="86" y="66"/>
                  </a:lnTo>
                  <a:lnTo>
                    <a:pt x="82" y="67"/>
                  </a:lnTo>
                  <a:lnTo>
                    <a:pt x="80" y="71"/>
                  </a:lnTo>
                  <a:lnTo>
                    <a:pt x="80" y="75"/>
                  </a:lnTo>
                  <a:lnTo>
                    <a:pt x="78" y="75"/>
                  </a:lnTo>
                  <a:lnTo>
                    <a:pt x="75" y="74"/>
                  </a:lnTo>
                  <a:lnTo>
                    <a:pt x="72" y="75"/>
                  </a:lnTo>
                  <a:lnTo>
                    <a:pt x="70" y="74"/>
                  </a:lnTo>
                  <a:lnTo>
                    <a:pt x="67" y="74"/>
                  </a:lnTo>
                  <a:lnTo>
                    <a:pt x="66" y="76"/>
                  </a:lnTo>
                  <a:lnTo>
                    <a:pt x="63" y="76"/>
                  </a:lnTo>
                  <a:lnTo>
                    <a:pt x="63" y="74"/>
                  </a:lnTo>
                  <a:lnTo>
                    <a:pt x="59" y="72"/>
                  </a:lnTo>
                  <a:lnTo>
                    <a:pt x="57" y="75"/>
                  </a:lnTo>
                  <a:lnTo>
                    <a:pt x="54" y="75"/>
                  </a:lnTo>
                  <a:lnTo>
                    <a:pt x="51" y="74"/>
                  </a:lnTo>
                  <a:lnTo>
                    <a:pt x="50" y="75"/>
                  </a:lnTo>
                  <a:lnTo>
                    <a:pt x="49" y="75"/>
                  </a:lnTo>
                  <a:lnTo>
                    <a:pt x="46" y="74"/>
                  </a:lnTo>
                  <a:lnTo>
                    <a:pt x="42" y="75"/>
                  </a:lnTo>
                  <a:lnTo>
                    <a:pt x="42" y="74"/>
                  </a:lnTo>
                  <a:lnTo>
                    <a:pt x="38" y="72"/>
                  </a:lnTo>
                  <a:lnTo>
                    <a:pt x="32" y="71"/>
                  </a:lnTo>
                  <a:lnTo>
                    <a:pt x="29" y="70"/>
                  </a:lnTo>
                  <a:lnTo>
                    <a:pt x="28" y="70"/>
                  </a:lnTo>
                  <a:lnTo>
                    <a:pt x="25" y="71"/>
                  </a:lnTo>
                  <a:lnTo>
                    <a:pt x="21" y="71"/>
                  </a:lnTo>
                  <a:lnTo>
                    <a:pt x="13" y="72"/>
                  </a:lnTo>
                  <a:lnTo>
                    <a:pt x="11" y="74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5" y="71"/>
                  </a:lnTo>
                  <a:lnTo>
                    <a:pt x="3" y="67"/>
                  </a:lnTo>
                  <a:lnTo>
                    <a:pt x="3" y="63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7" y="53"/>
                  </a:lnTo>
                  <a:lnTo>
                    <a:pt x="5" y="51"/>
                  </a:lnTo>
                  <a:lnTo>
                    <a:pt x="4" y="49"/>
                  </a:lnTo>
                  <a:lnTo>
                    <a:pt x="3" y="46"/>
                  </a:lnTo>
                  <a:lnTo>
                    <a:pt x="1" y="41"/>
                  </a:lnTo>
                  <a:lnTo>
                    <a:pt x="0" y="39"/>
                  </a:lnTo>
                  <a:lnTo>
                    <a:pt x="3" y="38"/>
                  </a:lnTo>
                  <a:lnTo>
                    <a:pt x="7" y="37"/>
                  </a:lnTo>
                  <a:lnTo>
                    <a:pt x="11" y="38"/>
                  </a:lnTo>
                  <a:lnTo>
                    <a:pt x="13" y="37"/>
                  </a:lnTo>
                  <a:lnTo>
                    <a:pt x="16" y="37"/>
                  </a:lnTo>
                  <a:lnTo>
                    <a:pt x="15" y="33"/>
                  </a:lnTo>
                  <a:lnTo>
                    <a:pt x="17" y="33"/>
                  </a:lnTo>
                  <a:lnTo>
                    <a:pt x="18" y="29"/>
                  </a:lnTo>
                  <a:lnTo>
                    <a:pt x="21" y="29"/>
                  </a:lnTo>
                  <a:lnTo>
                    <a:pt x="21" y="30"/>
                  </a:lnTo>
                  <a:lnTo>
                    <a:pt x="24" y="30"/>
                  </a:lnTo>
                  <a:lnTo>
                    <a:pt x="24" y="28"/>
                  </a:lnTo>
                  <a:lnTo>
                    <a:pt x="21" y="26"/>
                  </a:lnTo>
                  <a:lnTo>
                    <a:pt x="22" y="22"/>
                  </a:lnTo>
                  <a:lnTo>
                    <a:pt x="24" y="22"/>
                  </a:lnTo>
                  <a:lnTo>
                    <a:pt x="26" y="18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28" y="13"/>
                  </a:lnTo>
                  <a:lnTo>
                    <a:pt x="30" y="9"/>
                  </a:lnTo>
                  <a:lnTo>
                    <a:pt x="34" y="8"/>
                  </a:lnTo>
                  <a:lnTo>
                    <a:pt x="40" y="7"/>
                  </a:lnTo>
                  <a:lnTo>
                    <a:pt x="40" y="4"/>
                  </a:lnTo>
                  <a:lnTo>
                    <a:pt x="42" y="3"/>
                  </a:lnTo>
                  <a:lnTo>
                    <a:pt x="43" y="1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5" name="Freeform 382">
              <a:extLst>
                <a:ext uri="{FF2B5EF4-FFF2-40B4-BE49-F238E27FC236}">
                  <a16:creationId xmlns:a16="http://schemas.microsoft.com/office/drawing/2014/main" id="{AA4F01FE-E4AF-4465-BF7A-E75931BEE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-993699" y="233469"/>
              <a:ext cx="1242205" cy="777173"/>
            </a:xfrm>
            <a:custGeom>
              <a:avLst/>
              <a:gdLst>
                <a:gd name="T0" fmla="*/ 122 w 195"/>
                <a:gd name="T1" fmla="*/ 2 h 122"/>
                <a:gd name="T2" fmla="*/ 135 w 195"/>
                <a:gd name="T3" fmla="*/ 15 h 122"/>
                <a:gd name="T4" fmla="*/ 141 w 195"/>
                <a:gd name="T5" fmla="*/ 27 h 122"/>
                <a:gd name="T6" fmla="*/ 157 w 195"/>
                <a:gd name="T7" fmla="*/ 31 h 122"/>
                <a:gd name="T8" fmla="*/ 170 w 195"/>
                <a:gd name="T9" fmla="*/ 39 h 122"/>
                <a:gd name="T10" fmla="*/ 183 w 195"/>
                <a:gd name="T11" fmla="*/ 39 h 122"/>
                <a:gd name="T12" fmla="*/ 195 w 195"/>
                <a:gd name="T13" fmla="*/ 43 h 122"/>
                <a:gd name="T14" fmla="*/ 193 w 195"/>
                <a:gd name="T15" fmla="*/ 57 h 122"/>
                <a:gd name="T16" fmla="*/ 185 w 195"/>
                <a:gd name="T17" fmla="*/ 69 h 122"/>
                <a:gd name="T18" fmla="*/ 178 w 195"/>
                <a:gd name="T19" fmla="*/ 79 h 122"/>
                <a:gd name="T20" fmla="*/ 168 w 195"/>
                <a:gd name="T21" fmla="*/ 83 h 122"/>
                <a:gd name="T22" fmla="*/ 158 w 195"/>
                <a:gd name="T23" fmla="*/ 89 h 122"/>
                <a:gd name="T24" fmla="*/ 148 w 195"/>
                <a:gd name="T25" fmla="*/ 87 h 122"/>
                <a:gd name="T26" fmla="*/ 145 w 195"/>
                <a:gd name="T27" fmla="*/ 95 h 122"/>
                <a:gd name="T28" fmla="*/ 147 w 195"/>
                <a:gd name="T29" fmla="*/ 91 h 122"/>
                <a:gd name="T30" fmla="*/ 139 w 195"/>
                <a:gd name="T31" fmla="*/ 98 h 122"/>
                <a:gd name="T32" fmla="*/ 131 w 195"/>
                <a:gd name="T33" fmla="*/ 98 h 122"/>
                <a:gd name="T34" fmla="*/ 140 w 195"/>
                <a:gd name="T35" fmla="*/ 100 h 122"/>
                <a:gd name="T36" fmla="*/ 141 w 195"/>
                <a:gd name="T37" fmla="*/ 103 h 122"/>
                <a:gd name="T38" fmla="*/ 145 w 195"/>
                <a:gd name="T39" fmla="*/ 110 h 122"/>
                <a:gd name="T40" fmla="*/ 140 w 195"/>
                <a:gd name="T41" fmla="*/ 98 h 122"/>
                <a:gd name="T42" fmla="*/ 151 w 195"/>
                <a:gd name="T43" fmla="*/ 110 h 122"/>
                <a:gd name="T44" fmla="*/ 161 w 195"/>
                <a:gd name="T45" fmla="*/ 106 h 122"/>
                <a:gd name="T46" fmla="*/ 162 w 195"/>
                <a:gd name="T47" fmla="*/ 112 h 122"/>
                <a:gd name="T48" fmla="*/ 145 w 195"/>
                <a:gd name="T49" fmla="*/ 116 h 122"/>
                <a:gd name="T50" fmla="*/ 129 w 195"/>
                <a:gd name="T51" fmla="*/ 119 h 122"/>
                <a:gd name="T52" fmla="*/ 123 w 195"/>
                <a:gd name="T53" fmla="*/ 110 h 122"/>
                <a:gd name="T54" fmla="*/ 129 w 195"/>
                <a:gd name="T55" fmla="*/ 103 h 122"/>
                <a:gd name="T56" fmla="*/ 127 w 195"/>
                <a:gd name="T57" fmla="*/ 99 h 122"/>
                <a:gd name="T58" fmla="*/ 115 w 195"/>
                <a:gd name="T59" fmla="*/ 98 h 122"/>
                <a:gd name="T60" fmla="*/ 110 w 195"/>
                <a:gd name="T61" fmla="*/ 93 h 122"/>
                <a:gd name="T62" fmla="*/ 114 w 195"/>
                <a:gd name="T63" fmla="*/ 91 h 122"/>
                <a:gd name="T64" fmla="*/ 110 w 195"/>
                <a:gd name="T65" fmla="*/ 89 h 122"/>
                <a:gd name="T66" fmla="*/ 106 w 195"/>
                <a:gd name="T67" fmla="*/ 90 h 122"/>
                <a:gd name="T68" fmla="*/ 98 w 195"/>
                <a:gd name="T69" fmla="*/ 95 h 122"/>
                <a:gd name="T70" fmla="*/ 89 w 195"/>
                <a:gd name="T71" fmla="*/ 106 h 122"/>
                <a:gd name="T72" fmla="*/ 87 w 195"/>
                <a:gd name="T73" fmla="*/ 111 h 122"/>
                <a:gd name="T74" fmla="*/ 76 w 195"/>
                <a:gd name="T75" fmla="*/ 111 h 122"/>
                <a:gd name="T76" fmla="*/ 74 w 195"/>
                <a:gd name="T77" fmla="*/ 104 h 122"/>
                <a:gd name="T78" fmla="*/ 81 w 195"/>
                <a:gd name="T79" fmla="*/ 93 h 122"/>
                <a:gd name="T80" fmla="*/ 87 w 195"/>
                <a:gd name="T81" fmla="*/ 90 h 122"/>
                <a:gd name="T82" fmla="*/ 81 w 195"/>
                <a:gd name="T83" fmla="*/ 79 h 122"/>
                <a:gd name="T84" fmla="*/ 72 w 195"/>
                <a:gd name="T85" fmla="*/ 66 h 122"/>
                <a:gd name="T86" fmla="*/ 58 w 195"/>
                <a:gd name="T87" fmla="*/ 64 h 122"/>
                <a:gd name="T88" fmla="*/ 50 w 195"/>
                <a:gd name="T89" fmla="*/ 62 h 122"/>
                <a:gd name="T90" fmla="*/ 49 w 195"/>
                <a:gd name="T91" fmla="*/ 69 h 122"/>
                <a:gd name="T92" fmla="*/ 31 w 195"/>
                <a:gd name="T93" fmla="*/ 75 h 122"/>
                <a:gd name="T94" fmla="*/ 18 w 195"/>
                <a:gd name="T95" fmla="*/ 72 h 122"/>
                <a:gd name="T96" fmla="*/ 6 w 195"/>
                <a:gd name="T97" fmla="*/ 69 h 122"/>
                <a:gd name="T98" fmla="*/ 3 w 195"/>
                <a:gd name="T99" fmla="*/ 54 h 122"/>
                <a:gd name="T100" fmla="*/ 14 w 195"/>
                <a:gd name="T101" fmla="*/ 36 h 122"/>
                <a:gd name="T102" fmla="*/ 18 w 195"/>
                <a:gd name="T103" fmla="*/ 28 h 122"/>
                <a:gd name="T104" fmla="*/ 12 w 195"/>
                <a:gd name="T105" fmla="*/ 14 h 122"/>
                <a:gd name="T106" fmla="*/ 28 w 195"/>
                <a:gd name="T107" fmla="*/ 11 h 122"/>
                <a:gd name="T108" fmla="*/ 45 w 195"/>
                <a:gd name="T109" fmla="*/ 12 h 122"/>
                <a:gd name="T110" fmla="*/ 57 w 195"/>
                <a:gd name="T111" fmla="*/ 15 h 122"/>
                <a:gd name="T112" fmla="*/ 70 w 195"/>
                <a:gd name="T113" fmla="*/ 14 h 122"/>
                <a:gd name="T114" fmla="*/ 79 w 195"/>
                <a:gd name="T115" fmla="*/ 15 h 122"/>
                <a:gd name="T116" fmla="*/ 89 w 195"/>
                <a:gd name="T117" fmla="*/ 7 h 122"/>
                <a:gd name="T118" fmla="*/ 102 w 195"/>
                <a:gd name="T119" fmla="*/ 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5" h="122">
                  <a:moveTo>
                    <a:pt x="104" y="0"/>
                  </a:moveTo>
                  <a:lnTo>
                    <a:pt x="110" y="3"/>
                  </a:lnTo>
                  <a:lnTo>
                    <a:pt x="116" y="3"/>
                  </a:lnTo>
                  <a:lnTo>
                    <a:pt x="119" y="2"/>
                  </a:lnTo>
                  <a:lnTo>
                    <a:pt x="122" y="2"/>
                  </a:lnTo>
                  <a:lnTo>
                    <a:pt x="123" y="7"/>
                  </a:lnTo>
                  <a:lnTo>
                    <a:pt x="126" y="8"/>
                  </a:lnTo>
                  <a:lnTo>
                    <a:pt x="124" y="11"/>
                  </a:lnTo>
                  <a:lnTo>
                    <a:pt x="128" y="16"/>
                  </a:lnTo>
                  <a:lnTo>
                    <a:pt x="135" y="15"/>
                  </a:lnTo>
                  <a:lnTo>
                    <a:pt x="137" y="16"/>
                  </a:lnTo>
                  <a:lnTo>
                    <a:pt x="137" y="19"/>
                  </a:lnTo>
                  <a:lnTo>
                    <a:pt x="140" y="20"/>
                  </a:lnTo>
                  <a:lnTo>
                    <a:pt x="140" y="23"/>
                  </a:lnTo>
                  <a:lnTo>
                    <a:pt x="141" y="27"/>
                  </a:lnTo>
                  <a:lnTo>
                    <a:pt x="147" y="32"/>
                  </a:lnTo>
                  <a:lnTo>
                    <a:pt x="148" y="29"/>
                  </a:lnTo>
                  <a:lnTo>
                    <a:pt x="152" y="31"/>
                  </a:lnTo>
                  <a:lnTo>
                    <a:pt x="155" y="31"/>
                  </a:lnTo>
                  <a:lnTo>
                    <a:pt x="157" y="31"/>
                  </a:lnTo>
                  <a:lnTo>
                    <a:pt x="161" y="28"/>
                  </a:lnTo>
                  <a:lnTo>
                    <a:pt x="162" y="28"/>
                  </a:lnTo>
                  <a:lnTo>
                    <a:pt x="165" y="33"/>
                  </a:lnTo>
                  <a:lnTo>
                    <a:pt x="169" y="36"/>
                  </a:lnTo>
                  <a:lnTo>
                    <a:pt x="170" y="39"/>
                  </a:lnTo>
                  <a:lnTo>
                    <a:pt x="172" y="36"/>
                  </a:lnTo>
                  <a:lnTo>
                    <a:pt x="176" y="37"/>
                  </a:lnTo>
                  <a:lnTo>
                    <a:pt x="180" y="37"/>
                  </a:lnTo>
                  <a:lnTo>
                    <a:pt x="181" y="39"/>
                  </a:lnTo>
                  <a:lnTo>
                    <a:pt x="183" y="39"/>
                  </a:lnTo>
                  <a:lnTo>
                    <a:pt x="187" y="40"/>
                  </a:lnTo>
                  <a:lnTo>
                    <a:pt x="190" y="41"/>
                  </a:lnTo>
                  <a:lnTo>
                    <a:pt x="193" y="40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5" y="47"/>
                  </a:lnTo>
                  <a:lnTo>
                    <a:pt x="193" y="49"/>
                  </a:lnTo>
                  <a:lnTo>
                    <a:pt x="190" y="49"/>
                  </a:lnTo>
                  <a:lnTo>
                    <a:pt x="190" y="54"/>
                  </a:lnTo>
                  <a:lnTo>
                    <a:pt x="193" y="57"/>
                  </a:lnTo>
                  <a:lnTo>
                    <a:pt x="194" y="60"/>
                  </a:lnTo>
                  <a:lnTo>
                    <a:pt x="193" y="65"/>
                  </a:lnTo>
                  <a:lnTo>
                    <a:pt x="193" y="68"/>
                  </a:lnTo>
                  <a:lnTo>
                    <a:pt x="190" y="69"/>
                  </a:lnTo>
                  <a:lnTo>
                    <a:pt x="185" y="69"/>
                  </a:lnTo>
                  <a:lnTo>
                    <a:pt x="182" y="74"/>
                  </a:lnTo>
                  <a:lnTo>
                    <a:pt x="181" y="74"/>
                  </a:lnTo>
                  <a:lnTo>
                    <a:pt x="180" y="79"/>
                  </a:lnTo>
                  <a:lnTo>
                    <a:pt x="178" y="81"/>
                  </a:lnTo>
                  <a:lnTo>
                    <a:pt x="178" y="79"/>
                  </a:lnTo>
                  <a:lnTo>
                    <a:pt x="177" y="79"/>
                  </a:lnTo>
                  <a:lnTo>
                    <a:pt x="173" y="81"/>
                  </a:lnTo>
                  <a:lnTo>
                    <a:pt x="170" y="81"/>
                  </a:lnTo>
                  <a:lnTo>
                    <a:pt x="169" y="81"/>
                  </a:lnTo>
                  <a:lnTo>
                    <a:pt x="168" y="83"/>
                  </a:lnTo>
                  <a:lnTo>
                    <a:pt x="165" y="83"/>
                  </a:lnTo>
                  <a:lnTo>
                    <a:pt x="164" y="86"/>
                  </a:lnTo>
                  <a:lnTo>
                    <a:pt x="161" y="89"/>
                  </a:lnTo>
                  <a:lnTo>
                    <a:pt x="161" y="87"/>
                  </a:lnTo>
                  <a:lnTo>
                    <a:pt x="158" y="89"/>
                  </a:lnTo>
                  <a:lnTo>
                    <a:pt x="156" y="90"/>
                  </a:lnTo>
                  <a:lnTo>
                    <a:pt x="153" y="89"/>
                  </a:lnTo>
                  <a:lnTo>
                    <a:pt x="151" y="90"/>
                  </a:lnTo>
                  <a:lnTo>
                    <a:pt x="149" y="90"/>
                  </a:lnTo>
                  <a:lnTo>
                    <a:pt x="148" y="87"/>
                  </a:lnTo>
                  <a:lnTo>
                    <a:pt x="147" y="87"/>
                  </a:lnTo>
                  <a:lnTo>
                    <a:pt x="148" y="89"/>
                  </a:lnTo>
                  <a:lnTo>
                    <a:pt x="149" y="91"/>
                  </a:lnTo>
                  <a:lnTo>
                    <a:pt x="148" y="93"/>
                  </a:lnTo>
                  <a:lnTo>
                    <a:pt x="145" y="95"/>
                  </a:lnTo>
                  <a:lnTo>
                    <a:pt x="144" y="97"/>
                  </a:lnTo>
                  <a:lnTo>
                    <a:pt x="144" y="95"/>
                  </a:lnTo>
                  <a:lnTo>
                    <a:pt x="145" y="95"/>
                  </a:lnTo>
                  <a:lnTo>
                    <a:pt x="147" y="93"/>
                  </a:lnTo>
                  <a:lnTo>
                    <a:pt x="147" y="91"/>
                  </a:lnTo>
                  <a:lnTo>
                    <a:pt x="145" y="90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9" y="97"/>
                  </a:lnTo>
                  <a:lnTo>
                    <a:pt x="139" y="98"/>
                  </a:lnTo>
                  <a:lnTo>
                    <a:pt x="136" y="98"/>
                  </a:lnTo>
                  <a:lnTo>
                    <a:pt x="135" y="97"/>
                  </a:lnTo>
                  <a:lnTo>
                    <a:pt x="133" y="98"/>
                  </a:lnTo>
                  <a:lnTo>
                    <a:pt x="131" y="97"/>
                  </a:lnTo>
                  <a:lnTo>
                    <a:pt x="131" y="98"/>
                  </a:lnTo>
                  <a:lnTo>
                    <a:pt x="132" y="99"/>
                  </a:lnTo>
                  <a:lnTo>
                    <a:pt x="136" y="99"/>
                  </a:lnTo>
                  <a:lnTo>
                    <a:pt x="137" y="100"/>
                  </a:lnTo>
                  <a:lnTo>
                    <a:pt x="139" y="102"/>
                  </a:lnTo>
                  <a:lnTo>
                    <a:pt x="140" y="100"/>
                  </a:lnTo>
                  <a:lnTo>
                    <a:pt x="140" y="102"/>
                  </a:lnTo>
                  <a:lnTo>
                    <a:pt x="139" y="103"/>
                  </a:lnTo>
                  <a:lnTo>
                    <a:pt x="140" y="104"/>
                  </a:lnTo>
                  <a:lnTo>
                    <a:pt x="140" y="103"/>
                  </a:lnTo>
                  <a:lnTo>
                    <a:pt x="141" y="103"/>
                  </a:lnTo>
                  <a:lnTo>
                    <a:pt x="141" y="106"/>
                  </a:lnTo>
                  <a:lnTo>
                    <a:pt x="143" y="104"/>
                  </a:lnTo>
                  <a:lnTo>
                    <a:pt x="144" y="104"/>
                  </a:lnTo>
                  <a:lnTo>
                    <a:pt x="144" y="108"/>
                  </a:lnTo>
                  <a:lnTo>
                    <a:pt x="145" y="110"/>
                  </a:lnTo>
                  <a:lnTo>
                    <a:pt x="148" y="110"/>
                  </a:lnTo>
                  <a:lnTo>
                    <a:pt x="149" y="110"/>
                  </a:lnTo>
                  <a:lnTo>
                    <a:pt x="145" y="106"/>
                  </a:lnTo>
                  <a:lnTo>
                    <a:pt x="141" y="100"/>
                  </a:lnTo>
                  <a:lnTo>
                    <a:pt x="140" y="98"/>
                  </a:lnTo>
                  <a:lnTo>
                    <a:pt x="141" y="97"/>
                  </a:lnTo>
                  <a:lnTo>
                    <a:pt x="143" y="99"/>
                  </a:lnTo>
                  <a:lnTo>
                    <a:pt x="144" y="103"/>
                  </a:lnTo>
                  <a:lnTo>
                    <a:pt x="149" y="108"/>
                  </a:lnTo>
                  <a:lnTo>
                    <a:pt x="151" y="110"/>
                  </a:lnTo>
                  <a:lnTo>
                    <a:pt x="153" y="107"/>
                  </a:lnTo>
                  <a:lnTo>
                    <a:pt x="155" y="107"/>
                  </a:lnTo>
                  <a:lnTo>
                    <a:pt x="157" y="108"/>
                  </a:lnTo>
                  <a:lnTo>
                    <a:pt x="157" y="106"/>
                  </a:lnTo>
                  <a:lnTo>
                    <a:pt x="161" y="106"/>
                  </a:lnTo>
                  <a:lnTo>
                    <a:pt x="165" y="106"/>
                  </a:lnTo>
                  <a:lnTo>
                    <a:pt x="164" y="107"/>
                  </a:lnTo>
                  <a:lnTo>
                    <a:pt x="162" y="108"/>
                  </a:lnTo>
                  <a:lnTo>
                    <a:pt x="164" y="111"/>
                  </a:lnTo>
                  <a:lnTo>
                    <a:pt x="162" y="112"/>
                  </a:lnTo>
                  <a:lnTo>
                    <a:pt x="158" y="112"/>
                  </a:lnTo>
                  <a:lnTo>
                    <a:pt x="153" y="112"/>
                  </a:lnTo>
                  <a:lnTo>
                    <a:pt x="151" y="114"/>
                  </a:lnTo>
                  <a:lnTo>
                    <a:pt x="149" y="116"/>
                  </a:lnTo>
                  <a:lnTo>
                    <a:pt x="145" y="116"/>
                  </a:lnTo>
                  <a:lnTo>
                    <a:pt x="139" y="120"/>
                  </a:lnTo>
                  <a:lnTo>
                    <a:pt x="135" y="122"/>
                  </a:lnTo>
                  <a:lnTo>
                    <a:pt x="131" y="122"/>
                  </a:lnTo>
                  <a:lnTo>
                    <a:pt x="129" y="120"/>
                  </a:lnTo>
                  <a:lnTo>
                    <a:pt x="129" y="119"/>
                  </a:lnTo>
                  <a:lnTo>
                    <a:pt x="131" y="115"/>
                  </a:lnTo>
                  <a:lnTo>
                    <a:pt x="131" y="114"/>
                  </a:lnTo>
                  <a:lnTo>
                    <a:pt x="127" y="111"/>
                  </a:lnTo>
                  <a:lnTo>
                    <a:pt x="126" y="111"/>
                  </a:lnTo>
                  <a:lnTo>
                    <a:pt x="123" y="110"/>
                  </a:lnTo>
                  <a:lnTo>
                    <a:pt x="122" y="111"/>
                  </a:lnTo>
                  <a:lnTo>
                    <a:pt x="119" y="110"/>
                  </a:lnTo>
                  <a:lnTo>
                    <a:pt x="122" y="106"/>
                  </a:lnTo>
                  <a:lnTo>
                    <a:pt x="126" y="103"/>
                  </a:lnTo>
                  <a:lnTo>
                    <a:pt x="129" y="103"/>
                  </a:lnTo>
                  <a:lnTo>
                    <a:pt x="131" y="102"/>
                  </a:lnTo>
                  <a:lnTo>
                    <a:pt x="129" y="100"/>
                  </a:lnTo>
                  <a:lnTo>
                    <a:pt x="128" y="98"/>
                  </a:lnTo>
                  <a:lnTo>
                    <a:pt x="127" y="98"/>
                  </a:lnTo>
                  <a:lnTo>
                    <a:pt x="127" y="99"/>
                  </a:lnTo>
                  <a:lnTo>
                    <a:pt x="124" y="98"/>
                  </a:lnTo>
                  <a:lnTo>
                    <a:pt x="122" y="97"/>
                  </a:lnTo>
                  <a:lnTo>
                    <a:pt x="119" y="98"/>
                  </a:lnTo>
                  <a:lnTo>
                    <a:pt x="116" y="99"/>
                  </a:lnTo>
                  <a:lnTo>
                    <a:pt x="115" y="98"/>
                  </a:lnTo>
                  <a:lnTo>
                    <a:pt x="112" y="98"/>
                  </a:lnTo>
                  <a:lnTo>
                    <a:pt x="111" y="95"/>
                  </a:lnTo>
                  <a:lnTo>
                    <a:pt x="112" y="95"/>
                  </a:lnTo>
                  <a:lnTo>
                    <a:pt x="112" y="94"/>
                  </a:lnTo>
                  <a:lnTo>
                    <a:pt x="110" y="93"/>
                  </a:lnTo>
                  <a:lnTo>
                    <a:pt x="106" y="93"/>
                  </a:lnTo>
                  <a:lnTo>
                    <a:pt x="104" y="91"/>
                  </a:lnTo>
                  <a:lnTo>
                    <a:pt x="107" y="91"/>
                  </a:lnTo>
                  <a:lnTo>
                    <a:pt x="111" y="91"/>
                  </a:lnTo>
                  <a:lnTo>
                    <a:pt x="114" y="91"/>
                  </a:lnTo>
                  <a:lnTo>
                    <a:pt x="115" y="91"/>
                  </a:lnTo>
                  <a:lnTo>
                    <a:pt x="118" y="89"/>
                  </a:lnTo>
                  <a:lnTo>
                    <a:pt x="114" y="90"/>
                  </a:lnTo>
                  <a:lnTo>
                    <a:pt x="111" y="90"/>
                  </a:lnTo>
                  <a:lnTo>
                    <a:pt x="110" y="89"/>
                  </a:lnTo>
                  <a:lnTo>
                    <a:pt x="110" y="87"/>
                  </a:lnTo>
                  <a:lnTo>
                    <a:pt x="108" y="89"/>
                  </a:lnTo>
                  <a:lnTo>
                    <a:pt x="107" y="90"/>
                  </a:lnTo>
                  <a:lnTo>
                    <a:pt x="106" y="90"/>
                  </a:lnTo>
                  <a:lnTo>
                    <a:pt x="106" y="90"/>
                  </a:lnTo>
                  <a:lnTo>
                    <a:pt x="104" y="89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8" y="93"/>
                  </a:lnTo>
                  <a:lnTo>
                    <a:pt x="98" y="95"/>
                  </a:lnTo>
                  <a:lnTo>
                    <a:pt x="95" y="99"/>
                  </a:lnTo>
                  <a:lnTo>
                    <a:pt x="94" y="99"/>
                  </a:lnTo>
                  <a:lnTo>
                    <a:pt x="94" y="100"/>
                  </a:lnTo>
                  <a:lnTo>
                    <a:pt x="90" y="106"/>
                  </a:lnTo>
                  <a:lnTo>
                    <a:pt x="89" y="106"/>
                  </a:lnTo>
                  <a:lnTo>
                    <a:pt x="87" y="104"/>
                  </a:lnTo>
                  <a:lnTo>
                    <a:pt x="87" y="106"/>
                  </a:lnTo>
                  <a:lnTo>
                    <a:pt x="87" y="107"/>
                  </a:lnTo>
                  <a:lnTo>
                    <a:pt x="89" y="108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6" y="110"/>
                  </a:lnTo>
                  <a:lnTo>
                    <a:pt x="82" y="110"/>
                  </a:lnTo>
                  <a:lnTo>
                    <a:pt x="79" y="111"/>
                  </a:lnTo>
                  <a:lnTo>
                    <a:pt x="76" y="111"/>
                  </a:lnTo>
                  <a:lnTo>
                    <a:pt x="73" y="110"/>
                  </a:lnTo>
                  <a:lnTo>
                    <a:pt x="70" y="107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78" y="97"/>
                  </a:lnTo>
                  <a:lnTo>
                    <a:pt x="78" y="93"/>
                  </a:lnTo>
                  <a:lnTo>
                    <a:pt x="81" y="93"/>
                  </a:lnTo>
                  <a:lnTo>
                    <a:pt x="83" y="91"/>
                  </a:lnTo>
                  <a:lnTo>
                    <a:pt x="85" y="94"/>
                  </a:lnTo>
                  <a:lnTo>
                    <a:pt x="89" y="93"/>
                  </a:lnTo>
                  <a:lnTo>
                    <a:pt x="89" y="93"/>
                  </a:lnTo>
                  <a:lnTo>
                    <a:pt x="87" y="90"/>
                  </a:lnTo>
                  <a:lnTo>
                    <a:pt x="89" y="87"/>
                  </a:lnTo>
                  <a:lnTo>
                    <a:pt x="87" y="86"/>
                  </a:lnTo>
                  <a:lnTo>
                    <a:pt x="85" y="83"/>
                  </a:lnTo>
                  <a:lnTo>
                    <a:pt x="82" y="81"/>
                  </a:lnTo>
                  <a:lnTo>
                    <a:pt x="81" y="79"/>
                  </a:lnTo>
                  <a:lnTo>
                    <a:pt x="78" y="78"/>
                  </a:lnTo>
                  <a:lnTo>
                    <a:pt x="78" y="75"/>
                  </a:lnTo>
                  <a:lnTo>
                    <a:pt x="78" y="72"/>
                  </a:lnTo>
                  <a:lnTo>
                    <a:pt x="76" y="70"/>
                  </a:lnTo>
                  <a:lnTo>
                    <a:pt x="72" y="66"/>
                  </a:lnTo>
                  <a:lnTo>
                    <a:pt x="70" y="66"/>
                  </a:lnTo>
                  <a:lnTo>
                    <a:pt x="69" y="68"/>
                  </a:lnTo>
                  <a:lnTo>
                    <a:pt x="66" y="68"/>
                  </a:lnTo>
                  <a:lnTo>
                    <a:pt x="62" y="64"/>
                  </a:lnTo>
                  <a:lnTo>
                    <a:pt x="58" y="64"/>
                  </a:lnTo>
                  <a:lnTo>
                    <a:pt x="57" y="61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9" y="65"/>
                  </a:lnTo>
                  <a:lnTo>
                    <a:pt x="48" y="66"/>
                  </a:lnTo>
                  <a:lnTo>
                    <a:pt x="49" y="69"/>
                  </a:lnTo>
                  <a:lnTo>
                    <a:pt x="47" y="70"/>
                  </a:lnTo>
                  <a:lnTo>
                    <a:pt x="44" y="72"/>
                  </a:lnTo>
                  <a:lnTo>
                    <a:pt x="36" y="73"/>
                  </a:lnTo>
                  <a:lnTo>
                    <a:pt x="33" y="75"/>
                  </a:lnTo>
                  <a:lnTo>
                    <a:pt x="31" y="75"/>
                  </a:lnTo>
                  <a:lnTo>
                    <a:pt x="27" y="77"/>
                  </a:lnTo>
                  <a:lnTo>
                    <a:pt x="24" y="75"/>
                  </a:lnTo>
                  <a:lnTo>
                    <a:pt x="24" y="74"/>
                  </a:lnTo>
                  <a:lnTo>
                    <a:pt x="20" y="72"/>
                  </a:lnTo>
                  <a:lnTo>
                    <a:pt x="18" y="72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0" y="72"/>
                  </a:lnTo>
                  <a:lnTo>
                    <a:pt x="7" y="72"/>
                  </a:lnTo>
                  <a:lnTo>
                    <a:pt x="6" y="69"/>
                  </a:lnTo>
                  <a:lnTo>
                    <a:pt x="3" y="6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3" y="54"/>
                  </a:lnTo>
                  <a:lnTo>
                    <a:pt x="6" y="54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12" y="40"/>
                  </a:lnTo>
                  <a:lnTo>
                    <a:pt x="14" y="36"/>
                  </a:lnTo>
                  <a:lnTo>
                    <a:pt x="15" y="35"/>
                  </a:lnTo>
                  <a:lnTo>
                    <a:pt x="18" y="35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8"/>
                  </a:lnTo>
                  <a:lnTo>
                    <a:pt x="18" y="27"/>
                  </a:lnTo>
                  <a:lnTo>
                    <a:pt x="15" y="24"/>
                  </a:lnTo>
                  <a:lnTo>
                    <a:pt x="14" y="22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8" y="14"/>
                  </a:lnTo>
                  <a:lnTo>
                    <a:pt x="20" y="12"/>
                  </a:lnTo>
                  <a:lnTo>
                    <a:pt x="28" y="11"/>
                  </a:lnTo>
                  <a:lnTo>
                    <a:pt x="32" y="11"/>
                  </a:lnTo>
                  <a:lnTo>
                    <a:pt x="35" y="10"/>
                  </a:lnTo>
                  <a:lnTo>
                    <a:pt x="36" y="10"/>
                  </a:lnTo>
                  <a:lnTo>
                    <a:pt x="39" y="11"/>
                  </a:lnTo>
                  <a:lnTo>
                    <a:pt x="45" y="12"/>
                  </a:lnTo>
                  <a:lnTo>
                    <a:pt x="49" y="14"/>
                  </a:lnTo>
                  <a:lnTo>
                    <a:pt x="49" y="15"/>
                  </a:lnTo>
                  <a:lnTo>
                    <a:pt x="53" y="14"/>
                  </a:lnTo>
                  <a:lnTo>
                    <a:pt x="56" y="15"/>
                  </a:lnTo>
                  <a:lnTo>
                    <a:pt x="57" y="15"/>
                  </a:lnTo>
                  <a:lnTo>
                    <a:pt x="58" y="14"/>
                  </a:lnTo>
                  <a:lnTo>
                    <a:pt x="61" y="15"/>
                  </a:lnTo>
                  <a:lnTo>
                    <a:pt x="64" y="15"/>
                  </a:lnTo>
                  <a:lnTo>
                    <a:pt x="66" y="12"/>
                  </a:lnTo>
                  <a:lnTo>
                    <a:pt x="70" y="14"/>
                  </a:lnTo>
                  <a:lnTo>
                    <a:pt x="70" y="16"/>
                  </a:lnTo>
                  <a:lnTo>
                    <a:pt x="73" y="16"/>
                  </a:lnTo>
                  <a:lnTo>
                    <a:pt x="74" y="14"/>
                  </a:lnTo>
                  <a:lnTo>
                    <a:pt x="77" y="14"/>
                  </a:lnTo>
                  <a:lnTo>
                    <a:pt x="79" y="15"/>
                  </a:lnTo>
                  <a:lnTo>
                    <a:pt x="82" y="14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1"/>
                  </a:lnTo>
                  <a:lnTo>
                    <a:pt x="89" y="7"/>
                  </a:lnTo>
                  <a:lnTo>
                    <a:pt x="93" y="6"/>
                  </a:lnTo>
                  <a:lnTo>
                    <a:pt x="98" y="4"/>
                  </a:lnTo>
                  <a:lnTo>
                    <a:pt x="99" y="6"/>
                  </a:lnTo>
                  <a:lnTo>
                    <a:pt x="103" y="4"/>
                  </a:lnTo>
                  <a:lnTo>
                    <a:pt x="102" y="3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6" name="Freeform 383">
              <a:extLst>
                <a:ext uri="{FF2B5EF4-FFF2-40B4-BE49-F238E27FC236}">
                  <a16:creationId xmlns:a16="http://schemas.microsoft.com/office/drawing/2014/main" id="{EFB15503-2BD3-4C11-9FD9-EF1045F6B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-687925" y="622055"/>
              <a:ext cx="261182" cy="293032"/>
            </a:xfrm>
            <a:custGeom>
              <a:avLst/>
              <a:gdLst>
                <a:gd name="T0" fmla="*/ 9 w 41"/>
                <a:gd name="T1" fmla="*/ 0 h 46"/>
                <a:gd name="T2" fmla="*/ 10 w 41"/>
                <a:gd name="T3" fmla="*/ 3 h 46"/>
                <a:gd name="T4" fmla="*/ 14 w 41"/>
                <a:gd name="T5" fmla="*/ 3 h 46"/>
                <a:gd name="T6" fmla="*/ 18 w 41"/>
                <a:gd name="T7" fmla="*/ 7 h 46"/>
                <a:gd name="T8" fmla="*/ 21 w 41"/>
                <a:gd name="T9" fmla="*/ 7 h 46"/>
                <a:gd name="T10" fmla="*/ 22 w 41"/>
                <a:gd name="T11" fmla="*/ 5 h 46"/>
                <a:gd name="T12" fmla="*/ 24 w 41"/>
                <a:gd name="T13" fmla="*/ 5 h 46"/>
                <a:gd name="T14" fmla="*/ 28 w 41"/>
                <a:gd name="T15" fmla="*/ 9 h 46"/>
                <a:gd name="T16" fmla="*/ 30 w 41"/>
                <a:gd name="T17" fmla="*/ 11 h 46"/>
                <a:gd name="T18" fmla="*/ 30 w 41"/>
                <a:gd name="T19" fmla="*/ 14 h 46"/>
                <a:gd name="T20" fmla="*/ 30 w 41"/>
                <a:gd name="T21" fmla="*/ 17 h 46"/>
                <a:gd name="T22" fmla="*/ 33 w 41"/>
                <a:gd name="T23" fmla="*/ 18 h 46"/>
                <a:gd name="T24" fmla="*/ 34 w 41"/>
                <a:gd name="T25" fmla="*/ 20 h 46"/>
                <a:gd name="T26" fmla="*/ 37 w 41"/>
                <a:gd name="T27" fmla="*/ 22 h 46"/>
                <a:gd name="T28" fmla="*/ 39 w 41"/>
                <a:gd name="T29" fmla="*/ 25 h 46"/>
                <a:gd name="T30" fmla="*/ 41 w 41"/>
                <a:gd name="T31" fmla="*/ 26 h 46"/>
                <a:gd name="T32" fmla="*/ 39 w 41"/>
                <a:gd name="T33" fmla="*/ 29 h 46"/>
                <a:gd name="T34" fmla="*/ 41 w 41"/>
                <a:gd name="T35" fmla="*/ 32 h 46"/>
                <a:gd name="T36" fmla="*/ 41 w 41"/>
                <a:gd name="T37" fmla="*/ 32 h 46"/>
                <a:gd name="T38" fmla="*/ 37 w 41"/>
                <a:gd name="T39" fmla="*/ 33 h 46"/>
                <a:gd name="T40" fmla="*/ 35 w 41"/>
                <a:gd name="T41" fmla="*/ 30 h 46"/>
                <a:gd name="T42" fmla="*/ 33 w 41"/>
                <a:gd name="T43" fmla="*/ 32 h 46"/>
                <a:gd name="T44" fmla="*/ 30 w 41"/>
                <a:gd name="T45" fmla="*/ 32 h 46"/>
                <a:gd name="T46" fmla="*/ 30 w 41"/>
                <a:gd name="T47" fmla="*/ 36 h 46"/>
                <a:gd name="T48" fmla="*/ 30 w 41"/>
                <a:gd name="T49" fmla="*/ 39 h 46"/>
                <a:gd name="T50" fmla="*/ 29 w 41"/>
                <a:gd name="T51" fmla="*/ 39 h 46"/>
                <a:gd name="T52" fmla="*/ 26 w 41"/>
                <a:gd name="T53" fmla="*/ 43 h 46"/>
                <a:gd name="T54" fmla="*/ 26 w 41"/>
                <a:gd name="T55" fmla="*/ 45 h 46"/>
                <a:gd name="T56" fmla="*/ 25 w 41"/>
                <a:gd name="T57" fmla="*/ 45 h 46"/>
                <a:gd name="T58" fmla="*/ 22 w 41"/>
                <a:gd name="T59" fmla="*/ 46 h 46"/>
                <a:gd name="T60" fmla="*/ 22 w 41"/>
                <a:gd name="T61" fmla="*/ 46 h 46"/>
                <a:gd name="T62" fmla="*/ 21 w 41"/>
                <a:gd name="T63" fmla="*/ 42 h 46"/>
                <a:gd name="T64" fmla="*/ 21 w 41"/>
                <a:gd name="T65" fmla="*/ 32 h 46"/>
                <a:gd name="T66" fmla="*/ 20 w 41"/>
                <a:gd name="T67" fmla="*/ 28 h 46"/>
                <a:gd name="T68" fmla="*/ 18 w 41"/>
                <a:gd name="T69" fmla="*/ 25 h 46"/>
                <a:gd name="T70" fmla="*/ 12 w 41"/>
                <a:gd name="T71" fmla="*/ 20 h 46"/>
                <a:gd name="T72" fmla="*/ 12 w 41"/>
                <a:gd name="T73" fmla="*/ 17 h 46"/>
                <a:gd name="T74" fmla="*/ 6 w 41"/>
                <a:gd name="T75" fmla="*/ 13 h 46"/>
                <a:gd name="T76" fmla="*/ 5 w 41"/>
                <a:gd name="T77" fmla="*/ 8 h 46"/>
                <a:gd name="T78" fmla="*/ 1 w 41"/>
                <a:gd name="T79" fmla="*/ 8 h 46"/>
                <a:gd name="T80" fmla="*/ 0 w 41"/>
                <a:gd name="T81" fmla="*/ 5 h 46"/>
                <a:gd name="T82" fmla="*/ 1 w 41"/>
                <a:gd name="T83" fmla="*/ 4 h 46"/>
                <a:gd name="T84" fmla="*/ 0 w 41"/>
                <a:gd name="T85" fmla="*/ 1 h 46"/>
                <a:gd name="T86" fmla="*/ 2 w 41"/>
                <a:gd name="T87" fmla="*/ 1 h 46"/>
                <a:gd name="T88" fmla="*/ 2 w 41"/>
                <a:gd name="T89" fmla="*/ 1 h 46"/>
                <a:gd name="T90" fmla="*/ 5 w 41"/>
                <a:gd name="T91" fmla="*/ 3 h 46"/>
                <a:gd name="T92" fmla="*/ 5 w 41"/>
                <a:gd name="T93" fmla="*/ 1 h 46"/>
                <a:gd name="T94" fmla="*/ 8 w 41"/>
                <a:gd name="T95" fmla="*/ 1 h 46"/>
                <a:gd name="T96" fmla="*/ 9 w 41"/>
                <a:gd name="T9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" h="46">
                  <a:moveTo>
                    <a:pt x="9" y="0"/>
                  </a:moveTo>
                  <a:lnTo>
                    <a:pt x="10" y="3"/>
                  </a:lnTo>
                  <a:lnTo>
                    <a:pt x="14" y="3"/>
                  </a:lnTo>
                  <a:lnTo>
                    <a:pt x="18" y="7"/>
                  </a:lnTo>
                  <a:lnTo>
                    <a:pt x="21" y="7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28" y="9"/>
                  </a:lnTo>
                  <a:lnTo>
                    <a:pt x="30" y="11"/>
                  </a:lnTo>
                  <a:lnTo>
                    <a:pt x="30" y="14"/>
                  </a:lnTo>
                  <a:lnTo>
                    <a:pt x="30" y="17"/>
                  </a:lnTo>
                  <a:lnTo>
                    <a:pt x="33" y="18"/>
                  </a:lnTo>
                  <a:lnTo>
                    <a:pt x="34" y="20"/>
                  </a:lnTo>
                  <a:lnTo>
                    <a:pt x="37" y="22"/>
                  </a:lnTo>
                  <a:lnTo>
                    <a:pt x="39" y="25"/>
                  </a:lnTo>
                  <a:lnTo>
                    <a:pt x="41" y="26"/>
                  </a:lnTo>
                  <a:lnTo>
                    <a:pt x="39" y="29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7" y="33"/>
                  </a:lnTo>
                  <a:lnTo>
                    <a:pt x="35" y="30"/>
                  </a:lnTo>
                  <a:lnTo>
                    <a:pt x="33" y="32"/>
                  </a:lnTo>
                  <a:lnTo>
                    <a:pt x="30" y="32"/>
                  </a:lnTo>
                  <a:lnTo>
                    <a:pt x="30" y="36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6" y="43"/>
                  </a:lnTo>
                  <a:lnTo>
                    <a:pt x="26" y="45"/>
                  </a:lnTo>
                  <a:lnTo>
                    <a:pt x="25" y="45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1" y="42"/>
                  </a:lnTo>
                  <a:lnTo>
                    <a:pt x="21" y="32"/>
                  </a:lnTo>
                  <a:lnTo>
                    <a:pt x="20" y="28"/>
                  </a:lnTo>
                  <a:lnTo>
                    <a:pt x="18" y="25"/>
                  </a:lnTo>
                  <a:lnTo>
                    <a:pt x="12" y="20"/>
                  </a:lnTo>
                  <a:lnTo>
                    <a:pt x="12" y="17"/>
                  </a:lnTo>
                  <a:lnTo>
                    <a:pt x="6" y="13"/>
                  </a:lnTo>
                  <a:lnTo>
                    <a:pt x="5" y="8"/>
                  </a:lnTo>
                  <a:lnTo>
                    <a:pt x="1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5" y="3"/>
                  </a:lnTo>
                  <a:lnTo>
                    <a:pt x="5" y="1"/>
                  </a:lnTo>
                  <a:lnTo>
                    <a:pt x="8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7" name="Freeform 384">
              <a:extLst>
                <a:ext uri="{FF2B5EF4-FFF2-40B4-BE49-F238E27FC236}">
                  <a16:creationId xmlns:a16="http://schemas.microsoft.com/office/drawing/2014/main" id="{2F5C10E2-082C-4A15-93BF-0FC07246F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-1101994" y="673014"/>
              <a:ext cx="662507" cy="426811"/>
            </a:xfrm>
            <a:custGeom>
              <a:avLst/>
              <a:gdLst>
                <a:gd name="T0" fmla="*/ 71 w 104"/>
                <a:gd name="T1" fmla="*/ 5 h 67"/>
                <a:gd name="T2" fmla="*/ 77 w 104"/>
                <a:gd name="T3" fmla="*/ 12 h 67"/>
                <a:gd name="T4" fmla="*/ 85 w 104"/>
                <a:gd name="T5" fmla="*/ 20 h 67"/>
                <a:gd name="T6" fmla="*/ 86 w 104"/>
                <a:gd name="T7" fmla="*/ 34 h 67"/>
                <a:gd name="T8" fmla="*/ 90 w 104"/>
                <a:gd name="T9" fmla="*/ 41 h 67"/>
                <a:gd name="T10" fmla="*/ 96 w 104"/>
                <a:gd name="T11" fmla="*/ 42 h 67"/>
                <a:gd name="T12" fmla="*/ 103 w 104"/>
                <a:gd name="T13" fmla="*/ 41 h 67"/>
                <a:gd name="T14" fmla="*/ 103 w 104"/>
                <a:gd name="T15" fmla="*/ 43 h 67"/>
                <a:gd name="T16" fmla="*/ 104 w 104"/>
                <a:gd name="T17" fmla="*/ 46 h 67"/>
                <a:gd name="T18" fmla="*/ 100 w 104"/>
                <a:gd name="T19" fmla="*/ 50 h 67"/>
                <a:gd name="T20" fmla="*/ 95 w 104"/>
                <a:gd name="T21" fmla="*/ 53 h 67"/>
                <a:gd name="T22" fmla="*/ 95 w 104"/>
                <a:gd name="T23" fmla="*/ 55 h 67"/>
                <a:gd name="T24" fmla="*/ 94 w 104"/>
                <a:gd name="T25" fmla="*/ 60 h 67"/>
                <a:gd name="T26" fmla="*/ 91 w 104"/>
                <a:gd name="T27" fmla="*/ 64 h 67"/>
                <a:gd name="T28" fmla="*/ 89 w 104"/>
                <a:gd name="T29" fmla="*/ 60 h 67"/>
                <a:gd name="T30" fmla="*/ 85 w 104"/>
                <a:gd name="T31" fmla="*/ 60 h 67"/>
                <a:gd name="T32" fmla="*/ 77 w 104"/>
                <a:gd name="T33" fmla="*/ 59 h 67"/>
                <a:gd name="T34" fmla="*/ 67 w 104"/>
                <a:gd name="T35" fmla="*/ 63 h 67"/>
                <a:gd name="T36" fmla="*/ 64 w 104"/>
                <a:gd name="T37" fmla="*/ 66 h 67"/>
                <a:gd name="T38" fmla="*/ 57 w 104"/>
                <a:gd name="T39" fmla="*/ 66 h 67"/>
                <a:gd name="T40" fmla="*/ 53 w 104"/>
                <a:gd name="T41" fmla="*/ 64 h 67"/>
                <a:gd name="T42" fmla="*/ 49 w 104"/>
                <a:gd name="T43" fmla="*/ 64 h 67"/>
                <a:gd name="T44" fmla="*/ 41 w 104"/>
                <a:gd name="T45" fmla="*/ 64 h 67"/>
                <a:gd name="T46" fmla="*/ 39 w 104"/>
                <a:gd name="T47" fmla="*/ 64 h 67"/>
                <a:gd name="T48" fmla="*/ 32 w 104"/>
                <a:gd name="T49" fmla="*/ 66 h 67"/>
                <a:gd name="T50" fmla="*/ 32 w 104"/>
                <a:gd name="T51" fmla="*/ 62 h 67"/>
                <a:gd name="T52" fmla="*/ 31 w 104"/>
                <a:gd name="T53" fmla="*/ 59 h 67"/>
                <a:gd name="T54" fmla="*/ 27 w 104"/>
                <a:gd name="T55" fmla="*/ 56 h 67"/>
                <a:gd name="T56" fmla="*/ 28 w 104"/>
                <a:gd name="T57" fmla="*/ 53 h 67"/>
                <a:gd name="T58" fmla="*/ 23 w 104"/>
                <a:gd name="T59" fmla="*/ 54 h 67"/>
                <a:gd name="T60" fmla="*/ 17 w 104"/>
                <a:gd name="T61" fmla="*/ 54 h 67"/>
                <a:gd name="T62" fmla="*/ 14 w 104"/>
                <a:gd name="T63" fmla="*/ 50 h 67"/>
                <a:gd name="T64" fmla="*/ 14 w 104"/>
                <a:gd name="T65" fmla="*/ 46 h 67"/>
                <a:gd name="T66" fmla="*/ 8 w 104"/>
                <a:gd name="T67" fmla="*/ 42 h 67"/>
                <a:gd name="T68" fmla="*/ 3 w 104"/>
                <a:gd name="T69" fmla="*/ 35 h 67"/>
                <a:gd name="T70" fmla="*/ 0 w 104"/>
                <a:gd name="T71" fmla="*/ 33 h 67"/>
                <a:gd name="T72" fmla="*/ 4 w 104"/>
                <a:gd name="T73" fmla="*/ 30 h 67"/>
                <a:gd name="T74" fmla="*/ 8 w 104"/>
                <a:gd name="T75" fmla="*/ 29 h 67"/>
                <a:gd name="T76" fmla="*/ 11 w 104"/>
                <a:gd name="T77" fmla="*/ 24 h 67"/>
                <a:gd name="T78" fmla="*/ 17 w 104"/>
                <a:gd name="T79" fmla="*/ 10 h 67"/>
                <a:gd name="T80" fmla="*/ 23 w 104"/>
                <a:gd name="T81" fmla="*/ 5 h 67"/>
                <a:gd name="T82" fmla="*/ 24 w 104"/>
                <a:gd name="T83" fmla="*/ 3 h 67"/>
                <a:gd name="T84" fmla="*/ 28 w 104"/>
                <a:gd name="T85" fmla="*/ 0 h 67"/>
                <a:gd name="T86" fmla="*/ 35 w 104"/>
                <a:gd name="T87" fmla="*/ 3 h 67"/>
                <a:gd name="T88" fmla="*/ 41 w 104"/>
                <a:gd name="T89" fmla="*/ 5 h 67"/>
                <a:gd name="T90" fmla="*/ 44 w 104"/>
                <a:gd name="T91" fmla="*/ 8 h 67"/>
                <a:gd name="T92" fmla="*/ 50 w 104"/>
                <a:gd name="T93" fmla="*/ 6 h 67"/>
                <a:gd name="T94" fmla="*/ 61 w 104"/>
                <a:gd name="T95" fmla="*/ 3 h 67"/>
                <a:gd name="T96" fmla="*/ 70 w 104"/>
                <a:gd name="T9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4" h="67">
                  <a:moveTo>
                    <a:pt x="70" y="0"/>
                  </a:moveTo>
                  <a:lnTo>
                    <a:pt x="71" y="5"/>
                  </a:lnTo>
                  <a:lnTo>
                    <a:pt x="77" y="9"/>
                  </a:lnTo>
                  <a:lnTo>
                    <a:pt x="77" y="12"/>
                  </a:lnTo>
                  <a:lnTo>
                    <a:pt x="83" y="17"/>
                  </a:lnTo>
                  <a:lnTo>
                    <a:pt x="85" y="20"/>
                  </a:lnTo>
                  <a:lnTo>
                    <a:pt x="86" y="24"/>
                  </a:lnTo>
                  <a:lnTo>
                    <a:pt x="86" y="34"/>
                  </a:lnTo>
                  <a:lnTo>
                    <a:pt x="87" y="38"/>
                  </a:lnTo>
                  <a:lnTo>
                    <a:pt x="90" y="41"/>
                  </a:lnTo>
                  <a:lnTo>
                    <a:pt x="93" y="42"/>
                  </a:lnTo>
                  <a:lnTo>
                    <a:pt x="96" y="42"/>
                  </a:lnTo>
                  <a:lnTo>
                    <a:pt x="99" y="41"/>
                  </a:lnTo>
                  <a:lnTo>
                    <a:pt x="103" y="41"/>
                  </a:lnTo>
                  <a:lnTo>
                    <a:pt x="104" y="42"/>
                  </a:lnTo>
                  <a:lnTo>
                    <a:pt x="103" y="43"/>
                  </a:lnTo>
                  <a:lnTo>
                    <a:pt x="104" y="43"/>
                  </a:lnTo>
                  <a:lnTo>
                    <a:pt x="104" y="46"/>
                  </a:lnTo>
                  <a:lnTo>
                    <a:pt x="103" y="49"/>
                  </a:lnTo>
                  <a:lnTo>
                    <a:pt x="100" y="50"/>
                  </a:lnTo>
                  <a:lnTo>
                    <a:pt x="96" y="50"/>
                  </a:lnTo>
                  <a:lnTo>
                    <a:pt x="95" y="53"/>
                  </a:lnTo>
                  <a:lnTo>
                    <a:pt x="94" y="54"/>
                  </a:lnTo>
                  <a:lnTo>
                    <a:pt x="95" y="55"/>
                  </a:lnTo>
                  <a:lnTo>
                    <a:pt x="95" y="59"/>
                  </a:lnTo>
                  <a:lnTo>
                    <a:pt x="94" y="60"/>
                  </a:lnTo>
                  <a:lnTo>
                    <a:pt x="95" y="64"/>
                  </a:lnTo>
                  <a:lnTo>
                    <a:pt x="91" y="64"/>
                  </a:lnTo>
                  <a:lnTo>
                    <a:pt x="91" y="63"/>
                  </a:lnTo>
                  <a:lnTo>
                    <a:pt x="89" y="60"/>
                  </a:lnTo>
                  <a:lnTo>
                    <a:pt x="86" y="62"/>
                  </a:lnTo>
                  <a:lnTo>
                    <a:pt x="85" y="60"/>
                  </a:lnTo>
                  <a:lnTo>
                    <a:pt x="81" y="59"/>
                  </a:lnTo>
                  <a:lnTo>
                    <a:pt x="77" y="59"/>
                  </a:lnTo>
                  <a:lnTo>
                    <a:pt x="74" y="59"/>
                  </a:lnTo>
                  <a:lnTo>
                    <a:pt x="67" y="63"/>
                  </a:lnTo>
                  <a:lnTo>
                    <a:pt x="66" y="64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57" y="66"/>
                  </a:lnTo>
                  <a:lnTo>
                    <a:pt x="56" y="66"/>
                  </a:lnTo>
                  <a:lnTo>
                    <a:pt x="53" y="64"/>
                  </a:lnTo>
                  <a:lnTo>
                    <a:pt x="50" y="66"/>
                  </a:lnTo>
                  <a:lnTo>
                    <a:pt x="49" y="64"/>
                  </a:lnTo>
                  <a:lnTo>
                    <a:pt x="45" y="67"/>
                  </a:lnTo>
                  <a:lnTo>
                    <a:pt x="41" y="64"/>
                  </a:lnTo>
                  <a:lnTo>
                    <a:pt x="40" y="66"/>
                  </a:lnTo>
                  <a:lnTo>
                    <a:pt x="39" y="64"/>
                  </a:lnTo>
                  <a:lnTo>
                    <a:pt x="36" y="64"/>
                  </a:lnTo>
                  <a:lnTo>
                    <a:pt x="32" y="66"/>
                  </a:lnTo>
                  <a:lnTo>
                    <a:pt x="31" y="63"/>
                  </a:lnTo>
                  <a:lnTo>
                    <a:pt x="32" y="62"/>
                  </a:lnTo>
                  <a:lnTo>
                    <a:pt x="32" y="60"/>
                  </a:lnTo>
                  <a:lnTo>
                    <a:pt x="31" y="59"/>
                  </a:lnTo>
                  <a:lnTo>
                    <a:pt x="28" y="59"/>
                  </a:lnTo>
                  <a:lnTo>
                    <a:pt x="27" y="56"/>
                  </a:lnTo>
                  <a:lnTo>
                    <a:pt x="27" y="55"/>
                  </a:lnTo>
                  <a:lnTo>
                    <a:pt x="28" y="53"/>
                  </a:lnTo>
                  <a:lnTo>
                    <a:pt x="24" y="51"/>
                  </a:lnTo>
                  <a:lnTo>
                    <a:pt x="23" y="54"/>
                  </a:lnTo>
                  <a:lnTo>
                    <a:pt x="20" y="53"/>
                  </a:lnTo>
                  <a:lnTo>
                    <a:pt x="17" y="54"/>
                  </a:lnTo>
                  <a:lnTo>
                    <a:pt x="17" y="51"/>
                  </a:lnTo>
                  <a:lnTo>
                    <a:pt x="14" y="50"/>
                  </a:lnTo>
                  <a:lnTo>
                    <a:pt x="12" y="49"/>
                  </a:lnTo>
                  <a:lnTo>
                    <a:pt x="14" y="46"/>
                  </a:lnTo>
                  <a:lnTo>
                    <a:pt x="11" y="43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0" y="33"/>
                  </a:lnTo>
                  <a:lnTo>
                    <a:pt x="3" y="30"/>
                  </a:lnTo>
                  <a:lnTo>
                    <a:pt x="4" y="30"/>
                  </a:lnTo>
                  <a:lnTo>
                    <a:pt x="6" y="28"/>
                  </a:lnTo>
                  <a:lnTo>
                    <a:pt x="8" y="29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5" y="18"/>
                  </a:lnTo>
                  <a:lnTo>
                    <a:pt x="17" y="10"/>
                  </a:lnTo>
                  <a:lnTo>
                    <a:pt x="20" y="6"/>
                  </a:lnTo>
                  <a:lnTo>
                    <a:pt x="23" y="5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7" y="3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5" y="3"/>
                  </a:lnTo>
                  <a:lnTo>
                    <a:pt x="37" y="3"/>
                  </a:lnTo>
                  <a:lnTo>
                    <a:pt x="41" y="5"/>
                  </a:lnTo>
                  <a:lnTo>
                    <a:pt x="41" y="6"/>
                  </a:lnTo>
                  <a:lnTo>
                    <a:pt x="44" y="8"/>
                  </a:lnTo>
                  <a:lnTo>
                    <a:pt x="48" y="6"/>
                  </a:lnTo>
                  <a:lnTo>
                    <a:pt x="50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4" y="1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8" name="Freeform 387">
              <a:extLst>
                <a:ext uri="{FF2B5EF4-FFF2-40B4-BE49-F238E27FC236}">
                  <a16:creationId xmlns:a16="http://schemas.microsoft.com/office/drawing/2014/main" id="{B68C62FA-61F9-434A-8760-2869626DB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-929995" y="1048863"/>
              <a:ext cx="433180" cy="280292"/>
            </a:xfrm>
            <a:custGeom>
              <a:avLst/>
              <a:gdLst>
                <a:gd name="T0" fmla="*/ 54 w 68"/>
                <a:gd name="T1" fmla="*/ 0 h 44"/>
                <a:gd name="T2" fmla="*/ 59 w 68"/>
                <a:gd name="T3" fmla="*/ 3 h 44"/>
                <a:gd name="T4" fmla="*/ 64 w 68"/>
                <a:gd name="T5" fmla="*/ 4 h 44"/>
                <a:gd name="T6" fmla="*/ 68 w 68"/>
                <a:gd name="T7" fmla="*/ 5 h 44"/>
                <a:gd name="T8" fmla="*/ 67 w 68"/>
                <a:gd name="T9" fmla="*/ 9 h 44"/>
                <a:gd name="T10" fmla="*/ 64 w 68"/>
                <a:gd name="T11" fmla="*/ 11 h 44"/>
                <a:gd name="T12" fmla="*/ 62 w 68"/>
                <a:gd name="T13" fmla="*/ 19 h 44"/>
                <a:gd name="T14" fmla="*/ 56 w 68"/>
                <a:gd name="T15" fmla="*/ 24 h 44"/>
                <a:gd name="T16" fmla="*/ 59 w 68"/>
                <a:gd name="T17" fmla="*/ 25 h 44"/>
                <a:gd name="T18" fmla="*/ 63 w 68"/>
                <a:gd name="T19" fmla="*/ 32 h 44"/>
                <a:gd name="T20" fmla="*/ 60 w 68"/>
                <a:gd name="T21" fmla="*/ 32 h 44"/>
                <a:gd name="T22" fmla="*/ 56 w 68"/>
                <a:gd name="T23" fmla="*/ 30 h 44"/>
                <a:gd name="T24" fmla="*/ 51 w 68"/>
                <a:gd name="T25" fmla="*/ 32 h 44"/>
                <a:gd name="T26" fmla="*/ 47 w 68"/>
                <a:gd name="T27" fmla="*/ 34 h 44"/>
                <a:gd name="T28" fmla="*/ 46 w 68"/>
                <a:gd name="T29" fmla="*/ 34 h 44"/>
                <a:gd name="T30" fmla="*/ 43 w 68"/>
                <a:gd name="T31" fmla="*/ 38 h 44"/>
                <a:gd name="T32" fmla="*/ 42 w 68"/>
                <a:gd name="T33" fmla="*/ 42 h 44"/>
                <a:gd name="T34" fmla="*/ 35 w 68"/>
                <a:gd name="T35" fmla="*/ 44 h 44"/>
                <a:gd name="T36" fmla="*/ 30 w 68"/>
                <a:gd name="T37" fmla="*/ 42 h 44"/>
                <a:gd name="T38" fmla="*/ 27 w 68"/>
                <a:gd name="T39" fmla="*/ 42 h 44"/>
                <a:gd name="T40" fmla="*/ 23 w 68"/>
                <a:gd name="T41" fmla="*/ 41 h 44"/>
                <a:gd name="T42" fmla="*/ 18 w 68"/>
                <a:gd name="T43" fmla="*/ 42 h 44"/>
                <a:gd name="T44" fmla="*/ 12 w 68"/>
                <a:gd name="T45" fmla="*/ 44 h 44"/>
                <a:gd name="T46" fmla="*/ 10 w 68"/>
                <a:gd name="T47" fmla="*/ 42 h 44"/>
                <a:gd name="T48" fmla="*/ 9 w 68"/>
                <a:gd name="T49" fmla="*/ 37 h 44"/>
                <a:gd name="T50" fmla="*/ 1 w 68"/>
                <a:gd name="T51" fmla="*/ 28 h 44"/>
                <a:gd name="T52" fmla="*/ 2 w 68"/>
                <a:gd name="T53" fmla="*/ 26 h 44"/>
                <a:gd name="T54" fmla="*/ 1 w 68"/>
                <a:gd name="T55" fmla="*/ 21 h 44"/>
                <a:gd name="T56" fmla="*/ 5 w 68"/>
                <a:gd name="T57" fmla="*/ 16 h 44"/>
                <a:gd name="T58" fmla="*/ 1 w 68"/>
                <a:gd name="T59" fmla="*/ 9 h 44"/>
                <a:gd name="T60" fmla="*/ 1 w 68"/>
                <a:gd name="T61" fmla="*/ 3 h 44"/>
                <a:gd name="T62" fmla="*/ 4 w 68"/>
                <a:gd name="T63" fmla="*/ 0 h 44"/>
                <a:gd name="T64" fmla="*/ 5 w 68"/>
                <a:gd name="T65" fmla="*/ 3 h 44"/>
                <a:gd name="T66" fmla="*/ 5 w 68"/>
                <a:gd name="T67" fmla="*/ 7 h 44"/>
                <a:gd name="T68" fmla="*/ 12 w 68"/>
                <a:gd name="T69" fmla="*/ 5 h 44"/>
                <a:gd name="T70" fmla="*/ 14 w 68"/>
                <a:gd name="T71" fmla="*/ 5 h 44"/>
                <a:gd name="T72" fmla="*/ 22 w 68"/>
                <a:gd name="T73" fmla="*/ 5 h 44"/>
                <a:gd name="T74" fmla="*/ 26 w 68"/>
                <a:gd name="T75" fmla="*/ 5 h 44"/>
                <a:gd name="T76" fmla="*/ 30 w 68"/>
                <a:gd name="T77" fmla="*/ 7 h 44"/>
                <a:gd name="T78" fmla="*/ 37 w 68"/>
                <a:gd name="T79" fmla="*/ 7 h 44"/>
                <a:gd name="T80" fmla="*/ 40 w 68"/>
                <a:gd name="T81" fmla="*/ 4 h 44"/>
                <a:gd name="T82" fmla="*/ 50 w 68"/>
                <a:gd name="T8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8" h="44">
                  <a:moveTo>
                    <a:pt x="50" y="0"/>
                  </a:moveTo>
                  <a:lnTo>
                    <a:pt x="54" y="0"/>
                  </a:lnTo>
                  <a:lnTo>
                    <a:pt x="58" y="1"/>
                  </a:lnTo>
                  <a:lnTo>
                    <a:pt x="59" y="3"/>
                  </a:lnTo>
                  <a:lnTo>
                    <a:pt x="62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7" y="9"/>
                  </a:lnTo>
                  <a:lnTo>
                    <a:pt x="66" y="12"/>
                  </a:lnTo>
                  <a:lnTo>
                    <a:pt x="64" y="11"/>
                  </a:lnTo>
                  <a:lnTo>
                    <a:pt x="60" y="13"/>
                  </a:lnTo>
                  <a:lnTo>
                    <a:pt x="62" y="19"/>
                  </a:lnTo>
                  <a:lnTo>
                    <a:pt x="60" y="21"/>
                  </a:lnTo>
                  <a:lnTo>
                    <a:pt x="56" y="24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2" y="29"/>
                  </a:lnTo>
                  <a:lnTo>
                    <a:pt x="63" y="32"/>
                  </a:lnTo>
                  <a:lnTo>
                    <a:pt x="63" y="32"/>
                  </a:lnTo>
                  <a:lnTo>
                    <a:pt x="60" y="32"/>
                  </a:lnTo>
                  <a:lnTo>
                    <a:pt x="59" y="33"/>
                  </a:lnTo>
                  <a:lnTo>
                    <a:pt x="56" y="30"/>
                  </a:lnTo>
                  <a:lnTo>
                    <a:pt x="52" y="30"/>
                  </a:lnTo>
                  <a:lnTo>
                    <a:pt x="51" y="32"/>
                  </a:lnTo>
                  <a:lnTo>
                    <a:pt x="50" y="32"/>
                  </a:lnTo>
                  <a:lnTo>
                    <a:pt x="47" y="34"/>
                  </a:lnTo>
                  <a:lnTo>
                    <a:pt x="47" y="34"/>
                  </a:lnTo>
                  <a:lnTo>
                    <a:pt x="46" y="34"/>
                  </a:lnTo>
                  <a:lnTo>
                    <a:pt x="43" y="36"/>
                  </a:lnTo>
                  <a:lnTo>
                    <a:pt x="43" y="38"/>
                  </a:lnTo>
                  <a:lnTo>
                    <a:pt x="43" y="41"/>
                  </a:lnTo>
                  <a:lnTo>
                    <a:pt x="42" y="42"/>
                  </a:lnTo>
                  <a:lnTo>
                    <a:pt x="37" y="42"/>
                  </a:lnTo>
                  <a:lnTo>
                    <a:pt x="35" y="44"/>
                  </a:lnTo>
                  <a:lnTo>
                    <a:pt x="33" y="42"/>
                  </a:lnTo>
                  <a:lnTo>
                    <a:pt x="30" y="42"/>
                  </a:lnTo>
                  <a:lnTo>
                    <a:pt x="29" y="44"/>
                  </a:lnTo>
                  <a:lnTo>
                    <a:pt x="27" y="42"/>
                  </a:lnTo>
                  <a:lnTo>
                    <a:pt x="26" y="41"/>
                  </a:lnTo>
                  <a:lnTo>
                    <a:pt x="23" y="41"/>
                  </a:lnTo>
                  <a:lnTo>
                    <a:pt x="21" y="41"/>
                  </a:lnTo>
                  <a:lnTo>
                    <a:pt x="18" y="42"/>
                  </a:lnTo>
                  <a:lnTo>
                    <a:pt x="15" y="44"/>
                  </a:lnTo>
                  <a:lnTo>
                    <a:pt x="12" y="44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9" y="37"/>
                  </a:lnTo>
                  <a:lnTo>
                    <a:pt x="6" y="32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2" y="26"/>
                  </a:lnTo>
                  <a:lnTo>
                    <a:pt x="1" y="24"/>
                  </a:lnTo>
                  <a:lnTo>
                    <a:pt x="1" y="21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2"/>
                  </a:lnTo>
                  <a:lnTo>
                    <a:pt x="1" y="9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5" y="3"/>
                  </a:lnTo>
                  <a:lnTo>
                    <a:pt x="4" y="4"/>
                  </a:lnTo>
                  <a:lnTo>
                    <a:pt x="5" y="7"/>
                  </a:lnTo>
                  <a:lnTo>
                    <a:pt x="9" y="5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8" y="8"/>
                  </a:lnTo>
                  <a:lnTo>
                    <a:pt x="22" y="5"/>
                  </a:lnTo>
                  <a:lnTo>
                    <a:pt x="23" y="7"/>
                  </a:lnTo>
                  <a:lnTo>
                    <a:pt x="26" y="5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5"/>
                  </a:lnTo>
                  <a:lnTo>
                    <a:pt x="40" y="4"/>
                  </a:lnTo>
                  <a:lnTo>
                    <a:pt x="47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9" name="Freeform 388">
              <a:extLst>
                <a:ext uri="{FF2B5EF4-FFF2-40B4-BE49-F238E27FC236}">
                  <a16:creationId xmlns:a16="http://schemas.microsoft.com/office/drawing/2014/main" id="{C7E52B81-9F45-4EF6-B756-37854CAAE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-1051032" y="1227231"/>
              <a:ext cx="184738" cy="159258"/>
            </a:xfrm>
            <a:custGeom>
              <a:avLst/>
              <a:gdLst>
                <a:gd name="T0" fmla="*/ 19 w 29"/>
                <a:gd name="T1" fmla="*/ 0 h 25"/>
                <a:gd name="T2" fmla="*/ 20 w 29"/>
                <a:gd name="T3" fmla="*/ 0 h 25"/>
                <a:gd name="T4" fmla="*/ 25 w 29"/>
                <a:gd name="T5" fmla="*/ 4 h 25"/>
                <a:gd name="T6" fmla="*/ 28 w 29"/>
                <a:gd name="T7" fmla="*/ 9 h 25"/>
                <a:gd name="T8" fmla="*/ 29 w 29"/>
                <a:gd name="T9" fmla="*/ 12 h 25"/>
                <a:gd name="T10" fmla="*/ 29 w 29"/>
                <a:gd name="T11" fmla="*/ 14 h 25"/>
                <a:gd name="T12" fmla="*/ 28 w 29"/>
                <a:gd name="T13" fmla="*/ 16 h 25"/>
                <a:gd name="T14" fmla="*/ 25 w 29"/>
                <a:gd name="T15" fmla="*/ 16 h 25"/>
                <a:gd name="T16" fmla="*/ 23 w 29"/>
                <a:gd name="T17" fmla="*/ 18 h 25"/>
                <a:gd name="T18" fmla="*/ 17 w 29"/>
                <a:gd name="T19" fmla="*/ 17 h 25"/>
                <a:gd name="T20" fmla="*/ 15 w 29"/>
                <a:gd name="T21" fmla="*/ 18 h 25"/>
                <a:gd name="T22" fmla="*/ 15 w 29"/>
                <a:gd name="T23" fmla="*/ 19 h 25"/>
                <a:gd name="T24" fmla="*/ 11 w 29"/>
                <a:gd name="T25" fmla="*/ 21 h 25"/>
                <a:gd name="T26" fmla="*/ 7 w 29"/>
                <a:gd name="T27" fmla="*/ 23 h 25"/>
                <a:gd name="T28" fmla="*/ 7 w 29"/>
                <a:gd name="T29" fmla="*/ 25 h 25"/>
                <a:gd name="T30" fmla="*/ 4 w 29"/>
                <a:gd name="T31" fmla="*/ 22 h 25"/>
                <a:gd name="T32" fmla="*/ 3 w 29"/>
                <a:gd name="T33" fmla="*/ 19 h 25"/>
                <a:gd name="T34" fmla="*/ 0 w 29"/>
                <a:gd name="T35" fmla="*/ 17 h 25"/>
                <a:gd name="T36" fmla="*/ 0 w 29"/>
                <a:gd name="T37" fmla="*/ 12 h 25"/>
                <a:gd name="T38" fmla="*/ 0 w 29"/>
                <a:gd name="T39" fmla="*/ 8 h 25"/>
                <a:gd name="T40" fmla="*/ 0 w 29"/>
                <a:gd name="T41" fmla="*/ 8 h 25"/>
                <a:gd name="T42" fmla="*/ 2 w 29"/>
                <a:gd name="T43" fmla="*/ 8 h 25"/>
                <a:gd name="T44" fmla="*/ 2 w 29"/>
                <a:gd name="T45" fmla="*/ 5 h 25"/>
                <a:gd name="T46" fmla="*/ 4 w 29"/>
                <a:gd name="T47" fmla="*/ 4 h 25"/>
                <a:gd name="T48" fmla="*/ 7 w 29"/>
                <a:gd name="T49" fmla="*/ 4 h 25"/>
                <a:gd name="T50" fmla="*/ 8 w 29"/>
                <a:gd name="T51" fmla="*/ 1 h 25"/>
                <a:gd name="T52" fmla="*/ 13 w 29"/>
                <a:gd name="T53" fmla="*/ 1 h 25"/>
                <a:gd name="T54" fmla="*/ 15 w 29"/>
                <a:gd name="T55" fmla="*/ 1 h 25"/>
                <a:gd name="T56" fmla="*/ 19 w 29"/>
                <a:gd name="T5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" h="25">
                  <a:moveTo>
                    <a:pt x="19" y="0"/>
                  </a:moveTo>
                  <a:lnTo>
                    <a:pt x="20" y="0"/>
                  </a:lnTo>
                  <a:lnTo>
                    <a:pt x="25" y="4"/>
                  </a:lnTo>
                  <a:lnTo>
                    <a:pt x="28" y="9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5" y="16"/>
                  </a:lnTo>
                  <a:lnTo>
                    <a:pt x="23" y="18"/>
                  </a:lnTo>
                  <a:lnTo>
                    <a:pt x="17" y="17"/>
                  </a:lnTo>
                  <a:lnTo>
                    <a:pt x="15" y="18"/>
                  </a:lnTo>
                  <a:lnTo>
                    <a:pt x="15" y="19"/>
                  </a:lnTo>
                  <a:lnTo>
                    <a:pt x="11" y="21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4" y="22"/>
                  </a:lnTo>
                  <a:lnTo>
                    <a:pt x="3" y="19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5"/>
                  </a:lnTo>
                  <a:lnTo>
                    <a:pt x="4" y="4"/>
                  </a:lnTo>
                  <a:lnTo>
                    <a:pt x="7" y="4"/>
                  </a:lnTo>
                  <a:lnTo>
                    <a:pt x="8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0" name="Freeform 390">
              <a:extLst>
                <a:ext uri="{FF2B5EF4-FFF2-40B4-BE49-F238E27FC236}">
                  <a16:creationId xmlns:a16="http://schemas.microsoft.com/office/drawing/2014/main" id="{27C72C09-86F1-4779-927B-3E308D32C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-1197548" y="870495"/>
              <a:ext cx="299405" cy="407698"/>
            </a:xfrm>
            <a:custGeom>
              <a:avLst/>
              <a:gdLst>
                <a:gd name="T0" fmla="*/ 11 w 47"/>
                <a:gd name="T1" fmla="*/ 0 h 64"/>
                <a:gd name="T2" fmla="*/ 17 w 47"/>
                <a:gd name="T3" fmla="*/ 3 h 64"/>
                <a:gd name="T4" fmla="*/ 22 w 47"/>
                <a:gd name="T5" fmla="*/ 8 h 64"/>
                <a:gd name="T6" fmla="*/ 26 w 47"/>
                <a:gd name="T7" fmla="*/ 12 h 64"/>
                <a:gd name="T8" fmla="*/ 27 w 47"/>
                <a:gd name="T9" fmla="*/ 18 h 64"/>
                <a:gd name="T10" fmla="*/ 32 w 47"/>
                <a:gd name="T11" fmla="*/ 20 h 64"/>
                <a:gd name="T12" fmla="*/ 35 w 47"/>
                <a:gd name="T13" fmla="*/ 22 h 64"/>
                <a:gd name="T14" fmla="*/ 39 w 47"/>
                <a:gd name="T15" fmla="*/ 20 h 64"/>
                <a:gd name="T16" fmla="*/ 42 w 47"/>
                <a:gd name="T17" fmla="*/ 24 h 64"/>
                <a:gd name="T18" fmla="*/ 43 w 47"/>
                <a:gd name="T19" fmla="*/ 31 h 64"/>
                <a:gd name="T20" fmla="*/ 43 w 47"/>
                <a:gd name="T21" fmla="*/ 37 h 64"/>
                <a:gd name="T22" fmla="*/ 47 w 47"/>
                <a:gd name="T23" fmla="*/ 44 h 64"/>
                <a:gd name="T24" fmla="*/ 43 w 47"/>
                <a:gd name="T25" fmla="*/ 49 h 64"/>
                <a:gd name="T26" fmla="*/ 44 w 47"/>
                <a:gd name="T27" fmla="*/ 54 h 64"/>
                <a:gd name="T28" fmla="*/ 42 w 47"/>
                <a:gd name="T29" fmla="*/ 56 h 64"/>
                <a:gd name="T30" fmla="*/ 36 w 47"/>
                <a:gd name="T31" fmla="*/ 57 h 64"/>
                <a:gd name="T32" fmla="*/ 30 w 47"/>
                <a:gd name="T33" fmla="*/ 60 h 64"/>
                <a:gd name="T34" fmla="*/ 25 w 47"/>
                <a:gd name="T35" fmla="*/ 61 h 64"/>
                <a:gd name="T36" fmla="*/ 23 w 47"/>
                <a:gd name="T37" fmla="*/ 64 h 64"/>
                <a:gd name="T38" fmla="*/ 23 w 47"/>
                <a:gd name="T39" fmla="*/ 60 h 64"/>
                <a:gd name="T40" fmla="*/ 19 w 47"/>
                <a:gd name="T41" fmla="*/ 56 h 64"/>
                <a:gd name="T42" fmla="*/ 17 w 47"/>
                <a:gd name="T43" fmla="*/ 53 h 64"/>
                <a:gd name="T44" fmla="*/ 17 w 47"/>
                <a:gd name="T45" fmla="*/ 50 h 64"/>
                <a:gd name="T46" fmla="*/ 18 w 47"/>
                <a:gd name="T47" fmla="*/ 47 h 64"/>
                <a:gd name="T48" fmla="*/ 13 w 47"/>
                <a:gd name="T49" fmla="*/ 44 h 64"/>
                <a:gd name="T50" fmla="*/ 9 w 47"/>
                <a:gd name="T51" fmla="*/ 44 h 64"/>
                <a:gd name="T52" fmla="*/ 7 w 47"/>
                <a:gd name="T53" fmla="*/ 39 h 64"/>
                <a:gd name="T54" fmla="*/ 5 w 47"/>
                <a:gd name="T55" fmla="*/ 35 h 64"/>
                <a:gd name="T56" fmla="*/ 6 w 47"/>
                <a:gd name="T57" fmla="*/ 32 h 64"/>
                <a:gd name="T58" fmla="*/ 9 w 47"/>
                <a:gd name="T59" fmla="*/ 32 h 64"/>
                <a:gd name="T60" fmla="*/ 6 w 47"/>
                <a:gd name="T61" fmla="*/ 29 h 64"/>
                <a:gd name="T62" fmla="*/ 2 w 47"/>
                <a:gd name="T63" fmla="*/ 25 h 64"/>
                <a:gd name="T64" fmla="*/ 5 w 47"/>
                <a:gd name="T65" fmla="*/ 19 h 64"/>
                <a:gd name="T66" fmla="*/ 2 w 47"/>
                <a:gd name="T67" fmla="*/ 20 h 64"/>
                <a:gd name="T68" fmla="*/ 2 w 47"/>
                <a:gd name="T69" fmla="*/ 16 h 64"/>
                <a:gd name="T70" fmla="*/ 5 w 47"/>
                <a:gd name="T71" fmla="*/ 16 h 64"/>
                <a:gd name="T72" fmla="*/ 3 w 47"/>
                <a:gd name="T73" fmla="*/ 15 h 64"/>
                <a:gd name="T74" fmla="*/ 1 w 47"/>
                <a:gd name="T75" fmla="*/ 11 h 64"/>
                <a:gd name="T76" fmla="*/ 0 w 47"/>
                <a:gd name="T77" fmla="*/ 7 h 64"/>
                <a:gd name="T78" fmla="*/ 3 w 47"/>
                <a:gd name="T79" fmla="*/ 3 h 64"/>
                <a:gd name="T80" fmla="*/ 6 w 47"/>
                <a:gd name="T81" fmla="*/ 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7" h="64">
                  <a:moveTo>
                    <a:pt x="9" y="0"/>
                  </a:moveTo>
                  <a:lnTo>
                    <a:pt x="11" y="0"/>
                  </a:lnTo>
                  <a:lnTo>
                    <a:pt x="14" y="2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22" y="8"/>
                  </a:lnTo>
                  <a:lnTo>
                    <a:pt x="23" y="11"/>
                  </a:lnTo>
                  <a:lnTo>
                    <a:pt x="26" y="12"/>
                  </a:lnTo>
                  <a:lnTo>
                    <a:pt x="29" y="15"/>
                  </a:lnTo>
                  <a:lnTo>
                    <a:pt x="27" y="18"/>
                  </a:lnTo>
                  <a:lnTo>
                    <a:pt x="29" y="19"/>
                  </a:lnTo>
                  <a:lnTo>
                    <a:pt x="32" y="20"/>
                  </a:lnTo>
                  <a:lnTo>
                    <a:pt x="32" y="23"/>
                  </a:lnTo>
                  <a:lnTo>
                    <a:pt x="35" y="22"/>
                  </a:lnTo>
                  <a:lnTo>
                    <a:pt x="38" y="23"/>
                  </a:lnTo>
                  <a:lnTo>
                    <a:pt x="39" y="20"/>
                  </a:lnTo>
                  <a:lnTo>
                    <a:pt x="43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3" y="31"/>
                  </a:lnTo>
                  <a:lnTo>
                    <a:pt x="42" y="32"/>
                  </a:lnTo>
                  <a:lnTo>
                    <a:pt x="43" y="37"/>
                  </a:lnTo>
                  <a:lnTo>
                    <a:pt x="46" y="40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3" y="49"/>
                  </a:lnTo>
                  <a:lnTo>
                    <a:pt x="43" y="52"/>
                  </a:lnTo>
                  <a:lnTo>
                    <a:pt x="44" y="54"/>
                  </a:lnTo>
                  <a:lnTo>
                    <a:pt x="43" y="56"/>
                  </a:lnTo>
                  <a:lnTo>
                    <a:pt x="42" y="56"/>
                  </a:lnTo>
                  <a:lnTo>
                    <a:pt x="38" y="57"/>
                  </a:lnTo>
                  <a:lnTo>
                    <a:pt x="36" y="57"/>
                  </a:lnTo>
                  <a:lnTo>
                    <a:pt x="31" y="57"/>
                  </a:lnTo>
                  <a:lnTo>
                    <a:pt x="30" y="60"/>
                  </a:lnTo>
                  <a:lnTo>
                    <a:pt x="27" y="60"/>
                  </a:lnTo>
                  <a:lnTo>
                    <a:pt x="25" y="61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3" y="62"/>
                  </a:lnTo>
                  <a:lnTo>
                    <a:pt x="23" y="60"/>
                  </a:lnTo>
                  <a:lnTo>
                    <a:pt x="22" y="57"/>
                  </a:lnTo>
                  <a:lnTo>
                    <a:pt x="19" y="56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7" y="52"/>
                  </a:lnTo>
                  <a:lnTo>
                    <a:pt x="17" y="50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3" y="44"/>
                  </a:lnTo>
                  <a:lnTo>
                    <a:pt x="10" y="44"/>
                  </a:lnTo>
                  <a:lnTo>
                    <a:pt x="9" y="44"/>
                  </a:lnTo>
                  <a:lnTo>
                    <a:pt x="9" y="41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5" y="35"/>
                  </a:lnTo>
                  <a:lnTo>
                    <a:pt x="5" y="32"/>
                  </a:lnTo>
                  <a:lnTo>
                    <a:pt x="6" y="32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7" y="29"/>
                  </a:lnTo>
                  <a:lnTo>
                    <a:pt x="6" y="29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5" y="22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1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4"/>
                  </a:lnTo>
                  <a:lnTo>
                    <a:pt x="3" y="3"/>
                  </a:lnTo>
                  <a:lnTo>
                    <a:pt x="6" y="4"/>
                  </a:lnTo>
                  <a:lnTo>
                    <a:pt x="6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1" name="Freeform 396">
              <a:extLst>
                <a:ext uri="{FF2B5EF4-FFF2-40B4-BE49-F238E27FC236}">
                  <a16:creationId xmlns:a16="http://schemas.microsoft.com/office/drawing/2014/main" id="{14A8792B-96BC-445F-92D8-F0CD8783C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-1567023" y="4139"/>
              <a:ext cx="687988" cy="573324"/>
            </a:xfrm>
            <a:custGeom>
              <a:avLst/>
              <a:gdLst>
                <a:gd name="T0" fmla="*/ 44 w 108"/>
                <a:gd name="T1" fmla="*/ 1 h 90"/>
                <a:gd name="T2" fmla="*/ 47 w 108"/>
                <a:gd name="T3" fmla="*/ 4 h 90"/>
                <a:gd name="T4" fmla="*/ 43 w 108"/>
                <a:gd name="T5" fmla="*/ 2 h 90"/>
                <a:gd name="T6" fmla="*/ 43 w 108"/>
                <a:gd name="T7" fmla="*/ 6 h 90"/>
                <a:gd name="T8" fmla="*/ 54 w 108"/>
                <a:gd name="T9" fmla="*/ 6 h 90"/>
                <a:gd name="T10" fmla="*/ 56 w 108"/>
                <a:gd name="T11" fmla="*/ 4 h 90"/>
                <a:gd name="T12" fmla="*/ 50 w 108"/>
                <a:gd name="T13" fmla="*/ 9 h 90"/>
                <a:gd name="T14" fmla="*/ 55 w 108"/>
                <a:gd name="T15" fmla="*/ 9 h 90"/>
                <a:gd name="T16" fmla="*/ 60 w 108"/>
                <a:gd name="T17" fmla="*/ 5 h 90"/>
                <a:gd name="T18" fmla="*/ 90 w 108"/>
                <a:gd name="T19" fmla="*/ 4 h 90"/>
                <a:gd name="T20" fmla="*/ 94 w 108"/>
                <a:gd name="T21" fmla="*/ 6 h 90"/>
                <a:gd name="T22" fmla="*/ 96 w 108"/>
                <a:gd name="T23" fmla="*/ 13 h 90"/>
                <a:gd name="T24" fmla="*/ 100 w 108"/>
                <a:gd name="T25" fmla="*/ 22 h 90"/>
                <a:gd name="T26" fmla="*/ 102 w 108"/>
                <a:gd name="T27" fmla="*/ 27 h 90"/>
                <a:gd name="T28" fmla="*/ 104 w 108"/>
                <a:gd name="T29" fmla="*/ 36 h 90"/>
                <a:gd name="T30" fmla="*/ 100 w 108"/>
                <a:gd name="T31" fmla="*/ 39 h 90"/>
                <a:gd name="T32" fmla="*/ 102 w 108"/>
                <a:gd name="T33" fmla="*/ 47 h 90"/>
                <a:gd name="T34" fmla="*/ 102 w 108"/>
                <a:gd name="T35" fmla="*/ 55 h 90"/>
                <a:gd name="T36" fmla="*/ 105 w 108"/>
                <a:gd name="T37" fmla="*/ 60 h 90"/>
                <a:gd name="T38" fmla="*/ 108 w 108"/>
                <a:gd name="T39" fmla="*/ 64 h 90"/>
                <a:gd name="T40" fmla="*/ 108 w 108"/>
                <a:gd name="T41" fmla="*/ 67 h 90"/>
                <a:gd name="T42" fmla="*/ 105 w 108"/>
                <a:gd name="T43" fmla="*/ 71 h 90"/>
                <a:gd name="T44" fmla="*/ 102 w 108"/>
                <a:gd name="T45" fmla="*/ 76 h 90"/>
                <a:gd name="T46" fmla="*/ 96 w 108"/>
                <a:gd name="T47" fmla="*/ 88 h 90"/>
                <a:gd name="T48" fmla="*/ 93 w 108"/>
                <a:gd name="T49" fmla="*/ 90 h 90"/>
                <a:gd name="T50" fmla="*/ 84 w 108"/>
                <a:gd name="T51" fmla="*/ 88 h 90"/>
                <a:gd name="T52" fmla="*/ 80 w 108"/>
                <a:gd name="T53" fmla="*/ 88 h 90"/>
                <a:gd name="T54" fmla="*/ 77 w 108"/>
                <a:gd name="T55" fmla="*/ 89 h 90"/>
                <a:gd name="T56" fmla="*/ 72 w 108"/>
                <a:gd name="T57" fmla="*/ 88 h 90"/>
                <a:gd name="T58" fmla="*/ 69 w 108"/>
                <a:gd name="T59" fmla="*/ 89 h 90"/>
                <a:gd name="T60" fmla="*/ 65 w 108"/>
                <a:gd name="T61" fmla="*/ 90 h 90"/>
                <a:gd name="T62" fmla="*/ 64 w 108"/>
                <a:gd name="T63" fmla="*/ 88 h 90"/>
                <a:gd name="T64" fmla="*/ 59 w 108"/>
                <a:gd name="T65" fmla="*/ 85 h 90"/>
                <a:gd name="T66" fmla="*/ 56 w 108"/>
                <a:gd name="T67" fmla="*/ 86 h 90"/>
                <a:gd name="T68" fmla="*/ 47 w 108"/>
                <a:gd name="T69" fmla="*/ 77 h 90"/>
                <a:gd name="T70" fmla="*/ 39 w 108"/>
                <a:gd name="T71" fmla="*/ 77 h 90"/>
                <a:gd name="T72" fmla="*/ 36 w 108"/>
                <a:gd name="T73" fmla="*/ 73 h 90"/>
                <a:gd name="T74" fmla="*/ 27 w 108"/>
                <a:gd name="T75" fmla="*/ 71 h 90"/>
                <a:gd name="T76" fmla="*/ 30 w 108"/>
                <a:gd name="T77" fmla="*/ 75 h 90"/>
                <a:gd name="T78" fmla="*/ 26 w 108"/>
                <a:gd name="T79" fmla="*/ 76 h 90"/>
                <a:gd name="T80" fmla="*/ 25 w 108"/>
                <a:gd name="T81" fmla="*/ 73 h 90"/>
                <a:gd name="T82" fmla="*/ 23 w 108"/>
                <a:gd name="T83" fmla="*/ 72 h 90"/>
                <a:gd name="T84" fmla="*/ 23 w 108"/>
                <a:gd name="T85" fmla="*/ 67 h 90"/>
                <a:gd name="T86" fmla="*/ 19 w 108"/>
                <a:gd name="T87" fmla="*/ 65 h 90"/>
                <a:gd name="T88" fmla="*/ 14 w 108"/>
                <a:gd name="T89" fmla="*/ 63 h 90"/>
                <a:gd name="T90" fmla="*/ 11 w 108"/>
                <a:gd name="T91" fmla="*/ 64 h 90"/>
                <a:gd name="T92" fmla="*/ 9 w 108"/>
                <a:gd name="T93" fmla="*/ 63 h 90"/>
                <a:gd name="T94" fmla="*/ 9 w 108"/>
                <a:gd name="T95" fmla="*/ 56 h 90"/>
                <a:gd name="T96" fmla="*/ 6 w 108"/>
                <a:gd name="T97" fmla="*/ 52 h 90"/>
                <a:gd name="T98" fmla="*/ 5 w 108"/>
                <a:gd name="T99" fmla="*/ 46 h 90"/>
                <a:gd name="T100" fmla="*/ 5 w 108"/>
                <a:gd name="T101" fmla="*/ 42 h 90"/>
                <a:gd name="T102" fmla="*/ 4 w 108"/>
                <a:gd name="T103" fmla="*/ 36 h 90"/>
                <a:gd name="T104" fmla="*/ 0 w 108"/>
                <a:gd name="T105" fmla="*/ 31 h 90"/>
                <a:gd name="T106" fmla="*/ 4 w 108"/>
                <a:gd name="T107" fmla="*/ 26 h 90"/>
                <a:gd name="T108" fmla="*/ 2 w 108"/>
                <a:gd name="T109" fmla="*/ 21 h 90"/>
                <a:gd name="T110" fmla="*/ 4 w 108"/>
                <a:gd name="T111" fmla="*/ 19 h 90"/>
                <a:gd name="T112" fmla="*/ 6 w 108"/>
                <a:gd name="T113" fmla="*/ 13 h 90"/>
                <a:gd name="T114" fmla="*/ 15 w 108"/>
                <a:gd name="T115" fmla="*/ 10 h 90"/>
                <a:gd name="T116" fmla="*/ 19 w 108"/>
                <a:gd name="T117" fmla="*/ 8 h 90"/>
                <a:gd name="T118" fmla="*/ 25 w 108"/>
                <a:gd name="T119" fmla="*/ 5 h 90"/>
                <a:gd name="T120" fmla="*/ 30 w 108"/>
                <a:gd name="T121" fmla="*/ 1 h 90"/>
                <a:gd name="T122" fmla="*/ 38 w 108"/>
                <a:gd name="T12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" h="90">
                  <a:moveTo>
                    <a:pt x="38" y="0"/>
                  </a:moveTo>
                  <a:lnTo>
                    <a:pt x="44" y="1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3" y="2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8" y="8"/>
                  </a:lnTo>
                  <a:lnTo>
                    <a:pt x="54" y="6"/>
                  </a:lnTo>
                  <a:lnTo>
                    <a:pt x="55" y="4"/>
                  </a:lnTo>
                  <a:lnTo>
                    <a:pt x="56" y="4"/>
                  </a:lnTo>
                  <a:lnTo>
                    <a:pt x="54" y="6"/>
                  </a:lnTo>
                  <a:lnTo>
                    <a:pt x="50" y="9"/>
                  </a:lnTo>
                  <a:lnTo>
                    <a:pt x="51" y="9"/>
                  </a:lnTo>
                  <a:lnTo>
                    <a:pt x="55" y="9"/>
                  </a:lnTo>
                  <a:lnTo>
                    <a:pt x="59" y="5"/>
                  </a:lnTo>
                  <a:lnTo>
                    <a:pt x="60" y="5"/>
                  </a:lnTo>
                  <a:lnTo>
                    <a:pt x="75" y="5"/>
                  </a:lnTo>
                  <a:lnTo>
                    <a:pt x="90" y="4"/>
                  </a:lnTo>
                  <a:lnTo>
                    <a:pt x="93" y="6"/>
                  </a:lnTo>
                  <a:lnTo>
                    <a:pt x="94" y="6"/>
                  </a:lnTo>
                  <a:lnTo>
                    <a:pt x="96" y="10"/>
                  </a:lnTo>
                  <a:lnTo>
                    <a:pt x="96" y="13"/>
                  </a:lnTo>
                  <a:lnTo>
                    <a:pt x="98" y="17"/>
                  </a:lnTo>
                  <a:lnTo>
                    <a:pt x="100" y="22"/>
                  </a:lnTo>
                  <a:lnTo>
                    <a:pt x="101" y="25"/>
                  </a:lnTo>
                  <a:lnTo>
                    <a:pt x="102" y="27"/>
                  </a:lnTo>
                  <a:lnTo>
                    <a:pt x="104" y="29"/>
                  </a:lnTo>
                  <a:lnTo>
                    <a:pt x="104" y="36"/>
                  </a:lnTo>
                  <a:lnTo>
                    <a:pt x="101" y="36"/>
                  </a:lnTo>
                  <a:lnTo>
                    <a:pt x="100" y="39"/>
                  </a:lnTo>
                  <a:lnTo>
                    <a:pt x="100" y="43"/>
                  </a:lnTo>
                  <a:lnTo>
                    <a:pt x="102" y="47"/>
                  </a:lnTo>
                  <a:lnTo>
                    <a:pt x="102" y="50"/>
                  </a:lnTo>
                  <a:lnTo>
                    <a:pt x="102" y="55"/>
                  </a:lnTo>
                  <a:lnTo>
                    <a:pt x="104" y="58"/>
                  </a:lnTo>
                  <a:lnTo>
                    <a:pt x="105" y="60"/>
                  </a:lnTo>
                  <a:lnTo>
                    <a:pt x="108" y="63"/>
                  </a:lnTo>
                  <a:lnTo>
                    <a:pt x="108" y="64"/>
                  </a:lnTo>
                  <a:lnTo>
                    <a:pt x="108" y="65"/>
                  </a:lnTo>
                  <a:lnTo>
                    <a:pt x="108" y="67"/>
                  </a:lnTo>
                  <a:lnTo>
                    <a:pt x="108" y="71"/>
                  </a:lnTo>
                  <a:lnTo>
                    <a:pt x="105" y="71"/>
                  </a:lnTo>
                  <a:lnTo>
                    <a:pt x="104" y="72"/>
                  </a:lnTo>
                  <a:lnTo>
                    <a:pt x="102" y="76"/>
                  </a:lnTo>
                  <a:lnTo>
                    <a:pt x="96" y="84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3" y="90"/>
                  </a:lnTo>
                  <a:lnTo>
                    <a:pt x="88" y="88"/>
                  </a:lnTo>
                  <a:lnTo>
                    <a:pt x="84" y="88"/>
                  </a:lnTo>
                  <a:lnTo>
                    <a:pt x="83" y="88"/>
                  </a:lnTo>
                  <a:lnTo>
                    <a:pt x="80" y="88"/>
                  </a:lnTo>
                  <a:lnTo>
                    <a:pt x="79" y="88"/>
                  </a:lnTo>
                  <a:lnTo>
                    <a:pt x="77" y="89"/>
                  </a:lnTo>
                  <a:lnTo>
                    <a:pt x="76" y="88"/>
                  </a:lnTo>
                  <a:lnTo>
                    <a:pt x="72" y="88"/>
                  </a:lnTo>
                  <a:lnTo>
                    <a:pt x="71" y="88"/>
                  </a:lnTo>
                  <a:lnTo>
                    <a:pt x="69" y="89"/>
                  </a:lnTo>
                  <a:lnTo>
                    <a:pt x="68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3" y="85"/>
                  </a:lnTo>
                  <a:lnTo>
                    <a:pt x="59" y="85"/>
                  </a:lnTo>
                  <a:lnTo>
                    <a:pt x="58" y="86"/>
                  </a:lnTo>
                  <a:lnTo>
                    <a:pt x="56" y="86"/>
                  </a:lnTo>
                  <a:lnTo>
                    <a:pt x="54" y="83"/>
                  </a:lnTo>
                  <a:lnTo>
                    <a:pt x="47" y="77"/>
                  </a:lnTo>
                  <a:lnTo>
                    <a:pt x="43" y="76"/>
                  </a:lnTo>
                  <a:lnTo>
                    <a:pt x="39" y="77"/>
                  </a:lnTo>
                  <a:lnTo>
                    <a:pt x="36" y="76"/>
                  </a:lnTo>
                  <a:lnTo>
                    <a:pt x="36" y="73"/>
                  </a:lnTo>
                  <a:lnTo>
                    <a:pt x="33" y="73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30" y="75"/>
                  </a:lnTo>
                  <a:lnTo>
                    <a:pt x="27" y="75"/>
                  </a:lnTo>
                  <a:lnTo>
                    <a:pt x="26" y="76"/>
                  </a:lnTo>
                  <a:lnTo>
                    <a:pt x="25" y="76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2"/>
                  </a:lnTo>
                  <a:lnTo>
                    <a:pt x="25" y="69"/>
                  </a:lnTo>
                  <a:lnTo>
                    <a:pt x="23" y="67"/>
                  </a:lnTo>
                  <a:lnTo>
                    <a:pt x="21" y="68"/>
                  </a:lnTo>
                  <a:lnTo>
                    <a:pt x="19" y="65"/>
                  </a:lnTo>
                  <a:lnTo>
                    <a:pt x="19" y="64"/>
                  </a:lnTo>
                  <a:lnTo>
                    <a:pt x="14" y="63"/>
                  </a:lnTo>
                  <a:lnTo>
                    <a:pt x="13" y="64"/>
                  </a:lnTo>
                  <a:lnTo>
                    <a:pt x="11" y="64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9" y="56"/>
                  </a:lnTo>
                  <a:lnTo>
                    <a:pt x="7" y="54"/>
                  </a:lnTo>
                  <a:lnTo>
                    <a:pt x="6" y="52"/>
                  </a:lnTo>
                  <a:lnTo>
                    <a:pt x="5" y="48"/>
                  </a:lnTo>
                  <a:lnTo>
                    <a:pt x="5" y="46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4" y="36"/>
                  </a:lnTo>
                  <a:lnTo>
                    <a:pt x="0" y="34"/>
                  </a:lnTo>
                  <a:lnTo>
                    <a:pt x="0" y="31"/>
                  </a:lnTo>
                  <a:lnTo>
                    <a:pt x="2" y="30"/>
                  </a:lnTo>
                  <a:lnTo>
                    <a:pt x="4" y="26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5" y="17"/>
                  </a:lnTo>
                  <a:lnTo>
                    <a:pt x="6" y="13"/>
                  </a:lnTo>
                  <a:lnTo>
                    <a:pt x="10" y="13"/>
                  </a:lnTo>
                  <a:lnTo>
                    <a:pt x="15" y="10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21" y="5"/>
                  </a:lnTo>
                  <a:lnTo>
                    <a:pt x="25" y="5"/>
                  </a:lnTo>
                  <a:lnTo>
                    <a:pt x="26" y="2"/>
                  </a:lnTo>
                  <a:lnTo>
                    <a:pt x="30" y="1"/>
                  </a:lnTo>
                  <a:lnTo>
                    <a:pt x="34" y="1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2" name="Freeform 413">
              <a:extLst>
                <a:ext uri="{FF2B5EF4-FFF2-40B4-BE49-F238E27FC236}">
                  <a16:creationId xmlns:a16="http://schemas.microsoft.com/office/drawing/2014/main" id="{73383F13-9176-4552-B3E8-12ED9DB09C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114736" y="1265451"/>
              <a:ext cx="649768" cy="630658"/>
            </a:xfrm>
            <a:custGeom>
              <a:avLst/>
              <a:gdLst>
                <a:gd name="T0" fmla="*/ 56 w 102"/>
                <a:gd name="T1" fmla="*/ 91 h 99"/>
                <a:gd name="T2" fmla="*/ 73 w 102"/>
                <a:gd name="T3" fmla="*/ 92 h 99"/>
                <a:gd name="T4" fmla="*/ 80 w 102"/>
                <a:gd name="T5" fmla="*/ 92 h 99"/>
                <a:gd name="T6" fmla="*/ 63 w 102"/>
                <a:gd name="T7" fmla="*/ 99 h 99"/>
                <a:gd name="T8" fmla="*/ 48 w 102"/>
                <a:gd name="T9" fmla="*/ 92 h 99"/>
                <a:gd name="T10" fmla="*/ 91 w 102"/>
                <a:gd name="T11" fmla="*/ 92 h 99"/>
                <a:gd name="T12" fmla="*/ 91 w 102"/>
                <a:gd name="T13" fmla="*/ 86 h 99"/>
                <a:gd name="T14" fmla="*/ 41 w 102"/>
                <a:gd name="T15" fmla="*/ 79 h 99"/>
                <a:gd name="T16" fmla="*/ 96 w 102"/>
                <a:gd name="T17" fmla="*/ 86 h 99"/>
                <a:gd name="T18" fmla="*/ 41 w 102"/>
                <a:gd name="T19" fmla="*/ 78 h 99"/>
                <a:gd name="T20" fmla="*/ 79 w 102"/>
                <a:gd name="T21" fmla="*/ 77 h 99"/>
                <a:gd name="T22" fmla="*/ 67 w 102"/>
                <a:gd name="T23" fmla="*/ 70 h 99"/>
                <a:gd name="T24" fmla="*/ 69 w 102"/>
                <a:gd name="T25" fmla="*/ 69 h 99"/>
                <a:gd name="T26" fmla="*/ 58 w 102"/>
                <a:gd name="T27" fmla="*/ 67 h 99"/>
                <a:gd name="T28" fmla="*/ 55 w 102"/>
                <a:gd name="T29" fmla="*/ 65 h 99"/>
                <a:gd name="T30" fmla="*/ 77 w 102"/>
                <a:gd name="T31" fmla="*/ 63 h 99"/>
                <a:gd name="T32" fmla="*/ 84 w 102"/>
                <a:gd name="T33" fmla="*/ 61 h 99"/>
                <a:gd name="T34" fmla="*/ 79 w 102"/>
                <a:gd name="T35" fmla="*/ 61 h 99"/>
                <a:gd name="T36" fmla="*/ 13 w 102"/>
                <a:gd name="T37" fmla="*/ 61 h 99"/>
                <a:gd name="T38" fmla="*/ 59 w 102"/>
                <a:gd name="T39" fmla="*/ 60 h 99"/>
                <a:gd name="T40" fmla="*/ 16 w 102"/>
                <a:gd name="T41" fmla="*/ 57 h 99"/>
                <a:gd name="T42" fmla="*/ 9 w 102"/>
                <a:gd name="T43" fmla="*/ 53 h 99"/>
                <a:gd name="T44" fmla="*/ 73 w 102"/>
                <a:gd name="T45" fmla="*/ 54 h 99"/>
                <a:gd name="T46" fmla="*/ 14 w 102"/>
                <a:gd name="T47" fmla="*/ 48 h 99"/>
                <a:gd name="T48" fmla="*/ 59 w 102"/>
                <a:gd name="T49" fmla="*/ 44 h 99"/>
                <a:gd name="T50" fmla="*/ 46 w 102"/>
                <a:gd name="T51" fmla="*/ 45 h 99"/>
                <a:gd name="T52" fmla="*/ 54 w 102"/>
                <a:gd name="T53" fmla="*/ 56 h 99"/>
                <a:gd name="T54" fmla="*/ 52 w 102"/>
                <a:gd name="T55" fmla="*/ 56 h 99"/>
                <a:gd name="T56" fmla="*/ 42 w 102"/>
                <a:gd name="T57" fmla="*/ 46 h 99"/>
                <a:gd name="T58" fmla="*/ 47 w 102"/>
                <a:gd name="T59" fmla="*/ 42 h 99"/>
                <a:gd name="T60" fmla="*/ 77 w 102"/>
                <a:gd name="T61" fmla="*/ 37 h 99"/>
                <a:gd name="T62" fmla="*/ 76 w 102"/>
                <a:gd name="T63" fmla="*/ 41 h 99"/>
                <a:gd name="T64" fmla="*/ 73 w 102"/>
                <a:gd name="T65" fmla="*/ 38 h 99"/>
                <a:gd name="T66" fmla="*/ 5 w 102"/>
                <a:gd name="T67" fmla="*/ 37 h 99"/>
                <a:gd name="T68" fmla="*/ 64 w 102"/>
                <a:gd name="T69" fmla="*/ 28 h 99"/>
                <a:gd name="T70" fmla="*/ 66 w 102"/>
                <a:gd name="T71" fmla="*/ 27 h 99"/>
                <a:gd name="T72" fmla="*/ 58 w 102"/>
                <a:gd name="T73" fmla="*/ 17 h 99"/>
                <a:gd name="T74" fmla="*/ 76 w 102"/>
                <a:gd name="T75" fmla="*/ 3 h 99"/>
                <a:gd name="T76" fmla="*/ 62 w 102"/>
                <a:gd name="T77" fmla="*/ 12 h 99"/>
                <a:gd name="T78" fmla="*/ 47 w 102"/>
                <a:gd name="T79" fmla="*/ 17 h 99"/>
                <a:gd name="T80" fmla="*/ 47 w 102"/>
                <a:gd name="T81" fmla="*/ 25 h 99"/>
                <a:gd name="T82" fmla="*/ 42 w 102"/>
                <a:gd name="T83" fmla="*/ 28 h 99"/>
                <a:gd name="T84" fmla="*/ 33 w 102"/>
                <a:gd name="T85" fmla="*/ 27 h 99"/>
                <a:gd name="T86" fmla="*/ 39 w 102"/>
                <a:gd name="T87" fmla="*/ 41 h 99"/>
                <a:gd name="T88" fmla="*/ 34 w 102"/>
                <a:gd name="T89" fmla="*/ 44 h 99"/>
                <a:gd name="T90" fmla="*/ 50 w 102"/>
                <a:gd name="T91" fmla="*/ 57 h 99"/>
                <a:gd name="T92" fmla="*/ 42 w 102"/>
                <a:gd name="T93" fmla="*/ 62 h 99"/>
                <a:gd name="T94" fmla="*/ 41 w 102"/>
                <a:gd name="T95" fmla="*/ 66 h 99"/>
                <a:gd name="T96" fmla="*/ 43 w 102"/>
                <a:gd name="T97" fmla="*/ 78 h 99"/>
                <a:gd name="T98" fmla="*/ 30 w 102"/>
                <a:gd name="T99" fmla="*/ 73 h 99"/>
                <a:gd name="T100" fmla="*/ 26 w 102"/>
                <a:gd name="T101" fmla="*/ 66 h 99"/>
                <a:gd name="T102" fmla="*/ 29 w 102"/>
                <a:gd name="T103" fmla="*/ 53 h 99"/>
                <a:gd name="T104" fmla="*/ 34 w 102"/>
                <a:gd name="T105" fmla="*/ 53 h 99"/>
                <a:gd name="T106" fmla="*/ 17 w 102"/>
                <a:gd name="T107" fmla="*/ 49 h 99"/>
                <a:gd name="T108" fmla="*/ 9 w 102"/>
                <a:gd name="T109" fmla="*/ 29 h 99"/>
                <a:gd name="T110" fmla="*/ 33 w 102"/>
                <a:gd name="T111" fmla="*/ 12 h 99"/>
                <a:gd name="T112" fmla="*/ 55 w 102"/>
                <a:gd name="T113" fmla="*/ 7 h 99"/>
                <a:gd name="T114" fmla="*/ 72 w 102"/>
                <a:gd name="T115" fmla="*/ 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2" h="99">
                  <a:moveTo>
                    <a:pt x="51" y="90"/>
                  </a:moveTo>
                  <a:lnTo>
                    <a:pt x="51" y="90"/>
                  </a:lnTo>
                  <a:lnTo>
                    <a:pt x="51" y="91"/>
                  </a:lnTo>
                  <a:lnTo>
                    <a:pt x="54" y="91"/>
                  </a:lnTo>
                  <a:lnTo>
                    <a:pt x="54" y="91"/>
                  </a:lnTo>
                  <a:lnTo>
                    <a:pt x="54" y="90"/>
                  </a:lnTo>
                  <a:lnTo>
                    <a:pt x="54" y="90"/>
                  </a:lnTo>
                  <a:lnTo>
                    <a:pt x="55" y="90"/>
                  </a:lnTo>
                  <a:lnTo>
                    <a:pt x="56" y="91"/>
                  </a:lnTo>
                  <a:lnTo>
                    <a:pt x="55" y="91"/>
                  </a:lnTo>
                  <a:lnTo>
                    <a:pt x="56" y="91"/>
                  </a:lnTo>
                  <a:lnTo>
                    <a:pt x="58" y="92"/>
                  </a:lnTo>
                  <a:lnTo>
                    <a:pt x="59" y="94"/>
                  </a:lnTo>
                  <a:lnTo>
                    <a:pt x="62" y="92"/>
                  </a:lnTo>
                  <a:lnTo>
                    <a:pt x="64" y="91"/>
                  </a:lnTo>
                  <a:lnTo>
                    <a:pt x="67" y="91"/>
                  </a:lnTo>
                  <a:lnTo>
                    <a:pt x="69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5" y="94"/>
                  </a:lnTo>
                  <a:lnTo>
                    <a:pt x="75" y="95"/>
                  </a:lnTo>
                  <a:lnTo>
                    <a:pt x="76" y="95"/>
                  </a:lnTo>
                  <a:lnTo>
                    <a:pt x="77" y="95"/>
                  </a:lnTo>
                  <a:lnTo>
                    <a:pt x="77" y="95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80" y="92"/>
                  </a:lnTo>
                  <a:lnTo>
                    <a:pt x="80" y="94"/>
                  </a:lnTo>
                  <a:lnTo>
                    <a:pt x="80" y="95"/>
                  </a:lnTo>
                  <a:lnTo>
                    <a:pt x="80" y="96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1" y="98"/>
                  </a:lnTo>
                  <a:lnTo>
                    <a:pt x="68" y="98"/>
                  </a:lnTo>
                  <a:lnTo>
                    <a:pt x="66" y="99"/>
                  </a:lnTo>
                  <a:lnTo>
                    <a:pt x="63" y="99"/>
                  </a:lnTo>
                  <a:lnTo>
                    <a:pt x="62" y="98"/>
                  </a:lnTo>
                  <a:lnTo>
                    <a:pt x="59" y="96"/>
                  </a:lnTo>
                  <a:lnTo>
                    <a:pt x="58" y="95"/>
                  </a:lnTo>
                  <a:lnTo>
                    <a:pt x="55" y="96"/>
                  </a:lnTo>
                  <a:lnTo>
                    <a:pt x="54" y="95"/>
                  </a:lnTo>
                  <a:lnTo>
                    <a:pt x="50" y="96"/>
                  </a:lnTo>
                  <a:lnTo>
                    <a:pt x="48" y="95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0"/>
                  </a:lnTo>
                  <a:lnTo>
                    <a:pt x="50" y="91"/>
                  </a:lnTo>
                  <a:lnTo>
                    <a:pt x="51" y="91"/>
                  </a:lnTo>
                  <a:lnTo>
                    <a:pt x="50" y="90"/>
                  </a:lnTo>
                  <a:lnTo>
                    <a:pt x="51" y="90"/>
                  </a:lnTo>
                  <a:close/>
                  <a:moveTo>
                    <a:pt x="89" y="87"/>
                  </a:moveTo>
                  <a:lnTo>
                    <a:pt x="89" y="89"/>
                  </a:lnTo>
                  <a:lnTo>
                    <a:pt x="91" y="91"/>
                  </a:lnTo>
                  <a:lnTo>
                    <a:pt x="91" y="92"/>
                  </a:lnTo>
                  <a:lnTo>
                    <a:pt x="89" y="92"/>
                  </a:lnTo>
                  <a:lnTo>
                    <a:pt x="89" y="91"/>
                  </a:lnTo>
                  <a:lnTo>
                    <a:pt x="88" y="90"/>
                  </a:lnTo>
                  <a:lnTo>
                    <a:pt x="89" y="87"/>
                  </a:lnTo>
                  <a:close/>
                  <a:moveTo>
                    <a:pt x="91" y="86"/>
                  </a:moveTo>
                  <a:lnTo>
                    <a:pt x="91" y="87"/>
                  </a:lnTo>
                  <a:lnTo>
                    <a:pt x="89" y="87"/>
                  </a:lnTo>
                  <a:lnTo>
                    <a:pt x="89" y="87"/>
                  </a:lnTo>
                  <a:lnTo>
                    <a:pt x="91" y="86"/>
                  </a:lnTo>
                  <a:close/>
                  <a:moveTo>
                    <a:pt x="41" y="79"/>
                  </a:moveTo>
                  <a:lnTo>
                    <a:pt x="42" y="81"/>
                  </a:lnTo>
                  <a:lnTo>
                    <a:pt x="43" y="82"/>
                  </a:lnTo>
                  <a:lnTo>
                    <a:pt x="42" y="85"/>
                  </a:lnTo>
                  <a:lnTo>
                    <a:pt x="41" y="83"/>
                  </a:lnTo>
                  <a:lnTo>
                    <a:pt x="41" y="82"/>
                  </a:lnTo>
                  <a:lnTo>
                    <a:pt x="41" y="81"/>
                  </a:lnTo>
                  <a:lnTo>
                    <a:pt x="41" y="79"/>
                  </a:lnTo>
                  <a:lnTo>
                    <a:pt x="41" y="79"/>
                  </a:lnTo>
                  <a:close/>
                  <a:moveTo>
                    <a:pt x="102" y="78"/>
                  </a:moveTo>
                  <a:lnTo>
                    <a:pt x="101" y="79"/>
                  </a:lnTo>
                  <a:lnTo>
                    <a:pt x="101" y="81"/>
                  </a:lnTo>
                  <a:lnTo>
                    <a:pt x="101" y="82"/>
                  </a:lnTo>
                  <a:lnTo>
                    <a:pt x="100" y="82"/>
                  </a:lnTo>
                  <a:lnTo>
                    <a:pt x="100" y="83"/>
                  </a:lnTo>
                  <a:lnTo>
                    <a:pt x="98" y="83"/>
                  </a:lnTo>
                  <a:lnTo>
                    <a:pt x="97" y="85"/>
                  </a:lnTo>
                  <a:lnTo>
                    <a:pt x="96" y="86"/>
                  </a:lnTo>
                  <a:lnTo>
                    <a:pt x="96" y="86"/>
                  </a:lnTo>
                  <a:lnTo>
                    <a:pt x="95" y="86"/>
                  </a:lnTo>
                  <a:lnTo>
                    <a:pt x="96" y="85"/>
                  </a:lnTo>
                  <a:lnTo>
                    <a:pt x="95" y="83"/>
                  </a:lnTo>
                  <a:lnTo>
                    <a:pt x="95" y="82"/>
                  </a:lnTo>
                  <a:lnTo>
                    <a:pt x="97" y="81"/>
                  </a:lnTo>
                  <a:lnTo>
                    <a:pt x="100" y="79"/>
                  </a:lnTo>
                  <a:lnTo>
                    <a:pt x="102" y="78"/>
                  </a:lnTo>
                  <a:close/>
                  <a:moveTo>
                    <a:pt x="41" y="78"/>
                  </a:moveTo>
                  <a:lnTo>
                    <a:pt x="41" y="78"/>
                  </a:lnTo>
                  <a:lnTo>
                    <a:pt x="41" y="78"/>
                  </a:lnTo>
                  <a:lnTo>
                    <a:pt x="41" y="78"/>
                  </a:lnTo>
                  <a:close/>
                  <a:moveTo>
                    <a:pt x="81" y="75"/>
                  </a:moveTo>
                  <a:lnTo>
                    <a:pt x="81" y="77"/>
                  </a:lnTo>
                  <a:lnTo>
                    <a:pt x="81" y="78"/>
                  </a:lnTo>
                  <a:lnTo>
                    <a:pt x="80" y="78"/>
                  </a:lnTo>
                  <a:lnTo>
                    <a:pt x="79" y="78"/>
                  </a:lnTo>
                  <a:lnTo>
                    <a:pt x="79" y="77"/>
                  </a:lnTo>
                  <a:lnTo>
                    <a:pt x="81" y="75"/>
                  </a:lnTo>
                  <a:close/>
                  <a:moveTo>
                    <a:pt x="56" y="75"/>
                  </a:moveTo>
                  <a:lnTo>
                    <a:pt x="59" y="75"/>
                  </a:lnTo>
                  <a:lnTo>
                    <a:pt x="58" y="77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6" y="75"/>
                  </a:lnTo>
                  <a:close/>
                  <a:moveTo>
                    <a:pt x="66" y="70"/>
                  </a:moveTo>
                  <a:lnTo>
                    <a:pt x="67" y="70"/>
                  </a:lnTo>
                  <a:lnTo>
                    <a:pt x="67" y="70"/>
                  </a:lnTo>
                  <a:lnTo>
                    <a:pt x="66" y="73"/>
                  </a:lnTo>
                  <a:lnTo>
                    <a:pt x="64" y="71"/>
                  </a:lnTo>
                  <a:lnTo>
                    <a:pt x="66" y="70"/>
                  </a:lnTo>
                  <a:close/>
                  <a:moveTo>
                    <a:pt x="58" y="70"/>
                  </a:moveTo>
                  <a:lnTo>
                    <a:pt x="58" y="71"/>
                  </a:lnTo>
                  <a:lnTo>
                    <a:pt x="56" y="70"/>
                  </a:lnTo>
                  <a:lnTo>
                    <a:pt x="58" y="70"/>
                  </a:lnTo>
                  <a:close/>
                  <a:moveTo>
                    <a:pt x="69" y="69"/>
                  </a:moveTo>
                  <a:lnTo>
                    <a:pt x="71" y="69"/>
                  </a:lnTo>
                  <a:lnTo>
                    <a:pt x="71" y="70"/>
                  </a:lnTo>
                  <a:lnTo>
                    <a:pt x="69" y="71"/>
                  </a:lnTo>
                  <a:lnTo>
                    <a:pt x="68" y="71"/>
                  </a:lnTo>
                  <a:lnTo>
                    <a:pt x="68" y="70"/>
                  </a:lnTo>
                  <a:lnTo>
                    <a:pt x="69" y="69"/>
                  </a:lnTo>
                  <a:close/>
                  <a:moveTo>
                    <a:pt x="56" y="66"/>
                  </a:moveTo>
                  <a:lnTo>
                    <a:pt x="58" y="66"/>
                  </a:lnTo>
                  <a:lnTo>
                    <a:pt x="58" y="67"/>
                  </a:lnTo>
                  <a:lnTo>
                    <a:pt x="56" y="67"/>
                  </a:lnTo>
                  <a:lnTo>
                    <a:pt x="56" y="66"/>
                  </a:lnTo>
                  <a:close/>
                  <a:moveTo>
                    <a:pt x="68" y="66"/>
                  </a:moveTo>
                  <a:lnTo>
                    <a:pt x="69" y="66"/>
                  </a:lnTo>
                  <a:lnTo>
                    <a:pt x="68" y="66"/>
                  </a:lnTo>
                  <a:lnTo>
                    <a:pt x="68" y="66"/>
                  </a:lnTo>
                  <a:close/>
                  <a:moveTo>
                    <a:pt x="55" y="63"/>
                  </a:moveTo>
                  <a:lnTo>
                    <a:pt x="56" y="65"/>
                  </a:lnTo>
                  <a:lnTo>
                    <a:pt x="55" y="65"/>
                  </a:lnTo>
                  <a:lnTo>
                    <a:pt x="55" y="65"/>
                  </a:lnTo>
                  <a:lnTo>
                    <a:pt x="55" y="63"/>
                  </a:lnTo>
                  <a:close/>
                  <a:moveTo>
                    <a:pt x="66" y="63"/>
                  </a:moveTo>
                  <a:lnTo>
                    <a:pt x="67" y="65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4" y="63"/>
                  </a:lnTo>
                  <a:lnTo>
                    <a:pt x="66" y="63"/>
                  </a:lnTo>
                  <a:close/>
                  <a:moveTo>
                    <a:pt x="77" y="63"/>
                  </a:moveTo>
                  <a:lnTo>
                    <a:pt x="77" y="63"/>
                  </a:lnTo>
                  <a:lnTo>
                    <a:pt x="75" y="66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7" y="63"/>
                  </a:lnTo>
                  <a:close/>
                  <a:moveTo>
                    <a:pt x="81" y="60"/>
                  </a:moveTo>
                  <a:lnTo>
                    <a:pt x="83" y="60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61"/>
                  </a:lnTo>
                  <a:lnTo>
                    <a:pt x="85" y="62"/>
                  </a:lnTo>
                  <a:lnTo>
                    <a:pt x="84" y="62"/>
                  </a:lnTo>
                  <a:lnTo>
                    <a:pt x="84" y="63"/>
                  </a:lnTo>
                  <a:lnTo>
                    <a:pt x="83" y="63"/>
                  </a:lnTo>
                  <a:lnTo>
                    <a:pt x="81" y="62"/>
                  </a:lnTo>
                  <a:lnTo>
                    <a:pt x="80" y="62"/>
                  </a:lnTo>
                  <a:lnTo>
                    <a:pt x="79" y="62"/>
                  </a:lnTo>
                  <a:lnTo>
                    <a:pt x="79" y="61"/>
                  </a:lnTo>
                  <a:lnTo>
                    <a:pt x="81" y="60"/>
                  </a:lnTo>
                  <a:close/>
                  <a:moveTo>
                    <a:pt x="14" y="60"/>
                  </a:moveTo>
                  <a:lnTo>
                    <a:pt x="16" y="60"/>
                  </a:lnTo>
                  <a:lnTo>
                    <a:pt x="16" y="61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3" y="61"/>
                  </a:lnTo>
                  <a:lnTo>
                    <a:pt x="13" y="60"/>
                  </a:lnTo>
                  <a:lnTo>
                    <a:pt x="14" y="60"/>
                  </a:lnTo>
                  <a:close/>
                  <a:moveTo>
                    <a:pt x="60" y="60"/>
                  </a:moveTo>
                  <a:lnTo>
                    <a:pt x="62" y="61"/>
                  </a:lnTo>
                  <a:lnTo>
                    <a:pt x="63" y="62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60" y="61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60" y="60"/>
                  </a:lnTo>
                  <a:close/>
                  <a:moveTo>
                    <a:pt x="12" y="50"/>
                  </a:moveTo>
                  <a:lnTo>
                    <a:pt x="13" y="50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4"/>
                  </a:lnTo>
                  <a:lnTo>
                    <a:pt x="16" y="56"/>
                  </a:lnTo>
                  <a:lnTo>
                    <a:pt x="16" y="57"/>
                  </a:lnTo>
                  <a:lnTo>
                    <a:pt x="14" y="58"/>
                  </a:lnTo>
                  <a:lnTo>
                    <a:pt x="13" y="57"/>
                  </a:lnTo>
                  <a:lnTo>
                    <a:pt x="12" y="57"/>
                  </a:lnTo>
                  <a:lnTo>
                    <a:pt x="12" y="56"/>
                  </a:lnTo>
                  <a:lnTo>
                    <a:pt x="12" y="54"/>
                  </a:lnTo>
                  <a:lnTo>
                    <a:pt x="12" y="56"/>
                  </a:lnTo>
                  <a:lnTo>
                    <a:pt x="10" y="57"/>
                  </a:lnTo>
                  <a:lnTo>
                    <a:pt x="9" y="56"/>
                  </a:lnTo>
                  <a:lnTo>
                    <a:pt x="9" y="53"/>
                  </a:lnTo>
                  <a:lnTo>
                    <a:pt x="10" y="53"/>
                  </a:lnTo>
                  <a:lnTo>
                    <a:pt x="12" y="53"/>
                  </a:lnTo>
                  <a:lnTo>
                    <a:pt x="12" y="50"/>
                  </a:lnTo>
                  <a:close/>
                  <a:moveTo>
                    <a:pt x="73" y="48"/>
                  </a:moveTo>
                  <a:lnTo>
                    <a:pt x="75" y="49"/>
                  </a:lnTo>
                  <a:lnTo>
                    <a:pt x="75" y="49"/>
                  </a:lnTo>
                  <a:lnTo>
                    <a:pt x="76" y="52"/>
                  </a:lnTo>
                  <a:lnTo>
                    <a:pt x="75" y="54"/>
                  </a:lnTo>
                  <a:lnTo>
                    <a:pt x="73" y="54"/>
                  </a:lnTo>
                  <a:lnTo>
                    <a:pt x="72" y="53"/>
                  </a:lnTo>
                  <a:lnTo>
                    <a:pt x="72" y="53"/>
                  </a:lnTo>
                  <a:lnTo>
                    <a:pt x="73" y="52"/>
                  </a:lnTo>
                  <a:lnTo>
                    <a:pt x="73" y="50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73" y="48"/>
                  </a:lnTo>
                  <a:close/>
                  <a:moveTo>
                    <a:pt x="13" y="46"/>
                  </a:moveTo>
                  <a:lnTo>
                    <a:pt x="14" y="48"/>
                  </a:lnTo>
                  <a:lnTo>
                    <a:pt x="13" y="49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8"/>
                  </a:lnTo>
                  <a:lnTo>
                    <a:pt x="13" y="46"/>
                  </a:lnTo>
                  <a:lnTo>
                    <a:pt x="13" y="46"/>
                  </a:lnTo>
                  <a:close/>
                  <a:moveTo>
                    <a:pt x="56" y="42"/>
                  </a:moveTo>
                  <a:lnTo>
                    <a:pt x="58" y="44"/>
                  </a:lnTo>
                  <a:lnTo>
                    <a:pt x="59" y="44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8" y="45"/>
                  </a:lnTo>
                  <a:lnTo>
                    <a:pt x="58" y="45"/>
                  </a:lnTo>
                  <a:lnTo>
                    <a:pt x="56" y="42"/>
                  </a:lnTo>
                  <a:lnTo>
                    <a:pt x="56" y="42"/>
                  </a:lnTo>
                  <a:close/>
                  <a:moveTo>
                    <a:pt x="42" y="42"/>
                  </a:moveTo>
                  <a:lnTo>
                    <a:pt x="43" y="45"/>
                  </a:lnTo>
                  <a:lnTo>
                    <a:pt x="46" y="45"/>
                  </a:lnTo>
                  <a:lnTo>
                    <a:pt x="47" y="46"/>
                  </a:lnTo>
                  <a:lnTo>
                    <a:pt x="48" y="46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2" y="49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6"/>
                  </a:lnTo>
                  <a:lnTo>
                    <a:pt x="55" y="57"/>
                  </a:lnTo>
                  <a:lnTo>
                    <a:pt x="56" y="56"/>
                  </a:lnTo>
                  <a:lnTo>
                    <a:pt x="58" y="57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2" y="57"/>
                  </a:lnTo>
                  <a:lnTo>
                    <a:pt x="52" y="56"/>
                  </a:lnTo>
                  <a:lnTo>
                    <a:pt x="52" y="54"/>
                  </a:lnTo>
                  <a:lnTo>
                    <a:pt x="51" y="52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6" y="50"/>
                  </a:lnTo>
                  <a:lnTo>
                    <a:pt x="46" y="49"/>
                  </a:lnTo>
                  <a:lnTo>
                    <a:pt x="44" y="48"/>
                  </a:lnTo>
                  <a:lnTo>
                    <a:pt x="43" y="46"/>
                  </a:lnTo>
                  <a:lnTo>
                    <a:pt x="42" y="46"/>
                  </a:lnTo>
                  <a:lnTo>
                    <a:pt x="42" y="45"/>
                  </a:lnTo>
                  <a:lnTo>
                    <a:pt x="41" y="45"/>
                  </a:lnTo>
                  <a:lnTo>
                    <a:pt x="38" y="45"/>
                  </a:lnTo>
                  <a:lnTo>
                    <a:pt x="37" y="45"/>
                  </a:lnTo>
                  <a:lnTo>
                    <a:pt x="39" y="44"/>
                  </a:lnTo>
                  <a:lnTo>
                    <a:pt x="42" y="42"/>
                  </a:lnTo>
                  <a:close/>
                  <a:moveTo>
                    <a:pt x="46" y="40"/>
                  </a:moveTo>
                  <a:lnTo>
                    <a:pt x="47" y="41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4" y="40"/>
                  </a:lnTo>
                  <a:lnTo>
                    <a:pt x="46" y="40"/>
                  </a:lnTo>
                  <a:close/>
                  <a:moveTo>
                    <a:pt x="43" y="40"/>
                  </a:moveTo>
                  <a:lnTo>
                    <a:pt x="44" y="40"/>
                  </a:lnTo>
                  <a:lnTo>
                    <a:pt x="43" y="41"/>
                  </a:lnTo>
                  <a:lnTo>
                    <a:pt x="42" y="40"/>
                  </a:lnTo>
                  <a:lnTo>
                    <a:pt x="43" y="40"/>
                  </a:lnTo>
                  <a:close/>
                  <a:moveTo>
                    <a:pt x="77" y="37"/>
                  </a:moveTo>
                  <a:lnTo>
                    <a:pt x="79" y="37"/>
                  </a:lnTo>
                  <a:lnTo>
                    <a:pt x="77" y="38"/>
                  </a:lnTo>
                  <a:lnTo>
                    <a:pt x="79" y="38"/>
                  </a:lnTo>
                  <a:lnTo>
                    <a:pt x="79" y="41"/>
                  </a:lnTo>
                  <a:lnTo>
                    <a:pt x="79" y="42"/>
                  </a:lnTo>
                  <a:lnTo>
                    <a:pt x="76" y="44"/>
                  </a:lnTo>
                  <a:lnTo>
                    <a:pt x="75" y="42"/>
                  </a:lnTo>
                  <a:lnTo>
                    <a:pt x="75" y="41"/>
                  </a:lnTo>
                  <a:lnTo>
                    <a:pt x="76" y="41"/>
                  </a:lnTo>
                  <a:lnTo>
                    <a:pt x="76" y="38"/>
                  </a:lnTo>
                  <a:lnTo>
                    <a:pt x="75" y="40"/>
                  </a:lnTo>
                  <a:lnTo>
                    <a:pt x="75" y="41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2" y="42"/>
                  </a:lnTo>
                  <a:lnTo>
                    <a:pt x="71" y="41"/>
                  </a:lnTo>
                  <a:lnTo>
                    <a:pt x="71" y="38"/>
                  </a:lnTo>
                  <a:lnTo>
                    <a:pt x="73" y="38"/>
                  </a:lnTo>
                  <a:lnTo>
                    <a:pt x="75" y="37"/>
                  </a:lnTo>
                  <a:lnTo>
                    <a:pt x="77" y="37"/>
                  </a:lnTo>
                  <a:close/>
                  <a:moveTo>
                    <a:pt x="1" y="32"/>
                  </a:moveTo>
                  <a:lnTo>
                    <a:pt x="2" y="32"/>
                  </a:lnTo>
                  <a:lnTo>
                    <a:pt x="2" y="35"/>
                  </a:lnTo>
                  <a:lnTo>
                    <a:pt x="4" y="36"/>
                  </a:lnTo>
                  <a:lnTo>
                    <a:pt x="5" y="36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2" y="37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1" y="32"/>
                  </a:lnTo>
                  <a:close/>
                  <a:moveTo>
                    <a:pt x="66" y="27"/>
                  </a:moveTo>
                  <a:lnTo>
                    <a:pt x="66" y="27"/>
                  </a:lnTo>
                  <a:lnTo>
                    <a:pt x="64" y="28"/>
                  </a:lnTo>
                  <a:lnTo>
                    <a:pt x="64" y="31"/>
                  </a:lnTo>
                  <a:lnTo>
                    <a:pt x="63" y="31"/>
                  </a:lnTo>
                  <a:lnTo>
                    <a:pt x="62" y="31"/>
                  </a:lnTo>
                  <a:lnTo>
                    <a:pt x="62" y="29"/>
                  </a:lnTo>
                  <a:lnTo>
                    <a:pt x="60" y="28"/>
                  </a:lnTo>
                  <a:lnTo>
                    <a:pt x="62" y="27"/>
                  </a:lnTo>
                  <a:lnTo>
                    <a:pt x="63" y="27"/>
                  </a:lnTo>
                  <a:lnTo>
                    <a:pt x="64" y="28"/>
                  </a:lnTo>
                  <a:lnTo>
                    <a:pt x="66" y="27"/>
                  </a:lnTo>
                  <a:close/>
                  <a:moveTo>
                    <a:pt x="68" y="20"/>
                  </a:moveTo>
                  <a:lnTo>
                    <a:pt x="69" y="20"/>
                  </a:lnTo>
                  <a:lnTo>
                    <a:pt x="69" y="21"/>
                  </a:lnTo>
                  <a:lnTo>
                    <a:pt x="68" y="21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8" y="20"/>
                  </a:lnTo>
                  <a:close/>
                  <a:moveTo>
                    <a:pt x="56" y="16"/>
                  </a:moveTo>
                  <a:lnTo>
                    <a:pt x="58" y="17"/>
                  </a:lnTo>
                  <a:lnTo>
                    <a:pt x="58" y="19"/>
                  </a:lnTo>
                  <a:lnTo>
                    <a:pt x="56" y="19"/>
                  </a:lnTo>
                  <a:lnTo>
                    <a:pt x="56" y="19"/>
                  </a:lnTo>
                  <a:lnTo>
                    <a:pt x="55" y="19"/>
                  </a:lnTo>
                  <a:lnTo>
                    <a:pt x="55" y="16"/>
                  </a:lnTo>
                  <a:lnTo>
                    <a:pt x="56" y="16"/>
                  </a:lnTo>
                  <a:close/>
                  <a:moveTo>
                    <a:pt x="75" y="0"/>
                  </a:moveTo>
                  <a:lnTo>
                    <a:pt x="76" y="0"/>
                  </a:lnTo>
                  <a:lnTo>
                    <a:pt x="76" y="3"/>
                  </a:lnTo>
                  <a:lnTo>
                    <a:pt x="79" y="4"/>
                  </a:lnTo>
                  <a:lnTo>
                    <a:pt x="77" y="7"/>
                  </a:lnTo>
                  <a:lnTo>
                    <a:pt x="75" y="8"/>
                  </a:lnTo>
                  <a:lnTo>
                    <a:pt x="75" y="11"/>
                  </a:lnTo>
                  <a:lnTo>
                    <a:pt x="73" y="15"/>
                  </a:lnTo>
                  <a:lnTo>
                    <a:pt x="71" y="15"/>
                  </a:lnTo>
                  <a:lnTo>
                    <a:pt x="68" y="13"/>
                  </a:lnTo>
                  <a:lnTo>
                    <a:pt x="63" y="13"/>
                  </a:lnTo>
                  <a:lnTo>
                    <a:pt x="62" y="12"/>
                  </a:lnTo>
                  <a:lnTo>
                    <a:pt x="60" y="12"/>
                  </a:lnTo>
                  <a:lnTo>
                    <a:pt x="60" y="13"/>
                  </a:lnTo>
                  <a:lnTo>
                    <a:pt x="58" y="15"/>
                  </a:lnTo>
                  <a:lnTo>
                    <a:pt x="56" y="15"/>
                  </a:lnTo>
                  <a:lnTo>
                    <a:pt x="54" y="13"/>
                  </a:lnTo>
                  <a:lnTo>
                    <a:pt x="52" y="13"/>
                  </a:lnTo>
                  <a:lnTo>
                    <a:pt x="51" y="17"/>
                  </a:lnTo>
                  <a:lnTo>
                    <a:pt x="50" y="17"/>
                  </a:lnTo>
                  <a:lnTo>
                    <a:pt x="47" y="17"/>
                  </a:lnTo>
                  <a:lnTo>
                    <a:pt x="46" y="19"/>
                  </a:lnTo>
                  <a:lnTo>
                    <a:pt x="47" y="21"/>
                  </a:lnTo>
                  <a:lnTo>
                    <a:pt x="50" y="21"/>
                  </a:lnTo>
                  <a:lnTo>
                    <a:pt x="52" y="24"/>
                  </a:lnTo>
                  <a:lnTo>
                    <a:pt x="52" y="25"/>
                  </a:lnTo>
                  <a:lnTo>
                    <a:pt x="51" y="23"/>
                  </a:lnTo>
                  <a:lnTo>
                    <a:pt x="46" y="23"/>
                  </a:lnTo>
                  <a:lnTo>
                    <a:pt x="46" y="24"/>
                  </a:lnTo>
                  <a:lnTo>
                    <a:pt x="47" y="25"/>
                  </a:lnTo>
                  <a:lnTo>
                    <a:pt x="50" y="27"/>
                  </a:lnTo>
                  <a:lnTo>
                    <a:pt x="48" y="28"/>
                  </a:lnTo>
                  <a:lnTo>
                    <a:pt x="47" y="27"/>
                  </a:lnTo>
                  <a:lnTo>
                    <a:pt x="44" y="24"/>
                  </a:lnTo>
                  <a:lnTo>
                    <a:pt x="43" y="24"/>
                  </a:lnTo>
                  <a:lnTo>
                    <a:pt x="42" y="25"/>
                  </a:lnTo>
                  <a:lnTo>
                    <a:pt x="43" y="27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1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5" y="21"/>
                  </a:lnTo>
                  <a:lnTo>
                    <a:pt x="37" y="21"/>
                  </a:lnTo>
                  <a:lnTo>
                    <a:pt x="37" y="19"/>
                  </a:lnTo>
                  <a:lnTo>
                    <a:pt x="34" y="19"/>
                  </a:lnTo>
                  <a:lnTo>
                    <a:pt x="33" y="21"/>
                  </a:lnTo>
                  <a:lnTo>
                    <a:pt x="33" y="27"/>
                  </a:lnTo>
                  <a:lnTo>
                    <a:pt x="31" y="28"/>
                  </a:lnTo>
                  <a:lnTo>
                    <a:pt x="35" y="29"/>
                  </a:lnTo>
                  <a:lnTo>
                    <a:pt x="35" y="32"/>
                  </a:lnTo>
                  <a:lnTo>
                    <a:pt x="37" y="32"/>
                  </a:lnTo>
                  <a:lnTo>
                    <a:pt x="41" y="37"/>
                  </a:lnTo>
                  <a:lnTo>
                    <a:pt x="42" y="38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41" y="40"/>
                  </a:lnTo>
                  <a:lnTo>
                    <a:pt x="38" y="38"/>
                  </a:lnTo>
                  <a:lnTo>
                    <a:pt x="37" y="37"/>
                  </a:lnTo>
                  <a:lnTo>
                    <a:pt x="37" y="38"/>
                  </a:lnTo>
                  <a:lnTo>
                    <a:pt x="35" y="40"/>
                  </a:lnTo>
                  <a:lnTo>
                    <a:pt x="38" y="41"/>
                  </a:lnTo>
                  <a:lnTo>
                    <a:pt x="38" y="42"/>
                  </a:lnTo>
                  <a:lnTo>
                    <a:pt x="37" y="44"/>
                  </a:lnTo>
                  <a:lnTo>
                    <a:pt x="34" y="44"/>
                  </a:lnTo>
                  <a:lnTo>
                    <a:pt x="37" y="46"/>
                  </a:lnTo>
                  <a:lnTo>
                    <a:pt x="39" y="46"/>
                  </a:lnTo>
                  <a:lnTo>
                    <a:pt x="39" y="48"/>
                  </a:lnTo>
                  <a:lnTo>
                    <a:pt x="42" y="48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50" y="53"/>
                  </a:lnTo>
                  <a:lnTo>
                    <a:pt x="50" y="54"/>
                  </a:lnTo>
                  <a:lnTo>
                    <a:pt x="50" y="57"/>
                  </a:lnTo>
                  <a:lnTo>
                    <a:pt x="51" y="60"/>
                  </a:lnTo>
                  <a:lnTo>
                    <a:pt x="51" y="61"/>
                  </a:lnTo>
                  <a:lnTo>
                    <a:pt x="48" y="61"/>
                  </a:lnTo>
                  <a:lnTo>
                    <a:pt x="48" y="61"/>
                  </a:lnTo>
                  <a:lnTo>
                    <a:pt x="44" y="58"/>
                  </a:lnTo>
                  <a:lnTo>
                    <a:pt x="43" y="60"/>
                  </a:lnTo>
                  <a:lnTo>
                    <a:pt x="42" y="60"/>
                  </a:lnTo>
                  <a:lnTo>
                    <a:pt x="39" y="60"/>
                  </a:lnTo>
                  <a:lnTo>
                    <a:pt x="42" y="62"/>
                  </a:lnTo>
                  <a:lnTo>
                    <a:pt x="42" y="63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6" y="66"/>
                  </a:lnTo>
                  <a:lnTo>
                    <a:pt x="46" y="67"/>
                  </a:lnTo>
                  <a:lnTo>
                    <a:pt x="43" y="66"/>
                  </a:lnTo>
                  <a:lnTo>
                    <a:pt x="42" y="67"/>
                  </a:lnTo>
                  <a:lnTo>
                    <a:pt x="41" y="66"/>
                  </a:lnTo>
                  <a:lnTo>
                    <a:pt x="42" y="66"/>
                  </a:lnTo>
                  <a:lnTo>
                    <a:pt x="39" y="65"/>
                  </a:lnTo>
                  <a:lnTo>
                    <a:pt x="38" y="65"/>
                  </a:lnTo>
                  <a:lnTo>
                    <a:pt x="38" y="66"/>
                  </a:lnTo>
                  <a:lnTo>
                    <a:pt x="39" y="67"/>
                  </a:lnTo>
                  <a:lnTo>
                    <a:pt x="41" y="71"/>
                  </a:lnTo>
                  <a:lnTo>
                    <a:pt x="42" y="74"/>
                  </a:lnTo>
                  <a:lnTo>
                    <a:pt x="42" y="75"/>
                  </a:lnTo>
                  <a:lnTo>
                    <a:pt x="43" y="78"/>
                  </a:lnTo>
                  <a:lnTo>
                    <a:pt x="39" y="75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5" y="77"/>
                  </a:lnTo>
                  <a:lnTo>
                    <a:pt x="35" y="79"/>
                  </a:lnTo>
                  <a:lnTo>
                    <a:pt x="34" y="78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0" y="73"/>
                  </a:lnTo>
                  <a:lnTo>
                    <a:pt x="30" y="70"/>
                  </a:lnTo>
                  <a:lnTo>
                    <a:pt x="29" y="73"/>
                  </a:lnTo>
                  <a:lnTo>
                    <a:pt x="30" y="74"/>
                  </a:lnTo>
                  <a:lnTo>
                    <a:pt x="29" y="74"/>
                  </a:lnTo>
                  <a:lnTo>
                    <a:pt x="27" y="74"/>
                  </a:lnTo>
                  <a:lnTo>
                    <a:pt x="25" y="70"/>
                  </a:lnTo>
                  <a:lnTo>
                    <a:pt x="25" y="69"/>
                  </a:lnTo>
                  <a:lnTo>
                    <a:pt x="26" y="67"/>
                  </a:lnTo>
                  <a:lnTo>
                    <a:pt x="26" y="66"/>
                  </a:lnTo>
                  <a:lnTo>
                    <a:pt x="23" y="63"/>
                  </a:lnTo>
                  <a:lnTo>
                    <a:pt x="21" y="62"/>
                  </a:lnTo>
                  <a:lnTo>
                    <a:pt x="18" y="60"/>
                  </a:lnTo>
                  <a:lnTo>
                    <a:pt x="19" y="57"/>
                  </a:lnTo>
                  <a:lnTo>
                    <a:pt x="21" y="57"/>
                  </a:lnTo>
                  <a:lnTo>
                    <a:pt x="22" y="54"/>
                  </a:lnTo>
                  <a:lnTo>
                    <a:pt x="23" y="56"/>
                  </a:lnTo>
                  <a:lnTo>
                    <a:pt x="26" y="54"/>
                  </a:lnTo>
                  <a:lnTo>
                    <a:pt x="29" y="53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7" y="58"/>
                  </a:lnTo>
                  <a:lnTo>
                    <a:pt x="38" y="57"/>
                  </a:lnTo>
                  <a:lnTo>
                    <a:pt x="41" y="56"/>
                  </a:lnTo>
                  <a:lnTo>
                    <a:pt x="38" y="56"/>
                  </a:lnTo>
                  <a:lnTo>
                    <a:pt x="37" y="54"/>
                  </a:lnTo>
                  <a:lnTo>
                    <a:pt x="34" y="54"/>
                  </a:lnTo>
                  <a:lnTo>
                    <a:pt x="34" y="53"/>
                  </a:lnTo>
                  <a:lnTo>
                    <a:pt x="33" y="54"/>
                  </a:lnTo>
                  <a:lnTo>
                    <a:pt x="29" y="52"/>
                  </a:lnTo>
                  <a:lnTo>
                    <a:pt x="27" y="52"/>
                  </a:lnTo>
                  <a:lnTo>
                    <a:pt x="26" y="53"/>
                  </a:lnTo>
                  <a:lnTo>
                    <a:pt x="23" y="53"/>
                  </a:lnTo>
                  <a:lnTo>
                    <a:pt x="22" y="50"/>
                  </a:lnTo>
                  <a:lnTo>
                    <a:pt x="19" y="53"/>
                  </a:lnTo>
                  <a:lnTo>
                    <a:pt x="18" y="53"/>
                  </a:lnTo>
                  <a:lnTo>
                    <a:pt x="17" y="49"/>
                  </a:lnTo>
                  <a:lnTo>
                    <a:pt x="14" y="45"/>
                  </a:lnTo>
                  <a:lnTo>
                    <a:pt x="14" y="44"/>
                  </a:lnTo>
                  <a:lnTo>
                    <a:pt x="13" y="44"/>
                  </a:lnTo>
                  <a:lnTo>
                    <a:pt x="10" y="40"/>
                  </a:lnTo>
                  <a:lnTo>
                    <a:pt x="6" y="37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8" y="32"/>
                  </a:lnTo>
                  <a:lnTo>
                    <a:pt x="9" y="29"/>
                  </a:lnTo>
                  <a:lnTo>
                    <a:pt x="9" y="27"/>
                  </a:lnTo>
                  <a:lnTo>
                    <a:pt x="14" y="24"/>
                  </a:lnTo>
                  <a:lnTo>
                    <a:pt x="16" y="21"/>
                  </a:lnTo>
                  <a:lnTo>
                    <a:pt x="17" y="17"/>
                  </a:lnTo>
                  <a:lnTo>
                    <a:pt x="21" y="15"/>
                  </a:lnTo>
                  <a:lnTo>
                    <a:pt x="25" y="13"/>
                  </a:lnTo>
                  <a:lnTo>
                    <a:pt x="25" y="12"/>
                  </a:lnTo>
                  <a:lnTo>
                    <a:pt x="27" y="11"/>
                  </a:lnTo>
                  <a:lnTo>
                    <a:pt x="33" y="12"/>
                  </a:lnTo>
                  <a:lnTo>
                    <a:pt x="35" y="10"/>
                  </a:lnTo>
                  <a:lnTo>
                    <a:pt x="38" y="10"/>
                  </a:lnTo>
                  <a:lnTo>
                    <a:pt x="39" y="8"/>
                  </a:lnTo>
                  <a:lnTo>
                    <a:pt x="41" y="10"/>
                  </a:lnTo>
                  <a:lnTo>
                    <a:pt x="44" y="10"/>
                  </a:lnTo>
                  <a:lnTo>
                    <a:pt x="47" y="8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5" y="7"/>
                  </a:lnTo>
                  <a:lnTo>
                    <a:pt x="56" y="8"/>
                  </a:lnTo>
                  <a:lnTo>
                    <a:pt x="58" y="10"/>
                  </a:lnTo>
                  <a:lnTo>
                    <a:pt x="59" y="8"/>
                  </a:lnTo>
                  <a:lnTo>
                    <a:pt x="62" y="8"/>
                  </a:lnTo>
                  <a:lnTo>
                    <a:pt x="64" y="10"/>
                  </a:lnTo>
                  <a:lnTo>
                    <a:pt x="66" y="8"/>
                  </a:lnTo>
                  <a:lnTo>
                    <a:pt x="71" y="8"/>
                  </a:lnTo>
                  <a:lnTo>
                    <a:pt x="72" y="7"/>
                  </a:lnTo>
                  <a:lnTo>
                    <a:pt x="72" y="4"/>
                  </a:lnTo>
                  <a:lnTo>
                    <a:pt x="72" y="2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3" name="Freeform 414">
              <a:extLst>
                <a:ext uri="{FF2B5EF4-FFF2-40B4-BE49-F238E27FC236}">
                  <a16:creationId xmlns:a16="http://schemas.microsoft.com/office/drawing/2014/main" id="{9B5402FA-F4D8-4F26-B1AE-D570D36205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8053" y="1227231"/>
              <a:ext cx="407698" cy="343994"/>
            </a:xfrm>
            <a:custGeom>
              <a:avLst/>
              <a:gdLst>
                <a:gd name="T0" fmla="*/ 6 w 64"/>
                <a:gd name="T1" fmla="*/ 35 h 54"/>
                <a:gd name="T2" fmla="*/ 9 w 64"/>
                <a:gd name="T3" fmla="*/ 34 h 54"/>
                <a:gd name="T4" fmla="*/ 14 w 64"/>
                <a:gd name="T5" fmla="*/ 38 h 54"/>
                <a:gd name="T6" fmla="*/ 20 w 64"/>
                <a:gd name="T7" fmla="*/ 48 h 54"/>
                <a:gd name="T8" fmla="*/ 13 w 64"/>
                <a:gd name="T9" fmla="*/ 46 h 54"/>
                <a:gd name="T10" fmla="*/ 9 w 64"/>
                <a:gd name="T11" fmla="*/ 42 h 54"/>
                <a:gd name="T12" fmla="*/ 4 w 64"/>
                <a:gd name="T13" fmla="*/ 38 h 54"/>
                <a:gd name="T14" fmla="*/ 2 w 64"/>
                <a:gd name="T15" fmla="*/ 35 h 54"/>
                <a:gd name="T16" fmla="*/ 0 w 64"/>
                <a:gd name="T17" fmla="*/ 34 h 54"/>
                <a:gd name="T18" fmla="*/ 1 w 64"/>
                <a:gd name="T19" fmla="*/ 33 h 54"/>
                <a:gd name="T20" fmla="*/ 42 w 64"/>
                <a:gd name="T21" fmla="*/ 0 h 54"/>
                <a:gd name="T22" fmla="*/ 47 w 64"/>
                <a:gd name="T23" fmla="*/ 6 h 54"/>
                <a:gd name="T24" fmla="*/ 50 w 64"/>
                <a:gd name="T25" fmla="*/ 12 h 54"/>
                <a:gd name="T26" fmla="*/ 54 w 64"/>
                <a:gd name="T27" fmla="*/ 17 h 54"/>
                <a:gd name="T28" fmla="*/ 59 w 64"/>
                <a:gd name="T29" fmla="*/ 18 h 54"/>
                <a:gd name="T30" fmla="*/ 64 w 64"/>
                <a:gd name="T31" fmla="*/ 22 h 54"/>
                <a:gd name="T32" fmla="*/ 60 w 64"/>
                <a:gd name="T33" fmla="*/ 23 h 54"/>
                <a:gd name="T34" fmla="*/ 54 w 64"/>
                <a:gd name="T35" fmla="*/ 26 h 54"/>
                <a:gd name="T36" fmla="*/ 55 w 64"/>
                <a:gd name="T37" fmla="*/ 31 h 54"/>
                <a:gd name="T38" fmla="*/ 54 w 64"/>
                <a:gd name="T39" fmla="*/ 35 h 54"/>
                <a:gd name="T40" fmla="*/ 54 w 64"/>
                <a:gd name="T41" fmla="*/ 38 h 54"/>
                <a:gd name="T42" fmla="*/ 52 w 64"/>
                <a:gd name="T43" fmla="*/ 43 h 54"/>
                <a:gd name="T44" fmla="*/ 51 w 64"/>
                <a:gd name="T45" fmla="*/ 43 h 54"/>
                <a:gd name="T46" fmla="*/ 51 w 64"/>
                <a:gd name="T47" fmla="*/ 39 h 54"/>
                <a:gd name="T48" fmla="*/ 49 w 64"/>
                <a:gd name="T49" fmla="*/ 42 h 54"/>
                <a:gd name="T50" fmla="*/ 50 w 64"/>
                <a:gd name="T51" fmla="*/ 47 h 54"/>
                <a:gd name="T52" fmla="*/ 50 w 64"/>
                <a:gd name="T53" fmla="*/ 52 h 54"/>
                <a:gd name="T54" fmla="*/ 47 w 64"/>
                <a:gd name="T55" fmla="*/ 52 h 54"/>
                <a:gd name="T56" fmla="*/ 45 w 64"/>
                <a:gd name="T57" fmla="*/ 51 h 54"/>
                <a:gd name="T58" fmla="*/ 45 w 64"/>
                <a:gd name="T59" fmla="*/ 43 h 54"/>
                <a:gd name="T60" fmla="*/ 41 w 64"/>
                <a:gd name="T61" fmla="*/ 41 h 54"/>
                <a:gd name="T62" fmla="*/ 41 w 64"/>
                <a:gd name="T63" fmla="*/ 38 h 54"/>
                <a:gd name="T64" fmla="*/ 39 w 64"/>
                <a:gd name="T65" fmla="*/ 37 h 54"/>
                <a:gd name="T66" fmla="*/ 38 w 64"/>
                <a:gd name="T67" fmla="*/ 35 h 54"/>
                <a:gd name="T68" fmla="*/ 34 w 64"/>
                <a:gd name="T69" fmla="*/ 38 h 54"/>
                <a:gd name="T70" fmla="*/ 30 w 64"/>
                <a:gd name="T71" fmla="*/ 41 h 54"/>
                <a:gd name="T72" fmla="*/ 27 w 64"/>
                <a:gd name="T73" fmla="*/ 43 h 54"/>
                <a:gd name="T74" fmla="*/ 26 w 64"/>
                <a:gd name="T75" fmla="*/ 46 h 54"/>
                <a:gd name="T76" fmla="*/ 22 w 64"/>
                <a:gd name="T77" fmla="*/ 46 h 54"/>
                <a:gd name="T78" fmla="*/ 22 w 64"/>
                <a:gd name="T79" fmla="*/ 43 h 54"/>
                <a:gd name="T80" fmla="*/ 22 w 64"/>
                <a:gd name="T81" fmla="*/ 39 h 54"/>
                <a:gd name="T82" fmla="*/ 22 w 64"/>
                <a:gd name="T83" fmla="*/ 35 h 54"/>
                <a:gd name="T84" fmla="*/ 13 w 64"/>
                <a:gd name="T85" fmla="*/ 33 h 54"/>
                <a:gd name="T86" fmla="*/ 13 w 64"/>
                <a:gd name="T87" fmla="*/ 27 h 54"/>
                <a:gd name="T88" fmla="*/ 8 w 64"/>
                <a:gd name="T89" fmla="*/ 21 h 54"/>
                <a:gd name="T90" fmla="*/ 9 w 64"/>
                <a:gd name="T91" fmla="*/ 16 h 54"/>
                <a:gd name="T92" fmla="*/ 2 w 64"/>
                <a:gd name="T93" fmla="*/ 13 h 54"/>
                <a:gd name="T94" fmla="*/ 0 w 64"/>
                <a:gd name="T95" fmla="*/ 9 h 54"/>
                <a:gd name="T96" fmla="*/ 12 w 64"/>
                <a:gd name="T97" fmla="*/ 12 h 54"/>
                <a:gd name="T98" fmla="*/ 20 w 64"/>
                <a:gd name="T99" fmla="*/ 13 h 54"/>
                <a:gd name="T100" fmla="*/ 18 w 64"/>
                <a:gd name="T101" fmla="*/ 6 h 54"/>
                <a:gd name="T102" fmla="*/ 17 w 64"/>
                <a:gd name="T103" fmla="*/ 1 h 54"/>
                <a:gd name="T104" fmla="*/ 26 w 64"/>
                <a:gd name="T105" fmla="*/ 5 h 54"/>
                <a:gd name="T106" fmla="*/ 33 w 64"/>
                <a:gd name="T107" fmla="*/ 9 h 54"/>
                <a:gd name="T108" fmla="*/ 37 w 64"/>
                <a:gd name="T109" fmla="*/ 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4" h="54">
                  <a:moveTo>
                    <a:pt x="4" y="31"/>
                  </a:moveTo>
                  <a:lnTo>
                    <a:pt x="6" y="35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12" y="37"/>
                  </a:lnTo>
                  <a:lnTo>
                    <a:pt x="14" y="38"/>
                  </a:lnTo>
                  <a:lnTo>
                    <a:pt x="20" y="46"/>
                  </a:lnTo>
                  <a:lnTo>
                    <a:pt x="20" y="48"/>
                  </a:lnTo>
                  <a:lnTo>
                    <a:pt x="16" y="46"/>
                  </a:lnTo>
                  <a:lnTo>
                    <a:pt x="13" y="46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4" y="35"/>
                  </a:lnTo>
                  <a:lnTo>
                    <a:pt x="2" y="35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1" y="33"/>
                  </a:lnTo>
                  <a:lnTo>
                    <a:pt x="4" y="31"/>
                  </a:lnTo>
                  <a:close/>
                  <a:moveTo>
                    <a:pt x="42" y="0"/>
                  </a:moveTo>
                  <a:lnTo>
                    <a:pt x="45" y="1"/>
                  </a:lnTo>
                  <a:lnTo>
                    <a:pt x="47" y="6"/>
                  </a:lnTo>
                  <a:lnTo>
                    <a:pt x="47" y="9"/>
                  </a:lnTo>
                  <a:lnTo>
                    <a:pt x="50" y="12"/>
                  </a:lnTo>
                  <a:lnTo>
                    <a:pt x="54" y="14"/>
                  </a:lnTo>
                  <a:lnTo>
                    <a:pt x="54" y="17"/>
                  </a:lnTo>
                  <a:lnTo>
                    <a:pt x="56" y="18"/>
                  </a:lnTo>
                  <a:lnTo>
                    <a:pt x="59" y="18"/>
                  </a:lnTo>
                  <a:lnTo>
                    <a:pt x="63" y="19"/>
                  </a:lnTo>
                  <a:lnTo>
                    <a:pt x="64" y="22"/>
                  </a:lnTo>
                  <a:lnTo>
                    <a:pt x="63" y="22"/>
                  </a:lnTo>
                  <a:lnTo>
                    <a:pt x="60" y="23"/>
                  </a:lnTo>
                  <a:lnTo>
                    <a:pt x="58" y="23"/>
                  </a:lnTo>
                  <a:lnTo>
                    <a:pt x="54" y="26"/>
                  </a:lnTo>
                  <a:lnTo>
                    <a:pt x="54" y="30"/>
                  </a:lnTo>
                  <a:lnTo>
                    <a:pt x="55" y="31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2" y="39"/>
                  </a:lnTo>
                  <a:lnTo>
                    <a:pt x="52" y="43"/>
                  </a:lnTo>
                  <a:lnTo>
                    <a:pt x="52" y="44"/>
                  </a:lnTo>
                  <a:lnTo>
                    <a:pt x="51" y="43"/>
                  </a:lnTo>
                  <a:lnTo>
                    <a:pt x="52" y="42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49" y="42"/>
                  </a:lnTo>
                  <a:lnTo>
                    <a:pt x="50" y="46"/>
                  </a:lnTo>
                  <a:lnTo>
                    <a:pt x="50" y="47"/>
                  </a:lnTo>
                  <a:lnTo>
                    <a:pt x="50" y="48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47" y="52"/>
                  </a:lnTo>
                  <a:lnTo>
                    <a:pt x="46" y="51"/>
                  </a:lnTo>
                  <a:lnTo>
                    <a:pt x="45" y="51"/>
                  </a:lnTo>
                  <a:lnTo>
                    <a:pt x="41" y="46"/>
                  </a:lnTo>
                  <a:lnTo>
                    <a:pt x="45" y="43"/>
                  </a:lnTo>
                  <a:lnTo>
                    <a:pt x="42" y="42"/>
                  </a:lnTo>
                  <a:lnTo>
                    <a:pt x="41" y="41"/>
                  </a:lnTo>
                  <a:lnTo>
                    <a:pt x="42" y="39"/>
                  </a:lnTo>
                  <a:lnTo>
                    <a:pt x="41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5" y="37"/>
                  </a:lnTo>
                  <a:lnTo>
                    <a:pt x="34" y="38"/>
                  </a:lnTo>
                  <a:lnTo>
                    <a:pt x="31" y="39"/>
                  </a:lnTo>
                  <a:lnTo>
                    <a:pt x="30" y="41"/>
                  </a:lnTo>
                  <a:lnTo>
                    <a:pt x="29" y="43"/>
                  </a:lnTo>
                  <a:lnTo>
                    <a:pt x="27" y="43"/>
                  </a:lnTo>
                  <a:lnTo>
                    <a:pt x="26" y="44"/>
                  </a:lnTo>
                  <a:lnTo>
                    <a:pt x="26" y="46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2" y="43"/>
                  </a:lnTo>
                  <a:lnTo>
                    <a:pt x="24" y="42"/>
                  </a:lnTo>
                  <a:lnTo>
                    <a:pt x="22" y="39"/>
                  </a:lnTo>
                  <a:lnTo>
                    <a:pt x="25" y="38"/>
                  </a:lnTo>
                  <a:lnTo>
                    <a:pt x="22" y="35"/>
                  </a:lnTo>
                  <a:lnTo>
                    <a:pt x="18" y="35"/>
                  </a:lnTo>
                  <a:lnTo>
                    <a:pt x="13" y="33"/>
                  </a:lnTo>
                  <a:lnTo>
                    <a:pt x="12" y="29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8" y="21"/>
                  </a:lnTo>
                  <a:lnTo>
                    <a:pt x="8" y="18"/>
                  </a:lnTo>
                  <a:lnTo>
                    <a:pt x="9" y="16"/>
                  </a:lnTo>
                  <a:lnTo>
                    <a:pt x="6" y="13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9"/>
                  </a:lnTo>
                  <a:lnTo>
                    <a:pt x="5" y="8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20" y="13"/>
                  </a:lnTo>
                  <a:lnTo>
                    <a:pt x="21" y="9"/>
                  </a:lnTo>
                  <a:lnTo>
                    <a:pt x="18" y="6"/>
                  </a:lnTo>
                  <a:lnTo>
                    <a:pt x="16" y="5"/>
                  </a:lnTo>
                  <a:lnTo>
                    <a:pt x="17" y="1"/>
                  </a:lnTo>
                  <a:lnTo>
                    <a:pt x="21" y="1"/>
                  </a:lnTo>
                  <a:lnTo>
                    <a:pt x="26" y="5"/>
                  </a:lnTo>
                  <a:lnTo>
                    <a:pt x="27" y="8"/>
                  </a:lnTo>
                  <a:lnTo>
                    <a:pt x="33" y="9"/>
                  </a:lnTo>
                  <a:lnTo>
                    <a:pt x="34" y="6"/>
                  </a:lnTo>
                  <a:lnTo>
                    <a:pt x="37" y="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4" name="Freeform 415">
              <a:extLst>
                <a:ext uri="{FF2B5EF4-FFF2-40B4-BE49-F238E27FC236}">
                  <a16:creationId xmlns:a16="http://schemas.microsoft.com/office/drawing/2014/main" id="{5A3E9A42-BEED-483F-94EF-C0662E729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459" y="1443819"/>
              <a:ext cx="1554347" cy="1242205"/>
            </a:xfrm>
            <a:custGeom>
              <a:avLst/>
              <a:gdLst>
                <a:gd name="T0" fmla="*/ 11 w 244"/>
                <a:gd name="T1" fmla="*/ 4 h 195"/>
                <a:gd name="T2" fmla="*/ 23 w 244"/>
                <a:gd name="T3" fmla="*/ 12 h 195"/>
                <a:gd name="T4" fmla="*/ 31 w 244"/>
                <a:gd name="T5" fmla="*/ 12 h 195"/>
                <a:gd name="T6" fmla="*/ 37 w 244"/>
                <a:gd name="T7" fmla="*/ 7 h 195"/>
                <a:gd name="T8" fmla="*/ 45 w 244"/>
                <a:gd name="T9" fmla="*/ 1 h 195"/>
                <a:gd name="T10" fmla="*/ 48 w 244"/>
                <a:gd name="T11" fmla="*/ 7 h 195"/>
                <a:gd name="T12" fmla="*/ 53 w 244"/>
                <a:gd name="T13" fmla="*/ 17 h 195"/>
                <a:gd name="T14" fmla="*/ 59 w 244"/>
                <a:gd name="T15" fmla="*/ 22 h 195"/>
                <a:gd name="T16" fmla="*/ 63 w 244"/>
                <a:gd name="T17" fmla="*/ 32 h 195"/>
                <a:gd name="T18" fmla="*/ 75 w 244"/>
                <a:gd name="T19" fmla="*/ 33 h 195"/>
                <a:gd name="T20" fmla="*/ 94 w 244"/>
                <a:gd name="T21" fmla="*/ 42 h 195"/>
                <a:gd name="T22" fmla="*/ 121 w 244"/>
                <a:gd name="T23" fmla="*/ 41 h 195"/>
                <a:gd name="T24" fmla="*/ 127 w 244"/>
                <a:gd name="T25" fmla="*/ 30 h 195"/>
                <a:gd name="T26" fmla="*/ 141 w 244"/>
                <a:gd name="T27" fmla="*/ 20 h 195"/>
                <a:gd name="T28" fmla="*/ 154 w 244"/>
                <a:gd name="T29" fmla="*/ 18 h 195"/>
                <a:gd name="T30" fmla="*/ 173 w 244"/>
                <a:gd name="T31" fmla="*/ 25 h 195"/>
                <a:gd name="T32" fmla="*/ 185 w 244"/>
                <a:gd name="T33" fmla="*/ 32 h 195"/>
                <a:gd name="T34" fmla="*/ 203 w 244"/>
                <a:gd name="T35" fmla="*/ 45 h 195"/>
                <a:gd name="T36" fmla="*/ 204 w 244"/>
                <a:gd name="T37" fmla="*/ 57 h 195"/>
                <a:gd name="T38" fmla="*/ 204 w 244"/>
                <a:gd name="T39" fmla="*/ 63 h 195"/>
                <a:gd name="T40" fmla="*/ 200 w 244"/>
                <a:gd name="T41" fmla="*/ 72 h 195"/>
                <a:gd name="T42" fmla="*/ 207 w 244"/>
                <a:gd name="T43" fmla="*/ 80 h 195"/>
                <a:gd name="T44" fmla="*/ 206 w 244"/>
                <a:gd name="T45" fmla="*/ 101 h 195"/>
                <a:gd name="T46" fmla="*/ 220 w 244"/>
                <a:gd name="T47" fmla="*/ 116 h 195"/>
                <a:gd name="T48" fmla="*/ 219 w 244"/>
                <a:gd name="T49" fmla="*/ 145 h 195"/>
                <a:gd name="T50" fmla="*/ 232 w 244"/>
                <a:gd name="T51" fmla="*/ 153 h 195"/>
                <a:gd name="T52" fmla="*/ 236 w 244"/>
                <a:gd name="T53" fmla="*/ 163 h 195"/>
                <a:gd name="T54" fmla="*/ 241 w 244"/>
                <a:gd name="T55" fmla="*/ 174 h 195"/>
                <a:gd name="T56" fmla="*/ 227 w 244"/>
                <a:gd name="T57" fmla="*/ 179 h 195"/>
                <a:gd name="T58" fmla="*/ 227 w 244"/>
                <a:gd name="T59" fmla="*/ 193 h 195"/>
                <a:gd name="T60" fmla="*/ 216 w 244"/>
                <a:gd name="T61" fmla="*/ 192 h 195"/>
                <a:gd name="T62" fmla="*/ 211 w 244"/>
                <a:gd name="T63" fmla="*/ 191 h 195"/>
                <a:gd name="T64" fmla="*/ 192 w 244"/>
                <a:gd name="T65" fmla="*/ 189 h 195"/>
                <a:gd name="T66" fmla="*/ 181 w 244"/>
                <a:gd name="T67" fmla="*/ 187 h 195"/>
                <a:gd name="T68" fmla="*/ 170 w 244"/>
                <a:gd name="T69" fmla="*/ 178 h 195"/>
                <a:gd name="T70" fmla="*/ 165 w 244"/>
                <a:gd name="T71" fmla="*/ 168 h 195"/>
                <a:gd name="T72" fmla="*/ 153 w 244"/>
                <a:gd name="T73" fmla="*/ 170 h 195"/>
                <a:gd name="T74" fmla="*/ 136 w 244"/>
                <a:gd name="T75" fmla="*/ 174 h 195"/>
                <a:gd name="T76" fmla="*/ 123 w 244"/>
                <a:gd name="T77" fmla="*/ 170 h 195"/>
                <a:gd name="T78" fmla="*/ 116 w 244"/>
                <a:gd name="T79" fmla="*/ 163 h 195"/>
                <a:gd name="T80" fmla="*/ 103 w 244"/>
                <a:gd name="T81" fmla="*/ 159 h 195"/>
                <a:gd name="T82" fmla="*/ 94 w 244"/>
                <a:gd name="T83" fmla="*/ 147 h 195"/>
                <a:gd name="T84" fmla="*/ 92 w 244"/>
                <a:gd name="T85" fmla="*/ 145 h 195"/>
                <a:gd name="T86" fmla="*/ 83 w 244"/>
                <a:gd name="T87" fmla="*/ 130 h 195"/>
                <a:gd name="T88" fmla="*/ 75 w 244"/>
                <a:gd name="T89" fmla="*/ 130 h 195"/>
                <a:gd name="T90" fmla="*/ 71 w 244"/>
                <a:gd name="T91" fmla="*/ 128 h 195"/>
                <a:gd name="T92" fmla="*/ 69 w 244"/>
                <a:gd name="T93" fmla="*/ 132 h 195"/>
                <a:gd name="T94" fmla="*/ 62 w 244"/>
                <a:gd name="T95" fmla="*/ 128 h 195"/>
                <a:gd name="T96" fmla="*/ 56 w 244"/>
                <a:gd name="T97" fmla="*/ 112 h 195"/>
                <a:gd name="T98" fmla="*/ 49 w 244"/>
                <a:gd name="T99" fmla="*/ 99 h 195"/>
                <a:gd name="T100" fmla="*/ 33 w 244"/>
                <a:gd name="T101" fmla="*/ 92 h 195"/>
                <a:gd name="T102" fmla="*/ 32 w 244"/>
                <a:gd name="T103" fmla="*/ 83 h 195"/>
                <a:gd name="T104" fmla="*/ 27 w 244"/>
                <a:gd name="T105" fmla="*/ 79 h 195"/>
                <a:gd name="T106" fmla="*/ 28 w 244"/>
                <a:gd name="T107" fmla="*/ 66 h 195"/>
                <a:gd name="T108" fmla="*/ 31 w 244"/>
                <a:gd name="T109" fmla="*/ 58 h 195"/>
                <a:gd name="T110" fmla="*/ 32 w 244"/>
                <a:gd name="T111" fmla="*/ 55 h 195"/>
                <a:gd name="T112" fmla="*/ 20 w 244"/>
                <a:gd name="T113" fmla="*/ 51 h 195"/>
                <a:gd name="T114" fmla="*/ 15 w 244"/>
                <a:gd name="T115" fmla="*/ 41 h 195"/>
                <a:gd name="T116" fmla="*/ 11 w 244"/>
                <a:gd name="T117" fmla="*/ 33 h 195"/>
                <a:gd name="T118" fmla="*/ 7 w 244"/>
                <a:gd name="T119" fmla="*/ 20 h 195"/>
                <a:gd name="T120" fmla="*/ 3 w 244"/>
                <a:gd name="T121" fmla="*/ 8 h 195"/>
                <a:gd name="T122" fmla="*/ 7 w 244"/>
                <a:gd name="T123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4" h="195">
                  <a:moveTo>
                    <a:pt x="7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20" y="12"/>
                  </a:lnTo>
                  <a:lnTo>
                    <a:pt x="23" y="12"/>
                  </a:lnTo>
                  <a:lnTo>
                    <a:pt x="27" y="14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29" y="12"/>
                  </a:lnTo>
                  <a:lnTo>
                    <a:pt x="31" y="12"/>
                  </a:lnTo>
                  <a:lnTo>
                    <a:pt x="33" y="12"/>
                  </a:lnTo>
                  <a:lnTo>
                    <a:pt x="33" y="10"/>
                  </a:lnTo>
                  <a:lnTo>
                    <a:pt x="34" y="9"/>
                  </a:lnTo>
                  <a:lnTo>
                    <a:pt x="36" y="9"/>
                  </a:lnTo>
                  <a:lnTo>
                    <a:pt x="37" y="7"/>
                  </a:lnTo>
                  <a:lnTo>
                    <a:pt x="38" y="5"/>
                  </a:lnTo>
                  <a:lnTo>
                    <a:pt x="41" y="4"/>
                  </a:lnTo>
                  <a:lnTo>
                    <a:pt x="42" y="3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48" y="4"/>
                  </a:lnTo>
                  <a:lnTo>
                    <a:pt x="49" y="5"/>
                  </a:lnTo>
                  <a:lnTo>
                    <a:pt x="48" y="7"/>
                  </a:lnTo>
                  <a:lnTo>
                    <a:pt x="49" y="8"/>
                  </a:lnTo>
                  <a:lnTo>
                    <a:pt x="52" y="9"/>
                  </a:lnTo>
                  <a:lnTo>
                    <a:pt x="48" y="12"/>
                  </a:lnTo>
                  <a:lnTo>
                    <a:pt x="52" y="17"/>
                  </a:lnTo>
                  <a:lnTo>
                    <a:pt x="53" y="17"/>
                  </a:lnTo>
                  <a:lnTo>
                    <a:pt x="54" y="18"/>
                  </a:lnTo>
                  <a:lnTo>
                    <a:pt x="57" y="20"/>
                  </a:lnTo>
                  <a:lnTo>
                    <a:pt x="57" y="18"/>
                  </a:lnTo>
                  <a:lnTo>
                    <a:pt x="57" y="20"/>
                  </a:lnTo>
                  <a:lnTo>
                    <a:pt x="59" y="22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9" y="29"/>
                  </a:lnTo>
                  <a:lnTo>
                    <a:pt x="61" y="29"/>
                  </a:lnTo>
                  <a:lnTo>
                    <a:pt x="63" y="32"/>
                  </a:lnTo>
                  <a:lnTo>
                    <a:pt x="66" y="32"/>
                  </a:lnTo>
                  <a:lnTo>
                    <a:pt x="69" y="32"/>
                  </a:lnTo>
                  <a:lnTo>
                    <a:pt x="71" y="32"/>
                  </a:lnTo>
                  <a:lnTo>
                    <a:pt x="74" y="33"/>
                  </a:lnTo>
                  <a:lnTo>
                    <a:pt x="75" y="33"/>
                  </a:lnTo>
                  <a:lnTo>
                    <a:pt x="77" y="35"/>
                  </a:lnTo>
                  <a:lnTo>
                    <a:pt x="78" y="38"/>
                  </a:lnTo>
                  <a:lnTo>
                    <a:pt x="84" y="39"/>
                  </a:lnTo>
                  <a:lnTo>
                    <a:pt x="87" y="41"/>
                  </a:lnTo>
                  <a:lnTo>
                    <a:pt x="94" y="42"/>
                  </a:lnTo>
                  <a:lnTo>
                    <a:pt x="98" y="42"/>
                  </a:lnTo>
                  <a:lnTo>
                    <a:pt x="106" y="39"/>
                  </a:lnTo>
                  <a:lnTo>
                    <a:pt x="111" y="39"/>
                  </a:lnTo>
                  <a:lnTo>
                    <a:pt x="119" y="39"/>
                  </a:lnTo>
                  <a:lnTo>
                    <a:pt x="121" y="41"/>
                  </a:lnTo>
                  <a:lnTo>
                    <a:pt x="121" y="37"/>
                  </a:lnTo>
                  <a:lnTo>
                    <a:pt x="120" y="34"/>
                  </a:lnTo>
                  <a:lnTo>
                    <a:pt x="119" y="32"/>
                  </a:lnTo>
                  <a:lnTo>
                    <a:pt x="121" y="30"/>
                  </a:lnTo>
                  <a:lnTo>
                    <a:pt x="127" y="30"/>
                  </a:lnTo>
                  <a:lnTo>
                    <a:pt x="128" y="26"/>
                  </a:lnTo>
                  <a:lnTo>
                    <a:pt x="129" y="25"/>
                  </a:lnTo>
                  <a:lnTo>
                    <a:pt x="132" y="25"/>
                  </a:lnTo>
                  <a:lnTo>
                    <a:pt x="136" y="21"/>
                  </a:lnTo>
                  <a:lnTo>
                    <a:pt x="141" y="20"/>
                  </a:lnTo>
                  <a:lnTo>
                    <a:pt x="146" y="21"/>
                  </a:lnTo>
                  <a:lnTo>
                    <a:pt x="146" y="17"/>
                  </a:lnTo>
                  <a:lnTo>
                    <a:pt x="149" y="17"/>
                  </a:lnTo>
                  <a:lnTo>
                    <a:pt x="152" y="18"/>
                  </a:lnTo>
                  <a:lnTo>
                    <a:pt x="154" y="18"/>
                  </a:lnTo>
                  <a:lnTo>
                    <a:pt x="158" y="21"/>
                  </a:lnTo>
                  <a:lnTo>
                    <a:pt x="162" y="22"/>
                  </a:lnTo>
                  <a:lnTo>
                    <a:pt x="169" y="26"/>
                  </a:lnTo>
                  <a:lnTo>
                    <a:pt x="171" y="26"/>
                  </a:lnTo>
                  <a:lnTo>
                    <a:pt x="173" y="25"/>
                  </a:lnTo>
                  <a:lnTo>
                    <a:pt x="178" y="28"/>
                  </a:lnTo>
                  <a:lnTo>
                    <a:pt x="179" y="28"/>
                  </a:lnTo>
                  <a:lnTo>
                    <a:pt x="181" y="32"/>
                  </a:lnTo>
                  <a:lnTo>
                    <a:pt x="182" y="32"/>
                  </a:lnTo>
                  <a:lnTo>
                    <a:pt x="185" y="32"/>
                  </a:lnTo>
                  <a:lnTo>
                    <a:pt x="189" y="33"/>
                  </a:lnTo>
                  <a:lnTo>
                    <a:pt x="194" y="39"/>
                  </a:lnTo>
                  <a:lnTo>
                    <a:pt x="199" y="39"/>
                  </a:lnTo>
                  <a:lnTo>
                    <a:pt x="202" y="41"/>
                  </a:lnTo>
                  <a:lnTo>
                    <a:pt x="203" y="45"/>
                  </a:lnTo>
                  <a:lnTo>
                    <a:pt x="203" y="46"/>
                  </a:lnTo>
                  <a:lnTo>
                    <a:pt x="203" y="49"/>
                  </a:lnTo>
                  <a:lnTo>
                    <a:pt x="203" y="50"/>
                  </a:lnTo>
                  <a:lnTo>
                    <a:pt x="204" y="53"/>
                  </a:lnTo>
                  <a:lnTo>
                    <a:pt x="204" y="57"/>
                  </a:lnTo>
                  <a:lnTo>
                    <a:pt x="204" y="58"/>
                  </a:lnTo>
                  <a:lnTo>
                    <a:pt x="204" y="59"/>
                  </a:lnTo>
                  <a:lnTo>
                    <a:pt x="206" y="62"/>
                  </a:lnTo>
                  <a:lnTo>
                    <a:pt x="204" y="62"/>
                  </a:lnTo>
                  <a:lnTo>
                    <a:pt x="204" y="63"/>
                  </a:lnTo>
                  <a:lnTo>
                    <a:pt x="202" y="66"/>
                  </a:lnTo>
                  <a:lnTo>
                    <a:pt x="199" y="66"/>
                  </a:lnTo>
                  <a:lnTo>
                    <a:pt x="200" y="68"/>
                  </a:lnTo>
                  <a:lnTo>
                    <a:pt x="202" y="70"/>
                  </a:lnTo>
                  <a:lnTo>
                    <a:pt x="200" y="72"/>
                  </a:lnTo>
                  <a:lnTo>
                    <a:pt x="200" y="74"/>
                  </a:lnTo>
                  <a:lnTo>
                    <a:pt x="202" y="78"/>
                  </a:lnTo>
                  <a:lnTo>
                    <a:pt x="202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3" y="86"/>
                  </a:lnTo>
                  <a:lnTo>
                    <a:pt x="202" y="88"/>
                  </a:lnTo>
                  <a:lnTo>
                    <a:pt x="206" y="95"/>
                  </a:lnTo>
                  <a:lnTo>
                    <a:pt x="207" y="100"/>
                  </a:lnTo>
                  <a:lnTo>
                    <a:pt x="206" y="101"/>
                  </a:lnTo>
                  <a:lnTo>
                    <a:pt x="207" y="104"/>
                  </a:lnTo>
                  <a:lnTo>
                    <a:pt x="208" y="108"/>
                  </a:lnTo>
                  <a:lnTo>
                    <a:pt x="217" y="108"/>
                  </a:lnTo>
                  <a:lnTo>
                    <a:pt x="220" y="112"/>
                  </a:lnTo>
                  <a:lnTo>
                    <a:pt x="220" y="116"/>
                  </a:lnTo>
                  <a:lnTo>
                    <a:pt x="221" y="120"/>
                  </a:lnTo>
                  <a:lnTo>
                    <a:pt x="220" y="122"/>
                  </a:lnTo>
                  <a:lnTo>
                    <a:pt x="211" y="134"/>
                  </a:lnTo>
                  <a:lnTo>
                    <a:pt x="217" y="142"/>
                  </a:lnTo>
                  <a:lnTo>
                    <a:pt x="219" y="145"/>
                  </a:lnTo>
                  <a:lnTo>
                    <a:pt x="221" y="147"/>
                  </a:lnTo>
                  <a:lnTo>
                    <a:pt x="224" y="150"/>
                  </a:lnTo>
                  <a:lnTo>
                    <a:pt x="225" y="151"/>
                  </a:lnTo>
                  <a:lnTo>
                    <a:pt x="229" y="151"/>
                  </a:lnTo>
                  <a:lnTo>
                    <a:pt x="232" y="153"/>
                  </a:lnTo>
                  <a:lnTo>
                    <a:pt x="232" y="153"/>
                  </a:lnTo>
                  <a:lnTo>
                    <a:pt x="236" y="154"/>
                  </a:lnTo>
                  <a:lnTo>
                    <a:pt x="236" y="158"/>
                  </a:lnTo>
                  <a:lnTo>
                    <a:pt x="236" y="161"/>
                  </a:lnTo>
                  <a:lnTo>
                    <a:pt x="236" y="163"/>
                  </a:lnTo>
                  <a:lnTo>
                    <a:pt x="237" y="166"/>
                  </a:lnTo>
                  <a:lnTo>
                    <a:pt x="240" y="166"/>
                  </a:lnTo>
                  <a:lnTo>
                    <a:pt x="243" y="167"/>
                  </a:lnTo>
                  <a:lnTo>
                    <a:pt x="244" y="172"/>
                  </a:lnTo>
                  <a:lnTo>
                    <a:pt x="241" y="174"/>
                  </a:lnTo>
                  <a:lnTo>
                    <a:pt x="239" y="172"/>
                  </a:lnTo>
                  <a:lnTo>
                    <a:pt x="233" y="174"/>
                  </a:lnTo>
                  <a:lnTo>
                    <a:pt x="232" y="175"/>
                  </a:lnTo>
                  <a:lnTo>
                    <a:pt x="228" y="178"/>
                  </a:lnTo>
                  <a:lnTo>
                    <a:pt x="227" y="179"/>
                  </a:lnTo>
                  <a:lnTo>
                    <a:pt x="228" y="182"/>
                  </a:lnTo>
                  <a:lnTo>
                    <a:pt x="225" y="184"/>
                  </a:lnTo>
                  <a:lnTo>
                    <a:pt x="227" y="187"/>
                  </a:lnTo>
                  <a:lnTo>
                    <a:pt x="227" y="191"/>
                  </a:lnTo>
                  <a:lnTo>
                    <a:pt x="227" y="193"/>
                  </a:lnTo>
                  <a:lnTo>
                    <a:pt x="225" y="193"/>
                  </a:lnTo>
                  <a:lnTo>
                    <a:pt x="225" y="193"/>
                  </a:lnTo>
                  <a:lnTo>
                    <a:pt x="224" y="195"/>
                  </a:lnTo>
                  <a:lnTo>
                    <a:pt x="220" y="193"/>
                  </a:lnTo>
                  <a:lnTo>
                    <a:pt x="216" y="192"/>
                  </a:lnTo>
                  <a:lnTo>
                    <a:pt x="215" y="191"/>
                  </a:lnTo>
                  <a:lnTo>
                    <a:pt x="214" y="191"/>
                  </a:lnTo>
                  <a:lnTo>
                    <a:pt x="214" y="192"/>
                  </a:lnTo>
                  <a:lnTo>
                    <a:pt x="212" y="192"/>
                  </a:lnTo>
                  <a:lnTo>
                    <a:pt x="211" y="191"/>
                  </a:lnTo>
                  <a:lnTo>
                    <a:pt x="210" y="192"/>
                  </a:lnTo>
                  <a:lnTo>
                    <a:pt x="208" y="191"/>
                  </a:lnTo>
                  <a:lnTo>
                    <a:pt x="203" y="191"/>
                  </a:lnTo>
                  <a:lnTo>
                    <a:pt x="199" y="189"/>
                  </a:lnTo>
                  <a:lnTo>
                    <a:pt x="192" y="189"/>
                  </a:lnTo>
                  <a:lnTo>
                    <a:pt x="190" y="187"/>
                  </a:lnTo>
                  <a:lnTo>
                    <a:pt x="189" y="187"/>
                  </a:lnTo>
                  <a:lnTo>
                    <a:pt x="186" y="189"/>
                  </a:lnTo>
                  <a:lnTo>
                    <a:pt x="183" y="187"/>
                  </a:lnTo>
                  <a:lnTo>
                    <a:pt x="181" y="187"/>
                  </a:lnTo>
                  <a:lnTo>
                    <a:pt x="174" y="187"/>
                  </a:lnTo>
                  <a:lnTo>
                    <a:pt x="174" y="186"/>
                  </a:lnTo>
                  <a:lnTo>
                    <a:pt x="173" y="186"/>
                  </a:lnTo>
                  <a:lnTo>
                    <a:pt x="173" y="182"/>
                  </a:lnTo>
                  <a:lnTo>
                    <a:pt x="170" y="178"/>
                  </a:lnTo>
                  <a:lnTo>
                    <a:pt x="169" y="174"/>
                  </a:lnTo>
                  <a:lnTo>
                    <a:pt x="166" y="170"/>
                  </a:lnTo>
                  <a:lnTo>
                    <a:pt x="166" y="168"/>
                  </a:lnTo>
                  <a:lnTo>
                    <a:pt x="165" y="168"/>
                  </a:lnTo>
                  <a:lnTo>
                    <a:pt x="165" y="168"/>
                  </a:lnTo>
                  <a:lnTo>
                    <a:pt x="161" y="167"/>
                  </a:lnTo>
                  <a:lnTo>
                    <a:pt x="158" y="168"/>
                  </a:lnTo>
                  <a:lnTo>
                    <a:pt x="156" y="171"/>
                  </a:lnTo>
                  <a:lnTo>
                    <a:pt x="153" y="171"/>
                  </a:lnTo>
                  <a:lnTo>
                    <a:pt x="153" y="170"/>
                  </a:lnTo>
                  <a:lnTo>
                    <a:pt x="153" y="171"/>
                  </a:lnTo>
                  <a:lnTo>
                    <a:pt x="148" y="174"/>
                  </a:lnTo>
                  <a:lnTo>
                    <a:pt x="144" y="178"/>
                  </a:lnTo>
                  <a:lnTo>
                    <a:pt x="140" y="175"/>
                  </a:lnTo>
                  <a:lnTo>
                    <a:pt x="136" y="174"/>
                  </a:lnTo>
                  <a:lnTo>
                    <a:pt x="132" y="174"/>
                  </a:lnTo>
                  <a:lnTo>
                    <a:pt x="132" y="175"/>
                  </a:lnTo>
                  <a:lnTo>
                    <a:pt x="127" y="171"/>
                  </a:lnTo>
                  <a:lnTo>
                    <a:pt x="125" y="171"/>
                  </a:lnTo>
                  <a:lnTo>
                    <a:pt x="123" y="170"/>
                  </a:lnTo>
                  <a:lnTo>
                    <a:pt x="120" y="168"/>
                  </a:lnTo>
                  <a:lnTo>
                    <a:pt x="117" y="164"/>
                  </a:lnTo>
                  <a:lnTo>
                    <a:pt x="119" y="163"/>
                  </a:lnTo>
                  <a:lnTo>
                    <a:pt x="119" y="163"/>
                  </a:lnTo>
                  <a:lnTo>
                    <a:pt x="116" y="163"/>
                  </a:lnTo>
                  <a:lnTo>
                    <a:pt x="115" y="162"/>
                  </a:lnTo>
                  <a:lnTo>
                    <a:pt x="112" y="162"/>
                  </a:lnTo>
                  <a:lnTo>
                    <a:pt x="111" y="161"/>
                  </a:lnTo>
                  <a:lnTo>
                    <a:pt x="107" y="159"/>
                  </a:lnTo>
                  <a:lnTo>
                    <a:pt x="103" y="159"/>
                  </a:lnTo>
                  <a:lnTo>
                    <a:pt x="100" y="158"/>
                  </a:lnTo>
                  <a:lnTo>
                    <a:pt x="96" y="150"/>
                  </a:lnTo>
                  <a:lnTo>
                    <a:pt x="96" y="149"/>
                  </a:lnTo>
                  <a:lnTo>
                    <a:pt x="95" y="149"/>
                  </a:lnTo>
                  <a:lnTo>
                    <a:pt x="94" y="147"/>
                  </a:lnTo>
                  <a:lnTo>
                    <a:pt x="94" y="146"/>
                  </a:lnTo>
                  <a:lnTo>
                    <a:pt x="95" y="147"/>
                  </a:lnTo>
                  <a:lnTo>
                    <a:pt x="95" y="147"/>
                  </a:lnTo>
                  <a:lnTo>
                    <a:pt x="94" y="145"/>
                  </a:lnTo>
                  <a:lnTo>
                    <a:pt x="92" y="145"/>
                  </a:lnTo>
                  <a:lnTo>
                    <a:pt x="91" y="145"/>
                  </a:lnTo>
                  <a:lnTo>
                    <a:pt x="91" y="141"/>
                  </a:lnTo>
                  <a:lnTo>
                    <a:pt x="87" y="136"/>
                  </a:lnTo>
                  <a:lnTo>
                    <a:pt x="86" y="133"/>
                  </a:lnTo>
                  <a:lnTo>
                    <a:pt x="83" y="130"/>
                  </a:lnTo>
                  <a:lnTo>
                    <a:pt x="83" y="129"/>
                  </a:lnTo>
                  <a:lnTo>
                    <a:pt x="79" y="132"/>
                  </a:lnTo>
                  <a:lnTo>
                    <a:pt x="78" y="132"/>
                  </a:lnTo>
                  <a:lnTo>
                    <a:pt x="77" y="130"/>
                  </a:lnTo>
                  <a:lnTo>
                    <a:pt x="75" y="130"/>
                  </a:lnTo>
                  <a:lnTo>
                    <a:pt x="73" y="129"/>
                  </a:lnTo>
                  <a:lnTo>
                    <a:pt x="73" y="128"/>
                  </a:lnTo>
                  <a:lnTo>
                    <a:pt x="74" y="126"/>
                  </a:lnTo>
                  <a:lnTo>
                    <a:pt x="73" y="128"/>
                  </a:lnTo>
                  <a:lnTo>
                    <a:pt x="71" y="128"/>
                  </a:lnTo>
                  <a:lnTo>
                    <a:pt x="70" y="128"/>
                  </a:lnTo>
                  <a:lnTo>
                    <a:pt x="71" y="129"/>
                  </a:lnTo>
                  <a:lnTo>
                    <a:pt x="71" y="130"/>
                  </a:lnTo>
                  <a:lnTo>
                    <a:pt x="70" y="132"/>
                  </a:lnTo>
                  <a:lnTo>
                    <a:pt x="69" y="132"/>
                  </a:lnTo>
                  <a:lnTo>
                    <a:pt x="67" y="130"/>
                  </a:lnTo>
                  <a:lnTo>
                    <a:pt x="67" y="129"/>
                  </a:lnTo>
                  <a:lnTo>
                    <a:pt x="66" y="129"/>
                  </a:lnTo>
                  <a:lnTo>
                    <a:pt x="65" y="129"/>
                  </a:lnTo>
                  <a:lnTo>
                    <a:pt x="62" y="128"/>
                  </a:lnTo>
                  <a:lnTo>
                    <a:pt x="61" y="126"/>
                  </a:lnTo>
                  <a:lnTo>
                    <a:pt x="59" y="118"/>
                  </a:lnTo>
                  <a:lnTo>
                    <a:pt x="56" y="118"/>
                  </a:lnTo>
                  <a:lnTo>
                    <a:pt x="56" y="116"/>
                  </a:lnTo>
                  <a:lnTo>
                    <a:pt x="56" y="112"/>
                  </a:lnTo>
                  <a:lnTo>
                    <a:pt x="58" y="111"/>
                  </a:lnTo>
                  <a:lnTo>
                    <a:pt x="56" y="105"/>
                  </a:lnTo>
                  <a:lnTo>
                    <a:pt x="53" y="104"/>
                  </a:lnTo>
                  <a:lnTo>
                    <a:pt x="50" y="100"/>
                  </a:lnTo>
                  <a:lnTo>
                    <a:pt x="49" y="99"/>
                  </a:lnTo>
                  <a:lnTo>
                    <a:pt x="48" y="99"/>
                  </a:lnTo>
                  <a:lnTo>
                    <a:pt x="40" y="93"/>
                  </a:lnTo>
                  <a:lnTo>
                    <a:pt x="37" y="93"/>
                  </a:lnTo>
                  <a:lnTo>
                    <a:pt x="36" y="95"/>
                  </a:lnTo>
                  <a:lnTo>
                    <a:pt x="33" y="92"/>
                  </a:lnTo>
                  <a:lnTo>
                    <a:pt x="34" y="91"/>
                  </a:lnTo>
                  <a:lnTo>
                    <a:pt x="33" y="89"/>
                  </a:lnTo>
                  <a:lnTo>
                    <a:pt x="34" y="87"/>
                  </a:lnTo>
                  <a:lnTo>
                    <a:pt x="32" y="86"/>
                  </a:lnTo>
                  <a:lnTo>
                    <a:pt x="32" y="83"/>
                  </a:lnTo>
                  <a:lnTo>
                    <a:pt x="29" y="83"/>
                  </a:lnTo>
                  <a:lnTo>
                    <a:pt x="28" y="82"/>
                  </a:lnTo>
                  <a:lnTo>
                    <a:pt x="25" y="82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8"/>
                  </a:lnTo>
                  <a:lnTo>
                    <a:pt x="27" y="75"/>
                  </a:lnTo>
                  <a:lnTo>
                    <a:pt x="27" y="71"/>
                  </a:lnTo>
                  <a:lnTo>
                    <a:pt x="28" y="70"/>
                  </a:lnTo>
                  <a:lnTo>
                    <a:pt x="28" y="66"/>
                  </a:lnTo>
                  <a:lnTo>
                    <a:pt x="31" y="67"/>
                  </a:lnTo>
                  <a:lnTo>
                    <a:pt x="32" y="66"/>
                  </a:lnTo>
                  <a:lnTo>
                    <a:pt x="32" y="62"/>
                  </a:lnTo>
                  <a:lnTo>
                    <a:pt x="31" y="61"/>
                  </a:lnTo>
                  <a:lnTo>
                    <a:pt x="31" y="58"/>
                  </a:lnTo>
                  <a:lnTo>
                    <a:pt x="32" y="58"/>
                  </a:lnTo>
                  <a:lnTo>
                    <a:pt x="34" y="57"/>
                  </a:lnTo>
                  <a:lnTo>
                    <a:pt x="34" y="57"/>
                  </a:lnTo>
                  <a:lnTo>
                    <a:pt x="33" y="55"/>
                  </a:lnTo>
                  <a:lnTo>
                    <a:pt x="32" y="55"/>
                  </a:lnTo>
                  <a:lnTo>
                    <a:pt x="29" y="55"/>
                  </a:lnTo>
                  <a:lnTo>
                    <a:pt x="28" y="55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0" y="51"/>
                  </a:lnTo>
                  <a:lnTo>
                    <a:pt x="19" y="49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2" y="37"/>
                  </a:lnTo>
                  <a:lnTo>
                    <a:pt x="11" y="33"/>
                  </a:lnTo>
                  <a:lnTo>
                    <a:pt x="8" y="29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7" y="20"/>
                  </a:lnTo>
                  <a:lnTo>
                    <a:pt x="5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8"/>
                  </a:lnTo>
                  <a:lnTo>
                    <a:pt x="2" y="5"/>
                  </a:lnTo>
                  <a:lnTo>
                    <a:pt x="0" y="4"/>
                  </a:lnTo>
                  <a:lnTo>
                    <a:pt x="4" y="4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5" name="Freeform 416">
              <a:extLst>
                <a:ext uri="{FF2B5EF4-FFF2-40B4-BE49-F238E27FC236}">
                  <a16:creationId xmlns:a16="http://schemas.microsoft.com/office/drawing/2014/main" id="{AA19B672-EF70-493C-B91D-8384CA7A4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016" y="1290933"/>
              <a:ext cx="280292" cy="229330"/>
            </a:xfrm>
            <a:custGeom>
              <a:avLst/>
              <a:gdLst>
                <a:gd name="T0" fmla="*/ 10 w 44"/>
                <a:gd name="T1" fmla="*/ 0 h 36"/>
                <a:gd name="T2" fmla="*/ 11 w 44"/>
                <a:gd name="T3" fmla="*/ 0 h 36"/>
                <a:gd name="T4" fmla="*/ 19 w 44"/>
                <a:gd name="T5" fmla="*/ 0 h 36"/>
                <a:gd name="T6" fmla="*/ 21 w 44"/>
                <a:gd name="T7" fmla="*/ 3 h 36"/>
                <a:gd name="T8" fmla="*/ 25 w 44"/>
                <a:gd name="T9" fmla="*/ 3 h 36"/>
                <a:gd name="T10" fmla="*/ 28 w 44"/>
                <a:gd name="T11" fmla="*/ 6 h 36"/>
                <a:gd name="T12" fmla="*/ 27 w 44"/>
                <a:gd name="T13" fmla="*/ 8 h 36"/>
                <a:gd name="T14" fmla="*/ 27 w 44"/>
                <a:gd name="T15" fmla="*/ 11 h 36"/>
                <a:gd name="T16" fmla="*/ 32 w 44"/>
                <a:gd name="T17" fmla="*/ 15 h 36"/>
                <a:gd name="T18" fmla="*/ 32 w 44"/>
                <a:gd name="T19" fmla="*/ 17 h 36"/>
                <a:gd name="T20" fmla="*/ 31 w 44"/>
                <a:gd name="T21" fmla="*/ 19 h 36"/>
                <a:gd name="T22" fmla="*/ 32 w 44"/>
                <a:gd name="T23" fmla="*/ 23 h 36"/>
                <a:gd name="T24" fmla="*/ 37 w 44"/>
                <a:gd name="T25" fmla="*/ 25 h 36"/>
                <a:gd name="T26" fmla="*/ 41 w 44"/>
                <a:gd name="T27" fmla="*/ 25 h 36"/>
                <a:gd name="T28" fmla="*/ 44 w 44"/>
                <a:gd name="T29" fmla="*/ 28 h 36"/>
                <a:gd name="T30" fmla="*/ 41 w 44"/>
                <a:gd name="T31" fmla="*/ 29 h 36"/>
                <a:gd name="T32" fmla="*/ 43 w 44"/>
                <a:gd name="T33" fmla="*/ 32 h 36"/>
                <a:gd name="T34" fmla="*/ 41 w 44"/>
                <a:gd name="T35" fmla="*/ 33 h 36"/>
                <a:gd name="T36" fmla="*/ 41 w 44"/>
                <a:gd name="T37" fmla="*/ 36 h 36"/>
                <a:gd name="T38" fmla="*/ 39 w 44"/>
                <a:gd name="T39" fmla="*/ 36 h 36"/>
                <a:gd name="T40" fmla="*/ 33 w 44"/>
                <a:gd name="T41" fmla="*/ 28 h 36"/>
                <a:gd name="T42" fmla="*/ 31 w 44"/>
                <a:gd name="T43" fmla="*/ 27 h 36"/>
                <a:gd name="T44" fmla="*/ 28 w 44"/>
                <a:gd name="T45" fmla="*/ 24 h 36"/>
                <a:gd name="T46" fmla="*/ 27 w 44"/>
                <a:gd name="T47" fmla="*/ 24 h 36"/>
                <a:gd name="T48" fmla="*/ 25 w 44"/>
                <a:gd name="T49" fmla="*/ 25 h 36"/>
                <a:gd name="T50" fmla="*/ 23 w 44"/>
                <a:gd name="T51" fmla="*/ 21 h 36"/>
                <a:gd name="T52" fmla="*/ 20 w 44"/>
                <a:gd name="T53" fmla="*/ 23 h 36"/>
                <a:gd name="T54" fmla="*/ 19 w 44"/>
                <a:gd name="T55" fmla="*/ 23 h 36"/>
                <a:gd name="T56" fmla="*/ 17 w 44"/>
                <a:gd name="T57" fmla="*/ 21 h 36"/>
                <a:gd name="T58" fmla="*/ 15 w 44"/>
                <a:gd name="T59" fmla="*/ 20 h 36"/>
                <a:gd name="T60" fmla="*/ 14 w 44"/>
                <a:gd name="T61" fmla="*/ 20 h 36"/>
                <a:gd name="T62" fmla="*/ 10 w 44"/>
                <a:gd name="T63" fmla="*/ 20 h 36"/>
                <a:gd name="T64" fmla="*/ 6 w 44"/>
                <a:gd name="T65" fmla="*/ 17 h 36"/>
                <a:gd name="T66" fmla="*/ 6 w 44"/>
                <a:gd name="T67" fmla="*/ 12 h 36"/>
                <a:gd name="T68" fmla="*/ 7 w 44"/>
                <a:gd name="T69" fmla="*/ 9 h 36"/>
                <a:gd name="T70" fmla="*/ 6 w 44"/>
                <a:gd name="T71" fmla="*/ 7 h 36"/>
                <a:gd name="T72" fmla="*/ 3 w 44"/>
                <a:gd name="T73" fmla="*/ 6 h 36"/>
                <a:gd name="T74" fmla="*/ 3 w 44"/>
                <a:gd name="T75" fmla="*/ 4 h 36"/>
                <a:gd name="T76" fmla="*/ 0 w 44"/>
                <a:gd name="T77" fmla="*/ 3 h 36"/>
                <a:gd name="T78" fmla="*/ 4 w 44"/>
                <a:gd name="T79" fmla="*/ 2 h 36"/>
                <a:gd name="T80" fmla="*/ 10 w 44"/>
                <a:gd name="T8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4" h="36">
                  <a:moveTo>
                    <a:pt x="10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1" y="3"/>
                  </a:lnTo>
                  <a:lnTo>
                    <a:pt x="25" y="3"/>
                  </a:lnTo>
                  <a:lnTo>
                    <a:pt x="28" y="6"/>
                  </a:lnTo>
                  <a:lnTo>
                    <a:pt x="27" y="8"/>
                  </a:lnTo>
                  <a:lnTo>
                    <a:pt x="27" y="11"/>
                  </a:lnTo>
                  <a:lnTo>
                    <a:pt x="32" y="15"/>
                  </a:lnTo>
                  <a:lnTo>
                    <a:pt x="32" y="17"/>
                  </a:lnTo>
                  <a:lnTo>
                    <a:pt x="31" y="19"/>
                  </a:lnTo>
                  <a:lnTo>
                    <a:pt x="32" y="23"/>
                  </a:lnTo>
                  <a:lnTo>
                    <a:pt x="37" y="25"/>
                  </a:lnTo>
                  <a:lnTo>
                    <a:pt x="41" y="25"/>
                  </a:lnTo>
                  <a:lnTo>
                    <a:pt x="44" y="28"/>
                  </a:lnTo>
                  <a:lnTo>
                    <a:pt x="41" y="29"/>
                  </a:lnTo>
                  <a:lnTo>
                    <a:pt x="43" y="32"/>
                  </a:lnTo>
                  <a:lnTo>
                    <a:pt x="41" y="33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3" y="28"/>
                  </a:lnTo>
                  <a:lnTo>
                    <a:pt x="31" y="27"/>
                  </a:lnTo>
                  <a:lnTo>
                    <a:pt x="28" y="24"/>
                  </a:lnTo>
                  <a:lnTo>
                    <a:pt x="27" y="24"/>
                  </a:lnTo>
                  <a:lnTo>
                    <a:pt x="25" y="25"/>
                  </a:lnTo>
                  <a:lnTo>
                    <a:pt x="23" y="21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1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0" y="20"/>
                  </a:lnTo>
                  <a:lnTo>
                    <a:pt x="6" y="17"/>
                  </a:lnTo>
                  <a:lnTo>
                    <a:pt x="6" y="12"/>
                  </a:lnTo>
                  <a:lnTo>
                    <a:pt x="7" y="9"/>
                  </a:lnTo>
                  <a:lnTo>
                    <a:pt x="6" y="7"/>
                  </a:lnTo>
                  <a:lnTo>
                    <a:pt x="3" y="6"/>
                  </a:lnTo>
                  <a:lnTo>
                    <a:pt x="3" y="4"/>
                  </a:lnTo>
                  <a:lnTo>
                    <a:pt x="0" y="3"/>
                  </a:lnTo>
                  <a:lnTo>
                    <a:pt x="4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6" name="Freeform 417">
              <a:extLst>
                <a:ext uri="{FF2B5EF4-FFF2-40B4-BE49-F238E27FC236}">
                  <a16:creationId xmlns:a16="http://schemas.microsoft.com/office/drawing/2014/main" id="{B02B50E1-757A-4572-817A-91F4270120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681557" y="1233599"/>
              <a:ext cx="1401460" cy="560582"/>
            </a:xfrm>
            <a:custGeom>
              <a:avLst/>
              <a:gdLst>
                <a:gd name="T0" fmla="*/ 27 w 220"/>
                <a:gd name="T1" fmla="*/ 82 h 88"/>
                <a:gd name="T2" fmla="*/ 1 w 220"/>
                <a:gd name="T3" fmla="*/ 30 h 88"/>
                <a:gd name="T4" fmla="*/ 13 w 220"/>
                <a:gd name="T5" fmla="*/ 1 h 88"/>
                <a:gd name="T6" fmla="*/ 25 w 220"/>
                <a:gd name="T7" fmla="*/ 7 h 88"/>
                <a:gd name="T8" fmla="*/ 36 w 220"/>
                <a:gd name="T9" fmla="*/ 16 h 88"/>
                <a:gd name="T10" fmla="*/ 25 w 220"/>
                <a:gd name="T11" fmla="*/ 18 h 88"/>
                <a:gd name="T12" fmla="*/ 7 w 220"/>
                <a:gd name="T13" fmla="*/ 29 h 88"/>
                <a:gd name="T14" fmla="*/ 9 w 220"/>
                <a:gd name="T15" fmla="*/ 24 h 88"/>
                <a:gd name="T16" fmla="*/ 3 w 220"/>
                <a:gd name="T17" fmla="*/ 20 h 88"/>
                <a:gd name="T18" fmla="*/ 11 w 220"/>
                <a:gd name="T19" fmla="*/ 9 h 88"/>
                <a:gd name="T20" fmla="*/ 13 w 220"/>
                <a:gd name="T21" fmla="*/ 1 h 88"/>
                <a:gd name="T22" fmla="*/ 109 w 220"/>
                <a:gd name="T23" fmla="*/ 7 h 88"/>
                <a:gd name="T24" fmla="*/ 116 w 220"/>
                <a:gd name="T25" fmla="*/ 8 h 88"/>
                <a:gd name="T26" fmla="*/ 127 w 220"/>
                <a:gd name="T27" fmla="*/ 12 h 88"/>
                <a:gd name="T28" fmla="*/ 142 w 220"/>
                <a:gd name="T29" fmla="*/ 17 h 88"/>
                <a:gd name="T30" fmla="*/ 156 w 220"/>
                <a:gd name="T31" fmla="*/ 15 h 88"/>
                <a:gd name="T32" fmla="*/ 169 w 220"/>
                <a:gd name="T33" fmla="*/ 13 h 88"/>
                <a:gd name="T34" fmla="*/ 178 w 220"/>
                <a:gd name="T35" fmla="*/ 5 h 88"/>
                <a:gd name="T36" fmla="*/ 186 w 220"/>
                <a:gd name="T37" fmla="*/ 8 h 88"/>
                <a:gd name="T38" fmla="*/ 199 w 220"/>
                <a:gd name="T39" fmla="*/ 13 h 88"/>
                <a:gd name="T40" fmla="*/ 202 w 220"/>
                <a:gd name="T41" fmla="*/ 26 h 88"/>
                <a:gd name="T42" fmla="*/ 215 w 220"/>
                <a:gd name="T43" fmla="*/ 33 h 88"/>
                <a:gd name="T44" fmla="*/ 211 w 220"/>
                <a:gd name="T45" fmla="*/ 41 h 88"/>
                <a:gd name="T46" fmla="*/ 215 w 220"/>
                <a:gd name="T47" fmla="*/ 53 h 88"/>
                <a:gd name="T48" fmla="*/ 219 w 220"/>
                <a:gd name="T49" fmla="*/ 66 h 88"/>
                <a:gd name="T50" fmla="*/ 215 w 220"/>
                <a:gd name="T51" fmla="*/ 68 h 88"/>
                <a:gd name="T52" fmla="*/ 200 w 220"/>
                <a:gd name="T53" fmla="*/ 68 h 88"/>
                <a:gd name="T54" fmla="*/ 185 w 220"/>
                <a:gd name="T55" fmla="*/ 72 h 88"/>
                <a:gd name="T56" fmla="*/ 167 w 220"/>
                <a:gd name="T57" fmla="*/ 75 h 88"/>
                <a:gd name="T58" fmla="*/ 153 w 220"/>
                <a:gd name="T59" fmla="*/ 75 h 88"/>
                <a:gd name="T60" fmla="*/ 136 w 220"/>
                <a:gd name="T61" fmla="*/ 79 h 88"/>
                <a:gd name="T62" fmla="*/ 129 w 220"/>
                <a:gd name="T63" fmla="*/ 84 h 88"/>
                <a:gd name="T64" fmla="*/ 123 w 220"/>
                <a:gd name="T65" fmla="*/ 87 h 88"/>
                <a:gd name="T66" fmla="*/ 124 w 220"/>
                <a:gd name="T67" fmla="*/ 76 h 88"/>
                <a:gd name="T68" fmla="*/ 112 w 220"/>
                <a:gd name="T69" fmla="*/ 78 h 88"/>
                <a:gd name="T70" fmla="*/ 99 w 220"/>
                <a:gd name="T71" fmla="*/ 86 h 88"/>
                <a:gd name="T72" fmla="*/ 80 w 220"/>
                <a:gd name="T73" fmla="*/ 86 h 88"/>
                <a:gd name="T74" fmla="*/ 59 w 220"/>
                <a:gd name="T75" fmla="*/ 78 h 88"/>
                <a:gd name="T76" fmla="*/ 57 w 220"/>
                <a:gd name="T77" fmla="*/ 84 h 88"/>
                <a:gd name="T78" fmla="*/ 46 w 220"/>
                <a:gd name="T79" fmla="*/ 86 h 88"/>
                <a:gd name="T80" fmla="*/ 42 w 220"/>
                <a:gd name="T81" fmla="*/ 80 h 88"/>
                <a:gd name="T82" fmla="*/ 36 w 220"/>
                <a:gd name="T83" fmla="*/ 79 h 88"/>
                <a:gd name="T84" fmla="*/ 29 w 220"/>
                <a:gd name="T85" fmla="*/ 80 h 88"/>
                <a:gd name="T86" fmla="*/ 21 w 220"/>
                <a:gd name="T87" fmla="*/ 79 h 88"/>
                <a:gd name="T88" fmla="*/ 30 w 220"/>
                <a:gd name="T89" fmla="*/ 75 h 88"/>
                <a:gd name="T90" fmla="*/ 23 w 220"/>
                <a:gd name="T91" fmla="*/ 75 h 88"/>
                <a:gd name="T92" fmla="*/ 17 w 220"/>
                <a:gd name="T93" fmla="*/ 67 h 88"/>
                <a:gd name="T94" fmla="*/ 12 w 220"/>
                <a:gd name="T95" fmla="*/ 59 h 88"/>
                <a:gd name="T96" fmla="*/ 9 w 220"/>
                <a:gd name="T97" fmla="*/ 54 h 88"/>
                <a:gd name="T98" fmla="*/ 15 w 220"/>
                <a:gd name="T99" fmla="*/ 54 h 88"/>
                <a:gd name="T100" fmla="*/ 17 w 220"/>
                <a:gd name="T101" fmla="*/ 49 h 88"/>
                <a:gd name="T102" fmla="*/ 15 w 220"/>
                <a:gd name="T103" fmla="*/ 46 h 88"/>
                <a:gd name="T104" fmla="*/ 11 w 220"/>
                <a:gd name="T105" fmla="*/ 40 h 88"/>
                <a:gd name="T106" fmla="*/ 7 w 220"/>
                <a:gd name="T107" fmla="*/ 36 h 88"/>
                <a:gd name="T108" fmla="*/ 16 w 220"/>
                <a:gd name="T109" fmla="*/ 26 h 88"/>
                <a:gd name="T110" fmla="*/ 25 w 220"/>
                <a:gd name="T111" fmla="*/ 28 h 88"/>
                <a:gd name="T112" fmla="*/ 37 w 220"/>
                <a:gd name="T113" fmla="*/ 26 h 88"/>
                <a:gd name="T114" fmla="*/ 45 w 220"/>
                <a:gd name="T115" fmla="*/ 22 h 88"/>
                <a:gd name="T116" fmla="*/ 37 w 220"/>
                <a:gd name="T117" fmla="*/ 15 h 88"/>
                <a:gd name="T118" fmla="*/ 50 w 220"/>
                <a:gd name="T119" fmla="*/ 13 h 88"/>
                <a:gd name="T120" fmla="*/ 63 w 220"/>
                <a:gd name="T121" fmla="*/ 13 h 88"/>
                <a:gd name="T122" fmla="*/ 71 w 220"/>
                <a:gd name="T123" fmla="*/ 5 h 88"/>
                <a:gd name="T124" fmla="*/ 92 w 220"/>
                <a:gd name="T125" fmla="*/ 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" h="88">
                  <a:moveTo>
                    <a:pt x="27" y="82"/>
                  </a:moveTo>
                  <a:lnTo>
                    <a:pt x="28" y="82"/>
                  </a:lnTo>
                  <a:lnTo>
                    <a:pt x="28" y="82"/>
                  </a:lnTo>
                  <a:lnTo>
                    <a:pt x="27" y="83"/>
                  </a:lnTo>
                  <a:lnTo>
                    <a:pt x="27" y="82"/>
                  </a:lnTo>
                  <a:lnTo>
                    <a:pt x="27" y="82"/>
                  </a:lnTo>
                  <a:close/>
                  <a:moveTo>
                    <a:pt x="3" y="28"/>
                  </a:moveTo>
                  <a:lnTo>
                    <a:pt x="4" y="28"/>
                  </a:lnTo>
                  <a:lnTo>
                    <a:pt x="4" y="29"/>
                  </a:lnTo>
                  <a:lnTo>
                    <a:pt x="1" y="30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3" y="28"/>
                  </a:lnTo>
                  <a:lnTo>
                    <a:pt x="3" y="28"/>
                  </a:lnTo>
                  <a:close/>
                  <a:moveTo>
                    <a:pt x="13" y="1"/>
                  </a:moveTo>
                  <a:lnTo>
                    <a:pt x="17" y="1"/>
                  </a:lnTo>
                  <a:lnTo>
                    <a:pt x="20" y="4"/>
                  </a:lnTo>
                  <a:lnTo>
                    <a:pt x="21" y="3"/>
                  </a:lnTo>
                  <a:lnTo>
                    <a:pt x="24" y="3"/>
                  </a:lnTo>
                  <a:lnTo>
                    <a:pt x="25" y="7"/>
                  </a:lnTo>
                  <a:lnTo>
                    <a:pt x="28" y="11"/>
                  </a:lnTo>
                  <a:lnTo>
                    <a:pt x="30" y="11"/>
                  </a:lnTo>
                  <a:lnTo>
                    <a:pt x="33" y="13"/>
                  </a:lnTo>
                  <a:lnTo>
                    <a:pt x="36" y="15"/>
                  </a:lnTo>
                  <a:lnTo>
                    <a:pt x="36" y="16"/>
                  </a:lnTo>
                  <a:lnTo>
                    <a:pt x="34" y="18"/>
                  </a:lnTo>
                  <a:lnTo>
                    <a:pt x="30" y="18"/>
                  </a:lnTo>
                  <a:lnTo>
                    <a:pt x="29" y="17"/>
                  </a:lnTo>
                  <a:lnTo>
                    <a:pt x="27" y="17"/>
                  </a:lnTo>
                  <a:lnTo>
                    <a:pt x="25" y="18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17" y="22"/>
                  </a:lnTo>
                  <a:lnTo>
                    <a:pt x="12" y="25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8" y="25"/>
                  </a:lnTo>
                  <a:lnTo>
                    <a:pt x="9" y="24"/>
                  </a:lnTo>
                  <a:lnTo>
                    <a:pt x="12" y="22"/>
                  </a:lnTo>
                  <a:lnTo>
                    <a:pt x="9" y="24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5" y="20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9" y="12"/>
                  </a:lnTo>
                  <a:lnTo>
                    <a:pt x="11" y="9"/>
                  </a:lnTo>
                  <a:lnTo>
                    <a:pt x="8" y="8"/>
                  </a:lnTo>
                  <a:lnTo>
                    <a:pt x="8" y="5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1"/>
                  </a:lnTo>
                  <a:close/>
                  <a:moveTo>
                    <a:pt x="103" y="0"/>
                  </a:moveTo>
                  <a:lnTo>
                    <a:pt x="103" y="0"/>
                  </a:lnTo>
                  <a:lnTo>
                    <a:pt x="103" y="3"/>
                  </a:lnTo>
                  <a:lnTo>
                    <a:pt x="108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12" y="4"/>
                  </a:lnTo>
                  <a:lnTo>
                    <a:pt x="115" y="4"/>
                  </a:lnTo>
                  <a:lnTo>
                    <a:pt x="116" y="5"/>
                  </a:lnTo>
                  <a:lnTo>
                    <a:pt x="116" y="8"/>
                  </a:lnTo>
                  <a:lnTo>
                    <a:pt x="119" y="11"/>
                  </a:lnTo>
                  <a:lnTo>
                    <a:pt x="120" y="11"/>
                  </a:lnTo>
                  <a:lnTo>
                    <a:pt x="121" y="9"/>
                  </a:lnTo>
                  <a:lnTo>
                    <a:pt x="123" y="9"/>
                  </a:lnTo>
                  <a:lnTo>
                    <a:pt x="127" y="12"/>
                  </a:lnTo>
                  <a:lnTo>
                    <a:pt x="129" y="13"/>
                  </a:lnTo>
                  <a:lnTo>
                    <a:pt x="134" y="15"/>
                  </a:lnTo>
                  <a:lnTo>
                    <a:pt x="136" y="15"/>
                  </a:lnTo>
                  <a:lnTo>
                    <a:pt x="138" y="16"/>
                  </a:lnTo>
                  <a:lnTo>
                    <a:pt x="142" y="17"/>
                  </a:lnTo>
                  <a:lnTo>
                    <a:pt x="148" y="15"/>
                  </a:lnTo>
                  <a:lnTo>
                    <a:pt x="152" y="15"/>
                  </a:lnTo>
                  <a:lnTo>
                    <a:pt x="154" y="13"/>
                  </a:lnTo>
                  <a:lnTo>
                    <a:pt x="154" y="15"/>
                  </a:lnTo>
                  <a:lnTo>
                    <a:pt x="156" y="15"/>
                  </a:lnTo>
                  <a:lnTo>
                    <a:pt x="158" y="15"/>
                  </a:lnTo>
                  <a:lnTo>
                    <a:pt x="162" y="16"/>
                  </a:lnTo>
                  <a:lnTo>
                    <a:pt x="163" y="15"/>
                  </a:lnTo>
                  <a:lnTo>
                    <a:pt x="167" y="15"/>
                  </a:lnTo>
                  <a:lnTo>
                    <a:pt x="169" y="13"/>
                  </a:lnTo>
                  <a:lnTo>
                    <a:pt x="173" y="11"/>
                  </a:lnTo>
                  <a:lnTo>
                    <a:pt x="175" y="9"/>
                  </a:lnTo>
                  <a:lnTo>
                    <a:pt x="177" y="7"/>
                  </a:lnTo>
                  <a:lnTo>
                    <a:pt x="177" y="5"/>
                  </a:lnTo>
                  <a:lnTo>
                    <a:pt x="178" y="5"/>
                  </a:lnTo>
                  <a:lnTo>
                    <a:pt x="179" y="8"/>
                  </a:lnTo>
                  <a:lnTo>
                    <a:pt x="181" y="8"/>
                  </a:lnTo>
                  <a:lnTo>
                    <a:pt x="182" y="7"/>
                  </a:lnTo>
                  <a:lnTo>
                    <a:pt x="185" y="8"/>
                  </a:lnTo>
                  <a:lnTo>
                    <a:pt x="186" y="8"/>
                  </a:lnTo>
                  <a:lnTo>
                    <a:pt x="187" y="7"/>
                  </a:lnTo>
                  <a:lnTo>
                    <a:pt x="190" y="7"/>
                  </a:lnTo>
                  <a:lnTo>
                    <a:pt x="195" y="11"/>
                  </a:lnTo>
                  <a:lnTo>
                    <a:pt x="196" y="12"/>
                  </a:lnTo>
                  <a:lnTo>
                    <a:pt x="199" y="13"/>
                  </a:lnTo>
                  <a:lnTo>
                    <a:pt x="199" y="15"/>
                  </a:lnTo>
                  <a:lnTo>
                    <a:pt x="202" y="16"/>
                  </a:lnTo>
                  <a:lnTo>
                    <a:pt x="203" y="18"/>
                  </a:lnTo>
                  <a:lnTo>
                    <a:pt x="202" y="21"/>
                  </a:lnTo>
                  <a:lnTo>
                    <a:pt x="202" y="26"/>
                  </a:lnTo>
                  <a:lnTo>
                    <a:pt x="206" y="29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3" y="30"/>
                  </a:lnTo>
                  <a:lnTo>
                    <a:pt x="215" y="33"/>
                  </a:lnTo>
                  <a:lnTo>
                    <a:pt x="213" y="34"/>
                  </a:lnTo>
                  <a:lnTo>
                    <a:pt x="212" y="37"/>
                  </a:lnTo>
                  <a:lnTo>
                    <a:pt x="208" y="37"/>
                  </a:lnTo>
                  <a:lnTo>
                    <a:pt x="210" y="38"/>
                  </a:lnTo>
                  <a:lnTo>
                    <a:pt x="211" y="41"/>
                  </a:lnTo>
                  <a:lnTo>
                    <a:pt x="211" y="45"/>
                  </a:lnTo>
                  <a:lnTo>
                    <a:pt x="211" y="47"/>
                  </a:lnTo>
                  <a:lnTo>
                    <a:pt x="211" y="50"/>
                  </a:lnTo>
                  <a:lnTo>
                    <a:pt x="213" y="51"/>
                  </a:lnTo>
                  <a:lnTo>
                    <a:pt x="215" y="53"/>
                  </a:lnTo>
                  <a:lnTo>
                    <a:pt x="213" y="55"/>
                  </a:lnTo>
                  <a:lnTo>
                    <a:pt x="213" y="59"/>
                  </a:lnTo>
                  <a:lnTo>
                    <a:pt x="213" y="61"/>
                  </a:lnTo>
                  <a:lnTo>
                    <a:pt x="216" y="62"/>
                  </a:lnTo>
                  <a:lnTo>
                    <a:pt x="219" y="66"/>
                  </a:lnTo>
                  <a:lnTo>
                    <a:pt x="220" y="70"/>
                  </a:lnTo>
                  <a:lnTo>
                    <a:pt x="219" y="71"/>
                  </a:lnTo>
                  <a:lnTo>
                    <a:pt x="216" y="72"/>
                  </a:lnTo>
                  <a:lnTo>
                    <a:pt x="215" y="71"/>
                  </a:lnTo>
                  <a:lnTo>
                    <a:pt x="215" y="68"/>
                  </a:lnTo>
                  <a:lnTo>
                    <a:pt x="213" y="67"/>
                  </a:lnTo>
                  <a:lnTo>
                    <a:pt x="210" y="68"/>
                  </a:lnTo>
                  <a:lnTo>
                    <a:pt x="206" y="67"/>
                  </a:lnTo>
                  <a:lnTo>
                    <a:pt x="202" y="67"/>
                  </a:lnTo>
                  <a:lnTo>
                    <a:pt x="200" y="68"/>
                  </a:lnTo>
                  <a:lnTo>
                    <a:pt x="196" y="68"/>
                  </a:lnTo>
                  <a:lnTo>
                    <a:pt x="194" y="71"/>
                  </a:lnTo>
                  <a:lnTo>
                    <a:pt x="192" y="70"/>
                  </a:lnTo>
                  <a:lnTo>
                    <a:pt x="190" y="71"/>
                  </a:lnTo>
                  <a:lnTo>
                    <a:pt x="185" y="72"/>
                  </a:lnTo>
                  <a:lnTo>
                    <a:pt x="179" y="72"/>
                  </a:lnTo>
                  <a:lnTo>
                    <a:pt x="177" y="72"/>
                  </a:lnTo>
                  <a:lnTo>
                    <a:pt x="174" y="72"/>
                  </a:lnTo>
                  <a:lnTo>
                    <a:pt x="169" y="74"/>
                  </a:lnTo>
                  <a:lnTo>
                    <a:pt x="167" y="75"/>
                  </a:lnTo>
                  <a:lnTo>
                    <a:pt x="165" y="76"/>
                  </a:lnTo>
                  <a:lnTo>
                    <a:pt x="163" y="78"/>
                  </a:lnTo>
                  <a:lnTo>
                    <a:pt x="158" y="78"/>
                  </a:lnTo>
                  <a:lnTo>
                    <a:pt x="154" y="76"/>
                  </a:lnTo>
                  <a:lnTo>
                    <a:pt x="153" y="75"/>
                  </a:lnTo>
                  <a:lnTo>
                    <a:pt x="152" y="75"/>
                  </a:lnTo>
                  <a:lnTo>
                    <a:pt x="145" y="75"/>
                  </a:lnTo>
                  <a:lnTo>
                    <a:pt x="144" y="76"/>
                  </a:lnTo>
                  <a:lnTo>
                    <a:pt x="142" y="76"/>
                  </a:lnTo>
                  <a:lnTo>
                    <a:pt x="136" y="79"/>
                  </a:lnTo>
                  <a:lnTo>
                    <a:pt x="134" y="78"/>
                  </a:lnTo>
                  <a:lnTo>
                    <a:pt x="131" y="78"/>
                  </a:lnTo>
                  <a:lnTo>
                    <a:pt x="131" y="79"/>
                  </a:lnTo>
                  <a:lnTo>
                    <a:pt x="131" y="84"/>
                  </a:lnTo>
                  <a:lnTo>
                    <a:pt x="129" y="84"/>
                  </a:lnTo>
                  <a:lnTo>
                    <a:pt x="129" y="87"/>
                  </a:lnTo>
                  <a:lnTo>
                    <a:pt x="127" y="88"/>
                  </a:lnTo>
                  <a:lnTo>
                    <a:pt x="124" y="88"/>
                  </a:lnTo>
                  <a:lnTo>
                    <a:pt x="121" y="88"/>
                  </a:lnTo>
                  <a:lnTo>
                    <a:pt x="123" y="87"/>
                  </a:lnTo>
                  <a:lnTo>
                    <a:pt x="120" y="84"/>
                  </a:lnTo>
                  <a:lnTo>
                    <a:pt x="120" y="83"/>
                  </a:lnTo>
                  <a:lnTo>
                    <a:pt x="123" y="80"/>
                  </a:lnTo>
                  <a:lnTo>
                    <a:pt x="124" y="78"/>
                  </a:lnTo>
                  <a:lnTo>
                    <a:pt x="124" y="76"/>
                  </a:lnTo>
                  <a:lnTo>
                    <a:pt x="121" y="76"/>
                  </a:lnTo>
                  <a:lnTo>
                    <a:pt x="119" y="78"/>
                  </a:lnTo>
                  <a:lnTo>
                    <a:pt x="119" y="79"/>
                  </a:lnTo>
                  <a:lnTo>
                    <a:pt x="115" y="79"/>
                  </a:lnTo>
                  <a:lnTo>
                    <a:pt x="112" y="78"/>
                  </a:lnTo>
                  <a:lnTo>
                    <a:pt x="108" y="76"/>
                  </a:lnTo>
                  <a:lnTo>
                    <a:pt x="107" y="76"/>
                  </a:lnTo>
                  <a:lnTo>
                    <a:pt x="102" y="83"/>
                  </a:lnTo>
                  <a:lnTo>
                    <a:pt x="100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8" y="86"/>
                  </a:lnTo>
                  <a:lnTo>
                    <a:pt x="94" y="87"/>
                  </a:lnTo>
                  <a:lnTo>
                    <a:pt x="83" y="88"/>
                  </a:lnTo>
                  <a:lnTo>
                    <a:pt x="80" y="86"/>
                  </a:lnTo>
                  <a:lnTo>
                    <a:pt x="77" y="80"/>
                  </a:lnTo>
                  <a:lnTo>
                    <a:pt x="74" y="80"/>
                  </a:lnTo>
                  <a:lnTo>
                    <a:pt x="69" y="78"/>
                  </a:lnTo>
                  <a:lnTo>
                    <a:pt x="65" y="78"/>
                  </a:lnTo>
                  <a:lnTo>
                    <a:pt x="59" y="78"/>
                  </a:lnTo>
                  <a:lnTo>
                    <a:pt x="59" y="80"/>
                  </a:lnTo>
                  <a:lnTo>
                    <a:pt x="59" y="82"/>
                  </a:lnTo>
                  <a:lnTo>
                    <a:pt x="59" y="84"/>
                  </a:lnTo>
                  <a:lnTo>
                    <a:pt x="58" y="86"/>
                  </a:lnTo>
                  <a:lnTo>
                    <a:pt x="57" y="84"/>
                  </a:lnTo>
                  <a:lnTo>
                    <a:pt x="55" y="86"/>
                  </a:lnTo>
                  <a:lnTo>
                    <a:pt x="53" y="86"/>
                  </a:lnTo>
                  <a:lnTo>
                    <a:pt x="52" y="87"/>
                  </a:lnTo>
                  <a:lnTo>
                    <a:pt x="49" y="87"/>
                  </a:lnTo>
                  <a:lnTo>
                    <a:pt x="46" y="86"/>
                  </a:lnTo>
                  <a:lnTo>
                    <a:pt x="45" y="87"/>
                  </a:lnTo>
                  <a:lnTo>
                    <a:pt x="42" y="84"/>
                  </a:lnTo>
                  <a:lnTo>
                    <a:pt x="42" y="83"/>
                  </a:lnTo>
                  <a:lnTo>
                    <a:pt x="41" y="82"/>
                  </a:lnTo>
                  <a:lnTo>
                    <a:pt x="42" y="80"/>
                  </a:lnTo>
                  <a:lnTo>
                    <a:pt x="42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37" y="79"/>
                  </a:lnTo>
                  <a:lnTo>
                    <a:pt x="36" y="79"/>
                  </a:lnTo>
                  <a:lnTo>
                    <a:pt x="34" y="78"/>
                  </a:lnTo>
                  <a:lnTo>
                    <a:pt x="33" y="78"/>
                  </a:lnTo>
                  <a:lnTo>
                    <a:pt x="30" y="79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79"/>
                  </a:lnTo>
                  <a:lnTo>
                    <a:pt x="28" y="79"/>
                  </a:lnTo>
                  <a:lnTo>
                    <a:pt x="25" y="79"/>
                  </a:lnTo>
                  <a:lnTo>
                    <a:pt x="23" y="80"/>
                  </a:lnTo>
                  <a:lnTo>
                    <a:pt x="21" y="79"/>
                  </a:lnTo>
                  <a:lnTo>
                    <a:pt x="23" y="79"/>
                  </a:lnTo>
                  <a:lnTo>
                    <a:pt x="27" y="79"/>
                  </a:lnTo>
                  <a:lnTo>
                    <a:pt x="29" y="78"/>
                  </a:lnTo>
                  <a:lnTo>
                    <a:pt x="30" y="76"/>
                  </a:lnTo>
                  <a:lnTo>
                    <a:pt x="30" y="75"/>
                  </a:lnTo>
                  <a:lnTo>
                    <a:pt x="25" y="75"/>
                  </a:lnTo>
                  <a:lnTo>
                    <a:pt x="21" y="76"/>
                  </a:lnTo>
                  <a:lnTo>
                    <a:pt x="20" y="76"/>
                  </a:lnTo>
                  <a:lnTo>
                    <a:pt x="21" y="75"/>
                  </a:lnTo>
                  <a:lnTo>
                    <a:pt x="23" y="75"/>
                  </a:lnTo>
                  <a:lnTo>
                    <a:pt x="24" y="74"/>
                  </a:lnTo>
                  <a:lnTo>
                    <a:pt x="21" y="70"/>
                  </a:lnTo>
                  <a:lnTo>
                    <a:pt x="19" y="70"/>
                  </a:lnTo>
                  <a:lnTo>
                    <a:pt x="19" y="68"/>
                  </a:lnTo>
                  <a:lnTo>
                    <a:pt x="17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5" y="62"/>
                  </a:lnTo>
                  <a:lnTo>
                    <a:pt x="12" y="59"/>
                  </a:lnTo>
                  <a:lnTo>
                    <a:pt x="12" y="61"/>
                  </a:lnTo>
                  <a:lnTo>
                    <a:pt x="9" y="59"/>
                  </a:lnTo>
                  <a:lnTo>
                    <a:pt x="9" y="58"/>
                  </a:lnTo>
                  <a:lnTo>
                    <a:pt x="11" y="57"/>
                  </a:lnTo>
                  <a:lnTo>
                    <a:pt x="9" y="54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2" y="55"/>
                  </a:lnTo>
                  <a:lnTo>
                    <a:pt x="13" y="55"/>
                  </a:lnTo>
                  <a:lnTo>
                    <a:pt x="15" y="54"/>
                  </a:lnTo>
                  <a:lnTo>
                    <a:pt x="16" y="53"/>
                  </a:lnTo>
                  <a:lnTo>
                    <a:pt x="15" y="53"/>
                  </a:lnTo>
                  <a:lnTo>
                    <a:pt x="13" y="51"/>
                  </a:lnTo>
                  <a:lnTo>
                    <a:pt x="16" y="50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5" y="47"/>
                  </a:lnTo>
                  <a:lnTo>
                    <a:pt x="15" y="46"/>
                  </a:lnTo>
                  <a:lnTo>
                    <a:pt x="13" y="43"/>
                  </a:lnTo>
                  <a:lnTo>
                    <a:pt x="13" y="42"/>
                  </a:lnTo>
                  <a:lnTo>
                    <a:pt x="16" y="40"/>
                  </a:lnTo>
                  <a:lnTo>
                    <a:pt x="13" y="40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7" y="41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4"/>
                  </a:lnTo>
                  <a:lnTo>
                    <a:pt x="7" y="32"/>
                  </a:lnTo>
                  <a:lnTo>
                    <a:pt x="8" y="30"/>
                  </a:lnTo>
                  <a:lnTo>
                    <a:pt x="13" y="26"/>
                  </a:lnTo>
                  <a:lnTo>
                    <a:pt x="16" y="26"/>
                  </a:lnTo>
                  <a:lnTo>
                    <a:pt x="19" y="28"/>
                  </a:lnTo>
                  <a:lnTo>
                    <a:pt x="21" y="28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5" y="28"/>
                  </a:lnTo>
                  <a:lnTo>
                    <a:pt x="28" y="26"/>
                  </a:lnTo>
                  <a:lnTo>
                    <a:pt x="30" y="28"/>
                  </a:lnTo>
                  <a:lnTo>
                    <a:pt x="36" y="28"/>
                  </a:lnTo>
                  <a:lnTo>
                    <a:pt x="38" y="28"/>
                  </a:lnTo>
                  <a:lnTo>
                    <a:pt x="37" y="26"/>
                  </a:lnTo>
                  <a:lnTo>
                    <a:pt x="34" y="26"/>
                  </a:lnTo>
                  <a:lnTo>
                    <a:pt x="34" y="25"/>
                  </a:lnTo>
                  <a:lnTo>
                    <a:pt x="36" y="24"/>
                  </a:lnTo>
                  <a:lnTo>
                    <a:pt x="40" y="22"/>
                  </a:lnTo>
                  <a:lnTo>
                    <a:pt x="45" y="22"/>
                  </a:lnTo>
                  <a:lnTo>
                    <a:pt x="45" y="21"/>
                  </a:lnTo>
                  <a:lnTo>
                    <a:pt x="42" y="20"/>
                  </a:lnTo>
                  <a:lnTo>
                    <a:pt x="40" y="20"/>
                  </a:lnTo>
                  <a:lnTo>
                    <a:pt x="37" y="17"/>
                  </a:lnTo>
                  <a:lnTo>
                    <a:pt x="37" y="15"/>
                  </a:lnTo>
                  <a:lnTo>
                    <a:pt x="41" y="15"/>
                  </a:lnTo>
                  <a:lnTo>
                    <a:pt x="42" y="15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50" y="13"/>
                  </a:lnTo>
                  <a:lnTo>
                    <a:pt x="52" y="13"/>
                  </a:lnTo>
                  <a:lnTo>
                    <a:pt x="58" y="16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3"/>
                  </a:lnTo>
                  <a:lnTo>
                    <a:pt x="65" y="11"/>
                  </a:lnTo>
                  <a:lnTo>
                    <a:pt x="66" y="11"/>
                  </a:lnTo>
                  <a:lnTo>
                    <a:pt x="67" y="8"/>
                  </a:lnTo>
                  <a:lnTo>
                    <a:pt x="70" y="8"/>
                  </a:lnTo>
                  <a:lnTo>
                    <a:pt x="71" y="5"/>
                  </a:lnTo>
                  <a:lnTo>
                    <a:pt x="75" y="5"/>
                  </a:lnTo>
                  <a:lnTo>
                    <a:pt x="78" y="4"/>
                  </a:lnTo>
                  <a:lnTo>
                    <a:pt x="83" y="3"/>
                  </a:lnTo>
                  <a:lnTo>
                    <a:pt x="86" y="1"/>
                  </a:lnTo>
                  <a:lnTo>
                    <a:pt x="92" y="1"/>
                  </a:lnTo>
                  <a:lnTo>
                    <a:pt x="94" y="1"/>
                  </a:lnTo>
                  <a:lnTo>
                    <a:pt x="96" y="1"/>
                  </a:lnTo>
                  <a:lnTo>
                    <a:pt x="100" y="1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7" name="Freeform 418">
              <a:extLst>
                <a:ext uri="{FF2B5EF4-FFF2-40B4-BE49-F238E27FC236}">
                  <a16:creationId xmlns:a16="http://schemas.microsoft.com/office/drawing/2014/main" id="{5F62BF55-CF98-4BC5-8B35-C8D6ED2BB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47" y="1660410"/>
              <a:ext cx="738950" cy="707101"/>
            </a:xfrm>
            <a:custGeom>
              <a:avLst/>
              <a:gdLst>
                <a:gd name="T0" fmla="*/ 48 w 116"/>
                <a:gd name="T1" fmla="*/ 0 h 111"/>
                <a:gd name="T2" fmla="*/ 55 w 116"/>
                <a:gd name="T3" fmla="*/ 0 h 111"/>
                <a:gd name="T4" fmla="*/ 57 w 116"/>
                <a:gd name="T5" fmla="*/ 4 h 111"/>
                <a:gd name="T6" fmla="*/ 62 w 116"/>
                <a:gd name="T7" fmla="*/ 4 h 111"/>
                <a:gd name="T8" fmla="*/ 65 w 116"/>
                <a:gd name="T9" fmla="*/ 7 h 111"/>
                <a:gd name="T10" fmla="*/ 66 w 116"/>
                <a:gd name="T11" fmla="*/ 12 h 111"/>
                <a:gd name="T12" fmla="*/ 69 w 116"/>
                <a:gd name="T13" fmla="*/ 15 h 111"/>
                <a:gd name="T14" fmla="*/ 73 w 116"/>
                <a:gd name="T15" fmla="*/ 19 h 111"/>
                <a:gd name="T16" fmla="*/ 78 w 116"/>
                <a:gd name="T17" fmla="*/ 21 h 111"/>
                <a:gd name="T18" fmla="*/ 82 w 116"/>
                <a:gd name="T19" fmla="*/ 21 h 111"/>
                <a:gd name="T20" fmla="*/ 84 w 116"/>
                <a:gd name="T21" fmla="*/ 23 h 111"/>
                <a:gd name="T22" fmla="*/ 82 w 116"/>
                <a:gd name="T23" fmla="*/ 24 h 111"/>
                <a:gd name="T24" fmla="*/ 81 w 116"/>
                <a:gd name="T25" fmla="*/ 27 h 111"/>
                <a:gd name="T26" fmla="*/ 82 w 116"/>
                <a:gd name="T27" fmla="*/ 32 h 111"/>
                <a:gd name="T28" fmla="*/ 78 w 116"/>
                <a:gd name="T29" fmla="*/ 32 h 111"/>
                <a:gd name="T30" fmla="*/ 77 w 116"/>
                <a:gd name="T31" fmla="*/ 37 h 111"/>
                <a:gd name="T32" fmla="*/ 77 w 116"/>
                <a:gd name="T33" fmla="*/ 44 h 111"/>
                <a:gd name="T34" fmla="*/ 75 w 116"/>
                <a:gd name="T35" fmla="*/ 45 h 111"/>
                <a:gd name="T36" fmla="*/ 78 w 116"/>
                <a:gd name="T37" fmla="*/ 48 h 111"/>
                <a:gd name="T38" fmla="*/ 82 w 116"/>
                <a:gd name="T39" fmla="*/ 49 h 111"/>
                <a:gd name="T40" fmla="*/ 84 w 116"/>
                <a:gd name="T41" fmla="*/ 53 h 111"/>
                <a:gd name="T42" fmla="*/ 84 w 116"/>
                <a:gd name="T43" fmla="*/ 57 h 111"/>
                <a:gd name="T44" fmla="*/ 86 w 116"/>
                <a:gd name="T45" fmla="*/ 61 h 111"/>
                <a:gd name="T46" fmla="*/ 90 w 116"/>
                <a:gd name="T47" fmla="*/ 59 h 111"/>
                <a:gd name="T48" fmla="*/ 99 w 116"/>
                <a:gd name="T49" fmla="*/ 65 h 111"/>
                <a:gd name="T50" fmla="*/ 103 w 116"/>
                <a:gd name="T51" fmla="*/ 70 h 111"/>
                <a:gd name="T52" fmla="*/ 108 w 116"/>
                <a:gd name="T53" fmla="*/ 77 h 111"/>
                <a:gd name="T54" fmla="*/ 106 w 116"/>
                <a:gd name="T55" fmla="*/ 82 h 111"/>
                <a:gd name="T56" fmla="*/ 109 w 116"/>
                <a:gd name="T57" fmla="*/ 84 h 111"/>
                <a:gd name="T58" fmla="*/ 112 w 116"/>
                <a:gd name="T59" fmla="*/ 94 h 111"/>
                <a:gd name="T60" fmla="*/ 116 w 116"/>
                <a:gd name="T61" fmla="*/ 95 h 111"/>
                <a:gd name="T62" fmla="*/ 113 w 116"/>
                <a:gd name="T63" fmla="*/ 99 h 111"/>
                <a:gd name="T64" fmla="*/ 109 w 116"/>
                <a:gd name="T65" fmla="*/ 99 h 111"/>
                <a:gd name="T66" fmla="*/ 100 w 116"/>
                <a:gd name="T67" fmla="*/ 100 h 111"/>
                <a:gd name="T68" fmla="*/ 95 w 116"/>
                <a:gd name="T69" fmla="*/ 111 h 111"/>
                <a:gd name="T70" fmla="*/ 17 w 116"/>
                <a:gd name="T71" fmla="*/ 71 h 111"/>
                <a:gd name="T72" fmla="*/ 2 w 116"/>
                <a:gd name="T73" fmla="*/ 55 h 111"/>
                <a:gd name="T74" fmla="*/ 2 w 116"/>
                <a:gd name="T75" fmla="*/ 55 h 111"/>
                <a:gd name="T76" fmla="*/ 23 w 116"/>
                <a:gd name="T77" fmla="*/ 38 h 111"/>
                <a:gd name="T78" fmla="*/ 25 w 116"/>
                <a:gd name="T79" fmla="*/ 32 h 111"/>
                <a:gd name="T80" fmla="*/ 27 w 116"/>
                <a:gd name="T81" fmla="*/ 27 h 111"/>
                <a:gd name="T82" fmla="*/ 24 w 116"/>
                <a:gd name="T83" fmla="*/ 19 h 111"/>
                <a:gd name="T84" fmla="*/ 27 w 116"/>
                <a:gd name="T85" fmla="*/ 11 h 111"/>
                <a:gd name="T86" fmla="*/ 33 w 116"/>
                <a:gd name="T87" fmla="*/ 7 h 111"/>
                <a:gd name="T88" fmla="*/ 36 w 116"/>
                <a:gd name="T89" fmla="*/ 4 h 111"/>
                <a:gd name="T90" fmla="*/ 38 w 116"/>
                <a:gd name="T91" fmla="*/ 1 h 111"/>
                <a:gd name="T92" fmla="*/ 44 w 116"/>
                <a:gd name="T9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6" h="111">
                  <a:moveTo>
                    <a:pt x="44" y="0"/>
                  </a:moveTo>
                  <a:lnTo>
                    <a:pt x="48" y="0"/>
                  </a:lnTo>
                  <a:lnTo>
                    <a:pt x="52" y="1"/>
                  </a:lnTo>
                  <a:lnTo>
                    <a:pt x="55" y="0"/>
                  </a:lnTo>
                  <a:lnTo>
                    <a:pt x="57" y="1"/>
                  </a:lnTo>
                  <a:lnTo>
                    <a:pt x="57" y="4"/>
                  </a:lnTo>
                  <a:lnTo>
                    <a:pt x="58" y="5"/>
                  </a:lnTo>
                  <a:lnTo>
                    <a:pt x="62" y="4"/>
                  </a:lnTo>
                  <a:lnTo>
                    <a:pt x="63" y="4"/>
                  </a:lnTo>
                  <a:lnTo>
                    <a:pt x="65" y="7"/>
                  </a:lnTo>
                  <a:lnTo>
                    <a:pt x="65" y="9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9" y="15"/>
                  </a:lnTo>
                  <a:lnTo>
                    <a:pt x="70" y="17"/>
                  </a:lnTo>
                  <a:lnTo>
                    <a:pt x="73" y="19"/>
                  </a:lnTo>
                  <a:lnTo>
                    <a:pt x="74" y="19"/>
                  </a:lnTo>
                  <a:lnTo>
                    <a:pt x="78" y="21"/>
                  </a:lnTo>
                  <a:lnTo>
                    <a:pt x="79" y="21"/>
                  </a:lnTo>
                  <a:lnTo>
                    <a:pt x="82" y="21"/>
                  </a:lnTo>
                  <a:lnTo>
                    <a:pt x="83" y="21"/>
                  </a:lnTo>
                  <a:lnTo>
                    <a:pt x="84" y="23"/>
                  </a:lnTo>
                  <a:lnTo>
                    <a:pt x="84" y="23"/>
                  </a:lnTo>
                  <a:lnTo>
                    <a:pt x="82" y="24"/>
                  </a:lnTo>
                  <a:lnTo>
                    <a:pt x="81" y="24"/>
                  </a:lnTo>
                  <a:lnTo>
                    <a:pt x="81" y="27"/>
                  </a:lnTo>
                  <a:lnTo>
                    <a:pt x="82" y="28"/>
                  </a:lnTo>
                  <a:lnTo>
                    <a:pt x="82" y="32"/>
                  </a:lnTo>
                  <a:lnTo>
                    <a:pt x="81" y="33"/>
                  </a:lnTo>
                  <a:lnTo>
                    <a:pt x="78" y="32"/>
                  </a:lnTo>
                  <a:lnTo>
                    <a:pt x="78" y="36"/>
                  </a:lnTo>
                  <a:lnTo>
                    <a:pt x="77" y="37"/>
                  </a:lnTo>
                  <a:lnTo>
                    <a:pt x="77" y="41"/>
                  </a:lnTo>
                  <a:lnTo>
                    <a:pt x="77" y="44"/>
                  </a:lnTo>
                  <a:lnTo>
                    <a:pt x="77" y="45"/>
                  </a:lnTo>
                  <a:lnTo>
                    <a:pt x="75" y="45"/>
                  </a:lnTo>
                  <a:lnTo>
                    <a:pt x="75" y="48"/>
                  </a:lnTo>
                  <a:lnTo>
                    <a:pt x="78" y="48"/>
                  </a:lnTo>
                  <a:lnTo>
                    <a:pt x="79" y="49"/>
                  </a:lnTo>
                  <a:lnTo>
                    <a:pt x="82" y="49"/>
                  </a:lnTo>
                  <a:lnTo>
                    <a:pt x="82" y="52"/>
                  </a:lnTo>
                  <a:lnTo>
                    <a:pt x="84" y="53"/>
                  </a:lnTo>
                  <a:lnTo>
                    <a:pt x="83" y="55"/>
                  </a:lnTo>
                  <a:lnTo>
                    <a:pt x="84" y="57"/>
                  </a:lnTo>
                  <a:lnTo>
                    <a:pt x="83" y="58"/>
                  </a:lnTo>
                  <a:lnTo>
                    <a:pt x="86" y="61"/>
                  </a:lnTo>
                  <a:lnTo>
                    <a:pt x="87" y="59"/>
                  </a:lnTo>
                  <a:lnTo>
                    <a:pt x="90" y="59"/>
                  </a:lnTo>
                  <a:lnTo>
                    <a:pt x="98" y="65"/>
                  </a:lnTo>
                  <a:lnTo>
                    <a:pt x="99" y="65"/>
                  </a:lnTo>
                  <a:lnTo>
                    <a:pt x="100" y="66"/>
                  </a:lnTo>
                  <a:lnTo>
                    <a:pt x="103" y="70"/>
                  </a:lnTo>
                  <a:lnTo>
                    <a:pt x="106" y="71"/>
                  </a:lnTo>
                  <a:lnTo>
                    <a:pt x="108" y="77"/>
                  </a:lnTo>
                  <a:lnTo>
                    <a:pt x="106" y="78"/>
                  </a:lnTo>
                  <a:lnTo>
                    <a:pt x="106" y="82"/>
                  </a:lnTo>
                  <a:lnTo>
                    <a:pt x="106" y="84"/>
                  </a:lnTo>
                  <a:lnTo>
                    <a:pt x="109" y="84"/>
                  </a:lnTo>
                  <a:lnTo>
                    <a:pt x="111" y="92"/>
                  </a:lnTo>
                  <a:lnTo>
                    <a:pt x="112" y="94"/>
                  </a:lnTo>
                  <a:lnTo>
                    <a:pt x="115" y="95"/>
                  </a:lnTo>
                  <a:lnTo>
                    <a:pt x="116" y="95"/>
                  </a:lnTo>
                  <a:lnTo>
                    <a:pt x="115" y="96"/>
                  </a:lnTo>
                  <a:lnTo>
                    <a:pt x="113" y="99"/>
                  </a:lnTo>
                  <a:lnTo>
                    <a:pt x="112" y="98"/>
                  </a:lnTo>
                  <a:lnTo>
                    <a:pt x="109" y="99"/>
                  </a:lnTo>
                  <a:lnTo>
                    <a:pt x="106" y="98"/>
                  </a:lnTo>
                  <a:lnTo>
                    <a:pt x="100" y="100"/>
                  </a:lnTo>
                  <a:lnTo>
                    <a:pt x="98" y="105"/>
                  </a:lnTo>
                  <a:lnTo>
                    <a:pt x="95" y="111"/>
                  </a:lnTo>
                  <a:lnTo>
                    <a:pt x="73" y="111"/>
                  </a:lnTo>
                  <a:lnTo>
                    <a:pt x="17" y="71"/>
                  </a:lnTo>
                  <a:lnTo>
                    <a:pt x="7" y="71"/>
                  </a:lnTo>
                  <a:lnTo>
                    <a:pt x="2" y="55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3" y="40"/>
                  </a:lnTo>
                  <a:lnTo>
                    <a:pt x="23" y="38"/>
                  </a:lnTo>
                  <a:lnTo>
                    <a:pt x="25" y="36"/>
                  </a:lnTo>
                  <a:lnTo>
                    <a:pt x="25" y="32"/>
                  </a:lnTo>
                  <a:lnTo>
                    <a:pt x="24" y="30"/>
                  </a:lnTo>
                  <a:lnTo>
                    <a:pt x="27" y="27"/>
                  </a:lnTo>
                  <a:lnTo>
                    <a:pt x="27" y="23"/>
                  </a:lnTo>
                  <a:lnTo>
                    <a:pt x="24" y="19"/>
                  </a:lnTo>
                  <a:lnTo>
                    <a:pt x="24" y="15"/>
                  </a:lnTo>
                  <a:lnTo>
                    <a:pt x="27" y="11"/>
                  </a:lnTo>
                  <a:lnTo>
                    <a:pt x="32" y="9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8" y="1"/>
                  </a:lnTo>
                  <a:lnTo>
                    <a:pt x="42" y="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8" name="Freeform 419">
              <a:extLst>
                <a:ext uri="{FF2B5EF4-FFF2-40B4-BE49-F238E27FC236}">
                  <a16:creationId xmlns:a16="http://schemas.microsoft.com/office/drawing/2014/main" id="{ACB96055-73F0-4692-AFFD-5C86EB204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123" y="2284697"/>
              <a:ext cx="133776" cy="133776"/>
            </a:xfrm>
            <a:custGeom>
              <a:avLst/>
              <a:gdLst>
                <a:gd name="T0" fmla="*/ 11 w 21"/>
                <a:gd name="T1" fmla="*/ 0 h 21"/>
                <a:gd name="T2" fmla="*/ 14 w 21"/>
                <a:gd name="T3" fmla="*/ 1 h 21"/>
                <a:gd name="T4" fmla="*/ 17 w 21"/>
                <a:gd name="T5" fmla="*/ 0 h 21"/>
                <a:gd name="T6" fmla="*/ 18 w 21"/>
                <a:gd name="T7" fmla="*/ 1 h 21"/>
                <a:gd name="T8" fmla="*/ 18 w 21"/>
                <a:gd name="T9" fmla="*/ 1 h 21"/>
                <a:gd name="T10" fmla="*/ 20 w 21"/>
                <a:gd name="T11" fmla="*/ 6 h 21"/>
                <a:gd name="T12" fmla="*/ 13 w 21"/>
                <a:gd name="T13" fmla="*/ 7 h 21"/>
                <a:gd name="T14" fmla="*/ 17 w 21"/>
                <a:gd name="T15" fmla="*/ 11 h 21"/>
                <a:gd name="T16" fmla="*/ 18 w 21"/>
                <a:gd name="T17" fmla="*/ 10 h 21"/>
                <a:gd name="T18" fmla="*/ 18 w 21"/>
                <a:gd name="T19" fmla="*/ 11 h 21"/>
                <a:gd name="T20" fmla="*/ 18 w 21"/>
                <a:gd name="T21" fmla="*/ 14 h 21"/>
                <a:gd name="T22" fmla="*/ 20 w 21"/>
                <a:gd name="T23" fmla="*/ 15 h 21"/>
                <a:gd name="T24" fmla="*/ 20 w 21"/>
                <a:gd name="T25" fmla="*/ 15 h 21"/>
                <a:gd name="T26" fmla="*/ 20 w 21"/>
                <a:gd name="T27" fmla="*/ 15 h 21"/>
                <a:gd name="T28" fmla="*/ 21 w 21"/>
                <a:gd name="T29" fmla="*/ 17 h 21"/>
                <a:gd name="T30" fmla="*/ 13 w 21"/>
                <a:gd name="T31" fmla="*/ 21 h 21"/>
                <a:gd name="T32" fmla="*/ 13 w 21"/>
                <a:gd name="T33" fmla="*/ 17 h 21"/>
                <a:gd name="T34" fmla="*/ 1 w 21"/>
                <a:gd name="T35" fmla="*/ 13 h 21"/>
                <a:gd name="T36" fmla="*/ 0 w 21"/>
                <a:gd name="T37" fmla="*/ 13 h 21"/>
                <a:gd name="T38" fmla="*/ 3 w 21"/>
                <a:gd name="T39" fmla="*/ 7 h 21"/>
                <a:gd name="T40" fmla="*/ 5 w 21"/>
                <a:gd name="T41" fmla="*/ 2 h 21"/>
                <a:gd name="T42" fmla="*/ 11 w 21"/>
                <a:gd name="T4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" h="21">
                  <a:moveTo>
                    <a:pt x="11" y="0"/>
                  </a:moveTo>
                  <a:lnTo>
                    <a:pt x="14" y="1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6"/>
                  </a:lnTo>
                  <a:lnTo>
                    <a:pt x="13" y="7"/>
                  </a:lnTo>
                  <a:lnTo>
                    <a:pt x="17" y="11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8" y="14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7"/>
                  </a:lnTo>
                  <a:lnTo>
                    <a:pt x="13" y="21"/>
                  </a:lnTo>
                  <a:lnTo>
                    <a:pt x="13" y="17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3" y="7"/>
                  </a:lnTo>
                  <a:lnTo>
                    <a:pt x="5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9" name="Freeform 420">
              <a:extLst>
                <a:ext uri="{FF2B5EF4-FFF2-40B4-BE49-F238E27FC236}">
                  <a16:creationId xmlns:a16="http://schemas.microsoft.com/office/drawing/2014/main" id="{6752BAC1-2A67-40B7-BA22-0F88AE93D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-159195" y="1832405"/>
              <a:ext cx="159258" cy="89182"/>
            </a:xfrm>
            <a:custGeom>
              <a:avLst/>
              <a:gdLst>
                <a:gd name="T0" fmla="*/ 25 w 25"/>
                <a:gd name="T1" fmla="*/ 0 h 14"/>
                <a:gd name="T2" fmla="*/ 25 w 25"/>
                <a:gd name="T3" fmla="*/ 0 h 14"/>
                <a:gd name="T4" fmla="*/ 25 w 25"/>
                <a:gd name="T5" fmla="*/ 1 h 14"/>
                <a:gd name="T6" fmla="*/ 21 w 25"/>
                <a:gd name="T7" fmla="*/ 2 h 14"/>
                <a:gd name="T8" fmla="*/ 18 w 25"/>
                <a:gd name="T9" fmla="*/ 5 h 14"/>
                <a:gd name="T10" fmla="*/ 20 w 25"/>
                <a:gd name="T11" fmla="*/ 7 h 14"/>
                <a:gd name="T12" fmla="*/ 20 w 25"/>
                <a:gd name="T13" fmla="*/ 10 h 14"/>
                <a:gd name="T14" fmla="*/ 17 w 25"/>
                <a:gd name="T15" fmla="*/ 9 h 14"/>
                <a:gd name="T16" fmla="*/ 14 w 25"/>
                <a:gd name="T17" fmla="*/ 10 h 14"/>
                <a:gd name="T18" fmla="*/ 12 w 25"/>
                <a:gd name="T19" fmla="*/ 13 h 14"/>
                <a:gd name="T20" fmla="*/ 9 w 25"/>
                <a:gd name="T21" fmla="*/ 13 h 14"/>
                <a:gd name="T22" fmla="*/ 8 w 25"/>
                <a:gd name="T23" fmla="*/ 14 h 14"/>
                <a:gd name="T24" fmla="*/ 6 w 25"/>
                <a:gd name="T25" fmla="*/ 13 h 14"/>
                <a:gd name="T26" fmla="*/ 4 w 25"/>
                <a:gd name="T27" fmla="*/ 14 h 14"/>
                <a:gd name="T28" fmla="*/ 1 w 25"/>
                <a:gd name="T29" fmla="*/ 11 h 14"/>
                <a:gd name="T30" fmla="*/ 0 w 25"/>
                <a:gd name="T31" fmla="*/ 10 h 14"/>
                <a:gd name="T32" fmla="*/ 0 w 25"/>
                <a:gd name="T33" fmla="*/ 7 h 14"/>
                <a:gd name="T34" fmla="*/ 1 w 25"/>
                <a:gd name="T35" fmla="*/ 6 h 14"/>
                <a:gd name="T36" fmla="*/ 2 w 25"/>
                <a:gd name="T37" fmla="*/ 5 h 14"/>
                <a:gd name="T38" fmla="*/ 4 w 25"/>
                <a:gd name="T39" fmla="*/ 6 h 14"/>
                <a:gd name="T40" fmla="*/ 6 w 25"/>
                <a:gd name="T41" fmla="*/ 5 h 14"/>
                <a:gd name="T42" fmla="*/ 6 w 25"/>
                <a:gd name="T43" fmla="*/ 3 h 14"/>
                <a:gd name="T44" fmla="*/ 6 w 25"/>
                <a:gd name="T45" fmla="*/ 2 h 14"/>
                <a:gd name="T46" fmla="*/ 9 w 25"/>
                <a:gd name="T47" fmla="*/ 2 h 14"/>
                <a:gd name="T48" fmla="*/ 12 w 25"/>
                <a:gd name="T49" fmla="*/ 3 h 14"/>
                <a:gd name="T50" fmla="*/ 14 w 25"/>
                <a:gd name="T51" fmla="*/ 3 h 14"/>
                <a:gd name="T52" fmla="*/ 20 w 25"/>
                <a:gd name="T53" fmla="*/ 1 h 14"/>
                <a:gd name="T54" fmla="*/ 24 w 25"/>
                <a:gd name="T55" fmla="*/ 0 h 14"/>
                <a:gd name="T56" fmla="*/ 25 w 25"/>
                <a:gd name="T5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" h="14">
                  <a:moveTo>
                    <a:pt x="25" y="0"/>
                  </a:moveTo>
                  <a:lnTo>
                    <a:pt x="25" y="0"/>
                  </a:lnTo>
                  <a:lnTo>
                    <a:pt x="25" y="1"/>
                  </a:lnTo>
                  <a:lnTo>
                    <a:pt x="21" y="2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17" y="9"/>
                  </a:lnTo>
                  <a:lnTo>
                    <a:pt x="14" y="10"/>
                  </a:lnTo>
                  <a:lnTo>
                    <a:pt x="12" y="13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1" y="11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6"/>
                  </a:lnTo>
                  <a:lnTo>
                    <a:pt x="2" y="5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20" y="1"/>
                  </a:lnTo>
                  <a:lnTo>
                    <a:pt x="24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0" name="Freeform 421">
              <a:extLst>
                <a:ext uri="{FF2B5EF4-FFF2-40B4-BE49-F238E27FC236}">
                  <a16:creationId xmlns:a16="http://schemas.microsoft.com/office/drawing/2014/main" id="{8390C5DD-435A-4717-83E8-139A6004C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75" y="1679517"/>
              <a:ext cx="471400" cy="426811"/>
            </a:xfrm>
            <a:custGeom>
              <a:avLst/>
              <a:gdLst>
                <a:gd name="T0" fmla="*/ 74 w 74"/>
                <a:gd name="T1" fmla="*/ 1 h 67"/>
                <a:gd name="T2" fmla="*/ 71 w 74"/>
                <a:gd name="T3" fmla="*/ 4 h 67"/>
                <a:gd name="T4" fmla="*/ 65 w 74"/>
                <a:gd name="T5" fmla="*/ 8 h 67"/>
                <a:gd name="T6" fmla="*/ 62 w 74"/>
                <a:gd name="T7" fmla="*/ 16 h 67"/>
                <a:gd name="T8" fmla="*/ 65 w 74"/>
                <a:gd name="T9" fmla="*/ 24 h 67"/>
                <a:gd name="T10" fmla="*/ 63 w 74"/>
                <a:gd name="T11" fmla="*/ 29 h 67"/>
                <a:gd name="T12" fmla="*/ 61 w 74"/>
                <a:gd name="T13" fmla="*/ 35 h 67"/>
                <a:gd name="T14" fmla="*/ 40 w 74"/>
                <a:gd name="T15" fmla="*/ 52 h 67"/>
                <a:gd name="T16" fmla="*/ 16 w 74"/>
                <a:gd name="T17" fmla="*/ 67 h 67"/>
                <a:gd name="T18" fmla="*/ 13 w 74"/>
                <a:gd name="T19" fmla="*/ 66 h 67"/>
                <a:gd name="T20" fmla="*/ 7 w 74"/>
                <a:gd name="T21" fmla="*/ 62 h 67"/>
                <a:gd name="T22" fmla="*/ 7 w 74"/>
                <a:gd name="T23" fmla="*/ 60 h 67"/>
                <a:gd name="T24" fmla="*/ 4 w 74"/>
                <a:gd name="T25" fmla="*/ 54 h 67"/>
                <a:gd name="T26" fmla="*/ 4 w 74"/>
                <a:gd name="T27" fmla="*/ 54 h 67"/>
                <a:gd name="T28" fmla="*/ 7 w 74"/>
                <a:gd name="T29" fmla="*/ 47 h 67"/>
                <a:gd name="T30" fmla="*/ 11 w 74"/>
                <a:gd name="T31" fmla="*/ 46 h 67"/>
                <a:gd name="T32" fmla="*/ 11 w 74"/>
                <a:gd name="T33" fmla="*/ 43 h 67"/>
                <a:gd name="T34" fmla="*/ 9 w 74"/>
                <a:gd name="T35" fmla="*/ 39 h 67"/>
                <a:gd name="T36" fmla="*/ 3 w 74"/>
                <a:gd name="T37" fmla="*/ 37 h 67"/>
                <a:gd name="T38" fmla="*/ 4 w 74"/>
                <a:gd name="T39" fmla="*/ 30 h 67"/>
                <a:gd name="T40" fmla="*/ 0 w 74"/>
                <a:gd name="T41" fmla="*/ 22 h 67"/>
                <a:gd name="T42" fmla="*/ 1 w 74"/>
                <a:gd name="T43" fmla="*/ 18 h 67"/>
                <a:gd name="T44" fmla="*/ 4 w 74"/>
                <a:gd name="T45" fmla="*/ 18 h 67"/>
                <a:gd name="T46" fmla="*/ 9 w 74"/>
                <a:gd name="T47" fmla="*/ 17 h 67"/>
                <a:gd name="T48" fmla="*/ 11 w 74"/>
                <a:gd name="T49" fmla="*/ 14 h 67"/>
                <a:gd name="T50" fmla="*/ 11 w 74"/>
                <a:gd name="T51" fmla="*/ 8 h 67"/>
                <a:gd name="T52" fmla="*/ 16 w 74"/>
                <a:gd name="T53" fmla="*/ 9 h 67"/>
                <a:gd name="T54" fmla="*/ 24 w 74"/>
                <a:gd name="T55" fmla="*/ 6 h 67"/>
                <a:gd name="T56" fmla="*/ 32 w 74"/>
                <a:gd name="T57" fmla="*/ 5 h 67"/>
                <a:gd name="T58" fmla="*/ 34 w 74"/>
                <a:gd name="T59" fmla="*/ 6 h 67"/>
                <a:gd name="T60" fmla="*/ 43 w 74"/>
                <a:gd name="T61" fmla="*/ 8 h 67"/>
                <a:gd name="T62" fmla="*/ 47 w 74"/>
                <a:gd name="T63" fmla="*/ 5 h 67"/>
                <a:gd name="T64" fmla="*/ 54 w 74"/>
                <a:gd name="T65" fmla="*/ 2 h 67"/>
                <a:gd name="T66" fmla="*/ 59 w 74"/>
                <a:gd name="T67" fmla="*/ 2 h 67"/>
                <a:gd name="T68" fmla="*/ 70 w 74"/>
                <a:gd name="T69" fmla="*/ 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" h="67">
                  <a:moveTo>
                    <a:pt x="72" y="0"/>
                  </a:moveTo>
                  <a:lnTo>
                    <a:pt x="74" y="1"/>
                  </a:lnTo>
                  <a:lnTo>
                    <a:pt x="72" y="4"/>
                  </a:lnTo>
                  <a:lnTo>
                    <a:pt x="71" y="4"/>
                  </a:lnTo>
                  <a:lnTo>
                    <a:pt x="70" y="6"/>
                  </a:lnTo>
                  <a:lnTo>
                    <a:pt x="65" y="8"/>
                  </a:lnTo>
                  <a:lnTo>
                    <a:pt x="62" y="12"/>
                  </a:lnTo>
                  <a:lnTo>
                    <a:pt x="62" y="16"/>
                  </a:lnTo>
                  <a:lnTo>
                    <a:pt x="65" y="20"/>
                  </a:lnTo>
                  <a:lnTo>
                    <a:pt x="65" y="24"/>
                  </a:lnTo>
                  <a:lnTo>
                    <a:pt x="62" y="27"/>
                  </a:lnTo>
                  <a:lnTo>
                    <a:pt x="63" y="29"/>
                  </a:lnTo>
                  <a:lnTo>
                    <a:pt x="63" y="33"/>
                  </a:lnTo>
                  <a:lnTo>
                    <a:pt x="61" y="35"/>
                  </a:lnTo>
                  <a:lnTo>
                    <a:pt x="61" y="37"/>
                  </a:lnTo>
                  <a:lnTo>
                    <a:pt x="40" y="52"/>
                  </a:lnTo>
                  <a:lnTo>
                    <a:pt x="38" y="52"/>
                  </a:lnTo>
                  <a:lnTo>
                    <a:pt x="16" y="67"/>
                  </a:lnTo>
                  <a:lnTo>
                    <a:pt x="14" y="66"/>
                  </a:lnTo>
                  <a:lnTo>
                    <a:pt x="13" y="66"/>
                  </a:lnTo>
                  <a:lnTo>
                    <a:pt x="11" y="64"/>
                  </a:lnTo>
                  <a:lnTo>
                    <a:pt x="7" y="62"/>
                  </a:lnTo>
                  <a:lnTo>
                    <a:pt x="5" y="62"/>
                  </a:lnTo>
                  <a:lnTo>
                    <a:pt x="7" y="60"/>
                  </a:lnTo>
                  <a:lnTo>
                    <a:pt x="7" y="56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5" y="51"/>
                  </a:lnTo>
                  <a:lnTo>
                    <a:pt x="7" y="47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9" y="39"/>
                  </a:lnTo>
                  <a:lnTo>
                    <a:pt x="8" y="37"/>
                  </a:lnTo>
                  <a:lnTo>
                    <a:pt x="3" y="37"/>
                  </a:lnTo>
                  <a:lnTo>
                    <a:pt x="3" y="33"/>
                  </a:lnTo>
                  <a:lnTo>
                    <a:pt x="4" y="30"/>
                  </a:lnTo>
                  <a:lnTo>
                    <a:pt x="3" y="26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4" y="18"/>
                  </a:lnTo>
                  <a:lnTo>
                    <a:pt x="7" y="18"/>
                  </a:lnTo>
                  <a:lnTo>
                    <a:pt x="9" y="17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4" y="8"/>
                  </a:lnTo>
                  <a:lnTo>
                    <a:pt x="16" y="9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5" y="5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8" y="8"/>
                  </a:lnTo>
                  <a:lnTo>
                    <a:pt x="43" y="8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9" y="4"/>
                  </a:lnTo>
                  <a:lnTo>
                    <a:pt x="54" y="2"/>
                  </a:lnTo>
                  <a:lnTo>
                    <a:pt x="57" y="2"/>
                  </a:lnTo>
                  <a:lnTo>
                    <a:pt x="59" y="2"/>
                  </a:lnTo>
                  <a:lnTo>
                    <a:pt x="65" y="2"/>
                  </a:lnTo>
                  <a:lnTo>
                    <a:pt x="70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1" name="Freeform 422">
              <a:extLst>
                <a:ext uri="{FF2B5EF4-FFF2-40B4-BE49-F238E27FC236}">
                  <a16:creationId xmlns:a16="http://schemas.microsoft.com/office/drawing/2014/main" id="{0427136D-C6CF-4086-95FC-371CE86E8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-6309" y="2023512"/>
              <a:ext cx="114664" cy="324886"/>
            </a:xfrm>
            <a:custGeom>
              <a:avLst/>
              <a:gdLst>
                <a:gd name="T0" fmla="*/ 18 w 18"/>
                <a:gd name="T1" fmla="*/ 0 h 51"/>
                <a:gd name="T2" fmla="*/ 17 w 18"/>
                <a:gd name="T3" fmla="*/ 1 h 51"/>
                <a:gd name="T4" fmla="*/ 17 w 18"/>
                <a:gd name="T5" fmla="*/ 4 h 51"/>
                <a:gd name="T6" fmla="*/ 15 w 18"/>
                <a:gd name="T7" fmla="*/ 8 h 51"/>
                <a:gd name="T8" fmla="*/ 17 w 18"/>
                <a:gd name="T9" fmla="*/ 9 h 51"/>
                <a:gd name="T10" fmla="*/ 17 w 18"/>
                <a:gd name="T11" fmla="*/ 10 h 51"/>
                <a:gd name="T12" fmla="*/ 17 w 18"/>
                <a:gd name="T13" fmla="*/ 10 h 51"/>
                <a:gd name="T14" fmla="*/ 17 w 18"/>
                <a:gd name="T15" fmla="*/ 12 h 51"/>
                <a:gd name="T16" fmla="*/ 15 w 18"/>
                <a:gd name="T17" fmla="*/ 13 h 51"/>
                <a:gd name="T18" fmla="*/ 14 w 18"/>
                <a:gd name="T19" fmla="*/ 13 h 51"/>
                <a:gd name="T20" fmla="*/ 14 w 18"/>
                <a:gd name="T21" fmla="*/ 12 h 51"/>
                <a:gd name="T22" fmla="*/ 10 w 18"/>
                <a:gd name="T23" fmla="*/ 12 h 51"/>
                <a:gd name="T24" fmla="*/ 10 w 18"/>
                <a:gd name="T25" fmla="*/ 14 h 51"/>
                <a:gd name="T26" fmla="*/ 11 w 18"/>
                <a:gd name="T27" fmla="*/ 16 h 51"/>
                <a:gd name="T28" fmla="*/ 11 w 18"/>
                <a:gd name="T29" fmla="*/ 21 h 51"/>
                <a:gd name="T30" fmla="*/ 10 w 18"/>
                <a:gd name="T31" fmla="*/ 25 h 51"/>
                <a:gd name="T32" fmla="*/ 11 w 18"/>
                <a:gd name="T33" fmla="*/ 26 h 51"/>
                <a:gd name="T34" fmla="*/ 14 w 18"/>
                <a:gd name="T35" fmla="*/ 25 h 51"/>
                <a:gd name="T36" fmla="*/ 15 w 18"/>
                <a:gd name="T37" fmla="*/ 25 h 51"/>
                <a:gd name="T38" fmla="*/ 15 w 18"/>
                <a:gd name="T39" fmla="*/ 25 h 51"/>
                <a:gd name="T40" fmla="*/ 15 w 18"/>
                <a:gd name="T41" fmla="*/ 30 h 51"/>
                <a:gd name="T42" fmla="*/ 15 w 18"/>
                <a:gd name="T43" fmla="*/ 31 h 51"/>
                <a:gd name="T44" fmla="*/ 15 w 18"/>
                <a:gd name="T45" fmla="*/ 34 h 51"/>
                <a:gd name="T46" fmla="*/ 15 w 18"/>
                <a:gd name="T47" fmla="*/ 37 h 51"/>
                <a:gd name="T48" fmla="*/ 14 w 18"/>
                <a:gd name="T49" fmla="*/ 37 h 51"/>
                <a:gd name="T50" fmla="*/ 14 w 18"/>
                <a:gd name="T51" fmla="*/ 41 h 51"/>
                <a:gd name="T52" fmla="*/ 13 w 18"/>
                <a:gd name="T53" fmla="*/ 43 h 51"/>
                <a:gd name="T54" fmla="*/ 13 w 18"/>
                <a:gd name="T55" fmla="*/ 46 h 51"/>
                <a:gd name="T56" fmla="*/ 13 w 18"/>
                <a:gd name="T57" fmla="*/ 47 h 51"/>
                <a:gd name="T58" fmla="*/ 13 w 18"/>
                <a:gd name="T59" fmla="*/ 48 h 51"/>
                <a:gd name="T60" fmla="*/ 13 w 18"/>
                <a:gd name="T61" fmla="*/ 50 h 51"/>
                <a:gd name="T62" fmla="*/ 10 w 18"/>
                <a:gd name="T63" fmla="*/ 51 h 51"/>
                <a:gd name="T64" fmla="*/ 9 w 18"/>
                <a:gd name="T65" fmla="*/ 47 h 51"/>
                <a:gd name="T66" fmla="*/ 10 w 18"/>
                <a:gd name="T67" fmla="*/ 45 h 51"/>
                <a:gd name="T68" fmla="*/ 7 w 18"/>
                <a:gd name="T69" fmla="*/ 38 h 51"/>
                <a:gd name="T70" fmla="*/ 5 w 18"/>
                <a:gd name="T71" fmla="*/ 34 h 51"/>
                <a:gd name="T72" fmla="*/ 3 w 18"/>
                <a:gd name="T73" fmla="*/ 29 h 51"/>
                <a:gd name="T74" fmla="*/ 1 w 18"/>
                <a:gd name="T75" fmla="*/ 26 h 51"/>
                <a:gd name="T76" fmla="*/ 0 w 18"/>
                <a:gd name="T77" fmla="*/ 25 h 51"/>
                <a:gd name="T78" fmla="*/ 3 w 18"/>
                <a:gd name="T79" fmla="*/ 20 h 51"/>
                <a:gd name="T80" fmla="*/ 6 w 18"/>
                <a:gd name="T81" fmla="*/ 13 h 51"/>
                <a:gd name="T82" fmla="*/ 7 w 18"/>
                <a:gd name="T83" fmla="*/ 5 h 51"/>
                <a:gd name="T84" fmla="*/ 10 w 18"/>
                <a:gd name="T85" fmla="*/ 2 h 51"/>
                <a:gd name="T86" fmla="*/ 11 w 18"/>
                <a:gd name="T87" fmla="*/ 2 h 51"/>
                <a:gd name="T88" fmla="*/ 15 w 18"/>
                <a:gd name="T89" fmla="*/ 2 h 51"/>
                <a:gd name="T90" fmla="*/ 17 w 18"/>
                <a:gd name="T91" fmla="*/ 0 h 51"/>
                <a:gd name="T92" fmla="*/ 18 w 18"/>
                <a:gd name="T9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" h="51">
                  <a:moveTo>
                    <a:pt x="18" y="0"/>
                  </a:moveTo>
                  <a:lnTo>
                    <a:pt x="17" y="1"/>
                  </a:lnTo>
                  <a:lnTo>
                    <a:pt x="17" y="4"/>
                  </a:lnTo>
                  <a:lnTo>
                    <a:pt x="15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2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4" y="12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1" y="16"/>
                  </a:lnTo>
                  <a:lnTo>
                    <a:pt x="11" y="21"/>
                  </a:lnTo>
                  <a:lnTo>
                    <a:pt x="10" y="25"/>
                  </a:lnTo>
                  <a:lnTo>
                    <a:pt x="11" y="26"/>
                  </a:lnTo>
                  <a:lnTo>
                    <a:pt x="14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30"/>
                  </a:lnTo>
                  <a:lnTo>
                    <a:pt x="15" y="31"/>
                  </a:lnTo>
                  <a:lnTo>
                    <a:pt x="15" y="34"/>
                  </a:lnTo>
                  <a:lnTo>
                    <a:pt x="15" y="37"/>
                  </a:lnTo>
                  <a:lnTo>
                    <a:pt x="14" y="37"/>
                  </a:lnTo>
                  <a:lnTo>
                    <a:pt x="14" y="41"/>
                  </a:lnTo>
                  <a:lnTo>
                    <a:pt x="13" y="43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3" y="48"/>
                  </a:lnTo>
                  <a:lnTo>
                    <a:pt x="13" y="50"/>
                  </a:lnTo>
                  <a:lnTo>
                    <a:pt x="10" y="51"/>
                  </a:lnTo>
                  <a:lnTo>
                    <a:pt x="9" y="47"/>
                  </a:lnTo>
                  <a:lnTo>
                    <a:pt x="10" y="45"/>
                  </a:lnTo>
                  <a:lnTo>
                    <a:pt x="7" y="38"/>
                  </a:lnTo>
                  <a:lnTo>
                    <a:pt x="5" y="34"/>
                  </a:lnTo>
                  <a:lnTo>
                    <a:pt x="3" y="29"/>
                  </a:lnTo>
                  <a:lnTo>
                    <a:pt x="1" y="26"/>
                  </a:lnTo>
                  <a:lnTo>
                    <a:pt x="0" y="25"/>
                  </a:lnTo>
                  <a:lnTo>
                    <a:pt x="3" y="20"/>
                  </a:lnTo>
                  <a:lnTo>
                    <a:pt x="6" y="13"/>
                  </a:lnTo>
                  <a:lnTo>
                    <a:pt x="7" y="5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2" name="Freeform 423">
              <a:extLst>
                <a:ext uri="{FF2B5EF4-FFF2-40B4-BE49-F238E27FC236}">
                  <a16:creationId xmlns:a16="http://schemas.microsoft.com/office/drawing/2014/main" id="{E2D91F40-6415-44CA-A283-C39022728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47" y="2023512"/>
              <a:ext cx="38220" cy="63702"/>
            </a:xfrm>
            <a:custGeom>
              <a:avLst/>
              <a:gdLst>
                <a:gd name="T0" fmla="*/ 3 w 6"/>
                <a:gd name="T1" fmla="*/ 0 h 10"/>
                <a:gd name="T2" fmla="*/ 3 w 6"/>
                <a:gd name="T3" fmla="*/ 0 h 10"/>
                <a:gd name="T4" fmla="*/ 6 w 6"/>
                <a:gd name="T5" fmla="*/ 2 h 10"/>
                <a:gd name="T6" fmla="*/ 6 w 6"/>
                <a:gd name="T7" fmla="*/ 6 h 10"/>
                <a:gd name="T8" fmla="*/ 4 w 6"/>
                <a:gd name="T9" fmla="*/ 8 h 10"/>
                <a:gd name="T10" fmla="*/ 4 w 6"/>
                <a:gd name="T11" fmla="*/ 8 h 10"/>
                <a:gd name="T12" fmla="*/ 3 w 6"/>
                <a:gd name="T13" fmla="*/ 9 h 10"/>
                <a:gd name="T14" fmla="*/ 2 w 6"/>
                <a:gd name="T15" fmla="*/ 10 h 10"/>
                <a:gd name="T16" fmla="*/ 2 w 6"/>
                <a:gd name="T17" fmla="*/ 10 h 10"/>
                <a:gd name="T18" fmla="*/ 2 w 6"/>
                <a:gd name="T19" fmla="*/ 9 h 10"/>
                <a:gd name="T20" fmla="*/ 0 w 6"/>
                <a:gd name="T21" fmla="*/ 8 h 10"/>
                <a:gd name="T22" fmla="*/ 2 w 6"/>
                <a:gd name="T23" fmla="*/ 4 h 10"/>
                <a:gd name="T24" fmla="*/ 2 w 6"/>
                <a:gd name="T25" fmla="*/ 1 h 10"/>
                <a:gd name="T26" fmla="*/ 3 w 6"/>
                <a:gd name="T27" fmla="*/ 0 h 10"/>
                <a:gd name="T28" fmla="*/ 3 w 6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6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3" y="9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0" y="8"/>
                  </a:lnTo>
                  <a:lnTo>
                    <a:pt x="2" y="4"/>
                  </a:lnTo>
                  <a:lnTo>
                    <a:pt x="2" y="1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3" name="Freeform 424">
              <a:extLst>
                <a:ext uri="{FF2B5EF4-FFF2-40B4-BE49-F238E27FC236}">
                  <a16:creationId xmlns:a16="http://schemas.microsoft.com/office/drawing/2014/main" id="{2E7BC224-6FF0-4AA2-8C25-3FBC5CAE9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93" y="2099955"/>
              <a:ext cx="44594" cy="89182"/>
            </a:xfrm>
            <a:custGeom>
              <a:avLst/>
              <a:gdLst>
                <a:gd name="T0" fmla="*/ 0 w 7"/>
                <a:gd name="T1" fmla="*/ 0 h 14"/>
                <a:gd name="T2" fmla="*/ 4 w 7"/>
                <a:gd name="T3" fmla="*/ 0 h 14"/>
                <a:gd name="T4" fmla="*/ 4 w 7"/>
                <a:gd name="T5" fmla="*/ 1 h 14"/>
                <a:gd name="T6" fmla="*/ 5 w 7"/>
                <a:gd name="T7" fmla="*/ 1 h 14"/>
                <a:gd name="T8" fmla="*/ 7 w 7"/>
                <a:gd name="T9" fmla="*/ 0 h 14"/>
                <a:gd name="T10" fmla="*/ 7 w 7"/>
                <a:gd name="T11" fmla="*/ 1 h 14"/>
                <a:gd name="T12" fmla="*/ 7 w 7"/>
                <a:gd name="T13" fmla="*/ 2 h 14"/>
                <a:gd name="T14" fmla="*/ 7 w 7"/>
                <a:gd name="T15" fmla="*/ 4 h 14"/>
                <a:gd name="T16" fmla="*/ 7 w 7"/>
                <a:gd name="T17" fmla="*/ 6 h 14"/>
                <a:gd name="T18" fmla="*/ 7 w 7"/>
                <a:gd name="T19" fmla="*/ 8 h 14"/>
                <a:gd name="T20" fmla="*/ 5 w 7"/>
                <a:gd name="T21" fmla="*/ 13 h 14"/>
                <a:gd name="T22" fmla="*/ 5 w 7"/>
                <a:gd name="T23" fmla="*/ 13 h 14"/>
                <a:gd name="T24" fmla="*/ 4 w 7"/>
                <a:gd name="T25" fmla="*/ 13 h 14"/>
                <a:gd name="T26" fmla="*/ 1 w 7"/>
                <a:gd name="T27" fmla="*/ 14 h 14"/>
                <a:gd name="T28" fmla="*/ 0 w 7"/>
                <a:gd name="T29" fmla="*/ 13 h 14"/>
                <a:gd name="T30" fmla="*/ 1 w 7"/>
                <a:gd name="T31" fmla="*/ 9 h 14"/>
                <a:gd name="T32" fmla="*/ 1 w 7"/>
                <a:gd name="T33" fmla="*/ 4 h 14"/>
                <a:gd name="T34" fmla="*/ 0 w 7"/>
                <a:gd name="T35" fmla="*/ 2 h 14"/>
                <a:gd name="T36" fmla="*/ 0 w 7"/>
                <a:gd name="T3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1" y="9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4" name="Freeform 425">
              <a:extLst>
                <a:ext uri="{FF2B5EF4-FFF2-40B4-BE49-F238E27FC236}">
                  <a16:creationId xmlns:a16="http://schemas.microsoft.com/office/drawing/2014/main" id="{BD7BDDCD-904F-4A8F-976C-1EC8B6828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93" y="1915219"/>
              <a:ext cx="101924" cy="121038"/>
            </a:xfrm>
            <a:custGeom>
              <a:avLst/>
              <a:gdLst>
                <a:gd name="T0" fmla="*/ 7 w 16"/>
                <a:gd name="T1" fmla="*/ 0 h 19"/>
                <a:gd name="T2" fmla="*/ 12 w 16"/>
                <a:gd name="T3" fmla="*/ 0 h 19"/>
                <a:gd name="T4" fmla="*/ 13 w 16"/>
                <a:gd name="T5" fmla="*/ 2 h 19"/>
                <a:gd name="T6" fmla="*/ 15 w 16"/>
                <a:gd name="T7" fmla="*/ 4 h 19"/>
                <a:gd name="T8" fmla="*/ 15 w 16"/>
                <a:gd name="T9" fmla="*/ 6 h 19"/>
                <a:gd name="T10" fmla="*/ 16 w 16"/>
                <a:gd name="T11" fmla="*/ 9 h 19"/>
                <a:gd name="T12" fmla="*/ 15 w 16"/>
                <a:gd name="T13" fmla="*/ 9 h 19"/>
                <a:gd name="T14" fmla="*/ 13 w 16"/>
                <a:gd name="T15" fmla="*/ 9 h 19"/>
                <a:gd name="T16" fmla="*/ 11 w 16"/>
                <a:gd name="T17" fmla="*/ 10 h 19"/>
                <a:gd name="T18" fmla="*/ 9 w 16"/>
                <a:gd name="T19" fmla="*/ 14 h 19"/>
                <a:gd name="T20" fmla="*/ 8 w 16"/>
                <a:gd name="T21" fmla="*/ 17 h 19"/>
                <a:gd name="T22" fmla="*/ 7 w 16"/>
                <a:gd name="T23" fmla="*/ 17 h 19"/>
                <a:gd name="T24" fmla="*/ 5 w 16"/>
                <a:gd name="T25" fmla="*/ 19 h 19"/>
                <a:gd name="T26" fmla="*/ 1 w 16"/>
                <a:gd name="T27" fmla="*/ 19 h 19"/>
                <a:gd name="T28" fmla="*/ 0 w 16"/>
                <a:gd name="T29" fmla="*/ 19 h 19"/>
                <a:gd name="T30" fmla="*/ 0 w 16"/>
                <a:gd name="T31" fmla="*/ 18 h 19"/>
                <a:gd name="T32" fmla="*/ 0 w 16"/>
                <a:gd name="T33" fmla="*/ 15 h 19"/>
                <a:gd name="T34" fmla="*/ 3 w 16"/>
                <a:gd name="T35" fmla="*/ 13 h 19"/>
                <a:gd name="T36" fmla="*/ 4 w 16"/>
                <a:gd name="T37" fmla="*/ 9 h 19"/>
                <a:gd name="T38" fmla="*/ 5 w 16"/>
                <a:gd name="T39" fmla="*/ 1 h 19"/>
                <a:gd name="T40" fmla="*/ 7 w 16"/>
                <a:gd name="T41" fmla="*/ 1 h 19"/>
                <a:gd name="T42" fmla="*/ 7 w 16"/>
                <a:gd name="T4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19">
                  <a:moveTo>
                    <a:pt x="7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1" y="10"/>
                  </a:lnTo>
                  <a:lnTo>
                    <a:pt x="9" y="14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5" y="19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3" y="13"/>
                  </a:lnTo>
                  <a:lnTo>
                    <a:pt x="4" y="9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5" name="Freeform 426">
              <a:extLst>
                <a:ext uri="{FF2B5EF4-FFF2-40B4-BE49-F238E27FC236}">
                  <a16:creationId xmlns:a16="http://schemas.microsoft.com/office/drawing/2014/main" id="{F7DA7339-CF46-43CE-80AA-F8F40AA6A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67" y="2010773"/>
              <a:ext cx="305774" cy="382217"/>
            </a:xfrm>
            <a:custGeom>
              <a:avLst/>
              <a:gdLst>
                <a:gd name="T0" fmla="*/ 43 w 48"/>
                <a:gd name="T1" fmla="*/ 0 h 60"/>
                <a:gd name="T2" fmla="*/ 48 w 48"/>
                <a:gd name="T3" fmla="*/ 16 h 60"/>
                <a:gd name="T4" fmla="*/ 48 w 48"/>
                <a:gd name="T5" fmla="*/ 15 h 60"/>
                <a:gd name="T6" fmla="*/ 43 w 48"/>
                <a:gd name="T7" fmla="*/ 20 h 60"/>
                <a:gd name="T8" fmla="*/ 25 w 48"/>
                <a:gd name="T9" fmla="*/ 25 h 60"/>
                <a:gd name="T10" fmla="*/ 39 w 48"/>
                <a:gd name="T11" fmla="*/ 40 h 60"/>
                <a:gd name="T12" fmla="*/ 33 w 48"/>
                <a:gd name="T13" fmla="*/ 47 h 60"/>
                <a:gd name="T14" fmla="*/ 33 w 48"/>
                <a:gd name="T15" fmla="*/ 49 h 60"/>
                <a:gd name="T16" fmla="*/ 24 w 48"/>
                <a:gd name="T17" fmla="*/ 50 h 60"/>
                <a:gd name="T18" fmla="*/ 16 w 48"/>
                <a:gd name="T19" fmla="*/ 60 h 60"/>
                <a:gd name="T20" fmla="*/ 4 w 48"/>
                <a:gd name="T21" fmla="*/ 56 h 60"/>
                <a:gd name="T22" fmla="*/ 0 w 48"/>
                <a:gd name="T23" fmla="*/ 56 h 60"/>
                <a:gd name="T24" fmla="*/ 0 w 48"/>
                <a:gd name="T25" fmla="*/ 56 h 60"/>
                <a:gd name="T26" fmla="*/ 2 w 48"/>
                <a:gd name="T27" fmla="*/ 52 h 60"/>
                <a:gd name="T28" fmla="*/ 2 w 48"/>
                <a:gd name="T29" fmla="*/ 52 h 60"/>
                <a:gd name="T30" fmla="*/ 2 w 48"/>
                <a:gd name="T31" fmla="*/ 52 h 60"/>
                <a:gd name="T32" fmla="*/ 2 w 48"/>
                <a:gd name="T33" fmla="*/ 50 h 60"/>
                <a:gd name="T34" fmla="*/ 2 w 48"/>
                <a:gd name="T35" fmla="*/ 49 h 60"/>
                <a:gd name="T36" fmla="*/ 2 w 48"/>
                <a:gd name="T37" fmla="*/ 48 h 60"/>
                <a:gd name="T38" fmla="*/ 2 w 48"/>
                <a:gd name="T39" fmla="*/ 45 h 60"/>
                <a:gd name="T40" fmla="*/ 3 w 48"/>
                <a:gd name="T41" fmla="*/ 43 h 60"/>
                <a:gd name="T42" fmla="*/ 3 w 48"/>
                <a:gd name="T43" fmla="*/ 39 h 60"/>
                <a:gd name="T44" fmla="*/ 4 w 48"/>
                <a:gd name="T45" fmla="*/ 39 h 60"/>
                <a:gd name="T46" fmla="*/ 4 w 48"/>
                <a:gd name="T47" fmla="*/ 36 h 60"/>
                <a:gd name="T48" fmla="*/ 4 w 48"/>
                <a:gd name="T49" fmla="*/ 33 h 60"/>
                <a:gd name="T50" fmla="*/ 4 w 48"/>
                <a:gd name="T51" fmla="*/ 32 h 60"/>
                <a:gd name="T52" fmla="*/ 6 w 48"/>
                <a:gd name="T53" fmla="*/ 22 h 60"/>
                <a:gd name="T54" fmla="*/ 6 w 48"/>
                <a:gd name="T55" fmla="*/ 20 h 60"/>
                <a:gd name="T56" fmla="*/ 6 w 48"/>
                <a:gd name="T57" fmla="*/ 18 h 60"/>
                <a:gd name="T58" fmla="*/ 6 w 48"/>
                <a:gd name="T59" fmla="*/ 16 h 60"/>
                <a:gd name="T60" fmla="*/ 6 w 48"/>
                <a:gd name="T61" fmla="*/ 15 h 60"/>
                <a:gd name="T62" fmla="*/ 6 w 48"/>
                <a:gd name="T63" fmla="*/ 12 h 60"/>
                <a:gd name="T64" fmla="*/ 6 w 48"/>
                <a:gd name="T65" fmla="*/ 12 h 60"/>
                <a:gd name="T66" fmla="*/ 7 w 48"/>
                <a:gd name="T67" fmla="*/ 11 h 60"/>
                <a:gd name="T68" fmla="*/ 8 w 48"/>
                <a:gd name="T69" fmla="*/ 10 h 60"/>
                <a:gd name="T70" fmla="*/ 10 w 48"/>
                <a:gd name="T71" fmla="*/ 10 h 60"/>
                <a:gd name="T72" fmla="*/ 14 w 48"/>
                <a:gd name="T73" fmla="*/ 12 h 60"/>
                <a:gd name="T74" fmla="*/ 16 w 48"/>
                <a:gd name="T75" fmla="*/ 14 h 60"/>
                <a:gd name="T76" fmla="*/ 17 w 48"/>
                <a:gd name="T77" fmla="*/ 14 h 60"/>
                <a:gd name="T78" fmla="*/ 19 w 48"/>
                <a:gd name="T79" fmla="*/ 15 h 60"/>
                <a:gd name="T80" fmla="*/ 43 w 48"/>
                <a:gd name="T8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60">
                  <a:moveTo>
                    <a:pt x="43" y="0"/>
                  </a:moveTo>
                  <a:lnTo>
                    <a:pt x="48" y="16"/>
                  </a:lnTo>
                  <a:lnTo>
                    <a:pt x="48" y="15"/>
                  </a:lnTo>
                  <a:lnTo>
                    <a:pt x="43" y="20"/>
                  </a:lnTo>
                  <a:lnTo>
                    <a:pt x="25" y="25"/>
                  </a:lnTo>
                  <a:lnTo>
                    <a:pt x="39" y="40"/>
                  </a:lnTo>
                  <a:lnTo>
                    <a:pt x="33" y="47"/>
                  </a:lnTo>
                  <a:lnTo>
                    <a:pt x="33" y="49"/>
                  </a:lnTo>
                  <a:lnTo>
                    <a:pt x="24" y="50"/>
                  </a:lnTo>
                  <a:lnTo>
                    <a:pt x="16" y="60"/>
                  </a:lnTo>
                  <a:lnTo>
                    <a:pt x="4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5"/>
                  </a:lnTo>
                  <a:lnTo>
                    <a:pt x="3" y="43"/>
                  </a:lnTo>
                  <a:lnTo>
                    <a:pt x="3" y="39"/>
                  </a:lnTo>
                  <a:lnTo>
                    <a:pt x="4" y="39"/>
                  </a:lnTo>
                  <a:lnTo>
                    <a:pt x="4" y="36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4" y="12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9" y="1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6" name="Freeform 427">
              <a:extLst>
                <a:ext uri="{FF2B5EF4-FFF2-40B4-BE49-F238E27FC236}">
                  <a16:creationId xmlns:a16="http://schemas.microsoft.com/office/drawing/2014/main" id="{41A4AB42-AD87-4F90-8B08-91F2B8B74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93" y="2106329"/>
              <a:ext cx="1567086" cy="1325017"/>
            </a:xfrm>
            <a:custGeom>
              <a:avLst/>
              <a:gdLst>
                <a:gd name="T0" fmla="*/ 115 w 246"/>
                <a:gd name="T1" fmla="*/ 41 h 208"/>
                <a:gd name="T2" fmla="*/ 150 w 246"/>
                <a:gd name="T3" fmla="*/ 49 h 208"/>
                <a:gd name="T4" fmla="*/ 159 w 246"/>
                <a:gd name="T5" fmla="*/ 46 h 208"/>
                <a:gd name="T6" fmla="*/ 162 w 246"/>
                <a:gd name="T7" fmla="*/ 51 h 208"/>
                <a:gd name="T8" fmla="*/ 170 w 246"/>
                <a:gd name="T9" fmla="*/ 59 h 208"/>
                <a:gd name="T10" fmla="*/ 170 w 246"/>
                <a:gd name="T11" fmla="*/ 59 h 208"/>
                <a:gd name="T12" fmla="*/ 173 w 246"/>
                <a:gd name="T13" fmla="*/ 63 h 208"/>
                <a:gd name="T14" fmla="*/ 179 w 246"/>
                <a:gd name="T15" fmla="*/ 71 h 208"/>
                <a:gd name="T16" fmla="*/ 180 w 246"/>
                <a:gd name="T17" fmla="*/ 79 h 208"/>
                <a:gd name="T18" fmla="*/ 187 w 246"/>
                <a:gd name="T19" fmla="*/ 89 h 208"/>
                <a:gd name="T20" fmla="*/ 191 w 246"/>
                <a:gd name="T21" fmla="*/ 95 h 208"/>
                <a:gd name="T22" fmla="*/ 196 w 246"/>
                <a:gd name="T23" fmla="*/ 97 h 208"/>
                <a:gd name="T24" fmla="*/ 198 w 246"/>
                <a:gd name="T25" fmla="*/ 99 h 208"/>
                <a:gd name="T26" fmla="*/ 199 w 246"/>
                <a:gd name="T27" fmla="*/ 101 h 208"/>
                <a:gd name="T28" fmla="*/ 203 w 246"/>
                <a:gd name="T29" fmla="*/ 109 h 208"/>
                <a:gd name="T30" fmla="*/ 244 w 246"/>
                <a:gd name="T31" fmla="*/ 120 h 208"/>
                <a:gd name="T32" fmla="*/ 245 w 246"/>
                <a:gd name="T33" fmla="*/ 155 h 208"/>
                <a:gd name="T34" fmla="*/ 144 w 246"/>
                <a:gd name="T35" fmla="*/ 197 h 208"/>
                <a:gd name="T36" fmla="*/ 116 w 246"/>
                <a:gd name="T37" fmla="*/ 188 h 208"/>
                <a:gd name="T38" fmla="*/ 108 w 246"/>
                <a:gd name="T39" fmla="*/ 192 h 208"/>
                <a:gd name="T40" fmla="*/ 105 w 246"/>
                <a:gd name="T41" fmla="*/ 200 h 208"/>
                <a:gd name="T42" fmla="*/ 99 w 246"/>
                <a:gd name="T43" fmla="*/ 193 h 208"/>
                <a:gd name="T44" fmla="*/ 94 w 246"/>
                <a:gd name="T45" fmla="*/ 187 h 208"/>
                <a:gd name="T46" fmla="*/ 82 w 246"/>
                <a:gd name="T47" fmla="*/ 174 h 208"/>
                <a:gd name="T48" fmla="*/ 78 w 246"/>
                <a:gd name="T49" fmla="*/ 160 h 208"/>
                <a:gd name="T50" fmla="*/ 71 w 246"/>
                <a:gd name="T51" fmla="*/ 155 h 208"/>
                <a:gd name="T52" fmla="*/ 66 w 246"/>
                <a:gd name="T53" fmla="*/ 154 h 208"/>
                <a:gd name="T54" fmla="*/ 58 w 246"/>
                <a:gd name="T55" fmla="*/ 145 h 208"/>
                <a:gd name="T56" fmla="*/ 54 w 246"/>
                <a:gd name="T57" fmla="*/ 134 h 208"/>
                <a:gd name="T58" fmla="*/ 55 w 246"/>
                <a:gd name="T59" fmla="*/ 128 h 208"/>
                <a:gd name="T60" fmla="*/ 51 w 246"/>
                <a:gd name="T61" fmla="*/ 120 h 208"/>
                <a:gd name="T62" fmla="*/ 49 w 246"/>
                <a:gd name="T63" fmla="*/ 112 h 208"/>
                <a:gd name="T64" fmla="*/ 44 w 246"/>
                <a:gd name="T65" fmla="*/ 107 h 208"/>
                <a:gd name="T66" fmla="*/ 36 w 246"/>
                <a:gd name="T67" fmla="*/ 104 h 208"/>
                <a:gd name="T68" fmla="*/ 32 w 246"/>
                <a:gd name="T69" fmla="*/ 99 h 208"/>
                <a:gd name="T70" fmla="*/ 32 w 246"/>
                <a:gd name="T71" fmla="*/ 92 h 208"/>
                <a:gd name="T72" fmla="*/ 25 w 246"/>
                <a:gd name="T73" fmla="*/ 84 h 208"/>
                <a:gd name="T74" fmla="*/ 21 w 246"/>
                <a:gd name="T75" fmla="*/ 79 h 208"/>
                <a:gd name="T76" fmla="*/ 17 w 246"/>
                <a:gd name="T77" fmla="*/ 70 h 208"/>
                <a:gd name="T78" fmla="*/ 13 w 246"/>
                <a:gd name="T79" fmla="*/ 64 h 208"/>
                <a:gd name="T80" fmla="*/ 5 w 246"/>
                <a:gd name="T81" fmla="*/ 57 h 208"/>
                <a:gd name="T82" fmla="*/ 3 w 246"/>
                <a:gd name="T83" fmla="*/ 55 h 208"/>
                <a:gd name="T84" fmla="*/ 0 w 246"/>
                <a:gd name="T85" fmla="*/ 54 h 208"/>
                <a:gd name="T86" fmla="*/ 1 w 246"/>
                <a:gd name="T87" fmla="*/ 41 h 208"/>
                <a:gd name="T88" fmla="*/ 25 w 246"/>
                <a:gd name="T89" fmla="*/ 35 h 208"/>
                <a:gd name="T90" fmla="*/ 40 w 246"/>
                <a:gd name="T91" fmla="*/ 25 h 208"/>
                <a:gd name="T92" fmla="*/ 49 w 246"/>
                <a:gd name="T9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6" h="208">
                  <a:moveTo>
                    <a:pt x="49" y="0"/>
                  </a:moveTo>
                  <a:lnTo>
                    <a:pt x="59" y="1"/>
                  </a:lnTo>
                  <a:lnTo>
                    <a:pt x="115" y="41"/>
                  </a:lnTo>
                  <a:lnTo>
                    <a:pt x="138" y="41"/>
                  </a:lnTo>
                  <a:lnTo>
                    <a:pt x="150" y="45"/>
                  </a:lnTo>
                  <a:lnTo>
                    <a:pt x="150" y="49"/>
                  </a:lnTo>
                  <a:lnTo>
                    <a:pt x="158" y="45"/>
                  </a:lnTo>
                  <a:lnTo>
                    <a:pt x="158" y="46"/>
                  </a:lnTo>
                  <a:lnTo>
                    <a:pt x="159" y="46"/>
                  </a:lnTo>
                  <a:lnTo>
                    <a:pt x="159" y="47"/>
                  </a:lnTo>
                  <a:lnTo>
                    <a:pt x="161" y="49"/>
                  </a:lnTo>
                  <a:lnTo>
                    <a:pt x="162" y="51"/>
                  </a:lnTo>
                  <a:lnTo>
                    <a:pt x="165" y="58"/>
                  </a:lnTo>
                  <a:lnTo>
                    <a:pt x="169" y="58"/>
                  </a:lnTo>
                  <a:lnTo>
                    <a:pt x="170" y="59"/>
                  </a:lnTo>
                  <a:lnTo>
                    <a:pt x="171" y="60"/>
                  </a:lnTo>
                  <a:lnTo>
                    <a:pt x="170" y="59"/>
                  </a:lnTo>
                  <a:lnTo>
                    <a:pt x="170" y="59"/>
                  </a:lnTo>
                  <a:lnTo>
                    <a:pt x="169" y="60"/>
                  </a:lnTo>
                  <a:lnTo>
                    <a:pt x="171" y="62"/>
                  </a:lnTo>
                  <a:lnTo>
                    <a:pt x="173" y="63"/>
                  </a:lnTo>
                  <a:lnTo>
                    <a:pt x="176" y="68"/>
                  </a:lnTo>
                  <a:lnTo>
                    <a:pt x="178" y="68"/>
                  </a:lnTo>
                  <a:lnTo>
                    <a:pt x="179" y="71"/>
                  </a:lnTo>
                  <a:lnTo>
                    <a:pt x="179" y="72"/>
                  </a:lnTo>
                  <a:lnTo>
                    <a:pt x="180" y="78"/>
                  </a:lnTo>
                  <a:lnTo>
                    <a:pt x="180" y="79"/>
                  </a:lnTo>
                  <a:lnTo>
                    <a:pt x="179" y="79"/>
                  </a:lnTo>
                  <a:lnTo>
                    <a:pt x="182" y="82"/>
                  </a:lnTo>
                  <a:lnTo>
                    <a:pt x="187" y="89"/>
                  </a:lnTo>
                  <a:lnTo>
                    <a:pt x="188" y="92"/>
                  </a:lnTo>
                  <a:lnTo>
                    <a:pt x="190" y="95"/>
                  </a:lnTo>
                  <a:lnTo>
                    <a:pt x="191" y="95"/>
                  </a:lnTo>
                  <a:lnTo>
                    <a:pt x="191" y="95"/>
                  </a:lnTo>
                  <a:lnTo>
                    <a:pt x="195" y="97"/>
                  </a:lnTo>
                  <a:lnTo>
                    <a:pt x="196" y="97"/>
                  </a:lnTo>
                  <a:lnTo>
                    <a:pt x="198" y="97"/>
                  </a:lnTo>
                  <a:lnTo>
                    <a:pt x="199" y="97"/>
                  </a:lnTo>
                  <a:lnTo>
                    <a:pt x="198" y="99"/>
                  </a:lnTo>
                  <a:lnTo>
                    <a:pt x="198" y="100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7"/>
                  </a:lnTo>
                  <a:lnTo>
                    <a:pt x="203" y="109"/>
                  </a:lnTo>
                  <a:lnTo>
                    <a:pt x="205" y="118"/>
                  </a:lnTo>
                  <a:lnTo>
                    <a:pt x="240" y="124"/>
                  </a:lnTo>
                  <a:lnTo>
                    <a:pt x="244" y="120"/>
                  </a:lnTo>
                  <a:lnTo>
                    <a:pt x="244" y="120"/>
                  </a:lnTo>
                  <a:lnTo>
                    <a:pt x="246" y="130"/>
                  </a:lnTo>
                  <a:lnTo>
                    <a:pt x="245" y="155"/>
                  </a:lnTo>
                  <a:lnTo>
                    <a:pt x="166" y="179"/>
                  </a:lnTo>
                  <a:lnTo>
                    <a:pt x="145" y="208"/>
                  </a:lnTo>
                  <a:lnTo>
                    <a:pt x="144" y="197"/>
                  </a:lnTo>
                  <a:lnTo>
                    <a:pt x="133" y="192"/>
                  </a:lnTo>
                  <a:lnTo>
                    <a:pt x="124" y="188"/>
                  </a:lnTo>
                  <a:lnTo>
                    <a:pt x="116" y="188"/>
                  </a:lnTo>
                  <a:lnTo>
                    <a:pt x="112" y="185"/>
                  </a:lnTo>
                  <a:lnTo>
                    <a:pt x="109" y="187"/>
                  </a:lnTo>
                  <a:lnTo>
                    <a:pt x="108" y="192"/>
                  </a:lnTo>
                  <a:lnTo>
                    <a:pt x="109" y="196"/>
                  </a:lnTo>
                  <a:lnTo>
                    <a:pt x="107" y="199"/>
                  </a:lnTo>
                  <a:lnTo>
                    <a:pt x="105" y="200"/>
                  </a:lnTo>
                  <a:lnTo>
                    <a:pt x="104" y="200"/>
                  </a:lnTo>
                  <a:lnTo>
                    <a:pt x="101" y="200"/>
                  </a:lnTo>
                  <a:lnTo>
                    <a:pt x="99" y="193"/>
                  </a:lnTo>
                  <a:lnTo>
                    <a:pt x="96" y="192"/>
                  </a:lnTo>
                  <a:lnTo>
                    <a:pt x="95" y="187"/>
                  </a:lnTo>
                  <a:lnTo>
                    <a:pt x="94" y="187"/>
                  </a:lnTo>
                  <a:lnTo>
                    <a:pt x="84" y="178"/>
                  </a:lnTo>
                  <a:lnTo>
                    <a:pt x="84" y="175"/>
                  </a:lnTo>
                  <a:lnTo>
                    <a:pt x="82" y="174"/>
                  </a:lnTo>
                  <a:lnTo>
                    <a:pt x="79" y="163"/>
                  </a:lnTo>
                  <a:lnTo>
                    <a:pt x="78" y="163"/>
                  </a:lnTo>
                  <a:lnTo>
                    <a:pt x="78" y="160"/>
                  </a:lnTo>
                  <a:lnTo>
                    <a:pt x="75" y="160"/>
                  </a:lnTo>
                  <a:lnTo>
                    <a:pt x="75" y="159"/>
                  </a:lnTo>
                  <a:lnTo>
                    <a:pt x="71" y="155"/>
                  </a:lnTo>
                  <a:lnTo>
                    <a:pt x="70" y="155"/>
                  </a:lnTo>
                  <a:lnTo>
                    <a:pt x="69" y="154"/>
                  </a:lnTo>
                  <a:lnTo>
                    <a:pt x="66" y="154"/>
                  </a:lnTo>
                  <a:lnTo>
                    <a:pt x="65" y="153"/>
                  </a:lnTo>
                  <a:lnTo>
                    <a:pt x="58" y="146"/>
                  </a:lnTo>
                  <a:lnTo>
                    <a:pt x="58" y="145"/>
                  </a:lnTo>
                  <a:lnTo>
                    <a:pt x="55" y="142"/>
                  </a:lnTo>
                  <a:lnTo>
                    <a:pt x="55" y="138"/>
                  </a:lnTo>
                  <a:lnTo>
                    <a:pt x="54" y="134"/>
                  </a:lnTo>
                  <a:lnTo>
                    <a:pt x="53" y="132"/>
                  </a:lnTo>
                  <a:lnTo>
                    <a:pt x="54" y="132"/>
                  </a:lnTo>
                  <a:lnTo>
                    <a:pt x="55" y="128"/>
                  </a:lnTo>
                  <a:lnTo>
                    <a:pt x="54" y="126"/>
                  </a:lnTo>
                  <a:lnTo>
                    <a:pt x="53" y="122"/>
                  </a:lnTo>
                  <a:lnTo>
                    <a:pt x="51" y="120"/>
                  </a:lnTo>
                  <a:lnTo>
                    <a:pt x="50" y="116"/>
                  </a:lnTo>
                  <a:lnTo>
                    <a:pt x="49" y="114"/>
                  </a:lnTo>
                  <a:lnTo>
                    <a:pt x="49" y="112"/>
                  </a:lnTo>
                  <a:lnTo>
                    <a:pt x="47" y="112"/>
                  </a:lnTo>
                  <a:lnTo>
                    <a:pt x="46" y="109"/>
                  </a:lnTo>
                  <a:lnTo>
                    <a:pt x="44" y="107"/>
                  </a:lnTo>
                  <a:lnTo>
                    <a:pt x="40" y="104"/>
                  </a:lnTo>
                  <a:lnTo>
                    <a:pt x="37" y="103"/>
                  </a:lnTo>
                  <a:lnTo>
                    <a:pt x="36" y="104"/>
                  </a:lnTo>
                  <a:lnTo>
                    <a:pt x="34" y="103"/>
                  </a:lnTo>
                  <a:lnTo>
                    <a:pt x="34" y="101"/>
                  </a:lnTo>
                  <a:lnTo>
                    <a:pt x="32" y="99"/>
                  </a:lnTo>
                  <a:lnTo>
                    <a:pt x="32" y="97"/>
                  </a:lnTo>
                  <a:lnTo>
                    <a:pt x="32" y="96"/>
                  </a:lnTo>
                  <a:lnTo>
                    <a:pt x="32" y="92"/>
                  </a:lnTo>
                  <a:lnTo>
                    <a:pt x="30" y="91"/>
                  </a:lnTo>
                  <a:lnTo>
                    <a:pt x="28" y="85"/>
                  </a:lnTo>
                  <a:lnTo>
                    <a:pt x="25" y="84"/>
                  </a:lnTo>
                  <a:lnTo>
                    <a:pt x="24" y="83"/>
                  </a:lnTo>
                  <a:lnTo>
                    <a:pt x="24" y="80"/>
                  </a:lnTo>
                  <a:lnTo>
                    <a:pt x="21" y="79"/>
                  </a:lnTo>
                  <a:lnTo>
                    <a:pt x="21" y="78"/>
                  </a:lnTo>
                  <a:lnTo>
                    <a:pt x="20" y="75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3" y="67"/>
                  </a:lnTo>
                  <a:lnTo>
                    <a:pt x="13" y="64"/>
                  </a:lnTo>
                  <a:lnTo>
                    <a:pt x="12" y="64"/>
                  </a:lnTo>
                  <a:lnTo>
                    <a:pt x="11" y="62"/>
                  </a:lnTo>
                  <a:lnTo>
                    <a:pt x="5" y="57"/>
                  </a:lnTo>
                  <a:lnTo>
                    <a:pt x="7" y="55"/>
                  </a:lnTo>
                  <a:lnTo>
                    <a:pt x="4" y="54"/>
                  </a:lnTo>
                  <a:lnTo>
                    <a:pt x="3" y="55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1" y="45"/>
                  </a:lnTo>
                  <a:lnTo>
                    <a:pt x="1" y="41"/>
                  </a:lnTo>
                  <a:lnTo>
                    <a:pt x="5" y="41"/>
                  </a:lnTo>
                  <a:lnTo>
                    <a:pt x="17" y="45"/>
                  </a:lnTo>
                  <a:lnTo>
                    <a:pt x="25" y="35"/>
                  </a:lnTo>
                  <a:lnTo>
                    <a:pt x="34" y="34"/>
                  </a:lnTo>
                  <a:lnTo>
                    <a:pt x="34" y="32"/>
                  </a:lnTo>
                  <a:lnTo>
                    <a:pt x="40" y="25"/>
                  </a:lnTo>
                  <a:lnTo>
                    <a:pt x="26" y="10"/>
                  </a:lnTo>
                  <a:lnTo>
                    <a:pt x="44" y="5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7" name="Freeform 428">
              <a:extLst>
                <a:ext uri="{FF2B5EF4-FFF2-40B4-BE49-F238E27FC236}">
                  <a16:creationId xmlns:a16="http://schemas.microsoft.com/office/drawing/2014/main" id="{20445AB7-C413-4AF1-A56A-E80EDD727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746" y="2603210"/>
              <a:ext cx="57336" cy="121038"/>
            </a:xfrm>
            <a:custGeom>
              <a:avLst/>
              <a:gdLst>
                <a:gd name="T0" fmla="*/ 4 w 9"/>
                <a:gd name="T1" fmla="*/ 0 h 19"/>
                <a:gd name="T2" fmla="*/ 4 w 9"/>
                <a:gd name="T3" fmla="*/ 0 h 19"/>
                <a:gd name="T4" fmla="*/ 6 w 9"/>
                <a:gd name="T5" fmla="*/ 1 h 19"/>
                <a:gd name="T6" fmla="*/ 6 w 9"/>
                <a:gd name="T7" fmla="*/ 2 h 19"/>
                <a:gd name="T8" fmla="*/ 8 w 9"/>
                <a:gd name="T9" fmla="*/ 2 h 19"/>
                <a:gd name="T10" fmla="*/ 8 w 9"/>
                <a:gd name="T11" fmla="*/ 4 h 19"/>
                <a:gd name="T12" fmla="*/ 6 w 9"/>
                <a:gd name="T13" fmla="*/ 7 h 19"/>
                <a:gd name="T14" fmla="*/ 6 w 9"/>
                <a:gd name="T15" fmla="*/ 7 h 19"/>
                <a:gd name="T16" fmla="*/ 6 w 9"/>
                <a:gd name="T17" fmla="*/ 11 h 19"/>
                <a:gd name="T18" fmla="*/ 8 w 9"/>
                <a:gd name="T19" fmla="*/ 11 h 19"/>
                <a:gd name="T20" fmla="*/ 9 w 9"/>
                <a:gd name="T21" fmla="*/ 13 h 19"/>
                <a:gd name="T22" fmla="*/ 8 w 9"/>
                <a:gd name="T23" fmla="*/ 19 h 19"/>
                <a:gd name="T24" fmla="*/ 6 w 9"/>
                <a:gd name="T25" fmla="*/ 19 h 19"/>
                <a:gd name="T26" fmla="*/ 6 w 9"/>
                <a:gd name="T27" fmla="*/ 19 h 19"/>
                <a:gd name="T28" fmla="*/ 5 w 9"/>
                <a:gd name="T29" fmla="*/ 19 h 19"/>
                <a:gd name="T30" fmla="*/ 1 w 9"/>
                <a:gd name="T31" fmla="*/ 17 h 19"/>
                <a:gd name="T32" fmla="*/ 1 w 9"/>
                <a:gd name="T33" fmla="*/ 17 h 19"/>
                <a:gd name="T34" fmla="*/ 1 w 9"/>
                <a:gd name="T35" fmla="*/ 15 h 19"/>
                <a:gd name="T36" fmla="*/ 1 w 9"/>
                <a:gd name="T37" fmla="*/ 13 h 19"/>
                <a:gd name="T38" fmla="*/ 0 w 9"/>
                <a:gd name="T39" fmla="*/ 13 h 19"/>
                <a:gd name="T40" fmla="*/ 0 w 9"/>
                <a:gd name="T41" fmla="*/ 10 h 19"/>
                <a:gd name="T42" fmla="*/ 0 w 9"/>
                <a:gd name="T43" fmla="*/ 7 h 19"/>
                <a:gd name="T44" fmla="*/ 1 w 9"/>
                <a:gd name="T45" fmla="*/ 7 h 19"/>
                <a:gd name="T46" fmla="*/ 1 w 9"/>
                <a:gd name="T47" fmla="*/ 7 h 19"/>
                <a:gd name="T48" fmla="*/ 1 w 9"/>
                <a:gd name="T49" fmla="*/ 4 h 19"/>
                <a:gd name="T50" fmla="*/ 1 w 9"/>
                <a:gd name="T51" fmla="*/ 4 h 19"/>
                <a:gd name="T52" fmla="*/ 1 w 9"/>
                <a:gd name="T53" fmla="*/ 2 h 19"/>
                <a:gd name="T54" fmla="*/ 2 w 9"/>
                <a:gd name="T55" fmla="*/ 1 h 19"/>
                <a:gd name="T56" fmla="*/ 2 w 9"/>
                <a:gd name="T57" fmla="*/ 1 h 19"/>
                <a:gd name="T58" fmla="*/ 2 w 9"/>
                <a:gd name="T59" fmla="*/ 1 h 19"/>
                <a:gd name="T60" fmla="*/ 4 w 9"/>
                <a:gd name="T6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" h="19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11"/>
                  </a:lnTo>
                  <a:lnTo>
                    <a:pt x="8" y="11"/>
                  </a:lnTo>
                  <a:lnTo>
                    <a:pt x="9" y="13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8" name="Freeform 429">
              <a:extLst>
                <a:ext uri="{FF2B5EF4-FFF2-40B4-BE49-F238E27FC236}">
                  <a16:creationId xmlns:a16="http://schemas.microsoft.com/office/drawing/2014/main" id="{189AE802-061E-4285-AFE1-588A9E6E2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079" y="2609578"/>
              <a:ext cx="356736" cy="286664"/>
            </a:xfrm>
            <a:custGeom>
              <a:avLst/>
              <a:gdLst>
                <a:gd name="T0" fmla="*/ 51 w 56"/>
                <a:gd name="T1" fmla="*/ 0 h 45"/>
                <a:gd name="T2" fmla="*/ 53 w 56"/>
                <a:gd name="T3" fmla="*/ 0 h 45"/>
                <a:gd name="T4" fmla="*/ 54 w 56"/>
                <a:gd name="T5" fmla="*/ 5 h 45"/>
                <a:gd name="T6" fmla="*/ 55 w 56"/>
                <a:gd name="T7" fmla="*/ 5 h 45"/>
                <a:gd name="T8" fmla="*/ 55 w 56"/>
                <a:gd name="T9" fmla="*/ 5 h 45"/>
                <a:gd name="T10" fmla="*/ 55 w 56"/>
                <a:gd name="T11" fmla="*/ 5 h 45"/>
                <a:gd name="T12" fmla="*/ 56 w 56"/>
                <a:gd name="T13" fmla="*/ 5 h 45"/>
                <a:gd name="T14" fmla="*/ 56 w 56"/>
                <a:gd name="T15" fmla="*/ 6 h 45"/>
                <a:gd name="T16" fmla="*/ 56 w 56"/>
                <a:gd name="T17" fmla="*/ 9 h 45"/>
                <a:gd name="T18" fmla="*/ 55 w 56"/>
                <a:gd name="T19" fmla="*/ 10 h 45"/>
                <a:gd name="T20" fmla="*/ 45 w 56"/>
                <a:gd name="T21" fmla="*/ 41 h 45"/>
                <a:gd name="T22" fmla="*/ 41 w 56"/>
                <a:gd name="T23" fmla="*/ 45 h 45"/>
                <a:gd name="T24" fmla="*/ 6 w 56"/>
                <a:gd name="T25" fmla="*/ 39 h 45"/>
                <a:gd name="T26" fmla="*/ 4 w 56"/>
                <a:gd name="T27" fmla="*/ 30 h 45"/>
                <a:gd name="T28" fmla="*/ 0 w 56"/>
                <a:gd name="T29" fmla="*/ 28 h 45"/>
                <a:gd name="T30" fmla="*/ 0 w 56"/>
                <a:gd name="T31" fmla="*/ 22 h 45"/>
                <a:gd name="T32" fmla="*/ 1 w 56"/>
                <a:gd name="T33" fmla="*/ 24 h 45"/>
                <a:gd name="T34" fmla="*/ 3 w 56"/>
                <a:gd name="T35" fmla="*/ 22 h 45"/>
                <a:gd name="T36" fmla="*/ 3 w 56"/>
                <a:gd name="T37" fmla="*/ 28 h 45"/>
                <a:gd name="T38" fmla="*/ 5 w 56"/>
                <a:gd name="T39" fmla="*/ 28 h 45"/>
                <a:gd name="T40" fmla="*/ 6 w 56"/>
                <a:gd name="T41" fmla="*/ 28 h 45"/>
                <a:gd name="T42" fmla="*/ 9 w 56"/>
                <a:gd name="T43" fmla="*/ 28 h 45"/>
                <a:gd name="T44" fmla="*/ 13 w 56"/>
                <a:gd name="T45" fmla="*/ 24 h 45"/>
                <a:gd name="T46" fmla="*/ 17 w 56"/>
                <a:gd name="T47" fmla="*/ 25 h 45"/>
                <a:gd name="T48" fmla="*/ 20 w 56"/>
                <a:gd name="T49" fmla="*/ 25 h 45"/>
                <a:gd name="T50" fmla="*/ 20 w 56"/>
                <a:gd name="T51" fmla="*/ 25 h 45"/>
                <a:gd name="T52" fmla="*/ 22 w 56"/>
                <a:gd name="T53" fmla="*/ 25 h 45"/>
                <a:gd name="T54" fmla="*/ 24 w 56"/>
                <a:gd name="T55" fmla="*/ 26 h 45"/>
                <a:gd name="T56" fmla="*/ 26 w 56"/>
                <a:gd name="T57" fmla="*/ 26 h 45"/>
                <a:gd name="T58" fmla="*/ 30 w 56"/>
                <a:gd name="T59" fmla="*/ 25 h 45"/>
                <a:gd name="T60" fmla="*/ 30 w 56"/>
                <a:gd name="T61" fmla="*/ 24 h 45"/>
                <a:gd name="T62" fmla="*/ 31 w 56"/>
                <a:gd name="T63" fmla="*/ 24 h 45"/>
                <a:gd name="T64" fmla="*/ 30 w 56"/>
                <a:gd name="T65" fmla="*/ 22 h 45"/>
                <a:gd name="T66" fmla="*/ 33 w 56"/>
                <a:gd name="T67" fmla="*/ 22 h 45"/>
                <a:gd name="T68" fmla="*/ 33 w 56"/>
                <a:gd name="T69" fmla="*/ 21 h 45"/>
                <a:gd name="T70" fmla="*/ 34 w 56"/>
                <a:gd name="T71" fmla="*/ 24 h 45"/>
                <a:gd name="T72" fmla="*/ 37 w 56"/>
                <a:gd name="T73" fmla="*/ 20 h 45"/>
                <a:gd name="T74" fmla="*/ 37 w 56"/>
                <a:gd name="T75" fmla="*/ 18 h 45"/>
                <a:gd name="T76" fmla="*/ 35 w 56"/>
                <a:gd name="T77" fmla="*/ 18 h 45"/>
                <a:gd name="T78" fmla="*/ 37 w 56"/>
                <a:gd name="T79" fmla="*/ 16 h 45"/>
                <a:gd name="T80" fmla="*/ 43 w 56"/>
                <a:gd name="T81" fmla="*/ 10 h 45"/>
                <a:gd name="T82" fmla="*/ 43 w 56"/>
                <a:gd name="T83" fmla="*/ 8 h 45"/>
                <a:gd name="T84" fmla="*/ 51 w 56"/>
                <a:gd name="T85" fmla="*/ 3 h 45"/>
                <a:gd name="T86" fmla="*/ 51 w 56"/>
                <a:gd name="T87" fmla="*/ 1 h 45"/>
                <a:gd name="T88" fmla="*/ 51 w 56"/>
                <a:gd name="T8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" h="45">
                  <a:moveTo>
                    <a:pt x="51" y="0"/>
                  </a:moveTo>
                  <a:lnTo>
                    <a:pt x="53" y="0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6" y="5"/>
                  </a:lnTo>
                  <a:lnTo>
                    <a:pt x="56" y="6"/>
                  </a:lnTo>
                  <a:lnTo>
                    <a:pt x="56" y="9"/>
                  </a:lnTo>
                  <a:lnTo>
                    <a:pt x="55" y="10"/>
                  </a:lnTo>
                  <a:lnTo>
                    <a:pt x="45" y="41"/>
                  </a:lnTo>
                  <a:lnTo>
                    <a:pt x="41" y="45"/>
                  </a:lnTo>
                  <a:lnTo>
                    <a:pt x="6" y="39"/>
                  </a:lnTo>
                  <a:lnTo>
                    <a:pt x="4" y="30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" y="24"/>
                  </a:lnTo>
                  <a:lnTo>
                    <a:pt x="3" y="22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6" y="28"/>
                  </a:lnTo>
                  <a:lnTo>
                    <a:pt x="9" y="28"/>
                  </a:lnTo>
                  <a:lnTo>
                    <a:pt x="13" y="24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2" y="25"/>
                  </a:lnTo>
                  <a:lnTo>
                    <a:pt x="24" y="26"/>
                  </a:lnTo>
                  <a:lnTo>
                    <a:pt x="26" y="26"/>
                  </a:lnTo>
                  <a:lnTo>
                    <a:pt x="30" y="25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0" y="22"/>
                  </a:lnTo>
                  <a:lnTo>
                    <a:pt x="33" y="22"/>
                  </a:lnTo>
                  <a:lnTo>
                    <a:pt x="33" y="21"/>
                  </a:lnTo>
                  <a:lnTo>
                    <a:pt x="34" y="24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7" y="16"/>
                  </a:lnTo>
                  <a:lnTo>
                    <a:pt x="43" y="10"/>
                  </a:lnTo>
                  <a:lnTo>
                    <a:pt x="43" y="8"/>
                  </a:lnTo>
                  <a:lnTo>
                    <a:pt x="51" y="3"/>
                  </a:lnTo>
                  <a:lnTo>
                    <a:pt x="51" y="1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9" name="Freeform 434">
              <a:extLst>
                <a:ext uri="{FF2B5EF4-FFF2-40B4-BE49-F238E27FC236}">
                  <a16:creationId xmlns:a16="http://schemas.microsoft.com/office/drawing/2014/main" id="{9981A789-EAD6-42C4-B3B8-071B94F05B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01522" y="2577728"/>
              <a:ext cx="560585" cy="796286"/>
            </a:xfrm>
            <a:custGeom>
              <a:avLst/>
              <a:gdLst>
                <a:gd name="T0" fmla="*/ 46 w 88"/>
                <a:gd name="T1" fmla="*/ 22 h 125"/>
                <a:gd name="T2" fmla="*/ 50 w 88"/>
                <a:gd name="T3" fmla="*/ 29 h 125"/>
                <a:gd name="T4" fmla="*/ 59 w 88"/>
                <a:gd name="T5" fmla="*/ 35 h 125"/>
                <a:gd name="T6" fmla="*/ 63 w 88"/>
                <a:gd name="T7" fmla="*/ 34 h 125"/>
                <a:gd name="T8" fmla="*/ 71 w 88"/>
                <a:gd name="T9" fmla="*/ 34 h 125"/>
                <a:gd name="T10" fmla="*/ 76 w 88"/>
                <a:gd name="T11" fmla="*/ 39 h 125"/>
                <a:gd name="T12" fmla="*/ 79 w 88"/>
                <a:gd name="T13" fmla="*/ 43 h 125"/>
                <a:gd name="T14" fmla="*/ 85 w 88"/>
                <a:gd name="T15" fmla="*/ 50 h 125"/>
                <a:gd name="T16" fmla="*/ 88 w 88"/>
                <a:gd name="T17" fmla="*/ 51 h 125"/>
                <a:gd name="T18" fmla="*/ 87 w 88"/>
                <a:gd name="T19" fmla="*/ 55 h 125"/>
                <a:gd name="T20" fmla="*/ 85 w 88"/>
                <a:gd name="T21" fmla="*/ 59 h 125"/>
                <a:gd name="T22" fmla="*/ 79 w 88"/>
                <a:gd name="T23" fmla="*/ 68 h 125"/>
                <a:gd name="T24" fmla="*/ 76 w 88"/>
                <a:gd name="T25" fmla="*/ 72 h 125"/>
                <a:gd name="T26" fmla="*/ 73 w 88"/>
                <a:gd name="T27" fmla="*/ 76 h 125"/>
                <a:gd name="T28" fmla="*/ 72 w 88"/>
                <a:gd name="T29" fmla="*/ 75 h 125"/>
                <a:gd name="T30" fmla="*/ 72 w 88"/>
                <a:gd name="T31" fmla="*/ 73 h 125"/>
                <a:gd name="T32" fmla="*/ 70 w 88"/>
                <a:gd name="T33" fmla="*/ 76 h 125"/>
                <a:gd name="T34" fmla="*/ 70 w 88"/>
                <a:gd name="T35" fmla="*/ 79 h 125"/>
                <a:gd name="T36" fmla="*/ 66 w 88"/>
                <a:gd name="T37" fmla="*/ 83 h 125"/>
                <a:gd name="T38" fmla="*/ 66 w 88"/>
                <a:gd name="T39" fmla="*/ 86 h 125"/>
                <a:gd name="T40" fmla="*/ 67 w 88"/>
                <a:gd name="T41" fmla="*/ 89 h 125"/>
                <a:gd name="T42" fmla="*/ 68 w 88"/>
                <a:gd name="T43" fmla="*/ 93 h 125"/>
                <a:gd name="T44" fmla="*/ 68 w 88"/>
                <a:gd name="T45" fmla="*/ 94 h 125"/>
                <a:gd name="T46" fmla="*/ 62 w 88"/>
                <a:gd name="T47" fmla="*/ 97 h 125"/>
                <a:gd name="T48" fmla="*/ 56 w 88"/>
                <a:gd name="T49" fmla="*/ 96 h 125"/>
                <a:gd name="T50" fmla="*/ 52 w 88"/>
                <a:gd name="T51" fmla="*/ 105 h 125"/>
                <a:gd name="T52" fmla="*/ 50 w 88"/>
                <a:gd name="T53" fmla="*/ 109 h 125"/>
                <a:gd name="T54" fmla="*/ 44 w 88"/>
                <a:gd name="T55" fmla="*/ 109 h 125"/>
                <a:gd name="T56" fmla="*/ 39 w 88"/>
                <a:gd name="T57" fmla="*/ 109 h 125"/>
                <a:gd name="T58" fmla="*/ 38 w 88"/>
                <a:gd name="T59" fmla="*/ 113 h 125"/>
                <a:gd name="T60" fmla="*/ 39 w 88"/>
                <a:gd name="T61" fmla="*/ 114 h 125"/>
                <a:gd name="T62" fmla="*/ 38 w 88"/>
                <a:gd name="T63" fmla="*/ 115 h 125"/>
                <a:gd name="T64" fmla="*/ 35 w 88"/>
                <a:gd name="T65" fmla="*/ 121 h 125"/>
                <a:gd name="T66" fmla="*/ 33 w 88"/>
                <a:gd name="T67" fmla="*/ 119 h 125"/>
                <a:gd name="T68" fmla="*/ 27 w 88"/>
                <a:gd name="T69" fmla="*/ 119 h 125"/>
                <a:gd name="T70" fmla="*/ 21 w 88"/>
                <a:gd name="T71" fmla="*/ 122 h 125"/>
                <a:gd name="T72" fmla="*/ 17 w 88"/>
                <a:gd name="T73" fmla="*/ 125 h 125"/>
                <a:gd name="T74" fmla="*/ 16 w 88"/>
                <a:gd name="T75" fmla="*/ 125 h 125"/>
                <a:gd name="T76" fmla="*/ 10 w 88"/>
                <a:gd name="T77" fmla="*/ 111 h 125"/>
                <a:gd name="T78" fmla="*/ 0 w 88"/>
                <a:gd name="T79" fmla="*/ 92 h 125"/>
                <a:gd name="T80" fmla="*/ 35 w 88"/>
                <a:gd name="T81" fmla="*/ 56 h 125"/>
                <a:gd name="T82" fmla="*/ 43 w 88"/>
                <a:gd name="T83" fmla="*/ 15 h 125"/>
                <a:gd name="T84" fmla="*/ 43 w 88"/>
                <a:gd name="T85" fmla="*/ 0 h 125"/>
                <a:gd name="T86" fmla="*/ 43 w 88"/>
                <a:gd name="T87" fmla="*/ 0 h 125"/>
                <a:gd name="T88" fmla="*/ 43 w 88"/>
                <a:gd name="T89" fmla="*/ 1 h 125"/>
                <a:gd name="T90" fmla="*/ 44 w 88"/>
                <a:gd name="T91" fmla="*/ 4 h 125"/>
                <a:gd name="T92" fmla="*/ 43 w 88"/>
                <a:gd name="T93" fmla="*/ 8 h 125"/>
                <a:gd name="T94" fmla="*/ 42 w 88"/>
                <a:gd name="T95" fmla="*/ 10 h 125"/>
                <a:gd name="T96" fmla="*/ 39 w 88"/>
                <a:gd name="T97" fmla="*/ 5 h 125"/>
                <a:gd name="T98" fmla="*/ 41 w 88"/>
                <a:gd name="T99" fmla="*/ 2 h 125"/>
                <a:gd name="T100" fmla="*/ 42 w 88"/>
                <a:gd name="T101" fmla="*/ 2 h 125"/>
                <a:gd name="T102" fmla="*/ 43 w 88"/>
                <a:gd name="T10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8" h="125">
                  <a:moveTo>
                    <a:pt x="44" y="14"/>
                  </a:moveTo>
                  <a:lnTo>
                    <a:pt x="46" y="22"/>
                  </a:lnTo>
                  <a:lnTo>
                    <a:pt x="50" y="26"/>
                  </a:lnTo>
                  <a:lnTo>
                    <a:pt x="50" y="29"/>
                  </a:lnTo>
                  <a:lnTo>
                    <a:pt x="56" y="34"/>
                  </a:lnTo>
                  <a:lnTo>
                    <a:pt x="59" y="35"/>
                  </a:lnTo>
                  <a:lnTo>
                    <a:pt x="60" y="34"/>
                  </a:lnTo>
                  <a:lnTo>
                    <a:pt x="63" y="34"/>
                  </a:lnTo>
                  <a:lnTo>
                    <a:pt x="68" y="35"/>
                  </a:lnTo>
                  <a:lnTo>
                    <a:pt x="71" y="34"/>
                  </a:lnTo>
                  <a:lnTo>
                    <a:pt x="73" y="34"/>
                  </a:lnTo>
                  <a:lnTo>
                    <a:pt x="76" y="39"/>
                  </a:lnTo>
                  <a:lnTo>
                    <a:pt x="77" y="42"/>
                  </a:lnTo>
                  <a:lnTo>
                    <a:pt x="79" y="43"/>
                  </a:lnTo>
                  <a:lnTo>
                    <a:pt x="80" y="46"/>
                  </a:lnTo>
                  <a:lnTo>
                    <a:pt x="85" y="50"/>
                  </a:lnTo>
                  <a:lnTo>
                    <a:pt x="87" y="50"/>
                  </a:lnTo>
                  <a:lnTo>
                    <a:pt x="88" y="51"/>
                  </a:lnTo>
                  <a:lnTo>
                    <a:pt x="88" y="52"/>
                  </a:lnTo>
                  <a:lnTo>
                    <a:pt x="87" y="55"/>
                  </a:lnTo>
                  <a:lnTo>
                    <a:pt x="87" y="56"/>
                  </a:lnTo>
                  <a:lnTo>
                    <a:pt x="85" y="59"/>
                  </a:lnTo>
                  <a:lnTo>
                    <a:pt x="81" y="65"/>
                  </a:lnTo>
                  <a:lnTo>
                    <a:pt x="79" y="68"/>
                  </a:lnTo>
                  <a:lnTo>
                    <a:pt x="77" y="71"/>
                  </a:lnTo>
                  <a:lnTo>
                    <a:pt x="76" y="72"/>
                  </a:lnTo>
                  <a:lnTo>
                    <a:pt x="75" y="77"/>
                  </a:lnTo>
                  <a:lnTo>
                    <a:pt x="73" y="76"/>
                  </a:lnTo>
                  <a:lnTo>
                    <a:pt x="72" y="76"/>
                  </a:lnTo>
                  <a:lnTo>
                    <a:pt x="72" y="75"/>
                  </a:lnTo>
                  <a:lnTo>
                    <a:pt x="72" y="73"/>
                  </a:lnTo>
                  <a:lnTo>
                    <a:pt x="72" y="73"/>
                  </a:lnTo>
                  <a:lnTo>
                    <a:pt x="71" y="73"/>
                  </a:lnTo>
                  <a:lnTo>
                    <a:pt x="70" y="76"/>
                  </a:lnTo>
                  <a:lnTo>
                    <a:pt x="68" y="77"/>
                  </a:lnTo>
                  <a:lnTo>
                    <a:pt x="70" y="79"/>
                  </a:lnTo>
                  <a:lnTo>
                    <a:pt x="68" y="79"/>
                  </a:lnTo>
                  <a:lnTo>
                    <a:pt x="66" y="83"/>
                  </a:lnTo>
                  <a:lnTo>
                    <a:pt x="66" y="84"/>
                  </a:lnTo>
                  <a:lnTo>
                    <a:pt x="66" y="86"/>
                  </a:lnTo>
                  <a:lnTo>
                    <a:pt x="66" y="86"/>
                  </a:lnTo>
                  <a:lnTo>
                    <a:pt x="67" y="89"/>
                  </a:lnTo>
                  <a:lnTo>
                    <a:pt x="66" y="89"/>
                  </a:lnTo>
                  <a:lnTo>
                    <a:pt x="68" y="93"/>
                  </a:lnTo>
                  <a:lnTo>
                    <a:pt x="68" y="94"/>
                  </a:lnTo>
                  <a:lnTo>
                    <a:pt x="68" y="94"/>
                  </a:lnTo>
                  <a:lnTo>
                    <a:pt x="63" y="96"/>
                  </a:lnTo>
                  <a:lnTo>
                    <a:pt x="62" y="97"/>
                  </a:lnTo>
                  <a:lnTo>
                    <a:pt x="59" y="96"/>
                  </a:lnTo>
                  <a:lnTo>
                    <a:pt x="56" y="96"/>
                  </a:lnTo>
                  <a:lnTo>
                    <a:pt x="52" y="101"/>
                  </a:lnTo>
                  <a:lnTo>
                    <a:pt x="52" y="105"/>
                  </a:lnTo>
                  <a:lnTo>
                    <a:pt x="51" y="106"/>
                  </a:lnTo>
                  <a:lnTo>
                    <a:pt x="50" y="109"/>
                  </a:lnTo>
                  <a:lnTo>
                    <a:pt x="47" y="108"/>
                  </a:lnTo>
                  <a:lnTo>
                    <a:pt x="44" y="109"/>
                  </a:lnTo>
                  <a:lnTo>
                    <a:pt x="41" y="109"/>
                  </a:lnTo>
                  <a:lnTo>
                    <a:pt x="39" y="109"/>
                  </a:lnTo>
                  <a:lnTo>
                    <a:pt x="38" y="111"/>
                  </a:lnTo>
                  <a:lnTo>
                    <a:pt x="38" y="113"/>
                  </a:lnTo>
                  <a:lnTo>
                    <a:pt x="38" y="114"/>
                  </a:lnTo>
                  <a:lnTo>
                    <a:pt x="39" y="114"/>
                  </a:lnTo>
                  <a:lnTo>
                    <a:pt x="39" y="115"/>
                  </a:lnTo>
                  <a:lnTo>
                    <a:pt x="38" y="115"/>
                  </a:lnTo>
                  <a:lnTo>
                    <a:pt x="38" y="117"/>
                  </a:lnTo>
                  <a:lnTo>
                    <a:pt x="35" y="121"/>
                  </a:lnTo>
                  <a:lnTo>
                    <a:pt x="34" y="121"/>
                  </a:lnTo>
                  <a:lnTo>
                    <a:pt x="33" y="119"/>
                  </a:lnTo>
                  <a:lnTo>
                    <a:pt x="30" y="119"/>
                  </a:lnTo>
                  <a:lnTo>
                    <a:pt x="27" y="119"/>
                  </a:lnTo>
                  <a:lnTo>
                    <a:pt x="23" y="122"/>
                  </a:lnTo>
                  <a:lnTo>
                    <a:pt x="21" y="122"/>
                  </a:lnTo>
                  <a:lnTo>
                    <a:pt x="19" y="125"/>
                  </a:lnTo>
                  <a:lnTo>
                    <a:pt x="17" y="125"/>
                  </a:lnTo>
                  <a:lnTo>
                    <a:pt x="17" y="123"/>
                  </a:lnTo>
                  <a:lnTo>
                    <a:pt x="16" y="125"/>
                  </a:lnTo>
                  <a:lnTo>
                    <a:pt x="9" y="117"/>
                  </a:lnTo>
                  <a:lnTo>
                    <a:pt x="10" y="111"/>
                  </a:lnTo>
                  <a:lnTo>
                    <a:pt x="0" y="97"/>
                  </a:lnTo>
                  <a:lnTo>
                    <a:pt x="0" y="92"/>
                  </a:lnTo>
                  <a:lnTo>
                    <a:pt x="34" y="81"/>
                  </a:lnTo>
                  <a:lnTo>
                    <a:pt x="35" y="56"/>
                  </a:lnTo>
                  <a:lnTo>
                    <a:pt x="33" y="46"/>
                  </a:lnTo>
                  <a:lnTo>
                    <a:pt x="43" y="15"/>
                  </a:lnTo>
                  <a:lnTo>
                    <a:pt x="44" y="14"/>
                  </a:lnTo>
                  <a:close/>
                  <a:moveTo>
                    <a:pt x="43" y="0"/>
                  </a:move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2"/>
                  </a:lnTo>
                  <a:lnTo>
                    <a:pt x="44" y="4"/>
                  </a:lnTo>
                  <a:lnTo>
                    <a:pt x="43" y="6"/>
                  </a:lnTo>
                  <a:lnTo>
                    <a:pt x="43" y="8"/>
                  </a:lnTo>
                  <a:lnTo>
                    <a:pt x="43" y="10"/>
                  </a:lnTo>
                  <a:lnTo>
                    <a:pt x="42" y="10"/>
                  </a:lnTo>
                  <a:lnTo>
                    <a:pt x="41" y="5"/>
                  </a:lnTo>
                  <a:lnTo>
                    <a:pt x="39" y="5"/>
                  </a:lnTo>
                  <a:lnTo>
                    <a:pt x="39" y="4"/>
                  </a:lnTo>
                  <a:lnTo>
                    <a:pt x="41" y="2"/>
                  </a:lnTo>
                  <a:lnTo>
                    <a:pt x="41" y="4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3" y="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0" name="Freeform 435">
              <a:extLst>
                <a:ext uri="{FF2B5EF4-FFF2-40B4-BE49-F238E27FC236}">
                  <a16:creationId xmlns:a16="http://schemas.microsoft.com/office/drawing/2014/main" id="{CFC5997B-4CA8-40DE-AB30-9490ADBA55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4422" y="3163792"/>
              <a:ext cx="917318" cy="560582"/>
            </a:xfrm>
            <a:custGeom>
              <a:avLst/>
              <a:gdLst>
                <a:gd name="T0" fmla="*/ 120 w 144"/>
                <a:gd name="T1" fmla="*/ 88 h 88"/>
                <a:gd name="T2" fmla="*/ 115 w 144"/>
                <a:gd name="T3" fmla="*/ 88 h 88"/>
                <a:gd name="T4" fmla="*/ 133 w 144"/>
                <a:gd name="T5" fmla="*/ 80 h 88"/>
                <a:gd name="T6" fmla="*/ 134 w 144"/>
                <a:gd name="T7" fmla="*/ 81 h 88"/>
                <a:gd name="T8" fmla="*/ 138 w 144"/>
                <a:gd name="T9" fmla="*/ 81 h 88"/>
                <a:gd name="T10" fmla="*/ 142 w 144"/>
                <a:gd name="T11" fmla="*/ 81 h 88"/>
                <a:gd name="T12" fmla="*/ 144 w 144"/>
                <a:gd name="T13" fmla="*/ 83 h 88"/>
                <a:gd name="T14" fmla="*/ 141 w 144"/>
                <a:gd name="T15" fmla="*/ 84 h 88"/>
                <a:gd name="T16" fmla="*/ 136 w 144"/>
                <a:gd name="T17" fmla="*/ 87 h 88"/>
                <a:gd name="T18" fmla="*/ 132 w 144"/>
                <a:gd name="T19" fmla="*/ 85 h 88"/>
                <a:gd name="T20" fmla="*/ 130 w 144"/>
                <a:gd name="T21" fmla="*/ 83 h 88"/>
                <a:gd name="T22" fmla="*/ 133 w 144"/>
                <a:gd name="T23" fmla="*/ 80 h 88"/>
                <a:gd name="T24" fmla="*/ 111 w 144"/>
                <a:gd name="T25" fmla="*/ 5 h 88"/>
                <a:gd name="T26" fmla="*/ 120 w 144"/>
                <a:gd name="T27" fmla="*/ 25 h 88"/>
                <a:gd name="T28" fmla="*/ 124 w 144"/>
                <a:gd name="T29" fmla="*/ 33 h 88"/>
                <a:gd name="T30" fmla="*/ 115 w 144"/>
                <a:gd name="T31" fmla="*/ 39 h 88"/>
                <a:gd name="T32" fmla="*/ 116 w 144"/>
                <a:gd name="T33" fmla="*/ 43 h 88"/>
                <a:gd name="T34" fmla="*/ 116 w 144"/>
                <a:gd name="T35" fmla="*/ 44 h 88"/>
                <a:gd name="T36" fmla="*/ 108 w 144"/>
                <a:gd name="T37" fmla="*/ 48 h 88"/>
                <a:gd name="T38" fmla="*/ 96 w 144"/>
                <a:gd name="T39" fmla="*/ 52 h 88"/>
                <a:gd name="T40" fmla="*/ 82 w 144"/>
                <a:gd name="T41" fmla="*/ 56 h 88"/>
                <a:gd name="T42" fmla="*/ 79 w 144"/>
                <a:gd name="T43" fmla="*/ 58 h 88"/>
                <a:gd name="T44" fmla="*/ 73 w 144"/>
                <a:gd name="T45" fmla="*/ 64 h 88"/>
                <a:gd name="T46" fmla="*/ 70 w 144"/>
                <a:gd name="T47" fmla="*/ 64 h 88"/>
                <a:gd name="T48" fmla="*/ 67 w 144"/>
                <a:gd name="T49" fmla="*/ 66 h 88"/>
                <a:gd name="T50" fmla="*/ 65 w 144"/>
                <a:gd name="T51" fmla="*/ 64 h 88"/>
                <a:gd name="T52" fmla="*/ 59 w 144"/>
                <a:gd name="T53" fmla="*/ 69 h 88"/>
                <a:gd name="T54" fmla="*/ 54 w 144"/>
                <a:gd name="T55" fmla="*/ 71 h 88"/>
                <a:gd name="T56" fmla="*/ 46 w 144"/>
                <a:gd name="T57" fmla="*/ 72 h 88"/>
                <a:gd name="T58" fmla="*/ 42 w 144"/>
                <a:gd name="T59" fmla="*/ 72 h 88"/>
                <a:gd name="T60" fmla="*/ 40 w 144"/>
                <a:gd name="T61" fmla="*/ 71 h 88"/>
                <a:gd name="T62" fmla="*/ 34 w 144"/>
                <a:gd name="T63" fmla="*/ 73 h 88"/>
                <a:gd name="T64" fmla="*/ 32 w 144"/>
                <a:gd name="T65" fmla="*/ 76 h 88"/>
                <a:gd name="T66" fmla="*/ 28 w 144"/>
                <a:gd name="T67" fmla="*/ 80 h 88"/>
                <a:gd name="T68" fmla="*/ 24 w 144"/>
                <a:gd name="T69" fmla="*/ 79 h 88"/>
                <a:gd name="T70" fmla="*/ 20 w 144"/>
                <a:gd name="T71" fmla="*/ 81 h 88"/>
                <a:gd name="T72" fmla="*/ 16 w 144"/>
                <a:gd name="T73" fmla="*/ 81 h 88"/>
                <a:gd name="T74" fmla="*/ 12 w 144"/>
                <a:gd name="T75" fmla="*/ 80 h 88"/>
                <a:gd name="T76" fmla="*/ 9 w 144"/>
                <a:gd name="T77" fmla="*/ 75 h 88"/>
                <a:gd name="T78" fmla="*/ 9 w 144"/>
                <a:gd name="T79" fmla="*/ 71 h 88"/>
                <a:gd name="T80" fmla="*/ 7 w 144"/>
                <a:gd name="T81" fmla="*/ 64 h 88"/>
                <a:gd name="T82" fmla="*/ 1 w 144"/>
                <a:gd name="T83" fmla="*/ 50 h 88"/>
                <a:gd name="T84" fmla="*/ 0 w 144"/>
                <a:gd name="T85" fmla="*/ 47 h 88"/>
                <a:gd name="T86" fmla="*/ 1 w 144"/>
                <a:gd name="T87" fmla="*/ 47 h 88"/>
                <a:gd name="T88" fmla="*/ 3 w 144"/>
                <a:gd name="T89" fmla="*/ 46 h 88"/>
                <a:gd name="T90" fmla="*/ 3 w 144"/>
                <a:gd name="T91" fmla="*/ 35 h 88"/>
                <a:gd name="T92" fmla="*/ 4 w 144"/>
                <a:gd name="T93" fmla="*/ 34 h 88"/>
                <a:gd name="T94" fmla="*/ 7 w 144"/>
                <a:gd name="T95" fmla="*/ 33 h 88"/>
                <a:gd name="T96" fmla="*/ 8 w 144"/>
                <a:gd name="T97" fmla="*/ 26 h 88"/>
                <a:gd name="T98" fmla="*/ 12 w 144"/>
                <a:gd name="T99" fmla="*/ 19 h 88"/>
                <a:gd name="T100" fmla="*/ 24 w 144"/>
                <a:gd name="T101" fmla="*/ 22 h 88"/>
                <a:gd name="T102" fmla="*/ 44 w 144"/>
                <a:gd name="T103" fmla="*/ 31 h 88"/>
                <a:gd name="T104" fmla="*/ 66 w 144"/>
                <a:gd name="T105" fmla="*/ 1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4" h="88">
                  <a:moveTo>
                    <a:pt x="117" y="87"/>
                  </a:moveTo>
                  <a:lnTo>
                    <a:pt x="120" y="88"/>
                  </a:lnTo>
                  <a:lnTo>
                    <a:pt x="119" y="88"/>
                  </a:lnTo>
                  <a:lnTo>
                    <a:pt x="115" y="88"/>
                  </a:lnTo>
                  <a:lnTo>
                    <a:pt x="117" y="87"/>
                  </a:lnTo>
                  <a:close/>
                  <a:moveTo>
                    <a:pt x="133" y="80"/>
                  </a:moveTo>
                  <a:lnTo>
                    <a:pt x="134" y="80"/>
                  </a:lnTo>
                  <a:lnTo>
                    <a:pt x="134" y="81"/>
                  </a:lnTo>
                  <a:lnTo>
                    <a:pt x="136" y="83"/>
                  </a:lnTo>
                  <a:lnTo>
                    <a:pt x="138" y="81"/>
                  </a:lnTo>
                  <a:lnTo>
                    <a:pt x="140" y="81"/>
                  </a:lnTo>
                  <a:lnTo>
                    <a:pt x="142" y="81"/>
                  </a:lnTo>
                  <a:lnTo>
                    <a:pt x="144" y="83"/>
                  </a:lnTo>
                  <a:lnTo>
                    <a:pt x="144" y="83"/>
                  </a:lnTo>
                  <a:lnTo>
                    <a:pt x="144" y="84"/>
                  </a:lnTo>
                  <a:lnTo>
                    <a:pt x="141" y="84"/>
                  </a:lnTo>
                  <a:lnTo>
                    <a:pt x="138" y="87"/>
                  </a:lnTo>
                  <a:lnTo>
                    <a:pt x="136" y="87"/>
                  </a:lnTo>
                  <a:lnTo>
                    <a:pt x="133" y="87"/>
                  </a:lnTo>
                  <a:lnTo>
                    <a:pt x="132" y="85"/>
                  </a:lnTo>
                  <a:lnTo>
                    <a:pt x="129" y="84"/>
                  </a:lnTo>
                  <a:lnTo>
                    <a:pt x="130" y="83"/>
                  </a:lnTo>
                  <a:lnTo>
                    <a:pt x="132" y="81"/>
                  </a:lnTo>
                  <a:lnTo>
                    <a:pt x="133" y="80"/>
                  </a:lnTo>
                  <a:close/>
                  <a:moveTo>
                    <a:pt x="111" y="0"/>
                  </a:moveTo>
                  <a:lnTo>
                    <a:pt x="111" y="5"/>
                  </a:lnTo>
                  <a:lnTo>
                    <a:pt x="121" y="19"/>
                  </a:lnTo>
                  <a:lnTo>
                    <a:pt x="120" y="25"/>
                  </a:lnTo>
                  <a:lnTo>
                    <a:pt x="127" y="33"/>
                  </a:lnTo>
                  <a:lnTo>
                    <a:pt x="124" y="33"/>
                  </a:lnTo>
                  <a:lnTo>
                    <a:pt x="119" y="34"/>
                  </a:lnTo>
                  <a:lnTo>
                    <a:pt x="115" y="39"/>
                  </a:lnTo>
                  <a:lnTo>
                    <a:pt x="115" y="42"/>
                  </a:lnTo>
                  <a:lnTo>
                    <a:pt x="116" y="43"/>
                  </a:lnTo>
                  <a:lnTo>
                    <a:pt x="115" y="43"/>
                  </a:lnTo>
                  <a:lnTo>
                    <a:pt x="116" y="44"/>
                  </a:lnTo>
                  <a:lnTo>
                    <a:pt x="111" y="46"/>
                  </a:lnTo>
                  <a:lnTo>
                    <a:pt x="108" y="48"/>
                  </a:lnTo>
                  <a:lnTo>
                    <a:pt x="104" y="51"/>
                  </a:lnTo>
                  <a:lnTo>
                    <a:pt x="96" y="52"/>
                  </a:lnTo>
                  <a:lnTo>
                    <a:pt x="95" y="54"/>
                  </a:lnTo>
                  <a:lnTo>
                    <a:pt x="82" y="56"/>
                  </a:lnTo>
                  <a:lnTo>
                    <a:pt x="80" y="56"/>
                  </a:lnTo>
                  <a:lnTo>
                    <a:pt x="79" y="58"/>
                  </a:lnTo>
                  <a:lnTo>
                    <a:pt x="76" y="62"/>
                  </a:lnTo>
                  <a:lnTo>
                    <a:pt x="73" y="64"/>
                  </a:lnTo>
                  <a:lnTo>
                    <a:pt x="71" y="64"/>
                  </a:lnTo>
                  <a:lnTo>
                    <a:pt x="70" y="64"/>
                  </a:lnTo>
                  <a:lnTo>
                    <a:pt x="69" y="66"/>
                  </a:lnTo>
                  <a:lnTo>
                    <a:pt x="67" y="66"/>
                  </a:lnTo>
                  <a:lnTo>
                    <a:pt x="66" y="64"/>
                  </a:lnTo>
                  <a:lnTo>
                    <a:pt x="65" y="64"/>
                  </a:lnTo>
                  <a:lnTo>
                    <a:pt x="59" y="68"/>
                  </a:lnTo>
                  <a:lnTo>
                    <a:pt x="59" y="69"/>
                  </a:lnTo>
                  <a:lnTo>
                    <a:pt x="58" y="71"/>
                  </a:lnTo>
                  <a:lnTo>
                    <a:pt x="54" y="71"/>
                  </a:lnTo>
                  <a:lnTo>
                    <a:pt x="48" y="73"/>
                  </a:lnTo>
                  <a:lnTo>
                    <a:pt x="46" y="72"/>
                  </a:lnTo>
                  <a:lnTo>
                    <a:pt x="45" y="71"/>
                  </a:lnTo>
                  <a:lnTo>
                    <a:pt x="42" y="72"/>
                  </a:lnTo>
                  <a:lnTo>
                    <a:pt x="41" y="71"/>
                  </a:lnTo>
                  <a:lnTo>
                    <a:pt x="40" y="71"/>
                  </a:lnTo>
                  <a:lnTo>
                    <a:pt x="38" y="71"/>
                  </a:lnTo>
                  <a:lnTo>
                    <a:pt x="34" y="73"/>
                  </a:lnTo>
                  <a:lnTo>
                    <a:pt x="33" y="76"/>
                  </a:lnTo>
                  <a:lnTo>
                    <a:pt x="32" y="76"/>
                  </a:lnTo>
                  <a:lnTo>
                    <a:pt x="30" y="80"/>
                  </a:lnTo>
                  <a:lnTo>
                    <a:pt x="28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81"/>
                  </a:lnTo>
                  <a:lnTo>
                    <a:pt x="20" y="81"/>
                  </a:lnTo>
                  <a:lnTo>
                    <a:pt x="17" y="81"/>
                  </a:lnTo>
                  <a:lnTo>
                    <a:pt x="16" y="81"/>
                  </a:lnTo>
                  <a:lnTo>
                    <a:pt x="13" y="81"/>
                  </a:lnTo>
                  <a:lnTo>
                    <a:pt x="12" y="80"/>
                  </a:lnTo>
                  <a:lnTo>
                    <a:pt x="12" y="77"/>
                  </a:lnTo>
                  <a:lnTo>
                    <a:pt x="9" y="75"/>
                  </a:lnTo>
                  <a:lnTo>
                    <a:pt x="8" y="71"/>
                  </a:lnTo>
                  <a:lnTo>
                    <a:pt x="9" y="71"/>
                  </a:lnTo>
                  <a:lnTo>
                    <a:pt x="9" y="67"/>
                  </a:lnTo>
                  <a:lnTo>
                    <a:pt x="7" y="64"/>
                  </a:lnTo>
                  <a:lnTo>
                    <a:pt x="5" y="54"/>
                  </a:lnTo>
                  <a:lnTo>
                    <a:pt x="1" y="50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3" y="46"/>
                  </a:lnTo>
                  <a:lnTo>
                    <a:pt x="3" y="42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4" y="34"/>
                  </a:lnTo>
                  <a:lnTo>
                    <a:pt x="5" y="34"/>
                  </a:lnTo>
                  <a:lnTo>
                    <a:pt x="7" y="33"/>
                  </a:lnTo>
                  <a:lnTo>
                    <a:pt x="9" y="30"/>
                  </a:lnTo>
                  <a:lnTo>
                    <a:pt x="8" y="26"/>
                  </a:lnTo>
                  <a:lnTo>
                    <a:pt x="9" y="21"/>
                  </a:lnTo>
                  <a:lnTo>
                    <a:pt x="12" y="19"/>
                  </a:lnTo>
                  <a:lnTo>
                    <a:pt x="16" y="22"/>
                  </a:lnTo>
                  <a:lnTo>
                    <a:pt x="24" y="22"/>
                  </a:lnTo>
                  <a:lnTo>
                    <a:pt x="33" y="26"/>
                  </a:lnTo>
                  <a:lnTo>
                    <a:pt x="44" y="31"/>
                  </a:lnTo>
                  <a:lnTo>
                    <a:pt x="45" y="42"/>
                  </a:lnTo>
                  <a:lnTo>
                    <a:pt x="66" y="13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1" name="Freeform 436">
              <a:extLst>
                <a:ext uri="{FF2B5EF4-FFF2-40B4-BE49-F238E27FC236}">
                  <a16:creationId xmlns:a16="http://schemas.microsoft.com/office/drawing/2014/main" id="{925FC16F-8335-4A13-BBF8-E0603AA89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-694299" y="2163659"/>
              <a:ext cx="942799" cy="796286"/>
            </a:xfrm>
            <a:custGeom>
              <a:avLst/>
              <a:gdLst>
                <a:gd name="T0" fmla="*/ 25 w 148"/>
                <a:gd name="T1" fmla="*/ 3 h 125"/>
                <a:gd name="T2" fmla="*/ 34 w 148"/>
                <a:gd name="T3" fmla="*/ 5 h 125"/>
                <a:gd name="T4" fmla="*/ 42 w 148"/>
                <a:gd name="T5" fmla="*/ 7 h 125"/>
                <a:gd name="T6" fmla="*/ 54 w 148"/>
                <a:gd name="T7" fmla="*/ 9 h 125"/>
                <a:gd name="T8" fmla="*/ 59 w 148"/>
                <a:gd name="T9" fmla="*/ 5 h 125"/>
                <a:gd name="T10" fmla="*/ 65 w 148"/>
                <a:gd name="T11" fmla="*/ 1 h 125"/>
                <a:gd name="T12" fmla="*/ 69 w 148"/>
                <a:gd name="T13" fmla="*/ 1 h 125"/>
                <a:gd name="T14" fmla="*/ 68 w 148"/>
                <a:gd name="T15" fmla="*/ 4 h 125"/>
                <a:gd name="T16" fmla="*/ 75 w 148"/>
                <a:gd name="T17" fmla="*/ 3 h 125"/>
                <a:gd name="T18" fmla="*/ 73 w 148"/>
                <a:gd name="T19" fmla="*/ 0 h 125"/>
                <a:gd name="T20" fmla="*/ 81 w 148"/>
                <a:gd name="T21" fmla="*/ 3 h 125"/>
                <a:gd name="T22" fmla="*/ 81 w 148"/>
                <a:gd name="T23" fmla="*/ 5 h 125"/>
                <a:gd name="T24" fmla="*/ 86 w 148"/>
                <a:gd name="T25" fmla="*/ 8 h 125"/>
                <a:gd name="T26" fmla="*/ 89 w 148"/>
                <a:gd name="T27" fmla="*/ 7 h 125"/>
                <a:gd name="T28" fmla="*/ 106 w 148"/>
                <a:gd name="T29" fmla="*/ 5 h 125"/>
                <a:gd name="T30" fmla="*/ 111 w 148"/>
                <a:gd name="T31" fmla="*/ 7 h 125"/>
                <a:gd name="T32" fmla="*/ 118 w 148"/>
                <a:gd name="T33" fmla="*/ 23 h 125"/>
                <a:gd name="T34" fmla="*/ 118 w 148"/>
                <a:gd name="T35" fmla="*/ 30 h 125"/>
                <a:gd name="T36" fmla="*/ 114 w 148"/>
                <a:gd name="T37" fmla="*/ 42 h 125"/>
                <a:gd name="T38" fmla="*/ 113 w 148"/>
                <a:gd name="T39" fmla="*/ 50 h 125"/>
                <a:gd name="T40" fmla="*/ 109 w 148"/>
                <a:gd name="T41" fmla="*/ 49 h 125"/>
                <a:gd name="T42" fmla="*/ 100 w 148"/>
                <a:gd name="T43" fmla="*/ 40 h 125"/>
                <a:gd name="T44" fmla="*/ 94 w 148"/>
                <a:gd name="T45" fmla="*/ 30 h 125"/>
                <a:gd name="T46" fmla="*/ 92 w 148"/>
                <a:gd name="T47" fmla="*/ 25 h 125"/>
                <a:gd name="T48" fmla="*/ 90 w 148"/>
                <a:gd name="T49" fmla="*/ 25 h 125"/>
                <a:gd name="T50" fmla="*/ 92 w 148"/>
                <a:gd name="T51" fmla="*/ 32 h 125"/>
                <a:gd name="T52" fmla="*/ 97 w 148"/>
                <a:gd name="T53" fmla="*/ 41 h 125"/>
                <a:gd name="T54" fmla="*/ 105 w 148"/>
                <a:gd name="T55" fmla="*/ 50 h 125"/>
                <a:gd name="T56" fmla="*/ 109 w 148"/>
                <a:gd name="T57" fmla="*/ 58 h 125"/>
                <a:gd name="T58" fmla="*/ 111 w 148"/>
                <a:gd name="T59" fmla="*/ 66 h 125"/>
                <a:gd name="T60" fmla="*/ 119 w 148"/>
                <a:gd name="T61" fmla="*/ 83 h 125"/>
                <a:gd name="T62" fmla="*/ 127 w 148"/>
                <a:gd name="T63" fmla="*/ 94 h 125"/>
                <a:gd name="T64" fmla="*/ 130 w 148"/>
                <a:gd name="T65" fmla="*/ 95 h 125"/>
                <a:gd name="T66" fmla="*/ 134 w 148"/>
                <a:gd name="T67" fmla="*/ 100 h 125"/>
                <a:gd name="T68" fmla="*/ 130 w 148"/>
                <a:gd name="T69" fmla="*/ 100 h 125"/>
                <a:gd name="T70" fmla="*/ 130 w 148"/>
                <a:gd name="T71" fmla="*/ 107 h 125"/>
                <a:gd name="T72" fmla="*/ 138 w 148"/>
                <a:gd name="T73" fmla="*/ 115 h 125"/>
                <a:gd name="T74" fmla="*/ 143 w 148"/>
                <a:gd name="T75" fmla="*/ 119 h 125"/>
                <a:gd name="T76" fmla="*/ 148 w 148"/>
                <a:gd name="T77" fmla="*/ 124 h 125"/>
                <a:gd name="T78" fmla="*/ 3 w 148"/>
                <a:gd name="T79" fmla="*/ 30 h 125"/>
                <a:gd name="T80" fmla="*/ 2 w 148"/>
                <a:gd name="T81" fmla="*/ 17 h 125"/>
                <a:gd name="T82" fmla="*/ 2 w 148"/>
                <a:gd name="T83" fmla="*/ 8 h 125"/>
                <a:gd name="T84" fmla="*/ 3 w 148"/>
                <a:gd name="T85" fmla="*/ 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25">
                  <a:moveTo>
                    <a:pt x="11" y="0"/>
                  </a:moveTo>
                  <a:lnTo>
                    <a:pt x="15" y="1"/>
                  </a:lnTo>
                  <a:lnTo>
                    <a:pt x="25" y="3"/>
                  </a:lnTo>
                  <a:lnTo>
                    <a:pt x="29" y="3"/>
                  </a:lnTo>
                  <a:lnTo>
                    <a:pt x="31" y="5"/>
                  </a:lnTo>
                  <a:lnTo>
                    <a:pt x="34" y="5"/>
                  </a:lnTo>
                  <a:lnTo>
                    <a:pt x="35" y="5"/>
                  </a:lnTo>
                  <a:lnTo>
                    <a:pt x="38" y="7"/>
                  </a:lnTo>
                  <a:lnTo>
                    <a:pt x="42" y="7"/>
                  </a:lnTo>
                  <a:lnTo>
                    <a:pt x="44" y="7"/>
                  </a:lnTo>
                  <a:lnTo>
                    <a:pt x="50" y="9"/>
                  </a:lnTo>
                  <a:lnTo>
                    <a:pt x="54" y="9"/>
                  </a:lnTo>
                  <a:lnTo>
                    <a:pt x="54" y="8"/>
                  </a:lnTo>
                  <a:lnTo>
                    <a:pt x="56" y="7"/>
                  </a:lnTo>
                  <a:lnTo>
                    <a:pt x="59" y="5"/>
                  </a:lnTo>
                  <a:lnTo>
                    <a:pt x="60" y="4"/>
                  </a:lnTo>
                  <a:lnTo>
                    <a:pt x="64" y="3"/>
                  </a:lnTo>
                  <a:lnTo>
                    <a:pt x="65" y="1"/>
                  </a:lnTo>
                  <a:lnTo>
                    <a:pt x="68" y="1"/>
                  </a:lnTo>
                  <a:lnTo>
                    <a:pt x="71" y="1"/>
                  </a:lnTo>
                  <a:lnTo>
                    <a:pt x="69" y="1"/>
                  </a:lnTo>
                  <a:lnTo>
                    <a:pt x="67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2" y="3"/>
                  </a:lnTo>
                  <a:lnTo>
                    <a:pt x="75" y="3"/>
                  </a:lnTo>
                  <a:lnTo>
                    <a:pt x="75" y="1"/>
                  </a:lnTo>
                  <a:lnTo>
                    <a:pt x="72" y="1"/>
                  </a:lnTo>
                  <a:lnTo>
                    <a:pt x="73" y="0"/>
                  </a:lnTo>
                  <a:lnTo>
                    <a:pt x="77" y="1"/>
                  </a:lnTo>
                  <a:lnTo>
                    <a:pt x="80" y="3"/>
                  </a:lnTo>
                  <a:lnTo>
                    <a:pt x="81" y="3"/>
                  </a:lnTo>
                  <a:lnTo>
                    <a:pt x="82" y="3"/>
                  </a:lnTo>
                  <a:lnTo>
                    <a:pt x="81" y="4"/>
                  </a:lnTo>
                  <a:lnTo>
                    <a:pt x="81" y="5"/>
                  </a:lnTo>
                  <a:lnTo>
                    <a:pt x="84" y="7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5"/>
                  </a:lnTo>
                  <a:lnTo>
                    <a:pt x="85" y="4"/>
                  </a:lnTo>
                  <a:lnTo>
                    <a:pt x="89" y="7"/>
                  </a:lnTo>
                  <a:lnTo>
                    <a:pt x="96" y="5"/>
                  </a:lnTo>
                  <a:lnTo>
                    <a:pt x="102" y="7"/>
                  </a:lnTo>
                  <a:lnTo>
                    <a:pt x="106" y="5"/>
                  </a:lnTo>
                  <a:lnTo>
                    <a:pt x="108" y="3"/>
                  </a:lnTo>
                  <a:lnTo>
                    <a:pt x="109" y="4"/>
                  </a:lnTo>
                  <a:lnTo>
                    <a:pt x="111" y="7"/>
                  </a:lnTo>
                  <a:lnTo>
                    <a:pt x="113" y="12"/>
                  </a:lnTo>
                  <a:lnTo>
                    <a:pt x="115" y="16"/>
                  </a:lnTo>
                  <a:lnTo>
                    <a:pt x="118" y="23"/>
                  </a:lnTo>
                  <a:lnTo>
                    <a:pt x="117" y="25"/>
                  </a:lnTo>
                  <a:lnTo>
                    <a:pt x="118" y="29"/>
                  </a:lnTo>
                  <a:lnTo>
                    <a:pt x="118" y="30"/>
                  </a:lnTo>
                  <a:lnTo>
                    <a:pt x="117" y="37"/>
                  </a:lnTo>
                  <a:lnTo>
                    <a:pt x="117" y="40"/>
                  </a:lnTo>
                  <a:lnTo>
                    <a:pt x="114" y="42"/>
                  </a:lnTo>
                  <a:lnTo>
                    <a:pt x="115" y="44"/>
                  </a:lnTo>
                  <a:lnTo>
                    <a:pt x="115" y="49"/>
                  </a:lnTo>
                  <a:lnTo>
                    <a:pt x="113" y="50"/>
                  </a:lnTo>
                  <a:lnTo>
                    <a:pt x="113" y="51"/>
                  </a:lnTo>
                  <a:lnTo>
                    <a:pt x="113" y="50"/>
                  </a:lnTo>
                  <a:lnTo>
                    <a:pt x="109" y="49"/>
                  </a:lnTo>
                  <a:lnTo>
                    <a:pt x="104" y="42"/>
                  </a:lnTo>
                  <a:lnTo>
                    <a:pt x="104" y="41"/>
                  </a:lnTo>
                  <a:lnTo>
                    <a:pt x="100" y="40"/>
                  </a:lnTo>
                  <a:lnTo>
                    <a:pt x="98" y="37"/>
                  </a:lnTo>
                  <a:lnTo>
                    <a:pt x="98" y="34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3" y="28"/>
                  </a:lnTo>
                  <a:lnTo>
                    <a:pt x="92" y="25"/>
                  </a:lnTo>
                  <a:lnTo>
                    <a:pt x="90" y="25"/>
                  </a:lnTo>
                  <a:lnTo>
                    <a:pt x="90" y="24"/>
                  </a:lnTo>
                  <a:lnTo>
                    <a:pt x="90" y="25"/>
                  </a:lnTo>
                  <a:lnTo>
                    <a:pt x="90" y="26"/>
                  </a:lnTo>
                  <a:lnTo>
                    <a:pt x="90" y="28"/>
                  </a:lnTo>
                  <a:lnTo>
                    <a:pt x="92" y="32"/>
                  </a:lnTo>
                  <a:lnTo>
                    <a:pt x="92" y="34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104" y="46"/>
                  </a:lnTo>
                  <a:lnTo>
                    <a:pt x="105" y="49"/>
                  </a:lnTo>
                  <a:lnTo>
                    <a:pt x="105" y="50"/>
                  </a:lnTo>
                  <a:lnTo>
                    <a:pt x="105" y="53"/>
                  </a:lnTo>
                  <a:lnTo>
                    <a:pt x="109" y="57"/>
                  </a:lnTo>
                  <a:lnTo>
                    <a:pt x="109" y="58"/>
                  </a:lnTo>
                  <a:lnTo>
                    <a:pt x="110" y="59"/>
                  </a:lnTo>
                  <a:lnTo>
                    <a:pt x="110" y="65"/>
                  </a:lnTo>
                  <a:lnTo>
                    <a:pt x="111" y="66"/>
                  </a:lnTo>
                  <a:lnTo>
                    <a:pt x="111" y="69"/>
                  </a:lnTo>
                  <a:lnTo>
                    <a:pt x="119" y="79"/>
                  </a:lnTo>
                  <a:lnTo>
                    <a:pt x="119" y="83"/>
                  </a:lnTo>
                  <a:lnTo>
                    <a:pt x="122" y="84"/>
                  </a:lnTo>
                  <a:lnTo>
                    <a:pt x="126" y="91"/>
                  </a:lnTo>
                  <a:lnTo>
                    <a:pt x="127" y="94"/>
                  </a:lnTo>
                  <a:lnTo>
                    <a:pt x="129" y="96"/>
                  </a:lnTo>
                  <a:lnTo>
                    <a:pt x="129" y="95"/>
                  </a:lnTo>
                  <a:lnTo>
                    <a:pt x="130" y="95"/>
                  </a:lnTo>
                  <a:lnTo>
                    <a:pt x="131" y="99"/>
                  </a:lnTo>
                  <a:lnTo>
                    <a:pt x="133" y="99"/>
                  </a:lnTo>
                  <a:lnTo>
                    <a:pt x="134" y="100"/>
                  </a:lnTo>
                  <a:lnTo>
                    <a:pt x="131" y="100"/>
                  </a:lnTo>
                  <a:lnTo>
                    <a:pt x="130" y="99"/>
                  </a:lnTo>
                  <a:lnTo>
                    <a:pt x="130" y="100"/>
                  </a:lnTo>
                  <a:lnTo>
                    <a:pt x="130" y="101"/>
                  </a:lnTo>
                  <a:lnTo>
                    <a:pt x="130" y="104"/>
                  </a:lnTo>
                  <a:lnTo>
                    <a:pt x="130" y="107"/>
                  </a:lnTo>
                  <a:lnTo>
                    <a:pt x="131" y="112"/>
                  </a:lnTo>
                  <a:lnTo>
                    <a:pt x="135" y="115"/>
                  </a:lnTo>
                  <a:lnTo>
                    <a:pt x="138" y="115"/>
                  </a:lnTo>
                  <a:lnTo>
                    <a:pt x="139" y="115"/>
                  </a:lnTo>
                  <a:lnTo>
                    <a:pt x="140" y="117"/>
                  </a:lnTo>
                  <a:lnTo>
                    <a:pt x="143" y="119"/>
                  </a:lnTo>
                  <a:lnTo>
                    <a:pt x="144" y="120"/>
                  </a:lnTo>
                  <a:lnTo>
                    <a:pt x="147" y="123"/>
                  </a:lnTo>
                  <a:lnTo>
                    <a:pt x="148" y="124"/>
                  </a:lnTo>
                  <a:lnTo>
                    <a:pt x="148" y="124"/>
                  </a:lnTo>
                  <a:lnTo>
                    <a:pt x="7" y="125"/>
                  </a:lnTo>
                  <a:lnTo>
                    <a:pt x="3" y="30"/>
                  </a:lnTo>
                  <a:lnTo>
                    <a:pt x="2" y="25"/>
                  </a:lnTo>
                  <a:lnTo>
                    <a:pt x="0" y="21"/>
                  </a:lnTo>
                  <a:lnTo>
                    <a:pt x="2" y="17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2" y="8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2" name="Freeform 437">
              <a:extLst>
                <a:ext uri="{FF2B5EF4-FFF2-40B4-BE49-F238E27FC236}">
                  <a16:creationId xmlns:a16="http://schemas.microsoft.com/office/drawing/2014/main" id="{39B2ECE8-7296-44F5-8980-AF1567302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-866293" y="2953572"/>
              <a:ext cx="1248573" cy="1433311"/>
            </a:xfrm>
            <a:custGeom>
              <a:avLst/>
              <a:gdLst>
                <a:gd name="T0" fmla="*/ 175 w 196"/>
                <a:gd name="T1" fmla="*/ 2 h 225"/>
                <a:gd name="T2" fmla="*/ 179 w 196"/>
                <a:gd name="T3" fmla="*/ 10 h 225"/>
                <a:gd name="T4" fmla="*/ 177 w 196"/>
                <a:gd name="T5" fmla="*/ 10 h 225"/>
                <a:gd name="T6" fmla="*/ 182 w 196"/>
                <a:gd name="T7" fmla="*/ 35 h 225"/>
                <a:gd name="T8" fmla="*/ 194 w 196"/>
                <a:gd name="T9" fmla="*/ 46 h 225"/>
                <a:gd name="T10" fmla="*/ 194 w 196"/>
                <a:gd name="T11" fmla="*/ 52 h 225"/>
                <a:gd name="T12" fmla="*/ 185 w 196"/>
                <a:gd name="T13" fmla="*/ 55 h 225"/>
                <a:gd name="T14" fmla="*/ 179 w 196"/>
                <a:gd name="T15" fmla="*/ 60 h 225"/>
                <a:gd name="T16" fmla="*/ 179 w 196"/>
                <a:gd name="T17" fmla="*/ 68 h 225"/>
                <a:gd name="T18" fmla="*/ 174 w 196"/>
                <a:gd name="T19" fmla="*/ 84 h 225"/>
                <a:gd name="T20" fmla="*/ 175 w 196"/>
                <a:gd name="T21" fmla="*/ 95 h 225"/>
                <a:gd name="T22" fmla="*/ 169 w 196"/>
                <a:gd name="T23" fmla="*/ 112 h 225"/>
                <a:gd name="T24" fmla="*/ 160 w 196"/>
                <a:gd name="T25" fmla="*/ 124 h 225"/>
                <a:gd name="T26" fmla="*/ 153 w 196"/>
                <a:gd name="T27" fmla="*/ 137 h 225"/>
                <a:gd name="T28" fmla="*/ 149 w 196"/>
                <a:gd name="T29" fmla="*/ 150 h 225"/>
                <a:gd name="T30" fmla="*/ 145 w 196"/>
                <a:gd name="T31" fmla="*/ 166 h 225"/>
                <a:gd name="T32" fmla="*/ 138 w 196"/>
                <a:gd name="T33" fmla="*/ 167 h 225"/>
                <a:gd name="T34" fmla="*/ 142 w 196"/>
                <a:gd name="T35" fmla="*/ 172 h 225"/>
                <a:gd name="T36" fmla="*/ 149 w 196"/>
                <a:gd name="T37" fmla="*/ 183 h 225"/>
                <a:gd name="T38" fmla="*/ 156 w 196"/>
                <a:gd name="T39" fmla="*/ 187 h 225"/>
                <a:gd name="T40" fmla="*/ 162 w 196"/>
                <a:gd name="T41" fmla="*/ 201 h 225"/>
                <a:gd name="T42" fmla="*/ 150 w 196"/>
                <a:gd name="T43" fmla="*/ 213 h 225"/>
                <a:gd name="T44" fmla="*/ 144 w 196"/>
                <a:gd name="T45" fmla="*/ 220 h 225"/>
                <a:gd name="T46" fmla="*/ 129 w 196"/>
                <a:gd name="T47" fmla="*/ 221 h 225"/>
                <a:gd name="T48" fmla="*/ 124 w 196"/>
                <a:gd name="T49" fmla="*/ 225 h 225"/>
                <a:gd name="T50" fmla="*/ 115 w 196"/>
                <a:gd name="T51" fmla="*/ 221 h 225"/>
                <a:gd name="T52" fmla="*/ 111 w 196"/>
                <a:gd name="T53" fmla="*/ 224 h 225"/>
                <a:gd name="T54" fmla="*/ 106 w 196"/>
                <a:gd name="T55" fmla="*/ 221 h 225"/>
                <a:gd name="T56" fmla="*/ 99 w 196"/>
                <a:gd name="T57" fmla="*/ 214 h 225"/>
                <a:gd name="T58" fmla="*/ 91 w 196"/>
                <a:gd name="T59" fmla="*/ 210 h 225"/>
                <a:gd name="T60" fmla="*/ 84 w 196"/>
                <a:gd name="T61" fmla="*/ 212 h 225"/>
                <a:gd name="T62" fmla="*/ 77 w 196"/>
                <a:gd name="T63" fmla="*/ 214 h 225"/>
                <a:gd name="T64" fmla="*/ 70 w 196"/>
                <a:gd name="T65" fmla="*/ 206 h 225"/>
                <a:gd name="T66" fmla="*/ 65 w 196"/>
                <a:gd name="T67" fmla="*/ 202 h 225"/>
                <a:gd name="T68" fmla="*/ 58 w 196"/>
                <a:gd name="T69" fmla="*/ 193 h 225"/>
                <a:gd name="T70" fmla="*/ 53 w 196"/>
                <a:gd name="T71" fmla="*/ 185 h 225"/>
                <a:gd name="T72" fmla="*/ 45 w 196"/>
                <a:gd name="T73" fmla="*/ 181 h 225"/>
                <a:gd name="T74" fmla="*/ 44 w 196"/>
                <a:gd name="T75" fmla="*/ 175 h 225"/>
                <a:gd name="T76" fmla="*/ 38 w 196"/>
                <a:gd name="T77" fmla="*/ 170 h 225"/>
                <a:gd name="T78" fmla="*/ 29 w 196"/>
                <a:gd name="T79" fmla="*/ 163 h 225"/>
                <a:gd name="T80" fmla="*/ 21 w 196"/>
                <a:gd name="T81" fmla="*/ 162 h 225"/>
                <a:gd name="T82" fmla="*/ 21 w 196"/>
                <a:gd name="T83" fmla="*/ 151 h 225"/>
                <a:gd name="T84" fmla="*/ 12 w 196"/>
                <a:gd name="T85" fmla="*/ 137 h 225"/>
                <a:gd name="T86" fmla="*/ 12 w 196"/>
                <a:gd name="T87" fmla="*/ 131 h 225"/>
                <a:gd name="T88" fmla="*/ 7 w 196"/>
                <a:gd name="T89" fmla="*/ 121 h 225"/>
                <a:gd name="T90" fmla="*/ 7 w 196"/>
                <a:gd name="T91" fmla="*/ 113 h 225"/>
                <a:gd name="T92" fmla="*/ 4 w 196"/>
                <a:gd name="T93" fmla="*/ 108 h 225"/>
                <a:gd name="T94" fmla="*/ 7 w 196"/>
                <a:gd name="T95" fmla="*/ 99 h 225"/>
                <a:gd name="T96" fmla="*/ 9 w 196"/>
                <a:gd name="T97" fmla="*/ 91 h 225"/>
                <a:gd name="T98" fmla="*/ 16 w 196"/>
                <a:gd name="T99" fmla="*/ 77 h 225"/>
                <a:gd name="T100" fmla="*/ 24 w 196"/>
                <a:gd name="T101" fmla="*/ 29 h 225"/>
                <a:gd name="T102" fmla="*/ 175 w 196"/>
                <a:gd name="T103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6" h="225">
                  <a:moveTo>
                    <a:pt x="175" y="0"/>
                  </a:moveTo>
                  <a:lnTo>
                    <a:pt x="175" y="1"/>
                  </a:lnTo>
                  <a:lnTo>
                    <a:pt x="175" y="1"/>
                  </a:lnTo>
                  <a:lnTo>
                    <a:pt x="175" y="2"/>
                  </a:lnTo>
                  <a:lnTo>
                    <a:pt x="175" y="2"/>
                  </a:lnTo>
                  <a:lnTo>
                    <a:pt x="175" y="4"/>
                  </a:lnTo>
                  <a:lnTo>
                    <a:pt x="175" y="4"/>
                  </a:lnTo>
                  <a:lnTo>
                    <a:pt x="177" y="5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79" y="12"/>
                  </a:lnTo>
                  <a:lnTo>
                    <a:pt x="179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7" y="10"/>
                  </a:lnTo>
                  <a:lnTo>
                    <a:pt x="178" y="13"/>
                  </a:lnTo>
                  <a:lnTo>
                    <a:pt x="181" y="21"/>
                  </a:lnTo>
                  <a:lnTo>
                    <a:pt x="181" y="26"/>
                  </a:lnTo>
                  <a:lnTo>
                    <a:pt x="181" y="30"/>
                  </a:lnTo>
                  <a:lnTo>
                    <a:pt x="182" y="35"/>
                  </a:lnTo>
                  <a:lnTo>
                    <a:pt x="185" y="39"/>
                  </a:lnTo>
                  <a:lnTo>
                    <a:pt x="186" y="39"/>
                  </a:lnTo>
                  <a:lnTo>
                    <a:pt x="191" y="43"/>
                  </a:lnTo>
                  <a:lnTo>
                    <a:pt x="191" y="46"/>
                  </a:lnTo>
                  <a:lnTo>
                    <a:pt x="194" y="46"/>
                  </a:lnTo>
                  <a:lnTo>
                    <a:pt x="196" y="47"/>
                  </a:lnTo>
                  <a:lnTo>
                    <a:pt x="196" y="49"/>
                  </a:lnTo>
                  <a:lnTo>
                    <a:pt x="196" y="49"/>
                  </a:lnTo>
                  <a:lnTo>
                    <a:pt x="195" y="51"/>
                  </a:lnTo>
                  <a:lnTo>
                    <a:pt x="194" y="52"/>
                  </a:lnTo>
                  <a:lnTo>
                    <a:pt x="191" y="52"/>
                  </a:lnTo>
                  <a:lnTo>
                    <a:pt x="191" y="54"/>
                  </a:lnTo>
                  <a:lnTo>
                    <a:pt x="189" y="54"/>
                  </a:lnTo>
                  <a:lnTo>
                    <a:pt x="187" y="55"/>
                  </a:lnTo>
                  <a:lnTo>
                    <a:pt x="185" y="55"/>
                  </a:lnTo>
                  <a:lnTo>
                    <a:pt x="185" y="56"/>
                  </a:lnTo>
                  <a:lnTo>
                    <a:pt x="185" y="58"/>
                  </a:lnTo>
                  <a:lnTo>
                    <a:pt x="185" y="59"/>
                  </a:lnTo>
                  <a:lnTo>
                    <a:pt x="181" y="59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8" y="66"/>
                  </a:lnTo>
                  <a:lnTo>
                    <a:pt x="179" y="66"/>
                  </a:lnTo>
                  <a:lnTo>
                    <a:pt x="181" y="67"/>
                  </a:lnTo>
                  <a:lnTo>
                    <a:pt x="179" y="68"/>
                  </a:lnTo>
                  <a:lnTo>
                    <a:pt x="178" y="72"/>
                  </a:lnTo>
                  <a:lnTo>
                    <a:pt x="177" y="77"/>
                  </a:lnTo>
                  <a:lnTo>
                    <a:pt x="175" y="80"/>
                  </a:lnTo>
                  <a:lnTo>
                    <a:pt x="175" y="83"/>
                  </a:lnTo>
                  <a:lnTo>
                    <a:pt x="174" y="84"/>
                  </a:lnTo>
                  <a:lnTo>
                    <a:pt x="174" y="87"/>
                  </a:lnTo>
                  <a:lnTo>
                    <a:pt x="175" y="92"/>
                  </a:lnTo>
                  <a:lnTo>
                    <a:pt x="175" y="95"/>
                  </a:lnTo>
                  <a:lnTo>
                    <a:pt x="177" y="95"/>
                  </a:lnTo>
                  <a:lnTo>
                    <a:pt x="175" y="95"/>
                  </a:lnTo>
                  <a:lnTo>
                    <a:pt x="174" y="99"/>
                  </a:lnTo>
                  <a:lnTo>
                    <a:pt x="174" y="102"/>
                  </a:lnTo>
                  <a:lnTo>
                    <a:pt x="171" y="108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6" y="113"/>
                  </a:lnTo>
                  <a:lnTo>
                    <a:pt x="166" y="114"/>
                  </a:lnTo>
                  <a:lnTo>
                    <a:pt x="163" y="120"/>
                  </a:lnTo>
                  <a:lnTo>
                    <a:pt x="163" y="121"/>
                  </a:lnTo>
                  <a:lnTo>
                    <a:pt x="160" y="124"/>
                  </a:lnTo>
                  <a:lnTo>
                    <a:pt x="158" y="127"/>
                  </a:lnTo>
                  <a:lnTo>
                    <a:pt x="156" y="135"/>
                  </a:lnTo>
                  <a:lnTo>
                    <a:pt x="154" y="135"/>
                  </a:lnTo>
                  <a:lnTo>
                    <a:pt x="154" y="135"/>
                  </a:lnTo>
                  <a:lnTo>
                    <a:pt x="153" y="137"/>
                  </a:lnTo>
                  <a:lnTo>
                    <a:pt x="150" y="141"/>
                  </a:lnTo>
                  <a:lnTo>
                    <a:pt x="150" y="143"/>
                  </a:lnTo>
                  <a:lnTo>
                    <a:pt x="150" y="145"/>
                  </a:lnTo>
                  <a:lnTo>
                    <a:pt x="150" y="147"/>
                  </a:lnTo>
                  <a:lnTo>
                    <a:pt x="149" y="150"/>
                  </a:lnTo>
                  <a:lnTo>
                    <a:pt x="148" y="152"/>
                  </a:lnTo>
                  <a:lnTo>
                    <a:pt x="148" y="158"/>
                  </a:lnTo>
                  <a:lnTo>
                    <a:pt x="148" y="163"/>
                  </a:lnTo>
                  <a:lnTo>
                    <a:pt x="146" y="164"/>
                  </a:lnTo>
                  <a:lnTo>
                    <a:pt x="145" y="166"/>
                  </a:lnTo>
                  <a:lnTo>
                    <a:pt x="144" y="166"/>
                  </a:lnTo>
                  <a:lnTo>
                    <a:pt x="142" y="164"/>
                  </a:lnTo>
                  <a:lnTo>
                    <a:pt x="141" y="166"/>
                  </a:lnTo>
                  <a:lnTo>
                    <a:pt x="138" y="164"/>
                  </a:lnTo>
                  <a:lnTo>
                    <a:pt x="138" y="167"/>
                  </a:lnTo>
                  <a:lnTo>
                    <a:pt x="137" y="168"/>
                  </a:lnTo>
                  <a:lnTo>
                    <a:pt x="135" y="171"/>
                  </a:lnTo>
                  <a:lnTo>
                    <a:pt x="136" y="172"/>
                  </a:lnTo>
                  <a:lnTo>
                    <a:pt x="137" y="172"/>
                  </a:lnTo>
                  <a:lnTo>
                    <a:pt x="142" y="172"/>
                  </a:lnTo>
                  <a:lnTo>
                    <a:pt x="144" y="174"/>
                  </a:lnTo>
                  <a:lnTo>
                    <a:pt x="146" y="176"/>
                  </a:lnTo>
                  <a:lnTo>
                    <a:pt x="146" y="177"/>
                  </a:lnTo>
                  <a:lnTo>
                    <a:pt x="148" y="179"/>
                  </a:lnTo>
                  <a:lnTo>
                    <a:pt x="149" y="183"/>
                  </a:lnTo>
                  <a:lnTo>
                    <a:pt x="152" y="184"/>
                  </a:lnTo>
                  <a:lnTo>
                    <a:pt x="152" y="184"/>
                  </a:lnTo>
                  <a:lnTo>
                    <a:pt x="153" y="185"/>
                  </a:lnTo>
                  <a:lnTo>
                    <a:pt x="154" y="185"/>
                  </a:lnTo>
                  <a:lnTo>
                    <a:pt x="156" y="187"/>
                  </a:lnTo>
                  <a:lnTo>
                    <a:pt x="157" y="189"/>
                  </a:lnTo>
                  <a:lnTo>
                    <a:pt x="160" y="191"/>
                  </a:lnTo>
                  <a:lnTo>
                    <a:pt x="160" y="196"/>
                  </a:lnTo>
                  <a:lnTo>
                    <a:pt x="161" y="197"/>
                  </a:lnTo>
                  <a:lnTo>
                    <a:pt x="162" y="201"/>
                  </a:lnTo>
                  <a:lnTo>
                    <a:pt x="158" y="205"/>
                  </a:lnTo>
                  <a:lnTo>
                    <a:pt x="154" y="210"/>
                  </a:lnTo>
                  <a:lnTo>
                    <a:pt x="153" y="209"/>
                  </a:lnTo>
                  <a:lnTo>
                    <a:pt x="152" y="212"/>
                  </a:lnTo>
                  <a:lnTo>
                    <a:pt x="150" y="213"/>
                  </a:lnTo>
                  <a:lnTo>
                    <a:pt x="149" y="213"/>
                  </a:lnTo>
                  <a:lnTo>
                    <a:pt x="148" y="216"/>
                  </a:lnTo>
                  <a:lnTo>
                    <a:pt x="148" y="216"/>
                  </a:lnTo>
                  <a:lnTo>
                    <a:pt x="145" y="217"/>
                  </a:lnTo>
                  <a:lnTo>
                    <a:pt x="144" y="220"/>
                  </a:lnTo>
                  <a:lnTo>
                    <a:pt x="141" y="221"/>
                  </a:lnTo>
                  <a:lnTo>
                    <a:pt x="138" y="220"/>
                  </a:lnTo>
                  <a:lnTo>
                    <a:pt x="135" y="220"/>
                  </a:lnTo>
                  <a:lnTo>
                    <a:pt x="132" y="221"/>
                  </a:lnTo>
                  <a:lnTo>
                    <a:pt x="129" y="221"/>
                  </a:lnTo>
                  <a:lnTo>
                    <a:pt x="129" y="221"/>
                  </a:lnTo>
                  <a:lnTo>
                    <a:pt x="127" y="221"/>
                  </a:lnTo>
                  <a:lnTo>
                    <a:pt x="125" y="222"/>
                  </a:lnTo>
                  <a:lnTo>
                    <a:pt x="125" y="225"/>
                  </a:lnTo>
                  <a:lnTo>
                    <a:pt x="124" y="225"/>
                  </a:lnTo>
                  <a:lnTo>
                    <a:pt x="121" y="224"/>
                  </a:lnTo>
                  <a:lnTo>
                    <a:pt x="121" y="222"/>
                  </a:lnTo>
                  <a:lnTo>
                    <a:pt x="119" y="221"/>
                  </a:lnTo>
                  <a:lnTo>
                    <a:pt x="117" y="222"/>
                  </a:lnTo>
                  <a:lnTo>
                    <a:pt x="115" y="221"/>
                  </a:lnTo>
                  <a:lnTo>
                    <a:pt x="112" y="220"/>
                  </a:lnTo>
                  <a:lnTo>
                    <a:pt x="111" y="221"/>
                  </a:lnTo>
                  <a:lnTo>
                    <a:pt x="111" y="222"/>
                  </a:lnTo>
                  <a:lnTo>
                    <a:pt x="111" y="224"/>
                  </a:lnTo>
                  <a:lnTo>
                    <a:pt x="111" y="224"/>
                  </a:lnTo>
                  <a:lnTo>
                    <a:pt x="109" y="224"/>
                  </a:lnTo>
                  <a:lnTo>
                    <a:pt x="107" y="224"/>
                  </a:lnTo>
                  <a:lnTo>
                    <a:pt x="107" y="224"/>
                  </a:lnTo>
                  <a:lnTo>
                    <a:pt x="107" y="222"/>
                  </a:lnTo>
                  <a:lnTo>
                    <a:pt x="106" y="221"/>
                  </a:lnTo>
                  <a:lnTo>
                    <a:pt x="106" y="220"/>
                  </a:lnTo>
                  <a:lnTo>
                    <a:pt x="104" y="218"/>
                  </a:lnTo>
                  <a:lnTo>
                    <a:pt x="103" y="217"/>
                  </a:lnTo>
                  <a:lnTo>
                    <a:pt x="100" y="216"/>
                  </a:lnTo>
                  <a:lnTo>
                    <a:pt x="99" y="214"/>
                  </a:lnTo>
                  <a:lnTo>
                    <a:pt x="98" y="213"/>
                  </a:lnTo>
                  <a:lnTo>
                    <a:pt x="96" y="210"/>
                  </a:lnTo>
                  <a:lnTo>
                    <a:pt x="95" y="209"/>
                  </a:lnTo>
                  <a:lnTo>
                    <a:pt x="92" y="209"/>
                  </a:lnTo>
                  <a:lnTo>
                    <a:pt x="91" y="210"/>
                  </a:lnTo>
                  <a:lnTo>
                    <a:pt x="90" y="212"/>
                  </a:lnTo>
                  <a:lnTo>
                    <a:pt x="88" y="213"/>
                  </a:lnTo>
                  <a:lnTo>
                    <a:pt x="87" y="213"/>
                  </a:lnTo>
                  <a:lnTo>
                    <a:pt x="87" y="212"/>
                  </a:lnTo>
                  <a:lnTo>
                    <a:pt x="84" y="212"/>
                  </a:lnTo>
                  <a:lnTo>
                    <a:pt x="82" y="212"/>
                  </a:lnTo>
                  <a:lnTo>
                    <a:pt x="81" y="213"/>
                  </a:lnTo>
                  <a:lnTo>
                    <a:pt x="79" y="214"/>
                  </a:lnTo>
                  <a:lnTo>
                    <a:pt x="78" y="214"/>
                  </a:lnTo>
                  <a:lnTo>
                    <a:pt x="77" y="214"/>
                  </a:lnTo>
                  <a:lnTo>
                    <a:pt x="74" y="212"/>
                  </a:lnTo>
                  <a:lnTo>
                    <a:pt x="73" y="210"/>
                  </a:lnTo>
                  <a:lnTo>
                    <a:pt x="71" y="210"/>
                  </a:lnTo>
                  <a:lnTo>
                    <a:pt x="70" y="208"/>
                  </a:lnTo>
                  <a:lnTo>
                    <a:pt x="70" y="206"/>
                  </a:lnTo>
                  <a:lnTo>
                    <a:pt x="69" y="206"/>
                  </a:lnTo>
                  <a:lnTo>
                    <a:pt x="69" y="206"/>
                  </a:lnTo>
                  <a:lnTo>
                    <a:pt x="69" y="205"/>
                  </a:lnTo>
                  <a:lnTo>
                    <a:pt x="66" y="202"/>
                  </a:lnTo>
                  <a:lnTo>
                    <a:pt x="65" y="202"/>
                  </a:lnTo>
                  <a:lnTo>
                    <a:pt x="65" y="199"/>
                  </a:lnTo>
                  <a:lnTo>
                    <a:pt x="65" y="197"/>
                  </a:lnTo>
                  <a:lnTo>
                    <a:pt x="62" y="196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58" y="192"/>
                  </a:lnTo>
                  <a:lnTo>
                    <a:pt x="57" y="191"/>
                  </a:lnTo>
                  <a:lnTo>
                    <a:pt x="54" y="189"/>
                  </a:lnTo>
                  <a:lnTo>
                    <a:pt x="54" y="188"/>
                  </a:lnTo>
                  <a:lnTo>
                    <a:pt x="53" y="185"/>
                  </a:lnTo>
                  <a:lnTo>
                    <a:pt x="53" y="184"/>
                  </a:lnTo>
                  <a:lnTo>
                    <a:pt x="49" y="181"/>
                  </a:lnTo>
                  <a:lnTo>
                    <a:pt x="48" y="181"/>
                  </a:lnTo>
                  <a:lnTo>
                    <a:pt x="46" y="180"/>
                  </a:lnTo>
                  <a:lnTo>
                    <a:pt x="45" y="181"/>
                  </a:lnTo>
                  <a:lnTo>
                    <a:pt x="42" y="180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6"/>
                  </a:lnTo>
                  <a:lnTo>
                    <a:pt x="44" y="175"/>
                  </a:lnTo>
                  <a:lnTo>
                    <a:pt x="44" y="174"/>
                  </a:lnTo>
                  <a:lnTo>
                    <a:pt x="42" y="172"/>
                  </a:lnTo>
                  <a:lnTo>
                    <a:pt x="41" y="172"/>
                  </a:lnTo>
                  <a:lnTo>
                    <a:pt x="38" y="171"/>
                  </a:lnTo>
                  <a:lnTo>
                    <a:pt x="38" y="170"/>
                  </a:lnTo>
                  <a:lnTo>
                    <a:pt x="36" y="168"/>
                  </a:lnTo>
                  <a:lnTo>
                    <a:pt x="34" y="168"/>
                  </a:lnTo>
                  <a:lnTo>
                    <a:pt x="32" y="167"/>
                  </a:lnTo>
                  <a:lnTo>
                    <a:pt x="29" y="166"/>
                  </a:lnTo>
                  <a:lnTo>
                    <a:pt x="29" y="163"/>
                  </a:lnTo>
                  <a:lnTo>
                    <a:pt x="29" y="162"/>
                  </a:lnTo>
                  <a:lnTo>
                    <a:pt x="29" y="160"/>
                  </a:lnTo>
                  <a:lnTo>
                    <a:pt x="25" y="160"/>
                  </a:lnTo>
                  <a:lnTo>
                    <a:pt x="24" y="162"/>
                  </a:lnTo>
                  <a:lnTo>
                    <a:pt x="21" y="162"/>
                  </a:lnTo>
                  <a:lnTo>
                    <a:pt x="20" y="160"/>
                  </a:lnTo>
                  <a:lnTo>
                    <a:pt x="20" y="156"/>
                  </a:lnTo>
                  <a:lnTo>
                    <a:pt x="20" y="154"/>
                  </a:lnTo>
                  <a:lnTo>
                    <a:pt x="21" y="154"/>
                  </a:lnTo>
                  <a:lnTo>
                    <a:pt x="21" y="151"/>
                  </a:lnTo>
                  <a:lnTo>
                    <a:pt x="21" y="149"/>
                  </a:lnTo>
                  <a:lnTo>
                    <a:pt x="19" y="145"/>
                  </a:lnTo>
                  <a:lnTo>
                    <a:pt x="16" y="141"/>
                  </a:lnTo>
                  <a:lnTo>
                    <a:pt x="15" y="139"/>
                  </a:lnTo>
                  <a:lnTo>
                    <a:pt x="12" y="137"/>
                  </a:lnTo>
                  <a:lnTo>
                    <a:pt x="13" y="137"/>
                  </a:lnTo>
                  <a:lnTo>
                    <a:pt x="13" y="134"/>
                  </a:lnTo>
                  <a:lnTo>
                    <a:pt x="12" y="133"/>
                  </a:lnTo>
                  <a:lnTo>
                    <a:pt x="12" y="133"/>
                  </a:lnTo>
                  <a:lnTo>
                    <a:pt x="12" y="131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8" y="126"/>
                  </a:lnTo>
                  <a:lnTo>
                    <a:pt x="7" y="124"/>
                  </a:lnTo>
                  <a:lnTo>
                    <a:pt x="7" y="121"/>
                  </a:lnTo>
                  <a:lnTo>
                    <a:pt x="5" y="118"/>
                  </a:lnTo>
                  <a:lnTo>
                    <a:pt x="7" y="117"/>
                  </a:lnTo>
                  <a:lnTo>
                    <a:pt x="5" y="116"/>
                  </a:lnTo>
                  <a:lnTo>
                    <a:pt x="7" y="116"/>
                  </a:lnTo>
                  <a:lnTo>
                    <a:pt x="7" y="113"/>
                  </a:lnTo>
                  <a:lnTo>
                    <a:pt x="5" y="113"/>
                  </a:lnTo>
                  <a:lnTo>
                    <a:pt x="3" y="116"/>
                  </a:lnTo>
                  <a:lnTo>
                    <a:pt x="0" y="114"/>
                  </a:lnTo>
                  <a:lnTo>
                    <a:pt x="0" y="112"/>
                  </a:lnTo>
                  <a:lnTo>
                    <a:pt x="4" y="108"/>
                  </a:lnTo>
                  <a:lnTo>
                    <a:pt x="5" y="105"/>
                  </a:lnTo>
                  <a:lnTo>
                    <a:pt x="5" y="102"/>
                  </a:lnTo>
                  <a:lnTo>
                    <a:pt x="3" y="101"/>
                  </a:lnTo>
                  <a:lnTo>
                    <a:pt x="4" y="100"/>
                  </a:lnTo>
                  <a:lnTo>
                    <a:pt x="7" y="99"/>
                  </a:lnTo>
                  <a:lnTo>
                    <a:pt x="8" y="96"/>
                  </a:lnTo>
                  <a:lnTo>
                    <a:pt x="7" y="95"/>
                  </a:lnTo>
                  <a:lnTo>
                    <a:pt x="5" y="93"/>
                  </a:lnTo>
                  <a:lnTo>
                    <a:pt x="8" y="91"/>
                  </a:lnTo>
                  <a:lnTo>
                    <a:pt x="9" y="91"/>
                  </a:lnTo>
                  <a:lnTo>
                    <a:pt x="13" y="85"/>
                  </a:lnTo>
                  <a:lnTo>
                    <a:pt x="15" y="83"/>
                  </a:lnTo>
                  <a:lnTo>
                    <a:pt x="13" y="81"/>
                  </a:lnTo>
                  <a:lnTo>
                    <a:pt x="13" y="79"/>
                  </a:lnTo>
                  <a:lnTo>
                    <a:pt x="16" y="77"/>
                  </a:lnTo>
                  <a:lnTo>
                    <a:pt x="19" y="77"/>
                  </a:lnTo>
                  <a:lnTo>
                    <a:pt x="20" y="77"/>
                  </a:lnTo>
                  <a:lnTo>
                    <a:pt x="23" y="76"/>
                  </a:lnTo>
                  <a:lnTo>
                    <a:pt x="24" y="76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25"/>
                  </a:lnTo>
                  <a:lnTo>
                    <a:pt x="34" y="24"/>
                  </a:lnTo>
                  <a:lnTo>
                    <a:pt x="34" y="1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3" name="Freeform 438">
              <a:extLst>
                <a:ext uri="{FF2B5EF4-FFF2-40B4-BE49-F238E27FC236}">
                  <a16:creationId xmlns:a16="http://schemas.microsoft.com/office/drawing/2014/main" id="{F7F96C17-4602-43D4-960B-2F295AD05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-6309" y="3507786"/>
              <a:ext cx="1153022" cy="872729"/>
            </a:xfrm>
            <a:custGeom>
              <a:avLst/>
              <a:gdLst>
                <a:gd name="T0" fmla="*/ 54 w 181"/>
                <a:gd name="T1" fmla="*/ 2 h 137"/>
                <a:gd name="T2" fmla="*/ 63 w 181"/>
                <a:gd name="T3" fmla="*/ 2 h 137"/>
                <a:gd name="T4" fmla="*/ 67 w 181"/>
                <a:gd name="T5" fmla="*/ 2 h 137"/>
                <a:gd name="T6" fmla="*/ 73 w 181"/>
                <a:gd name="T7" fmla="*/ 5 h 137"/>
                <a:gd name="T8" fmla="*/ 80 w 181"/>
                <a:gd name="T9" fmla="*/ 6 h 137"/>
                <a:gd name="T10" fmla="*/ 86 w 181"/>
                <a:gd name="T11" fmla="*/ 13 h 137"/>
                <a:gd name="T12" fmla="*/ 93 w 181"/>
                <a:gd name="T13" fmla="*/ 14 h 137"/>
                <a:gd name="T14" fmla="*/ 100 w 181"/>
                <a:gd name="T15" fmla="*/ 21 h 137"/>
                <a:gd name="T16" fmla="*/ 105 w 181"/>
                <a:gd name="T17" fmla="*/ 26 h 137"/>
                <a:gd name="T18" fmla="*/ 110 w 181"/>
                <a:gd name="T19" fmla="*/ 31 h 137"/>
                <a:gd name="T20" fmla="*/ 106 w 181"/>
                <a:gd name="T21" fmla="*/ 38 h 137"/>
                <a:gd name="T22" fmla="*/ 105 w 181"/>
                <a:gd name="T23" fmla="*/ 44 h 137"/>
                <a:gd name="T24" fmla="*/ 109 w 181"/>
                <a:gd name="T25" fmla="*/ 48 h 137"/>
                <a:gd name="T26" fmla="*/ 117 w 181"/>
                <a:gd name="T27" fmla="*/ 47 h 137"/>
                <a:gd name="T28" fmla="*/ 119 w 181"/>
                <a:gd name="T29" fmla="*/ 60 h 137"/>
                <a:gd name="T30" fmla="*/ 123 w 181"/>
                <a:gd name="T31" fmla="*/ 68 h 137"/>
                <a:gd name="T32" fmla="*/ 165 w 181"/>
                <a:gd name="T33" fmla="*/ 83 h 137"/>
                <a:gd name="T34" fmla="*/ 136 w 181"/>
                <a:gd name="T35" fmla="*/ 118 h 137"/>
                <a:gd name="T36" fmla="*/ 125 w 181"/>
                <a:gd name="T37" fmla="*/ 121 h 137"/>
                <a:gd name="T38" fmla="*/ 118 w 181"/>
                <a:gd name="T39" fmla="*/ 126 h 137"/>
                <a:gd name="T40" fmla="*/ 107 w 181"/>
                <a:gd name="T41" fmla="*/ 130 h 137"/>
                <a:gd name="T42" fmla="*/ 104 w 181"/>
                <a:gd name="T43" fmla="*/ 131 h 137"/>
                <a:gd name="T44" fmla="*/ 96 w 181"/>
                <a:gd name="T45" fmla="*/ 129 h 137"/>
                <a:gd name="T46" fmla="*/ 88 w 181"/>
                <a:gd name="T47" fmla="*/ 130 h 137"/>
                <a:gd name="T48" fmla="*/ 81 w 181"/>
                <a:gd name="T49" fmla="*/ 131 h 137"/>
                <a:gd name="T50" fmla="*/ 75 w 181"/>
                <a:gd name="T51" fmla="*/ 137 h 137"/>
                <a:gd name="T52" fmla="*/ 67 w 181"/>
                <a:gd name="T53" fmla="*/ 135 h 137"/>
                <a:gd name="T54" fmla="*/ 59 w 181"/>
                <a:gd name="T55" fmla="*/ 133 h 137"/>
                <a:gd name="T56" fmla="*/ 48 w 181"/>
                <a:gd name="T57" fmla="*/ 125 h 137"/>
                <a:gd name="T58" fmla="*/ 38 w 181"/>
                <a:gd name="T59" fmla="*/ 125 h 137"/>
                <a:gd name="T60" fmla="*/ 32 w 181"/>
                <a:gd name="T61" fmla="*/ 115 h 137"/>
                <a:gd name="T62" fmla="*/ 27 w 181"/>
                <a:gd name="T63" fmla="*/ 113 h 137"/>
                <a:gd name="T64" fmla="*/ 25 w 181"/>
                <a:gd name="T65" fmla="*/ 109 h 137"/>
                <a:gd name="T66" fmla="*/ 21 w 181"/>
                <a:gd name="T67" fmla="*/ 100 h 137"/>
                <a:gd name="T68" fmla="*/ 17 w 181"/>
                <a:gd name="T69" fmla="*/ 97 h 137"/>
                <a:gd name="T70" fmla="*/ 13 w 181"/>
                <a:gd name="T71" fmla="*/ 92 h 137"/>
                <a:gd name="T72" fmla="*/ 9 w 181"/>
                <a:gd name="T73" fmla="*/ 87 h 137"/>
                <a:gd name="T74" fmla="*/ 1 w 181"/>
                <a:gd name="T75" fmla="*/ 85 h 137"/>
                <a:gd name="T76" fmla="*/ 3 w 181"/>
                <a:gd name="T77" fmla="*/ 80 h 137"/>
                <a:gd name="T78" fmla="*/ 7 w 181"/>
                <a:gd name="T79" fmla="*/ 77 h 137"/>
                <a:gd name="T80" fmla="*/ 11 w 181"/>
                <a:gd name="T81" fmla="*/ 77 h 137"/>
                <a:gd name="T82" fmla="*/ 13 w 181"/>
                <a:gd name="T83" fmla="*/ 65 h 137"/>
                <a:gd name="T84" fmla="*/ 15 w 181"/>
                <a:gd name="T85" fmla="*/ 58 h 137"/>
                <a:gd name="T86" fmla="*/ 18 w 181"/>
                <a:gd name="T87" fmla="*/ 50 h 137"/>
                <a:gd name="T88" fmla="*/ 21 w 181"/>
                <a:gd name="T89" fmla="*/ 48 h 137"/>
                <a:gd name="T90" fmla="*/ 28 w 181"/>
                <a:gd name="T91" fmla="*/ 34 h 137"/>
                <a:gd name="T92" fmla="*/ 31 w 181"/>
                <a:gd name="T93" fmla="*/ 26 h 137"/>
                <a:gd name="T94" fmla="*/ 36 w 181"/>
                <a:gd name="T95" fmla="*/ 21 h 137"/>
                <a:gd name="T96" fmla="*/ 40 w 181"/>
                <a:gd name="T97" fmla="*/ 8 h 137"/>
                <a:gd name="T98" fmla="*/ 46 w 181"/>
                <a:gd name="T99" fmla="*/ 8 h 137"/>
                <a:gd name="T100" fmla="*/ 51 w 181"/>
                <a:gd name="T101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1" h="137">
                  <a:moveTo>
                    <a:pt x="51" y="0"/>
                  </a:moveTo>
                  <a:lnTo>
                    <a:pt x="52" y="1"/>
                  </a:lnTo>
                  <a:lnTo>
                    <a:pt x="54" y="2"/>
                  </a:lnTo>
                  <a:lnTo>
                    <a:pt x="57" y="4"/>
                  </a:lnTo>
                  <a:lnTo>
                    <a:pt x="60" y="4"/>
                  </a:lnTo>
                  <a:lnTo>
                    <a:pt x="63" y="2"/>
                  </a:lnTo>
                  <a:lnTo>
                    <a:pt x="64" y="1"/>
                  </a:lnTo>
                  <a:lnTo>
                    <a:pt x="67" y="2"/>
                  </a:lnTo>
                  <a:lnTo>
                    <a:pt x="67" y="2"/>
                  </a:lnTo>
                  <a:lnTo>
                    <a:pt x="69" y="2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5" y="4"/>
                  </a:lnTo>
                  <a:lnTo>
                    <a:pt x="77" y="5"/>
                  </a:lnTo>
                  <a:lnTo>
                    <a:pt x="80" y="6"/>
                  </a:lnTo>
                  <a:lnTo>
                    <a:pt x="81" y="6"/>
                  </a:lnTo>
                  <a:lnTo>
                    <a:pt x="85" y="10"/>
                  </a:lnTo>
                  <a:lnTo>
                    <a:pt x="86" y="13"/>
                  </a:lnTo>
                  <a:lnTo>
                    <a:pt x="90" y="13"/>
                  </a:lnTo>
                  <a:lnTo>
                    <a:pt x="90" y="14"/>
                  </a:lnTo>
                  <a:lnTo>
                    <a:pt x="93" y="14"/>
                  </a:lnTo>
                  <a:lnTo>
                    <a:pt x="93" y="15"/>
                  </a:lnTo>
                  <a:lnTo>
                    <a:pt x="96" y="17"/>
                  </a:lnTo>
                  <a:lnTo>
                    <a:pt x="100" y="21"/>
                  </a:lnTo>
                  <a:lnTo>
                    <a:pt x="102" y="21"/>
                  </a:lnTo>
                  <a:lnTo>
                    <a:pt x="104" y="23"/>
                  </a:lnTo>
                  <a:lnTo>
                    <a:pt x="105" y="26"/>
                  </a:lnTo>
                  <a:lnTo>
                    <a:pt x="105" y="27"/>
                  </a:lnTo>
                  <a:lnTo>
                    <a:pt x="106" y="27"/>
                  </a:lnTo>
                  <a:lnTo>
                    <a:pt x="110" y="31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6" y="38"/>
                  </a:lnTo>
                  <a:lnTo>
                    <a:pt x="106" y="40"/>
                  </a:lnTo>
                  <a:lnTo>
                    <a:pt x="105" y="43"/>
                  </a:lnTo>
                  <a:lnTo>
                    <a:pt x="105" y="44"/>
                  </a:lnTo>
                  <a:lnTo>
                    <a:pt x="104" y="47"/>
                  </a:lnTo>
                  <a:lnTo>
                    <a:pt x="105" y="48"/>
                  </a:lnTo>
                  <a:lnTo>
                    <a:pt x="109" y="48"/>
                  </a:lnTo>
                  <a:lnTo>
                    <a:pt x="111" y="47"/>
                  </a:lnTo>
                  <a:lnTo>
                    <a:pt x="115" y="46"/>
                  </a:lnTo>
                  <a:lnTo>
                    <a:pt x="117" y="47"/>
                  </a:lnTo>
                  <a:lnTo>
                    <a:pt x="117" y="48"/>
                  </a:lnTo>
                  <a:lnTo>
                    <a:pt x="117" y="54"/>
                  </a:lnTo>
                  <a:lnTo>
                    <a:pt x="119" y="60"/>
                  </a:lnTo>
                  <a:lnTo>
                    <a:pt x="122" y="62"/>
                  </a:lnTo>
                  <a:lnTo>
                    <a:pt x="122" y="64"/>
                  </a:lnTo>
                  <a:lnTo>
                    <a:pt x="123" y="68"/>
                  </a:lnTo>
                  <a:lnTo>
                    <a:pt x="127" y="69"/>
                  </a:lnTo>
                  <a:lnTo>
                    <a:pt x="131" y="72"/>
                  </a:lnTo>
                  <a:lnTo>
                    <a:pt x="165" y="83"/>
                  </a:lnTo>
                  <a:lnTo>
                    <a:pt x="181" y="83"/>
                  </a:lnTo>
                  <a:lnTo>
                    <a:pt x="143" y="119"/>
                  </a:lnTo>
                  <a:lnTo>
                    <a:pt x="136" y="118"/>
                  </a:lnTo>
                  <a:lnTo>
                    <a:pt x="129" y="119"/>
                  </a:lnTo>
                  <a:lnTo>
                    <a:pt x="127" y="121"/>
                  </a:lnTo>
                  <a:lnTo>
                    <a:pt x="125" y="121"/>
                  </a:lnTo>
                  <a:lnTo>
                    <a:pt x="122" y="122"/>
                  </a:lnTo>
                  <a:lnTo>
                    <a:pt x="121" y="125"/>
                  </a:lnTo>
                  <a:lnTo>
                    <a:pt x="118" y="126"/>
                  </a:lnTo>
                  <a:lnTo>
                    <a:pt x="115" y="127"/>
                  </a:lnTo>
                  <a:lnTo>
                    <a:pt x="111" y="129"/>
                  </a:lnTo>
                  <a:lnTo>
                    <a:pt x="107" y="130"/>
                  </a:lnTo>
                  <a:lnTo>
                    <a:pt x="107" y="131"/>
                  </a:lnTo>
                  <a:lnTo>
                    <a:pt x="106" y="131"/>
                  </a:lnTo>
                  <a:lnTo>
                    <a:pt x="104" y="131"/>
                  </a:lnTo>
                  <a:lnTo>
                    <a:pt x="100" y="133"/>
                  </a:lnTo>
                  <a:lnTo>
                    <a:pt x="97" y="131"/>
                  </a:lnTo>
                  <a:lnTo>
                    <a:pt x="96" y="129"/>
                  </a:lnTo>
                  <a:lnTo>
                    <a:pt x="94" y="127"/>
                  </a:lnTo>
                  <a:lnTo>
                    <a:pt x="89" y="129"/>
                  </a:lnTo>
                  <a:lnTo>
                    <a:pt x="88" y="130"/>
                  </a:lnTo>
                  <a:lnTo>
                    <a:pt x="85" y="130"/>
                  </a:lnTo>
                  <a:lnTo>
                    <a:pt x="82" y="130"/>
                  </a:lnTo>
                  <a:lnTo>
                    <a:pt x="81" y="131"/>
                  </a:lnTo>
                  <a:lnTo>
                    <a:pt x="79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2" y="137"/>
                  </a:lnTo>
                  <a:lnTo>
                    <a:pt x="69" y="137"/>
                  </a:lnTo>
                  <a:lnTo>
                    <a:pt x="67" y="135"/>
                  </a:lnTo>
                  <a:lnTo>
                    <a:pt x="63" y="135"/>
                  </a:lnTo>
                  <a:lnTo>
                    <a:pt x="60" y="135"/>
                  </a:lnTo>
                  <a:lnTo>
                    <a:pt x="59" y="133"/>
                  </a:lnTo>
                  <a:lnTo>
                    <a:pt x="56" y="130"/>
                  </a:lnTo>
                  <a:lnTo>
                    <a:pt x="51" y="126"/>
                  </a:lnTo>
                  <a:lnTo>
                    <a:pt x="48" y="125"/>
                  </a:lnTo>
                  <a:lnTo>
                    <a:pt x="43" y="125"/>
                  </a:lnTo>
                  <a:lnTo>
                    <a:pt x="40" y="125"/>
                  </a:lnTo>
                  <a:lnTo>
                    <a:pt x="38" y="125"/>
                  </a:lnTo>
                  <a:lnTo>
                    <a:pt x="35" y="125"/>
                  </a:lnTo>
                  <a:lnTo>
                    <a:pt x="32" y="122"/>
                  </a:lnTo>
                  <a:lnTo>
                    <a:pt x="32" y="115"/>
                  </a:lnTo>
                  <a:lnTo>
                    <a:pt x="31" y="114"/>
                  </a:lnTo>
                  <a:lnTo>
                    <a:pt x="28" y="115"/>
                  </a:lnTo>
                  <a:lnTo>
                    <a:pt x="27" y="113"/>
                  </a:lnTo>
                  <a:lnTo>
                    <a:pt x="27" y="114"/>
                  </a:lnTo>
                  <a:lnTo>
                    <a:pt x="26" y="110"/>
                  </a:lnTo>
                  <a:lnTo>
                    <a:pt x="25" y="109"/>
                  </a:lnTo>
                  <a:lnTo>
                    <a:pt x="25" y="104"/>
                  </a:lnTo>
                  <a:lnTo>
                    <a:pt x="22" y="102"/>
                  </a:lnTo>
                  <a:lnTo>
                    <a:pt x="21" y="100"/>
                  </a:lnTo>
                  <a:lnTo>
                    <a:pt x="19" y="98"/>
                  </a:lnTo>
                  <a:lnTo>
                    <a:pt x="18" y="98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14" y="96"/>
                  </a:lnTo>
                  <a:lnTo>
                    <a:pt x="13" y="92"/>
                  </a:lnTo>
                  <a:lnTo>
                    <a:pt x="11" y="90"/>
                  </a:lnTo>
                  <a:lnTo>
                    <a:pt x="11" y="89"/>
                  </a:lnTo>
                  <a:lnTo>
                    <a:pt x="9" y="87"/>
                  </a:lnTo>
                  <a:lnTo>
                    <a:pt x="7" y="85"/>
                  </a:lnTo>
                  <a:lnTo>
                    <a:pt x="2" y="85"/>
                  </a:lnTo>
                  <a:lnTo>
                    <a:pt x="1" y="85"/>
                  </a:lnTo>
                  <a:lnTo>
                    <a:pt x="0" y="84"/>
                  </a:lnTo>
                  <a:lnTo>
                    <a:pt x="2" y="81"/>
                  </a:lnTo>
                  <a:lnTo>
                    <a:pt x="3" y="80"/>
                  </a:lnTo>
                  <a:lnTo>
                    <a:pt x="3" y="77"/>
                  </a:lnTo>
                  <a:lnTo>
                    <a:pt x="6" y="79"/>
                  </a:lnTo>
                  <a:lnTo>
                    <a:pt x="7" y="77"/>
                  </a:lnTo>
                  <a:lnTo>
                    <a:pt x="9" y="79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3" y="76"/>
                  </a:lnTo>
                  <a:lnTo>
                    <a:pt x="13" y="71"/>
                  </a:lnTo>
                  <a:lnTo>
                    <a:pt x="13" y="65"/>
                  </a:lnTo>
                  <a:lnTo>
                    <a:pt x="14" y="63"/>
                  </a:lnTo>
                  <a:lnTo>
                    <a:pt x="15" y="60"/>
                  </a:lnTo>
                  <a:lnTo>
                    <a:pt x="15" y="58"/>
                  </a:lnTo>
                  <a:lnTo>
                    <a:pt x="15" y="56"/>
                  </a:lnTo>
                  <a:lnTo>
                    <a:pt x="15" y="54"/>
                  </a:lnTo>
                  <a:lnTo>
                    <a:pt x="18" y="50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3" y="40"/>
                  </a:lnTo>
                  <a:lnTo>
                    <a:pt x="25" y="37"/>
                  </a:lnTo>
                  <a:lnTo>
                    <a:pt x="28" y="34"/>
                  </a:lnTo>
                  <a:lnTo>
                    <a:pt x="28" y="33"/>
                  </a:lnTo>
                  <a:lnTo>
                    <a:pt x="31" y="27"/>
                  </a:lnTo>
                  <a:lnTo>
                    <a:pt x="31" y="26"/>
                  </a:lnTo>
                  <a:lnTo>
                    <a:pt x="34" y="25"/>
                  </a:lnTo>
                  <a:lnTo>
                    <a:pt x="35" y="25"/>
                  </a:lnTo>
                  <a:lnTo>
                    <a:pt x="36" y="21"/>
                  </a:lnTo>
                  <a:lnTo>
                    <a:pt x="39" y="15"/>
                  </a:lnTo>
                  <a:lnTo>
                    <a:pt x="39" y="12"/>
                  </a:lnTo>
                  <a:lnTo>
                    <a:pt x="40" y="8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4" name="Freeform 439">
              <a:extLst>
                <a:ext uri="{FF2B5EF4-FFF2-40B4-BE49-F238E27FC236}">
                  <a16:creationId xmlns:a16="http://schemas.microsoft.com/office/drawing/2014/main" id="{23A1363D-6D8F-4B51-80AB-C5942DB00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35" y="3265716"/>
              <a:ext cx="503254" cy="439550"/>
            </a:xfrm>
            <a:custGeom>
              <a:avLst/>
              <a:gdLst>
                <a:gd name="T0" fmla="*/ 24 w 79"/>
                <a:gd name="T1" fmla="*/ 0 h 69"/>
                <a:gd name="T2" fmla="*/ 30 w 79"/>
                <a:gd name="T3" fmla="*/ 15 h 69"/>
                <a:gd name="T4" fmla="*/ 33 w 79"/>
                <a:gd name="T5" fmla="*/ 25 h 69"/>
                <a:gd name="T6" fmla="*/ 34 w 79"/>
                <a:gd name="T7" fmla="*/ 28 h 69"/>
                <a:gd name="T8" fmla="*/ 37 w 79"/>
                <a:gd name="T9" fmla="*/ 31 h 69"/>
                <a:gd name="T10" fmla="*/ 40 w 79"/>
                <a:gd name="T11" fmla="*/ 35 h 69"/>
                <a:gd name="T12" fmla="*/ 38 w 79"/>
                <a:gd name="T13" fmla="*/ 32 h 69"/>
                <a:gd name="T14" fmla="*/ 40 w 79"/>
                <a:gd name="T15" fmla="*/ 30 h 69"/>
                <a:gd name="T16" fmla="*/ 41 w 79"/>
                <a:gd name="T17" fmla="*/ 34 h 69"/>
                <a:gd name="T18" fmla="*/ 45 w 79"/>
                <a:gd name="T19" fmla="*/ 38 h 69"/>
                <a:gd name="T20" fmla="*/ 47 w 79"/>
                <a:gd name="T21" fmla="*/ 36 h 69"/>
                <a:gd name="T22" fmla="*/ 50 w 79"/>
                <a:gd name="T23" fmla="*/ 36 h 69"/>
                <a:gd name="T24" fmla="*/ 53 w 79"/>
                <a:gd name="T25" fmla="*/ 40 h 69"/>
                <a:gd name="T26" fmla="*/ 57 w 79"/>
                <a:gd name="T27" fmla="*/ 43 h 69"/>
                <a:gd name="T28" fmla="*/ 62 w 79"/>
                <a:gd name="T29" fmla="*/ 50 h 69"/>
                <a:gd name="T30" fmla="*/ 67 w 79"/>
                <a:gd name="T31" fmla="*/ 53 h 69"/>
                <a:gd name="T32" fmla="*/ 67 w 79"/>
                <a:gd name="T33" fmla="*/ 52 h 69"/>
                <a:gd name="T34" fmla="*/ 71 w 79"/>
                <a:gd name="T35" fmla="*/ 59 h 69"/>
                <a:gd name="T36" fmla="*/ 74 w 79"/>
                <a:gd name="T37" fmla="*/ 61 h 69"/>
                <a:gd name="T38" fmla="*/ 74 w 79"/>
                <a:gd name="T39" fmla="*/ 64 h 69"/>
                <a:gd name="T40" fmla="*/ 76 w 79"/>
                <a:gd name="T41" fmla="*/ 65 h 69"/>
                <a:gd name="T42" fmla="*/ 78 w 79"/>
                <a:gd name="T43" fmla="*/ 65 h 69"/>
                <a:gd name="T44" fmla="*/ 76 w 79"/>
                <a:gd name="T45" fmla="*/ 68 h 69"/>
                <a:gd name="T46" fmla="*/ 74 w 79"/>
                <a:gd name="T47" fmla="*/ 69 h 69"/>
                <a:gd name="T48" fmla="*/ 67 w 79"/>
                <a:gd name="T49" fmla="*/ 65 h 69"/>
                <a:gd name="T50" fmla="*/ 66 w 79"/>
                <a:gd name="T51" fmla="*/ 64 h 69"/>
                <a:gd name="T52" fmla="*/ 63 w 79"/>
                <a:gd name="T53" fmla="*/ 59 h 69"/>
                <a:gd name="T54" fmla="*/ 57 w 79"/>
                <a:gd name="T55" fmla="*/ 55 h 69"/>
                <a:gd name="T56" fmla="*/ 54 w 79"/>
                <a:gd name="T57" fmla="*/ 52 h 69"/>
                <a:gd name="T58" fmla="*/ 51 w 79"/>
                <a:gd name="T59" fmla="*/ 51 h 69"/>
                <a:gd name="T60" fmla="*/ 46 w 79"/>
                <a:gd name="T61" fmla="*/ 48 h 69"/>
                <a:gd name="T62" fmla="*/ 41 w 79"/>
                <a:gd name="T63" fmla="*/ 44 h 69"/>
                <a:gd name="T64" fmla="*/ 36 w 79"/>
                <a:gd name="T65" fmla="*/ 42 h 69"/>
                <a:gd name="T66" fmla="*/ 34 w 79"/>
                <a:gd name="T67" fmla="*/ 43 h 69"/>
                <a:gd name="T68" fmla="*/ 28 w 79"/>
                <a:gd name="T69" fmla="*/ 40 h 69"/>
                <a:gd name="T70" fmla="*/ 25 w 79"/>
                <a:gd name="T71" fmla="*/ 39 h 69"/>
                <a:gd name="T72" fmla="*/ 21 w 79"/>
                <a:gd name="T73" fmla="*/ 42 h 69"/>
                <a:gd name="T74" fmla="*/ 15 w 79"/>
                <a:gd name="T75" fmla="*/ 40 h 69"/>
                <a:gd name="T76" fmla="*/ 12 w 79"/>
                <a:gd name="T77" fmla="*/ 38 h 69"/>
                <a:gd name="T78" fmla="*/ 7 w 79"/>
                <a:gd name="T79" fmla="*/ 44 h 69"/>
                <a:gd name="T80" fmla="*/ 4 w 79"/>
                <a:gd name="T81" fmla="*/ 46 h 69"/>
                <a:gd name="T82" fmla="*/ 1 w 79"/>
                <a:gd name="T83" fmla="*/ 43 h 69"/>
                <a:gd name="T84" fmla="*/ 0 w 79"/>
                <a:gd name="T85" fmla="*/ 35 h 69"/>
                <a:gd name="T86" fmla="*/ 1 w 79"/>
                <a:gd name="T87" fmla="*/ 31 h 69"/>
                <a:gd name="T88" fmla="*/ 4 w 79"/>
                <a:gd name="T89" fmla="*/ 23 h 69"/>
                <a:gd name="T90" fmla="*/ 7 w 79"/>
                <a:gd name="T91" fmla="*/ 18 h 69"/>
                <a:gd name="T92" fmla="*/ 4 w 79"/>
                <a:gd name="T93" fmla="*/ 17 h 69"/>
                <a:gd name="T94" fmla="*/ 5 w 79"/>
                <a:gd name="T95" fmla="*/ 11 h 69"/>
                <a:gd name="T96" fmla="*/ 11 w 79"/>
                <a:gd name="T97" fmla="*/ 10 h 69"/>
                <a:gd name="T98" fmla="*/ 11 w 79"/>
                <a:gd name="T99" fmla="*/ 7 h 69"/>
                <a:gd name="T100" fmla="*/ 13 w 79"/>
                <a:gd name="T101" fmla="*/ 6 h 69"/>
                <a:gd name="T102" fmla="*/ 17 w 79"/>
                <a:gd name="T103" fmla="*/ 5 h 69"/>
                <a:gd name="T104" fmla="*/ 20 w 79"/>
                <a:gd name="T105" fmla="*/ 3 h 69"/>
                <a:gd name="T106" fmla="*/ 22 w 79"/>
                <a:gd name="T10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9" h="69">
                  <a:moveTo>
                    <a:pt x="22" y="0"/>
                  </a:moveTo>
                  <a:lnTo>
                    <a:pt x="24" y="0"/>
                  </a:lnTo>
                  <a:lnTo>
                    <a:pt x="26" y="2"/>
                  </a:lnTo>
                  <a:lnTo>
                    <a:pt x="30" y="15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6" y="28"/>
                  </a:lnTo>
                  <a:lnTo>
                    <a:pt x="37" y="31"/>
                  </a:lnTo>
                  <a:lnTo>
                    <a:pt x="37" y="35"/>
                  </a:lnTo>
                  <a:lnTo>
                    <a:pt x="40" y="35"/>
                  </a:lnTo>
                  <a:lnTo>
                    <a:pt x="40" y="32"/>
                  </a:lnTo>
                  <a:lnTo>
                    <a:pt x="38" y="32"/>
                  </a:lnTo>
                  <a:lnTo>
                    <a:pt x="38" y="30"/>
                  </a:lnTo>
                  <a:lnTo>
                    <a:pt x="40" y="30"/>
                  </a:lnTo>
                  <a:lnTo>
                    <a:pt x="42" y="32"/>
                  </a:lnTo>
                  <a:lnTo>
                    <a:pt x="41" y="34"/>
                  </a:lnTo>
                  <a:lnTo>
                    <a:pt x="43" y="36"/>
                  </a:lnTo>
                  <a:lnTo>
                    <a:pt x="45" y="38"/>
                  </a:lnTo>
                  <a:lnTo>
                    <a:pt x="46" y="38"/>
                  </a:lnTo>
                  <a:lnTo>
                    <a:pt x="47" y="36"/>
                  </a:lnTo>
                  <a:lnTo>
                    <a:pt x="47" y="38"/>
                  </a:lnTo>
                  <a:lnTo>
                    <a:pt x="50" y="36"/>
                  </a:lnTo>
                  <a:lnTo>
                    <a:pt x="51" y="39"/>
                  </a:lnTo>
                  <a:lnTo>
                    <a:pt x="53" y="40"/>
                  </a:lnTo>
                  <a:lnTo>
                    <a:pt x="57" y="42"/>
                  </a:lnTo>
                  <a:lnTo>
                    <a:pt x="57" y="43"/>
                  </a:lnTo>
                  <a:lnTo>
                    <a:pt x="61" y="47"/>
                  </a:lnTo>
                  <a:lnTo>
                    <a:pt x="62" y="50"/>
                  </a:lnTo>
                  <a:lnTo>
                    <a:pt x="65" y="51"/>
                  </a:lnTo>
                  <a:lnTo>
                    <a:pt x="67" y="53"/>
                  </a:lnTo>
                  <a:lnTo>
                    <a:pt x="67" y="53"/>
                  </a:lnTo>
                  <a:lnTo>
                    <a:pt x="67" y="52"/>
                  </a:lnTo>
                  <a:lnTo>
                    <a:pt x="68" y="53"/>
                  </a:lnTo>
                  <a:lnTo>
                    <a:pt x="71" y="59"/>
                  </a:lnTo>
                  <a:lnTo>
                    <a:pt x="72" y="59"/>
                  </a:lnTo>
                  <a:lnTo>
                    <a:pt x="74" y="61"/>
                  </a:lnTo>
                  <a:lnTo>
                    <a:pt x="74" y="61"/>
                  </a:lnTo>
                  <a:lnTo>
                    <a:pt x="74" y="64"/>
                  </a:lnTo>
                  <a:lnTo>
                    <a:pt x="75" y="64"/>
                  </a:lnTo>
                  <a:lnTo>
                    <a:pt x="76" y="65"/>
                  </a:lnTo>
                  <a:lnTo>
                    <a:pt x="78" y="64"/>
                  </a:lnTo>
                  <a:lnTo>
                    <a:pt x="78" y="65"/>
                  </a:lnTo>
                  <a:lnTo>
                    <a:pt x="79" y="65"/>
                  </a:lnTo>
                  <a:lnTo>
                    <a:pt x="76" y="68"/>
                  </a:lnTo>
                  <a:lnTo>
                    <a:pt x="75" y="68"/>
                  </a:lnTo>
                  <a:lnTo>
                    <a:pt x="74" y="69"/>
                  </a:lnTo>
                  <a:lnTo>
                    <a:pt x="71" y="69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6" y="64"/>
                  </a:lnTo>
                  <a:lnTo>
                    <a:pt x="65" y="61"/>
                  </a:lnTo>
                  <a:lnTo>
                    <a:pt x="63" y="59"/>
                  </a:lnTo>
                  <a:lnTo>
                    <a:pt x="61" y="59"/>
                  </a:lnTo>
                  <a:lnTo>
                    <a:pt x="57" y="55"/>
                  </a:lnTo>
                  <a:lnTo>
                    <a:pt x="54" y="53"/>
                  </a:lnTo>
                  <a:lnTo>
                    <a:pt x="54" y="52"/>
                  </a:lnTo>
                  <a:lnTo>
                    <a:pt x="51" y="52"/>
                  </a:lnTo>
                  <a:lnTo>
                    <a:pt x="51" y="51"/>
                  </a:lnTo>
                  <a:lnTo>
                    <a:pt x="47" y="51"/>
                  </a:lnTo>
                  <a:lnTo>
                    <a:pt x="46" y="48"/>
                  </a:lnTo>
                  <a:lnTo>
                    <a:pt x="42" y="44"/>
                  </a:lnTo>
                  <a:lnTo>
                    <a:pt x="41" y="44"/>
                  </a:lnTo>
                  <a:lnTo>
                    <a:pt x="38" y="43"/>
                  </a:lnTo>
                  <a:lnTo>
                    <a:pt x="36" y="42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0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5" y="39"/>
                  </a:lnTo>
                  <a:lnTo>
                    <a:pt x="24" y="40"/>
                  </a:lnTo>
                  <a:lnTo>
                    <a:pt x="21" y="42"/>
                  </a:lnTo>
                  <a:lnTo>
                    <a:pt x="18" y="42"/>
                  </a:lnTo>
                  <a:lnTo>
                    <a:pt x="15" y="40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9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4" y="46"/>
                  </a:lnTo>
                  <a:lnTo>
                    <a:pt x="1" y="46"/>
                  </a:lnTo>
                  <a:lnTo>
                    <a:pt x="1" y="43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1" y="34"/>
                  </a:lnTo>
                  <a:lnTo>
                    <a:pt x="1" y="31"/>
                  </a:lnTo>
                  <a:lnTo>
                    <a:pt x="3" y="28"/>
                  </a:lnTo>
                  <a:lnTo>
                    <a:pt x="4" y="23"/>
                  </a:lnTo>
                  <a:lnTo>
                    <a:pt x="5" y="19"/>
                  </a:lnTo>
                  <a:lnTo>
                    <a:pt x="7" y="18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20" y="3"/>
                  </a:lnTo>
                  <a:lnTo>
                    <a:pt x="21" y="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5" name="Freeform 440">
              <a:extLst>
                <a:ext uri="{FF2B5EF4-FFF2-40B4-BE49-F238E27FC236}">
                  <a16:creationId xmlns:a16="http://schemas.microsoft.com/office/drawing/2014/main" id="{2EE50E65-4B4B-4FD8-B518-35FA1C783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199" y="3679783"/>
              <a:ext cx="114664" cy="133776"/>
            </a:xfrm>
            <a:custGeom>
              <a:avLst/>
              <a:gdLst>
                <a:gd name="T0" fmla="*/ 14 w 18"/>
                <a:gd name="T1" fmla="*/ 0 h 21"/>
                <a:gd name="T2" fmla="*/ 14 w 18"/>
                <a:gd name="T3" fmla="*/ 0 h 21"/>
                <a:gd name="T4" fmla="*/ 14 w 18"/>
                <a:gd name="T5" fmla="*/ 0 h 21"/>
                <a:gd name="T6" fmla="*/ 17 w 18"/>
                <a:gd name="T7" fmla="*/ 3 h 21"/>
                <a:gd name="T8" fmla="*/ 17 w 18"/>
                <a:gd name="T9" fmla="*/ 3 h 21"/>
                <a:gd name="T10" fmla="*/ 17 w 18"/>
                <a:gd name="T11" fmla="*/ 4 h 21"/>
                <a:gd name="T12" fmla="*/ 18 w 18"/>
                <a:gd name="T13" fmla="*/ 8 h 21"/>
                <a:gd name="T14" fmla="*/ 17 w 18"/>
                <a:gd name="T15" fmla="*/ 8 h 21"/>
                <a:gd name="T16" fmla="*/ 14 w 18"/>
                <a:gd name="T17" fmla="*/ 11 h 21"/>
                <a:gd name="T18" fmla="*/ 13 w 18"/>
                <a:gd name="T19" fmla="*/ 11 h 21"/>
                <a:gd name="T20" fmla="*/ 11 w 18"/>
                <a:gd name="T21" fmla="*/ 13 h 21"/>
                <a:gd name="T22" fmla="*/ 9 w 18"/>
                <a:gd name="T23" fmla="*/ 13 h 21"/>
                <a:gd name="T24" fmla="*/ 10 w 18"/>
                <a:gd name="T25" fmla="*/ 15 h 21"/>
                <a:gd name="T26" fmla="*/ 10 w 18"/>
                <a:gd name="T27" fmla="*/ 15 h 21"/>
                <a:gd name="T28" fmla="*/ 13 w 18"/>
                <a:gd name="T29" fmla="*/ 15 h 21"/>
                <a:gd name="T30" fmla="*/ 15 w 18"/>
                <a:gd name="T31" fmla="*/ 13 h 21"/>
                <a:gd name="T32" fmla="*/ 15 w 18"/>
                <a:gd name="T33" fmla="*/ 15 h 21"/>
                <a:gd name="T34" fmla="*/ 13 w 18"/>
                <a:gd name="T35" fmla="*/ 20 h 21"/>
                <a:gd name="T36" fmla="*/ 13 w 18"/>
                <a:gd name="T37" fmla="*/ 20 h 21"/>
                <a:gd name="T38" fmla="*/ 11 w 18"/>
                <a:gd name="T39" fmla="*/ 19 h 21"/>
                <a:gd name="T40" fmla="*/ 7 w 18"/>
                <a:gd name="T41" fmla="*/ 20 h 21"/>
                <a:gd name="T42" fmla="*/ 5 w 18"/>
                <a:gd name="T43" fmla="*/ 21 h 21"/>
                <a:gd name="T44" fmla="*/ 1 w 18"/>
                <a:gd name="T45" fmla="*/ 21 h 21"/>
                <a:gd name="T46" fmla="*/ 0 w 18"/>
                <a:gd name="T47" fmla="*/ 20 h 21"/>
                <a:gd name="T48" fmla="*/ 1 w 18"/>
                <a:gd name="T49" fmla="*/ 17 h 21"/>
                <a:gd name="T50" fmla="*/ 1 w 18"/>
                <a:gd name="T51" fmla="*/ 16 h 21"/>
                <a:gd name="T52" fmla="*/ 2 w 18"/>
                <a:gd name="T53" fmla="*/ 13 h 21"/>
                <a:gd name="T54" fmla="*/ 2 w 18"/>
                <a:gd name="T55" fmla="*/ 11 h 21"/>
                <a:gd name="T56" fmla="*/ 3 w 18"/>
                <a:gd name="T57" fmla="*/ 8 h 21"/>
                <a:gd name="T58" fmla="*/ 3 w 18"/>
                <a:gd name="T59" fmla="*/ 6 h 21"/>
                <a:gd name="T60" fmla="*/ 9 w 18"/>
                <a:gd name="T61" fmla="*/ 4 h 21"/>
                <a:gd name="T62" fmla="*/ 10 w 18"/>
                <a:gd name="T63" fmla="*/ 3 h 21"/>
                <a:gd name="T64" fmla="*/ 11 w 18"/>
                <a:gd name="T65" fmla="*/ 3 h 21"/>
                <a:gd name="T66" fmla="*/ 14 w 18"/>
                <a:gd name="T6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1">
                  <a:moveTo>
                    <a:pt x="14" y="0"/>
                  </a:moveTo>
                  <a:lnTo>
                    <a:pt x="14" y="0"/>
                  </a:lnTo>
                  <a:lnTo>
                    <a:pt x="14" y="0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9" y="13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3" y="15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1" y="19"/>
                  </a:lnTo>
                  <a:lnTo>
                    <a:pt x="7" y="20"/>
                  </a:lnTo>
                  <a:lnTo>
                    <a:pt x="5" y="21"/>
                  </a:lnTo>
                  <a:lnTo>
                    <a:pt x="1" y="21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3" y="8"/>
                  </a:lnTo>
                  <a:lnTo>
                    <a:pt x="3" y="6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6" name="Freeform 441">
              <a:extLst>
                <a:ext uri="{FF2B5EF4-FFF2-40B4-BE49-F238E27FC236}">
                  <a16:creationId xmlns:a16="http://schemas.microsoft.com/office/drawing/2014/main" id="{339BB751-0B41-4108-AEB0-0EDF490B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237" y="3743484"/>
              <a:ext cx="770805" cy="1019243"/>
            </a:xfrm>
            <a:custGeom>
              <a:avLst/>
              <a:gdLst>
                <a:gd name="T0" fmla="*/ 118 w 121"/>
                <a:gd name="T1" fmla="*/ 1 h 160"/>
                <a:gd name="T2" fmla="*/ 119 w 121"/>
                <a:gd name="T3" fmla="*/ 3 h 160"/>
                <a:gd name="T4" fmla="*/ 118 w 121"/>
                <a:gd name="T5" fmla="*/ 7 h 160"/>
                <a:gd name="T6" fmla="*/ 119 w 121"/>
                <a:gd name="T7" fmla="*/ 10 h 160"/>
                <a:gd name="T8" fmla="*/ 118 w 121"/>
                <a:gd name="T9" fmla="*/ 15 h 160"/>
                <a:gd name="T10" fmla="*/ 119 w 121"/>
                <a:gd name="T11" fmla="*/ 18 h 160"/>
                <a:gd name="T12" fmla="*/ 121 w 121"/>
                <a:gd name="T13" fmla="*/ 19 h 160"/>
                <a:gd name="T14" fmla="*/ 118 w 121"/>
                <a:gd name="T15" fmla="*/ 19 h 160"/>
                <a:gd name="T16" fmla="*/ 117 w 121"/>
                <a:gd name="T17" fmla="*/ 25 h 160"/>
                <a:gd name="T18" fmla="*/ 116 w 121"/>
                <a:gd name="T19" fmla="*/ 31 h 160"/>
                <a:gd name="T20" fmla="*/ 108 w 121"/>
                <a:gd name="T21" fmla="*/ 46 h 160"/>
                <a:gd name="T22" fmla="*/ 104 w 121"/>
                <a:gd name="T23" fmla="*/ 50 h 160"/>
                <a:gd name="T24" fmla="*/ 96 w 121"/>
                <a:gd name="T25" fmla="*/ 65 h 160"/>
                <a:gd name="T26" fmla="*/ 92 w 121"/>
                <a:gd name="T27" fmla="*/ 77 h 160"/>
                <a:gd name="T28" fmla="*/ 79 w 121"/>
                <a:gd name="T29" fmla="*/ 94 h 160"/>
                <a:gd name="T30" fmla="*/ 54 w 121"/>
                <a:gd name="T31" fmla="*/ 118 h 160"/>
                <a:gd name="T32" fmla="*/ 42 w 121"/>
                <a:gd name="T33" fmla="*/ 125 h 160"/>
                <a:gd name="T34" fmla="*/ 26 w 121"/>
                <a:gd name="T35" fmla="*/ 140 h 160"/>
                <a:gd name="T36" fmla="*/ 22 w 121"/>
                <a:gd name="T37" fmla="*/ 143 h 160"/>
                <a:gd name="T38" fmla="*/ 8 w 121"/>
                <a:gd name="T39" fmla="*/ 159 h 160"/>
                <a:gd name="T40" fmla="*/ 0 w 121"/>
                <a:gd name="T41" fmla="*/ 105 h 160"/>
                <a:gd name="T42" fmla="*/ 11 w 121"/>
                <a:gd name="T43" fmla="*/ 94 h 160"/>
                <a:gd name="T44" fmla="*/ 19 w 121"/>
                <a:gd name="T45" fmla="*/ 90 h 160"/>
                <a:gd name="T46" fmla="*/ 26 w 121"/>
                <a:gd name="T47" fmla="*/ 85 h 160"/>
                <a:gd name="T48" fmla="*/ 33 w 121"/>
                <a:gd name="T49" fmla="*/ 82 h 160"/>
                <a:gd name="T50" fmla="*/ 85 w 121"/>
                <a:gd name="T51" fmla="*/ 46 h 160"/>
                <a:gd name="T52" fmla="*/ 31 w 121"/>
                <a:gd name="T53" fmla="*/ 32 h 160"/>
                <a:gd name="T54" fmla="*/ 26 w 121"/>
                <a:gd name="T55" fmla="*/ 25 h 160"/>
                <a:gd name="T56" fmla="*/ 21 w 121"/>
                <a:gd name="T57" fmla="*/ 11 h 160"/>
                <a:gd name="T58" fmla="*/ 25 w 121"/>
                <a:gd name="T59" fmla="*/ 6 h 160"/>
                <a:gd name="T60" fmla="*/ 34 w 121"/>
                <a:gd name="T61" fmla="*/ 17 h 160"/>
                <a:gd name="T62" fmla="*/ 40 w 121"/>
                <a:gd name="T63" fmla="*/ 21 h 160"/>
                <a:gd name="T64" fmla="*/ 48 w 121"/>
                <a:gd name="T65" fmla="*/ 17 h 160"/>
                <a:gd name="T66" fmla="*/ 55 w 121"/>
                <a:gd name="T67" fmla="*/ 13 h 160"/>
                <a:gd name="T68" fmla="*/ 60 w 121"/>
                <a:gd name="T69" fmla="*/ 13 h 160"/>
                <a:gd name="T70" fmla="*/ 73 w 121"/>
                <a:gd name="T71" fmla="*/ 10 h 160"/>
                <a:gd name="T72" fmla="*/ 80 w 121"/>
                <a:gd name="T73" fmla="*/ 10 h 160"/>
                <a:gd name="T74" fmla="*/ 89 w 121"/>
                <a:gd name="T75" fmla="*/ 7 h 160"/>
                <a:gd name="T76" fmla="*/ 98 w 121"/>
                <a:gd name="T77" fmla="*/ 7 h 160"/>
                <a:gd name="T78" fmla="*/ 105 w 121"/>
                <a:gd name="T79" fmla="*/ 6 h 160"/>
                <a:gd name="T80" fmla="*/ 110 w 121"/>
                <a:gd name="T81" fmla="*/ 2 h 160"/>
                <a:gd name="T82" fmla="*/ 112 w 121"/>
                <a:gd name="T83" fmla="*/ 1 h 160"/>
                <a:gd name="T84" fmla="*/ 114 w 121"/>
                <a:gd name="T8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1" h="160">
                  <a:moveTo>
                    <a:pt x="114" y="0"/>
                  </a:moveTo>
                  <a:lnTo>
                    <a:pt x="116" y="0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21" y="1"/>
                  </a:lnTo>
                  <a:lnTo>
                    <a:pt x="119" y="3"/>
                  </a:lnTo>
                  <a:lnTo>
                    <a:pt x="118" y="5"/>
                  </a:lnTo>
                  <a:lnTo>
                    <a:pt x="118" y="7"/>
                  </a:lnTo>
                  <a:lnTo>
                    <a:pt x="118" y="7"/>
                  </a:lnTo>
                  <a:lnTo>
                    <a:pt x="118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8" y="11"/>
                  </a:lnTo>
                  <a:lnTo>
                    <a:pt x="118" y="13"/>
                  </a:lnTo>
                  <a:lnTo>
                    <a:pt x="118" y="15"/>
                  </a:lnTo>
                  <a:lnTo>
                    <a:pt x="119" y="17"/>
                  </a:lnTo>
                  <a:lnTo>
                    <a:pt x="118" y="18"/>
                  </a:lnTo>
                  <a:lnTo>
                    <a:pt x="119" y="18"/>
                  </a:lnTo>
                  <a:lnTo>
                    <a:pt x="119" y="18"/>
                  </a:lnTo>
                  <a:lnTo>
                    <a:pt x="121" y="18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19" y="19"/>
                  </a:lnTo>
                  <a:lnTo>
                    <a:pt x="118" y="19"/>
                  </a:lnTo>
                  <a:lnTo>
                    <a:pt x="117" y="19"/>
                  </a:lnTo>
                  <a:lnTo>
                    <a:pt x="116" y="23"/>
                  </a:lnTo>
                  <a:lnTo>
                    <a:pt x="117" y="25"/>
                  </a:lnTo>
                  <a:lnTo>
                    <a:pt x="116" y="27"/>
                  </a:lnTo>
                  <a:lnTo>
                    <a:pt x="116" y="28"/>
                  </a:lnTo>
                  <a:lnTo>
                    <a:pt x="116" y="31"/>
                  </a:lnTo>
                  <a:lnTo>
                    <a:pt x="112" y="36"/>
                  </a:lnTo>
                  <a:lnTo>
                    <a:pt x="109" y="43"/>
                  </a:lnTo>
                  <a:lnTo>
                    <a:pt x="108" y="46"/>
                  </a:lnTo>
                  <a:lnTo>
                    <a:pt x="106" y="44"/>
                  </a:lnTo>
                  <a:lnTo>
                    <a:pt x="104" y="48"/>
                  </a:lnTo>
                  <a:lnTo>
                    <a:pt x="104" y="50"/>
                  </a:lnTo>
                  <a:lnTo>
                    <a:pt x="105" y="51"/>
                  </a:lnTo>
                  <a:lnTo>
                    <a:pt x="102" y="52"/>
                  </a:lnTo>
                  <a:lnTo>
                    <a:pt x="96" y="65"/>
                  </a:lnTo>
                  <a:lnTo>
                    <a:pt x="96" y="68"/>
                  </a:lnTo>
                  <a:lnTo>
                    <a:pt x="92" y="75"/>
                  </a:lnTo>
                  <a:lnTo>
                    <a:pt x="92" y="77"/>
                  </a:lnTo>
                  <a:lnTo>
                    <a:pt x="84" y="88"/>
                  </a:lnTo>
                  <a:lnTo>
                    <a:pt x="83" y="90"/>
                  </a:lnTo>
                  <a:lnTo>
                    <a:pt x="79" y="94"/>
                  </a:lnTo>
                  <a:lnTo>
                    <a:pt x="72" y="101"/>
                  </a:lnTo>
                  <a:lnTo>
                    <a:pt x="59" y="113"/>
                  </a:lnTo>
                  <a:lnTo>
                    <a:pt x="54" y="118"/>
                  </a:lnTo>
                  <a:lnTo>
                    <a:pt x="50" y="118"/>
                  </a:lnTo>
                  <a:lnTo>
                    <a:pt x="47" y="121"/>
                  </a:lnTo>
                  <a:lnTo>
                    <a:pt x="42" y="125"/>
                  </a:lnTo>
                  <a:lnTo>
                    <a:pt x="34" y="132"/>
                  </a:lnTo>
                  <a:lnTo>
                    <a:pt x="33" y="132"/>
                  </a:lnTo>
                  <a:lnTo>
                    <a:pt x="26" y="140"/>
                  </a:lnTo>
                  <a:lnTo>
                    <a:pt x="25" y="140"/>
                  </a:lnTo>
                  <a:lnTo>
                    <a:pt x="23" y="143"/>
                  </a:lnTo>
                  <a:lnTo>
                    <a:pt x="22" y="143"/>
                  </a:lnTo>
                  <a:lnTo>
                    <a:pt x="19" y="146"/>
                  </a:lnTo>
                  <a:lnTo>
                    <a:pt x="18" y="148"/>
                  </a:lnTo>
                  <a:lnTo>
                    <a:pt x="8" y="159"/>
                  </a:lnTo>
                  <a:lnTo>
                    <a:pt x="8" y="160"/>
                  </a:lnTo>
                  <a:lnTo>
                    <a:pt x="0" y="152"/>
                  </a:lnTo>
                  <a:lnTo>
                    <a:pt x="0" y="105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3"/>
                  </a:lnTo>
                  <a:lnTo>
                    <a:pt x="15" y="92"/>
                  </a:lnTo>
                  <a:lnTo>
                    <a:pt x="19" y="90"/>
                  </a:lnTo>
                  <a:lnTo>
                    <a:pt x="22" y="89"/>
                  </a:lnTo>
                  <a:lnTo>
                    <a:pt x="25" y="88"/>
                  </a:lnTo>
                  <a:lnTo>
                    <a:pt x="26" y="85"/>
                  </a:lnTo>
                  <a:lnTo>
                    <a:pt x="29" y="84"/>
                  </a:lnTo>
                  <a:lnTo>
                    <a:pt x="31" y="84"/>
                  </a:lnTo>
                  <a:lnTo>
                    <a:pt x="33" y="82"/>
                  </a:lnTo>
                  <a:lnTo>
                    <a:pt x="40" y="81"/>
                  </a:lnTo>
                  <a:lnTo>
                    <a:pt x="47" y="82"/>
                  </a:lnTo>
                  <a:lnTo>
                    <a:pt x="85" y="46"/>
                  </a:lnTo>
                  <a:lnTo>
                    <a:pt x="69" y="46"/>
                  </a:lnTo>
                  <a:lnTo>
                    <a:pt x="35" y="35"/>
                  </a:lnTo>
                  <a:lnTo>
                    <a:pt x="31" y="32"/>
                  </a:lnTo>
                  <a:lnTo>
                    <a:pt x="27" y="31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3" y="23"/>
                  </a:lnTo>
                  <a:lnTo>
                    <a:pt x="21" y="17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33" y="14"/>
                  </a:lnTo>
                  <a:lnTo>
                    <a:pt x="34" y="17"/>
                  </a:lnTo>
                  <a:lnTo>
                    <a:pt x="35" y="17"/>
                  </a:lnTo>
                  <a:lnTo>
                    <a:pt x="38" y="19"/>
                  </a:lnTo>
                  <a:lnTo>
                    <a:pt x="40" y="21"/>
                  </a:lnTo>
                  <a:lnTo>
                    <a:pt x="44" y="19"/>
                  </a:lnTo>
                  <a:lnTo>
                    <a:pt x="44" y="18"/>
                  </a:lnTo>
                  <a:lnTo>
                    <a:pt x="48" y="17"/>
                  </a:lnTo>
                  <a:lnTo>
                    <a:pt x="50" y="17"/>
                  </a:lnTo>
                  <a:lnTo>
                    <a:pt x="54" y="13"/>
                  </a:lnTo>
                  <a:lnTo>
                    <a:pt x="55" y="13"/>
                  </a:lnTo>
                  <a:lnTo>
                    <a:pt x="56" y="14"/>
                  </a:lnTo>
                  <a:lnTo>
                    <a:pt x="59" y="14"/>
                  </a:lnTo>
                  <a:lnTo>
                    <a:pt x="60" y="13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73" y="10"/>
                  </a:lnTo>
                  <a:lnTo>
                    <a:pt x="76" y="9"/>
                  </a:lnTo>
                  <a:lnTo>
                    <a:pt x="77" y="10"/>
                  </a:lnTo>
                  <a:lnTo>
                    <a:pt x="80" y="10"/>
                  </a:lnTo>
                  <a:lnTo>
                    <a:pt x="83" y="10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8" y="7"/>
                  </a:lnTo>
                  <a:lnTo>
                    <a:pt x="100" y="6"/>
                  </a:lnTo>
                  <a:lnTo>
                    <a:pt x="104" y="5"/>
                  </a:lnTo>
                  <a:lnTo>
                    <a:pt x="105" y="6"/>
                  </a:lnTo>
                  <a:lnTo>
                    <a:pt x="105" y="5"/>
                  </a:lnTo>
                  <a:lnTo>
                    <a:pt x="109" y="5"/>
                  </a:lnTo>
                  <a:lnTo>
                    <a:pt x="110" y="2"/>
                  </a:lnTo>
                  <a:lnTo>
                    <a:pt x="112" y="2"/>
                  </a:lnTo>
                  <a:lnTo>
                    <a:pt x="112" y="1"/>
                  </a:lnTo>
                  <a:lnTo>
                    <a:pt x="112" y="1"/>
                  </a:lnTo>
                  <a:lnTo>
                    <a:pt x="113" y="0"/>
                  </a:lnTo>
                  <a:lnTo>
                    <a:pt x="114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7" name="Freeform 442">
              <a:extLst>
                <a:ext uri="{FF2B5EF4-FFF2-40B4-BE49-F238E27FC236}">
                  <a16:creationId xmlns:a16="http://schemas.microsoft.com/office/drawing/2014/main" id="{9292DCEC-1CAC-4B61-8213-05CAC5DF4F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20975" y="4227626"/>
              <a:ext cx="789912" cy="770805"/>
            </a:xfrm>
            <a:custGeom>
              <a:avLst/>
              <a:gdLst>
                <a:gd name="T0" fmla="*/ 4 w 124"/>
                <a:gd name="T1" fmla="*/ 79 h 121"/>
                <a:gd name="T2" fmla="*/ 0 w 124"/>
                <a:gd name="T3" fmla="*/ 79 h 121"/>
                <a:gd name="T4" fmla="*/ 45 w 124"/>
                <a:gd name="T5" fmla="*/ 0 h 121"/>
                <a:gd name="T6" fmla="*/ 49 w 124"/>
                <a:gd name="T7" fmla="*/ 1 h 121"/>
                <a:gd name="T8" fmla="*/ 50 w 124"/>
                <a:gd name="T9" fmla="*/ 9 h 121"/>
                <a:gd name="T10" fmla="*/ 56 w 124"/>
                <a:gd name="T11" fmla="*/ 12 h 121"/>
                <a:gd name="T12" fmla="*/ 61 w 124"/>
                <a:gd name="T13" fmla="*/ 12 h 121"/>
                <a:gd name="T14" fmla="*/ 69 w 124"/>
                <a:gd name="T15" fmla="*/ 13 h 121"/>
                <a:gd name="T16" fmla="*/ 77 w 124"/>
                <a:gd name="T17" fmla="*/ 20 h 121"/>
                <a:gd name="T18" fmla="*/ 81 w 124"/>
                <a:gd name="T19" fmla="*/ 22 h 121"/>
                <a:gd name="T20" fmla="*/ 87 w 124"/>
                <a:gd name="T21" fmla="*/ 24 h 121"/>
                <a:gd name="T22" fmla="*/ 93 w 124"/>
                <a:gd name="T23" fmla="*/ 24 h 121"/>
                <a:gd name="T24" fmla="*/ 97 w 124"/>
                <a:gd name="T25" fmla="*/ 24 h 121"/>
                <a:gd name="T26" fmla="*/ 100 w 124"/>
                <a:gd name="T27" fmla="*/ 17 h 121"/>
                <a:gd name="T28" fmla="*/ 106 w 124"/>
                <a:gd name="T29" fmla="*/ 17 h 121"/>
                <a:gd name="T30" fmla="*/ 112 w 124"/>
                <a:gd name="T31" fmla="*/ 14 h 121"/>
                <a:gd name="T32" fmla="*/ 115 w 124"/>
                <a:gd name="T33" fmla="*/ 18 h 121"/>
                <a:gd name="T34" fmla="*/ 122 w 124"/>
                <a:gd name="T35" fmla="*/ 18 h 121"/>
                <a:gd name="T36" fmla="*/ 114 w 124"/>
                <a:gd name="T37" fmla="*/ 29 h 121"/>
                <a:gd name="T38" fmla="*/ 122 w 124"/>
                <a:gd name="T39" fmla="*/ 84 h 121"/>
                <a:gd name="T40" fmla="*/ 118 w 124"/>
                <a:gd name="T41" fmla="*/ 89 h 121"/>
                <a:gd name="T42" fmla="*/ 115 w 124"/>
                <a:gd name="T43" fmla="*/ 91 h 121"/>
                <a:gd name="T44" fmla="*/ 112 w 124"/>
                <a:gd name="T45" fmla="*/ 93 h 121"/>
                <a:gd name="T46" fmla="*/ 107 w 124"/>
                <a:gd name="T47" fmla="*/ 96 h 121"/>
                <a:gd name="T48" fmla="*/ 104 w 124"/>
                <a:gd name="T49" fmla="*/ 97 h 121"/>
                <a:gd name="T50" fmla="*/ 103 w 124"/>
                <a:gd name="T51" fmla="*/ 101 h 121"/>
                <a:gd name="T52" fmla="*/ 102 w 124"/>
                <a:gd name="T53" fmla="*/ 105 h 121"/>
                <a:gd name="T54" fmla="*/ 100 w 124"/>
                <a:gd name="T55" fmla="*/ 110 h 121"/>
                <a:gd name="T56" fmla="*/ 94 w 124"/>
                <a:gd name="T57" fmla="*/ 120 h 121"/>
                <a:gd name="T58" fmla="*/ 90 w 124"/>
                <a:gd name="T59" fmla="*/ 121 h 121"/>
                <a:gd name="T60" fmla="*/ 74 w 124"/>
                <a:gd name="T61" fmla="*/ 109 h 121"/>
                <a:gd name="T62" fmla="*/ 74 w 124"/>
                <a:gd name="T63" fmla="*/ 106 h 121"/>
                <a:gd name="T64" fmla="*/ 29 w 124"/>
                <a:gd name="T65" fmla="*/ 77 h 121"/>
                <a:gd name="T66" fmla="*/ 28 w 124"/>
                <a:gd name="T67" fmla="*/ 66 h 121"/>
                <a:gd name="T68" fmla="*/ 32 w 124"/>
                <a:gd name="T69" fmla="*/ 60 h 121"/>
                <a:gd name="T70" fmla="*/ 35 w 124"/>
                <a:gd name="T71" fmla="*/ 56 h 121"/>
                <a:gd name="T72" fmla="*/ 37 w 124"/>
                <a:gd name="T73" fmla="*/ 52 h 121"/>
                <a:gd name="T74" fmla="*/ 41 w 124"/>
                <a:gd name="T75" fmla="*/ 51 h 121"/>
                <a:gd name="T76" fmla="*/ 41 w 124"/>
                <a:gd name="T77" fmla="*/ 47 h 121"/>
                <a:gd name="T78" fmla="*/ 45 w 124"/>
                <a:gd name="T79" fmla="*/ 41 h 121"/>
                <a:gd name="T80" fmla="*/ 43 w 124"/>
                <a:gd name="T81" fmla="*/ 37 h 121"/>
                <a:gd name="T82" fmla="*/ 43 w 124"/>
                <a:gd name="T83" fmla="*/ 35 h 121"/>
                <a:gd name="T84" fmla="*/ 39 w 124"/>
                <a:gd name="T85" fmla="*/ 30 h 121"/>
                <a:gd name="T86" fmla="*/ 36 w 124"/>
                <a:gd name="T87" fmla="*/ 25 h 121"/>
                <a:gd name="T88" fmla="*/ 33 w 124"/>
                <a:gd name="T89" fmla="*/ 22 h 121"/>
                <a:gd name="T90" fmla="*/ 33 w 124"/>
                <a:gd name="T91" fmla="*/ 20 h 121"/>
                <a:gd name="T92" fmla="*/ 31 w 124"/>
                <a:gd name="T93" fmla="*/ 16 h 121"/>
                <a:gd name="T94" fmla="*/ 31 w 124"/>
                <a:gd name="T95" fmla="*/ 16 h 121"/>
                <a:gd name="T96" fmla="*/ 33 w 124"/>
                <a:gd name="T97" fmla="*/ 13 h 121"/>
                <a:gd name="T98" fmla="*/ 36 w 124"/>
                <a:gd name="T99" fmla="*/ 9 h 121"/>
                <a:gd name="T100" fmla="*/ 41 w 124"/>
                <a:gd name="T101" fmla="*/ 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" h="121">
                  <a:moveTo>
                    <a:pt x="10" y="79"/>
                  </a:moveTo>
                  <a:lnTo>
                    <a:pt x="4" y="7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" y="79"/>
                  </a:lnTo>
                  <a:close/>
                  <a:moveTo>
                    <a:pt x="45" y="0"/>
                  </a:moveTo>
                  <a:lnTo>
                    <a:pt x="46" y="2"/>
                  </a:lnTo>
                  <a:lnTo>
                    <a:pt x="49" y="1"/>
                  </a:lnTo>
                  <a:lnTo>
                    <a:pt x="50" y="2"/>
                  </a:lnTo>
                  <a:lnTo>
                    <a:pt x="50" y="9"/>
                  </a:lnTo>
                  <a:lnTo>
                    <a:pt x="53" y="12"/>
                  </a:lnTo>
                  <a:lnTo>
                    <a:pt x="56" y="12"/>
                  </a:lnTo>
                  <a:lnTo>
                    <a:pt x="58" y="12"/>
                  </a:lnTo>
                  <a:lnTo>
                    <a:pt x="61" y="12"/>
                  </a:lnTo>
                  <a:lnTo>
                    <a:pt x="66" y="12"/>
                  </a:lnTo>
                  <a:lnTo>
                    <a:pt x="69" y="13"/>
                  </a:lnTo>
                  <a:lnTo>
                    <a:pt x="74" y="17"/>
                  </a:lnTo>
                  <a:lnTo>
                    <a:pt x="77" y="20"/>
                  </a:lnTo>
                  <a:lnTo>
                    <a:pt x="78" y="22"/>
                  </a:lnTo>
                  <a:lnTo>
                    <a:pt x="81" y="22"/>
                  </a:lnTo>
                  <a:lnTo>
                    <a:pt x="85" y="22"/>
                  </a:lnTo>
                  <a:lnTo>
                    <a:pt x="87" y="24"/>
                  </a:lnTo>
                  <a:lnTo>
                    <a:pt x="90" y="24"/>
                  </a:lnTo>
                  <a:lnTo>
                    <a:pt x="93" y="24"/>
                  </a:lnTo>
                  <a:lnTo>
                    <a:pt x="94" y="24"/>
                  </a:lnTo>
                  <a:lnTo>
                    <a:pt x="97" y="24"/>
                  </a:lnTo>
                  <a:lnTo>
                    <a:pt x="99" y="18"/>
                  </a:lnTo>
                  <a:lnTo>
                    <a:pt x="100" y="17"/>
                  </a:lnTo>
                  <a:lnTo>
                    <a:pt x="103" y="17"/>
                  </a:lnTo>
                  <a:lnTo>
                    <a:pt x="106" y="17"/>
                  </a:lnTo>
                  <a:lnTo>
                    <a:pt x="107" y="16"/>
                  </a:lnTo>
                  <a:lnTo>
                    <a:pt x="112" y="14"/>
                  </a:lnTo>
                  <a:lnTo>
                    <a:pt x="114" y="16"/>
                  </a:lnTo>
                  <a:lnTo>
                    <a:pt x="115" y="18"/>
                  </a:lnTo>
                  <a:lnTo>
                    <a:pt x="118" y="20"/>
                  </a:lnTo>
                  <a:lnTo>
                    <a:pt x="122" y="18"/>
                  </a:lnTo>
                  <a:lnTo>
                    <a:pt x="124" y="18"/>
                  </a:lnTo>
                  <a:lnTo>
                    <a:pt x="114" y="29"/>
                  </a:lnTo>
                  <a:lnTo>
                    <a:pt x="114" y="76"/>
                  </a:lnTo>
                  <a:lnTo>
                    <a:pt x="122" y="84"/>
                  </a:lnTo>
                  <a:lnTo>
                    <a:pt x="122" y="84"/>
                  </a:lnTo>
                  <a:lnTo>
                    <a:pt x="118" y="89"/>
                  </a:lnTo>
                  <a:lnTo>
                    <a:pt x="116" y="89"/>
                  </a:lnTo>
                  <a:lnTo>
                    <a:pt x="115" y="91"/>
                  </a:lnTo>
                  <a:lnTo>
                    <a:pt x="116" y="92"/>
                  </a:lnTo>
                  <a:lnTo>
                    <a:pt x="112" y="93"/>
                  </a:lnTo>
                  <a:lnTo>
                    <a:pt x="110" y="96"/>
                  </a:lnTo>
                  <a:lnTo>
                    <a:pt x="107" y="96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3" y="100"/>
                  </a:lnTo>
                  <a:lnTo>
                    <a:pt x="103" y="101"/>
                  </a:lnTo>
                  <a:lnTo>
                    <a:pt x="104" y="101"/>
                  </a:lnTo>
                  <a:lnTo>
                    <a:pt x="102" y="105"/>
                  </a:lnTo>
                  <a:lnTo>
                    <a:pt x="100" y="108"/>
                  </a:lnTo>
                  <a:lnTo>
                    <a:pt x="100" y="110"/>
                  </a:lnTo>
                  <a:lnTo>
                    <a:pt x="98" y="113"/>
                  </a:lnTo>
                  <a:lnTo>
                    <a:pt x="94" y="120"/>
                  </a:lnTo>
                  <a:lnTo>
                    <a:pt x="91" y="121"/>
                  </a:lnTo>
                  <a:lnTo>
                    <a:pt x="90" y="121"/>
                  </a:lnTo>
                  <a:lnTo>
                    <a:pt x="75" y="110"/>
                  </a:lnTo>
                  <a:lnTo>
                    <a:pt x="74" y="109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3" y="102"/>
                  </a:lnTo>
                  <a:lnTo>
                    <a:pt x="29" y="77"/>
                  </a:lnTo>
                  <a:lnTo>
                    <a:pt x="25" y="77"/>
                  </a:lnTo>
                  <a:lnTo>
                    <a:pt x="28" y="66"/>
                  </a:lnTo>
                  <a:lnTo>
                    <a:pt x="29" y="63"/>
                  </a:lnTo>
                  <a:lnTo>
                    <a:pt x="32" y="60"/>
                  </a:lnTo>
                  <a:lnTo>
                    <a:pt x="33" y="58"/>
                  </a:lnTo>
                  <a:lnTo>
                    <a:pt x="35" y="56"/>
                  </a:lnTo>
                  <a:lnTo>
                    <a:pt x="36" y="54"/>
                  </a:lnTo>
                  <a:lnTo>
                    <a:pt x="37" y="52"/>
                  </a:lnTo>
                  <a:lnTo>
                    <a:pt x="37" y="51"/>
                  </a:lnTo>
                  <a:lnTo>
                    <a:pt x="41" y="51"/>
                  </a:lnTo>
                  <a:lnTo>
                    <a:pt x="41" y="49"/>
                  </a:lnTo>
                  <a:lnTo>
                    <a:pt x="41" y="47"/>
                  </a:lnTo>
                  <a:lnTo>
                    <a:pt x="45" y="43"/>
                  </a:lnTo>
                  <a:lnTo>
                    <a:pt x="45" y="41"/>
                  </a:lnTo>
                  <a:lnTo>
                    <a:pt x="44" y="39"/>
                  </a:lnTo>
                  <a:lnTo>
                    <a:pt x="43" y="37"/>
                  </a:lnTo>
                  <a:lnTo>
                    <a:pt x="44" y="35"/>
                  </a:lnTo>
                  <a:lnTo>
                    <a:pt x="43" y="35"/>
                  </a:lnTo>
                  <a:lnTo>
                    <a:pt x="40" y="34"/>
                  </a:lnTo>
                  <a:lnTo>
                    <a:pt x="39" y="30"/>
                  </a:lnTo>
                  <a:lnTo>
                    <a:pt x="36" y="27"/>
                  </a:lnTo>
                  <a:lnTo>
                    <a:pt x="36" y="25"/>
                  </a:lnTo>
                  <a:lnTo>
                    <a:pt x="36" y="22"/>
                  </a:lnTo>
                  <a:lnTo>
                    <a:pt x="33" y="22"/>
                  </a:lnTo>
                  <a:lnTo>
                    <a:pt x="35" y="21"/>
                  </a:lnTo>
                  <a:lnTo>
                    <a:pt x="33" y="20"/>
                  </a:lnTo>
                  <a:lnTo>
                    <a:pt x="32" y="17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2" y="13"/>
                  </a:lnTo>
                  <a:lnTo>
                    <a:pt x="33" y="13"/>
                  </a:lnTo>
                  <a:lnTo>
                    <a:pt x="35" y="12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41" y="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8" name="Freeform 443">
              <a:extLst>
                <a:ext uri="{FF2B5EF4-FFF2-40B4-BE49-F238E27FC236}">
                  <a16:creationId xmlns:a16="http://schemas.microsoft.com/office/drawing/2014/main" id="{8534076F-7D25-43F0-BF4B-7A2CDDDC4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-280227" y="4329551"/>
              <a:ext cx="445918" cy="426811"/>
            </a:xfrm>
            <a:custGeom>
              <a:avLst/>
              <a:gdLst>
                <a:gd name="T0" fmla="*/ 57 w 70"/>
                <a:gd name="T1" fmla="*/ 1 h 67"/>
                <a:gd name="T2" fmla="*/ 60 w 70"/>
                <a:gd name="T3" fmla="*/ 5 h 67"/>
                <a:gd name="T4" fmla="*/ 61 w 70"/>
                <a:gd name="T5" fmla="*/ 6 h 67"/>
                <a:gd name="T6" fmla="*/ 61 w 70"/>
                <a:gd name="T7" fmla="*/ 11 h 67"/>
                <a:gd name="T8" fmla="*/ 65 w 70"/>
                <a:gd name="T9" fmla="*/ 18 h 67"/>
                <a:gd name="T10" fmla="*/ 69 w 70"/>
                <a:gd name="T11" fmla="*/ 19 h 67"/>
                <a:gd name="T12" fmla="*/ 69 w 70"/>
                <a:gd name="T13" fmla="*/ 23 h 67"/>
                <a:gd name="T14" fmla="*/ 70 w 70"/>
                <a:gd name="T15" fmla="*/ 27 h 67"/>
                <a:gd name="T16" fmla="*/ 66 w 70"/>
                <a:gd name="T17" fmla="*/ 33 h 67"/>
                <a:gd name="T18" fmla="*/ 62 w 70"/>
                <a:gd name="T19" fmla="*/ 35 h 67"/>
                <a:gd name="T20" fmla="*/ 61 w 70"/>
                <a:gd name="T21" fmla="*/ 38 h 67"/>
                <a:gd name="T22" fmla="*/ 58 w 70"/>
                <a:gd name="T23" fmla="*/ 42 h 67"/>
                <a:gd name="T24" fmla="*/ 54 w 70"/>
                <a:gd name="T25" fmla="*/ 47 h 67"/>
                <a:gd name="T26" fmla="*/ 50 w 70"/>
                <a:gd name="T27" fmla="*/ 61 h 67"/>
                <a:gd name="T28" fmla="*/ 25 w 70"/>
                <a:gd name="T29" fmla="*/ 63 h 67"/>
                <a:gd name="T30" fmla="*/ 15 w 70"/>
                <a:gd name="T31" fmla="*/ 63 h 67"/>
                <a:gd name="T32" fmla="*/ 14 w 70"/>
                <a:gd name="T33" fmla="*/ 64 h 67"/>
                <a:gd name="T34" fmla="*/ 12 w 70"/>
                <a:gd name="T35" fmla="*/ 64 h 67"/>
                <a:gd name="T36" fmla="*/ 10 w 70"/>
                <a:gd name="T37" fmla="*/ 65 h 67"/>
                <a:gd name="T38" fmla="*/ 7 w 70"/>
                <a:gd name="T39" fmla="*/ 67 h 67"/>
                <a:gd name="T40" fmla="*/ 6 w 70"/>
                <a:gd name="T41" fmla="*/ 65 h 67"/>
                <a:gd name="T42" fmla="*/ 2 w 70"/>
                <a:gd name="T43" fmla="*/ 67 h 67"/>
                <a:gd name="T44" fmla="*/ 2 w 70"/>
                <a:gd name="T45" fmla="*/ 67 h 67"/>
                <a:gd name="T46" fmla="*/ 3 w 70"/>
                <a:gd name="T47" fmla="*/ 59 h 67"/>
                <a:gd name="T48" fmla="*/ 3 w 70"/>
                <a:gd name="T49" fmla="*/ 52 h 67"/>
                <a:gd name="T50" fmla="*/ 8 w 70"/>
                <a:gd name="T51" fmla="*/ 42 h 67"/>
                <a:gd name="T52" fmla="*/ 14 w 70"/>
                <a:gd name="T53" fmla="*/ 36 h 67"/>
                <a:gd name="T54" fmla="*/ 19 w 70"/>
                <a:gd name="T55" fmla="*/ 27 h 67"/>
                <a:gd name="T56" fmla="*/ 17 w 70"/>
                <a:gd name="T57" fmla="*/ 23 h 67"/>
                <a:gd name="T58" fmla="*/ 16 w 70"/>
                <a:gd name="T59" fmla="*/ 19 h 67"/>
                <a:gd name="T60" fmla="*/ 17 w 70"/>
                <a:gd name="T61" fmla="*/ 11 h 67"/>
                <a:gd name="T62" fmla="*/ 19 w 70"/>
                <a:gd name="T63" fmla="*/ 8 h 67"/>
                <a:gd name="T64" fmla="*/ 19 w 70"/>
                <a:gd name="T65" fmla="*/ 6 h 67"/>
                <a:gd name="T66" fmla="*/ 20 w 70"/>
                <a:gd name="T67" fmla="*/ 4 h 67"/>
                <a:gd name="T68" fmla="*/ 25 w 70"/>
                <a:gd name="T69" fmla="*/ 6 h 67"/>
                <a:gd name="T70" fmla="*/ 29 w 70"/>
                <a:gd name="T71" fmla="*/ 6 h 67"/>
                <a:gd name="T72" fmla="*/ 32 w 70"/>
                <a:gd name="T73" fmla="*/ 9 h 67"/>
                <a:gd name="T74" fmla="*/ 33 w 70"/>
                <a:gd name="T75" fmla="*/ 6 h 67"/>
                <a:gd name="T76" fmla="*/ 37 w 70"/>
                <a:gd name="T77" fmla="*/ 5 h 67"/>
                <a:gd name="T78" fmla="*/ 40 w 70"/>
                <a:gd name="T79" fmla="*/ 5 h 67"/>
                <a:gd name="T80" fmla="*/ 46 w 70"/>
                <a:gd name="T81" fmla="*/ 4 h 67"/>
                <a:gd name="T82" fmla="*/ 52 w 70"/>
                <a:gd name="T83" fmla="*/ 4 h 67"/>
                <a:gd name="T84" fmla="*/ 56 w 70"/>
                <a:gd name="T8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" h="67">
                  <a:moveTo>
                    <a:pt x="56" y="0"/>
                  </a:moveTo>
                  <a:lnTo>
                    <a:pt x="57" y="1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58" y="6"/>
                  </a:lnTo>
                  <a:lnTo>
                    <a:pt x="61" y="6"/>
                  </a:lnTo>
                  <a:lnTo>
                    <a:pt x="61" y="9"/>
                  </a:lnTo>
                  <a:lnTo>
                    <a:pt x="61" y="11"/>
                  </a:lnTo>
                  <a:lnTo>
                    <a:pt x="64" y="14"/>
                  </a:lnTo>
                  <a:lnTo>
                    <a:pt x="65" y="18"/>
                  </a:lnTo>
                  <a:lnTo>
                    <a:pt x="68" y="19"/>
                  </a:lnTo>
                  <a:lnTo>
                    <a:pt x="69" y="19"/>
                  </a:lnTo>
                  <a:lnTo>
                    <a:pt x="68" y="21"/>
                  </a:lnTo>
                  <a:lnTo>
                    <a:pt x="69" y="23"/>
                  </a:lnTo>
                  <a:lnTo>
                    <a:pt x="70" y="25"/>
                  </a:lnTo>
                  <a:lnTo>
                    <a:pt x="70" y="27"/>
                  </a:lnTo>
                  <a:lnTo>
                    <a:pt x="66" y="31"/>
                  </a:lnTo>
                  <a:lnTo>
                    <a:pt x="66" y="33"/>
                  </a:lnTo>
                  <a:lnTo>
                    <a:pt x="66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1" y="38"/>
                  </a:lnTo>
                  <a:lnTo>
                    <a:pt x="60" y="40"/>
                  </a:lnTo>
                  <a:lnTo>
                    <a:pt x="58" y="42"/>
                  </a:lnTo>
                  <a:lnTo>
                    <a:pt x="57" y="44"/>
                  </a:lnTo>
                  <a:lnTo>
                    <a:pt x="54" y="47"/>
                  </a:lnTo>
                  <a:lnTo>
                    <a:pt x="53" y="50"/>
                  </a:lnTo>
                  <a:lnTo>
                    <a:pt x="50" y="61"/>
                  </a:lnTo>
                  <a:lnTo>
                    <a:pt x="3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15" y="6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0" y="64"/>
                  </a:lnTo>
                  <a:lnTo>
                    <a:pt x="10" y="65"/>
                  </a:lnTo>
                  <a:lnTo>
                    <a:pt x="10" y="67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5"/>
                  </a:lnTo>
                  <a:lnTo>
                    <a:pt x="3" y="67"/>
                  </a:lnTo>
                  <a:lnTo>
                    <a:pt x="2" y="67"/>
                  </a:lnTo>
                  <a:lnTo>
                    <a:pt x="0" y="67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3" y="59"/>
                  </a:lnTo>
                  <a:lnTo>
                    <a:pt x="3" y="55"/>
                  </a:lnTo>
                  <a:lnTo>
                    <a:pt x="3" y="52"/>
                  </a:lnTo>
                  <a:lnTo>
                    <a:pt x="4" y="51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4" y="36"/>
                  </a:lnTo>
                  <a:lnTo>
                    <a:pt x="19" y="29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7" y="23"/>
                  </a:lnTo>
                  <a:lnTo>
                    <a:pt x="16" y="22"/>
                  </a:lnTo>
                  <a:lnTo>
                    <a:pt x="16" y="19"/>
                  </a:lnTo>
                  <a:lnTo>
                    <a:pt x="17" y="15"/>
                  </a:lnTo>
                  <a:lnTo>
                    <a:pt x="17" y="11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20" y="4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7" y="5"/>
                  </a:lnTo>
                  <a:lnTo>
                    <a:pt x="29" y="6"/>
                  </a:lnTo>
                  <a:lnTo>
                    <a:pt x="29" y="8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3" y="6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40" y="5"/>
                  </a:lnTo>
                  <a:lnTo>
                    <a:pt x="43" y="4"/>
                  </a:lnTo>
                  <a:lnTo>
                    <a:pt x="46" y="4"/>
                  </a:lnTo>
                  <a:lnTo>
                    <a:pt x="49" y="5"/>
                  </a:lnTo>
                  <a:lnTo>
                    <a:pt x="52" y="4"/>
                  </a:lnTo>
                  <a:lnTo>
                    <a:pt x="53" y="1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9" name="Freeform 444">
              <a:extLst>
                <a:ext uri="{FF2B5EF4-FFF2-40B4-BE49-F238E27FC236}">
                  <a16:creationId xmlns:a16="http://schemas.microsoft.com/office/drawing/2014/main" id="{558F74C3-4285-487F-B6F4-CACBF8B41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-1407768" y="3800820"/>
              <a:ext cx="981022" cy="662507"/>
            </a:xfrm>
            <a:custGeom>
              <a:avLst/>
              <a:gdLst>
                <a:gd name="T0" fmla="*/ 97 w 154"/>
                <a:gd name="T1" fmla="*/ 4 h 104"/>
                <a:gd name="T2" fmla="*/ 106 w 154"/>
                <a:gd name="T3" fmla="*/ 16 h 104"/>
                <a:gd name="T4" fmla="*/ 105 w 154"/>
                <a:gd name="T5" fmla="*/ 23 h 104"/>
                <a:gd name="T6" fmla="*/ 110 w 154"/>
                <a:gd name="T7" fmla="*/ 27 h 104"/>
                <a:gd name="T8" fmla="*/ 114 w 154"/>
                <a:gd name="T9" fmla="*/ 33 h 104"/>
                <a:gd name="T10" fmla="*/ 123 w 154"/>
                <a:gd name="T11" fmla="*/ 37 h 104"/>
                <a:gd name="T12" fmla="*/ 129 w 154"/>
                <a:gd name="T13" fmla="*/ 41 h 104"/>
                <a:gd name="T14" fmla="*/ 126 w 154"/>
                <a:gd name="T15" fmla="*/ 46 h 104"/>
                <a:gd name="T16" fmla="*/ 133 w 154"/>
                <a:gd name="T17" fmla="*/ 48 h 104"/>
                <a:gd name="T18" fmla="*/ 139 w 154"/>
                <a:gd name="T19" fmla="*/ 55 h 104"/>
                <a:gd name="T20" fmla="*/ 143 w 154"/>
                <a:gd name="T21" fmla="*/ 60 h 104"/>
                <a:gd name="T22" fmla="*/ 150 w 154"/>
                <a:gd name="T23" fmla="*/ 66 h 104"/>
                <a:gd name="T24" fmla="*/ 154 w 154"/>
                <a:gd name="T25" fmla="*/ 73 h 104"/>
                <a:gd name="T26" fmla="*/ 148 w 154"/>
                <a:gd name="T27" fmla="*/ 72 h 104"/>
                <a:gd name="T28" fmla="*/ 138 w 154"/>
                <a:gd name="T29" fmla="*/ 72 h 104"/>
                <a:gd name="T30" fmla="*/ 131 w 154"/>
                <a:gd name="T31" fmla="*/ 71 h 104"/>
                <a:gd name="T32" fmla="*/ 129 w 154"/>
                <a:gd name="T33" fmla="*/ 71 h 104"/>
                <a:gd name="T34" fmla="*/ 122 w 154"/>
                <a:gd name="T35" fmla="*/ 75 h 104"/>
                <a:gd name="T36" fmla="*/ 118 w 154"/>
                <a:gd name="T37" fmla="*/ 73 h 104"/>
                <a:gd name="T38" fmla="*/ 109 w 154"/>
                <a:gd name="T39" fmla="*/ 76 h 104"/>
                <a:gd name="T40" fmla="*/ 100 w 154"/>
                <a:gd name="T41" fmla="*/ 76 h 104"/>
                <a:gd name="T42" fmla="*/ 92 w 154"/>
                <a:gd name="T43" fmla="*/ 80 h 104"/>
                <a:gd name="T44" fmla="*/ 90 w 154"/>
                <a:gd name="T45" fmla="*/ 84 h 104"/>
                <a:gd name="T46" fmla="*/ 83 w 154"/>
                <a:gd name="T47" fmla="*/ 81 h 104"/>
                <a:gd name="T48" fmla="*/ 75 w 154"/>
                <a:gd name="T49" fmla="*/ 80 h 104"/>
                <a:gd name="T50" fmla="*/ 65 w 154"/>
                <a:gd name="T51" fmla="*/ 77 h 104"/>
                <a:gd name="T52" fmla="*/ 59 w 154"/>
                <a:gd name="T53" fmla="*/ 72 h 104"/>
                <a:gd name="T54" fmla="*/ 52 w 154"/>
                <a:gd name="T55" fmla="*/ 75 h 104"/>
                <a:gd name="T56" fmla="*/ 51 w 154"/>
                <a:gd name="T57" fmla="*/ 80 h 104"/>
                <a:gd name="T58" fmla="*/ 50 w 154"/>
                <a:gd name="T59" fmla="*/ 85 h 104"/>
                <a:gd name="T60" fmla="*/ 47 w 154"/>
                <a:gd name="T61" fmla="*/ 89 h 104"/>
                <a:gd name="T62" fmla="*/ 39 w 154"/>
                <a:gd name="T63" fmla="*/ 88 h 104"/>
                <a:gd name="T64" fmla="*/ 30 w 154"/>
                <a:gd name="T65" fmla="*/ 92 h 104"/>
                <a:gd name="T66" fmla="*/ 19 w 154"/>
                <a:gd name="T67" fmla="*/ 104 h 104"/>
                <a:gd name="T68" fmla="*/ 15 w 154"/>
                <a:gd name="T69" fmla="*/ 96 h 104"/>
                <a:gd name="T70" fmla="*/ 8 w 154"/>
                <a:gd name="T71" fmla="*/ 84 h 104"/>
                <a:gd name="T72" fmla="*/ 2 w 154"/>
                <a:gd name="T73" fmla="*/ 75 h 104"/>
                <a:gd name="T74" fmla="*/ 0 w 154"/>
                <a:gd name="T75" fmla="*/ 63 h 104"/>
                <a:gd name="T76" fmla="*/ 5 w 154"/>
                <a:gd name="T77" fmla="*/ 55 h 104"/>
                <a:gd name="T78" fmla="*/ 10 w 154"/>
                <a:gd name="T79" fmla="*/ 44 h 104"/>
                <a:gd name="T80" fmla="*/ 14 w 154"/>
                <a:gd name="T81" fmla="*/ 44 h 104"/>
                <a:gd name="T82" fmla="*/ 23 w 154"/>
                <a:gd name="T83" fmla="*/ 42 h 104"/>
                <a:gd name="T84" fmla="*/ 27 w 154"/>
                <a:gd name="T85" fmla="*/ 42 h 104"/>
                <a:gd name="T86" fmla="*/ 36 w 154"/>
                <a:gd name="T87" fmla="*/ 39 h 104"/>
                <a:gd name="T88" fmla="*/ 51 w 154"/>
                <a:gd name="T89" fmla="*/ 34 h 104"/>
                <a:gd name="T90" fmla="*/ 51 w 154"/>
                <a:gd name="T91" fmla="*/ 27 h 104"/>
                <a:gd name="T92" fmla="*/ 58 w 154"/>
                <a:gd name="T93" fmla="*/ 25 h 104"/>
                <a:gd name="T94" fmla="*/ 69 w 154"/>
                <a:gd name="T95" fmla="*/ 25 h 104"/>
                <a:gd name="T96" fmla="*/ 75 w 154"/>
                <a:gd name="T97" fmla="*/ 18 h 104"/>
                <a:gd name="T98" fmla="*/ 77 w 154"/>
                <a:gd name="T99" fmla="*/ 12 h 104"/>
                <a:gd name="T100" fmla="*/ 84 w 154"/>
                <a:gd name="T101" fmla="*/ 8 h 104"/>
                <a:gd name="T102" fmla="*/ 89 w 154"/>
                <a:gd name="T103" fmla="*/ 1 h 104"/>
                <a:gd name="T104" fmla="*/ 97 w 154"/>
                <a:gd name="T10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4" h="104">
                  <a:moveTo>
                    <a:pt x="97" y="0"/>
                  </a:moveTo>
                  <a:lnTo>
                    <a:pt x="98" y="1"/>
                  </a:lnTo>
                  <a:lnTo>
                    <a:pt x="98" y="4"/>
                  </a:lnTo>
                  <a:lnTo>
                    <a:pt x="97" y="4"/>
                  </a:lnTo>
                  <a:lnTo>
                    <a:pt x="100" y="6"/>
                  </a:lnTo>
                  <a:lnTo>
                    <a:pt x="101" y="8"/>
                  </a:lnTo>
                  <a:lnTo>
                    <a:pt x="104" y="12"/>
                  </a:lnTo>
                  <a:lnTo>
                    <a:pt x="106" y="16"/>
                  </a:lnTo>
                  <a:lnTo>
                    <a:pt x="106" y="18"/>
                  </a:lnTo>
                  <a:lnTo>
                    <a:pt x="106" y="21"/>
                  </a:lnTo>
                  <a:lnTo>
                    <a:pt x="105" y="21"/>
                  </a:lnTo>
                  <a:lnTo>
                    <a:pt x="105" y="23"/>
                  </a:lnTo>
                  <a:lnTo>
                    <a:pt x="105" y="27"/>
                  </a:lnTo>
                  <a:lnTo>
                    <a:pt x="106" y="29"/>
                  </a:lnTo>
                  <a:lnTo>
                    <a:pt x="109" y="29"/>
                  </a:lnTo>
                  <a:lnTo>
                    <a:pt x="110" y="27"/>
                  </a:lnTo>
                  <a:lnTo>
                    <a:pt x="114" y="27"/>
                  </a:lnTo>
                  <a:lnTo>
                    <a:pt x="114" y="29"/>
                  </a:lnTo>
                  <a:lnTo>
                    <a:pt x="114" y="30"/>
                  </a:lnTo>
                  <a:lnTo>
                    <a:pt x="114" y="33"/>
                  </a:lnTo>
                  <a:lnTo>
                    <a:pt x="117" y="34"/>
                  </a:lnTo>
                  <a:lnTo>
                    <a:pt x="119" y="35"/>
                  </a:lnTo>
                  <a:lnTo>
                    <a:pt x="121" y="35"/>
                  </a:lnTo>
                  <a:lnTo>
                    <a:pt x="123" y="37"/>
                  </a:lnTo>
                  <a:lnTo>
                    <a:pt x="123" y="38"/>
                  </a:lnTo>
                  <a:lnTo>
                    <a:pt x="126" y="39"/>
                  </a:lnTo>
                  <a:lnTo>
                    <a:pt x="127" y="39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7" y="43"/>
                  </a:lnTo>
                  <a:lnTo>
                    <a:pt x="126" y="44"/>
                  </a:lnTo>
                  <a:lnTo>
                    <a:pt x="126" y="46"/>
                  </a:lnTo>
                  <a:lnTo>
                    <a:pt x="127" y="47"/>
                  </a:lnTo>
                  <a:lnTo>
                    <a:pt x="130" y="48"/>
                  </a:lnTo>
                  <a:lnTo>
                    <a:pt x="131" y="47"/>
                  </a:lnTo>
                  <a:lnTo>
                    <a:pt x="133" y="48"/>
                  </a:lnTo>
                  <a:lnTo>
                    <a:pt x="134" y="48"/>
                  </a:lnTo>
                  <a:lnTo>
                    <a:pt x="138" y="51"/>
                  </a:lnTo>
                  <a:lnTo>
                    <a:pt x="138" y="52"/>
                  </a:lnTo>
                  <a:lnTo>
                    <a:pt x="139" y="55"/>
                  </a:lnTo>
                  <a:lnTo>
                    <a:pt x="139" y="56"/>
                  </a:lnTo>
                  <a:lnTo>
                    <a:pt x="142" y="58"/>
                  </a:lnTo>
                  <a:lnTo>
                    <a:pt x="143" y="59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7" y="63"/>
                  </a:lnTo>
                  <a:lnTo>
                    <a:pt x="150" y="64"/>
                  </a:lnTo>
                  <a:lnTo>
                    <a:pt x="150" y="66"/>
                  </a:lnTo>
                  <a:lnTo>
                    <a:pt x="150" y="69"/>
                  </a:lnTo>
                  <a:lnTo>
                    <a:pt x="151" y="69"/>
                  </a:lnTo>
                  <a:lnTo>
                    <a:pt x="154" y="72"/>
                  </a:lnTo>
                  <a:lnTo>
                    <a:pt x="154" y="73"/>
                  </a:lnTo>
                  <a:lnTo>
                    <a:pt x="154" y="73"/>
                  </a:lnTo>
                  <a:lnTo>
                    <a:pt x="154" y="73"/>
                  </a:lnTo>
                  <a:lnTo>
                    <a:pt x="151" y="72"/>
                  </a:lnTo>
                  <a:lnTo>
                    <a:pt x="148" y="72"/>
                  </a:lnTo>
                  <a:lnTo>
                    <a:pt x="144" y="73"/>
                  </a:lnTo>
                  <a:lnTo>
                    <a:pt x="144" y="73"/>
                  </a:lnTo>
                  <a:lnTo>
                    <a:pt x="141" y="73"/>
                  </a:lnTo>
                  <a:lnTo>
                    <a:pt x="138" y="72"/>
                  </a:lnTo>
                  <a:lnTo>
                    <a:pt x="137" y="72"/>
                  </a:lnTo>
                  <a:lnTo>
                    <a:pt x="135" y="71"/>
                  </a:lnTo>
                  <a:lnTo>
                    <a:pt x="134" y="71"/>
                  </a:lnTo>
                  <a:lnTo>
                    <a:pt x="131" y="71"/>
                  </a:lnTo>
                  <a:lnTo>
                    <a:pt x="130" y="69"/>
                  </a:lnTo>
                  <a:lnTo>
                    <a:pt x="129" y="69"/>
                  </a:lnTo>
                  <a:lnTo>
                    <a:pt x="129" y="71"/>
                  </a:lnTo>
                  <a:lnTo>
                    <a:pt x="129" y="71"/>
                  </a:lnTo>
                  <a:lnTo>
                    <a:pt x="127" y="73"/>
                  </a:lnTo>
                  <a:lnTo>
                    <a:pt x="126" y="73"/>
                  </a:lnTo>
                  <a:lnTo>
                    <a:pt x="125" y="73"/>
                  </a:lnTo>
                  <a:lnTo>
                    <a:pt x="122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8" y="73"/>
                  </a:lnTo>
                  <a:lnTo>
                    <a:pt x="118" y="73"/>
                  </a:lnTo>
                  <a:lnTo>
                    <a:pt x="117" y="72"/>
                  </a:lnTo>
                  <a:lnTo>
                    <a:pt x="115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8" y="76"/>
                  </a:lnTo>
                  <a:lnTo>
                    <a:pt x="104" y="77"/>
                  </a:lnTo>
                  <a:lnTo>
                    <a:pt x="101" y="77"/>
                  </a:lnTo>
                  <a:lnTo>
                    <a:pt x="100" y="76"/>
                  </a:lnTo>
                  <a:lnTo>
                    <a:pt x="98" y="76"/>
                  </a:lnTo>
                  <a:lnTo>
                    <a:pt x="96" y="76"/>
                  </a:lnTo>
                  <a:lnTo>
                    <a:pt x="94" y="77"/>
                  </a:lnTo>
                  <a:lnTo>
                    <a:pt x="92" y="80"/>
                  </a:lnTo>
                  <a:lnTo>
                    <a:pt x="92" y="81"/>
                  </a:lnTo>
                  <a:lnTo>
                    <a:pt x="93" y="83"/>
                  </a:lnTo>
                  <a:lnTo>
                    <a:pt x="93" y="83"/>
                  </a:lnTo>
                  <a:lnTo>
                    <a:pt x="90" y="84"/>
                  </a:lnTo>
                  <a:lnTo>
                    <a:pt x="89" y="83"/>
                  </a:lnTo>
                  <a:lnTo>
                    <a:pt x="87" y="83"/>
                  </a:lnTo>
                  <a:lnTo>
                    <a:pt x="84" y="81"/>
                  </a:lnTo>
                  <a:lnTo>
                    <a:pt x="83" y="81"/>
                  </a:lnTo>
                  <a:lnTo>
                    <a:pt x="81" y="83"/>
                  </a:lnTo>
                  <a:lnTo>
                    <a:pt x="80" y="83"/>
                  </a:lnTo>
                  <a:lnTo>
                    <a:pt x="77" y="81"/>
                  </a:lnTo>
                  <a:lnTo>
                    <a:pt x="75" y="80"/>
                  </a:lnTo>
                  <a:lnTo>
                    <a:pt x="72" y="81"/>
                  </a:lnTo>
                  <a:lnTo>
                    <a:pt x="71" y="80"/>
                  </a:lnTo>
                  <a:lnTo>
                    <a:pt x="68" y="77"/>
                  </a:lnTo>
                  <a:lnTo>
                    <a:pt x="65" y="77"/>
                  </a:lnTo>
                  <a:lnTo>
                    <a:pt x="63" y="73"/>
                  </a:lnTo>
                  <a:lnTo>
                    <a:pt x="62" y="73"/>
                  </a:lnTo>
                  <a:lnTo>
                    <a:pt x="59" y="72"/>
                  </a:lnTo>
                  <a:lnTo>
                    <a:pt x="59" y="72"/>
                  </a:lnTo>
                  <a:lnTo>
                    <a:pt x="58" y="73"/>
                  </a:lnTo>
                  <a:lnTo>
                    <a:pt x="56" y="73"/>
                  </a:lnTo>
                  <a:lnTo>
                    <a:pt x="54" y="75"/>
                  </a:lnTo>
                  <a:lnTo>
                    <a:pt x="52" y="75"/>
                  </a:lnTo>
                  <a:lnTo>
                    <a:pt x="52" y="76"/>
                  </a:lnTo>
                  <a:lnTo>
                    <a:pt x="51" y="77"/>
                  </a:lnTo>
                  <a:lnTo>
                    <a:pt x="51" y="79"/>
                  </a:lnTo>
                  <a:lnTo>
                    <a:pt x="51" y="80"/>
                  </a:lnTo>
                  <a:lnTo>
                    <a:pt x="50" y="81"/>
                  </a:lnTo>
                  <a:lnTo>
                    <a:pt x="48" y="81"/>
                  </a:lnTo>
                  <a:lnTo>
                    <a:pt x="48" y="83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48" y="88"/>
                  </a:lnTo>
                  <a:lnTo>
                    <a:pt x="48" y="89"/>
                  </a:lnTo>
                  <a:lnTo>
                    <a:pt x="47" y="89"/>
                  </a:lnTo>
                  <a:lnTo>
                    <a:pt x="46" y="91"/>
                  </a:lnTo>
                  <a:lnTo>
                    <a:pt x="43" y="89"/>
                  </a:lnTo>
                  <a:lnTo>
                    <a:pt x="43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1" y="91"/>
                  </a:lnTo>
                  <a:lnTo>
                    <a:pt x="30" y="92"/>
                  </a:lnTo>
                  <a:lnTo>
                    <a:pt x="29" y="92"/>
                  </a:lnTo>
                  <a:lnTo>
                    <a:pt x="25" y="96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1"/>
                  </a:lnTo>
                  <a:lnTo>
                    <a:pt x="18" y="98"/>
                  </a:lnTo>
                  <a:lnTo>
                    <a:pt x="15" y="96"/>
                  </a:lnTo>
                  <a:lnTo>
                    <a:pt x="14" y="94"/>
                  </a:lnTo>
                  <a:lnTo>
                    <a:pt x="11" y="91"/>
                  </a:lnTo>
                  <a:lnTo>
                    <a:pt x="9" y="87"/>
                  </a:lnTo>
                  <a:lnTo>
                    <a:pt x="8" y="84"/>
                  </a:lnTo>
                  <a:lnTo>
                    <a:pt x="6" y="81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75"/>
                  </a:lnTo>
                  <a:lnTo>
                    <a:pt x="1" y="72"/>
                  </a:lnTo>
                  <a:lnTo>
                    <a:pt x="1" y="69"/>
                  </a:lnTo>
                  <a:lnTo>
                    <a:pt x="1" y="66"/>
                  </a:lnTo>
                  <a:lnTo>
                    <a:pt x="0" y="63"/>
                  </a:lnTo>
                  <a:lnTo>
                    <a:pt x="0" y="60"/>
                  </a:lnTo>
                  <a:lnTo>
                    <a:pt x="1" y="59"/>
                  </a:lnTo>
                  <a:lnTo>
                    <a:pt x="2" y="58"/>
                  </a:lnTo>
                  <a:lnTo>
                    <a:pt x="5" y="55"/>
                  </a:lnTo>
                  <a:lnTo>
                    <a:pt x="6" y="52"/>
                  </a:lnTo>
                  <a:lnTo>
                    <a:pt x="8" y="48"/>
                  </a:lnTo>
                  <a:lnTo>
                    <a:pt x="9" y="46"/>
                  </a:lnTo>
                  <a:lnTo>
                    <a:pt x="10" y="44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4" y="43"/>
                  </a:lnTo>
                  <a:lnTo>
                    <a:pt x="14" y="44"/>
                  </a:lnTo>
                  <a:lnTo>
                    <a:pt x="17" y="44"/>
                  </a:lnTo>
                  <a:lnTo>
                    <a:pt x="18" y="44"/>
                  </a:lnTo>
                  <a:lnTo>
                    <a:pt x="22" y="44"/>
                  </a:lnTo>
                  <a:lnTo>
                    <a:pt x="23" y="42"/>
                  </a:lnTo>
                  <a:lnTo>
                    <a:pt x="23" y="39"/>
                  </a:lnTo>
                  <a:lnTo>
                    <a:pt x="25" y="38"/>
                  </a:lnTo>
                  <a:lnTo>
                    <a:pt x="26" y="39"/>
                  </a:lnTo>
                  <a:lnTo>
                    <a:pt x="27" y="42"/>
                  </a:lnTo>
                  <a:lnTo>
                    <a:pt x="27" y="43"/>
                  </a:lnTo>
                  <a:lnTo>
                    <a:pt x="30" y="43"/>
                  </a:lnTo>
                  <a:lnTo>
                    <a:pt x="33" y="41"/>
                  </a:lnTo>
                  <a:lnTo>
                    <a:pt x="36" y="39"/>
                  </a:lnTo>
                  <a:lnTo>
                    <a:pt x="39" y="37"/>
                  </a:lnTo>
                  <a:lnTo>
                    <a:pt x="46" y="35"/>
                  </a:lnTo>
                  <a:lnTo>
                    <a:pt x="50" y="35"/>
                  </a:lnTo>
                  <a:lnTo>
                    <a:pt x="51" y="34"/>
                  </a:lnTo>
                  <a:lnTo>
                    <a:pt x="55" y="31"/>
                  </a:lnTo>
                  <a:lnTo>
                    <a:pt x="54" y="30"/>
                  </a:lnTo>
                  <a:lnTo>
                    <a:pt x="52" y="30"/>
                  </a:lnTo>
                  <a:lnTo>
                    <a:pt x="51" y="27"/>
                  </a:lnTo>
                  <a:lnTo>
                    <a:pt x="51" y="25"/>
                  </a:lnTo>
                  <a:lnTo>
                    <a:pt x="52" y="25"/>
                  </a:lnTo>
                  <a:lnTo>
                    <a:pt x="55" y="25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2" y="26"/>
                  </a:lnTo>
                  <a:lnTo>
                    <a:pt x="65" y="25"/>
                  </a:lnTo>
                  <a:lnTo>
                    <a:pt x="69" y="25"/>
                  </a:lnTo>
                  <a:lnTo>
                    <a:pt x="72" y="22"/>
                  </a:lnTo>
                  <a:lnTo>
                    <a:pt x="73" y="22"/>
                  </a:lnTo>
                  <a:lnTo>
                    <a:pt x="75" y="19"/>
                  </a:lnTo>
                  <a:lnTo>
                    <a:pt x="75" y="18"/>
                  </a:lnTo>
                  <a:lnTo>
                    <a:pt x="75" y="17"/>
                  </a:lnTo>
                  <a:lnTo>
                    <a:pt x="76" y="16"/>
                  </a:lnTo>
                  <a:lnTo>
                    <a:pt x="76" y="13"/>
                  </a:lnTo>
                  <a:lnTo>
                    <a:pt x="77" y="12"/>
                  </a:lnTo>
                  <a:lnTo>
                    <a:pt x="79" y="12"/>
                  </a:lnTo>
                  <a:lnTo>
                    <a:pt x="80" y="12"/>
                  </a:lnTo>
                  <a:lnTo>
                    <a:pt x="83" y="9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5"/>
                  </a:lnTo>
                  <a:lnTo>
                    <a:pt x="87" y="2"/>
                  </a:lnTo>
                  <a:lnTo>
                    <a:pt x="89" y="1"/>
                  </a:lnTo>
                  <a:lnTo>
                    <a:pt x="92" y="1"/>
                  </a:lnTo>
                  <a:lnTo>
                    <a:pt x="93" y="2"/>
                  </a:lnTo>
                  <a:lnTo>
                    <a:pt x="9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0" name="Freeform 445">
              <a:extLst>
                <a:ext uri="{FF2B5EF4-FFF2-40B4-BE49-F238E27FC236}">
                  <a16:creationId xmlns:a16="http://schemas.microsoft.com/office/drawing/2014/main" id="{2BAA0D83-5929-4C8A-8DB8-904CC5646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-1815466" y="2048993"/>
              <a:ext cx="1165761" cy="1089318"/>
            </a:xfrm>
            <a:custGeom>
              <a:avLst/>
              <a:gdLst>
                <a:gd name="T0" fmla="*/ 25 w 183"/>
                <a:gd name="T1" fmla="*/ 1 h 171"/>
                <a:gd name="T2" fmla="*/ 33 w 183"/>
                <a:gd name="T3" fmla="*/ 4 h 171"/>
                <a:gd name="T4" fmla="*/ 45 w 183"/>
                <a:gd name="T5" fmla="*/ 4 h 171"/>
                <a:gd name="T6" fmla="*/ 56 w 183"/>
                <a:gd name="T7" fmla="*/ 6 h 171"/>
                <a:gd name="T8" fmla="*/ 66 w 183"/>
                <a:gd name="T9" fmla="*/ 12 h 171"/>
                <a:gd name="T10" fmla="*/ 70 w 183"/>
                <a:gd name="T11" fmla="*/ 22 h 171"/>
                <a:gd name="T12" fmla="*/ 78 w 183"/>
                <a:gd name="T13" fmla="*/ 25 h 171"/>
                <a:gd name="T14" fmla="*/ 83 w 183"/>
                <a:gd name="T15" fmla="*/ 25 h 171"/>
                <a:gd name="T16" fmla="*/ 98 w 183"/>
                <a:gd name="T17" fmla="*/ 31 h 171"/>
                <a:gd name="T18" fmla="*/ 106 w 183"/>
                <a:gd name="T19" fmla="*/ 38 h 171"/>
                <a:gd name="T20" fmla="*/ 114 w 183"/>
                <a:gd name="T21" fmla="*/ 39 h 171"/>
                <a:gd name="T22" fmla="*/ 118 w 183"/>
                <a:gd name="T23" fmla="*/ 34 h 171"/>
                <a:gd name="T24" fmla="*/ 122 w 183"/>
                <a:gd name="T25" fmla="*/ 29 h 171"/>
                <a:gd name="T26" fmla="*/ 118 w 183"/>
                <a:gd name="T27" fmla="*/ 21 h 171"/>
                <a:gd name="T28" fmla="*/ 120 w 183"/>
                <a:gd name="T29" fmla="*/ 13 h 171"/>
                <a:gd name="T30" fmla="*/ 124 w 183"/>
                <a:gd name="T31" fmla="*/ 8 h 171"/>
                <a:gd name="T32" fmla="*/ 135 w 183"/>
                <a:gd name="T33" fmla="*/ 4 h 171"/>
                <a:gd name="T34" fmla="*/ 139 w 183"/>
                <a:gd name="T35" fmla="*/ 2 h 171"/>
                <a:gd name="T36" fmla="*/ 143 w 183"/>
                <a:gd name="T37" fmla="*/ 2 h 171"/>
                <a:gd name="T38" fmla="*/ 148 w 183"/>
                <a:gd name="T39" fmla="*/ 4 h 171"/>
                <a:gd name="T40" fmla="*/ 156 w 183"/>
                <a:gd name="T41" fmla="*/ 6 h 171"/>
                <a:gd name="T42" fmla="*/ 154 w 183"/>
                <a:gd name="T43" fmla="*/ 9 h 171"/>
                <a:gd name="T44" fmla="*/ 160 w 183"/>
                <a:gd name="T45" fmla="*/ 12 h 171"/>
                <a:gd name="T46" fmla="*/ 165 w 183"/>
                <a:gd name="T47" fmla="*/ 13 h 171"/>
                <a:gd name="T48" fmla="*/ 174 w 183"/>
                <a:gd name="T49" fmla="*/ 13 h 171"/>
                <a:gd name="T50" fmla="*/ 178 w 183"/>
                <a:gd name="T51" fmla="*/ 16 h 171"/>
                <a:gd name="T52" fmla="*/ 179 w 183"/>
                <a:gd name="T53" fmla="*/ 21 h 171"/>
                <a:gd name="T54" fmla="*/ 179 w 183"/>
                <a:gd name="T55" fmla="*/ 29 h 171"/>
                <a:gd name="T56" fmla="*/ 178 w 183"/>
                <a:gd name="T57" fmla="*/ 35 h 171"/>
                <a:gd name="T58" fmla="*/ 178 w 183"/>
                <a:gd name="T59" fmla="*/ 43 h 171"/>
                <a:gd name="T60" fmla="*/ 183 w 183"/>
                <a:gd name="T61" fmla="*/ 166 h 171"/>
                <a:gd name="T62" fmla="*/ 173 w 183"/>
                <a:gd name="T63" fmla="*/ 171 h 171"/>
                <a:gd name="T64" fmla="*/ 173 w 183"/>
                <a:gd name="T65" fmla="*/ 171 h 171"/>
                <a:gd name="T66" fmla="*/ 53 w 183"/>
                <a:gd name="T67" fmla="*/ 133 h 171"/>
                <a:gd name="T68" fmla="*/ 31 w 183"/>
                <a:gd name="T69" fmla="*/ 126 h 171"/>
                <a:gd name="T70" fmla="*/ 28 w 183"/>
                <a:gd name="T71" fmla="*/ 122 h 171"/>
                <a:gd name="T72" fmla="*/ 24 w 183"/>
                <a:gd name="T73" fmla="*/ 117 h 171"/>
                <a:gd name="T74" fmla="*/ 20 w 183"/>
                <a:gd name="T75" fmla="*/ 113 h 171"/>
                <a:gd name="T76" fmla="*/ 11 w 183"/>
                <a:gd name="T77" fmla="*/ 112 h 171"/>
                <a:gd name="T78" fmla="*/ 10 w 183"/>
                <a:gd name="T79" fmla="*/ 109 h 171"/>
                <a:gd name="T80" fmla="*/ 8 w 183"/>
                <a:gd name="T81" fmla="*/ 104 h 171"/>
                <a:gd name="T82" fmla="*/ 7 w 183"/>
                <a:gd name="T83" fmla="*/ 100 h 171"/>
                <a:gd name="T84" fmla="*/ 4 w 183"/>
                <a:gd name="T85" fmla="*/ 94 h 171"/>
                <a:gd name="T86" fmla="*/ 0 w 183"/>
                <a:gd name="T87" fmla="*/ 88 h 171"/>
                <a:gd name="T88" fmla="*/ 2 w 183"/>
                <a:gd name="T89" fmla="*/ 87 h 171"/>
                <a:gd name="T90" fmla="*/ 6 w 183"/>
                <a:gd name="T91" fmla="*/ 83 h 171"/>
                <a:gd name="T92" fmla="*/ 4 w 183"/>
                <a:gd name="T93" fmla="*/ 76 h 171"/>
                <a:gd name="T94" fmla="*/ 6 w 183"/>
                <a:gd name="T95" fmla="*/ 68 h 171"/>
                <a:gd name="T96" fmla="*/ 3 w 183"/>
                <a:gd name="T97" fmla="*/ 59 h 171"/>
                <a:gd name="T98" fmla="*/ 3 w 183"/>
                <a:gd name="T99" fmla="*/ 54 h 171"/>
                <a:gd name="T100" fmla="*/ 2 w 183"/>
                <a:gd name="T101" fmla="*/ 42 h 171"/>
                <a:gd name="T102" fmla="*/ 0 w 183"/>
                <a:gd name="T103" fmla="*/ 38 h 171"/>
                <a:gd name="T104" fmla="*/ 2 w 183"/>
                <a:gd name="T105" fmla="*/ 37 h 171"/>
                <a:gd name="T106" fmla="*/ 4 w 183"/>
                <a:gd name="T107" fmla="*/ 37 h 171"/>
                <a:gd name="T108" fmla="*/ 7 w 183"/>
                <a:gd name="T109" fmla="*/ 33 h 171"/>
                <a:gd name="T110" fmla="*/ 8 w 183"/>
                <a:gd name="T111" fmla="*/ 31 h 171"/>
                <a:gd name="T112" fmla="*/ 8 w 183"/>
                <a:gd name="T113" fmla="*/ 27 h 171"/>
                <a:gd name="T114" fmla="*/ 7 w 183"/>
                <a:gd name="T115" fmla="*/ 22 h 171"/>
                <a:gd name="T116" fmla="*/ 10 w 183"/>
                <a:gd name="T117" fmla="*/ 19 h 171"/>
                <a:gd name="T118" fmla="*/ 14 w 183"/>
                <a:gd name="T119" fmla="*/ 17 h 171"/>
                <a:gd name="T120" fmla="*/ 21 w 183"/>
                <a:gd name="T121" fmla="*/ 10 h 171"/>
                <a:gd name="T122" fmla="*/ 23 w 183"/>
                <a:gd name="T123" fmla="*/ 6 h 171"/>
                <a:gd name="T124" fmla="*/ 23 w 183"/>
                <a:gd name="T125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3" h="171">
                  <a:moveTo>
                    <a:pt x="23" y="0"/>
                  </a:moveTo>
                  <a:lnTo>
                    <a:pt x="25" y="1"/>
                  </a:lnTo>
                  <a:lnTo>
                    <a:pt x="27" y="4"/>
                  </a:lnTo>
                  <a:lnTo>
                    <a:pt x="33" y="4"/>
                  </a:lnTo>
                  <a:lnTo>
                    <a:pt x="41" y="2"/>
                  </a:lnTo>
                  <a:lnTo>
                    <a:pt x="45" y="4"/>
                  </a:lnTo>
                  <a:lnTo>
                    <a:pt x="52" y="5"/>
                  </a:lnTo>
                  <a:lnTo>
                    <a:pt x="56" y="6"/>
                  </a:lnTo>
                  <a:lnTo>
                    <a:pt x="64" y="8"/>
                  </a:lnTo>
                  <a:lnTo>
                    <a:pt x="66" y="12"/>
                  </a:lnTo>
                  <a:lnTo>
                    <a:pt x="66" y="16"/>
                  </a:lnTo>
                  <a:lnTo>
                    <a:pt x="70" y="22"/>
                  </a:lnTo>
                  <a:lnTo>
                    <a:pt x="74" y="25"/>
                  </a:lnTo>
                  <a:lnTo>
                    <a:pt x="78" y="25"/>
                  </a:lnTo>
                  <a:lnTo>
                    <a:pt x="79" y="23"/>
                  </a:lnTo>
                  <a:lnTo>
                    <a:pt x="83" y="25"/>
                  </a:lnTo>
                  <a:lnTo>
                    <a:pt x="93" y="29"/>
                  </a:lnTo>
                  <a:lnTo>
                    <a:pt x="98" y="31"/>
                  </a:lnTo>
                  <a:lnTo>
                    <a:pt x="102" y="34"/>
                  </a:lnTo>
                  <a:lnTo>
                    <a:pt x="106" y="38"/>
                  </a:lnTo>
                  <a:lnTo>
                    <a:pt x="111" y="39"/>
                  </a:lnTo>
                  <a:lnTo>
                    <a:pt x="114" y="39"/>
                  </a:lnTo>
                  <a:lnTo>
                    <a:pt x="118" y="35"/>
                  </a:lnTo>
                  <a:lnTo>
                    <a:pt x="118" y="34"/>
                  </a:lnTo>
                  <a:lnTo>
                    <a:pt x="120" y="31"/>
                  </a:lnTo>
                  <a:lnTo>
                    <a:pt x="122" y="29"/>
                  </a:lnTo>
                  <a:lnTo>
                    <a:pt x="120" y="23"/>
                  </a:lnTo>
                  <a:lnTo>
                    <a:pt x="118" y="21"/>
                  </a:lnTo>
                  <a:lnTo>
                    <a:pt x="119" y="14"/>
                  </a:lnTo>
                  <a:lnTo>
                    <a:pt x="120" y="13"/>
                  </a:lnTo>
                  <a:lnTo>
                    <a:pt x="120" y="10"/>
                  </a:lnTo>
                  <a:lnTo>
                    <a:pt x="124" y="8"/>
                  </a:lnTo>
                  <a:lnTo>
                    <a:pt x="128" y="5"/>
                  </a:lnTo>
                  <a:lnTo>
                    <a:pt x="135" y="4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41" y="4"/>
                  </a:lnTo>
                  <a:lnTo>
                    <a:pt x="143" y="2"/>
                  </a:lnTo>
                  <a:lnTo>
                    <a:pt x="144" y="2"/>
                  </a:lnTo>
                  <a:lnTo>
                    <a:pt x="148" y="4"/>
                  </a:lnTo>
                  <a:lnTo>
                    <a:pt x="151" y="4"/>
                  </a:lnTo>
                  <a:lnTo>
                    <a:pt x="156" y="6"/>
                  </a:lnTo>
                  <a:lnTo>
                    <a:pt x="156" y="8"/>
                  </a:lnTo>
                  <a:lnTo>
                    <a:pt x="154" y="9"/>
                  </a:lnTo>
                  <a:lnTo>
                    <a:pt x="156" y="10"/>
                  </a:lnTo>
                  <a:lnTo>
                    <a:pt x="160" y="12"/>
                  </a:lnTo>
                  <a:lnTo>
                    <a:pt x="164" y="12"/>
                  </a:lnTo>
                  <a:lnTo>
                    <a:pt x="165" y="13"/>
                  </a:lnTo>
                  <a:lnTo>
                    <a:pt x="173" y="14"/>
                  </a:lnTo>
                  <a:lnTo>
                    <a:pt x="174" y="13"/>
                  </a:lnTo>
                  <a:lnTo>
                    <a:pt x="177" y="14"/>
                  </a:lnTo>
                  <a:lnTo>
                    <a:pt x="178" y="16"/>
                  </a:lnTo>
                  <a:lnTo>
                    <a:pt x="179" y="19"/>
                  </a:lnTo>
                  <a:lnTo>
                    <a:pt x="179" y="21"/>
                  </a:lnTo>
                  <a:lnTo>
                    <a:pt x="178" y="26"/>
                  </a:lnTo>
                  <a:lnTo>
                    <a:pt x="179" y="29"/>
                  </a:lnTo>
                  <a:lnTo>
                    <a:pt x="179" y="31"/>
                  </a:lnTo>
                  <a:lnTo>
                    <a:pt x="178" y="35"/>
                  </a:lnTo>
                  <a:lnTo>
                    <a:pt x="176" y="39"/>
                  </a:lnTo>
                  <a:lnTo>
                    <a:pt x="178" y="43"/>
                  </a:lnTo>
                  <a:lnTo>
                    <a:pt x="179" y="48"/>
                  </a:lnTo>
                  <a:lnTo>
                    <a:pt x="183" y="166"/>
                  </a:lnTo>
                  <a:lnTo>
                    <a:pt x="173" y="167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77" y="122"/>
                  </a:lnTo>
                  <a:lnTo>
                    <a:pt x="53" y="133"/>
                  </a:lnTo>
                  <a:lnTo>
                    <a:pt x="52" y="130"/>
                  </a:lnTo>
                  <a:lnTo>
                    <a:pt x="31" y="126"/>
                  </a:lnTo>
                  <a:lnTo>
                    <a:pt x="29" y="123"/>
                  </a:lnTo>
                  <a:lnTo>
                    <a:pt x="28" y="122"/>
                  </a:lnTo>
                  <a:lnTo>
                    <a:pt x="27" y="121"/>
                  </a:lnTo>
                  <a:lnTo>
                    <a:pt x="24" y="117"/>
                  </a:lnTo>
                  <a:lnTo>
                    <a:pt x="23" y="114"/>
                  </a:lnTo>
                  <a:lnTo>
                    <a:pt x="20" y="113"/>
                  </a:lnTo>
                  <a:lnTo>
                    <a:pt x="16" y="112"/>
                  </a:lnTo>
                  <a:lnTo>
                    <a:pt x="11" y="112"/>
                  </a:lnTo>
                  <a:lnTo>
                    <a:pt x="10" y="110"/>
                  </a:lnTo>
                  <a:lnTo>
                    <a:pt x="10" y="109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7" y="100"/>
                  </a:lnTo>
                  <a:lnTo>
                    <a:pt x="7" y="98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87"/>
                  </a:lnTo>
                  <a:lnTo>
                    <a:pt x="4" y="84"/>
                  </a:lnTo>
                  <a:lnTo>
                    <a:pt x="6" y="83"/>
                  </a:lnTo>
                  <a:lnTo>
                    <a:pt x="6" y="79"/>
                  </a:lnTo>
                  <a:lnTo>
                    <a:pt x="4" y="76"/>
                  </a:lnTo>
                  <a:lnTo>
                    <a:pt x="4" y="75"/>
                  </a:lnTo>
                  <a:lnTo>
                    <a:pt x="6" y="68"/>
                  </a:lnTo>
                  <a:lnTo>
                    <a:pt x="4" y="64"/>
                  </a:lnTo>
                  <a:lnTo>
                    <a:pt x="3" y="59"/>
                  </a:lnTo>
                  <a:lnTo>
                    <a:pt x="4" y="58"/>
                  </a:lnTo>
                  <a:lnTo>
                    <a:pt x="3" y="54"/>
                  </a:lnTo>
                  <a:lnTo>
                    <a:pt x="3" y="46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3" y="37"/>
                  </a:lnTo>
                  <a:lnTo>
                    <a:pt x="4" y="37"/>
                  </a:lnTo>
                  <a:lnTo>
                    <a:pt x="6" y="35"/>
                  </a:lnTo>
                  <a:lnTo>
                    <a:pt x="7" y="33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8" y="27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10" y="19"/>
                  </a:lnTo>
                  <a:lnTo>
                    <a:pt x="12" y="19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21" y="10"/>
                  </a:lnTo>
                  <a:lnTo>
                    <a:pt x="24" y="6"/>
                  </a:lnTo>
                  <a:lnTo>
                    <a:pt x="23" y="6"/>
                  </a:lnTo>
                  <a:lnTo>
                    <a:pt x="21" y="1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1" name="Freeform 463">
              <a:extLst>
                <a:ext uri="{FF2B5EF4-FFF2-40B4-BE49-F238E27FC236}">
                  <a16:creationId xmlns:a16="http://schemas.microsoft.com/office/drawing/2014/main" id="{D0976CBA-E841-4474-9D54-CC31BFD2A1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592504" y="2826166"/>
              <a:ext cx="879098" cy="1254944"/>
            </a:xfrm>
            <a:custGeom>
              <a:avLst/>
              <a:gdLst>
                <a:gd name="T0" fmla="*/ 1 w 138"/>
                <a:gd name="T1" fmla="*/ 130 h 197"/>
                <a:gd name="T2" fmla="*/ 42 w 138"/>
                <a:gd name="T3" fmla="*/ 0 h 197"/>
                <a:gd name="T4" fmla="*/ 137 w 138"/>
                <a:gd name="T5" fmla="*/ 96 h 197"/>
                <a:gd name="T6" fmla="*/ 130 w 138"/>
                <a:gd name="T7" fmla="*/ 97 h 197"/>
                <a:gd name="T8" fmla="*/ 129 w 138"/>
                <a:gd name="T9" fmla="*/ 103 h 197"/>
                <a:gd name="T10" fmla="*/ 122 w 138"/>
                <a:gd name="T11" fmla="*/ 111 h 197"/>
                <a:gd name="T12" fmla="*/ 122 w 138"/>
                <a:gd name="T13" fmla="*/ 116 h 197"/>
                <a:gd name="T14" fmla="*/ 117 w 138"/>
                <a:gd name="T15" fmla="*/ 121 h 197"/>
                <a:gd name="T16" fmla="*/ 118 w 138"/>
                <a:gd name="T17" fmla="*/ 128 h 197"/>
                <a:gd name="T18" fmla="*/ 117 w 138"/>
                <a:gd name="T19" fmla="*/ 136 h 197"/>
                <a:gd name="T20" fmla="*/ 121 w 138"/>
                <a:gd name="T21" fmla="*/ 136 h 197"/>
                <a:gd name="T22" fmla="*/ 119 w 138"/>
                <a:gd name="T23" fmla="*/ 138 h 197"/>
                <a:gd name="T24" fmla="*/ 122 w 138"/>
                <a:gd name="T25" fmla="*/ 146 h 197"/>
                <a:gd name="T26" fmla="*/ 126 w 138"/>
                <a:gd name="T27" fmla="*/ 151 h 197"/>
                <a:gd name="T28" fmla="*/ 122 w 138"/>
                <a:gd name="T29" fmla="*/ 155 h 197"/>
                <a:gd name="T30" fmla="*/ 116 w 138"/>
                <a:gd name="T31" fmla="*/ 155 h 197"/>
                <a:gd name="T32" fmla="*/ 113 w 138"/>
                <a:gd name="T33" fmla="*/ 161 h 197"/>
                <a:gd name="T34" fmla="*/ 108 w 138"/>
                <a:gd name="T35" fmla="*/ 165 h 197"/>
                <a:gd name="T36" fmla="*/ 105 w 138"/>
                <a:gd name="T37" fmla="*/ 169 h 197"/>
                <a:gd name="T38" fmla="*/ 104 w 138"/>
                <a:gd name="T39" fmla="*/ 172 h 197"/>
                <a:gd name="T40" fmla="*/ 98 w 138"/>
                <a:gd name="T41" fmla="*/ 178 h 197"/>
                <a:gd name="T42" fmla="*/ 88 w 138"/>
                <a:gd name="T43" fmla="*/ 178 h 197"/>
                <a:gd name="T44" fmla="*/ 81 w 138"/>
                <a:gd name="T45" fmla="*/ 178 h 197"/>
                <a:gd name="T46" fmla="*/ 81 w 138"/>
                <a:gd name="T47" fmla="*/ 183 h 197"/>
                <a:gd name="T48" fmla="*/ 80 w 138"/>
                <a:gd name="T49" fmla="*/ 187 h 197"/>
                <a:gd name="T50" fmla="*/ 68 w 138"/>
                <a:gd name="T51" fmla="*/ 190 h 197"/>
                <a:gd name="T52" fmla="*/ 59 w 138"/>
                <a:gd name="T53" fmla="*/ 196 h 197"/>
                <a:gd name="T54" fmla="*/ 55 w 138"/>
                <a:gd name="T55" fmla="*/ 192 h 197"/>
                <a:gd name="T56" fmla="*/ 52 w 138"/>
                <a:gd name="T57" fmla="*/ 195 h 197"/>
                <a:gd name="T58" fmla="*/ 46 w 138"/>
                <a:gd name="T59" fmla="*/ 197 h 197"/>
                <a:gd name="T60" fmla="*/ 42 w 138"/>
                <a:gd name="T61" fmla="*/ 194 h 197"/>
                <a:gd name="T62" fmla="*/ 38 w 138"/>
                <a:gd name="T63" fmla="*/ 186 h 197"/>
                <a:gd name="T64" fmla="*/ 27 w 138"/>
                <a:gd name="T65" fmla="*/ 176 h 197"/>
                <a:gd name="T66" fmla="*/ 23 w 138"/>
                <a:gd name="T67" fmla="*/ 172 h 197"/>
                <a:gd name="T68" fmla="*/ 25 w 138"/>
                <a:gd name="T69" fmla="*/ 169 h 197"/>
                <a:gd name="T70" fmla="*/ 29 w 138"/>
                <a:gd name="T71" fmla="*/ 166 h 197"/>
                <a:gd name="T72" fmla="*/ 33 w 138"/>
                <a:gd name="T73" fmla="*/ 167 h 197"/>
                <a:gd name="T74" fmla="*/ 39 w 138"/>
                <a:gd name="T75" fmla="*/ 167 h 197"/>
                <a:gd name="T76" fmla="*/ 40 w 138"/>
                <a:gd name="T77" fmla="*/ 166 h 197"/>
                <a:gd name="T78" fmla="*/ 35 w 138"/>
                <a:gd name="T79" fmla="*/ 161 h 197"/>
                <a:gd name="T80" fmla="*/ 34 w 138"/>
                <a:gd name="T81" fmla="*/ 154 h 197"/>
                <a:gd name="T82" fmla="*/ 34 w 138"/>
                <a:gd name="T83" fmla="*/ 147 h 197"/>
                <a:gd name="T84" fmla="*/ 33 w 138"/>
                <a:gd name="T85" fmla="*/ 142 h 197"/>
                <a:gd name="T86" fmla="*/ 31 w 138"/>
                <a:gd name="T87" fmla="*/ 136 h 197"/>
                <a:gd name="T88" fmla="*/ 22 w 138"/>
                <a:gd name="T89" fmla="*/ 130 h 197"/>
                <a:gd name="T90" fmla="*/ 15 w 138"/>
                <a:gd name="T91" fmla="*/ 122 h 197"/>
                <a:gd name="T92" fmla="*/ 17 w 138"/>
                <a:gd name="T93" fmla="*/ 105 h 197"/>
                <a:gd name="T94" fmla="*/ 38 w 138"/>
                <a:gd name="T95" fmla="*/ 84 h 197"/>
                <a:gd name="T96" fmla="*/ 43 w 138"/>
                <a:gd name="T97" fmla="*/ 42 h 197"/>
                <a:gd name="T98" fmla="*/ 35 w 138"/>
                <a:gd name="T99" fmla="*/ 28 h 197"/>
                <a:gd name="T100" fmla="*/ 29 w 138"/>
                <a:gd name="T101" fmla="*/ 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8" h="197">
                  <a:moveTo>
                    <a:pt x="4" y="128"/>
                  </a:moveTo>
                  <a:lnTo>
                    <a:pt x="4" y="130"/>
                  </a:lnTo>
                  <a:lnTo>
                    <a:pt x="1" y="130"/>
                  </a:lnTo>
                  <a:lnTo>
                    <a:pt x="0" y="129"/>
                  </a:lnTo>
                  <a:lnTo>
                    <a:pt x="4" y="128"/>
                  </a:lnTo>
                  <a:close/>
                  <a:moveTo>
                    <a:pt x="42" y="0"/>
                  </a:moveTo>
                  <a:lnTo>
                    <a:pt x="138" y="49"/>
                  </a:lnTo>
                  <a:lnTo>
                    <a:pt x="138" y="96"/>
                  </a:lnTo>
                  <a:lnTo>
                    <a:pt x="137" y="96"/>
                  </a:lnTo>
                  <a:lnTo>
                    <a:pt x="134" y="97"/>
                  </a:lnTo>
                  <a:lnTo>
                    <a:pt x="133" y="97"/>
                  </a:lnTo>
                  <a:lnTo>
                    <a:pt x="130" y="97"/>
                  </a:lnTo>
                  <a:lnTo>
                    <a:pt x="127" y="99"/>
                  </a:lnTo>
                  <a:lnTo>
                    <a:pt x="127" y="101"/>
                  </a:lnTo>
                  <a:lnTo>
                    <a:pt x="129" y="103"/>
                  </a:lnTo>
                  <a:lnTo>
                    <a:pt x="127" y="105"/>
                  </a:lnTo>
                  <a:lnTo>
                    <a:pt x="123" y="111"/>
                  </a:lnTo>
                  <a:lnTo>
                    <a:pt x="122" y="111"/>
                  </a:lnTo>
                  <a:lnTo>
                    <a:pt x="119" y="113"/>
                  </a:lnTo>
                  <a:lnTo>
                    <a:pt x="121" y="115"/>
                  </a:lnTo>
                  <a:lnTo>
                    <a:pt x="122" y="116"/>
                  </a:lnTo>
                  <a:lnTo>
                    <a:pt x="121" y="119"/>
                  </a:lnTo>
                  <a:lnTo>
                    <a:pt x="118" y="120"/>
                  </a:lnTo>
                  <a:lnTo>
                    <a:pt x="117" y="121"/>
                  </a:lnTo>
                  <a:lnTo>
                    <a:pt x="119" y="122"/>
                  </a:lnTo>
                  <a:lnTo>
                    <a:pt x="119" y="125"/>
                  </a:lnTo>
                  <a:lnTo>
                    <a:pt x="118" y="128"/>
                  </a:lnTo>
                  <a:lnTo>
                    <a:pt x="114" y="132"/>
                  </a:lnTo>
                  <a:lnTo>
                    <a:pt x="114" y="134"/>
                  </a:lnTo>
                  <a:lnTo>
                    <a:pt x="117" y="136"/>
                  </a:lnTo>
                  <a:lnTo>
                    <a:pt x="119" y="133"/>
                  </a:lnTo>
                  <a:lnTo>
                    <a:pt x="121" y="133"/>
                  </a:lnTo>
                  <a:lnTo>
                    <a:pt x="121" y="136"/>
                  </a:lnTo>
                  <a:lnTo>
                    <a:pt x="119" y="136"/>
                  </a:lnTo>
                  <a:lnTo>
                    <a:pt x="121" y="137"/>
                  </a:lnTo>
                  <a:lnTo>
                    <a:pt x="119" y="138"/>
                  </a:lnTo>
                  <a:lnTo>
                    <a:pt x="121" y="141"/>
                  </a:lnTo>
                  <a:lnTo>
                    <a:pt x="121" y="144"/>
                  </a:lnTo>
                  <a:lnTo>
                    <a:pt x="122" y="146"/>
                  </a:lnTo>
                  <a:lnTo>
                    <a:pt x="126" y="147"/>
                  </a:lnTo>
                  <a:lnTo>
                    <a:pt x="127" y="149"/>
                  </a:lnTo>
                  <a:lnTo>
                    <a:pt x="126" y="151"/>
                  </a:lnTo>
                  <a:lnTo>
                    <a:pt x="126" y="153"/>
                  </a:lnTo>
                  <a:lnTo>
                    <a:pt x="126" y="154"/>
                  </a:lnTo>
                  <a:lnTo>
                    <a:pt x="122" y="155"/>
                  </a:lnTo>
                  <a:lnTo>
                    <a:pt x="121" y="154"/>
                  </a:lnTo>
                  <a:lnTo>
                    <a:pt x="118" y="154"/>
                  </a:lnTo>
                  <a:lnTo>
                    <a:pt x="116" y="155"/>
                  </a:lnTo>
                  <a:lnTo>
                    <a:pt x="113" y="158"/>
                  </a:lnTo>
                  <a:lnTo>
                    <a:pt x="113" y="159"/>
                  </a:lnTo>
                  <a:lnTo>
                    <a:pt x="113" y="161"/>
                  </a:lnTo>
                  <a:lnTo>
                    <a:pt x="112" y="162"/>
                  </a:lnTo>
                  <a:lnTo>
                    <a:pt x="109" y="165"/>
                  </a:lnTo>
                  <a:lnTo>
                    <a:pt x="108" y="165"/>
                  </a:lnTo>
                  <a:lnTo>
                    <a:pt x="106" y="165"/>
                  </a:lnTo>
                  <a:lnTo>
                    <a:pt x="105" y="166"/>
                  </a:lnTo>
                  <a:lnTo>
                    <a:pt x="105" y="169"/>
                  </a:lnTo>
                  <a:lnTo>
                    <a:pt x="104" y="170"/>
                  </a:lnTo>
                  <a:lnTo>
                    <a:pt x="104" y="171"/>
                  </a:lnTo>
                  <a:lnTo>
                    <a:pt x="104" y="172"/>
                  </a:lnTo>
                  <a:lnTo>
                    <a:pt x="102" y="175"/>
                  </a:lnTo>
                  <a:lnTo>
                    <a:pt x="101" y="175"/>
                  </a:lnTo>
                  <a:lnTo>
                    <a:pt x="98" y="178"/>
                  </a:lnTo>
                  <a:lnTo>
                    <a:pt x="94" y="178"/>
                  </a:lnTo>
                  <a:lnTo>
                    <a:pt x="91" y="179"/>
                  </a:lnTo>
                  <a:lnTo>
                    <a:pt x="88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1" y="178"/>
                  </a:lnTo>
                  <a:lnTo>
                    <a:pt x="80" y="178"/>
                  </a:lnTo>
                  <a:lnTo>
                    <a:pt x="80" y="180"/>
                  </a:lnTo>
                  <a:lnTo>
                    <a:pt x="81" y="183"/>
                  </a:lnTo>
                  <a:lnTo>
                    <a:pt x="83" y="183"/>
                  </a:lnTo>
                  <a:lnTo>
                    <a:pt x="84" y="184"/>
                  </a:lnTo>
                  <a:lnTo>
                    <a:pt x="80" y="187"/>
                  </a:lnTo>
                  <a:lnTo>
                    <a:pt x="79" y="188"/>
                  </a:lnTo>
                  <a:lnTo>
                    <a:pt x="75" y="188"/>
                  </a:lnTo>
                  <a:lnTo>
                    <a:pt x="68" y="190"/>
                  </a:lnTo>
                  <a:lnTo>
                    <a:pt x="65" y="192"/>
                  </a:lnTo>
                  <a:lnTo>
                    <a:pt x="62" y="194"/>
                  </a:lnTo>
                  <a:lnTo>
                    <a:pt x="59" y="196"/>
                  </a:lnTo>
                  <a:lnTo>
                    <a:pt x="56" y="196"/>
                  </a:lnTo>
                  <a:lnTo>
                    <a:pt x="56" y="195"/>
                  </a:lnTo>
                  <a:lnTo>
                    <a:pt x="55" y="192"/>
                  </a:lnTo>
                  <a:lnTo>
                    <a:pt x="54" y="191"/>
                  </a:lnTo>
                  <a:lnTo>
                    <a:pt x="52" y="192"/>
                  </a:lnTo>
                  <a:lnTo>
                    <a:pt x="52" y="195"/>
                  </a:lnTo>
                  <a:lnTo>
                    <a:pt x="51" y="197"/>
                  </a:lnTo>
                  <a:lnTo>
                    <a:pt x="47" y="197"/>
                  </a:lnTo>
                  <a:lnTo>
                    <a:pt x="46" y="197"/>
                  </a:lnTo>
                  <a:lnTo>
                    <a:pt x="43" y="197"/>
                  </a:lnTo>
                  <a:lnTo>
                    <a:pt x="43" y="196"/>
                  </a:lnTo>
                  <a:lnTo>
                    <a:pt x="42" y="194"/>
                  </a:lnTo>
                  <a:lnTo>
                    <a:pt x="42" y="192"/>
                  </a:lnTo>
                  <a:lnTo>
                    <a:pt x="39" y="188"/>
                  </a:lnTo>
                  <a:lnTo>
                    <a:pt x="38" y="186"/>
                  </a:lnTo>
                  <a:lnTo>
                    <a:pt x="37" y="184"/>
                  </a:lnTo>
                  <a:lnTo>
                    <a:pt x="31" y="179"/>
                  </a:lnTo>
                  <a:lnTo>
                    <a:pt x="27" y="176"/>
                  </a:lnTo>
                  <a:lnTo>
                    <a:pt x="26" y="175"/>
                  </a:lnTo>
                  <a:lnTo>
                    <a:pt x="25" y="174"/>
                  </a:lnTo>
                  <a:lnTo>
                    <a:pt x="23" y="172"/>
                  </a:lnTo>
                  <a:lnTo>
                    <a:pt x="23" y="171"/>
                  </a:lnTo>
                  <a:lnTo>
                    <a:pt x="23" y="170"/>
                  </a:lnTo>
                  <a:lnTo>
                    <a:pt x="25" y="169"/>
                  </a:lnTo>
                  <a:lnTo>
                    <a:pt x="25" y="166"/>
                  </a:lnTo>
                  <a:lnTo>
                    <a:pt x="26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31" y="166"/>
                  </a:lnTo>
                  <a:lnTo>
                    <a:pt x="33" y="167"/>
                  </a:lnTo>
                  <a:lnTo>
                    <a:pt x="35" y="166"/>
                  </a:lnTo>
                  <a:lnTo>
                    <a:pt x="38" y="167"/>
                  </a:lnTo>
                  <a:lnTo>
                    <a:pt x="39" y="167"/>
                  </a:lnTo>
                  <a:lnTo>
                    <a:pt x="40" y="167"/>
                  </a:lnTo>
                  <a:lnTo>
                    <a:pt x="42" y="167"/>
                  </a:lnTo>
                  <a:lnTo>
                    <a:pt x="40" y="166"/>
                  </a:lnTo>
                  <a:lnTo>
                    <a:pt x="38" y="163"/>
                  </a:lnTo>
                  <a:lnTo>
                    <a:pt x="37" y="161"/>
                  </a:lnTo>
                  <a:lnTo>
                    <a:pt x="35" y="161"/>
                  </a:lnTo>
                  <a:lnTo>
                    <a:pt x="33" y="158"/>
                  </a:lnTo>
                  <a:lnTo>
                    <a:pt x="33" y="155"/>
                  </a:lnTo>
                  <a:lnTo>
                    <a:pt x="34" y="154"/>
                  </a:lnTo>
                  <a:lnTo>
                    <a:pt x="35" y="150"/>
                  </a:lnTo>
                  <a:lnTo>
                    <a:pt x="34" y="149"/>
                  </a:lnTo>
                  <a:lnTo>
                    <a:pt x="34" y="147"/>
                  </a:lnTo>
                  <a:lnTo>
                    <a:pt x="34" y="146"/>
                  </a:lnTo>
                  <a:lnTo>
                    <a:pt x="34" y="145"/>
                  </a:lnTo>
                  <a:lnTo>
                    <a:pt x="33" y="142"/>
                  </a:lnTo>
                  <a:lnTo>
                    <a:pt x="33" y="140"/>
                  </a:lnTo>
                  <a:lnTo>
                    <a:pt x="31" y="138"/>
                  </a:lnTo>
                  <a:lnTo>
                    <a:pt x="31" y="136"/>
                  </a:lnTo>
                  <a:lnTo>
                    <a:pt x="29" y="133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1" y="126"/>
                  </a:lnTo>
                  <a:lnTo>
                    <a:pt x="17" y="122"/>
                  </a:lnTo>
                  <a:lnTo>
                    <a:pt x="15" y="122"/>
                  </a:lnTo>
                  <a:lnTo>
                    <a:pt x="15" y="108"/>
                  </a:lnTo>
                  <a:lnTo>
                    <a:pt x="15" y="105"/>
                  </a:lnTo>
                  <a:lnTo>
                    <a:pt x="17" y="105"/>
                  </a:lnTo>
                  <a:lnTo>
                    <a:pt x="18" y="105"/>
                  </a:lnTo>
                  <a:lnTo>
                    <a:pt x="18" y="104"/>
                  </a:lnTo>
                  <a:lnTo>
                    <a:pt x="38" y="84"/>
                  </a:lnTo>
                  <a:lnTo>
                    <a:pt x="38" y="67"/>
                  </a:lnTo>
                  <a:lnTo>
                    <a:pt x="40" y="45"/>
                  </a:lnTo>
                  <a:lnTo>
                    <a:pt x="43" y="42"/>
                  </a:lnTo>
                  <a:lnTo>
                    <a:pt x="43" y="38"/>
                  </a:lnTo>
                  <a:lnTo>
                    <a:pt x="35" y="29"/>
                  </a:lnTo>
                  <a:lnTo>
                    <a:pt x="35" y="28"/>
                  </a:lnTo>
                  <a:lnTo>
                    <a:pt x="35" y="24"/>
                  </a:lnTo>
                  <a:lnTo>
                    <a:pt x="30" y="8"/>
                  </a:lnTo>
                  <a:lnTo>
                    <a:pt x="29" y="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2" name="Freeform 473">
              <a:extLst>
                <a:ext uri="{FF2B5EF4-FFF2-40B4-BE49-F238E27FC236}">
                  <a16:creationId xmlns:a16="http://schemas.microsoft.com/office/drawing/2014/main" id="{2D69C097-BADA-40A1-ADA6-74477FE99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-292969" y="4718139"/>
              <a:ext cx="847248" cy="866356"/>
            </a:xfrm>
            <a:custGeom>
              <a:avLst/>
              <a:gdLst>
                <a:gd name="T0" fmla="*/ 101 w 133"/>
                <a:gd name="T1" fmla="*/ 29 h 136"/>
                <a:gd name="T2" fmla="*/ 102 w 133"/>
                <a:gd name="T3" fmla="*/ 33 h 136"/>
                <a:gd name="T4" fmla="*/ 117 w 133"/>
                <a:gd name="T5" fmla="*/ 44 h 136"/>
                <a:gd name="T6" fmla="*/ 114 w 133"/>
                <a:gd name="T7" fmla="*/ 56 h 136"/>
                <a:gd name="T8" fmla="*/ 116 w 133"/>
                <a:gd name="T9" fmla="*/ 66 h 136"/>
                <a:gd name="T10" fmla="*/ 121 w 133"/>
                <a:gd name="T11" fmla="*/ 73 h 136"/>
                <a:gd name="T12" fmla="*/ 118 w 133"/>
                <a:gd name="T13" fmla="*/ 75 h 136"/>
                <a:gd name="T14" fmla="*/ 120 w 133"/>
                <a:gd name="T15" fmla="*/ 83 h 136"/>
                <a:gd name="T16" fmla="*/ 118 w 133"/>
                <a:gd name="T17" fmla="*/ 91 h 136"/>
                <a:gd name="T18" fmla="*/ 120 w 133"/>
                <a:gd name="T19" fmla="*/ 95 h 136"/>
                <a:gd name="T20" fmla="*/ 121 w 133"/>
                <a:gd name="T21" fmla="*/ 100 h 136"/>
                <a:gd name="T22" fmla="*/ 122 w 133"/>
                <a:gd name="T23" fmla="*/ 107 h 136"/>
                <a:gd name="T24" fmla="*/ 131 w 133"/>
                <a:gd name="T25" fmla="*/ 114 h 136"/>
                <a:gd name="T26" fmla="*/ 131 w 133"/>
                <a:gd name="T27" fmla="*/ 116 h 136"/>
                <a:gd name="T28" fmla="*/ 127 w 133"/>
                <a:gd name="T29" fmla="*/ 118 h 136"/>
                <a:gd name="T30" fmla="*/ 121 w 133"/>
                <a:gd name="T31" fmla="*/ 122 h 136"/>
                <a:gd name="T32" fmla="*/ 116 w 133"/>
                <a:gd name="T33" fmla="*/ 124 h 136"/>
                <a:gd name="T34" fmla="*/ 109 w 133"/>
                <a:gd name="T35" fmla="*/ 125 h 136"/>
                <a:gd name="T36" fmla="*/ 104 w 133"/>
                <a:gd name="T37" fmla="*/ 124 h 136"/>
                <a:gd name="T38" fmla="*/ 101 w 133"/>
                <a:gd name="T39" fmla="*/ 125 h 136"/>
                <a:gd name="T40" fmla="*/ 95 w 133"/>
                <a:gd name="T41" fmla="*/ 129 h 136"/>
                <a:gd name="T42" fmla="*/ 91 w 133"/>
                <a:gd name="T43" fmla="*/ 127 h 136"/>
                <a:gd name="T44" fmla="*/ 88 w 133"/>
                <a:gd name="T45" fmla="*/ 128 h 136"/>
                <a:gd name="T46" fmla="*/ 81 w 133"/>
                <a:gd name="T47" fmla="*/ 129 h 136"/>
                <a:gd name="T48" fmla="*/ 77 w 133"/>
                <a:gd name="T49" fmla="*/ 127 h 136"/>
                <a:gd name="T50" fmla="*/ 75 w 133"/>
                <a:gd name="T51" fmla="*/ 125 h 136"/>
                <a:gd name="T52" fmla="*/ 60 w 133"/>
                <a:gd name="T53" fmla="*/ 127 h 136"/>
                <a:gd name="T54" fmla="*/ 58 w 133"/>
                <a:gd name="T55" fmla="*/ 111 h 136"/>
                <a:gd name="T56" fmla="*/ 51 w 133"/>
                <a:gd name="T57" fmla="*/ 104 h 136"/>
                <a:gd name="T58" fmla="*/ 48 w 133"/>
                <a:gd name="T59" fmla="*/ 103 h 136"/>
                <a:gd name="T60" fmla="*/ 46 w 133"/>
                <a:gd name="T61" fmla="*/ 103 h 136"/>
                <a:gd name="T62" fmla="*/ 43 w 133"/>
                <a:gd name="T63" fmla="*/ 102 h 136"/>
                <a:gd name="T64" fmla="*/ 42 w 133"/>
                <a:gd name="T65" fmla="*/ 102 h 136"/>
                <a:gd name="T66" fmla="*/ 37 w 133"/>
                <a:gd name="T67" fmla="*/ 97 h 136"/>
                <a:gd name="T68" fmla="*/ 30 w 133"/>
                <a:gd name="T69" fmla="*/ 94 h 136"/>
                <a:gd name="T70" fmla="*/ 26 w 133"/>
                <a:gd name="T71" fmla="*/ 91 h 136"/>
                <a:gd name="T72" fmla="*/ 21 w 133"/>
                <a:gd name="T73" fmla="*/ 90 h 136"/>
                <a:gd name="T74" fmla="*/ 13 w 133"/>
                <a:gd name="T75" fmla="*/ 78 h 136"/>
                <a:gd name="T76" fmla="*/ 0 w 133"/>
                <a:gd name="T77" fmla="*/ 43 h 136"/>
                <a:gd name="T78" fmla="*/ 12 w 133"/>
                <a:gd name="T79" fmla="*/ 39 h 136"/>
                <a:gd name="T80" fmla="*/ 18 w 133"/>
                <a:gd name="T81" fmla="*/ 33 h 136"/>
                <a:gd name="T82" fmla="*/ 19 w 133"/>
                <a:gd name="T83" fmla="*/ 25 h 136"/>
                <a:gd name="T84" fmla="*/ 16 w 133"/>
                <a:gd name="T85" fmla="*/ 23 h 136"/>
                <a:gd name="T86" fmla="*/ 14 w 133"/>
                <a:gd name="T87" fmla="*/ 19 h 136"/>
                <a:gd name="T88" fmla="*/ 18 w 133"/>
                <a:gd name="T89" fmla="*/ 20 h 136"/>
                <a:gd name="T90" fmla="*/ 19 w 133"/>
                <a:gd name="T91" fmla="*/ 15 h 136"/>
                <a:gd name="T92" fmla="*/ 18 w 133"/>
                <a:gd name="T93" fmla="*/ 8 h 136"/>
                <a:gd name="T94" fmla="*/ 14 w 133"/>
                <a:gd name="T95" fmla="*/ 3 h 136"/>
                <a:gd name="T96" fmla="*/ 17 w 133"/>
                <a:gd name="T97" fmla="*/ 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6">
                  <a:moveTo>
                    <a:pt x="56" y="0"/>
                  </a:moveTo>
                  <a:lnTo>
                    <a:pt x="100" y="25"/>
                  </a:lnTo>
                  <a:lnTo>
                    <a:pt x="101" y="29"/>
                  </a:lnTo>
                  <a:lnTo>
                    <a:pt x="101" y="31"/>
                  </a:lnTo>
                  <a:lnTo>
                    <a:pt x="101" y="32"/>
                  </a:lnTo>
                  <a:lnTo>
                    <a:pt x="102" y="33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8" y="47"/>
                  </a:lnTo>
                  <a:lnTo>
                    <a:pt x="117" y="48"/>
                  </a:lnTo>
                  <a:lnTo>
                    <a:pt x="114" y="56"/>
                  </a:lnTo>
                  <a:lnTo>
                    <a:pt x="113" y="60"/>
                  </a:lnTo>
                  <a:lnTo>
                    <a:pt x="113" y="64"/>
                  </a:lnTo>
                  <a:lnTo>
                    <a:pt x="116" y="66"/>
                  </a:lnTo>
                  <a:lnTo>
                    <a:pt x="118" y="69"/>
                  </a:lnTo>
                  <a:lnTo>
                    <a:pt x="120" y="69"/>
                  </a:lnTo>
                  <a:lnTo>
                    <a:pt x="121" y="73"/>
                  </a:lnTo>
                  <a:lnTo>
                    <a:pt x="121" y="74"/>
                  </a:lnTo>
                  <a:lnTo>
                    <a:pt x="120" y="74"/>
                  </a:lnTo>
                  <a:lnTo>
                    <a:pt x="118" y="75"/>
                  </a:lnTo>
                  <a:lnTo>
                    <a:pt x="118" y="78"/>
                  </a:lnTo>
                  <a:lnTo>
                    <a:pt x="118" y="82"/>
                  </a:lnTo>
                  <a:lnTo>
                    <a:pt x="120" y="83"/>
                  </a:lnTo>
                  <a:lnTo>
                    <a:pt x="120" y="86"/>
                  </a:lnTo>
                  <a:lnTo>
                    <a:pt x="118" y="89"/>
                  </a:lnTo>
                  <a:lnTo>
                    <a:pt x="118" y="91"/>
                  </a:lnTo>
                  <a:lnTo>
                    <a:pt x="120" y="94"/>
                  </a:lnTo>
                  <a:lnTo>
                    <a:pt x="118" y="94"/>
                  </a:lnTo>
                  <a:lnTo>
                    <a:pt x="120" y="95"/>
                  </a:lnTo>
                  <a:lnTo>
                    <a:pt x="120" y="98"/>
                  </a:lnTo>
                  <a:lnTo>
                    <a:pt x="121" y="99"/>
                  </a:lnTo>
                  <a:lnTo>
                    <a:pt x="121" y="100"/>
                  </a:lnTo>
                  <a:lnTo>
                    <a:pt x="121" y="102"/>
                  </a:lnTo>
                  <a:lnTo>
                    <a:pt x="122" y="106"/>
                  </a:lnTo>
                  <a:lnTo>
                    <a:pt x="122" y="107"/>
                  </a:lnTo>
                  <a:lnTo>
                    <a:pt x="126" y="111"/>
                  </a:lnTo>
                  <a:lnTo>
                    <a:pt x="130" y="112"/>
                  </a:lnTo>
                  <a:lnTo>
                    <a:pt x="131" y="114"/>
                  </a:lnTo>
                  <a:lnTo>
                    <a:pt x="131" y="115"/>
                  </a:lnTo>
                  <a:lnTo>
                    <a:pt x="133" y="115"/>
                  </a:lnTo>
                  <a:lnTo>
                    <a:pt x="131" y="116"/>
                  </a:lnTo>
                  <a:lnTo>
                    <a:pt x="131" y="116"/>
                  </a:lnTo>
                  <a:lnTo>
                    <a:pt x="129" y="116"/>
                  </a:lnTo>
                  <a:lnTo>
                    <a:pt x="127" y="118"/>
                  </a:lnTo>
                  <a:lnTo>
                    <a:pt x="126" y="120"/>
                  </a:lnTo>
                  <a:lnTo>
                    <a:pt x="124" y="120"/>
                  </a:lnTo>
                  <a:lnTo>
                    <a:pt x="121" y="122"/>
                  </a:lnTo>
                  <a:lnTo>
                    <a:pt x="118" y="122"/>
                  </a:lnTo>
                  <a:lnTo>
                    <a:pt x="118" y="123"/>
                  </a:lnTo>
                  <a:lnTo>
                    <a:pt x="116" y="124"/>
                  </a:lnTo>
                  <a:lnTo>
                    <a:pt x="114" y="123"/>
                  </a:lnTo>
                  <a:lnTo>
                    <a:pt x="110" y="124"/>
                  </a:lnTo>
                  <a:lnTo>
                    <a:pt x="109" y="125"/>
                  </a:lnTo>
                  <a:lnTo>
                    <a:pt x="106" y="125"/>
                  </a:lnTo>
                  <a:lnTo>
                    <a:pt x="105" y="124"/>
                  </a:lnTo>
                  <a:lnTo>
                    <a:pt x="104" y="124"/>
                  </a:lnTo>
                  <a:lnTo>
                    <a:pt x="101" y="124"/>
                  </a:lnTo>
                  <a:lnTo>
                    <a:pt x="100" y="124"/>
                  </a:lnTo>
                  <a:lnTo>
                    <a:pt x="101" y="125"/>
                  </a:lnTo>
                  <a:lnTo>
                    <a:pt x="100" y="128"/>
                  </a:lnTo>
                  <a:lnTo>
                    <a:pt x="97" y="128"/>
                  </a:lnTo>
                  <a:lnTo>
                    <a:pt x="95" y="129"/>
                  </a:lnTo>
                  <a:lnTo>
                    <a:pt x="93" y="128"/>
                  </a:lnTo>
                  <a:lnTo>
                    <a:pt x="92" y="128"/>
                  </a:lnTo>
                  <a:lnTo>
                    <a:pt x="91" y="127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8" y="128"/>
                  </a:lnTo>
                  <a:lnTo>
                    <a:pt x="85" y="129"/>
                  </a:lnTo>
                  <a:lnTo>
                    <a:pt x="81" y="131"/>
                  </a:lnTo>
                  <a:lnTo>
                    <a:pt x="81" y="129"/>
                  </a:lnTo>
                  <a:lnTo>
                    <a:pt x="80" y="128"/>
                  </a:lnTo>
                  <a:lnTo>
                    <a:pt x="79" y="128"/>
                  </a:lnTo>
                  <a:lnTo>
                    <a:pt x="77" y="127"/>
                  </a:lnTo>
                  <a:lnTo>
                    <a:pt x="76" y="127"/>
                  </a:lnTo>
                  <a:lnTo>
                    <a:pt x="76" y="125"/>
                  </a:lnTo>
                  <a:lnTo>
                    <a:pt x="75" y="125"/>
                  </a:lnTo>
                  <a:lnTo>
                    <a:pt x="73" y="127"/>
                  </a:lnTo>
                  <a:lnTo>
                    <a:pt x="72" y="127"/>
                  </a:lnTo>
                  <a:lnTo>
                    <a:pt x="60" y="127"/>
                  </a:lnTo>
                  <a:lnTo>
                    <a:pt x="58" y="136"/>
                  </a:lnTo>
                  <a:lnTo>
                    <a:pt x="59" y="116"/>
                  </a:lnTo>
                  <a:lnTo>
                    <a:pt x="58" y="111"/>
                  </a:lnTo>
                  <a:lnTo>
                    <a:pt x="54" y="107"/>
                  </a:lnTo>
                  <a:lnTo>
                    <a:pt x="52" y="106"/>
                  </a:lnTo>
                  <a:lnTo>
                    <a:pt x="51" y="104"/>
                  </a:lnTo>
                  <a:lnTo>
                    <a:pt x="51" y="104"/>
                  </a:lnTo>
                  <a:lnTo>
                    <a:pt x="50" y="104"/>
                  </a:lnTo>
                  <a:lnTo>
                    <a:pt x="48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6" y="103"/>
                  </a:lnTo>
                  <a:lnTo>
                    <a:pt x="45" y="103"/>
                  </a:lnTo>
                  <a:lnTo>
                    <a:pt x="45" y="102"/>
                  </a:lnTo>
                  <a:lnTo>
                    <a:pt x="43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39" y="99"/>
                  </a:lnTo>
                  <a:lnTo>
                    <a:pt x="39" y="98"/>
                  </a:lnTo>
                  <a:lnTo>
                    <a:pt x="37" y="97"/>
                  </a:lnTo>
                  <a:lnTo>
                    <a:pt x="37" y="97"/>
                  </a:lnTo>
                  <a:lnTo>
                    <a:pt x="35" y="97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6" y="93"/>
                  </a:lnTo>
                  <a:lnTo>
                    <a:pt x="26" y="91"/>
                  </a:lnTo>
                  <a:lnTo>
                    <a:pt x="23" y="90"/>
                  </a:lnTo>
                  <a:lnTo>
                    <a:pt x="22" y="90"/>
                  </a:lnTo>
                  <a:lnTo>
                    <a:pt x="21" y="90"/>
                  </a:lnTo>
                  <a:lnTo>
                    <a:pt x="19" y="90"/>
                  </a:lnTo>
                  <a:lnTo>
                    <a:pt x="16" y="89"/>
                  </a:lnTo>
                  <a:lnTo>
                    <a:pt x="13" y="78"/>
                  </a:lnTo>
                  <a:lnTo>
                    <a:pt x="4" y="68"/>
                  </a:lnTo>
                  <a:lnTo>
                    <a:pt x="1" y="53"/>
                  </a:lnTo>
                  <a:lnTo>
                    <a:pt x="0" y="43"/>
                  </a:lnTo>
                  <a:lnTo>
                    <a:pt x="5" y="44"/>
                  </a:lnTo>
                  <a:lnTo>
                    <a:pt x="9" y="43"/>
                  </a:lnTo>
                  <a:lnTo>
                    <a:pt x="12" y="39"/>
                  </a:lnTo>
                  <a:lnTo>
                    <a:pt x="14" y="36"/>
                  </a:lnTo>
                  <a:lnTo>
                    <a:pt x="16" y="35"/>
                  </a:lnTo>
                  <a:lnTo>
                    <a:pt x="18" y="33"/>
                  </a:lnTo>
                  <a:lnTo>
                    <a:pt x="19" y="31"/>
                  </a:lnTo>
                  <a:lnTo>
                    <a:pt x="19" y="29"/>
                  </a:lnTo>
                  <a:lnTo>
                    <a:pt x="19" y="25"/>
                  </a:lnTo>
                  <a:lnTo>
                    <a:pt x="18" y="25"/>
                  </a:lnTo>
                  <a:lnTo>
                    <a:pt x="17" y="24"/>
                  </a:lnTo>
                  <a:lnTo>
                    <a:pt x="16" y="23"/>
                  </a:lnTo>
                  <a:lnTo>
                    <a:pt x="16" y="22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6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18" y="19"/>
                  </a:lnTo>
                  <a:lnTo>
                    <a:pt x="19" y="18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7" y="7"/>
                  </a:lnTo>
                  <a:lnTo>
                    <a:pt x="16" y="6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31" y="2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3" name="Freeform 474">
              <a:extLst>
                <a:ext uri="{FF2B5EF4-FFF2-40B4-BE49-F238E27FC236}">
                  <a16:creationId xmlns:a16="http://schemas.microsoft.com/office/drawing/2014/main" id="{53E9DB5B-29A7-4FD2-9991-64D9A45DA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8451" y="4737247"/>
              <a:ext cx="146518" cy="127406"/>
            </a:xfrm>
            <a:custGeom>
              <a:avLst/>
              <a:gdLst>
                <a:gd name="T0" fmla="*/ 18 w 23"/>
                <a:gd name="T1" fmla="*/ 0 h 20"/>
                <a:gd name="T2" fmla="*/ 20 w 23"/>
                <a:gd name="T3" fmla="*/ 3 h 20"/>
                <a:gd name="T4" fmla="*/ 21 w 23"/>
                <a:gd name="T5" fmla="*/ 4 h 20"/>
                <a:gd name="T6" fmla="*/ 22 w 23"/>
                <a:gd name="T7" fmla="*/ 5 h 20"/>
                <a:gd name="T8" fmla="*/ 22 w 23"/>
                <a:gd name="T9" fmla="*/ 7 h 20"/>
                <a:gd name="T10" fmla="*/ 23 w 23"/>
                <a:gd name="T11" fmla="*/ 11 h 20"/>
                <a:gd name="T12" fmla="*/ 23 w 23"/>
                <a:gd name="T13" fmla="*/ 12 h 20"/>
                <a:gd name="T14" fmla="*/ 23 w 23"/>
                <a:gd name="T15" fmla="*/ 15 h 20"/>
                <a:gd name="T16" fmla="*/ 22 w 23"/>
                <a:gd name="T17" fmla="*/ 16 h 20"/>
                <a:gd name="T18" fmla="*/ 22 w 23"/>
                <a:gd name="T19" fmla="*/ 17 h 20"/>
                <a:gd name="T20" fmla="*/ 21 w 23"/>
                <a:gd name="T21" fmla="*/ 17 h 20"/>
                <a:gd name="T22" fmla="*/ 20 w 23"/>
                <a:gd name="T23" fmla="*/ 17 h 20"/>
                <a:gd name="T24" fmla="*/ 18 w 23"/>
                <a:gd name="T25" fmla="*/ 16 h 20"/>
                <a:gd name="T26" fmla="*/ 18 w 23"/>
                <a:gd name="T27" fmla="*/ 16 h 20"/>
                <a:gd name="T28" fmla="*/ 17 w 23"/>
                <a:gd name="T29" fmla="*/ 15 h 20"/>
                <a:gd name="T30" fmla="*/ 17 w 23"/>
                <a:gd name="T31" fmla="*/ 13 h 20"/>
                <a:gd name="T32" fmla="*/ 16 w 23"/>
                <a:gd name="T33" fmla="*/ 13 h 20"/>
                <a:gd name="T34" fmla="*/ 14 w 23"/>
                <a:gd name="T35" fmla="*/ 12 h 20"/>
                <a:gd name="T36" fmla="*/ 13 w 23"/>
                <a:gd name="T37" fmla="*/ 12 h 20"/>
                <a:gd name="T38" fmla="*/ 14 w 23"/>
                <a:gd name="T39" fmla="*/ 15 h 20"/>
                <a:gd name="T40" fmla="*/ 12 w 23"/>
                <a:gd name="T41" fmla="*/ 19 h 20"/>
                <a:gd name="T42" fmla="*/ 12 w 23"/>
                <a:gd name="T43" fmla="*/ 19 h 20"/>
                <a:gd name="T44" fmla="*/ 10 w 23"/>
                <a:gd name="T45" fmla="*/ 20 h 20"/>
                <a:gd name="T46" fmla="*/ 9 w 23"/>
                <a:gd name="T47" fmla="*/ 19 h 20"/>
                <a:gd name="T48" fmla="*/ 8 w 23"/>
                <a:gd name="T49" fmla="*/ 19 h 20"/>
                <a:gd name="T50" fmla="*/ 8 w 23"/>
                <a:gd name="T51" fmla="*/ 20 h 20"/>
                <a:gd name="T52" fmla="*/ 5 w 23"/>
                <a:gd name="T53" fmla="*/ 19 h 20"/>
                <a:gd name="T54" fmla="*/ 4 w 23"/>
                <a:gd name="T55" fmla="*/ 17 h 20"/>
                <a:gd name="T56" fmla="*/ 2 w 23"/>
                <a:gd name="T57" fmla="*/ 16 h 20"/>
                <a:gd name="T58" fmla="*/ 1 w 23"/>
                <a:gd name="T59" fmla="*/ 16 h 20"/>
                <a:gd name="T60" fmla="*/ 0 w 23"/>
                <a:gd name="T61" fmla="*/ 17 h 20"/>
                <a:gd name="T62" fmla="*/ 0 w 23"/>
                <a:gd name="T63" fmla="*/ 15 h 20"/>
                <a:gd name="T64" fmla="*/ 2 w 23"/>
                <a:gd name="T65" fmla="*/ 8 h 20"/>
                <a:gd name="T66" fmla="*/ 4 w 23"/>
                <a:gd name="T67" fmla="*/ 5 h 20"/>
                <a:gd name="T68" fmla="*/ 6 w 23"/>
                <a:gd name="T69" fmla="*/ 3 h 20"/>
                <a:gd name="T70" fmla="*/ 8 w 23"/>
                <a:gd name="T71" fmla="*/ 3 h 20"/>
                <a:gd name="T72" fmla="*/ 9 w 23"/>
                <a:gd name="T73" fmla="*/ 3 h 20"/>
                <a:gd name="T74" fmla="*/ 12 w 23"/>
                <a:gd name="T75" fmla="*/ 1 h 20"/>
                <a:gd name="T76" fmla="*/ 13 w 23"/>
                <a:gd name="T77" fmla="*/ 1 h 20"/>
                <a:gd name="T78" fmla="*/ 13 w 23"/>
                <a:gd name="T79" fmla="*/ 3 h 20"/>
                <a:gd name="T80" fmla="*/ 16 w 23"/>
                <a:gd name="T81" fmla="*/ 3 h 20"/>
                <a:gd name="T82" fmla="*/ 16 w 23"/>
                <a:gd name="T83" fmla="*/ 1 h 20"/>
                <a:gd name="T84" fmla="*/ 16 w 23"/>
                <a:gd name="T85" fmla="*/ 0 h 20"/>
                <a:gd name="T86" fmla="*/ 18 w 23"/>
                <a:gd name="T8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" h="20">
                  <a:moveTo>
                    <a:pt x="18" y="0"/>
                  </a:moveTo>
                  <a:lnTo>
                    <a:pt x="20" y="3"/>
                  </a:lnTo>
                  <a:lnTo>
                    <a:pt x="21" y="4"/>
                  </a:lnTo>
                  <a:lnTo>
                    <a:pt x="22" y="5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2"/>
                  </a:lnTo>
                  <a:lnTo>
                    <a:pt x="23" y="15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5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4" y="15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0" y="20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5" y="19"/>
                  </a:lnTo>
                  <a:lnTo>
                    <a:pt x="4" y="17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2" y="8"/>
                  </a:lnTo>
                  <a:lnTo>
                    <a:pt x="4" y="5"/>
                  </a:lnTo>
                  <a:lnTo>
                    <a:pt x="6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3" y="3"/>
                  </a:lnTo>
                  <a:lnTo>
                    <a:pt x="16" y="3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4" name="Freeform 475">
              <a:extLst>
                <a:ext uri="{FF2B5EF4-FFF2-40B4-BE49-F238E27FC236}">
                  <a16:creationId xmlns:a16="http://schemas.microsoft.com/office/drawing/2014/main" id="{D1D902AB-6F68-4972-9A5F-A15AD863E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8451" y="4813689"/>
              <a:ext cx="146518" cy="184738"/>
            </a:xfrm>
            <a:custGeom>
              <a:avLst/>
              <a:gdLst>
                <a:gd name="T0" fmla="*/ 13 w 23"/>
                <a:gd name="T1" fmla="*/ 0 h 29"/>
                <a:gd name="T2" fmla="*/ 14 w 23"/>
                <a:gd name="T3" fmla="*/ 0 h 29"/>
                <a:gd name="T4" fmla="*/ 16 w 23"/>
                <a:gd name="T5" fmla="*/ 1 h 29"/>
                <a:gd name="T6" fmla="*/ 17 w 23"/>
                <a:gd name="T7" fmla="*/ 1 h 29"/>
                <a:gd name="T8" fmla="*/ 17 w 23"/>
                <a:gd name="T9" fmla="*/ 3 h 29"/>
                <a:gd name="T10" fmla="*/ 18 w 23"/>
                <a:gd name="T11" fmla="*/ 4 h 29"/>
                <a:gd name="T12" fmla="*/ 18 w 23"/>
                <a:gd name="T13" fmla="*/ 5 h 29"/>
                <a:gd name="T14" fmla="*/ 20 w 23"/>
                <a:gd name="T15" fmla="*/ 7 h 29"/>
                <a:gd name="T16" fmla="*/ 20 w 23"/>
                <a:gd name="T17" fmla="*/ 8 h 29"/>
                <a:gd name="T18" fmla="*/ 21 w 23"/>
                <a:gd name="T19" fmla="*/ 9 h 29"/>
                <a:gd name="T20" fmla="*/ 22 w 23"/>
                <a:gd name="T21" fmla="*/ 10 h 29"/>
                <a:gd name="T22" fmla="*/ 23 w 23"/>
                <a:gd name="T23" fmla="*/ 10 h 29"/>
                <a:gd name="T24" fmla="*/ 23 w 23"/>
                <a:gd name="T25" fmla="*/ 14 h 29"/>
                <a:gd name="T26" fmla="*/ 23 w 23"/>
                <a:gd name="T27" fmla="*/ 16 h 29"/>
                <a:gd name="T28" fmla="*/ 22 w 23"/>
                <a:gd name="T29" fmla="*/ 18 h 29"/>
                <a:gd name="T30" fmla="*/ 20 w 23"/>
                <a:gd name="T31" fmla="*/ 20 h 29"/>
                <a:gd name="T32" fmla="*/ 18 w 23"/>
                <a:gd name="T33" fmla="*/ 21 h 29"/>
                <a:gd name="T34" fmla="*/ 16 w 23"/>
                <a:gd name="T35" fmla="*/ 24 h 29"/>
                <a:gd name="T36" fmla="*/ 13 w 23"/>
                <a:gd name="T37" fmla="*/ 28 h 29"/>
                <a:gd name="T38" fmla="*/ 9 w 23"/>
                <a:gd name="T39" fmla="*/ 29 h 29"/>
                <a:gd name="T40" fmla="*/ 4 w 23"/>
                <a:gd name="T41" fmla="*/ 28 h 29"/>
                <a:gd name="T42" fmla="*/ 1 w 23"/>
                <a:gd name="T43" fmla="*/ 14 h 29"/>
                <a:gd name="T44" fmla="*/ 1 w 23"/>
                <a:gd name="T45" fmla="*/ 12 h 29"/>
                <a:gd name="T46" fmla="*/ 1 w 23"/>
                <a:gd name="T47" fmla="*/ 9 h 29"/>
                <a:gd name="T48" fmla="*/ 0 w 23"/>
                <a:gd name="T49" fmla="*/ 7 h 29"/>
                <a:gd name="T50" fmla="*/ 0 w 23"/>
                <a:gd name="T51" fmla="*/ 5 h 29"/>
                <a:gd name="T52" fmla="*/ 1 w 23"/>
                <a:gd name="T53" fmla="*/ 4 h 29"/>
                <a:gd name="T54" fmla="*/ 2 w 23"/>
                <a:gd name="T55" fmla="*/ 4 h 29"/>
                <a:gd name="T56" fmla="*/ 4 w 23"/>
                <a:gd name="T57" fmla="*/ 5 h 29"/>
                <a:gd name="T58" fmla="*/ 5 w 23"/>
                <a:gd name="T59" fmla="*/ 7 h 29"/>
                <a:gd name="T60" fmla="*/ 8 w 23"/>
                <a:gd name="T61" fmla="*/ 8 h 29"/>
                <a:gd name="T62" fmla="*/ 8 w 23"/>
                <a:gd name="T63" fmla="*/ 7 h 29"/>
                <a:gd name="T64" fmla="*/ 9 w 23"/>
                <a:gd name="T65" fmla="*/ 7 h 29"/>
                <a:gd name="T66" fmla="*/ 10 w 23"/>
                <a:gd name="T67" fmla="*/ 8 h 29"/>
                <a:gd name="T68" fmla="*/ 12 w 23"/>
                <a:gd name="T69" fmla="*/ 7 h 29"/>
                <a:gd name="T70" fmla="*/ 12 w 23"/>
                <a:gd name="T71" fmla="*/ 7 h 29"/>
                <a:gd name="T72" fmla="*/ 14 w 23"/>
                <a:gd name="T73" fmla="*/ 3 h 29"/>
                <a:gd name="T74" fmla="*/ 13 w 23"/>
                <a:gd name="T7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" h="29">
                  <a:moveTo>
                    <a:pt x="13" y="0"/>
                  </a:moveTo>
                  <a:lnTo>
                    <a:pt x="14" y="0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21" y="9"/>
                  </a:lnTo>
                  <a:lnTo>
                    <a:pt x="22" y="10"/>
                  </a:lnTo>
                  <a:lnTo>
                    <a:pt x="23" y="10"/>
                  </a:lnTo>
                  <a:lnTo>
                    <a:pt x="23" y="14"/>
                  </a:lnTo>
                  <a:lnTo>
                    <a:pt x="23" y="16"/>
                  </a:lnTo>
                  <a:lnTo>
                    <a:pt x="22" y="18"/>
                  </a:lnTo>
                  <a:lnTo>
                    <a:pt x="20" y="20"/>
                  </a:lnTo>
                  <a:lnTo>
                    <a:pt x="18" y="21"/>
                  </a:lnTo>
                  <a:lnTo>
                    <a:pt x="16" y="24"/>
                  </a:lnTo>
                  <a:lnTo>
                    <a:pt x="13" y="28"/>
                  </a:lnTo>
                  <a:lnTo>
                    <a:pt x="9" y="29"/>
                  </a:lnTo>
                  <a:lnTo>
                    <a:pt x="4" y="28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4"/>
                  </a:lnTo>
                  <a:lnTo>
                    <a:pt x="2" y="4"/>
                  </a:lnTo>
                  <a:lnTo>
                    <a:pt x="4" y="5"/>
                  </a:lnTo>
                  <a:lnTo>
                    <a:pt x="5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9" y="7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4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5" name="Freeform 476">
              <a:extLst>
                <a:ext uri="{FF2B5EF4-FFF2-40B4-BE49-F238E27FC236}">
                  <a16:creationId xmlns:a16="http://schemas.microsoft.com/office/drawing/2014/main" id="{E456897D-B15A-4E99-98D9-537F4E4F2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-1605244" y="4240366"/>
              <a:ext cx="1446053" cy="1433311"/>
            </a:xfrm>
            <a:custGeom>
              <a:avLst/>
              <a:gdLst>
                <a:gd name="T0" fmla="*/ 169 w 227"/>
                <a:gd name="T1" fmla="*/ 3 h 225"/>
                <a:gd name="T2" fmla="*/ 185 w 227"/>
                <a:gd name="T3" fmla="*/ 4 h 225"/>
                <a:gd name="T4" fmla="*/ 193 w 227"/>
                <a:gd name="T5" fmla="*/ 12 h 225"/>
                <a:gd name="T6" fmla="*/ 203 w 227"/>
                <a:gd name="T7" fmla="*/ 10 h 225"/>
                <a:gd name="T8" fmla="*/ 211 w 227"/>
                <a:gd name="T9" fmla="*/ 7 h 225"/>
                <a:gd name="T10" fmla="*/ 220 w 227"/>
                <a:gd name="T11" fmla="*/ 16 h 225"/>
                <a:gd name="T12" fmla="*/ 225 w 227"/>
                <a:gd name="T13" fmla="*/ 22 h 225"/>
                <a:gd name="T14" fmla="*/ 224 w 227"/>
                <a:gd name="T15" fmla="*/ 36 h 225"/>
                <a:gd name="T16" fmla="*/ 218 w 227"/>
                <a:gd name="T17" fmla="*/ 54 h 225"/>
                <a:gd name="T18" fmla="*/ 208 w 227"/>
                <a:gd name="T19" fmla="*/ 78 h 225"/>
                <a:gd name="T20" fmla="*/ 203 w 227"/>
                <a:gd name="T21" fmla="*/ 99 h 225"/>
                <a:gd name="T22" fmla="*/ 222 w 227"/>
                <a:gd name="T23" fmla="*/ 164 h 225"/>
                <a:gd name="T24" fmla="*/ 199 w 227"/>
                <a:gd name="T25" fmla="*/ 181 h 225"/>
                <a:gd name="T26" fmla="*/ 198 w 227"/>
                <a:gd name="T27" fmla="*/ 190 h 225"/>
                <a:gd name="T28" fmla="*/ 194 w 227"/>
                <a:gd name="T29" fmla="*/ 203 h 225"/>
                <a:gd name="T30" fmla="*/ 206 w 227"/>
                <a:gd name="T31" fmla="*/ 214 h 225"/>
                <a:gd name="T32" fmla="*/ 210 w 227"/>
                <a:gd name="T33" fmla="*/ 224 h 225"/>
                <a:gd name="T34" fmla="*/ 202 w 227"/>
                <a:gd name="T35" fmla="*/ 225 h 225"/>
                <a:gd name="T36" fmla="*/ 189 w 227"/>
                <a:gd name="T37" fmla="*/ 214 h 225"/>
                <a:gd name="T38" fmla="*/ 178 w 227"/>
                <a:gd name="T39" fmla="*/ 203 h 225"/>
                <a:gd name="T40" fmla="*/ 169 w 227"/>
                <a:gd name="T41" fmla="*/ 210 h 225"/>
                <a:gd name="T42" fmla="*/ 158 w 227"/>
                <a:gd name="T43" fmla="*/ 204 h 225"/>
                <a:gd name="T44" fmla="*/ 156 w 227"/>
                <a:gd name="T45" fmla="*/ 198 h 225"/>
                <a:gd name="T46" fmla="*/ 146 w 227"/>
                <a:gd name="T47" fmla="*/ 202 h 225"/>
                <a:gd name="T48" fmla="*/ 141 w 227"/>
                <a:gd name="T49" fmla="*/ 197 h 225"/>
                <a:gd name="T50" fmla="*/ 132 w 227"/>
                <a:gd name="T51" fmla="*/ 199 h 225"/>
                <a:gd name="T52" fmla="*/ 123 w 227"/>
                <a:gd name="T53" fmla="*/ 198 h 225"/>
                <a:gd name="T54" fmla="*/ 120 w 227"/>
                <a:gd name="T55" fmla="*/ 195 h 225"/>
                <a:gd name="T56" fmla="*/ 120 w 227"/>
                <a:gd name="T57" fmla="*/ 187 h 225"/>
                <a:gd name="T58" fmla="*/ 118 w 227"/>
                <a:gd name="T59" fmla="*/ 179 h 225"/>
                <a:gd name="T60" fmla="*/ 115 w 227"/>
                <a:gd name="T61" fmla="*/ 172 h 225"/>
                <a:gd name="T62" fmla="*/ 115 w 227"/>
                <a:gd name="T63" fmla="*/ 161 h 225"/>
                <a:gd name="T64" fmla="*/ 102 w 227"/>
                <a:gd name="T65" fmla="*/ 152 h 225"/>
                <a:gd name="T66" fmla="*/ 87 w 227"/>
                <a:gd name="T67" fmla="*/ 148 h 225"/>
                <a:gd name="T68" fmla="*/ 77 w 227"/>
                <a:gd name="T69" fmla="*/ 160 h 225"/>
                <a:gd name="T70" fmla="*/ 62 w 227"/>
                <a:gd name="T71" fmla="*/ 160 h 225"/>
                <a:gd name="T72" fmla="*/ 58 w 227"/>
                <a:gd name="T73" fmla="*/ 149 h 225"/>
                <a:gd name="T74" fmla="*/ 56 w 227"/>
                <a:gd name="T75" fmla="*/ 139 h 225"/>
                <a:gd name="T76" fmla="*/ 31 w 227"/>
                <a:gd name="T77" fmla="*/ 135 h 225"/>
                <a:gd name="T78" fmla="*/ 15 w 227"/>
                <a:gd name="T79" fmla="*/ 135 h 225"/>
                <a:gd name="T80" fmla="*/ 7 w 227"/>
                <a:gd name="T81" fmla="*/ 137 h 225"/>
                <a:gd name="T82" fmla="*/ 3 w 227"/>
                <a:gd name="T83" fmla="*/ 133 h 225"/>
                <a:gd name="T84" fmla="*/ 12 w 227"/>
                <a:gd name="T85" fmla="*/ 122 h 225"/>
                <a:gd name="T86" fmla="*/ 20 w 227"/>
                <a:gd name="T87" fmla="*/ 122 h 225"/>
                <a:gd name="T88" fmla="*/ 29 w 227"/>
                <a:gd name="T89" fmla="*/ 116 h 225"/>
                <a:gd name="T90" fmla="*/ 36 w 227"/>
                <a:gd name="T91" fmla="*/ 120 h 225"/>
                <a:gd name="T92" fmla="*/ 48 w 227"/>
                <a:gd name="T93" fmla="*/ 106 h 225"/>
                <a:gd name="T94" fmla="*/ 53 w 227"/>
                <a:gd name="T95" fmla="*/ 86 h 225"/>
                <a:gd name="T96" fmla="*/ 64 w 227"/>
                <a:gd name="T97" fmla="*/ 77 h 225"/>
                <a:gd name="T98" fmla="*/ 70 w 227"/>
                <a:gd name="T99" fmla="*/ 58 h 225"/>
                <a:gd name="T100" fmla="*/ 74 w 227"/>
                <a:gd name="T101" fmla="*/ 43 h 225"/>
                <a:gd name="T102" fmla="*/ 79 w 227"/>
                <a:gd name="T103" fmla="*/ 22 h 225"/>
                <a:gd name="T104" fmla="*/ 81 w 227"/>
                <a:gd name="T105" fmla="*/ 12 h 225"/>
                <a:gd name="T106" fmla="*/ 85 w 227"/>
                <a:gd name="T107" fmla="*/ 6 h 225"/>
                <a:gd name="T108" fmla="*/ 94 w 227"/>
                <a:gd name="T109" fmla="*/ 4 h 225"/>
                <a:gd name="T110" fmla="*/ 108 w 227"/>
                <a:gd name="T111" fmla="*/ 12 h 225"/>
                <a:gd name="T112" fmla="*/ 120 w 227"/>
                <a:gd name="T113" fmla="*/ 14 h 225"/>
                <a:gd name="T114" fmla="*/ 125 w 227"/>
                <a:gd name="T115" fmla="*/ 8 h 225"/>
                <a:gd name="T116" fmla="*/ 139 w 227"/>
                <a:gd name="T117" fmla="*/ 7 h 225"/>
                <a:gd name="T118" fmla="*/ 149 w 227"/>
                <a:gd name="T119" fmla="*/ 4 h 225"/>
                <a:gd name="T120" fmla="*/ 158 w 227"/>
                <a:gd name="T121" fmla="*/ 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7" h="225">
                  <a:moveTo>
                    <a:pt x="161" y="0"/>
                  </a:moveTo>
                  <a:lnTo>
                    <a:pt x="162" y="2"/>
                  </a:lnTo>
                  <a:lnTo>
                    <a:pt x="165" y="2"/>
                  </a:lnTo>
                  <a:lnTo>
                    <a:pt x="166" y="2"/>
                  </a:lnTo>
                  <a:lnTo>
                    <a:pt x="168" y="3"/>
                  </a:lnTo>
                  <a:lnTo>
                    <a:pt x="169" y="3"/>
                  </a:lnTo>
                  <a:lnTo>
                    <a:pt x="172" y="4"/>
                  </a:lnTo>
                  <a:lnTo>
                    <a:pt x="175" y="4"/>
                  </a:lnTo>
                  <a:lnTo>
                    <a:pt x="175" y="4"/>
                  </a:lnTo>
                  <a:lnTo>
                    <a:pt x="179" y="3"/>
                  </a:lnTo>
                  <a:lnTo>
                    <a:pt x="182" y="3"/>
                  </a:lnTo>
                  <a:lnTo>
                    <a:pt x="185" y="4"/>
                  </a:lnTo>
                  <a:lnTo>
                    <a:pt x="186" y="4"/>
                  </a:lnTo>
                  <a:lnTo>
                    <a:pt x="186" y="6"/>
                  </a:lnTo>
                  <a:lnTo>
                    <a:pt x="187" y="8"/>
                  </a:lnTo>
                  <a:lnTo>
                    <a:pt x="189" y="8"/>
                  </a:lnTo>
                  <a:lnTo>
                    <a:pt x="190" y="10"/>
                  </a:lnTo>
                  <a:lnTo>
                    <a:pt x="193" y="12"/>
                  </a:lnTo>
                  <a:lnTo>
                    <a:pt x="194" y="12"/>
                  </a:lnTo>
                  <a:lnTo>
                    <a:pt x="195" y="12"/>
                  </a:lnTo>
                  <a:lnTo>
                    <a:pt x="197" y="11"/>
                  </a:lnTo>
                  <a:lnTo>
                    <a:pt x="198" y="10"/>
                  </a:lnTo>
                  <a:lnTo>
                    <a:pt x="200" y="10"/>
                  </a:lnTo>
                  <a:lnTo>
                    <a:pt x="203" y="10"/>
                  </a:lnTo>
                  <a:lnTo>
                    <a:pt x="203" y="11"/>
                  </a:lnTo>
                  <a:lnTo>
                    <a:pt x="204" y="11"/>
                  </a:lnTo>
                  <a:lnTo>
                    <a:pt x="206" y="10"/>
                  </a:lnTo>
                  <a:lnTo>
                    <a:pt x="207" y="8"/>
                  </a:lnTo>
                  <a:lnTo>
                    <a:pt x="208" y="7"/>
                  </a:lnTo>
                  <a:lnTo>
                    <a:pt x="211" y="7"/>
                  </a:lnTo>
                  <a:lnTo>
                    <a:pt x="212" y="8"/>
                  </a:lnTo>
                  <a:lnTo>
                    <a:pt x="214" y="11"/>
                  </a:lnTo>
                  <a:lnTo>
                    <a:pt x="215" y="12"/>
                  </a:lnTo>
                  <a:lnTo>
                    <a:pt x="216" y="14"/>
                  </a:lnTo>
                  <a:lnTo>
                    <a:pt x="219" y="15"/>
                  </a:lnTo>
                  <a:lnTo>
                    <a:pt x="220" y="16"/>
                  </a:lnTo>
                  <a:lnTo>
                    <a:pt x="222" y="18"/>
                  </a:lnTo>
                  <a:lnTo>
                    <a:pt x="222" y="19"/>
                  </a:lnTo>
                  <a:lnTo>
                    <a:pt x="223" y="20"/>
                  </a:lnTo>
                  <a:lnTo>
                    <a:pt x="223" y="22"/>
                  </a:lnTo>
                  <a:lnTo>
                    <a:pt x="223" y="22"/>
                  </a:lnTo>
                  <a:lnTo>
                    <a:pt x="225" y="22"/>
                  </a:lnTo>
                  <a:lnTo>
                    <a:pt x="227" y="22"/>
                  </a:lnTo>
                  <a:lnTo>
                    <a:pt x="227" y="24"/>
                  </a:lnTo>
                  <a:lnTo>
                    <a:pt x="225" y="25"/>
                  </a:lnTo>
                  <a:lnTo>
                    <a:pt x="225" y="29"/>
                  </a:lnTo>
                  <a:lnTo>
                    <a:pt x="224" y="33"/>
                  </a:lnTo>
                  <a:lnTo>
                    <a:pt x="224" y="36"/>
                  </a:lnTo>
                  <a:lnTo>
                    <a:pt x="225" y="37"/>
                  </a:lnTo>
                  <a:lnTo>
                    <a:pt x="227" y="39"/>
                  </a:lnTo>
                  <a:lnTo>
                    <a:pt x="227" y="41"/>
                  </a:lnTo>
                  <a:lnTo>
                    <a:pt x="227" y="43"/>
                  </a:lnTo>
                  <a:lnTo>
                    <a:pt x="222" y="50"/>
                  </a:lnTo>
                  <a:lnTo>
                    <a:pt x="218" y="54"/>
                  </a:lnTo>
                  <a:lnTo>
                    <a:pt x="216" y="56"/>
                  </a:lnTo>
                  <a:lnTo>
                    <a:pt x="212" y="65"/>
                  </a:lnTo>
                  <a:lnTo>
                    <a:pt x="211" y="66"/>
                  </a:lnTo>
                  <a:lnTo>
                    <a:pt x="211" y="69"/>
                  </a:lnTo>
                  <a:lnTo>
                    <a:pt x="211" y="73"/>
                  </a:lnTo>
                  <a:lnTo>
                    <a:pt x="208" y="78"/>
                  </a:lnTo>
                  <a:lnTo>
                    <a:pt x="210" y="81"/>
                  </a:lnTo>
                  <a:lnTo>
                    <a:pt x="206" y="83"/>
                  </a:lnTo>
                  <a:lnTo>
                    <a:pt x="204" y="86"/>
                  </a:lnTo>
                  <a:lnTo>
                    <a:pt x="202" y="93"/>
                  </a:lnTo>
                  <a:lnTo>
                    <a:pt x="202" y="97"/>
                  </a:lnTo>
                  <a:lnTo>
                    <a:pt x="203" y="99"/>
                  </a:lnTo>
                  <a:lnTo>
                    <a:pt x="203" y="102"/>
                  </a:lnTo>
                  <a:lnTo>
                    <a:pt x="203" y="104"/>
                  </a:lnTo>
                  <a:lnTo>
                    <a:pt x="207" y="128"/>
                  </a:lnTo>
                  <a:lnTo>
                    <a:pt x="210" y="143"/>
                  </a:lnTo>
                  <a:lnTo>
                    <a:pt x="219" y="153"/>
                  </a:lnTo>
                  <a:lnTo>
                    <a:pt x="222" y="164"/>
                  </a:lnTo>
                  <a:lnTo>
                    <a:pt x="219" y="162"/>
                  </a:lnTo>
                  <a:lnTo>
                    <a:pt x="200" y="166"/>
                  </a:lnTo>
                  <a:lnTo>
                    <a:pt x="195" y="175"/>
                  </a:lnTo>
                  <a:lnTo>
                    <a:pt x="197" y="178"/>
                  </a:lnTo>
                  <a:lnTo>
                    <a:pt x="198" y="179"/>
                  </a:lnTo>
                  <a:lnTo>
                    <a:pt x="199" y="181"/>
                  </a:lnTo>
                  <a:lnTo>
                    <a:pt x="198" y="182"/>
                  </a:lnTo>
                  <a:lnTo>
                    <a:pt x="198" y="183"/>
                  </a:lnTo>
                  <a:lnTo>
                    <a:pt x="198" y="185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90"/>
                  </a:lnTo>
                  <a:lnTo>
                    <a:pt x="197" y="191"/>
                  </a:lnTo>
                  <a:lnTo>
                    <a:pt x="197" y="191"/>
                  </a:lnTo>
                  <a:lnTo>
                    <a:pt x="197" y="193"/>
                  </a:lnTo>
                  <a:lnTo>
                    <a:pt x="194" y="195"/>
                  </a:lnTo>
                  <a:lnTo>
                    <a:pt x="194" y="197"/>
                  </a:lnTo>
                  <a:lnTo>
                    <a:pt x="194" y="203"/>
                  </a:lnTo>
                  <a:lnTo>
                    <a:pt x="194" y="206"/>
                  </a:lnTo>
                  <a:lnTo>
                    <a:pt x="195" y="207"/>
                  </a:lnTo>
                  <a:lnTo>
                    <a:pt x="199" y="211"/>
                  </a:lnTo>
                  <a:lnTo>
                    <a:pt x="199" y="212"/>
                  </a:lnTo>
                  <a:lnTo>
                    <a:pt x="200" y="214"/>
                  </a:lnTo>
                  <a:lnTo>
                    <a:pt x="206" y="214"/>
                  </a:lnTo>
                  <a:lnTo>
                    <a:pt x="206" y="214"/>
                  </a:lnTo>
                  <a:lnTo>
                    <a:pt x="206" y="212"/>
                  </a:lnTo>
                  <a:lnTo>
                    <a:pt x="204" y="211"/>
                  </a:lnTo>
                  <a:lnTo>
                    <a:pt x="207" y="211"/>
                  </a:lnTo>
                  <a:lnTo>
                    <a:pt x="210" y="211"/>
                  </a:lnTo>
                  <a:lnTo>
                    <a:pt x="210" y="224"/>
                  </a:lnTo>
                  <a:lnTo>
                    <a:pt x="210" y="225"/>
                  </a:lnTo>
                  <a:lnTo>
                    <a:pt x="207" y="224"/>
                  </a:lnTo>
                  <a:lnTo>
                    <a:pt x="207" y="224"/>
                  </a:lnTo>
                  <a:lnTo>
                    <a:pt x="206" y="224"/>
                  </a:lnTo>
                  <a:lnTo>
                    <a:pt x="204" y="224"/>
                  </a:lnTo>
                  <a:lnTo>
                    <a:pt x="202" y="225"/>
                  </a:lnTo>
                  <a:lnTo>
                    <a:pt x="200" y="225"/>
                  </a:lnTo>
                  <a:lnTo>
                    <a:pt x="198" y="223"/>
                  </a:lnTo>
                  <a:lnTo>
                    <a:pt x="197" y="220"/>
                  </a:lnTo>
                  <a:lnTo>
                    <a:pt x="194" y="218"/>
                  </a:lnTo>
                  <a:lnTo>
                    <a:pt x="191" y="215"/>
                  </a:lnTo>
                  <a:lnTo>
                    <a:pt x="189" y="214"/>
                  </a:lnTo>
                  <a:lnTo>
                    <a:pt x="185" y="211"/>
                  </a:lnTo>
                  <a:lnTo>
                    <a:pt x="182" y="210"/>
                  </a:lnTo>
                  <a:lnTo>
                    <a:pt x="181" y="208"/>
                  </a:lnTo>
                  <a:lnTo>
                    <a:pt x="179" y="207"/>
                  </a:lnTo>
                  <a:lnTo>
                    <a:pt x="179" y="203"/>
                  </a:lnTo>
                  <a:lnTo>
                    <a:pt x="178" y="203"/>
                  </a:lnTo>
                  <a:lnTo>
                    <a:pt x="178" y="203"/>
                  </a:lnTo>
                  <a:lnTo>
                    <a:pt x="175" y="203"/>
                  </a:lnTo>
                  <a:lnTo>
                    <a:pt x="175" y="207"/>
                  </a:lnTo>
                  <a:lnTo>
                    <a:pt x="174" y="208"/>
                  </a:lnTo>
                  <a:lnTo>
                    <a:pt x="172" y="210"/>
                  </a:lnTo>
                  <a:lnTo>
                    <a:pt x="169" y="210"/>
                  </a:lnTo>
                  <a:lnTo>
                    <a:pt x="169" y="208"/>
                  </a:lnTo>
                  <a:lnTo>
                    <a:pt x="166" y="208"/>
                  </a:lnTo>
                  <a:lnTo>
                    <a:pt x="164" y="207"/>
                  </a:lnTo>
                  <a:lnTo>
                    <a:pt x="161" y="206"/>
                  </a:lnTo>
                  <a:lnTo>
                    <a:pt x="160" y="206"/>
                  </a:lnTo>
                  <a:lnTo>
                    <a:pt x="158" y="204"/>
                  </a:lnTo>
                  <a:lnTo>
                    <a:pt x="157" y="204"/>
                  </a:lnTo>
                  <a:lnTo>
                    <a:pt x="157" y="203"/>
                  </a:lnTo>
                  <a:lnTo>
                    <a:pt x="157" y="202"/>
                  </a:lnTo>
                  <a:lnTo>
                    <a:pt x="156" y="200"/>
                  </a:lnTo>
                  <a:lnTo>
                    <a:pt x="156" y="199"/>
                  </a:lnTo>
                  <a:lnTo>
                    <a:pt x="156" y="198"/>
                  </a:lnTo>
                  <a:lnTo>
                    <a:pt x="152" y="199"/>
                  </a:lnTo>
                  <a:lnTo>
                    <a:pt x="152" y="200"/>
                  </a:lnTo>
                  <a:lnTo>
                    <a:pt x="149" y="200"/>
                  </a:lnTo>
                  <a:lnTo>
                    <a:pt x="148" y="200"/>
                  </a:lnTo>
                  <a:lnTo>
                    <a:pt x="146" y="202"/>
                  </a:lnTo>
                  <a:lnTo>
                    <a:pt x="146" y="202"/>
                  </a:lnTo>
                  <a:lnTo>
                    <a:pt x="145" y="200"/>
                  </a:lnTo>
                  <a:lnTo>
                    <a:pt x="145" y="199"/>
                  </a:lnTo>
                  <a:lnTo>
                    <a:pt x="145" y="198"/>
                  </a:lnTo>
                  <a:lnTo>
                    <a:pt x="143" y="198"/>
                  </a:lnTo>
                  <a:lnTo>
                    <a:pt x="141" y="198"/>
                  </a:lnTo>
                  <a:lnTo>
                    <a:pt x="141" y="197"/>
                  </a:lnTo>
                  <a:lnTo>
                    <a:pt x="141" y="197"/>
                  </a:lnTo>
                  <a:lnTo>
                    <a:pt x="139" y="197"/>
                  </a:lnTo>
                  <a:lnTo>
                    <a:pt x="136" y="198"/>
                  </a:lnTo>
                  <a:lnTo>
                    <a:pt x="135" y="199"/>
                  </a:lnTo>
                  <a:lnTo>
                    <a:pt x="133" y="199"/>
                  </a:lnTo>
                  <a:lnTo>
                    <a:pt x="132" y="199"/>
                  </a:lnTo>
                  <a:lnTo>
                    <a:pt x="131" y="199"/>
                  </a:lnTo>
                  <a:lnTo>
                    <a:pt x="128" y="199"/>
                  </a:lnTo>
                  <a:lnTo>
                    <a:pt x="127" y="199"/>
                  </a:lnTo>
                  <a:lnTo>
                    <a:pt x="125" y="198"/>
                  </a:lnTo>
                  <a:lnTo>
                    <a:pt x="124" y="198"/>
                  </a:lnTo>
                  <a:lnTo>
                    <a:pt x="123" y="198"/>
                  </a:lnTo>
                  <a:lnTo>
                    <a:pt x="123" y="198"/>
                  </a:lnTo>
                  <a:lnTo>
                    <a:pt x="121" y="199"/>
                  </a:lnTo>
                  <a:lnTo>
                    <a:pt x="120" y="199"/>
                  </a:lnTo>
                  <a:lnTo>
                    <a:pt x="120" y="198"/>
                  </a:lnTo>
                  <a:lnTo>
                    <a:pt x="120" y="197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21" y="193"/>
                  </a:lnTo>
                  <a:lnTo>
                    <a:pt x="120" y="191"/>
                  </a:lnTo>
                  <a:lnTo>
                    <a:pt x="119" y="190"/>
                  </a:lnTo>
                  <a:lnTo>
                    <a:pt x="120" y="189"/>
                  </a:lnTo>
                  <a:lnTo>
                    <a:pt x="120" y="187"/>
                  </a:lnTo>
                  <a:lnTo>
                    <a:pt x="119" y="186"/>
                  </a:lnTo>
                  <a:lnTo>
                    <a:pt x="119" y="185"/>
                  </a:lnTo>
                  <a:lnTo>
                    <a:pt x="119" y="183"/>
                  </a:lnTo>
                  <a:lnTo>
                    <a:pt x="119" y="182"/>
                  </a:lnTo>
                  <a:lnTo>
                    <a:pt x="118" y="181"/>
                  </a:lnTo>
                  <a:lnTo>
                    <a:pt x="118" y="179"/>
                  </a:lnTo>
                  <a:lnTo>
                    <a:pt x="116" y="179"/>
                  </a:lnTo>
                  <a:lnTo>
                    <a:pt x="116" y="178"/>
                  </a:lnTo>
                  <a:lnTo>
                    <a:pt x="115" y="177"/>
                  </a:lnTo>
                  <a:lnTo>
                    <a:pt x="115" y="175"/>
                  </a:lnTo>
                  <a:lnTo>
                    <a:pt x="115" y="174"/>
                  </a:lnTo>
                  <a:lnTo>
                    <a:pt x="115" y="172"/>
                  </a:lnTo>
                  <a:lnTo>
                    <a:pt x="115" y="168"/>
                  </a:lnTo>
                  <a:lnTo>
                    <a:pt x="115" y="166"/>
                  </a:lnTo>
                  <a:lnTo>
                    <a:pt x="115" y="165"/>
                  </a:lnTo>
                  <a:lnTo>
                    <a:pt x="115" y="165"/>
                  </a:lnTo>
                  <a:lnTo>
                    <a:pt x="115" y="162"/>
                  </a:lnTo>
                  <a:lnTo>
                    <a:pt x="115" y="161"/>
                  </a:lnTo>
                  <a:lnTo>
                    <a:pt x="115" y="160"/>
                  </a:lnTo>
                  <a:lnTo>
                    <a:pt x="116" y="157"/>
                  </a:lnTo>
                  <a:lnTo>
                    <a:pt x="116" y="156"/>
                  </a:lnTo>
                  <a:lnTo>
                    <a:pt x="116" y="153"/>
                  </a:lnTo>
                  <a:lnTo>
                    <a:pt x="116" y="152"/>
                  </a:lnTo>
                  <a:lnTo>
                    <a:pt x="102" y="152"/>
                  </a:lnTo>
                  <a:lnTo>
                    <a:pt x="102" y="150"/>
                  </a:lnTo>
                  <a:lnTo>
                    <a:pt x="102" y="149"/>
                  </a:lnTo>
                  <a:lnTo>
                    <a:pt x="102" y="148"/>
                  </a:lnTo>
                  <a:lnTo>
                    <a:pt x="99" y="147"/>
                  </a:lnTo>
                  <a:lnTo>
                    <a:pt x="99" y="148"/>
                  </a:lnTo>
                  <a:lnTo>
                    <a:pt x="87" y="148"/>
                  </a:lnTo>
                  <a:lnTo>
                    <a:pt x="87" y="152"/>
                  </a:lnTo>
                  <a:lnTo>
                    <a:pt x="86" y="153"/>
                  </a:lnTo>
                  <a:lnTo>
                    <a:pt x="85" y="154"/>
                  </a:lnTo>
                  <a:lnTo>
                    <a:pt x="85" y="156"/>
                  </a:lnTo>
                  <a:lnTo>
                    <a:pt x="86" y="160"/>
                  </a:lnTo>
                  <a:lnTo>
                    <a:pt x="77" y="160"/>
                  </a:lnTo>
                  <a:lnTo>
                    <a:pt x="75" y="161"/>
                  </a:lnTo>
                  <a:lnTo>
                    <a:pt x="70" y="161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4" y="161"/>
                  </a:lnTo>
                  <a:lnTo>
                    <a:pt x="62" y="160"/>
                  </a:lnTo>
                  <a:lnTo>
                    <a:pt x="62" y="156"/>
                  </a:lnTo>
                  <a:lnTo>
                    <a:pt x="61" y="154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8" y="150"/>
                  </a:lnTo>
                  <a:lnTo>
                    <a:pt x="58" y="149"/>
                  </a:lnTo>
                  <a:lnTo>
                    <a:pt x="57" y="147"/>
                  </a:lnTo>
                  <a:lnTo>
                    <a:pt x="56" y="144"/>
                  </a:lnTo>
                  <a:lnTo>
                    <a:pt x="56" y="143"/>
                  </a:lnTo>
                  <a:lnTo>
                    <a:pt x="57" y="141"/>
                  </a:lnTo>
                  <a:lnTo>
                    <a:pt x="57" y="140"/>
                  </a:lnTo>
                  <a:lnTo>
                    <a:pt x="56" y="139"/>
                  </a:lnTo>
                  <a:lnTo>
                    <a:pt x="56" y="137"/>
                  </a:lnTo>
                  <a:lnTo>
                    <a:pt x="56" y="137"/>
                  </a:lnTo>
                  <a:lnTo>
                    <a:pt x="56" y="135"/>
                  </a:lnTo>
                  <a:lnTo>
                    <a:pt x="42" y="135"/>
                  </a:lnTo>
                  <a:lnTo>
                    <a:pt x="35" y="135"/>
                  </a:lnTo>
                  <a:lnTo>
                    <a:pt x="31" y="135"/>
                  </a:lnTo>
                  <a:lnTo>
                    <a:pt x="27" y="135"/>
                  </a:lnTo>
                  <a:lnTo>
                    <a:pt x="25" y="135"/>
                  </a:lnTo>
                  <a:lnTo>
                    <a:pt x="21" y="135"/>
                  </a:lnTo>
                  <a:lnTo>
                    <a:pt x="19" y="135"/>
                  </a:lnTo>
                  <a:lnTo>
                    <a:pt x="16" y="135"/>
                  </a:lnTo>
                  <a:lnTo>
                    <a:pt x="15" y="135"/>
                  </a:lnTo>
                  <a:lnTo>
                    <a:pt x="13" y="135"/>
                  </a:lnTo>
                  <a:lnTo>
                    <a:pt x="11" y="135"/>
                  </a:lnTo>
                  <a:lnTo>
                    <a:pt x="10" y="136"/>
                  </a:lnTo>
                  <a:lnTo>
                    <a:pt x="8" y="136"/>
                  </a:lnTo>
                  <a:lnTo>
                    <a:pt x="7" y="136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6" y="136"/>
                  </a:lnTo>
                  <a:lnTo>
                    <a:pt x="2" y="136"/>
                  </a:lnTo>
                  <a:lnTo>
                    <a:pt x="0" y="135"/>
                  </a:lnTo>
                  <a:lnTo>
                    <a:pt x="3" y="133"/>
                  </a:lnTo>
                  <a:lnTo>
                    <a:pt x="6" y="132"/>
                  </a:lnTo>
                  <a:lnTo>
                    <a:pt x="7" y="131"/>
                  </a:lnTo>
                  <a:lnTo>
                    <a:pt x="7" y="127"/>
                  </a:lnTo>
                  <a:lnTo>
                    <a:pt x="7" y="125"/>
                  </a:lnTo>
                  <a:lnTo>
                    <a:pt x="10" y="124"/>
                  </a:lnTo>
                  <a:lnTo>
                    <a:pt x="12" y="122"/>
                  </a:lnTo>
                  <a:lnTo>
                    <a:pt x="13" y="122"/>
                  </a:lnTo>
                  <a:lnTo>
                    <a:pt x="16" y="120"/>
                  </a:lnTo>
                  <a:lnTo>
                    <a:pt x="16" y="122"/>
                  </a:lnTo>
                  <a:lnTo>
                    <a:pt x="16" y="123"/>
                  </a:lnTo>
                  <a:lnTo>
                    <a:pt x="19" y="123"/>
                  </a:lnTo>
                  <a:lnTo>
                    <a:pt x="20" y="122"/>
                  </a:lnTo>
                  <a:lnTo>
                    <a:pt x="20" y="119"/>
                  </a:lnTo>
                  <a:lnTo>
                    <a:pt x="21" y="119"/>
                  </a:lnTo>
                  <a:lnTo>
                    <a:pt x="23" y="119"/>
                  </a:lnTo>
                  <a:lnTo>
                    <a:pt x="25" y="116"/>
                  </a:lnTo>
                  <a:lnTo>
                    <a:pt x="29" y="115"/>
                  </a:lnTo>
                  <a:lnTo>
                    <a:pt x="29" y="116"/>
                  </a:lnTo>
                  <a:lnTo>
                    <a:pt x="28" y="119"/>
                  </a:lnTo>
                  <a:lnTo>
                    <a:pt x="28" y="120"/>
                  </a:lnTo>
                  <a:lnTo>
                    <a:pt x="29" y="122"/>
                  </a:lnTo>
                  <a:lnTo>
                    <a:pt x="32" y="124"/>
                  </a:lnTo>
                  <a:lnTo>
                    <a:pt x="35" y="123"/>
                  </a:lnTo>
                  <a:lnTo>
                    <a:pt x="36" y="120"/>
                  </a:lnTo>
                  <a:lnTo>
                    <a:pt x="41" y="115"/>
                  </a:lnTo>
                  <a:lnTo>
                    <a:pt x="42" y="114"/>
                  </a:lnTo>
                  <a:lnTo>
                    <a:pt x="44" y="112"/>
                  </a:lnTo>
                  <a:lnTo>
                    <a:pt x="46" y="111"/>
                  </a:lnTo>
                  <a:lnTo>
                    <a:pt x="48" y="108"/>
                  </a:lnTo>
                  <a:lnTo>
                    <a:pt x="48" y="106"/>
                  </a:lnTo>
                  <a:lnTo>
                    <a:pt x="49" y="103"/>
                  </a:lnTo>
                  <a:lnTo>
                    <a:pt x="49" y="97"/>
                  </a:lnTo>
                  <a:lnTo>
                    <a:pt x="49" y="95"/>
                  </a:lnTo>
                  <a:lnTo>
                    <a:pt x="48" y="93"/>
                  </a:lnTo>
                  <a:lnTo>
                    <a:pt x="49" y="90"/>
                  </a:lnTo>
                  <a:lnTo>
                    <a:pt x="53" y="86"/>
                  </a:lnTo>
                  <a:lnTo>
                    <a:pt x="53" y="83"/>
                  </a:lnTo>
                  <a:lnTo>
                    <a:pt x="56" y="81"/>
                  </a:lnTo>
                  <a:lnTo>
                    <a:pt x="58" y="78"/>
                  </a:lnTo>
                  <a:lnTo>
                    <a:pt x="60" y="79"/>
                  </a:lnTo>
                  <a:lnTo>
                    <a:pt x="62" y="78"/>
                  </a:lnTo>
                  <a:lnTo>
                    <a:pt x="64" y="77"/>
                  </a:lnTo>
                  <a:lnTo>
                    <a:pt x="67" y="70"/>
                  </a:lnTo>
                  <a:lnTo>
                    <a:pt x="67" y="66"/>
                  </a:lnTo>
                  <a:lnTo>
                    <a:pt x="69" y="62"/>
                  </a:lnTo>
                  <a:lnTo>
                    <a:pt x="70" y="62"/>
                  </a:lnTo>
                  <a:lnTo>
                    <a:pt x="71" y="58"/>
                  </a:lnTo>
                  <a:lnTo>
                    <a:pt x="70" y="58"/>
                  </a:lnTo>
                  <a:lnTo>
                    <a:pt x="71" y="54"/>
                  </a:lnTo>
                  <a:lnTo>
                    <a:pt x="70" y="53"/>
                  </a:lnTo>
                  <a:lnTo>
                    <a:pt x="71" y="49"/>
                  </a:lnTo>
                  <a:lnTo>
                    <a:pt x="73" y="48"/>
                  </a:lnTo>
                  <a:lnTo>
                    <a:pt x="73" y="45"/>
                  </a:lnTo>
                  <a:lnTo>
                    <a:pt x="74" y="43"/>
                  </a:lnTo>
                  <a:lnTo>
                    <a:pt x="73" y="37"/>
                  </a:lnTo>
                  <a:lnTo>
                    <a:pt x="78" y="31"/>
                  </a:lnTo>
                  <a:lnTo>
                    <a:pt x="78" y="29"/>
                  </a:lnTo>
                  <a:lnTo>
                    <a:pt x="81" y="28"/>
                  </a:lnTo>
                  <a:lnTo>
                    <a:pt x="81" y="23"/>
                  </a:lnTo>
                  <a:lnTo>
                    <a:pt x="79" y="22"/>
                  </a:lnTo>
                  <a:lnTo>
                    <a:pt x="79" y="19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9" y="14"/>
                  </a:lnTo>
                  <a:lnTo>
                    <a:pt x="79" y="12"/>
                  </a:lnTo>
                  <a:lnTo>
                    <a:pt x="81" y="12"/>
                  </a:lnTo>
                  <a:lnTo>
                    <a:pt x="82" y="11"/>
                  </a:lnTo>
                  <a:lnTo>
                    <a:pt x="82" y="10"/>
                  </a:lnTo>
                  <a:lnTo>
                    <a:pt x="82" y="8"/>
                  </a:lnTo>
                  <a:lnTo>
                    <a:pt x="83" y="7"/>
                  </a:lnTo>
                  <a:lnTo>
                    <a:pt x="83" y="6"/>
                  </a:lnTo>
                  <a:lnTo>
                    <a:pt x="85" y="6"/>
                  </a:lnTo>
                  <a:lnTo>
                    <a:pt x="87" y="4"/>
                  </a:lnTo>
                  <a:lnTo>
                    <a:pt x="89" y="4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3" y="4"/>
                  </a:lnTo>
                  <a:lnTo>
                    <a:pt x="94" y="4"/>
                  </a:lnTo>
                  <a:lnTo>
                    <a:pt x="96" y="8"/>
                  </a:lnTo>
                  <a:lnTo>
                    <a:pt x="99" y="8"/>
                  </a:lnTo>
                  <a:lnTo>
                    <a:pt x="102" y="11"/>
                  </a:lnTo>
                  <a:lnTo>
                    <a:pt x="103" y="12"/>
                  </a:lnTo>
                  <a:lnTo>
                    <a:pt x="106" y="11"/>
                  </a:lnTo>
                  <a:lnTo>
                    <a:pt x="108" y="12"/>
                  </a:lnTo>
                  <a:lnTo>
                    <a:pt x="111" y="14"/>
                  </a:lnTo>
                  <a:lnTo>
                    <a:pt x="112" y="14"/>
                  </a:lnTo>
                  <a:lnTo>
                    <a:pt x="114" y="12"/>
                  </a:lnTo>
                  <a:lnTo>
                    <a:pt x="115" y="12"/>
                  </a:lnTo>
                  <a:lnTo>
                    <a:pt x="118" y="14"/>
                  </a:lnTo>
                  <a:lnTo>
                    <a:pt x="120" y="14"/>
                  </a:lnTo>
                  <a:lnTo>
                    <a:pt x="121" y="15"/>
                  </a:lnTo>
                  <a:lnTo>
                    <a:pt x="124" y="14"/>
                  </a:lnTo>
                  <a:lnTo>
                    <a:pt x="124" y="14"/>
                  </a:lnTo>
                  <a:lnTo>
                    <a:pt x="123" y="12"/>
                  </a:lnTo>
                  <a:lnTo>
                    <a:pt x="123" y="11"/>
                  </a:lnTo>
                  <a:lnTo>
                    <a:pt x="125" y="8"/>
                  </a:lnTo>
                  <a:lnTo>
                    <a:pt x="127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2" y="8"/>
                  </a:lnTo>
                  <a:lnTo>
                    <a:pt x="135" y="8"/>
                  </a:lnTo>
                  <a:lnTo>
                    <a:pt x="139" y="7"/>
                  </a:lnTo>
                  <a:lnTo>
                    <a:pt x="140" y="7"/>
                  </a:lnTo>
                  <a:lnTo>
                    <a:pt x="143" y="6"/>
                  </a:lnTo>
                  <a:lnTo>
                    <a:pt x="146" y="3"/>
                  </a:lnTo>
                  <a:lnTo>
                    <a:pt x="148" y="3"/>
                  </a:lnTo>
                  <a:lnTo>
                    <a:pt x="149" y="4"/>
                  </a:lnTo>
                  <a:lnTo>
                    <a:pt x="149" y="4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3" y="6"/>
                  </a:lnTo>
                  <a:lnTo>
                    <a:pt x="156" y="4"/>
                  </a:lnTo>
                  <a:lnTo>
                    <a:pt x="157" y="4"/>
                  </a:lnTo>
                  <a:lnTo>
                    <a:pt x="158" y="4"/>
                  </a:lnTo>
                  <a:lnTo>
                    <a:pt x="160" y="2"/>
                  </a:lnTo>
                  <a:lnTo>
                    <a:pt x="160" y="2"/>
                  </a:lnTo>
                  <a:lnTo>
                    <a:pt x="160" y="0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6" name="Freeform 477">
              <a:extLst>
                <a:ext uri="{FF2B5EF4-FFF2-40B4-BE49-F238E27FC236}">
                  <a16:creationId xmlns:a16="http://schemas.microsoft.com/office/drawing/2014/main" id="{E8EBB8ED-4F21-4406-939B-DD371B411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531" y="5367906"/>
              <a:ext cx="235701" cy="605179"/>
            </a:xfrm>
            <a:custGeom>
              <a:avLst/>
              <a:gdLst>
                <a:gd name="T0" fmla="*/ 6 w 37"/>
                <a:gd name="T1" fmla="*/ 0 h 95"/>
                <a:gd name="T2" fmla="*/ 7 w 37"/>
                <a:gd name="T3" fmla="*/ 1 h 95"/>
                <a:gd name="T4" fmla="*/ 8 w 37"/>
                <a:gd name="T5" fmla="*/ 1 h 95"/>
                <a:gd name="T6" fmla="*/ 11 w 37"/>
                <a:gd name="T7" fmla="*/ 2 h 95"/>
                <a:gd name="T8" fmla="*/ 12 w 37"/>
                <a:gd name="T9" fmla="*/ 2 h 95"/>
                <a:gd name="T10" fmla="*/ 15 w 37"/>
                <a:gd name="T11" fmla="*/ 5 h 95"/>
                <a:gd name="T12" fmla="*/ 20 w 37"/>
                <a:gd name="T13" fmla="*/ 14 h 95"/>
                <a:gd name="T14" fmla="*/ 19 w 37"/>
                <a:gd name="T15" fmla="*/ 37 h 95"/>
                <a:gd name="T16" fmla="*/ 24 w 37"/>
                <a:gd name="T17" fmla="*/ 48 h 95"/>
                <a:gd name="T18" fmla="*/ 27 w 37"/>
                <a:gd name="T19" fmla="*/ 51 h 95"/>
                <a:gd name="T20" fmla="*/ 32 w 37"/>
                <a:gd name="T21" fmla="*/ 56 h 95"/>
                <a:gd name="T22" fmla="*/ 36 w 37"/>
                <a:gd name="T23" fmla="*/ 62 h 95"/>
                <a:gd name="T24" fmla="*/ 37 w 37"/>
                <a:gd name="T25" fmla="*/ 66 h 95"/>
                <a:gd name="T26" fmla="*/ 36 w 37"/>
                <a:gd name="T27" fmla="*/ 68 h 95"/>
                <a:gd name="T28" fmla="*/ 34 w 37"/>
                <a:gd name="T29" fmla="*/ 70 h 95"/>
                <a:gd name="T30" fmla="*/ 34 w 37"/>
                <a:gd name="T31" fmla="*/ 71 h 95"/>
                <a:gd name="T32" fmla="*/ 36 w 37"/>
                <a:gd name="T33" fmla="*/ 73 h 95"/>
                <a:gd name="T34" fmla="*/ 34 w 37"/>
                <a:gd name="T35" fmla="*/ 80 h 95"/>
                <a:gd name="T36" fmla="*/ 31 w 37"/>
                <a:gd name="T37" fmla="*/ 81 h 95"/>
                <a:gd name="T38" fmla="*/ 29 w 37"/>
                <a:gd name="T39" fmla="*/ 87 h 95"/>
                <a:gd name="T40" fmla="*/ 28 w 37"/>
                <a:gd name="T41" fmla="*/ 92 h 95"/>
                <a:gd name="T42" fmla="*/ 25 w 37"/>
                <a:gd name="T43" fmla="*/ 95 h 95"/>
                <a:gd name="T44" fmla="*/ 25 w 37"/>
                <a:gd name="T45" fmla="*/ 92 h 95"/>
                <a:gd name="T46" fmla="*/ 23 w 37"/>
                <a:gd name="T47" fmla="*/ 88 h 95"/>
                <a:gd name="T48" fmla="*/ 20 w 37"/>
                <a:gd name="T49" fmla="*/ 85 h 95"/>
                <a:gd name="T50" fmla="*/ 17 w 37"/>
                <a:gd name="T51" fmla="*/ 81 h 95"/>
                <a:gd name="T52" fmla="*/ 16 w 37"/>
                <a:gd name="T53" fmla="*/ 76 h 95"/>
                <a:gd name="T54" fmla="*/ 17 w 37"/>
                <a:gd name="T55" fmla="*/ 72 h 95"/>
                <a:gd name="T56" fmla="*/ 21 w 37"/>
                <a:gd name="T57" fmla="*/ 67 h 95"/>
                <a:gd name="T58" fmla="*/ 20 w 37"/>
                <a:gd name="T59" fmla="*/ 62 h 95"/>
                <a:gd name="T60" fmla="*/ 13 w 37"/>
                <a:gd name="T61" fmla="*/ 60 h 95"/>
                <a:gd name="T62" fmla="*/ 12 w 37"/>
                <a:gd name="T63" fmla="*/ 62 h 95"/>
                <a:gd name="T64" fmla="*/ 8 w 37"/>
                <a:gd name="T65" fmla="*/ 62 h 95"/>
                <a:gd name="T66" fmla="*/ 7 w 37"/>
                <a:gd name="T67" fmla="*/ 59 h 95"/>
                <a:gd name="T68" fmla="*/ 7 w 37"/>
                <a:gd name="T69" fmla="*/ 56 h 95"/>
                <a:gd name="T70" fmla="*/ 3 w 37"/>
                <a:gd name="T71" fmla="*/ 55 h 95"/>
                <a:gd name="T72" fmla="*/ 0 w 37"/>
                <a:gd name="T73" fmla="*/ 51 h 95"/>
                <a:gd name="T74" fmla="*/ 2 w 37"/>
                <a:gd name="T75" fmla="*/ 50 h 95"/>
                <a:gd name="T76" fmla="*/ 3 w 37"/>
                <a:gd name="T77" fmla="*/ 46 h 95"/>
                <a:gd name="T78" fmla="*/ 3 w 37"/>
                <a:gd name="T79" fmla="*/ 43 h 95"/>
                <a:gd name="T80" fmla="*/ 3 w 37"/>
                <a:gd name="T81" fmla="*/ 41 h 95"/>
                <a:gd name="T82" fmla="*/ 8 w 37"/>
                <a:gd name="T83" fmla="*/ 38 h 95"/>
                <a:gd name="T84" fmla="*/ 9 w 37"/>
                <a:gd name="T85" fmla="*/ 37 h 95"/>
                <a:gd name="T86" fmla="*/ 8 w 37"/>
                <a:gd name="T87" fmla="*/ 35 h 95"/>
                <a:gd name="T88" fmla="*/ 7 w 37"/>
                <a:gd name="T89" fmla="*/ 33 h 95"/>
                <a:gd name="T90" fmla="*/ 8 w 37"/>
                <a:gd name="T91" fmla="*/ 30 h 95"/>
                <a:gd name="T92" fmla="*/ 8 w 37"/>
                <a:gd name="T93" fmla="*/ 27 h 95"/>
                <a:gd name="T94" fmla="*/ 7 w 37"/>
                <a:gd name="T95" fmla="*/ 23 h 95"/>
                <a:gd name="T96" fmla="*/ 7 w 37"/>
                <a:gd name="T97" fmla="*/ 20 h 95"/>
                <a:gd name="T98" fmla="*/ 9 w 37"/>
                <a:gd name="T99" fmla="*/ 17 h 95"/>
                <a:gd name="T100" fmla="*/ 11 w 37"/>
                <a:gd name="T101" fmla="*/ 13 h 95"/>
                <a:gd name="T102" fmla="*/ 8 w 37"/>
                <a:gd name="T103" fmla="*/ 10 h 95"/>
                <a:gd name="T104" fmla="*/ 8 w 37"/>
                <a:gd name="T105" fmla="*/ 6 h 95"/>
                <a:gd name="T106" fmla="*/ 7 w 37"/>
                <a:gd name="T107" fmla="*/ 5 h 95"/>
                <a:gd name="T108" fmla="*/ 6 w 37"/>
                <a:gd name="T109" fmla="*/ 2 h 95"/>
                <a:gd name="T110" fmla="*/ 3 w 37"/>
                <a:gd name="T11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7" h="95">
                  <a:moveTo>
                    <a:pt x="4" y="0"/>
                  </a:move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9" y="9"/>
                  </a:lnTo>
                  <a:lnTo>
                    <a:pt x="20" y="14"/>
                  </a:lnTo>
                  <a:lnTo>
                    <a:pt x="19" y="34"/>
                  </a:lnTo>
                  <a:lnTo>
                    <a:pt x="19" y="37"/>
                  </a:lnTo>
                  <a:lnTo>
                    <a:pt x="20" y="47"/>
                  </a:lnTo>
                  <a:lnTo>
                    <a:pt x="24" y="48"/>
                  </a:lnTo>
                  <a:lnTo>
                    <a:pt x="27" y="51"/>
                  </a:lnTo>
                  <a:lnTo>
                    <a:pt x="27" y="51"/>
                  </a:lnTo>
                  <a:lnTo>
                    <a:pt x="28" y="52"/>
                  </a:lnTo>
                  <a:lnTo>
                    <a:pt x="32" y="56"/>
                  </a:lnTo>
                  <a:lnTo>
                    <a:pt x="33" y="58"/>
                  </a:lnTo>
                  <a:lnTo>
                    <a:pt x="36" y="62"/>
                  </a:lnTo>
                  <a:lnTo>
                    <a:pt x="37" y="64"/>
                  </a:lnTo>
                  <a:lnTo>
                    <a:pt x="37" y="66"/>
                  </a:lnTo>
                  <a:lnTo>
                    <a:pt x="37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4" y="71"/>
                  </a:lnTo>
                  <a:lnTo>
                    <a:pt x="34" y="72"/>
                  </a:lnTo>
                  <a:lnTo>
                    <a:pt x="36" y="73"/>
                  </a:lnTo>
                  <a:lnTo>
                    <a:pt x="34" y="77"/>
                  </a:lnTo>
                  <a:lnTo>
                    <a:pt x="34" y="80"/>
                  </a:lnTo>
                  <a:lnTo>
                    <a:pt x="33" y="81"/>
                  </a:lnTo>
                  <a:lnTo>
                    <a:pt x="31" y="81"/>
                  </a:lnTo>
                  <a:lnTo>
                    <a:pt x="29" y="85"/>
                  </a:lnTo>
                  <a:lnTo>
                    <a:pt x="29" y="87"/>
                  </a:lnTo>
                  <a:lnTo>
                    <a:pt x="28" y="89"/>
                  </a:lnTo>
                  <a:lnTo>
                    <a:pt x="28" y="92"/>
                  </a:lnTo>
                  <a:lnTo>
                    <a:pt x="28" y="95"/>
                  </a:lnTo>
                  <a:lnTo>
                    <a:pt x="25" y="95"/>
                  </a:lnTo>
                  <a:lnTo>
                    <a:pt x="25" y="93"/>
                  </a:lnTo>
                  <a:lnTo>
                    <a:pt x="25" y="92"/>
                  </a:lnTo>
                  <a:lnTo>
                    <a:pt x="24" y="89"/>
                  </a:lnTo>
                  <a:lnTo>
                    <a:pt x="23" y="88"/>
                  </a:lnTo>
                  <a:lnTo>
                    <a:pt x="21" y="88"/>
                  </a:lnTo>
                  <a:lnTo>
                    <a:pt x="20" y="85"/>
                  </a:lnTo>
                  <a:lnTo>
                    <a:pt x="17" y="83"/>
                  </a:lnTo>
                  <a:lnTo>
                    <a:pt x="17" y="81"/>
                  </a:lnTo>
                  <a:lnTo>
                    <a:pt x="16" y="79"/>
                  </a:lnTo>
                  <a:lnTo>
                    <a:pt x="16" y="76"/>
                  </a:lnTo>
                  <a:lnTo>
                    <a:pt x="17" y="75"/>
                  </a:lnTo>
                  <a:lnTo>
                    <a:pt x="17" y="72"/>
                  </a:lnTo>
                  <a:lnTo>
                    <a:pt x="20" y="70"/>
                  </a:lnTo>
                  <a:lnTo>
                    <a:pt x="21" y="67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6" y="60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9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2" y="50"/>
                  </a:lnTo>
                  <a:lnTo>
                    <a:pt x="3" y="47"/>
                  </a:lnTo>
                  <a:lnTo>
                    <a:pt x="3" y="46"/>
                  </a:lnTo>
                  <a:lnTo>
                    <a:pt x="3" y="45"/>
                  </a:lnTo>
                  <a:lnTo>
                    <a:pt x="3" y="43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6" y="39"/>
                  </a:lnTo>
                  <a:lnTo>
                    <a:pt x="8" y="38"/>
                  </a:lnTo>
                  <a:lnTo>
                    <a:pt x="8" y="37"/>
                  </a:lnTo>
                  <a:lnTo>
                    <a:pt x="9" y="37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7" y="33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7" y="29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9" y="12"/>
                  </a:lnTo>
                  <a:lnTo>
                    <a:pt x="8" y="10"/>
                  </a:lnTo>
                  <a:lnTo>
                    <a:pt x="7" y="9"/>
                  </a:lnTo>
                  <a:lnTo>
                    <a:pt x="8" y="6"/>
                  </a:lnTo>
                  <a:lnTo>
                    <a:pt x="8" y="5"/>
                  </a:lnTo>
                  <a:lnTo>
                    <a:pt x="7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1"/>
                  </a:lnTo>
                  <a:lnTo>
                    <a:pt x="3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7" name="Freeform 478">
              <a:extLst>
                <a:ext uri="{FF2B5EF4-FFF2-40B4-BE49-F238E27FC236}">
                  <a16:creationId xmlns:a16="http://schemas.microsoft.com/office/drawing/2014/main" id="{79915F52-996F-487A-A6A8-2386CADA4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-872664" y="5272351"/>
              <a:ext cx="898211" cy="764432"/>
            </a:xfrm>
            <a:custGeom>
              <a:avLst/>
              <a:gdLst>
                <a:gd name="T0" fmla="*/ 113 w 141"/>
                <a:gd name="T1" fmla="*/ 3 h 120"/>
                <a:gd name="T2" fmla="*/ 118 w 141"/>
                <a:gd name="T3" fmla="*/ 7 h 120"/>
                <a:gd name="T4" fmla="*/ 128 w 141"/>
                <a:gd name="T5" fmla="*/ 10 h 120"/>
                <a:gd name="T6" fmla="*/ 133 w 141"/>
                <a:gd name="T7" fmla="*/ 15 h 120"/>
                <a:gd name="T8" fmla="*/ 137 w 141"/>
                <a:gd name="T9" fmla="*/ 20 h 120"/>
                <a:gd name="T10" fmla="*/ 138 w 141"/>
                <a:gd name="T11" fmla="*/ 25 h 120"/>
                <a:gd name="T12" fmla="*/ 139 w 141"/>
                <a:gd name="T13" fmla="*/ 32 h 120"/>
                <a:gd name="T14" fmla="*/ 137 w 141"/>
                <a:gd name="T15" fmla="*/ 38 h 120"/>
                <a:gd name="T16" fmla="*/ 138 w 141"/>
                <a:gd name="T17" fmla="*/ 45 h 120"/>
                <a:gd name="T18" fmla="*/ 138 w 141"/>
                <a:gd name="T19" fmla="*/ 50 h 120"/>
                <a:gd name="T20" fmla="*/ 138 w 141"/>
                <a:gd name="T21" fmla="*/ 53 h 120"/>
                <a:gd name="T22" fmla="*/ 133 w 141"/>
                <a:gd name="T23" fmla="*/ 58 h 120"/>
                <a:gd name="T24" fmla="*/ 132 w 141"/>
                <a:gd name="T25" fmla="*/ 65 h 120"/>
                <a:gd name="T26" fmla="*/ 133 w 141"/>
                <a:gd name="T27" fmla="*/ 70 h 120"/>
                <a:gd name="T28" fmla="*/ 122 w 141"/>
                <a:gd name="T29" fmla="*/ 75 h 120"/>
                <a:gd name="T30" fmla="*/ 101 w 141"/>
                <a:gd name="T31" fmla="*/ 83 h 120"/>
                <a:gd name="T32" fmla="*/ 101 w 141"/>
                <a:gd name="T33" fmla="*/ 90 h 120"/>
                <a:gd name="T34" fmla="*/ 96 w 141"/>
                <a:gd name="T35" fmla="*/ 90 h 120"/>
                <a:gd name="T36" fmla="*/ 87 w 141"/>
                <a:gd name="T37" fmla="*/ 92 h 120"/>
                <a:gd name="T38" fmla="*/ 82 w 141"/>
                <a:gd name="T39" fmla="*/ 98 h 120"/>
                <a:gd name="T40" fmla="*/ 76 w 141"/>
                <a:gd name="T41" fmla="*/ 102 h 120"/>
                <a:gd name="T42" fmla="*/ 58 w 141"/>
                <a:gd name="T43" fmla="*/ 120 h 120"/>
                <a:gd name="T44" fmla="*/ 53 w 141"/>
                <a:gd name="T45" fmla="*/ 117 h 120"/>
                <a:gd name="T46" fmla="*/ 46 w 141"/>
                <a:gd name="T47" fmla="*/ 119 h 120"/>
                <a:gd name="T48" fmla="*/ 39 w 141"/>
                <a:gd name="T49" fmla="*/ 116 h 120"/>
                <a:gd name="T50" fmla="*/ 34 w 141"/>
                <a:gd name="T51" fmla="*/ 113 h 120"/>
                <a:gd name="T52" fmla="*/ 31 w 141"/>
                <a:gd name="T53" fmla="*/ 112 h 120"/>
                <a:gd name="T54" fmla="*/ 16 w 141"/>
                <a:gd name="T55" fmla="*/ 113 h 120"/>
                <a:gd name="T56" fmla="*/ 10 w 141"/>
                <a:gd name="T57" fmla="*/ 110 h 120"/>
                <a:gd name="T58" fmla="*/ 4 w 141"/>
                <a:gd name="T59" fmla="*/ 103 h 120"/>
                <a:gd name="T60" fmla="*/ 1 w 141"/>
                <a:gd name="T61" fmla="*/ 58 h 120"/>
                <a:gd name="T62" fmla="*/ 28 w 141"/>
                <a:gd name="T63" fmla="*/ 53 h 120"/>
                <a:gd name="T64" fmla="*/ 26 w 141"/>
                <a:gd name="T65" fmla="*/ 42 h 120"/>
                <a:gd name="T66" fmla="*/ 26 w 141"/>
                <a:gd name="T67" fmla="*/ 35 h 120"/>
                <a:gd name="T68" fmla="*/ 30 w 141"/>
                <a:gd name="T69" fmla="*/ 37 h 120"/>
                <a:gd name="T70" fmla="*/ 33 w 141"/>
                <a:gd name="T71" fmla="*/ 38 h 120"/>
                <a:gd name="T72" fmla="*/ 41 w 141"/>
                <a:gd name="T73" fmla="*/ 36 h 120"/>
                <a:gd name="T74" fmla="*/ 42 w 141"/>
                <a:gd name="T75" fmla="*/ 41 h 120"/>
                <a:gd name="T76" fmla="*/ 46 w 141"/>
                <a:gd name="T77" fmla="*/ 44 h 120"/>
                <a:gd name="T78" fmla="*/ 54 w 141"/>
                <a:gd name="T79" fmla="*/ 48 h 120"/>
                <a:gd name="T80" fmla="*/ 60 w 141"/>
                <a:gd name="T81" fmla="*/ 41 h 120"/>
                <a:gd name="T82" fmla="*/ 64 w 141"/>
                <a:gd name="T83" fmla="*/ 45 h 120"/>
                <a:gd name="T84" fmla="*/ 74 w 141"/>
                <a:gd name="T85" fmla="*/ 52 h 120"/>
                <a:gd name="T86" fmla="*/ 83 w 141"/>
                <a:gd name="T87" fmla="*/ 61 h 120"/>
                <a:gd name="T88" fmla="*/ 91 w 141"/>
                <a:gd name="T89" fmla="*/ 62 h 120"/>
                <a:gd name="T90" fmla="*/ 95 w 141"/>
                <a:gd name="T91" fmla="*/ 62 h 120"/>
                <a:gd name="T92" fmla="*/ 91 w 141"/>
                <a:gd name="T93" fmla="*/ 50 h 120"/>
                <a:gd name="T94" fmla="*/ 84 w 141"/>
                <a:gd name="T95" fmla="*/ 50 h 120"/>
                <a:gd name="T96" fmla="*/ 79 w 141"/>
                <a:gd name="T97" fmla="*/ 41 h 120"/>
                <a:gd name="T98" fmla="*/ 82 w 141"/>
                <a:gd name="T99" fmla="*/ 29 h 120"/>
                <a:gd name="T100" fmla="*/ 83 w 141"/>
                <a:gd name="T101" fmla="*/ 24 h 120"/>
                <a:gd name="T102" fmla="*/ 84 w 141"/>
                <a:gd name="T103" fmla="*/ 19 h 120"/>
                <a:gd name="T104" fmla="*/ 85 w 141"/>
                <a:gd name="T105" fmla="*/ 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1" h="120">
                  <a:moveTo>
                    <a:pt x="104" y="0"/>
                  </a:moveTo>
                  <a:lnTo>
                    <a:pt x="110" y="3"/>
                  </a:lnTo>
                  <a:lnTo>
                    <a:pt x="112" y="3"/>
                  </a:lnTo>
                  <a:lnTo>
                    <a:pt x="113" y="3"/>
                  </a:lnTo>
                  <a:lnTo>
                    <a:pt x="114" y="3"/>
                  </a:lnTo>
                  <a:lnTo>
                    <a:pt x="117" y="4"/>
                  </a:lnTo>
                  <a:lnTo>
                    <a:pt x="117" y="6"/>
                  </a:lnTo>
                  <a:lnTo>
                    <a:pt x="118" y="7"/>
                  </a:lnTo>
                  <a:lnTo>
                    <a:pt x="121" y="7"/>
                  </a:lnTo>
                  <a:lnTo>
                    <a:pt x="126" y="10"/>
                  </a:lnTo>
                  <a:lnTo>
                    <a:pt x="128" y="10"/>
                  </a:lnTo>
                  <a:lnTo>
                    <a:pt x="128" y="10"/>
                  </a:lnTo>
                  <a:lnTo>
                    <a:pt x="130" y="11"/>
                  </a:lnTo>
                  <a:lnTo>
                    <a:pt x="130" y="12"/>
                  </a:lnTo>
                  <a:lnTo>
                    <a:pt x="133" y="15"/>
                  </a:lnTo>
                  <a:lnTo>
                    <a:pt x="133" y="15"/>
                  </a:lnTo>
                  <a:lnTo>
                    <a:pt x="134" y="16"/>
                  </a:lnTo>
                  <a:lnTo>
                    <a:pt x="136" y="17"/>
                  </a:lnTo>
                  <a:lnTo>
                    <a:pt x="136" y="19"/>
                  </a:lnTo>
                  <a:lnTo>
                    <a:pt x="137" y="20"/>
                  </a:lnTo>
                  <a:lnTo>
                    <a:pt x="138" y="20"/>
                  </a:lnTo>
                  <a:lnTo>
                    <a:pt x="138" y="21"/>
                  </a:lnTo>
                  <a:lnTo>
                    <a:pt x="137" y="24"/>
                  </a:lnTo>
                  <a:lnTo>
                    <a:pt x="138" y="25"/>
                  </a:lnTo>
                  <a:lnTo>
                    <a:pt x="139" y="27"/>
                  </a:lnTo>
                  <a:lnTo>
                    <a:pt x="141" y="28"/>
                  </a:lnTo>
                  <a:lnTo>
                    <a:pt x="141" y="31"/>
                  </a:lnTo>
                  <a:lnTo>
                    <a:pt x="139" y="32"/>
                  </a:lnTo>
                  <a:lnTo>
                    <a:pt x="139" y="32"/>
                  </a:lnTo>
                  <a:lnTo>
                    <a:pt x="137" y="35"/>
                  </a:lnTo>
                  <a:lnTo>
                    <a:pt x="137" y="37"/>
                  </a:lnTo>
                  <a:lnTo>
                    <a:pt x="137" y="38"/>
                  </a:lnTo>
                  <a:lnTo>
                    <a:pt x="138" y="41"/>
                  </a:lnTo>
                  <a:lnTo>
                    <a:pt x="138" y="42"/>
                  </a:lnTo>
                  <a:lnTo>
                    <a:pt x="137" y="44"/>
                  </a:lnTo>
                  <a:lnTo>
                    <a:pt x="138" y="45"/>
                  </a:lnTo>
                  <a:lnTo>
                    <a:pt x="138" y="46"/>
                  </a:lnTo>
                  <a:lnTo>
                    <a:pt x="137" y="48"/>
                  </a:lnTo>
                  <a:lnTo>
                    <a:pt x="138" y="49"/>
                  </a:lnTo>
                  <a:lnTo>
                    <a:pt x="138" y="50"/>
                  </a:lnTo>
                  <a:lnTo>
                    <a:pt x="139" y="50"/>
                  </a:lnTo>
                  <a:lnTo>
                    <a:pt x="139" y="52"/>
                  </a:lnTo>
                  <a:lnTo>
                    <a:pt x="138" y="52"/>
                  </a:lnTo>
                  <a:lnTo>
                    <a:pt x="138" y="53"/>
                  </a:lnTo>
                  <a:lnTo>
                    <a:pt x="136" y="54"/>
                  </a:lnTo>
                  <a:lnTo>
                    <a:pt x="133" y="56"/>
                  </a:lnTo>
                  <a:lnTo>
                    <a:pt x="133" y="57"/>
                  </a:lnTo>
                  <a:lnTo>
                    <a:pt x="133" y="58"/>
                  </a:lnTo>
                  <a:lnTo>
                    <a:pt x="133" y="60"/>
                  </a:lnTo>
                  <a:lnTo>
                    <a:pt x="133" y="61"/>
                  </a:lnTo>
                  <a:lnTo>
                    <a:pt x="133" y="62"/>
                  </a:lnTo>
                  <a:lnTo>
                    <a:pt x="132" y="65"/>
                  </a:lnTo>
                  <a:lnTo>
                    <a:pt x="130" y="65"/>
                  </a:lnTo>
                  <a:lnTo>
                    <a:pt x="130" y="66"/>
                  </a:lnTo>
                  <a:lnTo>
                    <a:pt x="132" y="69"/>
                  </a:lnTo>
                  <a:lnTo>
                    <a:pt x="133" y="70"/>
                  </a:lnTo>
                  <a:lnTo>
                    <a:pt x="133" y="71"/>
                  </a:lnTo>
                  <a:lnTo>
                    <a:pt x="133" y="71"/>
                  </a:lnTo>
                  <a:lnTo>
                    <a:pt x="129" y="73"/>
                  </a:lnTo>
                  <a:lnTo>
                    <a:pt x="122" y="75"/>
                  </a:lnTo>
                  <a:lnTo>
                    <a:pt x="120" y="77"/>
                  </a:lnTo>
                  <a:lnTo>
                    <a:pt x="108" y="82"/>
                  </a:lnTo>
                  <a:lnTo>
                    <a:pt x="105" y="82"/>
                  </a:lnTo>
                  <a:lnTo>
                    <a:pt x="101" y="83"/>
                  </a:lnTo>
                  <a:lnTo>
                    <a:pt x="100" y="86"/>
                  </a:lnTo>
                  <a:lnTo>
                    <a:pt x="101" y="88"/>
                  </a:lnTo>
                  <a:lnTo>
                    <a:pt x="101" y="90"/>
                  </a:lnTo>
                  <a:lnTo>
                    <a:pt x="101" y="90"/>
                  </a:lnTo>
                  <a:lnTo>
                    <a:pt x="100" y="91"/>
                  </a:lnTo>
                  <a:lnTo>
                    <a:pt x="97" y="90"/>
                  </a:lnTo>
                  <a:lnTo>
                    <a:pt x="96" y="90"/>
                  </a:lnTo>
                  <a:lnTo>
                    <a:pt x="96" y="90"/>
                  </a:lnTo>
                  <a:lnTo>
                    <a:pt x="92" y="90"/>
                  </a:lnTo>
                  <a:lnTo>
                    <a:pt x="89" y="91"/>
                  </a:lnTo>
                  <a:lnTo>
                    <a:pt x="88" y="91"/>
                  </a:lnTo>
                  <a:lnTo>
                    <a:pt x="87" y="92"/>
                  </a:lnTo>
                  <a:lnTo>
                    <a:pt x="83" y="94"/>
                  </a:lnTo>
                  <a:lnTo>
                    <a:pt x="82" y="95"/>
                  </a:lnTo>
                  <a:lnTo>
                    <a:pt x="83" y="96"/>
                  </a:lnTo>
                  <a:lnTo>
                    <a:pt x="82" y="98"/>
                  </a:lnTo>
                  <a:lnTo>
                    <a:pt x="82" y="99"/>
                  </a:lnTo>
                  <a:lnTo>
                    <a:pt x="82" y="99"/>
                  </a:lnTo>
                  <a:lnTo>
                    <a:pt x="80" y="100"/>
                  </a:lnTo>
                  <a:lnTo>
                    <a:pt x="76" y="102"/>
                  </a:lnTo>
                  <a:lnTo>
                    <a:pt x="70" y="107"/>
                  </a:lnTo>
                  <a:lnTo>
                    <a:pt x="64" y="113"/>
                  </a:lnTo>
                  <a:lnTo>
                    <a:pt x="60" y="119"/>
                  </a:lnTo>
                  <a:lnTo>
                    <a:pt x="58" y="120"/>
                  </a:lnTo>
                  <a:lnTo>
                    <a:pt x="55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3" y="117"/>
                  </a:lnTo>
                  <a:lnTo>
                    <a:pt x="53" y="117"/>
                  </a:lnTo>
                  <a:lnTo>
                    <a:pt x="51" y="116"/>
                  </a:lnTo>
                  <a:lnTo>
                    <a:pt x="49" y="117"/>
                  </a:lnTo>
                  <a:lnTo>
                    <a:pt x="46" y="119"/>
                  </a:lnTo>
                  <a:lnTo>
                    <a:pt x="45" y="119"/>
                  </a:lnTo>
                  <a:lnTo>
                    <a:pt x="43" y="117"/>
                  </a:lnTo>
                  <a:lnTo>
                    <a:pt x="42" y="116"/>
                  </a:lnTo>
                  <a:lnTo>
                    <a:pt x="39" y="116"/>
                  </a:lnTo>
                  <a:lnTo>
                    <a:pt x="38" y="116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4" y="113"/>
                  </a:lnTo>
                  <a:lnTo>
                    <a:pt x="33" y="113"/>
                  </a:lnTo>
                  <a:lnTo>
                    <a:pt x="33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29" y="113"/>
                  </a:lnTo>
                  <a:lnTo>
                    <a:pt x="28" y="112"/>
                  </a:lnTo>
                  <a:lnTo>
                    <a:pt x="16" y="115"/>
                  </a:lnTo>
                  <a:lnTo>
                    <a:pt x="16" y="113"/>
                  </a:lnTo>
                  <a:lnTo>
                    <a:pt x="14" y="112"/>
                  </a:lnTo>
                  <a:lnTo>
                    <a:pt x="13" y="111"/>
                  </a:lnTo>
                  <a:lnTo>
                    <a:pt x="12" y="110"/>
                  </a:lnTo>
                  <a:lnTo>
                    <a:pt x="10" y="110"/>
                  </a:lnTo>
                  <a:lnTo>
                    <a:pt x="9" y="108"/>
                  </a:lnTo>
                  <a:lnTo>
                    <a:pt x="6" y="104"/>
                  </a:lnTo>
                  <a:lnTo>
                    <a:pt x="5" y="104"/>
                  </a:lnTo>
                  <a:lnTo>
                    <a:pt x="4" y="103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1" y="58"/>
                  </a:lnTo>
                  <a:lnTo>
                    <a:pt x="26" y="58"/>
                  </a:lnTo>
                  <a:lnTo>
                    <a:pt x="25" y="57"/>
                  </a:lnTo>
                  <a:lnTo>
                    <a:pt x="26" y="54"/>
                  </a:lnTo>
                  <a:lnTo>
                    <a:pt x="28" y="53"/>
                  </a:lnTo>
                  <a:lnTo>
                    <a:pt x="28" y="52"/>
                  </a:lnTo>
                  <a:lnTo>
                    <a:pt x="25" y="49"/>
                  </a:lnTo>
                  <a:lnTo>
                    <a:pt x="25" y="46"/>
                  </a:lnTo>
                  <a:lnTo>
                    <a:pt x="26" y="42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6" y="36"/>
                  </a:lnTo>
                  <a:lnTo>
                    <a:pt x="26" y="35"/>
                  </a:lnTo>
                  <a:lnTo>
                    <a:pt x="26" y="36"/>
                  </a:lnTo>
                  <a:lnTo>
                    <a:pt x="28" y="36"/>
                  </a:lnTo>
                  <a:lnTo>
                    <a:pt x="30" y="36"/>
                  </a:lnTo>
                  <a:lnTo>
                    <a:pt x="30" y="37"/>
                  </a:lnTo>
                  <a:lnTo>
                    <a:pt x="30" y="38"/>
                  </a:lnTo>
                  <a:lnTo>
                    <a:pt x="31" y="40"/>
                  </a:lnTo>
                  <a:lnTo>
                    <a:pt x="31" y="40"/>
                  </a:lnTo>
                  <a:lnTo>
                    <a:pt x="33" y="38"/>
                  </a:lnTo>
                  <a:lnTo>
                    <a:pt x="34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1" y="36"/>
                  </a:lnTo>
                  <a:lnTo>
                    <a:pt x="41" y="37"/>
                  </a:lnTo>
                  <a:lnTo>
                    <a:pt x="41" y="38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2" y="42"/>
                  </a:lnTo>
                  <a:lnTo>
                    <a:pt x="43" y="42"/>
                  </a:lnTo>
                  <a:lnTo>
                    <a:pt x="45" y="44"/>
                  </a:lnTo>
                  <a:lnTo>
                    <a:pt x="46" y="44"/>
                  </a:lnTo>
                  <a:lnTo>
                    <a:pt x="49" y="45"/>
                  </a:lnTo>
                  <a:lnTo>
                    <a:pt x="51" y="46"/>
                  </a:lnTo>
                  <a:lnTo>
                    <a:pt x="54" y="46"/>
                  </a:lnTo>
                  <a:lnTo>
                    <a:pt x="54" y="48"/>
                  </a:lnTo>
                  <a:lnTo>
                    <a:pt x="57" y="48"/>
                  </a:lnTo>
                  <a:lnTo>
                    <a:pt x="59" y="46"/>
                  </a:lnTo>
                  <a:lnTo>
                    <a:pt x="60" y="45"/>
                  </a:lnTo>
                  <a:lnTo>
                    <a:pt x="60" y="41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64" y="41"/>
                  </a:lnTo>
                  <a:lnTo>
                    <a:pt x="64" y="45"/>
                  </a:lnTo>
                  <a:lnTo>
                    <a:pt x="66" y="46"/>
                  </a:lnTo>
                  <a:lnTo>
                    <a:pt x="67" y="48"/>
                  </a:lnTo>
                  <a:lnTo>
                    <a:pt x="70" y="49"/>
                  </a:lnTo>
                  <a:lnTo>
                    <a:pt x="74" y="52"/>
                  </a:lnTo>
                  <a:lnTo>
                    <a:pt x="76" y="53"/>
                  </a:lnTo>
                  <a:lnTo>
                    <a:pt x="79" y="56"/>
                  </a:lnTo>
                  <a:lnTo>
                    <a:pt x="82" y="58"/>
                  </a:lnTo>
                  <a:lnTo>
                    <a:pt x="83" y="61"/>
                  </a:lnTo>
                  <a:lnTo>
                    <a:pt x="85" y="63"/>
                  </a:lnTo>
                  <a:lnTo>
                    <a:pt x="87" y="63"/>
                  </a:lnTo>
                  <a:lnTo>
                    <a:pt x="89" y="62"/>
                  </a:lnTo>
                  <a:lnTo>
                    <a:pt x="91" y="62"/>
                  </a:lnTo>
                  <a:lnTo>
                    <a:pt x="92" y="62"/>
                  </a:lnTo>
                  <a:lnTo>
                    <a:pt x="92" y="62"/>
                  </a:lnTo>
                  <a:lnTo>
                    <a:pt x="95" y="63"/>
                  </a:lnTo>
                  <a:lnTo>
                    <a:pt x="95" y="62"/>
                  </a:lnTo>
                  <a:lnTo>
                    <a:pt x="95" y="49"/>
                  </a:lnTo>
                  <a:lnTo>
                    <a:pt x="92" y="49"/>
                  </a:lnTo>
                  <a:lnTo>
                    <a:pt x="89" y="49"/>
                  </a:lnTo>
                  <a:lnTo>
                    <a:pt x="91" y="50"/>
                  </a:lnTo>
                  <a:lnTo>
                    <a:pt x="91" y="52"/>
                  </a:lnTo>
                  <a:lnTo>
                    <a:pt x="91" y="52"/>
                  </a:lnTo>
                  <a:lnTo>
                    <a:pt x="85" y="52"/>
                  </a:lnTo>
                  <a:lnTo>
                    <a:pt x="84" y="50"/>
                  </a:lnTo>
                  <a:lnTo>
                    <a:pt x="84" y="49"/>
                  </a:lnTo>
                  <a:lnTo>
                    <a:pt x="80" y="45"/>
                  </a:lnTo>
                  <a:lnTo>
                    <a:pt x="79" y="44"/>
                  </a:lnTo>
                  <a:lnTo>
                    <a:pt x="79" y="41"/>
                  </a:lnTo>
                  <a:lnTo>
                    <a:pt x="79" y="35"/>
                  </a:lnTo>
                  <a:lnTo>
                    <a:pt x="79" y="33"/>
                  </a:lnTo>
                  <a:lnTo>
                    <a:pt x="82" y="31"/>
                  </a:lnTo>
                  <a:lnTo>
                    <a:pt x="82" y="29"/>
                  </a:lnTo>
                  <a:lnTo>
                    <a:pt x="82" y="29"/>
                  </a:lnTo>
                  <a:lnTo>
                    <a:pt x="83" y="28"/>
                  </a:lnTo>
                  <a:lnTo>
                    <a:pt x="83" y="25"/>
                  </a:lnTo>
                  <a:lnTo>
                    <a:pt x="83" y="24"/>
                  </a:lnTo>
                  <a:lnTo>
                    <a:pt x="83" y="23"/>
                  </a:lnTo>
                  <a:lnTo>
                    <a:pt x="83" y="21"/>
                  </a:lnTo>
                  <a:lnTo>
                    <a:pt x="83" y="20"/>
                  </a:lnTo>
                  <a:lnTo>
                    <a:pt x="84" y="19"/>
                  </a:lnTo>
                  <a:lnTo>
                    <a:pt x="83" y="17"/>
                  </a:lnTo>
                  <a:lnTo>
                    <a:pt x="82" y="16"/>
                  </a:lnTo>
                  <a:lnTo>
                    <a:pt x="80" y="13"/>
                  </a:lnTo>
                  <a:lnTo>
                    <a:pt x="85" y="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8" name="Freeform 479">
              <a:extLst>
                <a:ext uri="{FF2B5EF4-FFF2-40B4-BE49-F238E27FC236}">
                  <a16:creationId xmlns:a16="http://schemas.microsoft.com/office/drawing/2014/main" id="{CF7083B4-E9E1-453C-BB52-59B1E9A74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-1643466" y="5100355"/>
              <a:ext cx="949173" cy="936431"/>
            </a:xfrm>
            <a:custGeom>
              <a:avLst/>
              <a:gdLst>
                <a:gd name="T0" fmla="*/ 25 w 149"/>
                <a:gd name="T1" fmla="*/ 0 h 147"/>
                <a:gd name="T2" fmla="*/ 37 w 149"/>
                <a:gd name="T3" fmla="*/ 0 h 147"/>
                <a:gd name="T4" fmla="*/ 62 w 149"/>
                <a:gd name="T5" fmla="*/ 2 h 147"/>
                <a:gd name="T6" fmla="*/ 63 w 149"/>
                <a:gd name="T7" fmla="*/ 6 h 147"/>
                <a:gd name="T8" fmla="*/ 64 w 149"/>
                <a:gd name="T9" fmla="*/ 14 h 147"/>
                <a:gd name="T10" fmla="*/ 67 w 149"/>
                <a:gd name="T11" fmla="*/ 19 h 147"/>
                <a:gd name="T12" fmla="*/ 73 w 149"/>
                <a:gd name="T13" fmla="*/ 26 h 147"/>
                <a:gd name="T14" fmla="*/ 83 w 149"/>
                <a:gd name="T15" fmla="*/ 25 h 147"/>
                <a:gd name="T16" fmla="*/ 92 w 149"/>
                <a:gd name="T17" fmla="*/ 18 h 147"/>
                <a:gd name="T18" fmla="*/ 105 w 149"/>
                <a:gd name="T19" fmla="*/ 12 h 147"/>
                <a:gd name="T20" fmla="*/ 108 w 149"/>
                <a:gd name="T21" fmla="*/ 17 h 147"/>
                <a:gd name="T22" fmla="*/ 122 w 149"/>
                <a:gd name="T23" fmla="*/ 22 h 147"/>
                <a:gd name="T24" fmla="*/ 121 w 149"/>
                <a:gd name="T25" fmla="*/ 30 h 147"/>
                <a:gd name="T26" fmla="*/ 121 w 149"/>
                <a:gd name="T27" fmla="*/ 37 h 147"/>
                <a:gd name="T28" fmla="*/ 122 w 149"/>
                <a:gd name="T29" fmla="*/ 43 h 147"/>
                <a:gd name="T30" fmla="*/ 125 w 149"/>
                <a:gd name="T31" fmla="*/ 47 h 147"/>
                <a:gd name="T32" fmla="*/ 126 w 149"/>
                <a:gd name="T33" fmla="*/ 52 h 147"/>
                <a:gd name="T34" fmla="*/ 127 w 149"/>
                <a:gd name="T35" fmla="*/ 58 h 147"/>
                <a:gd name="T36" fmla="*/ 126 w 149"/>
                <a:gd name="T37" fmla="*/ 63 h 147"/>
                <a:gd name="T38" fmla="*/ 129 w 149"/>
                <a:gd name="T39" fmla="*/ 63 h 147"/>
                <a:gd name="T40" fmla="*/ 134 w 149"/>
                <a:gd name="T41" fmla="*/ 64 h 147"/>
                <a:gd name="T42" fmla="*/ 141 w 149"/>
                <a:gd name="T43" fmla="*/ 64 h 147"/>
                <a:gd name="T44" fmla="*/ 147 w 149"/>
                <a:gd name="T45" fmla="*/ 63 h 147"/>
                <a:gd name="T46" fmla="*/ 146 w 149"/>
                <a:gd name="T47" fmla="*/ 73 h 147"/>
                <a:gd name="T48" fmla="*/ 147 w 149"/>
                <a:gd name="T49" fmla="*/ 81 h 147"/>
                <a:gd name="T50" fmla="*/ 121 w 149"/>
                <a:gd name="T51" fmla="*/ 125 h 147"/>
                <a:gd name="T52" fmla="*/ 126 w 149"/>
                <a:gd name="T53" fmla="*/ 131 h 147"/>
                <a:gd name="T54" fmla="*/ 133 w 149"/>
                <a:gd name="T55" fmla="*/ 137 h 147"/>
                <a:gd name="T56" fmla="*/ 137 w 149"/>
                <a:gd name="T57" fmla="*/ 142 h 147"/>
                <a:gd name="T58" fmla="*/ 116 w 149"/>
                <a:gd name="T59" fmla="*/ 147 h 147"/>
                <a:gd name="T60" fmla="*/ 113 w 149"/>
                <a:gd name="T61" fmla="*/ 146 h 147"/>
                <a:gd name="T62" fmla="*/ 109 w 149"/>
                <a:gd name="T63" fmla="*/ 146 h 147"/>
                <a:gd name="T64" fmla="*/ 101 w 149"/>
                <a:gd name="T65" fmla="*/ 143 h 147"/>
                <a:gd name="T66" fmla="*/ 97 w 149"/>
                <a:gd name="T67" fmla="*/ 144 h 147"/>
                <a:gd name="T68" fmla="*/ 89 w 149"/>
                <a:gd name="T69" fmla="*/ 144 h 147"/>
                <a:gd name="T70" fmla="*/ 83 w 149"/>
                <a:gd name="T71" fmla="*/ 143 h 147"/>
                <a:gd name="T72" fmla="*/ 77 w 149"/>
                <a:gd name="T73" fmla="*/ 138 h 147"/>
                <a:gd name="T74" fmla="*/ 30 w 149"/>
                <a:gd name="T75" fmla="*/ 139 h 147"/>
                <a:gd name="T76" fmla="*/ 22 w 149"/>
                <a:gd name="T77" fmla="*/ 137 h 147"/>
                <a:gd name="T78" fmla="*/ 21 w 149"/>
                <a:gd name="T79" fmla="*/ 134 h 147"/>
                <a:gd name="T80" fmla="*/ 17 w 149"/>
                <a:gd name="T81" fmla="*/ 134 h 147"/>
                <a:gd name="T82" fmla="*/ 9 w 149"/>
                <a:gd name="T83" fmla="*/ 137 h 147"/>
                <a:gd name="T84" fmla="*/ 4 w 149"/>
                <a:gd name="T85" fmla="*/ 137 h 147"/>
                <a:gd name="T86" fmla="*/ 0 w 149"/>
                <a:gd name="T87" fmla="*/ 138 h 147"/>
                <a:gd name="T88" fmla="*/ 0 w 149"/>
                <a:gd name="T89" fmla="*/ 127 h 147"/>
                <a:gd name="T90" fmla="*/ 4 w 149"/>
                <a:gd name="T91" fmla="*/ 110 h 147"/>
                <a:gd name="T92" fmla="*/ 8 w 149"/>
                <a:gd name="T93" fmla="*/ 92 h 147"/>
                <a:gd name="T94" fmla="*/ 21 w 149"/>
                <a:gd name="T95" fmla="*/ 80 h 147"/>
                <a:gd name="T96" fmla="*/ 25 w 149"/>
                <a:gd name="T97" fmla="*/ 56 h 147"/>
                <a:gd name="T98" fmla="*/ 18 w 149"/>
                <a:gd name="T99" fmla="*/ 39 h 147"/>
                <a:gd name="T100" fmla="*/ 17 w 149"/>
                <a:gd name="T101" fmla="*/ 23 h 147"/>
                <a:gd name="T102" fmla="*/ 9 w 149"/>
                <a:gd name="T103" fmla="*/ 4 h 147"/>
                <a:gd name="T104" fmla="*/ 13 w 149"/>
                <a:gd name="T105" fmla="*/ 1 h 147"/>
                <a:gd name="T106" fmla="*/ 19 w 149"/>
                <a:gd name="T10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" h="147">
                  <a:moveTo>
                    <a:pt x="19" y="0"/>
                  </a:moveTo>
                  <a:lnTo>
                    <a:pt x="21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62" y="0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3" y="5"/>
                  </a:lnTo>
                  <a:lnTo>
                    <a:pt x="63" y="6"/>
                  </a:lnTo>
                  <a:lnTo>
                    <a:pt x="62" y="8"/>
                  </a:lnTo>
                  <a:lnTo>
                    <a:pt x="62" y="9"/>
                  </a:lnTo>
                  <a:lnTo>
                    <a:pt x="63" y="12"/>
                  </a:lnTo>
                  <a:lnTo>
                    <a:pt x="64" y="14"/>
                  </a:lnTo>
                  <a:lnTo>
                    <a:pt x="64" y="15"/>
                  </a:lnTo>
                  <a:lnTo>
                    <a:pt x="64" y="17"/>
                  </a:lnTo>
                  <a:lnTo>
                    <a:pt x="66" y="17"/>
                  </a:lnTo>
                  <a:lnTo>
                    <a:pt x="67" y="19"/>
                  </a:lnTo>
                  <a:lnTo>
                    <a:pt x="68" y="21"/>
                  </a:lnTo>
                  <a:lnTo>
                    <a:pt x="68" y="25"/>
                  </a:lnTo>
                  <a:lnTo>
                    <a:pt x="70" y="26"/>
                  </a:lnTo>
                  <a:lnTo>
                    <a:pt x="73" y="26"/>
                  </a:lnTo>
                  <a:lnTo>
                    <a:pt x="75" y="26"/>
                  </a:lnTo>
                  <a:lnTo>
                    <a:pt x="76" y="26"/>
                  </a:lnTo>
                  <a:lnTo>
                    <a:pt x="81" y="26"/>
                  </a:lnTo>
                  <a:lnTo>
                    <a:pt x="83" y="25"/>
                  </a:lnTo>
                  <a:lnTo>
                    <a:pt x="92" y="25"/>
                  </a:lnTo>
                  <a:lnTo>
                    <a:pt x="91" y="21"/>
                  </a:lnTo>
                  <a:lnTo>
                    <a:pt x="91" y="19"/>
                  </a:lnTo>
                  <a:lnTo>
                    <a:pt x="92" y="18"/>
                  </a:lnTo>
                  <a:lnTo>
                    <a:pt x="93" y="17"/>
                  </a:lnTo>
                  <a:lnTo>
                    <a:pt x="93" y="13"/>
                  </a:lnTo>
                  <a:lnTo>
                    <a:pt x="105" y="13"/>
                  </a:lnTo>
                  <a:lnTo>
                    <a:pt x="105" y="12"/>
                  </a:lnTo>
                  <a:lnTo>
                    <a:pt x="108" y="13"/>
                  </a:lnTo>
                  <a:lnTo>
                    <a:pt x="108" y="14"/>
                  </a:lnTo>
                  <a:lnTo>
                    <a:pt x="108" y="15"/>
                  </a:lnTo>
                  <a:lnTo>
                    <a:pt x="108" y="17"/>
                  </a:lnTo>
                  <a:lnTo>
                    <a:pt x="122" y="17"/>
                  </a:lnTo>
                  <a:lnTo>
                    <a:pt x="122" y="18"/>
                  </a:lnTo>
                  <a:lnTo>
                    <a:pt x="122" y="21"/>
                  </a:lnTo>
                  <a:lnTo>
                    <a:pt x="122" y="22"/>
                  </a:lnTo>
                  <a:lnTo>
                    <a:pt x="121" y="25"/>
                  </a:lnTo>
                  <a:lnTo>
                    <a:pt x="121" y="26"/>
                  </a:lnTo>
                  <a:lnTo>
                    <a:pt x="121" y="27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1" y="31"/>
                  </a:lnTo>
                  <a:lnTo>
                    <a:pt x="121" y="33"/>
                  </a:lnTo>
                  <a:lnTo>
                    <a:pt x="121" y="37"/>
                  </a:lnTo>
                  <a:lnTo>
                    <a:pt x="121" y="39"/>
                  </a:lnTo>
                  <a:lnTo>
                    <a:pt x="121" y="40"/>
                  </a:lnTo>
                  <a:lnTo>
                    <a:pt x="121" y="42"/>
                  </a:lnTo>
                  <a:lnTo>
                    <a:pt x="122" y="43"/>
                  </a:lnTo>
                  <a:lnTo>
                    <a:pt x="122" y="44"/>
                  </a:lnTo>
                  <a:lnTo>
                    <a:pt x="124" y="44"/>
                  </a:lnTo>
                  <a:lnTo>
                    <a:pt x="124" y="46"/>
                  </a:lnTo>
                  <a:lnTo>
                    <a:pt x="125" y="47"/>
                  </a:lnTo>
                  <a:lnTo>
                    <a:pt x="125" y="48"/>
                  </a:lnTo>
                  <a:lnTo>
                    <a:pt x="125" y="50"/>
                  </a:lnTo>
                  <a:lnTo>
                    <a:pt x="125" y="51"/>
                  </a:lnTo>
                  <a:lnTo>
                    <a:pt x="126" y="52"/>
                  </a:lnTo>
                  <a:lnTo>
                    <a:pt x="126" y="54"/>
                  </a:lnTo>
                  <a:lnTo>
                    <a:pt x="125" y="55"/>
                  </a:lnTo>
                  <a:lnTo>
                    <a:pt x="126" y="56"/>
                  </a:lnTo>
                  <a:lnTo>
                    <a:pt x="127" y="58"/>
                  </a:lnTo>
                  <a:lnTo>
                    <a:pt x="126" y="60"/>
                  </a:lnTo>
                  <a:lnTo>
                    <a:pt x="126" y="60"/>
                  </a:lnTo>
                  <a:lnTo>
                    <a:pt x="126" y="62"/>
                  </a:lnTo>
                  <a:lnTo>
                    <a:pt x="126" y="63"/>
                  </a:lnTo>
                  <a:lnTo>
                    <a:pt x="126" y="64"/>
                  </a:lnTo>
                  <a:lnTo>
                    <a:pt x="127" y="64"/>
                  </a:lnTo>
                  <a:lnTo>
                    <a:pt x="129" y="63"/>
                  </a:lnTo>
                  <a:lnTo>
                    <a:pt x="129" y="63"/>
                  </a:lnTo>
                  <a:lnTo>
                    <a:pt x="130" y="63"/>
                  </a:lnTo>
                  <a:lnTo>
                    <a:pt x="131" y="63"/>
                  </a:lnTo>
                  <a:lnTo>
                    <a:pt x="133" y="64"/>
                  </a:lnTo>
                  <a:lnTo>
                    <a:pt x="134" y="64"/>
                  </a:lnTo>
                  <a:lnTo>
                    <a:pt x="137" y="64"/>
                  </a:lnTo>
                  <a:lnTo>
                    <a:pt x="138" y="64"/>
                  </a:lnTo>
                  <a:lnTo>
                    <a:pt x="139" y="64"/>
                  </a:lnTo>
                  <a:lnTo>
                    <a:pt x="141" y="64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7" y="62"/>
                  </a:lnTo>
                  <a:lnTo>
                    <a:pt x="147" y="63"/>
                  </a:lnTo>
                  <a:lnTo>
                    <a:pt x="146" y="63"/>
                  </a:lnTo>
                  <a:lnTo>
                    <a:pt x="146" y="64"/>
                  </a:lnTo>
                  <a:lnTo>
                    <a:pt x="147" y="69"/>
                  </a:lnTo>
                  <a:lnTo>
                    <a:pt x="146" y="73"/>
                  </a:lnTo>
                  <a:lnTo>
                    <a:pt x="146" y="76"/>
                  </a:lnTo>
                  <a:lnTo>
                    <a:pt x="149" y="79"/>
                  </a:lnTo>
                  <a:lnTo>
                    <a:pt x="149" y="80"/>
                  </a:lnTo>
                  <a:lnTo>
                    <a:pt x="147" y="81"/>
                  </a:lnTo>
                  <a:lnTo>
                    <a:pt x="146" y="84"/>
                  </a:lnTo>
                  <a:lnTo>
                    <a:pt x="147" y="85"/>
                  </a:lnTo>
                  <a:lnTo>
                    <a:pt x="122" y="85"/>
                  </a:lnTo>
                  <a:lnTo>
                    <a:pt x="121" y="125"/>
                  </a:lnTo>
                  <a:lnTo>
                    <a:pt x="121" y="126"/>
                  </a:lnTo>
                  <a:lnTo>
                    <a:pt x="124" y="129"/>
                  </a:lnTo>
                  <a:lnTo>
                    <a:pt x="125" y="130"/>
                  </a:lnTo>
                  <a:lnTo>
                    <a:pt x="126" y="131"/>
                  </a:lnTo>
                  <a:lnTo>
                    <a:pt x="127" y="131"/>
                  </a:lnTo>
                  <a:lnTo>
                    <a:pt x="130" y="135"/>
                  </a:lnTo>
                  <a:lnTo>
                    <a:pt x="131" y="137"/>
                  </a:lnTo>
                  <a:lnTo>
                    <a:pt x="133" y="137"/>
                  </a:lnTo>
                  <a:lnTo>
                    <a:pt x="134" y="138"/>
                  </a:lnTo>
                  <a:lnTo>
                    <a:pt x="135" y="139"/>
                  </a:lnTo>
                  <a:lnTo>
                    <a:pt x="137" y="140"/>
                  </a:lnTo>
                  <a:lnTo>
                    <a:pt x="137" y="142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7"/>
                  </a:lnTo>
                  <a:lnTo>
                    <a:pt x="116" y="147"/>
                  </a:lnTo>
                  <a:lnTo>
                    <a:pt x="116" y="146"/>
                  </a:lnTo>
                  <a:lnTo>
                    <a:pt x="114" y="146"/>
                  </a:lnTo>
                  <a:lnTo>
                    <a:pt x="113" y="146"/>
                  </a:lnTo>
                  <a:lnTo>
                    <a:pt x="113" y="146"/>
                  </a:lnTo>
                  <a:lnTo>
                    <a:pt x="112" y="144"/>
                  </a:lnTo>
                  <a:lnTo>
                    <a:pt x="110" y="144"/>
                  </a:lnTo>
                  <a:lnTo>
                    <a:pt x="109" y="144"/>
                  </a:lnTo>
                  <a:lnTo>
                    <a:pt x="109" y="146"/>
                  </a:lnTo>
                  <a:lnTo>
                    <a:pt x="108" y="146"/>
                  </a:lnTo>
                  <a:lnTo>
                    <a:pt x="106" y="146"/>
                  </a:lnTo>
                  <a:lnTo>
                    <a:pt x="104" y="146"/>
                  </a:lnTo>
                  <a:lnTo>
                    <a:pt x="101" y="143"/>
                  </a:lnTo>
                  <a:lnTo>
                    <a:pt x="100" y="143"/>
                  </a:lnTo>
                  <a:lnTo>
                    <a:pt x="100" y="143"/>
                  </a:lnTo>
                  <a:lnTo>
                    <a:pt x="99" y="144"/>
                  </a:lnTo>
                  <a:lnTo>
                    <a:pt x="97" y="144"/>
                  </a:lnTo>
                  <a:lnTo>
                    <a:pt x="95" y="143"/>
                  </a:lnTo>
                  <a:lnTo>
                    <a:pt x="92" y="144"/>
                  </a:lnTo>
                  <a:lnTo>
                    <a:pt x="91" y="144"/>
                  </a:lnTo>
                  <a:lnTo>
                    <a:pt x="89" y="144"/>
                  </a:lnTo>
                  <a:lnTo>
                    <a:pt x="88" y="143"/>
                  </a:lnTo>
                  <a:lnTo>
                    <a:pt x="87" y="143"/>
                  </a:lnTo>
                  <a:lnTo>
                    <a:pt x="85" y="143"/>
                  </a:lnTo>
                  <a:lnTo>
                    <a:pt x="83" y="143"/>
                  </a:lnTo>
                  <a:lnTo>
                    <a:pt x="80" y="142"/>
                  </a:lnTo>
                  <a:lnTo>
                    <a:pt x="80" y="140"/>
                  </a:lnTo>
                  <a:lnTo>
                    <a:pt x="79" y="138"/>
                  </a:lnTo>
                  <a:lnTo>
                    <a:pt x="77" y="138"/>
                  </a:lnTo>
                  <a:lnTo>
                    <a:pt x="34" y="138"/>
                  </a:lnTo>
                  <a:lnTo>
                    <a:pt x="33" y="138"/>
                  </a:lnTo>
                  <a:lnTo>
                    <a:pt x="31" y="138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5"/>
                  </a:lnTo>
                  <a:lnTo>
                    <a:pt x="21" y="134"/>
                  </a:lnTo>
                  <a:lnTo>
                    <a:pt x="21" y="134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0" y="135"/>
                  </a:lnTo>
                  <a:lnTo>
                    <a:pt x="9" y="137"/>
                  </a:lnTo>
                  <a:lnTo>
                    <a:pt x="9" y="138"/>
                  </a:lnTo>
                  <a:lnTo>
                    <a:pt x="6" y="137"/>
                  </a:lnTo>
                  <a:lnTo>
                    <a:pt x="4" y="137"/>
                  </a:lnTo>
                  <a:lnTo>
                    <a:pt x="4" y="137"/>
                  </a:lnTo>
                  <a:lnTo>
                    <a:pt x="2" y="138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7"/>
                  </a:lnTo>
                  <a:lnTo>
                    <a:pt x="0" y="133"/>
                  </a:lnTo>
                  <a:lnTo>
                    <a:pt x="0" y="127"/>
                  </a:lnTo>
                  <a:lnTo>
                    <a:pt x="0" y="123"/>
                  </a:lnTo>
                  <a:lnTo>
                    <a:pt x="0" y="119"/>
                  </a:lnTo>
                  <a:lnTo>
                    <a:pt x="4" y="115"/>
                  </a:lnTo>
                  <a:lnTo>
                    <a:pt x="4" y="110"/>
                  </a:lnTo>
                  <a:lnTo>
                    <a:pt x="6" y="106"/>
                  </a:lnTo>
                  <a:lnTo>
                    <a:pt x="6" y="97"/>
                  </a:lnTo>
                  <a:lnTo>
                    <a:pt x="8" y="96"/>
                  </a:lnTo>
                  <a:lnTo>
                    <a:pt x="8" y="92"/>
                  </a:lnTo>
                  <a:lnTo>
                    <a:pt x="14" y="87"/>
                  </a:lnTo>
                  <a:lnTo>
                    <a:pt x="14" y="84"/>
                  </a:lnTo>
                  <a:lnTo>
                    <a:pt x="19" y="80"/>
                  </a:lnTo>
                  <a:lnTo>
                    <a:pt x="21" y="80"/>
                  </a:lnTo>
                  <a:lnTo>
                    <a:pt x="26" y="71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5" y="56"/>
                  </a:lnTo>
                  <a:lnTo>
                    <a:pt x="21" y="50"/>
                  </a:lnTo>
                  <a:lnTo>
                    <a:pt x="21" y="46"/>
                  </a:lnTo>
                  <a:lnTo>
                    <a:pt x="18" y="43"/>
                  </a:lnTo>
                  <a:lnTo>
                    <a:pt x="18" y="39"/>
                  </a:lnTo>
                  <a:lnTo>
                    <a:pt x="17" y="38"/>
                  </a:lnTo>
                  <a:lnTo>
                    <a:pt x="19" y="34"/>
                  </a:lnTo>
                  <a:lnTo>
                    <a:pt x="21" y="29"/>
                  </a:lnTo>
                  <a:lnTo>
                    <a:pt x="17" y="23"/>
                  </a:lnTo>
                  <a:lnTo>
                    <a:pt x="17" y="14"/>
                  </a:lnTo>
                  <a:lnTo>
                    <a:pt x="10" y="8"/>
                  </a:lnTo>
                  <a:lnTo>
                    <a:pt x="10" y="5"/>
                  </a:lnTo>
                  <a:lnTo>
                    <a:pt x="9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7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9" name="Freeform 480">
              <a:extLst>
                <a:ext uri="{FF2B5EF4-FFF2-40B4-BE49-F238E27FC236}">
                  <a16:creationId xmlns:a16="http://schemas.microsoft.com/office/drawing/2014/main" id="{8019DBCA-50F8-48A7-9E83-B51E590FF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-630595" y="5845674"/>
              <a:ext cx="586066" cy="535104"/>
            </a:xfrm>
            <a:custGeom>
              <a:avLst/>
              <a:gdLst>
                <a:gd name="T0" fmla="*/ 58 w 92"/>
                <a:gd name="T1" fmla="*/ 0 h 84"/>
                <a:gd name="T2" fmla="*/ 63 w 92"/>
                <a:gd name="T3" fmla="*/ 0 h 84"/>
                <a:gd name="T4" fmla="*/ 67 w 92"/>
                <a:gd name="T5" fmla="*/ 5 h 84"/>
                <a:gd name="T6" fmla="*/ 71 w 92"/>
                <a:gd name="T7" fmla="*/ 6 h 84"/>
                <a:gd name="T8" fmla="*/ 79 w 92"/>
                <a:gd name="T9" fmla="*/ 8 h 84"/>
                <a:gd name="T10" fmla="*/ 87 w 92"/>
                <a:gd name="T11" fmla="*/ 10 h 84"/>
                <a:gd name="T12" fmla="*/ 92 w 92"/>
                <a:gd name="T13" fmla="*/ 14 h 84"/>
                <a:gd name="T14" fmla="*/ 92 w 92"/>
                <a:gd name="T15" fmla="*/ 20 h 84"/>
                <a:gd name="T16" fmla="*/ 92 w 92"/>
                <a:gd name="T17" fmla="*/ 25 h 84"/>
                <a:gd name="T18" fmla="*/ 90 w 92"/>
                <a:gd name="T19" fmla="*/ 31 h 84"/>
                <a:gd name="T20" fmla="*/ 91 w 92"/>
                <a:gd name="T21" fmla="*/ 34 h 84"/>
                <a:gd name="T22" fmla="*/ 90 w 92"/>
                <a:gd name="T23" fmla="*/ 41 h 84"/>
                <a:gd name="T24" fmla="*/ 90 w 92"/>
                <a:gd name="T25" fmla="*/ 43 h 84"/>
                <a:gd name="T26" fmla="*/ 90 w 92"/>
                <a:gd name="T27" fmla="*/ 48 h 84"/>
                <a:gd name="T28" fmla="*/ 90 w 92"/>
                <a:gd name="T29" fmla="*/ 54 h 84"/>
                <a:gd name="T30" fmla="*/ 84 w 92"/>
                <a:gd name="T31" fmla="*/ 58 h 84"/>
                <a:gd name="T32" fmla="*/ 84 w 92"/>
                <a:gd name="T33" fmla="*/ 62 h 84"/>
                <a:gd name="T34" fmla="*/ 83 w 92"/>
                <a:gd name="T35" fmla="*/ 71 h 84"/>
                <a:gd name="T36" fmla="*/ 65 w 92"/>
                <a:gd name="T37" fmla="*/ 81 h 84"/>
                <a:gd name="T38" fmla="*/ 58 w 92"/>
                <a:gd name="T39" fmla="*/ 83 h 84"/>
                <a:gd name="T40" fmla="*/ 54 w 92"/>
                <a:gd name="T41" fmla="*/ 80 h 84"/>
                <a:gd name="T42" fmla="*/ 46 w 92"/>
                <a:gd name="T43" fmla="*/ 79 h 84"/>
                <a:gd name="T44" fmla="*/ 44 w 92"/>
                <a:gd name="T45" fmla="*/ 75 h 84"/>
                <a:gd name="T46" fmla="*/ 38 w 92"/>
                <a:gd name="T47" fmla="*/ 73 h 84"/>
                <a:gd name="T48" fmla="*/ 32 w 92"/>
                <a:gd name="T49" fmla="*/ 72 h 84"/>
                <a:gd name="T50" fmla="*/ 28 w 92"/>
                <a:gd name="T51" fmla="*/ 67 h 84"/>
                <a:gd name="T52" fmla="*/ 26 w 92"/>
                <a:gd name="T53" fmla="*/ 60 h 84"/>
                <a:gd name="T54" fmla="*/ 22 w 92"/>
                <a:gd name="T55" fmla="*/ 58 h 84"/>
                <a:gd name="T56" fmla="*/ 21 w 92"/>
                <a:gd name="T57" fmla="*/ 55 h 84"/>
                <a:gd name="T58" fmla="*/ 16 w 92"/>
                <a:gd name="T59" fmla="*/ 51 h 84"/>
                <a:gd name="T60" fmla="*/ 11 w 92"/>
                <a:gd name="T61" fmla="*/ 45 h 84"/>
                <a:gd name="T62" fmla="*/ 8 w 92"/>
                <a:gd name="T63" fmla="*/ 41 h 84"/>
                <a:gd name="T64" fmla="*/ 5 w 92"/>
                <a:gd name="T65" fmla="*/ 35 h 84"/>
                <a:gd name="T66" fmla="*/ 3 w 92"/>
                <a:gd name="T67" fmla="*/ 33 h 84"/>
                <a:gd name="T68" fmla="*/ 0 w 92"/>
                <a:gd name="T69" fmla="*/ 29 h 84"/>
                <a:gd name="T70" fmla="*/ 0 w 92"/>
                <a:gd name="T71" fmla="*/ 26 h 84"/>
                <a:gd name="T72" fmla="*/ 4 w 92"/>
                <a:gd name="T73" fmla="*/ 26 h 84"/>
                <a:gd name="T74" fmla="*/ 8 w 92"/>
                <a:gd name="T75" fmla="*/ 29 h 84"/>
                <a:gd name="T76" fmla="*/ 15 w 92"/>
                <a:gd name="T77" fmla="*/ 27 h 84"/>
                <a:gd name="T78" fmla="*/ 16 w 92"/>
                <a:gd name="T79" fmla="*/ 27 h 84"/>
                <a:gd name="T80" fmla="*/ 22 w 92"/>
                <a:gd name="T81" fmla="*/ 29 h 84"/>
                <a:gd name="T82" fmla="*/ 38 w 92"/>
                <a:gd name="T83" fmla="*/ 12 h 84"/>
                <a:gd name="T84" fmla="*/ 44 w 92"/>
                <a:gd name="T85" fmla="*/ 9 h 84"/>
                <a:gd name="T86" fmla="*/ 44 w 92"/>
                <a:gd name="T87" fmla="*/ 5 h 84"/>
                <a:gd name="T88" fmla="*/ 50 w 92"/>
                <a:gd name="T89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2" h="84">
                  <a:moveTo>
                    <a:pt x="54" y="0"/>
                  </a:moveTo>
                  <a:lnTo>
                    <a:pt x="58" y="0"/>
                  </a:lnTo>
                  <a:lnTo>
                    <a:pt x="58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5"/>
                  </a:lnTo>
                  <a:lnTo>
                    <a:pt x="67" y="5"/>
                  </a:lnTo>
                  <a:lnTo>
                    <a:pt x="70" y="5"/>
                  </a:lnTo>
                  <a:lnTo>
                    <a:pt x="70" y="6"/>
                  </a:lnTo>
                  <a:lnTo>
                    <a:pt x="71" y="6"/>
                  </a:lnTo>
                  <a:lnTo>
                    <a:pt x="72" y="5"/>
                  </a:lnTo>
                  <a:lnTo>
                    <a:pt x="75" y="5"/>
                  </a:lnTo>
                  <a:lnTo>
                    <a:pt x="79" y="8"/>
                  </a:lnTo>
                  <a:lnTo>
                    <a:pt x="80" y="10"/>
                  </a:lnTo>
                  <a:lnTo>
                    <a:pt x="83" y="10"/>
                  </a:lnTo>
                  <a:lnTo>
                    <a:pt x="87" y="10"/>
                  </a:lnTo>
                  <a:lnTo>
                    <a:pt x="88" y="13"/>
                  </a:lnTo>
                  <a:lnTo>
                    <a:pt x="90" y="14"/>
                  </a:lnTo>
                  <a:lnTo>
                    <a:pt x="92" y="14"/>
                  </a:lnTo>
                  <a:lnTo>
                    <a:pt x="92" y="17"/>
                  </a:lnTo>
                  <a:lnTo>
                    <a:pt x="91" y="18"/>
                  </a:lnTo>
                  <a:lnTo>
                    <a:pt x="92" y="20"/>
                  </a:lnTo>
                  <a:lnTo>
                    <a:pt x="91" y="22"/>
                  </a:lnTo>
                  <a:lnTo>
                    <a:pt x="92" y="23"/>
                  </a:lnTo>
                  <a:lnTo>
                    <a:pt x="92" y="25"/>
                  </a:lnTo>
                  <a:lnTo>
                    <a:pt x="91" y="26"/>
                  </a:lnTo>
                  <a:lnTo>
                    <a:pt x="91" y="30"/>
                  </a:lnTo>
                  <a:lnTo>
                    <a:pt x="90" y="31"/>
                  </a:lnTo>
                  <a:lnTo>
                    <a:pt x="90" y="33"/>
                  </a:lnTo>
                  <a:lnTo>
                    <a:pt x="92" y="33"/>
                  </a:lnTo>
                  <a:lnTo>
                    <a:pt x="91" y="34"/>
                  </a:lnTo>
                  <a:lnTo>
                    <a:pt x="90" y="35"/>
                  </a:lnTo>
                  <a:lnTo>
                    <a:pt x="90" y="38"/>
                  </a:lnTo>
                  <a:lnTo>
                    <a:pt x="90" y="41"/>
                  </a:lnTo>
                  <a:lnTo>
                    <a:pt x="88" y="41"/>
                  </a:lnTo>
                  <a:lnTo>
                    <a:pt x="88" y="42"/>
                  </a:lnTo>
                  <a:lnTo>
                    <a:pt x="90" y="43"/>
                  </a:lnTo>
                  <a:lnTo>
                    <a:pt x="91" y="46"/>
                  </a:lnTo>
                  <a:lnTo>
                    <a:pt x="90" y="47"/>
                  </a:lnTo>
                  <a:lnTo>
                    <a:pt x="90" y="48"/>
                  </a:lnTo>
                  <a:lnTo>
                    <a:pt x="91" y="50"/>
                  </a:lnTo>
                  <a:lnTo>
                    <a:pt x="91" y="51"/>
                  </a:lnTo>
                  <a:lnTo>
                    <a:pt x="90" y="54"/>
                  </a:lnTo>
                  <a:lnTo>
                    <a:pt x="87" y="55"/>
                  </a:lnTo>
                  <a:lnTo>
                    <a:pt x="87" y="56"/>
                  </a:lnTo>
                  <a:lnTo>
                    <a:pt x="84" y="58"/>
                  </a:lnTo>
                  <a:lnTo>
                    <a:pt x="84" y="59"/>
                  </a:lnTo>
                  <a:lnTo>
                    <a:pt x="86" y="60"/>
                  </a:lnTo>
                  <a:lnTo>
                    <a:pt x="84" y="62"/>
                  </a:lnTo>
                  <a:lnTo>
                    <a:pt x="84" y="66"/>
                  </a:lnTo>
                  <a:lnTo>
                    <a:pt x="83" y="67"/>
                  </a:lnTo>
                  <a:lnTo>
                    <a:pt x="83" y="71"/>
                  </a:lnTo>
                  <a:lnTo>
                    <a:pt x="70" y="84"/>
                  </a:lnTo>
                  <a:lnTo>
                    <a:pt x="69" y="83"/>
                  </a:lnTo>
                  <a:lnTo>
                    <a:pt x="65" y="81"/>
                  </a:lnTo>
                  <a:lnTo>
                    <a:pt x="61" y="83"/>
                  </a:lnTo>
                  <a:lnTo>
                    <a:pt x="59" y="83"/>
                  </a:lnTo>
                  <a:lnTo>
                    <a:pt x="58" y="83"/>
                  </a:lnTo>
                  <a:lnTo>
                    <a:pt x="57" y="81"/>
                  </a:lnTo>
                  <a:lnTo>
                    <a:pt x="54" y="81"/>
                  </a:lnTo>
                  <a:lnTo>
                    <a:pt x="54" y="80"/>
                  </a:lnTo>
                  <a:lnTo>
                    <a:pt x="50" y="79"/>
                  </a:lnTo>
                  <a:lnTo>
                    <a:pt x="46" y="80"/>
                  </a:lnTo>
                  <a:lnTo>
                    <a:pt x="46" y="79"/>
                  </a:lnTo>
                  <a:lnTo>
                    <a:pt x="45" y="77"/>
                  </a:lnTo>
                  <a:lnTo>
                    <a:pt x="45" y="76"/>
                  </a:lnTo>
                  <a:lnTo>
                    <a:pt x="44" y="75"/>
                  </a:lnTo>
                  <a:lnTo>
                    <a:pt x="42" y="75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6" y="72"/>
                  </a:lnTo>
                  <a:lnTo>
                    <a:pt x="34" y="73"/>
                  </a:lnTo>
                  <a:lnTo>
                    <a:pt x="32" y="72"/>
                  </a:lnTo>
                  <a:lnTo>
                    <a:pt x="30" y="71"/>
                  </a:lnTo>
                  <a:lnTo>
                    <a:pt x="28" y="68"/>
                  </a:lnTo>
                  <a:lnTo>
                    <a:pt x="28" y="67"/>
                  </a:lnTo>
                  <a:lnTo>
                    <a:pt x="26" y="66"/>
                  </a:lnTo>
                  <a:lnTo>
                    <a:pt x="26" y="63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2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20" y="54"/>
                  </a:lnTo>
                  <a:lnTo>
                    <a:pt x="19" y="52"/>
                  </a:lnTo>
                  <a:lnTo>
                    <a:pt x="16" y="51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1" y="31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4" y="26"/>
                  </a:lnTo>
                  <a:lnTo>
                    <a:pt x="5" y="27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11" y="27"/>
                  </a:lnTo>
                  <a:lnTo>
                    <a:pt x="13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7" y="29"/>
                  </a:lnTo>
                  <a:lnTo>
                    <a:pt x="20" y="30"/>
                  </a:lnTo>
                  <a:lnTo>
                    <a:pt x="22" y="29"/>
                  </a:lnTo>
                  <a:lnTo>
                    <a:pt x="26" y="23"/>
                  </a:lnTo>
                  <a:lnTo>
                    <a:pt x="32" y="17"/>
                  </a:lnTo>
                  <a:lnTo>
                    <a:pt x="38" y="12"/>
                  </a:lnTo>
                  <a:lnTo>
                    <a:pt x="42" y="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8"/>
                  </a:lnTo>
                  <a:lnTo>
                    <a:pt x="45" y="6"/>
                  </a:lnTo>
                  <a:lnTo>
                    <a:pt x="44" y="5"/>
                  </a:lnTo>
                  <a:lnTo>
                    <a:pt x="45" y="4"/>
                  </a:lnTo>
                  <a:lnTo>
                    <a:pt x="49" y="2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0" name="Freeform 481">
              <a:extLst>
                <a:ext uri="{FF2B5EF4-FFF2-40B4-BE49-F238E27FC236}">
                  <a16:creationId xmlns:a16="http://schemas.microsoft.com/office/drawing/2014/main" id="{7CA86480-79FB-4460-A453-04C9EE327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-1038293" y="6011300"/>
              <a:ext cx="700730" cy="707101"/>
            </a:xfrm>
            <a:custGeom>
              <a:avLst/>
              <a:gdLst>
                <a:gd name="T0" fmla="*/ 64 w 110"/>
                <a:gd name="T1" fmla="*/ 1 h 111"/>
                <a:gd name="T2" fmla="*/ 64 w 110"/>
                <a:gd name="T3" fmla="*/ 4 h 111"/>
                <a:gd name="T4" fmla="*/ 68 w 110"/>
                <a:gd name="T5" fmla="*/ 8 h 111"/>
                <a:gd name="T6" fmla="*/ 71 w 110"/>
                <a:gd name="T7" fmla="*/ 11 h 111"/>
                <a:gd name="T8" fmla="*/ 73 w 110"/>
                <a:gd name="T9" fmla="*/ 16 h 111"/>
                <a:gd name="T10" fmla="*/ 76 w 110"/>
                <a:gd name="T11" fmla="*/ 19 h 111"/>
                <a:gd name="T12" fmla="*/ 83 w 110"/>
                <a:gd name="T13" fmla="*/ 26 h 111"/>
                <a:gd name="T14" fmla="*/ 86 w 110"/>
                <a:gd name="T15" fmla="*/ 30 h 111"/>
                <a:gd name="T16" fmla="*/ 86 w 110"/>
                <a:gd name="T17" fmla="*/ 33 h 111"/>
                <a:gd name="T18" fmla="*/ 90 w 110"/>
                <a:gd name="T19" fmla="*/ 37 h 111"/>
                <a:gd name="T20" fmla="*/ 92 w 110"/>
                <a:gd name="T21" fmla="*/ 42 h 111"/>
                <a:gd name="T22" fmla="*/ 98 w 110"/>
                <a:gd name="T23" fmla="*/ 47 h 111"/>
                <a:gd name="T24" fmla="*/ 104 w 110"/>
                <a:gd name="T25" fmla="*/ 47 h 111"/>
                <a:gd name="T26" fmla="*/ 109 w 110"/>
                <a:gd name="T27" fmla="*/ 50 h 111"/>
                <a:gd name="T28" fmla="*/ 110 w 110"/>
                <a:gd name="T29" fmla="*/ 54 h 111"/>
                <a:gd name="T30" fmla="*/ 106 w 110"/>
                <a:gd name="T31" fmla="*/ 55 h 111"/>
                <a:gd name="T32" fmla="*/ 105 w 110"/>
                <a:gd name="T33" fmla="*/ 59 h 111"/>
                <a:gd name="T34" fmla="*/ 100 w 110"/>
                <a:gd name="T35" fmla="*/ 61 h 111"/>
                <a:gd name="T36" fmla="*/ 94 w 110"/>
                <a:gd name="T37" fmla="*/ 61 h 111"/>
                <a:gd name="T38" fmla="*/ 89 w 110"/>
                <a:gd name="T39" fmla="*/ 65 h 111"/>
                <a:gd name="T40" fmla="*/ 86 w 110"/>
                <a:gd name="T41" fmla="*/ 69 h 111"/>
                <a:gd name="T42" fmla="*/ 80 w 110"/>
                <a:gd name="T43" fmla="*/ 74 h 111"/>
                <a:gd name="T44" fmla="*/ 81 w 110"/>
                <a:gd name="T45" fmla="*/ 79 h 111"/>
                <a:gd name="T46" fmla="*/ 77 w 110"/>
                <a:gd name="T47" fmla="*/ 80 h 111"/>
                <a:gd name="T48" fmla="*/ 75 w 110"/>
                <a:gd name="T49" fmla="*/ 84 h 111"/>
                <a:gd name="T50" fmla="*/ 71 w 110"/>
                <a:gd name="T51" fmla="*/ 87 h 111"/>
                <a:gd name="T52" fmla="*/ 67 w 110"/>
                <a:gd name="T53" fmla="*/ 92 h 111"/>
                <a:gd name="T54" fmla="*/ 65 w 110"/>
                <a:gd name="T55" fmla="*/ 97 h 111"/>
                <a:gd name="T56" fmla="*/ 61 w 110"/>
                <a:gd name="T57" fmla="*/ 99 h 111"/>
                <a:gd name="T58" fmla="*/ 56 w 110"/>
                <a:gd name="T59" fmla="*/ 97 h 111"/>
                <a:gd name="T60" fmla="*/ 50 w 110"/>
                <a:gd name="T61" fmla="*/ 99 h 111"/>
                <a:gd name="T62" fmla="*/ 43 w 110"/>
                <a:gd name="T63" fmla="*/ 94 h 111"/>
                <a:gd name="T64" fmla="*/ 32 w 110"/>
                <a:gd name="T65" fmla="*/ 96 h 111"/>
                <a:gd name="T66" fmla="*/ 25 w 110"/>
                <a:gd name="T67" fmla="*/ 105 h 111"/>
                <a:gd name="T68" fmla="*/ 19 w 110"/>
                <a:gd name="T69" fmla="*/ 109 h 111"/>
                <a:gd name="T70" fmla="*/ 13 w 110"/>
                <a:gd name="T71" fmla="*/ 111 h 111"/>
                <a:gd name="T72" fmla="*/ 6 w 110"/>
                <a:gd name="T73" fmla="*/ 108 h 111"/>
                <a:gd name="T74" fmla="*/ 5 w 110"/>
                <a:gd name="T75" fmla="*/ 95 h 111"/>
                <a:gd name="T76" fmla="*/ 0 w 110"/>
                <a:gd name="T77" fmla="*/ 88 h 111"/>
                <a:gd name="T78" fmla="*/ 2 w 110"/>
                <a:gd name="T79" fmla="*/ 51 h 111"/>
                <a:gd name="T80" fmla="*/ 23 w 110"/>
                <a:gd name="T81" fmla="*/ 8 h 111"/>
                <a:gd name="T82" fmla="*/ 40 w 110"/>
                <a:gd name="T83" fmla="*/ 5 h 111"/>
                <a:gd name="T84" fmla="*/ 42 w 110"/>
                <a:gd name="T85" fmla="*/ 7 h 111"/>
                <a:gd name="T86" fmla="*/ 42 w 110"/>
                <a:gd name="T87" fmla="*/ 9 h 111"/>
                <a:gd name="T88" fmla="*/ 48 w 110"/>
                <a:gd name="T89" fmla="*/ 4 h 111"/>
                <a:gd name="T90" fmla="*/ 55 w 110"/>
                <a:gd name="T91" fmla="*/ 3 h 111"/>
                <a:gd name="T92" fmla="*/ 61 w 110"/>
                <a:gd name="T9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0" h="111">
                  <a:moveTo>
                    <a:pt x="64" y="0"/>
                  </a:moveTo>
                  <a:lnTo>
                    <a:pt x="64" y="0"/>
                  </a:lnTo>
                  <a:lnTo>
                    <a:pt x="64" y="1"/>
                  </a:lnTo>
                  <a:lnTo>
                    <a:pt x="64" y="1"/>
                  </a:lnTo>
                  <a:lnTo>
                    <a:pt x="64" y="3"/>
                  </a:lnTo>
                  <a:lnTo>
                    <a:pt x="64" y="4"/>
                  </a:lnTo>
                  <a:lnTo>
                    <a:pt x="65" y="5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9" y="9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1" y="12"/>
                  </a:lnTo>
                  <a:lnTo>
                    <a:pt x="72" y="15"/>
                  </a:lnTo>
                  <a:lnTo>
                    <a:pt x="73" y="16"/>
                  </a:lnTo>
                  <a:lnTo>
                    <a:pt x="73" y="17"/>
                  </a:lnTo>
                  <a:lnTo>
                    <a:pt x="75" y="19"/>
                  </a:lnTo>
                  <a:lnTo>
                    <a:pt x="76" y="19"/>
                  </a:lnTo>
                  <a:lnTo>
                    <a:pt x="76" y="20"/>
                  </a:lnTo>
                  <a:lnTo>
                    <a:pt x="80" y="25"/>
                  </a:lnTo>
                  <a:lnTo>
                    <a:pt x="83" y="26"/>
                  </a:lnTo>
                  <a:lnTo>
                    <a:pt x="84" y="28"/>
                  </a:lnTo>
                  <a:lnTo>
                    <a:pt x="85" y="29"/>
                  </a:lnTo>
                  <a:lnTo>
                    <a:pt x="86" y="30"/>
                  </a:lnTo>
                  <a:lnTo>
                    <a:pt x="86" y="30"/>
                  </a:lnTo>
                  <a:lnTo>
                    <a:pt x="86" y="32"/>
                  </a:lnTo>
                  <a:lnTo>
                    <a:pt x="86" y="33"/>
                  </a:lnTo>
                  <a:lnTo>
                    <a:pt x="89" y="33"/>
                  </a:lnTo>
                  <a:lnTo>
                    <a:pt x="90" y="34"/>
                  </a:lnTo>
                  <a:lnTo>
                    <a:pt x="90" y="37"/>
                  </a:lnTo>
                  <a:lnTo>
                    <a:pt x="90" y="40"/>
                  </a:lnTo>
                  <a:lnTo>
                    <a:pt x="92" y="41"/>
                  </a:lnTo>
                  <a:lnTo>
                    <a:pt x="92" y="42"/>
                  </a:lnTo>
                  <a:lnTo>
                    <a:pt x="94" y="45"/>
                  </a:lnTo>
                  <a:lnTo>
                    <a:pt x="96" y="46"/>
                  </a:lnTo>
                  <a:lnTo>
                    <a:pt x="98" y="47"/>
                  </a:lnTo>
                  <a:lnTo>
                    <a:pt x="100" y="46"/>
                  </a:lnTo>
                  <a:lnTo>
                    <a:pt x="102" y="47"/>
                  </a:lnTo>
                  <a:lnTo>
                    <a:pt x="104" y="47"/>
                  </a:lnTo>
                  <a:lnTo>
                    <a:pt x="106" y="49"/>
                  </a:lnTo>
                  <a:lnTo>
                    <a:pt x="108" y="49"/>
                  </a:lnTo>
                  <a:lnTo>
                    <a:pt x="109" y="50"/>
                  </a:lnTo>
                  <a:lnTo>
                    <a:pt x="109" y="51"/>
                  </a:lnTo>
                  <a:lnTo>
                    <a:pt x="110" y="53"/>
                  </a:lnTo>
                  <a:lnTo>
                    <a:pt x="110" y="54"/>
                  </a:lnTo>
                  <a:lnTo>
                    <a:pt x="109" y="54"/>
                  </a:lnTo>
                  <a:lnTo>
                    <a:pt x="108" y="54"/>
                  </a:lnTo>
                  <a:lnTo>
                    <a:pt x="106" y="55"/>
                  </a:lnTo>
                  <a:lnTo>
                    <a:pt x="105" y="55"/>
                  </a:lnTo>
                  <a:lnTo>
                    <a:pt x="105" y="57"/>
                  </a:lnTo>
                  <a:lnTo>
                    <a:pt x="105" y="59"/>
                  </a:lnTo>
                  <a:lnTo>
                    <a:pt x="102" y="59"/>
                  </a:lnTo>
                  <a:lnTo>
                    <a:pt x="101" y="61"/>
                  </a:lnTo>
                  <a:lnTo>
                    <a:pt x="100" y="61"/>
                  </a:lnTo>
                  <a:lnTo>
                    <a:pt x="98" y="61"/>
                  </a:lnTo>
                  <a:lnTo>
                    <a:pt x="97" y="61"/>
                  </a:lnTo>
                  <a:lnTo>
                    <a:pt x="94" y="61"/>
                  </a:lnTo>
                  <a:lnTo>
                    <a:pt x="92" y="63"/>
                  </a:lnTo>
                  <a:lnTo>
                    <a:pt x="92" y="65"/>
                  </a:lnTo>
                  <a:lnTo>
                    <a:pt x="89" y="65"/>
                  </a:lnTo>
                  <a:lnTo>
                    <a:pt x="89" y="66"/>
                  </a:lnTo>
                  <a:lnTo>
                    <a:pt x="88" y="67"/>
                  </a:lnTo>
                  <a:lnTo>
                    <a:pt x="86" y="69"/>
                  </a:lnTo>
                  <a:lnTo>
                    <a:pt x="85" y="69"/>
                  </a:lnTo>
                  <a:lnTo>
                    <a:pt x="84" y="69"/>
                  </a:lnTo>
                  <a:lnTo>
                    <a:pt x="80" y="74"/>
                  </a:lnTo>
                  <a:lnTo>
                    <a:pt x="80" y="76"/>
                  </a:lnTo>
                  <a:lnTo>
                    <a:pt x="81" y="78"/>
                  </a:lnTo>
                  <a:lnTo>
                    <a:pt x="81" y="79"/>
                  </a:lnTo>
                  <a:lnTo>
                    <a:pt x="79" y="79"/>
                  </a:lnTo>
                  <a:lnTo>
                    <a:pt x="79" y="80"/>
                  </a:lnTo>
                  <a:lnTo>
                    <a:pt x="77" y="80"/>
                  </a:lnTo>
                  <a:lnTo>
                    <a:pt x="76" y="82"/>
                  </a:lnTo>
                  <a:lnTo>
                    <a:pt x="75" y="83"/>
                  </a:lnTo>
                  <a:lnTo>
                    <a:pt x="75" y="84"/>
                  </a:lnTo>
                  <a:lnTo>
                    <a:pt x="73" y="86"/>
                  </a:lnTo>
                  <a:lnTo>
                    <a:pt x="72" y="86"/>
                  </a:lnTo>
                  <a:lnTo>
                    <a:pt x="71" y="87"/>
                  </a:lnTo>
                  <a:lnTo>
                    <a:pt x="68" y="87"/>
                  </a:lnTo>
                  <a:lnTo>
                    <a:pt x="67" y="88"/>
                  </a:lnTo>
                  <a:lnTo>
                    <a:pt x="67" y="92"/>
                  </a:lnTo>
                  <a:lnTo>
                    <a:pt x="65" y="94"/>
                  </a:lnTo>
                  <a:lnTo>
                    <a:pt x="65" y="95"/>
                  </a:lnTo>
                  <a:lnTo>
                    <a:pt x="65" y="97"/>
                  </a:lnTo>
                  <a:lnTo>
                    <a:pt x="65" y="97"/>
                  </a:lnTo>
                  <a:lnTo>
                    <a:pt x="63" y="100"/>
                  </a:lnTo>
                  <a:lnTo>
                    <a:pt x="61" y="99"/>
                  </a:lnTo>
                  <a:lnTo>
                    <a:pt x="60" y="97"/>
                  </a:lnTo>
                  <a:lnTo>
                    <a:pt x="59" y="97"/>
                  </a:lnTo>
                  <a:lnTo>
                    <a:pt x="56" y="97"/>
                  </a:lnTo>
                  <a:lnTo>
                    <a:pt x="54" y="99"/>
                  </a:lnTo>
                  <a:lnTo>
                    <a:pt x="51" y="9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44" y="96"/>
                  </a:lnTo>
                  <a:lnTo>
                    <a:pt x="43" y="94"/>
                  </a:lnTo>
                  <a:lnTo>
                    <a:pt x="39" y="94"/>
                  </a:lnTo>
                  <a:lnTo>
                    <a:pt x="35" y="94"/>
                  </a:lnTo>
                  <a:lnTo>
                    <a:pt x="32" y="96"/>
                  </a:lnTo>
                  <a:lnTo>
                    <a:pt x="31" y="101"/>
                  </a:lnTo>
                  <a:lnTo>
                    <a:pt x="29" y="104"/>
                  </a:lnTo>
                  <a:lnTo>
                    <a:pt x="25" y="105"/>
                  </a:lnTo>
                  <a:lnTo>
                    <a:pt x="23" y="107"/>
                  </a:lnTo>
                  <a:lnTo>
                    <a:pt x="22" y="108"/>
                  </a:lnTo>
                  <a:lnTo>
                    <a:pt x="19" y="109"/>
                  </a:lnTo>
                  <a:lnTo>
                    <a:pt x="17" y="111"/>
                  </a:lnTo>
                  <a:lnTo>
                    <a:pt x="14" y="109"/>
                  </a:lnTo>
                  <a:lnTo>
                    <a:pt x="13" y="111"/>
                  </a:lnTo>
                  <a:lnTo>
                    <a:pt x="9" y="111"/>
                  </a:lnTo>
                  <a:lnTo>
                    <a:pt x="6" y="111"/>
                  </a:lnTo>
                  <a:lnTo>
                    <a:pt x="6" y="108"/>
                  </a:lnTo>
                  <a:lnTo>
                    <a:pt x="7" y="104"/>
                  </a:lnTo>
                  <a:lnTo>
                    <a:pt x="7" y="101"/>
                  </a:lnTo>
                  <a:lnTo>
                    <a:pt x="5" y="95"/>
                  </a:lnTo>
                  <a:lnTo>
                    <a:pt x="4" y="9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51"/>
                  </a:lnTo>
                  <a:lnTo>
                    <a:pt x="13" y="50"/>
                  </a:lnTo>
                  <a:lnTo>
                    <a:pt x="14" y="8"/>
                  </a:lnTo>
                  <a:lnTo>
                    <a:pt x="23" y="8"/>
                  </a:lnTo>
                  <a:lnTo>
                    <a:pt x="35" y="5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0" y="4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3" y="8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11"/>
                  </a:lnTo>
                  <a:lnTo>
                    <a:pt x="47" y="8"/>
                  </a:lnTo>
                  <a:lnTo>
                    <a:pt x="48" y="4"/>
                  </a:lnTo>
                  <a:lnTo>
                    <a:pt x="51" y="3"/>
                  </a:lnTo>
                  <a:lnTo>
                    <a:pt x="54" y="1"/>
                  </a:lnTo>
                  <a:lnTo>
                    <a:pt x="55" y="3"/>
                  </a:lnTo>
                  <a:lnTo>
                    <a:pt x="56" y="3"/>
                  </a:lnTo>
                  <a:lnTo>
                    <a:pt x="57" y="1"/>
                  </a:lnTo>
                  <a:lnTo>
                    <a:pt x="61" y="0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1" name="Freeform 482">
              <a:extLst>
                <a:ext uri="{FF2B5EF4-FFF2-40B4-BE49-F238E27FC236}">
                  <a16:creationId xmlns:a16="http://schemas.microsoft.com/office/drawing/2014/main" id="{2F811461-F981-46A0-8938-E616C7A10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-1643466" y="5947599"/>
              <a:ext cx="1012874" cy="955541"/>
            </a:xfrm>
            <a:custGeom>
              <a:avLst/>
              <a:gdLst>
                <a:gd name="T0" fmla="*/ 17 w 159"/>
                <a:gd name="T1" fmla="*/ 1 h 150"/>
                <a:gd name="T2" fmla="*/ 21 w 159"/>
                <a:gd name="T3" fmla="*/ 1 h 150"/>
                <a:gd name="T4" fmla="*/ 22 w 159"/>
                <a:gd name="T5" fmla="*/ 4 h 150"/>
                <a:gd name="T6" fmla="*/ 27 w 159"/>
                <a:gd name="T7" fmla="*/ 6 h 150"/>
                <a:gd name="T8" fmla="*/ 31 w 159"/>
                <a:gd name="T9" fmla="*/ 5 h 150"/>
                <a:gd name="T10" fmla="*/ 77 w 159"/>
                <a:gd name="T11" fmla="*/ 5 h 150"/>
                <a:gd name="T12" fmla="*/ 80 w 159"/>
                <a:gd name="T13" fmla="*/ 9 h 150"/>
                <a:gd name="T14" fmla="*/ 87 w 159"/>
                <a:gd name="T15" fmla="*/ 10 h 150"/>
                <a:gd name="T16" fmla="*/ 91 w 159"/>
                <a:gd name="T17" fmla="*/ 11 h 150"/>
                <a:gd name="T18" fmla="*/ 97 w 159"/>
                <a:gd name="T19" fmla="*/ 11 h 150"/>
                <a:gd name="T20" fmla="*/ 100 w 159"/>
                <a:gd name="T21" fmla="*/ 10 h 150"/>
                <a:gd name="T22" fmla="*/ 106 w 159"/>
                <a:gd name="T23" fmla="*/ 13 h 150"/>
                <a:gd name="T24" fmla="*/ 109 w 159"/>
                <a:gd name="T25" fmla="*/ 11 h 150"/>
                <a:gd name="T26" fmla="*/ 113 w 159"/>
                <a:gd name="T27" fmla="*/ 13 h 150"/>
                <a:gd name="T28" fmla="*/ 116 w 159"/>
                <a:gd name="T29" fmla="*/ 13 h 150"/>
                <a:gd name="T30" fmla="*/ 118 w 159"/>
                <a:gd name="T31" fmla="*/ 14 h 150"/>
                <a:gd name="T32" fmla="*/ 150 w 159"/>
                <a:gd name="T33" fmla="*/ 7 h 150"/>
                <a:gd name="T34" fmla="*/ 154 w 159"/>
                <a:gd name="T35" fmla="*/ 6 h 150"/>
                <a:gd name="T36" fmla="*/ 156 w 159"/>
                <a:gd name="T37" fmla="*/ 7 h 150"/>
                <a:gd name="T38" fmla="*/ 156 w 159"/>
                <a:gd name="T39" fmla="*/ 10 h 150"/>
                <a:gd name="T40" fmla="*/ 150 w 159"/>
                <a:gd name="T41" fmla="*/ 13 h 150"/>
                <a:gd name="T42" fmla="*/ 143 w 159"/>
                <a:gd name="T43" fmla="*/ 14 h 150"/>
                <a:gd name="T44" fmla="*/ 137 w 159"/>
                <a:gd name="T45" fmla="*/ 19 h 150"/>
                <a:gd name="T46" fmla="*/ 137 w 159"/>
                <a:gd name="T47" fmla="*/ 17 h 150"/>
                <a:gd name="T48" fmla="*/ 135 w 159"/>
                <a:gd name="T49" fmla="*/ 15 h 150"/>
                <a:gd name="T50" fmla="*/ 118 w 159"/>
                <a:gd name="T51" fmla="*/ 18 h 150"/>
                <a:gd name="T52" fmla="*/ 97 w 159"/>
                <a:gd name="T53" fmla="*/ 61 h 150"/>
                <a:gd name="T54" fmla="*/ 95 w 159"/>
                <a:gd name="T55" fmla="*/ 98 h 150"/>
                <a:gd name="T56" fmla="*/ 88 w 159"/>
                <a:gd name="T57" fmla="*/ 142 h 150"/>
                <a:gd name="T58" fmla="*/ 83 w 159"/>
                <a:gd name="T59" fmla="*/ 146 h 150"/>
                <a:gd name="T60" fmla="*/ 80 w 159"/>
                <a:gd name="T61" fmla="*/ 148 h 150"/>
                <a:gd name="T62" fmla="*/ 76 w 159"/>
                <a:gd name="T63" fmla="*/ 147 h 150"/>
                <a:gd name="T64" fmla="*/ 71 w 159"/>
                <a:gd name="T65" fmla="*/ 147 h 150"/>
                <a:gd name="T66" fmla="*/ 63 w 159"/>
                <a:gd name="T67" fmla="*/ 146 h 150"/>
                <a:gd name="T68" fmla="*/ 60 w 159"/>
                <a:gd name="T69" fmla="*/ 139 h 150"/>
                <a:gd name="T70" fmla="*/ 54 w 159"/>
                <a:gd name="T71" fmla="*/ 140 h 150"/>
                <a:gd name="T72" fmla="*/ 52 w 159"/>
                <a:gd name="T73" fmla="*/ 143 h 150"/>
                <a:gd name="T74" fmla="*/ 46 w 159"/>
                <a:gd name="T75" fmla="*/ 139 h 150"/>
                <a:gd name="T76" fmla="*/ 38 w 159"/>
                <a:gd name="T77" fmla="*/ 129 h 150"/>
                <a:gd name="T78" fmla="*/ 37 w 159"/>
                <a:gd name="T79" fmla="*/ 119 h 150"/>
                <a:gd name="T80" fmla="*/ 35 w 159"/>
                <a:gd name="T81" fmla="*/ 115 h 150"/>
                <a:gd name="T82" fmla="*/ 34 w 159"/>
                <a:gd name="T83" fmla="*/ 106 h 150"/>
                <a:gd name="T84" fmla="*/ 30 w 159"/>
                <a:gd name="T85" fmla="*/ 88 h 150"/>
                <a:gd name="T86" fmla="*/ 30 w 159"/>
                <a:gd name="T87" fmla="*/ 72 h 150"/>
                <a:gd name="T88" fmla="*/ 23 w 159"/>
                <a:gd name="T89" fmla="*/ 55 h 150"/>
                <a:gd name="T90" fmla="*/ 10 w 159"/>
                <a:gd name="T91" fmla="*/ 29 h 150"/>
                <a:gd name="T92" fmla="*/ 0 w 159"/>
                <a:gd name="T93" fmla="*/ 5 h 150"/>
                <a:gd name="T94" fmla="*/ 1 w 159"/>
                <a:gd name="T95" fmla="*/ 5 h 150"/>
                <a:gd name="T96" fmla="*/ 4 w 159"/>
                <a:gd name="T97" fmla="*/ 4 h 150"/>
                <a:gd name="T98" fmla="*/ 9 w 159"/>
                <a:gd name="T99" fmla="*/ 4 h 150"/>
                <a:gd name="T100" fmla="*/ 14 w 159"/>
                <a:gd name="T101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9" h="150">
                  <a:moveTo>
                    <a:pt x="14" y="0"/>
                  </a:moveTo>
                  <a:lnTo>
                    <a:pt x="17" y="1"/>
                  </a:lnTo>
                  <a:lnTo>
                    <a:pt x="17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5" y="6"/>
                  </a:lnTo>
                  <a:lnTo>
                    <a:pt x="27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4" y="5"/>
                  </a:lnTo>
                  <a:lnTo>
                    <a:pt x="77" y="5"/>
                  </a:lnTo>
                  <a:lnTo>
                    <a:pt x="79" y="5"/>
                  </a:lnTo>
                  <a:lnTo>
                    <a:pt x="80" y="7"/>
                  </a:lnTo>
                  <a:lnTo>
                    <a:pt x="80" y="9"/>
                  </a:lnTo>
                  <a:lnTo>
                    <a:pt x="83" y="10"/>
                  </a:lnTo>
                  <a:lnTo>
                    <a:pt x="85" y="10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89" y="11"/>
                  </a:lnTo>
                  <a:lnTo>
                    <a:pt x="91" y="11"/>
                  </a:lnTo>
                  <a:lnTo>
                    <a:pt x="92" y="11"/>
                  </a:lnTo>
                  <a:lnTo>
                    <a:pt x="95" y="10"/>
                  </a:lnTo>
                  <a:lnTo>
                    <a:pt x="97" y="11"/>
                  </a:lnTo>
                  <a:lnTo>
                    <a:pt x="99" y="11"/>
                  </a:lnTo>
                  <a:lnTo>
                    <a:pt x="100" y="10"/>
                  </a:lnTo>
                  <a:lnTo>
                    <a:pt x="100" y="10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9" y="13"/>
                  </a:lnTo>
                  <a:lnTo>
                    <a:pt x="109" y="11"/>
                  </a:lnTo>
                  <a:lnTo>
                    <a:pt x="110" y="11"/>
                  </a:lnTo>
                  <a:lnTo>
                    <a:pt x="112" y="11"/>
                  </a:lnTo>
                  <a:lnTo>
                    <a:pt x="113" y="13"/>
                  </a:lnTo>
                  <a:lnTo>
                    <a:pt x="113" y="13"/>
                  </a:lnTo>
                  <a:lnTo>
                    <a:pt x="114" y="13"/>
                  </a:lnTo>
                  <a:lnTo>
                    <a:pt x="116" y="13"/>
                  </a:lnTo>
                  <a:lnTo>
                    <a:pt x="116" y="14"/>
                  </a:lnTo>
                  <a:lnTo>
                    <a:pt x="117" y="14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49" y="6"/>
                  </a:lnTo>
                  <a:lnTo>
                    <a:pt x="150" y="7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4" y="6"/>
                  </a:lnTo>
                  <a:lnTo>
                    <a:pt x="154" y="7"/>
                  </a:lnTo>
                  <a:lnTo>
                    <a:pt x="155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9" y="10"/>
                  </a:lnTo>
                  <a:lnTo>
                    <a:pt x="156" y="10"/>
                  </a:lnTo>
                  <a:lnTo>
                    <a:pt x="152" y="11"/>
                  </a:lnTo>
                  <a:lnTo>
                    <a:pt x="151" y="13"/>
                  </a:lnTo>
                  <a:lnTo>
                    <a:pt x="150" y="13"/>
                  </a:lnTo>
                  <a:lnTo>
                    <a:pt x="149" y="11"/>
                  </a:lnTo>
                  <a:lnTo>
                    <a:pt x="146" y="13"/>
                  </a:lnTo>
                  <a:lnTo>
                    <a:pt x="143" y="14"/>
                  </a:lnTo>
                  <a:lnTo>
                    <a:pt x="142" y="18"/>
                  </a:lnTo>
                  <a:lnTo>
                    <a:pt x="138" y="21"/>
                  </a:lnTo>
                  <a:lnTo>
                    <a:pt x="137" y="19"/>
                  </a:lnTo>
                  <a:lnTo>
                    <a:pt x="137" y="18"/>
                  </a:lnTo>
                  <a:lnTo>
                    <a:pt x="138" y="18"/>
                  </a:lnTo>
                  <a:lnTo>
                    <a:pt x="137" y="17"/>
                  </a:lnTo>
                  <a:lnTo>
                    <a:pt x="137" y="15"/>
                  </a:lnTo>
                  <a:lnTo>
                    <a:pt x="135" y="14"/>
                  </a:lnTo>
                  <a:lnTo>
                    <a:pt x="135" y="15"/>
                  </a:lnTo>
                  <a:lnTo>
                    <a:pt x="133" y="15"/>
                  </a:lnTo>
                  <a:lnTo>
                    <a:pt x="130" y="15"/>
                  </a:lnTo>
                  <a:lnTo>
                    <a:pt x="118" y="18"/>
                  </a:lnTo>
                  <a:lnTo>
                    <a:pt x="109" y="18"/>
                  </a:lnTo>
                  <a:lnTo>
                    <a:pt x="108" y="60"/>
                  </a:lnTo>
                  <a:lnTo>
                    <a:pt x="97" y="61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3" y="142"/>
                  </a:lnTo>
                  <a:lnTo>
                    <a:pt x="92" y="142"/>
                  </a:lnTo>
                  <a:lnTo>
                    <a:pt x="88" y="142"/>
                  </a:lnTo>
                  <a:lnTo>
                    <a:pt x="85" y="143"/>
                  </a:lnTo>
                  <a:lnTo>
                    <a:pt x="84" y="146"/>
                  </a:lnTo>
                  <a:lnTo>
                    <a:pt x="83" y="146"/>
                  </a:lnTo>
                  <a:lnTo>
                    <a:pt x="81" y="147"/>
                  </a:lnTo>
                  <a:lnTo>
                    <a:pt x="81" y="150"/>
                  </a:lnTo>
                  <a:lnTo>
                    <a:pt x="80" y="148"/>
                  </a:lnTo>
                  <a:lnTo>
                    <a:pt x="79" y="150"/>
                  </a:lnTo>
                  <a:lnTo>
                    <a:pt x="77" y="147"/>
                  </a:lnTo>
                  <a:lnTo>
                    <a:pt x="76" y="147"/>
                  </a:lnTo>
                  <a:lnTo>
                    <a:pt x="75" y="148"/>
                  </a:lnTo>
                  <a:lnTo>
                    <a:pt x="72" y="148"/>
                  </a:lnTo>
                  <a:lnTo>
                    <a:pt x="71" y="147"/>
                  </a:lnTo>
                  <a:lnTo>
                    <a:pt x="70" y="148"/>
                  </a:lnTo>
                  <a:lnTo>
                    <a:pt x="67" y="147"/>
                  </a:lnTo>
                  <a:lnTo>
                    <a:pt x="63" y="146"/>
                  </a:lnTo>
                  <a:lnTo>
                    <a:pt x="62" y="142"/>
                  </a:lnTo>
                  <a:lnTo>
                    <a:pt x="62" y="139"/>
                  </a:lnTo>
                  <a:lnTo>
                    <a:pt x="60" y="139"/>
                  </a:lnTo>
                  <a:lnTo>
                    <a:pt x="59" y="136"/>
                  </a:lnTo>
                  <a:lnTo>
                    <a:pt x="55" y="138"/>
                  </a:lnTo>
                  <a:lnTo>
                    <a:pt x="54" y="140"/>
                  </a:lnTo>
                  <a:lnTo>
                    <a:pt x="55" y="140"/>
                  </a:lnTo>
                  <a:lnTo>
                    <a:pt x="55" y="143"/>
                  </a:lnTo>
                  <a:lnTo>
                    <a:pt x="52" y="143"/>
                  </a:lnTo>
                  <a:lnTo>
                    <a:pt x="51" y="144"/>
                  </a:lnTo>
                  <a:lnTo>
                    <a:pt x="47" y="140"/>
                  </a:lnTo>
                  <a:lnTo>
                    <a:pt x="46" y="139"/>
                  </a:lnTo>
                  <a:lnTo>
                    <a:pt x="43" y="136"/>
                  </a:lnTo>
                  <a:lnTo>
                    <a:pt x="41" y="131"/>
                  </a:lnTo>
                  <a:lnTo>
                    <a:pt x="38" y="129"/>
                  </a:lnTo>
                  <a:lnTo>
                    <a:pt x="38" y="123"/>
                  </a:lnTo>
                  <a:lnTo>
                    <a:pt x="37" y="122"/>
                  </a:lnTo>
                  <a:lnTo>
                    <a:pt x="37" y="119"/>
                  </a:lnTo>
                  <a:lnTo>
                    <a:pt x="38" y="118"/>
                  </a:lnTo>
                  <a:lnTo>
                    <a:pt x="37" y="115"/>
                  </a:lnTo>
                  <a:lnTo>
                    <a:pt x="35" y="115"/>
                  </a:lnTo>
                  <a:lnTo>
                    <a:pt x="34" y="109"/>
                  </a:lnTo>
                  <a:lnTo>
                    <a:pt x="33" y="107"/>
                  </a:lnTo>
                  <a:lnTo>
                    <a:pt x="34" y="106"/>
                  </a:lnTo>
                  <a:lnTo>
                    <a:pt x="33" y="102"/>
                  </a:lnTo>
                  <a:lnTo>
                    <a:pt x="34" y="97"/>
                  </a:lnTo>
                  <a:lnTo>
                    <a:pt x="30" y="88"/>
                  </a:lnTo>
                  <a:lnTo>
                    <a:pt x="30" y="79"/>
                  </a:lnTo>
                  <a:lnTo>
                    <a:pt x="27" y="73"/>
                  </a:lnTo>
                  <a:lnTo>
                    <a:pt x="30" y="72"/>
                  </a:lnTo>
                  <a:lnTo>
                    <a:pt x="30" y="68"/>
                  </a:lnTo>
                  <a:lnTo>
                    <a:pt x="23" y="59"/>
                  </a:lnTo>
                  <a:lnTo>
                    <a:pt x="23" y="55"/>
                  </a:lnTo>
                  <a:lnTo>
                    <a:pt x="17" y="47"/>
                  </a:lnTo>
                  <a:lnTo>
                    <a:pt x="17" y="42"/>
                  </a:lnTo>
                  <a:lnTo>
                    <a:pt x="10" y="29"/>
                  </a:lnTo>
                  <a:lnTo>
                    <a:pt x="6" y="22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9" y="5"/>
                  </a:lnTo>
                  <a:lnTo>
                    <a:pt x="9" y="4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2" name="Freeform 483">
              <a:extLst>
                <a:ext uri="{FF2B5EF4-FFF2-40B4-BE49-F238E27FC236}">
                  <a16:creationId xmlns:a16="http://schemas.microsoft.com/office/drawing/2014/main" id="{E876B1A0-1439-4166-B6CB-42623C83A1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35760" y="6336187"/>
              <a:ext cx="293032" cy="222962"/>
            </a:xfrm>
            <a:custGeom>
              <a:avLst/>
              <a:gdLst>
                <a:gd name="T0" fmla="*/ 45 w 46"/>
                <a:gd name="T1" fmla="*/ 20 h 35"/>
                <a:gd name="T2" fmla="*/ 46 w 46"/>
                <a:gd name="T3" fmla="*/ 21 h 35"/>
                <a:gd name="T4" fmla="*/ 46 w 46"/>
                <a:gd name="T5" fmla="*/ 24 h 35"/>
                <a:gd name="T6" fmla="*/ 45 w 46"/>
                <a:gd name="T7" fmla="*/ 24 h 35"/>
                <a:gd name="T8" fmla="*/ 44 w 46"/>
                <a:gd name="T9" fmla="*/ 25 h 35"/>
                <a:gd name="T10" fmla="*/ 43 w 46"/>
                <a:gd name="T11" fmla="*/ 23 h 35"/>
                <a:gd name="T12" fmla="*/ 43 w 46"/>
                <a:gd name="T13" fmla="*/ 20 h 35"/>
                <a:gd name="T14" fmla="*/ 45 w 46"/>
                <a:gd name="T15" fmla="*/ 20 h 35"/>
                <a:gd name="T16" fmla="*/ 37 w 46"/>
                <a:gd name="T17" fmla="*/ 8 h 35"/>
                <a:gd name="T18" fmla="*/ 39 w 46"/>
                <a:gd name="T19" fmla="*/ 10 h 35"/>
                <a:gd name="T20" fmla="*/ 39 w 46"/>
                <a:gd name="T21" fmla="*/ 11 h 35"/>
                <a:gd name="T22" fmla="*/ 37 w 46"/>
                <a:gd name="T23" fmla="*/ 14 h 35"/>
                <a:gd name="T24" fmla="*/ 40 w 46"/>
                <a:gd name="T25" fmla="*/ 15 h 35"/>
                <a:gd name="T26" fmla="*/ 39 w 46"/>
                <a:gd name="T27" fmla="*/ 16 h 35"/>
                <a:gd name="T28" fmla="*/ 36 w 46"/>
                <a:gd name="T29" fmla="*/ 15 h 35"/>
                <a:gd name="T30" fmla="*/ 35 w 46"/>
                <a:gd name="T31" fmla="*/ 12 h 35"/>
                <a:gd name="T32" fmla="*/ 35 w 46"/>
                <a:gd name="T33" fmla="*/ 11 h 35"/>
                <a:gd name="T34" fmla="*/ 35 w 46"/>
                <a:gd name="T35" fmla="*/ 11 h 35"/>
                <a:gd name="T36" fmla="*/ 37 w 46"/>
                <a:gd name="T37" fmla="*/ 8 h 35"/>
                <a:gd name="T38" fmla="*/ 29 w 46"/>
                <a:gd name="T39" fmla="*/ 6 h 35"/>
                <a:gd name="T40" fmla="*/ 31 w 46"/>
                <a:gd name="T41" fmla="*/ 6 h 35"/>
                <a:gd name="T42" fmla="*/ 32 w 46"/>
                <a:gd name="T43" fmla="*/ 7 h 35"/>
                <a:gd name="T44" fmla="*/ 29 w 46"/>
                <a:gd name="T45" fmla="*/ 10 h 35"/>
                <a:gd name="T46" fmla="*/ 28 w 46"/>
                <a:gd name="T47" fmla="*/ 10 h 35"/>
                <a:gd name="T48" fmla="*/ 29 w 46"/>
                <a:gd name="T49" fmla="*/ 7 h 35"/>
                <a:gd name="T50" fmla="*/ 29 w 46"/>
                <a:gd name="T51" fmla="*/ 6 h 35"/>
                <a:gd name="T52" fmla="*/ 0 w 46"/>
                <a:gd name="T53" fmla="*/ 0 h 35"/>
                <a:gd name="T54" fmla="*/ 3 w 46"/>
                <a:gd name="T55" fmla="*/ 4 h 35"/>
                <a:gd name="T56" fmla="*/ 4 w 46"/>
                <a:gd name="T57" fmla="*/ 2 h 35"/>
                <a:gd name="T58" fmla="*/ 6 w 46"/>
                <a:gd name="T59" fmla="*/ 4 h 35"/>
                <a:gd name="T60" fmla="*/ 6 w 46"/>
                <a:gd name="T61" fmla="*/ 6 h 35"/>
                <a:gd name="T62" fmla="*/ 10 w 46"/>
                <a:gd name="T63" fmla="*/ 8 h 35"/>
                <a:gd name="T64" fmla="*/ 11 w 46"/>
                <a:gd name="T65" fmla="*/ 10 h 35"/>
                <a:gd name="T66" fmla="*/ 12 w 46"/>
                <a:gd name="T67" fmla="*/ 11 h 35"/>
                <a:gd name="T68" fmla="*/ 16 w 46"/>
                <a:gd name="T69" fmla="*/ 16 h 35"/>
                <a:gd name="T70" fmla="*/ 19 w 46"/>
                <a:gd name="T71" fmla="*/ 21 h 35"/>
                <a:gd name="T72" fmla="*/ 20 w 46"/>
                <a:gd name="T73" fmla="*/ 20 h 35"/>
                <a:gd name="T74" fmla="*/ 23 w 46"/>
                <a:gd name="T75" fmla="*/ 21 h 35"/>
                <a:gd name="T76" fmla="*/ 25 w 46"/>
                <a:gd name="T77" fmla="*/ 27 h 35"/>
                <a:gd name="T78" fmla="*/ 29 w 46"/>
                <a:gd name="T79" fmla="*/ 29 h 35"/>
                <a:gd name="T80" fmla="*/ 31 w 46"/>
                <a:gd name="T81" fmla="*/ 31 h 35"/>
                <a:gd name="T82" fmla="*/ 31 w 46"/>
                <a:gd name="T83" fmla="*/ 35 h 35"/>
                <a:gd name="T84" fmla="*/ 29 w 46"/>
                <a:gd name="T85" fmla="*/ 33 h 35"/>
                <a:gd name="T86" fmla="*/ 28 w 46"/>
                <a:gd name="T87" fmla="*/ 33 h 35"/>
                <a:gd name="T88" fmla="*/ 25 w 46"/>
                <a:gd name="T89" fmla="*/ 32 h 35"/>
                <a:gd name="T90" fmla="*/ 24 w 46"/>
                <a:gd name="T91" fmla="*/ 32 h 35"/>
                <a:gd name="T92" fmla="*/ 21 w 46"/>
                <a:gd name="T93" fmla="*/ 31 h 35"/>
                <a:gd name="T94" fmla="*/ 21 w 46"/>
                <a:gd name="T95" fmla="*/ 28 h 35"/>
                <a:gd name="T96" fmla="*/ 18 w 46"/>
                <a:gd name="T97" fmla="*/ 28 h 35"/>
                <a:gd name="T98" fmla="*/ 18 w 46"/>
                <a:gd name="T99" fmla="*/ 25 h 35"/>
                <a:gd name="T100" fmla="*/ 16 w 46"/>
                <a:gd name="T101" fmla="*/ 24 h 35"/>
                <a:gd name="T102" fmla="*/ 15 w 46"/>
                <a:gd name="T103" fmla="*/ 25 h 35"/>
                <a:gd name="T104" fmla="*/ 14 w 46"/>
                <a:gd name="T105" fmla="*/ 21 h 35"/>
                <a:gd name="T106" fmla="*/ 11 w 46"/>
                <a:gd name="T107" fmla="*/ 19 h 35"/>
                <a:gd name="T108" fmla="*/ 10 w 46"/>
                <a:gd name="T109" fmla="*/ 18 h 35"/>
                <a:gd name="T110" fmla="*/ 8 w 46"/>
                <a:gd name="T111" fmla="*/ 18 h 35"/>
                <a:gd name="T112" fmla="*/ 7 w 46"/>
                <a:gd name="T113" fmla="*/ 16 h 35"/>
                <a:gd name="T114" fmla="*/ 7 w 46"/>
                <a:gd name="T115" fmla="*/ 14 h 35"/>
                <a:gd name="T116" fmla="*/ 4 w 46"/>
                <a:gd name="T117" fmla="*/ 12 h 35"/>
                <a:gd name="T118" fmla="*/ 2 w 46"/>
                <a:gd name="T119" fmla="*/ 6 h 35"/>
                <a:gd name="T120" fmla="*/ 2 w 46"/>
                <a:gd name="T121" fmla="*/ 3 h 35"/>
                <a:gd name="T122" fmla="*/ 0 w 46"/>
                <a:gd name="T123" fmla="*/ 2 h 35"/>
                <a:gd name="T124" fmla="*/ 0 w 46"/>
                <a:gd name="T12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" h="35">
                  <a:moveTo>
                    <a:pt x="45" y="20"/>
                  </a:moveTo>
                  <a:lnTo>
                    <a:pt x="46" y="21"/>
                  </a:lnTo>
                  <a:lnTo>
                    <a:pt x="46" y="24"/>
                  </a:lnTo>
                  <a:lnTo>
                    <a:pt x="45" y="24"/>
                  </a:lnTo>
                  <a:lnTo>
                    <a:pt x="44" y="25"/>
                  </a:lnTo>
                  <a:lnTo>
                    <a:pt x="43" y="23"/>
                  </a:lnTo>
                  <a:lnTo>
                    <a:pt x="43" y="20"/>
                  </a:lnTo>
                  <a:lnTo>
                    <a:pt x="45" y="20"/>
                  </a:lnTo>
                  <a:close/>
                  <a:moveTo>
                    <a:pt x="37" y="8"/>
                  </a:moveTo>
                  <a:lnTo>
                    <a:pt x="39" y="10"/>
                  </a:lnTo>
                  <a:lnTo>
                    <a:pt x="39" y="11"/>
                  </a:lnTo>
                  <a:lnTo>
                    <a:pt x="37" y="14"/>
                  </a:lnTo>
                  <a:lnTo>
                    <a:pt x="40" y="15"/>
                  </a:lnTo>
                  <a:lnTo>
                    <a:pt x="39" y="16"/>
                  </a:lnTo>
                  <a:lnTo>
                    <a:pt x="36" y="15"/>
                  </a:lnTo>
                  <a:lnTo>
                    <a:pt x="35" y="12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8"/>
                  </a:lnTo>
                  <a:close/>
                  <a:moveTo>
                    <a:pt x="29" y="6"/>
                  </a:moveTo>
                  <a:lnTo>
                    <a:pt x="31" y="6"/>
                  </a:lnTo>
                  <a:lnTo>
                    <a:pt x="32" y="7"/>
                  </a:lnTo>
                  <a:lnTo>
                    <a:pt x="29" y="10"/>
                  </a:lnTo>
                  <a:lnTo>
                    <a:pt x="28" y="10"/>
                  </a:lnTo>
                  <a:lnTo>
                    <a:pt x="29" y="7"/>
                  </a:lnTo>
                  <a:lnTo>
                    <a:pt x="29" y="6"/>
                  </a:lnTo>
                  <a:close/>
                  <a:moveTo>
                    <a:pt x="0" y="0"/>
                  </a:moveTo>
                  <a:lnTo>
                    <a:pt x="3" y="4"/>
                  </a:lnTo>
                  <a:lnTo>
                    <a:pt x="4" y="2"/>
                  </a:lnTo>
                  <a:lnTo>
                    <a:pt x="6" y="4"/>
                  </a:lnTo>
                  <a:lnTo>
                    <a:pt x="6" y="6"/>
                  </a:lnTo>
                  <a:lnTo>
                    <a:pt x="10" y="8"/>
                  </a:lnTo>
                  <a:lnTo>
                    <a:pt x="11" y="10"/>
                  </a:lnTo>
                  <a:lnTo>
                    <a:pt x="12" y="11"/>
                  </a:lnTo>
                  <a:lnTo>
                    <a:pt x="16" y="16"/>
                  </a:lnTo>
                  <a:lnTo>
                    <a:pt x="19" y="21"/>
                  </a:lnTo>
                  <a:lnTo>
                    <a:pt x="20" y="20"/>
                  </a:lnTo>
                  <a:lnTo>
                    <a:pt x="23" y="21"/>
                  </a:lnTo>
                  <a:lnTo>
                    <a:pt x="25" y="27"/>
                  </a:lnTo>
                  <a:lnTo>
                    <a:pt x="29" y="29"/>
                  </a:lnTo>
                  <a:lnTo>
                    <a:pt x="31" y="31"/>
                  </a:lnTo>
                  <a:lnTo>
                    <a:pt x="31" y="35"/>
                  </a:lnTo>
                  <a:lnTo>
                    <a:pt x="29" y="33"/>
                  </a:lnTo>
                  <a:lnTo>
                    <a:pt x="28" y="33"/>
                  </a:lnTo>
                  <a:lnTo>
                    <a:pt x="25" y="32"/>
                  </a:lnTo>
                  <a:lnTo>
                    <a:pt x="24" y="32"/>
                  </a:lnTo>
                  <a:lnTo>
                    <a:pt x="21" y="31"/>
                  </a:lnTo>
                  <a:lnTo>
                    <a:pt x="21" y="28"/>
                  </a:lnTo>
                  <a:lnTo>
                    <a:pt x="18" y="28"/>
                  </a:lnTo>
                  <a:lnTo>
                    <a:pt x="18" y="25"/>
                  </a:lnTo>
                  <a:lnTo>
                    <a:pt x="16" y="24"/>
                  </a:lnTo>
                  <a:lnTo>
                    <a:pt x="15" y="25"/>
                  </a:lnTo>
                  <a:lnTo>
                    <a:pt x="14" y="21"/>
                  </a:lnTo>
                  <a:lnTo>
                    <a:pt x="11" y="19"/>
                  </a:lnTo>
                  <a:lnTo>
                    <a:pt x="10" y="18"/>
                  </a:lnTo>
                  <a:lnTo>
                    <a:pt x="8" y="18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4" y="12"/>
                  </a:lnTo>
                  <a:lnTo>
                    <a:pt x="2" y="6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3" name="Freeform 486">
              <a:extLst>
                <a:ext uri="{FF2B5EF4-FFF2-40B4-BE49-F238E27FC236}">
                  <a16:creationId xmlns:a16="http://schemas.microsoft.com/office/drawing/2014/main" id="{E5840D65-47A8-49A7-BE4D-0FC273773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366" y="6196042"/>
              <a:ext cx="44594" cy="50962"/>
            </a:xfrm>
            <a:custGeom>
              <a:avLst/>
              <a:gdLst>
                <a:gd name="T0" fmla="*/ 5 w 7"/>
                <a:gd name="T1" fmla="*/ 0 h 8"/>
                <a:gd name="T2" fmla="*/ 7 w 7"/>
                <a:gd name="T3" fmla="*/ 1 h 8"/>
                <a:gd name="T4" fmla="*/ 7 w 7"/>
                <a:gd name="T5" fmla="*/ 3 h 8"/>
                <a:gd name="T6" fmla="*/ 5 w 7"/>
                <a:gd name="T7" fmla="*/ 4 h 8"/>
                <a:gd name="T8" fmla="*/ 7 w 7"/>
                <a:gd name="T9" fmla="*/ 7 h 8"/>
                <a:gd name="T10" fmla="*/ 4 w 7"/>
                <a:gd name="T11" fmla="*/ 8 h 8"/>
                <a:gd name="T12" fmla="*/ 0 w 7"/>
                <a:gd name="T13" fmla="*/ 5 h 8"/>
                <a:gd name="T14" fmla="*/ 1 w 7"/>
                <a:gd name="T15" fmla="*/ 4 h 8"/>
                <a:gd name="T16" fmla="*/ 3 w 7"/>
                <a:gd name="T17" fmla="*/ 0 h 8"/>
                <a:gd name="T18" fmla="*/ 4 w 7"/>
                <a:gd name="T19" fmla="*/ 1 h 8"/>
                <a:gd name="T20" fmla="*/ 5 w 7"/>
                <a:gd name="T2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lnTo>
                    <a:pt x="7" y="1"/>
                  </a:lnTo>
                  <a:lnTo>
                    <a:pt x="7" y="3"/>
                  </a:lnTo>
                  <a:lnTo>
                    <a:pt x="5" y="4"/>
                  </a:lnTo>
                  <a:lnTo>
                    <a:pt x="7" y="7"/>
                  </a:lnTo>
                  <a:lnTo>
                    <a:pt x="4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0"/>
                  </a:lnTo>
                  <a:lnTo>
                    <a:pt x="4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4" name="Freeform 487">
              <a:extLst>
                <a:ext uri="{FF2B5EF4-FFF2-40B4-BE49-F238E27FC236}">
                  <a16:creationId xmlns:a16="http://schemas.microsoft.com/office/drawing/2014/main" id="{C321E780-1972-4FDC-B6D7-F939D2299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480" y="6253370"/>
              <a:ext cx="44594" cy="50962"/>
            </a:xfrm>
            <a:custGeom>
              <a:avLst/>
              <a:gdLst>
                <a:gd name="T0" fmla="*/ 2 w 7"/>
                <a:gd name="T1" fmla="*/ 0 h 8"/>
                <a:gd name="T2" fmla="*/ 4 w 7"/>
                <a:gd name="T3" fmla="*/ 2 h 8"/>
                <a:gd name="T4" fmla="*/ 6 w 7"/>
                <a:gd name="T5" fmla="*/ 4 h 8"/>
                <a:gd name="T6" fmla="*/ 7 w 7"/>
                <a:gd name="T7" fmla="*/ 6 h 8"/>
                <a:gd name="T8" fmla="*/ 4 w 7"/>
                <a:gd name="T9" fmla="*/ 8 h 8"/>
                <a:gd name="T10" fmla="*/ 3 w 7"/>
                <a:gd name="T11" fmla="*/ 8 h 8"/>
                <a:gd name="T12" fmla="*/ 0 w 7"/>
                <a:gd name="T13" fmla="*/ 4 h 8"/>
                <a:gd name="T14" fmla="*/ 0 w 7"/>
                <a:gd name="T15" fmla="*/ 2 h 8"/>
                <a:gd name="T16" fmla="*/ 2 w 7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lnTo>
                    <a:pt x="4" y="2"/>
                  </a:lnTo>
                  <a:lnTo>
                    <a:pt x="6" y="4"/>
                  </a:lnTo>
                  <a:lnTo>
                    <a:pt x="7" y="6"/>
                  </a:lnTo>
                  <a:lnTo>
                    <a:pt x="4" y="8"/>
                  </a:lnTo>
                  <a:lnTo>
                    <a:pt x="3" y="8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5" name="Freeform 488">
              <a:extLst>
                <a:ext uri="{FF2B5EF4-FFF2-40B4-BE49-F238E27FC236}">
                  <a16:creationId xmlns:a16="http://schemas.microsoft.com/office/drawing/2014/main" id="{653FDD12-EC0D-45B3-A46D-B0D6684552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4422" y="5565382"/>
              <a:ext cx="579698" cy="1076579"/>
            </a:xfrm>
            <a:custGeom>
              <a:avLst/>
              <a:gdLst>
                <a:gd name="T0" fmla="*/ 83 w 91"/>
                <a:gd name="T1" fmla="*/ 64 h 169"/>
                <a:gd name="T2" fmla="*/ 84 w 91"/>
                <a:gd name="T3" fmla="*/ 58 h 169"/>
                <a:gd name="T4" fmla="*/ 71 w 91"/>
                <a:gd name="T5" fmla="*/ 17 h 169"/>
                <a:gd name="T6" fmla="*/ 67 w 91"/>
                <a:gd name="T7" fmla="*/ 16 h 169"/>
                <a:gd name="T8" fmla="*/ 66 w 91"/>
                <a:gd name="T9" fmla="*/ 17 h 169"/>
                <a:gd name="T10" fmla="*/ 73 w 91"/>
                <a:gd name="T11" fmla="*/ 11 h 169"/>
                <a:gd name="T12" fmla="*/ 80 w 91"/>
                <a:gd name="T13" fmla="*/ 0 h 169"/>
                <a:gd name="T14" fmla="*/ 83 w 91"/>
                <a:gd name="T15" fmla="*/ 8 h 169"/>
                <a:gd name="T16" fmla="*/ 87 w 91"/>
                <a:gd name="T17" fmla="*/ 17 h 169"/>
                <a:gd name="T18" fmla="*/ 88 w 91"/>
                <a:gd name="T19" fmla="*/ 31 h 169"/>
                <a:gd name="T20" fmla="*/ 91 w 91"/>
                <a:gd name="T21" fmla="*/ 40 h 169"/>
                <a:gd name="T22" fmla="*/ 88 w 91"/>
                <a:gd name="T23" fmla="*/ 45 h 169"/>
                <a:gd name="T24" fmla="*/ 84 w 91"/>
                <a:gd name="T25" fmla="*/ 46 h 169"/>
                <a:gd name="T26" fmla="*/ 82 w 91"/>
                <a:gd name="T27" fmla="*/ 46 h 169"/>
                <a:gd name="T28" fmla="*/ 82 w 91"/>
                <a:gd name="T29" fmla="*/ 53 h 169"/>
                <a:gd name="T30" fmla="*/ 79 w 91"/>
                <a:gd name="T31" fmla="*/ 62 h 169"/>
                <a:gd name="T32" fmla="*/ 78 w 91"/>
                <a:gd name="T33" fmla="*/ 73 h 169"/>
                <a:gd name="T34" fmla="*/ 73 w 91"/>
                <a:gd name="T35" fmla="*/ 90 h 169"/>
                <a:gd name="T36" fmla="*/ 65 w 91"/>
                <a:gd name="T37" fmla="*/ 111 h 169"/>
                <a:gd name="T38" fmla="*/ 57 w 91"/>
                <a:gd name="T39" fmla="*/ 128 h 169"/>
                <a:gd name="T40" fmla="*/ 53 w 91"/>
                <a:gd name="T41" fmla="*/ 140 h 169"/>
                <a:gd name="T42" fmla="*/ 50 w 91"/>
                <a:gd name="T43" fmla="*/ 149 h 169"/>
                <a:gd name="T44" fmla="*/ 45 w 91"/>
                <a:gd name="T45" fmla="*/ 160 h 169"/>
                <a:gd name="T46" fmla="*/ 36 w 91"/>
                <a:gd name="T47" fmla="*/ 162 h 169"/>
                <a:gd name="T48" fmla="*/ 21 w 91"/>
                <a:gd name="T49" fmla="*/ 167 h 169"/>
                <a:gd name="T50" fmla="*/ 17 w 91"/>
                <a:gd name="T51" fmla="*/ 166 h 169"/>
                <a:gd name="T52" fmla="*/ 11 w 91"/>
                <a:gd name="T53" fmla="*/ 164 h 169"/>
                <a:gd name="T54" fmla="*/ 5 w 91"/>
                <a:gd name="T55" fmla="*/ 157 h 169"/>
                <a:gd name="T56" fmla="*/ 4 w 91"/>
                <a:gd name="T57" fmla="*/ 148 h 169"/>
                <a:gd name="T58" fmla="*/ 7 w 91"/>
                <a:gd name="T59" fmla="*/ 141 h 169"/>
                <a:gd name="T60" fmla="*/ 4 w 91"/>
                <a:gd name="T61" fmla="*/ 136 h 169"/>
                <a:gd name="T62" fmla="*/ 1 w 91"/>
                <a:gd name="T63" fmla="*/ 125 h 169"/>
                <a:gd name="T64" fmla="*/ 4 w 91"/>
                <a:gd name="T65" fmla="*/ 114 h 169"/>
                <a:gd name="T66" fmla="*/ 11 w 91"/>
                <a:gd name="T67" fmla="*/ 106 h 169"/>
                <a:gd name="T68" fmla="*/ 16 w 91"/>
                <a:gd name="T69" fmla="*/ 99 h 169"/>
                <a:gd name="T70" fmla="*/ 19 w 91"/>
                <a:gd name="T71" fmla="*/ 89 h 169"/>
                <a:gd name="T72" fmla="*/ 13 w 91"/>
                <a:gd name="T73" fmla="*/ 75 h 169"/>
                <a:gd name="T74" fmla="*/ 12 w 91"/>
                <a:gd name="T75" fmla="*/ 66 h 169"/>
                <a:gd name="T76" fmla="*/ 19 w 91"/>
                <a:gd name="T77" fmla="*/ 53 h 169"/>
                <a:gd name="T78" fmla="*/ 24 w 91"/>
                <a:gd name="T79" fmla="*/ 52 h 169"/>
                <a:gd name="T80" fmla="*/ 33 w 91"/>
                <a:gd name="T81" fmla="*/ 49 h 169"/>
                <a:gd name="T82" fmla="*/ 34 w 91"/>
                <a:gd name="T83" fmla="*/ 46 h 169"/>
                <a:gd name="T84" fmla="*/ 41 w 91"/>
                <a:gd name="T85" fmla="*/ 45 h 169"/>
                <a:gd name="T86" fmla="*/ 45 w 91"/>
                <a:gd name="T87" fmla="*/ 49 h 169"/>
                <a:gd name="T88" fmla="*/ 50 w 91"/>
                <a:gd name="T89" fmla="*/ 40 h 169"/>
                <a:gd name="T90" fmla="*/ 51 w 91"/>
                <a:gd name="T91" fmla="*/ 44 h 169"/>
                <a:gd name="T92" fmla="*/ 53 w 91"/>
                <a:gd name="T93" fmla="*/ 41 h 169"/>
                <a:gd name="T94" fmla="*/ 54 w 91"/>
                <a:gd name="T95" fmla="*/ 35 h 169"/>
                <a:gd name="T96" fmla="*/ 57 w 91"/>
                <a:gd name="T97" fmla="*/ 37 h 169"/>
                <a:gd name="T98" fmla="*/ 63 w 91"/>
                <a:gd name="T99" fmla="*/ 35 h 169"/>
                <a:gd name="T100" fmla="*/ 61 w 91"/>
                <a:gd name="T101" fmla="*/ 28 h 169"/>
                <a:gd name="T102" fmla="*/ 65 w 91"/>
                <a:gd name="T103" fmla="*/ 27 h 169"/>
                <a:gd name="T104" fmla="*/ 66 w 91"/>
                <a:gd name="T105" fmla="*/ 20 h 169"/>
                <a:gd name="T106" fmla="*/ 69 w 91"/>
                <a:gd name="T107" fmla="*/ 20 h 169"/>
                <a:gd name="T108" fmla="*/ 74 w 91"/>
                <a:gd name="T109" fmla="*/ 14 h 169"/>
                <a:gd name="T110" fmla="*/ 75 w 91"/>
                <a:gd name="T111" fmla="*/ 7 h 169"/>
                <a:gd name="T112" fmla="*/ 78 w 91"/>
                <a:gd name="T113" fmla="*/ 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1" h="169">
                  <a:moveTo>
                    <a:pt x="86" y="57"/>
                  </a:moveTo>
                  <a:lnTo>
                    <a:pt x="84" y="60"/>
                  </a:lnTo>
                  <a:lnTo>
                    <a:pt x="83" y="61"/>
                  </a:lnTo>
                  <a:lnTo>
                    <a:pt x="83" y="64"/>
                  </a:lnTo>
                  <a:lnTo>
                    <a:pt x="83" y="61"/>
                  </a:lnTo>
                  <a:lnTo>
                    <a:pt x="83" y="60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6" y="57"/>
                  </a:lnTo>
                  <a:close/>
                  <a:moveTo>
                    <a:pt x="71" y="15"/>
                  </a:moveTo>
                  <a:lnTo>
                    <a:pt x="71" y="16"/>
                  </a:lnTo>
                  <a:lnTo>
                    <a:pt x="71" y="17"/>
                  </a:lnTo>
                  <a:lnTo>
                    <a:pt x="70" y="16"/>
                  </a:lnTo>
                  <a:lnTo>
                    <a:pt x="71" y="15"/>
                  </a:lnTo>
                  <a:close/>
                  <a:moveTo>
                    <a:pt x="67" y="15"/>
                  </a:moveTo>
                  <a:lnTo>
                    <a:pt x="67" y="16"/>
                  </a:lnTo>
                  <a:lnTo>
                    <a:pt x="69" y="16"/>
                  </a:lnTo>
                  <a:lnTo>
                    <a:pt x="69" y="19"/>
                  </a:lnTo>
                  <a:lnTo>
                    <a:pt x="67" y="17"/>
                  </a:lnTo>
                  <a:lnTo>
                    <a:pt x="66" y="17"/>
                  </a:lnTo>
                  <a:lnTo>
                    <a:pt x="66" y="15"/>
                  </a:lnTo>
                  <a:lnTo>
                    <a:pt x="67" y="15"/>
                  </a:lnTo>
                  <a:close/>
                  <a:moveTo>
                    <a:pt x="73" y="10"/>
                  </a:moveTo>
                  <a:lnTo>
                    <a:pt x="73" y="11"/>
                  </a:lnTo>
                  <a:lnTo>
                    <a:pt x="71" y="12"/>
                  </a:lnTo>
                  <a:lnTo>
                    <a:pt x="70" y="11"/>
                  </a:lnTo>
                  <a:lnTo>
                    <a:pt x="73" y="10"/>
                  </a:lnTo>
                  <a:close/>
                  <a:moveTo>
                    <a:pt x="80" y="0"/>
                  </a:moveTo>
                  <a:lnTo>
                    <a:pt x="82" y="3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3" y="8"/>
                  </a:lnTo>
                  <a:lnTo>
                    <a:pt x="84" y="11"/>
                  </a:lnTo>
                  <a:lnTo>
                    <a:pt x="86" y="11"/>
                  </a:lnTo>
                  <a:lnTo>
                    <a:pt x="86" y="12"/>
                  </a:lnTo>
                  <a:lnTo>
                    <a:pt x="87" y="17"/>
                  </a:lnTo>
                  <a:lnTo>
                    <a:pt x="88" y="20"/>
                  </a:lnTo>
                  <a:lnTo>
                    <a:pt x="88" y="27"/>
                  </a:lnTo>
                  <a:lnTo>
                    <a:pt x="87" y="27"/>
                  </a:lnTo>
                  <a:lnTo>
                    <a:pt x="88" y="31"/>
                  </a:lnTo>
                  <a:lnTo>
                    <a:pt x="88" y="33"/>
                  </a:lnTo>
                  <a:lnTo>
                    <a:pt x="87" y="35"/>
                  </a:lnTo>
                  <a:lnTo>
                    <a:pt x="88" y="36"/>
                  </a:lnTo>
                  <a:lnTo>
                    <a:pt x="91" y="40"/>
                  </a:lnTo>
                  <a:lnTo>
                    <a:pt x="91" y="42"/>
                  </a:lnTo>
                  <a:lnTo>
                    <a:pt x="90" y="42"/>
                  </a:lnTo>
                  <a:lnTo>
                    <a:pt x="90" y="45"/>
                  </a:lnTo>
                  <a:lnTo>
                    <a:pt x="88" y="45"/>
                  </a:lnTo>
                  <a:lnTo>
                    <a:pt x="88" y="48"/>
                  </a:lnTo>
                  <a:lnTo>
                    <a:pt x="88" y="49"/>
                  </a:lnTo>
                  <a:lnTo>
                    <a:pt x="87" y="49"/>
                  </a:lnTo>
                  <a:lnTo>
                    <a:pt x="84" y="46"/>
                  </a:lnTo>
                  <a:lnTo>
                    <a:pt x="84" y="44"/>
                  </a:lnTo>
                  <a:lnTo>
                    <a:pt x="83" y="42"/>
                  </a:lnTo>
                  <a:lnTo>
                    <a:pt x="82" y="44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2" y="50"/>
                  </a:lnTo>
                  <a:lnTo>
                    <a:pt x="82" y="52"/>
                  </a:lnTo>
                  <a:lnTo>
                    <a:pt x="82" y="53"/>
                  </a:lnTo>
                  <a:lnTo>
                    <a:pt x="83" y="56"/>
                  </a:lnTo>
                  <a:lnTo>
                    <a:pt x="80" y="57"/>
                  </a:lnTo>
                  <a:lnTo>
                    <a:pt x="82" y="60"/>
                  </a:lnTo>
                  <a:lnTo>
                    <a:pt x="79" y="62"/>
                  </a:lnTo>
                  <a:lnTo>
                    <a:pt x="78" y="66"/>
                  </a:lnTo>
                  <a:lnTo>
                    <a:pt x="79" y="67"/>
                  </a:lnTo>
                  <a:lnTo>
                    <a:pt x="79" y="71"/>
                  </a:lnTo>
                  <a:lnTo>
                    <a:pt x="78" y="73"/>
                  </a:lnTo>
                  <a:lnTo>
                    <a:pt x="76" y="77"/>
                  </a:lnTo>
                  <a:lnTo>
                    <a:pt x="75" y="83"/>
                  </a:lnTo>
                  <a:lnTo>
                    <a:pt x="73" y="87"/>
                  </a:lnTo>
                  <a:lnTo>
                    <a:pt x="73" y="90"/>
                  </a:lnTo>
                  <a:lnTo>
                    <a:pt x="70" y="94"/>
                  </a:lnTo>
                  <a:lnTo>
                    <a:pt x="70" y="98"/>
                  </a:lnTo>
                  <a:lnTo>
                    <a:pt x="67" y="102"/>
                  </a:lnTo>
                  <a:lnTo>
                    <a:pt x="65" y="111"/>
                  </a:lnTo>
                  <a:lnTo>
                    <a:pt x="61" y="116"/>
                  </a:lnTo>
                  <a:lnTo>
                    <a:pt x="61" y="121"/>
                  </a:lnTo>
                  <a:lnTo>
                    <a:pt x="58" y="123"/>
                  </a:lnTo>
                  <a:lnTo>
                    <a:pt x="57" y="128"/>
                  </a:lnTo>
                  <a:lnTo>
                    <a:pt x="55" y="136"/>
                  </a:lnTo>
                  <a:lnTo>
                    <a:pt x="53" y="139"/>
                  </a:lnTo>
                  <a:lnTo>
                    <a:pt x="53" y="139"/>
                  </a:lnTo>
                  <a:lnTo>
                    <a:pt x="53" y="140"/>
                  </a:lnTo>
                  <a:lnTo>
                    <a:pt x="51" y="144"/>
                  </a:lnTo>
                  <a:lnTo>
                    <a:pt x="50" y="145"/>
                  </a:lnTo>
                  <a:lnTo>
                    <a:pt x="50" y="145"/>
                  </a:lnTo>
                  <a:lnTo>
                    <a:pt x="50" y="149"/>
                  </a:lnTo>
                  <a:lnTo>
                    <a:pt x="49" y="150"/>
                  </a:lnTo>
                  <a:lnTo>
                    <a:pt x="49" y="153"/>
                  </a:lnTo>
                  <a:lnTo>
                    <a:pt x="46" y="156"/>
                  </a:lnTo>
                  <a:lnTo>
                    <a:pt x="45" y="160"/>
                  </a:lnTo>
                  <a:lnTo>
                    <a:pt x="44" y="160"/>
                  </a:lnTo>
                  <a:lnTo>
                    <a:pt x="42" y="162"/>
                  </a:lnTo>
                  <a:lnTo>
                    <a:pt x="38" y="164"/>
                  </a:lnTo>
                  <a:lnTo>
                    <a:pt x="36" y="162"/>
                  </a:lnTo>
                  <a:lnTo>
                    <a:pt x="29" y="164"/>
                  </a:lnTo>
                  <a:lnTo>
                    <a:pt x="26" y="166"/>
                  </a:lnTo>
                  <a:lnTo>
                    <a:pt x="24" y="167"/>
                  </a:lnTo>
                  <a:lnTo>
                    <a:pt x="21" y="167"/>
                  </a:lnTo>
                  <a:lnTo>
                    <a:pt x="20" y="169"/>
                  </a:lnTo>
                  <a:lnTo>
                    <a:pt x="19" y="167"/>
                  </a:lnTo>
                  <a:lnTo>
                    <a:pt x="19" y="166"/>
                  </a:lnTo>
                  <a:lnTo>
                    <a:pt x="17" y="166"/>
                  </a:lnTo>
                  <a:lnTo>
                    <a:pt x="16" y="164"/>
                  </a:lnTo>
                  <a:lnTo>
                    <a:pt x="13" y="164"/>
                  </a:lnTo>
                  <a:lnTo>
                    <a:pt x="13" y="162"/>
                  </a:lnTo>
                  <a:lnTo>
                    <a:pt x="11" y="164"/>
                  </a:lnTo>
                  <a:lnTo>
                    <a:pt x="9" y="161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5" y="157"/>
                  </a:lnTo>
                  <a:lnTo>
                    <a:pt x="4" y="156"/>
                  </a:lnTo>
                  <a:lnTo>
                    <a:pt x="4" y="154"/>
                  </a:lnTo>
                  <a:lnTo>
                    <a:pt x="4" y="153"/>
                  </a:lnTo>
                  <a:lnTo>
                    <a:pt x="4" y="148"/>
                  </a:lnTo>
                  <a:lnTo>
                    <a:pt x="4" y="144"/>
                  </a:lnTo>
                  <a:lnTo>
                    <a:pt x="3" y="142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5" y="141"/>
                  </a:lnTo>
                  <a:lnTo>
                    <a:pt x="4" y="140"/>
                  </a:lnTo>
                  <a:lnTo>
                    <a:pt x="4" y="139"/>
                  </a:lnTo>
                  <a:lnTo>
                    <a:pt x="4" y="136"/>
                  </a:lnTo>
                  <a:lnTo>
                    <a:pt x="1" y="132"/>
                  </a:lnTo>
                  <a:lnTo>
                    <a:pt x="1" y="128"/>
                  </a:lnTo>
                  <a:lnTo>
                    <a:pt x="0" y="127"/>
                  </a:lnTo>
                  <a:lnTo>
                    <a:pt x="1" y="125"/>
                  </a:lnTo>
                  <a:lnTo>
                    <a:pt x="1" y="121"/>
                  </a:lnTo>
                  <a:lnTo>
                    <a:pt x="4" y="119"/>
                  </a:lnTo>
                  <a:lnTo>
                    <a:pt x="3" y="115"/>
                  </a:lnTo>
                  <a:lnTo>
                    <a:pt x="4" y="114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07"/>
                  </a:lnTo>
                  <a:lnTo>
                    <a:pt x="11" y="106"/>
                  </a:lnTo>
                  <a:lnTo>
                    <a:pt x="12" y="103"/>
                  </a:lnTo>
                  <a:lnTo>
                    <a:pt x="13" y="103"/>
                  </a:lnTo>
                  <a:lnTo>
                    <a:pt x="15" y="100"/>
                  </a:lnTo>
                  <a:lnTo>
                    <a:pt x="16" y="99"/>
                  </a:lnTo>
                  <a:lnTo>
                    <a:pt x="17" y="92"/>
                  </a:lnTo>
                  <a:lnTo>
                    <a:pt x="17" y="91"/>
                  </a:lnTo>
                  <a:lnTo>
                    <a:pt x="19" y="90"/>
                  </a:lnTo>
                  <a:lnTo>
                    <a:pt x="19" y="89"/>
                  </a:lnTo>
                  <a:lnTo>
                    <a:pt x="16" y="86"/>
                  </a:lnTo>
                  <a:lnTo>
                    <a:pt x="17" y="85"/>
                  </a:lnTo>
                  <a:lnTo>
                    <a:pt x="13" y="78"/>
                  </a:lnTo>
                  <a:lnTo>
                    <a:pt x="13" y="75"/>
                  </a:lnTo>
                  <a:lnTo>
                    <a:pt x="12" y="73"/>
                  </a:lnTo>
                  <a:lnTo>
                    <a:pt x="15" y="70"/>
                  </a:lnTo>
                  <a:lnTo>
                    <a:pt x="12" y="69"/>
                  </a:lnTo>
                  <a:lnTo>
                    <a:pt x="12" y="66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9" y="57"/>
                  </a:lnTo>
                  <a:lnTo>
                    <a:pt x="19" y="53"/>
                  </a:lnTo>
                  <a:lnTo>
                    <a:pt x="20" y="52"/>
                  </a:lnTo>
                  <a:lnTo>
                    <a:pt x="23" y="52"/>
                  </a:lnTo>
                  <a:lnTo>
                    <a:pt x="23" y="52"/>
                  </a:lnTo>
                  <a:lnTo>
                    <a:pt x="24" y="52"/>
                  </a:lnTo>
                  <a:lnTo>
                    <a:pt x="29" y="48"/>
                  </a:lnTo>
                  <a:lnTo>
                    <a:pt x="30" y="50"/>
                  </a:lnTo>
                  <a:lnTo>
                    <a:pt x="32" y="48"/>
                  </a:lnTo>
                  <a:lnTo>
                    <a:pt x="33" y="49"/>
                  </a:lnTo>
                  <a:lnTo>
                    <a:pt x="33" y="50"/>
                  </a:lnTo>
                  <a:lnTo>
                    <a:pt x="33" y="50"/>
                  </a:lnTo>
                  <a:lnTo>
                    <a:pt x="34" y="50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36" y="45"/>
                  </a:lnTo>
                  <a:lnTo>
                    <a:pt x="38" y="48"/>
                  </a:lnTo>
                  <a:lnTo>
                    <a:pt x="41" y="45"/>
                  </a:lnTo>
                  <a:lnTo>
                    <a:pt x="42" y="45"/>
                  </a:lnTo>
                  <a:lnTo>
                    <a:pt x="42" y="48"/>
                  </a:lnTo>
                  <a:lnTo>
                    <a:pt x="44" y="49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6"/>
                  </a:lnTo>
                  <a:lnTo>
                    <a:pt x="46" y="44"/>
                  </a:lnTo>
                  <a:lnTo>
                    <a:pt x="50" y="40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1" y="42"/>
                  </a:lnTo>
                  <a:lnTo>
                    <a:pt x="51" y="44"/>
                  </a:lnTo>
                  <a:lnTo>
                    <a:pt x="53" y="42"/>
                  </a:lnTo>
                  <a:lnTo>
                    <a:pt x="54" y="42"/>
                  </a:lnTo>
                  <a:lnTo>
                    <a:pt x="55" y="41"/>
                  </a:lnTo>
                  <a:lnTo>
                    <a:pt x="53" y="41"/>
                  </a:lnTo>
                  <a:lnTo>
                    <a:pt x="53" y="39"/>
                  </a:lnTo>
                  <a:lnTo>
                    <a:pt x="55" y="37"/>
                  </a:lnTo>
                  <a:lnTo>
                    <a:pt x="55" y="36"/>
                  </a:lnTo>
                  <a:lnTo>
                    <a:pt x="54" y="35"/>
                  </a:lnTo>
                  <a:lnTo>
                    <a:pt x="57" y="33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57" y="37"/>
                  </a:lnTo>
                  <a:lnTo>
                    <a:pt x="59" y="35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3" y="35"/>
                  </a:lnTo>
                  <a:lnTo>
                    <a:pt x="65" y="33"/>
                  </a:lnTo>
                  <a:lnTo>
                    <a:pt x="63" y="32"/>
                  </a:lnTo>
                  <a:lnTo>
                    <a:pt x="62" y="31"/>
                  </a:lnTo>
                  <a:lnTo>
                    <a:pt x="61" y="28"/>
                  </a:lnTo>
                  <a:lnTo>
                    <a:pt x="63" y="28"/>
                  </a:lnTo>
                  <a:lnTo>
                    <a:pt x="65" y="28"/>
                  </a:lnTo>
                  <a:lnTo>
                    <a:pt x="66" y="28"/>
                  </a:lnTo>
                  <a:lnTo>
                    <a:pt x="65" y="27"/>
                  </a:lnTo>
                  <a:lnTo>
                    <a:pt x="63" y="24"/>
                  </a:lnTo>
                  <a:lnTo>
                    <a:pt x="63" y="21"/>
                  </a:lnTo>
                  <a:lnTo>
                    <a:pt x="65" y="20"/>
                  </a:lnTo>
                  <a:lnTo>
                    <a:pt x="66" y="20"/>
                  </a:lnTo>
                  <a:lnTo>
                    <a:pt x="66" y="23"/>
                  </a:lnTo>
                  <a:lnTo>
                    <a:pt x="67" y="24"/>
                  </a:lnTo>
                  <a:lnTo>
                    <a:pt x="69" y="23"/>
                  </a:lnTo>
                  <a:lnTo>
                    <a:pt x="69" y="20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4" y="16"/>
                  </a:lnTo>
                  <a:lnTo>
                    <a:pt x="74" y="14"/>
                  </a:lnTo>
                  <a:lnTo>
                    <a:pt x="76" y="11"/>
                  </a:lnTo>
                  <a:lnTo>
                    <a:pt x="76" y="11"/>
                  </a:lnTo>
                  <a:lnTo>
                    <a:pt x="75" y="8"/>
                  </a:lnTo>
                  <a:lnTo>
                    <a:pt x="75" y="7"/>
                  </a:lnTo>
                  <a:lnTo>
                    <a:pt x="73" y="4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78" y="4"/>
                  </a:lnTo>
                  <a:lnTo>
                    <a:pt x="78" y="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6" name="Freeform 489">
              <a:extLst>
                <a:ext uri="{FF2B5EF4-FFF2-40B4-BE49-F238E27FC236}">
                  <a16:creationId xmlns:a16="http://schemas.microsoft.com/office/drawing/2014/main" id="{943B31A2-34A9-4851-ACC2-E55B43014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-235639" y="5450718"/>
              <a:ext cx="789912" cy="1274054"/>
            </a:xfrm>
            <a:custGeom>
              <a:avLst/>
              <a:gdLst>
                <a:gd name="T0" fmla="*/ 124 w 124"/>
                <a:gd name="T1" fmla="*/ 5 h 200"/>
                <a:gd name="T2" fmla="*/ 121 w 124"/>
                <a:gd name="T3" fmla="*/ 13 h 200"/>
                <a:gd name="T4" fmla="*/ 122 w 124"/>
                <a:gd name="T5" fmla="*/ 24 h 200"/>
                <a:gd name="T6" fmla="*/ 121 w 124"/>
                <a:gd name="T7" fmla="*/ 37 h 200"/>
                <a:gd name="T8" fmla="*/ 120 w 124"/>
                <a:gd name="T9" fmla="*/ 46 h 200"/>
                <a:gd name="T10" fmla="*/ 121 w 124"/>
                <a:gd name="T11" fmla="*/ 53 h 200"/>
                <a:gd name="T12" fmla="*/ 118 w 124"/>
                <a:gd name="T13" fmla="*/ 58 h 200"/>
                <a:gd name="T14" fmla="*/ 118 w 124"/>
                <a:gd name="T15" fmla="*/ 62 h 200"/>
                <a:gd name="T16" fmla="*/ 111 w 124"/>
                <a:gd name="T17" fmla="*/ 72 h 200"/>
                <a:gd name="T18" fmla="*/ 91 w 124"/>
                <a:gd name="T19" fmla="*/ 82 h 200"/>
                <a:gd name="T20" fmla="*/ 82 w 124"/>
                <a:gd name="T21" fmla="*/ 88 h 200"/>
                <a:gd name="T22" fmla="*/ 75 w 124"/>
                <a:gd name="T23" fmla="*/ 93 h 200"/>
                <a:gd name="T24" fmla="*/ 67 w 124"/>
                <a:gd name="T25" fmla="*/ 101 h 200"/>
                <a:gd name="T26" fmla="*/ 57 w 124"/>
                <a:gd name="T27" fmla="*/ 110 h 200"/>
                <a:gd name="T28" fmla="*/ 49 w 124"/>
                <a:gd name="T29" fmla="*/ 112 h 200"/>
                <a:gd name="T30" fmla="*/ 47 w 124"/>
                <a:gd name="T31" fmla="*/ 120 h 200"/>
                <a:gd name="T32" fmla="*/ 53 w 124"/>
                <a:gd name="T33" fmla="*/ 130 h 200"/>
                <a:gd name="T34" fmla="*/ 55 w 124"/>
                <a:gd name="T35" fmla="*/ 146 h 200"/>
                <a:gd name="T36" fmla="*/ 57 w 124"/>
                <a:gd name="T37" fmla="*/ 146 h 200"/>
                <a:gd name="T38" fmla="*/ 54 w 124"/>
                <a:gd name="T39" fmla="*/ 157 h 200"/>
                <a:gd name="T40" fmla="*/ 55 w 124"/>
                <a:gd name="T41" fmla="*/ 162 h 200"/>
                <a:gd name="T42" fmla="*/ 41 w 124"/>
                <a:gd name="T43" fmla="*/ 176 h 200"/>
                <a:gd name="T44" fmla="*/ 21 w 124"/>
                <a:gd name="T45" fmla="*/ 185 h 200"/>
                <a:gd name="T46" fmla="*/ 20 w 124"/>
                <a:gd name="T47" fmla="*/ 192 h 200"/>
                <a:gd name="T48" fmla="*/ 24 w 124"/>
                <a:gd name="T49" fmla="*/ 191 h 200"/>
                <a:gd name="T50" fmla="*/ 20 w 124"/>
                <a:gd name="T51" fmla="*/ 200 h 200"/>
                <a:gd name="T52" fmla="*/ 14 w 124"/>
                <a:gd name="T53" fmla="*/ 195 h 200"/>
                <a:gd name="T54" fmla="*/ 12 w 124"/>
                <a:gd name="T55" fmla="*/ 189 h 200"/>
                <a:gd name="T56" fmla="*/ 12 w 124"/>
                <a:gd name="T57" fmla="*/ 167 h 200"/>
                <a:gd name="T58" fmla="*/ 10 w 124"/>
                <a:gd name="T59" fmla="*/ 153 h 200"/>
                <a:gd name="T60" fmla="*/ 21 w 124"/>
                <a:gd name="T61" fmla="*/ 129 h 200"/>
                <a:gd name="T62" fmla="*/ 22 w 124"/>
                <a:gd name="T63" fmla="*/ 120 h 200"/>
                <a:gd name="T64" fmla="*/ 29 w 124"/>
                <a:gd name="T65" fmla="*/ 112 h 200"/>
                <a:gd name="T66" fmla="*/ 26 w 124"/>
                <a:gd name="T67" fmla="*/ 104 h 200"/>
                <a:gd name="T68" fmla="*/ 29 w 124"/>
                <a:gd name="T69" fmla="*/ 96 h 200"/>
                <a:gd name="T70" fmla="*/ 29 w 124"/>
                <a:gd name="T71" fmla="*/ 88 h 200"/>
                <a:gd name="T72" fmla="*/ 29 w 124"/>
                <a:gd name="T73" fmla="*/ 80 h 200"/>
                <a:gd name="T74" fmla="*/ 25 w 124"/>
                <a:gd name="T75" fmla="*/ 72 h 200"/>
                <a:gd name="T76" fmla="*/ 10 w 124"/>
                <a:gd name="T77" fmla="*/ 67 h 200"/>
                <a:gd name="T78" fmla="*/ 1 w 124"/>
                <a:gd name="T79" fmla="*/ 67 h 200"/>
                <a:gd name="T80" fmla="*/ 8 w 124"/>
                <a:gd name="T81" fmla="*/ 54 h 200"/>
                <a:gd name="T82" fmla="*/ 37 w 124"/>
                <a:gd name="T83" fmla="*/ 43 h 200"/>
                <a:gd name="T84" fmla="*/ 41 w 124"/>
                <a:gd name="T85" fmla="*/ 49 h 200"/>
                <a:gd name="T86" fmla="*/ 50 w 124"/>
                <a:gd name="T87" fmla="*/ 49 h 200"/>
                <a:gd name="T88" fmla="*/ 47 w 124"/>
                <a:gd name="T89" fmla="*/ 62 h 200"/>
                <a:gd name="T90" fmla="*/ 50 w 124"/>
                <a:gd name="T91" fmla="*/ 72 h 200"/>
                <a:gd name="T92" fmla="*/ 55 w 124"/>
                <a:gd name="T93" fmla="*/ 80 h 200"/>
                <a:gd name="T94" fmla="*/ 59 w 124"/>
                <a:gd name="T95" fmla="*/ 74 h 200"/>
                <a:gd name="T96" fmla="*/ 64 w 124"/>
                <a:gd name="T97" fmla="*/ 64 h 200"/>
                <a:gd name="T98" fmla="*/ 64 w 124"/>
                <a:gd name="T99" fmla="*/ 57 h 200"/>
                <a:gd name="T100" fmla="*/ 67 w 124"/>
                <a:gd name="T101" fmla="*/ 51 h 200"/>
                <a:gd name="T102" fmla="*/ 57 w 124"/>
                <a:gd name="T103" fmla="*/ 38 h 200"/>
                <a:gd name="T104" fmla="*/ 51 w 124"/>
                <a:gd name="T105" fmla="*/ 12 h 200"/>
                <a:gd name="T106" fmla="*/ 67 w 124"/>
                <a:gd name="T107" fmla="*/ 12 h 200"/>
                <a:gd name="T108" fmla="*/ 72 w 124"/>
                <a:gd name="T109" fmla="*/ 16 h 200"/>
                <a:gd name="T110" fmla="*/ 82 w 124"/>
                <a:gd name="T111" fmla="*/ 12 h 200"/>
                <a:gd name="T112" fmla="*/ 91 w 124"/>
                <a:gd name="T113" fmla="*/ 13 h 200"/>
                <a:gd name="T114" fmla="*/ 96 w 124"/>
                <a:gd name="T115" fmla="*/ 9 h 200"/>
                <a:gd name="T116" fmla="*/ 107 w 124"/>
                <a:gd name="T117" fmla="*/ 9 h 200"/>
                <a:gd name="T118" fmla="*/ 117 w 124"/>
                <a:gd name="T119" fmla="*/ 5 h 200"/>
                <a:gd name="T120" fmla="*/ 124 w 124"/>
                <a:gd name="T12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4" h="200">
                  <a:moveTo>
                    <a:pt x="124" y="0"/>
                  </a:moveTo>
                  <a:lnTo>
                    <a:pt x="124" y="1"/>
                  </a:lnTo>
                  <a:lnTo>
                    <a:pt x="124" y="4"/>
                  </a:lnTo>
                  <a:lnTo>
                    <a:pt x="124" y="5"/>
                  </a:lnTo>
                  <a:lnTo>
                    <a:pt x="124" y="5"/>
                  </a:lnTo>
                  <a:lnTo>
                    <a:pt x="121" y="9"/>
                  </a:lnTo>
                  <a:lnTo>
                    <a:pt x="121" y="10"/>
                  </a:lnTo>
                  <a:lnTo>
                    <a:pt x="121" y="12"/>
                  </a:lnTo>
                  <a:lnTo>
                    <a:pt x="121" y="12"/>
                  </a:lnTo>
                  <a:lnTo>
                    <a:pt x="121" y="13"/>
                  </a:lnTo>
                  <a:lnTo>
                    <a:pt x="121" y="17"/>
                  </a:lnTo>
                  <a:lnTo>
                    <a:pt x="122" y="20"/>
                  </a:lnTo>
                  <a:lnTo>
                    <a:pt x="122" y="21"/>
                  </a:lnTo>
                  <a:lnTo>
                    <a:pt x="122" y="24"/>
                  </a:lnTo>
                  <a:lnTo>
                    <a:pt x="122" y="24"/>
                  </a:lnTo>
                  <a:lnTo>
                    <a:pt x="122" y="28"/>
                  </a:lnTo>
                  <a:lnTo>
                    <a:pt x="121" y="29"/>
                  </a:lnTo>
                  <a:lnTo>
                    <a:pt x="122" y="32"/>
                  </a:lnTo>
                  <a:lnTo>
                    <a:pt x="121" y="37"/>
                  </a:lnTo>
                  <a:lnTo>
                    <a:pt x="121" y="37"/>
                  </a:lnTo>
                  <a:lnTo>
                    <a:pt x="121" y="38"/>
                  </a:lnTo>
                  <a:lnTo>
                    <a:pt x="121" y="43"/>
                  </a:lnTo>
                  <a:lnTo>
                    <a:pt x="120" y="43"/>
                  </a:lnTo>
                  <a:lnTo>
                    <a:pt x="120" y="45"/>
                  </a:lnTo>
                  <a:lnTo>
                    <a:pt x="120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24" y="51"/>
                  </a:lnTo>
                  <a:lnTo>
                    <a:pt x="122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1" y="55"/>
                  </a:lnTo>
                  <a:lnTo>
                    <a:pt x="120" y="55"/>
                  </a:lnTo>
                  <a:lnTo>
                    <a:pt x="118" y="57"/>
                  </a:lnTo>
                  <a:lnTo>
                    <a:pt x="118" y="58"/>
                  </a:lnTo>
                  <a:lnTo>
                    <a:pt x="120" y="57"/>
                  </a:lnTo>
                  <a:lnTo>
                    <a:pt x="121" y="58"/>
                  </a:lnTo>
                  <a:lnTo>
                    <a:pt x="120" y="59"/>
                  </a:lnTo>
                  <a:lnTo>
                    <a:pt x="120" y="62"/>
                  </a:lnTo>
                  <a:lnTo>
                    <a:pt x="118" y="62"/>
                  </a:lnTo>
                  <a:lnTo>
                    <a:pt x="116" y="64"/>
                  </a:lnTo>
                  <a:lnTo>
                    <a:pt x="116" y="66"/>
                  </a:lnTo>
                  <a:lnTo>
                    <a:pt x="113" y="70"/>
                  </a:lnTo>
                  <a:lnTo>
                    <a:pt x="111" y="70"/>
                  </a:lnTo>
                  <a:lnTo>
                    <a:pt x="111" y="72"/>
                  </a:lnTo>
                  <a:lnTo>
                    <a:pt x="103" y="76"/>
                  </a:lnTo>
                  <a:lnTo>
                    <a:pt x="103" y="76"/>
                  </a:lnTo>
                  <a:lnTo>
                    <a:pt x="101" y="78"/>
                  </a:lnTo>
                  <a:lnTo>
                    <a:pt x="93" y="82"/>
                  </a:lnTo>
                  <a:lnTo>
                    <a:pt x="91" y="82"/>
                  </a:lnTo>
                  <a:lnTo>
                    <a:pt x="91" y="83"/>
                  </a:lnTo>
                  <a:lnTo>
                    <a:pt x="87" y="84"/>
                  </a:lnTo>
                  <a:lnTo>
                    <a:pt x="83" y="87"/>
                  </a:lnTo>
                  <a:lnTo>
                    <a:pt x="82" y="87"/>
                  </a:lnTo>
                  <a:lnTo>
                    <a:pt x="82" y="88"/>
                  </a:lnTo>
                  <a:lnTo>
                    <a:pt x="79" y="91"/>
                  </a:lnTo>
                  <a:lnTo>
                    <a:pt x="78" y="92"/>
                  </a:lnTo>
                  <a:lnTo>
                    <a:pt x="76" y="89"/>
                  </a:lnTo>
                  <a:lnTo>
                    <a:pt x="76" y="93"/>
                  </a:lnTo>
                  <a:lnTo>
                    <a:pt x="75" y="93"/>
                  </a:lnTo>
                  <a:lnTo>
                    <a:pt x="74" y="95"/>
                  </a:lnTo>
                  <a:lnTo>
                    <a:pt x="70" y="99"/>
                  </a:lnTo>
                  <a:lnTo>
                    <a:pt x="70" y="99"/>
                  </a:lnTo>
                  <a:lnTo>
                    <a:pt x="68" y="100"/>
                  </a:lnTo>
                  <a:lnTo>
                    <a:pt x="67" y="101"/>
                  </a:lnTo>
                  <a:lnTo>
                    <a:pt x="67" y="103"/>
                  </a:lnTo>
                  <a:lnTo>
                    <a:pt x="64" y="103"/>
                  </a:lnTo>
                  <a:lnTo>
                    <a:pt x="58" y="107"/>
                  </a:lnTo>
                  <a:lnTo>
                    <a:pt x="58" y="109"/>
                  </a:lnTo>
                  <a:lnTo>
                    <a:pt x="57" y="110"/>
                  </a:lnTo>
                  <a:lnTo>
                    <a:pt x="53" y="110"/>
                  </a:lnTo>
                  <a:lnTo>
                    <a:pt x="53" y="112"/>
                  </a:lnTo>
                  <a:lnTo>
                    <a:pt x="50" y="110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0" y="113"/>
                  </a:lnTo>
                  <a:lnTo>
                    <a:pt x="50" y="116"/>
                  </a:lnTo>
                  <a:lnTo>
                    <a:pt x="49" y="117"/>
                  </a:lnTo>
                  <a:lnTo>
                    <a:pt x="49" y="118"/>
                  </a:lnTo>
                  <a:lnTo>
                    <a:pt x="47" y="120"/>
                  </a:lnTo>
                  <a:lnTo>
                    <a:pt x="51" y="125"/>
                  </a:lnTo>
                  <a:lnTo>
                    <a:pt x="51" y="126"/>
                  </a:lnTo>
                  <a:lnTo>
                    <a:pt x="50" y="128"/>
                  </a:lnTo>
                  <a:lnTo>
                    <a:pt x="51" y="128"/>
                  </a:lnTo>
                  <a:lnTo>
                    <a:pt x="53" y="130"/>
                  </a:lnTo>
                  <a:lnTo>
                    <a:pt x="53" y="133"/>
                  </a:lnTo>
                  <a:lnTo>
                    <a:pt x="54" y="135"/>
                  </a:lnTo>
                  <a:lnTo>
                    <a:pt x="53" y="143"/>
                  </a:lnTo>
                  <a:lnTo>
                    <a:pt x="54" y="146"/>
                  </a:lnTo>
                  <a:lnTo>
                    <a:pt x="55" y="146"/>
                  </a:lnTo>
                  <a:lnTo>
                    <a:pt x="55" y="143"/>
                  </a:lnTo>
                  <a:lnTo>
                    <a:pt x="57" y="141"/>
                  </a:lnTo>
                  <a:lnTo>
                    <a:pt x="57" y="143"/>
                  </a:lnTo>
                  <a:lnTo>
                    <a:pt x="57" y="143"/>
                  </a:lnTo>
                  <a:lnTo>
                    <a:pt x="57" y="146"/>
                  </a:lnTo>
                  <a:lnTo>
                    <a:pt x="55" y="147"/>
                  </a:lnTo>
                  <a:lnTo>
                    <a:pt x="55" y="151"/>
                  </a:lnTo>
                  <a:lnTo>
                    <a:pt x="57" y="151"/>
                  </a:lnTo>
                  <a:lnTo>
                    <a:pt x="54" y="155"/>
                  </a:lnTo>
                  <a:lnTo>
                    <a:pt x="54" y="157"/>
                  </a:lnTo>
                  <a:lnTo>
                    <a:pt x="54" y="158"/>
                  </a:lnTo>
                  <a:lnTo>
                    <a:pt x="54" y="160"/>
                  </a:lnTo>
                  <a:lnTo>
                    <a:pt x="53" y="160"/>
                  </a:lnTo>
                  <a:lnTo>
                    <a:pt x="53" y="163"/>
                  </a:lnTo>
                  <a:lnTo>
                    <a:pt x="55" y="162"/>
                  </a:lnTo>
                  <a:lnTo>
                    <a:pt x="55" y="163"/>
                  </a:lnTo>
                  <a:lnTo>
                    <a:pt x="54" y="166"/>
                  </a:lnTo>
                  <a:lnTo>
                    <a:pt x="53" y="168"/>
                  </a:lnTo>
                  <a:lnTo>
                    <a:pt x="49" y="172"/>
                  </a:lnTo>
                  <a:lnTo>
                    <a:pt x="41" y="176"/>
                  </a:lnTo>
                  <a:lnTo>
                    <a:pt x="30" y="179"/>
                  </a:lnTo>
                  <a:lnTo>
                    <a:pt x="26" y="182"/>
                  </a:lnTo>
                  <a:lnTo>
                    <a:pt x="24" y="183"/>
                  </a:lnTo>
                  <a:lnTo>
                    <a:pt x="22" y="184"/>
                  </a:lnTo>
                  <a:lnTo>
                    <a:pt x="21" y="185"/>
                  </a:lnTo>
                  <a:lnTo>
                    <a:pt x="21" y="188"/>
                  </a:lnTo>
                  <a:lnTo>
                    <a:pt x="20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1" y="192"/>
                  </a:lnTo>
                  <a:lnTo>
                    <a:pt x="22" y="193"/>
                  </a:lnTo>
                  <a:lnTo>
                    <a:pt x="22" y="191"/>
                  </a:lnTo>
                  <a:lnTo>
                    <a:pt x="24" y="191"/>
                  </a:lnTo>
                  <a:lnTo>
                    <a:pt x="24" y="192"/>
                  </a:lnTo>
                  <a:lnTo>
                    <a:pt x="24" y="196"/>
                  </a:lnTo>
                  <a:lnTo>
                    <a:pt x="22" y="197"/>
                  </a:lnTo>
                  <a:lnTo>
                    <a:pt x="22" y="199"/>
                  </a:lnTo>
                  <a:lnTo>
                    <a:pt x="20" y="200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7"/>
                  </a:lnTo>
                  <a:lnTo>
                    <a:pt x="14" y="196"/>
                  </a:lnTo>
                  <a:lnTo>
                    <a:pt x="14" y="195"/>
                  </a:lnTo>
                  <a:lnTo>
                    <a:pt x="16" y="193"/>
                  </a:lnTo>
                  <a:lnTo>
                    <a:pt x="14" y="192"/>
                  </a:lnTo>
                  <a:lnTo>
                    <a:pt x="13" y="191"/>
                  </a:lnTo>
                  <a:lnTo>
                    <a:pt x="12" y="189"/>
                  </a:lnTo>
                  <a:lnTo>
                    <a:pt x="12" y="189"/>
                  </a:lnTo>
                  <a:lnTo>
                    <a:pt x="12" y="185"/>
                  </a:lnTo>
                  <a:lnTo>
                    <a:pt x="12" y="182"/>
                  </a:lnTo>
                  <a:lnTo>
                    <a:pt x="13" y="179"/>
                  </a:lnTo>
                  <a:lnTo>
                    <a:pt x="13" y="170"/>
                  </a:lnTo>
                  <a:lnTo>
                    <a:pt x="12" y="167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55"/>
                  </a:lnTo>
                  <a:lnTo>
                    <a:pt x="10" y="153"/>
                  </a:lnTo>
                  <a:lnTo>
                    <a:pt x="9" y="150"/>
                  </a:lnTo>
                  <a:lnTo>
                    <a:pt x="9" y="146"/>
                  </a:lnTo>
                  <a:lnTo>
                    <a:pt x="8" y="146"/>
                  </a:lnTo>
                  <a:lnTo>
                    <a:pt x="21" y="133"/>
                  </a:lnTo>
                  <a:lnTo>
                    <a:pt x="21" y="129"/>
                  </a:lnTo>
                  <a:lnTo>
                    <a:pt x="22" y="128"/>
                  </a:lnTo>
                  <a:lnTo>
                    <a:pt x="22" y="124"/>
                  </a:lnTo>
                  <a:lnTo>
                    <a:pt x="24" y="122"/>
                  </a:lnTo>
                  <a:lnTo>
                    <a:pt x="22" y="121"/>
                  </a:lnTo>
                  <a:lnTo>
                    <a:pt x="22" y="120"/>
                  </a:lnTo>
                  <a:lnTo>
                    <a:pt x="25" y="118"/>
                  </a:lnTo>
                  <a:lnTo>
                    <a:pt x="25" y="117"/>
                  </a:lnTo>
                  <a:lnTo>
                    <a:pt x="28" y="116"/>
                  </a:lnTo>
                  <a:lnTo>
                    <a:pt x="29" y="113"/>
                  </a:lnTo>
                  <a:lnTo>
                    <a:pt x="29" y="112"/>
                  </a:lnTo>
                  <a:lnTo>
                    <a:pt x="28" y="110"/>
                  </a:lnTo>
                  <a:lnTo>
                    <a:pt x="28" y="109"/>
                  </a:lnTo>
                  <a:lnTo>
                    <a:pt x="29" y="108"/>
                  </a:lnTo>
                  <a:lnTo>
                    <a:pt x="28" y="105"/>
                  </a:lnTo>
                  <a:lnTo>
                    <a:pt x="26" y="104"/>
                  </a:lnTo>
                  <a:lnTo>
                    <a:pt x="26" y="103"/>
                  </a:lnTo>
                  <a:lnTo>
                    <a:pt x="28" y="103"/>
                  </a:lnTo>
                  <a:lnTo>
                    <a:pt x="28" y="100"/>
                  </a:lnTo>
                  <a:lnTo>
                    <a:pt x="28" y="97"/>
                  </a:lnTo>
                  <a:lnTo>
                    <a:pt x="29" y="96"/>
                  </a:lnTo>
                  <a:lnTo>
                    <a:pt x="30" y="95"/>
                  </a:lnTo>
                  <a:lnTo>
                    <a:pt x="28" y="95"/>
                  </a:lnTo>
                  <a:lnTo>
                    <a:pt x="28" y="93"/>
                  </a:lnTo>
                  <a:lnTo>
                    <a:pt x="29" y="92"/>
                  </a:lnTo>
                  <a:lnTo>
                    <a:pt x="29" y="88"/>
                  </a:lnTo>
                  <a:lnTo>
                    <a:pt x="30" y="87"/>
                  </a:lnTo>
                  <a:lnTo>
                    <a:pt x="30" y="85"/>
                  </a:lnTo>
                  <a:lnTo>
                    <a:pt x="29" y="84"/>
                  </a:lnTo>
                  <a:lnTo>
                    <a:pt x="30" y="82"/>
                  </a:lnTo>
                  <a:lnTo>
                    <a:pt x="29" y="80"/>
                  </a:lnTo>
                  <a:lnTo>
                    <a:pt x="30" y="79"/>
                  </a:lnTo>
                  <a:lnTo>
                    <a:pt x="30" y="76"/>
                  </a:lnTo>
                  <a:lnTo>
                    <a:pt x="28" y="76"/>
                  </a:lnTo>
                  <a:lnTo>
                    <a:pt x="26" y="75"/>
                  </a:lnTo>
                  <a:lnTo>
                    <a:pt x="25" y="72"/>
                  </a:lnTo>
                  <a:lnTo>
                    <a:pt x="21" y="72"/>
                  </a:lnTo>
                  <a:lnTo>
                    <a:pt x="18" y="72"/>
                  </a:lnTo>
                  <a:lnTo>
                    <a:pt x="17" y="70"/>
                  </a:lnTo>
                  <a:lnTo>
                    <a:pt x="13" y="67"/>
                  </a:lnTo>
                  <a:lnTo>
                    <a:pt x="10" y="67"/>
                  </a:lnTo>
                  <a:lnTo>
                    <a:pt x="9" y="68"/>
                  </a:lnTo>
                  <a:lnTo>
                    <a:pt x="8" y="68"/>
                  </a:lnTo>
                  <a:lnTo>
                    <a:pt x="8" y="67"/>
                  </a:lnTo>
                  <a:lnTo>
                    <a:pt x="5" y="67"/>
                  </a:lnTo>
                  <a:lnTo>
                    <a:pt x="1" y="67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1" y="55"/>
                  </a:lnTo>
                  <a:lnTo>
                    <a:pt x="5" y="54"/>
                  </a:lnTo>
                  <a:lnTo>
                    <a:pt x="8" y="54"/>
                  </a:lnTo>
                  <a:lnTo>
                    <a:pt x="20" y="49"/>
                  </a:lnTo>
                  <a:lnTo>
                    <a:pt x="22" y="47"/>
                  </a:lnTo>
                  <a:lnTo>
                    <a:pt x="29" y="45"/>
                  </a:lnTo>
                  <a:lnTo>
                    <a:pt x="33" y="43"/>
                  </a:lnTo>
                  <a:lnTo>
                    <a:pt x="37" y="43"/>
                  </a:lnTo>
                  <a:lnTo>
                    <a:pt x="37" y="45"/>
                  </a:lnTo>
                  <a:lnTo>
                    <a:pt x="37" y="46"/>
                  </a:lnTo>
                  <a:lnTo>
                    <a:pt x="38" y="46"/>
                  </a:lnTo>
                  <a:lnTo>
                    <a:pt x="38" y="49"/>
                  </a:lnTo>
                  <a:lnTo>
                    <a:pt x="41" y="49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43" y="47"/>
                  </a:lnTo>
                  <a:lnTo>
                    <a:pt x="46" y="47"/>
                  </a:lnTo>
                  <a:lnTo>
                    <a:pt x="50" y="49"/>
                  </a:lnTo>
                  <a:lnTo>
                    <a:pt x="51" y="50"/>
                  </a:lnTo>
                  <a:lnTo>
                    <a:pt x="51" y="54"/>
                  </a:lnTo>
                  <a:lnTo>
                    <a:pt x="50" y="57"/>
                  </a:lnTo>
                  <a:lnTo>
                    <a:pt x="47" y="59"/>
                  </a:lnTo>
                  <a:lnTo>
                    <a:pt x="47" y="62"/>
                  </a:lnTo>
                  <a:lnTo>
                    <a:pt x="46" y="63"/>
                  </a:lnTo>
                  <a:lnTo>
                    <a:pt x="46" y="66"/>
                  </a:lnTo>
                  <a:lnTo>
                    <a:pt x="47" y="68"/>
                  </a:lnTo>
                  <a:lnTo>
                    <a:pt x="47" y="70"/>
                  </a:lnTo>
                  <a:lnTo>
                    <a:pt x="50" y="72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4" y="76"/>
                  </a:lnTo>
                  <a:lnTo>
                    <a:pt x="55" y="79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8" y="82"/>
                  </a:lnTo>
                  <a:lnTo>
                    <a:pt x="58" y="79"/>
                  </a:lnTo>
                  <a:lnTo>
                    <a:pt x="58" y="76"/>
                  </a:lnTo>
                  <a:lnTo>
                    <a:pt x="59" y="74"/>
                  </a:lnTo>
                  <a:lnTo>
                    <a:pt x="59" y="72"/>
                  </a:lnTo>
                  <a:lnTo>
                    <a:pt x="61" y="68"/>
                  </a:lnTo>
                  <a:lnTo>
                    <a:pt x="63" y="68"/>
                  </a:lnTo>
                  <a:lnTo>
                    <a:pt x="64" y="67"/>
                  </a:lnTo>
                  <a:lnTo>
                    <a:pt x="64" y="64"/>
                  </a:lnTo>
                  <a:lnTo>
                    <a:pt x="66" y="60"/>
                  </a:lnTo>
                  <a:lnTo>
                    <a:pt x="64" y="59"/>
                  </a:lnTo>
                  <a:lnTo>
                    <a:pt x="64" y="58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7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7" y="53"/>
                  </a:lnTo>
                  <a:lnTo>
                    <a:pt x="67" y="51"/>
                  </a:lnTo>
                  <a:lnTo>
                    <a:pt x="66" y="49"/>
                  </a:lnTo>
                  <a:lnTo>
                    <a:pt x="63" y="45"/>
                  </a:lnTo>
                  <a:lnTo>
                    <a:pt x="62" y="43"/>
                  </a:lnTo>
                  <a:lnTo>
                    <a:pt x="58" y="39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4" y="35"/>
                  </a:lnTo>
                  <a:lnTo>
                    <a:pt x="50" y="34"/>
                  </a:lnTo>
                  <a:lnTo>
                    <a:pt x="49" y="24"/>
                  </a:lnTo>
                  <a:lnTo>
                    <a:pt x="51" y="12"/>
                  </a:lnTo>
                  <a:lnTo>
                    <a:pt x="63" y="12"/>
                  </a:lnTo>
                  <a:lnTo>
                    <a:pt x="64" y="12"/>
                  </a:lnTo>
                  <a:lnTo>
                    <a:pt x="66" y="10"/>
                  </a:lnTo>
                  <a:lnTo>
                    <a:pt x="67" y="10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70" y="13"/>
                  </a:lnTo>
                  <a:lnTo>
                    <a:pt x="71" y="13"/>
                  </a:lnTo>
                  <a:lnTo>
                    <a:pt x="72" y="14"/>
                  </a:lnTo>
                  <a:lnTo>
                    <a:pt x="72" y="16"/>
                  </a:lnTo>
                  <a:lnTo>
                    <a:pt x="76" y="14"/>
                  </a:lnTo>
                  <a:lnTo>
                    <a:pt x="79" y="13"/>
                  </a:lnTo>
                  <a:lnTo>
                    <a:pt x="80" y="12"/>
                  </a:lnTo>
                  <a:lnTo>
                    <a:pt x="80" y="12"/>
                  </a:lnTo>
                  <a:lnTo>
                    <a:pt x="82" y="12"/>
                  </a:lnTo>
                  <a:lnTo>
                    <a:pt x="83" y="13"/>
                  </a:lnTo>
                  <a:lnTo>
                    <a:pt x="84" y="13"/>
                  </a:lnTo>
                  <a:lnTo>
                    <a:pt x="86" y="14"/>
                  </a:lnTo>
                  <a:lnTo>
                    <a:pt x="88" y="13"/>
                  </a:lnTo>
                  <a:lnTo>
                    <a:pt x="91" y="13"/>
                  </a:lnTo>
                  <a:lnTo>
                    <a:pt x="92" y="10"/>
                  </a:lnTo>
                  <a:lnTo>
                    <a:pt x="91" y="9"/>
                  </a:lnTo>
                  <a:lnTo>
                    <a:pt x="92" y="9"/>
                  </a:lnTo>
                  <a:lnTo>
                    <a:pt x="95" y="9"/>
                  </a:lnTo>
                  <a:lnTo>
                    <a:pt x="96" y="9"/>
                  </a:lnTo>
                  <a:lnTo>
                    <a:pt x="97" y="10"/>
                  </a:lnTo>
                  <a:lnTo>
                    <a:pt x="100" y="10"/>
                  </a:lnTo>
                  <a:lnTo>
                    <a:pt x="101" y="9"/>
                  </a:lnTo>
                  <a:lnTo>
                    <a:pt x="105" y="8"/>
                  </a:lnTo>
                  <a:lnTo>
                    <a:pt x="107" y="9"/>
                  </a:lnTo>
                  <a:lnTo>
                    <a:pt x="109" y="8"/>
                  </a:lnTo>
                  <a:lnTo>
                    <a:pt x="109" y="7"/>
                  </a:lnTo>
                  <a:lnTo>
                    <a:pt x="112" y="7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20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7" name="Freeform 490">
              <a:extLst>
                <a:ext uri="{FF2B5EF4-FFF2-40B4-BE49-F238E27FC236}">
                  <a16:creationId xmlns:a16="http://schemas.microsoft.com/office/drawing/2014/main" id="{FBAD4063-585A-4F79-B7E5-8EEAC5E76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42007" y="6629218"/>
              <a:ext cx="108296" cy="121038"/>
            </a:xfrm>
            <a:custGeom>
              <a:avLst/>
              <a:gdLst>
                <a:gd name="T0" fmla="*/ 6 w 17"/>
                <a:gd name="T1" fmla="*/ 0 h 19"/>
                <a:gd name="T2" fmla="*/ 9 w 17"/>
                <a:gd name="T3" fmla="*/ 2 h 19"/>
                <a:gd name="T4" fmla="*/ 10 w 17"/>
                <a:gd name="T5" fmla="*/ 3 h 19"/>
                <a:gd name="T6" fmla="*/ 13 w 17"/>
                <a:gd name="T7" fmla="*/ 4 h 19"/>
                <a:gd name="T8" fmla="*/ 13 w 17"/>
                <a:gd name="T9" fmla="*/ 4 h 19"/>
                <a:gd name="T10" fmla="*/ 13 w 17"/>
                <a:gd name="T11" fmla="*/ 4 h 19"/>
                <a:gd name="T12" fmla="*/ 14 w 17"/>
                <a:gd name="T13" fmla="*/ 6 h 19"/>
                <a:gd name="T14" fmla="*/ 15 w 17"/>
                <a:gd name="T15" fmla="*/ 7 h 19"/>
                <a:gd name="T16" fmla="*/ 17 w 17"/>
                <a:gd name="T17" fmla="*/ 8 h 19"/>
                <a:gd name="T18" fmla="*/ 15 w 17"/>
                <a:gd name="T19" fmla="*/ 10 h 19"/>
                <a:gd name="T20" fmla="*/ 15 w 17"/>
                <a:gd name="T21" fmla="*/ 11 h 19"/>
                <a:gd name="T22" fmla="*/ 15 w 17"/>
                <a:gd name="T23" fmla="*/ 12 h 19"/>
                <a:gd name="T24" fmla="*/ 15 w 17"/>
                <a:gd name="T25" fmla="*/ 14 h 19"/>
                <a:gd name="T26" fmla="*/ 14 w 17"/>
                <a:gd name="T27" fmla="*/ 14 h 19"/>
                <a:gd name="T28" fmla="*/ 13 w 17"/>
                <a:gd name="T29" fmla="*/ 15 h 19"/>
                <a:gd name="T30" fmla="*/ 14 w 17"/>
                <a:gd name="T31" fmla="*/ 16 h 19"/>
                <a:gd name="T32" fmla="*/ 13 w 17"/>
                <a:gd name="T33" fmla="*/ 19 h 19"/>
                <a:gd name="T34" fmla="*/ 11 w 17"/>
                <a:gd name="T35" fmla="*/ 19 h 19"/>
                <a:gd name="T36" fmla="*/ 6 w 17"/>
                <a:gd name="T37" fmla="*/ 19 h 19"/>
                <a:gd name="T38" fmla="*/ 2 w 17"/>
                <a:gd name="T39" fmla="*/ 16 h 19"/>
                <a:gd name="T40" fmla="*/ 1 w 17"/>
                <a:gd name="T41" fmla="*/ 15 h 19"/>
                <a:gd name="T42" fmla="*/ 0 w 17"/>
                <a:gd name="T43" fmla="*/ 14 h 19"/>
                <a:gd name="T44" fmla="*/ 0 w 17"/>
                <a:gd name="T45" fmla="*/ 12 h 19"/>
                <a:gd name="T46" fmla="*/ 1 w 17"/>
                <a:gd name="T47" fmla="*/ 8 h 19"/>
                <a:gd name="T48" fmla="*/ 4 w 17"/>
                <a:gd name="T49" fmla="*/ 3 h 19"/>
                <a:gd name="T50" fmla="*/ 4 w 17"/>
                <a:gd name="T51" fmla="*/ 2 h 19"/>
                <a:gd name="T52" fmla="*/ 6 w 17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" h="19">
                  <a:moveTo>
                    <a:pt x="6" y="0"/>
                  </a:moveTo>
                  <a:lnTo>
                    <a:pt x="9" y="2"/>
                  </a:lnTo>
                  <a:lnTo>
                    <a:pt x="10" y="3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5" y="7"/>
                  </a:lnTo>
                  <a:lnTo>
                    <a:pt x="17" y="8"/>
                  </a:lnTo>
                  <a:lnTo>
                    <a:pt x="15" y="10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3" y="15"/>
                  </a:lnTo>
                  <a:lnTo>
                    <a:pt x="14" y="16"/>
                  </a:lnTo>
                  <a:lnTo>
                    <a:pt x="13" y="19"/>
                  </a:lnTo>
                  <a:lnTo>
                    <a:pt x="11" y="19"/>
                  </a:lnTo>
                  <a:lnTo>
                    <a:pt x="6" y="19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3"/>
                  </a:lnTo>
                  <a:lnTo>
                    <a:pt x="4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8" name="Freeform 491">
              <a:extLst>
                <a:ext uri="{FF2B5EF4-FFF2-40B4-BE49-F238E27FC236}">
                  <a16:creationId xmlns:a16="http://schemas.microsoft.com/office/drawing/2014/main" id="{9C0736DF-FE77-4505-9D33-CF68F3FE99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318586" y="6348926"/>
              <a:ext cx="1223092" cy="1038355"/>
            </a:xfrm>
            <a:custGeom>
              <a:avLst/>
              <a:gdLst>
                <a:gd name="T0" fmla="*/ 130 w 192"/>
                <a:gd name="T1" fmla="*/ 87 h 163"/>
                <a:gd name="T2" fmla="*/ 123 w 192"/>
                <a:gd name="T3" fmla="*/ 97 h 163"/>
                <a:gd name="T4" fmla="*/ 128 w 192"/>
                <a:gd name="T5" fmla="*/ 105 h 163"/>
                <a:gd name="T6" fmla="*/ 136 w 192"/>
                <a:gd name="T7" fmla="*/ 106 h 163"/>
                <a:gd name="T8" fmla="*/ 144 w 192"/>
                <a:gd name="T9" fmla="*/ 101 h 163"/>
                <a:gd name="T10" fmla="*/ 148 w 192"/>
                <a:gd name="T11" fmla="*/ 94 h 163"/>
                <a:gd name="T12" fmla="*/ 144 w 192"/>
                <a:gd name="T13" fmla="*/ 84 h 163"/>
                <a:gd name="T14" fmla="*/ 158 w 192"/>
                <a:gd name="T15" fmla="*/ 0 h 163"/>
                <a:gd name="T16" fmla="*/ 167 w 192"/>
                <a:gd name="T17" fmla="*/ 4 h 163"/>
                <a:gd name="T18" fmla="*/ 179 w 192"/>
                <a:gd name="T19" fmla="*/ 9 h 163"/>
                <a:gd name="T20" fmla="*/ 182 w 192"/>
                <a:gd name="T21" fmla="*/ 23 h 163"/>
                <a:gd name="T22" fmla="*/ 182 w 192"/>
                <a:gd name="T23" fmla="*/ 44 h 163"/>
                <a:gd name="T24" fmla="*/ 173 w 192"/>
                <a:gd name="T25" fmla="*/ 46 h 163"/>
                <a:gd name="T26" fmla="*/ 170 w 192"/>
                <a:gd name="T27" fmla="*/ 59 h 163"/>
                <a:gd name="T28" fmla="*/ 183 w 192"/>
                <a:gd name="T29" fmla="*/ 60 h 163"/>
                <a:gd name="T30" fmla="*/ 192 w 192"/>
                <a:gd name="T31" fmla="*/ 58 h 163"/>
                <a:gd name="T32" fmla="*/ 190 w 192"/>
                <a:gd name="T33" fmla="*/ 69 h 163"/>
                <a:gd name="T34" fmla="*/ 180 w 192"/>
                <a:gd name="T35" fmla="*/ 85 h 163"/>
                <a:gd name="T36" fmla="*/ 173 w 192"/>
                <a:gd name="T37" fmla="*/ 91 h 163"/>
                <a:gd name="T38" fmla="*/ 166 w 192"/>
                <a:gd name="T39" fmla="*/ 100 h 163"/>
                <a:gd name="T40" fmla="*/ 153 w 192"/>
                <a:gd name="T41" fmla="*/ 119 h 163"/>
                <a:gd name="T42" fmla="*/ 134 w 192"/>
                <a:gd name="T43" fmla="*/ 135 h 163"/>
                <a:gd name="T44" fmla="*/ 120 w 192"/>
                <a:gd name="T45" fmla="*/ 146 h 163"/>
                <a:gd name="T46" fmla="*/ 109 w 192"/>
                <a:gd name="T47" fmla="*/ 148 h 163"/>
                <a:gd name="T48" fmla="*/ 103 w 192"/>
                <a:gd name="T49" fmla="*/ 154 h 163"/>
                <a:gd name="T50" fmla="*/ 94 w 192"/>
                <a:gd name="T51" fmla="*/ 156 h 163"/>
                <a:gd name="T52" fmla="*/ 76 w 192"/>
                <a:gd name="T53" fmla="*/ 154 h 163"/>
                <a:gd name="T54" fmla="*/ 63 w 192"/>
                <a:gd name="T55" fmla="*/ 155 h 163"/>
                <a:gd name="T56" fmla="*/ 58 w 192"/>
                <a:gd name="T57" fmla="*/ 158 h 163"/>
                <a:gd name="T58" fmla="*/ 46 w 192"/>
                <a:gd name="T59" fmla="*/ 159 h 163"/>
                <a:gd name="T60" fmla="*/ 37 w 192"/>
                <a:gd name="T61" fmla="*/ 163 h 163"/>
                <a:gd name="T62" fmla="*/ 26 w 192"/>
                <a:gd name="T63" fmla="*/ 158 h 163"/>
                <a:gd name="T64" fmla="*/ 21 w 192"/>
                <a:gd name="T65" fmla="*/ 154 h 163"/>
                <a:gd name="T66" fmla="*/ 19 w 192"/>
                <a:gd name="T67" fmla="*/ 152 h 163"/>
                <a:gd name="T68" fmla="*/ 13 w 192"/>
                <a:gd name="T69" fmla="*/ 138 h 163"/>
                <a:gd name="T70" fmla="*/ 19 w 192"/>
                <a:gd name="T71" fmla="*/ 134 h 163"/>
                <a:gd name="T72" fmla="*/ 15 w 192"/>
                <a:gd name="T73" fmla="*/ 116 h 163"/>
                <a:gd name="T74" fmla="*/ 4 w 192"/>
                <a:gd name="T75" fmla="*/ 88 h 163"/>
                <a:gd name="T76" fmla="*/ 4 w 192"/>
                <a:gd name="T77" fmla="*/ 80 h 163"/>
                <a:gd name="T78" fmla="*/ 9 w 192"/>
                <a:gd name="T79" fmla="*/ 76 h 163"/>
                <a:gd name="T80" fmla="*/ 19 w 192"/>
                <a:gd name="T81" fmla="*/ 85 h 163"/>
                <a:gd name="T82" fmla="*/ 26 w 192"/>
                <a:gd name="T83" fmla="*/ 84 h 163"/>
                <a:gd name="T84" fmla="*/ 32 w 192"/>
                <a:gd name="T85" fmla="*/ 83 h 163"/>
                <a:gd name="T86" fmla="*/ 42 w 192"/>
                <a:gd name="T87" fmla="*/ 79 h 163"/>
                <a:gd name="T88" fmla="*/ 51 w 192"/>
                <a:gd name="T89" fmla="*/ 51 h 163"/>
                <a:gd name="T90" fmla="*/ 58 w 192"/>
                <a:gd name="T91" fmla="*/ 56 h 163"/>
                <a:gd name="T92" fmla="*/ 69 w 192"/>
                <a:gd name="T93" fmla="*/ 52 h 163"/>
                <a:gd name="T94" fmla="*/ 83 w 192"/>
                <a:gd name="T95" fmla="*/ 41 h 163"/>
                <a:gd name="T96" fmla="*/ 95 w 192"/>
                <a:gd name="T97" fmla="*/ 44 h 163"/>
                <a:gd name="T98" fmla="*/ 105 w 192"/>
                <a:gd name="T99" fmla="*/ 46 h 163"/>
                <a:gd name="T100" fmla="*/ 109 w 192"/>
                <a:gd name="T101" fmla="*/ 41 h 163"/>
                <a:gd name="T102" fmla="*/ 116 w 192"/>
                <a:gd name="T103" fmla="*/ 33 h 163"/>
                <a:gd name="T104" fmla="*/ 121 w 192"/>
                <a:gd name="T105" fmla="*/ 27 h 163"/>
                <a:gd name="T106" fmla="*/ 124 w 192"/>
                <a:gd name="T107" fmla="*/ 23 h 163"/>
                <a:gd name="T108" fmla="*/ 132 w 192"/>
                <a:gd name="T109" fmla="*/ 14 h 163"/>
                <a:gd name="T110" fmla="*/ 138 w 192"/>
                <a:gd name="T111" fmla="*/ 8 h 163"/>
                <a:gd name="T112" fmla="*/ 146 w 192"/>
                <a:gd name="T113" fmla="*/ 6 h 163"/>
                <a:gd name="T114" fmla="*/ 152 w 192"/>
                <a:gd name="T115" fmla="*/ 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2" h="163">
                  <a:moveTo>
                    <a:pt x="138" y="83"/>
                  </a:moveTo>
                  <a:lnTo>
                    <a:pt x="137" y="84"/>
                  </a:lnTo>
                  <a:lnTo>
                    <a:pt x="136" y="84"/>
                  </a:lnTo>
                  <a:lnTo>
                    <a:pt x="134" y="85"/>
                  </a:lnTo>
                  <a:lnTo>
                    <a:pt x="130" y="87"/>
                  </a:lnTo>
                  <a:lnTo>
                    <a:pt x="128" y="88"/>
                  </a:lnTo>
                  <a:lnTo>
                    <a:pt x="127" y="92"/>
                  </a:lnTo>
                  <a:lnTo>
                    <a:pt x="124" y="94"/>
                  </a:lnTo>
                  <a:lnTo>
                    <a:pt x="123" y="94"/>
                  </a:lnTo>
                  <a:lnTo>
                    <a:pt x="123" y="97"/>
                  </a:lnTo>
                  <a:lnTo>
                    <a:pt x="125" y="98"/>
                  </a:lnTo>
                  <a:lnTo>
                    <a:pt x="125" y="100"/>
                  </a:lnTo>
                  <a:lnTo>
                    <a:pt x="127" y="101"/>
                  </a:lnTo>
                  <a:lnTo>
                    <a:pt x="127" y="104"/>
                  </a:lnTo>
                  <a:lnTo>
                    <a:pt x="128" y="105"/>
                  </a:lnTo>
                  <a:lnTo>
                    <a:pt x="129" y="108"/>
                  </a:lnTo>
                  <a:lnTo>
                    <a:pt x="132" y="108"/>
                  </a:lnTo>
                  <a:lnTo>
                    <a:pt x="134" y="108"/>
                  </a:lnTo>
                  <a:lnTo>
                    <a:pt x="134" y="106"/>
                  </a:lnTo>
                  <a:lnTo>
                    <a:pt x="136" y="106"/>
                  </a:lnTo>
                  <a:lnTo>
                    <a:pt x="137" y="102"/>
                  </a:lnTo>
                  <a:lnTo>
                    <a:pt x="138" y="102"/>
                  </a:lnTo>
                  <a:lnTo>
                    <a:pt x="141" y="101"/>
                  </a:lnTo>
                  <a:lnTo>
                    <a:pt x="142" y="101"/>
                  </a:lnTo>
                  <a:lnTo>
                    <a:pt x="144" y="101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5" y="97"/>
                  </a:lnTo>
                  <a:lnTo>
                    <a:pt x="145" y="96"/>
                  </a:lnTo>
                  <a:lnTo>
                    <a:pt x="148" y="94"/>
                  </a:lnTo>
                  <a:lnTo>
                    <a:pt x="150" y="93"/>
                  </a:lnTo>
                  <a:lnTo>
                    <a:pt x="149" y="91"/>
                  </a:lnTo>
                  <a:lnTo>
                    <a:pt x="148" y="85"/>
                  </a:lnTo>
                  <a:lnTo>
                    <a:pt x="145" y="84"/>
                  </a:lnTo>
                  <a:lnTo>
                    <a:pt x="144" y="84"/>
                  </a:lnTo>
                  <a:lnTo>
                    <a:pt x="141" y="83"/>
                  </a:lnTo>
                  <a:lnTo>
                    <a:pt x="141" y="83"/>
                  </a:lnTo>
                  <a:lnTo>
                    <a:pt x="140" y="83"/>
                  </a:lnTo>
                  <a:lnTo>
                    <a:pt x="138" y="83"/>
                  </a:lnTo>
                  <a:close/>
                  <a:moveTo>
                    <a:pt x="158" y="0"/>
                  </a:moveTo>
                  <a:lnTo>
                    <a:pt x="162" y="1"/>
                  </a:lnTo>
                  <a:lnTo>
                    <a:pt x="162" y="2"/>
                  </a:lnTo>
                  <a:lnTo>
                    <a:pt x="165" y="2"/>
                  </a:lnTo>
                  <a:lnTo>
                    <a:pt x="166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73" y="2"/>
                  </a:lnTo>
                  <a:lnTo>
                    <a:pt x="177" y="4"/>
                  </a:lnTo>
                  <a:lnTo>
                    <a:pt x="179" y="5"/>
                  </a:lnTo>
                  <a:lnTo>
                    <a:pt x="179" y="9"/>
                  </a:lnTo>
                  <a:lnTo>
                    <a:pt x="180" y="12"/>
                  </a:lnTo>
                  <a:lnTo>
                    <a:pt x="182" y="14"/>
                  </a:lnTo>
                  <a:lnTo>
                    <a:pt x="182" y="21"/>
                  </a:lnTo>
                  <a:lnTo>
                    <a:pt x="182" y="21"/>
                  </a:lnTo>
                  <a:lnTo>
                    <a:pt x="182" y="23"/>
                  </a:lnTo>
                  <a:lnTo>
                    <a:pt x="182" y="26"/>
                  </a:lnTo>
                  <a:lnTo>
                    <a:pt x="183" y="29"/>
                  </a:lnTo>
                  <a:lnTo>
                    <a:pt x="183" y="38"/>
                  </a:lnTo>
                  <a:lnTo>
                    <a:pt x="182" y="41"/>
                  </a:lnTo>
                  <a:lnTo>
                    <a:pt x="182" y="44"/>
                  </a:lnTo>
                  <a:lnTo>
                    <a:pt x="182" y="48"/>
                  </a:lnTo>
                  <a:lnTo>
                    <a:pt x="179" y="47"/>
                  </a:lnTo>
                  <a:lnTo>
                    <a:pt x="178" y="46"/>
                  </a:lnTo>
                  <a:lnTo>
                    <a:pt x="175" y="44"/>
                  </a:lnTo>
                  <a:lnTo>
                    <a:pt x="173" y="46"/>
                  </a:lnTo>
                  <a:lnTo>
                    <a:pt x="173" y="47"/>
                  </a:lnTo>
                  <a:lnTo>
                    <a:pt x="170" y="52"/>
                  </a:lnTo>
                  <a:lnTo>
                    <a:pt x="169" y="56"/>
                  </a:lnTo>
                  <a:lnTo>
                    <a:pt x="169" y="58"/>
                  </a:lnTo>
                  <a:lnTo>
                    <a:pt x="170" y="59"/>
                  </a:lnTo>
                  <a:lnTo>
                    <a:pt x="171" y="60"/>
                  </a:lnTo>
                  <a:lnTo>
                    <a:pt x="175" y="63"/>
                  </a:lnTo>
                  <a:lnTo>
                    <a:pt x="180" y="63"/>
                  </a:lnTo>
                  <a:lnTo>
                    <a:pt x="182" y="63"/>
                  </a:lnTo>
                  <a:lnTo>
                    <a:pt x="183" y="60"/>
                  </a:lnTo>
                  <a:lnTo>
                    <a:pt x="182" y="59"/>
                  </a:lnTo>
                  <a:lnTo>
                    <a:pt x="183" y="58"/>
                  </a:lnTo>
                  <a:lnTo>
                    <a:pt x="186" y="58"/>
                  </a:lnTo>
                  <a:lnTo>
                    <a:pt x="190" y="59"/>
                  </a:lnTo>
                  <a:lnTo>
                    <a:pt x="192" y="58"/>
                  </a:lnTo>
                  <a:lnTo>
                    <a:pt x="192" y="59"/>
                  </a:lnTo>
                  <a:lnTo>
                    <a:pt x="191" y="60"/>
                  </a:lnTo>
                  <a:lnTo>
                    <a:pt x="191" y="62"/>
                  </a:lnTo>
                  <a:lnTo>
                    <a:pt x="190" y="66"/>
                  </a:lnTo>
                  <a:lnTo>
                    <a:pt x="190" y="69"/>
                  </a:lnTo>
                  <a:lnTo>
                    <a:pt x="188" y="72"/>
                  </a:lnTo>
                  <a:lnTo>
                    <a:pt x="187" y="77"/>
                  </a:lnTo>
                  <a:lnTo>
                    <a:pt x="184" y="79"/>
                  </a:lnTo>
                  <a:lnTo>
                    <a:pt x="184" y="81"/>
                  </a:lnTo>
                  <a:lnTo>
                    <a:pt x="180" y="85"/>
                  </a:lnTo>
                  <a:lnTo>
                    <a:pt x="180" y="85"/>
                  </a:lnTo>
                  <a:lnTo>
                    <a:pt x="179" y="87"/>
                  </a:lnTo>
                  <a:lnTo>
                    <a:pt x="177" y="87"/>
                  </a:lnTo>
                  <a:lnTo>
                    <a:pt x="175" y="89"/>
                  </a:lnTo>
                  <a:lnTo>
                    <a:pt x="173" y="91"/>
                  </a:lnTo>
                  <a:lnTo>
                    <a:pt x="171" y="93"/>
                  </a:lnTo>
                  <a:lnTo>
                    <a:pt x="169" y="96"/>
                  </a:lnTo>
                  <a:lnTo>
                    <a:pt x="169" y="97"/>
                  </a:lnTo>
                  <a:lnTo>
                    <a:pt x="167" y="100"/>
                  </a:lnTo>
                  <a:lnTo>
                    <a:pt x="166" y="100"/>
                  </a:lnTo>
                  <a:lnTo>
                    <a:pt x="163" y="104"/>
                  </a:lnTo>
                  <a:lnTo>
                    <a:pt x="159" y="112"/>
                  </a:lnTo>
                  <a:lnTo>
                    <a:pt x="155" y="116"/>
                  </a:lnTo>
                  <a:lnTo>
                    <a:pt x="154" y="118"/>
                  </a:lnTo>
                  <a:lnTo>
                    <a:pt x="153" y="119"/>
                  </a:lnTo>
                  <a:lnTo>
                    <a:pt x="150" y="122"/>
                  </a:lnTo>
                  <a:lnTo>
                    <a:pt x="149" y="122"/>
                  </a:lnTo>
                  <a:lnTo>
                    <a:pt x="149" y="122"/>
                  </a:lnTo>
                  <a:lnTo>
                    <a:pt x="136" y="135"/>
                  </a:lnTo>
                  <a:lnTo>
                    <a:pt x="134" y="135"/>
                  </a:lnTo>
                  <a:lnTo>
                    <a:pt x="134" y="135"/>
                  </a:lnTo>
                  <a:lnTo>
                    <a:pt x="133" y="138"/>
                  </a:lnTo>
                  <a:lnTo>
                    <a:pt x="124" y="143"/>
                  </a:lnTo>
                  <a:lnTo>
                    <a:pt x="123" y="146"/>
                  </a:lnTo>
                  <a:lnTo>
                    <a:pt x="120" y="146"/>
                  </a:lnTo>
                  <a:lnTo>
                    <a:pt x="120" y="147"/>
                  </a:lnTo>
                  <a:lnTo>
                    <a:pt x="116" y="148"/>
                  </a:lnTo>
                  <a:lnTo>
                    <a:pt x="113" y="150"/>
                  </a:lnTo>
                  <a:lnTo>
                    <a:pt x="111" y="150"/>
                  </a:lnTo>
                  <a:lnTo>
                    <a:pt x="109" y="148"/>
                  </a:lnTo>
                  <a:lnTo>
                    <a:pt x="105" y="148"/>
                  </a:lnTo>
                  <a:lnTo>
                    <a:pt x="103" y="150"/>
                  </a:lnTo>
                  <a:lnTo>
                    <a:pt x="101" y="152"/>
                  </a:lnTo>
                  <a:lnTo>
                    <a:pt x="103" y="154"/>
                  </a:lnTo>
                  <a:lnTo>
                    <a:pt x="103" y="154"/>
                  </a:lnTo>
                  <a:lnTo>
                    <a:pt x="99" y="154"/>
                  </a:lnTo>
                  <a:lnTo>
                    <a:pt x="96" y="152"/>
                  </a:lnTo>
                  <a:lnTo>
                    <a:pt x="94" y="152"/>
                  </a:lnTo>
                  <a:lnTo>
                    <a:pt x="92" y="155"/>
                  </a:lnTo>
                  <a:lnTo>
                    <a:pt x="94" y="156"/>
                  </a:lnTo>
                  <a:lnTo>
                    <a:pt x="92" y="156"/>
                  </a:lnTo>
                  <a:lnTo>
                    <a:pt x="87" y="155"/>
                  </a:lnTo>
                  <a:lnTo>
                    <a:pt x="86" y="154"/>
                  </a:lnTo>
                  <a:lnTo>
                    <a:pt x="79" y="152"/>
                  </a:lnTo>
                  <a:lnTo>
                    <a:pt x="76" y="154"/>
                  </a:lnTo>
                  <a:lnTo>
                    <a:pt x="76" y="155"/>
                  </a:lnTo>
                  <a:lnTo>
                    <a:pt x="74" y="155"/>
                  </a:lnTo>
                  <a:lnTo>
                    <a:pt x="71" y="154"/>
                  </a:lnTo>
                  <a:lnTo>
                    <a:pt x="65" y="154"/>
                  </a:lnTo>
                  <a:lnTo>
                    <a:pt x="63" y="155"/>
                  </a:lnTo>
                  <a:lnTo>
                    <a:pt x="62" y="156"/>
                  </a:lnTo>
                  <a:lnTo>
                    <a:pt x="61" y="156"/>
                  </a:lnTo>
                  <a:lnTo>
                    <a:pt x="59" y="156"/>
                  </a:lnTo>
                  <a:lnTo>
                    <a:pt x="58" y="158"/>
                  </a:lnTo>
                  <a:lnTo>
                    <a:pt x="58" y="158"/>
                  </a:lnTo>
                  <a:lnTo>
                    <a:pt x="55" y="159"/>
                  </a:lnTo>
                  <a:lnTo>
                    <a:pt x="53" y="159"/>
                  </a:lnTo>
                  <a:lnTo>
                    <a:pt x="50" y="158"/>
                  </a:lnTo>
                  <a:lnTo>
                    <a:pt x="46" y="158"/>
                  </a:lnTo>
                  <a:lnTo>
                    <a:pt x="46" y="159"/>
                  </a:lnTo>
                  <a:lnTo>
                    <a:pt x="44" y="159"/>
                  </a:lnTo>
                  <a:lnTo>
                    <a:pt x="41" y="162"/>
                  </a:lnTo>
                  <a:lnTo>
                    <a:pt x="38" y="162"/>
                  </a:lnTo>
                  <a:lnTo>
                    <a:pt x="38" y="163"/>
                  </a:lnTo>
                  <a:lnTo>
                    <a:pt x="37" y="163"/>
                  </a:lnTo>
                  <a:lnTo>
                    <a:pt x="36" y="163"/>
                  </a:lnTo>
                  <a:lnTo>
                    <a:pt x="29" y="160"/>
                  </a:lnTo>
                  <a:lnTo>
                    <a:pt x="28" y="162"/>
                  </a:lnTo>
                  <a:lnTo>
                    <a:pt x="28" y="159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8"/>
                  </a:lnTo>
                  <a:lnTo>
                    <a:pt x="24" y="156"/>
                  </a:lnTo>
                  <a:lnTo>
                    <a:pt x="24" y="155"/>
                  </a:lnTo>
                  <a:lnTo>
                    <a:pt x="21" y="154"/>
                  </a:lnTo>
                  <a:lnTo>
                    <a:pt x="19" y="156"/>
                  </a:lnTo>
                  <a:lnTo>
                    <a:pt x="19" y="158"/>
                  </a:lnTo>
                  <a:lnTo>
                    <a:pt x="17" y="156"/>
                  </a:lnTo>
                  <a:lnTo>
                    <a:pt x="17" y="155"/>
                  </a:lnTo>
                  <a:lnTo>
                    <a:pt x="19" y="152"/>
                  </a:lnTo>
                  <a:lnTo>
                    <a:pt x="17" y="150"/>
                  </a:lnTo>
                  <a:lnTo>
                    <a:pt x="20" y="147"/>
                  </a:lnTo>
                  <a:lnTo>
                    <a:pt x="17" y="143"/>
                  </a:lnTo>
                  <a:lnTo>
                    <a:pt x="15" y="141"/>
                  </a:lnTo>
                  <a:lnTo>
                    <a:pt x="13" y="138"/>
                  </a:lnTo>
                  <a:lnTo>
                    <a:pt x="13" y="135"/>
                  </a:lnTo>
                  <a:lnTo>
                    <a:pt x="15" y="134"/>
                  </a:lnTo>
                  <a:lnTo>
                    <a:pt x="16" y="135"/>
                  </a:lnTo>
                  <a:lnTo>
                    <a:pt x="17" y="135"/>
                  </a:lnTo>
                  <a:lnTo>
                    <a:pt x="19" y="134"/>
                  </a:lnTo>
                  <a:lnTo>
                    <a:pt x="19" y="130"/>
                  </a:lnTo>
                  <a:lnTo>
                    <a:pt x="17" y="126"/>
                  </a:lnTo>
                  <a:lnTo>
                    <a:pt x="17" y="125"/>
                  </a:lnTo>
                  <a:lnTo>
                    <a:pt x="15" y="118"/>
                  </a:lnTo>
                  <a:lnTo>
                    <a:pt x="15" y="116"/>
                  </a:lnTo>
                  <a:lnTo>
                    <a:pt x="11" y="112"/>
                  </a:lnTo>
                  <a:lnTo>
                    <a:pt x="9" y="105"/>
                  </a:lnTo>
                  <a:lnTo>
                    <a:pt x="7" y="98"/>
                  </a:lnTo>
                  <a:lnTo>
                    <a:pt x="7" y="94"/>
                  </a:lnTo>
                  <a:lnTo>
                    <a:pt x="4" y="88"/>
                  </a:lnTo>
                  <a:lnTo>
                    <a:pt x="0" y="85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77"/>
                  </a:lnTo>
                  <a:lnTo>
                    <a:pt x="3" y="77"/>
                  </a:lnTo>
                  <a:lnTo>
                    <a:pt x="4" y="75"/>
                  </a:lnTo>
                  <a:lnTo>
                    <a:pt x="8" y="73"/>
                  </a:lnTo>
                  <a:lnTo>
                    <a:pt x="9" y="76"/>
                  </a:lnTo>
                  <a:lnTo>
                    <a:pt x="11" y="76"/>
                  </a:lnTo>
                  <a:lnTo>
                    <a:pt x="11" y="79"/>
                  </a:lnTo>
                  <a:lnTo>
                    <a:pt x="12" y="83"/>
                  </a:lnTo>
                  <a:lnTo>
                    <a:pt x="16" y="84"/>
                  </a:lnTo>
                  <a:lnTo>
                    <a:pt x="19" y="85"/>
                  </a:lnTo>
                  <a:lnTo>
                    <a:pt x="20" y="84"/>
                  </a:lnTo>
                  <a:lnTo>
                    <a:pt x="21" y="85"/>
                  </a:lnTo>
                  <a:lnTo>
                    <a:pt x="24" y="85"/>
                  </a:lnTo>
                  <a:lnTo>
                    <a:pt x="25" y="84"/>
                  </a:lnTo>
                  <a:lnTo>
                    <a:pt x="26" y="84"/>
                  </a:lnTo>
                  <a:lnTo>
                    <a:pt x="28" y="87"/>
                  </a:lnTo>
                  <a:lnTo>
                    <a:pt x="29" y="85"/>
                  </a:lnTo>
                  <a:lnTo>
                    <a:pt x="30" y="87"/>
                  </a:lnTo>
                  <a:lnTo>
                    <a:pt x="30" y="84"/>
                  </a:lnTo>
                  <a:lnTo>
                    <a:pt x="32" y="83"/>
                  </a:lnTo>
                  <a:lnTo>
                    <a:pt x="33" y="83"/>
                  </a:lnTo>
                  <a:lnTo>
                    <a:pt x="34" y="80"/>
                  </a:lnTo>
                  <a:lnTo>
                    <a:pt x="37" y="79"/>
                  </a:lnTo>
                  <a:lnTo>
                    <a:pt x="41" y="79"/>
                  </a:lnTo>
                  <a:lnTo>
                    <a:pt x="42" y="79"/>
                  </a:lnTo>
                  <a:lnTo>
                    <a:pt x="44" y="35"/>
                  </a:lnTo>
                  <a:lnTo>
                    <a:pt x="48" y="38"/>
                  </a:lnTo>
                  <a:lnTo>
                    <a:pt x="49" y="42"/>
                  </a:lnTo>
                  <a:lnTo>
                    <a:pt x="51" y="48"/>
                  </a:lnTo>
                  <a:lnTo>
                    <a:pt x="51" y="51"/>
                  </a:lnTo>
                  <a:lnTo>
                    <a:pt x="50" y="55"/>
                  </a:lnTo>
                  <a:lnTo>
                    <a:pt x="50" y="58"/>
                  </a:lnTo>
                  <a:lnTo>
                    <a:pt x="53" y="58"/>
                  </a:lnTo>
                  <a:lnTo>
                    <a:pt x="57" y="58"/>
                  </a:lnTo>
                  <a:lnTo>
                    <a:pt x="58" y="56"/>
                  </a:lnTo>
                  <a:lnTo>
                    <a:pt x="61" y="58"/>
                  </a:lnTo>
                  <a:lnTo>
                    <a:pt x="63" y="56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9" y="52"/>
                  </a:lnTo>
                  <a:lnTo>
                    <a:pt x="73" y="51"/>
                  </a:lnTo>
                  <a:lnTo>
                    <a:pt x="75" y="48"/>
                  </a:lnTo>
                  <a:lnTo>
                    <a:pt x="76" y="43"/>
                  </a:lnTo>
                  <a:lnTo>
                    <a:pt x="79" y="41"/>
                  </a:lnTo>
                  <a:lnTo>
                    <a:pt x="83" y="41"/>
                  </a:lnTo>
                  <a:lnTo>
                    <a:pt x="87" y="41"/>
                  </a:lnTo>
                  <a:lnTo>
                    <a:pt x="88" y="43"/>
                  </a:lnTo>
                  <a:lnTo>
                    <a:pt x="90" y="43"/>
                  </a:lnTo>
                  <a:lnTo>
                    <a:pt x="94" y="46"/>
                  </a:lnTo>
                  <a:lnTo>
                    <a:pt x="95" y="44"/>
                  </a:lnTo>
                  <a:lnTo>
                    <a:pt x="98" y="46"/>
                  </a:lnTo>
                  <a:lnTo>
                    <a:pt x="100" y="44"/>
                  </a:lnTo>
                  <a:lnTo>
                    <a:pt x="103" y="44"/>
                  </a:lnTo>
                  <a:lnTo>
                    <a:pt x="104" y="44"/>
                  </a:lnTo>
                  <a:lnTo>
                    <a:pt x="105" y="46"/>
                  </a:lnTo>
                  <a:lnTo>
                    <a:pt x="107" y="47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1"/>
                  </a:lnTo>
                  <a:lnTo>
                    <a:pt x="111" y="39"/>
                  </a:lnTo>
                  <a:lnTo>
                    <a:pt x="111" y="35"/>
                  </a:lnTo>
                  <a:lnTo>
                    <a:pt x="112" y="34"/>
                  </a:lnTo>
                  <a:lnTo>
                    <a:pt x="115" y="34"/>
                  </a:lnTo>
                  <a:lnTo>
                    <a:pt x="116" y="33"/>
                  </a:lnTo>
                  <a:lnTo>
                    <a:pt x="117" y="33"/>
                  </a:lnTo>
                  <a:lnTo>
                    <a:pt x="119" y="31"/>
                  </a:lnTo>
                  <a:lnTo>
                    <a:pt x="119" y="30"/>
                  </a:lnTo>
                  <a:lnTo>
                    <a:pt x="120" y="29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6"/>
                  </a:lnTo>
                  <a:lnTo>
                    <a:pt x="125" y="26"/>
                  </a:lnTo>
                  <a:lnTo>
                    <a:pt x="125" y="25"/>
                  </a:lnTo>
                  <a:lnTo>
                    <a:pt x="124" y="23"/>
                  </a:lnTo>
                  <a:lnTo>
                    <a:pt x="124" y="21"/>
                  </a:lnTo>
                  <a:lnTo>
                    <a:pt x="128" y="16"/>
                  </a:lnTo>
                  <a:lnTo>
                    <a:pt x="129" y="16"/>
                  </a:lnTo>
                  <a:lnTo>
                    <a:pt x="130" y="16"/>
                  </a:lnTo>
                  <a:lnTo>
                    <a:pt x="132" y="14"/>
                  </a:lnTo>
                  <a:lnTo>
                    <a:pt x="133" y="13"/>
                  </a:lnTo>
                  <a:lnTo>
                    <a:pt x="133" y="12"/>
                  </a:lnTo>
                  <a:lnTo>
                    <a:pt x="136" y="12"/>
                  </a:lnTo>
                  <a:lnTo>
                    <a:pt x="136" y="10"/>
                  </a:lnTo>
                  <a:lnTo>
                    <a:pt x="138" y="8"/>
                  </a:lnTo>
                  <a:lnTo>
                    <a:pt x="141" y="8"/>
                  </a:lnTo>
                  <a:lnTo>
                    <a:pt x="142" y="8"/>
                  </a:lnTo>
                  <a:lnTo>
                    <a:pt x="144" y="8"/>
                  </a:lnTo>
                  <a:lnTo>
                    <a:pt x="145" y="8"/>
                  </a:lnTo>
                  <a:lnTo>
                    <a:pt x="146" y="6"/>
                  </a:lnTo>
                  <a:lnTo>
                    <a:pt x="149" y="6"/>
                  </a:lnTo>
                  <a:lnTo>
                    <a:pt x="149" y="4"/>
                  </a:lnTo>
                  <a:lnTo>
                    <a:pt x="149" y="2"/>
                  </a:lnTo>
                  <a:lnTo>
                    <a:pt x="150" y="2"/>
                  </a:lnTo>
                  <a:lnTo>
                    <a:pt x="152" y="1"/>
                  </a:lnTo>
                  <a:lnTo>
                    <a:pt x="153" y="1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9" name="Freeform 492">
              <a:extLst>
                <a:ext uri="{FF2B5EF4-FFF2-40B4-BE49-F238E27FC236}">
                  <a16:creationId xmlns:a16="http://schemas.microsoft.com/office/drawing/2014/main" id="{53D8EFC3-C490-4726-AE2B-0F87449B3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-535039" y="6877656"/>
              <a:ext cx="172000" cy="159258"/>
            </a:xfrm>
            <a:custGeom>
              <a:avLst/>
              <a:gdLst>
                <a:gd name="T0" fmla="*/ 15 w 27"/>
                <a:gd name="T1" fmla="*/ 0 h 25"/>
                <a:gd name="T2" fmla="*/ 17 w 27"/>
                <a:gd name="T3" fmla="*/ 0 h 25"/>
                <a:gd name="T4" fmla="*/ 18 w 27"/>
                <a:gd name="T5" fmla="*/ 0 h 25"/>
                <a:gd name="T6" fmla="*/ 18 w 27"/>
                <a:gd name="T7" fmla="*/ 0 h 25"/>
                <a:gd name="T8" fmla="*/ 21 w 27"/>
                <a:gd name="T9" fmla="*/ 1 h 25"/>
                <a:gd name="T10" fmla="*/ 22 w 27"/>
                <a:gd name="T11" fmla="*/ 1 h 25"/>
                <a:gd name="T12" fmla="*/ 25 w 27"/>
                <a:gd name="T13" fmla="*/ 2 h 25"/>
                <a:gd name="T14" fmla="*/ 26 w 27"/>
                <a:gd name="T15" fmla="*/ 8 h 25"/>
                <a:gd name="T16" fmla="*/ 27 w 27"/>
                <a:gd name="T17" fmla="*/ 10 h 25"/>
                <a:gd name="T18" fmla="*/ 25 w 27"/>
                <a:gd name="T19" fmla="*/ 11 h 25"/>
                <a:gd name="T20" fmla="*/ 22 w 27"/>
                <a:gd name="T21" fmla="*/ 13 h 25"/>
                <a:gd name="T22" fmla="*/ 22 w 27"/>
                <a:gd name="T23" fmla="*/ 14 h 25"/>
                <a:gd name="T24" fmla="*/ 23 w 27"/>
                <a:gd name="T25" fmla="*/ 15 h 25"/>
                <a:gd name="T26" fmla="*/ 23 w 27"/>
                <a:gd name="T27" fmla="*/ 17 h 25"/>
                <a:gd name="T28" fmla="*/ 21 w 27"/>
                <a:gd name="T29" fmla="*/ 18 h 25"/>
                <a:gd name="T30" fmla="*/ 19 w 27"/>
                <a:gd name="T31" fmla="*/ 18 h 25"/>
                <a:gd name="T32" fmla="*/ 18 w 27"/>
                <a:gd name="T33" fmla="*/ 18 h 25"/>
                <a:gd name="T34" fmla="*/ 15 w 27"/>
                <a:gd name="T35" fmla="*/ 19 h 25"/>
                <a:gd name="T36" fmla="*/ 14 w 27"/>
                <a:gd name="T37" fmla="*/ 19 h 25"/>
                <a:gd name="T38" fmla="*/ 13 w 27"/>
                <a:gd name="T39" fmla="*/ 23 h 25"/>
                <a:gd name="T40" fmla="*/ 11 w 27"/>
                <a:gd name="T41" fmla="*/ 23 h 25"/>
                <a:gd name="T42" fmla="*/ 11 w 27"/>
                <a:gd name="T43" fmla="*/ 25 h 25"/>
                <a:gd name="T44" fmla="*/ 9 w 27"/>
                <a:gd name="T45" fmla="*/ 25 h 25"/>
                <a:gd name="T46" fmla="*/ 6 w 27"/>
                <a:gd name="T47" fmla="*/ 25 h 25"/>
                <a:gd name="T48" fmla="*/ 5 w 27"/>
                <a:gd name="T49" fmla="*/ 22 h 25"/>
                <a:gd name="T50" fmla="*/ 4 w 27"/>
                <a:gd name="T51" fmla="*/ 21 h 25"/>
                <a:gd name="T52" fmla="*/ 4 w 27"/>
                <a:gd name="T53" fmla="*/ 18 h 25"/>
                <a:gd name="T54" fmla="*/ 2 w 27"/>
                <a:gd name="T55" fmla="*/ 17 h 25"/>
                <a:gd name="T56" fmla="*/ 2 w 27"/>
                <a:gd name="T57" fmla="*/ 15 h 25"/>
                <a:gd name="T58" fmla="*/ 0 w 27"/>
                <a:gd name="T59" fmla="*/ 14 h 25"/>
                <a:gd name="T60" fmla="*/ 0 w 27"/>
                <a:gd name="T61" fmla="*/ 11 h 25"/>
                <a:gd name="T62" fmla="*/ 1 w 27"/>
                <a:gd name="T63" fmla="*/ 11 h 25"/>
                <a:gd name="T64" fmla="*/ 4 w 27"/>
                <a:gd name="T65" fmla="*/ 9 h 25"/>
                <a:gd name="T66" fmla="*/ 5 w 27"/>
                <a:gd name="T67" fmla="*/ 5 h 25"/>
                <a:gd name="T68" fmla="*/ 7 w 27"/>
                <a:gd name="T69" fmla="*/ 4 h 25"/>
                <a:gd name="T70" fmla="*/ 11 w 27"/>
                <a:gd name="T71" fmla="*/ 2 h 25"/>
                <a:gd name="T72" fmla="*/ 13 w 27"/>
                <a:gd name="T73" fmla="*/ 1 h 25"/>
                <a:gd name="T74" fmla="*/ 14 w 27"/>
                <a:gd name="T75" fmla="*/ 1 h 25"/>
                <a:gd name="T76" fmla="*/ 15 w 27"/>
                <a:gd name="T7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" h="25">
                  <a:moveTo>
                    <a:pt x="15" y="0"/>
                  </a:moveTo>
                  <a:lnTo>
                    <a:pt x="17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5" y="2"/>
                  </a:lnTo>
                  <a:lnTo>
                    <a:pt x="26" y="8"/>
                  </a:lnTo>
                  <a:lnTo>
                    <a:pt x="27" y="10"/>
                  </a:lnTo>
                  <a:lnTo>
                    <a:pt x="25" y="11"/>
                  </a:lnTo>
                  <a:lnTo>
                    <a:pt x="22" y="13"/>
                  </a:lnTo>
                  <a:lnTo>
                    <a:pt x="22" y="14"/>
                  </a:lnTo>
                  <a:lnTo>
                    <a:pt x="23" y="15"/>
                  </a:lnTo>
                  <a:lnTo>
                    <a:pt x="23" y="17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3" y="23"/>
                  </a:lnTo>
                  <a:lnTo>
                    <a:pt x="11" y="23"/>
                  </a:lnTo>
                  <a:lnTo>
                    <a:pt x="11" y="25"/>
                  </a:lnTo>
                  <a:lnTo>
                    <a:pt x="9" y="25"/>
                  </a:lnTo>
                  <a:lnTo>
                    <a:pt x="6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4" y="9"/>
                  </a:lnTo>
                  <a:lnTo>
                    <a:pt x="5" y="5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0" name="Freeform 592">
              <a:extLst>
                <a:ext uri="{FF2B5EF4-FFF2-40B4-BE49-F238E27FC236}">
                  <a16:creationId xmlns:a16="http://schemas.microsoft.com/office/drawing/2014/main" id="{F8B6CF0A-739F-4819-BC9A-F5B2316114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305709" y="4896507"/>
              <a:ext cx="127406" cy="19112"/>
            </a:xfrm>
            <a:custGeom>
              <a:avLst/>
              <a:gdLst>
                <a:gd name="T0" fmla="*/ 2 w 20"/>
                <a:gd name="T1" fmla="*/ 3 h 3"/>
                <a:gd name="T2" fmla="*/ 2 w 20"/>
                <a:gd name="T3" fmla="*/ 3 h 3"/>
                <a:gd name="T4" fmla="*/ 2 w 20"/>
                <a:gd name="T5" fmla="*/ 1 h 3"/>
                <a:gd name="T6" fmla="*/ 18 w 20"/>
                <a:gd name="T7" fmla="*/ 0 h 3"/>
                <a:gd name="T8" fmla="*/ 19 w 20"/>
                <a:gd name="T9" fmla="*/ 3 h 3"/>
                <a:gd name="T10" fmla="*/ 19 w 20"/>
                <a:gd name="T11" fmla="*/ 1 h 3"/>
                <a:gd name="T12" fmla="*/ 18 w 20"/>
                <a:gd name="T13" fmla="*/ 0 h 3"/>
                <a:gd name="T14" fmla="*/ 0 w 20"/>
                <a:gd name="T15" fmla="*/ 1 h 3"/>
                <a:gd name="T16" fmla="*/ 2 w 20"/>
                <a:gd name="T17" fmla="*/ 1 h 3"/>
                <a:gd name="T18" fmla="*/ 2 w 20"/>
                <a:gd name="T19" fmla="*/ 0 h 3"/>
                <a:gd name="T20" fmla="*/ 7 w 20"/>
                <a:gd name="T21" fmla="*/ 0 h 3"/>
                <a:gd name="T22" fmla="*/ 8 w 20"/>
                <a:gd name="T23" fmla="*/ 1 h 3"/>
                <a:gd name="T24" fmla="*/ 8 w 20"/>
                <a:gd name="T25" fmla="*/ 0 h 3"/>
                <a:gd name="T26" fmla="*/ 20 w 20"/>
                <a:gd name="T27" fmla="*/ 0 h 3"/>
                <a:gd name="T28" fmla="*/ 20 w 20"/>
                <a:gd name="T29" fmla="*/ 3 h 3"/>
                <a:gd name="T30" fmla="*/ 18 w 20"/>
                <a:gd name="T31" fmla="*/ 0 h 3"/>
                <a:gd name="T32" fmla="*/ 19 w 20"/>
                <a:gd name="T33" fmla="*/ 0 h 3"/>
                <a:gd name="T34" fmla="*/ 19 w 20"/>
                <a:gd name="T35" fmla="*/ 3 h 3"/>
                <a:gd name="T36" fmla="*/ 18 w 20"/>
                <a:gd name="T37" fmla="*/ 3 h 3"/>
                <a:gd name="T38" fmla="*/ 14 w 20"/>
                <a:gd name="T39" fmla="*/ 0 h 3"/>
                <a:gd name="T40" fmla="*/ 15 w 20"/>
                <a:gd name="T41" fmla="*/ 0 h 3"/>
                <a:gd name="T42" fmla="*/ 15 w 20"/>
                <a:gd name="T43" fmla="*/ 3 h 3"/>
                <a:gd name="T44" fmla="*/ 14 w 20"/>
                <a:gd name="T45" fmla="*/ 3 h 3"/>
                <a:gd name="T46" fmla="*/ 11 w 20"/>
                <a:gd name="T47" fmla="*/ 0 h 3"/>
                <a:gd name="T48" fmla="*/ 11 w 20"/>
                <a:gd name="T49" fmla="*/ 3 h 3"/>
                <a:gd name="T50" fmla="*/ 12 w 20"/>
                <a:gd name="T51" fmla="*/ 1 h 3"/>
                <a:gd name="T52" fmla="*/ 12 w 20"/>
                <a:gd name="T53" fmla="*/ 1 h 3"/>
                <a:gd name="T54" fmla="*/ 11 w 20"/>
                <a:gd name="T55" fmla="*/ 3 h 3"/>
                <a:gd name="T56" fmla="*/ 10 w 20"/>
                <a:gd name="T57" fmla="*/ 1 h 3"/>
                <a:gd name="T58" fmla="*/ 8 w 20"/>
                <a:gd name="T59" fmla="*/ 0 h 3"/>
                <a:gd name="T60" fmla="*/ 10 w 20"/>
                <a:gd name="T61" fmla="*/ 0 h 3"/>
                <a:gd name="T62" fmla="*/ 8 w 20"/>
                <a:gd name="T63" fmla="*/ 1 h 3"/>
                <a:gd name="T64" fmla="*/ 8 w 20"/>
                <a:gd name="T65" fmla="*/ 3 h 3"/>
                <a:gd name="T66" fmla="*/ 8 w 20"/>
                <a:gd name="T67" fmla="*/ 1 h 3"/>
                <a:gd name="T68" fmla="*/ 7 w 20"/>
                <a:gd name="T69" fmla="*/ 1 h 3"/>
                <a:gd name="T70" fmla="*/ 7 w 20"/>
                <a:gd name="T71" fmla="*/ 0 h 3"/>
                <a:gd name="T72" fmla="*/ 3 w 20"/>
                <a:gd name="T73" fmla="*/ 1 h 3"/>
                <a:gd name="T74" fmla="*/ 4 w 20"/>
                <a:gd name="T75" fmla="*/ 3 h 3"/>
                <a:gd name="T76" fmla="*/ 6 w 20"/>
                <a:gd name="T77" fmla="*/ 0 h 3"/>
                <a:gd name="T78" fmla="*/ 6 w 20"/>
                <a:gd name="T79" fmla="*/ 3 h 3"/>
                <a:gd name="T80" fmla="*/ 4 w 20"/>
                <a:gd name="T81" fmla="*/ 3 h 3"/>
                <a:gd name="T82" fmla="*/ 3 w 20"/>
                <a:gd name="T83" fmla="*/ 0 h 3"/>
                <a:gd name="T84" fmla="*/ 2 w 20"/>
                <a:gd name="T85" fmla="*/ 0 h 3"/>
                <a:gd name="T86" fmla="*/ 2 w 20"/>
                <a:gd name="T87" fmla="*/ 1 h 3"/>
                <a:gd name="T88" fmla="*/ 3 w 20"/>
                <a:gd name="T89" fmla="*/ 1 h 3"/>
                <a:gd name="T90" fmla="*/ 2 w 20"/>
                <a:gd name="T91" fmla="*/ 3 h 3"/>
                <a:gd name="T92" fmla="*/ 0 w 20"/>
                <a:gd name="T9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" h="3">
                  <a:moveTo>
                    <a:pt x="0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  <a:moveTo>
                    <a:pt x="18" y="0"/>
                  </a:moveTo>
                  <a:lnTo>
                    <a:pt x="18" y="3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8" y="0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close/>
                  <a:moveTo>
                    <a:pt x="7" y="0"/>
                  </a:moveTo>
                  <a:lnTo>
                    <a:pt x="7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7" y="0"/>
                  </a:lnTo>
                  <a:close/>
                  <a:moveTo>
                    <a:pt x="20" y="0"/>
                  </a:moveTo>
                  <a:lnTo>
                    <a:pt x="20" y="0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0"/>
                  </a:lnTo>
                  <a:close/>
                  <a:moveTo>
                    <a:pt x="16" y="0"/>
                  </a:moveTo>
                  <a:lnTo>
                    <a:pt x="18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6" y="3"/>
                  </a:lnTo>
                  <a:lnTo>
                    <a:pt x="16" y="0"/>
                  </a:lnTo>
                  <a:close/>
                  <a:moveTo>
                    <a:pt x="14" y="0"/>
                  </a:moveTo>
                  <a:lnTo>
                    <a:pt x="14" y="0"/>
                  </a:lnTo>
                  <a:lnTo>
                    <a:pt x="15" y="3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4" y="0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0"/>
                  </a:lnTo>
                  <a:close/>
                  <a:moveTo>
                    <a:pt x="10" y="0"/>
                  </a:moveTo>
                  <a:lnTo>
                    <a:pt x="11" y="0"/>
                  </a:lnTo>
                  <a:lnTo>
                    <a:pt x="11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1"/>
                  </a:lnTo>
                  <a:lnTo>
                    <a:pt x="10" y="0"/>
                  </a:lnTo>
                  <a:close/>
                  <a:moveTo>
                    <a:pt x="7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0"/>
                  </a:lnTo>
                  <a:close/>
                  <a:moveTo>
                    <a:pt x="3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0"/>
                  </a:lnTo>
                  <a:close/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1" name="Freeform 365">
              <a:extLst>
                <a:ext uri="{FF2B5EF4-FFF2-40B4-BE49-F238E27FC236}">
                  <a16:creationId xmlns:a16="http://schemas.microsoft.com/office/drawing/2014/main" id="{C7CABCA2-A021-41BD-91B5-9CBBC61B6D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08291" y="2380248"/>
              <a:ext cx="675249" cy="1509755"/>
            </a:xfrm>
            <a:custGeom>
              <a:avLst/>
              <a:gdLst>
                <a:gd name="T0" fmla="*/ 18 w 106"/>
                <a:gd name="T1" fmla="*/ 125 h 237"/>
                <a:gd name="T2" fmla="*/ 61 w 106"/>
                <a:gd name="T3" fmla="*/ 6 h 237"/>
                <a:gd name="T4" fmla="*/ 68 w 106"/>
                <a:gd name="T5" fmla="*/ 23 h 237"/>
                <a:gd name="T6" fmla="*/ 62 w 106"/>
                <a:gd name="T7" fmla="*/ 35 h 237"/>
                <a:gd name="T8" fmla="*/ 58 w 106"/>
                <a:gd name="T9" fmla="*/ 44 h 237"/>
                <a:gd name="T10" fmla="*/ 62 w 106"/>
                <a:gd name="T11" fmla="*/ 53 h 237"/>
                <a:gd name="T12" fmla="*/ 72 w 106"/>
                <a:gd name="T13" fmla="*/ 58 h 237"/>
                <a:gd name="T14" fmla="*/ 81 w 106"/>
                <a:gd name="T15" fmla="*/ 65 h 237"/>
                <a:gd name="T16" fmla="*/ 87 w 106"/>
                <a:gd name="T17" fmla="*/ 70 h 237"/>
                <a:gd name="T18" fmla="*/ 83 w 106"/>
                <a:gd name="T19" fmla="*/ 81 h 237"/>
                <a:gd name="T20" fmla="*/ 91 w 106"/>
                <a:gd name="T21" fmla="*/ 87 h 237"/>
                <a:gd name="T22" fmla="*/ 106 w 106"/>
                <a:gd name="T23" fmla="*/ 87 h 237"/>
                <a:gd name="T24" fmla="*/ 97 w 106"/>
                <a:gd name="T25" fmla="*/ 99 h 237"/>
                <a:gd name="T26" fmla="*/ 89 w 106"/>
                <a:gd name="T27" fmla="*/ 107 h 237"/>
                <a:gd name="T28" fmla="*/ 79 w 106"/>
                <a:gd name="T29" fmla="*/ 112 h 237"/>
                <a:gd name="T30" fmla="*/ 69 w 106"/>
                <a:gd name="T31" fmla="*/ 125 h 237"/>
                <a:gd name="T32" fmla="*/ 69 w 106"/>
                <a:gd name="T33" fmla="*/ 136 h 237"/>
                <a:gd name="T34" fmla="*/ 81 w 106"/>
                <a:gd name="T35" fmla="*/ 152 h 237"/>
                <a:gd name="T36" fmla="*/ 82 w 106"/>
                <a:gd name="T37" fmla="*/ 166 h 237"/>
                <a:gd name="T38" fmla="*/ 87 w 106"/>
                <a:gd name="T39" fmla="*/ 182 h 237"/>
                <a:gd name="T40" fmla="*/ 93 w 106"/>
                <a:gd name="T41" fmla="*/ 199 h 237"/>
                <a:gd name="T42" fmla="*/ 94 w 106"/>
                <a:gd name="T43" fmla="*/ 215 h 237"/>
                <a:gd name="T44" fmla="*/ 87 w 106"/>
                <a:gd name="T45" fmla="*/ 231 h 237"/>
                <a:gd name="T46" fmla="*/ 83 w 106"/>
                <a:gd name="T47" fmla="*/ 227 h 237"/>
                <a:gd name="T48" fmla="*/ 86 w 106"/>
                <a:gd name="T49" fmla="*/ 219 h 237"/>
                <a:gd name="T50" fmla="*/ 85 w 106"/>
                <a:gd name="T51" fmla="*/ 208 h 237"/>
                <a:gd name="T52" fmla="*/ 82 w 106"/>
                <a:gd name="T53" fmla="*/ 192 h 237"/>
                <a:gd name="T54" fmla="*/ 77 w 106"/>
                <a:gd name="T55" fmla="*/ 187 h 237"/>
                <a:gd name="T56" fmla="*/ 74 w 106"/>
                <a:gd name="T57" fmla="*/ 171 h 237"/>
                <a:gd name="T58" fmla="*/ 70 w 106"/>
                <a:gd name="T59" fmla="*/ 157 h 237"/>
                <a:gd name="T60" fmla="*/ 65 w 106"/>
                <a:gd name="T61" fmla="*/ 154 h 237"/>
                <a:gd name="T62" fmla="*/ 60 w 106"/>
                <a:gd name="T63" fmla="*/ 142 h 237"/>
                <a:gd name="T64" fmla="*/ 60 w 106"/>
                <a:gd name="T65" fmla="*/ 149 h 237"/>
                <a:gd name="T66" fmla="*/ 52 w 106"/>
                <a:gd name="T67" fmla="*/ 152 h 237"/>
                <a:gd name="T68" fmla="*/ 49 w 106"/>
                <a:gd name="T69" fmla="*/ 156 h 237"/>
                <a:gd name="T70" fmla="*/ 40 w 106"/>
                <a:gd name="T71" fmla="*/ 161 h 237"/>
                <a:gd name="T72" fmla="*/ 32 w 106"/>
                <a:gd name="T73" fmla="*/ 164 h 237"/>
                <a:gd name="T74" fmla="*/ 29 w 106"/>
                <a:gd name="T75" fmla="*/ 162 h 237"/>
                <a:gd name="T76" fmla="*/ 32 w 106"/>
                <a:gd name="T77" fmla="*/ 144 h 237"/>
                <a:gd name="T78" fmla="*/ 27 w 106"/>
                <a:gd name="T79" fmla="*/ 129 h 237"/>
                <a:gd name="T80" fmla="*/ 22 w 106"/>
                <a:gd name="T81" fmla="*/ 121 h 237"/>
                <a:gd name="T82" fmla="*/ 14 w 106"/>
                <a:gd name="T83" fmla="*/ 116 h 237"/>
                <a:gd name="T84" fmla="*/ 16 w 106"/>
                <a:gd name="T85" fmla="*/ 116 h 237"/>
                <a:gd name="T86" fmla="*/ 15 w 106"/>
                <a:gd name="T87" fmla="*/ 111 h 237"/>
                <a:gd name="T88" fmla="*/ 8 w 106"/>
                <a:gd name="T89" fmla="*/ 108 h 237"/>
                <a:gd name="T90" fmla="*/ 3 w 106"/>
                <a:gd name="T91" fmla="*/ 103 h 237"/>
                <a:gd name="T92" fmla="*/ 3 w 106"/>
                <a:gd name="T93" fmla="*/ 91 h 237"/>
                <a:gd name="T94" fmla="*/ 8 w 106"/>
                <a:gd name="T95" fmla="*/ 82 h 237"/>
                <a:gd name="T96" fmla="*/ 11 w 106"/>
                <a:gd name="T97" fmla="*/ 66 h 237"/>
                <a:gd name="T98" fmla="*/ 20 w 106"/>
                <a:gd name="T99" fmla="*/ 54 h 237"/>
                <a:gd name="T100" fmla="*/ 25 w 106"/>
                <a:gd name="T101" fmla="*/ 29 h 237"/>
                <a:gd name="T102" fmla="*/ 35 w 106"/>
                <a:gd name="T103" fmla="*/ 11 h 237"/>
                <a:gd name="T104" fmla="*/ 47 w 106"/>
                <a:gd name="T105" fmla="*/ 6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237">
                  <a:moveTo>
                    <a:pt x="18" y="125"/>
                  </a:moveTo>
                  <a:lnTo>
                    <a:pt x="19" y="127"/>
                  </a:lnTo>
                  <a:lnTo>
                    <a:pt x="19" y="129"/>
                  </a:lnTo>
                  <a:lnTo>
                    <a:pt x="16" y="128"/>
                  </a:lnTo>
                  <a:lnTo>
                    <a:pt x="16" y="125"/>
                  </a:lnTo>
                  <a:lnTo>
                    <a:pt x="18" y="125"/>
                  </a:lnTo>
                  <a:close/>
                  <a:moveTo>
                    <a:pt x="49" y="0"/>
                  </a:moveTo>
                  <a:lnTo>
                    <a:pt x="52" y="2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8" y="3"/>
                  </a:lnTo>
                  <a:lnTo>
                    <a:pt x="61" y="6"/>
                  </a:lnTo>
                  <a:lnTo>
                    <a:pt x="61" y="8"/>
                  </a:lnTo>
                  <a:lnTo>
                    <a:pt x="64" y="8"/>
                  </a:lnTo>
                  <a:lnTo>
                    <a:pt x="65" y="11"/>
                  </a:lnTo>
                  <a:lnTo>
                    <a:pt x="65" y="15"/>
                  </a:lnTo>
                  <a:lnTo>
                    <a:pt x="68" y="19"/>
                  </a:lnTo>
                  <a:lnTo>
                    <a:pt x="68" y="23"/>
                  </a:lnTo>
                  <a:lnTo>
                    <a:pt x="68" y="27"/>
                  </a:lnTo>
                  <a:lnTo>
                    <a:pt x="68" y="29"/>
                  </a:lnTo>
                  <a:lnTo>
                    <a:pt x="66" y="31"/>
                  </a:lnTo>
                  <a:lnTo>
                    <a:pt x="65" y="32"/>
                  </a:lnTo>
                  <a:lnTo>
                    <a:pt x="64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2" y="40"/>
                  </a:lnTo>
                  <a:lnTo>
                    <a:pt x="61" y="40"/>
                  </a:lnTo>
                  <a:lnTo>
                    <a:pt x="60" y="41"/>
                  </a:lnTo>
                  <a:lnTo>
                    <a:pt x="58" y="44"/>
                  </a:lnTo>
                  <a:lnTo>
                    <a:pt x="60" y="45"/>
                  </a:lnTo>
                  <a:lnTo>
                    <a:pt x="58" y="46"/>
                  </a:lnTo>
                  <a:lnTo>
                    <a:pt x="58" y="49"/>
                  </a:lnTo>
                  <a:lnTo>
                    <a:pt x="60" y="49"/>
                  </a:lnTo>
                  <a:lnTo>
                    <a:pt x="61" y="50"/>
                  </a:lnTo>
                  <a:lnTo>
                    <a:pt x="62" y="53"/>
                  </a:lnTo>
                  <a:lnTo>
                    <a:pt x="62" y="56"/>
                  </a:lnTo>
                  <a:lnTo>
                    <a:pt x="64" y="58"/>
                  </a:lnTo>
                  <a:lnTo>
                    <a:pt x="66" y="56"/>
                  </a:lnTo>
                  <a:lnTo>
                    <a:pt x="72" y="54"/>
                  </a:lnTo>
                  <a:lnTo>
                    <a:pt x="73" y="57"/>
                  </a:lnTo>
                  <a:lnTo>
                    <a:pt x="72" y="58"/>
                  </a:lnTo>
                  <a:lnTo>
                    <a:pt x="73" y="60"/>
                  </a:lnTo>
                  <a:lnTo>
                    <a:pt x="76" y="58"/>
                  </a:lnTo>
                  <a:lnTo>
                    <a:pt x="77" y="61"/>
                  </a:lnTo>
                  <a:lnTo>
                    <a:pt x="76" y="62"/>
                  </a:lnTo>
                  <a:lnTo>
                    <a:pt x="77" y="65"/>
                  </a:lnTo>
                  <a:lnTo>
                    <a:pt x="81" y="65"/>
                  </a:lnTo>
                  <a:lnTo>
                    <a:pt x="79" y="66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85" y="66"/>
                  </a:lnTo>
                  <a:lnTo>
                    <a:pt x="87" y="67"/>
                  </a:lnTo>
                  <a:lnTo>
                    <a:pt x="87" y="70"/>
                  </a:lnTo>
                  <a:lnTo>
                    <a:pt x="86" y="71"/>
                  </a:lnTo>
                  <a:lnTo>
                    <a:pt x="86" y="74"/>
                  </a:lnTo>
                  <a:lnTo>
                    <a:pt x="83" y="78"/>
                  </a:lnTo>
                  <a:lnTo>
                    <a:pt x="81" y="79"/>
                  </a:lnTo>
                  <a:lnTo>
                    <a:pt x="81" y="81"/>
                  </a:lnTo>
                  <a:lnTo>
                    <a:pt x="83" y="81"/>
                  </a:lnTo>
                  <a:lnTo>
                    <a:pt x="87" y="81"/>
                  </a:lnTo>
                  <a:lnTo>
                    <a:pt x="87" y="82"/>
                  </a:lnTo>
                  <a:lnTo>
                    <a:pt x="89" y="79"/>
                  </a:lnTo>
                  <a:lnTo>
                    <a:pt x="91" y="82"/>
                  </a:lnTo>
                  <a:lnTo>
                    <a:pt x="90" y="85"/>
                  </a:lnTo>
                  <a:lnTo>
                    <a:pt x="91" y="87"/>
                  </a:lnTo>
                  <a:lnTo>
                    <a:pt x="94" y="89"/>
                  </a:lnTo>
                  <a:lnTo>
                    <a:pt x="95" y="87"/>
                  </a:lnTo>
                  <a:lnTo>
                    <a:pt x="98" y="87"/>
                  </a:lnTo>
                  <a:lnTo>
                    <a:pt x="103" y="85"/>
                  </a:lnTo>
                  <a:lnTo>
                    <a:pt x="106" y="86"/>
                  </a:lnTo>
                  <a:lnTo>
                    <a:pt x="106" y="87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9" y="94"/>
                  </a:lnTo>
                  <a:lnTo>
                    <a:pt x="98" y="95"/>
                  </a:lnTo>
                  <a:lnTo>
                    <a:pt x="98" y="96"/>
                  </a:lnTo>
                  <a:lnTo>
                    <a:pt x="97" y="99"/>
                  </a:lnTo>
                  <a:lnTo>
                    <a:pt x="95" y="99"/>
                  </a:lnTo>
                  <a:lnTo>
                    <a:pt x="93" y="102"/>
                  </a:lnTo>
                  <a:lnTo>
                    <a:pt x="90" y="103"/>
                  </a:lnTo>
                  <a:lnTo>
                    <a:pt x="87" y="103"/>
                  </a:lnTo>
                  <a:lnTo>
                    <a:pt x="87" y="104"/>
                  </a:lnTo>
                  <a:lnTo>
                    <a:pt x="89" y="107"/>
                  </a:lnTo>
                  <a:lnTo>
                    <a:pt x="87" y="108"/>
                  </a:lnTo>
                  <a:lnTo>
                    <a:pt x="85" y="107"/>
                  </a:lnTo>
                  <a:lnTo>
                    <a:pt x="83" y="108"/>
                  </a:lnTo>
                  <a:lnTo>
                    <a:pt x="83" y="112"/>
                  </a:lnTo>
                  <a:lnTo>
                    <a:pt x="82" y="114"/>
                  </a:lnTo>
                  <a:lnTo>
                    <a:pt x="79" y="112"/>
                  </a:lnTo>
                  <a:lnTo>
                    <a:pt x="77" y="115"/>
                  </a:lnTo>
                  <a:lnTo>
                    <a:pt x="73" y="114"/>
                  </a:lnTo>
                  <a:lnTo>
                    <a:pt x="70" y="116"/>
                  </a:lnTo>
                  <a:lnTo>
                    <a:pt x="72" y="120"/>
                  </a:lnTo>
                  <a:lnTo>
                    <a:pt x="69" y="121"/>
                  </a:lnTo>
                  <a:lnTo>
                    <a:pt x="69" y="125"/>
                  </a:lnTo>
                  <a:lnTo>
                    <a:pt x="70" y="127"/>
                  </a:lnTo>
                  <a:lnTo>
                    <a:pt x="68" y="128"/>
                  </a:lnTo>
                  <a:lnTo>
                    <a:pt x="65" y="129"/>
                  </a:lnTo>
                  <a:lnTo>
                    <a:pt x="65" y="132"/>
                  </a:lnTo>
                  <a:lnTo>
                    <a:pt x="68" y="132"/>
                  </a:lnTo>
                  <a:lnTo>
                    <a:pt x="69" y="136"/>
                  </a:lnTo>
                  <a:lnTo>
                    <a:pt x="70" y="137"/>
                  </a:lnTo>
                  <a:lnTo>
                    <a:pt x="72" y="139"/>
                  </a:lnTo>
                  <a:lnTo>
                    <a:pt x="74" y="141"/>
                  </a:lnTo>
                  <a:lnTo>
                    <a:pt x="77" y="148"/>
                  </a:lnTo>
                  <a:lnTo>
                    <a:pt x="79" y="148"/>
                  </a:lnTo>
                  <a:lnTo>
                    <a:pt x="81" y="152"/>
                  </a:lnTo>
                  <a:lnTo>
                    <a:pt x="81" y="154"/>
                  </a:lnTo>
                  <a:lnTo>
                    <a:pt x="83" y="154"/>
                  </a:lnTo>
                  <a:lnTo>
                    <a:pt x="83" y="157"/>
                  </a:lnTo>
                  <a:lnTo>
                    <a:pt x="81" y="158"/>
                  </a:lnTo>
                  <a:lnTo>
                    <a:pt x="81" y="160"/>
                  </a:lnTo>
                  <a:lnTo>
                    <a:pt x="82" y="166"/>
                  </a:lnTo>
                  <a:lnTo>
                    <a:pt x="82" y="167"/>
                  </a:lnTo>
                  <a:lnTo>
                    <a:pt x="79" y="170"/>
                  </a:lnTo>
                  <a:lnTo>
                    <a:pt x="81" y="174"/>
                  </a:lnTo>
                  <a:lnTo>
                    <a:pt x="81" y="175"/>
                  </a:lnTo>
                  <a:lnTo>
                    <a:pt x="83" y="179"/>
                  </a:lnTo>
                  <a:lnTo>
                    <a:pt x="87" y="182"/>
                  </a:lnTo>
                  <a:lnTo>
                    <a:pt x="91" y="186"/>
                  </a:lnTo>
                  <a:lnTo>
                    <a:pt x="93" y="191"/>
                  </a:lnTo>
                  <a:lnTo>
                    <a:pt x="91" y="192"/>
                  </a:lnTo>
                  <a:lnTo>
                    <a:pt x="91" y="195"/>
                  </a:lnTo>
                  <a:lnTo>
                    <a:pt x="91" y="198"/>
                  </a:lnTo>
                  <a:lnTo>
                    <a:pt x="93" y="199"/>
                  </a:lnTo>
                  <a:lnTo>
                    <a:pt x="94" y="202"/>
                  </a:lnTo>
                  <a:lnTo>
                    <a:pt x="94" y="204"/>
                  </a:lnTo>
                  <a:lnTo>
                    <a:pt x="94" y="208"/>
                  </a:lnTo>
                  <a:lnTo>
                    <a:pt x="95" y="211"/>
                  </a:lnTo>
                  <a:lnTo>
                    <a:pt x="95" y="215"/>
                  </a:lnTo>
                  <a:lnTo>
                    <a:pt x="94" y="215"/>
                  </a:lnTo>
                  <a:lnTo>
                    <a:pt x="91" y="223"/>
                  </a:lnTo>
                  <a:lnTo>
                    <a:pt x="89" y="224"/>
                  </a:lnTo>
                  <a:lnTo>
                    <a:pt x="89" y="228"/>
                  </a:lnTo>
                  <a:lnTo>
                    <a:pt x="87" y="229"/>
                  </a:lnTo>
                  <a:lnTo>
                    <a:pt x="87" y="231"/>
                  </a:lnTo>
                  <a:lnTo>
                    <a:pt x="87" y="231"/>
                  </a:lnTo>
                  <a:lnTo>
                    <a:pt x="86" y="233"/>
                  </a:lnTo>
                  <a:lnTo>
                    <a:pt x="86" y="237"/>
                  </a:lnTo>
                  <a:lnTo>
                    <a:pt x="85" y="233"/>
                  </a:lnTo>
                  <a:lnTo>
                    <a:pt x="85" y="229"/>
                  </a:lnTo>
                  <a:lnTo>
                    <a:pt x="83" y="228"/>
                  </a:lnTo>
                  <a:lnTo>
                    <a:pt x="83" y="227"/>
                  </a:lnTo>
                  <a:lnTo>
                    <a:pt x="85" y="228"/>
                  </a:lnTo>
                  <a:lnTo>
                    <a:pt x="85" y="227"/>
                  </a:lnTo>
                  <a:lnTo>
                    <a:pt x="87" y="224"/>
                  </a:lnTo>
                  <a:lnTo>
                    <a:pt x="87" y="223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7" y="219"/>
                  </a:lnTo>
                  <a:lnTo>
                    <a:pt x="87" y="217"/>
                  </a:lnTo>
                  <a:lnTo>
                    <a:pt x="86" y="214"/>
                  </a:lnTo>
                  <a:lnTo>
                    <a:pt x="89" y="212"/>
                  </a:lnTo>
                  <a:lnTo>
                    <a:pt x="86" y="211"/>
                  </a:lnTo>
                  <a:lnTo>
                    <a:pt x="85" y="208"/>
                  </a:lnTo>
                  <a:lnTo>
                    <a:pt x="85" y="206"/>
                  </a:lnTo>
                  <a:lnTo>
                    <a:pt x="86" y="204"/>
                  </a:lnTo>
                  <a:lnTo>
                    <a:pt x="85" y="203"/>
                  </a:lnTo>
                  <a:lnTo>
                    <a:pt x="85" y="202"/>
                  </a:lnTo>
                  <a:lnTo>
                    <a:pt x="83" y="194"/>
                  </a:lnTo>
                  <a:lnTo>
                    <a:pt x="82" y="192"/>
                  </a:lnTo>
                  <a:lnTo>
                    <a:pt x="81" y="190"/>
                  </a:lnTo>
                  <a:lnTo>
                    <a:pt x="79" y="187"/>
                  </a:lnTo>
                  <a:lnTo>
                    <a:pt x="79" y="191"/>
                  </a:lnTo>
                  <a:lnTo>
                    <a:pt x="78" y="191"/>
                  </a:lnTo>
                  <a:lnTo>
                    <a:pt x="78" y="190"/>
                  </a:lnTo>
                  <a:lnTo>
                    <a:pt x="77" y="187"/>
                  </a:lnTo>
                  <a:lnTo>
                    <a:pt x="78" y="182"/>
                  </a:lnTo>
                  <a:lnTo>
                    <a:pt x="76" y="181"/>
                  </a:lnTo>
                  <a:lnTo>
                    <a:pt x="76" y="178"/>
                  </a:lnTo>
                  <a:lnTo>
                    <a:pt x="77" y="177"/>
                  </a:lnTo>
                  <a:lnTo>
                    <a:pt x="74" y="175"/>
                  </a:lnTo>
                  <a:lnTo>
                    <a:pt x="74" y="171"/>
                  </a:lnTo>
                  <a:lnTo>
                    <a:pt x="73" y="171"/>
                  </a:lnTo>
                  <a:lnTo>
                    <a:pt x="72" y="162"/>
                  </a:lnTo>
                  <a:lnTo>
                    <a:pt x="70" y="161"/>
                  </a:lnTo>
                  <a:lnTo>
                    <a:pt x="70" y="160"/>
                  </a:lnTo>
                  <a:lnTo>
                    <a:pt x="70" y="158"/>
                  </a:lnTo>
                  <a:lnTo>
                    <a:pt x="70" y="157"/>
                  </a:lnTo>
                  <a:lnTo>
                    <a:pt x="69" y="154"/>
                  </a:lnTo>
                  <a:lnTo>
                    <a:pt x="70" y="153"/>
                  </a:lnTo>
                  <a:lnTo>
                    <a:pt x="70" y="152"/>
                  </a:lnTo>
                  <a:lnTo>
                    <a:pt x="69" y="153"/>
                  </a:lnTo>
                  <a:lnTo>
                    <a:pt x="68" y="154"/>
                  </a:lnTo>
                  <a:lnTo>
                    <a:pt x="65" y="154"/>
                  </a:lnTo>
                  <a:lnTo>
                    <a:pt x="65" y="152"/>
                  </a:lnTo>
                  <a:lnTo>
                    <a:pt x="64" y="150"/>
                  </a:lnTo>
                  <a:lnTo>
                    <a:pt x="61" y="145"/>
                  </a:lnTo>
                  <a:lnTo>
                    <a:pt x="61" y="144"/>
                  </a:lnTo>
                  <a:lnTo>
                    <a:pt x="60" y="144"/>
                  </a:lnTo>
                  <a:lnTo>
                    <a:pt x="60" y="142"/>
                  </a:lnTo>
                  <a:lnTo>
                    <a:pt x="58" y="141"/>
                  </a:lnTo>
                  <a:lnTo>
                    <a:pt x="60" y="142"/>
                  </a:lnTo>
                  <a:lnTo>
                    <a:pt x="58" y="144"/>
                  </a:lnTo>
                  <a:lnTo>
                    <a:pt x="58" y="145"/>
                  </a:lnTo>
                  <a:lnTo>
                    <a:pt x="60" y="146"/>
                  </a:lnTo>
                  <a:lnTo>
                    <a:pt x="60" y="149"/>
                  </a:lnTo>
                  <a:lnTo>
                    <a:pt x="58" y="150"/>
                  </a:lnTo>
                  <a:lnTo>
                    <a:pt x="58" y="152"/>
                  </a:lnTo>
                  <a:lnTo>
                    <a:pt x="56" y="154"/>
                  </a:lnTo>
                  <a:lnTo>
                    <a:pt x="54" y="153"/>
                  </a:lnTo>
                  <a:lnTo>
                    <a:pt x="53" y="152"/>
                  </a:lnTo>
                  <a:lnTo>
                    <a:pt x="52" y="152"/>
                  </a:lnTo>
                  <a:lnTo>
                    <a:pt x="53" y="153"/>
                  </a:lnTo>
                  <a:lnTo>
                    <a:pt x="53" y="154"/>
                  </a:lnTo>
                  <a:lnTo>
                    <a:pt x="54" y="154"/>
                  </a:lnTo>
                  <a:lnTo>
                    <a:pt x="52" y="157"/>
                  </a:lnTo>
                  <a:lnTo>
                    <a:pt x="50" y="157"/>
                  </a:lnTo>
                  <a:lnTo>
                    <a:pt x="49" y="156"/>
                  </a:lnTo>
                  <a:lnTo>
                    <a:pt x="48" y="158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61"/>
                  </a:lnTo>
                  <a:lnTo>
                    <a:pt x="40" y="162"/>
                  </a:lnTo>
                  <a:lnTo>
                    <a:pt x="39" y="162"/>
                  </a:lnTo>
                  <a:lnTo>
                    <a:pt x="37" y="161"/>
                  </a:lnTo>
                  <a:lnTo>
                    <a:pt x="33" y="162"/>
                  </a:lnTo>
                  <a:lnTo>
                    <a:pt x="33" y="164"/>
                  </a:lnTo>
                  <a:lnTo>
                    <a:pt x="32" y="164"/>
                  </a:lnTo>
                  <a:lnTo>
                    <a:pt x="32" y="161"/>
                  </a:lnTo>
                  <a:lnTo>
                    <a:pt x="35" y="157"/>
                  </a:lnTo>
                  <a:lnTo>
                    <a:pt x="35" y="153"/>
                  </a:lnTo>
                  <a:lnTo>
                    <a:pt x="33" y="157"/>
                  </a:lnTo>
                  <a:lnTo>
                    <a:pt x="31" y="160"/>
                  </a:lnTo>
                  <a:lnTo>
                    <a:pt x="29" y="162"/>
                  </a:lnTo>
                  <a:lnTo>
                    <a:pt x="29" y="161"/>
                  </a:lnTo>
                  <a:lnTo>
                    <a:pt x="29" y="160"/>
                  </a:lnTo>
                  <a:lnTo>
                    <a:pt x="29" y="158"/>
                  </a:lnTo>
                  <a:lnTo>
                    <a:pt x="31" y="146"/>
                  </a:lnTo>
                  <a:lnTo>
                    <a:pt x="33" y="144"/>
                  </a:lnTo>
                  <a:lnTo>
                    <a:pt x="32" y="144"/>
                  </a:lnTo>
                  <a:lnTo>
                    <a:pt x="31" y="139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8" y="132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4"/>
                  </a:lnTo>
                  <a:lnTo>
                    <a:pt x="24" y="123"/>
                  </a:lnTo>
                  <a:lnTo>
                    <a:pt x="24" y="120"/>
                  </a:lnTo>
                  <a:lnTo>
                    <a:pt x="22" y="119"/>
                  </a:lnTo>
                  <a:lnTo>
                    <a:pt x="22" y="121"/>
                  </a:lnTo>
                  <a:lnTo>
                    <a:pt x="23" y="125"/>
                  </a:lnTo>
                  <a:lnTo>
                    <a:pt x="19" y="124"/>
                  </a:lnTo>
                  <a:lnTo>
                    <a:pt x="16" y="121"/>
                  </a:lnTo>
                  <a:lnTo>
                    <a:pt x="16" y="120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6" y="116"/>
                  </a:lnTo>
                  <a:lnTo>
                    <a:pt x="16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6" y="116"/>
                  </a:lnTo>
                  <a:lnTo>
                    <a:pt x="19" y="116"/>
                  </a:lnTo>
                  <a:lnTo>
                    <a:pt x="20" y="117"/>
                  </a:lnTo>
                  <a:lnTo>
                    <a:pt x="22" y="116"/>
                  </a:lnTo>
                  <a:lnTo>
                    <a:pt x="22" y="115"/>
                  </a:lnTo>
                  <a:lnTo>
                    <a:pt x="19" y="111"/>
                  </a:lnTo>
                  <a:lnTo>
                    <a:pt x="15" y="111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1" y="107"/>
                  </a:lnTo>
                  <a:lnTo>
                    <a:pt x="11" y="108"/>
                  </a:lnTo>
                  <a:lnTo>
                    <a:pt x="10" y="108"/>
                  </a:lnTo>
                  <a:lnTo>
                    <a:pt x="8" y="108"/>
                  </a:lnTo>
                  <a:lnTo>
                    <a:pt x="11" y="106"/>
                  </a:lnTo>
                  <a:lnTo>
                    <a:pt x="8" y="106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8" y="107"/>
                  </a:lnTo>
                  <a:lnTo>
                    <a:pt x="3" y="103"/>
                  </a:lnTo>
                  <a:lnTo>
                    <a:pt x="2" y="9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3" y="91"/>
                  </a:lnTo>
                  <a:lnTo>
                    <a:pt x="4" y="92"/>
                  </a:lnTo>
                  <a:lnTo>
                    <a:pt x="4" y="89"/>
                  </a:lnTo>
                  <a:lnTo>
                    <a:pt x="4" y="85"/>
                  </a:lnTo>
                  <a:lnTo>
                    <a:pt x="6" y="83"/>
                  </a:lnTo>
                  <a:lnTo>
                    <a:pt x="7" y="83"/>
                  </a:lnTo>
                  <a:lnTo>
                    <a:pt x="8" y="82"/>
                  </a:lnTo>
                  <a:lnTo>
                    <a:pt x="10" y="79"/>
                  </a:lnTo>
                  <a:lnTo>
                    <a:pt x="8" y="77"/>
                  </a:lnTo>
                  <a:lnTo>
                    <a:pt x="10" y="73"/>
                  </a:lnTo>
                  <a:lnTo>
                    <a:pt x="8" y="70"/>
                  </a:lnTo>
                  <a:lnTo>
                    <a:pt x="11" y="70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0" y="57"/>
                  </a:lnTo>
                  <a:lnTo>
                    <a:pt x="12" y="57"/>
                  </a:lnTo>
                  <a:lnTo>
                    <a:pt x="15" y="58"/>
                  </a:lnTo>
                  <a:lnTo>
                    <a:pt x="18" y="58"/>
                  </a:lnTo>
                  <a:lnTo>
                    <a:pt x="20" y="54"/>
                  </a:lnTo>
                  <a:lnTo>
                    <a:pt x="20" y="49"/>
                  </a:lnTo>
                  <a:lnTo>
                    <a:pt x="23" y="42"/>
                  </a:lnTo>
                  <a:lnTo>
                    <a:pt x="20" y="41"/>
                  </a:lnTo>
                  <a:lnTo>
                    <a:pt x="20" y="40"/>
                  </a:lnTo>
                  <a:lnTo>
                    <a:pt x="24" y="35"/>
                  </a:lnTo>
                  <a:lnTo>
                    <a:pt x="25" y="29"/>
                  </a:lnTo>
                  <a:lnTo>
                    <a:pt x="24" y="28"/>
                  </a:lnTo>
                  <a:lnTo>
                    <a:pt x="24" y="25"/>
                  </a:lnTo>
                  <a:lnTo>
                    <a:pt x="28" y="19"/>
                  </a:lnTo>
                  <a:lnTo>
                    <a:pt x="31" y="17"/>
                  </a:lnTo>
                  <a:lnTo>
                    <a:pt x="35" y="15"/>
                  </a:lnTo>
                  <a:lnTo>
                    <a:pt x="35" y="11"/>
                  </a:lnTo>
                  <a:lnTo>
                    <a:pt x="39" y="11"/>
                  </a:lnTo>
                  <a:lnTo>
                    <a:pt x="43" y="8"/>
                  </a:lnTo>
                  <a:lnTo>
                    <a:pt x="44" y="10"/>
                  </a:lnTo>
                  <a:lnTo>
                    <a:pt x="47" y="11"/>
                  </a:lnTo>
                  <a:lnTo>
                    <a:pt x="47" y="8"/>
                  </a:lnTo>
                  <a:lnTo>
                    <a:pt x="47" y="6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8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2" name="Freeform 368">
              <a:extLst>
                <a:ext uri="{FF2B5EF4-FFF2-40B4-BE49-F238E27FC236}">
                  <a16:creationId xmlns:a16="http://schemas.microsoft.com/office/drawing/2014/main" id="{109547FE-83EB-4A63-9540-5348C2943F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51555" y="2514024"/>
              <a:ext cx="382217" cy="503254"/>
            </a:xfrm>
            <a:custGeom>
              <a:avLst/>
              <a:gdLst>
                <a:gd name="T0" fmla="*/ 45 w 60"/>
                <a:gd name="T1" fmla="*/ 57 h 79"/>
                <a:gd name="T2" fmla="*/ 45 w 60"/>
                <a:gd name="T3" fmla="*/ 54 h 79"/>
                <a:gd name="T4" fmla="*/ 42 w 60"/>
                <a:gd name="T5" fmla="*/ 58 h 79"/>
                <a:gd name="T6" fmla="*/ 41 w 60"/>
                <a:gd name="T7" fmla="*/ 57 h 79"/>
                <a:gd name="T8" fmla="*/ 37 w 60"/>
                <a:gd name="T9" fmla="*/ 53 h 79"/>
                <a:gd name="T10" fmla="*/ 35 w 60"/>
                <a:gd name="T11" fmla="*/ 58 h 79"/>
                <a:gd name="T12" fmla="*/ 37 w 60"/>
                <a:gd name="T13" fmla="*/ 53 h 79"/>
                <a:gd name="T14" fmla="*/ 8 w 60"/>
                <a:gd name="T15" fmla="*/ 3 h 79"/>
                <a:gd name="T16" fmla="*/ 12 w 60"/>
                <a:gd name="T17" fmla="*/ 7 h 79"/>
                <a:gd name="T18" fmla="*/ 12 w 60"/>
                <a:gd name="T19" fmla="*/ 4 h 79"/>
                <a:gd name="T20" fmla="*/ 16 w 60"/>
                <a:gd name="T21" fmla="*/ 7 h 79"/>
                <a:gd name="T22" fmla="*/ 18 w 60"/>
                <a:gd name="T23" fmla="*/ 7 h 79"/>
                <a:gd name="T24" fmla="*/ 21 w 60"/>
                <a:gd name="T25" fmla="*/ 14 h 79"/>
                <a:gd name="T26" fmla="*/ 25 w 60"/>
                <a:gd name="T27" fmla="*/ 19 h 79"/>
                <a:gd name="T28" fmla="*/ 33 w 60"/>
                <a:gd name="T29" fmla="*/ 20 h 79"/>
                <a:gd name="T30" fmla="*/ 45 w 60"/>
                <a:gd name="T31" fmla="*/ 20 h 79"/>
                <a:gd name="T32" fmla="*/ 49 w 60"/>
                <a:gd name="T33" fmla="*/ 20 h 79"/>
                <a:gd name="T34" fmla="*/ 51 w 60"/>
                <a:gd name="T35" fmla="*/ 25 h 79"/>
                <a:gd name="T36" fmla="*/ 47 w 60"/>
                <a:gd name="T37" fmla="*/ 33 h 79"/>
                <a:gd name="T38" fmla="*/ 45 w 60"/>
                <a:gd name="T39" fmla="*/ 35 h 79"/>
                <a:gd name="T40" fmla="*/ 42 w 60"/>
                <a:gd name="T41" fmla="*/ 37 h 79"/>
                <a:gd name="T42" fmla="*/ 42 w 60"/>
                <a:gd name="T43" fmla="*/ 43 h 79"/>
                <a:gd name="T44" fmla="*/ 46 w 60"/>
                <a:gd name="T45" fmla="*/ 46 h 79"/>
                <a:gd name="T46" fmla="*/ 49 w 60"/>
                <a:gd name="T47" fmla="*/ 48 h 79"/>
                <a:gd name="T48" fmla="*/ 49 w 60"/>
                <a:gd name="T49" fmla="*/ 44 h 79"/>
                <a:gd name="T50" fmla="*/ 50 w 60"/>
                <a:gd name="T51" fmla="*/ 41 h 79"/>
                <a:gd name="T52" fmla="*/ 54 w 60"/>
                <a:gd name="T53" fmla="*/ 43 h 79"/>
                <a:gd name="T54" fmla="*/ 56 w 60"/>
                <a:gd name="T55" fmla="*/ 50 h 79"/>
                <a:gd name="T56" fmla="*/ 59 w 60"/>
                <a:gd name="T57" fmla="*/ 60 h 79"/>
                <a:gd name="T58" fmla="*/ 60 w 60"/>
                <a:gd name="T59" fmla="*/ 64 h 79"/>
                <a:gd name="T60" fmla="*/ 60 w 60"/>
                <a:gd name="T61" fmla="*/ 68 h 79"/>
                <a:gd name="T62" fmla="*/ 56 w 60"/>
                <a:gd name="T63" fmla="*/ 73 h 79"/>
                <a:gd name="T64" fmla="*/ 56 w 60"/>
                <a:gd name="T65" fmla="*/ 77 h 79"/>
                <a:gd name="T66" fmla="*/ 55 w 60"/>
                <a:gd name="T67" fmla="*/ 75 h 79"/>
                <a:gd name="T68" fmla="*/ 52 w 60"/>
                <a:gd name="T69" fmla="*/ 70 h 79"/>
                <a:gd name="T70" fmla="*/ 50 w 60"/>
                <a:gd name="T71" fmla="*/ 70 h 79"/>
                <a:gd name="T72" fmla="*/ 50 w 60"/>
                <a:gd name="T73" fmla="*/ 65 h 79"/>
                <a:gd name="T74" fmla="*/ 49 w 60"/>
                <a:gd name="T75" fmla="*/ 60 h 79"/>
                <a:gd name="T76" fmla="*/ 45 w 60"/>
                <a:gd name="T77" fmla="*/ 53 h 79"/>
                <a:gd name="T78" fmla="*/ 37 w 60"/>
                <a:gd name="T79" fmla="*/ 52 h 79"/>
                <a:gd name="T80" fmla="*/ 33 w 60"/>
                <a:gd name="T81" fmla="*/ 49 h 79"/>
                <a:gd name="T82" fmla="*/ 34 w 60"/>
                <a:gd name="T83" fmla="*/ 52 h 79"/>
                <a:gd name="T84" fmla="*/ 33 w 60"/>
                <a:gd name="T85" fmla="*/ 54 h 79"/>
                <a:gd name="T86" fmla="*/ 31 w 60"/>
                <a:gd name="T87" fmla="*/ 61 h 79"/>
                <a:gd name="T88" fmla="*/ 29 w 60"/>
                <a:gd name="T89" fmla="*/ 61 h 79"/>
                <a:gd name="T90" fmla="*/ 29 w 60"/>
                <a:gd name="T91" fmla="*/ 61 h 79"/>
                <a:gd name="T92" fmla="*/ 27 w 60"/>
                <a:gd name="T93" fmla="*/ 57 h 79"/>
                <a:gd name="T94" fmla="*/ 27 w 60"/>
                <a:gd name="T95" fmla="*/ 57 h 79"/>
                <a:gd name="T96" fmla="*/ 25 w 60"/>
                <a:gd name="T97" fmla="*/ 61 h 79"/>
                <a:gd name="T98" fmla="*/ 25 w 60"/>
                <a:gd name="T99" fmla="*/ 66 h 79"/>
                <a:gd name="T100" fmla="*/ 22 w 60"/>
                <a:gd name="T101" fmla="*/ 65 h 79"/>
                <a:gd name="T102" fmla="*/ 20 w 60"/>
                <a:gd name="T103" fmla="*/ 66 h 79"/>
                <a:gd name="T104" fmla="*/ 17 w 60"/>
                <a:gd name="T105" fmla="*/ 60 h 79"/>
                <a:gd name="T106" fmla="*/ 13 w 60"/>
                <a:gd name="T107" fmla="*/ 50 h 79"/>
                <a:gd name="T108" fmla="*/ 12 w 60"/>
                <a:gd name="T109" fmla="*/ 41 h 79"/>
                <a:gd name="T110" fmla="*/ 6 w 60"/>
                <a:gd name="T111" fmla="*/ 32 h 79"/>
                <a:gd name="T112" fmla="*/ 5 w 60"/>
                <a:gd name="T113" fmla="*/ 24 h 79"/>
                <a:gd name="T114" fmla="*/ 10 w 60"/>
                <a:gd name="T115" fmla="*/ 20 h 79"/>
                <a:gd name="T116" fmla="*/ 12 w 60"/>
                <a:gd name="T117" fmla="*/ 15 h 79"/>
                <a:gd name="T118" fmla="*/ 0 w 60"/>
                <a:gd name="T119" fmla="*/ 14 h 79"/>
                <a:gd name="T120" fmla="*/ 4 w 60"/>
                <a:gd name="T121" fmla="*/ 4 h 79"/>
                <a:gd name="T122" fmla="*/ 4 w 60"/>
                <a:gd name="T123" fmla="*/ 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" h="79">
                  <a:moveTo>
                    <a:pt x="45" y="54"/>
                  </a:moveTo>
                  <a:lnTo>
                    <a:pt x="45" y="56"/>
                  </a:lnTo>
                  <a:lnTo>
                    <a:pt x="45" y="57"/>
                  </a:lnTo>
                  <a:lnTo>
                    <a:pt x="43" y="58"/>
                  </a:lnTo>
                  <a:lnTo>
                    <a:pt x="43" y="56"/>
                  </a:lnTo>
                  <a:lnTo>
                    <a:pt x="45" y="54"/>
                  </a:lnTo>
                  <a:close/>
                  <a:moveTo>
                    <a:pt x="39" y="54"/>
                  </a:moveTo>
                  <a:lnTo>
                    <a:pt x="42" y="56"/>
                  </a:lnTo>
                  <a:lnTo>
                    <a:pt x="42" y="58"/>
                  </a:lnTo>
                  <a:lnTo>
                    <a:pt x="41" y="61"/>
                  </a:lnTo>
                  <a:lnTo>
                    <a:pt x="39" y="60"/>
                  </a:lnTo>
                  <a:lnTo>
                    <a:pt x="41" y="57"/>
                  </a:lnTo>
                  <a:lnTo>
                    <a:pt x="39" y="56"/>
                  </a:lnTo>
                  <a:lnTo>
                    <a:pt x="39" y="54"/>
                  </a:lnTo>
                  <a:close/>
                  <a:moveTo>
                    <a:pt x="37" y="53"/>
                  </a:moveTo>
                  <a:lnTo>
                    <a:pt x="38" y="56"/>
                  </a:lnTo>
                  <a:lnTo>
                    <a:pt x="38" y="60"/>
                  </a:lnTo>
                  <a:lnTo>
                    <a:pt x="35" y="58"/>
                  </a:lnTo>
                  <a:lnTo>
                    <a:pt x="34" y="56"/>
                  </a:lnTo>
                  <a:lnTo>
                    <a:pt x="34" y="54"/>
                  </a:lnTo>
                  <a:lnTo>
                    <a:pt x="37" y="53"/>
                  </a:lnTo>
                  <a:close/>
                  <a:moveTo>
                    <a:pt x="5" y="0"/>
                  </a:moveTo>
                  <a:lnTo>
                    <a:pt x="5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7"/>
                  </a:lnTo>
                  <a:lnTo>
                    <a:pt x="17" y="8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1" y="14"/>
                  </a:lnTo>
                  <a:lnTo>
                    <a:pt x="22" y="16"/>
                  </a:lnTo>
                  <a:lnTo>
                    <a:pt x="22" y="19"/>
                  </a:lnTo>
                  <a:lnTo>
                    <a:pt x="25" y="19"/>
                  </a:lnTo>
                  <a:lnTo>
                    <a:pt x="26" y="19"/>
                  </a:lnTo>
                  <a:lnTo>
                    <a:pt x="29" y="20"/>
                  </a:lnTo>
                  <a:lnTo>
                    <a:pt x="33" y="20"/>
                  </a:lnTo>
                  <a:lnTo>
                    <a:pt x="37" y="20"/>
                  </a:lnTo>
                  <a:lnTo>
                    <a:pt x="41" y="20"/>
                  </a:lnTo>
                  <a:lnTo>
                    <a:pt x="45" y="20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51" y="23"/>
                  </a:lnTo>
                  <a:lnTo>
                    <a:pt x="52" y="23"/>
                  </a:lnTo>
                  <a:lnTo>
                    <a:pt x="51" y="25"/>
                  </a:lnTo>
                  <a:lnTo>
                    <a:pt x="50" y="28"/>
                  </a:lnTo>
                  <a:lnTo>
                    <a:pt x="49" y="32"/>
                  </a:lnTo>
                  <a:lnTo>
                    <a:pt x="47" y="33"/>
                  </a:lnTo>
                  <a:lnTo>
                    <a:pt x="47" y="35"/>
                  </a:lnTo>
                  <a:lnTo>
                    <a:pt x="46" y="36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2" y="36"/>
                  </a:lnTo>
                  <a:lnTo>
                    <a:pt x="42" y="37"/>
                  </a:lnTo>
                  <a:lnTo>
                    <a:pt x="41" y="39"/>
                  </a:lnTo>
                  <a:lnTo>
                    <a:pt x="41" y="40"/>
                  </a:lnTo>
                  <a:lnTo>
                    <a:pt x="42" y="43"/>
                  </a:lnTo>
                  <a:lnTo>
                    <a:pt x="43" y="44"/>
                  </a:lnTo>
                  <a:lnTo>
                    <a:pt x="43" y="45"/>
                  </a:lnTo>
                  <a:lnTo>
                    <a:pt x="46" y="46"/>
                  </a:lnTo>
                  <a:lnTo>
                    <a:pt x="47" y="49"/>
                  </a:lnTo>
                  <a:lnTo>
                    <a:pt x="49" y="49"/>
                  </a:lnTo>
                  <a:lnTo>
                    <a:pt x="49" y="48"/>
                  </a:lnTo>
                  <a:lnTo>
                    <a:pt x="47" y="46"/>
                  </a:lnTo>
                  <a:lnTo>
                    <a:pt x="49" y="45"/>
                  </a:lnTo>
                  <a:lnTo>
                    <a:pt x="49" y="44"/>
                  </a:lnTo>
                  <a:lnTo>
                    <a:pt x="50" y="43"/>
                  </a:lnTo>
                  <a:lnTo>
                    <a:pt x="49" y="41"/>
                  </a:lnTo>
                  <a:lnTo>
                    <a:pt x="50" y="41"/>
                  </a:lnTo>
                  <a:lnTo>
                    <a:pt x="51" y="41"/>
                  </a:lnTo>
                  <a:lnTo>
                    <a:pt x="54" y="41"/>
                  </a:lnTo>
                  <a:lnTo>
                    <a:pt x="54" y="43"/>
                  </a:lnTo>
                  <a:lnTo>
                    <a:pt x="55" y="44"/>
                  </a:lnTo>
                  <a:lnTo>
                    <a:pt x="56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8" y="57"/>
                  </a:lnTo>
                  <a:lnTo>
                    <a:pt x="59" y="60"/>
                  </a:lnTo>
                  <a:lnTo>
                    <a:pt x="59" y="62"/>
                  </a:lnTo>
                  <a:lnTo>
                    <a:pt x="60" y="62"/>
                  </a:lnTo>
                  <a:lnTo>
                    <a:pt x="60" y="64"/>
                  </a:lnTo>
                  <a:lnTo>
                    <a:pt x="60" y="65"/>
                  </a:lnTo>
                  <a:lnTo>
                    <a:pt x="60" y="65"/>
                  </a:lnTo>
                  <a:lnTo>
                    <a:pt x="60" y="68"/>
                  </a:lnTo>
                  <a:lnTo>
                    <a:pt x="60" y="71"/>
                  </a:lnTo>
                  <a:lnTo>
                    <a:pt x="59" y="70"/>
                  </a:lnTo>
                  <a:lnTo>
                    <a:pt x="56" y="73"/>
                  </a:lnTo>
                  <a:lnTo>
                    <a:pt x="56" y="75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5" y="75"/>
                  </a:lnTo>
                  <a:lnTo>
                    <a:pt x="52" y="73"/>
                  </a:lnTo>
                  <a:lnTo>
                    <a:pt x="51" y="71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1" y="69"/>
                  </a:lnTo>
                  <a:lnTo>
                    <a:pt x="50" y="70"/>
                  </a:lnTo>
                  <a:lnTo>
                    <a:pt x="50" y="69"/>
                  </a:lnTo>
                  <a:lnTo>
                    <a:pt x="51" y="66"/>
                  </a:lnTo>
                  <a:lnTo>
                    <a:pt x="50" y="65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49" y="60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5" y="53"/>
                  </a:lnTo>
                  <a:lnTo>
                    <a:pt x="43" y="52"/>
                  </a:lnTo>
                  <a:lnTo>
                    <a:pt x="41" y="53"/>
                  </a:lnTo>
                  <a:lnTo>
                    <a:pt x="37" y="52"/>
                  </a:lnTo>
                  <a:lnTo>
                    <a:pt x="37" y="50"/>
                  </a:lnTo>
                  <a:lnTo>
                    <a:pt x="35" y="50"/>
                  </a:lnTo>
                  <a:lnTo>
                    <a:pt x="33" y="49"/>
                  </a:lnTo>
                  <a:lnTo>
                    <a:pt x="33" y="45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4" y="57"/>
                  </a:lnTo>
                  <a:lnTo>
                    <a:pt x="34" y="61"/>
                  </a:lnTo>
                  <a:lnTo>
                    <a:pt x="31" y="61"/>
                  </a:lnTo>
                  <a:lnTo>
                    <a:pt x="30" y="65"/>
                  </a:lnTo>
                  <a:lnTo>
                    <a:pt x="29" y="64"/>
                  </a:lnTo>
                  <a:lnTo>
                    <a:pt x="29" y="61"/>
                  </a:lnTo>
                  <a:lnTo>
                    <a:pt x="30" y="61"/>
                  </a:lnTo>
                  <a:lnTo>
                    <a:pt x="31" y="60"/>
                  </a:lnTo>
                  <a:lnTo>
                    <a:pt x="29" y="61"/>
                  </a:lnTo>
                  <a:lnTo>
                    <a:pt x="27" y="64"/>
                  </a:lnTo>
                  <a:lnTo>
                    <a:pt x="26" y="61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6" y="56"/>
                  </a:lnTo>
                  <a:lnTo>
                    <a:pt x="27" y="57"/>
                  </a:lnTo>
                  <a:lnTo>
                    <a:pt x="26" y="58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6" y="64"/>
                  </a:lnTo>
                  <a:lnTo>
                    <a:pt x="26" y="65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4" y="65"/>
                  </a:lnTo>
                  <a:lnTo>
                    <a:pt x="22" y="65"/>
                  </a:lnTo>
                  <a:lnTo>
                    <a:pt x="22" y="66"/>
                  </a:lnTo>
                  <a:lnTo>
                    <a:pt x="21" y="66"/>
                  </a:lnTo>
                  <a:lnTo>
                    <a:pt x="20" y="66"/>
                  </a:lnTo>
                  <a:lnTo>
                    <a:pt x="20" y="64"/>
                  </a:lnTo>
                  <a:lnTo>
                    <a:pt x="18" y="64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4"/>
                  </a:lnTo>
                  <a:lnTo>
                    <a:pt x="13" y="50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2" y="41"/>
                  </a:lnTo>
                  <a:lnTo>
                    <a:pt x="12" y="37"/>
                  </a:lnTo>
                  <a:lnTo>
                    <a:pt x="9" y="33"/>
                  </a:lnTo>
                  <a:lnTo>
                    <a:pt x="6" y="32"/>
                  </a:lnTo>
                  <a:lnTo>
                    <a:pt x="4" y="29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6" y="21"/>
                  </a:lnTo>
                  <a:lnTo>
                    <a:pt x="9" y="20"/>
                  </a:lnTo>
                  <a:lnTo>
                    <a:pt x="10" y="20"/>
                  </a:lnTo>
                  <a:lnTo>
                    <a:pt x="12" y="19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0" y="14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3" name="Freeform 370">
              <a:extLst>
                <a:ext uri="{FF2B5EF4-FFF2-40B4-BE49-F238E27FC236}">
                  <a16:creationId xmlns:a16="http://schemas.microsoft.com/office/drawing/2014/main" id="{0F512344-8A8B-4050-AB3D-4365ADDF1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895" y="2214622"/>
              <a:ext cx="630660" cy="324886"/>
            </a:xfrm>
            <a:custGeom>
              <a:avLst/>
              <a:gdLst>
                <a:gd name="T0" fmla="*/ 9 w 99"/>
                <a:gd name="T1" fmla="*/ 1 h 51"/>
                <a:gd name="T2" fmla="*/ 12 w 99"/>
                <a:gd name="T3" fmla="*/ 3 h 51"/>
                <a:gd name="T4" fmla="*/ 15 w 99"/>
                <a:gd name="T5" fmla="*/ 1 h 51"/>
                <a:gd name="T6" fmla="*/ 22 w 99"/>
                <a:gd name="T7" fmla="*/ 3 h 51"/>
                <a:gd name="T8" fmla="*/ 26 w 99"/>
                <a:gd name="T9" fmla="*/ 4 h 51"/>
                <a:gd name="T10" fmla="*/ 32 w 99"/>
                <a:gd name="T11" fmla="*/ 9 h 51"/>
                <a:gd name="T12" fmla="*/ 37 w 99"/>
                <a:gd name="T13" fmla="*/ 11 h 51"/>
                <a:gd name="T14" fmla="*/ 40 w 99"/>
                <a:gd name="T15" fmla="*/ 15 h 51"/>
                <a:gd name="T16" fmla="*/ 42 w 99"/>
                <a:gd name="T17" fmla="*/ 16 h 51"/>
                <a:gd name="T18" fmla="*/ 44 w 99"/>
                <a:gd name="T19" fmla="*/ 12 h 51"/>
                <a:gd name="T20" fmla="*/ 47 w 99"/>
                <a:gd name="T21" fmla="*/ 13 h 51"/>
                <a:gd name="T22" fmla="*/ 50 w 99"/>
                <a:gd name="T23" fmla="*/ 17 h 51"/>
                <a:gd name="T24" fmla="*/ 57 w 99"/>
                <a:gd name="T25" fmla="*/ 18 h 51"/>
                <a:gd name="T26" fmla="*/ 59 w 99"/>
                <a:gd name="T27" fmla="*/ 24 h 51"/>
                <a:gd name="T28" fmla="*/ 62 w 99"/>
                <a:gd name="T29" fmla="*/ 26 h 51"/>
                <a:gd name="T30" fmla="*/ 67 w 99"/>
                <a:gd name="T31" fmla="*/ 26 h 51"/>
                <a:gd name="T32" fmla="*/ 71 w 99"/>
                <a:gd name="T33" fmla="*/ 24 h 51"/>
                <a:gd name="T34" fmla="*/ 79 w 99"/>
                <a:gd name="T35" fmla="*/ 25 h 51"/>
                <a:gd name="T36" fmla="*/ 83 w 99"/>
                <a:gd name="T37" fmla="*/ 30 h 51"/>
                <a:gd name="T38" fmla="*/ 87 w 99"/>
                <a:gd name="T39" fmla="*/ 33 h 51"/>
                <a:gd name="T40" fmla="*/ 92 w 99"/>
                <a:gd name="T41" fmla="*/ 33 h 51"/>
                <a:gd name="T42" fmla="*/ 98 w 99"/>
                <a:gd name="T43" fmla="*/ 32 h 51"/>
                <a:gd name="T44" fmla="*/ 98 w 99"/>
                <a:gd name="T45" fmla="*/ 40 h 51"/>
                <a:gd name="T46" fmla="*/ 99 w 99"/>
                <a:gd name="T47" fmla="*/ 50 h 51"/>
                <a:gd name="T48" fmla="*/ 87 w 99"/>
                <a:gd name="T49" fmla="*/ 49 h 51"/>
                <a:gd name="T50" fmla="*/ 74 w 99"/>
                <a:gd name="T51" fmla="*/ 47 h 51"/>
                <a:gd name="T52" fmla="*/ 67 w 99"/>
                <a:gd name="T53" fmla="*/ 49 h 51"/>
                <a:gd name="T54" fmla="*/ 58 w 99"/>
                <a:gd name="T55" fmla="*/ 43 h 51"/>
                <a:gd name="T56" fmla="*/ 51 w 99"/>
                <a:gd name="T57" fmla="*/ 40 h 51"/>
                <a:gd name="T58" fmla="*/ 44 w 99"/>
                <a:gd name="T59" fmla="*/ 40 h 51"/>
                <a:gd name="T60" fmla="*/ 33 w 99"/>
                <a:gd name="T61" fmla="*/ 37 h 51"/>
                <a:gd name="T62" fmla="*/ 28 w 99"/>
                <a:gd name="T63" fmla="*/ 36 h 51"/>
                <a:gd name="T64" fmla="*/ 20 w 99"/>
                <a:gd name="T65" fmla="*/ 30 h 51"/>
                <a:gd name="T66" fmla="*/ 11 w 99"/>
                <a:gd name="T67" fmla="*/ 25 h 51"/>
                <a:gd name="T68" fmla="*/ 7 w 99"/>
                <a:gd name="T69" fmla="*/ 24 h 51"/>
                <a:gd name="T70" fmla="*/ 1 w 99"/>
                <a:gd name="T71" fmla="*/ 22 h 51"/>
                <a:gd name="T72" fmla="*/ 4 w 99"/>
                <a:gd name="T73" fmla="*/ 15 h 51"/>
                <a:gd name="T74" fmla="*/ 5 w 99"/>
                <a:gd name="T75" fmla="*/ 4 h 51"/>
                <a:gd name="T76" fmla="*/ 5 w 99"/>
                <a:gd name="T7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9" h="51">
                  <a:moveTo>
                    <a:pt x="5" y="0"/>
                  </a:moveTo>
                  <a:lnTo>
                    <a:pt x="9" y="1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5" y="1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8" y="5"/>
                  </a:lnTo>
                  <a:lnTo>
                    <a:pt x="32" y="9"/>
                  </a:lnTo>
                  <a:lnTo>
                    <a:pt x="34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40" y="15"/>
                  </a:lnTo>
                  <a:lnTo>
                    <a:pt x="41" y="17"/>
                  </a:lnTo>
                  <a:lnTo>
                    <a:pt x="42" y="16"/>
                  </a:lnTo>
                  <a:lnTo>
                    <a:pt x="42" y="13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7" y="13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3" y="20"/>
                  </a:lnTo>
                  <a:lnTo>
                    <a:pt x="57" y="18"/>
                  </a:lnTo>
                  <a:lnTo>
                    <a:pt x="59" y="20"/>
                  </a:lnTo>
                  <a:lnTo>
                    <a:pt x="59" y="24"/>
                  </a:lnTo>
                  <a:lnTo>
                    <a:pt x="61" y="26"/>
                  </a:lnTo>
                  <a:lnTo>
                    <a:pt x="62" y="26"/>
                  </a:lnTo>
                  <a:lnTo>
                    <a:pt x="66" y="28"/>
                  </a:lnTo>
                  <a:lnTo>
                    <a:pt x="67" y="26"/>
                  </a:lnTo>
                  <a:lnTo>
                    <a:pt x="70" y="26"/>
                  </a:lnTo>
                  <a:lnTo>
                    <a:pt x="71" y="24"/>
                  </a:lnTo>
                  <a:lnTo>
                    <a:pt x="76" y="24"/>
                  </a:lnTo>
                  <a:lnTo>
                    <a:pt x="79" y="25"/>
                  </a:lnTo>
                  <a:lnTo>
                    <a:pt x="79" y="29"/>
                  </a:lnTo>
                  <a:lnTo>
                    <a:pt x="83" y="30"/>
                  </a:lnTo>
                  <a:lnTo>
                    <a:pt x="86" y="33"/>
                  </a:lnTo>
                  <a:lnTo>
                    <a:pt x="87" y="33"/>
                  </a:lnTo>
                  <a:lnTo>
                    <a:pt x="91" y="32"/>
                  </a:lnTo>
                  <a:lnTo>
                    <a:pt x="92" y="33"/>
                  </a:lnTo>
                  <a:lnTo>
                    <a:pt x="95" y="32"/>
                  </a:lnTo>
                  <a:lnTo>
                    <a:pt x="98" y="32"/>
                  </a:lnTo>
                  <a:lnTo>
                    <a:pt x="98" y="34"/>
                  </a:lnTo>
                  <a:lnTo>
                    <a:pt x="98" y="40"/>
                  </a:lnTo>
                  <a:lnTo>
                    <a:pt x="99" y="45"/>
                  </a:lnTo>
                  <a:lnTo>
                    <a:pt x="99" y="50"/>
                  </a:lnTo>
                  <a:lnTo>
                    <a:pt x="91" y="51"/>
                  </a:lnTo>
                  <a:lnTo>
                    <a:pt x="87" y="49"/>
                  </a:lnTo>
                  <a:lnTo>
                    <a:pt x="84" y="50"/>
                  </a:lnTo>
                  <a:lnTo>
                    <a:pt x="74" y="47"/>
                  </a:lnTo>
                  <a:lnTo>
                    <a:pt x="70" y="47"/>
                  </a:lnTo>
                  <a:lnTo>
                    <a:pt x="67" y="49"/>
                  </a:lnTo>
                  <a:lnTo>
                    <a:pt x="61" y="46"/>
                  </a:lnTo>
                  <a:lnTo>
                    <a:pt x="58" y="43"/>
                  </a:lnTo>
                  <a:lnTo>
                    <a:pt x="57" y="41"/>
                  </a:lnTo>
                  <a:lnTo>
                    <a:pt x="51" y="40"/>
                  </a:lnTo>
                  <a:lnTo>
                    <a:pt x="45" y="41"/>
                  </a:lnTo>
                  <a:lnTo>
                    <a:pt x="44" y="40"/>
                  </a:lnTo>
                  <a:lnTo>
                    <a:pt x="37" y="40"/>
                  </a:lnTo>
                  <a:lnTo>
                    <a:pt x="33" y="37"/>
                  </a:lnTo>
                  <a:lnTo>
                    <a:pt x="30" y="37"/>
                  </a:lnTo>
                  <a:lnTo>
                    <a:pt x="28" y="36"/>
                  </a:lnTo>
                  <a:lnTo>
                    <a:pt x="24" y="34"/>
                  </a:lnTo>
                  <a:lnTo>
                    <a:pt x="20" y="30"/>
                  </a:lnTo>
                  <a:lnTo>
                    <a:pt x="15" y="26"/>
                  </a:lnTo>
                  <a:lnTo>
                    <a:pt x="11" y="25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4" y="22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5" y="4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4" name="Freeform 372">
              <a:extLst>
                <a:ext uri="{FF2B5EF4-FFF2-40B4-BE49-F238E27FC236}">
                  <a16:creationId xmlns:a16="http://schemas.microsoft.com/office/drawing/2014/main" id="{BE291B4C-B4BD-4A85-A0CE-8EABD57A3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759" y="1596706"/>
              <a:ext cx="554216" cy="452292"/>
            </a:xfrm>
            <a:custGeom>
              <a:avLst/>
              <a:gdLst>
                <a:gd name="T0" fmla="*/ 33 w 87"/>
                <a:gd name="T1" fmla="*/ 0 h 71"/>
                <a:gd name="T2" fmla="*/ 37 w 87"/>
                <a:gd name="T3" fmla="*/ 5 h 71"/>
                <a:gd name="T4" fmla="*/ 45 w 87"/>
                <a:gd name="T5" fmla="*/ 15 h 71"/>
                <a:gd name="T6" fmla="*/ 48 w 87"/>
                <a:gd name="T7" fmla="*/ 19 h 71"/>
                <a:gd name="T8" fmla="*/ 53 w 87"/>
                <a:gd name="T9" fmla="*/ 22 h 71"/>
                <a:gd name="T10" fmla="*/ 61 w 87"/>
                <a:gd name="T11" fmla="*/ 22 h 71"/>
                <a:gd name="T12" fmla="*/ 66 w 87"/>
                <a:gd name="T13" fmla="*/ 26 h 71"/>
                <a:gd name="T14" fmla="*/ 71 w 87"/>
                <a:gd name="T15" fmla="*/ 34 h 71"/>
                <a:gd name="T16" fmla="*/ 78 w 87"/>
                <a:gd name="T17" fmla="*/ 39 h 71"/>
                <a:gd name="T18" fmla="*/ 81 w 87"/>
                <a:gd name="T19" fmla="*/ 48 h 71"/>
                <a:gd name="T20" fmla="*/ 86 w 87"/>
                <a:gd name="T21" fmla="*/ 55 h 71"/>
                <a:gd name="T22" fmla="*/ 87 w 87"/>
                <a:gd name="T23" fmla="*/ 64 h 71"/>
                <a:gd name="T24" fmla="*/ 86 w 87"/>
                <a:gd name="T25" fmla="*/ 64 h 71"/>
                <a:gd name="T26" fmla="*/ 81 w 87"/>
                <a:gd name="T27" fmla="*/ 68 h 71"/>
                <a:gd name="T28" fmla="*/ 73 w 87"/>
                <a:gd name="T29" fmla="*/ 65 h 71"/>
                <a:gd name="T30" fmla="*/ 68 w 87"/>
                <a:gd name="T31" fmla="*/ 60 h 71"/>
                <a:gd name="T32" fmla="*/ 58 w 87"/>
                <a:gd name="T33" fmla="*/ 58 h 71"/>
                <a:gd name="T34" fmla="*/ 54 w 87"/>
                <a:gd name="T35" fmla="*/ 60 h 71"/>
                <a:gd name="T36" fmla="*/ 48 w 87"/>
                <a:gd name="T37" fmla="*/ 64 h 71"/>
                <a:gd name="T38" fmla="*/ 44 w 87"/>
                <a:gd name="T39" fmla="*/ 71 h 71"/>
                <a:gd name="T40" fmla="*/ 40 w 87"/>
                <a:gd name="T41" fmla="*/ 67 h 71"/>
                <a:gd name="T42" fmla="*/ 33 w 87"/>
                <a:gd name="T43" fmla="*/ 68 h 71"/>
                <a:gd name="T44" fmla="*/ 28 w 87"/>
                <a:gd name="T45" fmla="*/ 63 h 71"/>
                <a:gd name="T46" fmla="*/ 19 w 87"/>
                <a:gd name="T47" fmla="*/ 58 h 71"/>
                <a:gd name="T48" fmla="*/ 17 w 87"/>
                <a:gd name="T49" fmla="*/ 47 h 71"/>
                <a:gd name="T50" fmla="*/ 15 w 87"/>
                <a:gd name="T51" fmla="*/ 39 h 71"/>
                <a:gd name="T52" fmla="*/ 17 w 87"/>
                <a:gd name="T53" fmla="*/ 37 h 71"/>
                <a:gd name="T54" fmla="*/ 20 w 87"/>
                <a:gd name="T55" fmla="*/ 31 h 71"/>
                <a:gd name="T56" fmla="*/ 16 w 87"/>
                <a:gd name="T57" fmla="*/ 27 h 71"/>
                <a:gd name="T58" fmla="*/ 10 w 87"/>
                <a:gd name="T59" fmla="*/ 22 h 71"/>
                <a:gd name="T60" fmla="*/ 4 w 87"/>
                <a:gd name="T61" fmla="*/ 21 h 71"/>
                <a:gd name="T62" fmla="*/ 2 w 87"/>
                <a:gd name="T63" fmla="*/ 19 h 71"/>
                <a:gd name="T64" fmla="*/ 7 w 87"/>
                <a:gd name="T65" fmla="*/ 11 h 71"/>
                <a:gd name="T66" fmla="*/ 15 w 87"/>
                <a:gd name="T67" fmla="*/ 8 h 71"/>
                <a:gd name="T68" fmla="*/ 21 w 87"/>
                <a:gd name="T69" fmla="*/ 1 h 71"/>
                <a:gd name="T70" fmla="*/ 23 w 87"/>
                <a:gd name="T71" fmla="*/ 1 h 71"/>
                <a:gd name="T72" fmla="*/ 27 w 87"/>
                <a:gd name="T73" fmla="*/ 2 h 71"/>
                <a:gd name="T74" fmla="*/ 31 w 87"/>
                <a:gd name="T75" fmla="*/ 1 h 71"/>
                <a:gd name="T76" fmla="*/ 32 w 87"/>
                <a:gd name="T7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71">
                  <a:moveTo>
                    <a:pt x="32" y="0"/>
                  </a:moveTo>
                  <a:lnTo>
                    <a:pt x="33" y="0"/>
                  </a:lnTo>
                  <a:lnTo>
                    <a:pt x="36" y="1"/>
                  </a:lnTo>
                  <a:lnTo>
                    <a:pt x="37" y="5"/>
                  </a:lnTo>
                  <a:lnTo>
                    <a:pt x="42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8" y="19"/>
                  </a:lnTo>
                  <a:lnTo>
                    <a:pt x="49" y="21"/>
                  </a:lnTo>
                  <a:lnTo>
                    <a:pt x="53" y="22"/>
                  </a:lnTo>
                  <a:lnTo>
                    <a:pt x="58" y="22"/>
                  </a:lnTo>
                  <a:lnTo>
                    <a:pt x="61" y="22"/>
                  </a:lnTo>
                  <a:lnTo>
                    <a:pt x="61" y="25"/>
                  </a:lnTo>
                  <a:lnTo>
                    <a:pt x="66" y="26"/>
                  </a:lnTo>
                  <a:lnTo>
                    <a:pt x="70" y="29"/>
                  </a:lnTo>
                  <a:lnTo>
                    <a:pt x="71" y="34"/>
                  </a:lnTo>
                  <a:lnTo>
                    <a:pt x="74" y="38"/>
                  </a:lnTo>
                  <a:lnTo>
                    <a:pt x="78" y="39"/>
                  </a:lnTo>
                  <a:lnTo>
                    <a:pt x="81" y="43"/>
                  </a:lnTo>
                  <a:lnTo>
                    <a:pt x="81" y="48"/>
                  </a:lnTo>
                  <a:lnTo>
                    <a:pt x="82" y="54"/>
                  </a:lnTo>
                  <a:lnTo>
                    <a:pt x="86" y="55"/>
                  </a:lnTo>
                  <a:lnTo>
                    <a:pt x="87" y="60"/>
                  </a:lnTo>
                  <a:lnTo>
                    <a:pt x="87" y="64"/>
                  </a:lnTo>
                  <a:lnTo>
                    <a:pt x="86" y="67"/>
                  </a:lnTo>
                  <a:lnTo>
                    <a:pt x="86" y="64"/>
                  </a:lnTo>
                  <a:lnTo>
                    <a:pt x="83" y="64"/>
                  </a:lnTo>
                  <a:lnTo>
                    <a:pt x="81" y="68"/>
                  </a:lnTo>
                  <a:lnTo>
                    <a:pt x="75" y="64"/>
                  </a:lnTo>
                  <a:lnTo>
                    <a:pt x="73" y="65"/>
                  </a:lnTo>
                  <a:lnTo>
                    <a:pt x="71" y="62"/>
                  </a:lnTo>
                  <a:lnTo>
                    <a:pt x="68" y="60"/>
                  </a:lnTo>
                  <a:lnTo>
                    <a:pt x="65" y="63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4" y="60"/>
                  </a:lnTo>
                  <a:lnTo>
                    <a:pt x="52" y="62"/>
                  </a:lnTo>
                  <a:lnTo>
                    <a:pt x="48" y="64"/>
                  </a:lnTo>
                  <a:lnTo>
                    <a:pt x="44" y="69"/>
                  </a:lnTo>
                  <a:lnTo>
                    <a:pt x="44" y="71"/>
                  </a:lnTo>
                  <a:lnTo>
                    <a:pt x="42" y="68"/>
                  </a:lnTo>
                  <a:lnTo>
                    <a:pt x="40" y="67"/>
                  </a:lnTo>
                  <a:lnTo>
                    <a:pt x="37" y="68"/>
                  </a:lnTo>
                  <a:lnTo>
                    <a:pt x="33" y="68"/>
                  </a:lnTo>
                  <a:lnTo>
                    <a:pt x="32" y="64"/>
                  </a:lnTo>
                  <a:lnTo>
                    <a:pt x="28" y="63"/>
                  </a:lnTo>
                  <a:lnTo>
                    <a:pt x="24" y="62"/>
                  </a:lnTo>
                  <a:lnTo>
                    <a:pt x="19" y="58"/>
                  </a:lnTo>
                  <a:lnTo>
                    <a:pt x="19" y="55"/>
                  </a:lnTo>
                  <a:lnTo>
                    <a:pt x="17" y="47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6" y="39"/>
                  </a:lnTo>
                  <a:lnTo>
                    <a:pt x="17" y="37"/>
                  </a:lnTo>
                  <a:lnTo>
                    <a:pt x="20" y="34"/>
                  </a:lnTo>
                  <a:lnTo>
                    <a:pt x="20" y="31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4" y="26"/>
                  </a:lnTo>
                  <a:lnTo>
                    <a:pt x="10" y="22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3" y="22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7" y="11"/>
                  </a:lnTo>
                  <a:lnTo>
                    <a:pt x="6" y="9"/>
                  </a:lnTo>
                  <a:lnTo>
                    <a:pt x="15" y="8"/>
                  </a:lnTo>
                  <a:lnTo>
                    <a:pt x="20" y="5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8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5" name="Freeform 338">
              <a:extLst>
                <a:ext uri="{FF2B5EF4-FFF2-40B4-BE49-F238E27FC236}">
                  <a16:creationId xmlns:a16="http://schemas.microsoft.com/office/drawing/2014/main" id="{9FE10BEC-CFAB-4619-BE6D-1C6327CE42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9253" y="3590598"/>
              <a:ext cx="159258" cy="554216"/>
            </a:xfrm>
            <a:custGeom>
              <a:avLst/>
              <a:gdLst>
                <a:gd name="T0" fmla="*/ 24 w 25"/>
                <a:gd name="T1" fmla="*/ 80 h 87"/>
                <a:gd name="T2" fmla="*/ 25 w 25"/>
                <a:gd name="T3" fmla="*/ 84 h 87"/>
                <a:gd name="T4" fmla="*/ 23 w 25"/>
                <a:gd name="T5" fmla="*/ 84 h 87"/>
                <a:gd name="T6" fmla="*/ 21 w 25"/>
                <a:gd name="T7" fmla="*/ 81 h 87"/>
                <a:gd name="T8" fmla="*/ 21 w 25"/>
                <a:gd name="T9" fmla="*/ 76 h 87"/>
                <a:gd name="T10" fmla="*/ 21 w 25"/>
                <a:gd name="T11" fmla="*/ 79 h 87"/>
                <a:gd name="T12" fmla="*/ 21 w 25"/>
                <a:gd name="T13" fmla="*/ 76 h 87"/>
                <a:gd name="T14" fmla="*/ 20 w 25"/>
                <a:gd name="T15" fmla="*/ 72 h 87"/>
                <a:gd name="T16" fmla="*/ 17 w 25"/>
                <a:gd name="T17" fmla="*/ 72 h 87"/>
                <a:gd name="T18" fmla="*/ 19 w 25"/>
                <a:gd name="T19" fmla="*/ 71 h 87"/>
                <a:gd name="T20" fmla="*/ 21 w 25"/>
                <a:gd name="T21" fmla="*/ 67 h 87"/>
                <a:gd name="T22" fmla="*/ 20 w 25"/>
                <a:gd name="T23" fmla="*/ 70 h 87"/>
                <a:gd name="T24" fmla="*/ 20 w 25"/>
                <a:gd name="T25" fmla="*/ 66 h 87"/>
                <a:gd name="T26" fmla="*/ 16 w 25"/>
                <a:gd name="T27" fmla="*/ 66 h 87"/>
                <a:gd name="T28" fmla="*/ 15 w 25"/>
                <a:gd name="T29" fmla="*/ 67 h 87"/>
                <a:gd name="T30" fmla="*/ 11 w 25"/>
                <a:gd name="T31" fmla="*/ 55 h 87"/>
                <a:gd name="T32" fmla="*/ 8 w 25"/>
                <a:gd name="T33" fmla="*/ 56 h 87"/>
                <a:gd name="T34" fmla="*/ 7 w 25"/>
                <a:gd name="T35" fmla="*/ 35 h 87"/>
                <a:gd name="T36" fmla="*/ 7 w 25"/>
                <a:gd name="T37" fmla="*/ 41 h 87"/>
                <a:gd name="T38" fmla="*/ 4 w 25"/>
                <a:gd name="T39" fmla="*/ 39 h 87"/>
                <a:gd name="T40" fmla="*/ 7 w 25"/>
                <a:gd name="T41" fmla="*/ 35 h 87"/>
                <a:gd name="T42" fmla="*/ 3 w 25"/>
                <a:gd name="T43" fmla="*/ 29 h 87"/>
                <a:gd name="T44" fmla="*/ 2 w 25"/>
                <a:gd name="T45" fmla="*/ 26 h 87"/>
                <a:gd name="T46" fmla="*/ 10 w 25"/>
                <a:gd name="T47" fmla="*/ 18 h 87"/>
                <a:gd name="T48" fmla="*/ 7 w 25"/>
                <a:gd name="T49" fmla="*/ 22 h 87"/>
                <a:gd name="T50" fmla="*/ 8 w 25"/>
                <a:gd name="T51" fmla="*/ 26 h 87"/>
                <a:gd name="T52" fmla="*/ 6 w 25"/>
                <a:gd name="T53" fmla="*/ 29 h 87"/>
                <a:gd name="T54" fmla="*/ 6 w 25"/>
                <a:gd name="T55" fmla="*/ 24 h 87"/>
                <a:gd name="T56" fmla="*/ 6 w 25"/>
                <a:gd name="T57" fmla="*/ 18 h 87"/>
                <a:gd name="T58" fmla="*/ 10 w 25"/>
                <a:gd name="T59" fmla="*/ 0 h 87"/>
                <a:gd name="T60" fmla="*/ 10 w 25"/>
                <a:gd name="T61" fmla="*/ 4 h 87"/>
                <a:gd name="T62" fmla="*/ 11 w 25"/>
                <a:gd name="T63" fmla="*/ 8 h 87"/>
                <a:gd name="T64" fmla="*/ 10 w 25"/>
                <a:gd name="T65" fmla="*/ 10 h 87"/>
                <a:gd name="T66" fmla="*/ 7 w 25"/>
                <a:gd name="T67" fmla="*/ 16 h 87"/>
                <a:gd name="T68" fmla="*/ 8 w 25"/>
                <a:gd name="T69" fmla="*/ 10 h 87"/>
                <a:gd name="T70" fmla="*/ 8 w 25"/>
                <a:gd name="T71" fmla="*/ 6 h 87"/>
                <a:gd name="T72" fmla="*/ 10 w 25"/>
                <a:gd name="T7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" h="87">
                  <a:moveTo>
                    <a:pt x="23" y="79"/>
                  </a:moveTo>
                  <a:lnTo>
                    <a:pt x="24" y="80"/>
                  </a:lnTo>
                  <a:lnTo>
                    <a:pt x="24" y="83"/>
                  </a:lnTo>
                  <a:lnTo>
                    <a:pt x="25" y="84"/>
                  </a:lnTo>
                  <a:lnTo>
                    <a:pt x="24" y="87"/>
                  </a:lnTo>
                  <a:lnTo>
                    <a:pt x="23" y="84"/>
                  </a:lnTo>
                  <a:lnTo>
                    <a:pt x="21" y="83"/>
                  </a:lnTo>
                  <a:lnTo>
                    <a:pt x="21" y="81"/>
                  </a:lnTo>
                  <a:lnTo>
                    <a:pt x="23" y="79"/>
                  </a:lnTo>
                  <a:close/>
                  <a:moveTo>
                    <a:pt x="21" y="76"/>
                  </a:moveTo>
                  <a:lnTo>
                    <a:pt x="23" y="76"/>
                  </a:lnTo>
                  <a:lnTo>
                    <a:pt x="21" y="79"/>
                  </a:lnTo>
                  <a:lnTo>
                    <a:pt x="20" y="77"/>
                  </a:lnTo>
                  <a:lnTo>
                    <a:pt x="21" y="76"/>
                  </a:lnTo>
                  <a:close/>
                  <a:moveTo>
                    <a:pt x="19" y="71"/>
                  </a:moveTo>
                  <a:lnTo>
                    <a:pt x="20" y="72"/>
                  </a:lnTo>
                  <a:lnTo>
                    <a:pt x="19" y="74"/>
                  </a:lnTo>
                  <a:lnTo>
                    <a:pt x="17" y="72"/>
                  </a:lnTo>
                  <a:lnTo>
                    <a:pt x="16" y="71"/>
                  </a:lnTo>
                  <a:lnTo>
                    <a:pt x="19" y="71"/>
                  </a:lnTo>
                  <a:close/>
                  <a:moveTo>
                    <a:pt x="20" y="66"/>
                  </a:moveTo>
                  <a:lnTo>
                    <a:pt x="21" y="67"/>
                  </a:lnTo>
                  <a:lnTo>
                    <a:pt x="21" y="68"/>
                  </a:lnTo>
                  <a:lnTo>
                    <a:pt x="20" y="70"/>
                  </a:lnTo>
                  <a:lnTo>
                    <a:pt x="19" y="68"/>
                  </a:lnTo>
                  <a:lnTo>
                    <a:pt x="20" y="66"/>
                  </a:lnTo>
                  <a:close/>
                  <a:moveTo>
                    <a:pt x="14" y="64"/>
                  </a:moveTo>
                  <a:lnTo>
                    <a:pt x="16" y="66"/>
                  </a:lnTo>
                  <a:lnTo>
                    <a:pt x="16" y="68"/>
                  </a:lnTo>
                  <a:lnTo>
                    <a:pt x="15" y="67"/>
                  </a:lnTo>
                  <a:lnTo>
                    <a:pt x="14" y="64"/>
                  </a:lnTo>
                  <a:close/>
                  <a:moveTo>
                    <a:pt x="11" y="55"/>
                  </a:moveTo>
                  <a:lnTo>
                    <a:pt x="11" y="56"/>
                  </a:lnTo>
                  <a:lnTo>
                    <a:pt x="8" y="56"/>
                  </a:lnTo>
                  <a:lnTo>
                    <a:pt x="11" y="55"/>
                  </a:lnTo>
                  <a:close/>
                  <a:moveTo>
                    <a:pt x="7" y="35"/>
                  </a:moveTo>
                  <a:lnTo>
                    <a:pt x="8" y="38"/>
                  </a:lnTo>
                  <a:lnTo>
                    <a:pt x="7" y="41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37"/>
                  </a:lnTo>
                  <a:lnTo>
                    <a:pt x="7" y="35"/>
                  </a:lnTo>
                  <a:close/>
                  <a:moveTo>
                    <a:pt x="2" y="26"/>
                  </a:moveTo>
                  <a:lnTo>
                    <a:pt x="3" y="29"/>
                  </a:lnTo>
                  <a:lnTo>
                    <a:pt x="0" y="27"/>
                  </a:lnTo>
                  <a:lnTo>
                    <a:pt x="2" y="26"/>
                  </a:lnTo>
                  <a:close/>
                  <a:moveTo>
                    <a:pt x="10" y="18"/>
                  </a:moveTo>
                  <a:lnTo>
                    <a:pt x="10" y="18"/>
                  </a:lnTo>
                  <a:lnTo>
                    <a:pt x="8" y="20"/>
                  </a:lnTo>
                  <a:lnTo>
                    <a:pt x="7" y="22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6" y="30"/>
                  </a:lnTo>
                  <a:lnTo>
                    <a:pt x="6" y="29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18"/>
                  </a:lnTo>
                  <a:lnTo>
                    <a:pt x="10" y="18"/>
                  </a:lnTo>
                  <a:close/>
                  <a:moveTo>
                    <a:pt x="10" y="0"/>
                  </a:moveTo>
                  <a:lnTo>
                    <a:pt x="11" y="2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8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8" y="10"/>
                  </a:lnTo>
                  <a:lnTo>
                    <a:pt x="7" y="9"/>
                  </a:lnTo>
                  <a:lnTo>
                    <a:pt x="8" y="6"/>
                  </a:lnTo>
                  <a:lnTo>
                    <a:pt x="8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6" name="Freeform 355">
              <a:extLst>
                <a:ext uri="{FF2B5EF4-FFF2-40B4-BE49-F238E27FC236}">
                  <a16:creationId xmlns:a16="http://schemas.microsoft.com/office/drawing/2014/main" id="{B9B2A6CF-24DB-46A2-A284-4CFC522B3D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51220" y="3093718"/>
              <a:ext cx="745324" cy="1133907"/>
            </a:xfrm>
            <a:custGeom>
              <a:avLst/>
              <a:gdLst>
                <a:gd name="T0" fmla="*/ 1 w 117"/>
                <a:gd name="T1" fmla="*/ 146 h 178"/>
                <a:gd name="T2" fmla="*/ 5 w 117"/>
                <a:gd name="T3" fmla="*/ 144 h 178"/>
                <a:gd name="T4" fmla="*/ 80 w 117"/>
                <a:gd name="T5" fmla="*/ 132 h 178"/>
                <a:gd name="T6" fmla="*/ 108 w 117"/>
                <a:gd name="T7" fmla="*/ 127 h 178"/>
                <a:gd name="T8" fmla="*/ 112 w 117"/>
                <a:gd name="T9" fmla="*/ 138 h 178"/>
                <a:gd name="T10" fmla="*/ 117 w 117"/>
                <a:gd name="T11" fmla="*/ 158 h 178"/>
                <a:gd name="T12" fmla="*/ 112 w 117"/>
                <a:gd name="T13" fmla="*/ 165 h 178"/>
                <a:gd name="T14" fmla="*/ 108 w 117"/>
                <a:gd name="T15" fmla="*/ 173 h 178"/>
                <a:gd name="T16" fmla="*/ 93 w 117"/>
                <a:gd name="T17" fmla="*/ 173 h 178"/>
                <a:gd name="T18" fmla="*/ 89 w 117"/>
                <a:gd name="T19" fmla="*/ 159 h 178"/>
                <a:gd name="T20" fmla="*/ 79 w 117"/>
                <a:gd name="T21" fmla="*/ 155 h 178"/>
                <a:gd name="T22" fmla="*/ 69 w 117"/>
                <a:gd name="T23" fmla="*/ 152 h 178"/>
                <a:gd name="T24" fmla="*/ 67 w 117"/>
                <a:gd name="T25" fmla="*/ 148 h 178"/>
                <a:gd name="T26" fmla="*/ 80 w 117"/>
                <a:gd name="T27" fmla="*/ 149 h 178"/>
                <a:gd name="T28" fmla="*/ 97 w 117"/>
                <a:gd name="T29" fmla="*/ 136 h 178"/>
                <a:gd name="T30" fmla="*/ 100 w 117"/>
                <a:gd name="T31" fmla="*/ 125 h 178"/>
                <a:gd name="T32" fmla="*/ 90 w 117"/>
                <a:gd name="T33" fmla="*/ 121 h 178"/>
                <a:gd name="T34" fmla="*/ 105 w 117"/>
                <a:gd name="T35" fmla="*/ 117 h 178"/>
                <a:gd name="T36" fmla="*/ 34 w 117"/>
                <a:gd name="T37" fmla="*/ 115 h 178"/>
                <a:gd name="T38" fmla="*/ 68 w 117"/>
                <a:gd name="T39" fmla="*/ 116 h 178"/>
                <a:gd name="T40" fmla="*/ 105 w 117"/>
                <a:gd name="T41" fmla="*/ 115 h 178"/>
                <a:gd name="T42" fmla="*/ 76 w 117"/>
                <a:gd name="T43" fmla="*/ 130 h 178"/>
                <a:gd name="T44" fmla="*/ 71 w 117"/>
                <a:gd name="T45" fmla="*/ 120 h 178"/>
                <a:gd name="T46" fmla="*/ 84 w 117"/>
                <a:gd name="T47" fmla="*/ 112 h 178"/>
                <a:gd name="T48" fmla="*/ 80 w 117"/>
                <a:gd name="T49" fmla="*/ 116 h 178"/>
                <a:gd name="T50" fmla="*/ 98 w 117"/>
                <a:gd name="T51" fmla="*/ 117 h 178"/>
                <a:gd name="T52" fmla="*/ 88 w 117"/>
                <a:gd name="T53" fmla="*/ 111 h 178"/>
                <a:gd name="T54" fmla="*/ 26 w 117"/>
                <a:gd name="T55" fmla="*/ 120 h 178"/>
                <a:gd name="T56" fmla="*/ 8 w 117"/>
                <a:gd name="T57" fmla="*/ 140 h 178"/>
                <a:gd name="T58" fmla="*/ 21 w 117"/>
                <a:gd name="T59" fmla="*/ 123 h 178"/>
                <a:gd name="T60" fmla="*/ 90 w 117"/>
                <a:gd name="T61" fmla="*/ 102 h 178"/>
                <a:gd name="T62" fmla="*/ 31 w 117"/>
                <a:gd name="T63" fmla="*/ 102 h 178"/>
                <a:gd name="T64" fmla="*/ 71 w 117"/>
                <a:gd name="T65" fmla="*/ 103 h 178"/>
                <a:gd name="T66" fmla="*/ 62 w 117"/>
                <a:gd name="T67" fmla="*/ 115 h 178"/>
                <a:gd name="T68" fmla="*/ 59 w 117"/>
                <a:gd name="T69" fmla="*/ 98 h 178"/>
                <a:gd name="T70" fmla="*/ 31 w 117"/>
                <a:gd name="T71" fmla="*/ 92 h 178"/>
                <a:gd name="T72" fmla="*/ 77 w 117"/>
                <a:gd name="T73" fmla="*/ 92 h 178"/>
                <a:gd name="T74" fmla="*/ 72 w 117"/>
                <a:gd name="T75" fmla="*/ 95 h 178"/>
                <a:gd name="T76" fmla="*/ 94 w 117"/>
                <a:gd name="T77" fmla="*/ 90 h 178"/>
                <a:gd name="T78" fmla="*/ 104 w 117"/>
                <a:gd name="T79" fmla="*/ 108 h 178"/>
                <a:gd name="T80" fmla="*/ 94 w 117"/>
                <a:gd name="T81" fmla="*/ 103 h 178"/>
                <a:gd name="T82" fmla="*/ 93 w 117"/>
                <a:gd name="T83" fmla="*/ 90 h 178"/>
                <a:gd name="T84" fmla="*/ 72 w 117"/>
                <a:gd name="T85" fmla="*/ 84 h 178"/>
                <a:gd name="T86" fmla="*/ 51 w 117"/>
                <a:gd name="T87" fmla="*/ 84 h 178"/>
                <a:gd name="T88" fmla="*/ 42 w 117"/>
                <a:gd name="T89" fmla="*/ 84 h 178"/>
                <a:gd name="T90" fmla="*/ 58 w 117"/>
                <a:gd name="T91" fmla="*/ 82 h 178"/>
                <a:gd name="T92" fmla="*/ 85 w 117"/>
                <a:gd name="T93" fmla="*/ 73 h 178"/>
                <a:gd name="T94" fmla="*/ 58 w 117"/>
                <a:gd name="T95" fmla="*/ 70 h 178"/>
                <a:gd name="T96" fmla="*/ 56 w 117"/>
                <a:gd name="T97" fmla="*/ 57 h 178"/>
                <a:gd name="T98" fmla="*/ 55 w 117"/>
                <a:gd name="T99" fmla="*/ 16 h 178"/>
                <a:gd name="T100" fmla="*/ 55 w 117"/>
                <a:gd name="T101" fmla="*/ 45 h 178"/>
                <a:gd name="T102" fmla="*/ 51 w 117"/>
                <a:gd name="T103" fmla="*/ 63 h 178"/>
                <a:gd name="T104" fmla="*/ 69 w 117"/>
                <a:gd name="T105" fmla="*/ 74 h 178"/>
                <a:gd name="T106" fmla="*/ 76 w 117"/>
                <a:gd name="T107" fmla="*/ 75 h 178"/>
                <a:gd name="T108" fmla="*/ 81 w 117"/>
                <a:gd name="T109" fmla="*/ 91 h 178"/>
                <a:gd name="T110" fmla="*/ 68 w 117"/>
                <a:gd name="T111" fmla="*/ 78 h 178"/>
                <a:gd name="T112" fmla="*/ 59 w 117"/>
                <a:gd name="T113" fmla="*/ 74 h 178"/>
                <a:gd name="T114" fmla="*/ 40 w 117"/>
                <a:gd name="T115" fmla="*/ 73 h 178"/>
                <a:gd name="T116" fmla="*/ 38 w 117"/>
                <a:gd name="T117" fmla="*/ 66 h 178"/>
                <a:gd name="T118" fmla="*/ 29 w 117"/>
                <a:gd name="T119" fmla="*/ 46 h 178"/>
                <a:gd name="T120" fmla="*/ 33 w 117"/>
                <a:gd name="T121" fmla="*/ 24 h 178"/>
                <a:gd name="T122" fmla="*/ 50 w 117"/>
                <a:gd name="T123" fmla="*/ 9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" h="178">
                  <a:moveTo>
                    <a:pt x="63" y="163"/>
                  </a:moveTo>
                  <a:lnTo>
                    <a:pt x="64" y="165"/>
                  </a:lnTo>
                  <a:lnTo>
                    <a:pt x="65" y="165"/>
                  </a:lnTo>
                  <a:lnTo>
                    <a:pt x="65" y="166"/>
                  </a:lnTo>
                  <a:lnTo>
                    <a:pt x="62" y="169"/>
                  </a:lnTo>
                  <a:lnTo>
                    <a:pt x="60" y="169"/>
                  </a:lnTo>
                  <a:lnTo>
                    <a:pt x="59" y="166"/>
                  </a:lnTo>
                  <a:lnTo>
                    <a:pt x="59" y="165"/>
                  </a:lnTo>
                  <a:lnTo>
                    <a:pt x="62" y="165"/>
                  </a:lnTo>
                  <a:lnTo>
                    <a:pt x="63" y="163"/>
                  </a:lnTo>
                  <a:close/>
                  <a:moveTo>
                    <a:pt x="1" y="146"/>
                  </a:moveTo>
                  <a:lnTo>
                    <a:pt x="2" y="148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1" y="152"/>
                  </a:lnTo>
                  <a:lnTo>
                    <a:pt x="0" y="149"/>
                  </a:lnTo>
                  <a:lnTo>
                    <a:pt x="0" y="148"/>
                  </a:lnTo>
                  <a:lnTo>
                    <a:pt x="1" y="146"/>
                  </a:lnTo>
                  <a:close/>
                  <a:moveTo>
                    <a:pt x="5" y="144"/>
                  </a:moveTo>
                  <a:lnTo>
                    <a:pt x="5" y="145"/>
                  </a:lnTo>
                  <a:lnTo>
                    <a:pt x="4" y="145"/>
                  </a:lnTo>
                  <a:lnTo>
                    <a:pt x="5" y="144"/>
                  </a:lnTo>
                  <a:close/>
                  <a:moveTo>
                    <a:pt x="4" y="144"/>
                  </a:moveTo>
                  <a:lnTo>
                    <a:pt x="4" y="145"/>
                  </a:lnTo>
                  <a:lnTo>
                    <a:pt x="2" y="145"/>
                  </a:lnTo>
                  <a:lnTo>
                    <a:pt x="4" y="144"/>
                  </a:lnTo>
                  <a:close/>
                  <a:moveTo>
                    <a:pt x="80" y="132"/>
                  </a:moveTo>
                  <a:lnTo>
                    <a:pt x="81" y="132"/>
                  </a:lnTo>
                  <a:lnTo>
                    <a:pt x="81" y="133"/>
                  </a:lnTo>
                  <a:lnTo>
                    <a:pt x="79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0" y="132"/>
                  </a:lnTo>
                  <a:close/>
                  <a:moveTo>
                    <a:pt x="92" y="130"/>
                  </a:moveTo>
                  <a:lnTo>
                    <a:pt x="94" y="132"/>
                  </a:lnTo>
                  <a:lnTo>
                    <a:pt x="93" y="134"/>
                  </a:lnTo>
                  <a:lnTo>
                    <a:pt x="92" y="133"/>
                  </a:lnTo>
                  <a:lnTo>
                    <a:pt x="92" y="132"/>
                  </a:lnTo>
                  <a:lnTo>
                    <a:pt x="92" y="130"/>
                  </a:lnTo>
                  <a:close/>
                  <a:moveTo>
                    <a:pt x="108" y="127"/>
                  </a:moveTo>
                  <a:lnTo>
                    <a:pt x="109" y="127"/>
                  </a:lnTo>
                  <a:lnTo>
                    <a:pt x="108" y="128"/>
                  </a:lnTo>
                  <a:lnTo>
                    <a:pt x="106" y="128"/>
                  </a:lnTo>
                  <a:lnTo>
                    <a:pt x="108" y="127"/>
                  </a:lnTo>
                  <a:close/>
                  <a:moveTo>
                    <a:pt x="101" y="125"/>
                  </a:moveTo>
                  <a:lnTo>
                    <a:pt x="102" y="125"/>
                  </a:lnTo>
                  <a:lnTo>
                    <a:pt x="104" y="125"/>
                  </a:lnTo>
                  <a:lnTo>
                    <a:pt x="104" y="128"/>
                  </a:lnTo>
                  <a:lnTo>
                    <a:pt x="108" y="130"/>
                  </a:lnTo>
                  <a:lnTo>
                    <a:pt x="109" y="133"/>
                  </a:lnTo>
                  <a:lnTo>
                    <a:pt x="112" y="132"/>
                  </a:lnTo>
                  <a:lnTo>
                    <a:pt x="112" y="133"/>
                  </a:lnTo>
                  <a:lnTo>
                    <a:pt x="113" y="136"/>
                  </a:lnTo>
                  <a:lnTo>
                    <a:pt x="113" y="138"/>
                  </a:lnTo>
                  <a:lnTo>
                    <a:pt x="112" y="138"/>
                  </a:lnTo>
                  <a:lnTo>
                    <a:pt x="110" y="140"/>
                  </a:lnTo>
                  <a:lnTo>
                    <a:pt x="112" y="141"/>
                  </a:lnTo>
                  <a:lnTo>
                    <a:pt x="113" y="141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4" y="144"/>
                  </a:lnTo>
                  <a:lnTo>
                    <a:pt x="114" y="148"/>
                  </a:lnTo>
                  <a:lnTo>
                    <a:pt x="114" y="150"/>
                  </a:lnTo>
                  <a:lnTo>
                    <a:pt x="115" y="152"/>
                  </a:lnTo>
                  <a:lnTo>
                    <a:pt x="117" y="154"/>
                  </a:lnTo>
                  <a:lnTo>
                    <a:pt x="117" y="158"/>
                  </a:lnTo>
                  <a:lnTo>
                    <a:pt x="115" y="161"/>
                  </a:lnTo>
                  <a:lnTo>
                    <a:pt x="115" y="161"/>
                  </a:lnTo>
                  <a:lnTo>
                    <a:pt x="115" y="162"/>
                  </a:lnTo>
                  <a:lnTo>
                    <a:pt x="114" y="161"/>
                  </a:lnTo>
                  <a:lnTo>
                    <a:pt x="113" y="161"/>
                  </a:lnTo>
                  <a:lnTo>
                    <a:pt x="113" y="162"/>
                  </a:lnTo>
                  <a:lnTo>
                    <a:pt x="113" y="166"/>
                  </a:lnTo>
                  <a:lnTo>
                    <a:pt x="113" y="169"/>
                  </a:lnTo>
                  <a:lnTo>
                    <a:pt x="113" y="170"/>
                  </a:lnTo>
                  <a:lnTo>
                    <a:pt x="112" y="169"/>
                  </a:lnTo>
                  <a:lnTo>
                    <a:pt x="112" y="165"/>
                  </a:lnTo>
                  <a:lnTo>
                    <a:pt x="112" y="162"/>
                  </a:lnTo>
                  <a:lnTo>
                    <a:pt x="110" y="161"/>
                  </a:lnTo>
                  <a:lnTo>
                    <a:pt x="109" y="158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4" y="162"/>
                  </a:lnTo>
                  <a:lnTo>
                    <a:pt x="102" y="165"/>
                  </a:lnTo>
                  <a:lnTo>
                    <a:pt x="105" y="166"/>
                  </a:lnTo>
                  <a:lnTo>
                    <a:pt x="106" y="169"/>
                  </a:lnTo>
                  <a:lnTo>
                    <a:pt x="108" y="170"/>
                  </a:lnTo>
                  <a:lnTo>
                    <a:pt x="108" y="173"/>
                  </a:lnTo>
                  <a:lnTo>
                    <a:pt x="104" y="177"/>
                  </a:lnTo>
                  <a:lnTo>
                    <a:pt x="102" y="178"/>
                  </a:lnTo>
                  <a:lnTo>
                    <a:pt x="101" y="177"/>
                  </a:lnTo>
                  <a:lnTo>
                    <a:pt x="101" y="175"/>
                  </a:lnTo>
                  <a:lnTo>
                    <a:pt x="101" y="174"/>
                  </a:lnTo>
                  <a:lnTo>
                    <a:pt x="101" y="173"/>
                  </a:lnTo>
                  <a:lnTo>
                    <a:pt x="100" y="174"/>
                  </a:lnTo>
                  <a:lnTo>
                    <a:pt x="100" y="175"/>
                  </a:lnTo>
                  <a:lnTo>
                    <a:pt x="97" y="175"/>
                  </a:lnTo>
                  <a:lnTo>
                    <a:pt x="94" y="175"/>
                  </a:lnTo>
                  <a:lnTo>
                    <a:pt x="93" y="173"/>
                  </a:lnTo>
                  <a:lnTo>
                    <a:pt x="90" y="173"/>
                  </a:lnTo>
                  <a:lnTo>
                    <a:pt x="88" y="170"/>
                  </a:lnTo>
                  <a:lnTo>
                    <a:pt x="88" y="169"/>
                  </a:lnTo>
                  <a:lnTo>
                    <a:pt x="87" y="166"/>
                  </a:lnTo>
                  <a:lnTo>
                    <a:pt x="87" y="165"/>
                  </a:lnTo>
                  <a:lnTo>
                    <a:pt x="87" y="163"/>
                  </a:lnTo>
                  <a:lnTo>
                    <a:pt x="85" y="162"/>
                  </a:lnTo>
                  <a:lnTo>
                    <a:pt x="87" y="161"/>
                  </a:lnTo>
                  <a:lnTo>
                    <a:pt x="87" y="159"/>
                  </a:lnTo>
                  <a:lnTo>
                    <a:pt x="87" y="158"/>
                  </a:lnTo>
                  <a:lnTo>
                    <a:pt x="89" y="159"/>
                  </a:lnTo>
                  <a:lnTo>
                    <a:pt x="87" y="157"/>
                  </a:lnTo>
                  <a:lnTo>
                    <a:pt x="87" y="155"/>
                  </a:lnTo>
                  <a:lnTo>
                    <a:pt x="84" y="154"/>
                  </a:lnTo>
                  <a:lnTo>
                    <a:pt x="83" y="153"/>
                  </a:lnTo>
                  <a:lnTo>
                    <a:pt x="80" y="152"/>
                  </a:lnTo>
                  <a:lnTo>
                    <a:pt x="79" y="152"/>
                  </a:lnTo>
                  <a:lnTo>
                    <a:pt x="79" y="152"/>
                  </a:lnTo>
                  <a:lnTo>
                    <a:pt x="79" y="153"/>
                  </a:lnTo>
                  <a:lnTo>
                    <a:pt x="77" y="154"/>
                  </a:lnTo>
                  <a:lnTo>
                    <a:pt x="79" y="155"/>
                  </a:lnTo>
                  <a:lnTo>
                    <a:pt x="79" y="155"/>
                  </a:lnTo>
                  <a:lnTo>
                    <a:pt x="76" y="154"/>
                  </a:lnTo>
                  <a:lnTo>
                    <a:pt x="75" y="154"/>
                  </a:lnTo>
                  <a:lnTo>
                    <a:pt x="76" y="153"/>
                  </a:lnTo>
                  <a:lnTo>
                    <a:pt x="75" y="153"/>
                  </a:lnTo>
                  <a:lnTo>
                    <a:pt x="73" y="154"/>
                  </a:lnTo>
                  <a:lnTo>
                    <a:pt x="73" y="155"/>
                  </a:lnTo>
                  <a:lnTo>
                    <a:pt x="72" y="155"/>
                  </a:lnTo>
                  <a:lnTo>
                    <a:pt x="71" y="155"/>
                  </a:lnTo>
                  <a:lnTo>
                    <a:pt x="71" y="155"/>
                  </a:lnTo>
                  <a:lnTo>
                    <a:pt x="71" y="153"/>
                  </a:lnTo>
                  <a:lnTo>
                    <a:pt x="69" y="152"/>
                  </a:lnTo>
                  <a:lnTo>
                    <a:pt x="68" y="152"/>
                  </a:lnTo>
                  <a:lnTo>
                    <a:pt x="67" y="154"/>
                  </a:lnTo>
                  <a:lnTo>
                    <a:pt x="65" y="155"/>
                  </a:lnTo>
                  <a:lnTo>
                    <a:pt x="64" y="161"/>
                  </a:lnTo>
                  <a:lnTo>
                    <a:pt x="63" y="162"/>
                  </a:lnTo>
                  <a:lnTo>
                    <a:pt x="60" y="159"/>
                  </a:lnTo>
                  <a:lnTo>
                    <a:pt x="62" y="157"/>
                  </a:lnTo>
                  <a:lnTo>
                    <a:pt x="63" y="153"/>
                  </a:lnTo>
                  <a:lnTo>
                    <a:pt x="62" y="152"/>
                  </a:lnTo>
                  <a:lnTo>
                    <a:pt x="64" y="149"/>
                  </a:lnTo>
                  <a:lnTo>
                    <a:pt x="67" y="148"/>
                  </a:lnTo>
                  <a:lnTo>
                    <a:pt x="68" y="146"/>
                  </a:lnTo>
                  <a:lnTo>
                    <a:pt x="71" y="146"/>
                  </a:lnTo>
                  <a:lnTo>
                    <a:pt x="73" y="146"/>
                  </a:lnTo>
                  <a:lnTo>
                    <a:pt x="72" y="144"/>
                  </a:lnTo>
                  <a:lnTo>
                    <a:pt x="73" y="142"/>
                  </a:lnTo>
                  <a:lnTo>
                    <a:pt x="76" y="141"/>
                  </a:lnTo>
                  <a:lnTo>
                    <a:pt x="77" y="138"/>
                  </a:lnTo>
                  <a:lnTo>
                    <a:pt x="80" y="138"/>
                  </a:lnTo>
                  <a:lnTo>
                    <a:pt x="83" y="141"/>
                  </a:lnTo>
                  <a:lnTo>
                    <a:pt x="83" y="145"/>
                  </a:lnTo>
                  <a:lnTo>
                    <a:pt x="80" y="149"/>
                  </a:lnTo>
                  <a:lnTo>
                    <a:pt x="83" y="146"/>
                  </a:lnTo>
                  <a:lnTo>
                    <a:pt x="85" y="146"/>
                  </a:lnTo>
                  <a:lnTo>
                    <a:pt x="88" y="145"/>
                  </a:lnTo>
                  <a:lnTo>
                    <a:pt x="89" y="141"/>
                  </a:lnTo>
                  <a:lnTo>
                    <a:pt x="92" y="140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0"/>
                  </a:lnTo>
                  <a:lnTo>
                    <a:pt x="93" y="140"/>
                  </a:lnTo>
                  <a:lnTo>
                    <a:pt x="94" y="134"/>
                  </a:lnTo>
                  <a:lnTo>
                    <a:pt x="97" y="136"/>
                  </a:lnTo>
                  <a:lnTo>
                    <a:pt x="98" y="137"/>
                  </a:lnTo>
                  <a:lnTo>
                    <a:pt x="98" y="136"/>
                  </a:lnTo>
                  <a:lnTo>
                    <a:pt x="98" y="133"/>
                  </a:lnTo>
                  <a:lnTo>
                    <a:pt x="100" y="133"/>
                  </a:lnTo>
                  <a:lnTo>
                    <a:pt x="101" y="134"/>
                  </a:lnTo>
                  <a:lnTo>
                    <a:pt x="102" y="133"/>
                  </a:lnTo>
                  <a:lnTo>
                    <a:pt x="101" y="128"/>
                  </a:lnTo>
                  <a:lnTo>
                    <a:pt x="101" y="125"/>
                  </a:lnTo>
                  <a:close/>
                  <a:moveTo>
                    <a:pt x="98" y="121"/>
                  </a:moveTo>
                  <a:lnTo>
                    <a:pt x="100" y="123"/>
                  </a:lnTo>
                  <a:lnTo>
                    <a:pt x="100" y="125"/>
                  </a:lnTo>
                  <a:lnTo>
                    <a:pt x="98" y="123"/>
                  </a:lnTo>
                  <a:lnTo>
                    <a:pt x="98" y="121"/>
                  </a:lnTo>
                  <a:close/>
                  <a:moveTo>
                    <a:pt x="109" y="121"/>
                  </a:moveTo>
                  <a:lnTo>
                    <a:pt x="110" y="123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8" y="124"/>
                  </a:lnTo>
                  <a:lnTo>
                    <a:pt x="109" y="124"/>
                  </a:lnTo>
                  <a:lnTo>
                    <a:pt x="109" y="121"/>
                  </a:lnTo>
                  <a:close/>
                  <a:moveTo>
                    <a:pt x="89" y="120"/>
                  </a:moveTo>
                  <a:lnTo>
                    <a:pt x="90" y="121"/>
                  </a:lnTo>
                  <a:lnTo>
                    <a:pt x="90" y="124"/>
                  </a:lnTo>
                  <a:lnTo>
                    <a:pt x="89" y="125"/>
                  </a:lnTo>
                  <a:lnTo>
                    <a:pt x="87" y="128"/>
                  </a:lnTo>
                  <a:lnTo>
                    <a:pt x="83" y="128"/>
                  </a:lnTo>
                  <a:lnTo>
                    <a:pt x="84" y="127"/>
                  </a:lnTo>
                  <a:lnTo>
                    <a:pt x="83" y="125"/>
                  </a:lnTo>
                  <a:lnTo>
                    <a:pt x="84" y="123"/>
                  </a:lnTo>
                  <a:lnTo>
                    <a:pt x="88" y="120"/>
                  </a:lnTo>
                  <a:lnTo>
                    <a:pt x="89" y="120"/>
                  </a:lnTo>
                  <a:close/>
                  <a:moveTo>
                    <a:pt x="104" y="116"/>
                  </a:moveTo>
                  <a:lnTo>
                    <a:pt x="105" y="117"/>
                  </a:lnTo>
                  <a:lnTo>
                    <a:pt x="104" y="119"/>
                  </a:lnTo>
                  <a:lnTo>
                    <a:pt x="104" y="120"/>
                  </a:lnTo>
                  <a:lnTo>
                    <a:pt x="105" y="123"/>
                  </a:lnTo>
                  <a:lnTo>
                    <a:pt x="105" y="125"/>
                  </a:lnTo>
                  <a:lnTo>
                    <a:pt x="104" y="125"/>
                  </a:lnTo>
                  <a:lnTo>
                    <a:pt x="104" y="124"/>
                  </a:lnTo>
                  <a:lnTo>
                    <a:pt x="104" y="123"/>
                  </a:lnTo>
                  <a:lnTo>
                    <a:pt x="102" y="120"/>
                  </a:lnTo>
                  <a:lnTo>
                    <a:pt x="102" y="117"/>
                  </a:lnTo>
                  <a:lnTo>
                    <a:pt x="104" y="116"/>
                  </a:lnTo>
                  <a:close/>
                  <a:moveTo>
                    <a:pt x="34" y="115"/>
                  </a:moveTo>
                  <a:lnTo>
                    <a:pt x="34" y="115"/>
                  </a:lnTo>
                  <a:lnTo>
                    <a:pt x="35" y="116"/>
                  </a:lnTo>
                  <a:lnTo>
                    <a:pt x="35" y="117"/>
                  </a:lnTo>
                  <a:lnTo>
                    <a:pt x="33" y="117"/>
                  </a:lnTo>
                  <a:lnTo>
                    <a:pt x="31" y="117"/>
                  </a:lnTo>
                  <a:lnTo>
                    <a:pt x="33" y="116"/>
                  </a:lnTo>
                  <a:lnTo>
                    <a:pt x="33" y="115"/>
                  </a:lnTo>
                  <a:lnTo>
                    <a:pt x="34" y="115"/>
                  </a:lnTo>
                  <a:close/>
                  <a:moveTo>
                    <a:pt x="67" y="113"/>
                  </a:moveTo>
                  <a:lnTo>
                    <a:pt x="68" y="115"/>
                  </a:lnTo>
                  <a:lnTo>
                    <a:pt x="68" y="116"/>
                  </a:lnTo>
                  <a:lnTo>
                    <a:pt x="65" y="117"/>
                  </a:lnTo>
                  <a:lnTo>
                    <a:pt x="64" y="116"/>
                  </a:lnTo>
                  <a:lnTo>
                    <a:pt x="65" y="115"/>
                  </a:lnTo>
                  <a:lnTo>
                    <a:pt x="67" y="113"/>
                  </a:lnTo>
                  <a:close/>
                  <a:moveTo>
                    <a:pt x="88" y="113"/>
                  </a:moveTo>
                  <a:lnTo>
                    <a:pt x="87" y="115"/>
                  </a:lnTo>
                  <a:lnTo>
                    <a:pt x="87" y="115"/>
                  </a:lnTo>
                  <a:lnTo>
                    <a:pt x="88" y="113"/>
                  </a:lnTo>
                  <a:close/>
                  <a:moveTo>
                    <a:pt x="104" y="113"/>
                  </a:moveTo>
                  <a:lnTo>
                    <a:pt x="105" y="113"/>
                  </a:lnTo>
                  <a:lnTo>
                    <a:pt x="105" y="115"/>
                  </a:lnTo>
                  <a:lnTo>
                    <a:pt x="104" y="115"/>
                  </a:lnTo>
                  <a:lnTo>
                    <a:pt x="104" y="113"/>
                  </a:lnTo>
                  <a:close/>
                  <a:moveTo>
                    <a:pt x="73" y="111"/>
                  </a:moveTo>
                  <a:lnTo>
                    <a:pt x="75" y="112"/>
                  </a:lnTo>
                  <a:lnTo>
                    <a:pt x="76" y="111"/>
                  </a:lnTo>
                  <a:lnTo>
                    <a:pt x="77" y="112"/>
                  </a:lnTo>
                  <a:lnTo>
                    <a:pt x="77" y="115"/>
                  </a:lnTo>
                  <a:lnTo>
                    <a:pt x="76" y="116"/>
                  </a:lnTo>
                  <a:lnTo>
                    <a:pt x="73" y="123"/>
                  </a:lnTo>
                  <a:lnTo>
                    <a:pt x="75" y="128"/>
                  </a:lnTo>
                  <a:lnTo>
                    <a:pt x="76" y="130"/>
                  </a:lnTo>
                  <a:lnTo>
                    <a:pt x="76" y="133"/>
                  </a:lnTo>
                  <a:lnTo>
                    <a:pt x="73" y="134"/>
                  </a:lnTo>
                  <a:lnTo>
                    <a:pt x="72" y="133"/>
                  </a:lnTo>
                  <a:lnTo>
                    <a:pt x="72" y="130"/>
                  </a:lnTo>
                  <a:lnTo>
                    <a:pt x="69" y="130"/>
                  </a:lnTo>
                  <a:lnTo>
                    <a:pt x="67" y="128"/>
                  </a:lnTo>
                  <a:lnTo>
                    <a:pt x="65" y="128"/>
                  </a:lnTo>
                  <a:lnTo>
                    <a:pt x="64" y="124"/>
                  </a:lnTo>
                  <a:lnTo>
                    <a:pt x="65" y="123"/>
                  </a:lnTo>
                  <a:lnTo>
                    <a:pt x="69" y="123"/>
                  </a:lnTo>
                  <a:lnTo>
                    <a:pt x="71" y="120"/>
                  </a:lnTo>
                  <a:lnTo>
                    <a:pt x="69" y="116"/>
                  </a:lnTo>
                  <a:lnTo>
                    <a:pt x="71" y="115"/>
                  </a:lnTo>
                  <a:lnTo>
                    <a:pt x="71" y="112"/>
                  </a:lnTo>
                  <a:lnTo>
                    <a:pt x="73" y="111"/>
                  </a:lnTo>
                  <a:close/>
                  <a:moveTo>
                    <a:pt x="105" y="111"/>
                  </a:moveTo>
                  <a:lnTo>
                    <a:pt x="106" y="111"/>
                  </a:lnTo>
                  <a:lnTo>
                    <a:pt x="105" y="112"/>
                  </a:lnTo>
                  <a:lnTo>
                    <a:pt x="104" y="111"/>
                  </a:lnTo>
                  <a:lnTo>
                    <a:pt x="105" y="111"/>
                  </a:lnTo>
                  <a:close/>
                  <a:moveTo>
                    <a:pt x="84" y="108"/>
                  </a:moveTo>
                  <a:lnTo>
                    <a:pt x="84" y="112"/>
                  </a:lnTo>
                  <a:lnTo>
                    <a:pt x="83" y="113"/>
                  </a:lnTo>
                  <a:lnTo>
                    <a:pt x="84" y="116"/>
                  </a:lnTo>
                  <a:lnTo>
                    <a:pt x="83" y="119"/>
                  </a:lnTo>
                  <a:lnTo>
                    <a:pt x="80" y="121"/>
                  </a:lnTo>
                  <a:lnTo>
                    <a:pt x="79" y="127"/>
                  </a:lnTo>
                  <a:lnTo>
                    <a:pt x="77" y="129"/>
                  </a:lnTo>
                  <a:lnTo>
                    <a:pt x="76" y="127"/>
                  </a:lnTo>
                  <a:lnTo>
                    <a:pt x="76" y="124"/>
                  </a:lnTo>
                  <a:lnTo>
                    <a:pt x="79" y="123"/>
                  </a:lnTo>
                  <a:lnTo>
                    <a:pt x="79" y="119"/>
                  </a:lnTo>
                  <a:lnTo>
                    <a:pt x="80" y="116"/>
                  </a:lnTo>
                  <a:lnTo>
                    <a:pt x="81" y="112"/>
                  </a:lnTo>
                  <a:lnTo>
                    <a:pt x="83" y="108"/>
                  </a:lnTo>
                  <a:lnTo>
                    <a:pt x="84" y="108"/>
                  </a:lnTo>
                  <a:close/>
                  <a:moveTo>
                    <a:pt x="88" y="105"/>
                  </a:moveTo>
                  <a:lnTo>
                    <a:pt x="90" y="107"/>
                  </a:lnTo>
                  <a:lnTo>
                    <a:pt x="93" y="105"/>
                  </a:lnTo>
                  <a:lnTo>
                    <a:pt x="93" y="107"/>
                  </a:lnTo>
                  <a:lnTo>
                    <a:pt x="94" y="109"/>
                  </a:lnTo>
                  <a:lnTo>
                    <a:pt x="96" y="113"/>
                  </a:lnTo>
                  <a:lnTo>
                    <a:pt x="97" y="115"/>
                  </a:lnTo>
                  <a:lnTo>
                    <a:pt x="98" y="117"/>
                  </a:lnTo>
                  <a:lnTo>
                    <a:pt x="98" y="120"/>
                  </a:lnTo>
                  <a:lnTo>
                    <a:pt x="97" y="120"/>
                  </a:lnTo>
                  <a:lnTo>
                    <a:pt x="96" y="119"/>
                  </a:lnTo>
                  <a:lnTo>
                    <a:pt x="96" y="121"/>
                  </a:lnTo>
                  <a:lnTo>
                    <a:pt x="93" y="120"/>
                  </a:lnTo>
                  <a:lnTo>
                    <a:pt x="93" y="117"/>
                  </a:lnTo>
                  <a:lnTo>
                    <a:pt x="92" y="115"/>
                  </a:lnTo>
                  <a:lnTo>
                    <a:pt x="92" y="112"/>
                  </a:lnTo>
                  <a:lnTo>
                    <a:pt x="90" y="111"/>
                  </a:lnTo>
                  <a:lnTo>
                    <a:pt x="89" y="112"/>
                  </a:lnTo>
                  <a:lnTo>
                    <a:pt x="88" y="111"/>
                  </a:lnTo>
                  <a:lnTo>
                    <a:pt x="88" y="108"/>
                  </a:lnTo>
                  <a:lnTo>
                    <a:pt x="87" y="105"/>
                  </a:lnTo>
                  <a:lnTo>
                    <a:pt x="88" y="105"/>
                  </a:lnTo>
                  <a:close/>
                  <a:moveTo>
                    <a:pt x="27" y="105"/>
                  </a:moveTo>
                  <a:lnTo>
                    <a:pt x="27" y="108"/>
                  </a:lnTo>
                  <a:lnTo>
                    <a:pt x="27" y="111"/>
                  </a:lnTo>
                  <a:lnTo>
                    <a:pt x="30" y="113"/>
                  </a:lnTo>
                  <a:lnTo>
                    <a:pt x="31" y="116"/>
                  </a:lnTo>
                  <a:lnTo>
                    <a:pt x="30" y="117"/>
                  </a:lnTo>
                  <a:lnTo>
                    <a:pt x="27" y="119"/>
                  </a:lnTo>
                  <a:lnTo>
                    <a:pt x="26" y="120"/>
                  </a:lnTo>
                  <a:lnTo>
                    <a:pt x="25" y="123"/>
                  </a:lnTo>
                  <a:lnTo>
                    <a:pt x="22" y="123"/>
                  </a:lnTo>
                  <a:lnTo>
                    <a:pt x="21" y="124"/>
                  </a:lnTo>
                  <a:lnTo>
                    <a:pt x="21" y="128"/>
                  </a:lnTo>
                  <a:lnTo>
                    <a:pt x="18" y="129"/>
                  </a:lnTo>
                  <a:lnTo>
                    <a:pt x="18" y="130"/>
                  </a:lnTo>
                  <a:lnTo>
                    <a:pt x="17" y="133"/>
                  </a:lnTo>
                  <a:lnTo>
                    <a:pt x="14" y="133"/>
                  </a:lnTo>
                  <a:lnTo>
                    <a:pt x="11" y="137"/>
                  </a:lnTo>
                  <a:lnTo>
                    <a:pt x="9" y="138"/>
                  </a:lnTo>
                  <a:lnTo>
                    <a:pt x="8" y="140"/>
                  </a:lnTo>
                  <a:lnTo>
                    <a:pt x="5" y="141"/>
                  </a:lnTo>
                  <a:lnTo>
                    <a:pt x="4" y="142"/>
                  </a:lnTo>
                  <a:lnTo>
                    <a:pt x="4" y="141"/>
                  </a:lnTo>
                  <a:lnTo>
                    <a:pt x="4" y="140"/>
                  </a:lnTo>
                  <a:lnTo>
                    <a:pt x="8" y="136"/>
                  </a:lnTo>
                  <a:lnTo>
                    <a:pt x="9" y="136"/>
                  </a:lnTo>
                  <a:lnTo>
                    <a:pt x="10" y="132"/>
                  </a:lnTo>
                  <a:lnTo>
                    <a:pt x="11" y="132"/>
                  </a:lnTo>
                  <a:lnTo>
                    <a:pt x="15" y="128"/>
                  </a:lnTo>
                  <a:lnTo>
                    <a:pt x="18" y="124"/>
                  </a:lnTo>
                  <a:lnTo>
                    <a:pt x="21" y="123"/>
                  </a:lnTo>
                  <a:lnTo>
                    <a:pt x="21" y="120"/>
                  </a:lnTo>
                  <a:lnTo>
                    <a:pt x="22" y="117"/>
                  </a:lnTo>
                  <a:lnTo>
                    <a:pt x="23" y="119"/>
                  </a:lnTo>
                  <a:lnTo>
                    <a:pt x="26" y="116"/>
                  </a:lnTo>
                  <a:lnTo>
                    <a:pt x="26" y="113"/>
                  </a:lnTo>
                  <a:lnTo>
                    <a:pt x="25" y="112"/>
                  </a:lnTo>
                  <a:lnTo>
                    <a:pt x="26" y="113"/>
                  </a:lnTo>
                  <a:lnTo>
                    <a:pt x="26" y="109"/>
                  </a:lnTo>
                  <a:lnTo>
                    <a:pt x="26" y="105"/>
                  </a:lnTo>
                  <a:lnTo>
                    <a:pt x="27" y="105"/>
                  </a:lnTo>
                  <a:close/>
                  <a:moveTo>
                    <a:pt x="90" y="102"/>
                  </a:moveTo>
                  <a:lnTo>
                    <a:pt x="89" y="104"/>
                  </a:lnTo>
                  <a:lnTo>
                    <a:pt x="88" y="104"/>
                  </a:lnTo>
                  <a:lnTo>
                    <a:pt x="87" y="103"/>
                  </a:lnTo>
                  <a:lnTo>
                    <a:pt x="88" y="103"/>
                  </a:lnTo>
                  <a:lnTo>
                    <a:pt x="90" y="102"/>
                  </a:lnTo>
                  <a:close/>
                  <a:moveTo>
                    <a:pt x="31" y="98"/>
                  </a:moveTo>
                  <a:lnTo>
                    <a:pt x="33" y="99"/>
                  </a:lnTo>
                  <a:lnTo>
                    <a:pt x="34" y="100"/>
                  </a:lnTo>
                  <a:lnTo>
                    <a:pt x="33" y="102"/>
                  </a:lnTo>
                  <a:lnTo>
                    <a:pt x="33" y="102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31" y="98"/>
                  </a:lnTo>
                  <a:close/>
                  <a:moveTo>
                    <a:pt x="59" y="98"/>
                  </a:moveTo>
                  <a:lnTo>
                    <a:pt x="62" y="100"/>
                  </a:lnTo>
                  <a:lnTo>
                    <a:pt x="63" y="100"/>
                  </a:lnTo>
                  <a:lnTo>
                    <a:pt x="63" y="102"/>
                  </a:lnTo>
                  <a:lnTo>
                    <a:pt x="64" y="102"/>
                  </a:lnTo>
                  <a:lnTo>
                    <a:pt x="67" y="102"/>
                  </a:lnTo>
                  <a:lnTo>
                    <a:pt x="68" y="103"/>
                  </a:lnTo>
                  <a:lnTo>
                    <a:pt x="69" y="104"/>
                  </a:lnTo>
                  <a:lnTo>
                    <a:pt x="71" y="103"/>
                  </a:lnTo>
                  <a:lnTo>
                    <a:pt x="72" y="102"/>
                  </a:lnTo>
                  <a:lnTo>
                    <a:pt x="73" y="103"/>
                  </a:lnTo>
                  <a:lnTo>
                    <a:pt x="73" y="105"/>
                  </a:lnTo>
                  <a:lnTo>
                    <a:pt x="72" y="107"/>
                  </a:lnTo>
                  <a:lnTo>
                    <a:pt x="71" y="109"/>
                  </a:lnTo>
                  <a:lnTo>
                    <a:pt x="68" y="111"/>
                  </a:lnTo>
                  <a:lnTo>
                    <a:pt x="67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4" y="113"/>
                  </a:lnTo>
                  <a:lnTo>
                    <a:pt x="62" y="115"/>
                  </a:lnTo>
                  <a:lnTo>
                    <a:pt x="60" y="116"/>
                  </a:lnTo>
                  <a:lnTo>
                    <a:pt x="59" y="116"/>
                  </a:lnTo>
                  <a:lnTo>
                    <a:pt x="59" y="112"/>
                  </a:lnTo>
                  <a:lnTo>
                    <a:pt x="59" y="109"/>
                  </a:lnTo>
                  <a:lnTo>
                    <a:pt x="59" y="105"/>
                  </a:lnTo>
                  <a:lnTo>
                    <a:pt x="60" y="103"/>
                  </a:lnTo>
                  <a:lnTo>
                    <a:pt x="60" y="102"/>
                  </a:lnTo>
                  <a:lnTo>
                    <a:pt x="59" y="100"/>
                  </a:lnTo>
                  <a:lnTo>
                    <a:pt x="56" y="100"/>
                  </a:lnTo>
                  <a:lnTo>
                    <a:pt x="56" y="99"/>
                  </a:lnTo>
                  <a:lnTo>
                    <a:pt x="59" y="98"/>
                  </a:lnTo>
                  <a:close/>
                  <a:moveTo>
                    <a:pt x="31" y="92"/>
                  </a:moveTo>
                  <a:lnTo>
                    <a:pt x="33" y="94"/>
                  </a:lnTo>
                  <a:lnTo>
                    <a:pt x="34" y="95"/>
                  </a:lnTo>
                  <a:lnTo>
                    <a:pt x="36" y="95"/>
                  </a:lnTo>
                  <a:lnTo>
                    <a:pt x="36" y="96"/>
                  </a:lnTo>
                  <a:lnTo>
                    <a:pt x="36" y="98"/>
                  </a:lnTo>
                  <a:lnTo>
                    <a:pt x="35" y="98"/>
                  </a:lnTo>
                  <a:lnTo>
                    <a:pt x="33" y="96"/>
                  </a:lnTo>
                  <a:lnTo>
                    <a:pt x="31" y="96"/>
                  </a:lnTo>
                  <a:lnTo>
                    <a:pt x="30" y="94"/>
                  </a:lnTo>
                  <a:lnTo>
                    <a:pt x="31" y="92"/>
                  </a:lnTo>
                  <a:close/>
                  <a:moveTo>
                    <a:pt x="65" y="91"/>
                  </a:moveTo>
                  <a:lnTo>
                    <a:pt x="67" y="91"/>
                  </a:lnTo>
                  <a:lnTo>
                    <a:pt x="67" y="92"/>
                  </a:lnTo>
                  <a:lnTo>
                    <a:pt x="64" y="92"/>
                  </a:lnTo>
                  <a:lnTo>
                    <a:pt x="64" y="91"/>
                  </a:lnTo>
                  <a:lnTo>
                    <a:pt x="65" y="91"/>
                  </a:lnTo>
                  <a:close/>
                  <a:moveTo>
                    <a:pt x="73" y="90"/>
                  </a:moveTo>
                  <a:lnTo>
                    <a:pt x="75" y="90"/>
                  </a:lnTo>
                  <a:lnTo>
                    <a:pt x="75" y="91"/>
                  </a:lnTo>
                  <a:lnTo>
                    <a:pt x="75" y="91"/>
                  </a:lnTo>
                  <a:lnTo>
                    <a:pt x="77" y="92"/>
                  </a:lnTo>
                  <a:lnTo>
                    <a:pt x="79" y="94"/>
                  </a:lnTo>
                  <a:lnTo>
                    <a:pt x="83" y="95"/>
                  </a:lnTo>
                  <a:lnTo>
                    <a:pt x="84" y="98"/>
                  </a:lnTo>
                  <a:lnTo>
                    <a:pt x="84" y="99"/>
                  </a:lnTo>
                  <a:lnTo>
                    <a:pt x="83" y="99"/>
                  </a:lnTo>
                  <a:lnTo>
                    <a:pt x="79" y="98"/>
                  </a:lnTo>
                  <a:lnTo>
                    <a:pt x="76" y="95"/>
                  </a:lnTo>
                  <a:lnTo>
                    <a:pt x="75" y="95"/>
                  </a:lnTo>
                  <a:lnTo>
                    <a:pt x="73" y="98"/>
                  </a:lnTo>
                  <a:lnTo>
                    <a:pt x="72" y="96"/>
                  </a:lnTo>
                  <a:lnTo>
                    <a:pt x="72" y="95"/>
                  </a:lnTo>
                  <a:lnTo>
                    <a:pt x="73" y="94"/>
                  </a:lnTo>
                  <a:lnTo>
                    <a:pt x="73" y="92"/>
                  </a:lnTo>
                  <a:lnTo>
                    <a:pt x="73" y="90"/>
                  </a:lnTo>
                  <a:close/>
                  <a:moveTo>
                    <a:pt x="77" y="90"/>
                  </a:moveTo>
                  <a:lnTo>
                    <a:pt x="79" y="90"/>
                  </a:lnTo>
                  <a:lnTo>
                    <a:pt x="80" y="92"/>
                  </a:lnTo>
                  <a:lnTo>
                    <a:pt x="80" y="92"/>
                  </a:lnTo>
                  <a:lnTo>
                    <a:pt x="77" y="91"/>
                  </a:lnTo>
                  <a:lnTo>
                    <a:pt x="77" y="90"/>
                  </a:lnTo>
                  <a:close/>
                  <a:moveTo>
                    <a:pt x="93" y="90"/>
                  </a:moveTo>
                  <a:lnTo>
                    <a:pt x="94" y="90"/>
                  </a:lnTo>
                  <a:lnTo>
                    <a:pt x="94" y="90"/>
                  </a:lnTo>
                  <a:lnTo>
                    <a:pt x="96" y="90"/>
                  </a:lnTo>
                  <a:lnTo>
                    <a:pt x="97" y="91"/>
                  </a:lnTo>
                  <a:lnTo>
                    <a:pt x="100" y="94"/>
                  </a:lnTo>
                  <a:lnTo>
                    <a:pt x="101" y="95"/>
                  </a:lnTo>
                  <a:lnTo>
                    <a:pt x="100" y="96"/>
                  </a:lnTo>
                  <a:lnTo>
                    <a:pt x="101" y="100"/>
                  </a:lnTo>
                  <a:lnTo>
                    <a:pt x="101" y="104"/>
                  </a:lnTo>
                  <a:lnTo>
                    <a:pt x="102" y="105"/>
                  </a:lnTo>
                  <a:lnTo>
                    <a:pt x="102" y="107"/>
                  </a:lnTo>
                  <a:lnTo>
                    <a:pt x="104" y="108"/>
                  </a:lnTo>
                  <a:lnTo>
                    <a:pt x="102" y="108"/>
                  </a:lnTo>
                  <a:lnTo>
                    <a:pt x="102" y="108"/>
                  </a:lnTo>
                  <a:lnTo>
                    <a:pt x="101" y="108"/>
                  </a:lnTo>
                  <a:lnTo>
                    <a:pt x="97" y="108"/>
                  </a:lnTo>
                  <a:lnTo>
                    <a:pt x="97" y="107"/>
                  </a:lnTo>
                  <a:lnTo>
                    <a:pt x="94" y="105"/>
                  </a:lnTo>
                  <a:lnTo>
                    <a:pt x="94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4" y="103"/>
                  </a:lnTo>
                  <a:lnTo>
                    <a:pt x="94" y="102"/>
                  </a:lnTo>
                  <a:lnTo>
                    <a:pt x="93" y="100"/>
                  </a:lnTo>
                  <a:lnTo>
                    <a:pt x="90" y="98"/>
                  </a:lnTo>
                  <a:lnTo>
                    <a:pt x="88" y="95"/>
                  </a:lnTo>
                  <a:lnTo>
                    <a:pt x="85" y="91"/>
                  </a:lnTo>
                  <a:lnTo>
                    <a:pt x="85" y="90"/>
                  </a:lnTo>
                  <a:lnTo>
                    <a:pt x="87" y="90"/>
                  </a:lnTo>
                  <a:lnTo>
                    <a:pt x="89" y="90"/>
                  </a:lnTo>
                  <a:lnTo>
                    <a:pt x="90" y="90"/>
                  </a:lnTo>
                  <a:lnTo>
                    <a:pt x="92" y="90"/>
                  </a:lnTo>
                  <a:lnTo>
                    <a:pt x="93" y="90"/>
                  </a:lnTo>
                  <a:close/>
                  <a:moveTo>
                    <a:pt x="60" y="88"/>
                  </a:moveTo>
                  <a:lnTo>
                    <a:pt x="60" y="91"/>
                  </a:lnTo>
                  <a:lnTo>
                    <a:pt x="60" y="92"/>
                  </a:lnTo>
                  <a:lnTo>
                    <a:pt x="60" y="96"/>
                  </a:lnTo>
                  <a:lnTo>
                    <a:pt x="58" y="96"/>
                  </a:lnTo>
                  <a:lnTo>
                    <a:pt x="58" y="94"/>
                  </a:lnTo>
                  <a:lnTo>
                    <a:pt x="59" y="91"/>
                  </a:lnTo>
                  <a:lnTo>
                    <a:pt x="59" y="88"/>
                  </a:lnTo>
                  <a:lnTo>
                    <a:pt x="60" y="88"/>
                  </a:lnTo>
                  <a:close/>
                  <a:moveTo>
                    <a:pt x="69" y="82"/>
                  </a:moveTo>
                  <a:lnTo>
                    <a:pt x="72" y="84"/>
                  </a:lnTo>
                  <a:lnTo>
                    <a:pt x="72" y="86"/>
                  </a:lnTo>
                  <a:lnTo>
                    <a:pt x="72" y="87"/>
                  </a:lnTo>
                  <a:lnTo>
                    <a:pt x="69" y="84"/>
                  </a:lnTo>
                  <a:lnTo>
                    <a:pt x="69" y="83"/>
                  </a:lnTo>
                  <a:lnTo>
                    <a:pt x="69" y="82"/>
                  </a:lnTo>
                  <a:close/>
                  <a:moveTo>
                    <a:pt x="39" y="78"/>
                  </a:moveTo>
                  <a:lnTo>
                    <a:pt x="42" y="78"/>
                  </a:lnTo>
                  <a:lnTo>
                    <a:pt x="44" y="78"/>
                  </a:lnTo>
                  <a:lnTo>
                    <a:pt x="50" y="82"/>
                  </a:lnTo>
                  <a:lnTo>
                    <a:pt x="51" y="83"/>
                  </a:lnTo>
                  <a:lnTo>
                    <a:pt x="51" y="84"/>
                  </a:lnTo>
                  <a:lnTo>
                    <a:pt x="51" y="87"/>
                  </a:lnTo>
                  <a:lnTo>
                    <a:pt x="52" y="88"/>
                  </a:lnTo>
                  <a:lnTo>
                    <a:pt x="52" y="91"/>
                  </a:lnTo>
                  <a:lnTo>
                    <a:pt x="51" y="91"/>
                  </a:lnTo>
                  <a:lnTo>
                    <a:pt x="51" y="94"/>
                  </a:lnTo>
                  <a:lnTo>
                    <a:pt x="48" y="95"/>
                  </a:lnTo>
                  <a:lnTo>
                    <a:pt x="47" y="95"/>
                  </a:lnTo>
                  <a:lnTo>
                    <a:pt x="44" y="92"/>
                  </a:lnTo>
                  <a:lnTo>
                    <a:pt x="44" y="90"/>
                  </a:lnTo>
                  <a:lnTo>
                    <a:pt x="42" y="88"/>
                  </a:lnTo>
                  <a:lnTo>
                    <a:pt x="42" y="84"/>
                  </a:lnTo>
                  <a:lnTo>
                    <a:pt x="40" y="83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6" y="79"/>
                  </a:lnTo>
                  <a:lnTo>
                    <a:pt x="36" y="78"/>
                  </a:lnTo>
                  <a:lnTo>
                    <a:pt x="39" y="78"/>
                  </a:lnTo>
                  <a:close/>
                  <a:moveTo>
                    <a:pt x="56" y="77"/>
                  </a:moveTo>
                  <a:lnTo>
                    <a:pt x="58" y="78"/>
                  </a:lnTo>
                  <a:lnTo>
                    <a:pt x="59" y="79"/>
                  </a:lnTo>
                  <a:lnTo>
                    <a:pt x="58" y="80"/>
                  </a:lnTo>
                  <a:lnTo>
                    <a:pt x="58" y="82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6" y="77"/>
                  </a:lnTo>
                  <a:close/>
                  <a:moveTo>
                    <a:pt x="33" y="74"/>
                  </a:moveTo>
                  <a:lnTo>
                    <a:pt x="34" y="74"/>
                  </a:lnTo>
                  <a:lnTo>
                    <a:pt x="36" y="75"/>
                  </a:lnTo>
                  <a:lnTo>
                    <a:pt x="35" y="77"/>
                  </a:lnTo>
                  <a:lnTo>
                    <a:pt x="33" y="75"/>
                  </a:lnTo>
                  <a:lnTo>
                    <a:pt x="33" y="74"/>
                  </a:lnTo>
                  <a:close/>
                  <a:moveTo>
                    <a:pt x="84" y="70"/>
                  </a:moveTo>
                  <a:lnTo>
                    <a:pt x="85" y="73"/>
                  </a:lnTo>
                  <a:lnTo>
                    <a:pt x="87" y="74"/>
                  </a:lnTo>
                  <a:lnTo>
                    <a:pt x="85" y="77"/>
                  </a:lnTo>
                  <a:lnTo>
                    <a:pt x="83" y="78"/>
                  </a:lnTo>
                  <a:lnTo>
                    <a:pt x="81" y="77"/>
                  </a:lnTo>
                  <a:lnTo>
                    <a:pt x="83" y="75"/>
                  </a:lnTo>
                  <a:lnTo>
                    <a:pt x="83" y="74"/>
                  </a:lnTo>
                  <a:lnTo>
                    <a:pt x="83" y="71"/>
                  </a:lnTo>
                  <a:lnTo>
                    <a:pt x="84" y="70"/>
                  </a:lnTo>
                  <a:close/>
                  <a:moveTo>
                    <a:pt x="55" y="67"/>
                  </a:moveTo>
                  <a:lnTo>
                    <a:pt x="58" y="69"/>
                  </a:lnTo>
                  <a:lnTo>
                    <a:pt x="58" y="70"/>
                  </a:lnTo>
                  <a:lnTo>
                    <a:pt x="56" y="69"/>
                  </a:lnTo>
                  <a:lnTo>
                    <a:pt x="55" y="67"/>
                  </a:lnTo>
                  <a:close/>
                  <a:moveTo>
                    <a:pt x="56" y="57"/>
                  </a:moveTo>
                  <a:lnTo>
                    <a:pt x="58" y="58"/>
                  </a:lnTo>
                  <a:lnTo>
                    <a:pt x="56" y="59"/>
                  </a:lnTo>
                  <a:lnTo>
                    <a:pt x="56" y="62"/>
                  </a:lnTo>
                  <a:lnTo>
                    <a:pt x="55" y="65"/>
                  </a:lnTo>
                  <a:lnTo>
                    <a:pt x="54" y="62"/>
                  </a:lnTo>
                  <a:lnTo>
                    <a:pt x="55" y="62"/>
                  </a:lnTo>
                  <a:lnTo>
                    <a:pt x="54" y="58"/>
                  </a:lnTo>
                  <a:lnTo>
                    <a:pt x="56" y="57"/>
                  </a:lnTo>
                  <a:close/>
                  <a:moveTo>
                    <a:pt x="39" y="12"/>
                  </a:moveTo>
                  <a:lnTo>
                    <a:pt x="43" y="13"/>
                  </a:lnTo>
                  <a:lnTo>
                    <a:pt x="46" y="15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51" y="15"/>
                  </a:lnTo>
                  <a:lnTo>
                    <a:pt x="52" y="13"/>
                  </a:lnTo>
                  <a:lnTo>
                    <a:pt x="52" y="12"/>
                  </a:lnTo>
                  <a:lnTo>
                    <a:pt x="54" y="12"/>
                  </a:lnTo>
                  <a:lnTo>
                    <a:pt x="55" y="15"/>
                  </a:lnTo>
                  <a:lnTo>
                    <a:pt x="55" y="16"/>
                  </a:lnTo>
                  <a:lnTo>
                    <a:pt x="54" y="17"/>
                  </a:lnTo>
                  <a:lnTo>
                    <a:pt x="54" y="23"/>
                  </a:lnTo>
                  <a:lnTo>
                    <a:pt x="55" y="27"/>
                  </a:lnTo>
                  <a:lnTo>
                    <a:pt x="56" y="27"/>
                  </a:lnTo>
                  <a:lnTo>
                    <a:pt x="58" y="29"/>
                  </a:lnTo>
                  <a:lnTo>
                    <a:pt x="59" y="30"/>
                  </a:lnTo>
                  <a:lnTo>
                    <a:pt x="58" y="36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5" y="46"/>
                  </a:lnTo>
                  <a:lnTo>
                    <a:pt x="55" y="45"/>
                  </a:lnTo>
                  <a:lnTo>
                    <a:pt x="55" y="42"/>
                  </a:lnTo>
                  <a:lnTo>
                    <a:pt x="54" y="44"/>
                  </a:lnTo>
                  <a:lnTo>
                    <a:pt x="50" y="48"/>
                  </a:lnTo>
                  <a:lnTo>
                    <a:pt x="50" y="49"/>
                  </a:lnTo>
                  <a:lnTo>
                    <a:pt x="50" y="52"/>
                  </a:lnTo>
                  <a:lnTo>
                    <a:pt x="48" y="54"/>
                  </a:lnTo>
                  <a:lnTo>
                    <a:pt x="48" y="57"/>
                  </a:lnTo>
                  <a:lnTo>
                    <a:pt x="50" y="58"/>
                  </a:lnTo>
                  <a:lnTo>
                    <a:pt x="51" y="61"/>
                  </a:lnTo>
                  <a:lnTo>
                    <a:pt x="52" y="62"/>
                  </a:lnTo>
                  <a:lnTo>
                    <a:pt x="51" y="63"/>
                  </a:lnTo>
                  <a:lnTo>
                    <a:pt x="51" y="66"/>
                  </a:lnTo>
                  <a:lnTo>
                    <a:pt x="52" y="67"/>
                  </a:lnTo>
                  <a:lnTo>
                    <a:pt x="54" y="70"/>
                  </a:lnTo>
                  <a:lnTo>
                    <a:pt x="56" y="71"/>
                  </a:lnTo>
                  <a:lnTo>
                    <a:pt x="59" y="70"/>
                  </a:lnTo>
                  <a:lnTo>
                    <a:pt x="59" y="69"/>
                  </a:lnTo>
                  <a:lnTo>
                    <a:pt x="63" y="66"/>
                  </a:lnTo>
                  <a:lnTo>
                    <a:pt x="64" y="66"/>
                  </a:lnTo>
                  <a:lnTo>
                    <a:pt x="68" y="69"/>
                  </a:lnTo>
                  <a:lnTo>
                    <a:pt x="69" y="71"/>
                  </a:lnTo>
                  <a:lnTo>
                    <a:pt x="69" y="74"/>
                  </a:lnTo>
                  <a:lnTo>
                    <a:pt x="71" y="75"/>
                  </a:lnTo>
                  <a:lnTo>
                    <a:pt x="72" y="74"/>
                  </a:lnTo>
                  <a:lnTo>
                    <a:pt x="72" y="71"/>
                  </a:lnTo>
                  <a:lnTo>
                    <a:pt x="73" y="70"/>
                  </a:lnTo>
                  <a:lnTo>
                    <a:pt x="75" y="73"/>
                  </a:lnTo>
                  <a:lnTo>
                    <a:pt x="77" y="73"/>
                  </a:lnTo>
                  <a:lnTo>
                    <a:pt x="79" y="74"/>
                  </a:lnTo>
                  <a:lnTo>
                    <a:pt x="80" y="75"/>
                  </a:lnTo>
                  <a:lnTo>
                    <a:pt x="79" y="75"/>
                  </a:lnTo>
                  <a:lnTo>
                    <a:pt x="77" y="75"/>
                  </a:lnTo>
                  <a:lnTo>
                    <a:pt x="76" y="75"/>
                  </a:lnTo>
                  <a:lnTo>
                    <a:pt x="76" y="78"/>
                  </a:lnTo>
                  <a:lnTo>
                    <a:pt x="77" y="82"/>
                  </a:lnTo>
                  <a:lnTo>
                    <a:pt x="77" y="83"/>
                  </a:lnTo>
                  <a:lnTo>
                    <a:pt x="80" y="83"/>
                  </a:lnTo>
                  <a:lnTo>
                    <a:pt x="81" y="84"/>
                  </a:lnTo>
                  <a:lnTo>
                    <a:pt x="84" y="84"/>
                  </a:lnTo>
                  <a:lnTo>
                    <a:pt x="85" y="86"/>
                  </a:lnTo>
                  <a:lnTo>
                    <a:pt x="84" y="87"/>
                  </a:lnTo>
                  <a:lnTo>
                    <a:pt x="84" y="88"/>
                  </a:lnTo>
                  <a:lnTo>
                    <a:pt x="83" y="91"/>
                  </a:lnTo>
                  <a:lnTo>
                    <a:pt x="81" y="91"/>
                  </a:lnTo>
                  <a:lnTo>
                    <a:pt x="79" y="88"/>
                  </a:lnTo>
                  <a:lnTo>
                    <a:pt x="81" y="87"/>
                  </a:lnTo>
                  <a:lnTo>
                    <a:pt x="81" y="86"/>
                  </a:lnTo>
                  <a:lnTo>
                    <a:pt x="79" y="86"/>
                  </a:lnTo>
                  <a:lnTo>
                    <a:pt x="79" y="86"/>
                  </a:lnTo>
                  <a:lnTo>
                    <a:pt x="77" y="87"/>
                  </a:lnTo>
                  <a:lnTo>
                    <a:pt x="75" y="84"/>
                  </a:lnTo>
                  <a:lnTo>
                    <a:pt x="73" y="83"/>
                  </a:lnTo>
                  <a:lnTo>
                    <a:pt x="73" y="80"/>
                  </a:lnTo>
                  <a:lnTo>
                    <a:pt x="72" y="79"/>
                  </a:lnTo>
                  <a:lnTo>
                    <a:pt x="68" y="78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4" y="73"/>
                  </a:lnTo>
                  <a:lnTo>
                    <a:pt x="63" y="73"/>
                  </a:lnTo>
                  <a:lnTo>
                    <a:pt x="63" y="74"/>
                  </a:lnTo>
                  <a:lnTo>
                    <a:pt x="64" y="78"/>
                  </a:lnTo>
                  <a:lnTo>
                    <a:pt x="65" y="82"/>
                  </a:lnTo>
                  <a:lnTo>
                    <a:pt x="64" y="82"/>
                  </a:lnTo>
                  <a:lnTo>
                    <a:pt x="63" y="78"/>
                  </a:lnTo>
                  <a:lnTo>
                    <a:pt x="60" y="77"/>
                  </a:lnTo>
                  <a:lnTo>
                    <a:pt x="59" y="74"/>
                  </a:lnTo>
                  <a:lnTo>
                    <a:pt x="54" y="73"/>
                  </a:lnTo>
                  <a:lnTo>
                    <a:pt x="51" y="73"/>
                  </a:lnTo>
                  <a:lnTo>
                    <a:pt x="50" y="74"/>
                  </a:lnTo>
                  <a:lnTo>
                    <a:pt x="51" y="75"/>
                  </a:lnTo>
                  <a:lnTo>
                    <a:pt x="48" y="77"/>
                  </a:lnTo>
                  <a:lnTo>
                    <a:pt x="46" y="74"/>
                  </a:lnTo>
                  <a:lnTo>
                    <a:pt x="44" y="75"/>
                  </a:lnTo>
                  <a:lnTo>
                    <a:pt x="42" y="77"/>
                  </a:lnTo>
                  <a:lnTo>
                    <a:pt x="43" y="74"/>
                  </a:lnTo>
                  <a:lnTo>
                    <a:pt x="42" y="73"/>
                  </a:lnTo>
                  <a:lnTo>
                    <a:pt x="40" y="73"/>
                  </a:lnTo>
                  <a:lnTo>
                    <a:pt x="40" y="75"/>
                  </a:lnTo>
                  <a:lnTo>
                    <a:pt x="39" y="73"/>
                  </a:lnTo>
                  <a:lnTo>
                    <a:pt x="39" y="70"/>
                  </a:lnTo>
                  <a:lnTo>
                    <a:pt x="39" y="69"/>
                  </a:lnTo>
                  <a:lnTo>
                    <a:pt x="40" y="66"/>
                  </a:lnTo>
                  <a:lnTo>
                    <a:pt x="43" y="63"/>
                  </a:lnTo>
                  <a:lnTo>
                    <a:pt x="40" y="62"/>
                  </a:lnTo>
                  <a:lnTo>
                    <a:pt x="38" y="62"/>
                  </a:lnTo>
                  <a:lnTo>
                    <a:pt x="38" y="63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6" y="66"/>
                  </a:lnTo>
                  <a:lnTo>
                    <a:pt x="34" y="63"/>
                  </a:lnTo>
                  <a:lnTo>
                    <a:pt x="34" y="61"/>
                  </a:lnTo>
                  <a:lnTo>
                    <a:pt x="33" y="61"/>
                  </a:lnTo>
                  <a:lnTo>
                    <a:pt x="33" y="61"/>
                  </a:lnTo>
                  <a:lnTo>
                    <a:pt x="31" y="61"/>
                  </a:lnTo>
                  <a:lnTo>
                    <a:pt x="31" y="55"/>
                  </a:lnTo>
                  <a:lnTo>
                    <a:pt x="29" y="53"/>
                  </a:lnTo>
                  <a:lnTo>
                    <a:pt x="29" y="49"/>
                  </a:lnTo>
                  <a:lnTo>
                    <a:pt x="29" y="48"/>
                  </a:lnTo>
                  <a:lnTo>
                    <a:pt x="29" y="46"/>
                  </a:lnTo>
                  <a:lnTo>
                    <a:pt x="27" y="46"/>
                  </a:lnTo>
                  <a:lnTo>
                    <a:pt x="27" y="44"/>
                  </a:lnTo>
                  <a:lnTo>
                    <a:pt x="27" y="41"/>
                  </a:lnTo>
                  <a:lnTo>
                    <a:pt x="29" y="44"/>
                  </a:lnTo>
                  <a:lnTo>
                    <a:pt x="31" y="44"/>
                  </a:lnTo>
                  <a:lnTo>
                    <a:pt x="33" y="42"/>
                  </a:lnTo>
                  <a:lnTo>
                    <a:pt x="33" y="41"/>
                  </a:lnTo>
                  <a:lnTo>
                    <a:pt x="31" y="37"/>
                  </a:lnTo>
                  <a:lnTo>
                    <a:pt x="31" y="34"/>
                  </a:lnTo>
                  <a:lnTo>
                    <a:pt x="33" y="29"/>
                  </a:lnTo>
                  <a:lnTo>
                    <a:pt x="33" y="24"/>
                  </a:lnTo>
                  <a:lnTo>
                    <a:pt x="33" y="21"/>
                  </a:lnTo>
                  <a:lnTo>
                    <a:pt x="35" y="16"/>
                  </a:lnTo>
                  <a:lnTo>
                    <a:pt x="35" y="13"/>
                  </a:lnTo>
                  <a:lnTo>
                    <a:pt x="39" y="12"/>
                  </a:lnTo>
                  <a:close/>
                  <a:moveTo>
                    <a:pt x="42" y="8"/>
                  </a:moveTo>
                  <a:lnTo>
                    <a:pt x="44" y="8"/>
                  </a:lnTo>
                  <a:lnTo>
                    <a:pt x="43" y="9"/>
                  </a:lnTo>
                  <a:lnTo>
                    <a:pt x="42" y="8"/>
                  </a:lnTo>
                  <a:close/>
                  <a:moveTo>
                    <a:pt x="50" y="7"/>
                  </a:moveTo>
                  <a:lnTo>
                    <a:pt x="51" y="7"/>
                  </a:lnTo>
                  <a:lnTo>
                    <a:pt x="50" y="9"/>
                  </a:lnTo>
                  <a:lnTo>
                    <a:pt x="48" y="8"/>
                  </a:lnTo>
                  <a:lnTo>
                    <a:pt x="50" y="7"/>
                  </a:lnTo>
                  <a:close/>
                  <a:moveTo>
                    <a:pt x="40" y="4"/>
                  </a:moveTo>
                  <a:lnTo>
                    <a:pt x="42" y="5"/>
                  </a:lnTo>
                  <a:lnTo>
                    <a:pt x="39" y="5"/>
                  </a:lnTo>
                  <a:lnTo>
                    <a:pt x="40" y="4"/>
                  </a:lnTo>
                  <a:close/>
                  <a:moveTo>
                    <a:pt x="44" y="0"/>
                  </a:moveTo>
                  <a:lnTo>
                    <a:pt x="44" y="3"/>
                  </a:lnTo>
                  <a:lnTo>
                    <a:pt x="43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0" name="Freeform 361">
              <a:extLst>
                <a:ext uri="{FF2B5EF4-FFF2-40B4-BE49-F238E27FC236}">
                  <a16:creationId xmlns:a16="http://schemas.microsoft.com/office/drawing/2014/main" id="{BB776EDA-0200-405D-973F-BE380ABCE1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47242" y="2787946"/>
              <a:ext cx="624286" cy="1203981"/>
            </a:xfrm>
            <a:custGeom>
              <a:avLst/>
              <a:gdLst>
                <a:gd name="T0" fmla="*/ 35 w 98"/>
                <a:gd name="T1" fmla="*/ 172 h 189"/>
                <a:gd name="T2" fmla="*/ 37 w 98"/>
                <a:gd name="T3" fmla="*/ 0 h 189"/>
                <a:gd name="T4" fmla="*/ 49 w 98"/>
                <a:gd name="T5" fmla="*/ 5 h 189"/>
                <a:gd name="T6" fmla="*/ 53 w 98"/>
                <a:gd name="T7" fmla="*/ 9 h 189"/>
                <a:gd name="T8" fmla="*/ 60 w 98"/>
                <a:gd name="T9" fmla="*/ 19 h 189"/>
                <a:gd name="T10" fmla="*/ 69 w 98"/>
                <a:gd name="T11" fmla="*/ 22 h 189"/>
                <a:gd name="T12" fmla="*/ 69 w 98"/>
                <a:gd name="T13" fmla="*/ 26 h 189"/>
                <a:gd name="T14" fmla="*/ 61 w 98"/>
                <a:gd name="T15" fmla="*/ 28 h 189"/>
                <a:gd name="T16" fmla="*/ 57 w 98"/>
                <a:gd name="T17" fmla="*/ 31 h 189"/>
                <a:gd name="T18" fmla="*/ 54 w 98"/>
                <a:gd name="T19" fmla="*/ 32 h 189"/>
                <a:gd name="T20" fmla="*/ 53 w 98"/>
                <a:gd name="T21" fmla="*/ 39 h 189"/>
                <a:gd name="T22" fmla="*/ 49 w 98"/>
                <a:gd name="T23" fmla="*/ 44 h 189"/>
                <a:gd name="T24" fmla="*/ 45 w 98"/>
                <a:gd name="T25" fmla="*/ 48 h 189"/>
                <a:gd name="T26" fmla="*/ 45 w 98"/>
                <a:gd name="T27" fmla="*/ 57 h 189"/>
                <a:gd name="T28" fmla="*/ 50 w 98"/>
                <a:gd name="T29" fmla="*/ 64 h 189"/>
                <a:gd name="T30" fmla="*/ 56 w 98"/>
                <a:gd name="T31" fmla="*/ 72 h 189"/>
                <a:gd name="T32" fmla="*/ 65 w 98"/>
                <a:gd name="T33" fmla="*/ 82 h 189"/>
                <a:gd name="T34" fmla="*/ 85 w 98"/>
                <a:gd name="T35" fmla="*/ 100 h 189"/>
                <a:gd name="T36" fmla="*/ 89 w 98"/>
                <a:gd name="T37" fmla="*/ 106 h 189"/>
                <a:gd name="T38" fmla="*/ 92 w 98"/>
                <a:gd name="T39" fmla="*/ 117 h 189"/>
                <a:gd name="T40" fmla="*/ 95 w 98"/>
                <a:gd name="T41" fmla="*/ 126 h 189"/>
                <a:gd name="T42" fmla="*/ 96 w 98"/>
                <a:gd name="T43" fmla="*/ 134 h 189"/>
                <a:gd name="T44" fmla="*/ 96 w 98"/>
                <a:gd name="T45" fmla="*/ 136 h 189"/>
                <a:gd name="T46" fmla="*/ 95 w 98"/>
                <a:gd name="T47" fmla="*/ 142 h 189"/>
                <a:gd name="T48" fmla="*/ 95 w 98"/>
                <a:gd name="T49" fmla="*/ 150 h 189"/>
                <a:gd name="T50" fmla="*/ 87 w 98"/>
                <a:gd name="T51" fmla="*/ 157 h 189"/>
                <a:gd name="T52" fmla="*/ 79 w 98"/>
                <a:gd name="T53" fmla="*/ 164 h 189"/>
                <a:gd name="T54" fmla="*/ 67 w 98"/>
                <a:gd name="T55" fmla="*/ 167 h 189"/>
                <a:gd name="T56" fmla="*/ 65 w 98"/>
                <a:gd name="T57" fmla="*/ 165 h 189"/>
                <a:gd name="T58" fmla="*/ 66 w 98"/>
                <a:gd name="T59" fmla="*/ 169 h 189"/>
                <a:gd name="T60" fmla="*/ 65 w 98"/>
                <a:gd name="T61" fmla="*/ 173 h 189"/>
                <a:gd name="T62" fmla="*/ 61 w 98"/>
                <a:gd name="T63" fmla="*/ 175 h 189"/>
                <a:gd name="T64" fmla="*/ 60 w 98"/>
                <a:gd name="T65" fmla="*/ 178 h 189"/>
                <a:gd name="T66" fmla="*/ 53 w 98"/>
                <a:gd name="T67" fmla="*/ 182 h 189"/>
                <a:gd name="T68" fmla="*/ 45 w 98"/>
                <a:gd name="T69" fmla="*/ 189 h 189"/>
                <a:gd name="T70" fmla="*/ 46 w 98"/>
                <a:gd name="T71" fmla="*/ 186 h 189"/>
                <a:gd name="T72" fmla="*/ 45 w 98"/>
                <a:gd name="T73" fmla="*/ 180 h 189"/>
                <a:gd name="T74" fmla="*/ 49 w 98"/>
                <a:gd name="T75" fmla="*/ 169 h 189"/>
                <a:gd name="T76" fmla="*/ 41 w 98"/>
                <a:gd name="T77" fmla="*/ 169 h 189"/>
                <a:gd name="T78" fmla="*/ 45 w 98"/>
                <a:gd name="T79" fmla="*/ 163 h 189"/>
                <a:gd name="T80" fmla="*/ 58 w 98"/>
                <a:gd name="T81" fmla="*/ 160 h 189"/>
                <a:gd name="T82" fmla="*/ 60 w 98"/>
                <a:gd name="T83" fmla="*/ 155 h 189"/>
                <a:gd name="T84" fmla="*/ 65 w 98"/>
                <a:gd name="T85" fmla="*/ 147 h 189"/>
                <a:gd name="T86" fmla="*/ 75 w 98"/>
                <a:gd name="T87" fmla="*/ 138 h 189"/>
                <a:gd name="T88" fmla="*/ 73 w 98"/>
                <a:gd name="T89" fmla="*/ 121 h 189"/>
                <a:gd name="T90" fmla="*/ 71 w 98"/>
                <a:gd name="T91" fmla="*/ 111 h 189"/>
                <a:gd name="T92" fmla="*/ 71 w 98"/>
                <a:gd name="T93" fmla="*/ 101 h 189"/>
                <a:gd name="T94" fmla="*/ 70 w 98"/>
                <a:gd name="T95" fmla="*/ 94 h 189"/>
                <a:gd name="T96" fmla="*/ 65 w 98"/>
                <a:gd name="T97" fmla="*/ 88 h 189"/>
                <a:gd name="T98" fmla="*/ 58 w 98"/>
                <a:gd name="T99" fmla="*/ 82 h 189"/>
                <a:gd name="T100" fmla="*/ 49 w 98"/>
                <a:gd name="T101" fmla="*/ 72 h 189"/>
                <a:gd name="T102" fmla="*/ 35 w 98"/>
                <a:gd name="T103" fmla="*/ 61 h 189"/>
                <a:gd name="T104" fmla="*/ 29 w 98"/>
                <a:gd name="T105" fmla="*/ 55 h 189"/>
                <a:gd name="T106" fmla="*/ 33 w 98"/>
                <a:gd name="T107" fmla="*/ 48 h 189"/>
                <a:gd name="T108" fmla="*/ 35 w 98"/>
                <a:gd name="T109" fmla="*/ 39 h 189"/>
                <a:gd name="T110" fmla="*/ 25 w 98"/>
                <a:gd name="T111" fmla="*/ 32 h 189"/>
                <a:gd name="T112" fmla="*/ 8 w 98"/>
                <a:gd name="T113" fmla="*/ 25 h 189"/>
                <a:gd name="T114" fmla="*/ 2 w 98"/>
                <a:gd name="T115" fmla="*/ 14 h 189"/>
                <a:gd name="T116" fmla="*/ 4 w 98"/>
                <a:gd name="T117" fmla="*/ 9 h 189"/>
                <a:gd name="T118" fmla="*/ 11 w 98"/>
                <a:gd name="T119" fmla="*/ 11 h 189"/>
                <a:gd name="T120" fmla="*/ 17 w 98"/>
                <a:gd name="T121" fmla="*/ 9 h 189"/>
                <a:gd name="T122" fmla="*/ 27 w 98"/>
                <a:gd name="T123" fmla="*/ 7 h 189"/>
                <a:gd name="T124" fmla="*/ 37 w 98"/>
                <a:gd name="T12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8" h="189">
                  <a:moveTo>
                    <a:pt x="35" y="165"/>
                  </a:moveTo>
                  <a:lnTo>
                    <a:pt x="36" y="167"/>
                  </a:lnTo>
                  <a:lnTo>
                    <a:pt x="37" y="168"/>
                  </a:lnTo>
                  <a:lnTo>
                    <a:pt x="36" y="171"/>
                  </a:lnTo>
                  <a:lnTo>
                    <a:pt x="35" y="172"/>
                  </a:lnTo>
                  <a:lnTo>
                    <a:pt x="33" y="169"/>
                  </a:lnTo>
                  <a:lnTo>
                    <a:pt x="35" y="168"/>
                  </a:lnTo>
                  <a:lnTo>
                    <a:pt x="33" y="167"/>
                  </a:lnTo>
                  <a:lnTo>
                    <a:pt x="35" y="165"/>
                  </a:lnTo>
                  <a:close/>
                  <a:moveTo>
                    <a:pt x="37" y="0"/>
                  </a:moveTo>
                  <a:lnTo>
                    <a:pt x="40" y="1"/>
                  </a:lnTo>
                  <a:lnTo>
                    <a:pt x="40" y="2"/>
                  </a:lnTo>
                  <a:lnTo>
                    <a:pt x="42" y="3"/>
                  </a:lnTo>
                  <a:lnTo>
                    <a:pt x="44" y="5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3" y="5"/>
                  </a:lnTo>
                  <a:lnTo>
                    <a:pt x="56" y="6"/>
                  </a:lnTo>
                  <a:lnTo>
                    <a:pt x="54" y="9"/>
                  </a:lnTo>
                  <a:lnTo>
                    <a:pt x="53" y="9"/>
                  </a:lnTo>
                  <a:lnTo>
                    <a:pt x="52" y="13"/>
                  </a:lnTo>
                  <a:lnTo>
                    <a:pt x="53" y="14"/>
                  </a:lnTo>
                  <a:lnTo>
                    <a:pt x="54" y="1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2" y="21"/>
                  </a:lnTo>
                  <a:lnTo>
                    <a:pt x="64" y="22"/>
                  </a:lnTo>
                  <a:lnTo>
                    <a:pt x="66" y="21"/>
                  </a:lnTo>
                  <a:lnTo>
                    <a:pt x="67" y="22"/>
                  </a:lnTo>
                  <a:lnTo>
                    <a:pt x="69" y="22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0" y="25"/>
                  </a:lnTo>
                  <a:lnTo>
                    <a:pt x="69" y="26"/>
                  </a:lnTo>
                  <a:lnTo>
                    <a:pt x="69" y="26"/>
                  </a:lnTo>
                  <a:lnTo>
                    <a:pt x="66" y="27"/>
                  </a:lnTo>
                  <a:lnTo>
                    <a:pt x="65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2" y="30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60" y="31"/>
                  </a:lnTo>
                  <a:lnTo>
                    <a:pt x="57" y="31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3" y="36"/>
                  </a:lnTo>
                  <a:lnTo>
                    <a:pt x="53" y="38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53" y="42"/>
                  </a:lnTo>
                  <a:lnTo>
                    <a:pt x="52" y="42"/>
                  </a:lnTo>
                  <a:lnTo>
                    <a:pt x="50" y="44"/>
                  </a:lnTo>
                  <a:lnTo>
                    <a:pt x="49" y="44"/>
                  </a:lnTo>
                  <a:lnTo>
                    <a:pt x="48" y="43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47"/>
                  </a:lnTo>
                  <a:lnTo>
                    <a:pt x="45" y="48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8" y="52"/>
                  </a:lnTo>
                  <a:lnTo>
                    <a:pt x="46" y="56"/>
                  </a:lnTo>
                  <a:lnTo>
                    <a:pt x="45" y="57"/>
                  </a:lnTo>
                  <a:lnTo>
                    <a:pt x="48" y="60"/>
                  </a:lnTo>
                  <a:lnTo>
                    <a:pt x="46" y="61"/>
                  </a:lnTo>
                  <a:lnTo>
                    <a:pt x="45" y="61"/>
                  </a:lnTo>
                  <a:lnTo>
                    <a:pt x="46" y="63"/>
                  </a:lnTo>
                  <a:lnTo>
                    <a:pt x="50" y="64"/>
                  </a:lnTo>
                  <a:lnTo>
                    <a:pt x="53" y="67"/>
                  </a:lnTo>
                  <a:lnTo>
                    <a:pt x="54" y="67"/>
                  </a:lnTo>
                  <a:lnTo>
                    <a:pt x="57" y="69"/>
                  </a:lnTo>
                  <a:lnTo>
                    <a:pt x="57" y="71"/>
                  </a:lnTo>
                  <a:lnTo>
                    <a:pt x="56" y="72"/>
                  </a:lnTo>
                  <a:lnTo>
                    <a:pt x="57" y="75"/>
                  </a:lnTo>
                  <a:lnTo>
                    <a:pt x="57" y="76"/>
                  </a:lnTo>
                  <a:lnTo>
                    <a:pt x="62" y="80"/>
                  </a:lnTo>
                  <a:lnTo>
                    <a:pt x="65" y="81"/>
                  </a:lnTo>
                  <a:lnTo>
                    <a:pt x="65" y="82"/>
                  </a:lnTo>
                  <a:lnTo>
                    <a:pt x="71" y="85"/>
                  </a:lnTo>
                  <a:lnTo>
                    <a:pt x="77" y="90"/>
                  </a:lnTo>
                  <a:lnTo>
                    <a:pt x="78" y="92"/>
                  </a:lnTo>
                  <a:lnTo>
                    <a:pt x="83" y="96"/>
                  </a:lnTo>
                  <a:lnTo>
                    <a:pt x="85" y="100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9" y="105"/>
                  </a:lnTo>
                  <a:lnTo>
                    <a:pt x="89" y="106"/>
                  </a:lnTo>
                  <a:lnTo>
                    <a:pt x="90" y="107"/>
                  </a:lnTo>
                  <a:lnTo>
                    <a:pt x="89" y="109"/>
                  </a:lnTo>
                  <a:lnTo>
                    <a:pt x="91" y="111"/>
                  </a:lnTo>
                  <a:lnTo>
                    <a:pt x="91" y="115"/>
                  </a:lnTo>
                  <a:lnTo>
                    <a:pt x="92" y="117"/>
                  </a:lnTo>
                  <a:lnTo>
                    <a:pt x="94" y="119"/>
                  </a:lnTo>
                  <a:lnTo>
                    <a:pt x="94" y="121"/>
                  </a:lnTo>
                  <a:lnTo>
                    <a:pt x="94" y="123"/>
                  </a:lnTo>
                  <a:lnTo>
                    <a:pt x="94" y="125"/>
                  </a:lnTo>
                  <a:lnTo>
                    <a:pt x="95" y="126"/>
                  </a:lnTo>
                  <a:lnTo>
                    <a:pt x="94" y="127"/>
                  </a:lnTo>
                  <a:lnTo>
                    <a:pt x="95" y="130"/>
                  </a:lnTo>
                  <a:lnTo>
                    <a:pt x="95" y="131"/>
                  </a:lnTo>
                  <a:lnTo>
                    <a:pt x="96" y="131"/>
                  </a:lnTo>
                  <a:lnTo>
                    <a:pt x="96" y="134"/>
                  </a:lnTo>
                  <a:lnTo>
                    <a:pt x="98" y="136"/>
                  </a:lnTo>
                  <a:lnTo>
                    <a:pt x="98" y="138"/>
                  </a:lnTo>
                  <a:lnTo>
                    <a:pt x="98" y="138"/>
                  </a:lnTo>
                  <a:lnTo>
                    <a:pt x="98" y="136"/>
                  </a:lnTo>
                  <a:lnTo>
                    <a:pt x="96" y="136"/>
                  </a:lnTo>
                  <a:lnTo>
                    <a:pt x="95" y="136"/>
                  </a:lnTo>
                  <a:lnTo>
                    <a:pt x="95" y="138"/>
                  </a:lnTo>
                  <a:lnTo>
                    <a:pt x="96" y="139"/>
                  </a:lnTo>
                  <a:lnTo>
                    <a:pt x="96" y="140"/>
                  </a:lnTo>
                  <a:lnTo>
                    <a:pt x="95" y="142"/>
                  </a:lnTo>
                  <a:lnTo>
                    <a:pt x="95" y="143"/>
                  </a:lnTo>
                  <a:lnTo>
                    <a:pt x="94" y="144"/>
                  </a:lnTo>
                  <a:lnTo>
                    <a:pt x="95" y="147"/>
                  </a:lnTo>
                  <a:lnTo>
                    <a:pt x="94" y="148"/>
                  </a:lnTo>
                  <a:lnTo>
                    <a:pt x="95" y="150"/>
                  </a:lnTo>
                  <a:lnTo>
                    <a:pt x="94" y="151"/>
                  </a:lnTo>
                  <a:lnTo>
                    <a:pt x="92" y="152"/>
                  </a:lnTo>
                  <a:lnTo>
                    <a:pt x="91" y="155"/>
                  </a:lnTo>
                  <a:lnTo>
                    <a:pt x="90" y="155"/>
                  </a:lnTo>
                  <a:lnTo>
                    <a:pt x="87" y="157"/>
                  </a:lnTo>
                  <a:lnTo>
                    <a:pt x="86" y="159"/>
                  </a:lnTo>
                  <a:lnTo>
                    <a:pt x="83" y="160"/>
                  </a:lnTo>
                  <a:lnTo>
                    <a:pt x="83" y="163"/>
                  </a:lnTo>
                  <a:lnTo>
                    <a:pt x="81" y="163"/>
                  </a:lnTo>
                  <a:lnTo>
                    <a:pt x="79" y="164"/>
                  </a:lnTo>
                  <a:lnTo>
                    <a:pt x="74" y="167"/>
                  </a:lnTo>
                  <a:lnTo>
                    <a:pt x="71" y="167"/>
                  </a:lnTo>
                  <a:lnTo>
                    <a:pt x="70" y="167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7" y="165"/>
                  </a:lnTo>
                  <a:lnTo>
                    <a:pt x="67" y="164"/>
                  </a:lnTo>
                  <a:lnTo>
                    <a:pt x="67" y="165"/>
                  </a:lnTo>
                  <a:lnTo>
                    <a:pt x="66" y="165"/>
                  </a:lnTo>
                  <a:lnTo>
                    <a:pt x="65" y="165"/>
                  </a:lnTo>
                  <a:lnTo>
                    <a:pt x="66" y="167"/>
                  </a:lnTo>
                  <a:lnTo>
                    <a:pt x="66" y="167"/>
                  </a:lnTo>
                  <a:lnTo>
                    <a:pt x="65" y="168"/>
                  </a:lnTo>
                  <a:lnTo>
                    <a:pt x="64" y="168"/>
                  </a:lnTo>
                  <a:lnTo>
                    <a:pt x="66" y="169"/>
                  </a:lnTo>
                  <a:lnTo>
                    <a:pt x="66" y="169"/>
                  </a:lnTo>
                  <a:lnTo>
                    <a:pt x="67" y="172"/>
                  </a:lnTo>
                  <a:lnTo>
                    <a:pt x="65" y="173"/>
                  </a:lnTo>
                  <a:lnTo>
                    <a:pt x="62" y="171"/>
                  </a:lnTo>
                  <a:lnTo>
                    <a:pt x="65" y="173"/>
                  </a:lnTo>
                  <a:lnTo>
                    <a:pt x="65" y="175"/>
                  </a:lnTo>
                  <a:lnTo>
                    <a:pt x="64" y="176"/>
                  </a:lnTo>
                  <a:lnTo>
                    <a:pt x="62" y="175"/>
                  </a:lnTo>
                  <a:lnTo>
                    <a:pt x="62" y="173"/>
                  </a:lnTo>
                  <a:lnTo>
                    <a:pt x="61" y="175"/>
                  </a:lnTo>
                  <a:lnTo>
                    <a:pt x="61" y="176"/>
                  </a:lnTo>
                  <a:lnTo>
                    <a:pt x="61" y="176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0" y="178"/>
                  </a:lnTo>
                  <a:lnTo>
                    <a:pt x="58" y="178"/>
                  </a:lnTo>
                  <a:lnTo>
                    <a:pt x="56" y="181"/>
                  </a:lnTo>
                  <a:lnTo>
                    <a:pt x="56" y="181"/>
                  </a:lnTo>
                  <a:lnTo>
                    <a:pt x="54" y="181"/>
                  </a:lnTo>
                  <a:lnTo>
                    <a:pt x="53" y="182"/>
                  </a:lnTo>
                  <a:lnTo>
                    <a:pt x="53" y="185"/>
                  </a:lnTo>
                  <a:lnTo>
                    <a:pt x="52" y="186"/>
                  </a:lnTo>
                  <a:lnTo>
                    <a:pt x="50" y="186"/>
                  </a:lnTo>
                  <a:lnTo>
                    <a:pt x="50" y="186"/>
                  </a:lnTo>
                  <a:lnTo>
                    <a:pt x="45" y="189"/>
                  </a:lnTo>
                  <a:lnTo>
                    <a:pt x="42" y="189"/>
                  </a:lnTo>
                  <a:lnTo>
                    <a:pt x="45" y="188"/>
                  </a:lnTo>
                  <a:lnTo>
                    <a:pt x="46" y="186"/>
                  </a:lnTo>
                  <a:lnTo>
                    <a:pt x="48" y="185"/>
                  </a:lnTo>
                  <a:lnTo>
                    <a:pt x="46" y="186"/>
                  </a:lnTo>
                  <a:lnTo>
                    <a:pt x="45" y="185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0"/>
                  </a:lnTo>
                  <a:lnTo>
                    <a:pt x="45" y="176"/>
                  </a:lnTo>
                  <a:lnTo>
                    <a:pt x="46" y="173"/>
                  </a:lnTo>
                  <a:lnTo>
                    <a:pt x="50" y="171"/>
                  </a:lnTo>
                  <a:lnTo>
                    <a:pt x="52" y="169"/>
                  </a:lnTo>
                  <a:lnTo>
                    <a:pt x="49" y="169"/>
                  </a:lnTo>
                  <a:lnTo>
                    <a:pt x="48" y="169"/>
                  </a:lnTo>
                  <a:lnTo>
                    <a:pt x="45" y="169"/>
                  </a:lnTo>
                  <a:lnTo>
                    <a:pt x="44" y="169"/>
                  </a:lnTo>
                  <a:lnTo>
                    <a:pt x="42" y="169"/>
                  </a:lnTo>
                  <a:lnTo>
                    <a:pt x="41" y="169"/>
                  </a:lnTo>
                  <a:lnTo>
                    <a:pt x="41" y="168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42" y="163"/>
                  </a:lnTo>
                  <a:lnTo>
                    <a:pt x="45" y="163"/>
                  </a:lnTo>
                  <a:lnTo>
                    <a:pt x="46" y="160"/>
                  </a:lnTo>
                  <a:lnTo>
                    <a:pt x="49" y="159"/>
                  </a:lnTo>
                  <a:lnTo>
                    <a:pt x="50" y="160"/>
                  </a:lnTo>
                  <a:lnTo>
                    <a:pt x="56" y="159"/>
                  </a:lnTo>
                  <a:lnTo>
                    <a:pt x="58" y="160"/>
                  </a:lnTo>
                  <a:lnTo>
                    <a:pt x="58" y="161"/>
                  </a:lnTo>
                  <a:lnTo>
                    <a:pt x="62" y="161"/>
                  </a:lnTo>
                  <a:lnTo>
                    <a:pt x="61" y="159"/>
                  </a:lnTo>
                  <a:lnTo>
                    <a:pt x="62" y="157"/>
                  </a:lnTo>
                  <a:lnTo>
                    <a:pt x="60" y="155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60" y="148"/>
                  </a:lnTo>
                  <a:lnTo>
                    <a:pt x="64" y="148"/>
                  </a:lnTo>
                  <a:lnTo>
                    <a:pt x="65" y="147"/>
                  </a:lnTo>
                  <a:lnTo>
                    <a:pt x="67" y="144"/>
                  </a:lnTo>
                  <a:lnTo>
                    <a:pt x="71" y="143"/>
                  </a:lnTo>
                  <a:lnTo>
                    <a:pt x="71" y="142"/>
                  </a:lnTo>
                  <a:lnTo>
                    <a:pt x="74" y="142"/>
                  </a:lnTo>
                  <a:lnTo>
                    <a:pt x="75" y="138"/>
                  </a:lnTo>
                  <a:lnTo>
                    <a:pt x="75" y="135"/>
                  </a:lnTo>
                  <a:lnTo>
                    <a:pt x="75" y="131"/>
                  </a:lnTo>
                  <a:lnTo>
                    <a:pt x="74" y="130"/>
                  </a:lnTo>
                  <a:lnTo>
                    <a:pt x="75" y="126"/>
                  </a:lnTo>
                  <a:lnTo>
                    <a:pt x="73" y="121"/>
                  </a:lnTo>
                  <a:lnTo>
                    <a:pt x="71" y="119"/>
                  </a:lnTo>
                  <a:lnTo>
                    <a:pt x="70" y="117"/>
                  </a:lnTo>
                  <a:lnTo>
                    <a:pt x="70" y="117"/>
                  </a:lnTo>
                  <a:lnTo>
                    <a:pt x="73" y="115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0" y="106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1" y="101"/>
                  </a:lnTo>
                  <a:lnTo>
                    <a:pt x="71" y="100"/>
                  </a:lnTo>
                  <a:lnTo>
                    <a:pt x="71" y="97"/>
                  </a:lnTo>
                  <a:lnTo>
                    <a:pt x="73" y="94"/>
                  </a:lnTo>
                  <a:lnTo>
                    <a:pt x="73" y="93"/>
                  </a:lnTo>
                  <a:lnTo>
                    <a:pt x="70" y="94"/>
                  </a:lnTo>
                  <a:lnTo>
                    <a:pt x="69" y="93"/>
                  </a:lnTo>
                  <a:lnTo>
                    <a:pt x="67" y="92"/>
                  </a:lnTo>
                  <a:lnTo>
                    <a:pt x="65" y="92"/>
                  </a:lnTo>
                  <a:lnTo>
                    <a:pt x="64" y="90"/>
                  </a:lnTo>
                  <a:lnTo>
                    <a:pt x="65" y="88"/>
                  </a:lnTo>
                  <a:lnTo>
                    <a:pt x="62" y="88"/>
                  </a:lnTo>
                  <a:lnTo>
                    <a:pt x="61" y="88"/>
                  </a:lnTo>
                  <a:lnTo>
                    <a:pt x="60" y="86"/>
                  </a:lnTo>
                  <a:lnTo>
                    <a:pt x="60" y="84"/>
                  </a:lnTo>
                  <a:lnTo>
                    <a:pt x="58" y="82"/>
                  </a:lnTo>
                  <a:lnTo>
                    <a:pt x="56" y="82"/>
                  </a:lnTo>
                  <a:lnTo>
                    <a:pt x="54" y="81"/>
                  </a:lnTo>
                  <a:lnTo>
                    <a:pt x="53" y="78"/>
                  </a:lnTo>
                  <a:lnTo>
                    <a:pt x="49" y="75"/>
                  </a:lnTo>
                  <a:lnTo>
                    <a:pt x="49" y="72"/>
                  </a:lnTo>
                  <a:lnTo>
                    <a:pt x="46" y="69"/>
                  </a:lnTo>
                  <a:lnTo>
                    <a:pt x="44" y="68"/>
                  </a:lnTo>
                  <a:lnTo>
                    <a:pt x="41" y="64"/>
                  </a:lnTo>
                  <a:lnTo>
                    <a:pt x="39" y="63"/>
                  </a:lnTo>
                  <a:lnTo>
                    <a:pt x="35" y="61"/>
                  </a:lnTo>
                  <a:lnTo>
                    <a:pt x="31" y="61"/>
                  </a:lnTo>
                  <a:lnTo>
                    <a:pt x="29" y="57"/>
                  </a:lnTo>
                  <a:lnTo>
                    <a:pt x="28" y="57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27" y="52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1" y="48"/>
                  </a:lnTo>
                  <a:lnTo>
                    <a:pt x="33" y="48"/>
                  </a:lnTo>
                  <a:lnTo>
                    <a:pt x="35" y="47"/>
                  </a:lnTo>
                  <a:lnTo>
                    <a:pt x="36" y="42"/>
                  </a:lnTo>
                  <a:lnTo>
                    <a:pt x="37" y="42"/>
                  </a:lnTo>
                  <a:lnTo>
                    <a:pt x="37" y="40"/>
                  </a:lnTo>
                  <a:lnTo>
                    <a:pt x="35" y="39"/>
                  </a:lnTo>
                  <a:lnTo>
                    <a:pt x="35" y="38"/>
                  </a:lnTo>
                  <a:lnTo>
                    <a:pt x="35" y="35"/>
                  </a:lnTo>
                  <a:lnTo>
                    <a:pt x="31" y="34"/>
                  </a:lnTo>
                  <a:lnTo>
                    <a:pt x="29" y="32"/>
                  </a:lnTo>
                  <a:lnTo>
                    <a:pt x="25" y="32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5" y="32"/>
                  </a:lnTo>
                  <a:lnTo>
                    <a:pt x="13" y="28"/>
                  </a:lnTo>
                  <a:lnTo>
                    <a:pt x="8" y="25"/>
                  </a:lnTo>
                  <a:lnTo>
                    <a:pt x="10" y="23"/>
                  </a:lnTo>
                  <a:lnTo>
                    <a:pt x="10" y="21"/>
                  </a:lnTo>
                  <a:lnTo>
                    <a:pt x="7" y="18"/>
                  </a:lnTo>
                  <a:lnTo>
                    <a:pt x="6" y="15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2" y="7"/>
                  </a:lnTo>
                  <a:lnTo>
                    <a:pt x="15" y="10"/>
                  </a:lnTo>
                  <a:lnTo>
                    <a:pt x="16" y="7"/>
                  </a:lnTo>
                  <a:lnTo>
                    <a:pt x="17" y="9"/>
                  </a:lnTo>
                  <a:lnTo>
                    <a:pt x="19" y="10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4" y="6"/>
                  </a:lnTo>
                  <a:lnTo>
                    <a:pt x="27" y="7"/>
                  </a:lnTo>
                  <a:lnTo>
                    <a:pt x="31" y="6"/>
                  </a:lnTo>
                  <a:lnTo>
                    <a:pt x="31" y="2"/>
                  </a:lnTo>
                  <a:lnTo>
                    <a:pt x="33" y="1"/>
                  </a:lnTo>
                  <a:lnTo>
                    <a:pt x="3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1" name="Freeform 364">
              <a:extLst>
                <a:ext uri="{FF2B5EF4-FFF2-40B4-BE49-F238E27FC236}">
                  <a16:creationId xmlns:a16="http://schemas.microsoft.com/office/drawing/2014/main" id="{C81DB65B-A323-4088-BBAC-A9F0EB2101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2355" y="3030016"/>
              <a:ext cx="643399" cy="1191243"/>
            </a:xfrm>
            <a:custGeom>
              <a:avLst/>
              <a:gdLst>
                <a:gd name="T0" fmla="*/ 36 w 101"/>
                <a:gd name="T1" fmla="*/ 175 h 187"/>
                <a:gd name="T2" fmla="*/ 28 w 101"/>
                <a:gd name="T3" fmla="*/ 165 h 187"/>
                <a:gd name="T4" fmla="*/ 18 w 101"/>
                <a:gd name="T5" fmla="*/ 162 h 187"/>
                <a:gd name="T6" fmla="*/ 39 w 101"/>
                <a:gd name="T7" fmla="*/ 139 h 187"/>
                <a:gd name="T8" fmla="*/ 38 w 101"/>
                <a:gd name="T9" fmla="*/ 135 h 187"/>
                <a:gd name="T10" fmla="*/ 66 w 101"/>
                <a:gd name="T11" fmla="*/ 109 h 187"/>
                <a:gd name="T12" fmla="*/ 30 w 101"/>
                <a:gd name="T13" fmla="*/ 2 h 187"/>
                <a:gd name="T14" fmla="*/ 36 w 101"/>
                <a:gd name="T15" fmla="*/ 13 h 187"/>
                <a:gd name="T16" fmla="*/ 42 w 101"/>
                <a:gd name="T17" fmla="*/ 17 h 187"/>
                <a:gd name="T18" fmla="*/ 43 w 101"/>
                <a:gd name="T19" fmla="*/ 30 h 187"/>
                <a:gd name="T20" fmla="*/ 54 w 101"/>
                <a:gd name="T21" fmla="*/ 30 h 187"/>
                <a:gd name="T22" fmla="*/ 70 w 101"/>
                <a:gd name="T23" fmla="*/ 29 h 187"/>
                <a:gd name="T24" fmla="*/ 90 w 101"/>
                <a:gd name="T25" fmla="*/ 38 h 187"/>
                <a:gd name="T26" fmla="*/ 90 w 101"/>
                <a:gd name="T27" fmla="*/ 50 h 187"/>
                <a:gd name="T28" fmla="*/ 99 w 101"/>
                <a:gd name="T29" fmla="*/ 58 h 187"/>
                <a:gd name="T30" fmla="*/ 100 w 101"/>
                <a:gd name="T31" fmla="*/ 67 h 187"/>
                <a:gd name="T32" fmla="*/ 96 w 101"/>
                <a:gd name="T33" fmla="*/ 77 h 187"/>
                <a:gd name="T34" fmla="*/ 82 w 101"/>
                <a:gd name="T35" fmla="*/ 77 h 187"/>
                <a:gd name="T36" fmla="*/ 67 w 101"/>
                <a:gd name="T37" fmla="*/ 81 h 187"/>
                <a:gd name="T38" fmla="*/ 67 w 101"/>
                <a:gd name="T39" fmla="*/ 98 h 187"/>
                <a:gd name="T40" fmla="*/ 67 w 101"/>
                <a:gd name="T41" fmla="*/ 108 h 187"/>
                <a:gd name="T42" fmla="*/ 62 w 101"/>
                <a:gd name="T43" fmla="*/ 105 h 187"/>
                <a:gd name="T44" fmla="*/ 55 w 101"/>
                <a:gd name="T45" fmla="*/ 101 h 187"/>
                <a:gd name="T46" fmla="*/ 47 w 101"/>
                <a:gd name="T47" fmla="*/ 101 h 187"/>
                <a:gd name="T48" fmla="*/ 46 w 101"/>
                <a:gd name="T49" fmla="*/ 93 h 187"/>
                <a:gd name="T50" fmla="*/ 43 w 101"/>
                <a:gd name="T51" fmla="*/ 90 h 187"/>
                <a:gd name="T52" fmla="*/ 37 w 101"/>
                <a:gd name="T53" fmla="*/ 90 h 187"/>
                <a:gd name="T54" fmla="*/ 37 w 101"/>
                <a:gd name="T55" fmla="*/ 94 h 187"/>
                <a:gd name="T56" fmla="*/ 36 w 101"/>
                <a:gd name="T57" fmla="*/ 102 h 187"/>
                <a:gd name="T58" fmla="*/ 32 w 101"/>
                <a:gd name="T59" fmla="*/ 122 h 187"/>
                <a:gd name="T60" fmla="*/ 29 w 101"/>
                <a:gd name="T61" fmla="*/ 131 h 187"/>
                <a:gd name="T62" fmla="*/ 32 w 101"/>
                <a:gd name="T63" fmla="*/ 142 h 187"/>
                <a:gd name="T64" fmla="*/ 33 w 101"/>
                <a:gd name="T65" fmla="*/ 142 h 187"/>
                <a:gd name="T66" fmla="*/ 38 w 101"/>
                <a:gd name="T67" fmla="*/ 147 h 187"/>
                <a:gd name="T68" fmla="*/ 42 w 101"/>
                <a:gd name="T69" fmla="*/ 152 h 187"/>
                <a:gd name="T70" fmla="*/ 45 w 101"/>
                <a:gd name="T71" fmla="*/ 158 h 187"/>
                <a:gd name="T72" fmla="*/ 42 w 101"/>
                <a:gd name="T73" fmla="*/ 164 h 187"/>
                <a:gd name="T74" fmla="*/ 47 w 101"/>
                <a:gd name="T75" fmla="*/ 168 h 187"/>
                <a:gd name="T76" fmla="*/ 57 w 101"/>
                <a:gd name="T77" fmla="*/ 173 h 187"/>
                <a:gd name="T78" fmla="*/ 64 w 101"/>
                <a:gd name="T79" fmla="*/ 181 h 187"/>
                <a:gd name="T80" fmla="*/ 58 w 101"/>
                <a:gd name="T81" fmla="*/ 184 h 187"/>
                <a:gd name="T82" fmla="*/ 54 w 101"/>
                <a:gd name="T83" fmla="*/ 179 h 187"/>
                <a:gd name="T84" fmla="*/ 43 w 101"/>
                <a:gd name="T85" fmla="*/ 173 h 187"/>
                <a:gd name="T86" fmla="*/ 36 w 101"/>
                <a:gd name="T87" fmla="*/ 172 h 187"/>
                <a:gd name="T88" fmla="*/ 32 w 101"/>
                <a:gd name="T89" fmla="*/ 167 h 187"/>
                <a:gd name="T90" fmla="*/ 24 w 101"/>
                <a:gd name="T91" fmla="*/ 158 h 187"/>
                <a:gd name="T92" fmla="*/ 21 w 101"/>
                <a:gd name="T93" fmla="*/ 156 h 187"/>
                <a:gd name="T94" fmla="*/ 18 w 101"/>
                <a:gd name="T95" fmla="*/ 146 h 187"/>
                <a:gd name="T96" fmla="*/ 20 w 101"/>
                <a:gd name="T97" fmla="*/ 139 h 187"/>
                <a:gd name="T98" fmla="*/ 22 w 101"/>
                <a:gd name="T99" fmla="*/ 129 h 187"/>
                <a:gd name="T100" fmla="*/ 29 w 101"/>
                <a:gd name="T101" fmla="*/ 113 h 187"/>
                <a:gd name="T102" fmla="*/ 29 w 101"/>
                <a:gd name="T103" fmla="*/ 100 h 187"/>
                <a:gd name="T104" fmla="*/ 28 w 101"/>
                <a:gd name="T105" fmla="*/ 89 h 187"/>
                <a:gd name="T106" fmla="*/ 16 w 101"/>
                <a:gd name="T107" fmla="*/ 72 h 187"/>
                <a:gd name="T108" fmla="*/ 16 w 101"/>
                <a:gd name="T109" fmla="*/ 56 h 187"/>
                <a:gd name="T110" fmla="*/ 14 w 101"/>
                <a:gd name="T111" fmla="*/ 46 h 187"/>
                <a:gd name="T112" fmla="*/ 4 w 101"/>
                <a:gd name="T113" fmla="*/ 34 h 187"/>
                <a:gd name="T114" fmla="*/ 5 w 101"/>
                <a:gd name="T115" fmla="*/ 25 h 187"/>
                <a:gd name="T116" fmla="*/ 8 w 101"/>
                <a:gd name="T117" fmla="*/ 12 h 187"/>
                <a:gd name="T118" fmla="*/ 18 w 101"/>
                <a:gd name="T119" fmla="*/ 6 h 187"/>
                <a:gd name="T120" fmla="*/ 22 w 101"/>
                <a:gd name="T121" fmla="*/ 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1" h="187">
                  <a:moveTo>
                    <a:pt x="36" y="175"/>
                  </a:moveTo>
                  <a:lnTo>
                    <a:pt x="37" y="175"/>
                  </a:lnTo>
                  <a:lnTo>
                    <a:pt x="37" y="176"/>
                  </a:lnTo>
                  <a:lnTo>
                    <a:pt x="36" y="176"/>
                  </a:lnTo>
                  <a:lnTo>
                    <a:pt x="36" y="175"/>
                  </a:lnTo>
                  <a:lnTo>
                    <a:pt x="36" y="175"/>
                  </a:lnTo>
                  <a:close/>
                  <a:moveTo>
                    <a:pt x="28" y="163"/>
                  </a:moveTo>
                  <a:lnTo>
                    <a:pt x="28" y="163"/>
                  </a:lnTo>
                  <a:lnTo>
                    <a:pt x="28" y="164"/>
                  </a:lnTo>
                  <a:lnTo>
                    <a:pt x="28" y="165"/>
                  </a:lnTo>
                  <a:lnTo>
                    <a:pt x="28" y="163"/>
                  </a:lnTo>
                  <a:close/>
                  <a:moveTo>
                    <a:pt x="18" y="158"/>
                  </a:moveTo>
                  <a:lnTo>
                    <a:pt x="21" y="158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8"/>
                  </a:lnTo>
                  <a:close/>
                  <a:moveTo>
                    <a:pt x="39" y="138"/>
                  </a:moveTo>
                  <a:lnTo>
                    <a:pt x="39" y="139"/>
                  </a:lnTo>
                  <a:lnTo>
                    <a:pt x="39" y="142"/>
                  </a:lnTo>
                  <a:lnTo>
                    <a:pt x="38" y="140"/>
                  </a:lnTo>
                  <a:lnTo>
                    <a:pt x="38" y="139"/>
                  </a:lnTo>
                  <a:lnTo>
                    <a:pt x="39" y="138"/>
                  </a:lnTo>
                  <a:close/>
                  <a:moveTo>
                    <a:pt x="38" y="135"/>
                  </a:moveTo>
                  <a:lnTo>
                    <a:pt x="38" y="137"/>
                  </a:lnTo>
                  <a:lnTo>
                    <a:pt x="37" y="137"/>
                  </a:lnTo>
                  <a:lnTo>
                    <a:pt x="38" y="135"/>
                  </a:lnTo>
                  <a:close/>
                  <a:moveTo>
                    <a:pt x="62" y="106"/>
                  </a:moveTo>
                  <a:lnTo>
                    <a:pt x="66" y="109"/>
                  </a:lnTo>
                  <a:lnTo>
                    <a:pt x="64" y="109"/>
                  </a:lnTo>
                  <a:lnTo>
                    <a:pt x="62" y="108"/>
                  </a:lnTo>
                  <a:lnTo>
                    <a:pt x="62" y="106"/>
                  </a:lnTo>
                  <a:close/>
                  <a:moveTo>
                    <a:pt x="29" y="0"/>
                  </a:moveTo>
                  <a:lnTo>
                    <a:pt x="30" y="2"/>
                  </a:lnTo>
                  <a:lnTo>
                    <a:pt x="33" y="2"/>
                  </a:lnTo>
                  <a:lnTo>
                    <a:pt x="36" y="5"/>
                  </a:lnTo>
                  <a:lnTo>
                    <a:pt x="36" y="9"/>
                  </a:lnTo>
                  <a:lnTo>
                    <a:pt x="34" y="10"/>
                  </a:lnTo>
                  <a:lnTo>
                    <a:pt x="36" y="13"/>
                  </a:lnTo>
                  <a:lnTo>
                    <a:pt x="37" y="14"/>
                  </a:lnTo>
                  <a:lnTo>
                    <a:pt x="39" y="13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2" y="17"/>
                  </a:lnTo>
                  <a:lnTo>
                    <a:pt x="43" y="19"/>
                  </a:lnTo>
                  <a:lnTo>
                    <a:pt x="43" y="21"/>
                  </a:lnTo>
                  <a:lnTo>
                    <a:pt x="42" y="23"/>
                  </a:lnTo>
                  <a:lnTo>
                    <a:pt x="43" y="26"/>
                  </a:lnTo>
                  <a:lnTo>
                    <a:pt x="43" y="30"/>
                  </a:lnTo>
                  <a:lnTo>
                    <a:pt x="43" y="37"/>
                  </a:lnTo>
                  <a:lnTo>
                    <a:pt x="47" y="34"/>
                  </a:lnTo>
                  <a:lnTo>
                    <a:pt x="50" y="34"/>
                  </a:lnTo>
                  <a:lnTo>
                    <a:pt x="50" y="31"/>
                  </a:lnTo>
                  <a:lnTo>
                    <a:pt x="54" y="30"/>
                  </a:lnTo>
                  <a:lnTo>
                    <a:pt x="58" y="31"/>
                  </a:lnTo>
                  <a:lnTo>
                    <a:pt x="61" y="31"/>
                  </a:lnTo>
                  <a:lnTo>
                    <a:pt x="62" y="34"/>
                  </a:lnTo>
                  <a:lnTo>
                    <a:pt x="67" y="34"/>
                  </a:lnTo>
                  <a:lnTo>
                    <a:pt x="70" y="29"/>
                  </a:lnTo>
                  <a:lnTo>
                    <a:pt x="74" y="27"/>
                  </a:lnTo>
                  <a:lnTo>
                    <a:pt x="79" y="29"/>
                  </a:lnTo>
                  <a:lnTo>
                    <a:pt x="80" y="33"/>
                  </a:lnTo>
                  <a:lnTo>
                    <a:pt x="86" y="37"/>
                  </a:lnTo>
                  <a:lnTo>
                    <a:pt x="90" y="38"/>
                  </a:lnTo>
                  <a:lnTo>
                    <a:pt x="90" y="40"/>
                  </a:lnTo>
                  <a:lnTo>
                    <a:pt x="90" y="43"/>
                  </a:lnTo>
                  <a:lnTo>
                    <a:pt x="88" y="44"/>
                  </a:lnTo>
                  <a:lnTo>
                    <a:pt x="90" y="47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1" y="54"/>
                  </a:lnTo>
                  <a:lnTo>
                    <a:pt x="93" y="56"/>
                  </a:lnTo>
                  <a:lnTo>
                    <a:pt x="96" y="56"/>
                  </a:lnTo>
                  <a:lnTo>
                    <a:pt x="99" y="58"/>
                  </a:lnTo>
                  <a:lnTo>
                    <a:pt x="97" y="59"/>
                  </a:lnTo>
                  <a:lnTo>
                    <a:pt x="100" y="60"/>
                  </a:lnTo>
                  <a:lnTo>
                    <a:pt x="101" y="63"/>
                  </a:lnTo>
                  <a:lnTo>
                    <a:pt x="100" y="65"/>
                  </a:lnTo>
                  <a:lnTo>
                    <a:pt x="100" y="67"/>
                  </a:lnTo>
                  <a:lnTo>
                    <a:pt x="100" y="68"/>
                  </a:lnTo>
                  <a:lnTo>
                    <a:pt x="100" y="71"/>
                  </a:lnTo>
                  <a:lnTo>
                    <a:pt x="100" y="75"/>
                  </a:lnTo>
                  <a:lnTo>
                    <a:pt x="99" y="76"/>
                  </a:lnTo>
                  <a:lnTo>
                    <a:pt x="96" y="77"/>
                  </a:lnTo>
                  <a:lnTo>
                    <a:pt x="93" y="76"/>
                  </a:lnTo>
                  <a:lnTo>
                    <a:pt x="91" y="77"/>
                  </a:lnTo>
                  <a:lnTo>
                    <a:pt x="88" y="76"/>
                  </a:lnTo>
                  <a:lnTo>
                    <a:pt x="86" y="76"/>
                  </a:lnTo>
                  <a:lnTo>
                    <a:pt x="82" y="77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2" y="77"/>
                  </a:lnTo>
                  <a:lnTo>
                    <a:pt x="70" y="77"/>
                  </a:lnTo>
                  <a:lnTo>
                    <a:pt x="67" y="81"/>
                  </a:lnTo>
                  <a:lnTo>
                    <a:pt x="66" y="85"/>
                  </a:lnTo>
                  <a:lnTo>
                    <a:pt x="64" y="88"/>
                  </a:lnTo>
                  <a:lnTo>
                    <a:pt x="64" y="92"/>
                  </a:lnTo>
                  <a:lnTo>
                    <a:pt x="66" y="97"/>
                  </a:lnTo>
                  <a:lnTo>
                    <a:pt x="67" y="98"/>
                  </a:lnTo>
                  <a:lnTo>
                    <a:pt x="68" y="100"/>
                  </a:lnTo>
                  <a:lnTo>
                    <a:pt x="68" y="105"/>
                  </a:lnTo>
                  <a:lnTo>
                    <a:pt x="68" y="106"/>
                  </a:lnTo>
                  <a:lnTo>
                    <a:pt x="67" y="106"/>
                  </a:lnTo>
                  <a:lnTo>
                    <a:pt x="67" y="108"/>
                  </a:lnTo>
                  <a:lnTo>
                    <a:pt x="66" y="108"/>
                  </a:lnTo>
                  <a:lnTo>
                    <a:pt x="66" y="108"/>
                  </a:lnTo>
                  <a:lnTo>
                    <a:pt x="63" y="105"/>
                  </a:lnTo>
                  <a:lnTo>
                    <a:pt x="62" y="105"/>
                  </a:lnTo>
                  <a:lnTo>
                    <a:pt x="62" y="105"/>
                  </a:lnTo>
                  <a:lnTo>
                    <a:pt x="61" y="104"/>
                  </a:lnTo>
                  <a:lnTo>
                    <a:pt x="58" y="101"/>
                  </a:lnTo>
                  <a:lnTo>
                    <a:pt x="57" y="100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55" y="102"/>
                  </a:lnTo>
                  <a:lnTo>
                    <a:pt x="54" y="101"/>
                  </a:lnTo>
                  <a:lnTo>
                    <a:pt x="51" y="101"/>
                  </a:lnTo>
                  <a:lnTo>
                    <a:pt x="49" y="101"/>
                  </a:lnTo>
                  <a:lnTo>
                    <a:pt x="47" y="101"/>
                  </a:lnTo>
                  <a:lnTo>
                    <a:pt x="46" y="101"/>
                  </a:lnTo>
                  <a:lnTo>
                    <a:pt x="46" y="98"/>
                  </a:lnTo>
                  <a:lnTo>
                    <a:pt x="47" y="98"/>
                  </a:lnTo>
                  <a:lnTo>
                    <a:pt x="46" y="96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6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2" y="89"/>
                  </a:lnTo>
                  <a:lnTo>
                    <a:pt x="41" y="90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37" y="90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36" y="92"/>
                  </a:lnTo>
                  <a:lnTo>
                    <a:pt x="34" y="93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6" y="98"/>
                  </a:lnTo>
                  <a:lnTo>
                    <a:pt x="36" y="101"/>
                  </a:lnTo>
                  <a:lnTo>
                    <a:pt x="36" y="102"/>
                  </a:lnTo>
                  <a:lnTo>
                    <a:pt x="36" y="102"/>
                  </a:lnTo>
                  <a:lnTo>
                    <a:pt x="36" y="106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2" y="113"/>
                  </a:lnTo>
                  <a:lnTo>
                    <a:pt x="32" y="122"/>
                  </a:lnTo>
                  <a:lnTo>
                    <a:pt x="29" y="126"/>
                  </a:lnTo>
                  <a:lnTo>
                    <a:pt x="29" y="129"/>
                  </a:lnTo>
                  <a:lnTo>
                    <a:pt x="28" y="130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8" y="133"/>
                  </a:lnTo>
                  <a:lnTo>
                    <a:pt x="28" y="134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2" y="142"/>
                  </a:lnTo>
                  <a:lnTo>
                    <a:pt x="30" y="143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2" y="143"/>
                  </a:lnTo>
                  <a:lnTo>
                    <a:pt x="33" y="142"/>
                  </a:lnTo>
                  <a:lnTo>
                    <a:pt x="34" y="142"/>
                  </a:lnTo>
                  <a:lnTo>
                    <a:pt x="36" y="143"/>
                  </a:lnTo>
                  <a:lnTo>
                    <a:pt x="37" y="143"/>
                  </a:lnTo>
                  <a:lnTo>
                    <a:pt x="37" y="146"/>
                  </a:lnTo>
                  <a:lnTo>
                    <a:pt x="38" y="147"/>
                  </a:lnTo>
                  <a:lnTo>
                    <a:pt x="38" y="150"/>
                  </a:lnTo>
                  <a:lnTo>
                    <a:pt x="39" y="151"/>
                  </a:lnTo>
                  <a:lnTo>
                    <a:pt x="41" y="154"/>
                  </a:lnTo>
                  <a:lnTo>
                    <a:pt x="42" y="154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2" y="152"/>
                  </a:lnTo>
                  <a:lnTo>
                    <a:pt x="43" y="155"/>
                  </a:lnTo>
                  <a:lnTo>
                    <a:pt x="43" y="156"/>
                  </a:lnTo>
                  <a:lnTo>
                    <a:pt x="45" y="158"/>
                  </a:lnTo>
                  <a:lnTo>
                    <a:pt x="46" y="162"/>
                  </a:lnTo>
                  <a:lnTo>
                    <a:pt x="45" y="163"/>
                  </a:lnTo>
                  <a:lnTo>
                    <a:pt x="45" y="164"/>
                  </a:lnTo>
                  <a:lnTo>
                    <a:pt x="45" y="163"/>
                  </a:lnTo>
                  <a:lnTo>
                    <a:pt x="42" y="164"/>
                  </a:lnTo>
                  <a:lnTo>
                    <a:pt x="42" y="165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7" y="168"/>
                  </a:lnTo>
                  <a:lnTo>
                    <a:pt x="49" y="169"/>
                  </a:lnTo>
                  <a:lnTo>
                    <a:pt x="51" y="172"/>
                  </a:lnTo>
                  <a:lnTo>
                    <a:pt x="53" y="173"/>
                  </a:lnTo>
                  <a:lnTo>
                    <a:pt x="54" y="173"/>
                  </a:lnTo>
                  <a:lnTo>
                    <a:pt x="57" y="173"/>
                  </a:lnTo>
                  <a:lnTo>
                    <a:pt x="59" y="173"/>
                  </a:lnTo>
                  <a:lnTo>
                    <a:pt x="61" y="177"/>
                  </a:lnTo>
                  <a:lnTo>
                    <a:pt x="62" y="179"/>
                  </a:lnTo>
                  <a:lnTo>
                    <a:pt x="63" y="180"/>
                  </a:lnTo>
                  <a:lnTo>
                    <a:pt x="64" y="181"/>
                  </a:lnTo>
                  <a:lnTo>
                    <a:pt x="63" y="183"/>
                  </a:lnTo>
                  <a:lnTo>
                    <a:pt x="63" y="184"/>
                  </a:lnTo>
                  <a:lnTo>
                    <a:pt x="62" y="185"/>
                  </a:lnTo>
                  <a:lnTo>
                    <a:pt x="61" y="184"/>
                  </a:lnTo>
                  <a:lnTo>
                    <a:pt x="58" y="184"/>
                  </a:lnTo>
                  <a:lnTo>
                    <a:pt x="55" y="187"/>
                  </a:lnTo>
                  <a:lnTo>
                    <a:pt x="53" y="187"/>
                  </a:lnTo>
                  <a:lnTo>
                    <a:pt x="53" y="184"/>
                  </a:lnTo>
                  <a:lnTo>
                    <a:pt x="54" y="183"/>
                  </a:lnTo>
                  <a:lnTo>
                    <a:pt x="54" y="179"/>
                  </a:lnTo>
                  <a:lnTo>
                    <a:pt x="53" y="177"/>
                  </a:lnTo>
                  <a:lnTo>
                    <a:pt x="50" y="177"/>
                  </a:lnTo>
                  <a:lnTo>
                    <a:pt x="50" y="176"/>
                  </a:lnTo>
                  <a:lnTo>
                    <a:pt x="46" y="175"/>
                  </a:lnTo>
                  <a:lnTo>
                    <a:pt x="43" y="173"/>
                  </a:lnTo>
                  <a:lnTo>
                    <a:pt x="42" y="175"/>
                  </a:lnTo>
                  <a:lnTo>
                    <a:pt x="42" y="177"/>
                  </a:lnTo>
                  <a:lnTo>
                    <a:pt x="41" y="176"/>
                  </a:lnTo>
                  <a:lnTo>
                    <a:pt x="36" y="172"/>
                  </a:lnTo>
                  <a:lnTo>
                    <a:pt x="36" y="172"/>
                  </a:lnTo>
                  <a:lnTo>
                    <a:pt x="37" y="171"/>
                  </a:lnTo>
                  <a:lnTo>
                    <a:pt x="37" y="169"/>
                  </a:lnTo>
                  <a:lnTo>
                    <a:pt x="36" y="169"/>
                  </a:lnTo>
                  <a:lnTo>
                    <a:pt x="34" y="167"/>
                  </a:lnTo>
                  <a:lnTo>
                    <a:pt x="32" y="167"/>
                  </a:lnTo>
                  <a:lnTo>
                    <a:pt x="32" y="165"/>
                  </a:lnTo>
                  <a:lnTo>
                    <a:pt x="29" y="162"/>
                  </a:lnTo>
                  <a:lnTo>
                    <a:pt x="28" y="162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5"/>
                  </a:lnTo>
                  <a:lnTo>
                    <a:pt x="22" y="154"/>
                  </a:lnTo>
                  <a:lnTo>
                    <a:pt x="24" y="154"/>
                  </a:lnTo>
                  <a:lnTo>
                    <a:pt x="21" y="154"/>
                  </a:lnTo>
                  <a:lnTo>
                    <a:pt x="21" y="156"/>
                  </a:lnTo>
                  <a:lnTo>
                    <a:pt x="20" y="156"/>
                  </a:lnTo>
                  <a:lnTo>
                    <a:pt x="18" y="155"/>
                  </a:lnTo>
                  <a:lnTo>
                    <a:pt x="17" y="151"/>
                  </a:lnTo>
                  <a:lnTo>
                    <a:pt x="18" y="150"/>
                  </a:lnTo>
                  <a:lnTo>
                    <a:pt x="18" y="146"/>
                  </a:lnTo>
                  <a:lnTo>
                    <a:pt x="20" y="146"/>
                  </a:lnTo>
                  <a:lnTo>
                    <a:pt x="20" y="140"/>
                  </a:lnTo>
                  <a:lnTo>
                    <a:pt x="21" y="140"/>
                  </a:lnTo>
                  <a:lnTo>
                    <a:pt x="21" y="139"/>
                  </a:lnTo>
                  <a:lnTo>
                    <a:pt x="20" y="139"/>
                  </a:lnTo>
                  <a:lnTo>
                    <a:pt x="22" y="137"/>
                  </a:lnTo>
                  <a:lnTo>
                    <a:pt x="21" y="135"/>
                  </a:lnTo>
                  <a:lnTo>
                    <a:pt x="22" y="134"/>
                  </a:lnTo>
                  <a:lnTo>
                    <a:pt x="21" y="133"/>
                  </a:lnTo>
                  <a:lnTo>
                    <a:pt x="22" y="129"/>
                  </a:lnTo>
                  <a:lnTo>
                    <a:pt x="22" y="127"/>
                  </a:lnTo>
                  <a:lnTo>
                    <a:pt x="24" y="126"/>
                  </a:lnTo>
                  <a:lnTo>
                    <a:pt x="24" y="122"/>
                  </a:lnTo>
                  <a:lnTo>
                    <a:pt x="26" y="121"/>
                  </a:lnTo>
                  <a:lnTo>
                    <a:pt x="29" y="113"/>
                  </a:lnTo>
                  <a:lnTo>
                    <a:pt x="30" y="113"/>
                  </a:lnTo>
                  <a:lnTo>
                    <a:pt x="30" y="109"/>
                  </a:lnTo>
                  <a:lnTo>
                    <a:pt x="29" y="106"/>
                  </a:lnTo>
                  <a:lnTo>
                    <a:pt x="29" y="102"/>
                  </a:lnTo>
                  <a:lnTo>
                    <a:pt x="29" y="100"/>
                  </a:lnTo>
                  <a:lnTo>
                    <a:pt x="28" y="97"/>
                  </a:lnTo>
                  <a:lnTo>
                    <a:pt x="26" y="96"/>
                  </a:lnTo>
                  <a:lnTo>
                    <a:pt x="26" y="93"/>
                  </a:lnTo>
                  <a:lnTo>
                    <a:pt x="26" y="90"/>
                  </a:lnTo>
                  <a:lnTo>
                    <a:pt x="28" y="89"/>
                  </a:lnTo>
                  <a:lnTo>
                    <a:pt x="26" y="84"/>
                  </a:lnTo>
                  <a:lnTo>
                    <a:pt x="22" y="80"/>
                  </a:lnTo>
                  <a:lnTo>
                    <a:pt x="18" y="77"/>
                  </a:lnTo>
                  <a:lnTo>
                    <a:pt x="16" y="73"/>
                  </a:lnTo>
                  <a:lnTo>
                    <a:pt x="16" y="72"/>
                  </a:lnTo>
                  <a:lnTo>
                    <a:pt x="14" y="68"/>
                  </a:lnTo>
                  <a:lnTo>
                    <a:pt x="17" y="65"/>
                  </a:lnTo>
                  <a:lnTo>
                    <a:pt x="17" y="64"/>
                  </a:lnTo>
                  <a:lnTo>
                    <a:pt x="16" y="58"/>
                  </a:lnTo>
                  <a:lnTo>
                    <a:pt x="16" y="56"/>
                  </a:lnTo>
                  <a:lnTo>
                    <a:pt x="18" y="55"/>
                  </a:lnTo>
                  <a:lnTo>
                    <a:pt x="18" y="52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9" y="39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0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3" y="26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4" y="19"/>
                  </a:lnTo>
                  <a:lnTo>
                    <a:pt x="7" y="18"/>
                  </a:lnTo>
                  <a:lnTo>
                    <a:pt x="5" y="14"/>
                  </a:lnTo>
                  <a:lnTo>
                    <a:pt x="8" y="12"/>
                  </a:lnTo>
                  <a:lnTo>
                    <a:pt x="12" y="13"/>
                  </a:lnTo>
                  <a:lnTo>
                    <a:pt x="14" y="10"/>
                  </a:lnTo>
                  <a:lnTo>
                    <a:pt x="17" y="12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20" y="5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2" name="Freeform 369">
              <a:extLst>
                <a:ext uri="{FF2B5EF4-FFF2-40B4-BE49-F238E27FC236}">
                  <a16:creationId xmlns:a16="http://schemas.microsoft.com/office/drawing/2014/main" id="{62F5D6B2-0A57-4262-8B3D-D00727B54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775" y="2380248"/>
              <a:ext cx="235701" cy="146518"/>
            </a:xfrm>
            <a:custGeom>
              <a:avLst/>
              <a:gdLst>
                <a:gd name="T0" fmla="*/ 16 w 37"/>
                <a:gd name="T1" fmla="*/ 0 h 23"/>
                <a:gd name="T2" fmla="*/ 18 w 37"/>
                <a:gd name="T3" fmla="*/ 3 h 23"/>
                <a:gd name="T4" fmla="*/ 23 w 37"/>
                <a:gd name="T5" fmla="*/ 3 h 23"/>
                <a:gd name="T6" fmla="*/ 25 w 37"/>
                <a:gd name="T7" fmla="*/ 4 h 23"/>
                <a:gd name="T8" fmla="*/ 28 w 37"/>
                <a:gd name="T9" fmla="*/ 3 h 23"/>
                <a:gd name="T10" fmla="*/ 31 w 37"/>
                <a:gd name="T11" fmla="*/ 3 h 23"/>
                <a:gd name="T12" fmla="*/ 33 w 37"/>
                <a:gd name="T13" fmla="*/ 6 h 23"/>
                <a:gd name="T14" fmla="*/ 33 w 37"/>
                <a:gd name="T15" fmla="*/ 6 h 23"/>
                <a:gd name="T16" fmla="*/ 33 w 37"/>
                <a:gd name="T17" fmla="*/ 8 h 23"/>
                <a:gd name="T18" fmla="*/ 33 w 37"/>
                <a:gd name="T19" fmla="*/ 11 h 23"/>
                <a:gd name="T20" fmla="*/ 37 w 37"/>
                <a:gd name="T21" fmla="*/ 12 h 23"/>
                <a:gd name="T22" fmla="*/ 37 w 37"/>
                <a:gd name="T23" fmla="*/ 16 h 23"/>
                <a:gd name="T24" fmla="*/ 37 w 37"/>
                <a:gd name="T25" fmla="*/ 17 h 23"/>
                <a:gd name="T26" fmla="*/ 32 w 37"/>
                <a:gd name="T27" fmla="*/ 19 h 23"/>
                <a:gd name="T28" fmla="*/ 29 w 37"/>
                <a:gd name="T29" fmla="*/ 19 h 23"/>
                <a:gd name="T30" fmla="*/ 24 w 37"/>
                <a:gd name="T31" fmla="*/ 20 h 23"/>
                <a:gd name="T32" fmla="*/ 21 w 37"/>
                <a:gd name="T33" fmla="*/ 19 h 23"/>
                <a:gd name="T34" fmla="*/ 19 w 37"/>
                <a:gd name="T35" fmla="*/ 19 h 23"/>
                <a:gd name="T36" fmla="*/ 18 w 37"/>
                <a:gd name="T37" fmla="*/ 23 h 23"/>
                <a:gd name="T38" fmla="*/ 14 w 37"/>
                <a:gd name="T39" fmla="*/ 23 h 23"/>
                <a:gd name="T40" fmla="*/ 8 w 37"/>
                <a:gd name="T41" fmla="*/ 19 h 23"/>
                <a:gd name="T42" fmla="*/ 7 w 37"/>
                <a:gd name="T43" fmla="*/ 20 h 23"/>
                <a:gd name="T44" fmla="*/ 3 w 37"/>
                <a:gd name="T45" fmla="*/ 19 h 23"/>
                <a:gd name="T46" fmla="*/ 0 w 37"/>
                <a:gd name="T47" fmla="*/ 15 h 23"/>
                <a:gd name="T48" fmla="*/ 0 w 37"/>
                <a:gd name="T49" fmla="*/ 14 h 23"/>
                <a:gd name="T50" fmla="*/ 2 w 37"/>
                <a:gd name="T51" fmla="*/ 11 h 23"/>
                <a:gd name="T52" fmla="*/ 3 w 37"/>
                <a:gd name="T53" fmla="*/ 10 h 23"/>
                <a:gd name="T54" fmla="*/ 6 w 37"/>
                <a:gd name="T55" fmla="*/ 4 h 23"/>
                <a:gd name="T56" fmla="*/ 12 w 37"/>
                <a:gd name="T57" fmla="*/ 2 h 23"/>
                <a:gd name="T58" fmla="*/ 16 w 37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" h="23">
                  <a:moveTo>
                    <a:pt x="16" y="0"/>
                  </a:moveTo>
                  <a:lnTo>
                    <a:pt x="18" y="3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8" y="3"/>
                  </a:lnTo>
                  <a:lnTo>
                    <a:pt x="31" y="3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8"/>
                  </a:lnTo>
                  <a:lnTo>
                    <a:pt x="33" y="11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17"/>
                  </a:lnTo>
                  <a:lnTo>
                    <a:pt x="32" y="19"/>
                  </a:lnTo>
                  <a:lnTo>
                    <a:pt x="29" y="19"/>
                  </a:lnTo>
                  <a:lnTo>
                    <a:pt x="24" y="20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19"/>
                  </a:lnTo>
                  <a:lnTo>
                    <a:pt x="7" y="20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3" name="Freeform 359">
              <a:extLst>
                <a:ext uri="{FF2B5EF4-FFF2-40B4-BE49-F238E27FC236}">
                  <a16:creationId xmlns:a16="http://schemas.microsoft.com/office/drawing/2014/main" id="{05300509-016B-4E99-95BA-14B7E7542A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3540" y="4093852"/>
              <a:ext cx="1452422" cy="509622"/>
            </a:xfrm>
            <a:custGeom>
              <a:avLst/>
              <a:gdLst>
                <a:gd name="T0" fmla="*/ 138 w 228"/>
                <a:gd name="T1" fmla="*/ 60 h 80"/>
                <a:gd name="T2" fmla="*/ 138 w 228"/>
                <a:gd name="T3" fmla="*/ 58 h 80"/>
                <a:gd name="T4" fmla="*/ 138 w 228"/>
                <a:gd name="T5" fmla="*/ 58 h 80"/>
                <a:gd name="T6" fmla="*/ 138 w 228"/>
                <a:gd name="T7" fmla="*/ 58 h 80"/>
                <a:gd name="T8" fmla="*/ 1 w 228"/>
                <a:gd name="T9" fmla="*/ 21 h 80"/>
                <a:gd name="T10" fmla="*/ 0 w 228"/>
                <a:gd name="T11" fmla="*/ 21 h 80"/>
                <a:gd name="T12" fmla="*/ 12 w 228"/>
                <a:gd name="T13" fmla="*/ 10 h 80"/>
                <a:gd name="T14" fmla="*/ 14 w 228"/>
                <a:gd name="T15" fmla="*/ 20 h 80"/>
                <a:gd name="T16" fmla="*/ 22 w 228"/>
                <a:gd name="T17" fmla="*/ 16 h 80"/>
                <a:gd name="T18" fmla="*/ 27 w 228"/>
                <a:gd name="T19" fmla="*/ 13 h 80"/>
                <a:gd name="T20" fmla="*/ 41 w 228"/>
                <a:gd name="T21" fmla="*/ 35 h 80"/>
                <a:gd name="T22" fmla="*/ 41 w 228"/>
                <a:gd name="T23" fmla="*/ 51 h 80"/>
                <a:gd name="T24" fmla="*/ 47 w 228"/>
                <a:gd name="T25" fmla="*/ 59 h 80"/>
                <a:gd name="T26" fmla="*/ 50 w 228"/>
                <a:gd name="T27" fmla="*/ 66 h 80"/>
                <a:gd name="T28" fmla="*/ 50 w 228"/>
                <a:gd name="T29" fmla="*/ 71 h 80"/>
                <a:gd name="T30" fmla="*/ 50 w 228"/>
                <a:gd name="T31" fmla="*/ 72 h 80"/>
                <a:gd name="T32" fmla="*/ 43 w 228"/>
                <a:gd name="T33" fmla="*/ 72 h 80"/>
                <a:gd name="T34" fmla="*/ 31 w 228"/>
                <a:gd name="T35" fmla="*/ 66 h 80"/>
                <a:gd name="T36" fmla="*/ 21 w 228"/>
                <a:gd name="T37" fmla="*/ 58 h 80"/>
                <a:gd name="T38" fmla="*/ 17 w 228"/>
                <a:gd name="T39" fmla="*/ 50 h 80"/>
                <a:gd name="T40" fmla="*/ 8 w 228"/>
                <a:gd name="T41" fmla="*/ 39 h 80"/>
                <a:gd name="T42" fmla="*/ 6 w 228"/>
                <a:gd name="T43" fmla="*/ 27 h 80"/>
                <a:gd name="T44" fmla="*/ 2 w 228"/>
                <a:gd name="T45" fmla="*/ 6 h 80"/>
                <a:gd name="T46" fmla="*/ 207 w 228"/>
                <a:gd name="T47" fmla="*/ 10 h 80"/>
                <a:gd name="T48" fmla="*/ 209 w 228"/>
                <a:gd name="T49" fmla="*/ 18 h 80"/>
                <a:gd name="T50" fmla="*/ 212 w 228"/>
                <a:gd name="T51" fmla="*/ 21 h 80"/>
                <a:gd name="T52" fmla="*/ 221 w 228"/>
                <a:gd name="T53" fmla="*/ 22 h 80"/>
                <a:gd name="T54" fmla="*/ 225 w 228"/>
                <a:gd name="T55" fmla="*/ 29 h 80"/>
                <a:gd name="T56" fmla="*/ 218 w 228"/>
                <a:gd name="T57" fmla="*/ 35 h 80"/>
                <a:gd name="T58" fmla="*/ 208 w 228"/>
                <a:gd name="T59" fmla="*/ 37 h 80"/>
                <a:gd name="T60" fmla="*/ 196 w 228"/>
                <a:gd name="T61" fmla="*/ 35 h 80"/>
                <a:gd name="T62" fmla="*/ 187 w 228"/>
                <a:gd name="T63" fmla="*/ 42 h 80"/>
                <a:gd name="T64" fmla="*/ 174 w 228"/>
                <a:gd name="T65" fmla="*/ 71 h 80"/>
                <a:gd name="T66" fmla="*/ 159 w 228"/>
                <a:gd name="T67" fmla="*/ 75 h 80"/>
                <a:gd name="T68" fmla="*/ 137 w 228"/>
                <a:gd name="T69" fmla="*/ 77 h 80"/>
                <a:gd name="T70" fmla="*/ 126 w 228"/>
                <a:gd name="T71" fmla="*/ 80 h 80"/>
                <a:gd name="T72" fmla="*/ 116 w 228"/>
                <a:gd name="T73" fmla="*/ 67 h 80"/>
                <a:gd name="T74" fmla="*/ 129 w 228"/>
                <a:gd name="T75" fmla="*/ 72 h 80"/>
                <a:gd name="T76" fmla="*/ 135 w 228"/>
                <a:gd name="T77" fmla="*/ 64 h 80"/>
                <a:gd name="T78" fmla="*/ 142 w 228"/>
                <a:gd name="T79" fmla="*/ 60 h 80"/>
                <a:gd name="T80" fmla="*/ 158 w 228"/>
                <a:gd name="T81" fmla="*/ 48 h 80"/>
                <a:gd name="T82" fmla="*/ 166 w 228"/>
                <a:gd name="T83" fmla="*/ 35 h 80"/>
                <a:gd name="T84" fmla="*/ 175 w 228"/>
                <a:gd name="T85" fmla="*/ 39 h 80"/>
                <a:gd name="T86" fmla="*/ 178 w 228"/>
                <a:gd name="T87" fmla="*/ 31 h 80"/>
                <a:gd name="T88" fmla="*/ 182 w 228"/>
                <a:gd name="T89" fmla="*/ 35 h 80"/>
                <a:gd name="T90" fmla="*/ 183 w 228"/>
                <a:gd name="T91" fmla="*/ 27 h 80"/>
                <a:gd name="T92" fmla="*/ 180 w 228"/>
                <a:gd name="T93" fmla="*/ 25 h 80"/>
                <a:gd name="T94" fmla="*/ 193 w 228"/>
                <a:gd name="T95" fmla="*/ 10 h 80"/>
                <a:gd name="T96" fmla="*/ 197 w 228"/>
                <a:gd name="T97" fmla="*/ 9 h 80"/>
                <a:gd name="T98" fmla="*/ 203 w 228"/>
                <a:gd name="T99" fmla="*/ 0 h 80"/>
                <a:gd name="T100" fmla="*/ 203 w 228"/>
                <a:gd name="T101" fmla="*/ 0 h 80"/>
                <a:gd name="T102" fmla="*/ 200 w 228"/>
                <a:gd name="T10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8" h="80">
                  <a:moveTo>
                    <a:pt x="137" y="60"/>
                  </a:moveTo>
                  <a:lnTo>
                    <a:pt x="138" y="62"/>
                  </a:lnTo>
                  <a:lnTo>
                    <a:pt x="135" y="63"/>
                  </a:lnTo>
                  <a:lnTo>
                    <a:pt x="137" y="60"/>
                  </a:lnTo>
                  <a:close/>
                  <a:moveTo>
                    <a:pt x="138" y="60"/>
                  </a:moveTo>
                  <a:lnTo>
                    <a:pt x="139" y="62"/>
                  </a:lnTo>
                  <a:lnTo>
                    <a:pt x="138" y="62"/>
                  </a:lnTo>
                  <a:lnTo>
                    <a:pt x="138" y="60"/>
                  </a:lnTo>
                  <a:lnTo>
                    <a:pt x="138" y="60"/>
                  </a:lnTo>
                  <a:close/>
                  <a:moveTo>
                    <a:pt x="138" y="58"/>
                  </a:moveTo>
                  <a:lnTo>
                    <a:pt x="138" y="58"/>
                  </a:lnTo>
                  <a:lnTo>
                    <a:pt x="138" y="59"/>
                  </a:lnTo>
                  <a:lnTo>
                    <a:pt x="137" y="60"/>
                  </a:lnTo>
                  <a:lnTo>
                    <a:pt x="137" y="59"/>
                  </a:lnTo>
                  <a:lnTo>
                    <a:pt x="138" y="58"/>
                  </a:lnTo>
                  <a:close/>
                  <a:moveTo>
                    <a:pt x="141" y="58"/>
                  </a:moveTo>
                  <a:lnTo>
                    <a:pt x="141" y="60"/>
                  </a:lnTo>
                  <a:lnTo>
                    <a:pt x="139" y="60"/>
                  </a:lnTo>
                  <a:lnTo>
                    <a:pt x="138" y="59"/>
                  </a:lnTo>
                  <a:lnTo>
                    <a:pt x="138" y="58"/>
                  </a:lnTo>
                  <a:lnTo>
                    <a:pt x="139" y="58"/>
                  </a:lnTo>
                  <a:lnTo>
                    <a:pt x="139" y="58"/>
                  </a:lnTo>
                  <a:lnTo>
                    <a:pt x="141" y="58"/>
                  </a:lnTo>
                  <a:close/>
                  <a:moveTo>
                    <a:pt x="0" y="21"/>
                  </a:moveTo>
                  <a:lnTo>
                    <a:pt x="1" y="21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1" y="23"/>
                  </a:lnTo>
                  <a:lnTo>
                    <a:pt x="0" y="21"/>
                  </a:lnTo>
                  <a:close/>
                  <a:moveTo>
                    <a:pt x="2" y="6"/>
                  </a:moveTo>
                  <a:lnTo>
                    <a:pt x="5" y="8"/>
                  </a:lnTo>
                  <a:lnTo>
                    <a:pt x="9" y="9"/>
                  </a:lnTo>
                  <a:lnTo>
                    <a:pt x="9" y="10"/>
                  </a:lnTo>
                  <a:lnTo>
                    <a:pt x="12" y="10"/>
                  </a:lnTo>
                  <a:lnTo>
                    <a:pt x="13" y="12"/>
                  </a:lnTo>
                  <a:lnTo>
                    <a:pt x="13" y="16"/>
                  </a:lnTo>
                  <a:lnTo>
                    <a:pt x="12" y="17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7" y="17"/>
                  </a:lnTo>
                  <a:lnTo>
                    <a:pt x="20" y="17"/>
                  </a:lnTo>
                  <a:lnTo>
                    <a:pt x="21" y="18"/>
                  </a:lnTo>
                  <a:lnTo>
                    <a:pt x="22" y="17"/>
                  </a:lnTo>
                  <a:lnTo>
                    <a:pt x="22" y="16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25" y="14"/>
                  </a:lnTo>
                  <a:lnTo>
                    <a:pt x="26" y="13"/>
                  </a:lnTo>
                  <a:lnTo>
                    <a:pt x="27" y="13"/>
                  </a:lnTo>
                  <a:lnTo>
                    <a:pt x="29" y="17"/>
                  </a:lnTo>
                  <a:lnTo>
                    <a:pt x="37" y="25"/>
                  </a:lnTo>
                  <a:lnTo>
                    <a:pt x="39" y="29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9" y="45"/>
                  </a:lnTo>
                  <a:lnTo>
                    <a:pt x="41" y="46"/>
                  </a:lnTo>
                  <a:lnTo>
                    <a:pt x="41" y="51"/>
                  </a:lnTo>
                  <a:lnTo>
                    <a:pt x="42" y="55"/>
                  </a:lnTo>
                  <a:lnTo>
                    <a:pt x="45" y="58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7" y="59"/>
                  </a:lnTo>
                  <a:lnTo>
                    <a:pt x="47" y="63"/>
                  </a:lnTo>
                  <a:lnTo>
                    <a:pt x="49" y="63"/>
                  </a:lnTo>
                  <a:lnTo>
                    <a:pt x="49" y="64"/>
                  </a:lnTo>
                  <a:lnTo>
                    <a:pt x="49" y="66"/>
                  </a:lnTo>
                  <a:lnTo>
                    <a:pt x="50" y="66"/>
                  </a:lnTo>
                  <a:lnTo>
                    <a:pt x="52" y="71"/>
                  </a:lnTo>
                  <a:lnTo>
                    <a:pt x="52" y="73"/>
                  </a:lnTo>
                  <a:lnTo>
                    <a:pt x="50" y="73"/>
                  </a:lnTo>
                  <a:lnTo>
                    <a:pt x="50" y="72"/>
                  </a:lnTo>
                  <a:lnTo>
                    <a:pt x="50" y="71"/>
                  </a:lnTo>
                  <a:lnTo>
                    <a:pt x="49" y="70"/>
                  </a:lnTo>
                  <a:lnTo>
                    <a:pt x="50" y="71"/>
                  </a:lnTo>
                  <a:lnTo>
                    <a:pt x="49" y="72"/>
                  </a:lnTo>
                  <a:lnTo>
                    <a:pt x="49" y="72"/>
                  </a:lnTo>
                  <a:lnTo>
                    <a:pt x="50" y="72"/>
                  </a:lnTo>
                  <a:lnTo>
                    <a:pt x="50" y="73"/>
                  </a:lnTo>
                  <a:lnTo>
                    <a:pt x="47" y="75"/>
                  </a:lnTo>
                  <a:lnTo>
                    <a:pt x="46" y="73"/>
                  </a:lnTo>
                  <a:lnTo>
                    <a:pt x="46" y="73"/>
                  </a:lnTo>
                  <a:lnTo>
                    <a:pt x="43" y="72"/>
                  </a:lnTo>
                  <a:lnTo>
                    <a:pt x="42" y="71"/>
                  </a:lnTo>
                  <a:lnTo>
                    <a:pt x="38" y="71"/>
                  </a:lnTo>
                  <a:lnTo>
                    <a:pt x="34" y="68"/>
                  </a:lnTo>
                  <a:lnTo>
                    <a:pt x="33" y="67"/>
                  </a:lnTo>
                  <a:lnTo>
                    <a:pt x="31" y="66"/>
                  </a:lnTo>
                  <a:lnTo>
                    <a:pt x="29" y="66"/>
                  </a:lnTo>
                  <a:lnTo>
                    <a:pt x="27" y="66"/>
                  </a:lnTo>
                  <a:lnTo>
                    <a:pt x="25" y="63"/>
                  </a:lnTo>
                  <a:lnTo>
                    <a:pt x="25" y="60"/>
                  </a:lnTo>
                  <a:lnTo>
                    <a:pt x="21" y="58"/>
                  </a:lnTo>
                  <a:lnTo>
                    <a:pt x="17" y="56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4" y="48"/>
                  </a:lnTo>
                  <a:lnTo>
                    <a:pt x="12" y="45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8" y="39"/>
                  </a:lnTo>
                  <a:lnTo>
                    <a:pt x="6" y="38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8" y="31"/>
                  </a:lnTo>
                  <a:lnTo>
                    <a:pt x="6" y="27"/>
                  </a:lnTo>
                  <a:lnTo>
                    <a:pt x="5" y="25"/>
                  </a:lnTo>
                  <a:lnTo>
                    <a:pt x="4" y="16"/>
                  </a:lnTo>
                  <a:lnTo>
                    <a:pt x="1" y="10"/>
                  </a:lnTo>
                  <a:lnTo>
                    <a:pt x="1" y="8"/>
                  </a:lnTo>
                  <a:lnTo>
                    <a:pt x="2" y="6"/>
                  </a:lnTo>
                  <a:close/>
                  <a:moveTo>
                    <a:pt x="201" y="4"/>
                  </a:moveTo>
                  <a:lnTo>
                    <a:pt x="204" y="5"/>
                  </a:lnTo>
                  <a:lnTo>
                    <a:pt x="204" y="9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10" y="12"/>
                  </a:lnTo>
                  <a:lnTo>
                    <a:pt x="210" y="13"/>
                  </a:lnTo>
                  <a:lnTo>
                    <a:pt x="208" y="14"/>
                  </a:lnTo>
                  <a:lnTo>
                    <a:pt x="208" y="18"/>
                  </a:lnTo>
                  <a:lnTo>
                    <a:pt x="209" y="18"/>
                  </a:lnTo>
                  <a:lnTo>
                    <a:pt x="210" y="20"/>
                  </a:lnTo>
                  <a:lnTo>
                    <a:pt x="212" y="17"/>
                  </a:lnTo>
                  <a:lnTo>
                    <a:pt x="213" y="17"/>
                  </a:lnTo>
                  <a:lnTo>
                    <a:pt x="214" y="18"/>
                  </a:lnTo>
                  <a:lnTo>
                    <a:pt x="212" y="21"/>
                  </a:lnTo>
                  <a:lnTo>
                    <a:pt x="212" y="22"/>
                  </a:lnTo>
                  <a:lnTo>
                    <a:pt x="214" y="20"/>
                  </a:lnTo>
                  <a:lnTo>
                    <a:pt x="216" y="20"/>
                  </a:lnTo>
                  <a:lnTo>
                    <a:pt x="218" y="22"/>
                  </a:lnTo>
                  <a:lnTo>
                    <a:pt x="221" y="22"/>
                  </a:lnTo>
                  <a:lnTo>
                    <a:pt x="222" y="25"/>
                  </a:lnTo>
                  <a:lnTo>
                    <a:pt x="225" y="25"/>
                  </a:lnTo>
                  <a:lnTo>
                    <a:pt x="228" y="25"/>
                  </a:lnTo>
                  <a:lnTo>
                    <a:pt x="228" y="26"/>
                  </a:lnTo>
                  <a:lnTo>
                    <a:pt x="225" y="29"/>
                  </a:lnTo>
                  <a:lnTo>
                    <a:pt x="221" y="30"/>
                  </a:lnTo>
                  <a:lnTo>
                    <a:pt x="217" y="29"/>
                  </a:lnTo>
                  <a:lnTo>
                    <a:pt x="216" y="30"/>
                  </a:lnTo>
                  <a:lnTo>
                    <a:pt x="216" y="33"/>
                  </a:lnTo>
                  <a:lnTo>
                    <a:pt x="218" y="35"/>
                  </a:lnTo>
                  <a:lnTo>
                    <a:pt x="218" y="37"/>
                  </a:lnTo>
                  <a:lnTo>
                    <a:pt x="216" y="38"/>
                  </a:lnTo>
                  <a:lnTo>
                    <a:pt x="213" y="39"/>
                  </a:lnTo>
                  <a:lnTo>
                    <a:pt x="210" y="38"/>
                  </a:lnTo>
                  <a:lnTo>
                    <a:pt x="208" y="37"/>
                  </a:lnTo>
                  <a:lnTo>
                    <a:pt x="208" y="38"/>
                  </a:lnTo>
                  <a:lnTo>
                    <a:pt x="205" y="37"/>
                  </a:lnTo>
                  <a:lnTo>
                    <a:pt x="203" y="37"/>
                  </a:lnTo>
                  <a:lnTo>
                    <a:pt x="201" y="37"/>
                  </a:lnTo>
                  <a:lnTo>
                    <a:pt x="196" y="35"/>
                  </a:lnTo>
                  <a:lnTo>
                    <a:pt x="192" y="37"/>
                  </a:lnTo>
                  <a:lnTo>
                    <a:pt x="189" y="35"/>
                  </a:lnTo>
                  <a:lnTo>
                    <a:pt x="187" y="38"/>
                  </a:lnTo>
                  <a:lnTo>
                    <a:pt x="188" y="41"/>
                  </a:lnTo>
                  <a:lnTo>
                    <a:pt x="187" y="42"/>
                  </a:lnTo>
                  <a:lnTo>
                    <a:pt x="187" y="43"/>
                  </a:lnTo>
                  <a:lnTo>
                    <a:pt x="184" y="52"/>
                  </a:lnTo>
                  <a:lnTo>
                    <a:pt x="180" y="58"/>
                  </a:lnTo>
                  <a:lnTo>
                    <a:pt x="179" y="63"/>
                  </a:lnTo>
                  <a:lnTo>
                    <a:pt x="174" y="71"/>
                  </a:lnTo>
                  <a:lnTo>
                    <a:pt x="174" y="72"/>
                  </a:lnTo>
                  <a:lnTo>
                    <a:pt x="168" y="73"/>
                  </a:lnTo>
                  <a:lnTo>
                    <a:pt x="163" y="76"/>
                  </a:lnTo>
                  <a:lnTo>
                    <a:pt x="160" y="76"/>
                  </a:lnTo>
                  <a:lnTo>
                    <a:pt x="159" y="75"/>
                  </a:lnTo>
                  <a:lnTo>
                    <a:pt x="156" y="73"/>
                  </a:lnTo>
                  <a:lnTo>
                    <a:pt x="151" y="73"/>
                  </a:lnTo>
                  <a:lnTo>
                    <a:pt x="149" y="75"/>
                  </a:lnTo>
                  <a:lnTo>
                    <a:pt x="142" y="77"/>
                  </a:lnTo>
                  <a:lnTo>
                    <a:pt x="137" y="77"/>
                  </a:lnTo>
                  <a:lnTo>
                    <a:pt x="134" y="77"/>
                  </a:lnTo>
                  <a:lnTo>
                    <a:pt x="131" y="77"/>
                  </a:lnTo>
                  <a:lnTo>
                    <a:pt x="131" y="79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125" y="77"/>
                  </a:lnTo>
                  <a:lnTo>
                    <a:pt x="122" y="75"/>
                  </a:lnTo>
                  <a:lnTo>
                    <a:pt x="122" y="75"/>
                  </a:lnTo>
                  <a:lnTo>
                    <a:pt x="118" y="71"/>
                  </a:lnTo>
                  <a:lnTo>
                    <a:pt x="116" y="67"/>
                  </a:lnTo>
                  <a:lnTo>
                    <a:pt x="117" y="67"/>
                  </a:lnTo>
                  <a:lnTo>
                    <a:pt x="118" y="70"/>
                  </a:lnTo>
                  <a:lnTo>
                    <a:pt x="120" y="71"/>
                  </a:lnTo>
                  <a:lnTo>
                    <a:pt x="124" y="71"/>
                  </a:lnTo>
                  <a:lnTo>
                    <a:pt x="129" y="72"/>
                  </a:lnTo>
                  <a:lnTo>
                    <a:pt x="133" y="73"/>
                  </a:lnTo>
                  <a:lnTo>
                    <a:pt x="133" y="72"/>
                  </a:lnTo>
                  <a:lnTo>
                    <a:pt x="135" y="70"/>
                  </a:lnTo>
                  <a:lnTo>
                    <a:pt x="135" y="66"/>
                  </a:lnTo>
                  <a:lnTo>
                    <a:pt x="135" y="64"/>
                  </a:lnTo>
                  <a:lnTo>
                    <a:pt x="137" y="62"/>
                  </a:lnTo>
                  <a:lnTo>
                    <a:pt x="139" y="62"/>
                  </a:lnTo>
                  <a:lnTo>
                    <a:pt x="142" y="60"/>
                  </a:lnTo>
                  <a:lnTo>
                    <a:pt x="143" y="62"/>
                  </a:lnTo>
                  <a:lnTo>
                    <a:pt x="142" y="60"/>
                  </a:lnTo>
                  <a:lnTo>
                    <a:pt x="141" y="58"/>
                  </a:lnTo>
                  <a:lnTo>
                    <a:pt x="142" y="56"/>
                  </a:lnTo>
                  <a:lnTo>
                    <a:pt x="151" y="54"/>
                  </a:lnTo>
                  <a:lnTo>
                    <a:pt x="155" y="51"/>
                  </a:lnTo>
                  <a:lnTo>
                    <a:pt x="158" y="48"/>
                  </a:lnTo>
                  <a:lnTo>
                    <a:pt x="159" y="46"/>
                  </a:lnTo>
                  <a:lnTo>
                    <a:pt x="162" y="43"/>
                  </a:lnTo>
                  <a:lnTo>
                    <a:pt x="163" y="41"/>
                  </a:lnTo>
                  <a:lnTo>
                    <a:pt x="166" y="38"/>
                  </a:lnTo>
                  <a:lnTo>
                    <a:pt x="166" y="35"/>
                  </a:lnTo>
                  <a:lnTo>
                    <a:pt x="168" y="33"/>
                  </a:lnTo>
                  <a:lnTo>
                    <a:pt x="170" y="34"/>
                  </a:lnTo>
                  <a:lnTo>
                    <a:pt x="171" y="34"/>
                  </a:lnTo>
                  <a:lnTo>
                    <a:pt x="172" y="37"/>
                  </a:lnTo>
                  <a:lnTo>
                    <a:pt x="175" y="39"/>
                  </a:lnTo>
                  <a:lnTo>
                    <a:pt x="176" y="38"/>
                  </a:lnTo>
                  <a:lnTo>
                    <a:pt x="176" y="33"/>
                  </a:lnTo>
                  <a:lnTo>
                    <a:pt x="178" y="31"/>
                  </a:lnTo>
                  <a:lnTo>
                    <a:pt x="178" y="31"/>
                  </a:lnTo>
                  <a:lnTo>
                    <a:pt x="178" y="31"/>
                  </a:lnTo>
                  <a:lnTo>
                    <a:pt x="179" y="31"/>
                  </a:lnTo>
                  <a:lnTo>
                    <a:pt x="179" y="34"/>
                  </a:lnTo>
                  <a:lnTo>
                    <a:pt x="179" y="37"/>
                  </a:lnTo>
                  <a:lnTo>
                    <a:pt x="180" y="38"/>
                  </a:lnTo>
                  <a:lnTo>
                    <a:pt x="182" y="35"/>
                  </a:lnTo>
                  <a:lnTo>
                    <a:pt x="180" y="31"/>
                  </a:lnTo>
                  <a:lnTo>
                    <a:pt x="180" y="30"/>
                  </a:lnTo>
                  <a:lnTo>
                    <a:pt x="180" y="30"/>
                  </a:lnTo>
                  <a:lnTo>
                    <a:pt x="183" y="29"/>
                  </a:lnTo>
                  <a:lnTo>
                    <a:pt x="183" y="27"/>
                  </a:lnTo>
                  <a:lnTo>
                    <a:pt x="180" y="29"/>
                  </a:lnTo>
                  <a:lnTo>
                    <a:pt x="179" y="27"/>
                  </a:lnTo>
                  <a:lnTo>
                    <a:pt x="180" y="26"/>
                  </a:lnTo>
                  <a:lnTo>
                    <a:pt x="179" y="26"/>
                  </a:lnTo>
                  <a:lnTo>
                    <a:pt x="180" y="25"/>
                  </a:lnTo>
                  <a:lnTo>
                    <a:pt x="184" y="23"/>
                  </a:lnTo>
                  <a:lnTo>
                    <a:pt x="185" y="23"/>
                  </a:lnTo>
                  <a:lnTo>
                    <a:pt x="189" y="20"/>
                  </a:lnTo>
                  <a:lnTo>
                    <a:pt x="191" y="16"/>
                  </a:lnTo>
                  <a:lnTo>
                    <a:pt x="193" y="10"/>
                  </a:lnTo>
                  <a:lnTo>
                    <a:pt x="195" y="10"/>
                  </a:lnTo>
                  <a:lnTo>
                    <a:pt x="196" y="5"/>
                  </a:lnTo>
                  <a:lnTo>
                    <a:pt x="197" y="5"/>
                  </a:lnTo>
                  <a:lnTo>
                    <a:pt x="199" y="6"/>
                  </a:lnTo>
                  <a:lnTo>
                    <a:pt x="197" y="9"/>
                  </a:lnTo>
                  <a:lnTo>
                    <a:pt x="199" y="9"/>
                  </a:lnTo>
                  <a:lnTo>
                    <a:pt x="201" y="6"/>
                  </a:lnTo>
                  <a:lnTo>
                    <a:pt x="200" y="5"/>
                  </a:lnTo>
                  <a:lnTo>
                    <a:pt x="201" y="4"/>
                  </a:lnTo>
                  <a:close/>
                  <a:moveTo>
                    <a:pt x="203" y="0"/>
                  </a:moveTo>
                  <a:lnTo>
                    <a:pt x="204" y="0"/>
                  </a:lnTo>
                  <a:lnTo>
                    <a:pt x="204" y="1"/>
                  </a:lnTo>
                  <a:lnTo>
                    <a:pt x="201" y="2"/>
                  </a:lnTo>
                  <a:lnTo>
                    <a:pt x="201" y="1"/>
                  </a:lnTo>
                  <a:lnTo>
                    <a:pt x="203" y="0"/>
                  </a:lnTo>
                  <a:close/>
                  <a:moveTo>
                    <a:pt x="200" y="0"/>
                  </a:moveTo>
                  <a:lnTo>
                    <a:pt x="200" y="0"/>
                  </a:lnTo>
                  <a:lnTo>
                    <a:pt x="199" y="1"/>
                  </a:lnTo>
                  <a:lnTo>
                    <a:pt x="197" y="1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4" name="Freeform 363">
              <a:extLst>
                <a:ext uri="{FF2B5EF4-FFF2-40B4-BE49-F238E27FC236}">
                  <a16:creationId xmlns:a16="http://schemas.microsoft.com/office/drawing/2014/main" id="{E8C2E784-3612-43D2-9409-06F6E3B84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096" y="2870760"/>
              <a:ext cx="611544" cy="700730"/>
            </a:xfrm>
            <a:custGeom>
              <a:avLst/>
              <a:gdLst>
                <a:gd name="T0" fmla="*/ 28 w 96"/>
                <a:gd name="T1" fmla="*/ 2 h 110"/>
                <a:gd name="T2" fmla="*/ 32 w 96"/>
                <a:gd name="T3" fmla="*/ 10 h 110"/>
                <a:gd name="T4" fmla="*/ 37 w 96"/>
                <a:gd name="T5" fmla="*/ 19 h 110"/>
                <a:gd name="T6" fmla="*/ 47 w 96"/>
                <a:gd name="T7" fmla="*/ 19 h 110"/>
                <a:gd name="T8" fmla="*/ 57 w 96"/>
                <a:gd name="T9" fmla="*/ 22 h 110"/>
                <a:gd name="T10" fmla="*/ 59 w 96"/>
                <a:gd name="T11" fmla="*/ 27 h 110"/>
                <a:gd name="T12" fmla="*/ 57 w 96"/>
                <a:gd name="T13" fmla="*/ 34 h 110"/>
                <a:gd name="T14" fmla="*/ 50 w 96"/>
                <a:gd name="T15" fmla="*/ 37 h 110"/>
                <a:gd name="T16" fmla="*/ 51 w 96"/>
                <a:gd name="T17" fmla="*/ 42 h 110"/>
                <a:gd name="T18" fmla="*/ 51 w 96"/>
                <a:gd name="T19" fmla="*/ 44 h 110"/>
                <a:gd name="T20" fmla="*/ 61 w 96"/>
                <a:gd name="T21" fmla="*/ 50 h 110"/>
                <a:gd name="T22" fmla="*/ 68 w 96"/>
                <a:gd name="T23" fmla="*/ 56 h 110"/>
                <a:gd name="T24" fmla="*/ 75 w 96"/>
                <a:gd name="T25" fmla="*/ 65 h 110"/>
                <a:gd name="T26" fmla="*/ 80 w 96"/>
                <a:gd name="T27" fmla="*/ 69 h 110"/>
                <a:gd name="T28" fmla="*/ 83 w 96"/>
                <a:gd name="T29" fmla="*/ 75 h 110"/>
                <a:gd name="T30" fmla="*/ 86 w 96"/>
                <a:gd name="T31" fmla="*/ 77 h 110"/>
                <a:gd name="T32" fmla="*/ 91 w 96"/>
                <a:gd name="T33" fmla="*/ 80 h 110"/>
                <a:gd name="T34" fmla="*/ 95 w 96"/>
                <a:gd name="T35" fmla="*/ 81 h 110"/>
                <a:gd name="T36" fmla="*/ 93 w 96"/>
                <a:gd name="T37" fmla="*/ 88 h 110"/>
                <a:gd name="T38" fmla="*/ 92 w 96"/>
                <a:gd name="T39" fmla="*/ 93 h 110"/>
                <a:gd name="T40" fmla="*/ 95 w 96"/>
                <a:gd name="T41" fmla="*/ 102 h 110"/>
                <a:gd name="T42" fmla="*/ 87 w 96"/>
                <a:gd name="T43" fmla="*/ 102 h 110"/>
                <a:gd name="T44" fmla="*/ 80 w 96"/>
                <a:gd name="T45" fmla="*/ 100 h 110"/>
                <a:gd name="T46" fmla="*/ 80 w 96"/>
                <a:gd name="T47" fmla="*/ 106 h 110"/>
                <a:gd name="T48" fmla="*/ 78 w 96"/>
                <a:gd name="T49" fmla="*/ 109 h 110"/>
                <a:gd name="T50" fmla="*/ 71 w 96"/>
                <a:gd name="T51" fmla="*/ 104 h 110"/>
                <a:gd name="T52" fmla="*/ 71 w 96"/>
                <a:gd name="T53" fmla="*/ 100 h 110"/>
                <a:gd name="T54" fmla="*/ 71 w 96"/>
                <a:gd name="T55" fmla="*/ 92 h 110"/>
                <a:gd name="T56" fmla="*/ 71 w 96"/>
                <a:gd name="T57" fmla="*/ 85 h 110"/>
                <a:gd name="T58" fmla="*/ 67 w 96"/>
                <a:gd name="T59" fmla="*/ 81 h 110"/>
                <a:gd name="T60" fmla="*/ 61 w 96"/>
                <a:gd name="T61" fmla="*/ 77 h 110"/>
                <a:gd name="T62" fmla="*/ 59 w 96"/>
                <a:gd name="T63" fmla="*/ 69 h 110"/>
                <a:gd name="T64" fmla="*/ 61 w 96"/>
                <a:gd name="T65" fmla="*/ 63 h 110"/>
                <a:gd name="T66" fmla="*/ 50 w 96"/>
                <a:gd name="T67" fmla="*/ 54 h 110"/>
                <a:gd name="T68" fmla="*/ 38 w 96"/>
                <a:gd name="T69" fmla="*/ 59 h 110"/>
                <a:gd name="T70" fmla="*/ 29 w 96"/>
                <a:gd name="T71" fmla="*/ 56 h 110"/>
                <a:gd name="T72" fmla="*/ 21 w 96"/>
                <a:gd name="T73" fmla="*/ 59 h 110"/>
                <a:gd name="T74" fmla="*/ 14 w 96"/>
                <a:gd name="T75" fmla="*/ 55 h 110"/>
                <a:gd name="T76" fmla="*/ 14 w 96"/>
                <a:gd name="T77" fmla="*/ 46 h 110"/>
                <a:gd name="T78" fmla="*/ 14 w 96"/>
                <a:gd name="T79" fmla="*/ 39 h 110"/>
                <a:gd name="T80" fmla="*/ 8 w 96"/>
                <a:gd name="T81" fmla="*/ 39 h 110"/>
                <a:gd name="T82" fmla="*/ 7 w 96"/>
                <a:gd name="T83" fmla="*/ 34 h 110"/>
                <a:gd name="T84" fmla="*/ 1 w 96"/>
                <a:gd name="T85" fmla="*/ 27 h 110"/>
                <a:gd name="T86" fmla="*/ 3 w 96"/>
                <a:gd name="T87" fmla="*/ 22 h 110"/>
                <a:gd name="T88" fmla="*/ 5 w 96"/>
                <a:gd name="T89" fmla="*/ 17 h 110"/>
                <a:gd name="T90" fmla="*/ 10 w 96"/>
                <a:gd name="T91" fmla="*/ 12 h 110"/>
                <a:gd name="T92" fmla="*/ 16 w 96"/>
                <a:gd name="T93" fmla="*/ 14 h 110"/>
                <a:gd name="T94" fmla="*/ 17 w 96"/>
                <a:gd name="T95" fmla="*/ 9 h 110"/>
                <a:gd name="T96" fmla="*/ 18 w 96"/>
                <a:gd name="T97" fmla="*/ 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110">
                  <a:moveTo>
                    <a:pt x="22" y="0"/>
                  </a:moveTo>
                  <a:lnTo>
                    <a:pt x="24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0" y="12"/>
                  </a:lnTo>
                  <a:lnTo>
                    <a:pt x="35" y="15"/>
                  </a:lnTo>
                  <a:lnTo>
                    <a:pt x="37" y="19"/>
                  </a:lnTo>
                  <a:lnTo>
                    <a:pt x="42" y="19"/>
                  </a:lnTo>
                  <a:lnTo>
                    <a:pt x="45" y="21"/>
                  </a:lnTo>
                  <a:lnTo>
                    <a:pt x="47" y="19"/>
                  </a:lnTo>
                  <a:lnTo>
                    <a:pt x="51" y="19"/>
                  </a:lnTo>
                  <a:lnTo>
                    <a:pt x="53" y="21"/>
                  </a:lnTo>
                  <a:lnTo>
                    <a:pt x="57" y="22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9" y="27"/>
                  </a:lnTo>
                  <a:lnTo>
                    <a:pt x="59" y="29"/>
                  </a:lnTo>
                  <a:lnTo>
                    <a:pt x="58" y="29"/>
                  </a:lnTo>
                  <a:lnTo>
                    <a:pt x="57" y="34"/>
                  </a:lnTo>
                  <a:lnTo>
                    <a:pt x="55" y="35"/>
                  </a:lnTo>
                  <a:lnTo>
                    <a:pt x="53" y="35"/>
                  </a:lnTo>
                  <a:lnTo>
                    <a:pt x="50" y="37"/>
                  </a:lnTo>
                  <a:lnTo>
                    <a:pt x="47" y="37"/>
                  </a:lnTo>
                  <a:lnTo>
                    <a:pt x="49" y="39"/>
                  </a:lnTo>
                  <a:lnTo>
                    <a:pt x="51" y="42"/>
                  </a:lnTo>
                  <a:lnTo>
                    <a:pt x="49" y="43"/>
                  </a:lnTo>
                  <a:lnTo>
                    <a:pt x="50" y="44"/>
                  </a:lnTo>
                  <a:lnTo>
                    <a:pt x="51" y="44"/>
                  </a:lnTo>
                  <a:lnTo>
                    <a:pt x="53" y="48"/>
                  </a:lnTo>
                  <a:lnTo>
                    <a:pt x="57" y="48"/>
                  </a:lnTo>
                  <a:lnTo>
                    <a:pt x="61" y="50"/>
                  </a:lnTo>
                  <a:lnTo>
                    <a:pt x="63" y="51"/>
                  </a:lnTo>
                  <a:lnTo>
                    <a:pt x="66" y="55"/>
                  </a:lnTo>
                  <a:lnTo>
                    <a:pt x="68" y="56"/>
                  </a:lnTo>
                  <a:lnTo>
                    <a:pt x="71" y="59"/>
                  </a:lnTo>
                  <a:lnTo>
                    <a:pt x="71" y="62"/>
                  </a:lnTo>
                  <a:lnTo>
                    <a:pt x="75" y="65"/>
                  </a:lnTo>
                  <a:lnTo>
                    <a:pt x="76" y="68"/>
                  </a:lnTo>
                  <a:lnTo>
                    <a:pt x="78" y="69"/>
                  </a:lnTo>
                  <a:lnTo>
                    <a:pt x="80" y="69"/>
                  </a:lnTo>
                  <a:lnTo>
                    <a:pt x="82" y="71"/>
                  </a:lnTo>
                  <a:lnTo>
                    <a:pt x="82" y="73"/>
                  </a:lnTo>
                  <a:lnTo>
                    <a:pt x="83" y="75"/>
                  </a:lnTo>
                  <a:lnTo>
                    <a:pt x="84" y="75"/>
                  </a:lnTo>
                  <a:lnTo>
                    <a:pt x="87" y="75"/>
                  </a:lnTo>
                  <a:lnTo>
                    <a:pt x="86" y="77"/>
                  </a:lnTo>
                  <a:lnTo>
                    <a:pt x="87" y="79"/>
                  </a:lnTo>
                  <a:lnTo>
                    <a:pt x="89" y="79"/>
                  </a:lnTo>
                  <a:lnTo>
                    <a:pt x="91" y="80"/>
                  </a:lnTo>
                  <a:lnTo>
                    <a:pt x="92" y="81"/>
                  </a:lnTo>
                  <a:lnTo>
                    <a:pt x="95" y="80"/>
                  </a:lnTo>
                  <a:lnTo>
                    <a:pt x="95" y="81"/>
                  </a:lnTo>
                  <a:lnTo>
                    <a:pt x="93" y="84"/>
                  </a:lnTo>
                  <a:lnTo>
                    <a:pt x="93" y="87"/>
                  </a:lnTo>
                  <a:lnTo>
                    <a:pt x="93" y="88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2" y="93"/>
                  </a:lnTo>
                  <a:lnTo>
                    <a:pt x="93" y="97"/>
                  </a:lnTo>
                  <a:lnTo>
                    <a:pt x="93" y="98"/>
                  </a:lnTo>
                  <a:lnTo>
                    <a:pt x="95" y="102"/>
                  </a:lnTo>
                  <a:lnTo>
                    <a:pt x="92" y="104"/>
                  </a:lnTo>
                  <a:lnTo>
                    <a:pt x="89" y="104"/>
                  </a:lnTo>
                  <a:lnTo>
                    <a:pt x="87" y="102"/>
                  </a:lnTo>
                  <a:lnTo>
                    <a:pt x="86" y="101"/>
                  </a:lnTo>
                  <a:lnTo>
                    <a:pt x="84" y="100"/>
                  </a:lnTo>
                  <a:lnTo>
                    <a:pt x="80" y="100"/>
                  </a:lnTo>
                  <a:lnTo>
                    <a:pt x="79" y="102"/>
                  </a:lnTo>
                  <a:lnTo>
                    <a:pt x="82" y="105"/>
                  </a:lnTo>
                  <a:lnTo>
                    <a:pt x="80" y="106"/>
                  </a:lnTo>
                  <a:lnTo>
                    <a:pt x="82" y="109"/>
                  </a:lnTo>
                  <a:lnTo>
                    <a:pt x="82" y="110"/>
                  </a:lnTo>
                  <a:lnTo>
                    <a:pt x="78" y="109"/>
                  </a:lnTo>
                  <a:lnTo>
                    <a:pt x="75" y="106"/>
                  </a:lnTo>
                  <a:lnTo>
                    <a:pt x="72" y="106"/>
                  </a:lnTo>
                  <a:lnTo>
                    <a:pt x="71" y="104"/>
                  </a:lnTo>
                  <a:lnTo>
                    <a:pt x="68" y="102"/>
                  </a:lnTo>
                  <a:lnTo>
                    <a:pt x="70" y="101"/>
                  </a:lnTo>
                  <a:lnTo>
                    <a:pt x="71" y="100"/>
                  </a:lnTo>
                  <a:lnTo>
                    <a:pt x="71" y="96"/>
                  </a:lnTo>
                  <a:lnTo>
                    <a:pt x="71" y="93"/>
                  </a:lnTo>
                  <a:lnTo>
                    <a:pt x="71" y="92"/>
                  </a:lnTo>
                  <a:lnTo>
                    <a:pt x="71" y="90"/>
                  </a:lnTo>
                  <a:lnTo>
                    <a:pt x="72" y="88"/>
                  </a:lnTo>
                  <a:lnTo>
                    <a:pt x="71" y="85"/>
                  </a:lnTo>
                  <a:lnTo>
                    <a:pt x="68" y="84"/>
                  </a:lnTo>
                  <a:lnTo>
                    <a:pt x="70" y="83"/>
                  </a:lnTo>
                  <a:lnTo>
                    <a:pt x="67" y="81"/>
                  </a:lnTo>
                  <a:lnTo>
                    <a:pt x="64" y="81"/>
                  </a:lnTo>
                  <a:lnTo>
                    <a:pt x="62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2"/>
                  </a:lnTo>
                  <a:lnTo>
                    <a:pt x="59" y="69"/>
                  </a:lnTo>
                  <a:lnTo>
                    <a:pt x="61" y="68"/>
                  </a:lnTo>
                  <a:lnTo>
                    <a:pt x="61" y="65"/>
                  </a:lnTo>
                  <a:lnTo>
                    <a:pt x="61" y="63"/>
                  </a:lnTo>
                  <a:lnTo>
                    <a:pt x="57" y="62"/>
                  </a:lnTo>
                  <a:lnTo>
                    <a:pt x="51" y="58"/>
                  </a:lnTo>
                  <a:lnTo>
                    <a:pt x="50" y="54"/>
                  </a:lnTo>
                  <a:lnTo>
                    <a:pt x="45" y="52"/>
                  </a:lnTo>
                  <a:lnTo>
                    <a:pt x="41" y="54"/>
                  </a:lnTo>
                  <a:lnTo>
                    <a:pt x="38" y="59"/>
                  </a:lnTo>
                  <a:lnTo>
                    <a:pt x="33" y="59"/>
                  </a:lnTo>
                  <a:lnTo>
                    <a:pt x="32" y="56"/>
                  </a:lnTo>
                  <a:lnTo>
                    <a:pt x="29" y="56"/>
                  </a:lnTo>
                  <a:lnTo>
                    <a:pt x="25" y="55"/>
                  </a:lnTo>
                  <a:lnTo>
                    <a:pt x="21" y="56"/>
                  </a:lnTo>
                  <a:lnTo>
                    <a:pt x="21" y="59"/>
                  </a:lnTo>
                  <a:lnTo>
                    <a:pt x="18" y="59"/>
                  </a:lnTo>
                  <a:lnTo>
                    <a:pt x="14" y="62"/>
                  </a:lnTo>
                  <a:lnTo>
                    <a:pt x="14" y="55"/>
                  </a:lnTo>
                  <a:lnTo>
                    <a:pt x="14" y="51"/>
                  </a:lnTo>
                  <a:lnTo>
                    <a:pt x="13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3" y="42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5" y="35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4" y="27"/>
                  </a:lnTo>
                  <a:lnTo>
                    <a:pt x="1" y="27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4"/>
                  </a:lnTo>
                  <a:lnTo>
                    <a:pt x="8" y="14"/>
                  </a:lnTo>
                  <a:lnTo>
                    <a:pt x="10" y="12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7" y="12"/>
                  </a:lnTo>
                  <a:lnTo>
                    <a:pt x="17" y="9"/>
                  </a:lnTo>
                  <a:lnTo>
                    <a:pt x="16" y="6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5" name="Freeform 366">
              <a:extLst>
                <a:ext uri="{FF2B5EF4-FFF2-40B4-BE49-F238E27FC236}">
                  <a16:creationId xmlns:a16="http://schemas.microsoft.com/office/drawing/2014/main" id="{CCA456D5-9B87-4929-83D7-D86B9006E4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29193" y="3902745"/>
              <a:ext cx="172000" cy="305774"/>
            </a:xfrm>
            <a:custGeom>
              <a:avLst/>
              <a:gdLst>
                <a:gd name="T0" fmla="*/ 2 w 27"/>
                <a:gd name="T1" fmla="*/ 18 h 48"/>
                <a:gd name="T2" fmla="*/ 2 w 27"/>
                <a:gd name="T3" fmla="*/ 21 h 48"/>
                <a:gd name="T4" fmla="*/ 2 w 27"/>
                <a:gd name="T5" fmla="*/ 21 h 48"/>
                <a:gd name="T6" fmla="*/ 2 w 27"/>
                <a:gd name="T7" fmla="*/ 18 h 48"/>
                <a:gd name="T8" fmla="*/ 8 w 27"/>
                <a:gd name="T9" fmla="*/ 5 h 48"/>
                <a:gd name="T10" fmla="*/ 9 w 27"/>
                <a:gd name="T11" fmla="*/ 6 h 48"/>
                <a:gd name="T12" fmla="*/ 13 w 27"/>
                <a:gd name="T13" fmla="*/ 6 h 48"/>
                <a:gd name="T14" fmla="*/ 15 w 27"/>
                <a:gd name="T15" fmla="*/ 9 h 48"/>
                <a:gd name="T16" fmla="*/ 16 w 27"/>
                <a:gd name="T17" fmla="*/ 10 h 48"/>
                <a:gd name="T18" fmla="*/ 19 w 27"/>
                <a:gd name="T19" fmla="*/ 14 h 48"/>
                <a:gd name="T20" fmla="*/ 17 w 27"/>
                <a:gd name="T21" fmla="*/ 17 h 48"/>
                <a:gd name="T22" fmla="*/ 19 w 27"/>
                <a:gd name="T23" fmla="*/ 17 h 48"/>
                <a:gd name="T24" fmla="*/ 23 w 27"/>
                <a:gd name="T25" fmla="*/ 21 h 48"/>
                <a:gd name="T26" fmla="*/ 27 w 27"/>
                <a:gd name="T27" fmla="*/ 27 h 48"/>
                <a:gd name="T28" fmla="*/ 27 w 27"/>
                <a:gd name="T29" fmla="*/ 30 h 48"/>
                <a:gd name="T30" fmla="*/ 27 w 27"/>
                <a:gd name="T31" fmla="*/ 34 h 48"/>
                <a:gd name="T32" fmla="*/ 25 w 27"/>
                <a:gd name="T33" fmla="*/ 38 h 48"/>
                <a:gd name="T34" fmla="*/ 20 w 27"/>
                <a:gd name="T35" fmla="*/ 46 h 48"/>
                <a:gd name="T36" fmla="*/ 12 w 27"/>
                <a:gd name="T37" fmla="*/ 47 h 48"/>
                <a:gd name="T38" fmla="*/ 7 w 27"/>
                <a:gd name="T39" fmla="*/ 47 h 48"/>
                <a:gd name="T40" fmla="*/ 4 w 27"/>
                <a:gd name="T41" fmla="*/ 38 h 48"/>
                <a:gd name="T42" fmla="*/ 3 w 27"/>
                <a:gd name="T43" fmla="*/ 30 h 48"/>
                <a:gd name="T44" fmla="*/ 2 w 27"/>
                <a:gd name="T45" fmla="*/ 25 h 48"/>
                <a:gd name="T46" fmla="*/ 3 w 27"/>
                <a:gd name="T47" fmla="*/ 18 h 48"/>
                <a:gd name="T48" fmla="*/ 3 w 27"/>
                <a:gd name="T49" fmla="*/ 14 h 48"/>
                <a:gd name="T50" fmla="*/ 3 w 27"/>
                <a:gd name="T51" fmla="*/ 11 h 48"/>
                <a:gd name="T52" fmla="*/ 0 w 27"/>
                <a:gd name="T53" fmla="*/ 9 h 48"/>
                <a:gd name="T54" fmla="*/ 2 w 27"/>
                <a:gd name="T55" fmla="*/ 9 h 48"/>
                <a:gd name="T56" fmla="*/ 4 w 27"/>
                <a:gd name="T57" fmla="*/ 10 h 48"/>
                <a:gd name="T58" fmla="*/ 5 w 27"/>
                <a:gd name="T59" fmla="*/ 6 h 48"/>
                <a:gd name="T60" fmla="*/ 5 w 27"/>
                <a:gd name="T61" fmla="*/ 6 h 48"/>
                <a:gd name="T62" fmla="*/ 5 w 27"/>
                <a:gd name="T63" fmla="*/ 5 h 48"/>
                <a:gd name="T64" fmla="*/ 8 w 27"/>
                <a:gd name="T65" fmla="*/ 0 h 48"/>
                <a:gd name="T66" fmla="*/ 9 w 27"/>
                <a:gd name="T67" fmla="*/ 2 h 48"/>
                <a:gd name="T68" fmla="*/ 13 w 27"/>
                <a:gd name="T69" fmla="*/ 5 h 48"/>
                <a:gd name="T70" fmla="*/ 9 w 27"/>
                <a:gd name="T71" fmla="*/ 5 h 48"/>
                <a:gd name="T72" fmla="*/ 7 w 27"/>
                <a:gd name="T73" fmla="*/ 2 h 48"/>
                <a:gd name="T74" fmla="*/ 8 w 27"/>
                <a:gd name="T75" fmla="*/ 1 h 48"/>
                <a:gd name="T76" fmla="*/ 8 w 27"/>
                <a:gd name="T77" fmla="*/ 0 h 48"/>
                <a:gd name="T78" fmla="*/ 7 w 27"/>
                <a:gd name="T79" fmla="*/ 0 h 48"/>
                <a:gd name="T80" fmla="*/ 5 w 27"/>
                <a:gd name="T81" fmla="*/ 2 h 48"/>
                <a:gd name="T82" fmla="*/ 2 w 27"/>
                <a:gd name="T83" fmla="*/ 1 h 48"/>
                <a:gd name="T84" fmla="*/ 5 w 27"/>
                <a:gd name="T8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" h="48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0" y="23"/>
                  </a:lnTo>
                  <a:lnTo>
                    <a:pt x="2" y="21"/>
                  </a:lnTo>
                  <a:lnTo>
                    <a:pt x="0" y="18"/>
                  </a:lnTo>
                  <a:lnTo>
                    <a:pt x="2" y="18"/>
                  </a:lnTo>
                  <a:close/>
                  <a:moveTo>
                    <a:pt x="5" y="3"/>
                  </a:moveTo>
                  <a:lnTo>
                    <a:pt x="8" y="5"/>
                  </a:lnTo>
                  <a:lnTo>
                    <a:pt x="8" y="5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6" y="10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19" y="15"/>
                  </a:lnTo>
                  <a:lnTo>
                    <a:pt x="17" y="17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21" y="17"/>
                  </a:lnTo>
                  <a:lnTo>
                    <a:pt x="23" y="21"/>
                  </a:lnTo>
                  <a:lnTo>
                    <a:pt x="24" y="26"/>
                  </a:lnTo>
                  <a:lnTo>
                    <a:pt x="27" y="27"/>
                  </a:lnTo>
                  <a:lnTo>
                    <a:pt x="25" y="28"/>
                  </a:lnTo>
                  <a:lnTo>
                    <a:pt x="27" y="3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6"/>
                  </a:lnTo>
                  <a:lnTo>
                    <a:pt x="25" y="38"/>
                  </a:lnTo>
                  <a:lnTo>
                    <a:pt x="24" y="42"/>
                  </a:lnTo>
                  <a:lnTo>
                    <a:pt x="20" y="46"/>
                  </a:lnTo>
                  <a:lnTo>
                    <a:pt x="16" y="47"/>
                  </a:lnTo>
                  <a:lnTo>
                    <a:pt x="12" y="47"/>
                  </a:lnTo>
                  <a:lnTo>
                    <a:pt x="9" y="48"/>
                  </a:lnTo>
                  <a:lnTo>
                    <a:pt x="7" y="47"/>
                  </a:lnTo>
                  <a:lnTo>
                    <a:pt x="5" y="43"/>
                  </a:lnTo>
                  <a:lnTo>
                    <a:pt x="4" y="38"/>
                  </a:lnTo>
                  <a:lnTo>
                    <a:pt x="2" y="31"/>
                  </a:lnTo>
                  <a:lnTo>
                    <a:pt x="3" y="30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5" y="5"/>
                  </a:lnTo>
                  <a:lnTo>
                    <a:pt x="5" y="3"/>
                  </a:lnTo>
                  <a:close/>
                  <a:moveTo>
                    <a:pt x="8" y="0"/>
                  </a:moveTo>
                  <a:lnTo>
                    <a:pt x="9" y="1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7" y="1"/>
                  </a:lnTo>
                  <a:lnTo>
                    <a:pt x="8" y="0"/>
                  </a:lnTo>
                  <a:close/>
                  <a:moveTo>
                    <a:pt x="5" y="0"/>
                  </a:move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2" y="1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6" name="Freeform 358">
              <a:extLst>
                <a:ext uri="{FF2B5EF4-FFF2-40B4-BE49-F238E27FC236}">
                  <a16:creationId xmlns:a16="http://schemas.microsoft.com/office/drawing/2014/main" id="{23DDCDE0-5306-4F24-9254-46B9B43AD2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86322" y="5342425"/>
              <a:ext cx="235701" cy="76444"/>
            </a:xfrm>
            <a:custGeom>
              <a:avLst/>
              <a:gdLst>
                <a:gd name="T0" fmla="*/ 6 w 37"/>
                <a:gd name="T1" fmla="*/ 6 h 12"/>
                <a:gd name="T2" fmla="*/ 6 w 37"/>
                <a:gd name="T3" fmla="*/ 10 h 12"/>
                <a:gd name="T4" fmla="*/ 4 w 37"/>
                <a:gd name="T5" fmla="*/ 10 h 12"/>
                <a:gd name="T6" fmla="*/ 1 w 37"/>
                <a:gd name="T7" fmla="*/ 12 h 12"/>
                <a:gd name="T8" fmla="*/ 0 w 37"/>
                <a:gd name="T9" fmla="*/ 9 h 12"/>
                <a:gd name="T10" fmla="*/ 1 w 37"/>
                <a:gd name="T11" fmla="*/ 8 h 12"/>
                <a:gd name="T12" fmla="*/ 5 w 37"/>
                <a:gd name="T13" fmla="*/ 8 h 12"/>
                <a:gd name="T14" fmla="*/ 6 w 37"/>
                <a:gd name="T15" fmla="*/ 6 h 12"/>
                <a:gd name="T16" fmla="*/ 37 w 37"/>
                <a:gd name="T17" fmla="*/ 0 h 12"/>
                <a:gd name="T18" fmla="*/ 37 w 37"/>
                <a:gd name="T19" fmla="*/ 0 h 12"/>
                <a:gd name="T20" fmla="*/ 37 w 37"/>
                <a:gd name="T21" fmla="*/ 1 h 12"/>
                <a:gd name="T22" fmla="*/ 35 w 37"/>
                <a:gd name="T23" fmla="*/ 2 h 12"/>
                <a:gd name="T24" fmla="*/ 34 w 37"/>
                <a:gd name="T25" fmla="*/ 2 h 12"/>
                <a:gd name="T26" fmla="*/ 33 w 37"/>
                <a:gd name="T27" fmla="*/ 4 h 12"/>
                <a:gd name="T28" fmla="*/ 29 w 37"/>
                <a:gd name="T29" fmla="*/ 5 h 12"/>
                <a:gd name="T30" fmla="*/ 26 w 37"/>
                <a:gd name="T31" fmla="*/ 8 h 12"/>
                <a:gd name="T32" fmla="*/ 21 w 37"/>
                <a:gd name="T33" fmla="*/ 8 h 12"/>
                <a:gd name="T34" fmla="*/ 18 w 37"/>
                <a:gd name="T35" fmla="*/ 8 h 12"/>
                <a:gd name="T36" fmla="*/ 17 w 37"/>
                <a:gd name="T37" fmla="*/ 9 h 12"/>
                <a:gd name="T38" fmla="*/ 14 w 37"/>
                <a:gd name="T39" fmla="*/ 10 h 12"/>
                <a:gd name="T40" fmla="*/ 14 w 37"/>
                <a:gd name="T41" fmla="*/ 12 h 12"/>
                <a:gd name="T42" fmla="*/ 12 w 37"/>
                <a:gd name="T43" fmla="*/ 9 h 12"/>
                <a:gd name="T44" fmla="*/ 9 w 37"/>
                <a:gd name="T45" fmla="*/ 5 h 12"/>
                <a:gd name="T46" fmla="*/ 12 w 37"/>
                <a:gd name="T47" fmla="*/ 4 h 12"/>
                <a:gd name="T48" fmla="*/ 16 w 37"/>
                <a:gd name="T49" fmla="*/ 1 h 12"/>
                <a:gd name="T50" fmla="*/ 21 w 37"/>
                <a:gd name="T51" fmla="*/ 1 h 12"/>
                <a:gd name="T52" fmla="*/ 24 w 37"/>
                <a:gd name="T53" fmla="*/ 1 h 12"/>
                <a:gd name="T54" fmla="*/ 26 w 37"/>
                <a:gd name="T55" fmla="*/ 1 h 12"/>
                <a:gd name="T56" fmla="*/ 29 w 37"/>
                <a:gd name="T57" fmla="*/ 0 h 12"/>
                <a:gd name="T58" fmla="*/ 31 w 37"/>
                <a:gd name="T59" fmla="*/ 0 h 12"/>
                <a:gd name="T60" fmla="*/ 37 w 37"/>
                <a:gd name="T6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" h="12">
                  <a:moveTo>
                    <a:pt x="6" y="6"/>
                  </a:moveTo>
                  <a:lnTo>
                    <a:pt x="6" y="10"/>
                  </a:lnTo>
                  <a:lnTo>
                    <a:pt x="4" y="10"/>
                  </a:lnTo>
                  <a:lnTo>
                    <a:pt x="1" y="12"/>
                  </a:lnTo>
                  <a:lnTo>
                    <a:pt x="0" y="9"/>
                  </a:lnTo>
                  <a:lnTo>
                    <a:pt x="1" y="8"/>
                  </a:lnTo>
                  <a:lnTo>
                    <a:pt x="5" y="8"/>
                  </a:lnTo>
                  <a:lnTo>
                    <a:pt x="6" y="6"/>
                  </a:lnTo>
                  <a:close/>
                  <a:moveTo>
                    <a:pt x="37" y="0"/>
                  </a:moveTo>
                  <a:lnTo>
                    <a:pt x="37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29" y="5"/>
                  </a:lnTo>
                  <a:lnTo>
                    <a:pt x="26" y="8"/>
                  </a:lnTo>
                  <a:lnTo>
                    <a:pt x="21" y="8"/>
                  </a:lnTo>
                  <a:lnTo>
                    <a:pt x="18" y="8"/>
                  </a:lnTo>
                  <a:lnTo>
                    <a:pt x="17" y="9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2" y="9"/>
                  </a:lnTo>
                  <a:lnTo>
                    <a:pt x="9" y="5"/>
                  </a:lnTo>
                  <a:lnTo>
                    <a:pt x="12" y="4"/>
                  </a:lnTo>
                  <a:lnTo>
                    <a:pt x="16" y="1"/>
                  </a:lnTo>
                  <a:lnTo>
                    <a:pt x="21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7" name="Freeform 360">
              <a:extLst>
                <a:ext uri="{FF2B5EF4-FFF2-40B4-BE49-F238E27FC236}">
                  <a16:creationId xmlns:a16="http://schemas.microsoft.com/office/drawing/2014/main" id="{3AF32EA4-D01D-4056-B1DE-B1BC1F1C19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53744" y="4265847"/>
              <a:ext cx="89182" cy="76444"/>
            </a:xfrm>
            <a:custGeom>
              <a:avLst/>
              <a:gdLst>
                <a:gd name="T0" fmla="*/ 12 w 14"/>
                <a:gd name="T1" fmla="*/ 3 h 12"/>
                <a:gd name="T2" fmla="*/ 12 w 14"/>
                <a:gd name="T3" fmla="*/ 4 h 12"/>
                <a:gd name="T4" fmla="*/ 14 w 14"/>
                <a:gd name="T5" fmla="*/ 8 h 12"/>
                <a:gd name="T6" fmla="*/ 12 w 14"/>
                <a:gd name="T7" fmla="*/ 11 h 12"/>
                <a:gd name="T8" fmla="*/ 11 w 14"/>
                <a:gd name="T9" fmla="*/ 10 h 12"/>
                <a:gd name="T10" fmla="*/ 11 w 14"/>
                <a:gd name="T11" fmla="*/ 7 h 12"/>
                <a:gd name="T12" fmla="*/ 11 w 14"/>
                <a:gd name="T13" fmla="*/ 4 h 12"/>
                <a:gd name="T14" fmla="*/ 11 w 14"/>
                <a:gd name="T15" fmla="*/ 4 h 12"/>
                <a:gd name="T16" fmla="*/ 12 w 14"/>
                <a:gd name="T17" fmla="*/ 3 h 12"/>
                <a:gd name="T18" fmla="*/ 10 w 14"/>
                <a:gd name="T19" fmla="*/ 0 h 12"/>
                <a:gd name="T20" fmla="*/ 10 w 14"/>
                <a:gd name="T21" fmla="*/ 3 h 12"/>
                <a:gd name="T22" fmla="*/ 10 w 14"/>
                <a:gd name="T23" fmla="*/ 4 h 12"/>
                <a:gd name="T24" fmla="*/ 10 w 14"/>
                <a:gd name="T25" fmla="*/ 4 h 12"/>
                <a:gd name="T26" fmla="*/ 8 w 14"/>
                <a:gd name="T27" fmla="*/ 6 h 12"/>
                <a:gd name="T28" fmla="*/ 8 w 14"/>
                <a:gd name="T29" fmla="*/ 11 h 12"/>
                <a:gd name="T30" fmla="*/ 7 w 14"/>
                <a:gd name="T31" fmla="*/ 12 h 12"/>
                <a:gd name="T32" fmla="*/ 4 w 14"/>
                <a:gd name="T33" fmla="*/ 10 h 12"/>
                <a:gd name="T34" fmla="*/ 3 w 14"/>
                <a:gd name="T35" fmla="*/ 7 h 12"/>
                <a:gd name="T36" fmla="*/ 2 w 14"/>
                <a:gd name="T37" fmla="*/ 7 h 12"/>
                <a:gd name="T38" fmla="*/ 0 w 14"/>
                <a:gd name="T39" fmla="*/ 6 h 12"/>
                <a:gd name="T40" fmla="*/ 0 w 14"/>
                <a:gd name="T41" fmla="*/ 6 h 12"/>
                <a:gd name="T42" fmla="*/ 4 w 14"/>
                <a:gd name="T43" fmla="*/ 4 h 12"/>
                <a:gd name="T44" fmla="*/ 7 w 14"/>
                <a:gd name="T45" fmla="*/ 2 h 12"/>
                <a:gd name="T46" fmla="*/ 10 w 14"/>
                <a:gd name="T4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" h="12">
                  <a:moveTo>
                    <a:pt x="12" y="3"/>
                  </a:moveTo>
                  <a:lnTo>
                    <a:pt x="12" y="4"/>
                  </a:lnTo>
                  <a:lnTo>
                    <a:pt x="14" y="8"/>
                  </a:lnTo>
                  <a:lnTo>
                    <a:pt x="12" y="11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2" y="3"/>
                  </a:lnTo>
                  <a:close/>
                  <a:moveTo>
                    <a:pt x="10" y="0"/>
                  </a:moveTo>
                  <a:lnTo>
                    <a:pt x="10" y="3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8" y="6"/>
                  </a:lnTo>
                  <a:lnTo>
                    <a:pt x="8" y="11"/>
                  </a:lnTo>
                  <a:lnTo>
                    <a:pt x="7" y="12"/>
                  </a:lnTo>
                  <a:lnTo>
                    <a:pt x="4" y="10"/>
                  </a:lnTo>
                  <a:lnTo>
                    <a:pt x="3" y="7"/>
                  </a:lnTo>
                  <a:lnTo>
                    <a:pt x="2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4" y="4"/>
                  </a:lnTo>
                  <a:lnTo>
                    <a:pt x="7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8" name="Freeform 362">
              <a:extLst>
                <a:ext uri="{FF2B5EF4-FFF2-40B4-BE49-F238E27FC236}">
                  <a16:creationId xmlns:a16="http://schemas.microsoft.com/office/drawing/2014/main" id="{98F3CF06-7F69-4039-A82A-08803E3D5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053" y="3507786"/>
              <a:ext cx="394956" cy="343994"/>
            </a:xfrm>
            <a:custGeom>
              <a:avLst/>
              <a:gdLst>
                <a:gd name="T0" fmla="*/ 51 w 62"/>
                <a:gd name="T1" fmla="*/ 1 h 54"/>
                <a:gd name="T2" fmla="*/ 54 w 62"/>
                <a:gd name="T3" fmla="*/ 4 h 54"/>
                <a:gd name="T4" fmla="*/ 58 w 62"/>
                <a:gd name="T5" fmla="*/ 6 h 54"/>
                <a:gd name="T6" fmla="*/ 62 w 62"/>
                <a:gd name="T7" fmla="*/ 13 h 54"/>
                <a:gd name="T8" fmla="*/ 62 w 62"/>
                <a:gd name="T9" fmla="*/ 18 h 54"/>
                <a:gd name="T10" fmla="*/ 62 w 62"/>
                <a:gd name="T11" fmla="*/ 25 h 54"/>
                <a:gd name="T12" fmla="*/ 58 w 62"/>
                <a:gd name="T13" fmla="*/ 29 h 54"/>
                <a:gd name="T14" fmla="*/ 54 w 62"/>
                <a:gd name="T15" fmla="*/ 31 h 54"/>
                <a:gd name="T16" fmla="*/ 51 w 62"/>
                <a:gd name="T17" fmla="*/ 35 h 54"/>
                <a:gd name="T18" fmla="*/ 44 w 62"/>
                <a:gd name="T19" fmla="*/ 38 h 54"/>
                <a:gd name="T20" fmla="*/ 47 w 62"/>
                <a:gd name="T21" fmla="*/ 42 h 54"/>
                <a:gd name="T22" fmla="*/ 48 w 62"/>
                <a:gd name="T23" fmla="*/ 46 h 54"/>
                <a:gd name="T24" fmla="*/ 45 w 62"/>
                <a:gd name="T25" fmla="*/ 48 h 54"/>
                <a:gd name="T26" fmla="*/ 43 w 62"/>
                <a:gd name="T27" fmla="*/ 46 h 54"/>
                <a:gd name="T28" fmla="*/ 36 w 62"/>
                <a:gd name="T29" fmla="*/ 46 h 54"/>
                <a:gd name="T30" fmla="*/ 32 w 62"/>
                <a:gd name="T31" fmla="*/ 50 h 54"/>
                <a:gd name="T32" fmla="*/ 28 w 62"/>
                <a:gd name="T33" fmla="*/ 54 h 54"/>
                <a:gd name="T34" fmla="*/ 24 w 62"/>
                <a:gd name="T35" fmla="*/ 52 h 54"/>
                <a:gd name="T36" fmla="*/ 22 w 62"/>
                <a:gd name="T37" fmla="*/ 50 h 54"/>
                <a:gd name="T38" fmla="*/ 19 w 62"/>
                <a:gd name="T39" fmla="*/ 52 h 54"/>
                <a:gd name="T40" fmla="*/ 18 w 62"/>
                <a:gd name="T41" fmla="*/ 51 h 54"/>
                <a:gd name="T42" fmla="*/ 18 w 62"/>
                <a:gd name="T43" fmla="*/ 48 h 54"/>
                <a:gd name="T44" fmla="*/ 18 w 62"/>
                <a:gd name="T45" fmla="*/ 46 h 54"/>
                <a:gd name="T46" fmla="*/ 16 w 62"/>
                <a:gd name="T47" fmla="*/ 44 h 54"/>
                <a:gd name="T48" fmla="*/ 15 w 62"/>
                <a:gd name="T49" fmla="*/ 48 h 54"/>
                <a:gd name="T50" fmla="*/ 11 w 62"/>
                <a:gd name="T51" fmla="*/ 48 h 54"/>
                <a:gd name="T52" fmla="*/ 11 w 62"/>
                <a:gd name="T53" fmla="*/ 44 h 54"/>
                <a:gd name="T54" fmla="*/ 10 w 62"/>
                <a:gd name="T55" fmla="*/ 42 h 54"/>
                <a:gd name="T56" fmla="*/ 7 w 62"/>
                <a:gd name="T57" fmla="*/ 39 h 54"/>
                <a:gd name="T58" fmla="*/ 6 w 62"/>
                <a:gd name="T59" fmla="*/ 35 h 54"/>
                <a:gd name="T60" fmla="*/ 4 w 62"/>
                <a:gd name="T61" fmla="*/ 31 h 54"/>
                <a:gd name="T62" fmla="*/ 4 w 62"/>
                <a:gd name="T63" fmla="*/ 30 h 54"/>
                <a:gd name="T64" fmla="*/ 3 w 62"/>
                <a:gd name="T65" fmla="*/ 23 h 54"/>
                <a:gd name="T66" fmla="*/ 0 w 62"/>
                <a:gd name="T67" fmla="*/ 17 h 54"/>
                <a:gd name="T68" fmla="*/ 2 w 62"/>
                <a:gd name="T69" fmla="*/ 10 h 54"/>
                <a:gd name="T70" fmla="*/ 6 w 62"/>
                <a:gd name="T71" fmla="*/ 2 h 54"/>
                <a:gd name="T72" fmla="*/ 14 w 62"/>
                <a:gd name="T73" fmla="*/ 1 h 54"/>
                <a:gd name="T74" fmla="*/ 18 w 62"/>
                <a:gd name="T75" fmla="*/ 2 h 54"/>
                <a:gd name="T76" fmla="*/ 24 w 62"/>
                <a:gd name="T77" fmla="*/ 1 h 54"/>
                <a:gd name="T78" fmla="*/ 29 w 62"/>
                <a:gd name="T79" fmla="*/ 1 h 54"/>
                <a:gd name="T80" fmla="*/ 33 w 62"/>
                <a:gd name="T81" fmla="*/ 2 h 54"/>
                <a:gd name="T82" fmla="*/ 37 w 62"/>
                <a:gd name="T83" fmla="*/ 6 h 54"/>
                <a:gd name="T84" fmla="*/ 43 w 62"/>
                <a:gd name="T85" fmla="*/ 9 h 54"/>
                <a:gd name="T86" fmla="*/ 47 w 62"/>
                <a:gd name="T87" fmla="*/ 9 h 54"/>
                <a:gd name="T88" fmla="*/ 47 w 62"/>
                <a:gd name="T89" fmla="*/ 5 h 54"/>
                <a:gd name="T90" fmla="*/ 45 w 62"/>
                <a:gd name="T9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2" h="54">
                  <a:moveTo>
                    <a:pt x="49" y="0"/>
                  </a:moveTo>
                  <a:lnTo>
                    <a:pt x="51" y="1"/>
                  </a:lnTo>
                  <a:lnTo>
                    <a:pt x="52" y="2"/>
                  </a:lnTo>
                  <a:lnTo>
                    <a:pt x="54" y="4"/>
                  </a:lnTo>
                  <a:lnTo>
                    <a:pt x="57" y="4"/>
                  </a:lnTo>
                  <a:lnTo>
                    <a:pt x="58" y="6"/>
                  </a:lnTo>
                  <a:lnTo>
                    <a:pt x="60" y="8"/>
                  </a:lnTo>
                  <a:lnTo>
                    <a:pt x="62" y="13"/>
                  </a:lnTo>
                  <a:lnTo>
                    <a:pt x="61" y="17"/>
                  </a:lnTo>
                  <a:lnTo>
                    <a:pt x="62" y="18"/>
                  </a:lnTo>
                  <a:lnTo>
                    <a:pt x="62" y="22"/>
                  </a:lnTo>
                  <a:lnTo>
                    <a:pt x="62" y="25"/>
                  </a:lnTo>
                  <a:lnTo>
                    <a:pt x="61" y="29"/>
                  </a:lnTo>
                  <a:lnTo>
                    <a:pt x="58" y="29"/>
                  </a:lnTo>
                  <a:lnTo>
                    <a:pt x="58" y="30"/>
                  </a:lnTo>
                  <a:lnTo>
                    <a:pt x="54" y="31"/>
                  </a:lnTo>
                  <a:lnTo>
                    <a:pt x="52" y="34"/>
                  </a:lnTo>
                  <a:lnTo>
                    <a:pt x="51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4" y="42"/>
                  </a:lnTo>
                  <a:lnTo>
                    <a:pt x="47" y="42"/>
                  </a:lnTo>
                  <a:lnTo>
                    <a:pt x="49" y="44"/>
                  </a:lnTo>
                  <a:lnTo>
                    <a:pt x="48" y="46"/>
                  </a:lnTo>
                  <a:lnTo>
                    <a:pt x="49" y="48"/>
                  </a:lnTo>
                  <a:lnTo>
                    <a:pt x="45" y="48"/>
                  </a:lnTo>
                  <a:lnTo>
                    <a:pt x="45" y="47"/>
                  </a:lnTo>
                  <a:lnTo>
                    <a:pt x="43" y="46"/>
                  </a:lnTo>
                  <a:lnTo>
                    <a:pt x="37" y="47"/>
                  </a:lnTo>
                  <a:lnTo>
                    <a:pt x="36" y="46"/>
                  </a:lnTo>
                  <a:lnTo>
                    <a:pt x="33" y="47"/>
                  </a:lnTo>
                  <a:lnTo>
                    <a:pt x="32" y="50"/>
                  </a:lnTo>
                  <a:lnTo>
                    <a:pt x="29" y="50"/>
                  </a:lnTo>
                  <a:lnTo>
                    <a:pt x="28" y="54"/>
                  </a:lnTo>
                  <a:lnTo>
                    <a:pt x="26" y="51"/>
                  </a:lnTo>
                  <a:lnTo>
                    <a:pt x="24" y="52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1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8" y="48"/>
                  </a:lnTo>
                  <a:lnTo>
                    <a:pt x="18" y="47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5" y="46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1" y="48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2" y="22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10"/>
                  </a:lnTo>
                  <a:lnTo>
                    <a:pt x="3" y="6"/>
                  </a:lnTo>
                  <a:lnTo>
                    <a:pt x="6" y="2"/>
                  </a:lnTo>
                  <a:lnTo>
                    <a:pt x="8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8" y="2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9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7" y="6"/>
                  </a:lnTo>
                  <a:lnTo>
                    <a:pt x="40" y="6"/>
                  </a:lnTo>
                  <a:lnTo>
                    <a:pt x="43" y="9"/>
                  </a:lnTo>
                  <a:lnTo>
                    <a:pt x="47" y="10"/>
                  </a:lnTo>
                  <a:lnTo>
                    <a:pt x="47" y="9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4" y="2"/>
                  </a:lnTo>
                  <a:lnTo>
                    <a:pt x="45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9" name="Freeform 346">
              <a:extLst>
                <a:ext uri="{FF2B5EF4-FFF2-40B4-BE49-F238E27FC236}">
                  <a16:creationId xmlns:a16="http://schemas.microsoft.com/office/drawing/2014/main" id="{2F11DBAC-4B16-417C-AE82-6B3D30D97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0478" y="762200"/>
              <a:ext cx="356736" cy="611544"/>
            </a:xfrm>
            <a:custGeom>
              <a:avLst/>
              <a:gdLst>
                <a:gd name="T0" fmla="*/ 48 w 56"/>
                <a:gd name="T1" fmla="*/ 2 h 96"/>
                <a:gd name="T2" fmla="*/ 50 w 56"/>
                <a:gd name="T3" fmla="*/ 6 h 96"/>
                <a:gd name="T4" fmla="*/ 56 w 56"/>
                <a:gd name="T5" fmla="*/ 10 h 96"/>
                <a:gd name="T6" fmla="*/ 51 w 56"/>
                <a:gd name="T7" fmla="*/ 14 h 96"/>
                <a:gd name="T8" fmla="*/ 50 w 56"/>
                <a:gd name="T9" fmla="*/ 16 h 96"/>
                <a:gd name="T10" fmla="*/ 48 w 56"/>
                <a:gd name="T11" fmla="*/ 25 h 96"/>
                <a:gd name="T12" fmla="*/ 51 w 56"/>
                <a:gd name="T13" fmla="*/ 35 h 96"/>
                <a:gd name="T14" fmla="*/ 52 w 56"/>
                <a:gd name="T15" fmla="*/ 39 h 96"/>
                <a:gd name="T16" fmla="*/ 50 w 56"/>
                <a:gd name="T17" fmla="*/ 41 h 96"/>
                <a:gd name="T18" fmla="*/ 44 w 56"/>
                <a:gd name="T19" fmla="*/ 49 h 96"/>
                <a:gd name="T20" fmla="*/ 42 w 56"/>
                <a:gd name="T21" fmla="*/ 53 h 96"/>
                <a:gd name="T22" fmla="*/ 38 w 56"/>
                <a:gd name="T23" fmla="*/ 54 h 96"/>
                <a:gd name="T24" fmla="*/ 34 w 56"/>
                <a:gd name="T25" fmla="*/ 58 h 96"/>
                <a:gd name="T26" fmla="*/ 34 w 56"/>
                <a:gd name="T27" fmla="*/ 64 h 96"/>
                <a:gd name="T28" fmla="*/ 34 w 56"/>
                <a:gd name="T29" fmla="*/ 69 h 96"/>
                <a:gd name="T30" fmla="*/ 39 w 56"/>
                <a:gd name="T31" fmla="*/ 71 h 96"/>
                <a:gd name="T32" fmla="*/ 50 w 56"/>
                <a:gd name="T33" fmla="*/ 79 h 96"/>
                <a:gd name="T34" fmla="*/ 37 w 56"/>
                <a:gd name="T35" fmla="*/ 82 h 96"/>
                <a:gd name="T36" fmla="*/ 29 w 56"/>
                <a:gd name="T37" fmla="*/ 87 h 96"/>
                <a:gd name="T38" fmla="*/ 23 w 56"/>
                <a:gd name="T39" fmla="*/ 94 h 96"/>
                <a:gd name="T40" fmla="*/ 19 w 56"/>
                <a:gd name="T41" fmla="*/ 91 h 96"/>
                <a:gd name="T42" fmla="*/ 18 w 56"/>
                <a:gd name="T43" fmla="*/ 95 h 96"/>
                <a:gd name="T44" fmla="*/ 14 w 56"/>
                <a:gd name="T45" fmla="*/ 96 h 96"/>
                <a:gd name="T46" fmla="*/ 15 w 56"/>
                <a:gd name="T47" fmla="*/ 91 h 96"/>
                <a:gd name="T48" fmla="*/ 11 w 56"/>
                <a:gd name="T49" fmla="*/ 92 h 96"/>
                <a:gd name="T50" fmla="*/ 10 w 56"/>
                <a:gd name="T51" fmla="*/ 90 h 96"/>
                <a:gd name="T52" fmla="*/ 13 w 56"/>
                <a:gd name="T53" fmla="*/ 81 h 96"/>
                <a:gd name="T54" fmla="*/ 18 w 56"/>
                <a:gd name="T55" fmla="*/ 79 h 96"/>
                <a:gd name="T56" fmla="*/ 11 w 56"/>
                <a:gd name="T57" fmla="*/ 79 h 96"/>
                <a:gd name="T58" fmla="*/ 10 w 56"/>
                <a:gd name="T59" fmla="*/ 73 h 96"/>
                <a:gd name="T60" fmla="*/ 11 w 56"/>
                <a:gd name="T61" fmla="*/ 66 h 96"/>
                <a:gd name="T62" fmla="*/ 14 w 56"/>
                <a:gd name="T63" fmla="*/ 64 h 96"/>
                <a:gd name="T64" fmla="*/ 11 w 56"/>
                <a:gd name="T65" fmla="*/ 65 h 96"/>
                <a:gd name="T66" fmla="*/ 6 w 56"/>
                <a:gd name="T67" fmla="*/ 64 h 96"/>
                <a:gd name="T68" fmla="*/ 4 w 56"/>
                <a:gd name="T69" fmla="*/ 65 h 96"/>
                <a:gd name="T70" fmla="*/ 1 w 56"/>
                <a:gd name="T71" fmla="*/ 61 h 96"/>
                <a:gd name="T72" fmla="*/ 0 w 56"/>
                <a:gd name="T73" fmla="*/ 61 h 96"/>
                <a:gd name="T74" fmla="*/ 2 w 56"/>
                <a:gd name="T75" fmla="*/ 52 h 96"/>
                <a:gd name="T76" fmla="*/ 4 w 56"/>
                <a:gd name="T77" fmla="*/ 46 h 96"/>
                <a:gd name="T78" fmla="*/ 9 w 56"/>
                <a:gd name="T79" fmla="*/ 40 h 96"/>
                <a:gd name="T80" fmla="*/ 13 w 56"/>
                <a:gd name="T81" fmla="*/ 33 h 96"/>
                <a:gd name="T82" fmla="*/ 14 w 56"/>
                <a:gd name="T83" fmla="*/ 31 h 96"/>
                <a:gd name="T84" fmla="*/ 17 w 56"/>
                <a:gd name="T85" fmla="*/ 24 h 96"/>
                <a:gd name="T86" fmla="*/ 21 w 56"/>
                <a:gd name="T87" fmla="*/ 28 h 96"/>
                <a:gd name="T88" fmla="*/ 25 w 56"/>
                <a:gd name="T89" fmla="*/ 28 h 96"/>
                <a:gd name="T90" fmla="*/ 31 w 56"/>
                <a:gd name="T91" fmla="*/ 29 h 96"/>
                <a:gd name="T92" fmla="*/ 37 w 56"/>
                <a:gd name="T93" fmla="*/ 27 h 96"/>
                <a:gd name="T94" fmla="*/ 34 w 56"/>
                <a:gd name="T95" fmla="*/ 23 h 96"/>
                <a:gd name="T96" fmla="*/ 33 w 56"/>
                <a:gd name="T97" fmla="*/ 19 h 96"/>
                <a:gd name="T98" fmla="*/ 40 w 56"/>
                <a:gd name="T99" fmla="*/ 15 h 96"/>
                <a:gd name="T100" fmla="*/ 42 w 56"/>
                <a:gd name="T101" fmla="*/ 10 h 96"/>
                <a:gd name="T102" fmla="*/ 46 w 56"/>
                <a:gd name="T103" fmla="*/ 7 h 96"/>
                <a:gd name="T104" fmla="*/ 44 w 56"/>
                <a:gd name="T105" fmla="*/ 3 h 96"/>
                <a:gd name="T106" fmla="*/ 47 w 56"/>
                <a:gd name="T10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96">
                  <a:moveTo>
                    <a:pt x="47" y="0"/>
                  </a:moveTo>
                  <a:lnTo>
                    <a:pt x="48" y="2"/>
                  </a:lnTo>
                  <a:lnTo>
                    <a:pt x="48" y="4"/>
                  </a:lnTo>
                  <a:lnTo>
                    <a:pt x="50" y="6"/>
                  </a:lnTo>
                  <a:lnTo>
                    <a:pt x="54" y="6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1" y="14"/>
                  </a:lnTo>
                  <a:lnTo>
                    <a:pt x="50" y="14"/>
                  </a:lnTo>
                  <a:lnTo>
                    <a:pt x="50" y="16"/>
                  </a:lnTo>
                  <a:lnTo>
                    <a:pt x="48" y="23"/>
                  </a:lnTo>
                  <a:lnTo>
                    <a:pt x="48" y="25"/>
                  </a:lnTo>
                  <a:lnTo>
                    <a:pt x="51" y="28"/>
                  </a:lnTo>
                  <a:lnTo>
                    <a:pt x="51" y="35"/>
                  </a:lnTo>
                  <a:lnTo>
                    <a:pt x="54" y="36"/>
                  </a:lnTo>
                  <a:lnTo>
                    <a:pt x="52" y="39"/>
                  </a:lnTo>
                  <a:lnTo>
                    <a:pt x="48" y="41"/>
                  </a:lnTo>
                  <a:lnTo>
                    <a:pt x="50" y="41"/>
                  </a:lnTo>
                  <a:lnTo>
                    <a:pt x="43" y="48"/>
                  </a:lnTo>
                  <a:lnTo>
                    <a:pt x="44" y="49"/>
                  </a:lnTo>
                  <a:lnTo>
                    <a:pt x="43" y="52"/>
                  </a:lnTo>
                  <a:lnTo>
                    <a:pt x="42" y="53"/>
                  </a:lnTo>
                  <a:lnTo>
                    <a:pt x="39" y="53"/>
                  </a:lnTo>
                  <a:lnTo>
                    <a:pt x="38" y="54"/>
                  </a:lnTo>
                  <a:lnTo>
                    <a:pt x="37" y="57"/>
                  </a:lnTo>
                  <a:lnTo>
                    <a:pt x="34" y="58"/>
                  </a:lnTo>
                  <a:lnTo>
                    <a:pt x="34" y="61"/>
                  </a:lnTo>
                  <a:lnTo>
                    <a:pt x="34" y="64"/>
                  </a:lnTo>
                  <a:lnTo>
                    <a:pt x="33" y="65"/>
                  </a:lnTo>
                  <a:lnTo>
                    <a:pt x="34" y="69"/>
                  </a:lnTo>
                  <a:lnTo>
                    <a:pt x="38" y="69"/>
                  </a:lnTo>
                  <a:lnTo>
                    <a:pt x="39" y="71"/>
                  </a:lnTo>
                  <a:lnTo>
                    <a:pt x="48" y="77"/>
                  </a:lnTo>
                  <a:lnTo>
                    <a:pt x="50" y="79"/>
                  </a:lnTo>
                  <a:lnTo>
                    <a:pt x="44" y="82"/>
                  </a:lnTo>
                  <a:lnTo>
                    <a:pt x="37" y="82"/>
                  </a:lnTo>
                  <a:lnTo>
                    <a:pt x="33" y="86"/>
                  </a:lnTo>
                  <a:lnTo>
                    <a:pt x="29" y="87"/>
                  </a:lnTo>
                  <a:lnTo>
                    <a:pt x="25" y="91"/>
                  </a:lnTo>
                  <a:lnTo>
                    <a:pt x="23" y="94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21" y="92"/>
                  </a:lnTo>
                  <a:lnTo>
                    <a:pt x="18" y="95"/>
                  </a:lnTo>
                  <a:lnTo>
                    <a:pt x="17" y="95"/>
                  </a:lnTo>
                  <a:lnTo>
                    <a:pt x="14" y="96"/>
                  </a:lnTo>
                  <a:lnTo>
                    <a:pt x="13" y="95"/>
                  </a:lnTo>
                  <a:lnTo>
                    <a:pt x="15" y="91"/>
                  </a:lnTo>
                  <a:lnTo>
                    <a:pt x="13" y="91"/>
                  </a:lnTo>
                  <a:lnTo>
                    <a:pt x="11" y="92"/>
                  </a:lnTo>
                  <a:lnTo>
                    <a:pt x="10" y="91"/>
                  </a:lnTo>
                  <a:lnTo>
                    <a:pt x="10" y="90"/>
                  </a:lnTo>
                  <a:lnTo>
                    <a:pt x="10" y="85"/>
                  </a:lnTo>
                  <a:lnTo>
                    <a:pt x="13" y="81"/>
                  </a:lnTo>
                  <a:lnTo>
                    <a:pt x="15" y="81"/>
                  </a:lnTo>
                  <a:lnTo>
                    <a:pt x="18" y="79"/>
                  </a:lnTo>
                  <a:lnTo>
                    <a:pt x="15" y="79"/>
                  </a:lnTo>
                  <a:lnTo>
                    <a:pt x="11" y="79"/>
                  </a:lnTo>
                  <a:lnTo>
                    <a:pt x="10" y="79"/>
                  </a:lnTo>
                  <a:lnTo>
                    <a:pt x="10" y="73"/>
                  </a:lnTo>
                  <a:lnTo>
                    <a:pt x="13" y="69"/>
                  </a:lnTo>
                  <a:lnTo>
                    <a:pt x="11" y="66"/>
                  </a:lnTo>
                  <a:lnTo>
                    <a:pt x="13" y="65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1" y="65"/>
                  </a:lnTo>
                  <a:lnTo>
                    <a:pt x="8" y="65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4" y="65"/>
                  </a:lnTo>
                  <a:lnTo>
                    <a:pt x="1" y="65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2" y="52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8" y="44"/>
                  </a:lnTo>
                  <a:lnTo>
                    <a:pt x="9" y="40"/>
                  </a:lnTo>
                  <a:lnTo>
                    <a:pt x="11" y="39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4" y="27"/>
                  </a:lnTo>
                  <a:lnTo>
                    <a:pt x="17" y="24"/>
                  </a:lnTo>
                  <a:lnTo>
                    <a:pt x="18" y="27"/>
                  </a:lnTo>
                  <a:lnTo>
                    <a:pt x="21" y="28"/>
                  </a:lnTo>
                  <a:lnTo>
                    <a:pt x="22" y="29"/>
                  </a:lnTo>
                  <a:lnTo>
                    <a:pt x="25" y="28"/>
                  </a:lnTo>
                  <a:lnTo>
                    <a:pt x="27" y="29"/>
                  </a:lnTo>
                  <a:lnTo>
                    <a:pt x="31" y="29"/>
                  </a:lnTo>
                  <a:lnTo>
                    <a:pt x="35" y="29"/>
                  </a:lnTo>
                  <a:lnTo>
                    <a:pt x="37" y="27"/>
                  </a:lnTo>
                  <a:lnTo>
                    <a:pt x="37" y="24"/>
                  </a:lnTo>
                  <a:lnTo>
                    <a:pt x="34" y="23"/>
                  </a:lnTo>
                  <a:lnTo>
                    <a:pt x="31" y="20"/>
                  </a:lnTo>
                  <a:lnTo>
                    <a:pt x="33" y="19"/>
                  </a:lnTo>
                  <a:lnTo>
                    <a:pt x="35" y="19"/>
                  </a:lnTo>
                  <a:lnTo>
                    <a:pt x="40" y="15"/>
                  </a:lnTo>
                  <a:lnTo>
                    <a:pt x="40" y="12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7"/>
                  </a:lnTo>
                  <a:lnTo>
                    <a:pt x="44" y="6"/>
                  </a:lnTo>
                  <a:lnTo>
                    <a:pt x="44" y="3"/>
                  </a:lnTo>
                  <a:lnTo>
                    <a:pt x="44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90" name="Freeform 345">
              <a:extLst>
                <a:ext uri="{FF2B5EF4-FFF2-40B4-BE49-F238E27FC236}">
                  <a16:creationId xmlns:a16="http://schemas.microsoft.com/office/drawing/2014/main" id="{2B519A93-768E-4B53-8B23-EE39E93F8B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56994" y="1265451"/>
              <a:ext cx="343994" cy="547843"/>
            </a:xfrm>
            <a:custGeom>
              <a:avLst/>
              <a:gdLst>
                <a:gd name="T0" fmla="*/ 28 w 54"/>
                <a:gd name="T1" fmla="*/ 81 h 86"/>
                <a:gd name="T2" fmla="*/ 27 w 54"/>
                <a:gd name="T3" fmla="*/ 85 h 86"/>
                <a:gd name="T4" fmla="*/ 20 w 54"/>
                <a:gd name="T5" fmla="*/ 86 h 86"/>
                <a:gd name="T6" fmla="*/ 20 w 54"/>
                <a:gd name="T7" fmla="*/ 82 h 86"/>
                <a:gd name="T8" fmla="*/ 52 w 54"/>
                <a:gd name="T9" fmla="*/ 70 h 86"/>
                <a:gd name="T10" fmla="*/ 53 w 54"/>
                <a:gd name="T11" fmla="*/ 71 h 86"/>
                <a:gd name="T12" fmla="*/ 52 w 54"/>
                <a:gd name="T13" fmla="*/ 73 h 86"/>
                <a:gd name="T14" fmla="*/ 52 w 54"/>
                <a:gd name="T15" fmla="*/ 70 h 86"/>
                <a:gd name="T16" fmla="*/ 19 w 54"/>
                <a:gd name="T17" fmla="*/ 67 h 86"/>
                <a:gd name="T18" fmla="*/ 17 w 54"/>
                <a:gd name="T19" fmla="*/ 69 h 86"/>
                <a:gd name="T20" fmla="*/ 16 w 54"/>
                <a:gd name="T21" fmla="*/ 69 h 86"/>
                <a:gd name="T22" fmla="*/ 17 w 54"/>
                <a:gd name="T23" fmla="*/ 67 h 86"/>
                <a:gd name="T24" fmla="*/ 54 w 54"/>
                <a:gd name="T25" fmla="*/ 63 h 86"/>
                <a:gd name="T26" fmla="*/ 54 w 54"/>
                <a:gd name="T27" fmla="*/ 66 h 86"/>
                <a:gd name="T28" fmla="*/ 53 w 54"/>
                <a:gd name="T29" fmla="*/ 69 h 86"/>
                <a:gd name="T30" fmla="*/ 52 w 54"/>
                <a:gd name="T31" fmla="*/ 65 h 86"/>
                <a:gd name="T32" fmla="*/ 54 w 54"/>
                <a:gd name="T33" fmla="*/ 63 h 86"/>
                <a:gd name="T34" fmla="*/ 36 w 54"/>
                <a:gd name="T35" fmla="*/ 62 h 86"/>
                <a:gd name="T36" fmla="*/ 33 w 54"/>
                <a:gd name="T37" fmla="*/ 61 h 86"/>
                <a:gd name="T38" fmla="*/ 44 w 54"/>
                <a:gd name="T39" fmla="*/ 57 h 86"/>
                <a:gd name="T40" fmla="*/ 45 w 54"/>
                <a:gd name="T41" fmla="*/ 60 h 86"/>
                <a:gd name="T42" fmla="*/ 42 w 54"/>
                <a:gd name="T43" fmla="*/ 62 h 86"/>
                <a:gd name="T44" fmla="*/ 42 w 54"/>
                <a:gd name="T45" fmla="*/ 58 h 86"/>
                <a:gd name="T46" fmla="*/ 27 w 54"/>
                <a:gd name="T47" fmla="*/ 0 h 86"/>
                <a:gd name="T48" fmla="*/ 37 w 54"/>
                <a:gd name="T49" fmla="*/ 15 h 86"/>
                <a:gd name="T50" fmla="*/ 44 w 54"/>
                <a:gd name="T51" fmla="*/ 28 h 86"/>
                <a:gd name="T52" fmla="*/ 48 w 54"/>
                <a:gd name="T53" fmla="*/ 38 h 86"/>
                <a:gd name="T54" fmla="*/ 49 w 54"/>
                <a:gd name="T55" fmla="*/ 41 h 86"/>
                <a:gd name="T56" fmla="*/ 50 w 54"/>
                <a:gd name="T57" fmla="*/ 49 h 86"/>
                <a:gd name="T58" fmla="*/ 49 w 54"/>
                <a:gd name="T59" fmla="*/ 52 h 86"/>
                <a:gd name="T60" fmla="*/ 44 w 54"/>
                <a:gd name="T61" fmla="*/ 56 h 86"/>
                <a:gd name="T62" fmla="*/ 41 w 54"/>
                <a:gd name="T63" fmla="*/ 60 h 86"/>
                <a:gd name="T64" fmla="*/ 39 w 54"/>
                <a:gd name="T65" fmla="*/ 60 h 86"/>
                <a:gd name="T66" fmla="*/ 36 w 54"/>
                <a:gd name="T67" fmla="*/ 58 h 86"/>
                <a:gd name="T68" fmla="*/ 33 w 54"/>
                <a:gd name="T69" fmla="*/ 60 h 86"/>
                <a:gd name="T70" fmla="*/ 31 w 54"/>
                <a:gd name="T71" fmla="*/ 60 h 86"/>
                <a:gd name="T72" fmla="*/ 23 w 54"/>
                <a:gd name="T73" fmla="*/ 66 h 86"/>
                <a:gd name="T74" fmla="*/ 23 w 54"/>
                <a:gd name="T75" fmla="*/ 67 h 86"/>
                <a:gd name="T76" fmla="*/ 20 w 54"/>
                <a:gd name="T77" fmla="*/ 67 h 86"/>
                <a:gd name="T78" fmla="*/ 19 w 54"/>
                <a:gd name="T79" fmla="*/ 63 h 86"/>
                <a:gd name="T80" fmla="*/ 15 w 54"/>
                <a:gd name="T81" fmla="*/ 58 h 86"/>
                <a:gd name="T82" fmla="*/ 15 w 54"/>
                <a:gd name="T83" fmla="*/ 56 h 86"/>
                <a:gd name="T84" fmla="*/ 16 w 54"/>
                <a:gd name="T85" fmla="*/ 53 h 86"/>
                <a:gd name="T86" fmla="*/ 15 w 54"/>
                <a:gd name="T87" fmla="*/ 49 h 86"/>
                <a:gd name="T88" fmla="*/ 19 w 54"/>
                <a:gd name="T89" fmla="*/ 45 h 86"/>
                <a:gd name="T90" fmla="*/ 16 w 54"/>
                <a:gd name="T91" fmla="*/ 42 h 86"/>
                <a:gd name="T92" fmla="*/ 14 w 54"/>
                <a:gd name="T93" fmla="*/ 36 h 86"/>
                <a:gd name="T94" fmla="*/ 12 w 54"/>
                <a:gd name="T95" fmla="*/ 33 h 86"/>
                <a:gd name="T96" fmla="*/ 8 w 54"/>
                <a:gd name="T97" fmla="*/ 28 h 86"/>
                <a:gd name="T98" fmla="*/ 11 w 54"/>
                <a:gd name="T99" fmla="*/ 27 h 86"/>
                <a:gd name="T100" fmla="*/ 16 w 54"/>
                <a:gd name="T101" fmla="*/ 29 h 86"/>
                <a:gd name="T102" fmla="*/ 14 w 54"/>
                <a:gd name="T103" fmla="*/ 24 h 86"/>
                <a:gd name="T104" fmla="*/ 12 w 54"/>
                <a:gd name="T105" fmla="*/ 23 h 86"/>
                <a:gd name="T106" fmla="*/ 4 w 54"/>
                <a:gd name="T107" fmla="*/ 15 h 86"/>
                <a:gd name="T108" fmla="*/ 3 w 54"/>
                <a:gd name="T109" fmla="*/ 13 h 86"/>
                <a:gd name="T110" fmla="*/ 0 w 54"/>
                <a:gd name="T111" fmla="*/ 15 h 86"/>
                <a:gd name="T112" fmla="*/ 6 w 54"/>
                <a:gd name="T113" fmla="*/ 8 h 86"/>
                <a:gd name="T114" fmla="*/ 14 w 54"/>
                <a:gd name="T115" fmla="*/ 3 h 86"/>
                <a:gd name="T116" fmla="*/ 27 w 54"/>
                <a:gd name="T1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" h="86">
                  <a:moveTo>
                    <a:pt x="25" y="81"/>
                  </a:moveTo>
                  <a:lnTo>
                    <a:pt x="28" y="81"/>
                  </a:lnTo>
                  <a:lnTo>
                    <a:pt x="28" y="82"/>
                  </a:lnTo>
                  <a:lnTo>
                    <a:pt x="27" y="85"/>
                  </a:lnTo>
                  <a:lnTo>
                    <a:pt x="21" y="86"/>
                  </a:lnTo>
                  <a:lnTo>
                    <a:pt x="20" y="86"/>
                  </a:lnTo>
                  <a:lnTo>
                    <a:pt x="19" y="83"/>
                  </a:lnTo>
                  <a:lnTo>
                    <a:pt x="20" y="82"/>
                  </a:lnTo>
                  <a:lnTo>
                    <a:pt x="25" y="81"/>
                  </a:lnTo>
                  <a:close/>
                  <a:moveTo>
                    <a:pt x="52" y="70"/>
                  </a:moveTo>
                  <a:lnTo>
                    <a:pt x="54" y="70"/>
                  </a:lnTo>
                  <a:lnTo>
                    <a:pt x="53" y="71"/>
                  </a:lnTo>
                  <a:lnTo>
                    <a:pt x="53" y="73"/>
                  </a:lnTo>
                  <a:lnTo>
                    <a:pt x="52" y="73"/>
                  </a:lnTo>
                  <a:lnTo>
                    <a:pt x="52" y="71"/>
                  </a:lnTo>
                  <a:lnTo>
                    <a:pt x="52" y="70"/>
                  </a:lnTo>
                  <a:close/>
                  <a:moveTo>
                    <a:pt x="17" y="66"/>
                  </a:moveTo>
                  <a:lnTo>
                    <a:pt x="19" y="67"/>
                  </a:lnTo>
                  <a:lnTo>
                    <a:pt x="19" y="69"/>
                  </a:lnTo>
                  <a:lnTo>
                    <a:pt x="17" y="69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6" y="67"/>
                  </a:lnTo>
                  <a:lnTo>
                    <a:pt x="17" y="67"/>
                  </a:lnTo>
                  <a:lnTo>
                    <a:pt x="17" y="66"/>
                  </a:lnTo>
                  <a:close/>
                  <a:moveTo>
                    <a:pt x="54" y="63"/>
                  </a:moveTo>
                  <a:lnTo>
                    <a:pt x="54" y="63"/>
                  </a:lnTo>
                  <a:lnTo>
                    <a:pt x="54" y="66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2" y="67"/>
                  </a:lnTo>
                  <a:lnTo>
                    <a:pt x="52" y="65"/>
                  </a:lnTo>
                  <a:lnTo>
                    <a:pt x="53" y="63"/>
                  </a:lnTo>
                  <a:lnTo>
                    <a:pt x="54" y="63"/>
                  </a:lnTo>
                  <a:close/>
                  <a:moveTo>
                    <a:pt x="35" y="61"/>
                  </a:moveTo>
                  <a:lnTo>
                    <a:pt x="36" y="62"/>
                  </a:lnTo>
                  <a:lnTo>
                    <a:pt x="35" y="62"/>
                  </a:lnTo>
                  <a:lnTo>
                    <a:pt x="33" y="61"/>
                  </a:lnTo>
                  <a:lnTo>
                    <a:pt x="35" y="61"/>
                  </a:lnTo>
                  <a:close/>
                  <a:moveTo>
                    <a:pt x="44" y="57"/>
                  </a:moveTo>
                  <a:lnTo>
                    <a:pt x="45" y="58"/>
                  </a:lnTo>
                  <a:lnTo>
                    <a:pt x="45" y="60"/>
                  </a:lnTo>
                  <a:lnTo>
                    <a:pt x="44" y="61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2" y="58"/>
                  </a:lnTo>
                  <a:lnTo>
                    <a:pt x="44" y="57"/>
                  </a:lnTo>
                  <a:close/>
                  <a:moveTo>
                    <a:pt x="27" y="0"/>
                  </a:moveTo>
                  <a:lnTo>
                    <a:pt x="31" y="8"/>
                  </a:lnTo>
                  <a:lnTo>
                    <a:pt x="37" y="15"/>
                  </a:lnTo>
                  <a:lnTo>
                    <a:pt x="44" y="23"/>
                  </a:lnTo>
                  <a:lnTo>
                    <a:pt x="44" y="28"/>
                  </a:lnTo>
                  <a:lnTo>
                    <a:pt x="46" y="31"/>
                  </a:lnTo>
                  <a:lnTo>
                    <a:pt x="48" y="38"/>
                  </a:lnTo>
                  <a:lnTo>
                    <a:pt x="48" y="41"/>
                  </a:lnTo>
                  <a:lnTo>
                    <a:pt x="49" y="41"/>
                  </a:lnTo>
                  <a:lnTo>
                    <a:pt x="49" y="41"/>
                  </a:lnTo>
                  <a:lnTo>
                    <a:pt x="50" y="49"/>
                  </a:lnTo>
                  <a:lnTo>
                    <a:pt x="48" y="50"/>
                  </a:lnTo>
                  <a:lnTo>
                    <a:pt x="49" y="52"/>
                  </a:lnTo>
                  <a:lnTo>
                    <a:pt x="46" y="56"/>
                  </a:lnTo>
                  <a:lnTo>
                    <a:pt x="44" y="56"/>
                  </a:lnTo>
                  <a:lnTo>
                    <a:pt x="40" y="58"/>
                  </a:lnTo>
                  <a:lnTo>
                    <a:pt x="41" y="60"/>
                  </a:lnTo>
                  <a:lnTo>
                    <a:pt x="40" y="61"/>
                  </a:lnTo>
                  <a:lnTo>
                    <a:pt x="39" y="60"/>
                  </a:lnTo>
                  <a:lnTo>
                    <a:pt x="37" y="61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3" y="60"/>
                  </a:lnTo>
                  <a:lnTo>
                    <a:pt x="32" y="58"/>
                  </a:lnTo>
                  <a:lnTo>
                    <a:pt x="31" y="60"/>
                  </a:lnTo>
                  <a:lnTo>
                    <a:pt x="25" y="63"/>
                  </a:lnTo>
                  <a:lnTo>
                    <a:pt x="23" y="66"/>
                  </a:lnTo>
                  <a:lnTo>
                    <a:pt x="23" y="65"/>
                  </a:lnTo>
                  <a:lnTo>
                    <a:pt x="23" y="67"/>
                  </a:lnTo>
                  <a:lnTo>
                    <a:pt x="20" y="69"/>
                  </a:lnTo>
                  <a:lnTo>
                    <a:pt x="20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7" y="63"/>
                  </a:lnTo>
                  <a:lnTo>
                    <a:pt x="15" y="58"/>
                  </a:lnTo>
                  <a:lnTo>
                    <a:pt x="16" y="58"/>
                  </a:lnTo>
                  <a:lnTo>
                    <a:pt x="15" y="56"/>
                  </a:lnTo>
                  <a:lnTo>
                    <a:pt x="15" y="53"/>
                  </a:lnTo>
                  <a:lnTo>
                    <a:pt x="16" y="53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9" y="45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4" y="41"/>
                  </a:lnTo>
                  <a:lnTo>
                    <a:pt x="14" y="36"/>
                  </a:lnTo>
                  <a:lnTo>
                    <a:pt x="14" y="33"/>
                  </a:lnTo>
                  <a:lnTo>
                    <a:pt x="12" y="33"/>
                  </a:lnTo>
                  <a:lnTo>
                    <a:pt x="7" y="32"/>
                  </a:lnTo>
                  <a:lnTo>
                    <a:pt x="8" y="28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2" y="28"/>
                  </a:lnTo>
                  <a:lnTo>
                    <a:pt x="16" y="29"/>
                  </a:lnTo>
                  <a:lnTo>
                    <a:pt x="15" y="27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2" y="23"/>
                  </a:lnTo>
                  <a:lnTo>
                    <a:pt x="10" y="19"/>
                  </a:lnTo>
                  <a:lnTo>
                    <a:pt x="4" y="15"/>
                  </a:lnTo>
                  <a:lnTo>
                    <a:pt x="7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6" y="8"/>
                  </a:lnTo>
                  <a:lnTo>
                    <a:pt x="10" y="7"/>
                  </a:lnTo>
                  <a:lnTo>
                    <a:pt x="14" y="3"/>
                  </a:lnTo>
                  <a:lnTo>
                    <a:pt x="21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3" name="자유형: 도형 2">
            <a:extLst>
              <a:ext uri="{FF2B5EF4-FFF2-40B4-BE49-F238E27FC236}">
                <a16:creationId xmlns:a16="http://schemas.microsoft.com/office/drawing/2014/main" id="{1431B0AB-3020-42B1-9217-3F7BBC6CA4BE}"/>
              </a:ext>
            </a:extLst>
          </p:cNvPr>
          <p:cNvSpPr/>
          <p:nvPr/>
        </p:nvSpPr>
        <p:spPr>
          <a:xfrm>
            <a:off x="6471885" y="1811618"/>
            <a:ext cx="1150401" cy="2479828"/>
          </a:xfrm>
          <a:custGeom>
            <a:avLst/>
            <a:gdLst>
              <a:gd name="connsiteX0" fmla="*/ 1381025 w 1381025"/>
              <a:gd name="connsiteY0" fmla="*/ 236220 h 2515012"/>
              <a:gd name="connsiteX1" fmla="*/ 923825 w 1381025"/>
              <a:gd name="connsiteY1" fmla="*/ 1981200 h 2515012"/>
              <a:gd name="connsiteX2" fmla="*/ 1106705 w 1381025"/>
              <a:gd name="connsiteY2" fmla="*/ 2072640 h 2515012"/>
              <a:gd name="connsiteX3" fmla="*/ 131345 w 1381025"/>
              <a:gd name="connsiteY3" fmla="*/ 2499360 h 2515012"/>
              <a:gd name="connsiteX4" fmla="*/ 17045 w 1381025"/>
              <a:gd name="connsiteY4" fmla="*/ 2423160 h 2515012"/>
              <a:gd name="connsiteX5" fmla="*/ 199925 w 1381025"/>
              <a:gd name="connsiteY5" fmla="*/ 2446020 h 2515012"/>
              <a:gd name="connsiteX6" fmla="*/ 519965 w 1381025"/>
              <a:gd name="connsiteY6" fmla="*/ 1394460 h 2515012"/>
              <a:gd name="connsiteX7" fmla="*/ 733325 w 1381025"/>
              <a:gd name="connsiteY7" fmla="*/ 1501140 h 2515012"/>
              <a:gd name="connsiteX8" fmla="*/ 1205765 w 1381025"/>
              <a:gd name="connsiteY8" fmla="*/ 0 h 2515012"/>
              <a:gd name="connsiteX0" fmla="*/ 1381025 w 1381025"/>
              <a:gd name="connsiteY0" fmla="*/ 236220 h 2515012"/>
              <a:gd name="connsiteX1" fmla="*/ 939065 w 1381025"/>
              <a:gd name="connsiteY1" fmla="*/ 1965960 h 2515012"/>
              <a:gd name="connsiteX2" fmla="*/ 1106705 w 1381025"/>
              <a:gd name="connsiteY2" fmla="*/ 2072640 h 2515012"/>
              <a:gd name="connsiteX3" fmla="*/ 131345 w 1381025"/>
              <a:gd name="connsiteY3" fmla="*/ 2499360 h 2515012"/>
              <a:gd name="connsiteX4" fmla="*/ 17045 w 1381025"/>
              <a:gd name="connsiteY4" fmla="*/ 2423160 h 2515012"/>
              <a:gd name="connsiteX5" fmla="*/ 199925 w 1381025"/>
              <a:gd name="connsiteY5" fmla="*/ 2446020 h 2515012"/>
              <a:gd name="connsiteX6" fmla="*/ 519965 w 1381025"/>
              <a:gd name="connsiteY6" fmla="*/ 1394460 h 2515012"/>
              <a:gd name="connsiteX7" fmla="*/ 733325 w 1381025"/>
              <a:gd name="connsiteY7" fmla="*/ 1501140 h 2515012"/>
              <a:gd name="connsiteX8" fmla="*/ 1205765 w 1381025"/>
              <a:gd name="connsiteY8" fmla="*/ 0 h 2515012"/>
              <a:gd name="connsiteX0" fmla="*/ 1372167 w 1372167"/>
              <a:gd name="connsiteY0" fmla="*/ 236220 h 2517211"/>
              <a:gd name="connsiteX1" fmla="*/ 930207 w 1372167"/>
              <a:gd name="connsiteY1" fmla="*/ 1965960 h 2517211"/>
              <a:gd name="connsiteX2" fmla="*/ 1097847 w 1372167"/>
              <a:gd name="connsiteY2" fmla="*/ 2072640 h 2517211"/>
              <a:gd name="connsiteX3" fmla="*/ 145347 w 1372167"/>
              <a:gd name="connsiteY3" fmla="*/ 2430780 h 2517211"/>
              <a:gd name="connsiteX4" fmla="*/ 8187 w 1372167"/>
              <a:gd name="connsiteY4" fmla="*/ 2423160 h 2517211"/>
              <a:gd name="connsiteX5" fmla="*/ 191067 w 1372167"/>
              <a:gd name="connsiteY5" fmla="*/ 2446020 h 2517211"/>
              <a:gd name="connsiteX6" fmla="*/ 511107 w 1372167"/>
              <a:gd name="connsiteY6" fmla="*/ 1394460 h 2517211"/>
              <a:gd name="connsiteX7" fmla="*/ 724467 w 1372167"/>
              <a:gd name="connsiteY7" fmla="*/ 1501140 h 2517211"/>
              <a:gd name="connsiteX8" fmla="*/ 1196907 w 1372167"/>
              <a:gd name="connsiteY8" fmla="*/ 0 h 2517211"/>
              <a:gd name="connsiteX0" fmla="*/ 1376117 w 1376117"/>
              <a:gd name="connsiteY0" fmla="*/ 236220 h 2487363"/>
              <a:gd name="connsiteX1" fmla="*/ 934157 w 1376117"/>
              <a:gd name="connsiteY1" fmla="*/ 1965960 h 2487363"/>
              <a:gd name="connsiteX2" fmla="*/ 1101797 w 1376117"/>
              <a:gd name="connsiteY2" fmla="*/ 2072640 h 2487363"/>
              <a:gd name="connsiteX3" fmla="*/ 149297 w 1376117"/>
              <a:gd name="connsiteY3" fmla="*/ 2430780 h 2487363"/>
              <a:gd name="connsiteX4" fmla="*/ 12137 w 1376117"/>
              <a:gd name="connsiteY4" fmla="*/ 2423160 h 2487363"/>
              <a:gd name="connsiteX5" fmla="*/ 248357 w 1376117"/>
              <a:gd name="connsiteY5" fmla="*/ 2407920 h 2487363"/>
              <a:gd name="connsiteX6" fmla="*/ 515057 w 1376117"/>
              <a:gd name="connsiteY6" fmla="*/ 1394460 h 2487363"/>
              <a:gd name="connsiteX7" fmla="*/ 728417 w 1376117"/>
              <a:gd name="connsiteY7" fmla="*/ 1501140 h 2487363"/>
              <a:gd name="connsiteX8" fmla="*/ 1200857 w 1376117"/>
              <a:gd name="connsiteY8" fmla="*/ 0 h 2487363"/>
              <a:gd name="connsiteX0" fmla="*/ 1376117 w 1376117"/>
              <a:gd name="connsiteY0" fmla="*/ 236220 h 2482151"/>
              <a:gd name="connsiteX1" fmla="*/ 934157 w 1376117"/>
              <a:gd name="connsiteY1" fmla="*/ 1965960 h 2482151"/>
              <a:gd name="connsiteX2" fmla="*/ 1101797 w 1376117"/>
              <a:gd name="connsiteY2" fmla="*/ 2072640 h 2482151"/>
              <a:gd name="connsiteX3" fmla="*/ 149297 w 1376117"/>
              <a:gd name="connsiteY3" fmla="*/ 2430780 h 2482151"/>
              <a:gd name="connsiteX4" fmla="*/ 12137 w 1376117"/>
              <a:gd name="connsiteY4" fmla="*/ 2407920 h 2482151"/>
              <a:gd name="connsiteX5" fmla="*/ 248357 w 1376117"/>
              <a:gd name="connsiteY5" fmla="*/ 2407920 h 2482151"/>
              <a:gd name="connsiteX6" fmla="*/ 515057 w 1376117"/>
              <a:gd name="connsiteY6" fmla="*/ 1394460 h 2482151"/>
              <a:gd name="connsiteX7" fmla="*/ 728417 w 1376117"/>
              <a:gd name="connsiteY7" fmla="*/ 1501140 h 2482151"/>
              <a:gd name="connsiteX8" fmla="*/ 1200857 w 1376117"/>
              <a:gd name="connsiteY8" fmla="*/ 0 h 2482151"/>
              <a:gd name="connsiteX0" fmla="*/ 1376117 w 1376117"/>
              <a:gd name="connsiteY0" fmla="*/ 236220 h 2538331"/>
              <a:gd name="connsiteX1" fmla="*/ 934157 w 1376117"/>
              <a:gd name="connsiteY1" fmla="*/ 1965960 h 2538331"/>
              <a:gd name="connsiteX2" fmla="*/ 1101797 w 1376117"/>
              <a:gd name="connsiteY2" fmla="*/ 2072640 h 2538331"/>
              <a:gd name="connsiteX3" fmla="*/ 149297 w 1376117"/>
              <a:gd name="connsiteY3" fmla="*/ 2430780 h 2538331"/>
              <a:gd name="connsiteX4" fmla="*/ 12137 w 1376117"/>
              <a:gd name="connsiteY4" fmla="*/ 2407920 h 2538331"/>
              <a:gd name="connsiteX5" fmla="*/ 248357 w 1376117"/>
              <a:gd name="connsiteY5" fmla="*/ 2476500 h 2538331"/>
              <a:gd name="connsiteX6" fmla="*/ 515057 w 1376117"/>
              <a:gd name="connsiteY6" fmla="*/ 1394460 h 2538331"/>
              <a:gd name="connsiteX7" fmla="*/ 728417 w 1376117"/>
              <a:gd name="connsiteY7" fmla="*/ 1501140 h 2538331"/>
              <a:gd name="connsiteX8" fmla="*/ 1200857 w 1376117"/>
              <a:gd name="connsiteY8" fmla="*/ 0 h 2538331"/>
              <a:gd name="connsiteX0" fmla="*/ 1368382 w 1368382"/>
              <a:gd name="connsiteY0" fmla="*/ 236220 h 2538331"/>
              <a:gd name="connsiteX1" fmla="*/ 926422 w 1368382"/>
              <a:gd name="connsiteY1" fmla="*/ 1965960 h 2538331"/>
              <a:gd name="connsiteX2" fmla="*/ 1094062 w 1368382"/>
              <a:gd name="connsiteY2" fmla="*/ 2072640 h 2538331"/>
              <a:gd name="connsiteX3" fmla="*/ 172042 w 1368382"/>
              <a:gd name="connsiteY3" fmla="*/ 2430780 h 2538331"/>
              <a:gd name="connsiteX4" fmla="*/ 4402 w 1368382"/>
              <a:gd name="connsiteY4" fmla="*/ 2407920 h 2538331"/>
              <a:gd name="connsiteX5" fmla="*/ 240622 w 1368382"/>
              <a:gd name="connsiteY5" fmla="*/ 2476500 h 2538331"/>
              <a:gd name="connsiteX6" fmla="*/ 507322 w 1368382"/>
              <a:gd name="connsiteY6" fmla="*/ 1394460 h 2538331"/>
              <a:gd name="connsiteX7" fmla="*/ 720682 w 1368382"/>
              <a:gd name="connsiteY7" fmla="*/ 1501140 h 2538331"/>
              <a:gd name="connsiteX8" fmla="*/ 1193122 w 1368382"/>
              <a:gd name="connsiteY8" fmla="*/ 0 h 2538331"/>
              <a:gd name="connsiteX0" fmla="*/ 1367887 w 1367887"/>
              <a:gd name="connsiteY0" fmla="*/ 236220 h 2538331"/>
              <a:gd name="connsiteX1" fmla="*/ 925927 w 1367887"/>
              <a:gd name="connsiteY1" fmla="*/ 1965960 h 2538331"/>
              <a:gd name="connsiteX2" fmla="*/ 1063087 w 1367887"/>
              <a:gd name="connsiteY2" fmla="*/ 2072640 h 2538331"/>
              <a:gd name="connsiteX3" fmla="*/ 171547 w 1367887"/>
              <a:gd name="connsiteY3" fmla="*/ 2430780 h 2538331"/>
              <a:gd name="connsiteX4" fmla="*/ 3907 w 1367887"/>
              <a:gd name="connsiteY4" fmla="*/ 2407920 h 2538331"/>
              <a:gd name="connsiteX5" fmla="*/ 240127 w 1367887"/>
              <a:gd name="connsiteY5" fmla="*/ 2476500 h 2538331"/>
              <a:gd name="connsiteX6" fmla="*/ 506827 w 1367887"/>
              <a:gd name="connsiteY6" fmla="*/ 1394460 h 2538331"/>
              <a:gd name="connsiteX7" fmla="*/ 720187 w 1367887"/>
              <a:gd name="connsiteY7" fmla="*/ 1501140 h 2538331"/>
              <a:gd name="connsiteX8" fmla="*/ 1192627 w 1367887"/>
              <a:gd name="connsiteY8" fmla="*/ 0 h 2538331"/>
              <a:gd name="connsiteX0" fmla="*/ 1367887 w 1367887"/>
              <a:gd name="connsiteY0" fmla="*/ 236220 h 2538331"/>
              <a:gd name="connsiteX1" fmla="*/ 925927 w 1367887"/>
              <a:gd name="connsiteY1" fmla="*/ 1965960 h 2538331"/>
              <a:gd name="connsiteX2" fmla="*/ 1063087 w 1367887"/>
              <a:gd name="connsiteY2" fmla="*/ 2072640 h 2538331"/>
              <a:gd name="connsiteX3" fmla="*/ 171547 w 1367887"/>
              <a:gd name="connsiteY3" fmla="*/ 2430780 h 2538331"/>
              <a:gd name="connsiteX4" fmla="*/ 3907 w 1367887"/>
              <a:gd name="connsiteY4" fmla="*/ 2407920 h 2538331"/>
              <a:gd name="connsiteX5" fmla="*/ 240127 w 1367887"/>
              <a:gd name="connsiteY5" fmla="*/ 2476500 h 2538331"/>
              <a:gd name="connsiteX6" fmla="*/ 506827 w 1367887"/>
              <a:gd name="connsiteY6" fmla="*/ 1394460 h 2538331"/>
              <a:gd name="connsiteX7" fmla="*/ 727807 w 1367887"/>
              <a:gd name="connsiteY7" fmla="*/ 1577340 h 2538331"/>
              <a:gd name="connsiteX8" fmla="*/ 1192627 w 1367887"/>
              <a:gd name="connsiteY8" fmla="*/ 0 h 2538331"/>
              <a:gd name="connsiteX0" fmla="*/ 1367887 w 1367887"/>
              <a:gd name="connsiteY0" fmla="*/ 236220 h 2538331"/>
              <a:gd name="connsiteX1" fmla="*/ 925927 w 1367887"/>
              <a:gd name="connsiteY1" fmla="*/ 1965960 h 2538331"/>
              <a:gd name="connsiteX2" fmla="*/ 1063087 w 1367887"/>
              <a:gd name="connsiteY2" fmla="*/ 2072640 h 2538331"/>
              <a:gd name="connsiteX3" fmla="*/ 171547 w 1367887"/>
              <a:gd name="connsiteY3" fmla="*/ 2430780 h 2538331"/>
              <a:gd name="connsiteX4" fmla="*/ 3907 w 1367887"/>
              <a:gd name="connsiteY4" fmla="*/ 2407920 h 2538331"/>
              <a:gd name="connsiteX5" fmla="*/ 240127 w 1367887"/>
              <a:gd name="connsiteY5" fmla="*/ 2476500 h 2538331"/>
              <a:gd name="connsiteX6" fmla="*/ 506827 w 1367887"/>
              <a:gd name="connsiteY6" fmla="*/ 1394460 h 2538331"/>
              <a:gd name="connsiteX7" fmla="*/ 758287 w 1367887"/>
              <a:gd name="connsiteY7" fmla="*/ 1478280 h 2538331"/>
              <a:gd name="connsiteX8" fmla="*/ 1192627 w 1367887"/>
              <a:gd name="connsiteY8" fmla="*/ 0 h 2538331"/>
              <a:gd name="connsiteX0" fmla="*/ 1367887 w 1367887"/>
              <a:gd name="connsiteY0" fmla="*/ 236220 h 2534509"/>
              <a:gd name="connsiteX1" fmla="*/ 925927 w 1367887"/>
              <a:gd name="connsiteY1" fmla="*/ 1965960 h 2534509"/>
              <a:gd name="connsiteX2" fmla="*/ 1063087 w 1367887"/>
              <a:gd name="connsiteY2" fmla="*/ 2072640 h 2534509"/>
              <a:gd name="connsiteX3" fmla="*/ 171547 w 1367887"/>
              <a:gd name="connsiteY3" fmla="*/ 2430780 h 2534509"/>
              <a:gd name="connsiteX4" fmla="*/ 3907 w 1367887"/>
              <a:gd name="connsiteY4" fmla="*/ 2407920 h 2534509"/>
              <a:gd name="connsiteX5" fmla="*/ 240127 w 1367887"/>
              <a:gd name="connsiteY5" fmla="*/ 2476500 h 2534509"/>
              <a:gd name="connsiteX6" fmla="*/ 491587 w 1367887"/>
              <a:gd name="connsiteY6" fmla="*/ 1447800 h 2534509"/>
              <a:gd name="connsiteX7" fmla="*/ 758287 w 1367887"/>
              <a:gd name="connsiteY7" fmla="*/ 1478280 h 2534509"/>
              <a:gd name="connsiteX8" fmla="*/ 1192627 w 1367887"/>
              <a:gd name="connsiteY8" fmla="*/ 0 h 2534509"/>
              <a:gd name="connsiteX0" fmla="*/ 1367887 w 1367887"/>
              <a:gd name="connsiteY0" fmla="*/ 236220 h 2535600"/>
              <a:gd name="connsiteX1" fmla="*/ 925927 w 1367887"/>
              <a:gd name="connsiteY1" fmla="*/ 1965960 h 2535600"/>
              <a:gd name="connsiteX2" fmla="*/ 1063087 w 1367887"/>
              <a:gd name="connsiteY2" fmla="*/ 2072640 h 2535600"/>
              <a:gd name="connsiteX3" fmla="*/ 171547 w 1367887"/>
              <a:gd name="connsiteY3" fmla="*/ 2430780 h 2535600"/>
              <a:gd name="connsiteX4" fmla="*/ 3907 w 1367887"/>
              <a:gd name="connsiteY4" fmla="*/ 2407920 h 2535600"/>
              <a:gd name="connsiteX5" fmla="*/ 240127 w 1367887"/>
              <a:gd name="connsiteY5" fmla="*/ 2476500 h 2535600"/>
              <a:gd name="connsiteX6" fmla="*/ 483967 w 1367887"/>
              <a:gd name="connsiteY6" fmla="*/ 1432560 h 2535600"/>
              <a:gd name="connsiteX7" fmla="*/ 758287 w 1367887"/>
              <a:gd name="connsiteY7" fmla="*/ 1478280 h 2535600"/>
              <a:gd name="connsiteX8" fmla="*/ 1192627 w 1367887"/>
              <a:gd name="connsiteY8" fmla="*/ 0 h 2535600"/>
              <a:gd name="connsiteX0" fmla="*/ 1367887 w 1367887"/>
              <a:gd name="connsiteY0" fmla="*/ 236220 h 2535600"/>
              <a:gd name="connsiteX1" fmla="*/ 925927 w 1367887"/>
              <a:gd name="connsiteY1" fmla="*/ 1965960 h 2535600"/>
              <a:gd name="connsiteX2" fmla="*/ 1063087 w 1367887"/>
              <a:gd name="connsiteY2" fmla="*/ 2072640 h 2535600"/>
              <a:gd name="connsiteX3" fmla="*/ 171547 w 1367887"/>
              <a:gd name="connsiteY3" fmla="*/ 2430780 h 2535600"/>
              <a:gd name="connsiteX4" fmla="*/ 3907 w 1367887"/>
              <a:gd name="connsiteY4" fmla="*/ 2407920 h 2535600"/>
              <a:gd name="connsiteX5" fmla="*/ 240127 w 1367887"/>
              <a:gd name="connsiteY5" fmla="*/ 2476500 h 2535600"/>
              <a:gd name="connsiteX6" fmla="*/ 483967 w 1367887"/>
              <a:gd name="connsiteY6" fmla="*/ 1432560 h 2535600"/>
              <a:gd name="connsiteX7" fmla="*/ 750667 w 1367887"/>
              <a:gd name="connsiteY7" fmla="*/ 1402080 h 2535600"/>
              <a:gd name="connsiteX8" fmla="*/ 1192627 w 1367887"/>
              <a:gd name="connsiteY8" fmla="*/ 0 h 2535600"/>
              <a:gd name="connsiteX0" fmla="*/ 1367887 w 1367887"/>
              <a:gd name="connsiteY0" fmla="*/ 236220 h 2535600"/>
              <a:gd name="connsiteX1" fmla="*/ 925927 w 1367887"/>
              <a:gd name="connsiteY1" fmla="*/ 1965960 h 2535600"/>
              <a:gd name="connsiteX2" fmla="*/ 1063087 w 1367887"/>
              <a:gd name="connsiteY2" fmla="*/ 2072640 h 2535600"/>
              <a:gd name="connsiteX3" fmla="*/ 171547 w 1367887"/>
              <a:gd name="connsiteY3" fmla="*/ 2430780 h 2535600"/>
              <a:gd name="connsiteX4" fmla="*/ 3907 w 1367887"/>
              <a:gd name="connsiteY4" fmla="*/ 2407920 h 2535600"/>
              <a:gd name="connsiteX5" fmla="*/ 240127 w 1367887"/>
              <a:gd name="connsiteY5" fmla="*/ 2476500 h 2535600"/>
              <a:gd name="connsiteX6" fmla="*/ 483967 w 1367887"/>
              <a:gd name="connsiteY6" fmla="*/ 1432560 h 2535600"/>
              <a:gd name="connsiteX7" fmla="*/ 750667 w 1367887"/>
              <a:gd name="connsiteY7" fmla="*/ 1402080 h 2535600"/>
              <a:gd name="connsiteX8" fmla="*/ 1192627 w 1367887"/>
              <a:gd name="connsiteY8" fmla="*/ 0 h 2535600"/>
              <a:gd name="connsiteX0" fmla="*/ 1367887 w 1367887"/>
              <a:gd name="connsiteY0" fmla="*/ 236220 h 2535600"/>
              <a:gd name="connsiteX1" fmla="*/ 925927 w 1367887"/>
              <a:gd name="connsiteY1" fmla="*/ 1965960 h 2535600"/>
              <a:gd name="connsiteX2" fmla="*/ 1063087 w 1367887"/>
              <a:gd name="connsiteY2" fmla="*/ 2072640 h 2535600"/>
              <a:gd name="connsiteX3" fmla="*/ 171547 w 1367887"/>
              <a:gd name="connsiteY3" fmla="*/ 2430780 h 2535600"/>
              <a:gd name="connsiteX4" fmla="*/ 3907 w 1367887"/>
              <a:gd name="connsiteY4" fmla="*/ 2407920 h 2535600"/>
              <a:gd name="connsiteX5" fmla="*/ 240127 w 1367887"/>
              <a:gd name="connsiteY5" fmla="*/ 2476500 h 2535600"/>
              <a:gd name="connsiteX6" fmla="*/ 483967 w 1367887"/>
              <a:gd name="connsiteY6" fmla="*/ 1432560 h 2535600"/>
              <a:gd name="connsiteX7" fmla="*/ 750667 w 1367887"/>
              <a:gd name="connsiteY7" fmla="*/ 1402080 h 2535600"/>
              <a:gd name="connsiteX8" fmla="*/ 1192627 w 1367887"/>
              <a:gd name="connsiteY8" fmla="*/ 0 h 2535600"/>
              <a:gd name="connsiteX0" fmla="*/ 1367887 w 1367887"/>
              <a:gd name="connsiteY0" fmla="*/ 0 h 2299380"/>
              <a:gd name="connsiteX1" fmla="*/ 925927 w 1367887"/>
              <a:gd name="connsiteY1" fmla="*/ 1729740 h 2299380"/>
              <a:gd name="connsiteX2" fmla="*/ 1063087 w 1367887"/>
              <a:gd name="connsiteY2" fmla="*/ 1836420 h 2299380"/>
              <a:gd name="connsiteX3" fmla="*/ 171547 w 1367887"/>
              <a:gd name="connsiteY3" fmla="*/ 2194560 h 2299380"/>
              <a:gd name="connsiteX4" fmla="*/ 3907 w 1367887"/>
              <a:gd name="connsiteY4" fmla="*/ 2171700 h 2299380"/>
              <a:gd name="connsiteX5" fmla="*/ 240127 w 1367887"/>
              <a:gd name="connsiteY5" fmla="*/ 2240280 h 2299380"/>
              <a:gd name="connsiteX6" fmla="*/ 483967 w 1367887"/>
              <a:gd name="connsiteY6" fmla="*/ 1196340 h 2299380"/>
              <a:gd name="connsiteX7" fmla="*/ 750667 w 1367887"/>
              <a:gd name="connsiteY7" fmla="*/ 1165860 h 2299380"/>
              <a:gd name="connsiteX0" fmla="*/ 1367887 w 1367887"/>
              <a:gd name="connsiteY0" fmla="*/ 0 h 2299380"/>
              <a:gd name="connsiteX1" fmla="*/ 925927 w 1367887"/>
              <a:gd name="connsiteY1" fmla="*/ 1729740 h 2299380"/>
              <a:gd name="connsiteX2" fmla="*/ 1063087 w 1367887"/>
              <a:gd name="connsiteY2" fmla="*/ 1836420 h 2299380"/>
              <a:gd name="connsiteX3" fmla="*/ 171547 w 1367887"/>
              <a:gd name="connsiteY3" fmla="*/ 2194560 h 2299380"/>
              <a:gd name="connsiteX4" fmla="*/ 3907 w 1367887"/>
              <a:gd name="connsiteY4" fmla="*/ 2171700 h 2299380"/>
              <a:gd name="connsiteX5" fmla="*/ 240127 w 1367887"/>
              <a:gd name="connsiteY5" fmla="*/ 2240280 h 2299380"/>
              <a:gd name="connsiteX6" fmla="*/ 483967 w 1367887"/>
              <a:gd name="connsiteY6" fmla="*/ 1196340 h 2299380"/>
              <a:gd name="connsiteX0" fmla="*/ 1367887 w 1367887"/>
              <a:gd name="connsiteY0" fmla="*/ 0 h 2299380"/>
              <a:gd name="connsiteX1" fmla="*/ 925927 w 1367887"/>
              <a:gd name="connsiteY1" fmla="*/ 1729740 h 2299380"/>
              <a:gd name="connsiteX2" fmla="*/ 1063087 w 1367887"/>
              <a:gd name="connsiteY2" fmla="*/ 1836420 h 2299380"/>
              <a:gd name="connsiteX3" fmla="*/ 171547 w 1367887"/>
              <a:gd name="connsiteY3" fmla="*/ 2194560 h 2299380"/>
              <a:gd name="connsiteX4" fmla="*/ 3907 w 1367887"/>
              <a:gd name="connsiteY4" fmla="*/ 2171700 h 2299380"/>
              <a:gd name="connsiteX5" fmla="*/ 240127 w 1367887"/>
              <a:gd name="connsiteY5" fmla="*/ 2240280 h 2299380"/>
              <a:gd name="connsiteX0" fmla="*/ 1395465 w 1395465"/>
              <a:gd name="connsiteY0" fmla="*/ 0 h 2240280"/>
              <a:gd name="connsiteX1" fmla="*/ 953505 w 1395465"/>
              <a:gd name="connsiteY1" fmla="*/ 1729740 h 2240280"/>
              <a:gd name="connsiteX2" fmla="*/ 1090665 w 1395465"/>
              <a:gd name="connsiteY2" fmla="*/ 1836420 h 2240280"/>
              <a:gd name="connsiteX3" fmla="*/ 199125 w 1395465"/>
              <a:gd name="connsiteY3" fmla="*/ 2194560 h 2240280"/>
              <a:gd name="connsiteX4" fmla="*/ 31485 w 1395465"/>
              <a:gd name="connsiteY4" fmla="*/ 2171700 h 2240280"/>
              <a:gd name="connsiteX5" fmla="*/ 22247 w 1395465"/>
              <a:gd name="connsiteY5" fmla="*/ 2156946 h 2240280"/>
              <a:gd name="connsiteX6" fmla="*/ 267705 w 1395465"/>
              <a:gd name="connsiteY6" fmla="*/ 2240280 h 2240280"/>
              <a:gd name="connsiteX0" fmla="*/ 1395465 w 1395465"/>
              <a:gd name="connsiteY0" fmla="*/ 0 h 2240280"/>
              <a:gd name="connsiteX1" fmla="*/ 953505 w 1395465"/>
              <a:gd name="connsiteY1" fmla="*/ 1729740 h 2240280"/>
              <a:gd name="connsiteX2" fmla="*/ 1090665 w 1395465"/>
              <a:gd name="connsiteY2" fmla="*/ 1836420 h 2240280"/>
              <a:gd name="connsiteX3" fmla="*/ 31485 w 1395465"/>
              <a:gd name="connsiteY3" fmla="*/ 2171700 h 2240280"/>
              <a:gd name="connsiteX4" fmla="*/ 22247 w 1395465"/>
              <a:gd name="connsiteY4" fmla="*/ 2156946 h 2240280"/>
              <a:gd name="connsiteX5" fmla="*/ 267705 w 1395465"/>
              <a:gd name="connsiteY5" fmla="*/ 2240280 h 2240280"/>
              <a:gd name="connsiteX0" fmla="*/ 1395465 w 1395465"/>
              <a:gd name="connsiteY0" fmla="*/ 0 h 2171700"/>
              <a:gd name="connsiteX1" fmla="*/ 953505 w 1395465"/>
              <a:gd name="connsiteY1" fmla="*/ 1729740 h 2171700"/>
              <a:gd name="connsiteX2" fmla="*/ 1090665 w 1395465"/>
              <a:gd name="connsiteY2" fmla="*/ 1836420 h 2171700"/>
              <a:gd name="connsiteX3" fmla="*/ 31485 w 1395465"/>
              <a:gd name="connsiteY3" fmla="*/ 2171700 h 2171700"/>
              <a:gd name="connsiteX4" fmla="*/ 22247 w 1395465"/>
              <a:gd name="connsiteY4" fmla="*/ 2156946 h 2171700"/>
              <a:gd name="connsiteX0" fmla="*/ 1363980 w 1363980"/>
              <a:gd name="connsiteY0" fmla="*/ 0 h 2171700"/>
              <a:gd name="connsiteX1" fmla="*/ 922020 w 1363980"/>
              <a:gd name="connsiteY1" fmla="*/ 1729740 h 2171700"/>
              <a:gd name="connsiteX2" fmla="*/ 1059180 w 1363980"/>
              <a:gd name="connsiteY2" fmla="*/ 1836420 h 2171700"/>
              <a:gd name="connsiteX3" fmla="*/ 0 w 1363980"/>
              <a:gd name="connsiteY3" fmla="*/ 2171700 h 2171700"/>
              <a:gd name="connsiteX0" fmla="*/ 447164 w 447164"/>
              <a:gd name="connsiteY0" fmla="*/ 0 h 1878587"/>
              <a:gd name="connsiteX1" fmla="*/ 5204 w 447164"/>
              <a:gd name="connsiteY1" fmla="*/ 1729740 h 1878587"/>
              <a:gd name="connsiteX2" fmla="*/ 142364 w 447164"/>
              <a:gd name="connsiteY2" fmla="*/ 1836420 h 1878587"/>
              <a:gd name="connsiteX0" fmla="*/ 2127250 w 2127250"/>
              <a:gd name="connsiteY0" fmla="*/ 0 h 1778227"/>
              <a:gd name="connsiteX1" fmla="*/ 1685290 w 2127250"/>
              <a:gd name="connsiteY1" fmla="*/ 1729740 h 1778227"/>
              <a:gd name="connsiteX2" fmla="*/ 0 w 2127250"/>
              <a:gd name="connsiteY2" fmla="*/ 1372870 h 1778227"/>
              <a:gd name="connsiteX0" fmla="*/ 2127250 w 2127250"/>
              <a:gd name="connsiteY0" fmla="*/ 0 h 1977791"/>
              <a:gd name="connsiteX1" fmla="*/ 675640 w 2127250"/>
              <a:gd name="connsiteY1" fmla="*/ 1939290 h 1977791"/>
              <a:gd name="connsiteX2" fmla="*/ 0 w 2127250"/>
              <a:gd name="connsiteY2" fmla="*/ 1372870 h 1977791"/>
              <a:gd name="connsiteX0" fmla="*/ 2127250 w 2127250"/>
              <a:gd name="connsiteY0" fmla="*/ 0 h 1977791"/>
              <a:gd name="connsiteX1" fmla="*/ 1205265 w 2127250"/>
              <a:gd name="connsiteY1" fmla="*/ 1458633 h 1977791"/>
              <a:gd name="connsiteX2" fmla="*/ 675640 w 2127250"/>
              <a:gd name="connsiteY2" fmla="*/ 1939290 h 1977791"/>
              <a:gd name="connsiteX3" fmla="*/ 0 w 2127250"/>
              <a:gd name="connsiteY3" fmla="*/ 1372870 h 1977791"/>
              <a:gd name="connsiteX0" fmla="*/ 2127250 w 2127250"/>
              <a:gd name="connsiteY0" fmla="*/ 0 h 2655265"/>
              <a:gd name="connsiteX1" fmla="*/ 1046515 w 2127250"/>
              <a:gd name="connsiteY1" fmla="*/ 2576233 h 2655265"/>
              <a:gd name="connsiteX2" fmla="*/ 675640 w 2127250"/>
              <a:gd name="connsiteY2" fmla="*/ 1939290 h 2655265"/>
              <a:gd name="connsiteX3" fmla="*/ 0 w 2127250"/>
              <a:gd name="connsiteY3" fmla="*/ 1372870 h 2655265"/>
              <a:gd name="connsiteX0" fmla="*/ 984250 w 1118555"/>
              <a:gd name="connsiteY0" fmla="*/ 0 h 2540965"/>
              <a:gd name="connsiteX1" fmla="*/ 1046515 w 1118555"/>
              <a:gd name="connsiteY1" fmla="*/ 2461933 h 2540965"/>
              <a:gd name="connsiteX2" fmla="*/ 675640 w 1118555"/>
              <a:gd name="connsiteY2" fmla="*/ 1824990 h 2540965"/>
              <a:gd name="connsiteX3" fmla="*/ 0 w 1118555"/>
              <a:gd name="connsiteY3" fmla="*/ 1258570 h 2540965"/>
              <a:gd name="connsiteX0" fmla="*/ 1003300 w 1137605"/>
              <a:gd name="connsiteY0" fmla="*/ 0 h 2541023"/>
              <a:gd name="connsiteX1" fmla="*/ 1065565 w 1137605"/>
              <a:gd name="connsiteY1" fmla="*/ 2461933 h 2541023"/>
              <a:gd name="connsiteX2" fmla="*/ 694690 w 1137605"/>
              <a:gd name="connsiteY2" fmla="*/ 1824990 h 2541023"/>
              <a:gd name="connsiteX3" fmla="*/ 0 w 1137605"/>
              <a:gd name="connsiteY3" fmla="*/ 1253807 h 2541023"/>
              <a:gd name="connsiteX0" fmla="*/ 1003300 w 1137605"/>
              <a:gd name="connsiteY0" fmla="*/ 0 h 2541023"/>
              <a:gd name="connsiteX1" fmla="*/ 1065565 w 1137605"/>
              <a:gd name="connsiteY1" fmla="*/ 2461933 h 2541023"/>
              <a:gd name="connsiteX2" fmla="*/ 694690 w 1137605"/>
              <a:gd name="connsiteY2" fmla="*/ 1824990 h 2541023"/>
              <a:gd name="connsiteX3" fmla="*/ 0 w 1137605"/>
              <a:gd name="connsiteY3" fmla="*/ 1253807 h 2541023"/>
              <a:gd name="connsiteX0" fmla="*/ 1003300 w 1137605"/>
              <a:gd name="connsiteY0" fmla="*/ 0 h 2530589"/>
              <a:gd name="connsiteX1" fmla="*/ 1065565 w 1137605"/>
              <a:gd name="connsiteY1" fmla="*/ 2461933 h 2530589"/>
              <a:gd name="connsiteX2" fmla="*/ 694690 w 1137605"/>
              <a:gd name="connsiteY2" fmla="*/ 1824990 h 2530589"/>
              <a:gd name="connsiteX3" fmla="*/ 0 w 1137605"/>
              <a:gd name="connsiteY3" fmla="*/ 1253807 h 2530589"/>
              <a:gd name="connsiteX0" fmla="*/ 1003300 w 1137605"/>
              <a:gd name="connsiteY0" fmla="*/ 0 h 2539875"/>
              <a:gd name="connsiteX1" fmla="*/ 1065565 w 1137605"/>
              <a:gd name="connsiteY1" fmla="*/ 2461933 h 2539875"/>
              <a:gd name="connsiteX2" fmla="*/ 694690 w 1137605"/>
              <a:gd name="connsiteY2" fmla="*/ 1824990 h 2539875"/>
              <a:gd name="connsiteX3" fmla="*/ 0 w 1137605"/>
              <a:gd name="connsiteY3" fmla="*/ 1253807 h 2539875"/>
              <a:gd name="connsiteX0" fmla="*/ 1003300 w 1137605"/>
              <a:gd name="connsiteY0" fmla="*/ 0 h 2474153"/>
              <a:gd name="connsiteX1" fmla="*/ 1065565 w 1137605"/>
              <a:gd name="connsiteY1" fmla="*/ 2461933 h 2474153"/>
              <a:gd name="connsiteX2" fmla="*/ 694690 w 1137605"/>
              <a:gd name="connsiteY2" fmla="*/ 1824990 h 2474153"/>
              <a:gd name="connsiteX3" fmla="*/ 0 w 1137605"/>
              <a:gd name="connsiteY3" fmla="*/ 1253807 h 2474153"/>
              <a:gd name="connsiteX0" fmla="*/ 1003300 w 1137605"/>
              <a:gd name="connsiteY0" fmla="*/ 0 h 2574456"/>
              <a:gd name="connsiteX1" fmla="*/ 1065565 w 1137605"/>
              <a:gd name="connsiteY1" fmla="*/ 2461933 h 2574456"/>
              <a:gd name="connsiteX2" fmla="*/ 694690 w 1137605"/>
              <a:gd name="connsiteY2" fmla="*/ 1824990 h 2574456"/>
              <a:gd name="connsiteX3" fmla="*/ 0 w 1137605"/>
              <a:gd name="connsiteY3" fmla="*/ 1253807 h 2574456"/>
              <a:gd name="connsiteX0" fmla="*/ 1003300 w 1145254"/>
              <a:gd name="connsiteY0" fmla="*/ 0 h 2574456"/>
              <a:gd name="connsiteX1" fmla="*/ 1065565 w 1145254"/>
              <a:gd name="connsiteY1" fmla="*/ 2461933 h 2574456"/>
              <a:gd name="connsiteX2" fmla="*/ 694690 w 1145254"/>
              <a:gd name="connsiteY2" fmla="*/ 1824990 h 2574456"/>
              <a:gd name="connsiteX3" fmla="*/ 0 w 1145254"/>
              <a:gd name="connsiteY3" fmla="*/ 1253807 h 2574456"/>
              <a:gd name="connsiteX0" fmla="*/ 1003300 w 1187209"/>
              <a:gd name="connsiteY0" fmla="*/ 0 h 2574456"/>
              <a:gd name="connsiteX1" fmla="*/ 1065565 w 1187209"/>
              <a:gd name="connsiteY1" fmla="*/ 2461933 h 2574456"/>
              <a:gd name="connsiteX2" fmla="*/ 694690 w 1187209"/>
              <a:gd name="connsiteY2" fmla="*/ 1824990 h 2574456"/>
              <a:gd name="connsiteX3" fmla="*/ 0 w 1187209"/>
              <a:gd name="connsiteY3" fmla="*/ 1253807 h 2574456"/>
              <a:gd name="connsiteX0" fmla="*/ 1003300 w 1192551"/>
              <a:gd name="connsiteY0" fmla="*/ 0 h 2574456"/>
              <a:gd name="connsiteX1" fmla="*/ 1065565 w 1192551"/>
              <a:gd name="connsiteY1" fmla="*/ 2461933 h 2574456"/>
              <a:gd name="connsiteX2" fmla="*/ 694690 w 1192551"/>
              <a:gd name="connsiteY2" fmla="*/ 1824990 h 2574456"/>
              <a:gd name="connsiteX3" fmla="*/ 0 w 1192551"/>
              <a:gd name="connsiteY3" fmla="*/ 1253807 h 2574456"/>
              <a:gd name="connsiteX0" fmla="*/ 1003300 w 1150401"/>
              <a:gd name="connsiteY0" fmla="*/ 0 h 2574456"/>
              <a:gd name="connsiteX1" fmla="*/ 1065565 w 1150401"/>
              <a:gd name="connsiteY1" fmla="*/ 2461933 h 2574456"/>
              <a:gd name="connsiteX2" fmla="*/ 694690 w 1150401"/>
              <a:gd name="connsiteY2" fmla="*/ 1824990 h 2574456"/>
              <a:gd name="connsiteX3" fmla="*/ 0 w 1150401"/>
              <a:gd name="connsiteY3" fmla="*/ 1253807 h 2574456"/>
              <a:gd name="connsiteX0" fmla="*/ 1003300 w 1150401"/>
              <a:gd name="connsiteY0" fmla="*/ 0 h 2479828"/>
              <a:gd name="connsiteX1" fmla="*/ 1065565 w 1150401"/>
              <a:gd name="connsiteY1" fmla="*/ 2461933 h 2479828"/>
              <a:gd name="connsiteX2" fmla="*/ 694690 w 1150401"/>
              <a:gd name="connsiteY2" fmla="*/ 1824990 h 2479828"/>
              <a:gd name="connsiteX3" fmla="*/ 0 w 1150401"/>
              <a:gd name="connsiteY3" fmla="*/ 1253807 h 2479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50401" h="2479828">
                <a:moveTo>
                  <a:pt x="1003300" y="0"/>
                </a:moveTo>
                <a:cubicBezTo>
                  <a:pt x="849636" y="243105"/>
                  <a:pt x="1339250" y="2195868"/>
                  <a:pt x="1065565" y="2461933"/>
                </a:cubicBezTo>
                <a:cubicBezTo>
                  <a:pt x="664880" y="2588298"/>
                  <a:pt x="891334" y="2010469"/>
                  <a:pt x="694690" y="1824990"/>
                </a:cubicBezTo>
                <a:cubicBezTo>
                  <a:pt x="498046" y="1639511"/>
                  <a:pt x="89376" y="1501616"/>
                  <a:pt x="0" y="1253807"/>
                </a:cubicBezTo>
              </a:path>
            </a:pathLst>
          </a:cu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" name="자유형: 도형 1">
            <a:extLst>
              <a:ext uri="{FF2B5EF4-FFF2-40B4-BE49-F238E27FC236}">
                <a16:creationId xmlns:a16="http://schemas.microsoft.com/office/drawing/2014/main" id="{766FC77B-A11F-4917-924A-4CEC084D7711}"/>
              </a:ext>
            </a:extLst>
          </p:cNvPr>
          <p:cNvSpPr/>
          <p:nvPr/>
        </p:nvSpPr>
        <p:spPr>
          <a:xfrm>
            <a:off x="6463813" y="1431668"/>
            <a:ext cx="992442" cy="1638556"/>
          </a:xfrm>
          <a:custGeom>
            <a:avLst/>
            <a:gdLst>
              <a:gd name="connsiteX0" fmla="*/ 76316 w 337384"/>
              <a:gd name="connsiteY0" fmla="*/ 0 h 403374"/>
              <a:gd name="connsiteX1" fmla="*/ 116 w 337384"/>
              <a:gd name="connsiteY1" fmla="*/ 91440 h 403374"/>
              <a:gd name="connsiteX2" fmla="*/ 91556 w 337384"/>
              <a:gd name="connsiteY2" fmla="*/ 396240 h 403374"/>
              <a:gd name="connsiteX3" fmla="*/ 160136 w 337384"/>
              <a:gd name="connsiteY3" fmla="*/ 304800 h 403374"/>
              <a:gd name="connsiteX4" fmla="*/ 312536 w 337384"/>
              <a:gd name="connsiteY4" fmla="*/ 281940 h 403374"/>
              <a:gd name="connsiteX5" fmla="*/ 335396 w 337384"/>
              <a:gd name="connsiteY5" fmla="*/ 129540 h 403374"/>
              <a:gd name="connsiteX0" fmla="*/ 15788 w 276856"/>
              <a:gd name="connsiteY0" fmla="*/ 0 h 402289"/>
              <a:gd name="connsiteX1" fmla="*/ 25313 w 276856"/>
              <a:gd name="connsiteY1" fmla="*/ 112871 h 402289"/>
              <a:gd name="connsiteX2" fmla="*/ 31028 w 276856"/>
              <a:gd name="connsiteY2" fmla="*/ 396240 h 402289"/>
              <a:gd name="connsiteX3" fmla="*/ 99608 w 276856"/>
              <a:gd name="connsiteY3" fmla="*/ 304800 h 402289"/>
              <a:gd name="connsiteX4" fmla="*/ 252008 w 276856"/>
              <a:gd name="connsiteY4" fmla="*/ 281940 h 402289"/>
              <a:gd name="connsiteX5" fmla="*/ 274868 w 276856"/>
              <a:gd name="connsiteY5" fmla="*/ 129540 h 402289"/>
              <a:gd name="connsiteX0" fmla="*/ 11412 w 272480"/>
              <a:gd name="connsiteY0" fmla="*/ 0 h 401478"/>
              <a:gd name="connsiteX1" fmla="*/ 49512 w 272480"/>
              <a:gd name="connsiteY1" fmla="*/ 129539 h 401478"/>
              <a:gd name="connsiteX2" fmla="*/ 26652 w 272480"/>
              <a:gd name="connsiteY2" fmla="*/ 396240 h 401478"/>
              <a:gd name="connsiteX3" fmla="*/ 95232 w 272480"/>
              <a:gd name="connsiteY3" fmla="*/ 304800 h 401478"/>
              <a:gd name="connsiteX4" fmla="*/ 247632 w 272480"/>
              <a:gd name="connsiteY4" fmla="*/ 281940 h 401478"/>
              <a:gd name="connsiteX5" fmla="*/ 270492 w 272480"/>
              <a:gd name="connsiteY5" fmla="*/ 129540 h 401478"/>
              <a:gd name="connsiteX0" fmla="*/ 11096 w 272164"/>
              <a:gd name="connsiteY0" fmla="*/ 0 h 328926"/>
              <a:gd name="connsiteX1" fmla="*/ 49196 w 272164"/>
              <a:gd name="connsiteY1" fmla="*/ 129539 h 328926"/>
              <a:gd name="connsiteX2" fmla="*/ 7286 w 272164"/>
              <a:gd name="connsiteY2" fmla="*/ 317658 h 328926"/>
              <a:gd name="connsiteX3" fmla="*/ 94916 w 272164"/>
              <a:gd name="connsiteY3" fmla="*/ 304800 h 328926"/>
              <a:gd name="connsiteX4" fmla="*/ 247316 w 272164"/>
              <a:gd name="connsiteY4" fmla="*/ 281940 h 328926"/>
              <a:gd name="connsiteX5" fmla="*/ 270176 w 272164"/>
              <a:gd name="connsiteY5" fmla="*/ 129540 h 328926"/>
              <a:gd name="connsiteX0" fmla="*/ 11493 w 272561"/>
              <a:gd name="connsiteY0" fmla="*/ 0 h 314210"/>
              <a:gd name="connsiteX1" fmla="*/ 49593 w 272561"/>
              <a:gd name="connsiteY1" fmla="*/ 129539 h 314210"/>
              <a:gd name="connsiteX2" fmla="*/ 31496 w 272561"/>
              <a:gd name="connsiteY2" fmla="*/ 298608 h 314210"/>
              <a:gd name="connsiteX3" fmla="*/ 95313 w 272561"/>
              <a:gd name="connsiteY3" fmla="*/ 304800 h 314210"/>
              <a:gd name="connsiteX4" fmla="*/ 247713 w 272561"/>
              <a:gd name="connsiteY4" fmla="*/ 281940 h 314210"/>
              <a:gd name="connsiteX5" fmla="*/ 270573 w 272561"/>
              <a:gd name="connsiteY5" fmla="*/ 129540 h 314210"/>
              <a:gd name="connsiteX0" fmla="*/ 11493 w 537301"/>
              <a:gd name="connsiteY0" fmla="*/ 0 h 314210"/>
              <a:gd name="connsiteX1" fmla="*/ 49593 w 537301"/>
              <a:gd name="connsiteY1" fmla="*/ 129539 h 314210"/>
              <a:gd name="connsiteX2" fmla="*/ 31496 w 537301"/>
              <a:gd name="connsiteY2" fmla="*/ 298608 h 314210"/>
              <a:gd name="connsiteX3" fmla="*/ 95313 w 537301"/>
              <a:gd name="connsiteY3" fmla="*/ 304800 h 314210"/>
              <a:gd name="connsiteX4" fmla="*/ 247713 w 537301"/>
              <a:gd name="connsiteY4" fmla="*/ 281940 h 314210"/>
              <a:gd name="connsiteX5" fmla="*/ 537273 w 537301"/>
              <a:gd name="connsiteY5" fmla="*/ 67628 h 314210"/>
              <a:gd name="connsiteX0" fmla="*/ 11493 w 537313"/>
              <a:gd name="connsiteY0" fmla="*/ 0 h 314933"/>
              <a:gd name="connsiteX1" fmla="*/ 49593 w 537313"/>
              <a:gd name="connsiteY1" fmla="*/ 129539 h 314933"/>
              <a:gd name="connsiteX2" fmla="*/ 31496 w 537313"/>
              <a:gd name="connsiteY2" fmla="*/ 298608 h 314933"/>
              <a:gd name="connsiteX3" fmla="*/ 95313 w 537313"/>
              <a:gd name="connsiteY3" fmla="*/ 304800 h 314933"/>
              <a:gd name="connsiteX4" fmla="*/ 326294 w 537313"/>
              <a:gd name="connsiteY4" fmla="*/ 267652 h 314933"/>
              <a:gd name="connsiteX5" fmla="*/ 537273 w 537313"/>
              <a:gd name="connsiteY5" fmla="*/ 67628 h 314933"/>
              <a:gd name="connsiteX0" fmla="*/ 3824 w 772531"/>
              <a:gd name="connsiteY0" fmla="*/ 122872 h 247305"/>
              <a:gd name="connsiteX1" fmla="*/ 284811 w 772531"/>
              <a:gd name="connsiteY1" fmla="*/ 61911 h 247305"/>
              <a:gd name="connsiteX2" fmla="*/ 266714 w 772531"/>
              <a:gd name="connsiteY2" fmla="*/ 230980 h 247305"/>
              <a:gd name="connsiteX3" fmla="*/ 330531 w 772531"/>
              <a:gd name="connsiteY3" fmla="*/ 237172 h 247305"/>
              <a:gd name="connsiteX4" fmla="*/ 561512 w 772531"/>
              <a:gd name="connsiteY4" fmla="*/ 200024 h 247305"/>
              <a:gd name="connsiteX5" fmla="*/ 772491 w 772531"/>
              <a:gd name="connsiteY5" fmla="*/ 0 h 247305"/>
              <a:gd name="connsiteX0" fmla="*/ 3824 w 772503"/>
              <a:gd name="connsiteY0" fmla="*/ 481430 h 644559"/>
              <a:gd name="connsiteX1" fmla="*/ 284811 w 772503"/>
              <a:gd name="connsiteY1" fmla="*/ 420469 h 644559"/>
              <a:gd name="connsiteX2" fmla="*/ 266714 w 772503"/>
              <a:gd name="connsiteY2" fmla="*/ 589538 h 644559"/>
              <a:gd name="connsiteX3" fmla="*/ 330531 w 772503"/>
              <a:gd name="connsiteY3" fmla="*/ 595730 h 644559"/>
              <a:gd name="connsiteX4" fmla="*/ 137649 w 772503"/>
              <a:gd name="connsiteY4" fmla="*/ 1370 h 644559"/>
              <a:gd name="connsiteX5" fmla="*/ 772491 w 772503"/>
              <a:gd name="connsiteY5" fmla="*/ 358558 h 644559"/>
              <a:gd name="connsiteX0" fmla="*/ 8815 w 777494"/>
              <a:gd name="connsiteY0" fmla="*/ 481430 h 638555"/>
              <a:gd name="connsiteX1" fmla="*/ 115970 w 777494"/>
              <a:gd name="connsiteY1" fmla="*/ 572869 h 638555"/>
              <a:gd name="connsiteX2" fmla="*/ 271705 w 777494"/>
              <a:gd name="connsiteY2" fmla="*/ 589538 h 638555"/>
              <a:gd name="connsiteX3" fmla="*/ 335522 w 777494"/>
              <a:gd name="connsiteY3" fmla="*/ 595730 h 638555"/>
              <a:gd name="connsiteX4" fmla="*/ 142640 w 777494"/>
              <a:gd name="connsiteY4" fmla="*/ 1370 h 638555"/>
              <a:gd name="connsiteX5" fmla="*/ 777482 w 777494"/>
              <a:gd name="connsiteY5" fmla="*/ 358558 h 638555"/>
              <a:gd name="connsiteX0" fmla="*/ 8815 w 777494"/>
              <a:gd name="connsiteY0" fmla="*/ 481430 h 610660"/>
              <a:gd name="connsiteX1" fmla="*/ 115970 w 777494"/>
              <a:gd name="connsiteY1" fmla="*/ 572869 h 610660"/>
              <a:gd name="connsiteX2" fmla="*/ 271705 w 777494"/>
              <a:gd name="connsiteY2" fmla="*/ 589538 h 610660"/>
              <a:gd name="connsiteX3" fmla="*/ 180740 w 777494"/>
              <a:gd name="connsiteY3" fmla="*/ 283787 h 610660"/>
              <a:gd name="connsiteX4" fmla="*/ 142640 w 777494"/>
              <a:gd name="connsiteY4" fmla="*/ 1370 h 610660"/>
              <a:gd name="connsiteX5" fmla="*/ 777482 w 777494"/>
              <a:gd name="connsiteY5" fmla="*/ 358558 h 610660"/>
              <a:gd name="connsiteX0" fmla="*/ 119924 w 888603"/>
              <a:gd name="connsiteY0" fmla="*/ 509205 h 658531"/>
              <a:gd name="connsiteX1" fmla="*/ 227079 w 888603"/>
              <a:gd name="connsiteY1" fmla="*/ 600644 h 658531"/>
              <a:gd name="connsiteX2" fmla="*/ 382814 w 888603"/>
              <a:gd name="connsiteY2" fmla="*/ 617313 h 658531"/>
              <a:gd name="connsiteX3" fmla="*/ 1337 w 888603"/>
              <a:gd name="connsiteY3" fmla="*/ 40099 h 658531"/>
              <a:gd name="connsiteX4" fmla="*/ 253749 w 888603"/>
              <a:gd name="connsiteY4" fmla="*/ 29145 h 658531"/>
              <a:gd name="connsiteX5" fmla="*/ 888591 w 888603"/>
              <a:gd name="connsiteY5" fmla="*/ 386333 h 658531"/>
              <a:gd name="connsiteX0" fmla="*/ 118601 w 887280"/>
              <a:gd name="connsiteY0" fmla="*/ 483025 h 583140"/>
              <a:gd name="connsiteX1" fmla="*/ 225756 w 887280"/>
              <a:gd name="connsiteY1" fmla="*/ 574464 h 583140"/>
              <a:gd name="connsiteX2" fmla="*/ 240997 w 887280"/>
              <a:gd name="connsiteY2" fmla="*/ 233945 h 583140"/>
              <a:gd name="connsiteX3" fmla="*/ 14 w 887280"/>
              <a:gd name="connsiteY3" fmla="*/ 13919 h 583140"/>
              <a:gd name="connsiteX4" fmla="*/ 252426 w 887280"/>
              <a:gd name="connsiteY4" fmla="*/ 2965 h 583140"/>
              <a:gd name="connsiteX5" fmla="*/ 887268 w 887280"/>
              <a:gd name="connsiteY5" fmla="*/ 360153 h 583140"/>
              <a:gd name="connsiteX0" fmla="*/ 118606 w 887285"/>
              <a:gd name="connsiteY0" fmla="*/ 483025 h 754658"/>
              <a:gd name="connsiteX1" fmla="*/ 616286 w 887285"/>
              <a:gd name="connsiteY1" fmla="*/ 750676 h 754658"/>
              <a:gd name="connsiteX2" fmla="*/ 241002 w 887285"/>
              <a:gd name="connsiteY2" fmla="*/ 233945 h 754658"/>
              <a:gd name="connsiteX3" fmla="*/ 19 w 887285"/>
              <a:gd name="connsiteY3" fmla="*/ 13919 h 754658"/>
              <a:gd name="connsiteX4" fmla="*/ 252431 w 887285"/>
              <a:gd name="connsiteY4" fmla="*/ 2965 h 754658"/>
              <a:gd name="connsiteX5" fmla="*/ 887273 w 887285"/>
              <a:gd name="connsiteY5" fmla="*/ 360153 h 754658"/>
              <a:gd name="connsiteX0" fmla="*/ 463888 w 887285"/>
              <a:gd name="connsiteY0" fmla="*/ 1271219 h 1271546"/>
              <a:gd name="connsiteX1" fmla="*/ 616286 w 887285"/>
              <a:gd name="connsiteY1" fmla="*/ 750676 h 1271546"/>
              <a:gd name="connsiteX2" fmla="*/ 241002 w 887285"/>
              <a:gd name="connsiteY2" fmla="*/ 233945 h 1271546"/>
              <a:gd name="connsiteX3" fmla="*/ 19 w 887285"/>
              <a:gd name="connsiteY3" fmla="*/ 13919 h 1271546"/>
              <a:gd name="connsiteX4" fmla="*/ 252431 w 887285"/>
              <a:gd name="connsiteY4" fmla="*/ 2965 h 1271546"/>
              <a:gd name="connsiteX5" fmla="*/ 887273 w 887285"/>
              <a:gd name="connsiteY5" fmla="*/ 360153 h 1271546"/>
              <a:gd name="connsiteX0" fmla="*/ 95588 w 887285"/>
              <a:gd name="connsiteY0" fmla="*/ 2004644 h 2004767"/>
              <a:gd name="connsiteX1" fmla="*/ 616286 w 887285"/>
              <a:gd name="connsiteY1" fmla="*/ 750676 h 2004767"/>
              <a:gd name="connsiteX2" fmla="*/ 241002 w 887285"/>
              <a:gd name="connsiteY2" fmla="*/ 233945 h 2004767"/>
              <a:gd name="connsiteX3" fmla="*/ 19 w 887285"/>
              <a:gd name="connsiteY3" fmla="*/ 13919 h 2004767"/>
              <a:gd name="connsiteX4" fmla="*/ 252431 w 887285"/>
              <a:gd name="connsiteY4" fmla="*/ 2965 h 2004767"/>
              <a:gd name="connsiteX5" fmla="*/ 887273 w 887285"/>
              <a:gd name="connsiteY5" fmla="*/ 360153 h 2004767"/>
              <a:gd name="connsiteX0" fmla="*/ 95587 w 887284"/>
              <a:gd name="connsiteY0" fmla="*/ 2004644 h 2004780"/>
              <a:gd name="connsiteX1" fmla="*/ 524210 w 887284"/>
              <a:gd name="connsiteY1" fmla="*/ 842751 h 2004780"/>
              <a:gd name="connsiteX2" fmla="*/ 241001 w 887284"/>
              <a:gd name="connsiteY2" fmla="*/ 233945 h 2004780"/>
              <a:gd name="connsiteX3" fmla="*/ 18 w 887284"/>
              <a:gd name="connsiteY3" fmla="*/ 13919 h 2004780"/>
              <a:gd name="connsiteX4" fmla="*/ 252430 w 887284"/>
              <a:gd name="connsiteY4" fmla="*/ 2965 h 2004780"/>
              <a:gd name="connsiteX5" fmla="*/ 887272 w 887284"/>
              <a:gd name="connsiteY5" fmla="*/ 360153 h 2004780"/>
              <a:gd name="connsiteX0" fmla="*/ 95587 w 887284"/>
              <a:gd name="connsiteY0" fmla="*/ 2004644 h 2004644"/>
              <a:gd name="connsiteX1" fmla="*/ 355691 w 887284"/>
              <a:gd name="connsiteY1" fmla="*/ 1370479 h 2004644"/>
              <a:gd name="connsiteX2" fmla="*/ 524210 w 887284"/>
              <a:gd name="connsiteY2" fmla="*/ 842751 h 2004644"/>
              <a:gd name="connsiteX3" fmla="*/ 241001 w 887284"/>
              <a:gd name="connsiteY3" fmla="*/ 233945 h 2004644"/>
              <a:gd name="connsiteX4" fmla="*/ 18 w 887284"/>
              <a:gd name="connsiteY4" fmla="*/ 13919 h 2004644"/>
              <a:gd name="connsiteX5" fmla="*/ 252430 w 887284"/>
              <a:gd name="connsiteY5" fmla="*/ 2965 h 2004644"/>
              <a:gd name="connsiteX6" fmla="*/ 887272 w 887284"/>
              <a:gd name="connsiteY6" fmla="*/ 360153 h 2004644"/>
              <a:gd name="connsiteX0" fmla="*/ 95587 w 887284"/>
              <a:gd name="connsiteY0" fmla="*/ 2004644 h 2004644"/>
              <a:gd name="connsiteX1" fmla="*/ 311241 w 887284"/>
              <a:gd name="connsiteY1" fmla="*/ 1341904 h 2004644"/>
              <a:gd name="connsiteX2" fmla="*/ 524210 w 887284"/>
              <a:gd name="connsiteY2" fmla="*/ 842751 h 2004644"/>
              <a:gd name="connsiteX3" fmla="*/ 241001 w 887284"/>
              <a:gd name="connsiteY3" fmla="*/ 233945 h 2004644"/>
              <a:gd name="connsiteX4" fmla="*/ 18 w 887284"/>
              <a:gd name="connsiteY4" fmla="*/ 13919 h 2004644"/>
              <a:gd name="connsiteX5" fmla="*/ 252430 w 887284"/>
              <a:gd name="connsiteY5" fmla="*/ 2965 h 2004644"/>
              <a:gd name="connsiteX6" fmla="*/ 887272 w 887284"/>
              <a:gd name="connsiteY6" fmla="*/ 360153 h 2004644"/>
              <a:gd name="connsiteX0" fmla="*/ 95587 w 887284"/>
              <a:gd name="connsiteY0" fmla="*/ 2004644 h 2004644"/>
              <a:gd name="connsiteX1" fmla="*/ 250916 w 887284"/>
              <a:gd name="connsiteY1" fmla="*/ 1510179 h 2004644"/>
              <a:gd name="connsiteX2" fmla="*/ 311241 w 887284"/>
              <a:gd name="connsiteY2" fmla="*/ 1341904 h 2004644"/>
              <a:gd name="connsiteX3" fmla="*/ 524210 w 887284"/>
              <a:gd name="connsiteY3" fmla="*/ 842751 h 2004644"/>
              <a:gd name="connsiteX4" fmla="*/ 241001 w 887284"/>
              <a:gd name="connsiteY4" fmla="*/ 233945 h 2004644"/>
              <a:gd name="connsiteX5" fmla="*/ 18 w 887284"/>
              <a:gd name="connsiteY5" fmla="*/ 13919 h 2004644"/>
              <a:gd name="connsiteX6" fmla="*/ 252430 w 887284"/>
              <a:gd name="connsiteY6" fmla="*/ 2965 h 2004644"/>
              <a:gd name="connsiteX7" fmla="*/ 887272 w 887284"/>
              <a:gd name="connsiteY7" fmla="*/ 360153 h 2004644"/>
              <a:gd name="connsiteX0" fmla="*/ 95587 w 887284"/>
              <a:gd name="connsiteY0" fmla="*/ 2004644 h 2004644"/>
              <a:gd name="connsiteX1" fmla="*/ 196941 w 887284"/>
              <a:gd name="connsiteY1" fmla="*/ 1478429 h 2004644"/>
              <a:gd name="connsiteX2" fmla="*/ 311241 w 887284"/>
              <a:gd name="connsiteY2" fmla="*/ 1341904 h 2004644"/>
              <a:gd name="connsiteX3" fmla="*/ 524210 w 887284"/>
              <a:gd name="connsiteY3" fmla="*/ 842751 h 2004644"/>
              <a:gd name="connsiteX4" fmla="*/ 241001 w 887284"/>
              <a:gd name="connsiteY4" fmla="*/ 233945 h 2004644"/>
              <a:gd name="connsiteX5" fmla="*/ 18 w 887284"/>
              <a:gd name="connsiteY5" fmla="*/ 13919 h 2004644"/>
              <a:gd name="connsiteX6" fmla="*/ 252430 w 887284"/>
              <a:gd name="connsiteY6" fmla="*/ 2965 h 2004644"/>
              <a:gd name="connsiteX7" fmla="*/ 887272 w 887284"/>
              <a:gd name="connsiteY7" fmla="*/ 360153 h 2004644"/>
              <a:gd name="connsiteX0" fmla="*/ 95587 w 887284"/>
              <a:gd name="connsiteY0" fmla="*/ 2004644 h 2004644"/>
              <a:gd name="connsiteX1" fmla="*/ 165191 w 887284"/>
              <a:gd name="connsiteY1" fmla="*/ 1627654 h 2004644"/>
              <a:gd name="connsiteX2" fmla="*/ 196941 w 887284"/>
              <a:gd name="connsiteY2" fmla="*/ 1478429 h 2004644"/>
              <a:gd name="connsiteX3" fmla="*/ 311241 w 887284"/>
              <a:gd name="connsiteY3" fmla="*/ 1341904 h 2004644"/>
              <a:gd name="connsiteX4" fmla="*/ 524210 w 887284"/>
              <a:gd name="connsiteY4" fmla="*/ 842751 h 2004644"/>
              <a:gd name="connsiteX5" fmla="*/ 241001 w 887284"/>
              <a:gd name="connsiteY5" fmla="*/ 233945 h 2004644"/>
              <a:gd name="connsiteX6" fmla="*/ 18 w 887284"/>
              <a:gd name="connsiteY6" fmla="*/ 13919 h 2004644"/>
              <a:gd name="connsiteX7" fmla="*/ 252430 w 887284"/>
              <a:gd name="connsiteY7" fmla="*/ 2965 h 2004644"/>
              <a:gd name="connsiteX8" fmla="*/ 887272 w 887284"/>
              <a:gd name="connsiteY8" fmla="*/ 360153 h 2004644"/>
              <a:gd name="connsiteX0" fmla="*/ 160073 w 951770"/>
              <a:gd name="connsiteY0" fmla="*/ 2004644 h 2004644"/>
              <a:gd name="connsiteX1" fmla="*/ 1077 w 951770"/>
              <a:gd name="connsiteY1" fmla="*/ 1538754 h 2004644"/>
              <a:gd name="connsiteX2" fmla="*/ 261427 w 951770"/>
              <a:gd name="connsiteY2" fmla="*/ 1478429 h 2004644"/>
              <a:gd name="connsiteX3" fmla="*/ 375727 w 951770"/>
              <a:gd name="connsiteY3" fmla="*/ 1341904 h 2004644"/>
              <a:gd name="connsiteX4" fmla="*/ 588696 w 951770"/>
              <a:gd name="connsiteY4" fmla="*/ 842751 h 2004644"/>
              <a:gd name="connsiteX5" fmla="*/ 305487 w 951770"/>
              <a:gd name="connsiteY5" fmla="*/ 233945 h 2004644"/>
              <a:gd name="connsiteX6" fmla="*/ 64504 w 951770"/>
              <a:gd name="connsiteY6" fmla="*/ 13919 h 2004644"/>
              <a:gd name="connsiteX7" fmla="*/ 316916 w 951770"/>
              <a:gd name="connsiteY7" fmla="*/ 2965 h 2004644"/>
              <a:gd name="connsiteX8" fmla="*/ 951758 w 951770"/>
              <a:gd name="connsiteY8" fmla="*/ 360153 h 2004644"/>
              <a:gd name="connsiteX0" fmla="*/ 177822 w 969519"/>
              <a:gd name="connsiteY0" fmla="*/ 2004644 h 2004644"/>
              <a:gd name="connsiteX1" fmla="*/ 37876 w 969519"/>
              <a:gd name="connsiteY1" fmla="*/ 1637179 h 2004644"/>
              <a:gd name="connsiteX2" fmla="*/ 18826 w 969519"/>
              <a:gd name="connsiteY2" fmla="*/ 1538754 h 2004644"/>
              <a:gd name="connsiteX3" fmla="*/ 279176 w 969519"/>
              <a:gd name="connsiteY3" fmla="*/ 1478429 h 2004644"/>
              <a:gd name="connsiteX4" fmla="*/ 393476 w 969519"/>
              <a:gd name="connsiteY4" fmla="*/ 1341904 h 2004644"/>
              <a:gd name="connsiteX5" fmla="*/ 606445 w 969519"/>
              <a:gd name="connsiteY5" fmla="*/ 842751 h 2004644"/>
              <a:gd name="connsiteX6" fmla="*/ 323236 w 969519"/>
              <a:gd name="connsiteY6" fmla="*/ 233945 h 2004644"/>
              <a:gd name="connsiteX7" fmla="*/ 82253 w 969519"/>
              <a:gd name="connsiteY7" fmla="*/ 13919 h 2004644"/>
              <a:gd name="connsiteX8" fmla="*/ 334665 w 969519"/>
              <a:gd name="connsiteY8" fmla="*/ 2965 h 2004644"/>
              <a:gd name="connsiteX9" fmla="*/ 969507 w 969519"/>
              <a:gd name="connsiteY9" fmla="*/ 360153 h 2004644"/>
              <a:gd name="connsiteX0" fmla="*/ 167809 w 959506"/>
              <a:gd name="connsiteY0" fmla="*/ 2004644 h 2004644"/>
              <a:gd name="connsiteX1" fmla="*/ 104063 w 959506"/>
              <a:gd name="connsiteY1" fmla="*/ 1602254 h 2004644"/>
              <a:gd name="connsiteX2" fmla="*/ 8813 w 959506"/>
              <a:gd name="connsiteY2" fmla="*/ 1538754 h 2004644"/>
              <a:gd name="connsiteX3" fmla="*/ 269163 w 959506"/>
              <a:gd name="connsiteY3" fmla="*/ 1478429 h 2004644"/>
              <a:gd name="connsiteX4" fmla="*/ 383463 w 959506"/>
              <a:gd name="connsiteY4" fmla="*/ 1341904 h 2004644"/>
              <a:gd name="connsiteX5" fmla="*/ 596432 w 959506"/>
              <a:gd name="connsiteY5" fmla="*/ 842751 h 2004644"/>
              <a:gd name="connsiteX6" fmla="*/ 313223 w 959506"/>
              <a:gd name="connsiteY6" fmla="*/ 233945 h 2004644"/>
              <a:gd name="connsiteX7" fmla="*/ 72240 w 959506"/>
              <a:gd name="connsiteY7" fmla="*/ 13919 h 2004644"/>
              <a:gd name="connsiteX8" fmla="*/ 324652 w 959506"/>
              <a:gd name="connsiteY8" fmla="*/ 2965 h 2004644"/>
              <a:gd name="connsiteX9" fmla="*/ 959494 w 959506"/>
              <a:gd name="connsiteY9" fmla="*/ 360153 h 2004644"/>
              <a:gd name="connsiteX0" fmla="*/ 167443 w 959140"/>
              <a:gd name="connsiteY0" fmla="*/ 2004644 h 2004644"/>
              <a:gd name="connsiteX1" fmla="*/ 129097 w 959140"/>
              <a:gd name="connsiteY1" fmla="*/ 1722904 h 2004644"/>
              <a:gd name="connsiteX2" fmla="*/ 103697 w 959140"/>
              <a:gd name="connsiteY2" fmla="*/ 1602254 h 2004644"/>
              <a:gd name="connsiteX3" fmla="*/ 8447 w 959140"/>
              <a:gd name="connsiteY3" fmla="*/ 1538754 h 2004644"/>
              <a:gd name="connsiteX4" fmla="*/ 268797 w 959140"/>
              <a:gd name="connsiteY4" fmla="*/ 1478429 h 2004644"/>
              <a:gd name="connsiteX5" fmla="*/ 383097 w 959140"/>
              <a:gd name="connsiteY5" fmla="*/ 1341904 h 2004644"/>
              <a:gd name="connsiteX6" fmla="*/ 596066 w 959140"/>
              <a:gd name="connsiteY6" fmla="*/ 842751 h 2004644"/>
              <a:gd name="connsiteX7" fmla="*/ 312857 w 959140"/>
              <a:gd name="connsiteY7" fmla="*/ 233945 h 2004644"/>
              <a:gd name="connsiteX8" fmla="*/ 71874 w 959140"/>
              <a:gd name="connsiteY8" fmla="*/ 13919 h 2004644"/>
              <a:gd name="connsiteX9" fmla="*/ 324286 w 959140"/>
              <a:gd name="connsiteY9" fmla="*/ 2965 h 2004644"/>
              <a:gd name="connsiteX10" fmla="*/ 959128 w 959140"/>
              <a:gd name="connsiteY10" fmla="*/ 360153 h 2004644"/>
              <a:gd name="connsiteX0" fmla="*/ 181766 w 973463"/>
              <a:gd name="connsiteY0" fmla="*/ 2004644 h 2004644"/>
              <a:gd name="connsiteX1" fmla="*/ 545 w 973463"/>
              <a:gd name="connsiteY1" fmla="*/ 1637179 h 2004644"/>
              <a:gd name="connsiteX2" fmla="*/ 118020 w 973463"/>
              <a:gd name="connsiteY2" fmla="*/ 1602254 h 2004644"/>
              <a:gd name="connsiteX3" fmla="*/ 22770 w 973463"/>
              <a:gd name="connsiteY3" fmla="*/ 1538754 h 2004644"/>
              <a:gd name="connsiteX4" fmla="*/ 283120 w 973463"/>
              <a:gd name="connsiteY4" fmla="*/ 1478429 h 2004644"/>
              <a:gd name="connsiteX5" fmla="*/ 397420 w 973463"/>
              <a:gd name="connsiteY5" fmla="*/ 1341904 h 2004644"/>
              <a:gd name="connsiteX6" fmla="*/ 610389 w 973463"/>
              <a:gd name="connsiteY6" fmla="*/ 842751 h 2004644"/>
              <a:gd name="connsiteX7" fmla="*/ 327180 w 973463"/>
              <a:gd name="connsiteY7" fmla="*/ 233945 h 2004644"/>
              <a:gd name="connsiteX8" fmla="*/ 86197 w 973463"/>
              <a:gd name="connsiteY8" fmla="*/ 13919 h 2004644"/>
              <a:gd name="connsiteX9" fmla="*/ 338609 w 973463"/>
              <a:gd name="connsiteY9" fmla="*/ 2965 h 2004644"/>
              <a:gd name="connsiteX10" fmla="*/ 973451 w 973463"/>
              <a:gd name="connsiteY10" fmla="*/ 360153 h 2004644"/>
              <a:gd name="connsiteX0" fmla="*/ 545 w 973463"/>
              <a:gd name="connsiteY0" fmla="*/ 1637179 h 1637179"/>
              <a:gd name="connsiteX1" fmla="*/ 118020 w 973463"/>
              <a:gd name="connsiteY1" fmla="*/ 1602254 h 1637179"/>
              <a:gd name="connsiteX2" fmla="*/ 22770 w 973463"/>
              <a:gd name="connsiteY2" fmla="*/ 1538754 h 1637179"/>
              <a:gd name="connsiteX3" fmla="*/ 283120 w 973463"/>
              <a:gd name="connsiteY3" fmla="*/ 1478429 h 1637179"/>
              <a:gd name="connsiteX4" fmla="*/ 397420 w 973463"/>
              <a:gd name="connsiteY4" fmla="*/ 1341904 h 1637179"/>
              <a:gd name="connsiteX5" fmla="*/ 610389 w 973463"/>
              <a:gd name="connsiteY5" fmla="*/ 842751 h 1637179"/>
              <a:gd name="connsiteX6" fmla="*/ 327180 w 973463"/>
              <a:gd name="connsiteY6" fmla="*/ 233945 h 1637179"/>
              <a:gd name="connsiteX7" fmla="*/ 86197 w 973463"/>
              <a:gd name="connsiteY7" fmla="*/ 13919 h 1637179"/>
              <a:gd name="connsiteX8" fmla="*/ 338609 w 973463"/>
              <a:gd name="connsiteY8" fmla="*/ 2965 h 1637179"/>
              <a:gd name="connsiteX9" fmla="*/ 973451 w 973463"/>
              <a:gd name="connsiteY9" fmla="*/ 360153 h 1637179"/>
              <a:gd name="connsiteX0" fmla="*/ 545 w 973463"/>
              <a:gd name="connsiteY0" fmla="*/ 1637179 h 1637179"/>
              <a:gd name="connsiteX1" fmla="*/ 118020 w 973463"/>
              <a:gd name="connsiteY1" fmla="*/ 1602254 h 1637179"/>
              <a:gd name="connsiteX2" fmla="*/ 22770 w 973463"/>
              <a:gd name="connsiteY2" fmla="*/ 1538754 h 1637179"/>
              <a:gd name="connsiteX3" fmla="*/ 283120 w 973463"/>
              <a:gd name="connsiteY3" fmla="*/ 1478429 h 1637179"/>
              <a:gd name="connsiteX4" fmla="*/ 397420 w 973463"/>
              <a:gd name="connsiteY4" fmla="*/ 1341904 h 1637179"/>
              <a:gd name="connsiteX5" fmla="*/ 610389 w 973463"/>
              <a:gd name="connsiteY5" fmla="*/ 842751 h 1637179"/>
              <a:gd name="connsiteX6" fmla="*/ 327180 w 973463"/>
              <a:gd name="connsiteY6" fmla="*/ 233945 h 1637179"/>
              <a:gd name="connsiteX7" fmla="*/ 86197 w 973463"/>
              <a:gd name="connsiteY7" fmla="*/ 13919 h 1637179"/>
              <a:gd name="connsiteX8" fmla="*/ 338609 w 973463"/>
              <a:gd name="connsiteY8" fmla="*/ 2965 h 1637179"/>
              <a:gd name="connsiteX9" fmla="*/ 973451 w 973463"/>
              <a:gd name="connsiteY9" fmla="*/ 376028 h 1637179"/>
              <a:gd name="connsiteX0" fmla="*/ 545 w 973451"/>
              <a:gd name="connsiteY0" fmla="*/ 1637179 h 1637179"/>
              <a:gd name="connsiteX1" fmla="*/ 118020 w 973451"/>
              <a:gd name="connsiteY1" fmla="*/ 1602254 h 1637179"/>
              <a:gd name="connsiteX2" fmla="*/ 22770 w 973451"/>
              <a:gd name="connsiteY2" fmla="*/ 1538754 h 1637179"/>
              <a:gd name="connsiteX3" fmla="*/ 283120 w 973451"/>
              <a:gd name="connsiteY3" fmla="*/ 1478429 h 1637179"/>
              <a:gd name="connsiteX4" fmla="*/ 397420 w 973451"/>
              <a:gd name="connsiteY4" fmla="*/ 1341904 h 1637179"/>
              <a:gd name="connsiteX5" fmla="*/ 610389 w 973451"/>
              <a:gd name="connsiteY5" fmla="*/ 842751 h 1637179"/>
              <a:gd name="connsiteX6" fmla="*/ 327180 w 973451"/>
              <a:gd name="connsiteY6" fmla="*/ 233945 h 1637179"/>
              <a:gd name="connsiteX7" fmla="*/ 86197 w 973451"/>
              <a:gd name="connsiteY7" fmla="*/ 13919 h 1637179"/>
              <a:gd name="connsiteX8" fmla="*/ 338609 w 973451"/>
              <a:gd name="connsiteY8" fmla="*/ 2965 h 1637179"/>
              <a:gd name="connsiteX9" fmla="*/ 973451 w 973451"/>
              <a:gd name="connsiteY9" fmla="*/ 376028 h 1637179"/>
              <a:gd name="connsiteX0" fmla="*/ 545 w 973451"/>
              <a:gd name="connsiteY0" fmla="*/ 1638556 h 1638556"/>
              <a:gd name="connsiteX1" fmla="*/ 118020 w 973451"/>
              <a:gd name="connsiteY1" fmla="*/ 1603631 h 1638556"/>
              <a:gd name="connsiteX2" fmla="*/ 22770 w 973451"/>
              <a:gd name="connsiteY2" fmla="*/ 1540131 h 1638556"/>
              <a:gd name="connsiteX3" fmla="*/ 283120 w 973451"/>
              <a:gd name="connsiteY3" fmla="*/ 1479806 h 1638556"/>
              <a:gd name="connsiteX4" fmla="*/ 397420 w 973451"/>
              <a:gd name="connsiteY4" fmla="*/ 1343281 h 1638556"/>
              <a:gd name="connsiteX5" fmla="*/ 610389 w 973451"/>
              <a:gd name="connsiteY5" fmla="*/ 844128 h 1638556"/>
              <a:gd name="connsiteX6" fmla="*/ 339880 w 973451"/>
              <a:gd name="connsiteY6" fmla="*/ 254372 h 1638556"/>
              <a:gd name="connsiteX7" fmla="*/ 86197 w 973451"/>
              <a:gd name="connsiteY7" fmla="*/ 15296 h 1638556"/>
              <a:gd name="connsiteX8" fmla="*/ 338609 w 973451"/>
              <a:gd name="connsiteY8" fmla="*/ 4342 h 1638556"/>
              <a:gd name="connsiteX9" fmla="*/ 973451 w 973451"/>
              <a:gd name="connsiteY9" fmla="*/ 377405 h 1638556"/>
              <a:gd name="connsiteX0" fmla="*/ 486 w 992442"/>
              <a:gd name="connsiteY0" fmla="*/ 1638556 h 1638556"/>
              <a:gd name="connsiteX1" fmla="*/ 137011 w 992442"/>
              <a:gd name="connsiteY1" fmla="*/ 1603631 h 1638556"/>
              <a:gd name="connsiteX2" fmla="*/ 41761 w 992442"/>
              <a:gd name="connsiteY2" fmla="*/ 1540131 h 1638556"/>
              <a:gd name="connsiteX3" fmla="*/ 302111 w 992442"/>
              <a:gd name="connsiteY3" fmla="*/ 1479806 h 1638556"/>
              <a:gd name="connsiteX4" fmla="*/ 416411 w 992442"/>
              <a:gd name="connsiteY4" fmla="*/ 1343281 h 1638556"/>
              <a:gd name="connsiteX5" fmla="*/ 629380 w 992442"/>
              <a:gd name="connsiteY5" fmla="*/ 844128 h 1638556"/>
              <a:gd name="connsiteX6" fmla="*/ 358871 w 992442"/>
              <a:gd name="connsiteY6" fmla="*/ 254372 h 1638556"/>
              <a:gd name="connsiteX7" fmla="*/ 105188 w 992442"/>
              <a:gd name="connsiteY7" fmla="*/ 15296 h 1638556"/>
              <a:gd name="connsiteX8" fmla="*/ 357600 w 992442"/>
              <a:gd name="connsiteY8" fmla="*/ 4342 h 1638556"/>
              <a:gd name="connsiteX9" fmla="*/ 992442 w 992442"/>
              <a:gd name="connsiteY9" fmla="*/ 377405 h 1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92442" h="1638556">
                <a:moveTo>
                  <a:pt x="486" y="1638556"/>
                </a:moveTo>
                <a:cubicBezTo>
                  <a:pt x="-10138" y="1571491"/>
                  <a:pt x="157119" y="1634323"/>
                  <a:pt x="137011" y="1603631"/>
                </a:cubicBezTo>
                <a:cubicBezTo>
                  <a:pt x="116903" y="1572939"/>
                  <a:pt x="1544" y="1566589"/>
                  <a:pt x="41761" y="1540131"/>
                </a:cubicBezTo>
                <a:cubicBezTo>
                  <a:pt x="81978" y="1513673"/>
                  <a:pt x="277769" y="1527431"/>
                  <a:pt x="302111" y="1479806"/>
                </a:cubicBezTo>
                <a:cubicBezTo>
                  <a:pt x="326453" y="1432181"/>
                  <a:pt x="370862" y="1454519"/>
                  <a:pt x="416411" y="1343281"/>
                </a:cubicBezTo>
                <a:cubicBezTo>
                  <a:pt x="461960" y="1232043"/>
                  <a:pt x="638970" y="1025613"/>
                  <a:pt x="629380" y="844128"/>
                </a:cubicBezTo>
                <a:cubicBezTo>
                  <a:pt x="619790" y="662643"/>
                  <a:pt x="446236" y="392511"/>
                  <a:pt x="358871" y="254372"/>
                </a:cubicBezTo>
                <a:cubicBezTo>
                  <a:pt x="271506" y="116233"/>
                  <a:pt x="105400" y="56968"/>
                  <a:pt x="105188" y="15296"/>
                </a:cubicBezTo>
                <a:cubicBezTo>
                  <a:pt x="104976" y="-26376"/>
                  <a:pt x="328390" y="33552"/>
                  <a:pt x="357600" y="4342"/>
                </a:cubicBezTo>
                <a:cubicBezTo>
                  <a:pt x="386810" y="-24868"/>
                  <a:pt x="890842" y="626325"/>
                  <a:pt x="992442" y="377405"/>
                </a:cubicBezTo>
              </a:path>
            </a:pathLst>
          </a:custGeom>
          <a:noFill/>
          <a:ln w="38100"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7" name="Freeform 339">
            <a:extLst>
              <a:ext uri="{FF2B5EF4-FFF2-40B4-BE49-F238E27FC236}">
                <a16:creationId xmlns:a16="http://schemas.microsoft.com/office/drawing/2014/main" id="{5CF4E9BC-767F-4237-8FD8-ACD65E333E13}"/>
              </a:ext>
            </a:extLst>
          </p:cNvPr>
          <p:cNvSpPr>
            <a:spLocks noEditPoints="1"/>
          </p:cNvSpPr>
          <p:nvPr/>
        </p:nvSpPr>
        <p:spPr bwMode="auto">
          <a:xfrm>
            <a:off x="8939079" y="3654848"/>
            <a:ext cx="71413" cy="147930"/>
          </a:xfrm>
          <a:custGeom>
            <a:avLst/>
            <a:gdLst>
              <a:gd name="T0" fmla="*/ 3 w 14"/>
              <a:gd name="T1" fmla="*/ 24 h 29"/>
              <a:gd name="T2" fmla="*/ 5 w 14"/>
              <a:gd name="T3" fmla="*/ 24 h 29"/>
              <a:gd name="T4" fmla="*/ 2 w 14"/>
              <a:gd name="T5" fmla="*/ 27 h 29"/>
              <a:gd name="T6" fmla="*/ 1 w 14"/>
              <a:gd name="T7" fmla="*/ 29 h 29"/>
              <a:gd name="T8" fmla="*/ 0 w 14"/>
              <a:gd name="T9" fmla="*/ 27 h 29"/>
              <a:gd name="T10" fmla="*/ 1 w 14"/>
              <a:gd name="T11" fmla="*/ 26 h 29"/>
              <a:gd name="T12" fmla="*/ 1 w 14"/>
              <a:gd name="T13" fmla="*/ 24 h 29"/>
              <a:gd name="T14" fmla="*/ 3 w 14"/>
              <a:gd name="T15" fmla="*/ 24 h 29"/>
              <a:gd name="T16" fmla="*/ 9 w 14"/>
              <a:gd name="T17" fmla="*/ 16 h 29"/>
              <a:gd name="T18" fmla="*/ 10 w 14"/>
              <a:gd name="T19" fmla="*/ 17 h 29"/>
              <a:gd name="T20" fmla="*/ 9 w 14"/>
              <a:gd name="T21" fmla="*/ 17 h 29"/>
              <a:gd name="T22" fmla="*/ 6 w 14"/>
              <a:gd name="T23" fmla="*/ 17 h 29"/>
              <a:gd name="T24" fmla="*/ 9 w 14"/>
              <a:gd name="T25" fmla="*/ 16 h 29"/>
              <a:gd name="T26" fmla="*/ 13 w 14"/>
              <a:gd name="T27" fmla="*/ 0 h 29"/>
              <a:gd name="T28" fmla="*/ 14 w 14"/>
              <a:gd name="T29" fmla="*/ 1 h 29"/>
              <a:gd name="T30" fmla="*/ 13 w 14"/>
              <a:gd name="T31" fmla="*/ 2 h 29"/>
              <a:gd name="T32" fmla="*/ 13 w 14"/>
              <a:gd name="T33" fmla="*/ 5 h 29"/>
              <a:gd name="T34" fmla="*/ 11 w 14"/>
              <a:gd name="T35" fmla="*/ 1 h 29"/>
              <a:gd name="T36" fmla="*/ 13 w 14"/>
              <a:gd name="T3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" h="29">
                <a:moveTo>
                  <a:pt x="3" y="24"/>
                </a:moveTo>
                <a:lnTo>
                  <a:pt x="5" y="24"/>
                </a:lnTo>
                <a:lnTo>
                  <a:pt x="2" y="27"/>
                </a:lnTo>
                <a:lnTo>
                  <a:pt x="1" y="29"/>
                </a:lnTo>
                <a:lnTo>
                  <a:pt x="0" y="27"/>
                </a:lnTo>
                <a:lnTo>
                  <a:pt x="1" y="26"/>
                </a:lnTo>
                <a:lnTo>
                  <a:pt x="1" y="24"/>
                </a:lnTo>
                <a:lnTo>
                  <a:pt x="3" y="24"/>
                </a:lnTo>
                <a:close/>
                <a:moveTo>
                  <a:pt x="9" y="16"/>
                </a:moveTo>
                <a:lnTo>
                  <a:pt x="10" y="17"/>
                </a:lnTo>
                <a:lnTo>
                  <a:pt x="9" y="17"/>
                </a:lnTo>
                <a:lnTo>
                  <a:pt x="6" y="17"/>
                </a:lnTo>
                <a:lnTo>
                  <a:pt x="9" y="16"/>
                </a:lnTo>
                <a:close/>
                <a:moveTo>
                  <a:pt x="13" y="0"/>
                </a:moveTo>
                <a:lnTo>
                  <a:pt x="14" y="1"/>
                </a:lnTo>
                <a:lnTo>
                  <a:pt x="13" y="2"/>
                </a:lnTo>
                <a:lnTo>
                  <a:pt x="13" y="5"/>
                </a:lnTo>
                <a:lnTo>
                  <a:pt x="11" y="1"/>
                </a:lnTo>
                <a:lnTo>
                  <a:pt x="13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400"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141" name="Group 140"/>
          <p:cNvGrpSpPr/>
          <p:nvPr/>
        </p:nvGrpSpPr>
        <p:grpSpPr>
          <a:xfrm>
            <a:off x="336176" y="147918"/>
            <a:ext cx="11393548" cy="900000"/>
            <a:chOff x="336176" y="147918"/>
            <a:chExt cx="11393548" cy="900000"/>
          </a:xfrm>
        </p:grpSpPr>
        <p:sp>
          <p:nvSpPr>
            <p:cNvPr id="142" name="Rectangle 141"/>
            <p:cNvSpPr/>
            <p:nvPr/>
          </p:nvSpPr>
          <p:spPr>
            <a:xfrm>
              <a:off x="336176" y="147918"/>
              <a:ext cx="2700000" cy="900000"/>
            </a:xfrm>
            <a:prstGeom prst="rect">
              <a:avLst/>
            </a:prstGeom>
            <a:solidFill>
              <a:srgbClr val="0033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latinLnBrk="1"/>
              <a:r>
                <a:rPr lang="en-US" sz="2800" b="1" dirty="0">
                  <a:solidFill>
                    <a:prstClr val="white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4_SE Asia</a:t>
              </a:r>
            </a:p>
          </p:txBody>
        </p:sp>
        <p:sp>
          <p:nvSpPr>
            <p:cNvPr id="143" name="Rectangle 142"/>
            <p:cNvSpPr/>
            <p:nvPr/>
          </p:nvSpPr>
          <p:spPr>
            <a:xfrm>
              <a:off x="3089724" y="147918"/>
              <a:ext cx="8640000" cy="672815"/>
            </a:xfrm>
            <a:prstGeom prst="rect">
              <a:avLst/>
            </a:prstGeom>
            <a:solidFill>
              <a:srgbClr val="E6EE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[CMA CGM] Bohai Manila Express (BMX)</a:t>
              </a:r>
            </a:p>
          </p:txBody>
        </p:sp>
      </p:grpSp>
      <p:sp>
        <p:nvSpPr>
          <p:cNvPr id="288" name="Freeform 357">
            <a:extLst>
              <a:ext uri="{FF2B5EF4-FFF2-40B4-BE49-F238E27FC236}">
                <a16:creationId xmlns:a16="http://schemas.microsoft.com/office/drawing/2014/main" id="{F1CF226E-B213-415C-8CEF-BB33A41C1639}"/>
              </a:ext>
            </a:extLst>
          </p:cNvPr>
          <p:cNvSpPr>
            <a:spLocks noEditPoints="1"/>
          </p:cNvSpPr>
          <p:nvPr/>
        </p:nvSpPr>
        <p:spPr bwMode="auto">
          <a:xfrm>
            <a:off x="7075454" y="4278526"/>
            <a:ext cx="62866" cy="45719"/>
          </a:xfrm>
          <a:custGeom>
            <a:avLst/>
            <a:gdLst>
              <a:gd name="T0" fmla="*/ 8 w 11"/>
              <a:gd name="T1" fmla="*/ 7 h 8"/>
              <a:gd name="T2" fmla="*/ 11 w 11"/>
              <a:gd name="T3" fmla="*/ 7 h 8"/>
              <a:gd name="T4" fmla="*/ 11 w 11"/>
              <a:gd name="T5" fmla="*/ 8 h 8"/>
              <a:gd name="T6" fmla="*/ 9 w 11"/>
              <a:gd name="T7" fmla="*/ 8 h 8"/>
              <a:gd name="T8" fmla="*/ 8 w 11"/>
              <a:gd name="T9" fmla="*/ 8 h 8"/>
              <a:gd name="T10" fmla="*/ 7 w 11"/>
              <a:gd name="T11" fmla="*/ 8 h 8"/>
              <a:gd name="T12" fmla="*/ 5 w 11"/>
              <a:gd name="T13" fmla="*/ 8 h 8"/>
              <a:gd name="T14" fmla="*/ 4 w 11"/>
              <a:gd name="T15" fmla="*/ 8 h 8"/>
              <a:gd name="T16" fmla="*/ 5 w 11"/>
              <a:gd name="T17" fmla="*/ 7 h 8"/>
              <a:gd name="T18" fmla="*/ 8 w 11"/>
              <a:gd name="T19" fmla="*/ 7 h 8"/>
              <a:gd name="T20" fmla="*/ 3 w 11"/>
              <a:gd name="T21" fmla="*/ 0 h 8"/>
              <a:gd name="T22" fmla="*/ 3 w 11"/>
              <a:gd name="T23" fmla="*/ 1 h 8"/>
              <a:gd name="T24" fmla="*/ 3 w 11"/>
              <a:gd name="T25" fmla="*/ 3 h 8"/>
              <a:gd name="T26" fmla="*/ 0 w 11"/>
              <a:gd name="T27" fmla="*/ 3 h 8"/>
              <a:gd name="T28" fmla="*/ 3 w 11"/>
              <a:gd name="T2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" h="8">
                <a:moveTo>
                  <a:pt x="8" y="7"/>
                </a:moveTo>
                <a:lnTo>
                  <a:pt x="11" y="7"/>
                </a:lnTo>
                <a:lnTo>
                  <a:pt x="11" y="8"/>
                </a:lnTo>
                <a:lnTo>
                  <a:pt x="9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8" y="7"/>
                </a:lnTo>
                <a:close/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0" y="3"/>
                </a:lnTo>
                <a:lnTo>
                  <a:pt x="3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400"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162" name="그룹 161"/>
          <p:cNvGrpSpPr/>
          <p:nvPr/>
        </p:nvGrpSpPr>
        <p:grpSpPr>
          <a:xfrm>
            <a:off x="6567962" y="3414470"/>
            <a:ext cx="197643" cy="261610"/>
            <a:chOff x="1477817" y="2799261"/>
            <a:chExt cx="197643" cy="261610"/>
          </a:xfrm>
        </p:grpSpPr>
        <p:sp>
          <p:nvSpPr>
            <p:cNvPr id="163" name="타원 162"/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1553778" y="2799261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2</a:t>
              </a:r>
            </a:p>
          </p:txBody>
        </p:sp>
      </p:grpSp>
      <p:grpSp>
        <p:nvGrpSpPr>
          <p:cNvPr id="165" name="그룹 164"/>
          <p:cNvGrpSpPr/>
          <p:nvPr/>
        </p:nvGrpSpPr>
        <p:grpSpPr>
          <a:xfrm>
            <a:off x="7116952" y="1409921"/>
            <a:ext cx="197643" cy="261610"/>
            <a:chOff x="1477817" y="2788120"/>
            <a:chExt cx="197643" cy="261610"/>
          </a:xfrm>
        </p:grpSpPr>
        <p:sp>
          <p:nvSpPr>
            <p:cNvPr id="166" name="타원 165"/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3494B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1553777" y="278812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1</a:t>
              </a:r>
              <a:endParaRPr lang="ko-KR" altLang="en-US" sz="1100" b="1" dirty="0">
                <a:solidFill>
                  <a:schemeClr val="bg1"/>
                </a:solidFill>
                <a:latin typeface="Arial" pitchFamily="34" charset="0"/>
                <a:ea typeface="HY견고딕" pitchFamily="18" charset="-127"/>
                <a:cs typeface="Arial" pitchFamily="34" charset="0"/>
              </a:endParaRPr>
            </a:p>
          </p:txBody>
        </p:sp>
      </p:grpSp>
      <p:grpSp>
        <p:nvGrpSpPr>
          <p:cNvPr id="12" name="组合 11">
            <a:extLst>
              <a:ext uri="{FF2B5EF4-FFF2-40B4-BE49-F238E27FC236}">
                <a16:creationId xmlns:a16="http://schemas.microsoft.com/office/drawing/2014/main" id="{7E4F5CB2-3F9F-4962-8EFE-A643DDDB695C}"/>
              </a:ext>
            </a:extLst>
          </p:cNvPr>
          <p:cNvGrpSpPr/>
          <p:nvPr/>
        </p:nvGrpSpPr>
        <p:grpSpPr>
          <a:xfrm>
            <a:off x="7380001" y="1537862"/>
            <a:ext cx="661773" cy="305829"/>
            <a:chOff x="7387169" y="1515876"/>
            <a:chExt cx="708217" cy="327291"/>
          </a:xfrm>
        </p:grpSpPr>
        <p:sp>
          <p:nvSpPr>
            <p:cNvPr id="289" name="Oval 1">
              <a:extLst>
                <a:ext uri="{FF2B5EF4-FFF2-40B4-BE49-F238E27FC236}">
                  <a16:creationId xmlns:a16="http://schemas.microsoft.com/office/drawing/2014/main" id="{01ECED44-ACCC-4475-86CF-9BD3D1108E66}"/>
                </a:ext>
              </a:extLst>
            </p:cNvPr>
            <p:cNvSpPr/>
            <p:nvPr/>
          </p:nvSpPr>
          <p:spPr>
            <a:xfrm flipH="1" flipV="1">
              <a:off x="7423185" y="1757877"/>
              <a:ext cx="99507" cy="85290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90" name="Rectangle 214">
              <a:extLst>
                <a:ext uri="{FF2B5EF4-FFF2-40B4-BE49-F238E27FC236}">
                  <a16:creationId xmlns:a16="http://schemas.microsoft.com/office/drawing/2014/main" id="{92C3A8F8-26A9-4EF9-B57A-97FBC254FEB8}"/>
                </a:ext>
              </a:extLst>
            </p:cNvPr>
            <p:cNvSpPr/>
            <p:nvPr/>
          </p:nvSpPr>
          <p:spPr>
            <a:xfrm>
              <a:off x="7387169" y="1515876"/>
              <a:ext cx="708217" cy="25931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rgbClr val="00B05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Busan</a:t>
              </a:r>
            </a:p>
          </p:txBody>
        </p:sp>
      </p:grpSp>
      <p:grpSp>
        <p:nvGrpSpPr>
          <p:cNvPr id="359" name="Group 1751">
            <a:extLst>
              <a:ext uri="{FF2B5EF4-FFF2-40B4-BE49-F238E27FC236}">
                <a16:creationId xmlns:a16="http://schemas.microsoft.com/office/drawing/2014/main" id="{F8E93D9C-3FA5-4706-A1F0-26C0F2902A8F}"/>
              </a:ext>
            </a:extLst>
          </p:cNvPr>
          <p:cNvGrpSpPr/>
          <p:nvPr/>
        </p:nvGrpSpPr>
        <p:grpSpPr>
          <a:xfrm>
            <a:off x="6629079" y="3607423"/>
            <a:ext cx="656115" cy="261448"/>
            <a:chOff x="9299659" y="3045303"/>
            <a:chExt cx="177824" cy="70859"/>
          </a:xfrm>
        </p:grpSpPr>
        <p:sp>
          <p:nvSpPr>
            <p:cNvPr id="360" name="Oval 1752">
              <a:extLst>
                <a:ext uri="{FF2B5EF4-FFF2-40B4-BE49-F238E27FC236}">
                  <a16:creationId xmlns:a16="http://schemas.microsoft.com/office/drawing/2014/main" id="{D2FAB68A-D452-4F25-99DB-72F8D0008D63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61" name="Rectangle 1753">
              <a:extLst>
                <a:ext uri="{FF2B5EF4-FFF2-40B4-BE49-F238E27FC236}">
                  <a16:creationId xmlns:a16="http://schemas.microsoft.com/office/drawing/2014/main" id="{DD57C68E-A1E5-414C-B1DF-76CD1F9B8E30}"/>
                </a:ext>
              </a:extLst>
            </p:cNvPr>
            <p:cNvSpPr/>
            <p:nvPr/>
          </p:nvSpPr>
          <p:spPr>
            <a:xfrm>
              <a:off x="9299659" y="3070443"/>
              <a:ext cx="177824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Manila</a:t>
              </a:r>
            </a:p>
          </p:txBody>
        </p:sp>
      </p:grpSp>
      <p:grpSp>
        <p:nvGrpSpPr>
          <p:cNvPr id="154" name="组合 124">
            <a:extLst>
              <a:ext uri="{FF2B5EF4-FFF2-40B4-BE49-F238E27FC236}">
                <a16:creationId xmlns:a16="http://schemas.microsoft.com/office/drawing/2014/main" id="{B32BEB9E-F7A1-40C0-A43E-1C7BC0E2D022}"/>
              </a:ext>
            </a:extLst>
          </p:cNvPr>
          <p:cNvGrpSpPr/>
          <p:nvPr/>
        </p:nvGrpSpPr>
        <p:grpSpPr>
          <a:xfrm>
            <a:off x="6543640" y="2972858"/>
            <a:ext cx="1263440" cy="360143"/>
            <a:chOff x="6560834" y="3018876"/>
            <a:chExt cx="1352110" cy="385417"/>
          </a:xfrm>
        </p:grpSpPr>
        <p:sp>
          <p:nvSpPr>
            <p:cNvPr id="155" name="Oval 1325">
              <a:extLst>
                <a:ext uri="{FF2B5EF4-FFF2-40B4-BE49-F238E27FC236}">
                  <a16:creationId xmlns:a16="http://schemas.microsoft.com/office/drawing/2014/main" id="{2297E7D9-AD1C-4A2C-A156-D38E5AF91B8C}"/>
                </a:ext>
              </a:extLst>
            </p:cNvPr>
            <p:cNvSpPr/>
            <p:nvPr/>
          </p:nvSpPr>
          <p:spPr>
            <a:xfrm flipH="1" flipV="1">
              <a:off x="6560834" y="3018876"/>
              <a:ext cx="99507" cy="8529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7" name="Rectangle 1326">
              <a:extLst>
                <a:ext uri="{FF2B5EF4-FFF2-40B4-BE49-F238E27FC236}">
                  <a16:creationId xmlns:a16="http://schemas.microsoft.com/office/drawing/2014/main" id="{8CD6479A-A2AB-471E-A8A4-1507475F6ED9}"/>
                </a:ext>
              </a:extLst>
            </p:cNvPr>
            <p:cNvSpPr/>
            <p:nvPr/>
          </p:nvSpPr>
          <p:spPr>
            <a:xfrm>
              <a:off x="6841847" y="3200323"/>
              <a:ext cx="1071097" cy="20397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Hong Kong</a:t>
              </a:r>
            </a:p>
          </p:txBody>
        </p:sp>
      </p:grpSp>
      <p:grpSp>
        <p:nvGrpSpPr>
          <p:cNvPr id="158" name="组合 163">
            <a:extLst>
              <a:ext uri="{FF2B5EF4-FFF2-40B4-BE49-F238E27FC236}">
                <a16:creationId xmlns:a16="http://schemas.microsoft.com/office/drawing/2014/main" id="{FB45BF77-6B2C-4F30-AC24-5E834A8C719C}"/>
              </a:ext>
            </a:extLst>
          </p:cNvPr>
          <p:cNvGrpSpPr/>
          <p:nvPr/>
        </p:nvGrpSpPr>
        <p:grpSpPr>
          <a:xfrm>
            <a:off x="5803774" y="2817933"/>
            <a:ext cx="753631" cy="214032"/>
            <a:chOff x="5852086" y="2821489"/>
            <a:chExt cx="806519" cy="229052"/>
          </a:xfrm>
        </p:grpSpPr>
        <p:sp>
          <p:nvSpPr>
            <p:cNvPr id="159" name="Oval 229">
              <a:extLst>
                <a:ext uri="{FF2B5EF4-FFF2-40B4-BE49-F238E27FC236}">
                  <a16:creationId xmlns:a16="http://schemas.microsoft.com/office/drawing/2014/main" id="{0D15C773-1226-48CA-8AE7-203F4DB30428}"/>
                </a:ext>
              </a:extLst>
            </p:cNvPr>
            <p:cNvSpPr/>
            <p:nvPr/>
          </p:nvSpPr>
          <p:spPr>
            <a:xfrm flipH="1" flipV="1">
              <a:off x="6559098" y="2930585"/>
              <a:ext cx="99507" cy="8529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60" name="Rectangle 230">
              <a:extLst>
                <a:ext uri="{FF2B5EF4-FFF2-40B4-BE49-F238E27FC236}">
                  <a16:creationId xmlns:a16="http://schemas.microsoft.com/office/drawing/2014/main" id="{CAA3A706-9F02-406F-88FF-C8F2BCEF143E}"/>
                </a:ext>
              </a:extLst>
            </p:cNvPr>
            <p:cNvSpPr/>
            <p:nvPr/>
          </p:nvSpPr>
          <p:spPr>
            <a:xfrm>
              <a:off x="5852086" y="2821489"/>
              <a:ext cx="803107" cy="22905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Shekou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sp>
        <p:nvSpPr>
          <p:cNvPr id="170" name="이등변 삼각형 169">
            <a:extLst>
              <a:ext uri="{FF2B5EF4-FFF2-40B4-BE49-F238E27FC236}">
                <a16:creationId xmlns:a16="http://schemas.microsoft.com/office/drawing/2014/main" id="{950C5FA8-CF1D-4D87-8154-EBBE385D8821}"/>
              </a:ext>
            </a:extLst>
          </p:cNvPr>
          <p:cNvSpPr/>
          <p:nvPr/>
        </p:nvSpPr>
        <p:spPr>
          <a:xfrm rot="21164212">
            <a:off x="7445421" y="2875832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이등변 삼각형 173">
            <a:extLst>
              <a:ext uri="{FF2B5EF4-FFF2-40B4-BE49-F238E27FC236}">
                <a16:creationId xmlns:a16="http://schemas.microsoft.com/office/drawing/2014/main" id="{C47D7E7E-7018-4C7C-908D-04A20E1A3C87}"/>
              </a:ext>
            </a:extLst>
          </p:cNvPr>
          <p:cNvSpPr/>
          <p:nvPr/>
        </p:nvSpPr>
        <p:spPr>
          <a:xfrm rot="7381563">
            <a:off x="6833868" y="3388546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175" name="Table 205">
            <a:extLst>
              <a:ext uri="{FF2B5EF4-FFF2-40B4-BE49-F238E27FC236}">
                <a16:creationId xmlns:a16="http://schemas.microsoft.com/office/drawing/2014/main" id="{4EA9B0CE-8213-4E83-BB10-CFE1327806F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753634" y="5580000"/>
          <a:ext cx="8684732" cy="108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9599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51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60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7063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1685"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Carriers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Dur</a:t>
                      </a:r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Freq.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Ships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Rotation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3831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Arial" pitchFamily="34" charset="0"/>
                          <a:ea typeface="+mn-ea"/>
                          <a:cs typeface="Arial" pitchFamily="34" charset="0"/>
                        </a:rPr>
                        <a:t>CMA CGM</a:t>
                      </a:r>
                      <a:endParaRPr 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5 x 3,569 teu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 i="0" u="none" strike="noStrike" dirty="0">
                          <a:solidFill>
                            <a:srgbClr val="BC8F00"/>
                          </a:solidFill>
                          <a:effectLst/>
                          <a:latin typeface="Arial"/>
                        </a:rPr>
                        <a:t> </a:t>
                      </a:r>
                      <a:r>
                        <a:rPr lang="en-US" altLang="ko-KR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/>
                        </a:rPr>
                        <a:t>Busan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Dalian, Xingang, Qingdao, Xiamen, Shantou,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Shekou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</a:t>
                      </a: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 Hong Kong,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Nansha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Manila(N/S), Davao, </a:t>
                      </a:r>
                      <a:r>
                        <a:rPr lang="en-US" altLang="ko-KR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/>
                        </a:rPr>
                        <a:t>Busan</a:t>
                      </a:r>
                      <a:endParaRPr lang="en-US" sz="1200" b="1" i="0" u="none" strike="noStrike" dirty="0">
                        <a:solidFill>
                          <a:srgbClr val="BC8F00"/>
                        </a:solidFill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38" name="표 137">
            <a:extLst>
              <a:ext uri="{FF2B5EF4-FFF2-40B4-BE49-F238E27FC236}">
                <a16:creationId xmlns:a16="http://schemas.microsoft.com/office/drawing/2014/main" id="{8E23D537-5A75-4AB8-B8C5-E5FF918876C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9766800" y="1029600"/>
          <a:ext cx="1963806" cy="111118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125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12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704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Terminal</a:t>
                      </a: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BNCT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Weekly throughput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1,293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Schedule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Fri 08 ~ </a:t>
                      </a:r>
                    </a:p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Sat 01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56" name="组合 163">
            <a:extLst>
              <a:ext uri="{FF2B5EF4-FFF2-40B4-BE49-F238E27FC236}">
                <a16:creationId xmlns:a16="http://schemas.microsoft.com/office/drawing/2014/main" id="{EB3CA297-EEE0-4971-90F1-98C763804CF8}"/>
              </a:ext>
            </a:extLst>
          </p:cNvPr>
          <p:cNvGrpSpPr/>
          <p:nvPr/>
        </p:nvGrpSpPr>
        <p:grpSpPr>
          <a:xfrm>
            <a:off x="6646326" y="1181263"/>
            <a:ext cx="750443" cy="290600"/>
            <a:chOff x="6414247" y="2704882"/>
            <a:chExt cx="803108" cy="310993"/>
          </a:xfrm>
        </p:grpSpPr>
        <p:sp>
          <p:nvSpPr>
            <p:cNvPr id="161" name="Oval 229">
              <a:extLst>
                <a:ext uri="{FF2B5EF4-FFF2-40B4-BE49-F238E27FC236}">
                  <a16:creationId xmlns:a16="http://schemas.microsoft.com/office/drawing/2014/main" id="{E6339A97-A553-4FEC-A383-244319F22390}"/>
                </a:ext>
              </a:extLst>
            </p:cNvPr>
            <p:cNvSpPr/>
            <p:nvPr/>
          </p:nvSpPr>
          <p:spPr>
            <a:xfrm flipH="1" flipV="1">
              <a:off x="6559098" y="2930585"/>
              <a:ext cx="99507" cy="8529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68" name="Rectangle 230">
              <a:extLst>
                <a:ext uri="{FF2B5EF4-FFF2-40B4-BE49-F238E27FC236}">
                  <a16:creationId xmlns:a16="http://schemas.microsoft.com/office/drawing/2014/main" id="{5FE50D45-C428-4028-B4B0-E6464D8FC049}"/>
                </a:ext>
              </a:extLst>
            </p:cNvPr>
            <p:cNvSpPr/>
            <p:nvPr/>
          </p:nvSpPr>
          <p:spPr>
            <a:xfrm>
              <a:off x="6414247" y="2704882"/>
              <a:ext cx="803108" cy="2290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Dalian</a:t>
              </a:r>
            </a:p>
          </p:txBody>
        </p:sp>
      </p:grpSp>
      <p:grpSp>
        <p:nvGrpSpPr>
          <p:cNvPr id="169" name="组合 163">
            <a:extLst>
              <a:ext uri="{FF2B5EF4-FFF2-40B4-BE49-F238E27FC236}">
                <a16:creationId xmlns:a16="http://schemas.microsoft.com/office/drawing/2014/main" id="{D2A5ED32-3F28-438B-93C4-C21DE06D24E2}"/>
              </a:ext>
            </a:extLst>
          </p:cNvPr>
          <p:cNvGrpSpPr/>
          <p:nvPr/>
        </p:nvGrpSpPr>
        <p:grpSpPr>
          <a:xfrm>
            <a:off x="5776203" y="1322550"/>
            <a:ext cx="903951" cy="214031"/>
            <a:chOff x="5765931" y="2834321"/>
            <a:chExt cx="967389" cy="229051"/>
          </a:xfrm>
        </p:grpSpPr>
        <p:sp>
          <p:nvSpPr>
            <p:cNvPr id="171" name="Oval 229">
              <a:extLst>
                <a:ext uri="{FF2B5EF4-FFF2-40B4-BE49-F238E27FC236}">
                  <a16:creationId xmlns:a16="http://schemas.microsoft.com/office/drawing/2014/main" id="{A0F531AD-3468-4F65-8D3E-DF188BBD4D58}"/>
                </a:ext>
              </a:extLst>
            </p:cNvPr>
            <p:cNvSpPr/>
            <p:nvPr/>
          </p:nvSpPr>
          <p:spPr>
            <a:xfrm flipH="1" flipV="1">
              <a:off x="6559098" y="2930585"/>
              <a:ext cx="99507" cy="8529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72" name="Rectangle 230">
              <a:extLst>
                <a:ext uri="{FF2B5EF4-FFF2-40B4-BE49-F238E27FC236}">
                  <a16:creationId xmlns:a16="http://schemas.microsoft.com/office/drawing/2014/main" id="{07908E38-DCBF-474B-B98F-9C2E9000894E}"/>
                </a:ext>
              </a:extLst>
            </p:cNvPr>
            <p:cNvSpPr/>
            <p:nvPr/>
          </p:nvSpPr>
          <p:spPr>
            <a:xfrm>
              <a:off x="5765931" y="2834321"/>
              <a:ext cx="967389" cy="2290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Xingang</a:t>
              </a:r>
            </a:p>
          </p:txBody>
        </p:sp>
      </p:grpSp>
      <p:grpSp>
        <p:nvGrpSpPr>
          <p:cNvPr id="173" name="组合 163">
            <a:extLst>
              <a:ext uri="{FF2B5EF4-FFF2-40B4-BE49-F238E27FC236}">
                <a16:creationId xmlns:a16="http://schemas.microsoft.com/office/drawing/2014/main" id="{089C612C-65BA-42E1-9B67-67732A2AC4BB}"/>
              </a:ext>
            </a:extLst>
          </p:cNvPr>
          <p:cNvGrpSpPr/>
          <p:nvPr/>
        </p:nvGrpSpPr>
        <p:grpSpPr>
          <a:xfrm>
            <a:off x="5998879" y="1564516"/>
            <a:ext cx="903951" cy="214031"/>
            <a:chOff x="5744847" y="2846475"/>
            <a:chExt cx="967389" cy="229051"/>
          </a:xfrm>
        </p:grpSpPr>
        <p:sp>
          <p:nvSpPr>
            <p:cNvPr id="176" name="Oval 229">
              <a:extLst>
                <a:ext uri="{FF2B5EF4-FFF2-40B4-BE49-F238E27FC236}">
                  <a16:creationId xmlns:a16="http://schemas.microsoft.com/office/drawing/2014/main" id="{1708E846-9FB8-482B-9695-570A23003C94}"/>
                </a:ext>
              </a:extLst>
            </p:cNvPr>
            <p:cNvSpPr/>
            <p:nvPr/>
          </p:nvSpPr>
          <p:spPr>
            <a:xfrm flipH="1" flipV="1">
              <a:off x="6559098" y="2930585"/>
              <a:ext cx="99507" cy="8529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77" name="Rectangle 230">
              <a:extLst>
                <a:ext uri="{FF2B5EF4-FFF2-40B4-BE49-F238E27FC236}">
                  <a16:creationId xmlns:a16="http://schemas.microsoft.com/office/drawing/2014/main" id="{9C4984EB-E84D-4277-AF92-111B7CA918BF}"/>
                </a:ext>
              </a:extLst>
            </p:cNvPr>
            <p:cNvSpPr/>
            <p:nvPr/>
          </p:nvSpPr>
          <p:spPr>
            <a:xfrm>
              <a:off x="5744847" y="2846475"/>
              <a:ext cx="967389" cy="2290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Qingdao</a:t>
              </a:r>
            </a:p>
          </p:txBody>
        </p:sp>
      </p:grpSp>
      <p:grpSp>
        <p:nvGrpSpPr>
          <p:cNvPr id="178" name="组合 163">
            <a:extLst>
              <a:ext uri="{FF2B5EF4-FFF2-40B4-BE49-F238E27FC236}">
                <a16:creationId xmlns:a16="http://schemas.microsoft.com/office/drawing/2014/main" id="{684F1671-2D21-42D1-9D26-F90218A18C79}"/>
              </a:ext>
            </a:extLst>
          </p:cNvPr>
          <p:cNvGrpSpPr/>
          <p:nvPr/>
        </p:nvGrpSpPr>
        <p:grpSpPr>
          <a:xfrm>
            <a:off x="6311302" y="2526710"/>
            <a:ext cx="686668" cy="284181"/>
            <a:chOff x="6018738" y="2711752"/>
            <a:chExt cx="734857" cy="304123"/>
          </a:xfrm>
        </p:grpSpPr>
        <p:sp>
          <p:nvSpPr>
            <p:cNvPr id="179" name="Oval 229">
              <a:extLst>
                <a:ext uri="{FF2B5EF4-FFF2-40B4-BE49-F238E27FC236}">
                  <a16:creationId xmlns:a16="http://schemas.microsoft.com/office/drawing/2014/main" id="{ACD5ED36-4E11-4A21-9EF9-047029BFA229}"/>
                </a:ext>
              </a:extLst>
            </p:cNvPr>
            <p:cNvSpPr/>
            <p:nvPr/>
          </p:nvSpPr>
          <p:spPr>
            <a:xfrm flipH="1" flipV="1">
              <a:off x="6559098" y="2930585"/>
              <a:ext cx="99507" cy="8529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0" name="Rectangle 230">
              <a:extLst>
                <a:ext uri="{FF2B5EF4-FFF2-40B4-BE49-F238E27FC236}">
                  <a16:creationId xmlns:a16="http://schemas.microsoft.com/office/drawing/2014/main" id="{DE779DE1-658F-4F4A-A145-32A6F37B967C}"/>
                </a:ext>
              </a:extLst>
            </p:cNvPr>
            <p:cNvSpPr/>
            <p:nvPr/>
          </p:nvSpPr>
          <p:spPr>
            <a:xfrm>
              <a:off x="6018738" y="2711752"/>
              <a:ext cx="734857" cy="22905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Xiamen</a:t>
              </a:r>
            </a:p>
          </p:txBody>
        </p:sp>
      </p:grpSp>
      <p:grpSp>
        <p:nvGrpSpPr>
          <p:cNvPr id="181" name="组合 113">
            <a:extLst>
              <a:ext uri="{FF2B5EF4-FFF2-40B4-BE49-F238E27FC236}">
                <a16:creationId xmlns:a16="http://schemas.microsoft.com/office/drawing/2014/main" id="{9661422B-540E-480E-B99C-85758885EF95}"/>
              </a:ext>
            </a:extLst>
          </p:cNvPr>
          <p:cNvGrpSpPr/>
          <p:nvPr/>
        </p:nvGrpSpPr>
        <p:grpSpPr>
          <a:xfrm>
            <a:off x="6027405" y="2705249"/>
            <a:ext cx="974914" cy="233605"/>
            <a:chOff x="5172296" y="2297393"/>
            <a:chExt cx="974914" cy="233605"/>
          </a:xfrm>
        </p:grpSpPr>
        <p:sp>
          <p:nvSpPr>
            <p:cNvPr id="182" name="Oval 227">
              <a:extLst>
                <a:ext uri="{FF2B5EF4-FFF2-40B4-BE49-F238E27FC236}">
                  <a16:creationId xmlns:a16="http://schemas.microsoft.com/office/drawing/2014/main" id="{1668B02A-F415-4544-85AD-79D519561272}"/>
                </a:ext>
              </a:extLst>
            </p:cNvPr>
            <p:cNvSpPr/>
            <p:nvPr/>
          </p:nvSpPr>
          <p:spPr>
            <a:xfrm flipH="1" flipV="1">
              <a:off x="5864567" y="2455694"/>
              <a:ext cx="87854" cy="7530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3" name="Rectangle 228">
              <a:extLst>
                <a:ext uri="{FF2B5EF4-FFF2-40B4-BE49-F238E27FC236}">
                  <a16:creationId xmlns:a16="http://schemas.microsoft.com/office/drawing/2014/main" id="{37443AF0-8E40-421B-ADD0-DDF307499422}"/>
                </a:ext>
              </a:extLst>
            </p:cNvPr>
            <p:cNvSpPr/>
            <p:nvPr/>
          </p:nvSpPr>
          <p:spPr>
            <a:xfrm>
              <a:off x="5172296" y="2297393"/>
              <a:ext cx="974914" cy="1705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Shantou</a:t>
              </a:r>
            </a:p>
          </p:txBody>
        </p:sp>
      </p:grpSp>
      <p:grpSp>
        <p:nvGrpSpPr>
          <p:cNvPr id="184" name="组合 113">
            <a:extLst>
              <a:ext uri="{FF2B5EF4-FFF2-40B4-BE49-F238E27FC236}">
                <a16:creationId xmlns:a16="http://schemas.microsoft.com/office/drawing/2014/main" id="{2BF992D3-4374-4098-8B34-350A4ECE3D4D}"/>
              </a:ext>
            </a:extLst>
          </p:cNvPr>
          <p:cNvGrpSpPr/>
          <p:nvPr/>
        </p:nvGrpSpPr>
        <p:grpSpPr>
          <a:xfrm>
            <a:off x="5780439" y="3019443"/>
            <a:ext cx="896101" cy="136724"/>
            <a:chOff x="5214509" y="2454461"/>
            <a:chExt cx="896101" cy="136724"/>
          </a:xfrm>
        </p:grpSpPr>
        <p:sp>
          <p:nvSpPr>
            <p:cNvPr id="185" name="Oval 227">
              <a:extLst>
                <a:ext uri="{FF2B5EF4-FFF2-40B4-BE49-F238E27FC236}">
                  <a16:creationId xmlns:a16="http://schemas.microsoft.com/office/drawing/2014/main" id="{76FF3690-B7D7-4461-AAF7-B66EF057D97D}"/>
                </a:ext>
              </a:extLst>
            </p:cNvPr>
            <p:cNvSpPr/>
            <p:nvPr/>
          </p:nvSpPr>
          <p:spPr>
            <a:xfrm flipH="1" flipV="1">
              <a:off x="5864567" y="2455694"/>
              <a:ext cx="87854" cy="7530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6" name="Rectangle 228">
              <a:extLst>
                <a:ext uri="{FF2B5EF4-FFF2-40B4-BE49-F238E27FC236}">
                  <a16:creationId xmlns:a16="http://schemas.microsoft.com/office/drawing/2014/main" id="{9BA6731C-55BD-47F3-89F3-6A0AA761B2CF}"/>
                </a:ext>
              </a:extLst>
            </p:cNvPr>
            <p:cNvSpPr/>
            <p:nvPr/>
          </p:nvSpPr>
          <p:spPr>
            <a:xfrm flipH="1">
              <a:off x="5214509" y="2454461"/>
              <a:ext cx="896101" cy="13672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Nansha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69A64F99-2268-4C3C-B8DD-6CBD239312AA}"/>
              </a:ext>
            </a:extLst>
          </p:cNvPr>
          <p:cNvCxnSpPr>
            <a:cxnSpLocks/>
            <a:stCxn id="157" idx="1"/>
            <a:endCxn id="155" idx="1"/>
          </p:cNvCxnSpPr>
          <p:nvPr/>
        </p:nvCxnSpPr>
        <p:spPr>
          <a:xfrm flipH="1" flipV="1">
            <a:off x="6623004" y="3040884"/>
            <a:ext cx="183220" cy="19682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7" name="Group 1751">
            <a:extLst>
              <a:ext uri="{FF2B5EF4-FFF2-40B4-BE49-F238E27FC236}">
                <a16:creationId xmlns:a16="http://schemas.microsoft.com/office/drawing/2014/main" id="{73004312-8EB0-4626-9E29-66155762D583}"/>
              </a:ext>
            </a:extLst>
          </p:cNvPr>
          <p:cNvGrpSpPr/>
          <p:nvPr/>
        </p:nvGrpSpPr>
        <p:grpSpPr>
          <a:xfrm>
            <a:off x="7475551" y="4212906"/>
            <a:ext cx="832246" cy="168689"/>
            <a:chOff x="9437646" y="3039674"/>
            <a:chExt cx="225560" cy="45719"/>
          </a:xfrm>
        </p:grpSpPr>
        <p:sp>
          <p:nvSpPr>
            <p:cNvPr id="198" name="Oval 1752">
              <a:extLst>
                <a:ext uri="{FF2B5EF4-FFF2-40B4-BE49-F238E27FC236}">
                  <a16:creationId xmlns:a16="http://schemas.microsoft.com/office/drawing/2014/main" id="{7E070A14-B3D0-45D1-8DFC-CACEFC7BD249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99" name="Rectangle 1753">
              <a:extLst>
                <a:ext uri="{FF2B5EF4-FFF2-40B4-BE49-F238E27FC236}">
                  <a16:creationId xmlns:a16="http://schemas.microsoft.com/office/drawing/2014/main" id="{03EA2E43-5D70-426C-8F01-73D822041AED}"/>
                </a:ext>
              </a:extLst>
            </p:cNvPr>
            <p:cNvSpPr/>
            <p:nvPr/>
          </p:nvSpPr>
          <p:spPr>
            <a:xfrm>
              <a:off x="9485382" y="3039674"/>
              <a:ext cx="177824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Davao</a:t>
              </a:r>
            </a:p>
          </p:txBody>
        </p:sp>
      </p:grpSp>
      <p:sp>
        <p:nvSpPr>
          <p:cNvPr id="200" name="이등변 삼각형 199">
            <a:extLst>
              <a:ext uri="{FF2B5EF4-FFF2-40B4-BE49-F238E27FC236}">
                <a16:creationId xmlns:a16="http://schemas.microsoft.com/office/drawing/2014/main" id="{CD26953A-D811-4FB6-B724-B5E3F278BAF0}"/>
              </a:ext>
            </a:extLst>
          </p:cNvPr>
          <p:cNvSpPr/>
          <p:nvPr/>
        </p:nvSpPr>
        <p:spPr>
          <a:xfrm rot="18447609">
            <a:off x="7062083" y="1655391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1" name="이등변 삼각형 200">
            <a:extLst>
              <a:ext uri="{FF2B5EF4-FFF2-40B4-BE49-F238E27FC236}">
                <a16:creationId xmlns:a16="http://schemas.microsoft.com/office/drawing/2014/main" id="{F67890D8-2A94-431A-B7A5-18591497AC49}"/>
              </a:ext>
            </a:extLst>
          </p:cNvPr>
          <p:cNvSpPr/>
          <p:nvPr/>
        </p:nvSpPr>
        <p:spPr>
          <a:xfrm rot="12334303">
            <a:off x="6947111" y="2387511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1115737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92729" y="-980531"/>
            <a:ext cx="8392671" cy="7419187"/>
            <a:chOff x="5252640" y="899069"/>
            <a:chExt cx="5141471" cy="4545100"/>
          </a:xfrm>
        </p:grpSpPr>
        <p:sp>
          <p:nvSpPr>
            <p:cNvPr id="3" name="Freeform 88"/>
            <p:cNvSpPr>
              <a:spLocks/>
            </p:cNvSpPr>
            <p:nvPr/>
          </p:nvSpPr>
          <p:spPr bwMode="auto">
            <a:xfrm>
              <a:off x="5849010" y="3287085"/>
              <a:ext cx="63444" cy="63444"/>
            </a:xfrm>
            <a:custGeom>
              <a:avLst/>
              <a:gdLst>
                <a:gd name="T0" fmla="*/ 14 w 25"/>
                <a:gd name="T1" fmla="*/ 0 h 25"/>
                <a:gd name="T2" fmla="*/ 18 w 25"/>
                <a:gd name="T3" fmla="*/ 1 h 25"/>
                <a:gd name="T4" fmla="*/ 20 w 25"/>
                <a:gd name="T5" fmla="*/ 3 h 25"/>
                <a:gd name="T6" fmla="*/ 23 w 25"/>
                <a:gd name="T7" fmla="*/ 5 h 25"/>
                <a:gd name="T8" fmla="*/ 25 w 25"/>
                <a:gd name="T9" fmla="*/ 9 h 25"/>
                <a:gd name="T10" fmla="*/ 25 w 25"/>
                <a:gd name="T11" fmla="*/ 13 h 25"/>
                <a:gd name="T12" fmla="*/ 25 w 25"/>
                <a:gd name="T13" fmla="*/ 17 h 25"/>
                <a:gd name="T14" fmla="*/ 23 w 25"/>
                <a:gd name="T15" fmla="*/ 21 h 25"/>
                <a:gd name="T16" fmla="*/ 20 w 25"/>
                <a:gd name="T17" fmla="*/ 24 h 25"/>
                <a:gd name="T18" fmla="*/ 18 w 25"/>
                <a:gd name="T19" fmla="*/ 25 h 25"/>
                <a:gd name="T20" fmla="*/ 14 w 25"/>
                <a:gd name="T21" fmla="*/ 25 h 25"/>
                <a:gd name="T22" fmla="*/ 8 w 25"/>
                <a:gd name="T23" fmla="*/ 25 h 25"/>
                <a:gd name="T24" fmla="*/ 6 w 25"/>
                <a:gd name="T25" fmla="*/ 24 h 25"/>
                <a:gd name="T26" fmla="*/ 3 w 25"/>
                <a:gd name="T27" fmla="*/ 21 h 25"/>
                <a:gd name="T28" fmla="*/ 0 w 25"/>
                <a:gd name="T29" fmla="*/ 17 h 25"/>
                <a:gd name="T30" fmla="*/ 0 w 25"/>
                <a:gd name="T31" fmla="*/ 13 h 25"/>
                <a:gd name="T32" fmla="*/ 0 w 25"/>
                <a:gd name="T33" fmla="*/ 9 h 25"/>
                <a:gd name="T34" fmla="*/ 3 w 25"/>
                <a:gd name="T35" fmla="*/ 5 h 25"/>
                <a:gd name="T36" fmla="*/ 6 w 25"/>
                <a:gd name="T37" fmla="*/ 3 h 25"/>
                <a:gd name="T38" fmla="*/ 8 w 25"/>
                <a:gd name="T39" fmla="*/ 1 h 25"/>
                <a:gd name="T40" fmla="*/ 14 w 25"/>
                <a:gd name="T4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18" y="1"/>
                  </a:lnTo>
                  <a:lnTo>
                    <a:pt x="20" y="3"/>
                  </a:lnTo>
                  <a:lnTo>
                    <a:pt x="23" y="5"/>
                  </a:lnTo>
                  <a:lnTo>
                    <a:pt x="25" y="9"/>
                  </a:lnTo>
                  <a:lnTo>
                    <a:pt x="25" y="13"/>
                  </a:lnTo>
                  <a:lnTo>
                    <a:pt x="25" y="17"/>
                  </a:lnTo>
                  <a:lnTo>
                    <a:pt x="23" y="21"/>
                  </a:lnTo>
                  <a:lnTo>
                    <a:pt x="20" y="24"/>
                  </a:lnTo>
                  <a:lnTo>
                    <a:pt x="18" y="25"/>
                  </a:lnTo>
                  <a:lnTo>
                    <a:pt x="14" y="25"/>
                  </a:lnTo>
                  <a:lnTo>
                    <a:pt x="8" y="25"/>
                  </a:lnTo>
                  <a:lnTo>
                    <a:pt x="6" y="24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3" y="5"/>
                  </a:lnTo>
                  <a:lnTo>
                    <a:pt x="6" y="3"/>
                  </a:lnTo>
                  <a:lnTo>
                    <a:pt x="8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" name="Freeform 89"/>
            <p:cNvSpPr>
              <a:spLocks noEditPoints="1"/>
            </p:cNvSpPr>
            <p:nvPr/>
          </p:nvSpPr>
          <p:spPr bwMode="auto">
            <a:xfrm>
              <a:off x="5816020" y="3256632"/>
              <a:ext cx="131963" cy="126887"/>
            </a:xfrm>
            <a:custGeom>
              <a:avLst/>
              <a:gdLst>
                <a:gd name="T0" fmla="*/ 27 w 52"/>
                <a:gd name="T1" fmla="*/ 12 h 50"/>
                <a:gd name="T2" fmla="*/ 21 w 52"/>
                <a:gd name="T3" fmla="*/ 13 h 50"/>
                <a:gd name="T4" fmla="*/ 19 w 52"/>
                <a:gd name="T5" fmla="*/ 15 h 50"/>
                <a:gd name="T6" fmla="*/ 16 w 52"/>
                <a:gd name="T7" fmla="*/ 17 h 50"/>
                <a:gd name="T8" fmla="*/ 13 w 52"/>
                <a:gd name="T9" fmla="*/ 21 h 50"/>
                <a:gd name="T10" fmla="*/ 13 w 52"/>
                <a:gd name="T11" fmla="*/ 25 h 50"/>
                <a:gd name="T12" fmla="*/ 13 w 52"/>
                <a:gd name="T13" fmla="*/ 29 h 50"/>
                <a:gd name="T14" fmla="*/ 16 w 52"/>
                <a:gd name="T15" fmla="*/ 33 h 50"/>
                <a:gd name="T16" fmla="*/ 19 w 52"/>
                <a:gd name="T17" fmla="*/ 36 h 50"/>
                <a:gd name="T18" fmla="*/ 21 w 52"/>
                <a:gd name="T19" fmla="*/ 37 h 50"/>
                <a:gd name="T20" fmla="*/ 27 w 52"/>
                <a:gd name="T21" fmla="*/ 37 h 50"/>
                <a:gd name="T22" fmla="*/ 31 w 52"/>
                <a:gd name="T23" fmla="*/ 37 h 50"/>
                <a:gd name="T24" fmla="*/ 33 w 52"/>
                <a:gd name="T25" fmla="*/ 36 h 50"/>
                <a:gd name="T26" fmla="*/ 36 w 52"/>
                <a:gd name="T27" fmla="*/ 33 h 50"/>
                <a:gd name="T28" fmla="*/ 38 w 52"/>
                <a:gd name="T29" fmla="*/ 29 h 50"/>
                <a:gd name="T30" fmla="*/ 38 w 52"/>
                <a:gd name="T31" fmla="*/ 25 h 50"/>
                <a:gd name="T32" fmla="*/ 38 w 52"/>
                <a:gd name="T33" fmla="*/ 21 h 50"/>
                <a:gd name="T34" fmla="*/ 36 w 52"/>
                <a:gd name="T35" fmla="*/ 17 h 50"/>
                <a:gd name="T36" fmla="*/ 33 w 52"/>
                <a:gd name="T37" fmla="*/ 15 h 50"/>
                <a:gd name="T38" fmla="*/ 31 w 52"/>
                <a:gd name="T39" fmla="*/ 13 h 50"/>
                <a:gd name="T40" fmla="*/ 27 w 52"/>
                <a:gd name="T41" fmla="*/ 12 h 50"/>
                <a:gd name="T42" fmla="*/ 27 w 52"/>
                <a:gd name="T43" fmla="*/ 0 h 50"/>
                <a:gd name="T44" fmla="*/ 38 w 52"/>
                <a:gd name="T45" fmla="*/ 3 h 50"/>
                <a:gd name="T46" fmla="*/ 48 w 52"/>
                <a:gd name="T47" fmla="*/ 12 h 50"/>
                <a:gd name="T48" fmla="*/ 52 w 52"/>
                <a:gd name="T49" fmla="*/ 25 h 50"/>
                <a:gd name="T50" fmla="*/ 48 w 52"/>
                <a:gd name="T51" fmla="*/ 38 h 50"/>
                <a:gd name="T52" fmla="*/ 38 w 52"/>
                <a:gd name="T53" fmla="*/ 46 h 50"/>
                <a:gd name="T54" fmla="*/ 27 w 52"/>
                <a:gd name="T55" fmla="*/ 50 h 50"/>
                <a:gd name="T56" fmla="*/ 13 w 52"/>
                <a:gd name="T57" fmla="*/ 46 h 50"/>
                <a:gd name="T58" fmla="*/ 4 w 52"/>
                <a:gd name="T59" fmla="*/ 38 h 50"/>
                <a:gd name="T60" fmla="*/ 0 w 52"/>
                <a:gd name="T61" fmla="*/ 25 h 50"/>
                <a:gd name="T62" fmla="*/ 4 w 52"/>
                <a:gd name="T63" fmla="*/ 12 h 50"/>
                <a:gd name="T64" fmla="*/ 13 w 52"/>
                <a:gd name="T65" fmla="*/ 3 h 50"/>
                <a:gd name="T66" fmla="*/ 27 w 52"/>
                <a:gd name="T6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0">
                  <a:moveTo>
                    <a:pt x="27" y="12"/>
                  </a:moveTo>
                  <a:lnTo>
                    <a:pt x="21" y="13"/>
                  </a:lnTo>
                  <a:lnTo>
                    <a:pt x="19" y="15"/>
                  </a:lnTo>
                  <a:lnTo>
                    <a:pt x="16" y="17"/>
                  </a:lnTo>
                  <a:lnTo>
                    <a:pt x="13" y="21"/>
                  </a:lnTo>
                  <a:lnTo>
                    <a:pt x="13" y="25"/>
                  </a:lnTo>
                  <a:lnTo>
                    <a:pt x="13" y="29"/>
                  </a:lnTo>
                  <a:lnTo>
                    <a:pt x="16" y="33"/>
                  </a:lnTo>
                  <a:lnTo>
                    <a:pt x="19" y="36"/>
                  </a:lnTo>
                  <a:lnTo>
                    <a:pt x="21" y="37"/>
                  </a:lnTo>
                  <a:lnTo>
                    <a:pt x="27" y="37"/>
                  </a:lnTo>
                  <a:lnTo>
                    <a:pt x="31" y="37"/>
                  </a:lnTo>
                  <a:lnTo>
                    <a:pt x="33" y="36"/>
                  </a:lnTo>
                  <a:lnTo>
                    <a:pt x="36" y="33"/>
                  </a:lnTo>
                  <a:lnTo>
                    <a:pt x="38" y="29"/>
                  </a:lnTo>
                  <a:lnTo>
                    <a:pt x="38" y="25"/>
                  </a:lnTo>
                  <a:lnTo>
                    <a:pt x="38" y="21"/>
                  </a:lnTo>
                  <a:lnTo>
                    <a:pt x="36" y="17"/>
                  </a:lnTo>
                  <a:lnTo>
                    <a:pt x="33" y="15"/>
                  </a:lnTo>
                  <a:lnTo>
                    <a:pt x="31" y="13"/>
                  </a:lnTo>
                  <a:lnTo>
                    <a:pt x="27" y="12"/>
                  </a:lnTo>
                  <a:close/>
                  <a:moveTo>
                    <a:pt x="27" y="0"/>
                  </a:moveTo>
                  <a:lnTo>
                    <a:pt x="38" y="3"/>
                  </a:lnTo>
                  <a:lnTo>
                    <a:pt x="48" y="12"/>
                  </a:lnTo>
                  <a:lnTo>
                    <a:pt x="52" y="25"/>
                  </a:lnTo>
                  <a:lnTo>
                    <a:pt x="48" y="38"/>
                  </a:lnTo>
                  <a:lnTo>
                    <a:pt x="38" y="46"/>
                  </a:lnTo>
                  <a:lnTo>
                    <a:pt x="27" y="50"/>
                  </a:lnTo>
                  <a:lnTo>
                    <a:pt x="13" y="46"/>
                  </a:lnTo>
                  <a:lnTo>
                    <a:pt x="4" y="38"/>
                  </a:lnTo>
                  <a:lnTo>
                    <a:pt x="0" y="25"/>
                  </a:lnTo>
                  <a:lnTo>
                    <a:pt x="4" y="12"/>
                  </a:lnTo>
                  <a:lnTo>
                    <a:pt x="13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" name="Freeform 90"/>
            <p:cNvSpPr>
              <a:spLocks noEditPoints="1"/>
            </p:cNvSpPr>
            <p:nvPr/>
          </p:nvSpPr>
          <p:spPr bwMode="auto">
            <a:xfrm>
              <a:off x="5783029" y="3223641"/>
              <a:ext cx="197944" cy="192869"/>
            </a:xfrm>
            <a:custGeom>
              <a:avLst/>
              <a:gdLst>
                <a:gd name="T0" fmla="*/ 40 w 78"/>
                <a:gd name="T1" fmla="*/ 13 h 76"/>
                <a:gd name="T2" fmla="*/ 26 w 78"/>
                <a:gd name="T3" fmla="*/ 16 h 76"/>
                <a:gd name="T4" fmla="*/ 17 w 78"/>
                <a:gd name="T5" fmla="*/ 25 h 76"/>
                <a:gd name="T6" fmla="*/ 13 w 78"/>
                <a:gd name="T7" fmla="*/ 38 h 76"/>
                <a:gd name="T8" fmla="*/ 17 w 78"/>
                <a:gd name="T9" fmla="*/ 51 h 76"/>
                <a:gd name="T10" fmla="*/ 26 w 78"/>
                <a:gd name="T11" fmla="*/ 59 h 76"/>
                <a:gd name="T12" fmla="*/ 40 w 78"/>
                <a:gd name="T13" fmla="*/ 63 h 76"/>
                <a:gd name="T14" fmla="*/ 51 w 78"/>
                <a:gd name="T15" fmla="*/ 59 h 76"/>
                <a:gd name="T16" fmla="*/ 61 w 78"/>
                <a:gd name="T17" fmla="*/ 51 h 76"/>
                <a:gd name="T18" fmla="*/ 65 w 78"/>
                <a:gd name="T19" fmla="*/ 38 h 76"/>
                <a:gd name="T20" fmla="*/ 61 w 78"/>
                <a:gd name="T21" fmla="*/ 25 h 76"/>
                <a:gd name="T22" fmla="*/ 51 w 78"/>
                <a:gd name="T23" fmla="*/ 16 h 76"/>
                <a:gd name="T24" fmla="*/ 40 w 78"/>
                <a:gd name="T25" fmla="*/ 13 h 76"/>
                <a:gd name="T26" fmla="*/ 40 w 78"/>
                <a:gd name="T27" fmla="*/ 0 h 76"/>
                <a:gd name="T28" fmla="*/ 54 w 78"/>
                <a:gd name="T29" fmla="*/ 3 h 76"/>
                <a:gd name="T30" fmla="*/ 66 w 78"/>
                <a:gd name="T31" fmla="*/ 10 h 76"/>
                <a:gd name="T32" fmla="*/ 74 w 78"/>
                <a:gd name="T33" fmla="*/ 24 h 76"/>
                <a:gd name="T34" fmla="*/ 78 w 78"/>
                <a:gd name="T35" fmla="*/ 38 h 76"/>
                <a:gd name="T36" fmla="*/ 74 w 78"/>
                <a:gd name="T37" fmla="*/ 53 h 76"/>
                <a:gd name="T38" fmla="*/ 66 w 78"/>
                <a:gd name="T39" fmla="*/ 64 h 76"/>
                <a:gd name="T40" fmla="*/ 54 w 78"/>
                <a:gd name="T41" fmla="*/ 72 h 76"/>
                <a:gd name="T42" fmla="*/ 40 w 78"/>
                <a:gd name="T43" fmla="*/ 76 h 76"/>
                <a:gd name="T44" fmla="*/ 24 w 78"/>
                <a:gd name="T45" fmla="*/ 72 h 76"/>
                <a:gd name="T46" fmla="*/ 12 w 78"/>
                <a:gd name="T47" fmla="*/ 64 h 76"/>
                <a:gd name="T48" fmla="*/ 4 w 78"/>
                <a:gd name="T49" fmla="*/ 53 h 76"/>
                <a:gd name="T50" fmla="*/ 0 w 78"/>
                <a:gd name="T51" fmla="*/ 38 h 76"/>
                <a:gd name="T52" fmla="*/ 4 w 78"/>
                <a:gd name="T53" fmla="*/ 24 h 76"/>
                <a:gd name="T54" fmla="*/ 12 w 78"/>
                <a:gd name="T55" fmla="*/ 10 h 76"/>
                <a:gd name="T56" fmla="*/ 24 w 78"/>
                <a:gd name="T57" fmla="*/ 3 h 76"/>
                <a:gd name="T58" fmla="*/ 40 w 78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8" h="76">
                  <a:moveTo>
                    <a:pt x="40" y="13"/>
                  </a:moveTo>
                  <a:lnTo>
                    <a:pt x="26" y="16"/>
                  </a:lnTo>
                  <a:lnTo>
                    <a:pt x="17" y="25"/>
                  </a:lnTo>
                  <a:lnTo>
                    <a:pt x="13" y="38"/>
                  </a:lnTo>
                  <a:lnTo>
                    <a:pt x="17" y="51"/>
                  </a:lnTo>
                  <a:lnTo>
                    <a:pt x="26" y="59"/>
                  </a:lnTo>
                  <a:lnTo>
                    <a:pt x="40" y="63"/>
                  </a:lnTo>
                  <a:lnTo>
                    <a:pt x="51" y="59"/>
                  </a:lnTo>
                  <a:lnTo>
                    <a:pt x="61" y="51"/>
                  </a:lnTo>
                  <a:lnTo>
                    <a:pt x="65" y="38"/>
                  </a:lnTo>
                  <a:lnTo>
                    <a:pt x="61" y="25"/>
                  </a:lnTo>
                  <a:lnTo>
                    <a:pt x="51" y="16"/>
                  </a:lnTo>
                  <a:lnTo>
                    <a:pt x="40" y="13"/>
                  </a:lnTo>
                  <a:close/>
                  <a:moveTo>
                    <a:pt x="40" y="0"/>
                  </a:moveTo>
                  <a:lnTo>
                    <a:pt x="54" y="3"/>
                  </a:lnTo>
                  <a:lnTo>
                    <a:pt x="66" y="10"/>
                  </a:lnTo>
                  <a:lnTo>
                    <a:pt x="74" y="24"/>
                  </a:lnTo>
                  <a:lnTo>
                    <a:pt x="78" y="38"/>
                  </a:lnTo>
                  <a:lnTo>
                    <a:pt x="74" y="53"/>
                  </a:lnTo>
                  <a:lnTo>
                    <a:pt x="66" y="64"/>
                  </a:lnTo>
                  <a:lnTo>
                    <a:pt x="54" y="72"/>
                  </a:lnTo>
                  <a:lnTo>
                    <a:pt x="40" y="76"/>
                  </a:lnTo>
                  <a:lnTo>
                    <a:pt x="24" y="72"/>
                  </a:lnTo>
                  <a:lnTo>
                    <a:pt x="12" y="64"/>
                  </a:lnTo>
                  <a:lnTo>
                    <a:pt x="4" y="53"/>
                  </a:lnTo>
                  <a:lnTo>
                    <a:pt x="0" y="38"/>
                  </a:lnTo>
                  <a:lnTo>
                    <a:pt x="4" y="24"/>
                  </a:lnTo>
                  <a:lnTo>
                    <a:pt x="12" y="10"/>
                  </a:lnTo>
                  <a:lnTo>
                    <a:pt x="24" y="3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" name="Freeform 335"/>
            <p:cNvSpPr>
              <a:spLocks/>
            </p:cNvSpPr>
            <p:nvPr/>
          </p:nvSpPr>
          <p:spPr bwMode="auto">
            <a:xfrm>
              <a:off x="7122958" y="4738675"/>
              <a:ext cx="10151" cy="15226"/>
            </a:xfrm>
            <a:custGeom>
              <a:avLst/>
              <a:gdLst>
                <a:gd name="T0" fmla="*/ 3 w 4"/>
                <a:gd name="T1" fmla="*/ 0 h 6"/>
                <a:gd name="T2" fmla="*/ 4 w 4"/>
                <a:gd name="T3" fmla="*/ 2 h 6"/>
                <a:gd name="T4" fmla="*/ 1 w 4"/>
                <a:gd name="T5" fmla="*/ 6 h 6"/>
                <a:gd name="T6" fmla="*/ 0 w 4"/>
                <a:gd name="T7" fmla="*/ 4 h 6"/>
                <a:gd name="T8" fmla="*/ 1 w 4"/>
                <a:gd name="T9" fmla="*/ 3 h 6"/>
                <a:gd name="T10" fmla="*/ 1 w 4"/>
                <a:gd name="T11" fmla="*/ 0 h 6"/>
                <a:gd name="T12" fmla="*/ 3 w 4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lnTo>
                    <a:pt x="4" y="2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" name="Freeform 336"/>
            <p:cNvSpPr>
              <a:spLocks noEditPoints="1"/>
            </p:cNvSpPr>
            <p:nvPr/>
          </p:nvSpPr>
          <p:spPr bwMode="auto">
            <a:xfrm>
              <a:off x="7067128" y="4695534"/>
              <a:ext cx="45679" cy="38067"/>
            </a:xfrm>
            <a:custGeom>
              <a:avLst/>
              <a:gdLst>
                <a:gd name="T0" fmla="*/ 4 w 18"/>
                <a:gd name="T1" fmla="*/ 13 h 15"/>
                <a:gd name="T2" fmla="*/ 5 w 18"/>
                <a:gd name="T3" fmla="*/ 13 h 15"/>
                <a:gd name="T4" fmla="*/ 6 w 18"/>
                <a:gd name="T5" fmla="*/ 15 h 15"/>
                <a:gd name="T6" fmla="*/ 5 w 18"/>
                <a:gd name="T7" fmla="*/ 15 h 15"/>
                <a:gd name="T8" fmla="*/ 4 w 18"/>
                <a:gd name="T9" fmla="*/ 13 h 15"/>
                <a:gd name="T10" fmla="*/ 4 w 18"/>
                <a:gd name="T11" fmla="*/ 13 h 15"/>
                <a:gd name="T12" fmla="*/ 17 w 18"/>
                <a:gd name="T13" fmla="*/ 11 h 15"/>
                <a:gd name="T14" fmla="*/ 18 w 18"/>
                <a:gd name="T15" fmla="*/ 13 h 15"/>
                <a:gd name="T16" fmla="*/ 17 w 18"/>
                <a:gd name="T17" fmla="*/ 15 h 15"/>
                <a:gd name="T18" fmla="*/ 16 w 18"/>
                <a:gd name="T19" fmla="*/ 13 h 15"/>
                <a:gd name="T20" fmla="*/ 13 w 18"/>
                <a:gd name="T21" fmla="*/ 12 h 15"/>
                <a:gd name="T22" fmla="*/ 16 w 18"/>
                <a:gd name="T23" fmla="*/ 12 h 15"/>
                <a:gd name="T24" fmla="*/ 17 w 18"/>
                <a:gd name="T25" fmla="*/ 11 h 15"/>
                <a:gd name="T26" fmla="*/ 1 w 18"/>
                <a:gd name="T27" fmla="*/ 0 h 15"/>
                <a:gd name="T28" fmla="*/ 2 w 18"/>
                <a:gd name="T29" fmla="*/ 1 h 15"/>
                <a:gd name="T30" fmla="*/ 4 w 18"/>
                <a:gd name="T31" fmla="*/ 3 h 15"/>
                <a:gd name="T32" fmla="*/ 4 w 18"/>
                <a:gd name="T33" fmla="*/ 4 h 15"/>
                <a:gd name="T34" fmla="*/ 4 w 18"/>
                <a:gd name="T35" fmla="*/ 7 h 15"/>
                <a:gd name="T36" fmla="*/ 2 w 18"/>
                <a:gd name="T37" fmla="*/ 8 h 15"/>
                <a:gd name="T38" fmla="*/ 2 w 18"/>
                <a:gd name="T39" fmla="*/ 8 h 15"/>
                <a:gd name="T40" fmla="*/ 1 w 18"/>
                <a:gd name="T41" fmla="*/ 8 h 15"/>
                <a:gd name="T42" fmla="*/ 1 w 18"/>
                <a:gd name="T43" fmla="*/ 5 h 15"/>
                <a:gd name="T44" fmla="*/ 0 w 18"/>
                <a:gd name="T45" fmla="*/ 4 h 15"/>
                <a:gd name="T46" fmla="*/ 1 w 18"/>
                <a:gd name="T4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5">
                  <a:moveTo>
                    <a:pt x="4" y="13"/>
                  </a:moveTo>
                  <a:lnTo>
                    <a:pt x="5" y="13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4" y="13"/>
                  </a:lnTo>
                  <a:lnTo>
                    <a:pt x="4" y="13"/>
                  </a:lnTo>
                  <a:close/>
                  <a:moveTo>
                    <a:pt x="17" y="11"/>
                  </a:moveTo>
                  <a:lnTo>
                    <a:pt x="18" y="13"/>
                  </a:lnTo>
                  <a:lnTo>
                    <a:pt x="17" y="15"/>
                  </a:lnTo>
                  <a:lnTo>
                    <a:pt x="16" y="13"/>
                  </a:lnTo>
                  <a:lnTo>
                    <a:pt x="13" y="12"/>
                  </a:lnTo>
                  <a:lnTo>
                    <a:pt x="16" y="12"/>
                  </a:lnTo>
                  <a:lnTo>
                    <a:pt x="17" y="11"/>
                  </a:lnTo>
                  <a:close/>
                  <a:moveTo>
                    <a:pt x="1" y="0"/>
                  </a:moveTo>
                  <a:lnTo>
                    <a:pt x="2" y="1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5"/>
                  </a:lnTo>
                  <a:lnTo>
                    <a:pt x="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" name="Freeform 337"/>
            <p:cNvSpPr>
              <a:spLocks noEditPoints="1"/>
            </p:cNvSpPr>
            <p:nvPr/>
          </p:nvSpPr>
          <p:spPr bwMode="auto">
            <a:xfrm>
              <a:off x="7163562" y="4495052"/>
              <a:ext cx="286766" cy="157340"/>
            </a:xfrm>
            <a:custGeom>
              <a:avLst/>
              <a:gdLst>
                <a:gd name="T0" fmla="*/ 4 w 113"/>
                <a:gd name="T1" fmla="*/ 61 h 62"/>
                <a:gd name="T2" fmla="*/ 4 w 113"/>
                <a:gd name="T3" fmla="*/ 62 h 62"/>
                <a:gd name="T4" fmla="*/ 4 w 113"/>
                <a:gd name="T5" fmla="*/ 61 h 62"/>
                <a:gd name="T6" fmla="*/ 4 w 113"/>
                <a:gd name="T7" fmla="*/ 61 h 62"/>
                <a:gd name="T8" fmla="*/ 1 w 113"/>
                <a:gd name="T9" fmla="*/ 55 h 62"/>
                <a:gd name="T10" fmla="*/ 4 w 113"/>
                <a:gd name="T11" fmla="*/ 57 h 62"/>
                <a:gd name="T12" fmla="*/ 4 w 113"/>
                <a:gd name="T13" fmla="*/ 57 h 62"/>
                <a:gd name="T14" fmla="*/ 4 w 113"/>
                <a:gd name="T15" fmla="*/ 57 h 62"/>
                <a:gd name="T16" fmla="*/ 1 w 113"/>
                <a:gd name="T17" fmla="*/ 58 h 62"/>
                <a:gd name="T18" fmla="*/ 0 w 113"/>
                <a:gd name="T19" fmla="*/ 57 h 62"/>
                <a:gd name="T20" fmla="*/ 1 w 113"/>
                <a:gd name="T21" fmla="*/ 55 h 62"/>
                <a:gd name="T22" fmla="*/ 110 w 113"/>
                <a:gd name="T23" fmla="*/ 0 h 62"/>
                <a:gd name="T24" fmla="*/ 113 w 113"/>
                <a:gd name="T25" fmla="*/ 2 h 62"/>
                <a:gd name="T26" fmla="*/ 113 w 113"/>
                <a:gd name="T27" fmla="*/ 3 h 62"/>
                <a:gd name="T28" fmla="*/ 110 w 113"/>
                <a:gd name="T29" fmla="*/ 4 h 62"/>
                <a:gd name="T30" fmla="*/ 109 w 113"/>
                <a:gd name="T31" fmla="*/ 2 h 62"/>
                <a:gd name="T32" fmla="*/ 110 w 113"/>
                <a:gd name="T3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62">
                  <a:moveTo>
                    <a:pt x="4" y="61"/>
                  </a:moveTo>
                  <a:lnTo>
                    <a:pt x="4" y="62"/>
                  </a:lnTo>
                  <a:lnTo>
                    <a:pt x="4" y="61"/>
                  </a:lnTo>
                  <a:lnTo>
                    <a:pt x="4" y="61"/>
                  </a:lnTo>
                  <a:close/>
                  <a:moveTo>
                    <a:pt x="1" y="55"/>
                  </a:move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1" y="58"/>
                  </a:lnTo>
                  <a:lnTo>
                    <a:pt x="0" y="57"/>
                  </a:lnTo>
                  <a:lnTo>
                    <a:pt x="1" y="55"/>
                  </a:lnTo>
                  <a:close/>
                  <a:moveTo>
                    <a:pt x="110" y="0"/>
                  </a:moveTo>
                  <a:lnTo>
                    <a:pt x="113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09" y="2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" name="Freeform 338"/>
            <p:cNvSpPr>
              <a:spLocks noEditPoints="1"/>
            </p:cNvSpPr>
            <p:nvPr/>
          </p:nvSpPr>
          <p:spPr bwMode="auto">
            <a:xfrm>
              <a:off x="8549171" y="3931672"/>
              <a:ext cx="63444" cy="220785"/>
            </a:xfrm>
            <a:custGeom>
              <a:avLst/>
              <a:gdLst>
                <a:gd name="T0" fmla="*/ 24 w 25"/>
                <a:gd name="T1" fmla="*/ 80 h 87"/>
                <a:gd name="T2" fmla="*/ 25 w 25"/>
                <a:gd name="T3" fmla="*/ 84 h 87"/>
                <a:gd name="T4" fmla="*/ 23 w 25"/>
                <a:gd name="T5" fmla="*/ 84 h 87"/>
                <a:gd name="T6" fmla="*/ 21 w 25"/>
                <a:gd name="T7" fmla="*/ 81 h 87"/>
                <a:gd name="T8" fmla="*/ 21 w 25"/>
                <a:gd name="T9" fmla="*/ 76 h 87"/>
                <a:gd name="T10" fmla="*/ 21 w 25"/>
                <a:gd name="T11" fmla="*/ 79 h 87"/>
                <a:gd name="T12" fmla="*/ 21 w 25"/>
                <a:gd name="T13" fmla="*/ 76 h 87"/>
                <a:gd name="T14" fmla="*/ 20 w 25"/>
                <a:gd name="T15" fmla="*/ 72 h 87"/>
                <a:gd name="T16" fmla="*/ 17 w 25"/>
                <a:gd name="T17" fmla="*/ 72 h 87"/>
                <a:gd name="T18" fmla="*/ 19 w 25"/>
                <a:gd name="T19" fmla="*/ 71 h 87"/>
                <a:gd name="T20" fmla="*/ 21 w 25"/>
                <a:gd name="T21" fmla="*/ 67 h 87"/>
                <a:gd name="T22" fmla="*/ 20 w 25"/>
                <a:gd name="T23" fmla="*/ 70 h 87"/>
                <a:gd name="T24" fmla="*/ 20 w 25"/>
                <a:gd name="T25" fmla="*/ 66 h 87"/>
                <a:gd name="T26" fmla="*/ 16 w 25"/>
                <a:gd name="T27" fmla="*/ 66 h 87"/>
                <a:gd name="T28" fmla="*/ 15 w 25"/>
                <a:gd name="T29" fmla="*/ 67 h 87"/>
                <a:gd name="T30" fmla="*/ 11 w 25"/>
                <a:gd name="T31" fmla="*/ 55 h 87"/>
                <a:gd name="T32" fmla="*/ 8 w 25"/>
                <a:gd name="T33" fmla="*/ 56 h 87"/>
                <a:gd name="T34" fmla="*/ 7 w 25"/>
                <a:gd name="T35" fmla="*/ 35 h 87"/>
                <a:gd name="T36" fmla="*/ 7 w 25"/>
                <a:gd name="T37" fmla="*/ 41 h 87"/>
                <a:gd name="T38" fmla="*/ 4 w 25"/>
                <a:gd name="T39" fmla="*/ 39 h 87"/>
                <a:gd name="T40" fmla="*/ 7 w 25"/>
                <a:gd name="T41" fmla="*/ 35 h 87"/>
                <a:gd name="T42" fmla="*/ 3 w 25"/>
                <a:gd name="T43" fmla="*/ 29 h 87"/>
                <a:gd name="T44" fmla="*/ 2 w 25"/>
                <a:gd name="T45" fmla="*/ 26 h 87"/>
                <a:gd name="T46" fmla="*/ 10 w 25"/>
                <a:gd name="T47" fmla="*/ 18 h 87"/>
                <a:gd name="T48" fmla="*/ 7 w 25"/>
                <a:gd name="T49" fmla="*/ 22 h 87"/>
                <a:gd name="T50" fmla="*/ 8 w 25"/>
                <a:gd name="T51" fmla="*/ 26 h 87"/>
                <a:gd name="T52" fmla="*/ 6 w 25"/>
                <a:gd name="T53" fmla="*/ 29 h 87"/>
                <a:gd name="T54" fmla="*/ 6 w 25"/>
                <a:gd name="T55" fmla="*/ 24 h 87"/>
                <a:gd name="T56" fmla="*/ 6 w 25"/>
                <a:gd name="T57" fmla="*/ 18 h 87"/>
                <a:gd name="T58" fmla="*/ 10 w 25"/>
                <a:gd name="T59" fmla="*/ 0 h 87"/>
                <a:gd name="T60" fmla="*/ 10 w 25"/>
                <a:gd name="T61" fmla="*/ 4 h 87"/>
                <a:gd name="T62" fmla="*/ 11 w 25"/>
                <a:gd name="T63" fmla="*/ 8 h 87"/>
                <a:gd name="T64" fmla="*/ 10 w 25"/>
                <a:gd name="T65" fmla="*/ 10 h 87"/>
                <a:gd name="T66" fmla="*/ 7 w 25"/>
                <a:gd name="T67" fmla="*/ 16 h 87"/>
                <a:gd name="T68" fmla="*/ 8 w 25"/>
                <a:gd name="T69" fmla="*/ 10 h 87"/>
                <a:gd name="T70" fmla="*/ 8 w 25"/>
                <a:gd name="T71" fmla="*/ 6 h 87"/>
                <a:gd name="T72" fmla="*/ 10 w 25"/>
                <a:gd name="T7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" h="87">
                  <a:moveTo>
                    <a:pt x="23" y="79"/>
                  </a:moveTo>
                  <a:lnTo>
                    <a:pt x="24" y="80"/>
                  </a:lnTo>
                  <a:lnTo>
                    <a:pt x="24" y="83"/>
                  </a:lnTo>
                  <a:lnTo>
                    <a:pt x="25" y="84"/>
                  </a:lnTo>
                  <a:lnTo>
                    <a:pt x="24" y="87"/>
                  </a:lnTo>
                  <a:lnTo>
                    <a:pt x="23" y="84"/>
                  </a:lnTo>
                  <a:lnTo>
                    <a:pt x="21" y="83"/>
                  </a:lnTo>
                  <a:lnTo>
                    <a:pt x="21" y="81"/>
                  </a:lnTo>
                  <a:lnTo>
                    <a:pt x="23" y="79"/>
                  </a:lnTo>
                  <a:close/>
                  <a:moveTo>
                    <a:pt x="21" y="76"/>
                  </a:moveTo>
                  <a:lnTo>
                    <a:pt x="23" y="76"/>
                  </a:lnTo>
                  <a:lnTo>
                    <a:pt x="21" y="79"/>
                  </a:lnTo>
                  <a:lnTo>
                    <a:pt x="20" y="77"/>
                  </a:lnTo>
                  <a:lnTo>
                    <a:pt x="21" y="76"/>
                  </a:lnTo>
                  <a:close/>
                  <a:moveTo>
                    <a:pt x="19" y="71"/>
                  </a:moveTo>
                  <a:lnTo>
                    <a:pt x="20" y="72"/>
                  </a:lnTo>
                  <a:lnTo>
                    <a:pt x="19" y="74"/>
                  </a:lnTo>
                  <a:lnTo>
                    <a:pt x="17" y="72"/>
                  </a:lnTo>
                  <a:lnTo>
                    <a:pt x="16" y="71"/>
                  </a:lnTo>
                  <a:lnTo>
                    <a:pt x="19" y="71"/>
                  </a:lnTo>
                  <a:close/>
                  <a:moveTo>
                    <a:pt x="20" y="66"/>
                  </a:moveTo>
                  <a:lnTo>
                    <a:pt x="21" y="67"/>
                  </a:lnTo>
                  <a:lnTo>
                    <a:pt x="21" y="68"/>
                  </a:lnTo>
                  <a:lnTo>
                    <a:pt x="20" y="70"/>
                  </a:lnTo>
                  <a:lnTo>
                    <a:pt x="19" y="68"/>
                  </a:lnTo>
                  <a:lnTo>
                    <a:pt x="20" y="66"/>
                  </a:lnTo>
                  <a:close/>
                  <a:moveTo>
                    <a:pt x="14" y="64"/>
                  </a:moveTo>
                  <a:lnTo>
                    <a:pt x="16" y="66"/>
                  </a:lnTo>
                  <a:lnTo>
                    <a:pt x="16" y="68"/>
                  </a:lnTo>
                  <a:lnTo>
                    <a:pt x="15" y="67"/>
                  </a:lnTo>
                  <a:lnTo>
                    <a:pt x="14" y="64"/>
                  </a:lnTo>
                  <a:close/>
                  <a:moveTo>
                    <a:pt x="11" y="55"/>
                  </a:moveTo>
                  <a:lnTo>
                    <a:pt x="11" y="56"/>
                  </a:lnTo>
                  <a:lnTo>
                    <a:pt x="8" y="56"/>
                  </a:lnTo>
                  <a:lnTo>
                    <a:pt x="11" y="55"/>
                  </a:lnTo>
                  <a:close/>
                  <a:moveTo>
                    <a:pt x="7" y="35"/>
                  </a:moveTo>
                  <a:lnTo>
                    <a:pt x="8" y="38"/>
                  </a:lnTo>
                  <a:lnTo>
                    <a:pt x="7" y="41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37"/>
                  </a:lnTo>
                  <a:lnTo>
                    <a:pt x="7" y="35"/>
                  </a:lnTo>
                  <a:close/>
                  <a:moveTo>
                    <a:pt x="2" y="26"/>
                  </a:moveTo>
                  <a:lnTo>
                    <a:pt x="3" y="29"/>
                  </a:lnTo>
                  <a:lnTo>
                    <a:pt x="0" y="27"/>
                  </a:lnTo>
                  <a:lnTo>
                    <a:pt x="2" y="26"/>
                  </a:lnTo>
                  <a:close/>
                  <a:moveTo>
                    <a:pt x="10" y="18"/>
                  </a:moveTo>
                  <a:lnTo>
                    <a:pt x="10" y="18"/>
                  </a:lnTo>
                  <a:lnTo>
                    <a:pt x="8" y="20"/>
                  </a:lnTo>
                  <a:lnTo>
                    <a:pt x="7" y="22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6" y="30"/>
                  </a:lnTo>
                  <a:lnTo>
                    <a:pt x="6" y="29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18"/>
                  </a:lnTo>
                  <a:lnTo>
                    <a:pt x="10" y="18"/>
                  </a:lnTo>
                  <a:close/>
                  <a:moveTo>
                    <a:pt x="10" y="0"/>
                  </a:moveTo>
                  <a:lnTo>
                    <a:pt x="11" y="2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8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8" y="10"/>
                  </a:lnTo>
                  <a:lnTo>
                    <a:pt x="7" y="9"/>
                  </a:lnTo>
                  <a:lnTo>
                    <a:pt x="8" y="6"/>
                  </a:lnTo>
                  <a:lnTo>
                    <a:pt x="8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" name="Freeform 339"/>
            <p:cNvSpPr>
              <a:spLocks noEditPoints="1"/>
            </p:cNvSpPr>
            <p:nvPr/>
          </p:nvSpPr>
          <p:spPr bwMode="auto">
            <a:xfrm>
              <a:off x="10125109" y="3868230"/>
              <a:ext cx="35528" cy="73595"/>
            </a:xfrm>
            <a:custGeom>
              <a:avLst/>
              <a:gdLst>
                <a:gd name="T0" fmla="*/ 3 w 14"/>
                <a:gd name="T1" fmla="*/ 24 h 29"/>
                <a:gd name="T2" fmla="*/ 5 w 14"/>
                <a:gd name="T3" fmla="*/ 24 h 29"/>
                <a:gd name="T4" fmla="*/ 2 w 14"/>
                <a:gd name="T5" fmla="*/ 27 h 29"/>
                <a:gd name="T6" fmla="*/ 1 w 14"/>
                <a:gd name="T7" fmla="*/ 29 h 29"/>
                <a:gd name="T8" fmla="*/ 0 w 14"/>
                <a:gd name="T9" fmla="*/ 27 h 29"/>
                <a:gd name="T10" fmla="*/ 1 w 14"/>
                <a:gd name="T11" fmla="*/ 26 h 29"/>
                <a:gd name="T12" fmla="*/ 1 w 14"/>
                <a:gd name="T13" fmla="*/ 24 h 29"/>
                <a:gd name="T14" fmla="*/ 3 w 14"/>
                <a:gd name="T15" fmla="*/ 24 h 29"/>
                <a:gd name="T16" fmla="*/ 9 w 14"/>
                <a:gd name="T17" fmla="*/ 16 h 29"/>
                <a:gd name="T18" fmla="*/ 10 w 14"/>
                <a:gd name="T19" fmla="*/ 17 h 29"/>
                <a:gd name="T20" fmla="*/ 9 w 14"/>
                <a:gd name="T21" fmla="*/ 17 h 29"/>
                <a:gd name="T22" fmla="*/ 6 w 14"/>
                <a:gd name="T23" fmla="*/ 17 h 29"/>
                <a:gd name="T24" fmla="*/ 9 w 14"/>
                <a:gd name="T25" fmla="*/ 16 h 29"/>
                <a:gd name="T26" fmla="*/ 13 w 14"/>
                <a:gd name="T27" fmla="*/ 0 h 29"/>
                <a:gd name="T28" fmla="*/ 14 w 14"/>
                <a:gd name="T29" fmla="*/ 1 h 29"/>
                <a:gd name="T30" fmla="*/ 13 w 14"/>
                <a:gd name="T31" fmla="*/ 2 h 29"/>
                <a:gd name="T32" fmla="*/ 13 w 14"/>
                <a:gd name="T33" fmla="*/ 5 h 29"/>
                <a:gd name="T34" fmla="*/ 11 w 14"/>
                <a:gd name="T35" fmla="*/ 1 h 29"/>
                <a:gd name="T36" fmla="*/ 13 w 14"/>
                <a:gd name="T3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" h="29">
                  <a:moveTo>
                    <a:pt x="3" y="24"/>
                  </a:moveTo>
                  <a:lnTo>
                    <a:pt x="5" y="24"/>
                  </a:lnTo>
                  <a:lnTo>
                    <a:pt x="2" y="27"/>
                  </a:lnTo>
                  <a:lnTo>
                    <a:pt x="1" y="29"/>
                  </a:ln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3" y="24"/>
                  </a:lnTo>
                  <a:close/>
                  <a:moveTo>
                    <a:pt x="9" y="16"/>
                  </a:moveTo>
                  <a:lnTo>
                    <a:pt x="10" y="17"/>
                  </a:lnTo>
                  <a:lnTo>
                    <a:pt x="9" y="17"/>
                  </a:lnTo>
                  <a:lnTo>
                    <a:pt x="6" y="17"/>
                  </a:lnTo>
                  <a:lnTo>
                    <a:pt x="9" y="16"/>
                  </a:lnTo>
                  <a:close/>
                  <a:moveTo>
                    <a:pt x="13" y="0"/>
                  </a:moveTo>
                  <a:lnTo>
                    <a:pt x="14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" name="Freeform 340"/>
            <p:cNvSpPr>
              <a:spLocks noEditPoints="1"/>
            </p:cNvSpPr>
            <p:nvPr/>
          </p:nvSpPr>
          <p:spPr bwMode="auto">
            <a:xfrm>
              <a:off x="6435229" y="899069"/>
              <a:ext cx="3958882" cy="2124093"/>
            </a:xfrm>
            <a:custGeom>
              <a:avLst/>
              <a:gdLst>
                <a:gd name="T0" fmla="*/ 1431 w 1560"/>
                <a:gd name="T1" fmla="*/ 645 h 837"/>
                <a:gd name="T2" fmla="*/ 1209 w 1560"/>
                <a:gd name="T3" fmla="*/ 533 h 837"/>
                <a:gd name="T4" fmla="*/ 1315 w 1560"/>
                <a:gd name="T5" fmla="*/ 646 h 837"/>
                <a:gd name="T6" fmla="*/ 1269 w 1560"/>
                <a:gd name="T7" fmla="*/ 526 h 837"/>
                <a:gd name="T8" fmla="*/ 83 w 1560"/>
                <a:gd name="T9" fmla="*/ 433 h 837"/>
                <a:gd name="T10" fmla="*/ 276 w 1560"/>
                <a:gd name="T11" fmla="*/ 337 h 837"/>
                <a:gd name="T12" fmla="*/ 280 w 1560"/>
                <a:gd name="T13" fmla="*/ 309 h 837"/>
                <a:gd name="T14" fmla="*/ 258 w 1560"/>
                <a:gd name="T15" fmla="*/ 287 h 837"/>
                <a:gd name="T16" fmla="*/ 205 w 1560"/>
                <a:gd name="T17" fmla="*/ 255 h 837"/>
                <a:gd name="T18" fmla="*/ 400 w 1560"/>
                <a:gd name="T19" fmla="*/ 197 h 837"/>
                <a:gd name="T20" fmla="*/ 469 w 1560"/>
                <a:gd name="T21" fmla="*/ 145 h 837"/>
                <a:gd name="T22" fmla="*/ 292 w 1560"/>
                <a:gd name="T23" fmla="*/ 100 h 837"/>
                <a:gd name="T24" fmla="*/ 229 w 1560"/>
                <a:gd name="T25" fmla="*/ 225 h 837"/>
                <a:gd name="T26" fmla="*/ 205 w 1560"/>
                <a:gd name="T27" fmla="*/ 171 h 837"/>
                <a:gd name="T28" fmla="*/ 974 w 1560"/>
                <a:gd name="T29" fmla="*/ 103 h 837"/>
                <a:gd name="T30" fmla="*/ 513 w 1560"/>
                <a:gd name="T31" fmla="*/ 58 h 837"/>
                <a:gd name="T32" fmla="*/ 1199 w 1560"/>
                <a:gd name="T33" fmla="*/ 42 h 837"/>
                <a:gd name="T34" fmla="*/ 956 w 1560"/>
                <a:gd name="T35" fmla="*/ 36 h 837"/>
                <a:gd name="T36" fmla="*/ 143 w 1560"/>
                <a:gd name="T37" fmla="*/ 4 h 837"/>
                <a:gd name="T38" fmla="*/ 600 w 1560"/>
                <a:gd name="T39" fmla="*/ 16 h 837"/>
                <a:gd name="T40" fmla="*/ 691 w 1560"/>
                <a:gd name="T41" fmla="*/ 55 h 837"/>
                <a:gd name="T42" fmla="*/ 710 w 1560"/>
                <a:gd name="T43" fmla="*/ 112 h 837"/>
                <a:gd name="T44" fmla="*/ 844 w 1560"/>
                <a:gd name="T45" fmla="*/ 82 h 837"/>
                <a:gd name="T46" fmla="*/ 926 w 1560"/>
                <a:gd name="T47" fmla="*/ 108 h 837"/>
                <a:gd name="T48" fmla="*/ 1022 w 1560"/>
                <a:gd name="T49" fmla="*/ 53 h 837"/>
                <a:gd name="T50" fmla="*/ 1188 w 1560"/>
                <a:gd name="T51" fmla="*/ 57 h 837"/>
                <a:gd name="T52" fmla="*/ 1314 w 1560"/>
                <a:gd name="T53" fmla="*/ 51 h 837"/>
                <a:gd name="T54" fmla="*/ 1472 w 1560"/>
                <a:gd name="T55" fmla="*/ 37 h 837"/>
                <a:gd name="T56" fmla="*/ 1544 w 1560"/>
                <a:gd name="T57" fmla="*/ 67 h 837"/>
                <a:gd name="T58" fmla="*/ 1486 w 1560"/>
                <a:gd name="T59" fmla="*/ 107 h 837"/>
                <a:gd name="T60" fmla="*/ 1509 w 1560"/>
                <a:gd name="T61" fmla="*/ 188 h 837"/>
                <a:gd name="T62" fmla="*/ 1484 w 1560"/>
                <a:gd name="T63" fmla="*/ 317 h 837"/>
                <a:gd name="T64" fmla="*/ 1454 w 1560"/>
                <a:gd name="T65" fmla="*/ 413 h 837"/>
                <a:gd name="T66" fmla="*/ 1435 w 1560"/>
                <a:gd name="T67" fmla="*/ 538 h 837"/>
                <a:gd name="T68" fmla="*/ 1397 w 1560"/>
                <a:gd name="T69" fmla="*/ 282 h 837"/>
                <a:gd name="T70" fmla="*/ 1342 w 1560"/>
                <a:gd name="T71" fmla="*/ 311 h 837"/>
                <a:gd name="T72" fmla="*/ 1288 w 1560"/>
                <a:gd name="T73" fmla="*/ 379 h 837"/>
                <a:gd name="T74" fmla="*/ 1193 w 1560"/>
                <a:gd name="T75" fmla="*/ 521 h 837"/>
                <a:gd name="T76" fmla="*/ 1278 w 1560"/>
                <a:gd name="T77" fmla="*/ 613 h 837"/>
                <a:gd name="T78" fmla="*/ 1211 w 1560"/>
                <a:gd name="T79" fmla="*/ 734 h 837"/>
                <a:gd name="T80" fmla="*/ 1186 w 1560"/>
                <a:gd name="T81" fmla="*/ 666 h 837"/>
                <a:gd name="T82" fmla="*/ 1098 w 1560"/>
                <a:gd name="T83" fmla="*/ 575 h 837"/>
                <a:gd name="T84" fmla="*/ 1019 w 1560"/>
                <a:gd name="T85" fmla="*/ 645 h 837"/>
                <a:gd name="T86" fmla="*/ 804 w 1560"/>
                <a:gd name="T87" fmla="*/ 626 h 837"/>
                <a:gd name="T88" fmla="*/ 663 w 1560"/>
                <a:gd name="T89" fmla="*/ 679 h 837"/>
                <a:gd name="T90" fmla="*/ 491 w 1560"/>
                <a:gd name="T91" fmla="*/ 604 h 837"/>
                <a:gd name="T92" fmla="*/ 400 w 1560"/>
                <a:gd name="T93" fmla="*/ 671 h 837"/>
                <a:gd name="T94" fmla="*/ 246 w 1560"/>
                <a:gd name="T95" fmla="*/ 712 h 837"/>
                <a:gd name="T96" fmla="*/ 241 w 1560"/>
                <a:gd name="T97" fmla="*/ 834 h 837"/>
                <a:gd name="T98" fmla="*/ 170 w 1560"/>
                <a:gd name="T99" fmla="*/ 717 h 837"/>
                <a:gd name="T100" fmla="*/ 22 w 1560"/>
                <a:gd name="T101" fmla="*/ 553 h 837"/>
                <a:gd name="T102" fmla="*/ 20 w 1560"/>
                <a:gd name="T103" fmla="*/ 340 h 837"/>
                <a:gd name="T104" fmla="*/ 118 w 1560"/>
                <a:gd name="T105" fmla="*/ 375 h 837"/>
                <a:gd name="T106" fmla="*/ 76 w 1560"/>
                <a:gd name="T107" fmla="*/ 447 h 837"/>
                <a:gd name="T108" fmla="*/ 153 w 1560"/>
                <a:gd name="T109" fmla="*/ 368 h 837"/>
                <a:gd name="T110" fmla="*/ 242 w 1560"/>
                <a:gd name="T111" fmla="*/ 345 h 837"/>
                <a:gd name="T112" fmla="*/ 353 w 1560"/>
                <a:gd name="T113" fmla="*/ 321 h 837"/>
                <a:gd name="T114" fmla="*/ 386 w 1560"/>
                <a:gd name="T115" fmla="*/ 249 h 837"/>
                <a:gd name="T116" fmla="*/ 437 w 1560"/>
                <a:gd name="T117" fmla="*/ 326 h 837"/>
                <a:gd name="T118" fmla="*/ 409 w 1560"/>
                <a:gd name="T119" fmla="*/ 234 h 837"/>
                <a:gd name="T120" fmla="*/ 496 w 1560"/>
                <a:gd name="T121" fmla="*/ 267 h 837"/>
                <a:gd name="T122" fmla="*/ 495 w 1560"/>
                <a:gd name="T123" fmla="*/ 166 h 837"/>
                <a:gd name="T124" fmla="*/ 530 w 1560"/>
                <a:gd name="T125" fmla="*/ 75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0" h="837">
                  <a:moveTo>
                    <a:pt x="241" y="834"/>
                  </a:moveTo>
                  <a:lnTo>
                    <a:pt x="243" y="837"/>
                  </a:lnTo>
                  <a:lnTo>
                    <a:pt x="241" y="834"/>
                  </a:lnTo>
                  <a:lnTo>
                    <a:pt x="241" y="834"/>
                  </a:lnTo>
                  <a:close/>
                  <a:moveTo>
                    <a:pt x="390" y="767"/>
                  </a:moveTo>
                  <a:lnTo>
                    <a:pt x="394" y="768"/>
                  </a:lnTo>
                  <a:lnTo>
                    <a:pt x="376" y="770"/>
                  </a:lnTo>
                  <a:lnTo>
                    <a:pt x="390" y="767"/>
                  </a:lnTo>
                  <a:close/>
                  <a:moveTo>
                    <a:pt x="1389" y="716"/>
                  </a:moveTo>
                  <a:lnTo>
                    <a:pt x="1389" y="718"/>
                  </a:lnTo>
                  <a:lnTo>
                    <a:pt x="1386" y="720"/>
                  </a:lnTo>
                  <a:lnTo>
                    <a:pt x="1385" y="718"/>
                  </a:lnTo>
                  <a:lnTo>
                    <a:pt x="1388" y="717"/>
                  </a:lnTo>
                  <a:lnTo>
                    <a:pt x="1389" y="716"/>
                  </a:lnTo>
                  <a:close/>
                  <a:moveTo>
                    <a:pt x="1376" y="707"/>
                  </a:moveTo>
                  <a:lnTo>
                    <a:pt x="1377" y="708"/>
                  </a:lnTo>
                  <a:lnTo>
                    <a:pt x="1378" y="708"/>
                  </a:lnTo>
                  <a:lnTo>
                    <a:pt x="1380" y="708"/>
                  </a:lnTo>
                  <a:lnTo>
                    <a:pt x="1381" y="708"/>
                  </a:lnTo>
                  <a:lnTo>
                    <a:pt x="1380" y="709"/>
                  </a:lnTo>
                  <a:lnTo>
                    <a:pt x="1377" y="713"/>
                  </a:lnTo>
                  <a:lnTo>
                    <a:pt x="1376" y="713"/>
                  </a:lnTo>
                  <a:lnTo>
                    <a:pt x="1376" y="718"/>
                  </a:lnTo>
                  <a:lnTo>
                    <a:pt x="1376" y="722"/>
                  </a:lnTo>
                  <a:lnTo>
                    <a:pt x="1373" y="720"/>
                  </a:lnTo>
                  <a:lnTo>
                    <a:pt x="1373" y="718"/>
                  </a:lnTo>
                  <a:lnTo>
                    <a:pt x="1373" y="716"/>
                  </a:lnTo>
                  <a:lnTo>
                    <a:pt x="1375" y="712"/>
                  </a:lnTo>
                  <a:lnTo>
                    <a:pt x="1375" y="709"/>
                  </a:lnTo>
                  <a:lnTo>
                    <a:pt x="1376" y="707"/>
                  </a:lnTo>
                  <a:lnTo>
                    <a:pt x="1376" y="707"/>
                  </a:lnTo>
                  <a:close/>
                  <a:moveTo>
                    <a:pt x="1401" y="682"/>
                  </a:moveTo>
                  <a:lnTo>
                    <a:pt x="1402" y="684"/>
                  </a:lnTo>
                  <a:lnTo>
                    <a:pt x="1402" y="687"/>
                  </a:lnTo>
                  <a:lnTo>
                    <a:pt x="1400" y="688"/>
                  </a:lnTo>
                  <a:lnTo>
                    <a:pt x="1397" y="688"/>
                  </a:lnTo>
                  <a:lnTo>
                    <a:pt x="1396" y="691"/>
                  </a:lnTo>
                  <a:lnTo>
                    <a:pt x="1393" y="695"/>
                  </a:lnTo>
                  <a:lnTo>
                    <a:pt x="1392" y="696"/>
                  </a:lnTo>
                  <a:lnTo>
                    <a:pt x="1390" y="696"/>
                  </a:lnTo>
                  <a:lnTo>
                    <a:pt x="1389" y="696"/>
                  </a:lnTo>
                  <a:lnTo>
                    <a:pt x="1389" y="697"/>
                  </a:lnTo>
                  <a:lnTo>
                    <a:pt x="1388" y="699"/>
                  </a:lnTo>
                  <a:lnTo>
                    <a:pt x="1389" y="701"/>
                  </a:lnTo>
                  <a:lnTo>
                    <a:pt x="1386" y="704"/>
                  </a:lnTo>
                  <a:lnTo>
                    <a:pt x="1386" y="705"/>
                  </a:lnTo>
                  <a:lnTo>
                    <a:pt x="1385" y="707"/>
                  </a:lnTo>
                  <a:lnTo>
                    <a:pt x="1385" y="704"/>
                  </a:lnTo>
                  <a:lnTo>
                    <a:pt x="1385" y="701"/>
                  </a:lnTo>
                  <a:lnTo>
                    <a:pt x="1386" y="701"/>
                  </a:lnTo>
                  <a:lnTo>
                    <a:pt x="1385" y="700"/>
                  </a:lnTo>
                  <a:lnTo>
                    <a:pt x="1385" y="699"/>
                  </a:lnTo>
                  <a:lnTo>
                    <a:pt x="1386" y="697"/>
                  </a:lnTo>
                  <a:lnTo>
                    <a:pt x="1388" y="695"/>
                  </a:lnTo>
                  <a:lnTo>
                    <a:pt x="1388" y="693"/>
                  </a:lnTo>
                  <a:lnTo>
                    <a:pt x="1388" y="693"/>
                  </a:lnTo>
                  <a:lnTo>
                    <a:pt x="1390" y="692"/>
                  </a:lnTo>
                  <a:lnTo>
                    <a:pt x="1390" y="690"/>
                  </a:lnTo>
                  <a:lnTo>
                    <a:pt x="1390" y="688"/>
                  </a:lnTo>
                  <a:lnTo>
                    <a:pt x="1390" y="687"/>
                  </a:lnTo>
                  <a:lnTo>
                    <a:pt x="1392" y="687"/>
                  </a:lnTo>
                  <a:lnTo>
                    <a:pt x="1392" y="688"/>
                  </a:lnTo>
                  <a:lnTo>
                    <a:pt x="1393" y="688"/>
                  </a:lnTo>
                  <a:lnTo>
                    <a:pt x="1396" y="687"/>
                  </a:lnTo>
                  <a:lnTo>
                    <a:pt x="1397" y="687"/>
                  </a:lnTo>
                  <a:lnTo>
                    <a:pt x="1397" y="686"/>
                  </a:lnTo>
                  <a:lnTo>
                    <a:pt x="1400" y="683"/>
                  </a:lnTo>
                  <a:lnTo>
                    <a:pt x="1401" y="682"/>
                  </a:lnTo>
                  <a:close/>
                  <a:moveTo>
                    <a:pt x="1418" y="666"/>
                  </a:moveTo>
                  <a:lnTo>
                    <a:pt x="1415" y="670"/>
                  </a:lnTo>
                  <a:lnTo>
                    <a:pt x="1414" y="672"/>
                  </a:lnTo>
                  <a:lnTo>
                    <a:pt x="1414" y="674"/>
                  </a:lnTo>
                  <a:lnTo>
                    <a:pt x="1413" y="675"/>
                  </a:lnTo>
                  <a:lnTo>
                    <a:pt x="1411" y="678"/>
                  </a:lnTo>
                  <a:lnTo>
                    <a:pt x="1409" y="680"/>
                  </a:lnTo>
                  <a:lnTo>
                    <a:pt x="1407" y="680"/>
                  </a:lnTo>
                  <a:lnTo>
                    <a:pt x="1407" y="676"/>
                  </a:lnTo>
                  <a:lnTo>
                    <a:pt x="1410" y="675"/>
                  </a:lnTo>
                  <a:lnTo>
                    <a:pt x="1410" y="674"/>
                  </a:lnTo>
                  <a:lnTo>
                    <a:pt x="1411" y="672"/>
                  </a:lnTo>
                  <a:lnTo>
                    <a:pt x="1411" y="671"/>
                  </a:lnTo>
                  <a:lnTo>
                    <a:pt x="1413" y="670"/>
                  </a:lnTo>
                  <a:lnTo>
                    <a:pt x="1414" y="667"/>
                  </a:lnTo>
                  <a:lnTo>
                    <a:pt x="1417" y="667"/>
                  </a:lnTo>
                  <a:lnTo>
                    <a:pt x="1418" y="666"/>
                  </a:lnTo>
                  <a:close/>
                  <a:moveTo>
                    <a:pt x="1429" y="649"/>
                  </a:moveTo>
                  <a:lnTo>
                    <a:pt x="1429" y="649"/>
                  </a:lnTo>
                  <a:lnTo>
                    <a:pt x="1429" y="653"/>
                  </a:lnTo>
                  <a:lnTo>
                    <a:pt x="1427" y="654"/>
                  </a:lnTo>
                  <a:lnTo>
                    <a:pt x="1427" y="653"/>
                  </a:lnTo>
                  <a:lnTo>
                    <a:pt x="1427" y="650"/>
                  </a:lnTo>
                  <a:lnTo>
                    <a:pt x="1429" y="649"/>
                  </a:lnTo>
                  <a:close/>
                  <a:moveTo>
                    <a:pt x="1430" y="643"/>
                  </a:moveTo>
                  <a:lnTo>
                    <a:pt x="1431" y="643"/>
                  </a:lnTo>
                  <a:lnTo>
                    <a:pt x="1431" y="645"/>
                  </a:lnTo>
                  <a:lnTo>
                    <a:pt x="1430" y="645"/>
                  </a:lnTo>
                  <a:lnTo>
                    <a:pt x="1430" y="643"/>
                  </a:lnTo>
                  <a:lnTo>
                    <a:pt x="1430" y="643"/>
                  </a:lnTo>
                  <a:close/>
                  <a:moveTo>
                    <a:pt x="1431" y="640"/>
                  </a:moveTo>
                  <a:lnTo>
                    <a:pt x="1432" y="640"/>
                  </a:lnTo>
                  <a:lnTo>
                    <a:pt x="1432" y="641"/>
                  </a:lnTo>
                  <a:lnTo>
                    <a:pt x="1431" y="640"/>
                  </a:lnTo>
                  <a:close/>
                  <a:moveTo>
                    <a:pt x="1432" y="634"/>
                  </a:moveTo>
                  <a:lnTo>
                    <a:pt x="1432" y="636"/>
                  </a:lnTo>
                  <a:lnTo>
                    <a:pt x="1432" y="638"/>
                  </a:lnTo>
                  <a:lnTo>
                    <a:pt x="1431" y="636"/>
                  </a:lnTo>
                  <a:lnTo>
                    <a:pt x="1432" y="634"/>
                  </a:lnTo>
                  <a:close/>
                  <a:moveTo>
                    <a:pt x="1432" y="628"/>
                  </a:moveTo>
                  <a:lnTo>
                    <a:pt x="1434" y="629"/>
                  </a:lnTo>
                  <a:lnTo>
                    <a:pt x="1432" y="629"/>
                  </a:lnTo>
                  <a:lnTo>
                    <a:pt x="1432" y="628"/>
                  </a:lnTo>
                  <a:lnTo>
                    <a:pt x="1432" y="628"/>
                  </a:lnTo>
                  <a:close/>
                  <a:moveTo>
                    <a:pt x="1438" y="611"/>
                  </a:moveTo>
                  <a:lnTo>
                    <a:pt x="1438" y="611"/>
                  </a:lnTo>
                  <a:lnTo>
                    <a:pt x="1438" y="613"/>
                  </a:lnTo>
                  <a:lnTo>
                    <a:pt x="1436" y="615"/>
                  </a:lnTo>
                  <a:lnTo>
                    <a:pt x="1436" y="615"/>
                  </a:lnTo>
                  <a:lnTo>
                    <a:pt x="1436" y="612"/>
                  </a:lnTo>
                  <a:lnTo>
                    <a:pt x="1438" y="611"/>
                  </a:lnTo>
                  <a:close/>
                  <a:moveTo>
                    <a:pt x="1434" y="608"/>
                  </a:moveTo>
                  <a:lnTo>
                    <a:pt x="1435" y="608"/>
                  </a:lnTo>
                  <a:lnTo>
                    <a:pt x="1435" y="609"/>
                  </a:lnTo>
                  <a:lnTo>
                    <a:pt x="1435" y="609"/>
                  </a:lnTo>
                  <a:lnTo>
                    <a:pt x="1434" y="609"/>
                  </a:lnTo>
                  <a:lnTo>
                    <a:pt x="1434" y="608"/>
                  </a:lnTo>
                  <a:close/>
                  <a:moveTo>
                    <a:pt x="1438" y="603"/>
                  </a:moveTo>
                  <a:lnTo>
                    <a:pt x="1439" y="604"/>
                  </a:lnTo>
                  <a:lnTo>
                    <a:pt x="1440" y="605"/>
                  </a:lnTo>
                  <a:lnTo>
                    <a:pt x="1439" y="605"/>
                  </a:lnTo>
                  <a:lnTo>
                    <a:pt x="1438" y="605"/>
                  </a:lnTo>
                  <a:lnTo>
                    <a:pt x="1438" y="604"/>
                  </a:lnTo>
                  <a:lnTo>
                    <a:pt x="1438" y="603"/>
                  </a:lnTo>
                  <a:close/>
                  <a:moveTo>
                    <a:pt x="1438" y="595"/>
                  </a:moveTo>
                  <a:lnTo>
                    <a:pt x="1438" y="596"/>
                  </a:lnTo>
                  <a:lnTo>
                    <a:pt x="1438" y="597"/>
                  </a:lnTo>
                  <a:lnTo>
                    <a:pt x="1439" y="600"/>
                  </a:lnTo>
                  <a:lnTo>
                    <a:pt x="1438" y="601"/>
                  </a:lnTo>
                  <a:lnTo>
                    <a:pt x="1436" y="600"/>
                  </a:lnTo>
                  <a:lnTo>
                    <a:pt x="1438" y="597"/>
                  </a:lnTo>
                  <a:lnTo>
                    <a:pt x="1438" y="595"/>
                  </a:lnTo>
                  <a:close/>
                  <a:moveTo>
                    <a:pt x="1442" y="568"/>
                  </a:moveTo>
                  <a:lnTo>
                    <a:pt x="1446" y="571"/>
                  </a:lnTo>
                  <a:lnTo>
                    <a:pt x="1447" y="574"/>
                  </a:lnTo>
                  <a:lnTo>
                    <a:pt x="1446" y="575"/>
                  </a:lnTo>
                  <a:lnTo>
                    <a:pt x="1444" y="576"/>
                  </a:lnTo>
                  <a:lnTo>
                    <a:pt x="1446" y="579"/>
                  </a:lnTo>
                  <a:lnTo>
                    <a:pt x="1443" y="582"/>
                  </a:lnTo>
                  <a:lnTo>
                    <a:pt x="1442" y="583"/>
                  </a:lnTo>
                  <a:lnTo>
                    <a:pt x="1442" y="584"/>
                  </a:lnTo>
                  <a:lnTo>
                    <a:pt x="1442" y="587"/>
                  </a:lnTo>
                  <a:lnTo>
                    <a:pt x="1440" y="587"/>
                  </a:lnTo>
                  <a:lnTo>
                    <a:pt x="1439" y="586"/>
                  </a:lnTo>
                  <a:lnTo>
                    <a:pt x="1438" y="586"/>
                  </a:lnTo>
                  <a:lnTo>
                    <a:pt x="1436" y="584"/>
                  </a:lnTo>
                  <a:lnTo>
                    <a:pt x="1438" y="584"/>
                  </a:lnTo>
                  <a:lnTo>
                    <a:pt x="1438" y="583"/>
                  </a:lnTo>
                  <a:lnTo>
                    <a:pt x="1436" y="580"/>
                  </a:lnTo>
                  <a:lnTo>
                    <a:pt x="1436" y="579"/>
                  </a:lnTo>
                  <a:lnTo>
                    <a:pt x="1438" y="579"/>
                  </a:lnTo>
                  <a:lnTo>
                    <a:pt x="1439" y="578"/>
                  </a:lnTo>
                  <a:lnTo>
                    <a:pt x="1442" y="576"/>
                  </a:lnTo>
                  <a:lnTo>
                    <a:pt x="1442" y="574"/>
                  </a:lnTo>
                  <a:lnTo>
                    <a:pt x="1442" y="570"/>
                  </a:lnTo>
                  <a:lnTo>
                    <a:pt x="1442" y="568"/>
                  </a:lnTo>
                  <a:close/>
                  <a:moveTo>
                    <a:pt x="1435" y="566"/>
                  </a:moveTo>
                  <a:lnTo>
                    <a:pt x="1438" y="568"/>
                  </a:lnTo>
                  <a:lnTo>
                    <a:pt x="1438" y="570"/>
                  </a:lnTo>
                  <a:lnTo>
                    <a:pt x="1435" y="570"/>
                  </a:lnTo>
                  <a:lnTo>
                    <a:pt x="1434" y="568"/>
                  </a:lnTo>
                  <a:lnTo>
                    <a:pt x="1434" y="567"/>
                  </a:lnTo>
                  <a:lnTo>
                    <a:pt x="1435" y="566"/>
                  </a:lnTo>
                  <a:close/>
                  <a:moveTo>
                    <a:pt x="1447" y="566"/>
                  </a:moveTo>
                  <a:lnTo>
                    <a:pt x="1448" y="567"/>
                  </a:lnTo>
                  <a:lnTo>
                    <a:pt x="1448" y="568"/>
                  </a:lnTo>
                  <a:lnTo>
                    <a:pt x="1447" y="570"/>
                  </a:lnTo>
                  <a:lnTo>
                    <a:pt x="1447" y="570"/>
                  </a:lnTo>
                  <a:lnTo>
                    <a:pt x="1444" y="568"/>
                  </a:lnTo>
                  <a:lnTo>
                    <a:pt x="1444" y="567"/>
                  </a:lnTo>
                  <a:lnTo>
                    <a:pt x="1447" y="566"/>
                  </a:lnTo>
                  <a:close/>
                  <a:moveTo>
                    <a:pt x="25" y="532"/>
                  </a:moveTo>
                  <a:lnTo>
                    <a:pt x="26" y="534"/>
                  </a:lnTo>
                  <a:lnTo>
                    <a:pt x="26" y="536"/>
                  </a:lnTo>
                  <a:lnTo>
                    <a:pt x="24" y="534"/>
                  </a:lnTo>
                  <a:lnTo>
                    <a:pt x="25" y="532"/>
                  </a:lnTo>
                  <a:close/>
                  <a:moveTo>
                    <a:pt x="1211" y="526"/>
                  </a:moveTo>
                  <a:lnTo>
                    <a:pt x="1211" y="528"/>
                  </a:lnTo>
                  <a:lnTo>
                    <a:pt x="1211" y="528"/>
                  </a:lnTo>
                  <a:lnTo>
                    <a:pt x="1211" y="530"/>
                  </a:lnTo>
                  <a:lnTo>
                    <a:pt x="1210" y="530"/>
                  </a:lnTo>
                  <a:lnTo>
                    <a:pt x="1209" y="533"/>
                  </a:lnTo>
                  <a:lnTo>
                    <a:pt x="1207" y="532"/>
                  </a:lnTo>
                  <a:lnTo>
                    <a:pt x="1206" y="529"/>
                  </a:lnTo>
                  <a:lnTo>
                    <a:pt x="1209" y="526"/>
                  </a:lnTo>
                  <a:lnTo>
                    <a:pt x="1211" y="526"/>
                  </a:lnTo>
                  <a:close/>
                  <a:moveTo>
                    <a:pt x="1211" y="521"/>
                  </a:moveTo>
                  <a:lnTo>
                    <a:pt x="1213" y="522"/>
                  </a:lnTo>
                  <a:lnTo>
                    <a:pt x="1213" y="524"/>
                  </a:lnTo>
                  <a:lnTo>
                    <a:pt x="1211" y="525"/>
                  </a:lnTo>
                  <a:lnTo>
                    <a:pt x="1210" y="524"/>
                  </a:lnTo>
                  <a:lnTo>
                    <a:pt x="1211" y="522"/>
                  </a:lnTo>
                  <a:lnTo>
                    <a:pt x="1211" y="522"/>
                  </a:lnTo>
                  <a:lnTo>
                    <a:pt x="1211" y="521"/>
                  </a:lnTo>
                  <a:close/>
                  <a:moveTo>
                    <a:pt x="1209" y="521"/>
                  </a:moveTo>
                  <a:lnTo>
                    <a:pt x="1209" y="521"/>
                  </a:lnTo>
                  <a:lnTo>
                    <a:pt x="1209" y="524"/>
                  </a:lnTo>
                  <a:lnTo>
                    <a:pt x="1209" y="525"/>
                  </a:lnTo>
                  <a:lnTo>
                    <a:pt x="1207" y="522"/>
                  </a:lnTo>
                  <a:lnTo>
                    <a:pt x="1207" y="521"/>
                  </a:lnTo>
                  <a:lnTo>
                    <a:pt x="1209" y="521"/>
                  </a:lnTo>
                  <a:close/>
                  <a:moveTo>
                    <a:pt x="1264" y="515"/>
                  </a:moveTo>
                  <a:lnTo>
                    <a:pt x="1265" y="516"/>
                  </a:lnTo>
                  <a:lnTo>
                    <a:pt x="1267" y="518"/>
                  </a:lnTo>
                  <a:lnTo>
                    <a:pt x="1271" y="520"/>
                  </a:lnTo>
                  <a:lnTo>
                    <a:pt x="1272" y="522"/>
                  </a:lnTo>
                  <a:lnTo>
                    <a:pt x="1272" y="526"/>
                  </a:lnTo>
                  <a:lnTo>
                    <a:pt x="1273" y="529"/>
                  </a:lnTo>
                  <a:lnTo>
                    <a:pt x="1278" y="532"/>
                  </a:lnTo>
                  <a:lnTo>
                    <a:pt x="1278" y="534"/>
                  </a:lnTo>
                  <a:lnTo>
                    <a:pt x="1280" y="534"/>
                  </a:lnTo>
                  <a:lnTo>
                    <a:pt x="1282" y="537"/>
                  </a:lnTo>
                  <a:lnTo>
                    <a:pt x="1285" y="541"/>
                  </a:lnTo>
                  <a:lnTo>
                    <a:pt x="1286" y="545"/>
                  </a:lnTo>
                  <a:lnTo>
                    <a:pt x="1284" y="541"/>
                  </a:lnTo>
                  <a:lnTo>
                    <a:pt x="1281" y="538"/>
                  </a:lnTo>
                  <a:lnTo>
                    <a:pt x="1281" y="540"/>
                  </a:lnTo>
                  <a:lnTo>
                    <a:pt x="1281" y="541"/>
                  </a:lnTo>
                  <a:lnTo>
                    <a:pt x="1282" y="541"/>
                  </a:lnTo>
                  <a:lnTo>
                    <a:pt x="1282" y="543"/>
                  </a:lnTo>
                  <a:lnTo>
                    <a:pt x="1285" y="546"/>
                  </a:lnTo>
                  <a:lnTo>
                    <a:pt x="1288" y="547"/>
                  </a:lnTo>
                  <a:lnTo>
                    <a:pt x="1288" y="550"/>
                  </a:lnTo>
                  <a:lnTo>
                    <a:pt x="1288" y="553"/>
                  </a:lnTo>
                  <a:lnTo>
                    <a:pt x="1289" y="557"/>
                  </a:lnTo>
                  <a:lnTo>
                    <a:pt x="1288" y="557"/>
                  </a:lnTo>
                  <a:lnTo>
                    <a:pt x="1288" y="558"/>
                  </a:lnTo>
                  <a:lnTo>
                    <a:pt x="1288" y="561"/>
                  </a:lnTo>
                  <a:lnTo>
                    <a:pt x="1289" y="562"/>
                  </a:lnTo>
                  <a:lnTo>
                    <a:pt x="1290" y="566"/>
                  </a:lnTo>
                  <a:lnTo>
                    <a:pt x="1293" y="568"/>
                  </a:lnTo>
                  <a:lnTo>
                    <a:pt x="1294" y="570"/>
                  </a:lnTo>
                  <a:lnTo>
                    <a:pt x="1296" y="571"/>
                  </a:lnTo>
                  <a:lnTo>
                    <a:pt x="1296" y="574"/>
                  </a:lnTo>
                  <a:lnTo>
                    <a:pt x="1296" y="574"/>
                  </a:lnTo>
                  <a:lnTo>
                    <a:pt x="1297" y="575"/>
                  </a:lnTo>
                  <a:lnTo>
                    <a:pt x="1297" y="574"/>
                  </a:lnTo>
                  <a:lnTo>
                    <a:pt x="1298" y="574"/>
                  </a:lnTo>
                  <a:lnTo>
                    <a:pt x="1299" y="576"/>
                  </a:lnTo>
                  <a:lnTo>
                    <a:pt x="1299" y="579"/>
                  </a:lnTo>
                  <a:lnTo>
                    <a:pt x="1302" y="580"/>
                  </a:lnTo>
                  <a:lnTo>
                    <a:pt x="1303" y="584"/>
                  </a:lnTo>
                  <a:lnTo>
                    <a:pt x="1307" y="590"/>
                  </a:lnTo>
                  <a:lnTo>
                    <a:pt x="1309" y="592"/>
                  </a:lnTo>
                  <a:lnTo>
                    <a:pt x="1311" y="599"/>
                  </a:lnTo>
                  <a:lnTo>
                    <a:pt x="1315" y="603"/>
                  </a:lnTo>
                  <a:lnTo>
                    <a:pt x="1315" y="605"/>
                  </a:lnTo>
                  <a:lnTo>
                    <a:pt x="1318" y="605"/>
                  </a:lnTo>
                  <a:lnTo>
                    <a:pt x="1318" y="608"/>
                  </a:lnTo>
                  <a:lnTo>
                    <a:pt x="1321" y="612"/>
                  </a:lnTo>
                  <a:lnTo>
                    <a:pt x="1322" y="613"/>
                  </a:lnTo>
                  <a:lnTo>
                    <a:pt x="1322" y="615"/>
                  </a:lnTo>
                  <a:lnTo>
                    <a:pt x="1325" y="618"/>
                  </a:lnTo>
                  <a:lnTo>
                    <a:pt x="1326" y="621"/>
                  </a:lnTo>
                  <a:lnTo>
                    <a:pt x="1330" y="624"/>
                  </a:lnTo>
                  <a:lnTo>
                    <a:pt x="1331" y="626"/>
                  </a:lnTo>
                  <a:lnTo>
                    <a:pt x="1332" y="630"/>
                  </a:lnTo>
                  <a:lnTo>
                    <a:pt x="1331" y="629"/>
                  </a:lnTo>
                  <a:lnTo>
                    <a:pt x="1330" y="626"/>
                  </a:lnTo>
                  <a:lnTo>
                    <a:pt x="1327" y="625"/>
                  </a:lnTo>
                  <a:lnTo>
                    <a:pt x="1325" y="624"/>
                  </a:lnTo>
                  <a:lnTo>
                    <a:pt x="1323" y="620"/>
                  </a:lnTo>
                  <a:lnTo>
                    <a:pt x="1321" y="618"/>
                  </a:lnTo>
                  <a:lnTo>
                    <a:pt x="1318" y="618"/>
                  </a:lnTo>
                  <a:lnTo>
                    <a:pt x="1315" y="618"/>
                  </a:lnTo>
                  <a:lnTo>
                    <a:pt x="1314" y="618"/>
                  </a:lnTo>
                  <a:lnTo>
                    <a:pt x="1313" y="618"/>
                  </a:lnTo>
                  <a:lnTo>
                    <a:pt x="1313" y="620"/>
                  </a:lnTo>
                  <a:lnTo>
                    <a:pt x="1313" y="622"/>
                  </a:lnTo>
                  <a:lnTo>
                    <a:pt x="1311" y="624"/>
                  </a:lnTo>
                  <a:lnTo>
                    <a:pt x="1313" y="626"/>
                  </a:lnTo>
                  <a:lnTo>
                    <a:pt x="1313" y="629"/>
                  </a:lnTo>
                  <a:lnTo>
                    <a:pt x="1313" y="633"/>
                  </a:lnTo>
                  <a:lnTo>
                    <a:pt x="1314" y="636"/>
                  </a:lnTo>
                  <a:lnTo>
                    <a:pt x="1314" y="640"/>
                  </a:lnTo>
                  <a:lnTo>
                    <a:pt x="1314" y="643"/>
                  </a:lnTo>
                  <a:lnTo>
                    <a:pt x="1315" y="646"/>
                  </a:lnTo>
                  <a:lnTo>
                    <a:pt x="1317" y="650"/>
                  </a:lnTo>
                  <a:lnTo>
                    <a:pt x="1318" y="654"/>
                  </a:lnTo>
                  <a:lnTo>
                    <a:pt x="1319" y="655"/>
                  </a:lnTo>
                  <a:lnTo>
                    <a:pt x="1322" y="657"/>
                  </a:lnTo>
                  <a:lnTo>
                    <a:pt x="1325" y="659"/>
                  </a:lnTo>
                  <a:lnTo>
                    <a:pt x="1326" y="662"/>
                  </a:lnTo>
                  <a:lnTo>
                    <a:pt x="1326" y="665"/>
                  </a:lnTo>
                  <a:lnTo>
                    <a:pt x="1330" y="667"/>
                  </a:lnTo>
                  <a:lnTo>
                    <a:pt x="1331" y="667"/>
                  </a:lnTo>
                  <a:lnTo>
                    <a:pt x="1332" y="666"/>
                  </a:lnTo>
                  <a:lnTo>
                    <a:pt x="1334" y="668"/>
                  </a:lnTo>
                  <a:lnTo>
                    <a:pt x="1335" y="671"/>
                  </a:lnTo>
                  <a:lnTo>
                    <a:pt x="1336" y="674"/>
                  </a:lnTo>
                  <a:lnTo>
                    <a:pt x="1336" y="676"/>
                  </a:lnTo>
                  <a:lnTo>
                    <a:pt x="1336" y="679"/>
                  </a:lnTo>
                  <a:lnTo>
                    <a:pt x="1336" y="680"/>
                  </a:lnTo>
                  <a:lnTo>
                    <a:pt x="1336" y="682"/>
                  </a:lnTo>
                  <a:lnTo>
                    <a:pt x="1335" y="680"/>
                  </a:lnTo>
                  <a:lnTo>
                    <a:pt x="1335" y="678"/>
                  </a:lnTo>
                  <a:lnTo>
                    <a:pt x="1332" y="675"/>
                  </a:lnTo>
                  <a:lnTo>
                    <a:pt x="1332" y="674"/>
                  </a:lnTo>
                  <a:lnTo>
                    <a:pt x="1334" y="672"/>
                  </a:lnTo>
                  <a:lnTo>
                    <a:pt x="1332" y="671"/>
                  </a:lnTo>
                  <a:lnTo>
                    <a:pt x="1331" y="671"/>
                  </a:lnTo>
                  <a:lnTo>
                    <a:pt x="1331" y="672"/>
                  </a:lnTo>
                  <a:lnTo>
                    <a:pt x="1326" y="672"/>
                  </a:lnTo>
                  <a:lnTo>
                    <a:pt x="1325" y="672"/>
                  </a:lnTo>
                  <a:lnTo>
                    <a:pt x="1325" y="670"/>
                  </a:lnTo>
                  <a:lnTo>
                    <a:pt x="1323" y="670"/>
                  </a:lnTo>
                  <a:lnTo>
                    <a:pt x="1322" y="672"/>
                  </a:lnTo>
                  <a:lnTo>
                    <a:pt x="1321" y="675"/>
                  </a:lnTo>
                  <a:lnTo>
                    <a:pt x="1322" y="679"/>
                  </a:lnTo>
                  <a:lnTo>
                    <a:pt x="1323" y="680"/>
                  </a:lnTo>
                  <a:lnTo>
                    <a:pt x="1322" y="683"/>
                  </a:lnTo>
                  <a:lnTo>
                    <a:pt x="1323" y="686"/>
                  </a:lnTo>
                  <a:lnTo>
                    <a:pt x="1319" y="684"/>
                  </a:lnTo>
                  <a:lnTo>
                    <a:pt x="1318" y="680"/>
                  </a:lnTo>
                  <a:lnTo>
                    <a:pt x="1315" y="679"/>
                  </a:lnTo>
                  <a:lnTo>
                    <a:pt x="1314" y="675"/>
                  </a:lnTo>
                  <a:lnTo>
                    <a:pt x="1315" y="671"/>
                  </a:lnTo>
                  <a:lnTo>
                    <a:pt x="1315" y="667"/>
                  </a:lnTo>
                  <a:lnTo>
                    <a:pt x="1315" y="665"/>
                  </a:lnTo>
                  <a:lnTo>
                    <a:pt x="1313" y="661"/>
                  </a:lnTo>
                  <a:lnTo>
                    <a:pt x="1311" y="658"/>
                  </a:lnTo>
                  <a:lnTo>
                    <a:pt x="1310" y="655"/>
                  </a:lnTo>
                  <a:lnTo>
                    <a:pt x="1309" y="651"/>
                  </a:lnTo>
                  <a:lnTo>
                    <a:pt x="1309" y="646"/>
                  </a:lnTo>
                  <a:lnTo>
                    <a:pt x="1307" y="642"/>
                  </a:lnTo>
                  <a:lnTo>
                    <a:pt x="1307" y="641"/>
                  </a:lnTo>
                  <a:lnTo>
                    <a:pt x="1303" y="636"/>
                  </a:lnTo>
                  <a:lnTo>
                    <a:pt x="1301" y="633"/>
                  </a:lnTo>
                  <a:lnTo>
                    <a:pt x="1301" y="630"/>
                  </a:lnTo>
                  <a:lnTo>
                    <a:pt x="1301" y="628"/>
                  </a:lnTo>
                  <a:lnTo>
                    <a:pt x="1299" y="624"/>
                  </a:lnTo>
                  <a:lnTo>
                    <a:pt x="1298" y="620"/>
                  </a:lnTo>
                  <a:lnTo>
                    <a:pt x="1299" y="617"/>
                  </a:lnTo>
                  <a:lnTo>
                    <a:pt x="1298" y="616"/>
                  </a:lnTo>
                  <a:lnTo>
                    <a:pt x="1298" y="612"/>
                  </a:lnTo>
                  <a:lnTo>
                    <a:pt x="1297" y="608"/>
                  </a:lnTo>
                  <a:lnTo>
                    <a:pt x="1296" y="605"/>
                  </a:lnTo>
                  <a:lnTo>
                    <a:pt x="1293" y="601"/>
                  </a:lnTo>
                  <a:lnTo>
                    <a:pt x="1293" y="600"/>
                  </a:lnTo>
                  <a:lnTo>
                    <a:pt x="1294" y="599"/>
                  </a:lnTo>
                  <a:lnTo>
                    <a:pt x="1292" y="596"/>
                  </a:lnTo>
                  <a:lnTo>
                    <a:pt x="1289" y="595"/>
                  </a:lnTo>
                  <a:lnTo>
                    <a:pt x="1289" y="592"/>
                  </a:lnTo>
                  <a:lnTo>
                    <a:pt x="1288" y="590"/>
                  </a:lnTo>
                  <a:lnTo>
                    <a:pt x="1288" y="587"/>
                  </a:lnTo>
                  <a:lnTo>
                    <a:pt x="1288" y="583"/>
                  </a:lnTo>
                  <a:lnTo>
                    <a:pt x="1285" y="579"/>
                  </a:lnTo>
                  <a:lnTo>
                    <a:pt x="1282" y="578"/>
                  </a:lnTo>
                  <a:lnTo>
                    <a:pt x="1277" y="572"/>
                  </a:lnTo>
                  <a:lnTo>
                    <a:pt x="1278" y="571"/>
                  </a:lnTo>
                  <a:lnTo>
                    <a:pt x="1277" y="570"/>
                  </a:lnTo>
                  <a:lnTo>
                    <a:pt x="1274" y="568"/>
                  </a:lnTo>
                  <a:lnTo>
                    <a:pt x="1273" y="565"/>
                  </a:lnTo>
                  <a:lnTo>
                    <a:pt x="1272" y="559"/>
                  </a:lnTo>
                  <a:lnTo>
                    <a:pt x="1271" y="555"/>
                  </a:lnTo>
                  <a:lnTo>
                    <a:pt x="1271" y="554"/>
                  </a:lnTo>
                  <a:lnTo>
                    <a:pt x="1271" y="550"/>
                  </a:lnTo>
                  <a:lnTo>
                    <a:pt x="1268" y="546"/>
                  </a:lnTo>
                  <a:lnTo>
                    <a:pt x="1265" y="543"/>
                  </a:lnTo>
                  <a:lnTo>
                    <a:pt x="1265" y="540"/>
                  </a:lnTo>
                  <a:lnTo>
                    <a:pt x="1263" y="538"/>
                  </a:lnTo>
                  <a:lnTo>
                    <a:pt x="1264" y="534"/>
                  </a:lnTo>
                  <a:lnTo>
                    <a:pt x="1265" y="533"/>
                  </a:lnTo>
                  <a:lnTo>
                    <a:pt x="1267" y="536"/>
                  </a:lnTo>
                  <a:lnTo>
                    <a:pt x="1269" y="536"/>
                  </a:lnTo>
                  <a:lnTo>
                    <a:pt x="1271" y="534"/>
                  </a:lnTo>
                  <a:lnTo>
                    <a:pt x="1271" y="532"/>
                  </a:lnTo>
                  <a:lnTo>
                    <a:pt x="1268" y="532"/>
                  </a:lnTo>
                  <a:lnTo>
                    <a:pt x="1268" y="530"/>
                  </a:lnTo>
                  <a:lnTo>
                    <a:pt x="1269" y="529"/>
                  </a:lnTo>
                  <a:lnTo>
                    <a:pt x="1271" y="529"/>
                  </a:lnTo>
                  <a:lnTo>
                    <a:pt x="1269" y="526"/>
                  </a:lnTo>
                  <a:lnTo>
                    <a:pt x="1268" y="528"/>
                  </a:lnTo>
                  <a:lnTo>
                    <a:pt x="1268" y="528"/>
                  </a:lnTo>
                  <a:lnTo>
                    <a:pt x="1268" y="525"/>
                  </a:lnTo>
                  <a:lnTo>
                    <a:pt x="1267" y="524"/>
                  </a:lnTo>
                  <a:lnTo>
                    <a:pt x="1263" y="521"/>
                  </a:lnTo>
                  <a:lnTo>
                    <a:pt x="1259" y="518"/>
                  </a:lnTo>
                  <a:lnTo>
                    <a:pt x="1261" y="517"/>
                  </a:lnTo>
                  <a:lnTo>
                    <a:pt x="1263" y="518"/>
                  </a:lnTo>
                  <a:lnTo>
                    <a:pt x="1264" y="518"/>
                  </a:lnTo>
                  <a:lnTo>
                    <a:pt x="1264" y="517"/>
                  </a:lnTo>
                  <a:lnTo>
                    <a:pt x="1264" y="516"/>
                  </a:lnTo>
                  <a:lnTo>
                    <a:pt x="1264" y="515"/>
                  </a:lnTo>
                  <a:close/>
                  <a:moveTo>
                    <a:pt x="1198" y="511"/>
                  </a:moveTo>
                  <a:lnTo>
                    <a:pt x="1198" y="512"/>
                  </a:lnTo>
                  <a:lnTo>
                    <a:pt x="1197" y="513"/>
                  </a:lnTo>
                  <a:lnTo>
                    <a:pt x="1198" y="515"/>
                  </a:lnTo>
                  <a:lnTo>
                    <a:pt x="1197" y="516"/>
                  </a:lnTo>
                  <a:lnTo>
                    <a:pt x="1195" y="515"/>
                  </a:lnTo>
                  <a:lnTo>
                    <a:pt x="1195" y="516"/>
                  </a:lnTo>
                  <a:lnTo>
                    <a:pt x="1195" y="516"/>
                  </a:lnTo>
                  <a:lnTo>
                    <a:pt x="1194" y="516"/>
                  </a:lnTo>
                  <a:lnTo>
                    <a:pt x="1193" y="515"/>
                  </a:lnTo>
                  <a:lnTo>
                    <a:pt x="1193" y="513"/>
                  </a:lnTo>
                  <a:lnTo>
                    <a:pt x="1195" y="512"/>
                  </a:lnTo>
                  <a:lnTo>
                    <a:pt x="1197" y="511"/>
                  </a:lnTo>
                  <a:lnTo>
                    <a:pt x="1198" y="511"/>
                  </a:lnTo>
                  <a:close/>
                  <a:moveTo>
                    <a:pt x="1203" y="509"/>
                  </a:moveTo>
                  <a:lnTo>
                    <a:pt x="1205" y="509"/>
                  </a:lnTo>
                  <a:lnTo>
                    <a:pt x="1207" y="509"/>
                  </a:lnTo>
                  <a:lnTo>
                    <a:pt x="1209" y="509"/>
                  </a:lnTo>
                  <a:lnTo>
                    <a:pt x="1209" y="511"/>
                  </a:lnTo>
                  <a:lnTo>
                    <a:pt x="1207" y="512"/>
                  </a:lnTo>
                  <a:lnTo>
                    <a:pt x="1207" y="513"/>
                  </a:lnTo>
                  <a:lnTo>
                    <a:pt x="1209" y="512"/>
                  </a:lnTo>
                  <a:lnTo>
                    <a:pt x="1209" y="511"/>
                  </a:lnTo>
                  <a:lnTo>
                    <a:pt x="1211" y="511"/>
                  </a:lnTo>
                  <a:lnTo>
                    <a:pt x="1211" y="512"/>
                  </a:lnTo>
                  <a:lnTo>
                    <a:pt x="1210" y="513"/>
                  </a:lnTo>
                  <a:lnTo>
                    <a:pt x="1210" y="515"/>
                  </a:lnTo>
                  <a:lnTo>
                    <a:pt x="1210" y="516"/>
                  </a:lnTo>
                  <a:lnTo>
                    <a:pt x="1210" y="517"/>
                  </a:lnTo>
                  <a:lnTo>
                    <a:pt x="1209" y="518"/>
                  </a:lnTo>
                  <a:lnTo>
                    <a:pt x="1206" y="518"/>
                  </a:lnTo>
                  <a:lnTo>
                    <a:pt x="1205" y="516"/>
                  </a:lnTo>
                  <a:lnTo>
                    <a:pt x="1203" y="516"/>
                  </a:lnTo>
                  <a:lnTo>
                    <a:pt x="1203" y="517"/>
                  </a:lnTo>
                  <a:lnTo>
                    <a:pt x="1202" y="518"/>
                  </a:lnTo>
                  <a:lnTo>
                    <a:pt x="1202" y="518"/>
                  </a:lnTo>
                  <a:lnTo>
                    <a:pt x="1199" y="515"/>
                  </a:lnTo>
                  <a:lnTo>
                    <a:pt x="1199" y="513"/>
                  </a:lnTo>
                  <a:lnTo>
                    <a:pt x="1202" y="512"/>
                  </a:lnTo>
                  <a:lnTo>
                    <a:pt x="1202" y="509"/>
                  </a:lnTo>
                  <a:lnTo>
                    <a:pt x="1203" y="509"/>
                  </a:lnTo>
                  <a:close/>
                  <a:moveTo>
                    <a:pt x="1530" y="453"/>
                  </a:moveTo>
                  <a:lnTo>
                    <a:pt x="1533" y="454"/>
                  </a:lnTo>
                  <a:lnTo>
                    <a:pt x="1535" y="455"/>
                  </a:lnTo>
                  <a:lnTo>
                    <a:pt x="1536" y="455"/>
                  </a:lnTo>
                  <a:lnTo>
                    <a:pt x="1539" y="457"/>
                  </a:lnTo>
                  <a:lnTo>
                    <a:pt x="1542" y="459"/>
                  </a:lnTo>
                  <a:lnTo>
                    <a:pt x="1543" y="459"/>
                  </a:lnTo>
                  <a:lnTo>
                    <a:pt x="1540" y="461"/>
                  </a:lnTo>
                  <a:lnTo>
                    <a:pt x="1539" y="459"/>
                  </a:lnTo>
                  <a:lnTo>
                    <a:pt x="1535" y="458"/>
                  </a:lnTo>
                  <a:lnTo>
                    <a:pt x="1533" y="455"/>
                  </a:lnTo>
                  <a:lnTo>
                    <a:pt x="1530" y="455"/>
                  </a:lnTo>
                  <a:lnTo>
                    <a:pt x="1529" y="454"/>
                  </a:lnTo>
                  <a:lnTo>
                    <a:pt x="1530" y="453"/>
                  </a:lnTo>
                  <a:close/>
                  <a:moveTo>
                    <a:pt x="1509" y="443"/>
                  </a:moveTo>
                  <a:lnTo>
                    <a:pt x="1511" y="445"/>
                  </a:lnTo>
                  <a:lnTo>
                    <a:pt x="1510" y="445"/>
                  </a:lnTo>
                  <a:lnTo>
                    <a:pt x="1510" y="446"/>
                  </a:lnTo>
                  <a:lnTo>
                    <a:pt x="1513" y="449"/>
                  </a:lnTo>
                  <a:lnTo>
                    <a:pt x="1515" y="450"/>
                  </a:lnTo>
                  <a:lnTo>
                    <a:pt x="1515" y="451"/>
                  </a:lnTo>
                  <a:lnTo>
                    <a:pt x="1519" y="454"/>
                  </a:lnTo>
                  <a:lnTo>
                    <a:pt x="1522" y="455"/>
                  </a:lnTo>
                  <a:lnTo>
                    <a:pt x="1523" y="458"/>
                  </a:lnTo>
                  <a:lnTo>
                    <a:pt x="1522" y="458"/>
                  </a:lnTo>
                  <a:lnTo>
                    <a:pt x="1519" y="458"/>
                  </a:lnTo>
                  <a:lnTo>
                    <a:pt x="1518" y="455"/>
                  </a:lnTo>
                  <a:lnTo>
                    <a:pt x="1517" y="457"/>
                  </a:lnTo>
                  <a:lnTo>
                    <a:pt x="1515" y="457"/>
                  </a:lnTo>
                  <a:lnTo>
                    <a:pt x="1514" y="454"/>
                  </a:lnTo>
                  <a:lnTo>
                    <a:pt x="1511" y="454"/>
                  </a:lnTo>
                  <a:lnTo>
                    <a:pt x="1510" y="451"/>
                  </a:lnTo>
                  <a:lnTo>
                    <a:pt x="1510" y="450"/>
                  </a:lnTo>
                  <a:lnTo>
                    <a:pt x="1509" y="449"/>
                  </a:lnTo>
                  <a:lnTo>
                    <a:pt x="1506" y="449"/>
                  </a:lnTo>
                  <a:lnTo>
                    <a:pt x="1505" y="447"/>
                  </a:lnTo>
                  <a:lnTo>
                    <a:pt x="1505" y="446"/>
                  </a:lnTo>
                  <a:lnTo>
                    <a:pt x="1506" y="445"/>
                  </a:lnTo>
                  <a:lnTo>
                    <a:pt x="1508" y="445"/>
                  </a:lnTo>
                  <a:lnTo>
                    <a:pt x="1509" y="443"/>
                  </a:lnTo>
                  <a:close/>
                  <a:moveTo>
                    <a:pt x="80" y="433"/>
                  </a:moveTo>
                  <a:lnTo>
                    <a:pt x="83" y="433"/>
                  </a:lnTo>
                  <a:lnTo>
                    <a:pt x="83" y="434"/>
                  </a:lnTo>
                  <a:lnTo>
                    <a:pt x="81" y="436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1" y="438"/>
                  </a:lnTo>
                  <a:lnTo>
                    <a:pt x="81" y="437"/>
                  </a:lnTo>
                  <a:lnTo>
                    <a:pt x="79" y="436"/>
                  </a:lnTo>
                  <a:lnTo>
                    <a:pt x="79" y="434"/>
                  </a:lnTo>
                  <a:lnTo>
                    <a:pt x="80" y="433"/>
                  </a:lnTo>
                  <a:close/>
                  <a:moveTo>
                    <a:pt x="143" y="395"/>
                  </a:moveTo>
                  <a:lnTo>
                    <a:pt x="145" y="397"/>
                  </a:lnTo>
                  <a:lnTo>
                    <a:pt x="146" y="399"/>
                  </a:lnTo>
                  <a:lnTo>
                    <a:pt x="145" y="399"/>
                  </a:lnTo>
                  <a:lnTo>
                    <a:pt x="143" y="397"/>
                  </a:lnTo>
                  <a:lnTo>
                    <a:pt x="143" y="396"/>
                  </a:lnTo>
                  <a:lnTo>
                    <a:pt x="143" y="395"/>
                  </a:lnTo>
                  <a:close/>
                  <a:moveTo>
                    <a:pt x="1302" y="390"/>
                  </a:moveTo>
                  <a:lnTo>
                    <a:pt x="1302" y="392"/>
                  </a:lnTo>
                  <a:lnTo>
                    <a:pt x="1301" y="393"/>
                  </a:lnTo>
                  <a:lnTo>
                    <a:pt x="1299" y="393"/>
                  </a:lnTo>
                  <a:lnTo>
                    <a:pt x="1299" y="392"/>
                  </a:lnTo>
                  <a:lnTo>
                    <a:pt x="1301" y="391"/>
                  </a:lnTo>
                  <a:lnTo>
                    <a:pt x="1302" y="390"/>
                  </a:lnTo>
                  <a:close/>
                  <a:moveTo>
                    <a:pt x="401" y="368"/>
                  </a:moveTo>
                  <a:lnTo>
                    <a:pt x="404" y="368"/>
                  </a:lnTo>
                  <a:lnTo>
                    <a:pt x="405" y="370"/>
                  </a:lnTo>
                  <a:lnTo>
                    <a:pt x="407" y="368"/>
                  </a:lnTo>
                  <a:lnTo>
                    <a:pt x="409" y="370"/>
                  </a:lnTo>
                  <a:lnTo>
                    <a:pt x="409" y="372"/>
                  </a:lnTo>
                  <a:lnTo>
                    <a:pt x="409" y="372"/>
                  </a:lnTo>
                  <a:lnTo>
                    <a:pt x="407" y="374"/>
                  </a:lnTo>
                  <a:lnTo>
                    <a:pt x="404" y="372"/>
                  </a:lnTo>
                  <a:lnTo>
                    <a:pt x="404" y="371"/>
                  </a:lnTo>
                  <a:lnTo>
                    <a:pt x="403" y="370"/>
                  </a:lnTo>
                  <a:lnTo>
                    <a:pt x="401" y="368"/>
                  </a:lnTo>
                  <a:close/>
                  <a:moveTo>
                    <a:pt x="1446" y="355"/>
                  </a:moveTo>
                  <a:lnTo>
                    <a:pt x="1447" y="355"/>
                  </a:lnTo>
                  <a:lnTo>
                    <a:pt x="1450" y="358"/>
                  </a:lnTo>
                  <a:lnTo>
                    <a:pt x="1451" y="362"/>
                  </a:lnTo>
                  <a:lnTo>
                    <a:pt x="1451" y="365"/>
                  </a:lnTo>
                  <a:lnTo>
                    <a:pt x="1450" y="365"/>
                  </a:lnTo>
                  <a:lnTo>
                    <a:pt x="1447" y="367"/>
                  </a:lnTo>
                  <a:lnTo>
                    <a:pt x="1446" y="368"/>
                  </a:lnTo>
                  <a:lnTo>
                    <a:pt x="1444" y="371"/>
                  </a:lnTo>
                  <a:lnTo>
                    <a:pt x="1444" y="374"/>
                  </a:lnTo>
                  <a:lnTo>
                    <a:pt x="1443" y="374"/>
                  </a:lnTo>
                  <a:lnTo>
                    <a:pt x="1444" y="376"/>
                  </a:lnTo>
                  <a:lnTo>
                    <a:pt x="1444" y="379"/>
                  </a:lnTo>
                  <a:lnTo>
                    <a:pt x="1444" y="379"/>
                  </a:lnTo>
                  <a:lnTo>
                    <a:pt x="1442" y="376"/>
                  </a:lnTo>
                  <a:lnTo>
                    <a:pt x="1442" y="375"/>
                  </a:lnTo>
                  <a:lnTo>
                    <a:pt x="1443" y="374"/>
                  </a:lnTo>
                  <a:lnTo>
                    <a:pt x="1442" y="371"/>
                  </a:lnTo>
                  <a:lnTo>
                    <a:pt x="1442" y="370"/>
                  </a:lnTo>
                  <a:lnTo>
                    <a:pt x="1440" y="366"/>
                  </a:lnTo>
                  <a:lnTo>
                    <a:pt x="1440" y="363"/>
                  </a:lnTo>
                  <a:lnTo>
                    <a:pt x="1440" y="363"/>
                  </a:lnTo>
                  <a:lnTo>
                    <a:pt x="1439" y="365"/>
                  </a:lnTo>
                  <a:lnTo>
                    <a:pt x="1438" y="365"/>
                  </a:lnTo>
                  <a:lnTo>
                    <a:pt x="1439" y="362"/>
                  </a:lnTo>
                  <a:lnTo>
                    <a:pt x="1439" y="362"/>
                  </a:lnTo>
                  <a:lnTo>
                    <a:pt x="1443" y="358"/>
                  </a:lnTo>
                  <a:lnTo>
                    <a:pt x="1443" y="358"/>
                  </a:lnTo>
                  <a:lnTo>
                    <a:pt x="1444" y="357"/>
                  </a:lnTo>
                  <a:lnTo>
                    <a:pt x="1446" y="355"/>
                  </a:lnTo>
                  <a:close/>
                  <a:moveTo>
                    <a:pt x="216" y="349"/>
                  </a:moveTo>
                  <a:lnTo>
                    <a:pt x="218" y="349"/>
                  </a:lnTo>
                  <a:lnTo>
                    <a:pt x="217" y="350"/>
                  </a:lnTo>
                  <a:lnTo>
                    <a:pt x="214" y="350"/>
                  </a:lnTo>
                  <a:lnTo>
                    <a:pt x="214" y="351"/>
                  </a:lnTo>
                  <a:lnTo>
                    <a:pt x="213" y="351"/>
                  </a:lnTo>
                  <a:lnTo>
                    <a:pt x="213" y="350"/>
                  </a:lnTo>
                  <a:lnTo>
                    <a:pt x="216" y="349"/>
                  </a:lnTo>
                  <a:close/>
                  <a:moveTo>
                    <a:pt x="245" y="349"/>
                  </a:moveTo>
                  <a:lnTo>
                    <a:pt x="246" y="350"/>
                  </a:lnTo>
                  <a:lnTo>
                    <a:pt x="245" y="351"/>
                  </a:lnTo>
                  <a:lnTo>
                    <a:pt x="242" y="351"/>
                  </a:lnTo>
                  <a:lnTo>
                    <a:pt x="243" y="349"/>
                  </a:lnTo>
                  <a:lnTo>
                    <a:pt x="245" y="349"/>
                  </a:lnTo>
                  <a:close/>
                  <a:moveTo>
                    <a:pt x="250" y="347"/>
                  </a:moveTo>
                  <a:lnTo>
                    <a:pt x="250" y="349"/>
                  </a:lnTo>
                  <a:lnTo>
                    <a:pt x="249" y="351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9" y="347"/>
                  </a:lnTo>
                  <a:lnTo>
                    <a:pt x="250" y="347"/>
                  </a:lnTo>
                  <a:close/>
                  <a:moveTo>
                    <a:pt x="261" y="336"/>
                  </a:moveTo>
                  <a:lnTo>
                    <a:pt x="262" y="337"/>
                  </a:lnTo>
                  <a:lnTo>
                    <a:pt x="262" y="338"/>
                  </a:lnTo>
                  <a:lnTo>
                    <a:pt x="261" y="338"/>
                  </a:lnTo>
                  <a:lnTo>
                    <a:pt x="259" y="337"/>
                  </a:lnTo>
                  <a:lnTo>
                    <a:pt x="261" y="336"/>
                  </a:lnTo>
                  <a:close/>
                  <a:moveTo>
                    <a:pt x="275" y="336"/>
                  </a:moveTo>
                  <a:lnTo>
                    <a:pt x="278" y="337"/>
                  </a:lnTo>
                  <a:lnTo>
                    <a:pt x="276" y="337"/>
                  </a:lnTo>
                  <a:lnTo>
                    <a:pt x="274" y="338"/>
                  </a:lnTo>
                  <a:lnTo>
                    <a:pt x="272" y="340"/>
                  </a:lnTo>
                  <a:lnTo>
                    <a:pt x="271" y="340"/>
                  </a:lnTo>
                  <a:lnTo>
                    <a:pt x="272" y="337"/>
                  </a:lnTo>
                  <a:lnTo>
                    <a:pt x="275" y="336"/>
                  </a:lnTo>
                  <a:close/>
                  <a:moveTo>
                    <a:pt x="250" y="336"/>
                  </a:moveTo>
                  <a:lnTo>
                    <a:pt x="251" y="336"/>
                  </a:lnTo>
                  <a:lnTo>
                    <a:pt x="250" y="337"/>
                  </a:lnTo>
                  <a:lnTo>
                    <a:pt x="249" y="337"/>
                  </a:lnTo>
                  <a:lnTo>
                    <a:pt x="249" y="337"/>
                  </a:lnTo>
                  <a:lnTo>
                    <a:pt x="250" y="336"/>
                  </a:lnTo>
                  <a:close/>
                  <a:moveTo>
                    <a:pt x="254" y="336"/>
                  </a:moveTo>
                  <a:lnTo>
                    <a:pt x="257" y="336"/>
                  </a:lnTo>
                  <a:lnTo>
                    <a:pt x="257" y="338"/>
                  </a:lnTo>
                  <a:lnTo>
                    <a:pt x="255" y="338"/>
                  </a:lnTo>
                  <a:lnTo>
                    <a:pt x="254" y="337"/>
                  </a:lnTo>
                  <a:lnTo>
                    <a:pt x="253" y="336"/>
                  </a:lnTo>
                  <a:lnTo>
                    <a:pt x="254" y="336"/>
                  </a:lnTo>
                  <a:close/>
                  <a:moveTo>
                    <a:pt x="188" y="329"/>
                  </a:moveTo>
                  <a:lnTo>
                    <a:pt x="192" y="329"/>
                  </a:lnTo>
                  <a:lnTo>
                    <a:pt x="201" y="333"/>
                  </a:lnTo>
                  <a:lnTo>
                    <a:pt x="203" y="336"/>
                  </a:lnTo>
                  <a:lnTo>
                    <a:pt x="203" y="338"/>
                  </a:lnTo>
                  <a:lnTo>
                    <a:pt x="201" y="341"/>
                  </a:lnTo>
                  <a:lnTo>
                    <a:pt x="203" y="338"/>
                  </a:lnTo>
                  <a:lnTo>
                    <a:pt x="201" y="336"/>
                  </a:lnTo>
                  <a:lnTo>
                    <a:pt x="200" y="337"/>
                  </a:lnTo>
                  <a:lnTo>
                    <a:pt x="200" y="341"/>
                  </a:lnTo>
                  <a:lnTo>
                    <a:pt x="197" y="343"/>
                  </a:lnTo>
                  <a:lnTo>
                    <a:pt x="195" y="346"/>
                  </a:lnTo>
                  <a:lnTo>
                    <a:pt x="192" y="347"/>
                  </a:lnTo>
                  <a:lnTo>
                    <a:pt x="191" y="349"/>
                  </a:lnTo>
                  <a:lnTo>
                    <a:pt x="188" y="349"/>
                  </a:lnTo>
                  <a:lnTo>
                    <a:pt x="189" y="347"/>
                  </a:lnTo>
                  <a:lnTo>
                    <a:pt x="187" y="346"/>
                  </a:lnTo>
                  <a:lnTo>
                    <a:pt x="187" y="346"/>
                  </a:lnTo>
                  <a:lnTo>
                    <a:pt x="186" y="343"/>
                  </a:lnTo>
                  <a:lnTo>
                    <a:pt x="184" y="341"/>
                  </a:lnTo>
                  <a:lnTo>
                    <a:pt x="184" y="336"/>
                  </a:lnTo>
                  <a:lnTo>
                    <a:pt x="186" y="330"/>
                  </a:lnTo>
                  <a:lnTo>
                    <a:pt x="188" y="329"/>
                  </a:lnTo>
                  <a:close/>
                  <a:moveTo>
                    <a:pt x="292" y="326"/>
                  </a:moveTo>
                  <a:lnTo>
                    <a:pt x="290" y="329"/>
                  </a:lnTo>
                  <a:lnTo>
                    <a:pt x="290" y="328"/>
                  </a:lnTo>
                  <a:lnTo>
                    <a:pt x="292" y="326"/>
                  </a:lnTo>
                  <a:close/>
                  <a:moveTo>
                    <a:pt x="283" y="318"/>
                  </a:moveTo>
                  <a:lnTo>
                    <a:pt x="284" y="321"/>
                  </a:lnTo>
                  <a:lnTo>
                    <a:pt x="288" y="322"/>
                  </a:lnTo>
                  <a:lnTo>
                    <a:pt x="288" y="325"/>
                  </a:lnTo>
                  <a:lnTo>
                    <a:pt x="284" y="322"/>
                  </a:lnTo>
                  <a:lnTo>
                    <a:pt x="282" y="320"/>
                  </a:lnTo>
                  <a:lnTo>
                    <a:pt x="283" y="318"/>
                  </a:lnTo>
                  <a:close/>
                  <a:moveTo>
                    <a:pt x="279" y="316"/>
                  </a:moveTo>
                  <a:lnTo>
                    <a:pt x="280" y="317"/>
                  </a:lnTo>
                  <a:lnTo>
                    <a:pt x="279" y="318"/>
                  </a:lnTo>
                  <a:lnTo>
                    <a:pt x="279" y="318"/>
                  </a:lnTo>
                  <a:lnTo>
                    <a:pt x="279" y="316"/>
                  </a:lnTo>
                  <a:close/>
                  <a:moveTo>
                    <a:pt x="359" y="309"/>
                  </a:moveTo>
                  <a:lnTo>
                    <a:pt x="361" y="311"/>
                  </a:lnTo>
                  <a:lnTo>
                    <a:pt x="361" y="313"/>
                  </a:lnTo>
                  <a:lnTo>
                    <a:pt x="359" y="315"/>
                  </a:lnTo>
                  <a:lnTo>
                    <a:pt x="358" y="313"/>
                  </a:lnTo>
                  <a:lnTo>
                    <a:pt x="358" y="313"/>
                  </a:lnTo>
                  <a:lnTo>
                    <a:pt x="358" y="312"/>
                  </a:lnTo>
                  <a:lnTo>
                    <a:pt x="358" y="311"/>
                  </a:lnTo>
                  <a:lnTo>
                    <a:pt x="359" y="309"/>
                  </a:lnTo>
                  <a:close/>
                  <a:moveTo>
                    <a:pt x="1398" y="297"/>
                  </a:moveTo>
                  <a:lnTo>
                    <a:pt x="1398" y="297"/>
                  </a:lnTo>
                  <a:lnTo>
                    <a:pt x="1398" y="299"/>
                  </a:lnTo>
                  <a:lnTo>
                    <a:pt x="1397" y="300"/>
                  </a:lnTo>
                  <a:lnTo>
                    <a:pt x="1397" y="299"/>
                  </a:lnTo>
                  <a:lnTo>
                    <a:pt x="1397" y="297"/>
                  </a:lnTo>
                  <a:lnTo>
                    <a:pt x="1398" y="297"/>
                  </a:lnTo>
                  <a:close/>
                  <a:moveTo>
                    <a:pt x="275" y="293"/>
                  </a:moveTo>
                  <a:lnTo>
                    <a:pt x="276" y="293"/>
                  </a:lnTo>
                  <a:lnTo>
                    <a:pt x="279" y="296"/>
                  </a:lnTo>
                  <a:lnTo>
                    <a:pt x="280" y="297"/>
                  </a:lnTo>
                  <a:lnTo>
                    <a:pt x="283" y="299"/>
                  </a:lnTo>
                  <a:lnTo>
                    <a:pt x="286" y="301"/>
                  </a:lnTo>
                  <a:lnTo>
                    <a:pt x="288" y="301"/>
                  </a:lnTo>
                  <a:lnTo>
                    <a:pt x="291" y="305"/>
                  </a:lnTo>
                  <a:lnTo>
                    <a:pt x="295" y="308"/>
                  </a:lnTo>
                  <a:lnTo>
                    <a:pt x="295" y="312"/>
                  </a:lnTo>
                  <a:lnTo>
                    <a:pt x="293" y="313"/>
                  </a:lnTo>
                  <a:lnTo>
                    <a:pt x="292" y="313"/>
                  </a:lnTo>
                  <a:lnTo>
                    <a:pt x="291" y="315"/>
                  </a:lnTo>
                  <a:lnTo>
                    <a:pt x="287" y="315"/>
                  </a:lnTo>
                  <a:lnTo>
                    <a:pt x="286" y="313"/>
                  </a:lnTo>
                  <a:lnTo>
                    <a:pt x="287" y="312"/>
                  </a:lnTo>
                  <a:lnTo>
                    <a:pt x="286" y="309"/>
                  </a:lnTo>
                  <a:lnTo>
                    <a:pt x="286" y="308"/>
                  </a:lnTo>
                  <a:lnTo>
                    <a:pt x="283" y="308"/>
                  </a:lnTo>
                  <a:lnTo>
                    <a:pt x="282" y="308"/>
                  </a:lnTo>
                  <a:lnTo>
                    <a:pt x="282" y="311"/>
                  </a:lnTo>
                  <a:lnTo>
                    <a:pt x="280" y="309"/>
                  </a:lnTo>
                  <a:lnTo>
                    <a:pt x="279" y="308"/>
                  </a:lnTo>
                  <a:lnTo>
                    <a:pt x="276" y="307"/>
                  </a:lnTo>
                  <a:lnTo>
                    <a:pt x="272" y="301"/>
                  </a:lnTo>
                  <a:lnTo>
                    <a:pt x="271" y="300"/>
                  </a:lnTo>
                  <a:lnTo>
                    <a:pt x="272" y="300"/>
                  </a:lnTo>
                  <a:lnTo>
                    <a:pt x="274" y="301"/>
                  </a:lnTo>
                  <a:lnTo>
                    <a:pt x="275" y="301"/>
                  </a:lnTo>
                  <a:lnTo>
                    <a:pt x="275" y="300"/>
                  </a:lnTo>
                  <a:lnTo>
                    <a:pt x="274" y="299"/>
                  </a:lnTo>
                  <a:lnTo>
                    <a:pt x="272" y="297"/>
                  </a:lnTo>
                  <a:lnTo>
                    <a:pt x="274" y="296"/>
                  </a:lnTo>
                  <a:lnTo>
                    <a:pt x="274" y="295"/>
                  </a:lnTo>
                  <a:lnTo>
                    <a:pt x="275" y="293"/>
                  </a:lnTo>
                  <a:close/>
                  <a:moveTo>
                    <a:pt x="1397" y="292"/>
                  </a:moveTo>
                  <a:lnTo>
                    <a:pt x="1398" y="293"/>
                  </a:lnTo>
                  <a:lnTo>
                    <a:pt x="1398" y="295"/>
                  </a:lnTo>
                  <a:lnTo>
                    <a:pt x="1397" y="296"/>
                  </a:lnTo>
                  <a:lnTo>
                    <a:pt x="1394" y="293"/>
                  </a:lnTo>
                  <a:lnTo>
                    <a:pt x="1394" y="292"/>
                  </a:lnTo>
                  <a:lnTo>
                    <a:pt x="1397" y="292"/>
                  </a:lnTo>
                  <a:close/>
                  <a:moveTo>
                    <a:pt x="214" y="280"/>
                  </a:moveTo>
                  <a:lnTo>
                    <a:pt x="216" y="282"/>
                  </a:lnTo>
                  <a:lnTo>
                    <a:pt x="216" y="283"/>
                  </a:lnTo>
                  <a:lnTo>
                    <a:pt x="218" y="283"/>
                  </a:lnTo>
                  <a:lnTo>
                    <a:pt x="220" y="286"/>
                  </a:lnTo>
                  <a:lnTo>
                    <a:pt x="218" y="287"/>
                  </a:lnTo>
                  <a:lnTo>
                    <a:pt x="220" y="288"/>
                  </a:lnTo>
                  <a:lnTo>
                    <a:pt x="220" y="290"/>
                  </a:lnTo>
                  <a:lnTo>
                    <a:pt x="218" y="290"/>
                  </a:lnTo>
                  <a:lnTo>
                    <a:pt x="217" y="287"/>
                  </a:lnTo>
                  <a:lnTo>
                    <a:pt x="214" y="287"/>
                  </a:lnTo>
                  <a:lnTo>
                    <a:pt x="214" y="284"/>
                  </a:lnTo>
                  <a:lnTo>
                    <a:pt x="213" y="284"/>
                  </a:lnTo>
                  <a:lnTo>
                    <a:pt x="212" y="284"/>
                  </a:lnTo>
                  <a:lnTo>
                    <a:pt x="211" y="283"/>
                  </a:lnTo>
                  <a:lnTo>
                    <a:pt x="209" y="282"/>
                  </a:lnTo>
                  <a:lnTo>
                    <a:pt x="212" y="280"/>
                  </a:lnTo>
                  <a:lnTo>
                    <a:pt x="214" y="280"/>
                  </a:lnTo>
                  <a:close/>
                  <a:moveTo>
                    <a:pt x="502" y="259"/>
                  </a:moveTo>
                  <a:lnTo>
                    <a:pt x="503" y="259"/>
                  </a:lnTo>
                  <a:lnTo>
                    <a:pt x="504" y="262"/>
                  </a:lnTo>
                  <a:lnTo>
                    <a:pt x="503" y="263"/>
                  </a:lnTo>
                  <a:lnTo>
                    <a:pt x="502" y="262"/>
                  </a:lnTo>
                  <a:lnTo>
                    <a:pt x="502" y="259"/>
                  </a:lnTo>
                  <a:close/>
                  <a:moveTo>
                    <a:pt x="498" y="253"/>
                  </a:moveTo>
                  <a:lnTo>
                    <a:pt x="500" y="255"/>
                  </a:lnTo>
                  <a:lnTo>
                    <a:pt x="500" y="262"/>
                  </a:lnTo>
                  <a:lnTo>
                    <a:pt x="499" y="263"/>
                  </a:lnTo>
                  <a:lnTo>
                    <a:pt x="499" y="263"/>
                  </a:lnTo>
                  <a:lnTo>
                    <a:pt x="499" y="259"/>
                  </a:lnTo>
                  <a:lnTo>
                    <a:pt x="498" y="257"/>
                  </a:lnTo>
                  <a:lnTo>
                    <a:pt x="498" y="253"/>
                  </a:lnTo>
                  <a:lnTo>
                    <a:pt x="498" y="253"/>
                  </a:lnTo>
                  <a:close/>
                  <a:moveTo>
                    <a:pt x="495" y="247"/>
                  </a:moveTo>
                  <a:lnTo>
                    <a:pt x="496" y="249"/>
                  </a:lnTo>
                  <a:lnTo>
                    <a:pt x="496" y="251"/>
                  </a:lnTo>
                  <a:lnTo>
                    <a:pt x="495" y="250"/>
                  </a:lnTo>
                  <a:lnTo>
                    <a:pt x="494" y="247"/>
                  </a:lnTo>
                  <a:lnTo>
                    <a:pt x="495" y="247"/>
                  </a:lnTo>
                  <a:close/>
                  <a:moveTo>
                    <a:pt x="216" y="224"/>
                  </a:moveTo>
                  <a:lnTo>
                    <a:pt x="218" y="224"/>
                  </a:lnTo>
                  <a:lnTo>
                    <a:pt x="220" y="225"/>
                  </a:lnTo>
                  <a:lnTo>
                    <a:pt x="226" y="226"/>
                  </a:lnTo>
                  <a:lnTo>
                    <a:pt x="230" y="226"/>
                  </a:lnTo>
                  <a:lnTo>
                    <a:pt x="232" y="228"/>
                  </a:lnTo>
                  <a:lnTo>
                    <a:pt x="230" y="229"/>
                  </a:lnTo>
                  <a:lnTo>
                    <a:pt x="228" y="230"/>
                  </a:lnTo>
                  <a:lnTo>
                    <a:pt x="226" y="230"/>
                  </a:lnTo>
                  <a:lnTo>
                    <a:pt x="229" y="230"/>
                  </a:lnTo>
                  <a:lnTo>
                    <a:pt x="230" y="230"/>
                  </a:lnTo>
                  <a:lnTo>
                    <a:pt x="232" y="232"/>
                  </a:lnTo>
                  <a:lnTo>
                    <a:pt x="230" y="237"/>
                  </a:lnTo>
                  <a:lnTo>
                    <a:pt x="228" y="238"/>
                  </a:lnTo>
                  <a:lnTo>
                    <a:pt x="225" y="238"/>
                  </a:lnTo>
                  <a:lnTo>
                    <a:pt x="225" y="238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40"/>
                  </a:lnTo>
                  <a:lnTo>
                    <a:pt x="230" y="241"/>
                  </a:lnTo>
                  <a:lnTo>
                    <a:pt x="229" y="242"/>
                  </a:lnTo>
                  <a:lnTo>
                    <a:pt x="229" y="245"/>
                  </a:lnTo>
                  <a:lnTo>
                    <a:pt x="230" y="251"/>
                  </a:lnTo>
                  <a:lnTo>
                    <a:pt x="232" y="254"/>
                  </a:lnTo>
                  <a:lnTo>
                    <a:pt x="233" y="261"/>
                  </a:lnTo>
                  <a:lnTo>
                    <a:pt x="234" y="263"/>
                  </a:lnTo>
                  <a:lnTo>
                    <a:pt x="236" y="268"/>
                  </a:lnTo>
                  <a:lnTo>
                    <a:pt x="241" y="274"/>
                  </a:lnTo>
                  <a:lnTo>
                    <a:pt x="243" y="279"/>
                  </a:lnTo>
                  <a:lnTo>
                    <a:pt x="246" y="279"/>
                  </a:lnTo>
                  <a:lnTo>
                    <a:pt x="247" y="282"/>
                  </a:lnTo>
                  <a:lnTo>
                    <a:pt x="251" y="284"/>
                  </a:lnTo>
                  <a:lnTo>
                    <a:pt x="254" y="284"/>
                  </a:lnTo>
                  <a:lnTo>
                    <a:pt x="255" y="287"/>
                  </a:lnTo>
                  <a:lnTo>
                    <a:pt x="257" y="288"/>
                  </a:lnTo>
                  <a:lnTo>
                    <a:pt x="258" y="287"/>
                  </a:lnTo>
                  <a:lnTo>
                    <a:pt x="261" y="290"/>
                  </a:lnTo>
                  <a:lnTo>
                    <a:pt x="261" y="291"/>
                  </a:lnTo>
                  <a:lnTo>
                    <a:pt x="261" y="292"/>
                  </a:lnTo>
                  <a:lnTo>
                    <a:pt x="259" y="293"/>
                  </a:lnTo>
                  <a:lnTo>
                    <a:pt x="258" y="293"/>
                  </a:lnTo>
                  <a:lnTo>
                    <a:pt x="257" y="293"/>
                  </a:lnTo>
                  <a:lnTo>
                    <a:pt x="257" y="295"/>
                  </a:lnTo>
                  <a:lnTo>
                    <a:pt x="257" y="295"/>
                  </a:lnTo>
                  <a:lnTo>
                    <a:pt x="259" y="295"/>
                  </a:lnTo>
                  <a:lnTo>
                    <a:pt x="259" y="297"/>
                  </a:lnTo>
                  <a:lnTo>
                    <a:pt x="259" y="299"/>
                  </a:lnTo>
                  <a:lnTo>
                    <a:pt x="258" y="300"/>
                  </a:lnTo>
                  <a:lnTo>
                    <a:pt x="257" y="299"/>
                  </a:lnTo>
                  <a:lnTo>
                    <a:pt x="255" y="296"/>
                  </a:lnTo>
                  <a:lnTo>
                    <a:pt x="255" y="296"/>
                  </a:lnTo>
                  <a:lnTo>
                    <a:pt x="254" y="295"/>
                  </a:lnTo>
                  <a:lnTo>
                    <a:pt x="251" y="293"/>
                  </a:lnTo>
                  <a:lnTo>
                    <a:pt x="251" y="295"/>
                  </a:lnTo>
                  <a:lnTo>
                    <a:pt x="251" y="295"/>
                  </a:lnTo>
                  <a:lnTo>
                    <a:pt x="253" y="297"/>
                  </a:lnTo>
                  <a:lnTo>
                    <a:pt x="253" y="299"/>
                  </a:lnTo>
                  <a:lnTo>
                    <a:pt x="251" y="299"/>
                  </a:lnTo>
                  <a:lnTo>
                    <a:pt x="249" y="297"/>
                  </a:lnTo>
                  <a:lnTo>
                    <a:pt x="247" y="295"/>
                  </a:lnTo>
                  <a:lnTo>
                    <a:pt x="246" y="296"/>
                  </a:lnTo>
                  <a:lnTo>
                    <a:pt x="246" y="297"/>
                  </a:lnTo>
                  <a:lnTo>
                    <a:pt x="245" y="297"/>
                  </a:lnTo>
                  <a:lnTo>
                    <a:pt x="243" y="295"/>
                  </a:lnTo>
                  <a:lnTo>
                    <a:pt x="243" y="293"/>
                  </a:lnTo>
                  <a:lnTo>
                    <a:pt x="241" y="292"/>
                  </a:lnTo>
                  <a:lnTo>
                    <a:pt x="238" y="292"/>
                  </a:lnTo>
                  <a:lnTo>
                    <a:pt x="238" y="292"/>
                  </a:lnTo>
                  <a:lnTo>
                    <a:pt x="238" y="293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1" y="299"/>
                  </a:lnTo>
                  <a:lnTo>
                    <a:pt x="239" y="299"/>
                  </a:lnTo>
                  <a:lnTo>
                    <a:pt x="237" y="297"/>
                  </a:lnTo>
                  <a:lnTo>
                    <a:pt x="237" y="295"/>
                  </a:lnTo>
                  <a:lnTo>
                    <a:pt x="236" y="293"/>
                  </a:lnTo>
                  <a:lnTo>
                    <a:pt x="234" y="292"/>
                  </a:lnTo>
                  <a:lnTo>
                    <a:pt x="234" y="295"/>
                  </a:lnTo>
                  <a:lnTo>
                    <a:pt x="232" y="293"/>
                  </a:lnTo>
                  <a:lnTo>
                    <a:pt x="229" y="293"/>
                  </a:lnTo>
                  <a:lnTo>
                    <a:pt x="226" y="293"/>
                  </a:lnTo>
                  <a:lnTo>
                    <a:pt x="224" y="292"/>
                  </a:lnTo>
                  <a:lnTo>
                    <a:pt x="222" y="291"/>
                  </a:lnTo>
                  <a:lnTo>
                    <a:pt x="222" y="290"/>
                  </a:lnTo>
                  <a:lnTo>
                    <a:pt x="224" y="291"/>
                  </a:lnTo>
                  <a:lnTo>
                    <a:pt x="225" y="290"/>
                  </a:lnTo>
                  <a:lnTo>
                    <a:pt x="225" y="288"/>
                  </a:lnTo>
                  <a:lnTo>
                    <a:pt x="222" y="287"/>
                  </a:lnTo>
                  <a:lnTo>
                    <a:pt x="222" y="286"/>
                  </a:lnTo>
                  <a:lnTo>
                    <a:pt x="224" y="284"/>
                  </a:lnTo>
                  <a:lnTo>
                    <a:pt x="225" y="283"/>
                  </a:lnTo>
                  <a:lnTo>
                    <a:pt x="226" y="283"/>
                  </a:lnTo>
                  <a:lnTo>
                    <a:pt x="226" y="282"/>
                  </a:lnTo>
                  <a:lnTo>
                    <a:pt x="226" y="282"/>
                  </a:lnTo>
                  <a:lnTo>
                    <a:pt x="224" y="282"/>
                  </a:lnTo>
                  <a:lnTo>
                    <a:pt x="222" y="283"/>
                  </a:lnTo>
                  <a:lnTo>
                    <a:pt x="220" y="280"/>
                  </a:lnTo>
                  <a:lnTo>
                    <a:pt x="217" y="278"/>
                  </a:lnTo>
                  <a:lnTo>
                    <a:pt x="217" y="275"/>
                  </a:lnTo>
                  <a:lnTo>
                    <a:pt x="217" y="274"/>
                  </a:lnTo>
                  <a:lnTo>
                    <a:pt x="217" y="272"/>
                  </a:lnTo>
                  <a:lnTo>
                    <a:pt x="216" y="275"/>
                  </a:lnTo>
                  <a:lnTo>
                    <a:pt x="216" y="276"/>
                  </a:lnTo>
                  <a:lnTo>
                    <a:pt x="214" y="278"/>
                  </a:lnTo>
                  <a:lnTo>
                    <a:pt x="213" y="278"/>
                  </a:lnTo>
                  <a:lnTo>
                    <a:pt x="212" y="275"/>
                  </a:lnTo>
                  <a:lnTo>
                    <a:pt x="211" y="272"/>
                  </a:lnTo>
                  <a:lnTo>
                    <a:pt x="211" y="271"/>
                  </a:lnTo>
                  <a:lnTo>
                    <a:pt x="212" y="268"/>
                  </a:lnTo>
                  <a:lnTo>
                    <a:pt x="211" y="271"/>
                  </a:lnTo>
                  <a:lnTo>
                    <a:pt x="211" y="272"/>
                  </a:lnTo>
                  <a:lnTo>
                    <a:pt x="211" y="276"/>
                  </a:lnTo>
                  <a:lnTo>
                    <a:pt x="209" y="279"/>
                  </a:lnTo>
                  <a:lnTo>
                    <a:pt x="207" y="279"/>
                  </a:lnTo>
                  <a:lnTo>
                    <a:pt x="205" y="280"/>
                  </a:lnTo>
                  <a:lnTo>
                    <a:pt x="204" y="279"/>
                  </a:lnTo>
                  <a:lnTo>
                    <a:pt x="200" y="276"/>
                  </a:lnTo>
                  <a:lnTo>
                    <a:pt x="200" y="275"/>
                  </a:lnTo>
                  <a:lnTo>
                    <a:pt x="197" y="272"/>
                  </a:lnTo>
                  <a:lnTo>
                    <a:pt x="196" y="271"/>
                  </a:lnTo>
                  <a:lnTo>
                    <a:pt x="197" y="268"/>
                  </a:lnTo>
                  <a:lnTo>
                    <a:pt x="196" y="265"/>
                  </a:lnTo>
                  <a:lnTo>
                    <a:pt x="196" y="263"/>
                  </a:lnTo>
                  <a:lnTo>
                    <a:pt x="199" y="261"/>
                  </a:lnTo>
                  <a:lnTo>
                    <a:pt x="200" y="259"/>
                  </a:lnTo>
                  <a:lnTo>
                    <a:pt x="201" y="261"/>
                  </a:lnTo>
                  <a:lnTo>
                    <a:pt x="204" y="261"/>
                  </a:lnTo>
                  <a:lnTo>
                    <a:pt x="205" y="261"/>
                  </a:lnTo>
                  <a:lnTo>
                    <a:pt x="207" y="261"/>
                  </a:lnTo>
                  <a:lnTo>
                    <a:pt x="205" y="258"/>
                  </a:lnTo>
                  <a:lnTo>
                    <a:pt x="205" y="255"/>
                  </a:lnTo>
                  <a:lnTo>
                    <a:pt x="207" y="254"/>
                  </a:lnTo>
                  <a:lnTo>
                    <a:pt x="208" y="254"/>
                  </a:lnTo>
                  <a:lnTo>
                    <a:pt x="209" y="254"/>
                  </a:lnTo>
                  <a:lnTo>
                    <a:pt x="207" y="254"/>
                  </a:lnTo>
                  <a:lnTo>
                    <a:pt x="205" y="251"/>
                  </a:lnTo>
                  <a:lnTo>
                    <a:pt x="205" y="250"/>
                  </a:lnTo>
                  <a:lnTo>
                    <a:pt x="208" y="249"/>
                  </a:lnTo>
                  <a:lnTo>
                    <a:pt x="207" y="247"/>
                  </a:lnTo>
                  <a:lnTo>
                    <a:pt x="205" y="247"/>
                  </a:lnTo>
                  <a:lnTo>
                    <a:pt x="204" y="250"/>
                  </a:lnTo>
                  <a:lnTo>
                    <a:pt x="203" y="250"/>
                  </a:lnTo>
                  <a:lnTo>
                    <a:pt x="203" y="247"/>
                  </a:lnTo>
                  <a:lnTo>
                    <a:pt x="205" y="246"/>
                  </a:lnTo>
                  <a:lnTo>
                    <a:pt x="205" y="245"/>
                  </a:lnTo>
                  <a:lnTo>
                    <a:pt x="201" y="246"/>
                  </a:lnTo>
                  <a:lnTo>
                    <a:pt x="200" y="247"/>
                  </a:lnTo>
                  <a:lnTo>
                    <a:pt x="199" y="246"/>
                  </a:lnTo>
                  <a:lnTo>
                    <a:pt x="199" y="243"/>
                  </a:lnTo>
                  <a:lnTo>
                    <a:pt x="201" y="240"/>
                  </a:lnTo>
                  <a:lnTo>
                    <a:pt x="203" y="240"/>
                  </a:lnTo>
                  <a:lnTo>
                    <a:pt x="205" y="240"/>
                  </a:lnTo>
                  <a:lnTo>
                    <a:pt x="205" y="238"/>
                  </a:lnTo>
                  <a:lnTo>
                    <a:pt x="205" y="237"/>
                  </a:lnTo>
                  <a:lnTo>
                    <a:pt x="203" y="237"/>
                  </a:lnTo>
                  <a:lnTo>
                    <a:pt x="203" y="234"/>
                  </a:lnTo>
                  <a:lnTo>
                    <a:pt x="203" y="233"/>
                  </a:lnTo>
                  <a:lnTo>
                    <a:pt x="204" y="230"/>
                  </a:lnTo>
                  <a:lnTo>
                    <a:pt x="207" y="228"/>
                  </a:lnTo>
                  <a:lnTo>
                    <a:pt x="208" y="226"/>
                  </a:lnTo>
                  <a:lnTo>
                    <a:pt x="212" y="226"/>
                  </a:lnTo>
                  <a:lnTo>
                    <a:pt x="216" y="224"/>
                  </a:lnTo>
                  <a:close/>
                  <a:moveTo>
                    <a:pt x="428" y="212"/>
                  </a:moveTo>
                  <a:lnTo>
                    <a:pt x="430" y="212"/>
                  </a:lnTo>
                  <a:lnTo>
                    <a:pt x="432" y="212"/>
                  </a:lnTo>
                  <a:lnTo>
                    <a:pt x="432" y="215"/>
                  </a:lnTo>
                  <a:lnTo>
                    <a:pt x="430" y="217"/>
                  </a:lnTo>
                  <a:lnTo>
                    <a:pt x="428" y="217"/>
                  </a:lnTo>
                  <a:lnTo>
                    <a:pt x="426" y="220"/>
                  </a:lnTo>
                  <a:lnTo>
                    <a:pt x="425" y="221"/>
                  </a:lnTo>
                  <a:lnTo>
                    <a:pt x="423" y="224"/>
                  </a:lnTo>
                  <a:lnTo>
                    <a:pt x="421" y="224"/>
                  </a:lnTo>
                  <a:lnTo>
                    <a:pt x="420" y="222"/>
                  </a:lnTo>
                  <a:lnTo>
                    <a:pt x="420" y="220"/>
                  </a:lnTo>
                  <a:lnTo>
                    <a:pt x="421" y="218"/>
                  </a:lnTo>
                  <a:lnTo>
                    <a:pt x="424" y="217"/>
                  </a:lnTo>
                  <a:lnTo>
                    <a:pt x="423" y="215"/>
                  </a:lnTo>
                  <a:lnTo>
                    <a:pt x="425" y="212"/>
                  </a:lnTo>
                  <a:lnTo>
                    <a:pt x="428" y="212"/>
                  </a:lnTo>
                  <a:close/>
                  <a:moveTo>
                    <a:pt x="391" y="204"/>
                  </a:moveTo>
                  <a:lnTo>
                    <a:pt x="392" y="204"/>
                  </a:lnTo>
                  <a:lnTo>
                    <a:pt x="394" y="205"/>
                  </a:lnTo>
                  <a:lnTo>
                    <a:pt x="392" y="207"/>
                  </a:lnTo>
                  <a:lnTo>
                    <a:pt x="392" y="208"/>
                  </a:lnTo>
                  <a:lnTo>
                    <a:pt x="394" y="209"/>
                  </a:lnTo>
                  <a:lnTo>
                    <a:pt x="394" y="212"/>
                  </a:lnTo>
                  <a:lnTo>
                    <a:pt x="392" y="212"/>
                  </a:lnTo>
                  <a:lnTo>
                    <a:pt x="391" y="211"/>
                  </a:lnTo>
                  <a:lnTo>
                    <a:pt x="390" y="211"/>
                  </a:lnTo>
                  <a:lnTo>
                    <a:pt x="388" y="208"/>
                  </a:lnTo>
                  <a:lnTo>
                    <a:pt x="388" y="204"/>
                  </a:lnTo>
                  <a:lnTo>
                    <a:pt x="391" y="204"/>
                  </a:lnTo>
                  <a:close/>
                  <a:moveTo>
                    <a:pt x="355" y="197"/>
                  </a:moveTo>
                  <a:lnTo>
                    <a:pt x="357" y="197"/>
                  </a:lnTo>
                  <a:lnTo>
                    <a:pt x="358" y="200"/>
                  </a:lnTo>
                  <a:lnTo>
                    <a:pt x="359" y="203"/>
                  </a:lnTo>
                  <a:lnTo>
                    <a:pt x="362" y="204"/>
                  </a:lnTo>
                  <a:lnTo>
                    <a:pt x="363" y="207"/>
                  </a:lnTo>
                  <a:lnTo>
                    <a:pt x="363" y="208"/>
                  </a:lnTo>
                  <a:lnTo>
                    <a:pt x="361" y="208"/>
                  </a:lnTo>
                  <a:lnTo>
                    <a:pt x="358" y="211"/>
                  </a:lnTo>
                  <a:lnTo>
                    <a:pt x="357" y="212"/>
                  </a:lnTo>
                  <a:lnTo>
                    <a:pt x="355" y="213"/>
                  </a:lnTo>
                  <a:lnTo>
                    <a:pt x="354" y="212"/>
                  </a:lnTo>
                  <a:lnTo>
                    <a:pt x="353" y="213"/>
                  </a:lnTo>
                  <a:lnTo>
                    <a:pt x="353" y="211"/>
                  </a:lnTo>
                  <a:lnTo>
                    <a:pt x="351" y="211"/>
                  </a:lnTo>
                  <a:lnTo>
                    <a:pt x="351" y="212"/>
                  </a:lnTo>
                  <a:lnTo>
                    <a:pt x="351" y="213"/>
                  </a:lnTo>
                  <a:lnTo>
                    <a:pt x="350" y="213"/>
                  </a:lnTo>
                  <a:lnTo>
                    <a:pt x="349" y="212"/>
                  </a:lnTo>
                  <a:lnTo>
                    <a:pt x="349" y="208"/>
                  </a:lnTo>
                  <a:lnTo>
                    <a:pt x="349" y="205"/>
                  </a:lnTo>
                  <a:lnTo>
                    <a:pt x="347" y="204"/>
                  </a:lnTo>
                  <a:lnTo>
                    <a:pt x="346" y="201"/>
                  </a:lnTo>
                  <a:lnTo>
                    <a:pt x="349" y="200"/>
                  </a:lnTo>
                  <a:lnTo>
                    <a:pt x="351" y="200"/>
                  </a:lnTo>
                  <a:lnTo>
                    <a:pt x="353" y="197"/>
                  </a:lnTo>
                  <a:lnTo>
                    <a:pt x="355" y="197"/>
                  </a:lnTo>
                  <a:close/>
                  <a:moveTo>
                    <a:pt x="401" y="197"/>
                  </a:moveTo>
                  <a:lnTo>
                    <a:pt x="404" y="197"/>
                  </a:lnTo>
                  <a:lnTo>
                    <a:pt x="407" y="199"/>
                  </a:lnTo>
                  <a:lnTo>
                    <a:pt x="407" y="200"/>
                  </a:lnTo>
                  <a:lnTo>
                    <a:pt x="405" y="200"/>
                  </a:lnTo>
                  <a:lnTo>
                    <a:pt x="403" y="200"/>
                  </a:lnTo>
                  <a:lnTo>
                    <a:pt x="400" y="197"/>
                  </a:lnTo>
                  <a:lnTo>
                    <a:pt x="401" y="197"/>
                  </a:lnTo>
                  <a:close/>
                  <a:moveTo>
                    <a:pt x="432" y="192"/>
                  </a:moveTo>
                  <a:lnTo>
                    <a:pt x="433" y="195"/>
                  </a:lnTo>
                  <a:lnTo>
                    <a:pt x="436" y="197"/>
                  </a:lnTo>
                  <a:lnTo>
                    <a:pt x="436" y="201"/>
                  </a:lnTo>
                  <a:lnTo>
                    <a:pt x="438" y="204"/>
                  </a:lnTo>
                  <a:lnTo>
                    <a:pt x="438" y="205"/>
                  </a:lnTo>
                  <a:lnTo>
                    <a:pt x="436" y="207"/>
                  </a:lnTo>
                  <a:lnTo>
                    <a:pt x="434" y="205"/>
                  </a:lnTo>
                  <a:lnTo>
                    <a:pt x="432" y="205"/>
                  </a:lnTo>
                  <a:lnTo>
                    <a:pt x="430" y="204"/>
                  </a:lnTo>
                  <a:lnTo>
                    <a:pt x="428" y="204"/>
                  </a:lnTo>
                  <a:lnTo>
                    <a:pt x="428" y="203"/>
                  </a:lnTo>
                  <a:lnTo>
                    <a:pt x="429" y="199"/>
                  </a:lnTo>
                  <a:lnTo>
                    <a:pt x="429" y="196"/>
                  </a:lnTo>
                  <a:lnTo>
                    <a:pt x="432" y="192"/>
                  </a:lnTo>
                  <a:close/>
                  <a:moveTo>
                    <a:pt x="396" y="188"/>
                  </a:moveTo>
                  <a:lnTo>
                    <a:pt x="396" y="188"/>
                  </a:lnTo>
                  <a:lnTo>
                    <a:pt x="395" y="190"/>
                  </a:lnTo>
                  <a:lnTo>
                    <a:pt x="395" y="191"/>
                  </a:lnTo>
                  <a:lnTo>
                    <a:pt x="396" y="192"/>
                  </a:lnTo>
                  <a:lnTo>
                    <a:pt x="394" y="193"/>
                  </a:lnTo>
                  <a:lnTo>
                    <a:pt x="392" y="192"/>
                  </a:lnTo>
                  <a:lnTo>
                    <a:pt x="390" y="195"/>
                  </a:lnTo>
                  <a:lnTo>
                    <a:pt x="390" y="193"/>
                  </a:lnTo>
                  <a:lnTo>
                    <a:pt x="391" y="190"/>
                  </a:lnTo>
                  <a:lnTo>
                    <a:pt x="395" y="188"/>
                  </a:lnTo>
                  <a:lnTo>
                    <a:pt x="396" y="188"/>
                  </a:lnTo>
                  <a:close/>
                  <a:moveTo>
                    <a:pt x="462" y="162"/>
                  </a:moveTo>
                  <a:lnTo>
                    <a:pt x="465" y="163"/>
                  </a:lnTo>
                  <a:lnTo>
                    <a:pt x="463" y="163"/>
                  </a:lnTo>
                  <a:lnTo>
                    <a:pt x="461" y="163"/>
                  </a:lnTo>
                  <a:lnTo>
                    <a:pt x="459" y="163"/>
                  </a:lnTo>
                  <a:lnTo>
                    <a:pt x="462" y="162"/>
                  </a:lnTo>
                  <a:close/>
                  <a:moveTo>
                    <a:pt x="446" y="161"/>
                  </a:moveTo>
                  <a:lnTo>
                    <a:pt x="448" y="162"/>
                  </a:lnTo>
                  <a:lnTo>
                    <a:pt x="446" y="165"/>
                  </a:lnTo>
                  <a:lnTo>
                    <a:pt x="444" y="163"/>
                  </a:lnTo>
                  <a:lnTo>
                    <a:pt x="444" y="162"/>
                  </a:lnTo>
                  <a:lnTo>
                    <a:pt x="445" y="161"/>
                  </a:lnTo>
                  <a:lnTo>
                    <a:pt x="446" y="161"/>
                  </a:lnTo>
                  <a:close/>
                  <a:moveTo>
                    <a:pt x="453" y="159"/>
                  </a:moveTo>
                  <a:lnTo>
                    <a:pt x="455" y="159"/>
                  </a:lnTo>
                  <a:lnTo>
                    <a:pt x="454" y="161"/>
                  </a:lnTo>
                  <a:lnTo>
                    <a:pt x="453" y="162"/>
                  </a:lnTo>
                  <a:lnTo>
                    <a:pt x="450" y="162"/>
                  </a:lnTo>
                  <a:lnTo>
                    <a:pt x="450" y="161"/>
                  </a:lnTo>
                  <a:lnTo>
                    <a:pt x="451" y="159"/>
                  </a:lnTo>
                  <a:lnTo>
                    <a:pt x="453" y="159"/>
                  </a:lnTo>
                  <a:close/>
                  <a:moveTo>
                    <a:pt x="480" y="158"/>
                  </a:moveTo>
                  <a:lnTo>
                    <a:pt x="482" y="159"/>
                  </a:lnTo>
                  <a:lnTo>
                    <a:pt x="484" y="161"/>
                  </a:lnTo>
                  <a:lnTo>
                    <a:pt x="483" y="162"/>
                  </a:lnTo>
                  <a:lnTo>
                    <a:pt x="482" y="162"/>
                  </a:lnTo>
                  <a:lnTo>
                    <a:pt x="480" y="158"/>
                  </a:lnTo>
                  <a:close/>
                  <a:moveTo>
                    <a:pt x="473" y="154"/>
                  </a:moveTo>
                  <a:lnTo>
                    <a:pt x="475" y="155"/>
                  </a:lnTo>
                  <a:lnTo>
                    <a:pt x="473" y="157"/>
                  </a:lnTo>
                  <a:lnTo>
                    <a:pt x="471" y="157"/>
                  </a:lnTo>
                  <a:lnTo>
                    <a:pt x="471" y="155"/>
                  </a:lnTo>
                  <a:lnTo>
                    <a:pt x="471" y="154"/>
                  </a:lnTo>
                  <a:lnTo>
                    <a:pt x="473" y="154"/>
                  </a:lnTo>
                  <a:close/>
                  <a:moveTo>
                    <a:pt x="413" y="149"/>
                  </a:moveTo>
                  <a:lnTo>
                    <a:pt x="415" y="150"/>
                  </a:lnTo>
                  <a:lnTo>
                    <a:pt x="415" y="151"/>
                  </a:lnTo>
                  <a:lnTo>
                    <a:pt x="416" y="153"/>
                  </a:lnTo>
                  <a:lnTo>
                    <a:pt x="413" y="154"/>
                  </a:lnTo>
                  <a:lnTo>
                    <a:pt x="412" y="153"/>
                  </a:lnTo>
                  <a:lnTo>
                    <a:pt x="412" y="151"/>
                  </a:lnTo>
                  <a:lnTo>
                    <a:pt x="411" y="151"/>
                  </a:lnTo>
                  <a:lnTo>
                    <a:pt x="411" y="150"/>
                  </a:lnTo>
                  <a:lnTo>
                    <a:pt x="413" y="149"/>
                  </a:lnTo>
                  <a:close/>
                  <a:moveTo>
                    <a:pt x="462" y="145"/>
                  </a:moveTo>
                  <a:lnTo>
                    <a:pt x="463" y="146"/>
                  </a:lnTo>
                  <a:lnTo>
                    <a:pt x="463" y="146"/>
                  </a:lnTo>
                  <a:lnTo>
                    <a:pt x="462" y="147"/>
                  </a:lnTo>
                  <a:lnTo>
                    <a:pt x="461" y="149"/>
                  </a:lnTo>
                  <a:lnTo>
                    <a:pt x="462" y="149"/>
                  </a:lnTo>
                  <a:lnTo>
                    <a:pt x="461" y="150"/>
                  </a:lnTo>
                  <a:lnTo>
                    <a:pt x="459" y="149"/>
                  </a:lnTo>
                  <a:lnTo>
                    <a:pt x="459" y="147"/>
                  </a:lnTo>
                  <a:lnTo>
                    <a:pt x="462" y="145"/>
                  </a:lnTo>
                  <a:close/>
                  <a:moveTo>
                    <a:pt x="226" y="143"/>
                  </a:moveTo>
                  <a:lnTo>
                    <a:pt x="228" y="145"/>
                  </a:lnTo>
                  <a:lnTo>
                    <a:pt x="228" y="146"/>
                  </a:lnTo>
                  <a:lnTo>
                    <a:pt x="224" y="147"/>
                  </a:lnTo>
                  <a:lnTo>
                    <a:pt x="224" y="149"/>
                  </a:lnTo>
                  <a:lnTo>
                    <a:pt x="222" y="150"/>
                  </a:lnTo>
                  <a:lnTo>
                    <a:pt x="221" y="147"/>
                  </a:lnTo>
                  <a:lnTo>
                    <a:pt x="222" y="146"/>
                  </a:lnTo>
                  <a:lnTo>
                    <a:pt x="224" y="146"/>
                  </a:lnTo>
                  <a:lnTo>
                    <a:pt x="226" y="143"/>
                  </a:lnTo>
                  <a:close/>
                  <a:moveTo>
                    <a:pt x="466" y="143"/>
                  </a:move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7" y="146"/>
                  </a:lnTo>
                  <a:lnTo>
                    <a:pt x="466" y="146"/>
                  </a:lnTo>
                  <a:lnTo>
                    <a:pt x="466" y="145"/>
                  </a:lnTo>
                  <a:lnTo>
                    <a:pt x="466" y="143"/>
                  </a:lnTo>
                  <a:close/>
                  <a:moveTo>
                    <a:pt x="473" y="142"/>
                  </a:moveTo>
                  <a:lnTo>
                    <a:pt x="474" y="143"/>
                  </a:lnTo>
                  <a:lnTo>
                    <a:pt x="474" y="145"/>
                  </a:lnTo>
                  <a:lnTo>
                    <a:pt x="471" y="146"/>
                  </a:lnTo>
                  <a:lnTo>
                    <a:pt x="471" y="146"/>
                  </a:lnTo>
                  <a:lnTo>
                    <a:pt x="470" y="146"/>
                  </a:lnTo>
                  <a:lnTo>
                    <a:pt x="471" y="145"/>
                  </a:lnTo>
                  <a:lnTo>
                    <a:pt x="470" y="143"/>
                  </a:lnTo>
                  <a:lnTo>
                    <a:pt x="471" y="142"/>
                  </a:lnTo>
                  <a:lnTo>
                    <a:pt x="473" y="142"/>
                  </a:lnTo>
                  <a:close/>
                  <a:moveTo>
                    <a:pt x="462" y="136"/>
                  </a:moveTo>
                  <a:lnTo>
                    <a:pt x="465" y="136"/>
                  </a:lnTo>
                  <a:lnTo>
                    <a:pt x="465" y="137"/>
                  </a:lnTo>
                  <a:lnTo>
                    <a:pt x="463" y="140"/>
                  </a:lnTo>
                  <a:lnTo>
                    <a:pt x="462" y="138"/>
                  </a:lnTo>
                  <a:lnTo>
                    <a:pt x="459" y="137"/>
                  </a:lnTo>
                  <a:lnTo>
                    <a:pt x="459" y="137"/>
                  </a:lnTo>
                  <a:lnTo>
                    <a:pt x="461" y="136"/>
                  </a:lnTo>
                  <a:lnTo>
                    <a:pt x="462" y="136"/>
                  </a:lnTo>
                  <a:close/>
                  <a:moveTo>
                    <a:pt x="471" y="128"/>
                  </a:moveTo>
                  <a:lnTo>
                    <a:pt x="475" y="128"/>
                  </a:lnTo>
                  <a:lnTo>
                    <a:pt x="477" y="129"/>
                  </a:lnTo>
                  <a:lnTo>
                    <a:pt x="477" y="130"/>
                  </a:lnTo>
                  <a:lnTo>
                    <a:pt x="474" y="130"/>
                  </a:lnTo>
                  <a:lnTo>
                    <a:pt x="475" y="132"/>
                  </a:lnTo>
                  <a:lnTo>
                    <a:pt x="475" y="133"/>
                  </a:lnTo>
                  <a:lnTo>
                    <a:pt x="474" y="133"/>
                  </a:lnTo>
                  <a:lnTo>
                    <a:pt x="473" y="133"/>
                  </a:lnTo>
                  <a:lnTo>
                    <a:pt x="470" y="132"/>
                  </a:lnTo>
                  <a:lnTo>
                    <a:pt x="469" y="132"/>
                  </a:lnTo>
                  <a:lnTo>
                    <a:pt x="467" y="129"/>
                  </a:lnTo>
                  <a:lnTo>
                    <a:pt x="469" y="129"/>
                  </a:lnTo>
                  <a:lnTo>
                    <a:pt x="470" y="130"/>
                  </a:lnTo>
                  <a:lnTo>
                    <a:pt x="471" y="130"/>
                  </a:lnTo>
                  <a:lnTo>
                    <a:pt x="470" y="128"/>
                  </a:lnTo>
                  <a:lnTo>
                    <a:pt x="471" y="128"/>
                  </a:lnTo>
                  <a:close/>
                  <a:moveTo>
                    <a:pt x="425" y="118"/>
                  </a:moveTo>
                  <a:lnTo>
                    <a:pt x="425" y="120"/>
                  </a:lnTo>
                  <a:lnTo>
                    <a:pt x="425" y="121"/>
                  </a:lnTo>
                  <a:lnTo>
                    <a:pt x="426" y="122"/>
                  </a:lnTo>
                  <a:lnTo>
                    <a:pt x="426" y="124"/>
                  </a:lnTo>
                  <a:lnTo>
                    <a:pt x="425" y="125"/>
                  </a:lnTo>
                  <a:lnTo>
                    <a:pt x="426" y="128"/>
                  </a:lnTo>
                  <a:lnTo>
                    <a:pt x="425" y="130"/>
                  </a:lnTo>
                  <a:lnTo>
                    <a:pt x="425" y="129"/>
                  </a:lnTo>
                  <a:lnTo>
                    <a:pt x="424" y="126"/>
                  </a:lnTo>
                  <a:lnTo>
                    <a:pt x="424" y="126"/>
                  </a:lnTo>
                  <a:lnTo>
                    <a:pt x="423" y="126"/>
                  </a:lnTo>
                  <a:lnTo>
                    <a:pt x="421" y="126"/>
                  </a:lnTo>
                  <a:lnTo>
                    <a:pt x="420" y="122"/>
                  </a:lnTo>
                  <a:lnTo>
                    <a:pt x="421" y="124"/>
                  </a:lnTo>
                  <a:lnTo>
                    <a:pt x="423" y="124"/>
                  </a:lnTo>
                  <a:lnTo>
                    <a:pt x="423" y="122"/>
                  </a:lnTo>
                  <a:lnTo>
                    <a:pt x="421" y="120"/>
                  </a:lnTo>
                  <a:lnTo>
                    <a:pt x="421" y="118"/>
                  </a:lnTo>
                  <a:lnTo>
                    <a:pt x="423" y="118"/>
                  </a:lnTo>
                  <a:lnTo>
                    <a:pt x="425" y="118"/>
                  </a:lnTo>
                  <a:close/>
                  <a:moveTo>
                    <a:pt x="413" y="107"/>
                  </a:moveTo>
                  <a:lnTo>
                    <a:pt x="415" y="108"/>
                  </a:lnTo>
                  <a:lnTo>
                    <a:pt x="416" y="109"/>
                  </a:lnTo>
                  <a:lnTo>
                    <a:pt x="419" y="109"/>
                  </a:lnTo>
                  <a:lnTo>
                    <a:pt x="417" y="111"/>
                  </a:lnTo>
                  <a:lnTo>
                    <a:pt x="416" y="111"/>
                  </a:lnTo>
                  <a:lnTo>
                    <a:pt x="413" y="109"/>
                  </a:lnTo>
                  <a:lnTo>
                    <a:pt x="412" y="108"/>
                  </a:lnTo>
                  <a:lnTo>
                    <a:pt x="413" y="107"/>
                  </a:lnTo>
                  <a:close/>
                  <a:moveTo>
                    <a:pt x="423" y="104"/>
                  </a:moveTo>
                  <a:lnTo>
                    <a:pt x="424" y="105"/>
                  </a:lnTo>
                  <a:lnTo>
                    <a:pt x="426" y="105"/>
                  </a:lnTo>
                  <a:lnTo>
                    <a:pt x="426" y="107"/>
                  </a:lnTo>
                  <a:lnTo>
                    <a:pt x="425" y="108"/>
                  </a:lnTo>
                  <a:lnTo>
                    <a:pt x="423" y="107"/>
                  </a:lnTo>
                  <a:lnTo>
                    <a:pt x="420" y="108"/>
                  </a:lnTo>
                  <a:lnTo>
                    <a:pt x="419" y="107"/>
                  </a:lnTo>
                  <a:lnTo>
                    <a:pt x="420" y="104"/>
                  </a:lnTo>
                  <a:lnTo>
                    <a:pt x="423" y="104"/>
                  </a:lnTo>
                  <a:close/>
                  <a:moveTo>
                    <a:pt x="786" y="103"/>
                  </a:moveTo>
                  <a:lnTo>
                    <a:pt x="787" y="103"/>
                  </a:lnTo>
                  <a:lnTo>
                    <a:pt x="790" y="105"/>
                  </a:lnTo>
                  <a:lnTo>
                    <a:pt x="791" y="107"/>
                  </a:lnTo>
                  <a:lnTo>
                    <a:pt x="791" y="108"/>
                  </a:lnTo>
                  <a:lnTo>
                    <a:pt x="790" y="107"/>
                  </a:lnTo>
                  <a:lnTo>
                    <a:pt x="790" y="108"/>
                  </a:lnTo>
                  <a:lnTo>
                    <a:pt x="786" y="108"/>
                  </a:lnTo>
                  <a:lnTo>
                    <a:pt x="786" y="107"/>
                  </a:lnTo>
                  <a:lnTo>
                    <a:pt x="785" y="105"/>
                  </a:lnTo>
                  <a:lnTo>
                    <a:pt x="785" y="104"/>
                  </a:lnTo>
                  <a:lnTo>
                    <a:pt x="786" y="103"/>
                  </a:lnTo>
                  <a:close/>
                  <a:moveTo>
                    <a:pt x="291" y="99"/>
                  </a:moveTo>
                  <a:lnTo>
                    <a:pt x="292" y="100"/>
                  </a:lnTo>
                  <a:lnTo>
                    <a:pt x="292" y="103"/>
                  </a:lnTo>
                  <a:lnTo>
                    <a:pt x="293" y="104"/>
                  </a:lnTo>
                  <a:lnTo>
                    <a:pt x="295" y="104"/>
                  </a:lnTo>
                  <a:lnTo>
                    <a:pt x="296" y="105"/>
                  </a:lnTo>
                  <a:lnTo>
                    <a:pt x="299" y="105"/>
                  </a:lnTo>
                  <a:lnTo>
                    <a:pt x="300" y="107"/>
                  </a:lnTo>
                  <a:lnTo>
                    <a:pt x="299" y="109"/>
                  </a:lnTo>
                  <a:lnTo>
                    <a:pt x="299" y="113"/>
                  </a:lnTo>
                  <a:lnTo>
                    <a:pt x="300" y="113"/>
                  </a:lnTo>
                  <a:lnTo>
                    <a:pt x="301" y="113"/>
                  </a:lnTo>
                  <a:lnTo>
                    <a:pt x="301" y="117"/>
                  </a:lnTo>
                  <a:lnTo>
                    <a:pt x="301" y="118"/>
                  </a:lnTo>
                  <a:lnTo>
                    <a:pt x="300" y="121"/>
                  </a:lnTo>
                  <a:lnTo>
                    <a:pt x="301" y="122"/>
                  </a:lnTo>
                  <a:lnTo>
                    <a:pt x="301" y="124"/>
                  </a:lnTo>
                  <a:lnTo>
                    <a:pt x="299" y="125"/>
                  </a:lnTo>
                  <a:lnTo>
                    <a:pt x="297" y="124"/>
                  </a:lnTo>
                  <a:lnTo>
                    <a:pt x="296" y="125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87" y="133"/>
                  </a:lnTo>
                  <a:lnTo>
                    <a:pt x="283" y="136"/>
                  </a:lnTo>
                  <a:lnTo>
                    <a:pt x="282" y="136"/>
                  </a:lnTo>
                  <a:lnTo>
                    <a:pt x="278" y="138"/>
                  </a:lnTo>
                  <a:lnTo>
                    <a:pt x="274" y="143"/>
                  </a:lnTo>
                  <a:lnTo>
                    <a:pt x="268" y="147"/>
                  </a:lnTo>
                  <a:lnTo>
                    <a:pt x="267" y="147"/>
                  </a:lnTo>
                  <a:lnTo>
                    <a:pt x="266" y="151"/>
                  </a:lnTo>
                  <a:lnTo>
                    <a:pt x="265" y="155"/>
                  </a:lnTo>
                  <a:lnTo>
                    <a:pt x="261" y="157"/>
                  </a:lnTo>
                  <a:lnTo>
                    <a:pt x="261" y="161"/>
                  </a:lnTo>
                  <a:lnTo>
                    <a:pt x="259" y="162"/>
                  </a:lnTo>
                  <a:lnTo>
                    <a:pt x="258" y="165"/>
                  </a:lnTo>
                  <a:lnTo>
                    <a:pt x="254" y="168"/>
                  </a:lnTo>
                  <a:lnTo>
                    <a:pt x="253" y="170"/>
                  </a:lnTo>
                  <a:lnTo>
                    <a:pt x="253" y="167"/>
                  </a:lnTo>
                  <a:lnTo>
                    <a:pt x="251" y="170"/>
                  </a:lnTo>
                  <a:lnTo>
                    <a:pt x="251" y="171"/>
                  </a:lnTo>
                  <a:lnTo>
                    <a:pt x="254" y="172"/>
                  </a:lnTo>
                  <a:lnTo>
                    <a:pt x="253" y="174"/>
                  </a:lnTo>
                  <a:lnTo>
                    <a:pt x="250" y="175"/>
                  </a:lnTo>
                  <a:lnTo>
                    <a:pt x="250" y="176"/>
                  </a:lnTo>
                  <a:lnTo>
                    <a:pt x="250" y="178"/>
                  </a:lnTo>
                  <a:lnTo>
                    <a:pt x="250" y="180"/>
                  </a:lnTo>
                  <a:lnTo>
                    <a:pt x="249" y="182"/>
                  </a:lnTo>
                  <a:lnTo>
                    <a:pt x="247" y="180"/>
                  </a:lnTo>
                  <a:lnTo>
                    <a:pt x="245" y="180"/>
                  </a:lnTo>
                  <a:lnTo>
                    <a:pt x="246" y="182"/>
                  </a:lnTo>
                  <a:lnTo>
                    <a:pt x="247" y="183"/>
                  </a:lnTo>
                  <a:lnTo>
                    <a:pt x="246" y="184"/>
                  </a:lnTo>
                  <a:lnTo>
                    <a:pt x="243" y="183"/>
                  </a:lnTo>
                  <a:lnTo>
                    <a:pt x="241" y="182"/>
                  </a:lnTo>
                  <a:lnTo>
                    <a:pt x="239" y="182"/>
                  </a:lnTo>
                  <a:lnTo>
                    <a:pt x="239" y="186"/>
                  </a:lnTo>
                  <a:lnTo>
                    <a:pt x="241" y="186"/>
                  </a:lnTo>
                  <a:lnTo>
                    <a:pt x="242" y="186"/>
                  </a:lnTo>
                  <a:lnTo>
                    <a:pt x="241" y="188"/>
                  </a:lnTo>
                  <a:lnTo>
                    <a:pt x="239" y="188"/>
                  </a:lnTo>
                  <a:lnTo>
                    <a:pt x="237" y="187"/>
                  </a:lnTo>
                  <a:lnTo>
                    <a:pt x="236" y="187"/>
                  </a:lnTo>
                  <a:lnTo>
                    <a:pt x="238" y="191"/>
                  </a:lnTo>
                  <a:lnTo>
                    <a:pt x="239" y="192"/>
                  </a:lnTo>
                  <a:lnTo>
                    <a:pt x="239" y="195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9" y="200"/>
                  </a:lnTo>
                  <a:lnTo>
                    <a:pt x="239" y="201"/>
                  </a:lnTo>
                  <a:lnTo>
                    <a:pt x="239" y="203"/>
                  </a:lnTo>
                  <a:lnTo>
                    <a:pt x="237" y="201"/>
                  </a:lnTo>
                  <a:lnTo>
                    <a:pt x="236" y="201"/>
                  </a:lnTo>
                  <a:lnTo>
                    <a:pt x="234" y="199"/>
                  </a:lnTo>
                  <a:lnTo>
                    <a:pt x="233" y="197"/>
                  </a:lnTo>
                  <a:lnTo>
                    <a:pt x="233" y="199"/>
                  </a:lnTo>
                  <a:lnTo>
                    <a:pt x="234" y="201"/>
                  </a:lnTo>
                  <a:lnTo>
                    <a:pt x="237" y="205"/>
                  </a:lnTo>
                  <a:lnTo>
                    <a:pt x="238" y="209"/>
                  </a:lnTo>
                  <a:lnTo>
                    <a:pt x="237" y="211"/>
                  </a:lnTo>
                  <a:lnTo>
                    <a:pt x="236" y="209"/>
                  </a:lnTo>
                  <a:lnTo>
                    <a:pt x="236" y="208"/>
                  </a:lnTo>
                  <a:lnTo>
                    <a:pt x="234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0" y="207"/>
                  </a:lnTo>
                  <a:lnTo>
                    <a:pt x="230" y="208"/>
                  </a:lnTo>
                  <a:lnTo>
                    <a:pt x="232" y="208"/>
                  </a:lnTo>
                  <a:lnTo>
                    <a:pt x="234" y="208"/>
                  </a:lnTo>
                  <a:lnTo>
                    <a:pt x="236" y="212"/>
                  </a:lnTo>
                  <a:lnTo>
                    <a:pt x="237" y="213"/>
                  </a:lnTo>
                  <a:lnTo>
                    <a:pt x="237" y="215"/>
                  </a:lnTo>
                  <a:lnTo>
                    <a:pt x="236" y="217"/>
                  </a:lnTo>
                  <a:lnTo>
                    <a:pt x="236" y="220"/>
                  </a:lnTo>
                  <a:lnTo>
                    <a:pt x="234" y="222"/>
                  </a:lnTo>
                  <a:lnTo>
                    <a:pt x="233" y="224"/>
                  </a:lnTo>
                  <a:lnTo>
                    <a:pt x="232" y="225"/>
                  </a:lnTo>
                  <a:lnTo>
                    <a:pt x="229" y="225"/>
                  </a:lnTo>
                  <a:lnTo>
                    <a:pt x="226" y="224"/>
                  </a:lnTo>
                  <a:lnTo>
                    <a:pt x="225" y="221"/>
                  </a:lnTo>
                  <a:lnTo>
                    <a:pt x="225" y="221"/>
                  </a:lnTo>
                  <a:lnTo>
                    <a:pt x="224" y="222"/>
                  </a:lnTo>
                  <a:lnTo>
                    <a:pt x="225" y="224"/>
                  </a:lnTo>
                  <a:lnTo>
                    <a:pt x="224" y="225"/>
                  </a:lnTo>
                  <a:lnTo>
                    <a:pt x="221" y="224"/>
                  </a:lnTo>
                  <a:lnTo>
                    <a:pt x="220" y="222"/>
                  </a:lnTo>
                  <a:lnTo>
                    <a:pt x="217" y="222"/>
                  </a:lnTo>
                  <a:lnTo>
                    <a:pt x="214" y="224"/>
                  </a:lnTo>
                  <a:lnTo>
                    <a:pt x="212" y="225"/>
                  </a:lnTo>
                  <a:lnTo>
                    <a:pt x="208" y="225"/>
                  </a:lnTo>
                  <a:lnTo>
                    <a:pt x="208" y="224"/>
                  </a:lnTo>
                  <a:lnTo>
                    <a:pt x="208" y="224"/>
                  </a:lnTo>
                  <a:lnTo>
                    <a:pt x="208" y="221"/>
                  </a:lnTo>
                  <a:lnTo>
                    <a:pt x="208" y="220"/>
                  </a:lnTo>
                  <a:lnTo>
                    <a:pt x="209" y="217"/>
                  </a:lnTo>
                  <a:lnTo>
                    <a:pt x="213" y="216"/>
                  </a:lnTo>
                  <a:lnTo>
                    <a:pt x="213" y="215"/>
                  </a:lnTo>
                  <a:lnTo>
                    <a:pt x="214" y="215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7" y="215"/>
                  </a:lnTo>
                  <a:lnTo>
                    <a:pt x="216" y="213"/>
                  </a:lnTo>
                  <a:lnTo>
                    <a:pt x="214" y="213"/>
                  </a:lnTo>
                  <a:lnTo>
                    <a:pt x="212" y="213"/>
                  </a:lnTo>
                  <a:lnTo>
                    <a:pt x="208" y="216"/>
                  </a:lnTo>
                  <a:lnTo>
                    <a:pt x="207" y="217"/>
                  </a:lnTo>
                  <a:lnTo>
                    <a:pt x="207" y="218"/>
                  </a:lnTo>
                  <a:lnTo>
                    <a:pt x="205" y="218"/>
                  </a:lnTo>
                  <a:lnTo>
                    <a:pt x="203" y="218"/>
                  </a:lnTo>
                  <a:lnTo>
                    <a:pt x="200" y="216"/>
                  </a:lnTo>
                  <a:lnTo>
                    <a:pt x="201" y="215"/>
                  </a:lnTo>
                  <a:lnTo>
                    <a:pt x="203" y="215"/>
                  </a:lnTo>
                  <a:lnTo>
                    <a:pt x="204" y="213"/>
                  </a:lnTo>
                  <a:lnTo>
                    <a:pt x="203" y="212"/>
                  </a:lnTo>
                  <a:lnTo>
                    <a:pt x="204" y="211"/>
                  </a:lnTo>
                  <a:lnTo>
                    <a:pt x="205" y="208"/>
                  </a:lnTo>
                  <a:lnTo>
                    <a:pt x="207" y="209"/>
                  </a:lnTo>
                  <a:lnTo>
                    <a:pt x="207" y="208"/>
                  </a:lnTo>
                  <a:lnTo>
                    <a:pt x="208" y="208"/>
                  </a:lnTo>
                  <a:lnTo>
                    <a:pt x="207" y="207"/>
                  </a:lnTo>
                  <a:lnTo>
                    <a:pt x="207" y="205"/>
                  </a:lnTo>
                  <a:lnTo>
                    <a:pt x="208" y="204"/>
                  </a:lnTo>
                  <a:lnTo>
                    <a:pt x="208" y="203"/>
                  </a:lnTo>
                  <a:lnTo>
                    <a:pt x="209" y="201"/>
                  </a:lnTo>
                  <a:lnTo>
                    <a:pt x="212" y="201"/>
                  </a:lnTo>
                  <a:lnTo>
                    <a:pt x="213" y="203"/>
                  </a:lnTo>
                  <a:lnTo>
                    <a:pt x="216" y="203"/>
                  </a:lnTo>
                  <a:lnTo>
                    <a:pt x="217" y="204"/>
                  </a:lnTo>
                  <a:lnTo>
                    <a:pt x="220" y="205"/>
                  </a:lnTo>
                  <a:lnTo>
                    <a:pt x="218" y="204"/>
                  </a:lnTo>
                  <a:lnTo>
                    <a:pt x="218" y="203"/>
                  </a:lnTo>
                  <a:lnTo>
                    <a:pt x="217" y="203"/>
                  </a:lnTo>
                  <a:lnTo>
                    <a:pt x="214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1" y="199"/>
                  </a:lnTo>
                  <a:lnTo>
                    <a:pt x="212" y="197"/>
                  </a:lnTo>
                  <a:lnTo>
                    <a:pt x="214" y="197"/>
                  </a:lnTo>
                  <a:lnTo>
                    <a:pt x="214" y="196"/>
                  </a:lnTo>
                  <a:lnTo>
                    <a:pt x="212" y="196"/>
                  </a:lnTo>
                  <a:lnTo>
                    <a:pt x="209" y="196"/>
                  </a:lnTo>
                  <a:lnTo>
                    <a:pt x="208" y="196"/>
                  </a:lnTo>
                  <a:lnTo>
                    <a:pt x="209" y="195"/>
                  </a:lnTo>
                  <a:lnTo>
                    <a:pt x="211" y="193"/>
                  </a:lnTo>
                  <a:lnTo>
                    <a:pt x="213" y="193"/>
                  </a:lnTo>
                  <a:lnTo>
                    <a:pt x="216" y="192"/>
                  </a:lnTo>
                  <a:lnTo>
                    <a:pt x="216" y="192"/>
                  </a:lnTo>
                  <a:lnTo>
                    <a:pt x="216" y="191"/>
                  </a:lnTo>
                  <a:lnTo>
                    <a:pt x="213" y="192"/>
                  </a:lnTo>
                  <a:lnTo>
                    <a:pt x="212" y="191"/>
                  </a:lnTo>
                  <a:lnTo>
                    <a:pt x="211" y="191"/>
                  </a:lnTo>
                  <a:lnTo>
                    <a:pt x="209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3" y="186"/>
                  </a:lnTo>
                  <a:lnTo>
                    <a:pt x="216" y="186"/>
                  </a:lnTo>
                  <a:lnTo>
                    <a:pt x="217" y="186"/>
                  </a:lnTo>
                  <a:lnTo>
                    <a:pt x="218" y="183"/>
                  </a:lnTo>
                  <a:lnTo>
                    <a:pt x="217" y="183"/>
                  </a:lnTo>
                  <a:lnTo>
                    <a:pt x="216" y="184"/>
                  </a:lnTo>
                  <a:lnTo>
                    <a:pt x="213" y="184"/>
                  </a:lnTo>
                  <a:lnTo>
                    <a:pt x="213" y="183"/>
                  </a:lnTo>
                  <a:lnTo>
                    <a:pt x="212" y="183"/>
                  </a:lnTo>
                  <a:lnTo>
                    <a:pt x="211" y="184"/>
                  </a:lnTo>
                  <a:lnTo>
                    <a:pt x="209" y="184"/>
                  </a:lnTo>
                  <a:lnTo>
                    <a:pt x="209" y="183"/>
                  </a:lnTo>
                  <a:lnTo>
                    <a:pt x="209" y="180"/>
                  </a:lnTo>
                  <a:lnTo>
                    <a:pt x="209" y="179"/>
                  </a:lnTo>
                  <a:lnTo>
                    <a:pt x="209" y="179"/>
                  </a:lnTo>
                  <a:lnTo>
                    <a:pt x="208" y="179"/>
                  </a:lnTo>
                  <a:lnTo>
                    <a:pt x="205" y="178"/>
                  </a:lnTo>
                  <a:lnTo>
                    <a:pt x="205" y="175"/>
                  </a:lnTo>
                  <a:lnTo>
                    <a:pt x="205" y="171"/>
                  </a:lnTo>
                  <a:lnTo>
                    <a:pt x="207" y="171"/>
                  </a:lnTo>
                  <a:lnTo>
                    <a:pt x="207" y="172"/>
                  </a:lnTo>
                  <a:lnTo>
                    <a:pt x="208" y="174"/>
                  </a:lnTo>
                  <a:lnTo>
                    <a:pt x="211" y="175"/>
                  </a:lnTo>
                  <a:lnTo>
                    <a:pt x="212" y="174"/>
                  </a:lnTo>
                  <a:lnTo>
                    <a:pt x="213" y="171"/>
                  </a:lnTo>
                  <a:lnTo>
                    <a:pt x="213" y="170"/>
                  </a:lnTo>
                  <a:lnTo>
                    <a:pt x="213" y="168"/>
                  </a:lnTo>
                  <a:lnTo>
                    <a:pt x="216" y="167"/>
                  </a:lnTo>
                  <a:lnTo>
                    <a:pt x="218" y="167"/>
                  </a:lnTo>
                  <a:lnTo>
                    <a:pt x="221" y="168"/>
                  </a:lnTo>
                  <a:lnTo>
                    <a:pt x="222" y="167"/>
                  </a:lnTo>
                  <a:lnTo>
                    <a:pt x="222" y="165"/>
                  </a:lnTo>
                  <a:lnTo>
                    <a:pt x="222" y="163"/>
                  </a:lnTo>
                  <a:lnTo>
                    <a:pt x="221" y="162"/>
                  </a:lnTo>
                  <a:lnTo>
                    <a:pt x="220" y="163"/>
                  </a:lnTo>
                  <a:lnTo>
                    <a:pt x="218" y="163"/>
                  </a:lnTo>
                  <a:lnTo>
                    <a:pt x="218" y="161"/>
                  </a:lnTo>
                  <a:lnTo>
                    <a:pt x="218" y="158"/>
                  </a:lnTo>
                  <a:lnTo>
                    <a:pt x="220" y="157"/>
                  </a:lnTo>
                  <a:lnTo>
                    <a:pt x="224" y="157"/>
                  </a:lnTo>
                  <a:lnTo>
                    <a:pt x="225" y="155"/>
                  </a:lnTo>
                  <a:lnTo>
                    <a:pt x="224" y="155"/>
                  </a:lnTo>
                  <a:lnTo>
                    <a:pt x="224" y="154"/>
                  </a:lnTo>
                  <a:lnTo>
                    <a:pt x="224" y="151"/>
                  </a:lnTo>
                  <a:lnTo>
                    <a:pt x="225" y="150"/>
                  </a:lnTo>
                  <a:lnTo>
                    <a:pt x="228" y="149"/>
                  </a:lnTo>
                  <a:lnTo>
                    <a:pt x="228" y="147"/>
                  </a:lnTo>
                  <a:lnTo>
                    <a:pt x="229" y="146"/>
                  </a:lnTo>
                  <a:lnTo>
                    <a:pt x="232" y="146"/>
                  </a:lnTo>
                  <a:lnTo>
                    <a:pt x="233" y="145"/>
                  </a:lnTo>
                  <a:lnTo>
                    <a:pt x="234" y="143"/>
                  </a:lnTo>
                  <a:lnTo>
                    <a:pt x="232" y="142"/>
                  </a:lnTo>
                  <a:lnTo>
                    <a:pt x="232" y="141"/>
                  </a:lnTo>
                  <a:lnTo>
                    <a:pt x="234" y="140"/>
                  </a:lnTo>
                  <a:lnTo>
                    <a:pt x="236" y="137"/>
                  </a:lnTo>
                  <a:lnTo>
                    <a:pt x="237" y="137"/>
                  </a:lnTo>
                  <a:lnTo>
                    <a:pt x="237" y="138"/>
                  </a:lnTo>
                  <a:lnTo>
                    <a:pt x="237" y="140"/>
                  </a:lnTo>
                  <a:lnTo>
                    <a:pt x="237" y="141"/>
                  </a:lnTo>
                  <a:lnTo>
                    <a:pt x="237" y="141"/>
                  </a:lnTo>
                  <a:lnTo>
                    <a:pt x="238" y="140"/>
                  </a:lnTo>
                  <a:lnTo>
                    <a:pt x="239" y="138"/>
                  </a:lnTo>
                  <a:lnTo>
                    <a:pt x="239" y="138"/>
                  </a:lnTo>
                  <a:lnTo>
                    <a:pt x="239" y="137"/>
                  </a:lnTo>
                  <a:lnTo>
                    <a:pt x="238" y="134"/>
                  </a:lnTo>
                  <a:lnTo>
                    <a:pt x="238" y="133"/>
                  </a:lnTo>
                  <a:lnTo>
                    <a:pt x="239" y="132"/>
                  </a:lnTo>
                  <a:lnTo>
                    <a:pt x="241" y="132"/>
                  </a:lnTo>
                  <a:lnTo>
                    <a:pt x="245" y="130"/>
                  </a:lnTo>
                  <a:lnTo>
                    <a:pt x="249" y="130"/>
                  </a:lnTo>
                  <a:lnTo>
                    <a:pt x="250" y="132"/>
                  </a:lnTo>
                  <a:lnTo>
                    <a:pt x="251" y="134"/>
                  </a:lnTo>
                  <a:lnTo>
                    <a:pt x="251" y="133"/>
                  </a:lnTo>
                  <a:lnTo>
                    <a:pt x="251" y="130"/>
                  </a:lnTo>
                  <a:lnTo>
                    <a:pt x="251" y="129"/>
                  </a:lnTo>
                  <a:lnTo>
                    <a:pt x="253" y="129"/>
                  </a:lnTo>
                  <a:lnTo>
                    <a:pt x="253" y="130"/>
                  </a:lnTo>
                  <a:lnTo>
                    <a:pt x="254" y="132"/>
                  </a:lnTo>
                  <a:lnTo>
                    <a:pt x="257" y="130"/>
                  </a:lnTo>
                  <a:lnTo>
                    <a:pt x="258" y="126"/>
                  </a:lnTo>
                  <a:lnTo>
                    <a:pt x="259" y="125"/>
                  </a:lnTo>
                  <a:lnTo>
                    <a:pt x="262" y="126"/>
                  </a:lnTo>
                  <a:lnTo>
                    <a:pt x="263" y="126"/>
                  </a:lnTo>
                  <a:lnTo>
                    <a:pt x="265" y="125"/>
                  </a:lnTo>
                  <a:lnTo>
                    <a:pt x="268" y="122"/>
                  </a:lnTo>
                  <a:lnTo>
                    <a:pt x="270" y="121"/>
                  </a:lnTo>
                  <a:lnTo>
                    <a:pt x="271" y="120"/>
                  </a:lnTo>
                  <a:lnTo>
                    <a:pt x="271" y="118"/>
                  </a:lnTo>
                  <a:lnTo>
                    <a:pt x="271" y="117"/>
                  </a:lnTo>
                  <a:lnTo>
                    <a:pt x="274" y="117"/>
                  </a:lnTo>
                  <a:lnTo>
                    <a:pt x="274" y="116"/>
                  </a:lnTo>
                  <a:lnTo>
                    <a:pt x="272" y="113"/>
                  </a:lnTo>
                  <a:lnTo>
                    <a:pt x="272" y="112"/>
                  </a:lnTo>
                  <a:lnTo>
                    <a:pt x="274" y="109"/>
                  </a:lnTo>
                  <a:lnTo>
                    <a:pt x="275" y="108"/>
                  </a:lnTo>
                  <a:lnTo>
                    <a:pt x="276" y="107"/>
                  </a:lnTo>
                  <a:lnTo>
                    <a:pt x="278" y="107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3" y="101"/>
                  </a:lnTo>
                  <a:lnTo>
                    <a:pt x="284" y="100"/>
                  </a:lnTo>
                  <a:lnTo>
                    <a:pt x="287" y="101"/>
                  </a:lnTo>
                  <a:lnTo>
                    <a:pt x="288" y="103"/>
                  </a:lnTo>
                  <a:lnTo>
                    <a:pt x="288" y="101"/>
                  </a:lnTo>
                  <a:lnTo>
                    <a:pt x="291" y="99"/>
                  </a:lnTo>
                  <a:close/>
                  <a:moveTo>
                    <a:pt x="977" y="99"/>
                  </a:moveTo>
                  <a:lnTo>
                    <a:pt x="978" y="101"/>
                  </a:lnTo>
                  <a:lnTo>
                    <a:pt x="980" y="103"/>
                  </a:lnTo>
                  <a:lnTo>
                    <a:pt x="978" y="104"/>
                  </a:lnTo>
                  <a:lnTo>
                    <a:pt x="976" y="105"/>
                  </a:lnTo>
                  <a:lnTo>
                    <a:pt x="976" y="105"/>
                  </a:lnTo>
                  <a:lnTo>
                    <a:pt x="973" y="105"/>
                  </a:lnTo>
                  <a:lnTo>
                    <a:pt x="972" y="103"/>
                  </a:lnTo>
                  <a:lnTo>
                    <a:pt x="974" y="103"/>
                  </a:lnTo>
                  <a:lnTo>
                    <a:pt x="976" y="101"/>
                  </a:lnTo>
                  <a:lnTo>
                    <a:pt x="977" y="99"/>
                  </a:lnTo>
                  <a:lnTo>
                    <a:pt x="977" y="99"/>
                  </a:lnTo>
                  <a:close/>
                  <a:moveTo>
                    <a:pt x="1232" y="84"/>
                  </a:moveTo>
                  <a:lnTo>
                    <a:pt x="1235" y="86"/>
                  </a:lnTo>
                  <a:lnTo>
                    <a:pt x="1235" y="88"/>
                  </a:lnTo>
                  <a:lnTo>
                    <a:pt x="1235" y="90"/>
                  </a:lnTo>
                  <a:lnTo>
                    <a:pt x="1234" y="88"/>
                  </a:lnTo>
                  <a:lnTo>
                    <a:pt x="1232" y="86"/>
                  </a:lnTo>
                  <a:lnTo>
                    <a:pt x="1232" y="84"/>
                  </a:lnTo>
                  <a:lnTo>
                    <a:pt x="1232" y="84"/>
                  </a:lnTo>
                  <a:close/>
                  <a:moveTo>
                    <a:pt x="1228" y="82"/>
                  </a:moveTo>
                  <a:lnTo>
                    <a:pt x="1230" y="83"/>
                  </a:lnTo>
                  <a:lnTo>
                    <a:pt x="1230" y="86"/>
                  </a:lnTo>
                  <a:lnTo>
                    <a:pt x="1230" y="86"/>
                  </a:lnTo>
                  <a:lnTo>
                    <a:pt x="1228" y="87"/>
                  </a:lnTo>
                  <a:lnTo>
                    <a:pt x="1227" y="86"/>
                  </a:lnTo>
                  <a:lnTo>
                    <a:pt x="1226" y="83"/>
                  </a:lnTo>
                  <a:lnTo>
                    <a:pt x="1227" y="83"/>
                  </a:lnTo>
                  <a:lnTo>
                    <a:pt x="1228" y="82"/>
                  </a:lnTo>
                  <a:close/>
                  <a:moveTo>
                    <a:pt x="1232" y="80"/>
                  </a:moveTo>
                  <a:lnTo>
                    <a:pt x="1234" y="80"/>
                  </a:lnTo>
                  <a:lnTo>
                    <a:pt x="1235" y="83"/>
                  </a:lnTo>
                  <a:lnTo>
                    <a:pt x="1235" y="84"/>
                  </a:lnTo>
                  <a:lnTo>
                    <a:pt x="1234" y="84"/>
                  </a:lnTo>
                  <a:lnTo>
                    <a:pt x="1232" y="82"/>
                  </a:lnTo>
                  <a:lnTo>
                    <a:pt x="1232" y="80"/>
                  </a:lnTo>
                  <a:close/>
                  <a:moveTo>
                    <a:pt x="706" y="78"/>
                  </a:moveTo>
                  <a:lnTo>
                    <a:pt x="707" y="79"/>
                  </a:lnTo>
                  <a:lnTo>
                    <a:pt x="707" y="80"/>
                  </a:lnTo>
                  <a:lnTo>
                    <a:pt x="708" y="83"/>
                  </a:lnTo>
                  <a:lnTo>
                    <a:pt x="710" y="84"/>
                  </a:lnTo>
                  <a:lnTo>
                    <a:pt x="710" y="88"/>
                  </a:lnTo>
                  <a:lnTo>
                    <a:pt x="711" y="90"/>
                  </a:lnTo>
                  <a:lnTo>
                    <a:pt x="711" y="91"/>
                  </a:lnTo>
                  <a:lnTo>
                    <a:pt x="710" y="92"/>
                  </a:lnTo>
                  <a:lnTo>
                    <a:pt x="710" y="93"/>
                  </a:lnTo>
                  <a:lnTo>
                    <a:pt x="708" y="95"/>
                  </a:lnTo>
                  <a:lnTo>
                    <a:pt x="707" y="93"/>
                  </a:lnTo>
                  <a:lnTo>
                    <a:pt x="704" y="93"/>
                  </a:lnTo>
                  <a:lnTo>
                    <a:pt x="698" y="92"/>
                  </a:lnTo>
                  <a:lnTo>
                    <a:pt x="695" y="92"/>
                  </a:lnTo>
                  <a:lnTo>
                    <a:pt x="694" y="91"/>
                  </a:lnTo>
                  <a:lnTo>
                    <a:pt x="694" y="90"/>
                  </a:lnTo>
                  <a:lnTo>
                    <a:pt x="696" y="90"/>
                  </a:lnTo>
                  <a:lnTo>
                    <a:pt x="698" y="88"/>
                  </a:lnTo>
                  <a:lnTo>
                    <a:pt x="696" y="87"/>
                  </a:lnTo>
                  <a:lnTo>
                    <a:pt x="695" y="86"/>
                  </a:lnTo>
                  <a:lnTo>
                    <a:pt x="694" y="83"/>
                  </a:lnTo>
                  <a:lnTo>
                    <a:pt x="695" y="82"/>
                  </a:lnTo>
                  <a:lnTo>
                    <a:pt x="698" y="82"/>
                  </a:lnTo>
                  <a:lnTo>
                    <a:pt x="702" y="79"/>
                  </a:lnTo>
                  <a:lnTo>
                    <a:pt x="706" y="78"/>
                  </a:lnTo>
                  <a:close/>
                  <a:moveTo>
                    <a:pt x="1235" y="78"/>
                  </a:moveTo>
                  <a:lnTo>
                    <a:pt x="1236" y="78"/>
                  </a:lnTo>
                  <a:lnTo>
                    <a:pt x="1236" y="80"/>
                  </a:lnTo>
                  <a:lnTo>
                    <a:pt x="1236" y="82"/>
                  </a:lnTo>
                  <a:lnTo>
                    <a:pt x="1235" y="82"/>
                  </a:lnTo>
                  <a:lnTo>
                    <a:pt x="1235" y="79"/>
                  </a:lnTo>
                  <a:lnTo>
                    <a:pt x="1235" y="78"/>
                  </a:lnTo>
                  <a:close/>
                  <a:moveTo>
                    <a:pt x="818" y="70"/>
                  </a:moveTo>
                  <a:lnTo>
                    <a:pt x="818" y="72"/>
                  </a:lnTo>
                  <a:lnTo>
                    <a:pt x="818" y="75"/>
                  </a:lnTo>
                  <a:lnTo>
                    <a:pt x="816" y="75"/>
                  </a:lnTo>
                  <a:lnTo>
                    <a:pt x="815" y="74"/>
                  </a:lnTo>
                  <a:lnTo>
                    <a:pt x="814" y="74"/>
                  </a:lnTo>
                  <a:lnTo>
                    <a:pt x="814" y="72"/>
                  </a:lnTo>
                  <a:lnTo>
                    <a:pt x="814" y="71"/>
                  </a:lnTo>
                  <a:lnTo>
                    <a:pt x="818" y="70"/>
                  </a:lnTo>
                  <a:close/>
                  <a:moveTo>
                    <a:pt x="534" y="67"/>
                  </a:moveTo>
                  <a:lnTo>
                    <a:pt x="536" y="70"/>
                  </a:lnTo>
                  <a:lnTo>
                    <a:pt x="536" y="70"/>
                  </a:lnTo>
                  <a:lnTo>
                    <a:pt x="536" y="71"/>
                  </a:lnTo>
                  <a:lnTo>
                    <a:pt x="536" y="71"/>
                  </a:lnTo>
                  <a:lnTo>
                    <a:pt x="534" y="72"/>
                  </a:lnTo>
                  <a:lnTo>
                    <a:pt x="533" y="74"/>
                  </a:lnTo>
                  <a:lnTo>
                    <a:pt x="530" y="74"/>
                  </a:lnTo>
                  <a:lnTo>
                    <a:pt x="529" y="74"/>
                  </a:lnTo>
                  <a:lnTo>
                    <a:pt x="527" y="74"/>
                  </a:lnTo>
                  <a:lnTo>
                    <a:pt x="527" y="72"/>
                  </a:lnTo>
                  <a:lnTo>
                    <a:pt x="524" y="72"/>
                  </a:lnTo>
                  <a:lnTo>
                    <a:pt x="524" y="72"/>
                  </a:lnTo>
                  <a:lnTo>
                    <a:pt x="524" y="70"/>
                  </a:lnTo>
                  <a:lnTo>
                    <a:pt x="527" y="71"/>
                  </a:lnTo>
                  <a:lnTo>
                    <a:pt x="528" y="70"/>
                  </a:lnTo>
                  <a:lnTo>
                    <a:pt x="528" y="68"/>
                  </a:lnTo>
                  <a:lnTo>
                    <a:pt x="529" y="68"/>
                  </a:lnTo>
                  <a:lnTo>
                    <a:pt x="530" y="70"/>
                  </a:lnTo>
                  <a:lnTo>
                    <a:pt x="532" y="70"/>
                  </a:lnTo>
                  <a:lnTo>
                    <a:pt x="532" y="70"/>
                  </a:lnTo>
                  <a:lnTo>
                    <a:pt x="532" y="68"/>
                  </a:lnTo>
                  <a:lnTo>
                    <a:pt x="533" y="67"/>
                  </a:lnTo>
                  <a:lnTo>
                    <a:pt x="534" y="67"/>
                  </a:lnTo>
                  <a:close/>
                  <a:moveTo>
                    <a:pt x="512" y="58"/>
                  </a:moveTo>
                  <a:lnTo>
                    <a:pt x="513" y="58"/>
                  </a:lnTo>
                  <a:lnTo>
                    <a:pt x="513" y="59"/>
                  </a:lnTo>
                  <a:lnTo>
                    <a:pt x="511" y="61"/>
                  </a:lnTo>
                  <a:lnTo>
                    <a:pt x="509" y="61"/>
                  </a:lnTo>
                  <a:lnTo>
                    <a:pt x="508" y="61"/>
                  </a:lnTo>
                  <a:lnTo>
                    <a:pt x="511" y="59"/>
                  </a:lnTo>
                  <a:lnTo>
                    <a:pt x="512" y="58"/>
                  </a:lnTo>
                  <a:close/>
                  <a:moveTo>
                    <a:pt x="523" y="55"/>
                  </a:moveTo>
                  <a:lnTo>
                    <a:pt x="524" y="55"/>
                  </a:lnTo>
                  <a:lnTo>
                    <a:pt x="524" y="58"/>
                  </a:lnTo>
                  <a:lnTo>
                    <a:pt x="524" y="58"/>
                  </a:lnTo>
                  <a:lnTo>
                    <a:pt x="524" y="61"/>
                  </a:lnTo>
                  <a:lnTo>
                    <a:pt x="523" y="61"/>
                  </a:lnTo>
                  <a:lnTo>
                    <a:pt x="523" y="59"/>
                  </a:lnTo>
                  <a:lnTo>
                    <a:pt x="521" y="58"/>
                  </a:lnTo>
                  <a:lnTo>
                    <a:pt x="520" y="59"/>
                  </a:lnTo>
                  <a:lnTo>
                    <a:pt x="519" y="61"/>
                  </a:lnTo>
                  <a:lnTo>
                    <a:pt x="519" y="59"/>
                  </a:lnTo>
                  <a:lnTo>
                    <a:pt x="520" y="58"/>
                  </a:lnTo>
                  <a:lnTo>
                    <a:pt x="521" y="55"/>
                  </a:lnTo>
                  <a:lnTo>
                    <a:pt x="523" y="55"/>
                  </a:lnTo>
                  <a:close/>
                  <a:moveTo>
                    <a:pt x="530" y="50"/>
                  </a:moveTo>
                  <a:lnTo>
                    <a:pt x="532" y="51"/>
                  </a:lnTo>
                  <a:lnTo>
                    <a:pt x="532" y="53"/>
                  </a:lnTo>
                  <a:lnTo>
                    <a:pt x="534" y="53"/>
                  </a:lnTo>
                  <a:lnTo>
                    <a:pt x="534" y="54"/>
                  </a:lnTo>
                  <a:lnTo>
                    <a:pt x="533" y="55"/>
                  </a:lnTo>
                  <a:lnTo>
                    <a:pt x="532" y="55"/>
                  </a:lnTo>
                  <a:lnTo>
                    <a:pt x="532" y="53"/>
                  </a:lnTo>
                  <a:lnTo>
                    <a:pt x="530" y="51"/>
                  </a:lnTo>
                  <a:lnTo>
                    <a:pt x="530" y="50"/>
                  </a:lnTo>
                  <a:close/>
                  <a:moveTo>
                    <a:pt x="1309" y="47"/>
                  </a:moveTo>
                  <a:lnTo>
                    <a:pt x="1307" y="50"/>
                  </a:lnTo>
                  <a:lnTo>
                    <a:pt x="1306" y="51"/>
                  </a:lnTo>
                  <a:lnTo>
                    <a:pt x="1306" y="50"/>
                  </a:lnTo>
                  <a:lnTo>
                    <a:pt x="1306" y="49"/>
                  </a:lnTo>
                  <a:lnTo>
                    <a:pt x="1309" y="47"/>
                  </a:lnTo>
                  <a:close/>
                  <a:moveTo>
                    <a:pt x="530" y="47"/>
                  </a:moveTo>
                  <a:lnTo>
                    <a:pt x="532" y="47"/>
                  </a:lnTo>
                  <a:lnTo>
                    <a:pt x="530" y="50"/>
                  </a:lnTo>
                  <a:lnTo>
                    <a:pt x="528" y="50"/>
                  </a:lnTo>
                  <a:lnTo>
                    <a:pt x="528" y="49"/>
                  </a:lnTo>
                  <a:lnTo>
                    <a:pt x="528" y="47"/>
                  </a:lnTo>
                  <a:lnTo>
                    <a:pt x="530" y="47"/>
                  </a:lnTo>
                  <a:close/>
                  <a:moveTo>
                    <a:pt x="454" y="47"/>
                  </a:moveTo>
                  <a:lnTo>
                    <a:pt x="455" y="47"/>
                  </a:lnTo>
                  <a:lnTo>
                    <a:pt x="457" y="49"/>
                  </a:lnTo>
                  <a:lnTo>
                    <a:pt x="457" y="51"/>
                  </a:lnTo>
                  <a:lnTo>
                    <a:pt x="457" y="53"/>
                  </a:lnTo>
                  <a:lnTo>
                    <a:pt x="454" y="54"/>
                  </a:lnTo>
                  <a:lnTo>
                    <a:pt x="453" y="54"/>
                  </a:lnTo>
                  <a:lnTo>
                    <a:pt x="453" y="53"/>
                  </a:lnTo>
                  <a:lnTo>
                    <a:pt x="453" y="50"/>
                  </a:lnTo>
                  <a:lnTo>
                    <a:pt x="453" y="47"/>
                  </a:lnTo>
                  <a:lnTo>
                    <a:pt x="454" y="47"/>
                  </a:lnTo>
                  <a:close/>
                  <a:moveTo>
                    <a:pt x="1286" y="45"/>
                  </a:moveTo>
                  <a:lnTo>
                    <a:pt x="1289" y="45"/>
                  </a:lnTo>
                  <a:lnTo>
                    <a:pt x="1292" y="46"/>
                  </a:lnTo>
                  <a:lnTo>
                    <a:pt x="1293" y="46"/>
                  </a:lnTo>
                  <a:lnTo>
                    <a:pt x="1293" y="45"/>
                  </a:lnTo>
                  <a:lnTo>
                    <a:pt x="1296" y="47"/>
                  </a:lnTo>
                  <a:lnTo>
                    <a:pt x="1297" y="49"/>
                  </a:lnTo>
                  <a:lnTo>
                    <a:pt x="1296" y="50"/>
                  </a:lnTo>
                  <a:lnTo>
                    <a:pt x="1298" y="53"/>
                  </a:lnTo>
                  <a:lnTo>
                    <a:pt x="1298" y="55"/>
                  </a:lnTo>
                  <a:lnTo>
                    <a:pt x="1297" y="57"/>
                  </a:lnTo>
                  <a:lnTo>
                    <a:pt x="1294" y="58"/>
                  </a:lnTo>
                  <a:lnTo>
                    <a:pt x="1292" y="57"/>
                  </a:lnTo>
                  <a:lnTo>
                    <a:pt x="1289" y="54"/>
                  </a:lnTo>
                  <a:lnTo>
                    <a:pt x="1286" y="54"/>
                  </a:lnTo>
                  <a:lnTo>
                    <a:pt x="1284" y="54"/>
                  </a:lnTo>
                  <a:lnTo>
                    <a:pt x="1282" y="53"/>
                  </a:lnTo>
                  <a:lnTo>
                    <a:pt x="1282" y="49"/>
                  </a:lnTo>
                  <a:lnTo>
                    <a:pt x="1284" y="47"/>
                  </a:lnTo>
                  <a:lnTo>
                    <a:pt x="1285" y="47"/>
                  </a:lnTo>
                  <a:lnTo>
                    <a:pt x="1285" y="46"/>
                  </a:lnTo>
                  <a:lnTo>
                    <a:pt x="1286" y="46"/>
                  </a:lnTo>
                  <a:lnTo>
                    <a:pt x="1286" y="45"/>
                  </a:lnTo>
                  <a:close/>
                  <a:moveTo>
                    <a:pt x="1192" y="43"/>
                  </a:moveTo>
                  <a:lnTo>
                    <a:pt x="1193" y="43"/>
                  </a:lnTo>
                  <a:lnTo>
                    <a:pt x="1194" y="46"/>
                  </a:lnTo>
                  <a:lnTo>
                    <a:pt x="1193" y="46"/>
                  </a:lnTo>
                  <a:lnTo>
                    <a:pt x="1192" y="46"/>
                  </a:lnTo>
                  <a:lnTo>
                    <a:pt x="1190" y="45"/>
                  </a:lnTo>
                  <a:lnTo>
                    <a:pt x="1192" y="43"/>
                  </a:lnTo>
                  <a:close/>
                  <a:moveTo>
                    <a:pt x="1210" y="42"/>
                  </a:moveTo>
                  <a:lnTo>
                    <a:pt x="1211" y="43"/>
                  </a:lnTo>
                  <a:lnTo>
                    <a:pt x="1211" y="45"/>
                  </a:lnTo>
                  <a:lnTo>
                    <a:pt x="1210" y="45"/>
                  </a:lnTo>
                  <a:lnTo>
                    <a:pt x="1209" y="43"/>
                  </a:lnTo>
                  <a:lnTo>
                    <a:pt x="1210" y="42"/>
                  </a:lnTo>
                  <a:close/>
                  <a:moveTo>
                    <a:pt x="1201" y="41"/>
                  </a:moveTo>
                  <a:lnTo>
                    <a:pt x="1203" y="42"/>
                  </a:lnTo>
                  <a:lnTo>
                    <a:pt x="1202" y="43"/>
                  </a:lnTo>
                  <a:lnTo>
                    <a:pt x="1201" y="43"/>
                  </a:lnTo>
                  <a:lnTo>
                    <a:pt x="1199" y="42"/>
                  </a:lnTo>
                  <a:lnTo>
                    <a:pt x="1201" y="41"/>
                  </a:lnTo>
                  <a:close/>
                  <a:moveTo>
                    <a:pt x="516" y="37"/>
                  </a:moveTo>
                  <a:lnTo>
                    <a:pt x="516" y="38"/>
                  </a:lnTo>
                  <a:lnTo>
                    <a:pt x="516" y="41"/>
                  </a:lnTo>
                  <a:lnTo>
                    <a:pt x="515" y="42"/>
                  </a:lnTo>
                  <a:lnTo>
                    <a:pt x="515" y="43"/>
                  </a:lnTo>
                  <a:lnTo>
                    <a:pt x="513" y="46"/>
                  </a:lnTo>
                  <a:lnTo>
                    <a:pt x="511" y="47"/>
                  </a:lnTo>
                  <a:lnTo>
                    <a:pt x="511" y="46"/>
                  </a:lnTo>
                  <a:lnTo>
                    <a:pt x="511" y="45"/>
                  </a:lnTo>
                  <a:lnTo>
                    <a:pt x="509" y="46"/>
                  </a:lnTo>
                  <a:lnTo>
                    <a:pt x="508" y="47"/>
                  </a:lnTo>
                  <a:lnTo>
                    <a:pt x="507" y="49"/>
                  </a:lnTo>
                  <a:lnTo>
                    <a:pt x="505" y="49"/>
                  </a:lnTo>
                  <a:lnTo>
                    <a:pt x="505" y="46"/>
                  </a:lnTo>
                  <a:lnTo>
                    <a:pt x="508" y="42"/>
                  </a:lnTo>
                  <a:lnTo>
                    <a:pt x="511" y="41"/>
                  </a:lnTo>
                  <a:lnTo>
                    <a:pt x="513" y="39"/>
                  </a:lnTo>
                  <a:lnTo>
                    <a:pt x="515" y="38"/>
                  </a:lnTo>
                  <a:lnTo>
                    <a:pt x="516" y="37"/>
                  </a:lnTo>
                  <a:close/>
                  <a:moveTo>
                    <a:pt x="465" y="29"/>
                  </a:moveTo>
                  <a:lnTo>
                    <a:pt x="467" y="30"/>
                  </a:lnTo>
                  <a:lnTo>
                    <a:pt x="467" y="32"/>
                  </a:lnTo>
                  <a:lnTo>
                    <a:pt x="466" y="32"/>
                  </a:lnTo>
                  <a:lnTo>
                    <a:pt x="465" y="30"/>
                  </a:lnTo>
                  <a:lnTo>
                    <a:pt x="465" y="29"/>
                  </a:lnTo>
                  <a:close/>
                  <a:moveTo>
                    <a:pt x="897" y="26"/>
                  </a:moveTo>
                  <a:lnTo>
                    <a:pt x="898" y="28"/>
                  </a:lnTo>
                  <a:lnTo>
                    <a:pt x="901" y="30"/>
                  </a:lnTo>
                  <a:lnTo>
                    <a:pt x="903" y="30"/>
                  </a:lnTo>
                  <a:lnTo>
                    <a:pt x="906" y="30"/>
                  </a:lnTo>
                  <a:lnTo>
                    <a:pt x="910" y="34"/>
                  </a:lnTo>
                  <a:lnTo>
                    <a:pt x="910" y="36"/>
                  </a:lnTo>
                  <a:lnTo>
                    <a:pt x="908" y="36"/>
                  </a:lnTo>
                  <a:lnTo>
                    <a:pt x="906" y="33"/>
                  </a:lnTo>
                  <a:lnTo>
                    <a:pt x="903" y="33"/>
                  </a:lnTo>
                  <a:lnTo>
                    <a:pt x="901" y="32"/>
                  </a:lnTo>
                  <a:lnTo>
                    <a:pt x="898" y="32"/>
                  </a:lnTo>
                  <a:lnTo>
                    <a:pt x="897" y="30"/>
                  </a:lnTo>
                  <a:lnTo>
                    <a:pt x="895" y="28"/>
                  </a:lnTo>
                  <a:lnTo>
                    <a:pt x="897" y="26"/>
                  </a:lnTo>
                  <a:close/>
                  <a:moveTo>
                    <a:pt x="113" y="21"/>
                  </a:moveTo>
                  <a:lnTo>
                    <a:pt x="116" y="25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18" y="29"/>
                  </a:lnTo>
                  <a:lnTo>
                    <a:pt x="118" y="32"/>
                  </a:lnTo>
                  <a:lnTo>
                    <a:pt x="114" y="30"/>
                  </a:lnTo>
                  <a:lnTo>
                    <a:pt x="113" y="32"/>
                  </a:lnTo>
                  <a:lnTo>
                    <a:pt x="110" y="32"/>
                  </a:lnTo>
                  <a:lnTo>
                    <a:pt x="110" y="30"/>
                  </a:lnTo>
                  <a:lnTo>
                    <a:pt x="108" y="29"/>
                  </a:lnTo>
                  <a:lnTo>
                    <a:pt x="109" y="28"/>
                  </a:lnTo>
                  <a:lnTo>
                    <a:pt x="112" y="28"/>
                  </a:lnTo>
                  <a:lnTo>
                    <a:pt x="112" y="26"/>
                  </a:lnTo>
                  <a:lnTo>
                    <a:pt x="112" y="22"/>
                  </a:lnTo>
                  <a:lnTo>
                    <a:pt x="113" y="21"/>
                  </a:lnTo>
                  <a:close/>
                  <a:moveTo>
                    <a:pt x="172" y="20"/>
                  </a:moveTo>
                  <a:lnTo>
                    <a:pt x="174" y="20"/>
                  </a:lnTo>
                  <a:lnTo>
                    <a:pt x="176" y="22"/>
                  </a:lnTo>
                  <a:lnTo>
                    <a:pt x="175" y="24"/>
                  </a:lnTo>
                  <a:lnTo>
                    <a:pt x="174" y="22"/>
                  </a:lnTo>
                  <a:lnTo>
                    <a:pt x="171" y="22"/>
                  </a:lnTo>
                  <a:lnTo>
                    <a:pt x="172" y="20"/>
                  </a:lnTo>
                  <a:close/>
                  <a:moveTo>
                    <a:pt x="104" y="17"/>
                  </a:moveTo>
                  <a:lnTo>
                    <a:pt x="106" y="18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08" y="24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3" y="22"/>
                  </a:lnTo>
                  <a:lnTo>
                    <a:pt x="104" y="21"/>
                  </a:lnTo>
                  <a:lnTo>
                    <a:pt x="104" y="17"/>
                  </a:lnTo>
                  <a:close/>
                  <a:moveTo>
                    <a:pt x="958" y="16"/>
                  </a:moveTo>
                  <a:lnTo>
                    <a:pt x="960" y="16"/>
                  </a:lnTo>
                  <a:lnTo>
                    <a:pt x="964" y="17"/>
                  </a:lnTo>
                  <a:lnTo>
                    <a:pt x="965" y="16"/>
                  </a:lnTo>
                  <a:lnTo>
                    <a:pt x="968" y="16"/>
                  </a:lnTo>
                  <a:lnTo>
                    <a:pt x="969" y="18"/>
                  </a:lnTo>
                  <a:lnTo>
                    <a:pt x="973" y="18"/>
                  </a:lnTo>
                  <a:lnTo>
                    <a:pt x="976" y="20"/>
                  </a:lnTo>
                  <a:lnTo>
                    <a:pt x="981" y="22"/>
                  </a:lnTo>
                  <a:lnTo>
                    <a:pt x="983" y="26"/>
                  </a:lnTo>
                  <a:lnTo>
                    <a:pt x="985" y="29"/>
                  </a:lnTo>
                  <a:lnTo>
                    <a:pt x="986" y="30"/>
                  </a:lnTo>
                  <a:lnTo>
                    <a:pt x="985" y="33"/>
                  </a:lnTo>
                  <a:lnTo>
                    <a:pt x="982" y="32"/>
                  </a:lnTo>
                  <a:lnTo>
                    <a:pt x="978" y="33"/>
                  </a:lnTo>
                  <a:lnTo>
                    <a:pt x="976" y="34"/>
                  </a:lnTo>
                  <a:lnTo>
                    <a:pt x="970" y="34"/>
                  </a:lnTo>
                  <a:lnTo>
                    <a:pt x="968" y="34"/>
                  </a:lnTo>
                  <a:lnTo>
                    <a:pt x="962" y="34"/>
                  </a:lnTo>
                  <a:lnTo>
                    <a:pt x="960" y="33"/>
                  </a:lnTo>
                  <a:lnTo>
                    <a:pt x="956" y="36"/>
                  </a:lnTo>
                  <a:lnTo>
                    <a:pt x="953" y="38"/>
                  </a:lnTo>
                  <a:lnTo>
                    <a:pt x="952" y="39"/>
                  </a:lnTo>
                  <a:lnTo>
                    <a:pt x="951" y="39"/>
                  </a:lnTo>
                  <a:lnTo>
                    <a:pt x="951" y="37"/>
                  </a:lnTo>
                  <a:lnTo>
                    <a:pt x="953" y="34"/>
                  </a:lnTo>
                  <a:lnTo>
                    <a:pt x="954" y="29"/>
                  </a:lnTo>
                  <a:lnTo>
                    <a:pt x="954" y="24"/>
                  </a:lnTo>
                  <a:lnTo>
                    <a:pt x="954" y="22"/>
                  </a:lnTo>
                  <a:lnTo>
                    <a:pt x="957" y="18"/>
                  </a:lnTo>
                  <a:lnTo>
                    <a:pt x="958" y="16"/>
                  </a:lnTo>
                  <a:close/>
                  <a:moveTo>
                    <a:pt x="179" y="13"/>
                  </a:moveTo>
                  <a:lnTo>
                    <a:pt x="182" y="13"/>
                  </a:lnTo>
                  <a:lnTo>
                    <a:pt x="182" y="17"/>
                  </a:lnTo>
                  <a:lnTo>
                    <a:pt x="180" y="21"/>
                  </a:lnTo>
                  <a:lnTo>
                    <a:pt x="178" y="20"/>
                  </a:lnTo>
                  <a:lnTo>
                    <a:pt x="175" y="18"/>
                  </a:lnTo>
                  <a:lnTo>
                    <a:pt x="172" y="17"/>
                  </a:lnTo>
                  <a:lnTo>
                    <a:pt x="172" y="16"/>
                  </a:lnTo>
                  <a:lnTo>
                    <a:pt x="176" y="13"/>
                  </a:lnTo>
                  <a:lnTo>
                    <a:pt x="179" y="13"/>
                  </a:lnTo>
                  <a:close/>
                  <a:moveTo>
                    <a:pt x="135" y="12"/>
                  </a:moveTo>
                  <a:lnTo>
                    <a:pt x="137" y="13"/>
                  </a:lnTo>
                  <a:lnTo>
                    <a:pt x="137" y="14"/>
                  </a:lnTo>
                  <a:lnTo>
                    <a:pt x="137" y="17"/>
                  </a:lnTo>
                  <a:lnTo>
                    <a:pt x="135" y="16"/>
                  </a:lnTo>
                  <a:lnTo>
                    <a:pt x="135" y="14"/>
                  </a:lnTo>
                  <a:lnTo>
                    <a:pt x="135" y="12"/>
                  </a:lnTo>
                  <a:close/>
                  <a:moveTo>
                    <a:pt x="129" y="12"/>
                  </a:moveTo>
                  <a:lnTo>
                    <a:pt x="132" y="14"/>
                  </a:lnTo>
                  <a:lnTo>
                    <a:pt x="133" y="14"/>
                  </a:lnTo>
                  <a:lnTo>
                    <a:pt x="133" y="16"/>
                  </a:lnTo>
                  <a:lnTo>
                    <a:pt x="132" y="18"/>
                  </a:lnTo>
                  <a:lnTo>
                    <a:pt x="130" y="21"/>
                  </a:lnTo>
                  <a:lnTo>
                    <a:pt x="126" y="20"/>
                  </a:lnTo>
                  <a:lnTo>
                    <a:pt x="125" y="18"/>
                  </a:lnTo>
                  <a:lnTo>
                    <a:pt x="128" y="17"/>
                  </a:lnTo>
                  <a:lnTo>
                    <a:pt x="128" y="16"/>
                  </a:lnTo>
                  <a:lnTo>
                    <a:pt x="126" y="13"/>
                  </a:lnTo>
                  <a:lnTo>
                    <a:pt x="128" y="12"/>
                  </a:lnTo>
                  <a:lnTo>
                    <a:pt x="129" y="12"/>
                  </a:lnTo>
                  <a:close/>
                  <a:moveTo>
                    <a:pt x="143" y="9"/>
                  </a:moveTo>
                  <a:lnTo>
                    <a:pt x="145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3" y="14"/>
                  </a:lnTo>
                  <a:lnTo>
                    <a:pt x="141" y="13"/>
                  </a:lnTo>
                  <a:lnTo>
                    <a:pt x="139" y="12"/>
                  </a:lnTo>
                  <a:lnTo>
                    <a:pt x="141" y="11"/>
                  </a:lnTo>
                  <a:lnTo>
                    <a:pt x="142" y="9"/>
                  </a:lnTo>
                  <a:lnTo>
                    <a:pt x="143" y="9"/>
                  </a:lnTo>
                  <a:close/>
                  <a:moveTo>
                    <a:pt x="941" y="7"/>
                  </a:moveTo>
                  <a:lnTo>
                    <a:pt x="943" y="7"/>
                  </a:lnTo>
                  <a:lnTo>
                    <a:pt x="944" y="11"/>
                  </a:lnTo>
                  <a:lnTo>
                    <a:pt x="948" y="13"/>
                  </a:lnTo>
                  <a:lnTo>
                    <a:pt x="948" y="16"/>
                  </a:lnTo>
                  <a:lnTo>
                    <a:pt x="947" y="17"/>
                  </a:lnTo>
                  <a:lnTo>
                    <a:pt x="945" y="20"/>
                  </a:lnTo>
                  <a:lnTo>
                    <a:pt x="947" y="21"/>
                  </a:lnTo>
                  <a:lnTo>
                    <a:pt x="945" y="21"/>
                  </a:lnTo>
                  <a:lnTo>
                    <a:pt x="943" y="21"/>
                  </a:lnTo>
                  <a:lnTo>
                    <a:pt x="941" y="17"/>
                  </a:lnTo>
                  <a:lnTo>
                    <a:pt x="939" y="17"/>
                  </a:lnTo>
                  <a:lnTo>
                    <a:pt x="939" y="16"/>
                  </a:lnTo>
                  <a:lnTo>
                    <a:pt x="939" y="14"/>
                  </a:lnTo>
                  <a:lnTo>
                    <a:pt x="937" y="12"/>
                  </a:lnTo>
                  <a:lnTo>
                    <a:pt x="936" y="9"/>
                  </a:lnTo>
                  <a:lnTo>
                    <a:pt x="939" y="8"/>
                  </a:lnTo>
                  <a:lnTo>
                    <a:pt x="941" y="7"/>
                  </a:lnTo>
                  <a:close/>
                  <a:moveTo>
                    <a:pt x="135" y="5"/>
                  </a:moveTo>
                  <a:lnTo>
                    <a:pt x="138" y="5"/>
                  </a:lnTo>
                  <a:lnTo>
                    <a:pt x="138" y="7"/>
                  </a:lnTo>
                  <a:lnTo>
                    <a:pt x="137" y="9"/>
                  </a:lnTo>
                  <a:lnTo>
                    <a:pt x="135" y="11"/>
                  </a:lnTo>
                  <a:lnTo>
                    <a:pt x="134" y="9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5" y="5"/>
                  </a:lnTo>
                  <a:close/>
                  <a:moveTo>
                    <a:pt x="154" y="5"/>
                  </a:moveTo>
                  <a:lnTo>
                    <a:pt x="157" y="7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3"/>
                  </a:lnTo>
                  <a:lnTo>
                    <a:pt x="159" y="16"/>
                  </a:lnTo>
                  <a:lnTo>
                    <a:pt x="159" y="17"/>
                  </a:lnTo>
                  <a:lnTo>
                    <a:pt x="157" y="17"/>
                  </a:lnTo>
                  <a:lnTo>
                    <a:pt x="153" y="18"/>
                  </a:lnTo>
                  <a:lnTo>
                    <a:pt x="151" y="18"/>
                  </a:lnTo>
                  <a:lnTo>
                    <a:pt x="150" y="16"/>
                  </a:lnTo>
                  <a:lnTo>
                    <a:pt x="149" y="13"/>
                  </a:lnTo>
                  <a:lnTo>
                    <a:pt x="147" y="9"/>
                  </a:lnTo>
                  <a:lnTo>
                    <a:pt x="147" y="8"/>
                  </a:lnTo>
                  <a:lnTo>
                    <a:pt x="150" y="7"/>
                  </a:lnTo>
                  <a:lnTo>
                    <a:pt x="153" y="5"/>
                  </a:lnTo>
                  <a:lnTo>
                    <a:pt x="154" y="5"/>
                  </a:lnTo>
                  <a:close/>
                  <a:moveTo>
                    <a:pt x="143" y="4"/>
                  </a:moveTo>
                  <a:lnTo>
                    <a:pt x="142" y="5"/>
                  </a:lnTo>
                  <a:lnTo>
                    <a:pt x="142" y="7"/>
                  </a:lnTo>
                  <a:lnTo>
                    <a:pt x="141" y="8"/>
                  </a:lnTo>
                  <a:lnTo>
                    <a:pt x="141" y="5"/>
                  </a:lnTo>
                  <a:lnTo>
                    <a:pt x="143" y="4"/>
                  </a:lnTo>
                  <a:close/>
                  <a:moveTo>
                    <a:pt x="147" y="4"/>
                  </a:moveTo>
                  <a:lnTo>
                    <a:pt x="149" y="5"/>
                  </a:lnTo>
                  <a:lnTo>
                    <a:pt x="147" y="7"/>
                  </a:lnTo>
                  <a:lnTo>
                    <a:pt x="146" y="7"/>
                  </a:lnTo>
                  <a:lnTo>
                    <a:pt x="145" y="7"/>
                  </a:lnTo>
                  <a:lnTo>
                    <a:pt x="145" y="5"/>
                  </a:lnTo>
                  <a:lnTo>
                    <a:pt x="146" y="5"/>
                  </a:lnTo>
                  <a:lnTo>
                    <a:pt x="146" y="4"/>
                  </a:lnTo>
                  <a:lnTo>
                    <a:pt x="147" y="4"/>
                  </a:lnTo>
                  <a:close/>
                  <a:moveTo>
                    <a:pt x="596" y="3"/>
                  </a:moveTo>
                  <a:lnTo>
                    <a:pt x="599" y="4"/>
                  </a:lnTo>
                  <a:lnTo>
                    <a:pt x="600" y="7"/>
                  </a:lnTo>
                  <a:lnTo>
                    <a:pt x="599" y="9"/>
                  </a:lnTo>
                  <a:lnTo>
                    <a:pt x="598" y="11"/>
                  </a:lnTo>
                  <a:lnTo>
                    <a:pt x="596" y="9"/>
                  </a:lnTo>
                  <a:lnTo>
                    <a:pt x="598" y="8"/>
                  </a:lnTo>
                  <a:lnTo>
                    <a:pt x="595" y="5"/>
                  </a:lnTo>
                  <a:lnTo>
                    <a:pt x="595" y="4"/>
                  </a:lnTo>
                  <a:lnTo>
                    <a:pt x="596" y="3"/>
                  </a:lnTo>
                  <a:close/>
                  <a:moveTo>
                    <a:pt x="128" y="1"/>
                  </a:moveTo>
                  <a:lnTo>
                    <a:pt x="129" y="3"/>
                  </a:lnTo>
                  <a:lnTo>
                    <a:pt x="129" y="5"/>
                  </a:lnTo>
                  <a:lnTo>
                    <a:pt x="130" y="8"/>
                  </a:lnTo>
                  <a:lnTo>
                    <a:pt x="129" y="8"/>
                  </a:lnTo>
                  <a:lnTo>
                    <a:pt x="126" y="8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8" y="1"/>
                  </a:lnTo>
                  <a:close/>
                  <a:moveTo>
                    <a:pt x="135" y="1"/>
                  </a:moveTo>
                  <a:lnTo>
                    <a:pt x="138" y="1"/>
                  </a:lnTo>
                  <a:lnTo>
                    <a:pt x="139" y="4"/>
                  </a:lnTo>
                  <a:lnTo>
                    <a:pt x="139" y="5"/>
                  </a:lnTo>
                  <a:lnTo>
                    <a:pt x="137" y="4"/>
                  </a:lnTo>
                  <a:lnTo>
                    <a:pt x="135" y="3"/>
                  </a:lnTo>
                  <a:lnTo>
                    <a:pt x="135" y="1"/>
                  </a:lnTo>
                  <a:close/>
                  <a:moveTo>
                    <a:pt x="132" y="1"/>
                  </a:moveTo>
                  <a:lnTo>
                    <a:pt x="133" y="4"/>
                  </a:lnTo>
                  <a:lnTo>
                    <a:pt x="134" y="5"/>
                  </a:lnTo>
                  <a:lnTo>
                    <a:pt x="133" y="7"/>
                  </a:lnTo>
                  <a:lnTo>
                    <a:pt x="132" y="7"/>
                  </a:lnTo>
                  <a:lnTo>
                    <a:pt x="130" y="4"/>
                  </a:lnTo>
                  <a:lnTo>
                    <a:pt x="130" y="1"/>
                  </a:lnTo>
                  <a:lnTo>
                    <a:pt x="132" y="1"/>
                  </a:lnTo>
                  <a:close/>
                  <a:moveTo>
                    <a:pt x="313" y="0"/>
                  </a:moveTo>
                  <a:lnTo>
                    <a:pt x="315" y="1"/>
                  </a:lnTo>
                  <a:lnTo>
                    <a:pt x="316" y="3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0" y="3"/>
                  </a:lnTo>
                  <a:lnTo>
                    <a:pt x="317" y="5"/>
                  </a:lnTo>
                  <a:lnTo>
                    <a:pt x="316" y="5"/>
                  </a:lnTo>
                  <a:lnTo>
                    <a:pt x="315" y="4"/>
                  </a:lnTo>
                  <a:lnTo>
                    <a:pt x="312" y="3"/>
                  </a:lnTo>
                  <a:lnTo>
                    <a:pt x="311" y="3"/>
                  </a:lnTo>
                  <a:lnTo>
                    <a:pt x="312" y="1"/>
                  </a:lnTo>
                  <a:lnTo>
                    <a:pt x="313" y="0"/>
                  </a:lnTo>
                  <a:close/>
                  <a:moveTo>
                    <a:pt x="563" y="0"/>
                  </a:moveTo>
                  <a:lnTo>
                    <a:pt x="566" y="0"/>
                  </a:lnTo>
                  <a:lnTo>
                    <a:pt x="569" y="3"/>
                  </a:lnTo>
                  <a:lnTo>
                    <a:pt x="571" y="1"/>
                  </a:lnTo>
                  <a:lnTo>
                    <a:pt x="573" y="1"/>
                  </a:lnTo>
                  <a:lnTo>
                    <a:pt x="574" y="4"/>
                  </a:lnTo>
                  <a:lnTo>
                    <a:pt x="577" y="5"/>
                  </a:lnTo>
                  <a:lnTo>
                    <a:pt x="581" y="3"/>
                  </a:lnTo>
                  <a:lnTo>
                    <a:pt x="582" y="3"/>
                  </a:lnTo>
                  <a:lnTo>
                    <a:pt x="582" y="5"/>
                  </a:lnTo>
                  <a:lnTo>
                    <a:pt x="583" y="7"/>
                  </a:lnTo>
                  <a:lnTo>
                    <a:pt x="586" y="8"/>
                  </a:lnTo>
                  <a:lnTo>
                    <a:pt x="586" y="9"/>
                  </a:lnTo>
                  <a:lnTo>
                    <a:pt x="584" y="11"/>
                  </a:lnTo>
                  <a:lnTo>
                    <a:pt x="584" y="12"/>
                  </a:lnTo>
                  <a:lnTo>
                    <a:pt x="583" y="13"/>
                  </a:lnTo>
                  <a:lnTo>
                    <a:pt x="583" y="16"/>
                  </a:lnTo>
                  <a:lnTo>
                    <a:pt x="581" y="20"/>
                  </a:lnTo>
                  <a:lnTo>
                    <a:pt x="578" y="20"/>
                  </a:lnTo>
                  <a:lnTo>
                    <a:pt x="577" y="24"/>
                  </a:lnTo>
                  <a:lnTo>
                    <a:pt x="578" y="24"/>
                  </a:lnTo>
                  <a:lnTo>
                    <a:pt x="584" y="21"/>
                  </a:lnTo>
                  <a:lnTo>
                    <a:pt x="587" y="16"/>
                  </a:lnTo>
                  <a:lnTo>
                    <a:pt x="590" y="16"/>
                  </a:lnTo>
                  <a:lnTo>
                    <a:pt x="590" y="18"/>
                  </a:lnTo>
                  <a:lnTo>
                    <a:pt x="588" y="21"/>
                  </a:lnTo>
                  <a:lnTo>
                    <a:pt x="588" y="22"/>
                  </a:lnTo>
                  <a:lnTo>
                    <a:pt x="590" y="22"/>
                  </a:lnTo>
                  <a:lnTo>
                    <a:pt x="592" y="18"/>
                  </a:lnTo>
                  <a:lnTo>
                    <a:pt x="595" y="18"/>
                  </a:lnTo>
                  <a:lnTo>
                    <a:pt x="596" y="18"/>
                  </a:lnTo>
                  <a:lnTo>
                    <a:pt x="599" y="18"/>
                  </a:lnTo>
                  <a:lnTo>
                    <a:pt x="599" y="16"/>
                  </a:lnTo>
                  <a:lnTo>
                    <a:pt x="600" y="16"/>
                  </a:lnTo>
                  <a:lnTo>
                    <a:pt x="603" y="17"/>
                  </a:lnTo>
                  <a:lnTo>
                    <a:pt x="604" y="16"/>
                  </a:lnTo>
                  <a:lnTo>
                    <a:pt x="607" y="18"/>
                  </a:lnTo>
                  <a:lnTo>
                    <a:pt x="607" y="21"/>
                  </a:lnTo>
                  <a:lnTo>
                    <a:pt x="608" y="25"/>
                  </a:lnTo>
                  <a:lnTo>
                    <a:pt x="608" y="26"/>
                  </a:lnTo>
                  <a:lnTo>
                    <a:pt x="608" y="29"/>
                  </a:lnTo>
                  <a:lnTo>
                    <a:pt x="606" y="32"/>
                  </a:lnTo>
                  <a:lnTo>
                    <a:pt x="609" y="37"/>
                  </a:lnTo>
                  <a:lnTo>
                    <a:pt x="608" y="39"/>
                  </a:lnTo>
                  <a:lnTo>
                    <a:pt x="607" y="39"/>
                  </a:lnTo>
                  <a:lnTo>
                    <a:pt x="604" y="42"/>
                  </a:lnTo>
                  <a:lnTo>
                    <a:pt x="607" y="42"/>
                  </a:lnTo>
                  <a:lnTo>
                    <a:pt x="611" y="41"/>
                  </a:lnTo>
                  <a:lnTo>
                    <a:pt x="613" y="38"/>
                  </a:lnTo>
                  <a:lnTo>
                    <a:pt x="617" y="38"/>
                  </a:lnTo>
                  <a:lnTo>
                    <a:pt x="619" y="34"/>
                  </a:lnTo>
                  <a:lnTo>
                    <a:pt x="619" y="30"/>
                  </a:lnTo>
                  <a:lnTo>
                    <a:pt x="617" y="28"/>
                  </a:lnTo>
                  <a:lnTo>
                    <a:pt x="616" y="28"/>
                  </a:lnTo>
                  <a:lnTo>
                    <a:pt x="615" y="26"/>
                  </a:lnTo>
                  <a:lnTo>
                    <a:pt x="615" y="24"/>
                  </a:lnTo>
                  <a:lnTo>
                    <a:pt x="615" y="24"/>
                  </a:lnTo>
                  <a:lnTo>
                    <a:pt x="617" y="24"/>
                  </a:lnTo>
                  <a:lnTo>
                    <a:pt x="619" y="24"/>
                  </a:lnTo>
                  <a:lnTo>
                    <a:pt x="620" y="24"/>
                  </a:lnTo>
                  <a:lnTo>
                    <a:pt x="624" y="22"/>
                  </a:lnTo>
                  <a:lnTo>
                    <a:pt x="627" y="20"/>
                  </a:lnTo>
                  <a:lnTo>
                    <a:pt x="628" y="20"/>
                  </a:lnTo>
                  <a:lnTo>
                    <a:pt x="632" y="20"/>
                  </a:lnTo>
                  <a:lnTo>
                    <a:pt x="632" y="17"/>
                  </a:lnTo>
                  <a:lnTo>
                    <a:pt x="635" y="16"/>
                  </a:lnTo>
                  <a:lnTo>
                    <a:pt x="636" y="16"/>
                  </a:lnTo>
                  <a:lnTo>
                    <a:pt x="637" y="14"/>
                  </a:lnTo>
                  <a:lnTo>
                    <a:pt x="640" y="13"/>
                  </a:lnTo>
                  <a:lnTo>
                    <a:pt x="641" y="14"/>
                  </a:lnTo>
                  <a:lnTo>
                    <a:pt x="644" y="14"/>
                  </a:lnTo>
                  <a:lnTo>
                    <a:pt x="644" y="16"/>
                  </a:lnTo>
                  <a:lnTo>
                    <a:pt x="642" y="17"/>
                  </a:lnTo>
                  <a:lnTo>
                    <a:pt x="644" y="18"/>
                  </a:lnTo>
                  <a:lnTo>
                    <a:pt x="649" y="18"/>
                  </a:lnTo>
                  <a:lnTo>
                    <a:pt x="649" y="20"/>
                  </a:lnTo>
                  <a:lnTo>
                    <a:pt x="652" y="20"/>
                  </a:lnTo>
                  <a:lnTo>
                    <a:pt x="661" y="25"/>
                  </a:lnTo>
                  <a:lnTo>
                    <a:pt x="662" y="25"/>
                  </a:lnTo>
                  <a:lnTo>
                    <a:pt x="663" y="28"/>
                  </a:lnTo>
                  <a:lnTo>
                    <a:pt x="663" y="30"/>
                  </a:lnTo>
                  <a:lnTo>
                    <a:pt x="667" y="34"/>
                  </a:lnTo>
                  <a:lnTo>
                    <a:pt x="669" y="34"/>
                  </a:lnTo>
                  <a:lnTo>
                    <a:pt x="669" y="33"/>
                  </a:lnTo>
                  <a:lnTo>
                    <a:pt x="670" y="32"/>
                  </a:lnTo>
                  <a:lnTo>
                    <a:pt x="670" y="30"/>
                  </a:lnTo>
                  <a:lnTo>
                    <a:pt x="669" y="29"/>
                  </a:lnTo>
                  <a:lnTo>
                    <a:pt x="666" y="29"/>
                  </a:lnTo>
                  <a:lnTo>
                    <a:pt x="666" y="26"/>
                  </a:lnTo>
                  <a:lnTo>
                    <a:pt x="669" y="25"/>
                  </a:lnTo>
                  <a:lnTo>
                    <a:pt x="670" y="25"/>
                  </a:lnTo>
                  <a:lnTo>
                    <a:pt x="671" y="28"/>
                  </a:lnTo>
                  <a:lnTo>
                    <a:pt x="673" y="29"/>
                  </a:lnTo>
                  <a:lnTo>
                    <a:pt x="673" y="30"/>
                  </a:lnTo>
                  <a:lnTo>
                    <a:pt x="677" y="34"/>
                  </a:lnTo>
                  <a:lnTo>
                    <a:pt x="677" y="37"/>
                  </a:lnTo>
                  <a:lnTo>
                    <a:pt x="679" y="37"/>
                  </a:lnTo>
                  <a:lnTo>
                    <a:pt x="681" y="37"/>
                  </a:lnTo>
                  <a:lnTo>
                    <a:pt x="681" y="37"/>
                  </a:lnTo>
                  <a:lnTo>
                    <a:pt x="682" y="37"/>
                  </a:lnTo>
                  <a:lnTo>
                    <a:pt x="685" y="39"/>
                  </a:lnTo>
                  <a:lnTo>
                    <a:pt x="685" y="42"/>
                  </a:lnTo>
                  <a:lnTo>
                    <a:pt x="686" y="45"/>
                  </a:lnTo>
                  <a:lnTo>
                    <a:pt x="686" y="46"/>
                  </a:lnTo>
                  <a:lnTo>
                    <a:pt x="685" y="46"/>
                  </a:lnTo>
                  <a:lnTo>
                    <a:pt x="685" y="45"/>
                  </a:lnTo>
                  <a:lnTo>
                    <a:pt x="683" y="43"/>
                  </a:lnTo>
                  <a:lnTo>
                    <a:pt x="683" y="43"/>
                  </a:lnTo>
                  <a:lnTo>
                    <a:pt x="682" y="45"/>
                  </a:lnTo>
                  <a:lnTo>
                    <a:pt x="679" y="43"/>
                  </a:lnTo>
                  <a:lnTo>
                    <a:pt x="675" y="41"/>
                  </a:lnTo>
                  <a:lnTo>
                    <a:pt x="673" y="41"/>
                  </a:lnTo>
                  <a:lnTo>
                    <a:pt x="673" y="42"/>
                  </a:lnTo>
                  <a:lnTo>
                    <a:pt x="674" y="45"/>
                  </a:lnTo>
                  <a:lnTo>
                    <a:pt x="677" y="45"/>
                  </a:lnTo>
                  <a:lnTo>
                    <a:pt x="678" y="45"/>
                  </a:lnTo>
                  <a:lnTo>
                    <a:pt x="678" y="46"/>
                  </a:lnTo>
                  <a:lnTo>
                    <a:pt x="679" y="49"/>
                  </a:lnTo>
                  <a:lnTo>
                    <a:pt x="681" y="50"/>
                  </a:lnTo>
                  <a:lnTo>
                    <a:pt x="681" y="49"/>
                  </a:lnTo>
                  <a:lnTo>
                    <a:pt x="682" y="46"/>
                  </a:lnTo>
                  <a:lnTo>
                    <a:pt x="683" y="46"/>
                  </a:lnTo>
                  <a:lnTo>
                    <a:pt x="685" y="49"/>
                  </a:lnTo>
                  <a:lnTo>
                    <a:pt x="686" y="49"/>
                  </a:lnTo>
                  <a:lnTo>
                    <a:pt x="687" y="49"/>
                  </a:lnTo>
                  <a:lnTo>
                    <a:pt x="689" y="49"/>
                  </a:lnTo>
                  <a:lnTo>
                    <a:pt x="689" y="50"/>
                  </a:lnTo>
                  <a:lnTo>
                    <a:pt x="689" y="51"/>
                  </a:lnTo>
                  <a:lnTo>
                    <a:pt x="691" y="55"/>
                  </a:lnTo>
                  <a:lnTo>
                    <a:pt x="691" y="59"/>
                  </a:lnTo>
                  <a:lnTo>
                    <a:pt x="691" y="65"/>
                  </a:lnTo>
                  <a:lnTo>
                    <a:pt x="690" y="68"/>
                  </a:lnTo>
                  <a:lnTo>
                    <a:pt x="689" y="68"/>
                  </a:lnTo>
                  <a:lnTo>
                    <a:pt x="687" y="70"/>
                  </a:lnTo>
                  <a:lnTo>
                    <a:pt x="689" y="72"/>
                  </a:lnTo>
                  <a:lnTo>
                    <a:pt x="686" y="75"/>
                  </a:lnTo>
                  <a:lnTo>
                    <a:pt x="687" y="76"/>
                  </a:lnTo>
                  <a:lnTo>
                    <a:pt x="689" y="78"/>
                  </a:lnTo>
                  <a:lnTo>
                    <a:pt x="689" y="80"/>
                  </a:lnTo>
                  <a:lnTo>
                    <a:pt x="686" y="82"/>
                  </a:lnTo>
                  <a:lnTo>
                    <a:pt x="685" y="84"/>
                  </a:lnTo>
                  <a:lnTo>
                    <a:pt x="685" y="86"/>
                  </a:lnTo>
                  <a:lnTo>
                    <a:pt x="683" y="88"/>
                  </a:lnTo>
                  <a:lnTo>
                    <a:pt x="682" y="91"/>
                  </a:lnTo>
                  <a:lnTo>
                    <a:pt x="682" y="92"/>
                  </a:lnTo>
                  <a:lnTo>
                    <a:pt x="681" y="93"/>
                  </a:lnTo>
                  <a:lnTo>
                    <a:pt x="679" y="95"/>
                  </a:lnTo>
                  <a:lnTo>
                    <a:pt x="677" y="97"/>
                  </a:lnTo>
                  <a:lnTo>
                    <a:pt x="674" y="97"/>
                  </a:lnTo>
                  <a:lnTo>
                    <a:pt x="677" y="99"/>
                  </a:lnTo>
                  <a:lnTo>
                    <a:pt x="678" y="99"/>
                  </a:lnTo>
                  <a:lnTo>
                    <a:pt x="679" y="96"/>
                  </a:lnTo>
                  <a:lnTo>
                    <a:pt x="681" y="96"/>
                  </a:lnTo>
                  <a:lnTo>
                    <a:pt x="682" y="100"/>
                  </a:lnTo>
                  <a:lnTo>
                    <a:pt x="679" y="104"/>
                  </a:lnTo>
                  <a:lnTo>
                    <a:pt x="678" y="107"/>
                  </a:lnTo>
                  <a:lnTo>
                    <a:pt x="677" y="112"/>
                  </a:lnTo>
                  <a:lnTo>
                    <a:pt x="678" y="115"/>
                  </a:lnTo>
                  <a:lnTo>
                    <a:pt x="678" y="117"/>
                  </a:lnTo>
                  <a:lnTo>
                    <a:pt x="677" y="122"/>
                  </a:lnTo>
                  <a:lnTo>
                    <a:pt x="673" y="122"/>
                  </a:lnTo>
                  <a:lnTo>
                    <a:pt x="673" y="122"/>
                  </a:lnTo>
                  <a:lnTo>
                    <a:pt x="670" y="122"/>
                  </a:lnTo>
                  <a:lnTo>
                    <a:pt x="670" y="124"/>
                  </a:lnTo>
                  <a:lnTo>
                    <a:pt x="670" y="125"/>
                  </a:lnTo>
                  <a:lnTo>
                    <a:pt x="671" y="130"/>
                  </a:lnTo>
                  <a:lnTo>
                    <a:pt x="671" y="133"/>
                  </a:lnTo>
                  <a:lnTo>
                    <a:pt x="669" y="134"/>
                  </a:lnTo>
                  <a:lnTo>
                    <a:pt x="667" y="137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7" y="145"/>
                  </a:lnTo>
                  <a:lnTo>
                    <a:pt x="667" y="146"/>
                  </a:lnTo>
                  <a:lnTo>
                    <a:pt x="670" y="147"/>
                  </a:lnTo>
                  <a:lnTo>
                    <a:pt x="667" y="154"/>
                  </a:lnTo>
                  <a:lnTo>
                    <a:pt x="666" y="155"/>
                  </a:lnTo>
                  <a:lnTo>
                    <a:pt x="666" y="158"/>
                  </a:lnTo>
                  <a:lnTo>
                    <a:pt x="666" y="155"/>
                  </a:lnTo>
                  <a:lnTo>
                    <a:pt x="669" y="155"/>
                  </a:lnTo>
                  <a:lnTo>
                    <a:pt x="671" y="154"/>
                  </a:lnTo>
                  <a:lnTo>
                    <a:pt x="671" y="151"/>
                  </a:lnTo>
                  <a:lnTo>
                    <a:pt x="671" y="150"/>
                  </a:lnTo>
                  <a:lnTo>
                    <a:pt x="673" y="149"/>
                  </a:lnTo>
                  <a:lnTo>
                    <a:pt x="675" y="149"/>
                  </a:lnTo>
                  <a:lnTo>
                    <a:pt x="677" y="147"/>
                  </a:lnTo>
                  <a:lnTo>
                    <a:pt x="675" y="147"/>
                  </a:lnTo>
                  <a:lnTo>
                    <a:pt x="671" y="143"/>
                  </a:lnTo>
                  <a:lnTo>
                    <a:pt x="670" y="141"/>
                  </a:lnTo>
                  <a:lnTo>
                    <a:pt x="671" y="138"/>
                  </a:lnTo>
                  <a:lnTo>
                    <a:pt x="675" y="137"/>
                  </a:lnTo>
                  <a:lnTo>
                    <a:pt x="679" y="137"/>
                  </a:lnTo>
                  <a:lnTo>
                    <a:pt x="683" y="134"/>
                  </a:lnTo>
                  <a:lnTo>
                    <a:pt x="685" y="134"/>
                  </a:lnTo>
                  <a:lnTo>
                    <a:pt x="686" y="133"/>
                  </a:lnTo>
                  <a:lnTo>
                    <a:pt x="685" y="130"/>
                  </a:lnTo>
                  <a:lnTo>
                    <a:pt x="689" y="128"/>
                  </a:lnTo>
                  <a:lnTo>
                    <a:pt x="690" y="125"/>
                  </a:lnTo>
                  <a:lnTo>
                    <a:pt x="689" y="122"/>
                  </a:lnTo>
                  <a:lnTo>
                    <a:pt x="689" y="121"/>
                  </a:lnTo>
                  <a:lnTo>
                    <a:pt x="691" y="122"/>
                  </a:lnTo>
                  <a:lnTo>
                    <a:pt x="694" y="122"/>
                  </a:lnTo>
                  <a:lnTo>
                    <a:pt x="696" y="120"/>
                  </a:lnTo>
                  <a:lnTo>
                    <a:pt x="695" y="117"/>
                  </a:lnTo>
                  <a:lnTo>
                    <a:pt x="699" y="115"/>
                  </a:lnTo>
                  <a:lnTo>
                    <a:pt x="699" y="112"/>
                  </a:lnTo>
                  <a:lnTo>
                    <a:pt x="698" y="111"/>
                  </a:lnTo>
                  <a:lnTo>
                    <a:pt x="694" y="112"/>
                  </a:lnTo>
                  <a:lnTo>
                    <a:pt x="694" y="115"/>
                  </a:lnTo>
                  <a:lnTo>
                    <a:pt x="690" y="117"/>
                  </a:lnTo>
                  <a:lnTo>
                    <a:pt x="687" y="116"/>
                  </a:lnTo>
                  <a:lnTo>
                    <a:pt x="686" y="112"/>
                  </a:lnTo>
                  <a:lnTo>
                    <a:pt x="687" y="109"/>
                  </a:lnTo>
                  <a:lnTo>
                    <a:pt x="687" y="105"/>
                  </a:lnTo>
                  <a:lnTo>
                    <a:pt x="690" y="104"/>
                  </a:lnTo>
                  <a:lnTo>
                    <a:pt x="692" y="104"/>
                  </a:lnTo>
                  <a:lnTo>
                    <a:pt x="696" y="107"/>
                  </a:lnTo>
                  <a:lnTo>
                    <a:pt x="698" y="104"/>
                  </a:lnTo>
                  <a:lnTo>
                    <a:pt x="698" y="101"/>
                  </a:lnTo>
                  <a:lnTo>
                    <a:pt x="702" y="100"/>
                  </a:lnTo>
                  <a:lnTo>
                    <a:pt x="702" y="103"/>
                  </a:lnTo>
                  <a:lnTo>
                    <a:pt x="700" y="104"/>
                  </a:lnTo>
                  <a:lnTo>
                    <a:pt x="700" y="107"/>
                  </a:lnTo>
                  <a:lnTo>
                    <a:pt x="707" y="112"/>
                  </a:lnTo>
                  <a:lnTo>
                    <a:pt x="710" y="112"/>
                  </a:lnTo>
                  <a:lnTo>
                    <a:pt x="712" y="111"/>
                  </a:lnTo>
                  <a:lnTo>
                    <a:pt x="716" y="109"/>
                  </a:lnTo>
                  <a:lnTo>
                    <a:pt x="719" y="108"/>
                  </a:lnTo>
                  <a:lnTo>
                    <a:pt x="717" y="105"/>
                  </a:lnTo>
                  <a:lnTo>
                    <a:pt x="714" y="101"/>
                  </a:lnTo>
                  <a:lnTo>
                    <a:pt x="714" y="100"/>
                  </a:lnTo>
                  <a:lnTo>
                    <a:pt x="715" y="100"/>
                  </a:lnTo>
                  <a:lnTo>
                    <a:pt x="720" y="104"/>
                  </a:lnTo>
                  <a:lnTo>
                    <a:pt x="721" y="104"/>
                  </a:lnTo>
                  <a:lnTo>
                    <a:pt x="724" y="107"/>
                  </a:lnTo>
                  <a:lnTo>
                    <a:pt x="724" y="108"/>
                  </a:lnTo>
                  <a:lnTo>
                    <a:pt x="724" y="111"/>
                  </a:lnTo>
                  <a:lnTo>
                    <a:pt x="727" y="113"/>
                  </a:lnTo>
                  <a:lnTo>
                    <a:pt x="728" y="117"/>
                  </a:lnTo>
                  <a:lnTo>
                    <a:pt x="728" y="118"/>
                  </a:lnTo>
                  <a:lnTo>
                    <a:pt x="728" y="117"/>
                  </a:lnTo>
                  <a:lnTo>
                    <a:pt x="731" y="115"/>
                  </a:lnTo>
                  <a:lnTo>
                    <a:pt x="732" y="115"/>
                  </a:lnTo>
                  <a:lnTo>
                    <a:pt x="733" y="112"/>
                  </a:lnTo>
                  <a:lnTo>
                    <a:pt x="732" y="112"/>
                  </a:lnTo>
                  <a:lnTo>
                    <a:pt x="731" y="113"/>
                  </a:lnTo>
                  <a:lnTo>
                    <a:pt x="728" y="112"/>
                  </a:lnTo>
                  <a:lnTo>
                    <a:pt x="727" y="109"/>
                  </a:lnTo>
                  <a:lnTo>
                    <a:pt x="729" y="107"/>
                  </a:lnTo>
                  <a:lnTo>
                    <a:pt x="732" y="105"/>
                  </a:lnTo>
                  <a:lnTo>
                    <a:pt x="733" y="103"/>
                  </a:lnTo>
                  <a:lnTo>
                    <a:pt x="735" y="103"/>
                  </a:lnTo>
                  <a:lnTo>
                    <a:pt x="736" y="101"/>
                  </a:lnTo>
                  <a:lnTo>
                    <a:pt x="741" y="100"/>
                  </a:lnTo>
                  <a:lnTo>
                    <a:pt x="749" y="99"/>
                  </a:lnTo>
                  <a:lnTo>
                    <a:pt x="758" y="99"/>
                  </a:lnTo>
                  <a:lnTo>
                    <a:pt x="765" y="95"/>
                  </a:lnTo>
                  <a:lnTo>
                    <a:pt x="769" y="95"/>
                  </a:lnTo>
                  <a:lnTo>
                    <a:pt x="773" y="96"/>
                  </a:lnTo>
                  <a:lnTo>
                    <a:pt x="771" y="97"/>
                  </a:lnTo>
                  <a:lnTo>
                    <a:pt x="771" y="99"/>
                  </a:lnTo>
                  <a:lnTo>
                    <a:pt x="770" y="101"/>
                  </a:lnTo>
                  <a:lnTo>
                    <a:pt x="771" y="105"/>
                  </a:lnTo>
                  <a:lnTo>
                    <a:pt x="774" y="108"/>
                  </a:lnTo>
                  <a:lnTo>
                    <a:pt x="785" y="109"/>
                  </a:lnTo>
                  <a:lnTo>
                    <a:pt x="787" y="109"/>
                  </a:lnTo>
                  <a:lnTo>
                    <a:pt x="787" y="109"/>
                  </a:lnTo>
                  <a:lnTo>
                    <a:pt x="791" y="109"/>
                  </a:lnTo>
                  <a:lnTo>
                    <a:pt x="794" y="109"/>
                  </a:lnTo>
                  <a:lnTo>
                    <a:pt x="802" y="109"/>
                  </a:lnTo>
                  <a:lnTo>
                    <a:pt x="807" y="105"/>
                  </a:lnTo>
                  <a:lnTo>
                    <a:pt x="808" y="107"/>
                  </a:lnTo>
                  <a:lnTo>
                    <a:pt x="811" y="107"/>
                  </a:lnTo>
                  <a:lnTo>
                    <a:pt x="812" y="104"/>
                  </a:lnTo>
                  <a:lnTo>
                    <a:pt x="811" y="103"/>
                  </a:lnTo>
                  <a:lnTo>
                    <a:pt x="814" y="101"/>
                  </a:lnTo>
                  <a:lnTo>
                    <a:pt x="816" y="103"/>
                  </a:lnTo>
                  <a:lnTo>
                    <a:pt x="819" y="101"/>
                  </a:lnTo>
                  <a:lnTo>
                    <a:pt x="820" y="103"/>
                  </a:lnTo>
                  <a:lnTo>
                    <a:pt x="821" y="104"/>
                  </a:lnTo>
                  <a:lnTo>
                    <a:pt x="823" y="101"/>
                  </a:lnTo>
                  <a:lnTo>
                    <a:pt x="821" y="100"/>
                  </a:lnTo>
                  <a:lnTo>
                    <a:pt x="820" y="97"/>
                  </a:lnTo>
                  <a:lnTo>
                    <a:pt x="820" y="95"/>
                  </a:lnTo>
                  <a:lnTo>
                    <a:pt x="819" y="93"/>
                  </a:lnTo>
                  <a:lnTo>
                    <a:pt x="816" y="93"/>
                  </a:lnTo>
                  <a:lnTo>
                    <a:pt x="816" y="90"/>
                  </a:lnTo>
                  <a:lnTo>
                    <a:pt x="815" y="90"/>
                  </a:lnTo>
                  <a:lnTo>
                    <a:pt x="814" y="87"/>
                  </a:lnTo>
                  <a:lnTo>
                    <a:pt x="812" y="86"/>
                  </a:lnTo>
                  <a:lnTo>
                    <a:pt x="812" y="82"/>
                  </a:lnTo>
                  <a:lnTo>
                    <a:pt x="814" y="80"/>
                  </a:lnTo>
                  <a:lnTo>
                    <a:pt x="814" y="82"/>
                  </a:lnTo>
                  <a:lnTo>
                    <a:pt x="815" y="82"/>
                  </a:lnTo>
                  <a:lnTo>
                    <a:pt x="818" y="80"/>
                  </a:lnTo>
                  <a:lnTo>
                    <a:pt x="816" y="79"/>
                  </a:lnTo>
                  <a:lnTo>
                    <a:pt x="816" y="76"/>
                  </a:lnTo>
                  <a:lnTo>
                    <a:pt x="818" y="76"/>
                  </a:lnTo>
                  <a:lnTo>
                    <a:pt x="821" y="79"/>
                  </a:lnTo>
                  <a:lnTo>
                    <a:pt x="823" y="78"/>
                  </a:lnTo>
                  <a:lnTo>
                    <a:pt x="823" y="76"/>
                  </a:lnTo>
                  <a:lnTo>
                    <a:pt x="824" y="78"/>
                  </a:lnTo>
                  <a:lnTo>
                    <a:pt x="827" y="78"/>
                  </a:lnTo>
                  <a:lnTo>
                    <a:pt x="828" y="76"/>
                  </a:lnTo>
                  <a:lnTo>
                    <a:pt x="829" y="75"/>
                  </a:lnTo>
                  <a:lnTo>
                    <a:pt x="832" y="78"/>
                  </a:lnTo>
                  <a:lnTo>
                    <a:pt x="833" y="78"/>
                  </a:lnTo>
                  <a:lnTo>
                    <a:pt x="835" y="80"/>
                  </a:lnTo>
                  <a:lnTo>
                    <a:pt x="836" y="79"/>
                  </a:lnTo>
                  <a:lnTo>
                    <a:pt x="836" y="76"/>
                  </a:lnTo>
                  <a:lnTo>
                    <a:pt x="839" y="78"/>
                  </a:lnTo>
                  <a:lnTo>
                    <a:pt x="840" y="79"/>
                  </a:lnTo>
                  <a:lnTo>
                    <a:pt x="839" y="80"/>
                  </a:lnTo>
                  <a:lnTo>
                    <a:pt x="837" y="83"/>
                  </a:lnTo>
                  <a:lnTo>
                    <a:pt x="839" y="83"/>
                  </a:lnTo>
                  <a:lnTo>
                    <a:pt x="841" y="83"/>
                  </a:lnTo>
                  <a:lnTo>
                    <a:pt x="841" y="83"/>
                  </a:lnTo>
                  <a:lnTo>
                    <a:pt x="841" y="82"/>
                  </a:lnTo>
                  <a:lnTo>
                    <a:pt x="843" y="82"/>
                  </a:lnTo>
                  <a:lnTo>
                    <a:pt x="844" y="82"/>
                  </a:lnTo>
                  <a:lnTo>
                    <a:pt x="844" y="79"/>
                  </a:lnTo>
                  <a:lnTo>
                    <a:pt x="843" y="78"/>
                  </a:lnTo>
                  <a:lnTo>
                    <a:pt x="843" y="76"/>
                  </a:lnTo>
                  <a:lnTo>
                    <a:pt x="845" y="76"/>
                  </a:lnTo>
                  <a:lnTo>
                    <a:pt x="848" y="76"/>
                  </a:lnTo>
                  <a:lnTo>
                    <a:pt x="849" y="76"/>
                  </a:lnTo>
                  <a:lnTo>
                    <a:pt x="850" y="76"/>
                  </a:lnTo>
                  <a:lnTo>
                    <a:pt x="854" y="76"/>
                  </a:lnTo>
                  <a:lnTo>
                    <a:pt x="854" y="78"/>
                  </a:lnTo>
                  <a:lnTo>
                    <a:pt x="854" y="82"/>
                  </a:lnTo>
                  <a:lnTo>
                    <a:pt x="856" y="79"/>
                  </a:lnTo>
                  <a:lnTo>
                    <a:pt x="856" y="79"/>
                  </a:lnTo>
                  <a:lnTo>
                    <a:pt x="858" y="78"/>
                  </a:lnTo>
                  <a:lnTo>
                    <a:pt x="860" y="80"/>
                  </a:lnTo>
                  <a:lnTo>
                    <a:pt x="861" y="80"/>
                  </a:lnTo>
                  <a:lnTo>
                    <a:pt x="862" y="79"/>
                  </a:lnTo>
                  <a:lnTo>
                    <a:pt x="865" y="82"/>
                  </a:lnTo>
                  <a:lnTo>
                    <a:pt x="866" y="86"/>
                  </a:lnTo>
                  <a:lnTo>
                    <a:pt x="868" y="83"/>
                  </a:lnTo>
                  <a:lnTo>
                    <a:pt x="869" y="82"/>
                  </a:lnTo>
                  <a:lnTo>
                    <a:pt x="870" y="83"/>
                  </a:lnTo>
                  <a:lnTo>
                    <a:pt x="869" y="86"/>
                  </a:lnTo>
                  <a:lnTo>
                    <a:pt x="870" y="87"/>
                  </a:lnTo>
                  <a:lnTo>
                    <a:pt x="872" y="88"/>
                  </a:lnTo>
                  <a:lnTo>
                    <a:pt x="873" y="88"/>
                  </a:lnTo>
                  <a:lnTo>
                    <a:pt x="874" y="91"/>
                  </a:lnTo>
                  <a:lnTo>
                    <a:pt x="875" y="90"/>
                  </a:lnTo>
                  <a:lnTo>
                    <a:pt x="875" y="90"/>
                  </a:lnTo>
                  <a:lnTo>
                    <a:pt x="877" y="92"/>
                  </a:lnTo>
                  <a:lnTo>
                    <a:pt x="875" y="93"/>
                  </a:lnTo>
                  <a:lnTo>
                    <a:pt x="875" y="96"/>
                  </a:lnTo>
                  <a:lnTo>
                    <a:pt x="878" y="93"/>
                  </a:lnTo>
                  <a:lnTo>
                    <a:pt x="881" y="93"/>
                  </a:lnTo>
                  <a:lnTo>
                    <a:pt x="881" y="95"/>
                  </a:lnTo>
                  <a:lnTo>
                    <a:pt x="877" y="99"/>
                  </a:lnTo>
                  <a:lnTo>
                    <a:pt x="877" y="103"/>
                  </a:lnTo>
                  <a:lnTo>
                    <a:pt x="881" y="103"/>
                  </a:lnTo>
                  <a:lnTo>
                    <a:pt x="882" y="101"/>
                  </a:lnTo>
                  <a:lnTo>
                    <a:pt x="883" y="100"/>
                  </a:lnTo>
                  <a:lnTo>
                    <a:pt x="885" y="101"/>
                  </a:lnTo>
                  <a:lnTo>
                    <a:pt x="885" y="104"/>
                  </a:lnTo>
                  <a:lnTo>
                    <a:pt x="886" y="103"/>
                  </a:lnTo>
                  <a:lnTo>
                    <a:pt x="889" y="105"/>
                  </a:lnTo>
                  <a:lnTo>
                    <a:pt x="889" y="109"/>
                  </a:lnTo>
                  <a:lnTo>
                    <a:pt x="891" y="108"/>
                  </a:lnTo>
                  <a:lnTo>
                    <a:pt x="891" y="111"/>
                  </a:lnTo>
                  <a:lnTo>
                    <a:pt x="893" y="109"/>
                  </a:lnTo>
                  <a:lnTo>
                    <a:pt x="894" y="111"/>
                  </a:lnTo>
                  <a:lnTo>
                    <a:pt x="891" y="115"/>
                  </a:lnTo>
                  <a:lnTo>
                    <a:pt x="889" y="116"/>
                  </a:lnTo>
                  <a:lnTo>
                    <a:pt x="886" y="115"/>
                  </a:lnTo>
                  <a:lnTo>
                    <a:pt x="882" y="113"/>
                  </a:lnTo>
                  <a:lnTo>
                    <a:pt x="877" y="113"/>
                  </a:lnTo>
                  <a:lnTo>
                    <a:pt x="879" y="115"/>
                  </a:lnTo>
                  <a:lnTo>
                    <a:pt x="879" y="117"/>
                  </a:lnTo>
                  <a:lnTo>
                    <a:pt x="885" y="117"/>
                  </a:lnTo>
                  <a:lnTo>
                    <a:pt x="885" y="120"/>
                  </a:lnTo>
                  <a:lnTo>
                    <a:pt x="890" y="122"/>
                  </a:lnTo>
                  <a:lnTo>
                    <a:pt x="894" y="124"/>
                  </a:lnTo>
                  <a:lnTo>
                    <a:pt x="897" y="122"/>
                  </a:lnTo>
                  <a:lnTo>
                    <a:pt x="897" y="120"/>
                  </a:lnTo>
                  <a:lnTo>
                    <a:pt x="895" y="117"/>
                  </a:lnTo>
                  <a:lnTo>
                    <a:pt x="894" y="116"/>
                  </a:lnTo>
                  <a:lnTo>
                    <a:pt x="895" y="116"/>
                  </a:lnTo>
                  <a:lnTo>
                    <a:pt x="898" y="118"/>
                  </a:lnTo>
                  <a:lnTo>
                    <a:pt x="901" y="120"/>
                  </a:lnTo>
                  <a:lnTo>
                    <a:pt x="902" y="121"/>
                  </a:lnTo>
                  <a:lnTo>
                    <a:pt x="899" y="121"/>
                  </a:lnTo>
                  <a:lnTo>
                    <a:pt x="895" y="125"/>
                  </a:lnTo>
                  <a:lnTo>
                    <a:pt x="897" y="126"/>
                  </a:lnTo>
                  <a:lnTo>
                    <a:pt x="898" y="126"/>
                  </a:lnTo>
                  <a:lnTo>
                    <a:pt x="899" y="125"/>
                  </a:lnTo>
                  <a:lnTo>
                    <a:pt x="902" y="125"/>
                  </a:lnTo>
                  <a:lnTo>
                    <a:pt x="908" y="133"/>
                  </a:lnTo>
                  <a:lnTo>
                    <a:pt x="911" y="133"/>
                  </a:lnTo>
                  <a:lnTo>
                    <a:pt x="914" y="137"/>
                  </a:lnTo>
                  <a:lnTo>
                    <a:pt x="919" y="137"/>
                  </a:lnTo>
                  <a:lnTo>
                    <a:pt x="923" y="141"/>
                  </a:lnTo>
                  <a:lnTo>
                    <a:pt x="926" y="142"/>
                  </a:lnTo>
                  <a:lnTo>
                    <a:pt x="927" y="141"/>
                  </a:lnTo>
                  <a:lnTo>
                    <a:pt x="926" y="138"/>
                  </a:lnTo>
                  <a:lnTo>
                    <a:pt x="927" y="138"/>
                  </a:lnTo>
                  <a:lnTo>
                    <a:pt x="929" y="140"/>
                  </a:lnTo>
                  <a:lnTo>
                    <a:pt x="929" y="142"/>
                  </a:lnTo>
                  <a:lnTo>
                    <a:pt x="931" y="143"/>
                  </a:lnTo>
                  <a:lnTo>
                    <a:pt x="932" y="143"/>
                  </a:lnTo>
                  <a:lnTo>
                    <a:pt x="933" y="141"/>
                  </a:lnTo>
                  <a:lnTo>
                    <a:pt x="931" y="129"/>
                  </a:lnTo>
                  <a:lnTo>
                    <a:pt x="928" y="124"/>
                  </a:lnTo>
                  <a:lnTo>
                    <a:pt x="926" y="116"/>
                  </a:lnTo>
                  <a:lnTo>
                    <a:pt x="924" y="109"/>
                  </a:lnTo>
                  <a:lnTo>
                    <a:pt x="923" y="107"/>
                  </a:lnTo>
                  <a:lnTo>
                    <a:pt x="922" y="104"/>
                  </a:lnTo>
                  <a:lnTo>
                    <a:pt x="924" y="105"/>
                  </a:lnTo>
                  <a:lnTo>
                    <a:pt x="926" y="108"/>
                  </a:lnTo>
                  <a:lnTo>
                    <a:pt x="928" y="111"/>
                  </a:lnTo>
                  <a:lnTo>
                    <a:pt x="931" y="112"/>
                  </a:lnTo>
                  <a:lnTo>
                    <a:pt x="933" y="115"/>
                  </a:lnTo>
                  <a:lnTo>
                    <a:pt x="939" y="115"/>
                  </a:lnTo>
                  <a:lnTo>
                    <a:pt x="948" y="113"/>
                  </a:lnTo>
                  <a:lnTo>
                    <a:pt x="949" y="115"/>
                  </a:lnTo>
                  <a:lnTo>
                    <a:pt x="952" y="113"/>
                  </a:lnTo>
                  <a:lnTo>
                    <a:pt x="953" y="116"/>
                  </a:lnTo>
                  <a:lnTo>
                    <a:pt x="954" y="115"/>
                  </a:lnTo>
                  <a:lnTo>
                    <a:pt x="952" y="112"/>
                  </a:lnTo>
                  <a:lnTo>
                    <a:pt x="953" y="111"/>
                  </a:lnTo>
                  <a:lnTo>
                    <a:pt x="951" y="109"/>
                  </a:lnTo>
                  <a:lnTo>
                    <a:pt x="952" y="108"/>
                  </a:lnTo>
                  <a:lnTo>
                    <a:pt x="952" y="105"/>
                  </a:lnTo>
                  <a:lnTo>
                    <a:pt x="960" y="103"/>
                  </a:lnTo>
                  <a:lnTo>
                    <a:pt x="961" y="103"/>
                  </a:lnTo>
                  <a:lnTo>
                    <a:pt x="964" y="103"/>
                  </a:lnTo>
                  <a:lnTo>
                    <a:pt x="966" y="104"/>
                  </a:lnTo>
                  <a:lnTo>
                    <a:pt x="970" y="104"/>
                  </a:lnTo>
                  <a:lnTo>
                    <a:pt x="973" y="107"/>
                  </a:lnTo>
                  <a:lnTo>
                    <a:pt x="976" y="108"/>
                  </a:lnTo>
                  <a:lnTo>
                    <a:pt x="977" y="111"/>
                  </a:lnTo>
                  <a:lnTo>
                    <a:pt x="981" y="111"/>
                  </a:lnTo>
                  <a:lnTo>
                    <a:pt x="982" y="113"/>
                  </a:lnTo>
                  <a:lnTo>
                    <a:pt x="987" y="113"/>
                  </a:lnTo>
                  <a:lnTo>
                    <a:pt x="983" y="111"/>
                  </a:lnTo>
                  <a:lnTo>
                    <a:pt x="983" y="109"/>
                  </a:lnTo>
                  <a:lnTo>
                    <a:pt x="987" y="111"/>
                  </a:lnTo>
                  <a:lnTo>
                    <a:pt x="989" y="109"/>
                  </a:lnTo>
                  <a:lnTo>
                    <a:pt x="986" y="108"/>
                  </a:lnTo>
                  <a:lnTo>
                    <a:pt x="989" y="105"/>
                  </a:lnTo>
                  <a:lnTo>
                    <a:pt x="986" y="104"/>
                  </a:lnTo>
                  <a:lnTo>
                    <a:pt x="983" y="105"/>
                  </a:lnTo>
                  <a:lnTo>
                    <a:pt x="981" y="104"/>
                  </a:lnTo>
                  <a:lnTo>
                    <a:pt x="981" y="101"/>
                  </a:lnTo>
                  <a:lnTo>
                    <a:pt x="980" y="99"/>
                  </a:lnTo>
                  <a:lnTo>
                    <a:pt x="981" y="97"/>
                  </a:lnTo>
                  <a:lnTo>
                    <a:pt x="982" y="99"/>
                  </a:lnTo>
                  <a:lnTo>
                    <a:pt x="985" y="97"/>
                  </a:lnTo>
                  <a:lnTo>
                    <a:pt x="983" y="95"/>
                  </a:lnTo>
                  <a:lnTo>
                    <a:pt x="985" y="95"/>
                  </a:lnTo>
                  <a:lnTo>
                    <a:pt x="989" y="97"/>
                  </a:lnTo>
                  <a:lnTo>
                    <a:pt x="989" y="100"/>
                  </a:lnTo>
                  <a:lnTo>
                    <a:pt x="991" y="99"/>
                  </a:lnTo>
                  <a:lnTo>
                    <a:pt x="993" y="100"/>
                  </a:lnTo>
                  <a:lnTo>
                    <a:pt x="994" y="100"/>
                  </a:lnTo>
                  <a:lnTo>
                    <a:pt x="993" y="97"/>
                  </a:lnTo>
                  <a:lnTo>
                    <a:pt x="995" y="96"/>
                  </a:lnTo>
                  <a:lnTo>
                    <a:pt x="997" y="97"/>
                  </a:lnTo>
                  <a:lnTo>
                    <a:pt x="998" y="95"/>
                  </a:lnTo>
                  <a:lnTo>
                    <a:pt x="994" y="91"/>
                  </a:lnTo>
                  <a:lnTo>
                    <a:pt x="991" y="91"/>
                  </a:lnTo>
                  <a:lnTo>
                    <a:pt x="989" y="87"/>
                  </a:lnTo>
                  <a:lnTo>
                    <a:pt x="989" y="84"/>
                  </a:lnTo>
                  <a:lnTo>
                    <a:pt x="987" y="83"/>
                  </a:lnTo>
                  <a:lnTo>
                    <a:pt x="985" y="84"/>
                  </a:lnTo>
                  <a:lnTo>
                    <a:pt x="982" y="83"/>
                  </a:lnTo>
                  <a:lnTo>
                    <a:pt x="986" y="82"/>
                  </a:lnTo>
                  <a:lnTo>
                    <a:pt x="985" y="79"/>
                  </a:lnTo>
                  <a:lnTo>
                    <a:pt x="985" y="79"/>
                  </a:lnTo>
                  <a:lnTo>
                    <a:pt x="983" y="76"/>
                  </a:lnTo>
                  <a:lnTo>
                    <a:pt x="987" y="76"/>
                  </a:lnTo>
                  <a:lnTo>
                    <a:pt x="989" y="71"/>
                  </a:lnTo>
                  <a:lnTo>
                    <a:pt x="983" y="72"/>
                  </a:lnTo>
                  <a:lnTo>
                    <a:pt x="981" y="75"/>
                  </a:lnTo>
                  <a:lnTo>
                    <a:pt x="981" y="78"/>
                  </a:lnTo>
                  <a:lnTo>
                    <a:pt x="977" y="76"/>
                  </a:lnTo>
                  <a:lnTo>
                    <a:pt x="974" y="72"/>
                  </a:lnTo>
                  <a:lnTo>
                    <a:pt x="976" y="70"/>
                  </a:lnTo>
                  <a:lnTo>
                    <a:pt x="976" y="67"/>
                  </a:lnTo>
                  <a:lnTo>
                    <a:pt x="980" y="66"/>
                  </a:lnTo>
                  <a:lnTo>
                    <a:pt x="982" y="66"/>
                  </a:lnTo>
                  <a:lnTo>
                    <a:pt x="986" y="62"/>
                  </a:lnTo>
                  <a:lnTo>
                    <a:pt x="986" y="61"/>
                  </a:lnTo>
                  <a:lnTo>
                    <a:pt x="985" y="58"/>
                  </a:lnTo>
                  <a:lnTo>
                    <a:pt x="982" y="58"/>
                  </a:lnTo>
                  <a:lnTo>
                    <a:pt x="980" y="57"/>
                  </a:lnTo>
                  <a:lnTo>
                    <a:pt x="976" y="57"/>
                  </a:lnTo>
                  <a:lnTo>
                    <a:pt x="973" y="54"/>
                  </a:lnTo>
                  <a:lnTo>
                    <a:pt x="977" y="53"/>
                  </a:lnTo>
                  <a:lnTo>
                    <a:pt x="981" y="51"/>
                  </a:lnTo>
                  <a:lnTo>
                    <a:pt x="986" y="54"/>
                  </a:lnTo>
                  <a:lnTo>
                    <a:pt x="991" y="53"/>
                  </a:lnTo>
                  <a:lnTo>
                    <a:pt x="999" y="53"/>
                  </a:lnTo>
                  <a:lnTo>
                    <a:pt x="1014" y="51"/>
                  </a:lnTo>
                  <a:lnTo>
                    <a:pt x="1015" y="50"/>
                  </a:lnTo>
                  <a:lnTo>
                    <a:pt x="1026" y="50"/>
                  </a:lnTo>
                  <a:lnTo>
                    <a:pt x="1030" y="51"/>
                  </a:lnTo>
                  <a:lnTo>
                    <a:pt x="1033" y="50"/>
                  </a:lnTo>
                  <a:lnTo>
                    <a:pt x="1039" y="50"/>
                  </a:lnTo>
                  <a:lnTo>
                    <a:pt x="1036" y="51"/>
                  </a:lnTo>
                  <a:lnTo>
                    <a:pt x="1028" y="55"/>
                  </a:lnTo>
                  <a:lnTo>
                    <a:pt x="1026" y="54"/>
                  </a:lnTo>
                  <a:lnTo>
                    <a:pt x="1024" y="54"/>
                  </a:lnTo>
                  <a:lnTo>
                    <a:pt x="1022" y="53"/>
                  </a:lnTo>
                  <a:lnTo>
                    <a:pt x="1020" y="58"/>
                  </a:lnTo>
                  <a:lnTo>
                    <a:pt x="1023" y="61"/>
                  </a:lnTo>
                  <a:lnTo>
                    <a:pt x="1020" y="62"/>
                  </a:lnTo>
                  <a:lnTo>
                    <a:pt x="1020" y="63"/>
                  </a:lnTo>
                  <a:lnTo>
                    <a:pt x="1023" y="65"/>
                  </a:lnTo>
                  <a:lnTo>
                    <a:pt x="1026" y="62"/>
                  </a:lnTo>
                  <a:lnTo>
                    <a:pt x="1027" y="59"/>
                  </a:lnTo>
                  <a:lnTo>
                    <a:pt x="1032" y="55"/>
                  </a:lnTo>
                  <a:lnTo>
                    <a:pt x="1040" y="53"/>
                  </a:lnTo>
                  <a:lnTo>
                    <a:pt x="1041" y="57"/>
                  </a:lnTo>
                  <a:lnTo>
                    <a:pt x="1041" y="63"/>
                  </a:lnTo>
                  <a:lnTo>
                    <a:pt x="1041" y="65"/>
                  </a:lnTo>
                  <a:lnTo>
                    <a:pt x="1040" y="61"/>
                  </a:lnTo>
                  <a:lnTo>
                    <a:pt x="1037" y="58"/>
                  </a:lnTo>
                  <a:lnTo>
                    <a:pt x="1037" y="55"/>
                  </a:lnTo>
                  <a:lnTo>
                    <a:pt x="1035" y="58"/>
                  </a:lnTo>
                  <a:lnTo>
                    <a:pt x="1033" y="57"/>
                  </a:lnTo>
                  <a:lnTo>
                    <a:pt x="1035" y="61"/>
                  </a:lnTo>
                  <a:lnTo>
                    <a:pt x="1037" y="62"/>
                  </a:lnTo>
                  <a:lnTo>
                    <a:pt x="1039" y="67"/>
                  </a:lnTo>
                  <a:lnTo>
                    <a:pt x="1036" y="71"/>
                  </a:lnTo>
                  <a:lnTo>
                    <a:pt x="1035" y="70"/>
                  </a:lnTo>
                  <a:lnTo>
                    <a:pt x="1033" y="71"/>
                  </a:lnTo>
                  <a:lnTo>
                    <a:pt x="1036" y="74"/>
                  </a:lnTo>
                  <a:lnTo>
                    <a:pt x="1036" y="75"/>
                  </a:lnTo>
                  <a:lnTo>
                    <a:pt x="1037" y="76"/>
                  </a:lnTo>
                  <a:lnTo>
                    <a:pt x="1039" y="76"/>
                  </a:lnTo>
                  <a:lnTo>
                    <a:pt x="1041" y="74"/>
                  </a:lnTo>
                  <a:lnTo>
                    <a:pt x="1041" y="71"/>
                  </a:lnTo>
                  <a:lnTo>
                    <a:pt x="1044" y="67"/>
                  </a:lnTo>
                  <a:lnTo>
                    <a:pt x="1043" y="65"/>
                  </a:lnTo>
                  <a:lnTo>
                    <a:pt x="1044" y="62"/>
                  </a:lnTo>
                  <a:lnTo>
                    <a:pt x="1043" y="50"/>
                  </a:lnTo>
                  <a:lnTo>
                    <a:pt x="1047" y="46"/>
                  </a:lnTo>
                  <a:lnTo>
                    <a:pt x="1053" y="45"/>
                  </a:lnTo>
                  <a:lnTo>
                    <a:pt x="1060" y="43"/>
                  </a:lnTo>
                  <a:lnTo>
                    <a:pt x="1066" y="43"/>
                  </a:lnTo>
                  <a:lnTo>
                    <a:pt x="1074" y="46"/>
                  </a:lnTo>
                  <a:lnTo>
                    <a:pt x="1078" y="51"/>
                  </a:lnTo>
                  <a:lnTo>
                    <a:pt x="1078" y="54"/>
                  </a:lnTo>
                  <a:lnTo>
                    <a:pt x="1076" y="55"/>
                  </a:lnTo>
                  <a:lnTo>
                    <a:pt x="1072" y="53"/>
                  </a:lnTo>
                  <a:lnTo>
                    <a:pt x="1072" y="54"/>
                  </a:lnTo>
                  <a:lnTo>
                    <a:pt x="1072" y="55"/>
                  </a:lnTo>
                  <a:lnTo>
                    <a:pt x="1072" y="58"/>
                  </a:lnTo>
                  <a:lnTo>
                    <a:pt x="1072" y="61"/>
                  </a:lnTo>
                  <a:lnTo>
                    <a:pt x="1070" y="62"/>
                  </a:lnTo>
                  <a:lnTo>
                    <a:pt x="1072" y="63"/>
                  </a:lnTo>
                  <a:lnTo>
                    <a:pt x="1074" y="61"/>
                  </a:lnTo>
                  <a:lnTo>
                    <a:pt x="1078" y="61"/>
                  </a:lnTo>
                  <a:lnTo>
                    <a:pt x="1081" y="58"/>
                  </a:lnTo>
                  <a:lnTo>
                    <a:pt x="1082" y="62"/>
                  </a:lnTo>
                  <a:lnTo>
                    <a:pt x="1084" y="65"/>
                  </a:lnTo>
                  <a:lnTo>
                    <a:pt x="1084" y="67"/>
                  </a:lnTo>
                  <a:lnTo>
                    <a:pt x="1085" y="68"/>
                  </a:lnTo>
                  <a:lnTo>
                    <a:pt x="1086" y="66"/>
                  </a:lnTo>
                  <a:lnTo>
                    <a:pt x="1086" y="65"/>
                  </a:lnTo>
                  <a:lnTo>
                    <a:pt x="1089" y="62"/>
                  </a:lnTo>
                  <a:lnTo>
                    <a:pt x="1091" y="63"/>
                  </a:lnTo>
                  <a:lnTo>
                    <a:pt x="1093" y="67"/>
                  </a:lnTo>
                  <a:lnTo>
                    <a:pt x="1091" y="68"/>
                  </a:lnTo>
                  <a:lnTo>
                    <a:pt x="1091" y="71"/>
                  </a:lnTo>
                  <a:lnTo>
                    <a:pt x="1091" y="72"/>
                  </a:lnTo>
                  <a:lnTo>
                    <a:pt x="1094" y="71"/>
                  </a:lnTo>
                  <a:lnTo>
                    <a:pt x="1095" y="68"/>
                  </a:lnTo>
                  <a:lnTo>
                    <a:pt x="1095" y="68"/>
                  </a:lnTo>
                  <a:lnTo>
                    <a:pt x="1097" y="70"/>
                  </a:lnTo>
                  <a:lnTo>
                    <a:pt x="1097" y="67"/>
                  </a:lnTo>
                  <a:lnTo>
                    <a:pt x="1099" y="63"/>
                  </a:lnTo>
                  <a:lnTo>
                    <a:pt x="1101" y="62"/>
                  </a:lnTo>
                  <a:lnTo>
                    <a:pt x="1102" y="62"/>
                  </a:lnTo>
                  <a:lnTo>
                    <a:pt x="1107" y="66"/>
                  </a:lnTo>
                  <a:lnTo>
                    <a:pt x="1114" y="67"/>
                  </a:lnTo>
                  <a:lnTo>
                    <a:pt x="1116" y="71"/>
                  </a:lnTo>
                  <a:lnTo>
                    <a:pt x="1116" y="74"/>
                  </a:lnTo>
                  <a:lnTo>
                    <a:pt x="1113" y="76"/>
                  </a:lnTo>
                  <a:lnTo>
                    <a:pt x="1110" y="79"/>
                  </a:lnTo>
                  <a:lnTo>
                    <a:pt x="1114" y="76"/>
                  </a:lnTo>
                  <a:lnTo>
                    <a:pt x="1118" y="76"/>
                  </a:lnTo>
                  <a:lnTo>
                    <a:pt x="1122" y="78"/>
                  </a:lnTo>
                  <a:lnTo>
                    <a:pt x="1126" y="76"/>
                  </a:lnTo>
                  <a:lnTo>
                    <a:pt x="1128" y="74"/>
                  </a:lnTo>
                  <a:lnTo>
                    <a:pt x="1131" y="72"/>
                  </a:lnTo>
                  <a:lnTo>
                    <a:pt x="1136" y="68"/>
                  </a:lnTo>
                  <a:lnTo>
                    <a:pt x="1139" y="67"/>
                  </a:lnTo>
                  <a:lnTo>
                    <a:pt x="1141" y="63"/>
                  </a:lnTo>
                  <a:lnTo>
                    <a:pt x="1145" y="63"/>
                  </a:lnTo>
                  <a:lnTo>
                    <a:pt x="1155" y="58"/>
                  </a:lnTo>
                  <a:lnTo>
                    <a:pt x="1159" y="57"/>
                  </a:lnTo>
                  <a:lnTo>
                    <a:pt x="1161" y="58"/>
                  </a:lnTo>
                  <a:lnTo>
                    <a:pt x="1161" y="57"/>
                  </a:lnTo>
                  <a:lnTo>
                    <a:pt x="1166" y="53"/>
                  </a:lnTo>
                  <a:lnTo>
                    <a:pt x="1169" y="53"/>
                  </a:lnTo>
                  <a:lnTo>
                    <a:pt x="1176" y="53"/>
                  </a:lnTo>
                  <a:lnTo>
                    <a:pt x="1188" y="57"/>
                  </a:lnTo>
                  <a:lnTo>
                    <a:pt x="1192" y="62"/>
                  </a:lnTo>
                  <a:lnTo>
                    <a:pt x="1197" y="65"/>
                  </a:lnTo>
                  <a:lnTo>
                    <a:pt x="1201" y="68"/>
                  </a:lnTo>
                  <a:lnTo>
                    <a:pt x="1203" y="74"/>
                  </a:lnTo>
                  <a:lnTo>
                    <a:pt x="1203" y="75"/>
                  </a:lnTo>
                  <a:lnTo>
                    <a:pt x="1205" y="76"/>
                  </a:lnTo>
                  <a:lnTo>
                    <a:pt x="1205" y="80"/>
                  </a:lnTo>
                  <a:lnTo>
                    <a:pt x="1207" y="84"/>
                  </a:lnTo>
                  <a:lnTo>
                    <a:pt x="1207" y="87"/>
                  </a:lnTo>
                  <a:lnTo>
                    <a:pt x="1206" y="90"/>
                  </a:lnTo>
                  <a:lnTo>
                    <a:pt x="1209" y="90"/>
                  </a:lnTo>
                  <a:lnTo>
                    <a:pt x="1211" y="86"/>
                  </a:lnTo>
                  <a:lnTo>
                    <a:pt x="1214" y="86"/>
                  </a:lnTo>
                  <a:lnTo>
                    <a:pt x="1215" y="87"/>
                  </a:lnTo>
                  <a:lnTo>
                    <a:pt x="1215" y="86"/>
                  </a:lnTo>
                  <a:lnTo>
                    <a:pt x="1219" y="86"/>
                  </a:lnTo>
                  <a:lnTo>
                    <a:pt x="1222" y="87"/>
                  </a:lnTo>
                  <a:lnTo>
                    <a:pt x="1223" y="90"/>
                  </a:lnTo>
                  <a:lnTo>
                    <a:pt x="1223" y="87"/>
                  </a:lnTo>
                  <a:lnTo>
                    <a:pt x="1222" y="83"/>
                  </a:lnTo>
                  <a:lnTo>
                    <a:pt x="1224" y="83"/>
                  </a:lnTo>
                  <a:lnTo>
                    <a:pt x="1226" y="87"/>
                  </a:lnTo>
                  <a:lnTo>
                    <a:pt x="1230" y="90"/>
                  </a:lnTo>
                  <a:lnTo>
                    <a:pt x="1231" y="95"/>
                  </a:lnTo>
                  <a:lnTo>
                    <a:pt x="1232" y="95"/>
                  </a:lnTo>
                  <a:lnTo>
                    <a:pt x="1236" y="99"/>
                  </a:lnTo>
                  <a:lnTo>
                    <a:pt x="1236" y="97"/>
                  </a:lnTo>
                  <a:lnTo>
                    <a:pt x="1235" y="93"/>
                  </a:lnTo>
                  <a:lnTo>
                    <a:pt x="1232" y="92"/>
                  </a:lnTo>
                  <a:lnTo>
                    <a:pt x="1232" y="91"/>
                  </a:lnTo>
                  <a:lnTo>
                    <a:pt x="1235" y="92"/>
                  </a:lnTo>
                  <a:lnTo>
                    <a:pt x="1236" y="92"/>
                  </a:lnTo>
                  <a:lnTo>
                    <a:pt x="1239" y="93"/>
                  </a:lnTo>
                  <a:lnTo>
                    <a:pt x="1243" y="99"/>
                  </a:lnTo>
                  <a:lnTo>
                    <a:pt x="1242" y="95"/>
                  </a:lnTo>
                  <a:lnTo>
                    <a:pt x="1238" y="88"/>
                  </a:lnTo>
                  <a:lnTo>
                    <a:pt x="1238" y="83"/>
                  </a:lnTo>
                  <a:lnTo>
                    <a:pt x="1238" y="79"/>
                  </a:lnTo>
                  <a:lnTo>
                    <a:pt x="1240" y="75"/>
                  </a:lnTo>
                  <a:lnTo>
                    <a:pt x="1245" y="75"/>
                  </a:lnTo>
                  <a:lnTo>
                    <a:pt x="1247" y="74"/>
                  </a:lnTo>
                  <a:lnTo>
                    <a:pt x="1252" y="71"/>
                  </a:lnTo>
                  <a:lnTo>
                    <a:pt x="1251" y="70"/>
                  </a:lnTo>
                  <a:lnTo>
                    <a:pt x="1252" y="68"/>
                  </a:lnTo>
                  <a:lnTo>
                    <a:pt x="1253" y="68"/>
                  </a:lnTo>
                  <a:lnTo>
                    <a:pt x="1256" y="71"/>
                  </a:lnTo>
                  <a:lnTo>
                    <a:pt x="1259" y="72"/>
                  </a:lnTo>
                  <a:lnTo>
                    <a:pt x="1261" y="71"/>
                  </a:lnTo>
                  <a:lnTo>
                    <a:pt x="1265" y="68"/>
                  </a:lnTo>
                  <a:lnTo>
                    <a:pt x="1267" y="70"/>
                  </a:lnTo>
                  <a:lnTo>
                    <a:pt x="1271" y="67"/>
                  </a:lnTo>
                  <a:lnTo>
                    <a:pt x="1276" y="68"/>
                  </a:lnTo>
                  <a:lnTo>
                    <a:pt x="1278" y="67"/>
                  </a:lnTo>
                  <a:lnTo>
                    <a:pt x="1278" y="66"/>
                  </a:lnTo>
                  <a:lnTo>
                    <a:pt x="1280" y="68"/>
                  </a:lnTo>
                  <a:lnTo>
                    <a:pt x="1281" y="70"/>
                  </a:lnTo>
                  <a:lnTo>
                    <a:pt x="1282" y="67"/>
                  </a:lnTo>
                  <a:lnTo>
                    <a:pt x="1285" y="63"/>
                  </a:lnTo>
                  <a:lnTo>
                    <a:pt x="1284" y="62"/>
                  </a:lnTo>
                  <a:lnTo>
                    <a:pt x="1284" y="58"/>
                  </a:lnTo>
                  <a:lnTo>
                    <a:pt x="1284" y="55"/>
                  </a:lnTo>
                  <a:lnTo>
                    <a:pt x="1285" y="54"/>
                  </a:lnTo>
                  <a:lnTo>
                    <a:pt x="1289" y="55"/>
                  </a:lnTo>
                  <a:lnTo>
                    <a:pt x="1290" y="58"/>
                  </a:lnTo>
                  <a:lnTo>
                    <a:pt x="1292" y="59"/>
                  </a:lnTo>
                  <a:lnTo>
                    <a:pt x="1294" y="59"/>
                  </a:lnTo>
                  <a:lnTo>
                    <a:pt x="1297" y="62"/>
                  </a:lnTo>
                  <a:lnTo>
                    <a:pt x="1297" y="65"/>
                  </a:lnTo>
                  <a:lnTo>
                    <a:pt x="1299" y="68"/>
                  </a:lnTo>
                  <a:lnTo>
                    <a:pt x="1301" y="70"/>
                  </a:lnTo>
                  <a:lnTo>
                    <a:pt x="1305" y="68"/>
                  </a:lnTo>
                  <a:lnTo>
                    <a:pt x="1310" y="70"/>
                  </a:lnTo>
                  <a:lnTo>
                    <a:pt x="1311" y="70"/>
                  </a:lnTo>
                  <a:lnTo>
                    <a:pt x="1313" y="70"/>
                  </a:lnTo>
                  <a:lnTo>
                    <a:pt x="1317" y="75"/>
                  </a:lnTo>
                  <a:lnTo>
                    <a:pt x="1317" y="78"/>
                  </a:lnTo>
                  <a:lnTo>
                    <a:pt x="1318" y="79"/>
                  </a:lnTo>
                  <a:lnTo>
                    <a:pt x="1322" y="79"/>
                  </a:lnTo>
                  <a:lnTo>
                    <a:pt x="1325" y="78"/>
                  </a:lnTo>
                  <a:lnTo>
                    <a:pt x="1327" y="78"/>
                  </a:lnTo>
                  <a:lnTo>
                    <a:pt x="1327" y="76"/>
                  </a:lnTo>
                  <a:lnTo>
                    <a:pt x="1330" y="74"/>
                  </a:lnTo>
                  <a:lnTo>
                    <a:pt x="1331" y="75"/>
                  </a:lnTo>
                  <a:lnTo>
                    <a:pt x="1332" y="74"/>
                  </a:lnTo>
                  <a:lnTo>
                    <a:pt x="1331" y="71"/>
                  </a:lnTo>
                  <a:lnTo>
                    <a:pt x="1332" y="71"/>
                  </a:lnTo>
                  <a:lnTo>
                    <a:pt x="1331" y="68"/>
                  </a:lnTo>
                  <a:lnTo>
                    <a:pt x="1331" y="67"/>
                  </a:lnTo>
                  <a:lnTo>
                    <a:pt x="1328" y="65"/>
                  </a:lnTo>
                  <a:lnTo>
                    <a:pt x="1326" y="63"/>
                  </a:lnTo>
                  <a:lnTo>
                    <a:pt x="1325" y="59"/>
                  </a:lnTo>
                  <a:lnTo>
                    <a:pt x="1321" y="55"/>
                  </a:lnTo>
                  <a:lnTo>
                    <a:pt x="1319" y="55"/>
                  </a:lnTo>
                  <a:lnTo>
                    <a:pt x="1318" y="53"/>
                  </a:lnTo>
                  <a:lnTo>
                    <a:pt x="1314" y="51"/>
                  </a:lnTo>
                  <a:lnTo>
                    <a:pt x="1311" y="53"/>
                  </a:lnTo>
                  <a:lnTo>
                    <a:pt x="1310" y="53"/>
                  </a:lnTo>
                  <a:lnTo>
                    <a:pt x="1310" y="50"/>
                  </a:lnTo>
                  <a:lnTo>
                    <a:pt x="1311" y="49"/>
                  </a:lnTo>
                  <a:lnTo>
                    <a:pt x="1309" y="45"/>
                  </a:lnTo>
                  <a:lnTo>
                    <a:pt x="1309" y="42"/>
                  </a:lnTo>
                  <a:lnTo>
                    <a:pt x="1307" y="41"/>
                  </a:lnTo>
                  <a:lnTo>
                    <a:pt x="1306" y="38"/>
                  </a:lnTo>
                  <a:lnTo>
                    <a:pt x="1302" y="36"/>
                  </a:lnTo>
                  <a:lnTo>
                    <a:pt x="1302" y="34"/>
                  </a:lnTo>
                  <a:lnTo>
                    <a:pt x="1307" y="34"/>
                  </a:lnTo>
                  <a:lnTo>
                    <a:pt x="1310" y="34"/>
                  </a:lnTo>
                  <a:lnTo>
                    <a:pt x="1317" y="34"/>
                  </a:lnTo>
                  <a:lnTo>
                    <a:pt x="1322" y="34"/>
                  </a:lnTo>
                  <a:lnTo>
                    <a:pt x="1322" y="33"/>
                  </a:lnTo>
                  <a:lnTo>
                    <a:pt x="1325" y="32"/>
                  </a:lnTo>
                  <a:lnTo>
                    <a:pt x="1327" y="33"/>
                  </a:lnTo>
                  <a:lnTo>
                    <a:pt x="1330" y="33"/>
                  </a:lnTo>
                  <a:lnTo>
                    <a:pt x="1331" y="33"/>
                  </a:lnTo>
                  <a:lnTo>
                    <a:pt x="1331" y="30"/>
                  </a:lnTo>
                  <a:lnTo>
                    <a:pt x="1334" y="30"/>
                  </a:lnTo>
                  <a:lnTo>
                    <a:pt x="1335" y="32"/>
                  </a:lnTo>
                  <a:lnTo>
                    <a:pt x="1336" y="32"/>
                  </a:lnTo>
                  <a:lnTo>
                    <a:pt x="1338" y="29"/>
                  </a:lnTo>
                  <a:lnTo>
                    <a:pt x="1339" y="30"/>
                  </a:lnTo>
                  <a:lnTo>
                    <a:pt x="1340" y="28"/>
                  </a:lnTo>
                  <a:lnTo>
                    <a:pt x="1350" y="25"/>
                  </a:lnTo>
                  <a:lnTo>
                    <a:pt x="1351" y="28"/>
                  </a:lnTo>
                  <a:lnTo>
                    <a:pt x="1351" y="25"/>
                  </a:lnTo>
                  <a:lnTo>
                    <a:pt x="1352" y="24"/>
                  </a:lnTo>
                  <a:lnTo>
                    <a:pt x="1353" y="24"/>
                  </a:lnTo>
                  <a:lnTo>
                    <a:pt x="1356" y="24"/>
                  </a:lnTo>
                  <a:lnTo>
                    <a:pt x="1359" y="24"/>
                  </a:lnTo>
                  <a:lnTo>
                    <a:pt x="1360" y="25"/>
                  </a:lnTo>
                  <a:lnTo>
                    <a:pt x="1365" y="25"/>
                  </a:lnTo>
                  <a:lnTo>
                    <a:pt x="1367" y="24"/>
                  </a:lnTo>
                  <a:lnTo>
                    <a:pt x="1368" y="25"/>
                  </a:lnTo>
                  <a:lnTo>
                    <a:pt x="1369" y="26"/>
                  </a:lnTo>
                  <a:lnTo>
                    <a:pt x="1372" y="25"/>
                  </a:lnTo>
                  <a:lnTo>
                    <a:pt x="1375" y="24"/>
                  </a:lnTo>
                  <a:lnTo>
                    <a:pt x="1382" y="26"/>
                  </a:lnTo>
                  <a:lnTo>
                    <a:pt x="1385" y="28"/>
                  </a:lnTo>
                  <a:lnTo>
                    <a:pt x="1386" y="28"/>
                  </a:lnTo>
                  <a:lnTo>
                    <a:pt x="1386" y="26"/>
                  </a:lnTo>
                  <a:lnTo>
                    <a:pt x="1389" y="26"/>
                  </a:lnTo>
                  <a:lnTo>
                    <a:pt x="1390" y="28"/>
                  </a:lnTo>
                  <a:lnTo>
                    <a:pt x="1389" y="29"/>
                  </a:lnTo>
                  <a:lnTo>
                    <a:pt x="1390" y="29"/>
                  </a:lnTo>
                  <a:lnTo>
                    <a:pt x="1394" y="29"/>
                  </a:lnTo>
                  <a:lnTo>
                    <a:pt x="1402" y="29"/>
                  </a:lnTo>
                  <a:lnTo>
                    <a:pt x="1409" y="34"/>
                  </a:lnTo>
                  <a:lnTo>
                    <a:pt x="1409" y="36"/>
                  </a:lnTo>
                  <a:lnTo>
                    <a:pt x="1406" y="34"/>
                  </a:lnTo>
                  <a:lnTo>
                    <a:pt x="1402" y="33"/>
                  </a:lnTo>
                  <a:lnTo>
                    <a:pt x="1402" y="33"/>
                  </a:lnTo>
                  <a:lnTo>
                    <a:pt x="1409" y="36"/>
                  </a:lnTo>
                  <a:lnTo>
                    <a:pt x="1413" y="36"/>
                  </a:lnTo>
                  <a:lnTo>
                    <a:pt x="1413" y="34"/>
                  </a:lnTo>
                  <a:lnTo>
                    <a:pt x="1417" y="34"/>
                  </a:lnTo>
                  <a:lnTo>
                    <a:pt x="1419" y="34"/>
                  </a:lnTo>
                  <a:lnTo>
                    <a:pt x="1419" y="32"/>
                  </a:lnTo>
                  <a:lnTo>
                    <a:pt x="1421" y="32"/>
                  </a:lnTo>
                  <a:lnTo>
                    <a:pt x="1423" y="33"/>
                  </a:lnTo>
                  <a:lnTo>
                    <a:pt x="1425" y="34"/>
                  </a:lnTo>
                  <a:lnTo>
                    <a:pt x="1426" y="34"/>
                  </a:lnTo>
                  <a:lnTo>
                    <a:pt x="1426" y="33"/>
                  </a:lnTo>
                  <a:lnTo>
                    <a:pt x="1427" y="33"/>
                  </a:lnTo>
                  <a:lnTo>
                    <a:pt x="1430" y="34"/>
                  </a:lnTo>
                  <a:lnTo>
                    <a:pt x="1430" y="36"/>
                  </a:lnTo>
                  <a:lnTo>
                    <a:pt x="1434" y="37"/>
                  </a:lnTo>
                  <a:lnTo>
                    <a:pt x="1436" y="36"/>
                  </a:lnTo>
                  <a:lnTo>
                    <a:pt x="1447" y="37"/>
                  </a:lnTo>
                  <a:lnTo>
                    <a:pt x="1446" y="36"/>
                  </a:lnTo>
                  <a:lnTo>
                    <a:pt x="1450" y="36"/>
                  </a:lnTo>
                  <a:lnTo>
                    <a:pt x="1451" y="37"/>
                  </a:lnTo>
                  <a:lnTo>
                    <a:pt x="1452" y="38"/>
                  </a:lnTo>
                  <a:lnTo>
                    <a:pt x="1452" y="36"/>
                  </a:lnTo>
                  <a:lnTo>
                    <a:pt x="1452" y="36"/>
                  </a:lnTo>
                  <a:lnTo>
                    <a:pt x="1456" y="37"/>
                  </a:lnTo>
                  <a:lnTo>
                    <a:pt x="1456" y="37"/>
                  </a:lnTo>
                  <a:lnTo>
                    <a:pt x="1457" y="39"/>
                  </a:lnTo>
                  <a:lnTo>
                    <a:pt x="1461" y="38"/>
                  </a:lnTo>
                  <a:lnTo>
                    <a:pt x="1461" y="38"/>
                  </a:lnTo>
                  <a:lnTo>
                    <a:pt x="1460" y="37"/>
                  </a:lnTo>
                  <a:lnTo>
                    <a:pt x="1464" y="37"/>
                  </a:lnTo>
                  <a:lnTo>
                    <a:pt x="1465" y="38"/>
                  </a:lnTo>
                  <a:lnTo>
                    <a:pt x="1464" y="39"/>
                  </a:lnTo>
                  <a:lnTo>
                    <a:pt x="1467" y="42"/>
                  </a:lnTo>
                  <a:lnTo>
                    <a:pt x="1471" y="43"/>
                  </a:lnTo>
                  <a:lnTo>
                    <a:pt x="1473" y="42"/>
                  </a:lnTo>
                  <a:lnTo>
                    <a:pt x="1469" y="41"/>
                  </a:lnTo>
                  <a:lnTo>
                    <a:pt x="1467" y="39"/>
                  </a:lnTo>
                  <a:lnTo>
                    <a:pt x="1467" y="38"/>
                  </a:lnTo>
                  <a:lnTo>
                    <a:pt x="1469" y="37"/>
                  </a:lnTo>
                  <a:lnTo>
                    <a:pt x="1472" y="37"/>
                  </a:lnTo>
                  <a:lnTo>
                    <a:pt x="1477" y="39"/>
                  </a:lnTo>
                  <a:lnTo>
                    <a:pt x="1477" y="42"/>
                  </a:lnTo>
                  <a:lnTo>
                    <a:pt x="1479" y="43"/>
                  </a:lnTo>
                  <a:lnTo>
                    <a:pt x="1480" y="41"/>
                  </a:lnTo>
                  <a:lnTo>
                    <a:pt x="1479" y="41"/>
                  </a:lnTo>
                  <a:lnTo>
                    <a:pt x="1481" y="41"/>
                  </a:lnTo>
                  <a:lnTo>
                    <a:pt x="1483" y="42"/>
                  </a:lnTo>
                  <a:lnTo>
                    <a:pt x="1481" y="43"/>
                  </a:lnTo>
                  <a:lnTo>
                    <a:pt x="1484" y="46"/>
                  </a:lnTo>
                  <a:lnTo>
                    <a:pt x="1488" y="53"/>
                  </a:lnTo>
                  <a:lnTo>
                    <a:pt x="1492" y="54"/>
                  </a:lnTo>
                  <a:lnTo>
                    <a:pt x="1493" y="57"/>
                  </a:lnTo>
                  <a:lnTo>
                    <a:pt x="1494" y="59"/>
                  </a:lnTo>
                  <a:lnTo>
                    <a:pt x="1496" y="61"/>
                  </a:lnTo>
                  <a:lnTo>
                    <a:pt x="1496" y="62"/>
                  </a:lnTo>
                  <a:lnTo>
                    <a:pt x="1496" y="65"/>
                  </a:lnTo>
                  <a:lnTo>
                    <a:pt x="1498" y="66"/>
                  </a:lnTo>
                  <a:lnTo>
                    <a:pt x="1500" y="63"/>
                  </a:lnTo>
                  <a:lnTo>
                    <a:pt x="1504" y="65"/>
                  </a:lnTo>
                  <a:lnTo>
                    <a:pt x="1505" y="67"/>
                  </a:lnTo>
                  <a:lnTo>
                    <a:pt x="1508" y="68"/>
                  </a:lnTo>
                  <a:lnTo>
                    <a:pt x="1508" y="67"/>
                  </a:lnTo>
                  <a:lnTo>
                    <a:pt x="1506" y="66"/>
                  </a:lnTo>
                  <a:lnTo>
                    <a:pt x="1506" y="65"/>
                  </a:lnTo>
                  <a:lnTo>
                    <a:pt x="1508" y="62"/>
                  </a:lnTo>
                  <a:lnTo>
                    <a:pt x="1509" y="63"/>
                  </a:lnTo>
                  <a:lnTo>
                    <a:pt x="1510" y="66"/>
                  </a:lnTo>
                  <a:lnTo>
                    <a:pt x="1513" y="68"/>
                  </a:lnTo>
                  <a:lnTo>
                    <a:pt x="1511" y="67"/>
                  </a:lnTo>
                  <a:lnTo>
                    <a:pt x="1510" y="63"/>
                  </a:lnTo>
                  <a:lnTo>
                    <a:pt x="1510" y="61"/>
                  </a:lnTo>
                  <a:lnTo>
                    <a:pt x="1509" y="59"/>
                  </a:lnTo>
                  <a:lnTo>
                    <a:pt x="1506" y="61"/>
                  </a:lnTo>
                  <a:lnTo>
                    <a:pt x="1502" y="61"/>
                  </a:lnTo>
                  <a:lnTo>
                    <a:pt x="1502" y="59"/>
                  </a:lnTo>
                  <a:lnTo>
                    <a:pt x="1504" y="58"/>
                  </a:lnTo>
                  <a:lnTo>
                    <a:pt x="1504" y="55"/>
                  </a:lnTo>
                  <a:lnTo>
                    <a:pt x="1498" y="51"/>
                  </a:lnTo>
                  <a:lnTo>
                    <a:pt x="1497" y="50"/>
                  </a:lnTo>
                  <a:lnTo>
                    <a:pt x="1496" y="47"/>
                  </a:lnTo>
                  <a:lnTo>
                    <a:pt x="1494" y="47"/>
                  </a:lnTo>
                  <a:lnTo>
                    <a:pt x="1490" y="50"/>
                  </a:lnTo>
                  <a:lnTo>
                    <a:pt x="1490" y="49"/>
                  </a:lnTo>
                  <a:lnTo>
                    <a:pt x="1493" y="46"/>
                  </a:lnTo>
                  <a:lnTo>
                    <a:pt x="1494" y="43"/>
                  </a:lnTo>
                  <a:lnTo>
                    <a:pt x="1497" y="38"/>
                  </a:lnTo>
                  <a:lnTo>
                    <a:pt x="1500" y="38"/>
                  </a:lnTo>
                  <a:lnTo>
                    <a:pt x="1498" y="39"/>
                  </a:lnTo>
                  <a:lnTo>
                    <a:pt x="1501" y="43"/>
                  </a:lnTo>
                  <a:lnTo>
                    <a:pt x="1504" y="45"/>
                  </a:lnTo>
                  <a:lnTo>
                    <a:pt x="1504" y="43"/>
                  </a:lnTo>
                  <a:lnTo>
                    <a:pt x="1501" y="42"/>
                  </a:lnTo>
                  <a:lnTo>
                    <a:pt x="1501" y="39"/>
                  </a:lnTo>
                  <a:lnTo>
                    <a:pt x="1502" y="39"/>
                  </a:lnTo>
                  <a:lnTo>
                    <a:pt x="1505" y="38"/>
                  </a:lnTo>
                  <a:lnTo>
                    <a:pt x="1505" y="36"/>
                  </a:lnTo>
                  <a:lnTo>
                    <a:pt x="1502" y="36"/>
                  </a:lnTo>
                  <a:lnTo>
                    <a:pt x="1504" y="36"/>
                  </a:lnTo>
                  <a:lnTo>
                    <a:pt x="1505" y="34"/>
                  </a:lnTo>
                  <a:lnTo>
                    <a:pt x="1508" y="34"/>
                  </a:lnTo>
                  <a:lnTo>
                    <a:pt x="1509" y="30"/>
                  </a:lnTo>
                  <a:lnTo>
                    <a:pt x="1511" y="30"/>
                  </a:lnTo>
                  <a:lnTo>
                    <a:pt x="1513" y="33"/>
                  </a:lnTo>
                  <a:lnTo>
                    <a:pt x="1514" y="32"/>
                  </a:lnTo>
                  <a:lnTo>
                    <a:pt x="1515" y="33"/>
                  </a:lnTo>
                  <a:lnTo>
                    <a:pt x="1515" y="33"/>
                  </a:lnTo>
                  <a:lnTo>
                    <a:pt x="1518" y="36"/>
                  </a:lnTo>
                  <a:lnTo>
                    <a:pt x="1522" y="36"/>
                  </a:lnTo>
                  <a:lnTo>
                    <a:pt x="1523" y="36"/>
                  </a:lnTo>
                  <a:lnTo>
                    <a:pt x="1530" y="37"/>
                  </a:lnTo>
                  <a:lnTo>
                    <a:pt x="1530" y="39"/>
                  </a:lnTo>
                  <a:lnTo>
                    <a:pt x="1530" y="41"/>
                  </a:lnTo>
                  <a:lnTo>
                    <a:pt x="1531" y="39"/>
                  </a:lnTo>
                  <a:lnTo>
                    <a:pt x="1533" y="38"/>
                  </a:lnTo>
                  <a:lnTo>
                    <a:pt x="1534" y="38"/>
                  </a:lnTo>
                  <a:lnTo>
                    <a:pt x="1534" y="41"/>
                  </a:lnTo>
                  <a:lnTo>
                    <a:pt x="1536" y="39"/>
                  </a:lnTo>
                  <a:lnTo>
                    <a:pt x="1538" y="37"/>
                  </a:lnTo>
                  <a:lnTo>
                    <a:pt x="1540" y="38"/>
                  </a:lnTo>
                  <a:lnTo>
                    <a:pt x="1540" y="39"/>
                  </a:lnTo>
                  <a:lnTo>
                    <a:pt x="1539" y="41"/>
                  </a:lnTo>
                  <a:lnTo>
                    <a:pt x="1539" y="42"/>
                  </a:lnTo>
                  <a:lnTo>
                    <a:pt x="1540" y="49"/>
                  </a:lnTo>
                  <a:lnTo>
                    <a:pt x="1540" y="53"/>
                  </a:lnTo>
                  <a:lnTo>
                    <a:pt x="1540" y="54"/>
                  </a:lnTo>
                  <a:lnTo>
                    <a:pt x="1543" y="53"/>
                  </a:lnTo>
                  <a:lnTo>
                    <a:pt x="1544" y="55"/>
                  </a:lnTo>
                  <a:lnTo>
                    <a:pt x="1547" y="57"/>
                  </a:lnTo>
                  <a:lnTo>
                    <a:pt x="1547" y="59"/>
                  </a:lnTo>
                  <a:lnTo>
                    <a:pt x="1546" y="61"/>
                  </a:lnTo>
                  <a:lnTo>
                    <a:pt x="1543" y="61"/>
                  </a:lnTo>
                  <a:lnTo>
                    <a:pt x="1538" y="61"/>
                  </a:lnTo>
                  <a:lnTo>
                    <a:pt x="1544" y="62"/>
                  </a:lnTo>
                  <a:lnTo>
                    <a:pt x="1546" y="65"/>
                  </a:lnTo>
                  <a:lnTo>
                    <a:pt x="1544" y="67"/>
                  </a:lnTo>
                  <a:lnTo>
                    <a:pt x="1542" y="67"/>
                  </a:lnTo>
                  <a:lnTo>
                    <a:pt x="1539" y="71"/>
                  </a:lnTo>
                  <a:lnTo>
                    <a:pt x="1539" y="70"/>
                  </a:lnTo>
                  <a:lnTo>
                    <a:pt x="1536" y="72"/>
                  </a:lnTo>
                  <a:lnTo>
                    <a:pt x="1533" y="72"/>
                  </a:lnTo>
                  <a:lnTo>
                    <a:pt x="1530" y="74"/>
                  </a:lnTo>
                  <a:lnTo>
                    <a:pt x="1534" y="74"/>
                  </a:lnTo>
                  <a:lnTo>
                    <a:pt x="1535" y="75"/>
                  </a:lnTo>
                  <a:lnTo>
                    <a:pt x="1536" y="76"/>
                  </a:lnTo>
                  <a:lnTo>
                    <a:pt x="1539" y="75"/>
                  </a:lnTo>
                  <a:lnTo>
                    <a:pt x="1539" y="75"/>
                  </a:lnTo>
                  <a:lnTo>
                    <a:pt x="1540" y="76"/>
                  </a:lnTo>
                  <a:lnTo>
                    <a:pt x="1542" y="80"/>
                  </a:lnTo>
                  <a:lnTo>
                    <a:pt x="1540" y="82"/>
                  </a:lnTo>
                  <a:lnTo>
                    <a:pt x="1539" y="84"/>
                  </a:lnTo>
                  <a:lnTo>
                    <a:pt x="1543" y="82"/>
                  </a:lnTo>
                  <a:lnTo>
                    <a:pt x="1546" y="82"/>
                  </a:lnTo>
                  <a:lnTo>
                    <a:pt x="1548" y="84"/>
                  </a:lnTo>
                  <a:lnTo>
                    <a:pt x="1548" y="86"/>
                  </a:lnTo>
                  <a:lnTo>
                    <a:pt x="1550" y="90"/>
                  </a:lnTo>
                  <a:lnTo>
                    <a:pt x="1547" y="91"/>
                  </a:lnTo>
                  <a:lnTo>
                    <a:pt x="1548" y="92"/>
                  </a:lnTo>
                  <a:lnTo>
                    <a:pt x="1550" y="95"/>
                  </a:lnTo>
                  <a:lnTo>
                    <a:pt x="1547" y="96"/>
                  </a:lnTo>
                  <a:lnTo>
                    <a:pt x="1547" y="97"/>
                  </a:lnTo>
                  <a:lnTo>
                    <a:pt x="1547" y="100"/>
                  </a:lnTo>
                  <a:lnTo>
                    <a:pt x="1547" y="97"/>
                  </a:lnTo>
                  <a:lnTo>
                    <a:pt x="1550" y="97"/>
                  </a:lnTo>
                  <a:lnTo>
                    <a:pt x="1551" y="99"/>
                  </a:lnTo>
                  <a:lnTo>
                    <a:pt x="1551" y="101"/>
                  </a:lnTo>
                  <a:lnTo>
                    <a:pt x="1554" y="101"/>
                  </a:lnTo>
                  <a:lnTo>
                    <a:pt x="1554" y="103"/>
                  </a:lnTo>
                  <a:lnTo>
                    <a:pt x="1555" y="101"/>
                  </a:lnTo>
                  <a:lnTo>
                    <a:pt x="1556" y="100"/>
                  </a:lnTo>
                  <a:lnTo>
                    <a:pt x="1558" y="100"/>
                  </a:lnTo>
                  <a:lnTo>
                    <a:pt x="1560" y="101"/>
                  </a:lnTo>
                  <a:lnTo>
                    <a:pt x="1560" y="104"/>
                  </a:lnTo>
                  <a:lnTo>
                    <a:pt x="1558" y="104"/>
                  </a:lnTo>
                  <a:lnTo>
                    <a:pt x="1556" y="103"/>
                  </a:lnTo>
                  <a:lnTo>
                    <a:pt x="1555" y="105"/>
                  </a:lnTo>
                  <a:lnTo>
                    <a:pt x="1558" y="107"/>
                  </a:lnTo>
                  <a:lnTo>
                    <a:pt x="1559" y="107"/>
                  </a:lnTo>
                  <a:lnTo>
                    <a:pt x="1560" y="109"/>
                  </a:lnTo>
                  <a:lnTo>
                    <a:pt x="1560" y="112"/>
                  </a:lnTo>
                  <a:lnTo>
                    <a:pt x="1558" y="113"/>
                  </a:lnTo>
                  <a:lnTo>
                    <a:pt x="1555" y="109"/>
                  </a:lnTo>
                  <a:lnTo>
                    <a:pt x="1554" y="108"/>
                  </a:lnTo>
                  <a:lnTo>
                    <a:pt x="1555" y="113"/>
                  </a:lnTo>
                  <a:lnTo>
                    <a:pt x="1554" y="115"/>
                  </a:lnTo>
                  <a:lnTo>
                    <a:pt x="1552" y="115"/>
                  </a:lnTo>
                  <a:lnTo>
                    <a:pt x="1552" y="113"/>
                  </a:lnTo>
                  <a:lnTo>
                    <a:pt x="1550" y="113"/>
                  </a:lnTo>
                  <a:lnTo>
                    <a:pt x="1548" y="113"/>
                  </a:lnTo>
                  <a:lnTo>
                    <a:pt x="1543" y="112"/>
                  </a:lnTo>
                  <a:lnTo>
                    <a:pt x="1540" y="113"/>
                  </a:lnTo>
                  <a:lnTo>
                    <a:pt x="1538" y="113"/>
                  </a:lnTo>
                  <a:lnTo>
                    <a:pt x="1539" y="112"/>
                  </a:lnTo>
                  <a:lnTo>
                    <a:pt x="1538" y="111"/>
                  </a:lnTo>
                  <a:lnTo>
                    <a:pt x="1536" y="109"/>
                  </a:lnTo>
                  <a:lnTo>
                    <a:pt x="1536" y="113"/>
                  </a:lnTo>
                  <a:lnTo>
                    <a:pt x="1535" y="113"/>
                  </a:lnTo>
                  <a:lnTo>
                    <a:pt x="1535" y="113"/>
                  </a:lnTo>
                  <a:lnTo>
                    <a:pt x="1536" y="116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3" y="116"/>
                  </a:lnTo>
                  <a:lnTo>
                    <a:pt x="1527" y="117"/>
                  </a:lnTo>
                  <a:lnTo>
                    <a:pt x="1526" y="116"/>
                  </a:lnTo>
                  <a:lnTo>
                    <a:pt x="1526" y="115"/>
                  </a:lnTo>
                  <a:lnTo>
                    <a:pt x="1526" y="112"/>
                  </a:lnTo>
                  <a:lnTo>
                    <a:pt x="1525" y="112"/>
                  </a:lnTo>
                  <a:lnTo>
                    <a:pt x="1519" y="108"/>
                  </a:lnTo>
                  <a:lnTo>
                    <a:pt x="1518" y="107"/>
                  </a:lnTo>
                  <a:lnTo>
                    <a:pt x="1519" y="105"/>
                  </a:lnTo>
                  <a:lnTo>
                    <a:pt x="1515" y="104"/>
                  </a:lnTo>
                  <a:lnTo>
                    <a:pt x="1514" y="107"/>
                  </a:lnTo>
                  <a:lnTo>
                    <a:pt x="1510" y="108"/>
                  </a:lnTo>
                  <a:lnTo>
                    <a:pt x="1509" y="109"/>
                  </a:lnTo>
                  <a:lnTo>
                    <a:pt x="1508" y="111"/>
                  </a:lnTo>
                  <a:lnTo>
                    <a:pt x="1506" y="107"/>
                  </a:lnTo>
                  <a:lnTo>
                    <a:pt x="1505" y="105"/>
                  </a:lnTo>
                  <a:lnTo>
                    <a:pt x="1506" y="107"/>
                  </a:lnTo>
                  <a:lnTo>
                    <a:pt x="1506" y="112"/>
                  </a:lnTo>
                  <a:lnTo>
                    <a:pt x="1506" y="115"/>
                  </a:lnTo>
                  <a:lnTo>
                    <a:pt x="1506" y="117"/>
                  </a:lnTo>
                  <a:lnTo>
                    <a:pt x="1501" y="124"/>
                  </a:lnTo>
                  <a:lnTo>
                    <a:pt x="1500" y="124"/>
                  </a:lnTo>
                  <a:lnTo>
                    <a:pt x="1500" y="118"/>
                  </a:lnTo>
                  <a:lnTo>
                    <a:pt x="1497" y="118"/>
                  </a:lnTo>
                  <a:lnTo>
                    <a:pt x="1494" y="120"/>
                  </a:lnTo>
                  <a:lnTo>
                    <a:pt x="1489" y="115"/>
                  </a:lnTo>
                  <a:lnTo>
                    <a:pt x="1489" y="113"/>
                  </a:lnTo>
                  <a:lnTo>
                    <a:pt x="1488" y="108"/>
                  </a:lnTo>
                  <a:lnTo>
                    <a:pt x="1486" y="107"/>
                  </a:lnTo>
                  <a:lnTo>
                    <a:pt x="1485" y="105"/>
                  </a:lnTo>
                  <a:lnTo>
                    <a:pt x="1484" y="104"/>
                  </a:lnTo>
                  <a:lnTo>
                    <a:pt x="1483" y="104"/>
                  </a:lnTo>
                  <a:lnTo>
                    <a:pt x="1484" y="107"/>
                  </a:lnTo>
                  <a:lnTo>
                    <a:pt x="1484" y="108"/>
                  </a:lnTo>
                  <a:lnTo>
                    <a:pt x="1485" y="111"/>
                  </a:lnTo>
                  <a:lnTo>
                    <a:pt x="1484" y="112"/>
                  </a:lnTo>
                  <a:lnTo>
                    <a:pt x="1480" y="109"/>
                  </a:lnTo>
                  <a:lnTo>
                    <a:pt x="1477" y="107"/>
                  </a:lnTo>
                  <a:lnTo>
                    <a:pt x="1477" y="107"/>
                  </a:lnTo>
                  <a:lnTo>
                    <a:pt x="1479" y="109"/>
                  </a:lnTo>
                  <a:lnTo>
                    <a:pt x="1477" y="111"/>
                  </a:lnTo>
                  <a:lnTo>
                    <a:pt x="1479" y="112"/>
                  </a:lnTo>
                  <a:lnTo>
                    <a:pt x="1481" y="112"/>
                  </a:lnTo>
                  <a:lnTo>
                    <a:pt x="1483" y="113"/>
                  </a:lnTo>
                  <a:lnTo>
                    <a:pt x="1481" y="116"/>
                  </a:lnTo>
                  <a:lnTo>
                    <a:pt x="1479" y="117"/>
                  </a:lnTo>
                  <a:lnTo>
                    <a:pt x="1477" y="118"/>
                  </a:lnTo>
                  <a:lnTo>
                    <a:pt x="1480" y="118"/>
                  </a:lnTo>
                  <a:lnTo>
                    <a:pt x="1486" y="126"/>
                  </a:lnTo>
                  <a:lnTo>
                    <a:pt x="1490" y="128"/>
                  </a:lnTo>
                  <a:lnTo>
                    <a:pt x="1493" y="126"/>
                  </a:lnTo>
                  <a:lnTo>
                    <a:pt x="1496" y="128"/>
                  </a:lnTo>
                  <a:lnTo>
                    <a:pt x="1497" y="132"/>
                  </a:lnTo>
                  <a:lnTo>
                    <a:pt x="1497" y="132"/>
                  </a:lnTo>
                  <a:lnTo>
                    <a:pt x="1494" y="129"/>
                  </a:lnTo>
                  <a:lnTo>
                    <a:pt x="1493" y="129"/>
                  </a:lnTo>
                  <a:lnTo>
                    <a:pt x="1494" y="133"/>
                  </a:lnTo>
                  <a:lnTo>
                    <a:pt x="1498" y="134"/>
                  </a:lnTo>
                  <a:lnTo>
                    <a:pt x="1500" y="138"/>
                  </a:lnTo>
                  <a:lnTo>
                    <a:pt x="1501" y="141"/>
                  </a:lnTo>
                  <a:lnTo>
                    <a:pt x="1501" y="146"/>
                  </a:lnTo>
                  <a:lnTo>
                    <a:pt x="1500" y="153"/>
                  </a:lnTo>
                  <a:lnTo>
                    <a:pt x="1501" y="158"/>
                  </a:lnTo>
                  <a:lnTo>
                    <a:pt x="1501" y="161"/>
                  </a:lnTo>
                  <a:lnTo>
                    <a:pt x="1501" y="163"/>
                  </a:lnTo>
                  <a:lnTo>
                    <a:pt x="1498" y="167"/>
                  </a:lnTo>
                  <a:lnTo>
                    <a:pt x="1498" y="170"/>
                  </a:lnTo>
                  <a:lnTo>
                    <a:pt x="1497" y="171"/>
                  </a:lnTo>
                  <a:lnTo>
                    <a:pt x="1497" y="170"/>
                  </a:lnTo>
                  <a:lnTo>
                    <a:pt x="1497" y="168"/>
                  </a:lnTo>
                  <a:lnTo>
                    <a:pt x="1490" y="172"/>
                  </a:lnTo>
                  <a:lnTo>
                    <a:pt x="1489" y="171"/>
                  </a:lnTo>
                  <a:lnTo>
                    <a:pt x="1486" y="172"/>
                  </a:lnTo>
                  <a:lnTo>
                    <a:pt x="1485" y="172"/>
                  </a:lnTo>
                  <a:lnTo>
                    <a:pt x="1484" y="170"/>
                  </a:lnTo>
                  <a:lnTo>
                    <a:pt x="1481" y="170"/>
                  </a:lnTo>
                  <a:lnTo>
                    <a:pt x="1479" y="166"/>
                  </a:lnTo>
                  <a:lnTo>
                    <a:pt x="1476" y="165"/>
                  </a:lnTo>
                  <a:lnTo>
                    <a:pt x="1472" y="163"/>
                  </a:lnTo>
                  <a:lnTo>
                    <a:pt x="1471" y="162"/>
                  </a:lnTo>
                  <a:lnTo>
                    <a:pt x="1468" y="163"/>
                  </a:lnTo>
                  <a:lnTo>
                    <a:pt x="1467" y="166"/>
                  </a:lnTo>
                  <a:lnTo>
                    <a:pt x="1464" y="166"/>
                  </a:lnTo>
                  <a:lnTo>
                    <a:pt x="1467" y="167"/>
                  </a:lnTo>
                  <a:lnTo>
                    <a:pt x="1469" y="167"/>
                  </a:lnTo>
                  <a:lnTo>
                    <a:pt x="1471" y="165"/>
                  </a:lnTo>
                  <a:lnTo>
                    <a:pt x="1477" y="167"/>
                  </a:lnTo>
                  <a:lnTo>
                    <a:pt x="1479" y="170"/>
                  </a:lnTo>
                  <a:lnTo>
                    <a:pt x="1476" y="171"/>
                  </a:lnTo>
                  <a:lnTo>
                    <a:pt x="1473" y="170"/>
                  </a:lnTo>
                  <a:lnTo>
                    <a:pt x="1471" y="170"/>
                  </a:lnTo>
                  <a:lnTo>
                    <a:pt x="1471" y="172"/>
                  </a:lnTo>
                  <a:lnTo>
                    <a:pt x="1468" y="170"/>
                  </a:lnTo>
                  <a:lnTo>
                    <a:pt x="1467" y="171"/>
                  </a:lnTo>
                  <a:lnTo>
                    <a:pt x="1467" y="171"/>
                  </a:lnTo>
                  <a:lnTo>
                    <a:pt x="1468" y="174"/>
                  </a:lnTo>
                  <a:lnTo>
                    <a:pt x="1472" y="175"/>
                  </a:lnTo>
                  <a:lnTo>
                    <a:pt x="1471" y="179"/>
                  </a:lnTo>
                  <a:lnTo>
                    <a:pt x="1472" y="183"/>
                  </a:lnTo>
                  <a:lnTo>
                    <a:pt x="1475" y="184"/>
                  </a:lnTo>
                  <a:lnTo>
                    <a:pt x="1473" y="183"/>
                  </a:lnTo>
                  <a:lnTo>
                    <a:pt x="1473" y="178"/>
                  </a:lnTo>
                  <a:lnTo>
                    <a:pt x="1475" y="178"/>
                  </a:lnTo>
                  <a:lnTo>
                    <a:pt x="1477" y="178"/>
                  </a:lnTo>
                  <a:lnTo>
                    <a:pt x="1477" y="176"/>
                  </a:lnTo>
                  <a:lnTo>
                    <a:pt x="1481" y="172"/>
                  </a:lnTo>
                  <a:lnTo>
                    <a:pt x="1483" y="172"/>
                  </a:lnTo>
                  <a:lnTo>
                    <a:pt x="1484" y="174"/>
                  </a:lnTo>
                  <a:lnTo>
                    <a:pt x="1484" y="175"/>
                  </a:lnTo>
                  <a:lnTo>
                    <a:pt x="1488" y="180"/>
                  </a:lnTo>
                  <a:lnTo>
                    <a:pt x="1490" y="180"/>
                  </a:lnTo>
                  <a:lnTo>
                    <a:pt x="1493" y="183"/>
                  </a:lnTo>
                  <a:lnTo>
                    <a:pt x="1497" y="183"/>
                  </a:lnTo>
                  <a:lnTo>
                    <a:pt x="1497" y="180"/>
                  </a:lnTo>
                  <a:lnTo>
                    <a:pt x="1497" y="179"/>
                  </a:lnTo>
                  <a:lnTo>
                    <a:pt x="1498" y="179"/>
                  </a:lnTo>
                  <a:lnTo>
                    <a:pt x="1504" y="184"/>
                  </a:lnTo>
                  <a:lnTo>
                    <a:pt x="1505" y="187"/>
                  </a:lnTo>
                  <a:lnTo>
                    <a:pt x="1504" y="186"/>
                  </a:lnTo>
                  <a:lnTo>
                    <a:pt x="1502" y="188"/>
                  </a:lnTo>
                  <a:lnTo>
                    <a:pt x="1508" y="192"/>
                  </a:lnTo>
                  <a:lnTo>
                    <a:pt x="1509" y="192"/>
                  </a:lnTo>
                  <a:lnTo>
                    <a:pt x="1509" y="191"/>
                  </a:lnTo>
                  <a:lnTo>
                    <a:pt x="1509" y="188"/>
                  </a:lnTo>
                  <a:lnTo>
                    <a:pt x="1511" y="191"/>
                  </a:lnTo>
                  <a:lnTo>
                    <a:pt x="1517" y="197"/>
                  </a:lnTo>
                  <a:lnTo>
                    <a:pt x="1515" y="196"/>
                  </a:lnTo>
                  <a:lnTo>
                    <a:pt x="1514" y="196"/>
                  </a:lnTo>
                  <a:lnTo>
                    <a:pt x="1513" y="197"/>
                  </a:lnTo>
                  <a:lnTo>
                    <a:pt x="1514" y="200"/>
                  </a:lnTo>
                  <a:lnTo>
                    <a:pt x="1513" y="201"/>
                  </a:lnTo>
                  <a:lnTo>
                    <a:pt x="1511" y="204"/>
                  </a:lnTo>
                  <a:lnTo>
                    <a:pt x="1513" y="205"/>
                  </a:lnTo>
                  <a:lnTo>
                    <a:pt x="1515" y="204"/>
                  </a:lnTo>
                  <a:lnTo>
                    <a:pt x="1515" y="201"/>
                  </a:lnTo>
                  <a:lnTo>
                    <a:pt x="1517" y="201"/>
                  </a:lnTo>
                  <a:lnTo>
                    <a:pt x="1518" y="201"/>
                  </a:lnTo>
                  <a:lnTo>
                    <a:pt x="1519" y="200"/>
                  </a:lnTo>
                  <a:lnTo>
                    <a:pt x="1521" y="203"/>
                  </a:lnTo>
                  <a:lnTo>
                    <a:pt x="1526" y="207"/>
                  </a:lnTo>
                  <a:lnTo>
                    <a:pt x="1531" y="208"/>
                  </a:lnTo>
                  <a:lnTo>
                    <a:pt x="1535" y="211"/>
                  </a:lnTo>
                  <a:lnTo>
                    <a:pt x="1533" y="212"/>
                  </a:lnTo>
                  <a:lnTo>
                    <a:pt x="1536" y="217"/>
                  </a:lnTo>
                  <a:lnTo>
                    <a:pt x="1539" y="217"/>
                  </a:lnTo>
                  <a:lnTo>
                    <a:pt x="1542" y="222"/>
                  </a:lnTo>
                  <a:lnTo>
                    <a:pt x="1542" y="229"/>
                  </a:lnTo>
                  <a:lnTo>
                    <a:pt x="1540" y="230"/>
                  </a:lnTo>
                  <a:lnTo>
                    <a:pt x="1540" y="232"/>
                  </a:lnTo>
                  <a:lnTo>
                    <a:pt x="1543" y="233"/>
                  </a:lnTo>
                  <a:lnTo>
                    <a:pt x="1544" y="236"/>
                  </a:lnTo>
                  <a:lnTo>
                    <a:pt x="1543" y="236"/>
                  </a:lnTo>
                  <a:lnTo>
                    <a:pt x="1542" y="234"/>
                  </a:lnTo>
                  <a:lnTo>
                    <a:pt x="1533" y="234"/>
                  </a:lnTo>
                  <a:lnTo>
                    <a:pt x="1530" y="233"/>
                  </a:lnTo>
                  <a:lnTo>
                    <a:pt x="1529" y="234"/>
                  </a:lnTo>
                  <a:lnTo>
                    <a:pt x="1526" y="233"/>
                  </a:lnTo>
                  <a:lnTo>
                    <a:pt x="1526" y="232"/>
                  </a:lnTo>
                  <a:lnTo>
                    <a:pt x="1525" y="230"/>
                  </a:lnTo>
                  <a:lnTo>
                    <a:pt x="1523" y="232"/>
                  </a:lnTo>
                  <a:lnTo>
                    <a:pt x="1525" y="233"/>
                  </a:lnTo>
                  <a:lnTo>
                    <a:pt x="1521" y="236"/>
                  </a:lnTo>
                  <a:lnTo>
                    <a:pt x="1518" y="236"/>
                  </a:lnTo>
                  <a:lnTo>
                    <a:pt x="1517" y="237"/>
                  </a:lnTo>
                  <a:lnTo>
                    <a:pt x="1519" y="237"/>
                  </a:lnTo>
                  <a:lnTo>
                    <a:pt x="1515" y="241"/>
                  </a:lnTo>
                  <a:lnTo>
                    <a:pt x="1513" y="241"/>
                  </a:lnTo>
                  <a:lnTo>
                    <a:pt x="1513" y="243"/>
                  </a:lnTo>
                  <a:lnTo>
                    <a:pt x="1514" y="243"/>
                  </a:lnTo>
                  <a:lnTo>
                    <a:pt x="1510" y="249"/>
                  </a:lnTo>
                  <a:lnTo>
                    <a:pt x="1509" y="250"/>
                  </a:lnTo>
                  <a:lnTo>
                    <a:pt x="1509" y="249"/>
                  </a:lnTo>
                  <a:lnTo>
                    <a:pt x="1508" y="249"/>
                  </a:lnTo>
                  <a:lnTo>
                    <a:pt x="1508" y="253"/>
                  </a:lnTo>
                  <a:lnTo>
                    <a:pt x="1509" y="255"/>
                  </a:lnTo>
                  <a:lnTo>
                    <a:pt x="1506" y="258"/>
                  </a:lnTo>
                  <a:lnTo>
                    <a:pt x="1505" y="257"/>
                  </a:lnTo>
                  <a:lnTo>
                    <a:pt x="1505" y="259"/>
                  </a:lnTo>
                  <a:lnTo>
                    <a:pt x="1505" y="261"/>
                  </a:lnTo>
                  <a:lnTo>
                    <a:pt x="1502" y="263"/>
                  </a:lnTo>
                  <a:lnTo>
                    <a:pt x="1501" y="265"/>
                  </a:lnTo>
                  <a:lnTo>
                    <a:pt x="1502" y="266"/>
                  </a:lnTo>
                  <a:lnTo>
                    <a:pt x="1501" y="267"/>
                  </a:lnTo>
                  <a:lnTo>
                    <a:pt x="1501" y="268"/>
                  </a:lnTo>
                  <a:lnTo>
                    <a:pt x="1500" y="268"/>
                  </a:lnTo>
                  <a:lnTo>
                    <a:pt x="1497" y="268"/>
                  </a:lnTo>
                  <a:lnTo>
                    <a:pt x="1498" y="271"/>
                  </a:lnTo>
                  <a:lnTo>
                    <a:pt x="1498" y="272"/>
                  </a:lnTo>
                  <a:lnTo>
                    <a:pt x="1497" y="275"/>
                  </a:lnTo>
                  <a:lnTo>
                    <a:pt x="1497" y="276"/>
                  </a:lnTo>
                  <a:lnTo>
                    <a:pt x="1497" y="278"/>
                  </a:lnTo>
                  <a:lnTo>
                    <a:pt x="1496" y="279"/>
                  </a:lnTo>
                  <a:lnTo>
                    <a:pt x="1494" y="278"/>
                  </a:lnTo>
                  <a:lnTo>
                    <a:pt x="1493" y="278"/>
                  </a:lnTo>
                  <a:lnTo>
                    <a:pt x="1494" y="279"/>
                  </a:lnTo>
                  <a:lnTo>
                    <a:pt x="1497" y="282"/>
                  </a:lnTo>
                  <a:lnTo>
                    <a:pt x="1496" y="284"/>
                  </a:lnTo>
                  <a:lnTo>
                    <a:pt x="1493" y="284"/>
                  </a:lnTo>
                  <a:lnTo>
                    <a:pt x="1493" y="286"/>
                  </a:lnTo>
                  <a:lnTo>
                    <a:pt x="1494" y="286"/>
                  </a:lnTo>
                  <a:lnTo>
                    <a:pt x="1496" y="290"/>
                  </a:lnTo>
                  <a:lnTo>
                    <a:pt x="1494" y="291"/>
                  </a:lnTo>
                  <a:lnTo>
                    <a:pt x="1496" y="292"/>
                  </a:lnTo>
                  <a:lnTo>
                    <a:pt x="1493" y="296"/>
                  </a:lnTo>
                  <a:lnTo>
                    <a:pt x="1494" y="299"/>
                  </a:lnTo>
                  <a:lnTo>
                    <a:pt x="1492" y="303"/>
                  </a:lnTo>
                  <a:lnTo>
                    <a:pt x="1492" y="308"/>
                  </a:lnTo>
                  <a:lnTo>
                    <a:pt x="1490" y="311"/>
                  </a:lnTo>
                  <a:lnTo>
                    <a:pt x="1490" y="312"/>
                  </a:lnTo>
                  <a:lnTo>
                    <a:pt x="1492" y="313"/>
                  </a:lnTo>
                  <a:lnTo>
                    <a:pt x="1492" y="315"/>
                  </a:lnTo>
                  <a:lnTo>
                    <a:pt x="1492" y="316"/>
                  </a:lnTo>
                  <a:lnTo>
                    <a:pt x="1494" y="320"/>
                  </a:lnTo>
                  <a:lnTo>
                    <a:pt x="1494" y="322"/>
                  </a:lnTo>
                  <a:lnTo>
                    <a:pt x="1493" y="321"/>
                  </a:lnTo>
                  <a:lnTo>
                    <a:pt x="1490" y="322"/>
                  </a:lnTo>
                  <a:lnTo>
                    <a:pt x="1488" y="320"/>
                  </a:lnTo>
                  <a:lnTo>
                    <a:pt x="1486" y="321"/>
                  </a:lnTo>
                  <a:lnTo>
                    <a:pt x="1484" y="317"/>
                  </a:lnTo>
                  <a:lnTo>
                    <a:pt x="1484" y="316"/>
                  </a:lnTo>
                  <a:lnTo>
                    <a:pt x="1484" y="316"/>
                  </a:lnTo>
                  <a:lnTo>
                    <a:pt x="1481" y="316"/>
                  </a:lnTo>
                  <a:lnTo>
                    <a:pt x="1480" y="316"/>
                  </a:lnTo>
                  <a:lnTo>
                    <a:pt x="1479" y="313"/>
                  </a:lnTo>
                  <a:lnTo>
                    <a:pt x="1473" y="311"/>
                  </a:lnTo>
                  <a:lnTo>
                    <a:pt x="1469" y="309"/>
                  </a:lnTo>
                  <a:lnTo>
                    <a:pt x="1465" y="312"/>
                  </a:lnTo>
                  <a:lnTo>
                    <a:pt x="1464" y="311"/>
                  </a:lnTo>
                  <a:lnTo>
                    <a:pt x="1461" y="312"/>
                  </a:lnTo>
                  <a:lnTo>
                    <a:pt x="1459" y="315"/>
                  </a:lnTo>
                  <a:lnTo>
                    <a:pt x="1456" y="315"/>
                  </a:lnTo>
                  <a:lnTo>
                    <a:pt x="1456" y="320"/>
                  </a:lnTo>
                  <a:lnTo>
                    <a:pt x="1454" y="321"/>
                  </a:lnTo>
                  <a:lnTo>
                    <a:pt x="1452" y="320"/>
                  </a:lnTo>
                  <a:lnTo>
                    <a:pt x="1454" y="322"/>
                  </a:lnTo>
                  <a:lnTo>
                    <a:pt x="1452" y="325"/>
                  </a:lnTo>
                  <a:lnTo>
                    <a:pt x="1452" y="328"/>
                  </a:lnTo>
                  <a:lnTo>
                    <a:pt x="1452" y="329"/>
                  </a:lnTo>
                  <a:lnTo>
                    <a:pt x="1451" y="336"/>
                  </a:lnTo>
                  <a:lnTo>
                    <a:pt x="1450" y="337"/>
                  </a:lnTo>
                  <a:lnTo>
                    <a:pt x="1448" y="336"/>
                  </a:lnTo>
                  <a:lnTo>
                    <a:pt x="1446" y="328"/>
                  </a:lnTo>
                  <a:lnTo>
                    <a:pt x="1446" y="325"/>
                  </a:lnTo>
                  <a:lnTo>
                    <a:pt x="1443" y="324"/>
                  </a:lnTo>
                  <a:lnTo>
                    <a:pt x="1442" y="321"/>
                  </a:lnTo>
                  <a:lnTo>
                    <a:pt x="1442" y="324"/>
                  </a:lnTo>
                  <a:lnTo>
                    <a:pt x="1438" y="329"/>
                  </a:lnTo>
                  <a:lnTo>
                    <a:pt x="1436" y="330"/>
                  </a:lnTo>
                  <a:lnTo>
                    <a:pt x="1436" y="333"/>
                  </a:lnTo>
                  <a:lnTo>
                    <a:pt x="1439" y="333"/>
                  </a:lnTo>
                  <a:lnTo>
                    <a:pt x="1436" y="338"/>
                  </a:lnTo>
                  <a:lnTo>
                    <a:pt x="1434" y="336"/>
                  </a:lnTo>
                  <a:lnTo>
                    <a:pt x="1432" y="336"/>
                  </a:lnTo>
                  <a:lnTo>
                    <a:pt x="1431" y="334"/>
                  </a:lnTo>
                  <a:lnTo>
                    <a:pt x="1430" y="334"/>
                  </a:lnTo>
                  <a:lnTo>
                    <a:pt x="1429" y="338"/>
                  </a:lnTo>
                  <a:lnTo>
                    <a:pt x="1427" y="338"/>
                  </a:lnTo>
                  <a:lnTo>
                    <a:pt x="1426" y="337"/>
                  </a:lnTo>
                  <a:lnTo>
                    <a:pt x="1423" y="337"/>
                  </a:lnTo>
                  <a:lnTo>
                    <a:pt x="1423" y="338"/>
                  </a:lnTo>
                  <a:lnTo>
                    <a:pt x="1425" y="341"/>
                  </a:lnTo>
                  <a:lnTo>
                    <a:pt x="1423" y="342"/>
                  </a:lnTo>
                  <a:lnTo>
                    <a:pt x="1423" y="343"/>
                  </a:lnTo>
                  <a:lnTo>
                    <a:pt x="1422" y="346"/>
                  </a:lnTo>
                  <a:lnTo>
                    <a:pt x="1425" y="349"/>
                  </a:lnTo>
                  <a:lnTo>
                    <a:pt x="1426" y="351"/>
                  </a:lnTo>
                  <a:lnTo>
                    <a:pt x="1425" y="351"/>
                  </a:lnTo>
                  <a:lnTo>
                    <a:pt x="1425" y="353"/>
                  </a:lnTo>
                  <a:lnTo>
                    <a:pt x="1427" y="354"/>
                  </a:lnTo>
                  <a:lnTo>
                    <a:pt x="1429" y="355"/>
                  </a:lnTo>
                  <a:lnTo>
                    <a:pt x="1430" y="358"/>
                  </a:lnTo>
                  <a:lnTo>
                    <a:pt x="1429" y="358"/>
                  </a:lnTo>
                  <a:lnTo>
                    <a:pt x="1427" y="359"/>
                  </a:lnTo>
                  <a:lnTo>
                    <a:pt x="1430" y="361"/>
                  </a:lnTo>
                  <a:lnTo>
                    <a:pt x="1431" y="362"/>
                  </a:lnTo>
                  <a:lnTo>
                    <a:pt x="1431" y="363"/>
                  </a:lnTo>
                  <a:lnTo>
                    <a:pt x="1429" y="362"/>
                  </a:lnTo>
                  <a:lnTo>
                    <a:pt x="1427" y="362"/>
                  </a:lnTo>
                  <a:lnTo>
                    <a:pt x="1427" y="363"/>
                  </a:lnTo>
                  <a:lnTo>
                    <a:pt x="1430" y="366"/>
                  </a:lnTo>
                  <a:lnTo>
                    <a:pt x="1431" y="365"/>
                  </a:lnTo>
                  <a:lnTo>
                    <a:pt x="1431" y="367"/>
                  </a:lnTo>
                  <a:lnTo>
                    <a:pt x="1430" y="370"/>
                  </a:lnTo>
                  <a:lnTo>
                    <a:pt x="1430" y="372"/>
                  </a:lnTo>
                  <a:lnTo>
                    <a:pt x="1429" y="374"/>
                  </a:lnTo>
                  <a:lnTo>
                    <a:pt x="1430" y="378"/>
                  </a:lnTo>
                  <a:lnTo>
                    <a:pt x="1429" y="379"/>
                  </a:lnTo>
                  <a:lnTo>
                    <a:pt x="1430" y="382"/>
                  </a:lnTo>
                  <a:lnTo>
                    <a:pt x="1430" y="383"/>
                  </a:lnTo>
                  <a:lnTo>
                    <a:pt x="1430" y="386"/>
                  </a:lnTo>
                  <a:lnTo>
                    <a:pt x="1432" y="390"/>
                  </a:lnTo>
                  <a:lnTo>
                    <a:pt x="1431" y="391"/>
                  </a:lnTo>
                  <a:lnTo>
                    <a:pt x="1432" y="392"/>
                  </a:lnTo>
                  <a:lnTo>
                    <a:pt x="1435" y="395"/>
                  </a:lnTo>
                  <a:lnTo>
                    <a:pt x="1439" y="399"/>
                  </a:lnTo>
                  <a:lnTo>
                    <a:pt x="1442" y="400"/>
                  </a:lnTo>
                  <a:lnTo>
                    <a:pt x="1442" y="399"/>
                  </a:lnTo>
                  <a:lnTo>
                    <a:pt x="1443" y="397"/>
                  </a:lnTo>
                  <a:lnTo>
                    <a:pt x="1440" y="393"/>
                  </a:lnTo>
                  <a:lnTo>
                    <a:pt x="1439" y="392"/>
                  </a:lnTo>
                  <a:lnTo>
                    <a:pt x="1442" y="391"/>
                  </a:lnTo>
                  <a:lnTo>
                    <a:pt x="1444" y="391"/>
                  </a:lnTo>
                  <a:lnTo>
                    <a:pt x="1448" y="393"/>
                  </a:lnTo>
                  <a:lnTo>
                    <a:pt x="1450" y="393"/>
                  </a:lnTo>
                  <a:lnTo>
                    <a:pt x="1451" y="395"/>
                  </a:lnTo>
                  <a:lnTo>
                    <a:pt x="1451" y="396"/>
                  </a:lnTo>
                  <a:lnTo>
                    <a:pt x="1451" y="397"/>
                  </a:lnTo>
                  <a:lnTo>
                    <a:pt x="1452" y="400"/>
                  </a:lnTo>
                  <a:lnTo>
                    <a:pt x="1451" y="401"/>
                  </a:lnTo>
                  <a:lnTo>
                    <a:pt x="1452" y="404"/>
                  </a:lnTo>
                  <a:lnTo>
                    <a:pt x="1451" y="404"/>
                  </a:lnTo>
                  <a:lnTo>
                    <a:pt x="1450" y="407"/>
                  </a:lnTo>
                  <a:lnTo>
                    <a:pt x="1451" y="411"/>
                  </a:lnTo>
                  <a:lnTo>
                    <a:pt x="1454" y="413"/>
                  </a:lnTo>
                  <a:lnTo>
                    <a:pt x="1452" y="417"/>
                  </a:lnTo>
                  <a:lnTo>
                    <a:pt x="1455" y="420"/>
                  </a:lnTo>
                  <a:lnTo>
                    <a:pt x="1456" y="418"/>
                  </a:lnTo>
                  <a:lnTo>
                    <a:pt x="1456" y="417"/>
                  </a:lnTo>
                  <a:lnTo>
                    <a:pt x="1459" y="416"/>
                  </a:lnTo>
                  <a:lnTo>
                    <a:pt x="1459" y="415"/>
                  </a:lnTo>
                  <a:lnTo>
                    <a:pt x="1460" y="416"/>
                  </a:lnTo>
                  <a:lnTo>
                    <a:pt x="1463" y="417"/>
                  </a:lnTo>
                  <a:lnTo>
                    <a:pt x="1461" y="422"/>
                  </a:lnTo>
                  <a:lnTo>
                    <a:pt x="1467" y="426"/>
                  </a:lnTo>
                  <a:lnTo>
                    <a:pt x="1469" y="430"/>
                  </a:lnTo>
                  <a:lnTo>
                    <a:pt x="1468" y="433"/>
                  </a:lnTo>
                  <a:lnTo>
                    <a:pt x="1468" y="436"/>
                  </a:lnTo>
                  <a:lnTo>
                    <a:pt x="1467" y="436"/>
                  </a:lnTo>
                  <a:lnTo>
                    <a:pt x="1463" y="434"/>
                  </a:lnTo>
                  <a:lnTo>
                    <a:pt x="1460" y="433"/>
                  </a:lnTo>
                  <a:lnTo>
                    <a:pt x="1460" y="429"/>
                  </a:lnTo>
                  <a:lnTo>
                    <a:pt x="1460" y="426"/>
                  </a:lnTo>
                  <a:lnTo>
                    <a:pt x="1461" y="424"/>
                  </a:lnTo>
                  <a:lnTo>
                    <a:pt x="1460" y="421"/>
                  </a:lnTo>
                  <a:lnTo>
                    <a:pt x="1459" y="422"/>
                  </a:lnTo>
                  <a:lnTo>
                    <a:pt x="1460" y="424"/>
                  </a:lnTo>
                  <a:lnTo>
                    <a:pt x="1460" y="425"/>
                  </a:lnTo>
                  <a:lnTo>
                    <a:pt x="1457" y="426"/>
                  </a:lnTo>
                  <a:lnTo>
                    <a:pt x="1455" y="429"/>
                  </a:lnTo>
                  <a:lnTo>
                    <a:pt x="1456" y="430"/>
                  </a:lnTo>
                  <a:lnTo>
                    <a:pt x="1459" y="430"/>
                  </a:lnTo>
                  <a:lnTo>
                    <a:pt x="1459" y="433"/>
                  </a:lnTo>
                  <a:lnTo>
                    <a:pt x="1456" y="436"/>
                  </a:lnTo>
                  <a:lnTo>
                    <a:pt x="1457" y="440"/>
                  </a:lnTo>
                  <a:lnTo>
                    <a:pt x="1457" y="440"/>
                  </a:lnTo>
                  <a:lnTo>
                    <a:pt x="1457" y="449"/>
                  </a:lnTo>
                  <a:lnTo>
                    <a:pt x="1459" y="450"/>
                  </a:lnTo>
                  <a:lnTo>
                    <a:pt x="1459" y="453"/>
                  </a:lnTo>
                  <a:lnTo>
                    <a:pt x="1465" y="461"/>
                  </a:lnTo>
                  <a:lnTo>
                    <a:pt x="1467" y="461"/>
                  </a:lnTo>
                  <a:lnTo>
                    <a:pt x="1471" y="467"/>
                  </a:lnTo>
                  <a:lnTo>
                    <a:pt x="1473" y="468"/>
                  </a:lnTo>
                  <a:lnTo>
                    <a:pt x="1472" y="470"/>
                  </a:lnTo>
                  <a:lnTo>
                    <a:pt x="1472" y="474"/>
                  </a:lnTo>
                  <a:lnTo>
                    <a:pt x="1465" y="476"/>
                  </a:lnTo>
                  <a:lnTo>
                    <a:pt x="1464" y="475"/>
                  </a:lnTo>
                  <a:lnTo>
                    <a:pt x="1460" y="478"/>
                  </a:lnTo>
                  <a:lnTo>
                    <a:pt x="1459" y="476"/>
                  </a:lnTo>
                  <a:lnTo>
                    <a:pt x="1460" y="478"/>
                  </a:lnTo>
                  <a:lnTo>
                    <a:pt x="1457" y="483"/>
                  </a:lnTo>
                  <a:lnTo>
                    <a:pt x="1457" y="486"/>
                  </a:lnTo>
                  <a:lnTo>
                    <a:pt x="1456" y="487"/>
                  </a:lnTo>
                  <a:lnTo>
                    <a:pt x="1457" y="490"/>
                  </a:lnTo>
                  <a:lnTo>
                    <a:pt x="1456" y="495"/>
                  </a:lnTo>
                  <a:lnTo>
                    <a:pt x="1459" y="501"/>
                  </a:lnTo>
                  <a:lnTo>
                    <a:pt x="1461" y="504"/>
                  </a:lnTo>
                  <a:lnTo>
                    <a:pt x="1461" y="507"/>
                  </a:lnTo>
                  <a:lnTo>
                    <a:pt x="1465" y="508"/>
                  </a:lnTo>
                  <a:lnTo>
                    <a:pt x="1467" y="511"/>
                  </a:lnTo>
                  <a:lnTo>
                    <a:pt x="1464" y="511"/>
                  </a:lnTo>
                  <a:lnTo>
                    <a:pt x="1463" y="509"/>
                  </a:lnTo>
                  <a:lnTo>
                    <a:pt x="1461" y="511"/>
                  </a:lnTo>
                  <a:lnTo>
                    <a:pt x="1459" y="513"/>
                  </a:lnTo>
                  <a:lnTo>
                    <a:pt x="1457" y="512"/>
                  </a:lnTo>
                  <a:lnTo>
                    <a:pt x="1454" y="516"/>
                  </a:lnTo>
                  <a:lnTo>
                    <a:pt x="1451" y="513"/>
                  </a:lnTo>
                  <a:lnTo>
                    <a:pt x="1450" y="516"/>
                  </a:lnTo>
                  <a:lnTo>
                    <a:pt x="1452" y="517"/>
                  </a:lnTo>
                  <a:lnTo>
                    <a:pt x="1454" y="517"/>
                  </a:lnTo>
                  <a:lnTo>
                    <a:pt x="1454" y="520"/>
                  </a:lnTo>
                  <a:lnTo>
                    <a:pt x="1454" y="521"/>
                  </a:lnTo>
                  <a:lnTo>
                    <a:pt x="1455" y="524"/>
                  </a:lnTo>
                  <a:lnTo>
                    <a:pt x="1455" y="525"/>
                  </a:lnTo>
                  <a:lnTo>
                    <a:pt x="1454" y="525"/>
                  </a:lnTo>
                  <a:lnTo>
                    <a:pt x="1455" y="528"/>
                  </a:lnTo>
                  <a:lnTo>
                    <a:pt x="1454" y="529"/>
                  </a:lnTo>
                  <a:lnTo>
                    <a:pt x="1455" y="530"/>
                  </a:lnTo>
                  <a:lnTo>
                    <a:pt x="1456" y="529"/>
                  </a:lnTo>
                  <a:lnTo>
                    <a:pt x="1459" y="532"/>
                  </a:lnTo>
                  <a:lnTo>
                    <a:pt x="1457" y="533"/>
                  </a:lnTo>
                  <a:lnTo>
                    <a:pt x="1456" y="537"/>
                  </a:lnTo>
                  <a:lnTo>
                    <a:pt x="1457" y="540"/>
                  </a:lnTo>
                  <a:lnTo>
                    <a:pt x="1457" y="543"/>
                  </a:lnTo>
                  <a:lnTo>
                    <a:pt x="1456" y="546"/>
                  </a:lnTo>
                  <a:lnTo>
                    <a:pt x="1456" y="547"/>
                  </a:lnTo>
                  <a:lnTo>
                    <a:pt x="1456" y="549"/>
                  </a:lnTo>
                  <a:lnTo>
                    <a:pt x="1454" y="551"/>
                  </a:lnTo>
                  <a:lnTo>
                    <a:pt x="1454" y="554"/>
                  </a:lnTo>
                  <a:lnTo>
                    <a:pt x="1452" y="554"/>
                  </a:lnTo>
                  <a:lnTo>
                    <a:pt x="1451" y="559"/>
                  </a:lnTo>
                  <a:lnTo>
                    <a:pt x="1448" y="566"/>
                  </a:lnTo>
                  <a:lnTo>
                    <a:pt x="1450" y="563"/>
                  </a:lnTo>
                  <a:lnTo>
                    <a:pt x="1448" y="561"/>
                  </a:lnTo>
                  <a:lnTo>
                    <a:pt x="1448" y="558"/>
                  </a:lnTo>
                  <a:lnTo>
                    <a:pt x="1448" y="557"/>
                  </a:lnTo>
                  <a:lnTo>
                    <a:pt x="1443" y="557"/>
                  </a:lnTo>
                  <a:lnTo>
                    <a:pt x="1440" y="553"/>
                  </a:lnTo>
                  <a:lnTo>
                    <a:pt x="1440" y="549"/>
                  </a:lnTo>
                  <a:lnTo>
                    <a:pt x="1435" y="538"/>
                  </a:lnTo>
                  <a:lnTo>
                    <a:pt x="1432" y="533"/>
                  </a:lnTo>
                  <a:lnTo>
                    <a:pt x="1434" y="534"/>
                  </a:lnTo>
                  <a:lnTo>
                    <a:pt x="1436" y="533"/>
                  </a:lnTo>
                  <a:lnTo>
                    <a:pt x="1436" y="530"/>
                  </a:lnTo>
                  <a:lnTo>
                    <a:pt x="1435" y="532"/>
                  </a:lnTo>
                  <a:lnTo>
                    <a:pt x="1432" y="532"/>
                  </a:lnTo>
                  <a:lnTo>
                    <a:pt x="1427" y="529"/>
                  </a:lnTo>
                  <a:lnTo>
                    <a:pt x="1419" y="513"/>
                  </a:lnTo>
                  <a:lnTo>
                    <a:pt x="1410" y="503"/>
                  </a:lnTo>
                  <a:lnTo>
                    <a:pt x="1410" y="500"/>
                  </a:lnTo>
                  <a:lnTo>
                    <a:pt x="1407" y="496"/>
                  </a:lnTo>
                  <a:lnTo>
                    <a:pt x="1401" y="486"/>
                  </a:lnTo>
                  <a:lnTo>
                    <a:pt x="1394" y="474"/>
                  </a:lnTo>
                  <a:lnTo>
                    <a:pt x="1389" y="462"/>
                  </a:lnTo>
                  <a:lnTo>
                    <a:pt x="1389" y="457"/>
                  </a:lnTo>
                  <a:lnTo>
                    <a:pt x="1386" y="451"/>
                  </a:lnTo>
                  <a:lnTo>
                    <a:pt x="1385" y="443"/>
                  </a:lnTo>
                  <a:lnTo>
                    <a:pt x="1382" y="440"/>
                  </a:lnTo>
                  <a:lnTo>
                    <a:pt x="1384" y="434"/>
                  </a:lnTo>
                  <a:lnTo>
                    <a:pt x="1386" y="432"/>
                  </a:lnTo>
                  <a:lnTo>
                    <a:pt x="1386" y="428"/>
                  </a:lnTo>
                  <a:lnTo>
                    <a:pt x="1389" y="426"/>
                  </a:lnTo>
                  <a:lnTo>
                    <a:pt x="1388" y="425"/>
                  </a:lnTo>
                  <a:lnTo>
                    <a:pt x="1388" y="424"/>
                  </a:lnTo>
                  <a:lnTo>
                    <a:pt x="1388" y="418"/>
                  </a:lnTo>
                  <a:lnTo>
                    <a:pt x="1384" y="412"/>
                  </a:lnTo>
                  <a:lnTo>
                    <a:pt x="1381" y="412"/>
                  </a:lnTo>
                  <a:lnTo>
                    <a:pt x="1381" y="411"/>
                  </a:lnTo>
                  <a:lnTo>
                    <a:pt x="1382" y="408"/>
                  </a:lnTo>
                  <a:lnTo>
                    <a:pt x="1388" y="411"/>
                  </a:lnTo>
                  <a:lnTo>
                    <a:pt x="1390" y="408"/>
                  </a:lnTo>
                  <a:lnTo>
                    <a:pt x="1389" y="405"/>
                  </a:lnTo>
                  <a:lnTo>
                    <a:pt x="1389" y="401"/>
                  </a:lnTo>
                  <a:lnTo>
                    <a:pt x="1394" y="400"/>
                  </a:lnTo>
                  <a:lnTo>
                    <a:pt x="1396" y="401"/>
                  </a:lnTo>
                  <a:lnTo>
                    <a:pt x="1394" y="399"/>
                  </a:lnTo>
                  <a:lnTo>
                    <a:pt x="1397" y="391"/>
                  </a:lnTo>
                  <a:lnTo>
                    <a:pt x="1396" y="387"/>
                  </a:lnTo>
                  <a:lnTo>
                    <a:pt x="1396" y="382"/>
                  </a:lnTo>
                  <a:lnTo>
                    <a:pt x="1394" y="379"/>
                  </a:lnTo>
                  <a:lnTo>
                    <a:pt x="1397" y="378"/>
                  </a:lnTo>
                  <a:lnTo>
                    <a:pt x="1397" y="375"/>
                  </a:lnTo>
                  <a:lnTo>
                    <a:pt x="1396" y="374"/>
                  </a:lnTo>
                  <a:lnTo>
                    <a:pt x="1397" y="370"/>
                  </a:lnTo>
                  <a:lnTo>
                    <a:pt x="1398" y="370"/>
                  </a:lnTo>
                  <a:lnTo>
                    <a:pt x="1396" y="367"/>
                  </a:lnTo>
                  <a:lnTo>
                    <a:pt x="1396" y="365"/>
                  </a:lnTo>
                  <a:lnTo>
                    <a:pt x="1397" y="365"/>
                  </a:lnTo>
                  <a:lnTo>
                    <a:pt x="1397" y="359"/>
                  </a:lnTo>
                  <a:lnTo>
                    <a:pt x="1396" y="358"/>
                  </a:lnTo>
                  <a:lnTo>
                    <a:pt x="1397" y="357"/>
                  </a:lnTo>
                  <a:lnTo>
                    <a:pt x="1400" y="355"/>
                  </a:lnTo>
                  <a:lnTo>
                    <a:pt x="1401" y="354"/>
                  </a:lnTo>
                  <a:lnTo>
                    <a:pt x="1400" y="350"/>
                  </a:lnTo>
                  <a:lnTo>
                    <a:pt x="1401" y="345"/>
                  </a:lnTo>
                  <a:lnTo>
                    <a:pt x="1400" y="343"/>
                  </a:lnTo>
                  <a:lnTo>
                    <a:pt x="1398" y="342"/>
                  </a:lnTo>
                  <a:lnTo>
                    <a:pt x="1401" y="338"/>
                  </a:lnTo>
                  <a:lnTo>
                    <a:pt x="1401" y="336"/>
                  </a:lnTo>
                  <a:lnTo>
                    <a:pt x="1400" y="336"/>
                  </a:lnTo>
                  <a:lnTo>
                    <a:pt x="1398" y="333"/>
                  </a:lnTo>
                  <a:lnTo>
                    <a:pt x="1400" y="332"/>
                  </a:lnTo>
                  <a:lnTo>
                    <a:pt x="1400" y="329"/>
                  </a:lnTo>
                  <a:lnTo>
                    <a:pt x="1402" y="328"/>
                  </a:lnTo>
                  <a:lnTo>
                    <a:pt x="1402" y="328"/>
                  </a:lnTo>
                  <a:lnTo>
                    <a:pt x="1405" y="325"/>
                  </a:lnTo>
                  <a:lnTo>
                    <a:pt x="1405" y="324"/>
                  </a:lnTo>
                  <a:lnTo>
                    <a:pt x="1407" y="320"/>
                  </a:lnTo>
                  <a:lnTo>
                    <a:pt x="1409" y="321"/>
                  </a:lnTo>
                  <a:lnTo>
                    <a:pt x="1411" y="318"/>
                  </a:lnTo>
                  <a:lnTo>
                    <a:pt x="1413" y="318"/>
                  </a:lnTo>
                  <a:lnTo>
                    <a:pt x="1413" y="317"/>
                  </a:lnTo>
                  <a:lnTo>
                    <a:pt x="1413" y="316"/>
                  </a:lnTo>
                  <a:lnTo>
                    <a:pt x="1410" y="316"/>
                  </a:lnTo>
                  <a:lnTo>
                    <a:pt x="1409" y="317"/>
                  </a:lnTo>
                  <a:lnTo>
                    <a:pt x="1406" y="316"/>
                  </a:lnTo>
                  <a:lnTo>
                    <a:pt x="1407" y="311"/>
                  </a:lnTo>
                  <a:lnTo>
                    <a:pt x="1409" y="308"/>
                  </a:lnTo>
                  <a:lnTo>
                    <a:pt x="1407" y="307"/>
                  </a:lnTo>
                  <a:lnTo>
                    <a:pt x="1406" y="304"/>
                  </a:lnTo>
                  <a:lnTo>
                    <a:pt x="1405" y="304"/>
                  </a:lnTo>
                  <a:lnTo>
                    <a:pt x="1405" y="305"/>
                  </a:lnTo>
                  <a:lnTo>
                    <a:pt x="1404" y="305"/>
                  </a:lnTo>
                  <a:lnTo>
                    <a:pt x="1404" y="299"/>
                  </a:lnTo>
                  <a:lnTo>
                    <a:pt x="1404" y="297"/>
                  </a:lnTo>
                  <a:lnTo>
                    <a:pt x="1404" y="296"/>
                  </a:lnTo>
                  <a:lnTo>
                    <a:pt x="1404" y="293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1"/>
                  </a:lnTo>
                  <a:lnTo>
                    <a:pt x="1398" y="287"/>
                  </a:lnTo>
                  <a:lnTo>
                    <a:pt x="1398" y="286"/>
                  </a:lnTo>
                  <a:lnTo>
                    <a:pt x="1397" y="284"/>
                  </a:lnTo>
                  <a:lnTo>
                    <a:pt x="1397" y="282"/>
                  </a:lnTo>
                  <a:lnTo>
                    <a:pt x="1396" y="279"/>
                  </a:lnTo>
                  <a:lnTo>
                    <a:pt x="1396" y="276"/>
                  </a:lnTo>
                  <a:lnTo>
                    <a:pt x="1398" y="274"/>
                  </a:lnTo>
                  <a:lnTo>
                    <a:pt x="1401" y="274"/>
                  </a:lnTo>
                  <a:lnTo>
                    <a:pt x="1404" y="274"/>
                  </a:lnTo>
                  <a:lnTo>
                    <a:pt x="1402" y="272"/>
                  </a:lnTo>
                  <a:lnTo>
                    <a:pt x="1405" y="271"/>
                  </a:lnTo>
                  <a:lnTo>
                    <a:pt x="1404" y="271"/>
                  </a:lnTo>
                  <a:lnTo>
                    <a:pt x="1401" y="271"/>
                  </a:lnTo>
                  <a:lnTo>
                    <a:pt x="1400" y="270"/>
                  </a:lnTo>
                  <a:lnTo>
                    <a:pt x="1397" y="270"/>
                  </a:lnTo>
                  <a:lnTo>
                    <a:pt x="1393" y="267"/>
                  </a:lnTo>
                  <a:lnTo>
                    <a:pt x="1393" y="268"/>
                  </a:lnTo>
                  <a:lnTo>
                    <a:pt x="1389" y="268"/>
                  </a:lnTo>
                  <a:lnTo>
                    <a:pt x="1388" y="271"/>
                  </a:lnTo>
                  <a:lnTo>
                    <a:pt x="1385" y="271"/>
                  </a:lnTo>
                  <a:lnTo>
                    <a:pt x="1381" y="274"/>
                  </a:lnTo>
                  <a:lnTo>
                    <a:pt x="1382" y="275"/>
                  </a:lnTo>
                  <a:lnTo>
                    <a:pt x="1382" y="276"/>
                  </a:lnTo>
                  <a:lnTo>
                    <a:pt x="1385" y="279"/>
                  </a:lnTo>
                  <a:lnTo>
                    <a:pt x="1385" y="282"/>
                  </a:lnTo>
                  <a:lnTo>
                    <a:pt x="1385" y="283"/>
                  </a:lnTo>
                  <a:lnTo>
                    <a:pt x="1385" y="286"/>
                  </a:lnTo>
                  <a:lnTo>
                    <a:pt x="1388" y="287"/>
                  </a:lnTo>
                  <a:lnTo>
                    <a:pt x="1388" y="288"/>
                  </a:lnTo>
                  <a:lnTo>
                    <a:pt x="1389" y="290"/>
                  </a:lnTo>
                  <a:lnTo>
                    <a:pt x="1390" y="295"/>
                  </a:lnTo>
                  <a:lnTo>
                    <a:pt x="1394" y="296"/>
                  </a:lnTo>
                  <a:lnTo>
                    <a:pt x="1393" y="299"/>
                  </a:lnTo>
                  <a:lnTo>
                    <a:pt x="1396" y="300"/>
                  </a:lnTo>
                  <a:lnTo>
                    <a:pt x="1394" y="301"/>
                  </a:lnTo>
                  <a:lnTo>
                    <a:pt x="1393" y="300"/>
                  </a:lnTo>
                  <a:lnTo>
                    <a:pt x="1392" y="299"/>
                  </a:lnTo>
                  <a:lnTo>
                    <a:pt x="1388" y="299"/>
                  </a:lnTo>
                  <a:lnTo>
                    <a:pt x="1386" y="300"/>
                  </a:lnTo>
                  <a:lnTo>
                    <a:pt x="1385" y="304"/>
                  </a:lnTo>
                  <a:lnTo>
                    <a:pt x="1386" y="305"/>
                  </a:lnTo>
                  <a:lnTo>
                    <a:pt x="1386" y="309"/>
                  </a:lnTo>
                  <a:lnTo>
                    <a:pt x="1385" y="309"/>
                  </a:lnTo>
                  <a:lnTo>
                    <a:pt x="1385" y="311"/>
                  </a:lnTo>
                  <a:lnTo>
                    <a:pt x="1386" y="311"/>
                  </a:lnTo>
                  <a:lnTo>
                    <a:pt x="1386" y="313"/>
                  </a:lnTo>
                  <a:lnTo>
                    <a:pt x="1384" y="315"/>
                  </a:lnTo>
                  <a:lnTo>
                    <a:pt x="1385" y="316"/>
                  </a:lnTo>
                  <a:lnTo>
                    <a:pt x="1384" y="318"/>
                  </a:lnTo>
                  <a:lnTo>
                    <a:pt x="1384" y="324"/>
                  </a:lnTo>
                  <a:lnTo>
                    <a:pt x="1382" y="325"/>
                  </a:lnTo>
                  <a:lnTo>
                    <a:pt x="1382" y="326"/>
                  </a:lnTo>
                  <a:lnTo>
                    <a:pt x="1381" y="328"/>
                  </a:lnTo>
                  <a:lnTo>
                    <a:pt x="1380" y="332"/>
                  </a:lnTo>
                  <a:lnTo>
                    <a:pt x="1378" y="329"/>
                  </a:lnTo>
                  <a:lnTo>
                    <a:pt x="1377" y="326"/>
                  </a:lnTo>
                  <a:lnTo>
                    <a:pt x="1378" y="324"/>
                  </a:lnTo>
                  <a:lnTo>
                    <a:pt x="1377" y="322"/>
                  </a:lnTo>
                  <a:lnTo>
                    <a:pt x="1376" y="322"/>
                  </a:lnTo>
                  <a:lnTo>
                    <a:pt x="1375" y="324"/>
                  </a:lnTo>
                  <a:lnTo>
                    <a:pt x="1375" y="326"/>
                  </a:lnTo>
                  <a:lnTo>
                    <a:pt x="1373" y="326"/>
                  </a:lnTo>
                  <a:lnTo>
                    <a:pt x="1372" y="322"/>
                  </a:lnTo>
                  <a:lnTo>
                    <a:pt x="1371" y="322"/>
                  </a:lnTo>
                  <a:lnTo>
                    <a:pt x="1369" y="320"/>
                  </a:lnTo>
                  <a:lnTo>
                    <a:pt x="1367" y="322"/>
                  </a:lnTo>
                  <a:lnTo>
                    <a:pt x="1367" y="321"/>
                  </a:lnTo>
                  <a:lnTo>
                    <a:pt x="1367" y="320"/>
                  </a:lnTo>
                  <a:lnTo>
                    <a:pt x="1368" y="318"/>
                  </a:lnTo>
                  <a:lnTo>
                    <a:pt x="1368" y="317"/>
                  </a:lnTo>
                  <a:lnTo>
                    <a:pt x="1368" y="316"/>
                  </a:lnTo>
                  <a:lnTo>
                    <a:pt x="1368" y="316"/>
                  </a:lnTo>
                  <a:lnTo>
                    <a:pt x="1368" y="313"/>
                  </a:lnTo>
                  <a:lnTo>
                    <a:pt x="1367" y="312"/>
                  </a:lnTo>
                  <a:lnTo>
                    <a:pt x="1368" y="311"/>
                  </a:lnTo>
                  <a:lnTo>
                    <a:pt x="1367" y="308"/>
                  </a:lnTo>
                  <a:lnTo>
                    <a:pt x="1367" y="308"/>
                  </a:lnTo>
                  <a:lnTo>
                    <a:pt x="1367" y="307"/>
                  </a:lnTo>
                  <a:lnTo>
                    <a:pt x="1367" y="304"/>
                  </a:lnTo>
                  <a:lnTo>
                    <a:pt x="1364" y="301"/>
                  </a:lnTo>
                  <a:lnTo>
                    <a:pt x="1364" y="300"/>
                  </a:lnTo>
                  <a:lnTo>
                    <a:pt x="1363" y="300"/>
                  </a:lnTo>
                  <a:lnTo>
                    <a:pt x="1361" y="303"/>
                  </a:lnTo>
                  <a:lnTo>
                    <a:pt x="1360" y="303"/>
                  </a:lnTo>
                  <a:lnTo>
                    <a:pt x="1360" y="307"/>
                  </a:lnTo>
                  <a:lnTo>
                    <a:pt x="1359" y="309"/>
                  </a:lnTo>
                  <a:lnTo>
                    <a:pt x="1357" y="309"/>
                  </a:lnTo>
                  <a:lnTo>
                    <a:pt x="1356" y="305"/>
                  </a:lnTo>
                  <a:lnTo>
                    <a:pt x="1356" y="305"/>
                  </a:lnTo>
                  <a:lnTo>
                    <a:pt x="1355" y="307"/>
                  </a:lnTo>
                  <a:lnTo>
                    <a:pt x="1353" y="304"/>
                  </a:lnTo>
                  <a:lnTo>
                    <a:pt x="1351" y="304"/>
                  </a:lnTo>
                  <a:lnTo>
                    <a:pt x="1351" y="305"/>
                  </a:lnTo>
                  <a:lnTo>
                    <a:pt x="1350" y="305"/>
                  </a:lnTo>
                  <a:lnTo>
                    <a:pt x="1348" y="307"/>
                  </a:lnTo>
                  <a:lnTo>
                    <a:pt x="1347" y="308"/>
                  </a:lnTo>
                  <a:lnTo>
                    <a:pt x="1347" y="309"/>
                  </a:lnTo>
                  <a:lnTo>
                    <a:pt x="1343" y="309"/>
                  </a:lnTo>
                  <a:lnTo>
                    <a:pt x="1342" y="311"/>
                  </a:lnTo>
                  <a:lnTo>
                    <a:pt x="1339" y="311"/>
                  </a:lnTo>
                  <a:lnTo>
                    <a:pt x="1338" y="312"/>
                  </a:lnTo>
                  <a:lnTo>
                    <a:pt x="1335" y="311"/>
                  </a:lnTo>
                  <a:lnTo>
                    <a:pt x="1332" y="315"/>
                  </a:lnTo>
                  <a:lnTo>
                    <a:pt x="1331" y="316"/>
                  </a:lnTo>
                  <a:lnTo>
                    <a:pt x="1331" y="318"/>
                  </a:lnTo>
                  <a:lnTo>
                    <a:pt x="1330" y="321"/>
                  </a:lnTo>
                  <a:lnTo>
                    <a:pt x="1330" y="322"/>
                  </a:lnTo>
                  <a:lnTo>
                    <a:pt x="1331" y="322"/>
                  </a:lnTo>
                  <a:lnTo>
                    <a:pt x="1331" y="326"/>
                  </a:lnTo>
                  <a:lnTo>
                    <a:pt x="1334" y="329"/>
                  </a:lnTo>
                  <a:lnTo>
                    <a:pt x="1332" y="332"/>
                  </a:lnTo>
                  <a:lnTo>
                    <a:pt x="1331" y="340"/>
                  </a:lnTo>
                  <a:lnTo>
                    <a:pt x="1334" y="342"/>
                  </a:lnTo>
                  <a:lnTo>
                    <a:pt x="1331" y="343"/>
                  </a:lnTo>
                  <a:lnTo>
                    <a:pt x="1332" y="343"/>
                  </a:lnTo>
                  <a:lnTo>
                    <a:pt x="1332" y="346"/>
                  </a:lnTo>
                  <a:lnTo>
                    <a:pt x="1330" y="349"/>
                  </a:lnTo>
                  <a:lnTo>
                    <a:pt x="1330" y="353"/>
                  </a:lnTo>
                  <a:lnTo>
                    <a:pt x="1327" y="355"/>
                  </a:lnTo>
                  <a:lnTo>
                    <a:pt x="1327" y="358"/>
                  </a:lnTo>
                  <a:lnTo>
                    <a:pt x="1326" y="362"/>
                  </a:lnTo>
                  <a:lnTo>
                    <a:pt x="1328" y="365"/>
                  </a:lnTo>
                  <a:lnTo>
                    <a:pt x="1327" y="366"/>
                  </a:lnTo>
                  <a:lnTo>
                    <a:pt x="1330" y="370"/>
                  </a:lnTo>
                  <a:lnTo>
                    <a:pt x="1328" y="371"/>
                  </a:lnTo>
                  <a:lnTo>
                    <a:pt x="1328" y="374"/>
                  </a:lnTo>
                  <a:lnTo>
                    <a:pt x="1330" y="374"/>
                  </a:lnTo>
                  <a:lnTo>
                    <a:pt x="1331" y="374"/>
                  </a:lnTo>
                  <a:lnTo>
                    <a:pt x="1334" y="374"/>
                  </a:lnTo>
                  <a:lnTo>
                    <a:pt x="1332" y="372"/>
                  </a:lnTo>
                  <a:lnTo>
                    <a:pt x="1334" y="371"/>
                  </a:lnTo>
                  <a:lnTo>
                    <a:pt x="1336" y="372"/>
                  </a:lnTo>
                  <a:lnTo>
                    <a:pt x="1338" y="372"/>
                  </a:lnTo>
                  <a:lnTo>
                    <a:pt x="1336" y="372"/>
                  </a:lnTo>
                  <a:lnTo>
                    <a:pt x="1338" y="371"/>
                  </a:lnTo>
                  <a:lnTo>
                    <a:pt x="1339" y="372"/>
                  </a:lnTo>
                  <a:lnTo>
                    <a:pt x="1340" y="374"/>
                  </a:lnTo>
                  <a:lnTo>
                    <a:pt x="1342" y="375"/>
                  </a:lnTo>
                  <a:lnTo>
                    <a:pt x="1340" y="375"/>
                  </a:lnTo>
                  <a:lnTo>
                    <a:pt x="1343" y="378"/>
                  </a:lnTo>
                  <a:lnTo>
                    <a:pt x="1342" y="379"/>
                  </a:lnTo>
                  <a:lnTo>
                    <a:pt x="1340" y="379"/>
                  </a:lnTo>
                  <a:lnTo>
                    <a:pt x="1339" y="379"/>
                  </a:lnTo>
                  <a:lnTo>
                    <a:pt x="1338" y="379"/>
                  </a:lnTo>
                  <a:lnTo>
                    <a:pt x="1336" y="380"/>
                  </a:lnTo>
                  <a:lnTo>
                    <a:pt x="1335" y="380"/>
                  </a:lnTo>
                  <a:lnTo>
                    <a:pt x="1336" y="382"/>
                  </a:lnTo>
                  <a:lnTo>
                    <a:pt x="1334" y="386"/>
                  </a:lnTo>
                  <a:lnTo>
                    <a:pt x="1332" y="384"/>
                  </a:lnTo>
                  <a:lnTo>
                    <a:pt x="1332" y="383"/>
                  </a:lnTo>
                  <a:lnTo>
                    <a:pt x="1331" y="382"/>
                  </a:lnTo>
                  <a:lnTo>
                    <a:pt x="1328" y="382"/>
                  </a:lnTo>
                  <a:lnTo>
                    <a:pt x="1327" y="382"/>
                  </a:lnTo>
                  <a:lnTo>
                    <a:pt x="1326" y="382"/>
                  </a:lnTo>
                  <a:lnTo>
                    <a:pt x="1326" y="383"/>
                  </a:lnTo>
                  <a:lnTo>
                    <a:pt x="1326" y="386"/>
                  </a:lnTo>
                  <a:lnTo>
                    <a:pt x="1326" y="386"/>
                  </a:lnTo>
                  <a:lnTo>
                    <a:pt x="1325" y="387"/>
                  </a:lnTo>
                  <a:lnTo>
                    <a:pt x="1323" y="388"/>
                  </a:lnTo>
                  <a:lnTo>
                    <a:pt x="1325" y="390"/>
                  </a:lnTo>
                  <a:lnTo>
                    <a:pt x="1323" y="391"/>
                  </a:lnTo>
                  <a:lnTo>
                    <a:pt x="1321" y="391"/>
                  </a:lnTo>
                  <a:lnTo>
                    <a:pt x="1318" y="387"/>
                  </a:lnTo>
                  <a:lnTo>
                    <a:pt x="1317" y="387"/>
                  </a:lnTo>
                  <a:lnTo>
                    <a:pt x="1318" y="390"/>
                  </a:lnTo>
                  <a:lnTo>
                    <a:pt x="1317" y="391"/>
                  </a:lnTo>
                  <a:lnTo>
                    <a:pt x="1317" y="392"/>
                  </a:lnTo>
                  <a:lnTo>
                    <a:pt x="1315" y="393"/>
                  </a:lnTo>
                  <a:lnTo>
                    <a:pt x="1311" y="395"/>
                  </a:lnTo>
                  <a:lnTo>
                    <a:pt x="1310" y="396"/>
                  </a:lnTo>
                  <a:lnTo>
                    <a:pt x="1307" y="392"/>
                  </a:lnTo>
                  <a:lnTo>
                    <a:pt x="1306" y="392"/>
                  </a:lnTo>
                  <a:lnTo>
                    <a:pt x="1305" y="391"/>
                  </a:lnTo>
                  <a:lnTo>
                    <a:pt x="1305" y="390"/>
                  </a:lnTo>
                  <a:lnTo>
                    <a:pt x="1307" y="390"/>
                  </a:lnTo>
                  <a:lnTo>
                    <a:pt x="1307" y="388"/>
                  </a:lnTo>
                  <a:lnTo>
                    <a:pt x="1307" y="387"/>
                  </a:lnTo>
                  <a:lnTo>
                    <a:pt x="1311" y="387"/>
                  </a:lnTo>
                  <a:lnTo>
                    <a:pt x="1315" y="383"/>
                  </a:lnTo>
                  <a:lnTo>
                    <a:pt x="1315" y="382"/>
                  </a:lnTo>
                  <a:lnTo>
                    <a:pt x="1313" y="382"/>
                  </a:lnTo>
                  <a:lnTo>
                    <a:pt x="1311" y="384"/>
                  </a:lnTo>
                  <a:lnTo>
                    <a:pt x="1309" y="383"/>
                  </a:lnTo>
                  <a:lnTo>
                    <a:pt x="1307" y="382"/>
                  </a:lnTo>
                  <a:lnTo>
                    <a:pt x="1306" y="380"/>
                  </a:lnTo>
                  <a:lnTo>
                    <a:pt x="1303" y="380"/>
                  </a:lnTo>
                  <a:lnTo>
                    <a:pt x="1299" y="379"/>
                  </a:lnTo>
                  <a:lnTo>
                    <a:pt x="1297" y="379"/>
                  </a:lnTo>
                  <a:lnTo>
                    <a:pt x="1298" y="382"/>
                  </a:lnTo>
                  <a:lnTo>
                    <a:pt x="1296" y="382"/>
                  </a:lnTo>
                  <a:lnTo>
                    <a:pt x="1294" y="380"/>
                  </a:lnTo>
                  <a:lnTo>
                    <a:pt x="1294" y="379"/>
                  </a:lnTo>
                  <a:lnTo>
                    <a:pt x="1292" y="380"/>
                  </a:lnTo>
                  <a:lnTo>
                    <a:pt x="1288" y="379"/>
                  </a:lnTo>
                  <a:lnTo>
                    <a:pt x="1285" y="380"/>
                  </a:lnTo>
                  <a:lnTo>
                    <a:pt x="1284" y="378"/>
                  </a:lnTo>
                  <a:lnTo>
                    <a:pt x="1280" y="378"/>
                  </a:lnTo>
                  <a:lnTo>
                    <a:pt x="1277" y="382"/>
                  </a:lnTo>
                  <a:lnTo>
                    <a:pt x="1276" y="382"/>
                  </a:lnTo>
                  <a:lnTo>
                    <a:pt x="1276" y="383"/>
                  </a:lnTo>
                  <a:lnTo>
                    <a:pt x="1278" y="386"/>
                  </a:lnTo>
                  <a:lnTo>
                    <a:pt x="1276" y="387"/>
                  </a:lnTo>
                  <a:lnTo>
                    <a:pt x="1274" y="386"/>
                  </a:lnTo>
                  <a:lnTo>
                    <a:pt x="1273" y="388"/>
                  </a:lnTo>
                  <a:lnTo>
                    <a:pt x="1276" y="390"/>
                  </a:lnTo>
                  <a:lnTo>
                    <a:pt x="1277" y="388"/>
                  </a:lnTo>
                  <a:lnTo>
                    <a:pt x="1278" y="390"/>
                  </a:lnTo>
                  <a:lnTo>
                    <a:pt x="1278" y="391"/>
                  </a:lnTo>
                  <a:lnTo>
                    <a:pt x="1273" y="393"/>
                  </a:lnTo>
                  <a:lnTo>
                    <a:pt x="1272" y="391"/>
                  </a:lnTo>
                  <a:lnTo>
                    <a:pt x="1268" y="391"/>
                  </a:lnTo>
                  <a:lnTo>
                    <a:pt x="1267" y="392"/>
                  </a:lnTo>
                  <a:lnTo>
                    <a:pt x="1268" y="393"/>
                  </a:lnTo>
                  <a:lnTo>
                    <a:pt x="1265" y="393"/>
                  </a:lnTo>
                  <a:lnTo>
                    <a:pt x="1264" y="395"/>
                  </a:lnTo>
                  <a:lnTo>
                    <a:pt x="1263" y="395"/>
                  </a:lnTo>
                  <a:lnTo>
                    <a:pt x="1263" y="393"/>
                  </a:lnTo>
                  <a:lnTo>
                    <a:pt x="1257" y="393"/>
                  </a:lnTo>
                  <a:lnTo>
                    <a:pt x="1256" y="395"/>
                  </a:lnTo>
                  <a:lnTo>
                    <a:pt x="1251" y="393"/>
                  </a:lnTo>
                  <a:lnTo>
                    <a:pt x="1248" y="395"/>
                  </a:lnTo>
                  <a:lnTo>
                    <a:pt x="1248" y="396"/>
                  </a:lnTo>
                  <a:lnTo>
                    <a:pt x="1252" y="399"/>
                  </a:lnTo>
                  <a:lnTo>
                    <a:pt x="1249" y="400"/>
                  </a:lnTo>
                  <a:lnTo>
                    <a:pt x="1248" y="403"/>
                  </a:lnTo>
                  <a:lnTo>
                    <a:pt x="1247" y="400"/>
                  </a:lnTo>
                  <a:lnTo>
                    <a:pt x="1244" y="400"/>
                  </a:lnTo>
                  <a:lnTo>
                    <a:pt x="1245" y="397"/>
                  </a:lnTo>
                  <a:lnTo>
                    <a:pt x="1244" y="396"/>
                  </a:lnTo>
                  <a:lnTo>
                    <a:pt x="1243" y="397"/>
                  </a:lnTo>
                  <a:lnTo>
                    <a:pt x="1240" y="399"/>
                  </a:lnTo>
                  <a:lnTo>
                    <a:pt x="1239" y="399"/>
                  </a:lnTo>
                  <a:lnTo>
                    <a:pt x="1236" y="400"/>
                  </a:lnTo>
                  <a:lnTo>
                    <a:pt x="1234" y="400"/>
                  </a:lnTo>
                  <a:lnTo>
                    <a:pt x="1230" y="401"/>
                  </a:lnTo>
                  <a:lnTo>
                    <a:pt x="1227" y="401"/>
                  </a:lnTo>
                  <a:lnTo>
                    <a:pt x="1223" y="405"/>
                  </a:lnTo>
                  <a:lnTo>
                    <a:pt x="1220" y="405"/>
                  </a:lnTo>
                  <a:lnTo>
                    <a:pt x="1218" y="404"/>
                  </a:lnTo>
                  <a:lnTo>
                    <a:pt x="1217" y="404"/>
                  </a:lnTo>
                  <a:lnTo>
                    <a:pt x="1217" y="407"/>
                  </a:lnTo>
                  <a:lnTo>
                    <a:pt x="1213" y="409"/>
                  </a:lnTo>
                  <a:lnTo>
                    <a:pt x="1211" y="412"/>
                  </a:lnTo>
                  <a:lnTo>
                    <a:pt x="1209" y="415"/>
                  </a:lnTo>
                  <a:lnTo>
                    <a:pt x="1209" y="417"/>
                  </a:lnTo>
                  <a:lnTo>
                    <a:pt x="1211" y="421"/>
                  </a:lnTo>
                  <a:lnTo>
                    <a:pt x="1211" y="426"/>
                  </a:lnTo>
                  <a:lnTo>
                    <a:pt x="1207" y="430"/>
                  </a:lnTo>
                  <a:lnTo>
                    <a:pt x="1206" y="434"/>
                  </a:lnTo>
                  <a:lnTo>
                    <a:pt x="1206" y="437"/>
                  </a:lnTo>
                  <a:lnTo>
                    <a:pt x="1206" y="442"/>
                  </a:lnTo>
                  <a:lnTo>
                    <a:pt x="1207" y="443"/>
                  </a:lnTo>
                  <a:lnTo>
                    <a:pt x="1207" y="446"/>
                  </a:lnTo>
                  <a:lnTo>
                    <a:pt x="1206" y="446"/>
                  </a:lnTo>
                  <a:lnTo>
                    <a:pt x="1205" y="447"/>
                  </a:lnTo>
                  <a:lnTo>
                    <a:pt x="1205" y="450"/>
                  </a:lnTo>
                  <a:lnTo>
                    <a:pt x="1203" y="450"/>
                  </a:lnTo>
                  <a:lnTo>
                    <a:pt x="1205" y="454"/>
                  </a:lnTo>
                  <a:lnTo>
                    <a:pt x="1202" y="457"/>
                  </a:lnTo>
                  <a:lnTo>
                    <a:pt x="1202" y="459"/>
                  </a:lnTo>
                  <a:lnTo>
                    <a:pt x="1199" y="463"/>
                  </a:lnTo>
                  <a:lnTo>
                    <a:pt x="1199" y="466"/>
                  </a:lnTo>
                  <a:lnTo>
                    <a:pt x="1198" y="467"/>
                  </a:lnTo>
                  <a:lnTo>
                    <a:pt x="1197" y="471"/>
                  </a:lnTo>
                  <a:lnTo>
                    <a:pt x="1197" y="471"/>
                  </a:lnTo>
                  <a:lnTo>
                    <a:pt x="1194" y="476"/>
                  </a:lnTo>
                  <a:lnTo>
                    <a:pt x="1195" y="482"/>
                  </a:lnTo>
                  <a:lnTo>
                    <a:pt x="1194" y="483"/>
                  </a:lnTo>
                  <a:lnTo>
                    <a:pt x="1195" y="486"/>
                  </a:lnTo>
                  <a:lnTo>
                    <a:pt x="1193" y="488"/>
                  </a:lnTo>
                  <a:lnTo>
                    <a:pt x="1193" y="491"/>
                  </a:lnTo>
                  <a:lnTo>
                    <a:pt x="1190" y="493"/>
                  </a:lnTo>
                  <a:lnTo>
                    <a:pt x="1192" y="495"/>
                  </a:lnTo>
                  <a:lnTo>
                    <a:pt x="1190" y="496"/>
                  </a:lnTo>
                  <a:lnTo>
                    <a:pt x="1190" y="499"/>
                  </a:lnTo>
                  <a:lnTo>
                    <a:pt x="1186" y="501"/>
                  </a:lnTo>
                  <a:lnTo>
                    <a:pt x="1186" y="505"/>
                  </a:lnTo>
                  <a:lnTo>
                    <a:pt x="1182" y="509"/>
                  </a:lnTo>
                  <a:lnTo>
                    <a:pt x="1182" y="511"/>
                  </a:lnTo>
                  <a:lnTo>
                    <a:pt x="1181" y="515"/>
                  </a:lnTo>
                  <a:lnTo>
                    <a:pt x="1180" y="517"/>
                  </a:lnTo>
                  <a:lnTo>
                    <a:pt x="1178" y="518"/>
                  </a:lnTo>
                  <a:lnTo>
                    <a:pt x="1180" y="521"/>
                  </a:lnTo>
                  <a:lnTo>
                    <a:pt x="1182" y="522"/>
                  </a:lnTo>
                  <a:lnTo>
                    <a:pt x="1184" y="521"/>
                  </a:lnTo>
                  <a:lnTo>
                    <a:pt x="1186" y="524"/>
                  </a:lnTo>
                  <a:lnTo>
                    <a:pt x="1189" y="524"/>
                  </a:lnTo>
                  <a:lnTo>
                    <a:pt x="1192" y="521"/>
                  </a:lnTo>
                  <a:lnTo>
                    <a:pt x="1193" y="521"/>
                  </a:lnTo>
                  <a:lnTo>
                    <a:pt x="1195" y="520"/>
                  </a:lnTo>
                  <a:lnTo>
                    <a:pt x="1197" y="520"/>
                  </a:lnTo>
                  <a:lnTo>
                    <a:pt x="1199" y="518"/>
                  </a:lnTo>
                  <a:lnTo>
                    <a:pt x="1199" y="525"/>
                  </a:lnTo>
                  <a:lnTo>
                    <a:pt x="1202" y="529"/>
                  </a:lnTo>
                  <a:lnTo>
                    <a:pt x="1202" y="532"/>
                  </a:lnTo>
                  <a:lnTo>
                    <a:pt x="1202" y="536"/>
                  </a:lnTo>
                  <a:lnTo>
                    <a:pt x="1205" y="538"/>
                  </a:lnTo>
                  <a:lnTo>
                    <a:pt x="1207" y="536"/>
                  </a:lnTo>
                  <a:lnTo>
                    <a:pt x="1207" y="536"/>
                  </a:lnTo>
                  <a:lnTo>
                    <a:pt x="1209" y="536"/>
                  </a:lnTo>
                  <a:lnTo>
                    <a:pt x="1210" y="533"/>
                  </a:lnTo>
                  <a:lnTo>
                    <a:pt x="1211" y="532"/>
                  </a:lnTo>
                  <a:lnTo>
                    <a:pt x="1213" y="533"/>
                  </a:lnTo>
                  <a:lnTo>
                    <a:pt x="1214" y="532"/>
                  </a:lnTo>
                  <a:lnTo>
                    <a:pt x="1217" y="533"/>
                  </a:lnTo>
                  <a:lnTo>
                    <a:pt x="1215" y="533"/>
                  </a:lnTo>
                  <a:lnTo>
                    <a:pt x="1214" y="536"/>
                  </a:lnTo>
                  <a:lnTo>
                    <a:pt x="1215" y="538"/>
                  </a:lnTo>
                  <a:lnTo>
                    <a:pt x="1214" y="538"/>
                  </a:lnTo>
                  <a:lnTo>
                    <a:pt x="1211" y="541"/>
                  </a:lnTo>
                  <a:lnTo>
                    <a:pt x="1213" y="542"/>
                  </a:lnTo>
                  <a:lnTo>
                    <a:pt x="1218" y="541"/>
                  </a:lnTo>
                  <a:lnTo>
                    <a:pt x="1220" y="540"/>
                  </a:lnTo>
                  <a:lnTo>
                    <a:pt x="1220" y="536"/>
                  </a:lnTo>
                  <a:lnTo>
                    <a:pt x="1220" y="533"/>
                  </a:lnTo>
                  <a:lnTo>
                    <a:pt x="1222" y="532"/>
                  </a:lnTo>
                  <a:lnTo>
                    <a:pt x="1223" y="534"/>
                  </a:lnTo>
                  <a:lnTo>
                    <a:pt x="1223" y="538"/>
                  </a:lnTo>
                  <a:lnTo>
                    <a:pt x="1223" y="541"/>
                  </a:lnTo>
                  <a:lnTo>
                    <a:pt x="1224" y="540"/>
                  </a:lnTo>
                  <a:lnTo>
                    <a:pt x="1226" y="537"/>
                  </a:lnTo>
                  <a:lnTo>
                    <a:pt x="1224" y="533"/>
                  </a:lnTo>
                  <a:lnTo>
                    <a:pt x="1224" y="530"/>
                  </a:lnTo>
                  <a:lnTo>
                    <a:pt x="1223" y="528"/>
                  </a:lnTo>
                  <a:lnTo>
                    <a:pt x="1222" y="524"/>
                  </a:lnTo>
                  <a:lnTo>
                    <a:pt x="1224" y="524"/>
                  </a:lnTo>
                  <a:lnTo>
                    <a:pt x="1226" y="525"/>
                  </a:lnTo>
                  <a:lnTo>
                    <a:pt x="1226" y="526"/>
                  </a:lnTo>
                  <a:lnTo>
                    <a:pt x="1227" y="528"/>
                  </a:lnTo>
                  <a:lnTo>
                    <a:pt x="1228" y="528"/>
                  </a:lnTo>
                  <a:lnTo>
                    <a:pt x="1230" y="526"/>
                  </a:lnTo>
                  <a:lnTo>
                    <a:pt x="1231" y="526"/>
                  </a:lnTo>
                  <a:lnTo>
                    <a:pt x="1234" y="524"/>
                  </a:lnTo>
                  <a:lnTo>
                    <a:pt x="1238" y="526"/>
                  </a:lnTo>
                  <a:lnTo>
                    <a:pt x="1240" y="526"/>
                  </a:lnTo>
                  <a:lnTo>
                    <a:pt x="1242" y="528"/>
                  </a:lnTo>
                  <a:lnTo>
                    <a:pt x="1243" y="530"/>
                  </a:lnTo>
                  <a:lnTo>
                    <a:pt x="1244" y="532"/>
                  </a:lnTo>
                  <a:lnTo>
                    <a:pt x="1247" y="532"/>
                  </a:lnTo>
                  <a:lnTo>
                    <a:pt x="1248" y="533"/>
                  </a:lnTo>
                  <a:lnTo>
                    <a:pt x="1253" y="536"/>
                  </a:lnTo>
                  <a:lnTo>
                    <a:pt x="1255" y="537"/>
                  </a:lnTo>
                  <a:lnTo>
                    <a:pt x="1256" y="537"/>
                  </a:lnTo>
                  <a:lnTo>
                    <a:pt x="1257" y="540"/>
                  </a:lnTo>
                  <a:lnTo>
                    <a:pt x="1259" y="540"/>
                  </a:lnTo>
                  <a:lnTo>
                    <a:pt x="1261" y="543"/>
                  </a:lnTo>
                  <a:lnTo>
                    <a:pt x="1260" y="545"/>
                  </a:lnTo>
                  <a:lnTo>
                    <a:pt x="1260" y="547"/>
                  </a:lnTo>
                  <a:lnTo>
                    <a:pt x="1259" y="547"/>
                  </a:lnTo>
                  <a:lnTo>
                    <a:pt x="1260" y="550"/>
                  </a:lnTo>
                  <a:lnTo>
                    <a:pt x="1263" y="550"/>
                  </a:lnTo>
                  <a:lnTo>
                    <a:pt x="1265" y="554"/>
                  </a:lnTo>
                  <a:lnTo>
                    <a:pt x="1265" y="557"/>
                  </a:lnTo>
                  <a:lnTo>
                    <a:pt x="1264" y="558"/>
                  </a:lnTo>
                  <a:lnTo>
                    <a:pt x="1264" y="561"/>
                  </a:lnTo>
                  <a:lnTo>
                    <a:pt x="1267" y="563"/>
                  </a:lnTo>
                  <a:lnTo>
                    <a:pt x="1268" y="563"/>
                  </a:lnTo>
                  <a:lnTo>
                    <a:pt x="1271" y="562"/>
                  </a:lnTo>
                  <a:lnTo>
                    <a:pt x="1271" y="565"/>
                  </a:lnTo>
                  <a:lnTo>
                    <a:pt x="1269" y="566"/>
                  </a:lnTo>
                  <a:lnTo>
                    <a:pt x="1269" y="568"/>
                  </a:lnTo>
                  <a:lnTo>
                    <a:pt x="1272" y="570"/>
                  </a:lnTo>
                  <a:lnTo>
                    <a:pt x="1271" y="571"/>
                  </a:lnTo>
                  <a:lnTo>
                    <a:pt x="1271" y="572"/>
                  </a:lnTo>
                  <a:lnTo>
                    <a:pt x="1271" y="575"/>
                  </a:lnTo>
                  <a:lnTo>
                    <a:pt x="1269" y="578"/>
                  </a:lnTo>
                  <a:lnTo>
                    <a:pt x="1271" y="578"/>
                  </a:lnTo>
                  <a:lnTo>
                    <a:pt x="1271" y="580"/>
                  </a:lnTo>
                  <a:lnTo>
                    <a:pt x="1271" y="580"/>
                  </a:lnTo>
                  <a:lnTo>
                    <a:pt x="1272" y="582"/>
                  </a:lnTo>
                  <a:lnTo>
                    <a:pt x="1269" y="583"/>
                  </a:lnTo>
                  <a:lnTo>
                    <a:pt x="1272" y="590"/>
                  </a:lnTo>
                  <a:lnTo>
                    <a:pt x="1271" y="591"/>
                  </a:lnTo>
                  <a:lnTo>
                    <a:pt x="1272" y="595"/>
                  </a:lnTo>
                  <a:lnTo>
                    <a:pt x="1272" y="596"/>
                  </a:lnTo>
                  <a:lnTo>
                    <a:pt x="1272" y="599"/>
                  </a:lnTo>
                  <a:lnTo>
                    <a:pt x="1274" y="607"/>
                  </a:lnTo>
                  <a:lnTo>
                    <a:pt x="1276" y="607"/>
                  </a:lnTo>
                  <a:lnTo>
                    <a:pt x="1278" y="605"/>
                  </a:lnTo>
                  <a:lnTo>
                    <a:pt x="1278" y="607"/>
                  </a:lnTo>
                  <a:lnTo>
                    <a:pt x="1277" y="609"/>
                  </a:lnTo>
                  <a:lnTo>
                    <a:pt x="1276" y="611"/>
                  </a:lnTo>
                  <a:lnTo>
                    <a:pt x="1277" y="613"/>
                  </a:lnTo>
                  <a:lnTo>
                    <a:pt x="1278" y="613"/>
                  </a:lnTo>
                  <a:lnTo>
                    <a:pt x="1281" y="616"/>
                  </a:lnTo>
                  <a:lnTo>
                    <a:pt x="1281" y="621"/>
                  </a:lnTo>
                  <a:lnTo>
                    <a:pt x="1281" y="622"/>
                  </a:lnTo>
                  <a:lnTo>
                    <a:pt x="1281" y="624"/>
                  </a:lnTo>
                  <a:lnTo>
                    <a:pt x="1282" y="629"/>
                  </a:lnTo>
                  <a:lnTo>
                    <a:pt x="1284" y="629"/>
                  </a:lnTo>
                  <a:lnTo>
                    <a:pt x="1284" y="632"/>
                  </a:lnTo>
                  <a:lnTo>
                    <a:pt x="1284" y="633"/>
                  </a:lnTo>
                  <a:lnTo>
                    <a:pt x="1284" y="637"/>
                  </a:lnTo>
                  <a:lnTo>
                    <a:pt x="1285" y="640"/>
                  </a:lnTo>
                  <a:lnTo>
                    <a:pt x="1285" y="642"/>
                  </a:lnTo>
                  <a:lnTo>
                    <a:pt x="1281" y="646"/>
                  </a:lnTo>
                  <a:lnTo>
                    <a:pt x="1281" y="649"/>
                  </a:lnTo>
                  <a:lnTo>
                    <a:pt x="1280" y="653"/>
                  </a:lnTo>
                  <a:lnTo>
                    <a:pt x="1280" y="657"/>
                  </a:lnTo>
                  <a:lnTo>
                    <a:pt x="1281" y="657"/>
                  </a:lnTo>
                  <a:lnTo>
                    <a:pt x="1280" y="661"/>
                  </a:lnTo>
                  <a:lnTo>
                    <a:pt x="1278" y="663"/>
                  </a:lnTo>
                  <a:lnTo>
                    <a:pt x="1278" y="666"/>
                  </a:lnTo>
                  <a:lnTo>
                    <a:pt x="1276" y="670"/>
                  </a:lnTo>
                  <a:lnTo>
                    <a:pt x="1277" y="670"/>
                  </a:lnTo>
                  <a:lnTo>
                    <a:pt x="1277" y="671"/>
                  </a:lnTo>
                  <a:lnTo>
                    <a:pt x="1276" y="674"/>
                  </a:lnTo>
                  <a:lnTo>
                    <a:pt x="1277" y="679"/>
                  </a:lnTo>
                  <a:lnTo>
                    <a:pt x="1274" y="682"/>
                  </a:lnTo>
                  <a:lnTo>
                    <a:pt x="1274" y="686"/>
                  </a:lnTo>
                  <a:lnTo>
                    <a:pt x="1276" y="686"/>
                  </a:lnTo>
                  <a:lnTo>
                    <a:pt x="1276" y="688"/>
                  </a:lnTo>
                  <a:lnTo>
                    <a:pt x="1273" y="691"/>
                  </a:lnTo>
                  <a:lnTo>
                    <a:pt x="1273" y="693"/>
                  </a:lnTo>
                  <a:lnTo>
                    <a:pt x="1271" y="696"/>
                  </a:lnTo>
                  <a:lnTo>
                    <a:pt x="1271" y="699"/>
                  </a:lnTo>
                  <a:lnTo>
                    <a:pt x="1268" y="701"/>
                  </a:lnTo>
                  <a:lnTo>
                    <a:pt x="1265" y="712"/>
                  </a:lnTo>
                  <a:lnTo>
                    <a:pt x="1264" y="712"/>
                  </a:lnTo>
                  <a:lnTo>
                    <a:pt x="1264" y="715"/>
                  </a:lnTo>
                  <a:lnTo>
                    <a:pt x="1264" y="716"/>
                  </a:lnTo>
                  <a:lnTo>
                    <a:pt x="1264" y="717"/>
                  </a:lnTo>
                  <a:lnTo>
                    <a:pt x="1261" y="720"/>
                  </a:lnTo>
                  <a:lnTo>
                    <a:pt x="1261" y="721"/>
                  </a:lnTo>
                  <a:lnTo>
                    <a:pt x="1259" y="722"/>
                  </a:lnTo>
                  <a:lnTo>
                    <a:pt x="1259" y="726"/>
                  </a:lnTo>
                  <a:lnTo>
                    <a:pt x="1257" y="726"/>
                  </a:lnTo>
                  <a:lnTo>
                    <a:pt x="1259" y="729"/>
                  </a:lnTo>
                  <a:lnTo>
                    <a:pt x="1256" y="733"/>
                  </a:lnTo>
                  <a:lnTo>
                    <a:pt x="1256" y="733"/>
                  </a:lnTo>
                  <a:lnTo>
                    <a:pt x="1255" y="732"/>
                  </a:lnTo>
                  <a:lnTo>
                    <a:pt x="1255" y="734"/>
                  </a:lnTo>
                  <a:lnTo>
                    <a:pt x="1255" y="737"/>
                  </a:lnTo>
                  <a:lnTo>
                    <a:pt x="1252" y="738"/>
                  </a:lnTo>
                  <a:lnTo>
                    <a:pt x="1253" y="740"/>
                  </a:lnTo>
                  <a:lnTo>
                    <a:pt x="1249" y="745"/>
                  </a:lnTo>
                  <a:lnTo>
                    <a:pt x="1247" y="747"/>
                  </a:lnTo>
                  <a:lnTo>
                    <a:pt x="1245" y="747"/>
                  </a:lnTo>
                  <a:lnTo>
                    <a:pt x="1245" y="749"/>
                  </a:lnTo>
                  <a:lnTo>
                    <a:pt x="1242" y="750"/>
                  </a:lnTo>
                  <a:lnTo>
                    <a:pt x="1239" y="753"/>
                  </a:lnTo>
                  <a:lnTo>
                    <a:pt x="1238" y="751"/>
                  </a:lnTo>
                  <a:lnTo>
                    <a:pt x="1236" y="753"/>
                  </a:lnTo>
                  <a:lnTo>
                    <a:pt x="1232" y="750"/>
                  </a:lnTo>
                  <a:lnTo>
                    <a:pt x="1228" y="749"/>
                  </a:lnTo>
                  <a:lnTo>
                    <a:pt x="1228" y="745"/>
                  </a:lnTo>
                  <a:lnTo>
                    <a:pt x="1227" y="743"/>
                  </a:lnTo>
                  <a:lnTo>
                    <a:pt x="1224" y="745"/>
                  </a:lnTo>
                  <a:lnTo>
                    <a:pt x="1222" y="743"/>
                  </a:lnTo>
                  <a:lnTo>
                    <a:pt x="1222" y="745"/>
                  </a:lnTo>
                  <a:lnTo>
                    <a:pt x="1222" y="747"/>
                  </a:lnTo>
                  <a:lnTo>
                    <a:pt x="1219" y="749"/>
                  </a:lnTo>
                  <a:lnTo>
                    <a:pt x="1219" y="753"/>
                  </a:lnTo>
                  <a:lnTo>
                    <a:pt x="1218" y="754"/>
                  </a:lnTo>
                  <a:lnTo>
                    <a:pt x="1217" y="758"/>
                  </a:lnTo>
                  <a:lnTo>
                    <a:pt x="1215" y="757"/>
                  </a:lnTo>
                  <a:lnTo>
                    <a:pt x="1213" y="758"/>
                  </a:lnTo>
                  <a:lnTo>
                    <a:pt x="1211" y="761"/>
                  </a:lnTo>
                  <a:lnTo>
                    <a:pt x="1211" y="761"/>
                  </a:lnTo>
                  <a:lnTo>
                    <a:pt x="1210" y="761"/>
                  </a:lnTo>
                  <a:lnTo>
                    <a:pt x="1209" y="758"/>
                  </a:lnTo>
                  <a:lnTo>
                    <a:pt x="1209" y="758"/>
                  </a:lnTo>
                  <a:lnTo>
                    <a:pt x="1209" y="757"/>
                  </a:lnTo>
                  <a:lnTo>
                    <a:pt x="1209" y="755"/>
                  </a:lnTo>
                  <a:lnTo>
                    <a:pt x="1209" y="755"/>
                  </a:lnTo>
                  <a:lnTo>
                    <a:pt x="1207" y="753"/>
                  </a:lnTo>
                  <a:lnTo>
                    <a:pt x="1207" y="753"/>
                  </a:lnTo>
                  <a:lnTo>
                    <a:pt x="1209" y="751"/>
                  </a:lnTo>
                  <a:lnTo>
                    <a:pt x="1213" y="751"/>
                  </a:lnTo>
                  <a:lnTo>
                    <a:pt x="1213" y="751"/>
                  </a:lnTo>
                  <a:lnTo>
                    <a:pt x="1213" y="750"/>
                  </a:lnTo>
                  <a:lnTo>
                    <a:pt x="1213" y="749"/>
                  </a:lnTo>
                  <a:lnTo>
                    <a:pt x="1213" y="747"/>
                  </a:lnTo>
                  <a:lnTo>
                    <a:pt x="1214" y="746"/>
                  </a:lnTo>
                  <a:lnTo>
                    <a:pt x="1213" y="743"/>
                  </a:lnTo>
                  <a:lnTo>
                    <a:pt x="1213" y="741"/>
                  </a:lnTo>
                  <a:lnTo>
                    <a:pt x="1211" y="741"/>
                  </a:lnTo>
                  <a:lnTo>
                    <a:pt x="1211" y="737"/>
                  </a:lnTo>
                  <a:lnTo>
                    <a:pt x="1211" y="734"/>
                  </a:lnTo>
                  <a:lnTo>
                    <a:pt x="1211" y="732"/>
                  </a:lnTo>
                  <a:lnTo>
                    <a:pt x="1211" y="729"/>
                  </a:lnTo>
                  <a:lnTo>
                    <a:pt x="1210" y="728"/>
                  </a:lnTo>
                  <a:lnTo>
                    <a:pt x="1209" y="726"/>
                  </a:lnTo>
                  <a:lnTo>
                    <a:pt x="1209" y="724"/>
                  </a:lnTo>
                  <a:lnTo>
                    <a:pt x="1206" y="720"/>
                  </a:lnTo>
                  <a:lnTo>
                    <a:pt x="1205" y="718"/>
                  </a:lnTo>
                  <a:lnTo>
                    <a:pt x="1205" y="717"/>
                  </a:lnTo>
                  <a:lnTo>
                    <a:pt x="1207" y="716"/>
                  </a:lnTo>
                  <a:lnTo>
                    <a:pt x="1209" y="716"/>
                  </a:lnTo>
                  <a:lnTo>
                    <a:pt x="1209" y="715"/>
                  </a:lnTo>
                  <a:lnTo>
                    <a:pt x="1210" y="713"/>
                  </a:lnTo>
                  <a:lnTo>
                    <a:pt x="1211" y="709"/>
                  </a:lnTo>
                  <a:lnTo>
                    <a:pt x="1213" y="709"/>
                  </a:lnTo>
                  <a:lnTo>
                    <a:pt x="1215" y="709"/>
                  </a:lnTo>
                  <a:lnTo>
                    <a:pt x="1217" y="711"/>
                  </a:lnTo>
                  <a:lnTo>
                    <a:pt x="1223" y="712"/>
                  </a:lnTo>
                  <a:lnTo>
                    <a:pt x="1224" y="712"/>
                  </a:lnTo>
                  <a:lnTo>
                    <a:pt x="1226" y="712"/>
                  </a:lnTo>
                  <a:lnTo>
                    <a:pt x="1227" y="711"/>
                  </a:lnTo>
                  <a:lnTo>
                    <a:pt x="1227" y="709"/>
                  </a:lnTo>
                  <a:lnTo>
                    <a:pt x="1226" y="708"/>
                  </a:lnTo>
                  <a:lnTo>
                    <a:pt x="1226" y="707"/>
                  </a:lnTo>
                  <a:lnTo>
                    <a:pt x="1226" y="705"/>
                  </a:lnTo>
                  <a:lnTo>
                    <a:pt x="1226" y="704"/>
                  </a:lnTo>
                  <a:lnTo>
                    <a:pt x="1226" y="703"/>
                  </a:lnTo>
                  <a:lnTo>
                    <a:pt x="1227" y="700"/>
                  </a:lnTo>
                  <a:lnTo>
                    <a:pt x="1227" y="700"/>
                  </a:lnTo>
                  <a:lnTo>
                    <a:pt x="1227" y="697"/>
                  </a:lnTo>
                  <a:lnTo>
                    <a:pt x="1226" y="696"/>
                  </a:lnTo>
                  <a:lnTo>
                    <a:pt x="1227" y="696"/>
                  </a:lnTo>
                  <a:lnTo>
                    <a:pt x="1228" y="695"/>
                  </a:lnTo>
                  <a:lnTo>
                    <a:pt x="1227" y="693"/>
                  </a:lnTo>
                  <a:lnTo>
                    <a:pt x="1227" y="692"/>
                  </a:lnTo>
                  <a:lnTo>
                    <a:pt x="1227" y="691"/>
                  </a:lnTo>
                  <a:lnTo>
                    <a:pt x="1227" y="690"/>
                  </a:lnTo>
                  <a:lnTo>
                    <a:pt x="1228" y="690"/>
                  </a:lnTo>
                  <a:lnTo>
                    <a:pt x="1228" y="688"/>
                  </a:lnTo>
                  <a:lnTo>
                    <a:pt x="1228" y="687"/>
                  </a:lnTo>
                  <a:lnTo>
                    <a:pt x="1227" y="684"/>
                  </a:lnTo>
                  <a:lnTo>
                    <a:pt x="1227" y="682"/>
                  </a:lnTo>
                  <a:lnTo>
                    <a:pt x="1227" y="682"/>
                  </a:lnTo>
                  <a:lnTo>
                    <a:pt x="1228" y="680"/>
                  </a:lnTo>
                  <a:lnTo>
                    <a:pt x="1228" y="680"/>
                  </a:lnTo>
                  <a:lnTo>
                    <a:pt x="1227" y="679"/>
                  </a:lnTo>
                  <a:lnTo>
                    <a:pt x="1227" y="678"/>
                  </a:lnTo>
                  <a:lnTo>
                    <a:pt x="1227" y="678"/>
                  </a:lnTo>
                  <a:lnTo>
                    <a:pt x="1226" y="676"/>
                  </a:lnTo>
                  <a:lnTo>
                    <a:pt x="1227" y="674"/>
                  </a:lnTo>
                  <a:lnTo>
                    <a:pt x="1227" y="672"/>
                  </a:lnTo>
                  <a:lnTo>
                    <a:pt x="1226" y="671"/>
                  </a:lnTo>
                  <a:lnTo>
                    <a:pt x="1226" y="670"/>
                  </a:lnTo>
                  <a:lnTo>
                    <a:pt x="1226" y="670"/>
                  </a:lnTo>
                  <a:lnTo>
                    <a:pt x="1227" y="667"/>
                  </a:lnTo>
                  <a:lnTo>
                    <a:pt x="1228" y="667"/>
                  </a:lnTo>
                  <a:lnTo>
                    <a:pt x="1230" y="666"/>
                  </a:lnTo>
                  <a:lnTo>
                    <a:pt x="1230" y="665"/>
                  </a:lnTo>
                  <a:lnTo>
                    <a:pt x="1230" y="662"/>
                  </a:lnTo>
                  <a:lnTo>
                    <a:pt x="1228" y="661"/>
                  </a:lnTo>
                  <a:lnTo>
                    <a:pt x="1227" y="659"/>
                  </a:lnTo>
                  <a:lnTo>
                    <a:pt x="1227" y="658"/>
                  </a:lnTo>
                  <a:lnTo>
                    <a:pt x="1224" y="655"/>
                  </a:lnTo>
                  <a:lnTo>
                    <a:pt x="1224" y="654"/>
                  </a:lnTo>
                  <a:lnTo>
                    <a:pt x="1226" y="653"/>
                  </a:lnTo>
                  <a:lnTo>
                    <a:pt x="1224" y="651"/>
                  </a:lnTo>
                  <a:lnTo>
                    <a:pt x="1223" y="650"/>
                  </a:lnTo>
                  <a:lnTo>
                    <a:pt x="1222" y="650"/>
                  </a:lnTo>
                  <a:lnTo>
                    <a:pt x="1220" y="649"/>
                  </a:lnTo>
                  <a:lnTo>
                    <a:pt x="1218" y="647"/>
                  </a:lnTo>
                  <a:lnTo>
                    <a:pt x="1217" y="649"/>
                  </a:lnTo>
                  <a:lnTo>
                    <a:pt x="1215" y="649"/>
                  </a:lnTo>
                  <a:lnTo>
                    <a:pt x="1214" y="650"/>
                  </a:lnTo>
                  <a:lnTo>
                    <a:pt x="1214" y="653"/>
                  </a:lnTo>
                  <a:lnTo>
                    <a:pt x="1213" y="653"/>
                  </a:lnTo>
                  <a:lnTo>
                    <a:pt x="1211" y="653"/>
                  </a:lnTo>
                  <a:lnTo>
                    <a:pt x="1210" y="655"/>
                  </a:lnTo>
                  <a:lnTo>
                    <a:pt x="1209" y="655"/>
                  </a:lnTo>
                  <a:lnTo>
                    <a:pt x="1206" y="655"/>
                  </a:lnTo>
                  <a:lnTo>
                    <a:pt x="1206" y="657"/>
                  </a:lnTo>
                  <a:lnTo>
                    <a:pt x="1206" y="659"/>
                  </a:lnTo>
                  <a:lnTo>
                    <a:pt x="1205" y="661"/>
                  </a:lnTo>
                  <a:lnTo>
                    <a:pt x="1203" y="662"/>
                  </a:lnTo>
                  <a:lnTo>
                    <a:pt x="1203" y="663"/>
                  </a:lnTo>
                  <a:lnTo>
                    <a:pt x="1202" y="665"/>
                  </a:lnTo>
                  <a:lnTo>
                    <a:pt x="1201" y="666"/>
                  </a:lnTo>
                  <a:lnTo>
                    <a:pt x="1198" y="666"/>
                  </a:lnTo>
                  <a:lnTo>
                    <a:pt x="1197" y="666"/>
                  </a:lnTo>
                  <a:lnTo>
                    <a:pt x="1195" y="666"/>
                  </a:lnTo>
                  <a:lnTo>
                    <a:pt x="1194" y="667"/>
                  </a:lnTo>
                  <a:lnTo>
                    <a:pt x="1193" y="667"/>
                  </a:lnTo>
                  <a:lnTo>
                    <a:pt x="1192" y="666"/>
                  </a:lnTo>
                  <a:lnTo>
                    <a:pt x="1192" y="665"/>
                  </a:lnTo>
                  <a:lnTo>
                    <a:pt x="1189" y="665"/>
                  </a:lnTo>
                  <a:lnTo>
                    <a:pt x="1188" y="666"/>
                  </a:lnTo>
                  <a:lnTo>
                    <a:pt x="1186" y="666"/>
                  </a:lnTo>
                  <a:lnTo>
                    <a:pt x="1185" y="665"/>
                  </a:lnTo>
                  <a:lnTo>
                    <a:pt x="1184" y="662"/>
                  </a:lnTo>
                  <a:lnTo>
                    <a:pt x="1182" y="662"/>
                  </a:lnTo>
                  <a:lnTo>
                    <a:pt x="1180" y="659"/>
                  </a:lnTo>
                  <a:lnTo>
                    <a:pt x="1180" y="657"/>
                  </a:lnTo>
                  <a:lnTo>
                    <a:pt x="1181" y="657"/>
                  </a:lnTo>
                  <a:lnTo>
                    <a:pt x="1181" y="654"/>
                  </a:lnTo>
                  <a:lnTo>
                    <a:pt x="1180" y="653"/>
                  </a:lnTo>
                  <a:lnTo>
                    <a:pt x="1180" y="650"/>
                  </a:lnTo>
                  <a:lnTo>
                    <a:pt x="1178" y="650"/>
                  </a:lnTo>
                  <a:lnTo>
                    <a:pt x="1177" y="649"/>
                  </a:lnTo>
                  <a:lnTo>
                    <a:pt x="1177" y="647"/>
                  </a:lnTo>
                  <a:lnTo>
                    <a:pt x="1178" y="646"/>
                  </a:lnTo>
                  <a:lnTo>
                    <a:pt x="1178" y="645"/>
                  </a:lnTo>
                  <a:lnTo>
                    <a:pt x="1178" y="643"/>
                  </a:lnTo>
                  <a:lnTo>
                    <a:pt x="1177" y="645"/>
                  </a:lnTo>
                  <a:lnTo>
                    <a:pt x="1176" y="645"/>
                  </a:lnTo>
                  <a:lnTo>
                    <a:pt x="1174" y="645"/>
                  </a:lnTo>
                  <a:lnTo>
                    <a:pt x="1173" y="646"/>
                  </a:lnTo>
                  <a:lnTo>
                    <a:pt x="1172" y="645"/>
                  </a:lnTo>
                  <a:lnTo>
                    <a:pt x="1170" y="645"/>
                  </a:lnTo>
                  <a:lnTo>
                    <a:pt x="1169" y="645"/>
                  </a:lnTo>
                  <a:lnTo>
                    <a:pt x="1169" y="643"/>
                  </a:lnTo>
                  <a:lnTo>
                    <a:pt x="1166" y="642"/>
                  </a:lnTo>
                  <a:lnTo>
                    <a:pt x="1165" y="641"/>
                  </a:lnTo>
                  <a:lnTo>
                    <a:pt x="1165" y="641"/>
                  </a:lnTo>
                  <a:lnTo>
                    <a:pt x="1164" y="641"/>
                  </a:lnTo>
                  <a:lnTo>
                    <a:pt x="1163" y="640"/>
                  </a:lnTo>
                  <a:lnTo>
                    <a:pt x="1163" y="638"/>
                  </a:lnTo>
                  <a:lnTo>
                    <a:pt x="1161" y="638"/>
                  </a:lnTo>
                  <a:lnTo>
                    <a:pt x="1160" y="637"/>
                  </a:lnTo>
                  <a:lnTo>
                    <a:pt x="1160" y="636"/>
                  </a:lnTo>
                  <a:lnTo>
                    <a:pt x="1159" y="634"/>
                  </a:lnTo>
                  <a:lnTo>
                    <a:pt x="1157" y="634"/>
                  </a:lnTo>
                  <a:lnTo>
                    <a:pt x="1157" y="636"/>
                  </a:lnTo>
                  <a:lnTo>
                    <a:pt x="1156" y="636"/>
                  </a:lnTo>
                  <a:lnTo>
                    <a:pt x="1155" y="636"/>
                  </a:lnTo>
                  <a:lnTo>
                    <a:pt x="1155" y="637"/>
                  </a:lnTo>
                  <a:lnTo>
                    <a:pt x="1152" y="636"/>
                  </a:lnTo>
                  <a:lnTo>
                    <a:pt x="1152" y="636"/>
                  </a:lnTo>
                  <a:lnTo>
                    <a:pt x="1151" y="634"/>
                  </a:lnTo>
                  <a:lnTo>
                    <a:pt x="1148" y="634"/>
                  </a:lnTo>
                  <a:lnTo>
                    <a:pt x="1147" y="634"/>
                  </a:lnTo>
                  <a:lnTo>
                    <a:pt x="1148" y="633"/>
                  </a:lnTo>
                  <a:lnTo>
                    <a:pt x="1148" y="632"/>
                  </a:lnTo>
                  <a:lnTo>
                    <a:pt x="1147" y="632"/>
                  </a:lnTo>
                  <a:lnTo>
                    <a:pt x="1145" y="633"/>
                  </a:lnTo>
                  <a:lnTo>
                    <a:pt x="1143" y="633"/>
                  </a:lnTo>
                  <a:lnTo>
                    <a:pt x="1141" y="633"/>
                  </a:lnTo>
                  <a:lnTo>
                    <a:pt x="1140" y="633"/>
                  </a:lnTo>
                  <a:lnTo>
                    <a:pt x="1139" y="633"/>
                  </a:lnTo>
                  <a:lnTo>
                    <a:pt x="1138" y="633"/>
                  </a:lnTo>
                  <a:lnTo>
                    <a:pt x="1138" y="632"/>
                  </a:lnTo>
                  <a:lnTo>
                    <a:pt x="1135" y="630"/>
                  </a:lnTo>
                  <a:lnTo>
                    <a:pt x="1132" y="628"/>
                  </a:lnTo>
                  <a:lnTo>
                    <a:pt x="1131" y="625"/>
                  </a:lnTo>
                  <a:lnTo>
                    <a:pt x="1131" y="624"/>
                  </a:lnTo>
                  <a:lnTo>
                    <a:pt x="1131" y="622"/>
                  </a:lnTo>
                  <a:lnTo>
                    <a:pt x="1130" y="621"/>
                  </a:lnTo>
                  <a:lnTo>
                    <a:pt x="1128" y="621"/>
                  </a:lnTo>
                  <a:lnTo>
                    <a:pt x="1128" y="618"/>
                  </a:lnTo>
                  <a:lnTo>
                    <a:pt x="1127" y="617"/>
                  </a:lnTo>
                  <a:lnTo>
                    <a:pt x="1127" y="616"/>
                  </a:lnTo>
                  <a:lnTo>
                    <a:pt x="1126" y="613"/>
                  </a:lnTo>
                  <a:lnTo>
                    <a:pt x="1122" y="611"/>
                  </a:lnTo>
                  <a:lnTo>
                    <a:pt x="1119" y="607"/>
                  </a:lnTo>
                  <a:lnTo>
                    <a:pt x="1119" y="605"/>
                  </a:lnTo>
                  <a:lnTo>
                    <a:pt x="1118" y="604"/>
                  </a:lnTo>
                  <a:lnTo>
                    <a:pt x="1116" y="604"/>
                  </a:lnTo>
                  <a:lnTo>
                    <a:pt x="1116" y="604"/>
                  </a:lnTo>
                  <a:lnTo>
                    <a:pt x="1116" y="603"/>
                  </a:lnTo>
                  <a:lnTo>
                    <a:pt x="1116" y="601"/>
                  </a:lnTo>
                  <a:lnTo>
                    <a:pt x="1115" y="600"/>
                  </a:lnTo>
                  <a:lnTo>
                    <a:pt x="1114" y="599"/>
                  </a:lnTo>
                  <a:lnTo>
                    <a:pt x="1114" y="599"/>
                  </a:lnTo>
                  <a:lnTo>
                    <a:pt x="1113" y="596"/>
                  </a:lnTo>
                  <a:lnTo>
                    <a:pt x="1111" y="595"/>
                  </a:lnTo>
                  <a:lnTo>
                    <a:pt x="1110" y="592"/>
                  </a:lnTo>
                  <a:lnTo>
                    <a:pt x="1107" y="591"/>
                  </a:lnTo>
                  <a:lnTo>
                    <a:pt x="1107" y="590"/>
                  </a:lnTo>
                  <a:lnTo>
                    <a:pt x="1109" y="588"/>
                  </a:lnTo>
                  <a:lnTo>
                    <a:pt x="1107" y="587"/>
                  </a:lnTo>
                  <a:lnTo>
                    <a:pt x="1105" y="587"/>
                  </a:lnTo>
                  <a:lnTo>
                    <a:pt x="1105" y="586"/>
                  </a:lnTo>
                  <a:lnTo>
                    <a:pt x="1105" y="584"/>
                  </a:lnTo>
                  <a:lnTo>
                    <a:pt x="1103" y="583"/>
                  </a:lnTo>
                  <a:lnTo>
                    <a:pt x="1103" y="582"/>
                  </a:lnTo>
                  <a:lnTo>
                    <a:pt x="1103" y="580"/>
                  </a:lnTo>
                  <a:lnTo>
                    <a:pt x="1102" y="579"/>
                  </a:lnTo>
                  <a:lnTo>
                    <a:pt x="1102" y="579"/>
                  </a:lnTo>
                  <a:lnTo>
                    <a:pt x="1101" y="578"/>
                  </a:lnTo>
                  <a:lnTo>
                    <a:pt x="1099" y="578"/>
                  </a:lnTo>
                  <a:lnTo>
                    <a:pt x="1098" y="578"/>
                  </a:lnTo>
                  <a:lnTo>
                    <a:pt x="1097" y="576"/>
                  </a:lnTo>
                  <a:lnTo>
                    <a:pt x="1098" y="575"/>
                  </a:lnTo>
                  <a:lnTo>
                    <a:pt x="1097" y="574"/>
                  </a:lnTo>
                  <a:lnTo>
                    <a:pt x="1095" y="574"/>
                  </a:lnTo>
                  <a:lnTo>
                    <a:pt x="1094" y="575"/>
                  </a:lnTo>
                  <a:lnTo>
                    <a:pt x="1094" y="574"/>
                  </a:lnTo>
                  <a:lnTo>
                    <a:pt x="1093" y="574"/>
                  </a:lnTo>
                  <a:lnTo>
                    <a:pt x="1093" y="572"/>
                  </a:lnTo>
                  <a:lnTo>
                    <a:pt x="1093" y="571"/>
                  </a:lnTo>
                  <a:lnTo>
                    <a:pt x="1091" y="570"/>
                  </a:lnTo>
                  <a:lnTo>
                    <a:pt x="1090" y="570"/>
                  </a:lnTo>
                  <a:lnTo>
                    <a:pt x="1089" y="570"/>
                  </a:lnTo>
                  <a:lnTo>
                    <a:pt x="1087" y="568"/>
                  </a:lnTo>
                  <a:lnTo>
                    <a:pt x="1087" y="568"/>
                  </a:lnTo>
                  <a:lnTo>
                    <a:pt x="1085" y="568"/>
                  </a:lnTo>
                  <a:lnTo>
                    <a:pt x="1085" y="568"/>
                  </a:lnTo>
                  <a:lnTo>
                    <a:pt x="1084" y="568"/>
                  </a:lnTo>
                  <a:lnTo>
                    <a:pt x="1084" y="571"/>
                  </a:lnTo>
                  <a:lnTo>
                    <a:pt x="1082" y="571"/>
                  </a:lnTo>
                  <a:lnTo>
                    <a:pt x="1080" y="570"/>
                  </a:lnTo>
                  <a:lnTo>
                    <a:pt x="1080" y="570"/>
                  </a:lnTo>
                  <a:lnTo>
                    <a:pt x="1078" y="570"/>
                  </a:lnTo>
                  <a:lnTo>
                    <a:pt x="1076" y="570"/>
                  </a:lnTo>
                  <a:lnTo>
                    <a:pt x="1074" y="568"/>
                  </a:lnTo>
                  <a:lnTo>
                    <a:pt x="1073" y="567"/>
                  </a:lnTo>
                  <a:lnTo>
                    <a:pt x="1069" y="567"/>
                  </a:lnTo>
                  <a:lnTo>
                    <a:pt x="1068" y="566"/>
                  </a:lnTo>
                  <a:lnTo>
                    <a:pt x="1066" y="566"/>
                  </a:lnTo>
                  <a:lnTo>
                    <a:pt x="1065" y="566"/>
                  </a:lnTo>
                  <a:lnTo>
                    <a:pt x="1064" y="566"/>
                  </a:lnTo>
                  <a:lnTo>
                    <a:pt x="1061" y="566"/>
                  </a:lnTo>
                  <a:lnTo>
                    <a:pt x="1060" y="568"/>
                  </a:lnTo>
                  <a:lnTo>
                    <a:pt x="1059" y="568"/>
                  </a:lnTo>
                  <a:lnTo>
                    <a:pt x="1059" y="568"/>
                  </a:lnTo>
                  <a:lnTo>
                    <a:pt x="1056" y="568"/>
                  </a:lnTo>
                  <a:lnTo>
                    <a:pt x="1055" y="568"/>
                  </a:lnTo>
                  <a:lnTo>
                    <a:pt x="1052" y="568"/>
                  </a:lnTo>
                  <a:lnTo>
                    <a:pt x="1051" y="570"/>
                  </a:lnTo>
                  <a:lnTo>
                    <a:pt x="1048" y="570"/>
                  </a:lnTo>
                  <a:lnTo>
                    <a:pt x="1047" y="572"/>
                  </a:lnTo>
                  <a:lnTo>
                    <a:pt x="1045" y="572"/>
                  </a:lnTo>
                  <a:lnTo>
                    <a:pt x="1044" y="572"/>
                  </a:lnTo>
                  <a:lnTo>
                    <a:pt x="1043" y="572"/>
                  </a:lnTo>
                  <a:lnTo>
                    <a:pt x="1041" y="572"/>
                  </a:lnTo>
                  <a:lnTo>
                    <a:pt x="1040" y="574"/>
                  </a:lnTo>
                  <a:lnTo>
                    <a:pt x="1037" y="574"/>
                  </a:lnTo>
                  <a:lnTo>
                    <a:pt x="1036" y="575"/>
                  </a:lnTo>
                  <a:lnTo>
                    <a:pt x="1036" y="576"/>
                  </a:lnTo>
                  <a:lnTo>
                    <a:pt x="1033" y="579"/>
                  </a:lnTo>
                  <a:lnTo>
                    <a:pt x="1033" y="580"/>
                  </a:lnTo>
                  <a:lnTo>
                    <a:pt x="1032" y="582"/>
                  </a:lnTo>
                  <a:lnTo>
                    <a:pt x="1032" y="583"/>
                  </a:lnTo>
                  <a:lnTo>
                    <a:pt x="1032" y="584"/>
                  </a:lnTo>
                  <a:lnTo>
                    <a:pt x="1032" y="587"/>
                  </a:lnTo>
                  <a:lnTo>
                    <a:pt x="1032" y="588"/>
                  </a:lnTo>
                  <a:lnTo>
                    <a:pt x="1033" y="588"/>
                  </a:lnTo>
                  <a:lnTo>
                    <a:pt x="1036" y="587"/>
                  </a:lnTo>
                  <a:lnTo>
                    <a:pt x="1037" y="586"/>
                  </a:lnTo>
                  <a:lnTo>
                    <a:pt x="1040" y="586"/>
                  </a:lnTo>
                  <a:lnTo>
                    <a:pt x="1041" y="590"/>
                  </a:lnTo>
                  <a:lnTo>
                    <a:pt x="1043" y="591"/>
                  </a:lnTo>
                  <a:lnTo>
                    <a:pt x="1044" y="592"/>
                  </a:lnTo>
                  <a:lnTo>
                    <a:pt x="1044" y="595"/>
                  </a:lnTo>
                  <a:lnTo>
                    <a:pt x="1044" y="596"/>
                  </a:lnTo>
                  <a:lnTo>
                    <a:pt x="1044" y="599"/>
                  </a:lnTo>
                  <a:lnTo>
                    <a:pt x="1043" y="600"/>
                  </a:lnTo>
                  <a:lnTo>
                    <a:pt x="1041" y="601"/>
                  </a:lnTo>
                  <a:lnTo>
                    <a:pt x="1040" y="604"/>
                  </a:lnTo>
                  <a:lnTo>
                    <a:pt x="1039" y="605"/>
                  </a:lnTo>
                  <a:lnTo>
                    <a:pt x="1037" y="608"/>
                  </a:lnTo>
                  <a:lnTo>
                    <a:pt x="1037" y="611"/>
                  </a:lnTo>
                  <a:lnTo>
                    <a:pt x="1039" y="612"/>
                  </a:lnTo>
                  <a:lnTo>
                    <a:pt x="1039" y="613"/>
                  </a:lnTo>
                  <a:lnTo>
                    <a:pt x="1039" y="616"/>
                  </a:lnTo>
                  <a:lnTo>
                    <a:pt x="1040" y="617"/>
                  </a:lnTo>
                  <a:lnTo>
                    <a:pt x="1040" y="620"/>
                  </a:lnTo>
                  <a:lnTo>
                    <a:pt x="1039" y="621"/>
                  </a:lnTo>
                  <a:lnTo>
                    <a:pt x="1037" y="622"/>
                  </a:lnTo>
                  <a:lnTo>
                    <a:pt x="1039" y="624"/>
                  </a:lnTo>
                  <a:lnTo>
                    <a:pt x="1039" y="628"/>
                  </a:lnTo>
                  <a:lnTo>
                    <a:pt x="1039" y="629"/>
                  </a:lnTo>
                  <a:lnTo>
                    <a:pt x="1039" y="632"/>
                  </a:lnTo>
                  <a:lnTo>
                    <a:pt x="1040" y="632"/>
                  </a:lnTo>
                  <a:lnTo>
                    <a:pt x="1040" y="633"/>
                  </a:lnTo>
                  <a:lnTo>
                    <a:pt x="1041" y="632"/>
                  </a:lnTo>
                  <a:lnTo>
                    <a:pt x="1043" y="633"/>
                  </a:lnTo>
                  <a:lnTo>
                    <a:pt x="1043" y="634"/>
                  </a:lnTo>
                  <a:lnTo>
                    <a:pt x="1043" y="637"/>
                  </a:lnTo>
                  <a:lnTo>
                    <a:pt x="1040" y="640"/>
                  </a:lnTo>
                  <a:lnTo>
                    <a:pt x="1036" y="640"/>
                  </a:lnTo>
                  <a:lnTo>
                    <a:pt x="1033" y="642"/>
                  </a:lnTo>
                  <a:lnTo>
                    <a:pt x="1028" y="647"/>
                  </a:lnTo>
                  <a:lnTo>
                    <a:pt x="1027" y="647"/>
                  </a:lnTo>
                  <a:lnTo>
                    <a:pt x="1024" y="646"/>
                  </a:lnTo>
                  <a:lnTo>
                    <a:pt x="1022" y="645"/>
                  </a:lnTo>
                  <a:lnTo>
                    <a:pt x="1019" y="646"/>
                  </a:lnTo>
                  <a:lnTo>
                    <a:pt x="1019" y="645"/>
                  </a:lnTo>
                  <a:lnTo>
                    <a:pt x="1018" y="645"/>
                  </a:lnTo>
                  <a:lnTo>
                    <a:pt x="1016" y="645"/>
                  </a:lnTo>
                  <a:lnTo>
                    <a:pt x="1015" y="643"/>
                  </a:lnTo>
                  <a:lnTo>
                    <a:pt x="1010" y="642"/>
                  </a:lnTo>
                  <a:lnTo>
                    <a:pt x="1006" y="643"/>
                  </a:lnTo>
                  <a:lnTo>
                    <a:pt x="1006" y="645"/>
                  </a:lnTo>
                  <a:lnTo>
                    <a:pt x="1003" y="646"/>
                  </a:lnTo>
                  <a:lnTo>
                    <a:pt x="1002" y="646"/>
                  </a:lnTo>
                  <a:lnTo>
                    <a:pt x="1001" y="645"/>
                  </a:lnTo>
                  <a:lnTo>
                    <a:pt x="998" y="646"/>
                  </a:lnTo>
                  <a:lnTo>
                    <a:pt x="997" y="645"/>
                  </a:lnTo>
                  <a:lnTo>
                    <a:pt x="995" y="643"/>
                  </a:lnTo>
                  <a:lnTo>
                    <a:pt x="993" y="642"/>
                  </a:lnTo>
                  <a:lnTo>
                    <a:pt x="990" y="641"/>
                  </a:lnTo>
                  <a:lnTo>
                    <a:pt x="986" y="642"/>
                  </a:lnTo>
                  <a:lnTo>
                    <a:pt x="986" y="642"/>
                  </a:lnTo>
                  <a:lnTo>
                    <a:pt x="983" y="642"/>
                  </a:lnTo>
                  <a:lnTo>
                    <a:pt x="982" y="643"/>
                  </a:lnTo>
                  <a:lnTo>
                    <a:pt x="981" y="646"/>
                  </a:lnTo>
                  <a:lnTo>
                    <a:pt x="980" y="647"/>
                  </a:lnTo>
                  <a:lnTo>
                    <a:pt x="977" y="649"/>
                  </a:lnTo>
                  <a:lnTo>
                    <a:pt x="976" y="651"/>
                  </a:lnTo>
                  <a:lnTo>
                    <a:pt x="976" y="653"/>
                  </a:lnTo>
                  <a:lnTo>
                    <a:pt x="974" y="654"/>
                  </a:lnTo>
                  <a:lnTo>
                    <a:pt x="972" y="657"/>
                  </a:lnTo>
                  <a:lnTo>
                    <a:pt x="966" y="657"/>
                  </a:lnTo>
                  <a:lnTo>
                    <a:pt x="965" y="657"/>
                  </a:lnTo>
                  <a:lnTo>
                    <a:pt x="962" y="659"/>
                  </a:lnTo>
                  <a:lnTo>
                    <a:pt x="960" y="659"/>
                  </a:lnTo>
                  <a:lnTo>
                    <a:pt x="956" y="662"/>
                  </a:lnTo>
                  <a:lnTo>
                    <a:pt x="953" y="665"/>
                  </a:lnTo>
                  <a:lnTo>
                    <a:pt x="952" y="665"/>
                  </a:lnTo>
                  <a:lnTo>
                    <a:pt x="951" y="663"/>
                  </a:lnTo>
                  <a:lnTo>
                    <a:pt x="948" y="663"/>
                  </a:lnTo>
                  <a:lnTo>
                    <a:pt x="947" y="665"/>
                  </a:lnTo>
                  <a:lnTo>
                    <a:pt x="944" y="665"/>
                  </a:lnTo>
                  <a:lnTo>
                    <a:pt x="936" y="665"/>
                  </a:lnTo>
                  <a:lnTo>
                    <a:pt x="932" y="663"/>
                  </a:lnTo>
                  <a:lnTo>
                    <a:pt x="927" y="663"/>
                  </a:lnTo>
                  <a:lnTo>
                    <a:pt x="924" y="663"/>
                  </a:lnTo>
                  <a:lnTo>
                    <a:pt x="923" y="662"/>
                  </a:lnTo>
                  <a:lnTo>
                    <a:pt x="920" y="661"/>
                  </a:lnTo>
                  <a:lnTo>
                    <a:pt x="919" y="661"/>
                  </a:lnTo>
                  <a:lnTo>
                    <a:pt x="918" y="659"/>
                  </a:lnTo>
                  <a:lnTo>
                    <a:pt x="916" y="655"/>
                  </a:lnTo>
                  <a:lnTo>
                    <a:pt x="915" y="654"/>
                  </a:lnTo>
                  <a:lnTo>
                    <a:pt x="912" y="654"/>
                  </a:lnTo>
                  <a:lnTo>
                    <a:pt x="908" y="654"/>
                  </a:lnTo>
                  <a:lnTo>
                    <a:pt x="904" y="653"/>
                  </a:lnTo>
                  <a:lnTo>
                    <a:pt x="902" y="650"/>
                  </a:lnTo>
                  <a:lnTo>
                    <a:pt x="898" y="650"/>
                  </a:lnTo>
                  <a:lnTo>
                    <a:pt x="894" y="649"/>
                  </a:lnTo>
                  <a:lnTo>
                    <a:pt x="891" y="647"/>
                  </a:lnTo>
                  <a:lnTo>
                    <a:pt x="889" y="649"/>
                  </a:lnTo>
                  <a:lnTo>
                    <a:pt x="885" y="649"/>
                  </a:lnTo>
                  <a:lnTo>
                    <a:pt x="883" y="650"/>
                  </a:lnTo>
                  <a:lnTo>
                    <a:pt x="878" y="650"/>
                  </a:lnTo>
                  <a:lnTo>
                    <a:pt x="874" y="651"/>
                  </a:lnTo>
                  <a:lnTo>
                    <a:pt x="873" y="654"/>
                  </a:lnTo>
                  <a:lnTo>
                    <a:pt x="872" y="654"/>
                  </a:lnTo>
                  <a:lnTo>
                    <a:pt x="870" y="654"/>
                  </a:lnTo>
                  <a:lnTo>
                    <a:pt x="868" y="654"/>
                  </a:lnTo>
                  <a:lnTo>
                    <a:pt x="866" y="655"/>
                  </a:lnTo>
                  <a:lnTo>
                    <a:pt x="862" y="654"/>
                  </a:lnTo>
                  <a:lnTo>
                    <a:pt x="862" y="655"/>
                  </a:lnTo>
                  <a:lnTo>
                    <a:pt x="860" y="655"/>
                  </a:lnTo>
                  <a:lnTo>
                    <a:pt x="857" y="654"/>
                  </a:lnTo>
                  <a:lnTo>
                    <a:pt x="853" y="653"/>
                  </a:lnTo>
                  <a:lnTo>
                    <a:pt x="852" y="651"/>
                  </a:lnTo>
                  <a:lnTo>
                    <a:pt x="850" y="649"/>
                  </a:lnTo>
                  <a:lnTo>
                    <a:pt x="849" y="649"/>
                  </a:lnTo>
                  <a:lnTo>
                    <a:pt x="847" y="647"/>
                  </a:lnTo>
                  <a:lnTo>
                    <a:pt x="848" y="646"/>
                  </a:lnTo>
                  <a:lnTo>
                    <a:pt x="847" y="643"/>
                  </a:lnTo>
                  <a:lnTo>
                    <a:pt x="845" y="642"/>
                  </a:lnTo>
                  <a:lnTo>
                    <a:pt x="845" y="640"/>
                  </a:lnTo>
                  <a:lnTo>
                    <a:pt x="844" y="638"/>
                  </a:lnTo>
                  <a:lnTo>
                    <a:pt x="844" y="637"/>
                  </a:lnTo>
                  <a:lnTo>
                    <a:pt x="843" y="636"/>
                  </a:lnTo>
                  <a:lnTo>
                    <a:pt x="841" y="634"/>
                  </a:lnTo>
                  <a:lnTo>
                    <a:pt x="836" y="634"/>
                  </a:lnTo>
                  <a:lnTo>
                    <a:pt x="833" y="634"/>
                  </a:lnTo>
                  <a:lnTo>
                    <a:pt x="832" y="633"/>
                  </a:lnTo>
                  <a:lnTo>
                    <a:pt x="829" y="633"/>
                  </a:lnTo>
                  <a:lnTo>
                    <a:pt x="828" y="632"/>
                  </a:lnTo>
                  <a:lnTo>
                    <a:pt x="827" y="630"/>
                  </a:lnTo>
                  <a:lnTo>
                    <a:pt x="823" y="630"/>
                  </a:lnTo>
                  <a:lnTo>
                    <a:pt x="819" y="630"/>
                  </a:lnTo>
                  <a:lnTo>
                    <a:pt x="816" y="630"/>
                  </a:lnTo>
                  <a:lnTo>
                    <a:pt x="816" y="629"/>
                  </a:lnTo>
                  <a:lnTo>
                    <a:pt x="812" y="628"/>
                  </a:lnTo>
                  <a:lnTo>
                    <a:pt x="810" y="626"/>
                  </a:lnTo>
                  <a:lnTo>
                    <a:pt x="808" y="625"/>
                  </a:lnTo>
                  <a:lnTo>
                    <a:pt x="806" y="625"/>
                  </a:lnTo>
                  <a:lnTo>
                    <a:pt x="804" y="626"/>
                  </a:lnTo>
                  <a:lnTo>
                    <a:pt x="804" y="629"/>
                  </a:lnTo>
                  <a:lnTo>
                    <a:pt x="804" y="630"/>
                  </a:lnTo>
                  <a:lnTo>
                    <a:pt x="804" y="633"/>
                  </a:lnTo>
                  <a:lnTo>
                    <a:pt x="803" y="632"/>
                  </a:lnTo>
                  <a:lnTo>
                    <a:pt x="800" y="633"/>
                  </a:lnTo>
                  <a:lnTo>
                    <a:pt x="799" y="634"/>
                  </a:lnTo>
                  <a:lnTo>
                    <a:pt x="799" y="637"/>
                  </a:lnTo>
                  <a:lnTo>
                    <a:pt x="798" y="640"/>
                  </a:lnTo>
                  <a:lnTo>
                    <a:pt x="796" y="645"/>
                  </a:lnTo>
                  <a:lnTo>
                    <a:pt x="798" y="647"/>
                  </a:lnTo>
                  <a:lnTo>
                    <a:pt x="802" y="649"/>
                  </a:lnTo>
                  <a:lnTo>
                    <a:pt x="803" y="650"/>
                  </a:lnTo>
                  <a:lnTo>
                    <a:pt x="804" y="651"/>
                  </a:lnTo>
                  <a:lnTo>
                    <a:pt x="806" y="653"/>
                  </a:lnTo>
                  <a:lnTo>
                    <a:pt x="804" y="657"/>
                  </a:lnTo>
                  <a:lnTo>
                    <a:pt x="804" y="661"/>
                  </a:lnTo>
                  <a:lnTo>
                    <a:pt x="807" y="662"/>
                  </a:lnTo>
                  <a:lnTo>
                    <a:pt x="808" y="663"/>
                  </a:lnTo>
                  <a:lnTo>
                    <a:pt x="806" y="667"/>
                  </a:lnTo>
                  <a:lnTo>
                    <a:pt x="802" y="667"/>
                  </a:lnTo>
                  <a:lnTo>
                    <a:pt x="799" y="667"/>
                  </a:lnTo>
                  <a:lnTo>
                    <a:pt x="799" y="667"/>
                  </a:lnTo>
                  <a:lnTo>
                    <a:pt x="796" y="667"/>
                  </a:lnTo>
                  <a:lnTo>
                    <a:pt x="795" y="667"/>
                  </a:lnTo>
                  <a:lnTo>
                    <a:pt x="790" y="667"/>
                  </a:lnTo>
                  <a:lnTo>
                    <a:pt x="789" y="667"/>
                  </a:lnTo>
                  <a:lnTo>
                    <a:pt x="786" y="666"/>
                  </a:lnTo>
                  <a:lnTo>
                    <a:pt x="785" y="666"/>
                  </a:lnTo>
                  <a:lnTo>
                    <a:pt x="782" y="666"/>
                  </a:lnTo>
                  <a:lnTo>
                    <a:pt x="779" y="667"/>
                  </a:lnTo>
                  <a:lnTo>
                    <a:pt x="777" y="668"/>
                  </a:lnTo>
                  <a:lnTo>
                    <a:pt x="775" y="670"/>
                  </a:lnTo>
                  <a:lnTo>
                    <a:pt x="771" y="667"/>
                  </a:lnTo>
                  <a:lnTo>
                    <a:pt x="769" y="666"/>
                  </a:lnTo>
                  <a:lnTo>
                    <a:pt x="764" y="662"/>
                  </a:lnTo>
                  <a:lnTo>
                    <a:pt x="762" y="661"/>
                  </a:lnTo>
                  <a:lnTo>
                    <a:pt x="762" y="659"/>
                  </a:lnTo>
                  <a:lnTo>
                    <a:pt x="761" y="657"/>
                  </a:lnTo>
                  <a:lnTo>
                    <a:pt x="757" y="657"/>
                  </a:lnTo>
                  <a:lnTo>
                    <a:pt x="756" y="658"/>
                  </a:lnTo>
                  <a:lnTo>
                    <a:pt x="753" y="658"/>
                  </a:lnTo>
                  <a:lnTo>
                    <a:pt x="753" y="658"/>
                  </a:lnTo>
                  <a:lnTo>
                    <a:pt x="750" y="659"/>
                  </a:lnTo>
                  <a:lnTo>
                    <a:pt x="749" y="657"/>
                  </a:lnTo>
                  <a:lnTo>
                    <a:pt x="748" y="655"/>
                  </a:lnTo>
                  <a:lnTo>
                    <a:pt x="746" y="654"/>
                  </a:lnTo>
                  <a:lnTo>
                    <a:pt x="746" y="654"/>
                  </a:lnTo>
                  <a:lnTo>
                    <a:pt x="744" y="655"/>
                  </a:lnTo>
                  <a:lnTo>
                    <a:pt x="741" y="655"/>
                  </a:lnTo>
                  <a:lnTo>
                    <a:pt x="740" y="655"/>
                  </a:lnTo>
                  <a:lnTo>
                    <a:pt x="737" y="655"/>
                  </a:lnTo>
                  <a:lnTo>
                    <a:pt x="733" y="657"/>
                  </a:lnTo>
                  <a:lnTo>
                    <a:pt x="732" y="657"/>
                  </a:lnTo>
                  <a:lnTo>
                    <a:pt x="731" y="659"/>
                  </a:lnTo>
                  <a:lnTo>
                    <a:pt x="728" y="661"/>
                  </a:lnTo>
                  <a:lnTo>
                    <a:pt x="724" y="659"/>
                  </a:lnTo>
                  <a:lnTo>
                    <a:pt x="724" y="661"/>
                  </a:lnTo>
                  <a:lnTo>
                    <a:pt x="724" y="662"/>
                  </a:lnTo>
                  <a:lnTo>
                    <a:pt x="725" y="663"/>
                  </a:lnTo>
                  <a:lnTo>
                    <a:pt x="724" y="665"/>
                  </a:lnTo>
                  <a:lnTo>
                    <a:pt x="723" y="666"/>
                  </a:lnTo>
                  <a:lnTo>
                    <a:pt x="720" y="667"/>
                  </a:lnTo>
                  <a:lnTo>
                    <a:pt x="719" y="668"/>
                  </a:lnTo>
                  <a:lnTo>
                    <a:pt x="719" y="671"/>
                  </a:lnTo>
                  <a:lnTo>
                    <a:pt x="716" y="672"/>
                  </a:lnTo>
                  <a:lnTo>
                    <a:pt x="715" y="674"/>
                  </a:lnTo>
                  <a:lnTo>
                    <a:pt x="715" y="676"/>
                  </a:lnTo>
                  <a:lnTo>
                    <a:pt x="711" y="678"/>
                  </a:lnTo>
                  <a:lnTo>
                    <a:pt x="708" y="680"/>
                  </a:lnTo>
                  <a:lnTo>
                    <a:pt x="708" y="682"/>
                  </a:lnTo>
                  <a:lnTo>
                    <a:pt x="703" y="682"/>
                  </a:lnTo>
                  <a:lnTo>
                    <a:pt x="700" y="683"/>
                  </a:lnTo>
                  <a:lnTo>
                    <a:pt x="699" y="687"/>
                  </a:lnTo>
                  <a:lnTo>
                    <a:pt x="699" y="687"/>
                  </a:lnTo>
                  <a:lnTo>
                    <a:pt x="698" y="687"/>
                  </a:lnTo>
                  <a:lnTo>
                    <a:pt x="695" y="686"/>
                  </a:lnTo>
                  <a:lnTo>
                    <a:pt x="694" y="686"/>
                  </a:lnTo>
                  <a:lnTo>
                    <a:pt x="692" y="686"/>
                  </a:lnTo>
                  <a:lnTo>
                    <a:pt x="690" y="684"/>
                  </a:lnTo>
                  <a:lnTo>
                    <a:pt x="687" y="682"/>
                  </a:lnTo>
                  <a:lnTo>
                    <a:pt x="686" y="682"/>
                  </a:lnTo>
                  <a:lnTo>
                    <a:pt x="685" y="679"/>
                  </a:lnTo>
                  <a:lnTo>
                    <a:pt x="686" y="676"/>
                  </a:lnTo>
                  <a:lnTo>
                    <a:pt x="685" y="676"/>
                  </a:lnTo>
                  <a:lnTo>
                    <a:pt x="682" y="678"/>
                  </a:lnTo>
                  <a:lnTo>
                    <a:pt x="681" y="679"/>
                  </a:lnTo>
                  <a:lnTo>
                    <a:pt x="678" y="680"/>
                  </a:lnTo>
                  <a:lnTo>
                    <a:pt x="673" y="680"/>
                  </a:lnTo>
                  <a:lnTo>
                    <a:pt x="671" y="682"/>
                  </a:lnTo>
                  <a:lnTo>
                    <a:pt x="670" y="683"/>
                  </a:lnTo>
                  <a:lnTo>
                    <a:pt x="669" y="682"/>
                  </a:lnTo>
                  <a:lnTo>
                    <a:pt x="666" y="680"/>
                  </a:lnTo>
                  <a:lnTo>
                    <a:pt x="665" y="680"/>
                  </a:lnTo>
                  <a:lnTo>
                    <a:pt x="665" y="680"/>
                  </a:lnTo>
                  <a:lnTo>
                    <a:pt x="663" y="679"/>
                  </a:lnTo>
                  <a:lnTo>
                    <a:pt x="662" y="678"/>
                  </a:lnTo>
                  <a:lnTo>
                    <a:pt x="662" y="675"/>
                  </a:lnTo>
                  <a:lnTo>
                    <a:pt x="663" y="675"/>
                  </a:lnTo>
                  <a:lnTo>
                    <a:pt x="663" y="674"/>
                  </a:lnTo>
                  <a:lnTo>
                    <a:pt x="661" y="672"/>
                  </a:lnTo>
                  <a:lnTo>
                    <a:pt x="661" y="672"/>
                  </a:lnTo>
                  <a:lnTo>
                    <a:pt x="657" y="671"/>
                  </a:lnTo>
                  <a:lnTo>
                    <a:pt x="656" y="670"/>
                  </a:lnTo>
                  <a:lnTo>
                    <a:pt x="654" y="670"/>
                  </a:lnTo>
                  <a:lnTo>
                    <a:pt x="653" y="667"/>
                  </a:lnTo>
                  <a:lnTo>
                    <a:pt x="650" y="663"/>
                  </a:lnTo>
                  <a:lnTo>
                    <a:pt x="648" y="661"/>
                  </a:lnTo>
                  <a:lnTo>
                    <a:pt x="644" y="661"/>
                  </a:lnTo>
                  <a:lnTo>
                    <a:pt x="640" y="661"/>
                  </a:lnTo>
                  <a:lnTo>
                    <a:pt x="636" y="661"/>
                  </a:lnTo>
                  <a:lnTo>
                    <a:pt x="635" y="662"/>
                  </a:lnTo>
                  <a:lnTo>
                    <a:pt x="636" y="663"/>
                  </a:lnTo>
                  <a:lnTo>
                    <a:pt x="635" y="665"/>
                  </a:lnTo>
                  <a:lnTo>
                    <a:pt x="633" y="665"/>
                  </a:lnTo>
                  <a:lnTo>
                    <a:pt x="631" y="665"/>
                  </a:lnTo>
                  <a:lnTo>
                    <a:pt x="628" y="666"/>
                  </a:lnTo>
                  <a:lnTo>
                    <a:pt x="625" y="665"/>
                  </a:lnTo>
                  <a:lnTo>
                    <a:pt x="624" y="665"/>
                  </a:lnTo>
                  <a:lnTo>
                    <a:pt x="621" y="666"/>
                  </a:lnTo>
                  <a:lnTo>
                    <a:pt x="620" y="666"/>
                  </a:lnTo>
                  <a:lnTo>
                    <a:pt x="617" y="663"/>
                  </a:lnTo>
                  <a:lnTo>
                    <a:pt x="615" y="663"/>
                  </a:lnTo>
                  <a:lnTo>
                    <a:pt x="615" y="662"/>
                  </a:lnTo>
                  <a:lnTo>
                    <a:pt x="615" y="659"/>
                  </a:lnTo>
                  <a:lnTo>
                    <a:pt x="612" y="658"/>
                  </a:lnTo>
                  <a:lnTo>
                    <a:pt x="609" y="659"/>
                  </a:lnTo>
                  <a:lnTo>
                    <a:pt x="611" y="662"/>
                  </a:lnTo>
                  <a:lnTo>
                    <a:pt x="611" y="662"/>
                  </a:lnTo>
                  <a:lnTo>
                    <a:pt x="611" y="663"/>
                  </a:lnTo>
                  <a:lnTo>
                    <a:pt x="608" y="665"/>
                  </a:lnTo>
                  <a:lnTo>
                    <a:pt x="606" y="666"/>
                  </a:lnTo>
                  <a:lnTo>
                    <a:pt x="577" y="629"/>
                  </a:lnTo>
                  <a:lnTo>
                    <a:pt x="556" y="613"/>
                  </a:lnTo>
                  <a:lnTo>
                    <a:pt x="554" y="611"/>
                  </a:lnTo>
                  <a:lnTo>
                    <a:pt x="556" y="611"/>
                  </a:lnTo>
                  <a:lnTo>
                    <a:pt x="558" y="608"/>
                  </a:lnTo>
                  <a:lnTo>
                    <a:pt x="558" y="607"/>
                  </a:lnTo>
                  <a:lnTo>
                    <a:pt x="557" y="605"/>
                  </a:lnTo>
                  <a:lnTo>
                    <a:pt x="554" y="607"/>
                  </a:lnTo>
                  <a:lnTo>
                    <a:pt x="552" y="607"/>
                  </a:lnTo>
                  <a:lnTo>
                    <a:pt x="549" y="609"/>
                  </a:lnTo>
                  <a:lnTo>
                    <a:pt x="548" y="609"/>
                  </a:lnTo>
                  <a:lnTo>
                    <a:pt x="545" y="612"/>
                  </a:lnTo>
                  <a:lnTo>
                    <a:pt x="545" y="615"/>
                  </a:lnTo>
                  <a:lnTo>
                    <a:pt x="542" y="616"/>
                  </a:lnTo>
                  <a:lnTo>
                    <a:pt x="542" y="617"/>
                  </a:lnTo>
                  <a:lnTo>
                    <a:pt x="540" y="620"/>
                  </a:lnTo>
                  <a:lnTo>
                    <a:pt x="536" y="620"/>
                  </a:lnTo>
                  <a:lnTo>
                    <a:pt x="534" y="621"/>
                  </a:lnTo>
                  <a:lnTo>
                    <a:pt x="534" y="624"/>
                  </a:lnTo>
                  <a:lnTo>
                    <a:pt x="533" y="624"/>
                  </a:lnTo>
                  <a:lnTo>
                    <a:pt x="532" y="624"/>
                  </a:lnTo>
                  <a:lnTo>
                    <a:pt x="527" y="622"/>
                  </a:lnTo>
                  <a:lnTo>
                    <a:pt x="524" y="622"/>
                  </a:lnTo>
                  <a:lnTo>
                    <a:pt x="523" y="625"/>
                  </a:lnTo>
                  <a:lnTo>
                    <a:pt x="521" y="625"/>
                  </a:lnTo>
                  <a:lnTo>
                    <a:pt x="520" y="622"/>
                  </a:lnTo>
                  <a:lnTo>
                    <a:pt x="520" y="620"/>
                  </a:lnTo>
                  <a:lnTo>
                    <a:pt x="521" y="618"/>
                  </a:lnTo>
                  <a:lnTo>
                    <a:pt x="523" y="616"/>
                  </a:lnTo>
                  <a:lnTo>
                    <a:pt x="521" y="616"/>
                  </a:lnTo>
                  <a:lnTo>
                    <a:pt x="519" y="617"/>
                  </a:lnTo>
                  <a:lnTo>
                    <a:pt x="517" y="617"/>
                  </a:lnTo>
                  <a:lnTo>
                    <a:pt x="513" y="615"/>
                  </a:lnTo>
                  <a:lnTo>
                    <a:pt x="511" y="615"/>
                  </a:lnTo>
                  <a:lnTo>
                    <a:pt x="511" y="616"/>
                  </a:lnTo>
                  <a:lnTo>
                    <a:pt x="512" y="617"/>
                  </a:lnTo>
                  <a:lnTo>
                    <a:pt x="511" y="618"/>
                  </a:lnTo>
                  <a:lnTo>
                    <a:pt x="509" y="618"/>
                  </a:lnTo>
                  <a:lnTo>
                    <a:pt x="508" y="616"/>
                  </a:lnTo>
                  <a:lnTo>
                    <a:pt x="507" y="612"/>
                  </a:lnTo>
                  <a:lnTo>
                    <a:pt x="503" y="609"/>
                  </a:lnTo>
                  <a:lnTo>
                    <a:pt x="503" y="609"/>
                  </a:lnTo>
                  <a:lnTo>
                    <a:pt x="503" y="612"/>
                  </a:lnTo>
                  <a:lnTo>
                    <a:pt x="503" y="615"/>
                  </a:lnTo>
                  <a:lnTo>
                    <a:pt x="502" y="615"/>
                  </a:lnTo>
                  <a:lnTo>
                    <a:pt x="502" y="612"/>
                  </a:lnTo>
                  <a:lnTo>
                    <a:pt x="499" y="612"/>
                  </a:lnTo>
                  <a:lnTo>
                    <a:pt x="499" y="615"/>
                  </a:lnTo>
                  <a:lnTo>
                    <a:pt x="498" y="615"/>
                  </a:lnTo>
                  <a:lnTo>
                    <a:pt x="496" y="613"/>
                  </a:lnTo>
                  <a:lnTo>
                    <a:pt x="494" y="615"/>
                  </a:lnTo>
                  <a:lnTo>
                    <a:pt x="492" y="615"/>
                  </a:lnTo>
                  <a:lnTo>
                    <a:pt x="491" y="612"/>
                  </a:lnTo>
                  <a:lnTo>
                    <a:pt x="492" y="612"/>
                  </a:lnTo>
                  <a:lnTo>
                    <a:pt x="492" y="611"/>
                  </a:lnTo>
                  <a:lnTo>
                    <a:pt x="492" y="608"/>
                  </a:lnTo>
                  <a:lnTo>
                    <a:pt x="492" y="607"/>
                  </a:lnTo>
                  <a:lnTo>
                    <a:pt x="492" y="605"/>
                  </a:lnTo>
                  <a:lnTo>
                    <a:pt x="491" y="604"/>
                  </a:lnTo>
                  <a:lnTo>
                    <a:pt x="490" y="601"/>
                  </a:lnTo>
                  <a:lnTo>
                    <a:pt x="488" y="600"/>
                  </a:lnTo>
                  <a:lnTo>
                    <a:pt x="487" y="599"/>
                  </a:lnTo>
                  <a:lnTo>
                    <a:pt x="487" y="596"/>
                  </a:lnTo>
                  <a:lnTo>
                    <a:pt x="484" y="596"/>
                  </a:lnTo>
                  <a:lnTo>
                    <a:pt x="482" y="597"/>
                  </a:lnTo>
                  <a:lnTo>
                    <a:pt x="479" y="597"/>
                  </a:lnTo>
                  <a:lnTo>
                    <a:pt x="477" y="595"/>
                  </a:lnTo>
                  <a:lnTo>
                    <a:pt x="473" y="595"/>
                  </a:lnTo>
                  <a:lnTo>
                    <a:pt x="470" y="593"/>
                  </a:lnTo>
                  <a:lnTo>
                    <a:pt x="469" y="595"/>
                  </a:lnTo>
                  <a:lnTo>
                    <a:pt x="466" y="595"/>
                  </a:lnTo>
                  <a:lnTo>
                    <a:pt x="465" y="596"/>
                  </a:lnTo>
                  <a:lnTo>
                    <a:pt x="463" y="597"/>
                  </a:lnTo>
                  <a:lnTo>
                    <a:pt x="461" y="599"/>
                  </a:lnTo>
                  <a:lnTo>
                    <a:pt x="459" y="599"/>
                  </a:lnTo>
                  <a:lnTo>
                    <a:pt x="461" y="600"/>
                  </a:lnTo>
                  <a:lnTo>
                    <a:pt x="461" y="603"/>
                  </a:lnTo>
                  <a:lnTo>
                    <a:pt x="457" y="603"/>
                  </a:lnTo>
                  <a:lnTo>
                    <a:pt x="455" y="603"/>
                  </a:lnTo>
                  <a:lnTo>
                    <a:pt x="454" y="604"/>
                  </a:lnTo>
                  <a:lnTo>
                    <a:pt x="451" y="605"/>
                  </a:lnTo>
                  <a:lnTo>
                    <a:pt x="450" y="605"/>
                  </a:lnTo>
                  <a:lnTo>
                    <a:pt x="449" y="605"/>
                  </a:lnTo>
                  <a:lnTo>
                    <a:pt x="444" y="609"/>
                  </a:lnTo>
                  <a:lnTo>
                    <a:pt x="441" y="611"/>
                  </a:lnTo>
                  <a:lnTo>
                    <a:pt x="440" y="612"/>
                  </a:lnTo>
                  <a:lnTo>
                    <a:pt x="437" y="611"/>
                  </a:lnTo>
                  <a:lnTo>
                    <a:pt x="436" y="611"/>
                  </a:lnTo>
                  <a:lnTo>
                    <a:pt x="434" y="611"/>
                  </a:lnTo>
                  <a:lnTo>
                    <a:pt x="434" y="613"/>
                  </a:lnTo>
                  <a:lnTo>
                    <a:pt x="432" y="613"/>
                  </a:lnTo>
                  <a:lnTo>
                    <a:pt x="430" y="615"/>
                  </a:lnTo>
                  <a:lnTo>
                    <a:pt x="430" y="616"/>
                  </a:lnTo>
                  <a:lnTo>
                    <a:pt x="429" y="617"/>
                  </a:lnTo>
                  <a:lnTo>
                    <a:pt x="428" y="617"/>
                  </a:lnTo>
                  <a:lnTo>
                    <a:pt x="426" y="617"/>
                  </a:lnTo>
                  <a:lnTo>
                    <a:pt x="424" y="618"/>
                  </a:lnTo>
                  <a:lnTo>
                    <a:pt x="421" y="618"/>
                  </a:lnTo>
                  <a:lnTo>
                    <a:pt x="419" y="620"/>
                  </a:lnTo>
                  <a:lnTo>
                    <a:pt x="417" y="621"/>
                  </a:lnTo>
                  <a:lnTo>
                    <a:pt x="415" y="621"/>
                  </a:lnTo>
                  <a:lnTo>
                    <a:pt x="412" y="622"/>
                  </a:lnTo>
                  <a:lnTo>
                    <a:pt x="409" y="622"/>
                  </a:lnTo>
                  <a:lnTo>
                    <a:pt x="405" y="624"/>
                  </a:lnTo>
                  <a:lnTo>
                    <a:pt x="404" y="626"/>
                  </a:lnTo>
                  <a:lnTo>
                    <a:pt x="403" y="628"/>
                  </a:lnTo>
                  <a:lnTo>
                    <a:pt x="401" y="625"/>
                  </a:lnTo>
                  <a:lnTo>
                    <a:pt x="400" y="625"/>
                  </a:lnTo>
                  <a:lnTo>
                    <a:pt x="397" y="626"/>
                  </a:lnTo>
                  <a:lnTo>
                    <a:pt x="397" y="628"/>
                  </a:lnTo>
                  <a:lnTo>
                    <a:pt x="397" y="629"/>
                  </a:lnTo>
                  <a:lnTo>
                    <a:pt x="395" y="628"/>
                  </a:lnTo>
                  <a:lnTo>
                    <a:pt x="392" y="628"/>
                  </a:lnTo>
                  <a:lnTo>
                    <a:pt x="391" y="626"/>
                  </a:lnTo>
                  <a:lnTo>
                    <a:pt x="390" y="626"/>
                  </a:lnTo>
                  <a:lnTo>
                    <a:pt x="388" y="628"/>
                  </a:lnTo>
                  <a:lnTo>
                    <a:pt x="386" y="629"/>
                  </a:lnTo>
                  <a:lnTo>
                    <a:pt x="384" y="629"/>
                  </a:lnTo>
                  <a:lnTo>
                    <a:pt x="386" y="632"/>
                  </a:lnTo>
                  <a:lnTo>
                    <a:pt x="386" y="633"/>
                  </a:lnTo>
                  <a:lnTo>
                    <a:pt x="387" y="634"/>
                  </a:lnTo>
                  <a:lnTo>
                    <a:pt x="390" y="633"/>
                  </a:lnTo>
                  <a:lnTo>
                    <a:pt x="391" y="636"/>
                  </a:lnTo>
                  <a:lnTo>
                    <a:pt x="388" y="636"/>
                  </a:lnTo>
                  <a:lnTo>
                    <a:pt x="387" y="637"/>
                  </a:lnTo>
                  <a:lnTo>
                    <a:pt x="387" y="638"/>
                  </a:lnTo>
                  <a:lnTo>
                    <a:pt x="390" y="638"/>
                  </a:lnTo>
                  <a:lnTo>
                    <a:pt x="392" y="640"/>
                  </a:lnTo>
                  <a:lnTo>
                    <a:pt x="394" y="638"/>
                  </a:lnTo>
                  <a:lnTo>
                    <a:pt x="396" y="638"/>
                  </a:lnTo>
                  <a:lnTo>
                    <a:pt x="397" y="641"/>
                  </a:lnTo>
                  <a:lnTo>
                    <a:pt x="400" y="641"/>
                  </a:lnTo>
                  <a:lnTo>
                    <a:pt x="400" y="643"/>
                  </a:lnTo>
                  <a:lnTo>
                    <a:pt x="399" y="645"/>
                  </a:lnTo>
                  <a:lnTo>
                    <a:pt x="396" y="643"/>
                  </a:lnTo>
                  <a:lnTo>
                    <a:pt x="392" y="643"/>
                  </a:lnTo>
                  <a:lnTo>
                    <a:pt x="390" y="646"/>
                  </a:lnTo>
                  <a:lnTo>
                    <a:pt x="387" y="650"/>
                  </a:lnTo>
                  <a:lnTo>
                    <a:pt x="387" y="653"/>
                  </a:lnTo>
                  <a:lnTo>
                    <a:pt x="388" y="653"/>
                  </a:lnTo>
                  <a:lnTo>
                    <a:pt x="390" y="655"/>
                  </a:lnTo>
                  <a:lnTo>
                    <a:pt x="387" y="658"/>
                  </a:lnTo>
                  <a:lnTo>
                    <a:pt x="387" y="661"/>
                  </a:lnTo>
                  <a:lnTo>
                    <a:pt x="384" y="661"/>
                  </a:lnTo>
                  <a:lnTo>
                    <a:pt x="384" y="662"/>
                  </a:lnTo>
                  <a:lnTo>
                    <a:pt x="386" y="663"/>
                  </a:lnTo>
                  <a:lnTo>
                    <a:pt x="386" y="665"/>
                  </a:lnTo>
                  <a:lnTo>
                    <a:pt x="388" y="665"/>
                  </a:lnTo>
                  <a:lnTo>
                    <a:pt x="390" y="666"/>
                  </a:lnTo>
                  <a:lnTo>
                    <a:pt x="392" y="667"/>
                  </a:lnTo>
                  <a:lnTo>
                    <a:pt x="392" y="668"/>
                  </a:lnTo>
                  <a:lnTo>
                    <a:pt x="395" y="670"/>
                  </a:lnTo>
                  <a:lnTo>
                    <a:pt x="399" y="670"/>
                  </a:lnTo>
                  <a:lnTo>
                    <a:pt x="400" y="671"/>
                  </a:lnTo>
                  <a:lnTo>
                    <a:pt x="400" y="680"/>
                  </a:lnTo>
                  <a:lnTo>
                    <a:pt x="399" y="683"/>
                  </a:lnTo>
                  <a:lnTo>
                    <a:pt x="395" y="684"/>
                  </a:lnTo>
                  <a:lnTo>
                    <a:pt x="392" y="683"/>
                  </a:lnTo>
                  <a:lnTo>
                    <a:pt x="388" y="682"/>
                  </a:lnTo>
                  <a:lnTo>
                    <a:pt x="387" y="682"/>
                  </a:lnTo>
                  <a:lnTo>
                    <a:pt x="387" y="684"/>
                  </a:lnTo>
                  <a:lnTo>
                    <a:pt x="386" y="687"/>
                  </a:lnTo>
                  <a:lnTo>
                    <a:pt x="383" y="687"/>
                  </a:lnTo>
                  <a:lnTo>
                    <a:pt x="379" y="686"/>
                  </a:lnTo>
                  <a:lnTo>
                    <a:pt x="375" y="686"/>
                  </a:lnTo>
                  <a:lnTo>
                    <a:pt x="374" y="684"/>
                  </a:lnTo>
                  <a:lnTo>
                    <a:pt x="372" y="686"/>
                  </a:lnTo>
                  <a:lnTo>
                    <a:pt x="370" y="684"/>
                  </a:lnTo>
                  <a:lnTo>
                    <a:pt x="369" y="682"/>
                  </a:lnTo>
                  <a:lnTo>
                    <a:pt x="370" y="680"/>
                  </a:lnTo>
                  <a:lnTo>
                    <a:pt x="371" y="679"/>
                  </a:lnTo>
                  <a:lnTo>
                    <a:pt x="369" y="678"/>
                  </a:lnTo>
                  <a:lnTo>
                    <a:pt x="366" y="676"/>
                  </a:lnTo>
                  <a:lnTo>
                    <a:pt x="365" y="679"/>
                  </a:lnTo>
                  <a:lnTo>
                    <a:pt x="362" y="678"/>
                  </a:lnTo>
                  <a:lnTo>
                    <a:pt x="361" y="679"/>
                  </a:lnTo>
                  <a:lnTo>
                    <a:pt x="361" y="682"/>
                  </a:lnTo>
                  <a:lnTo>
                    <a:pt x="357" y="682"/>
                  </a:lnTo>
                  <a:lnTo>
                    <a:pt x="357" y="680"/>
                  </a:lnTo>
                  <a:lnTo>
                    <a:pt x="353" y="678"/>
                  </a:lnTo>
                  <a:lnTo>
                    <a:pt x="350" y="678"/>
                  </a:lnTo>
                  <a:lnTo>
                    <a:pt x="350" y="680"/>
                  </a:lnTo>
                  <a:lnTo>
                    <a:pt x="347" y="678"/>
                  </a:lnTo>
                  <a:lnTo>
                    <a:pt x="346" y="679"/>
                  </a:lnTo>
                  <a:lnTo>
                    <a:pt x="346" y="680"/>
                  </a:lnTo>
                  <a:lnTo>
                    <a:pt x="344" y="682"/>
                  </a:lnTo>
                  <a:lnTo>
                    <a:pt x="344" y="686"/>
                  </a:lnTo>
                  <a:lnTo>
                    <a:pt x="341" y="688"/>
                  </a:lnTo>
                  <a:lnTo>
                    <a:pt x="338" y="687"/>
                  </a:lnTo>
                  <a:lnTo>
                    <a:pt x="337" y="684"/>
                  </a:lnTo>
                  <a:lnTo>
                    <a:pt x="333" y="684"/>
                  </a:lnTo>
                  <a:lnTo>
                    <a:pt x="332" y="682"/>
                  </a:lnTo>
                  <a:lnTo>
                    <a:pt x="329" y="683"/>
                  </a:lnTo>
                  <a:lnTo>
                    <a:pt x="329" y="687"/>
                  </a:lnTo>
                  <a:lnTo>
                    <a:pt x="328" y="688"/>
                  </a:lnTo>
                  <a:lnTo>
                    <a:pt x="326" y="688"/>
                  </a:lnTo>
                  <a:lnTo>
                    <a:pt x="326" y="686"/>
                  </a:lnTo>
                  <a:lnTo>
                    <a:pt x="325" y="684"/>
                  </a:lnTo>
                  <a:lnTo>
                    <a:pt x="322" y="684"/>
                  </a:lnTo>
                  <a:lnTo>
                    <a:pt x="320" y="682"/>
                  </a:lnTo>
                  <a:lnTo>
                    <a:pt x="318" y="679"/>
                  </a:lnTo>
                  <a:lnTo>
                    <a:pt x="316" y="679"/>
                  </a:lnTo>
                  <a:lnTo>
                    <a:pt x="313" y="675"/>
                  </a:lnTo>
                  <a:lnTo>
                    <a:pt x="312" y="675"/>
                  </a:lnTo>
                  <a:lnTo>
                    <a:pt x="311" y="674"/>
                  </a:lnTo>
                  <a:lnTo>
                    <a:pt x="308" y="674"/>
                  </a:lnTo>
                  <a:lnTo>
                    <a:pt x="304" y="675"/>
                  </a:lnTo>
                  <a:lnTo>
                    <a:pt x="301" y="674"/>
                  </a:lnTo>
                  <a:lnTo>
                    <a:pt x="300" y="670"/>
                  </a:lnTo>
                  <a:lnTo>
                    <a:pt x="297" y="670"/>
                  </a:lnTo>
                  <a:lnTo>
                    <a:pt x="296" y="672"/>
                  </a:lnTo>
                  <a:lnTo>
                    <a:pt x="293" y="672"/>
                  </a:lnTo>
                  <a:lnTo>
                    <a:pt x="293" y="674"/>
                  </a:lnTo>
                  <a:lnTo>
                    <a:pt x="291" y="675"/>
                  </a:lnTo>
                  <a:lnTo>
                    <a:pt x="291" y="674"/>
                  </a:lnTo>
                  <a:lnTo>
                    <a:pt x="290" y="674"/>
                  </a:lnTo>
                  <a:lnTo>
                    <a:pt x="290" y="676"/>
                  </a:lnTo>
                  <a:lnTo>
                    <a:pt x="287" y="678"/>
                  </a:lnTo>
                  <a:lnTo>
                    <a:pt x="286" y="676"/>
                  </a:lnTo>
                  <a:lnTo>
                    <a:pt x="287" y="674"/>
                  </a:lnTo>
                  <a:lnTo>
                    <a:pt x="288" y="672"/>
                  </a:lnTo>
                  <a:lnTo>
                    <a:pt x="284" y="671"/>
                  </a:lnTo>
                  <a:lnTo>
                    <a:pt x="282" y="670"/>
                  </a:lnTo>
                  <a:lnTo>
                    <a:pt x="280" y="671"/>
                  </a:lnTo>
                  <a:lnTo>
                    <a:pt x="282" y="672"/>
                  </a:lnTo>
                  <a:lnTo>
                    <a:pt x="282" y="675"/>
                  </a:lnTo>
                  <a:lnTo>
                    <a:pt x="279" y="675"/>
                  </a:lnTo>
                  <a:lnTo>
                    <a:pt x="276" y="676"/>
                  </a:lnTo>
                  <a:lnTo>
                    <a:pt x="275" y="679"/>
                  </a:lnTo>
                  <a:lnTo>
                    <a:pt x="274" y="679"/>
                  </a:lnTo>
                  <a:lnTo>
                    <a:pt x="271" y="682"/>
                  </a:lnTo>
                  <a:lnTo>
                    <a:pt x="270" y="684"/>
                  </a:lnTo>
                  <a:lnTo>
                    <a:pt x="271" y="686"/>
                  </a:lnTo>
                  <a:lnTo>
                    <a:pt x="271" y="690"/>
                  </a:lnTo>
                  <a:lnTo>
                    <a:pt x="267" y="690"/>
                  </a:lnTo>
                  <a:lnTo>
                    <a:pt x="265" y="690"/>
                  </a:lnTo>
                  <a:lnTo>
                    <a:pt x="267" y="699"/>
                  </a:lnTo>
                  <a:lnTo>
                    <a:pt x="266" y="700"/>
                  </a:lnTo>
                  <a:lnTo>
                    <a:pt x="266" y="704"/>
                  </a:lnTo>
                  <a:lnTo>
                    <a:pt x="262" y="704"/>
                  </a:lnTo>
                  <a:lnTo>
                    <a:pt x="258" y="701"/>
                  </a:lnTo>
                  <a:lnTo>
                    <a:pt x="258" y="700"/>
                  </a:lnTo>
                  <a:lnTo>
                    <a:pt x="251" y="693"/>
                  </a:lnTo>
                  <a:lnTo>
                    <a:pt x="250" y="696"/>
                  </a:lnTo>
                  <a:lnTo>
                    <a:pt x="250" y="699"/>
                  </a:lnTo>
                  <a:lnTo>
                    <a:pt x="246" y="703"/>
                  </a:lnTo>
                  <a:lnTo>
                    <a:pt x="245" y="704"/>
                  </a:lnTo>
                  <a:lnTo>
                    <a:pt x="245" y="709"/>
                  </a:lnTo>
                  <a:lnTo>
                    <a:pt x="246" y="712"/>
                  </a:lnTo>
                  <a:lnTo>
                    <a:pt x="246" y="718"/>
                  </a:lnTo>
                  <a:lnTo>
                    <a:pt x="243" y="724"/>
                  </a:lnTo>
                  <a:lnTo>
                    <a:pt x="249" y="725"/>
                  </a:lnTo>
                  <a:lnTo>
                    <a:pt x="250" y="728"/>
                  </a:lnTo>
                  <a:lnTo>
                    <a:pt x="250" y="730"/>
                  </a:lnTo>
                  <a:lnTo>
                    <a:pt x="254" y="733"/>
                  </a:lnTo>
                  <a:lnTo>
                    <a:pt x="255" y="732"/>
                  </a:lnTo>
                  <a:lnTo>
                    <a:pt x="262" y="734"/>
                  </a:lnTo>
                  <a:lnTo>
                    <a:pt x="267" y="738"/>
                  </a:lnTo>
                  <a:lnTo>
                    <a:pt x="272" y="747"/>
                  </a:lnTo>
                  <a:lnTo>
                    <a:pt x="268" y="747"/>
                  </a:lnTo>
                  <a:lnTo>
                    <a:pt x="267" y="749"/>
                  </a:lnTo>
                  <a:lnTo>
                    <a:pt x="272" y="751"/>
                  </a:lnTo>
                  <a:lnTo>
                    <a:pt x="275" y="750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4"/>
                  </a:lnTo>
                  <a:lnTo>
                    <a:pt x="278" y="755"/>
                  </a:lnTo>
                  <a:lnTo>
                    <a:pt x="276" y="755"/>
                  </a:lnTo>
                  <a:lnTo>
                    <a:pt x="276" y="755"/>
                  </a:lnTo>
                  <a:lnTo>
                    <a:pt x="278" y="757"/>
                  </a:lnTo>
                  <a:lnTo>
                    <a:pt x="276" y="758"/>
                  </a:lnTo>
                  <a:lnTo>
                    <a:pt x="276" y="758"/>
                  </a:lnTo>
                  <a:lnTo>
                    <a:pt x="276" y="759"/>
                  </a:lnTo>
                  <a:lnTo>
                    <a:pt x="275" y="759"/>
                  </a:lnTo>
                  <a:lnTo>
                    <a:pt x="274" y="759"/>
                  </a:lnTo>
                  <a:lnTo>
                    <a:pt x="272" y="759"/>
                  </a:lnTo>
                  <a:lnTo>
                    <a:pt x="270" y="759"/>
                  </a:lnTo>
                  <a:lnTo>
                    <a:pt x="274" y="761"/>
                  </a:lnTo>
                  <a:lnTo>
                    <a:pt x="274" y="762"/>
                  </a:lnTo>
                  <a:lnTo>
                    <a:pt x="274" y="763"/>
                  </a:lnTo>
                  <a:lnTo>
                    <a:pt x="272" y="762"/>
                  </a:lnTo>
                  <a:lnTo>
                    <a:pt x="271" y="762"/>
                  </a:lnTo>
                  <a:lnTo>
                    <a:pt x="270" y="762"/>
                  </a:lnTo>
                  <a:lnTo>
                    <a:pt x="268" y="762"/>
                  </a:lnTo>
                  <a:lnTo>
                    <a:pt x="270" y="763"/>
                  </a:lnTo>
                  <a:lnTo>
                    <a:pt x="270" y="763"/>
                  </a:lnTo>
                  <a:lnTo>
                    <a:pt x="268" y="765"/>
                  </a:lnTo>
                  <a:lnTo>
                    <a:pt x="267" y="765"/>
                  </a:lnTo>
                  <a:lnTo>
                    <a:pt x="266" y="766"/>
                  </a:lnTo>
                  <a:lnTo>
                    <a:pt x="265" y="765"/>
                  </a:lnTo>
                  <a:lnTo>
                    <a:pt x="265" y="766"/>
                  </a:lnTo>
                  <a:lnTo>
                    <a:pt x="263" y="767"/>
                  </a:lnTo>
                  <a:lnTo>
                    <a:pt x="262" y="766"/>
                  </a:lnTo>
                  <a:lnTo>
                    <a:pt x="262" y="766"/>
                  </a:lnTo>
                  <a:lnTo>
                    <a:pt x="261" y="767"/>
                  </a:lnTo>
                  <a:lnTo>
                    <a:pt x="261" y="768"/>
                  </a:lnTo>
                  <a:lnTo>
                    <a:pt x="259" y="771"/>
                  </a:lnTo>
                  <a:lnTo>
                    <a:pt x="258" y="772"/>
                  </a:lnTo>
                  <a:lnTo>
                    <a:pt x="258" y="775"/>
                  </a:lnTo>
                  <a:lnTo>
                    <a:pt x="257" y="776"/>
                  </a:lnTo>
                  <a:lnTo>
                    <a:pt x="257" y="780"/>
                  </a:lnTo>
                  <a:lnTo>
                    <a:pt x="255" y="782"/>
                  </a:lnTo>
                  <a:lnTo>
                    <a:pt x="254" y="784"/>
                  </a:lnTo>
                  <a:lnTo>
                    <a:pt x="255" y="788"/>
                  </a:lnTo>
                  <a:lnTo>
                    <a:pt x="258" y="788"/>
                  </a:lnTo>
                  <a:lnTo>
                    <a:pt x="259" y="788"/>
                  </a:lnTo>
                  <a:lnTo>
                    <a:pt x="261" y="790"/>
                  </a:lnTo>
                  <a:lnTo>
                    <a:pt x="263" y="791"/>
                  </a:lnTo>
                  <a:lnTo>
                    <a:pt x="263" y="795"/>
                  </a:lnTo>
                  <a:lnTo>
                    <a:pt x="266" y="796"/>
                  </a:lnTo>
                  <a:lnTo>
                    <a:pt x="267" y="795"/>
                  </a:lnTo>
                  <a:lnTo>
                    <a:pt x="268" y="795"/>
                  </a:lnTo>
                  <a:lnTo>
                    <a:pt x="267" y="797"/>
                  </a:lnTo>
                  <a:lnTo>
                    <a:pt x="267" y="799"/>
                  </a:lnTo>
                  <a:lnTo>
                    <a:pt x="266" y="799"/>
                  </a:lnTo>
                  <a:lnTo>
                    <a:pt x="265" y="800"/>
                  </a:lnTo>
                  <a:lnTo>
                    <a:pt x="267" y="800"/>
                  </a:lnTo>
                  <a:lnTo>
                    <a:pt x="267" y="801"/>
                  </a:lnTo>
                  <a:lnTo>
                    <a:pt x="267" y="804"/>
                  </a:lnTo>
                  <a:lnTo>
                    <a:pt x="268" y="807"/>
                  </a:lnTo>
                  <a:lnTo>
                    <a:pt x="270" y="809"/>
                  </a:lnTo>
                  <a:lnTo>
                    <a:pt x="271" y="812"/>
                  </a:lnTo>
                  <a:lnTo>
                    <a:pt x="275" y="818"/>
                  </a:lnTo>
                  <a:lnTo>
                    <a:pt x="282" y="822"/>
                  </a:lnTo>
                  <a:lnTo>
                    <a:pt x="283" y="824"/>
                  </a:lnTo>
                  <a:lnTo>
                    <a:pt x="283" y="824"/>
                  </a:lnTo>
                  <a:lnTo>
                    <a:pt x="278" y="829"/>
                  </a:lnTo>
                  <a:lnTo>
                    <a:pt x="275" y="830"/>
                  </a:lnTo>
                  <a:lnTo>
                    <a:pt x="274" y="833"/>
                  </a:lnTo>
                  <a:lnTo>
                    <a:pt x="268" y="832"/>
                  </a:lnTo>
                  <a:lnTo>
                    <a:pt x="267" y="829"/>
                  </a:lnTo>
                  <a:lnTo>
                    <a:pt x="262" y="825"/>
                  </a:lnTo>
                  <a:lnTo>
                    <a:pt x="258" y="825"/>
                  </a:lnTo>
                  <a:lnTo>
                    <a:pt x="257" y="829"/>
                  </a:lnTo>
                  <a:lnTo>
                    <a:pt x="259" y="830"/>
                  </a:lnTo>
                  <a:lnTo>
                    <a:pt x="262" y="833"/>
                  </a:lnTo>
                  <a:lnTo>
                    <a:pt x="261" y="837"/>
                  </a:lnTo>
                  <a:lnTo>
                    <a:pt x="257" y="836"/>
                  </a:lnTo>
                  <a:lnTo>
                    <a:pt x="253" y="836"/>
                  </a:lnTo>
                  <a:lnTo>
                    <a:pt x="246" y="832"/>
                  </a:lnTo>
                  <a:lnTo>
                    <a:pt x="241" y="833"/>
                  </a:lnTo>
                  <a:lnTo>
                    <a:pt x="241" y="834"/>
                  </a:lnTo>
                  <a:lnTo>
                    <a:pt x="241" y="834"/>
                  </a:lnTo>
                  <a:lnTo>
                    <a:pt x="233" y="834"/>
                  </a:lnTo>
                  <a:lnTo>
                    <a:pt x="232" y="834"/>
                  </a:lnTo>
                  <a:lnTo>
                    <a:pt x="226" y="836"/>
                  </a:lnTo>
                  <a:lnTo>
                    <a:pt x="222" y="837"/>
                  </a:lnTo>
                  <a:lnTo>
                    <a:pt x="222" y="837"/>
                  </a:lnTo>
                  <a:lnTo>
                    <a:pt x="221" y="836"/>
                  </a:lnTo>
                  <a:lnTo>
                    <a:pt x="216" y="832"/>
                  </a:lnTo>
                  <a:lnTo>
                    <a:pt x="213" y="832"/>
                  </a:lnTo>
                  <a:lnTo>
                    <a:pt x="212" y="833"/>
                  </a:lnTo>
                  <a:lnTo>
                    <a:pt x="211" y="833"/>
                  </a:lnTo>
                  <a:lnTo>
                    <a:pt x="208" y="832"/>
                  </a:lnTo>
                  <a:lnTo>
                    <a:pt x="207" y="833"/>
                  </a:lnTo>
                  <a:lnTo>
                    <a:pt x="205" y="833"/>
                  </a:lnTo>
                  <a:lnTo>
                    <a:pt x="204" y="830"/>
                  </a:lnTo>
                  <a:lnTo>
                    <a:pt x="203" y="830"/>
                  </a:lnTo>
                  <a:lnTo>
                    <a:pt x="203" y="830"/>
                  </a:lnTo>
                  <a:lnTo>
                    <a:pt x="204" y="830"/>
                  </a:lnTo>
                  <a:lnTo>
                    <a:pt x="203" y="828"/>
                  </a:lnTo>
                  <a:lnTo>
                    <a:pt x="204" y="826"/>
                  </a:lnTo>
                  <a:lnTo>
                    <a:pt x="201" y="822"/>
                  </a:lnTo>
                  <a:lnTo>
                    <a:pt x="201" y="817"/>
                  </a:lnTo>
                  <a:lnTo>
                    <a:pt x="200" y="816"/>
                  </a:lnTo>
                  <a:lnTo>
                    <a:pt x="197" y="812"/>
                  </a:lnTo>
                  <a:lnTo>
                    <a:pt x="195" y="812"/>
                  </a:lnTo>
                  <a:lnTo>
                    <a:pt x="193" y="811"/>
                  </a:lnTo>
                  <a:lnTo>
                    <a:pt x="191" y="808"/>
                  </a:lnTo>
                  <a:lnTo>
                    <a:pt x="189" y="808"/>
                  </a:lnTo>
                  <a:lnTo>
                    <a:pt x="188" y="808"/>
                  </a:lnTo>
                  <a:lnTo>
                    <a:pt x="187" y="808"/>
                  </a:lnTo>
                  <a:lnTo>
                    <a:pt x="184" y="804"/>
                  </a:lnTo>
                  <a:lnTo>
                    <a:pt x="183" y="804"/>
                  </a:lnTo>
                  <a:lnTo>
                    <a:pt x="180" y="804"/>
                  </a:lnTo>
                  <a:lnTo>
                    <a:pt x="180" y="803"/>
                  </a:lnTo>
                  <a:lnTo>
                    <a:pt x="178" y="801"/>
                  </a:lnTo>
                  <a:lnTo>
                    <a:pt x="176" y="800"/>
                  </a:lnTo>
                  <a:lnTo>
                    <a:pt x="176" y="799"/>
                  </a:lnTo>
                  <a:lnTo>
                    <a:pt x="174" y="799"/>
                  </a:lnTo>
                  <a:lnTo>
                    <a:pt x="172" y="795"/>
                  </a:lnTo>
                  <a:lnTo>
                    <a:pt x="164" y="790"/>
                  </a:lnTo>
                  <a:lnTo>
                    <a:pt x="162" y="790"/>
                  </a:lnTo>
                  <a:lnTo>
                    <a:pt x="157" y="786"/>
                  </a:lnTo>
                  <a:lnTo>
                    <a:pt x="153" y="787"/>
                  </a:lnTo>
                  <a:lnTo>
                    <a:pt x="150" y="784"/>
                  </a:lnTo>
                  <a:lnTo>
                    <a:pt x="150" y="782"/>
                  </a:lnTo>
                  <a:lnTo>
                    <a:pt x="146" y="779"/>
                  </a:lnTo>
                  <a:lnTo>
                    <a:pt x="145" y="779"/>
                  </a:lnTo>
                  <a:lnTo>
                    <a:pt x="142" y="779"/>
                  </a:lnTo>
                  <a:lnTo>
                    <a:pt x="143" y="778"/>
                  </a:lnTo>
                  <a:lnTo>
                    <a:pt x="146" y="776"/>
                  </a:lnTo>
                  <a:lnTo>
                    <a:pt x="145" y="775"/>
                  </a:lnTo>
                  <a:lnTo>
                    <a:pt x="145" y="774"/>
                  </a:lnTo>
                  <a:lnTo>
                    <a:pt x="147" y="775"/>
                  </a:lnTo>
                  <a:lnTo>
                    <a:pt x="149" y="776"/>
                  </a:lnTo>
                  <a:lnTo>
                    <a:pt x="150" y="776"/>
                  </a:lnTo>
                  <a:lnTo>
                    <a:pt x="153" y="776"/>
                  </a:lnTo>
                  <a:lnTo>
                    <a:pt x="153" y="772"/>
                  </a:lnTo>
                  <a:lnTo>
                    <a:pt x="151" y="772"/>
                  </a:lnTo>
                  <a:lnTo>
                    <a:pt x="151" y="770"/>
                  </a:lnTo>
                  <a:lnTo>
                    <a:pt x="154" y="767"/>
                  </a:lnTo>
                  <a:lnTo>
                    <a:pt x="154" y="766"/>
                  </a:lnTo>
                  <a:lnTo>
                    <a:pt x="155" y="766"/>
                  </a:lnTo>
                  <a:lnTo>
                    <a:pt x="157" y="766"/>
                  </a:lnTo>
                  <a:lnTo>
                    <a:pt x="158" y="765"/>
                  </a:lnTo>
                  <a:lnTo>
                    <a:pt x="159" y="763"/>
                  </a:lnTo>
                  <a:lnTo>
                    <a:pt x="159" y="763"/>
                  </a:lnTo>
                  <a:lnTo>
                    <a:pt x="157" y="762"/>
                  </a:lnTo>
                  <a:lnTo>
                    <a:pt x="157" y="761"/>
                  </a:lnTo>
                  <a:lnTo>
                    <a:pt x="155" y="762"/>
                  </a:lnTo>
                  <a:lnTo>
                    <a:pt x="153" y="761"/>
                  </a:lnTo>
                  <a:lnTo>
                    <a:pt x="151" y="757"/>
                  </a:lnTo>
                  <a:lnTo>
                    <a:pt x="155" y="757"/>
                  </a:lnTo>
                  <a:lnTo>
                    <a:pt x="158" y="757"/>
                  </a:lnTo>
                  <a:lnTo>
                    <a:pt x="160" y="755"/>
                  </a:lnTo>
                  <a:lnTo>
                    <a:pt x="158" y="755"/>
                  </a:lnTo>
                  <a:lnTo>
                    <a:pt x="158" y="754"/>
                  </a:lnTo>
                  <a:lnTo>
                    <a:pt x="159" y="753"/>
                  </a:lnTo>
                  <a:lnTo>
                    <a:pt x="166" y="749"/>
                  </a:lnTo>
                  <a:lnTo>
                    <a:pt x="167" y="747"/>
                  </a:lnTo>
                  <a:lnTo>
                    <a:pt x="166" y="746"/>
                  </a:lnTo>
                  <a:lnTo>
                    <a:pt x="163" y="746"/>
                  </a:lnTo>
                  <a:lnTo>
                    <a:pt x="160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2"/>
                  </a:lnTo>
                  <a:lnTo>
                    <a:pt x="159" y="742"/>
                  </a:lnTo>
                  <a:lnTo>
                    <a:pt x="162" y="737"/>
                  </a:lnTo>
                  <a:lnTo>
                    <a:pt x="167" y="737"/>
                  </a:lnTo>
                  <a:lnTo>
                    <a:pt x="170" y="736"/>
                  </a:lnTo>
                  <a:lnTo>
                    <a:pt x="170" y="733"/>
                  </a:lnTo>
                  <a:lnTo>
                    <a:pt x="171" y="728"/>
                  </a:lnTo>
                  <a:lnTo>
                    <a:pt x="170" y="725"/>
                  </a:lnTo>
                  <a:lnTo>
                    <a:pt x="167" y="722"/>
                  </a:lnTo>
                  <a:lnTo>
                    <a:pt x="167" y="717"/>
                  </a:lnTo>
                  <a:lnTo>
                    <a:pt x="170" y="717"/>
                  </a:lnTo>
                  <a:lnTo>
                    <a:pt x="172" y="715"/>
                  </a:lnTo>
                  <a:lnTo>
                    <a:pt x="172" y="711"/>
                  </a:lnTo>
                  <a:lnTo>
                    <a:pt x="171" y="711"/>
                  </a:lnTo>
                  <a:lnTo>
                    <a:pt x="170" y="708"/>
                  </a:lnTo>
                  <a:lnTo>
                    <a:pt x="167" y="709"/>
                  </a:lnTo>
                  <a:lnTo>
                    <a:pt x="164" y="708"/>
                  </a:lnTo>
                  <a:lnTo>
                    <a:pt x="160" y="707"/>
                  </a:lnTo>
                  <a:lnTo>
                    <a:pt x="158" y="707"/>
                  </a:lnTo>
                  <a:lnTo>
                    <a:pt x="157" y="705"/>
                  </a:lnTo>
                  <a:lnTo>
                    <a:pt x="153" y="705"/>
                  </a:lnTo>
                  <a:lnTo>
                    <a:pt x="149" y="704"/>
                  </a:lnTo>
                  <a:lnTo>
                    <a:pt x="147" y="707"/>
                  </a:lnTo>
                  <a:lnTo>
                    <a:pt x="146" y="704"/>
                  </a:lnTo>
                  <a:lnTo>
                    <a:pt x="142" y="701"/>
                  </a:lnTo>
                  <a:lnTo>
                    <a:pt x="139" y="696"/>
                  </a:lnTo>
                  <a:lnTo>
                    <a:pt x="138" y="696"/>
                  </a:lnTo>
                  <a:lnTo>
                    <a:pt x="134" y="699"/>
                  </a:lnTo>
                  <a:lnTo>
                    <a:pt x="132" y="699"/>
                  </a:lnTo>
                  <a:lnTo>
                    <a:pt x="129" y="699"/>
                  </a:lnTo>
                  <a:lnTo>
                    <a:pt x="125" y="697"/>
                  </a:lnTo>
                  <a:lnTo>
                    <a:pt x="124" y="700"/>
                  </a:lnTo>
                  <a:lnTo>
                    <a:pt x="118" y="695"/>
                  </a:lnTo>
                  <a:lnTo>
                    <a:pt x="117" y="691"/>
                  </a:lnTo>
                  <a:lnTo>
                    <a:pt x="117" y="688"/>
                  </a:lnTo>
                  <a:lnTo>
                    <a:pt x="114" y="687"/>
                  </a:lnTo>
                  <a:lnTo>
                    <a:pt x="114" y="684"/>
                  </a:lnTo>
                  <a:lnTo>
                    <a:pt x="112" y="683"/>
                  </a:lnTo>
                  <a:lnTo>
                    <a:pt x="105" y="684"/>
                  </a:lnTo>
                  <a:lnTo>
                    <a:pt x="101" y="679"/>
                  </a:lnTo>
                  <a:lnTo>
                    <a:pt x="103" y="676"/>
                  </a:lnTo>
                  <a:lnTo>
                    <a:pt x="100" y="675"/>
                  </a:lnTo>
                  <a:lnTo>
                    <a:pt x="99" y="670"/>
                  </a:lnTo>
                  <a:lnTo>
                    <a:pt x="96" y="670"/>
                  </a:lnTo>
                  <a:lnTo>
                    <a:pt x="93" y="671"/>
                  </a:lnTo>
                  <a:lnTo>
                    <a:pt x="87" y="671"/>
                  </a:lnTo>
                  <a:lnTo>
                    <a:pt x="81" y="668"/>
                  </a:lnTo>
                  <a:lnTo>
                    <a:pt x="79" y="671"/>
                  </a:lnTo>
                  <a:lnTo>
                    <a:pt x="80" y="672"/>
                  </a:lnTo>
                  <a:lnTo>
                    <a:pt x="76" y="674"/>
                  </a:lnTo>
                  <a:lnTo>
                    <a:pt x="75" y="674"/>
                  </a:lnTo>
                  <a:lnTo>
                    <a:pt x="75" y="670"/>
                  </a:lnTo>
                  <a:lnTo>
                    <a:pt x="72" y="667"/>
                  </a:lnTo>
                  <a:lnTo>
                    <a:pt x="72" y="663"/>
                  </a:lnTo>
                  <a:lnTo>
                    <a:pt x="70" y="661"/>
                  </a:lnTo>
                  <a:lnTo>
                    <a:pt x="70" y="657"/>
                  </a:lnTo>
                  <a:lnTo>
                    <a:pt x="71" y="655"/>
                  </a:lnTo>
                  <a:lnTo>
                    <a:pt x="74" y="658"/>
                  </a:lnTo>
                  <a:lnTo>
                    <a:pt x="80" y="657"/>
                  </a:lnTo>
                  <a:lnTo>
                    <a:pt x="81" y="653"/>
                  </a:lnTo>
                  <a:lnTo>
                    <a:pt x="83" y="651"/>
                  </a:lnTo>
                  <a:lnTo>
                    <a:pt x="80" y="650"/>
                  </a:lnTo>
                  <a:lnTo>
                    <a:pt x="80" y="647"/>
                  </a:lnTo>
                  <a:lnTo>
                    <a:pt x="76" y="643"/>
                  </a:lnTo>
                  <a:lnTo>
                    <a:pt x="72" y="642"/>
                  </a:lnTo>
                  <a:lnTo>
                    <a:pt x="71" y="638"/>
                  </a:lnTo>
                  <a:lnTo>
                    <a:pt x="68" y="637"/>
                  </a:lnTo>
                  <a:lnTo>
                    <a:pt x="66" y="633"/>
                  </a:lnTo>
                  <a:lnTo>
                    <a:pt x="64" y="629"/>
                  </a:lnTo>
                  <a:lnTo>
                    <a:pt x="62" y="626"/>
                  </a:lnTo>
                  <a:lnTo>
                    <a:pt x="62" y="622"/>
                  </a:lnTo>
                  <a:lnTo>
                    <a:pt x="59" y="620"/>
                  </a:lnTo>
                  <a:lnTo>
                    <a:pt x="60" y="617"/>
                  </a:lnTo>
                  <a:lnTo>
                    <a:pt x="59" y="615"/>
                  </a:lnTo>
                  <a:lnTo>
                    <a:pt x="54" y="613"/>
                  </a:lnTo>
                  <a:lnTo>
                    <a:pt x="53" y="613"/>
                  </a:lnTo>
                  <a:lnTo>
                    <a:pt x="51" y="611"/>
                  </a:lnTo>
                  <a:lnTo>
                    <a:pt x="47" y="612"/>
                  </a:lnTo>
                  <a:lnTo>
                    <a:pt x="45" y="615"/>
                  </a:lnTo>
                  <a:lnTo>
                    <a:pt x="42" y="611"/>
                  </a:lnTo>
                  <a:lnTo>
                    <a:pt x="39" y="611"/>
                  </a:lnTo>
                  <a:lnTo>
                    <a:pt x="37" y="612"/>
                  </a:lnTo>
                  <a:lnTo>
                    <a:pt x="34" y="608"/>
                  </a:lnTo>
                  <a:lnTo>
                    <a:pt x="31" y="609"/>
                  </a:lnTo>
                  <a:lnTo>
                    <a:pt x="30" y="608"/>
                  </a:lnTo>
                  <a:lnTo>
                    <a:pt x="29" y="608"/>
                  </a:lnTo>
                  <a:lnTo>
                    <a:pt x="29" y="605"/>
                  </a:lnTo>
                  <a:lnTo>
                    <a:pt x="26" y="603"/>
                  </a:lnTo>
                  <a:lnTo>
                    <a:pt x="26" y="599"/>
                  </a:lnTo>
                  <a:lnTo>
                    <a:pt x="25" y="599"/>
                  </a:lnTo>
                  <a:lnTo>
                    <a:pt x="24" y="595"/>
                  </a:lnTo>
                  <a:lnTo>
                    <a:pt x="24" y="593"/>
                  </a:lnTo>
                  <a:lnTo>
                    <a:pt x="24" y="592"/>
                  </a:lnTo>
                  <a:lnTo>
                    <a:pt x="22" y="591"/>
                  </a:lnTo>
                  <a:lnTo>
                    <a:pt x="22" y="590"/>
                  </a:lnTo>
                  <a:lnTo>
                    <a:pt x="22" y="588"/>
                  </a:lnTo>
                  <a:lnTo>
                    <a:pt x="20" y="587"/>
                  </a:lnTo>
                  <a:lnTo>
                    <a:pt x="21" y="584"/>
                  </a:lnTo>
                  <a:lnTo>
                    <a:pt x="21" y="583"/>
                  </a:lnTo>
                  <a:lnTo>
                    <a:pt x="24" y="580"/>
                  </a:lnTo>
                  <a:lnTo>
                    <a:pt x="24" y="579"/>
                  </a:lnTo>
                  <a:lnTo>
                    <a:pt x="17" y="568"/>
                  </a:lnTo>
                  <a:lnTo>
                    <a:pt x="18" y="559"/>
                  </a:lnTo>
                  <a:lnTo>
                    <a:pt x="20" y="559"/>
                  </a:lnTo>
                  <a:lnTo>
                    <a:pt x="21" y="555"/>
                  </a:lnTo>
                  <a:lnTo>
                    <a:pt x="22" y="553"/>
                  </a:lnTo>
                  <a:lnTo>
                    <a:pt x="22" y="553"/>
                  </a:lnTo>
                  <a:lnTo>
                    <a:pt x="22" y="551"/>
                  </a:lnTo>
                  <a:lnTo>
                    <a:pt x="21" y="550"/>
                  </a:lnTo>
                  <a:lnTo>
                    <a:pt x="21" y="550"/>
                  </a:lnTo>
                  <a:lnTo>
                    <a:pt x="22" y="547"/>
                  </a:lnTo>
                  <a:lnTo>
                    <a:pt x="21" y="545"/>
                  </a:lnTo>
                  <a:lnTo>
                    <a:pt x="21" y="543"/>
                  </a:lnTo>
                  <a:lnTo>
                    <a:pt x="22" y="543"/>
                  </a:lnTo>
                  <a:lnTo>
                    <a:pt x="24" y="546"/>
                  </a:lnTo>
                  <a:lnTo>
                    <a:pt x="25" y="545"/>
                  </a:lnTo>
                  <a:lnTo>
                    <a:pt x="25" y="542"/>
                  </a:lnTo>
                  <a:lnTo>
                    <a:pt x="26" y="542"/>
                  </a:lnTo>
                  <a:lnTo>
                    <a:pt x="29" y="543"/>
                  </a:lnTo>
                  <a:lnTo>
                    <a:pt x="31" y="541"/>
                  </a:lnTo>
                  <a:lnTo>
                    <a:pt x="33" y="538"/>
                  </a:lnTo>
                  <a:lnTo>
                    <a:pt x="34" y="538"/>
                  </a:lnTo>
                  <a:lnTo>
                    <a:pt x="37" y="540"/>
                  </a:lnTo>
                  <a:lnTo>
                    <a:pt x="39" y="538"/>
                  </a:lnTo>
                  <a:lnTo>
                    <a:pt x="37" y="534"/>
                  </a:lnTo>
                  <a:lnTo>
                    <a:pt x="35" y="534"/>
                  </a:lnTo>
                  <a:lnTo>
                    <a:pt x="34" y="536"/>
                  </a:lnTo>
                  <a:lnTo>
                    <a:pt x="31" y="536"/>
                  </a:lnTo>
                  <a:lnTo>
                    <a:pt x="30" y="533"/>
                  </a:lnTo>
                  <a:lnTo>
                    <a:pt x="26" y="533"/>
                  </a:lnTo>
                  <a:lnTo>
                    <a:pt x="24" y="529"/>
                  </a:lnTo>
                  <a:lnTo>
                    <a:pt x="25" y="528"/>
                  </a:lnTo>
                  <a:lnTo>
                    <a:pt x="27" y="530"/>
                  </a:lnTo>
                  <a:lnTo>
                    <a:pt x="27" y="528"/>
                  </a:lnTo>
                  <a:lnTo>
                    <a:pt x="26" y="526"/>
                  </a:lnTo>
                  <a:lnTo>
                    <a:pt x="27" y="525"/>
                  </a:lnTo>
                  <a:lnTo>
                    <a:pt x="25" y="525"/>
                  </a:lnTo>
                  <a:lnTo>
                    <a:pt x="25" y="526"/>
                  </a:lnTo>
                  <a:lnTo>
                    <a:pt x="24" y="526"/>
                  </a:lnTo>
                  <a:lnTo>
                    <a:pt x="22" y="528"/>
                  </a:lnTo>
                  <a:lnTo>
                    <a:pt x="22" y="528"/>
                  </a:lnTo>
                  <a:lnTo>
                    <a:pt x="21" y="528"/>
                  </a:lnTo>
                  <a:lnTo>
                    <a:pt x="21" y="528"/>
                  </a:lnTo>
                  <a:lnTo>
                    <a:pt x="21" y="525"/>
                  </a:lnTo>
                  <a:lnTo>
                    <a:pt x="26" y="520"/>
                  </a:lnTo>
                  <a:lnTo>
                    <a:pt x="29" y="518"/>
                  </a:lnTo>
                  <a:lnTo>
                    <a:pt x="33" y="513"/>
                  </a:lnTo>
                  <a:lnTo>
                    <a:pt x="35" y="508"/>
                  </a:lnTo>
                  <a:lnTo>
                    <a:pt x="38" y="501"/>
                  </a:lnTo>
                  <a:lnTo>
                    <a:pt x="43" y="493"/>
                  </a:lnTo>
                  <a:lnTo>
                    <a:pt x="46" y="486"/>
                  </a:lnTo>
                  <a:lnTo>
                    <a:pt x="46" y="482"/>
                  </a:lnTo>
                  <a:lnTo>
                    <a:pt x="41" y="476"/>
                  </a:lnTo>
                  <a:lnTo>
                    <a:pt x="38" y="475"/>
                  </a:lnTo>
                  <a:lnTo>
                    <a:pt x="31" y="467"/>
                  </a:lnTo>
                  <a:lnTo>
                    <a:pt x="33" y="463"/>
                  </a:lnTo>
                  <a:lnTo>
                    <a:pt x="35" y="461"/>
                  </a:lnTo>
                  <a:lnTo>
                    <a:pt x="35" y="457"/>
                  </a:lnTo>
                  <a:lnTo>
                    <a:pt x="31" y="454"/>
                  </a:lnTo>
                  <a:lnTo>
                    <a:pt x="30" y="451"/>
                  </a:lnTo>
                  <a:lnTo>
                    <a:pt x="30" y="447"/>
                  </a:lnTo>
                  <a:lnTo>
                    <a:pt x="30" y="446"/>
                  </a:lnTo>
                  <a:lnTo>
                    <a:pt x="30" y="445"/>
                  </a:lnTo>
                  <a:lnTo>
                    <a:pt x="26" y="443"/>
                  </a:lnTo>
                  <a:lnTo>
                    <a:pt x="25" y="442"/>
                  </a:lnTo>
                  <a:lnTo>
                    <a:pt x="25" y="438"/>
                  </a:lnTo>
                  <a:lnTo>
                    <a:pt x="27" y="436"/>
                  </a:lnTo>
                  <a:lnTo>
                    <a:pt x="25" y="436"/>
                  </a:lnTo>
                  <a:lnTo>
                    <a:pt x="25" y="433"/>
                  </a:lnTo>
                  <a:lnTo>
                    <a:pt x="25" y="425"/>
                  </a:lnTo>
                  <a:lnTo>
                    <a:pt x="27" y="425"/>
                  </a:lnTo>
                  <a:lnTo>
                    <a:pt x="22" y="412"/>
                  </a:lnTo>
                  <a:lnTo>
                    <a:pt x="17" y="404"/>
                  </a:lnTo>
                  <a:lnTo>
                    <a:pt x="16" y="400"/>
                  </a:lnTo>
                  <a:lnTo>
                    <a:pt x="13" y="397"/>
                  </a:lnTo>
                  <a:lnTo>
                    <a:pt x="16" y="392"/>
                  </a:lnTo>
                  <a:lnTo>
                    <a:pt x="17" y="388"/>
                  </a:lnTo>
                  <a:lnTo>
                    <a:pt x="18" y="384"/>
                  </a:lnTo>
                  <a:lnTo>
                    <a:pt x="17" y="383"/>
                  </a:lnTo>
                  <a:lnTo>
                    <a:pt x="12" y="379"/>
                  </a:lnTo>
                  <a:lnTo>
                    <a:pt x="10" y="378"/>
                  </a:lnTo>
                  <a:lnTo>
                    <a:pt x="9" y="375"/>
                  </a:lnTo>
                  <a:lnTo>
                    <a:pt x="6" y="372"/>
                  </a:lnTo>
                  <a:lnTo>
                    <a:pt x="4" y="372"/>
                  </a:lnTo>
                  <a:lnTo>
                    <a:pt x="2" y="367"/>
                  </a:lnTo>
                  <a:lnTo>
                    <a:pt x="1" y="365"/>
                  </a:lnTo>
                  <a:lnTo>
                    <a:pt x="1" y="361"/>
                  </a:lnTo>
                  <a:lnTo>
                    <a:pt x="2" y="358"/>
                  </a:lnTo>
                  <a:lnTo>
                    <a:pt x="0" y="358"/>
                  </a:lnTo>
                  <a:lnTo>
                    <a:pt x="2" y="357"/>
                  </a:lnTo>
                  <a:lnTo>
                    <a:pt x="5" y="355"/>
                  </a:lnTo>
                  <a:lnTo>
                    <a:pt x="5" y="355"/>
                  </a:lnTo>
                  <a:lnTo>
                    <a:pt x="6" y="354"/>
                  </a:lnTo>
                  <a:lnTo>
                    <a:pt x="6" y="350"/>
                  </a:lnTo>
                  <a:lnTo>
                    <a:pt x="9" y="347"/>
                  </a:lnTo>
                  <a:lnTo>
                    <a:pt x="13" y="347"/>
                  </a:lnTo>
                  <a:lnTo>
                    <a:pt x="14" y="345"/>
                  </a:lnTo>
                  <a:lnTo>
                    <a:pt x="14" y="341"/>
                  </a:lnTo>
                  <a:lnTo>
                    <a:pt x="16" y="341"/>
                  </a:lnTo>
                  <a:lnTo>
                    <a:pt x="18" y="342"/>
                  </a:lnTo>
                  <a:lnTo>
                    <a:pt x="20" y="340"/>
                  </a:lnTo>
                  <a:lnTo>
                    <a:pt x="20" y="337"/>
                  </a:lnTo>
                  <a:lnTo>
                    <a:pt x="20" y="337"/>
                  </a:lnTo>
                  <a:lnTo>
                    <a:pt x="22" y="338"/>
                  </a:lnTo>
                  <a:lnTo>
                    <a:pt x="24" y="338"/>
                  </a:lnTo>
                  <a:lnTo>
                    <a:pt x="24" y="341"/>
                  </a:lnTo>
                  <a:lnTo>
                    <a:pt x="25" y="342"/>
                  </a:lnTo>
                  <a:lnTo>
                    <a:pt x="25" y="340"/>
                  </a:lnTo>
                  <a:lnTo>
                    <a:pt x="26" y="338"/>
                  </a:lnTo>
                  <a:lnTo>
                    <a:pt x="27" y="338"/>
                  </a:lnTo>
                  <a:lnTo>
                    <a:pt x="29" y="338"/>
                  </a:lnTo>
                  <a:lnTo>
                    <a:pt x="26" y="336"/>
                  </a:lnTo>
                  <a:lnTo>
                    <a:pt x="26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4"/>
                  </a:lnTo>
                  <a:lnTo>
                    <a:pt x="29" y="334"/>
                  </a:lnTo>
                  <a:lnTo>
                    <a:pt x="27" y="333"/>
                  </a:lnTo>
                  <a:lnTo>
                    <a:pt x="27" y="332"/>
                  </a:lnTo>
                  <a:lnTo>
                    <a:pt x="30" y="332"/>
                  </a:lnTo>
                  <a:lnTo>
                    <a:pt x="33" y="333"/>
                  </a:lnTo>
                  <a:lnTo>
                    <a:pt x="34" y="336"/>
                  </a:lnTo>
                  <a:lnTo>
                    <a:pt x="35" y="336"/>
                  </a:lnTo>
                  <a:lnTo>
                    <a:pt x="37" y="336"/>
                  </a:lnTo>
                  <a:lnTo>
                    <a:pt x="38" y="336"/>
                  </a:lnTo>
                  <a:lnTo>
                    <a:pt x="38" y="337"/>
                  </a:lnTo>
                  <a:lnTo>
                    <a:pt x="39" y="338"/>
                  </a:lnTo>
                  <a:lnTo>
                    <a:pt x="41" y="340"/>
                  </a:lnTo>
                  <a:lnTo>
                    <a:pt x="38" y="341"/>
                  </a:lnTo>
                  <a:lnTo>
                    <a:pt x="37" y="340"/>
                  </a:lnTo>
                  <a:lnTo>
                    <a:pt x="34" y="341"/>
                  </a:lnTo>
                  <a:lnTo>
                    <a:pt x="31" y="338"/>
                  </a:lnTo>
                  <a:lnTo>
                    <a:pt x="31" y="337"/>
                  </a:lnTo>
                  <a:lnTo>
                    <a:pt x="30" y="338"/>
                  </a:lnTo>
                  <a:lnTo>
                    <a:pt x="30" y="341"/>
                  </a:lnTo>
                  <a:lnTo>
                    <a:pt x="31" y="343"/>
                  </a:lnTo>
                  <a:lnTo>
                    <a:pt x="33" y="342"/>
                  </a:lnTo>
                  <a:lnTo>
                    <a:pt x="34" y="342"/>
                  </a:lnTo>
                  <a:lnTo>
                    <a:pt x="34" y="345"/>
                  </a:lnTo>
                  <a:lnTo>
                    <a:pt x="35" y="343"/>
                  </a:lnTo>
                  <a:lnTo>
                    <a:pt x="38" y="343"/>
                  </a:lnTo>
                  <a:lnTo>
                    <a:pt x="38" y="345"/>
                  </a:lnTo>
                  <a:lnTo>
                    <a:pt x="39" y="345"/>
                  </a:lnTo>
                  <a:lnTo>
                    <a:pt x="39" y="343"/>
                  </a:lnTo>
                  <a:lnTo>
                    <a:pt x="41" y="345"/>
                  </a:lnTo>
                  <a:lnTo>
                    <a:pt x="41" y="345"/>
                  </a:lnTo>
                  <a:lnTo>
                    <a:pt x="41" y="346"/>
                  </a:lnTo>
                  <a:lnTo>
                    <a:pt x="42" y="345"/>
                  </a:lnTo>
                  <a:lnTo>
                    <a:pt x="43" y="343"/>
                  </a:lnTo>
                  <a:lnTo>
                    <a:pt x="45" y="343"/>
                  </a:lnTo>
                  <a:lnTo>
                    <a:pt x="43" y="345"/>
                  </a:lnTo>
                  <a:lnTo>
                    <a:pt x="43" y="346"/>
                  </a:lnTo>
                  <a:lnTo>
                    <a:pt x="45" y="346"/>
                  </a:lnTo>
                  <a:lnTo>
                    <a:pt x="46" y="347"/>
                  </a:lnTo>
                  <a:lnTo>
                    <a:pt x="45" y="347"/>
                  </a:lnTo>
                  <a:lnTo>
                    <a:pt x="43" y="350"/>
                  </a:lnTo>
                  <a:lnTo>
                    <a:pt x="46" y="350"/>
                  </a:lnTo>
                  <a:lnTo>
                    <a:pt x="47" y="347"/>
                  </a:lnTo>
                  <a:lnTo>
                    <a:pt x="46" y="345"/>
                  </a:lnTo>
                  <a:lnTo>
                    <a:pt x="47" y="345"/>
                  </a:lnTo>
                  <a:lnTo>
                    <a:pt x="50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0" y="342"/>
                  </a:lnTo>
                  <a:lnTo>
                    <a:pt x="50" y="342"/>
                  </a:lnTo>
                  <a:lnTo>
                    <a:pt x="53" y="343"/>
                  </a:lnTo>
                  <a:lnTo>
                    <a:pt x="54" y="345"/>
                  </a:lnTo>
                  <a:lnTo>
                    <a:pt x="58" y="345"/>
                  </a:lnTo>
                  <a:lnTo>
                    <a:pt x="60" y="346"/>
                  </a:lnTo>
                  <a:lnTo>
                    <a:pt x="62" y="345"/>
                  </a:lnTo>
                  <a:lnTo>
                    <a:pt x="62" y="343"/>
                  </a:lnTo>
                  <a:lnTo>
                    <a:pt x="64" y="345"/>
                  </a:lnTo>
                  <a:lnTo>
                    <a:pt x="67" y="346"/>
                  </a:lnTo>
                  <a:lnTo>
                    <a:pt x="67" y="345"/>
                  </a:lnTo>
                  <a:lnTo>
                    <a:pt x="70" y="346"/>
                  </a:lnTo>
                  <a:lnTo>
                    <a:pt x="81" y="353"/>
                  </a:lnTo>
                  <a:lnTo>
                    <a:pt x="91" y="358"/>
                  </a:lnTo>
                  <a:lnTo>
                    <a:pt x="92" y="361"/>
                  </a:lnTo>
                  <a:lnTo>
                    <a:pt x="95" y="361"/>
                  </a:lnTo>
                  <a:lnTo>
                    <a:pt x="97" y="365"/>
                  </a:lnTo>
                  <a:lnTo>
                    <a:pt x="99" y="366"/>
                  </a:lnTo>
                  <a:lnTo>
                    <a:pt x="99" y="365"/>
                  </a:lnTo>
                  <a:lnTo>
                    <a:pt x="99" y="363"/>
                  </a:lnTo>
                  <a:lnTo>
                    <a:pt x="100" y="363"/>
                  </a:lnTo>
                  <a:lnTo>
                    <a:pt x="103" y="366"/>
                  </a:lnTo>
                  <a:lnTo>
                    <a:pt x="105" y="366"/>
                  </a:lnTo>
                  <a:lnTo>
                    <a:pt x="108" y="368"/>
                  </a:lnTo>
                  <a:lnTo>
                    <a:pt x="109" y="368"/>
                  </a:lnTo>
                  <a:lnTo>
                    <a:pt x="108" y="366"/>
                  </a:lnTo>
                  <a:lnTo>
                    <a:pt x="106" y="365"/>
                  </a:lnTo>
                  <a:lnTo>
                    <a:pt x="108" y="365"/>
                  </a:lnTo>
                  <a:lnTo>
                    <a:pt x="110" y="367"/>
                  </a:lnTo>
                  <a:lnTo>
                    <a:pt x="110" y="370"/>
                  </a:lnTo>
                  <a:lnTo>
                    <a:pt x="116" y="372"/>
                  </a:lnTo>
                  <a:lnTo>
                    <a:pt x="116" y="374"/>
                  </a:lnTo>
                  <a:lnTo>
                    <a:pt x="118" y="375"/>
                  </a:lnTo>
                  <a:lnTo>
                    <a:pt x="118" y="374"/>
                  </a:lnTo>
                  <a:lnTo>
                    <a:pt x="121" y="375"/>
                  </a:lnTo>
                  <a:lnTo>
                    <a:pt x="122" y="378"/>
                  </a:lnTo>
                  <a:lnTo>
                    <a:pt x="124" y="380"/>
                  </a:lnTo>
                  <a:lnTo>
                    <a:pt x="125" y="382"/>
                  </a:lnTo>
                  <a:lnTo>
                    <a:pt x="128" y="384"/>
                  </a:lnTo>
                  <a:lnTo>
                    <a:pt x="128" y="384"/>
                  </a:lnTo>
                  <a:lnTo>
                    <a:pt x="129" y="384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9" y="393"/>
                  </a:lnTo>
                  <a:lnTo>
                    <a:pt x="128" y="396"/>
                  </a:lnTo>
                  <a:lnTo>
                    <a:pt x="128" y="397"/>
                  </a:lnTo>
                  <a:lnTo>
                    <a:pt x="125" y="400"/>
                  </a:lnTo>
                  <a:lnTo>
                    <a:pt x="125" y="403"/>
                  </a:lnTo>
                  <a:lnTo>
                    <a:pt x="120" y="408"/>
                  </a:lnTo>
                  <a:lnTo>
                    <a:pt x="117" y="411"/>
                  </a:lnTo>
                  <a:lnTo>
                    <a:pt x="113" y="411"/>
                  </a:lnTo>
                  <a:lnTo>
                    <a:pt x="112" y="412"/>
                  </a:lnTo>
                  <a:lnTo>
                    <a:pt x="108" y="412"/>
                  </a:lnTo>
                  <a:lnTo>
                    <a:pt x="106" y="413"/>
                  </a:lnTo>
                  <a:lnTo>
                    <a:pt x="101" y="413"/>
                  </a:lnTo>
                  <a:lnTo>
                    <a:pt x="95" y="413"/>
                  </a:lnTo>
                  <a:lnTo>
                    <a:pt x="91" y="412"/>
                  </a:lnTo>
                  <a:lnTo>
                    <a:pt x="88" y="411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1" y="411"/>
                  </a:lnTo>
                  <a:lnTo>
                    <a:pt x="80" y="409"/>
                  </a:lnTo>
                  <a:lnTo>
                    <a:pt x="79" y="409"/>
                  </a:lnTo>
                  <a:lnTo>
                    <a:pt x="78" y="411"/>
                  </a:lnTo>
                  <a:lnTo>
                    <a:pt x="74" y="408"/>
                  </a:lnTo>
                  <a:lnTo>
                    <a:pt x="74" y="405"/>
                  </a:lnTo>
                  <a:lnTo>
                    <a:pt x="72" y="407"/>
                  </a:lnTo>
                  <a:lnTo>
                    <a:pt x="70" y="407"/>
                  </a:lnTo>
                  <a:lnTo>
                    <a:pt x="71" y="405"/>
                  </a:lnTo>
                  <a:lnTo>
                    <a:pt x="67" y="405"/>
                  </a:lnTo>
                  <a:lnTo>
                    <a:pt x="66" y="407"/>
                  </a:lnTo>
                  <a:lnTo>
                    <a:pt x="63" y="407"/>
                  </a:lnTo>
                  <a:lnTo>
                    <a:pt x="63" y="405"/>
                  </a:lnTo>
                  <a:lnTo>
                    <a:pt x="63" y="404"/>
                  </a:lnTo>
                  <a:lnTo>
                    <a:pt x="64" y="404"/>
                  </a:lnTo>
                  <a:lnTo>
                    <a:pt x="63" y="401"/>
                  </a:lnTo>
                  <a:lnTo>
                    <a:pt x="62" y="403"/>
                  </a:lnTo>
                  <a:lnTo>
                    <a:pt x="58" y="403"/>
                  </a:lnTo>
                  <a:lnTo>
                    <a:pt x="56" y="401"/>
                  </a:lnTo>
                  <a:lnTo>
                    <a:pt x="55" y="401"/>
                  </a:lnTo>
                  <a:lnTo>
                    <a:pt x="54" y="401"/>
                  </a:lnTo>
                  <a:lnTo>
                    <a:pt x="49" y="397"/>
                  </a:lnTo>
                  <a:lnTo>
                    <a:pt x="49" y="395"/>
                  </a:lnTo>
                  <a:lnTo>
                    <a:pt x="45" y="395"/>
                  </a:lnTo>
                  <a:lnTo>
                    <a:pt x="45" y="395"/>
                  </a:lnTo>
                  <a:lnTo>
                    <a:pt x="42" y="395"/>
                  </a:lnTo>
                  <a:lnTo>
                    <a:pt x="42" y="395"/>
                  </a:lnTo>
                  <a:lnTo>
                    <a:pt x="45" y="396"/>
                  </a:lnTo>
                  <a:lnTo>
                    <a:pt x="45" y="400"/>
                  </a:lnTo>
                  <a:lnTo>
                    <a:pt x="47" y="401"/>
                  </a:lnTo>
                  <a:lnTo>
                    <a:pt x="49" y="404"/>
                  </a:lnTo>
                  <a:lnTo>
                    <a:pt x="53" y="404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49" y="408"/>
                  </a:lnTo>
                  <a:lnTo>
                    <a:pt x="50" y="408"/>
                  </a:lnTo>
                  <a:lnTo>
                    <a:pt x="54" y="408"/>
                  </a:lnTo>
                  <a:lnTo>
                    <a:pt x="55" y="407"/>
                  </a:lnTo>
                  <a:lnTo>
                    <a:pt x="56" y="408"/>
                  </a:lnTo>
                  <a:lnTo>
                    <a:pt x="55" y="408"/>
                  </a:lnTo>
                  <a:lnTo>
                    <a:pt x="55" y="409"/>
                  </a:lnTo>
                  <a:lnTo>
                    <a:pt x="58" y="409"/>
                  </a:lnTo>
                  <a:lnTo>
                    <a:pt x="56" y="411"/>
                  </a:lnTo>
                  <a:lnTo>
                    <a:pt x="55" y="412"/>
                  </a:lnTo>
                  <a:lnTo>
                    <a:pt x="54" y="413"/>
                  </a:lnTo>
                  <a:lnTo>
                    <a:pt x="56" y="413"/>
                  </a:lnTo>
                  <a:lnTo>
                    <a:pt x="58" y="412"/>
                  </a:lnTo>
                  <a:lnTo>
                    <a:pt x="59" y="412"/>
                  </a:lnTo>
                  <a:lnTo>
                    <a:pt x="60" y="413"/>
                  </a:lnTo>
                  <a:lnTo>
                    <a:pt x="62" y="413"/>
                  </a:lnTo>
                  <a:lnTo>
                    <a:pt x="67" y="415"/>
                  </a:lnTo>
                  <a:lnTo>
                    <a:pt x="70" y="418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0" y="422"/>
                  </a:lnTo>
                  <a:lnTo>
                    <a:pt x="71" y="422"/>
                  </a:lnTo>
                  <a:lnTo>
                    <a:pt x="71" y="425"/>
                  </a:lnTo>
                  <a:lnTo>
                    <a:pt x="71" y="428"/>
                  </a:lnTo>
                  <a:lnTo>
                    <a:pt x="70" y="429"/>
                  </a:lnTo>
                  <a:lnTo>
                    <a:pt x="68" y="430"/>
                  </a:lnTo>
                  <a:lnTo>
                    <a:pt x="71" y="432"/>
                  </a:lnTo>
                  <a:lnTo>
                    <a:pt x="71" y="434"/>
                  </a:lnTo>
                  <a:lnTo>
                    <a:pt x="74" y="437"/>
                  </a:lnTo>
                  <a:lnTo>
                    <a:pt x="74" y="440"/>
                  </a:lnTo>
                  <a:lnTo>
                    <a:pt x="76" y="441"/>
                  </a:lnTo>
                  <a:lnTo>
                    <a:pt x="76" y="443"/>
                  </a:lnTo>
                  <a:lnTo>
                    <a:pt x="76" y="446"/>
                  </a:lnTo>
                  <a:lnTo>
                    <a:pt x="76" y="447"/>
                  </a:lnTo>
                  <a:lnTo>
                    <a:pt x="76" y="449"/>
                  </a:lnTo>
                  <a:lnTo>
                    <a:pt x="78" y="451"/>
                  </a:lnTo>
                  <a:lnTo>
                    <a:pt x="83" y="453"/>
                  </a:lnTo>
                  <a:lnTo>
                    <a:pt x="84" y="451"/>
                  </a:lnTo>
                  <a:lnTo>
                    <a:pt x="85" y="451"/>
                  </a:lnTo>
                  <a:lnTo>
                    <a:pt x="87" y="453"/>
                  </a:lnTo>
                  <a:lnTo>
                    <a:pt x="89" y="454"/>
                  </a:lnTo>
                  <a:lnTo>
                    <a:pt x="89" y="458"/>
                  </a:lnTo>
                  <a:lnTo>
                    <a:pt x="91" y="458"/>
                  </a:lnTo>
                  <a:lnTo>
                    <a:pt x="95" y="458"/>
                  </a:lnTo>
                  <a:lnTo>
                    <a:pt x="96" y="459"/>
                  </a:lnTo>
                  <a:lnTo>
                    <a:pt x="100" y="459"/>
                  </a:lnTo>
                  <a:lnTo>
                    <a:pt x="101" y="462"/>
                  </a:lnTo>
                  <a:lnTo>
                    <a:pt x="103" y="462"/>
                  </a:lnTo>
                  <a:lnTo>
                    <a:pt x="105" y="459"/>
                  </a:lnTo>
                  <a:lnTo>
                    <a:pt x="108" y="459"/>
                  </a:lnTo>
                  <a:lnTo>
                    <a:pt x="109" y="458"/>
                  </a:lnTo>
                  <a:lnTo>
                    <a:pt x="109" y="454"/>
                  </a:lnTo>
                  <a:lnTo>
                    <a:pt x="106" y="453"/>
                  </a:lnTo>
                  <a:lnTo>
                    <a:pt x="108" y="451"/>
                  </a:lnTo>
                  <a:lnTo>
                    <a:pt x="108" y="451"/>
                  </a:lnTo>
                  <a:lnTo>
                    <a:pt x="105" y="450"/>
                  </a:lnTo>
                  <a:lnTo>
                    <a:pt x="105" y="447"/>
                  </a:lnTo>
                  <a:lnTo>
                    <a:pt x="103" y="449"/>
                  </a:lnTo>
                  <a:lnTo>
                    <a:pt x="101" y="449"/>
                  </a:lnTo>
                  <a:lnTo>
                    <a:pt x="100" y="450"/>
                  </a:lnTo>
                  <a:lnTo>
                    <a:pt x="96" y="449"/>
                  </a:lnTo>
                  <a:lnTo>
                    <a:pt x="95" y="446"/>
                  </a:lnTo>
                  <a:lnTo>
                    <a:pt x="91" y="445"/>
                  </a:lnTo>
                  <a:lnTo>
                    <a:pt x="91" y="442"/>
                  </a:lnTo>
                  <a:lnTo>
                    <a:pt x="89" y="438"/>
                  </a:lnTo>
                  <a:lnTo>
                    <a:pt x="91" y="438"/>
                  </a:lnTo>
                  <a:lnTo>
                    <a:pt x="93" y="437"/>
                  </a:lnTo>
                  <a:lnTo>
                    <a:pt x="92" y="436"/>
                  </a:lnTo>
                  <a:lnTo>
                    <a:pt x="92" y="434"/>
                  </a:lnTo>
                  <a:lnTo>
                    <a:pt x="92" y="433"/>
                  </a:lnTo>
                  <a:lnTo>
                    <a:pt x="92" y="432"/>
                  </a:lnTo>
                  <a:lnTo>
                    <a:pt x="95" y="432"/>
                  </a:lnTo>
                  <a:lnTo>
                    <a:pt x="97" y="433"/>
                  </a:lnTo>
                  <a:lnTo>
                    <a:pt x="101" y="434"/>
                  </a:lnTo>
                  <a:lnTo>
                    <a:pt x="103" y="437"/>
                  </a:lnTo>
                  <a:lnTo>
                    <a:pt x="105" y="438"/>
                  </a:lnTo>
                  <a:lnTo>
                    <a:pt x="109" y="438"/>
                  </a:lnTo>
                  <a:lnTo>
                    <a:pt x="109" y="440"/>
                  </a:lnTo>
                  <a:lnTo>
                    <a:pt x="112" y="441"/>
                  </a:lnTo>
                  <a:lnTo>
                    <a:pt x="120" y="443"/>
                  </a:lnTo>
                  <a:lnTo>
                    <a:pt x="122" y="447"/>
                  </a:lnTo>
                  <a:lnTo>
                    <a:pt x="124" y="445"/>
                  </a:lnTo>
                  <a:lnTo>
                    <a:pt x="126" y="443"/>
                  </a:lnTo>
                  <a:lnTo>
                    <a:pt x="126" y="441"/>
                  </a:lnTo>
                  <a:lnTo>
                    <a:pt x="128" y="441"/>
                  </a:lnTo>
                  <a:lnTo>
                    <a:pt x="130" y="438"/>
                  </a:lnTo>
                  <a:lnTo>
                    <a:pt x="126" y="434"/>
                  </a:lnTo>
                  <a:lnTo>
                    <a:pt x="121" y="429"/>
                  </a:lnTo>
                  <a:lnTo>
                    <a:pt x="120" y="425"/>
                  </a:lnTo>
                  <a:lnTo>
                    <a:pt x="121" y="422"/>
                  </a:lnTo>
                  <a:lnTo>
                    <a:pt x="124" y="420"/>
                  </a:lnTo>
                  <a:lnTo>
                    <a:pt x="126" y="417"/>
                  </a:lnTo>
                  <a:lnTo>
                    <a:pt x="128" y="413"/>
                  </a:lnTo>
                  <a:lnTo>
                    <a:pt x="129" y="412"/>
                  </a:lnTo>
                  <a:lnTo>
                    <a:pt x="132" y="412"/>
                  </a:lnTo>
                  <a:lnTo>
                    <a:pt x="135" y="408"/>
                  </a:lnTo>
                  <a:lnTo>
                    <a:pt x="138" y="403"/>
                  </a:lnTo>
                  <a:lnTo>
                    <a:pt x="139" y="401"/>
                  </a:lnTo>
                  <a:lnTo>
                    <a:pt x="143" y="401"/>
                  </a:lnTo>
                  <a:lnTo>
                    <a:pt x="145" y="404"/>
                  </a:lnTo>
                  <a:lnTo>
                    <a:pt x="149" y="403"/>
                  </a:lnTo>
                  <a:lnTo>
                    <a:pt x="153" y="404"/>
                  </a:lnTo>
                  <a:lnTo>
                    <a:pt x="154" y="405"/>
                  </a:lnTo>
                  <a:lnTo>
                    <a:pt x="153" y="408"/>
                  </a:lnTo>
                  <a:lnTo>
                    <a:pt x="157" y="405"/>
                  </a:lnTo>
                  <a:lnTo>
                    <a:pt x="159" y="407"/>
                  </a:lnTo>
                  <a:lnTo>
                    <a:pt x="159" y="411"/>
                  </a:lnTo>
                  <a:lnTo>
                    <a:pt x="162" y="412"/>
                  </a:lnTo>
                  <a:lnTo>
                    <a:pt x="160" y="407"/>
                  </a:lnTo>
                  <a:lnTo>
                    <a:pt x="159" y="404"/>
                  </a:lnTo>
                  <a:lnTo>
                    <a:pt x="160" y="403"/>
                  </a:lnTo>
                  <a:lnTo>
                    <a:pt x="160" y="397"/>
                  </a:lnTo>
                  <a:lnTo>
                    <a:pt x="160" y="396"/>
                  </a:lnTo>
                  <a:lnTo>
                    <a:pt x="160" y="395"/>
                  </a:lnTo>
                  <a:lnTo>
                    <a:pt x="160" y="393"/>
                  </a:lnTo>
                  <a:lnTo>
                    <a:pt x="160" y="392"/>
                  </a:lnTo>
                  <a:lnTo>
                    <a:pt x="160" y="391"/>
                  </a:lnTo>
                  <a:lnTo>
                    <a:pt x="160" y="390"/>
                  </a:lnTo>
                  <a:lnTo>
                    <a:pt x="159" y="388"/>
                  </a:lnTo>
                  <a:lnTo>
                    <a:pt x="157" y="386"/>
                  </a:lnTo>
                  <a:lnTo>
                    <a:pt x="153" y="387"/>
                  </a:lnTo>
                  <a:lnTo>
                    <a:pt x="151" y="383"/>
                  </a:lnTo>
                  <a:lnTo>
                    <a:pt x="153" y="380"/>
                  </a:lnTo>
                  <a:lnTo>
                    <a:pt x="153" y="375"/>
                  </a:lnTo>
                  <a:lnTo>
                    <a:pt x="154" y="374"/>
                  </a:lnTo>
                  <a:lnTo>
                    <a:pt x="153" y="372"/>
                  </a:lnTo>
                  <a:lnTo>
                    <a:pt x="153" y="370"/>
                  </a:lnTo>
                  <a:lnTo>
                    <a:pt x="154" y="370"/>
                  </a:lnTo>
                  <a:lnTo>
                    <a:pt x="153" y="368"/>
                  </a:lnTo>
                  <a:lnTo>
                    <a:pt x="153" y="366"/>
                  </a:lnTo>
                  <a:lnTo>
                    <a:pt x="151" y="361"/>
                  </a:lnTo>
                  <a:lnTo>
                    <a:pt x="147" y="358"/>
                  </a:lnTo>
                  <a:lnTo>
                    <a:pt x="142" y="353"/>
                  </a:lnTo>
                  <a:lnTo>
                    <a:pt x="142" y="351"/>
                  </a:lnTo>
                  <a:lnTo>
                    <a:pt x="145" y="351"/>
                  </a:lnTo>
                  <a:lnTo>
                    <a:pt x="149" y="355"/>
                  </a:lnTo>
                  <a:lnTo>
                    <a:pt x="151" y="355"/>
                  </a:lnTo>
                  <a:lnTo>
                    <a:pt x="154" y="354"/>
                  </a:lnTo>
                  <a:lnTo>
                    <a:pt x="158" y="354"/>
                  </a:lnTo>
                  <a:lnTo>
                    <a:pt x="164" y="354"/>
                  </a:lnTo>
                  <a:lnTo>
                    <a:pt x="167" y="357"/>
                  </a:lnTo>
                  <a:lnTo>
                    <a:pt x="167" y="358"/>
                  </a:lnTo>
                  <a:lnTo>
                    <a:pt x="170" y="361"/>
                  </a:lnTo>
                  <a:lnTo>
                    <a:pt x="172" y="362"/>
                  </a:lnTo>
                  <a:lnTo>
                    <a:pt x="174" y="363"/>
                  </a:lnTo>
                  <a:lnTo>
                    <a:pt x="176" y="367"/>
                  </a:lnTo>
                  <a:lnTo>
                    <a:pt x="176" y="370"/>
                  </a:lnTo>
                  <a:lnTo>
                    <a:pt x="172" y="370"/>
                  </a:lnTo>
                  <a:lnTo>
                    <a:pt x="171" y="371"/>
                  </a:lnTo>
                  <a:lnTo>
                    <a:pt x="167" y="371"/>
                  </a:lnTo>
                  <a:lnTo>
                    <a:pt x="166" y="372"/>
                  </a:lnTo>
                  <a:lnTo>
                    <a:pt x="166" y="374"/>
                  </a:lnTo>
                  <a:lnTo>
                    <a:pt x="166" y="375"/>
                  </a:lnTo>
                  <a:lnTo>
                    <a:pt x="164" y="375"/>
                  </a:lnTo>
                  <a:lnTo>
                    <a:pt x="163" y="376"/>
                  </a:lnTo>
                  <a:lnTo>
                    <a:pt x="163" y="379"/>
                  </a:lnTo>
                  <a:lnTo>
                    <a:pt x="164" y="380"/>
                  </a:lnTo>
                  <a:lnTo>
                    <a:pt x="170" y="384"/>
                  </a:lnTo>
                  <a:lnTo>
                    <a:pt x="175" y="391"/>
                  </a:lnTo>
                  <a:lnTo>
                    <a:pt x="176" y="391"/>
                  </a:lnTo>
                  <a:lnTo>
                    <a:pt x="180" y="388"/>
                  </a:lnTo>
                  <a:lnTo>
                    <a:pt x="182" y="391"/>
                  </a:lnTo>
                  <a:lnTo>
                    <a:pt x="183" y="390"/>
                  </a:lnTo>
                  <a:lnTo>
                    <a:pt x="184" y="390"/>
                  </a:lnTo>
                  <a:lnTo>
                    <a:pt x="186" y="388"/>
                  </a:lnTo>
                  <a:lnTo>
                    <a:pt x="189" y="387"/>
                  </a:lnTo>
                  <a:lnTo>
                    <a:pt x="191" y="384"/>
                  </a:lnTo>
                  <a:lnTo>
                    <a:pt x="189" y="380"/>
                  </a:lnTo>
                  <a:lnTo>
                    <a:pt x="191" y="378"/>
                  </a:lnTo>
                  <a:lnTo>
                    <a:pt x="191" y="375"/>
                  </a:lnTo>
                  <a:lnTo>
                    <a:pt x="189" y="374"/>
                  </a:lnTo>
                  <a:lnTo>
                    <a:pt x="191" y="372"/>
                  </a:lnTo>
                  <a:lnTo>
                    <a:pt x="196" y="371"/>
                  </a:lnTo>
                  <a:lnTo>
                    <a:pt x="197" y="370"/>
                  </a:lnTo>
                  <a:lnTo>
                    <a:pt x="201" y="371"/>
                  </a:lnTo>
                  <a:lnTo>
                    <a:pt x="201" y="370"/>
                  </a:lnTo>
                  <a:lnTo>
                    <a:pt x="197" y="367"/>
                  </a:lnTo>
                  <a:lnTo>
                    <a:pt x="197" y="366"/>
                  </a:lnTo>
                  <a:lnTo>
                    <a:pt x="197" y="366"/>
                  </a:lnTo>
                  <a:lnTo>
                    <a:pt x="200" y="367"/>
                  </a:lnTo>
                  <a:lnTo>
                    <a:pt x="201" y="366"/>
                  </a:lnTo>
                  <a:lnTo>
                    <a:pt x="207" y="361"/>
                  </a:lnTo>
                  <a:lnTo>
                    <a:pt x="208" y="361"/>
                  </a:lnTo>
                  <a:lnTo>
                    <a:pt x="212" y="354"/>
                  </a:lnTo>
                  <a:lnTo>
                    <a:pt x="212" y="353"/>
                  </a:lnTo>
                  <a:lnTo>
                    <a:pt x="213" y="353"/>
                  </a:lnTo>
                  <a:lnTo>
                    <a:pt x="216" y="353"/>
                  </a:lnTo>
                  <a:lnTo>
                    <a:pt x="220" y="351"/>
                  </a:lnTo>
                  <a:lnTo>
                    <a:pt x="220" y="350"/>
                  </a:lnTo>
                  <a:lnTo>
                    <a:pt x="225" y="349"/>
                  </a:lnTo>
                  <a:lnTo>
                    <a:pt x="225" y="350"/>
                  </a:lnTo>
                  <a:lnTo>
                    <a:pt x="226" y="350"/>
                  </a:lnTo>
                  <a:lnTo>
                    <a:pt x="226" y="351"/>
                  </a:lnTo>
                  <a:lnTo>
                    <a:pt x="225" y="353"/>
                  </a:lnTo>
                  <a:lnTo>
                    <a:pt x="226" y="354"/>
                  </a:lnTo>
                  <a:lnTo>
                    <a:pt x="229" y="351"/>
                  </a:lnTo>
                  <a:lnTo>
                    <a:pt x="230" y="350"/>
                  </a:lnTo>
                  <a:lnTo>
                    <a:pt x="229" y="349"/>
                  </a:lnTo>
                  <a:lnTo>
                    <a:pt x="226" y="347"/>
                  </a:lnTo>
                  <a:lnTo>
                    <a:pt x="226" y="346"/>
                  </a:lnTo>
                  <a:lnTo>
                    <a:pt x="230" y="342"/>
                  </a:lnTo>
                  <a:lnTo>
                    <a:pt x="232" y="342"/>
                  </a:lnTo>
                  <a:lnTo>
                    <a:pt x="232" y="343"/>
                  </a:lnTo>
                  <a:lnTo>
                    <a:pt x="232" y="343"/>
                  </a:lnTo>
                  <a:lnTo>
                    <a:pt x="230" y="345"/>
                  </a:lnTo>
                  <a:lnTo>
                    <a:pt x="233" y="347"/>
                  </a:lnTo>
                  <a:lnTo>
                    <a:pt x="234" y="347"/>
                  </a:lnTo>
                  <a:lnTo>
                    <a:pt x="236" y="345"/>
                  </a:lnTo>
                  <a:lnTo>
                    <a:pt x="234" y="343"/>
                  </a:lnTo>
                  <a:lnTo>
                    <a:pt x="234" y="342"/>
                  </a:lnTo>
                  <a:lnTo>
                    <a:pt x="233" y="341"/>
                  </a:lnTo>
                  <a:lnTo>
                    <a:pt x="234" y="340"/>
                  </a:lnTo>
                  <a:lnTo>
                    <a:pt x="241" y="337"/>
                  </a:lnTo>
                  <a:lnTo>
                    <a:pt x="245" y="336"/>
                  </a:lnTo>
                  <a:lnTo>
                    <a:pt x="246" y="337"/>
                  </a:lnTo>
                  <a:lnTo>
                    <a:pt x="243" y="338"/>
                  </a:lnTo>
                  <a:lnTo>
                    <a:pt x="241" y="338"/>
                  </a:lnTo>
                  <a:lnTo>
                    <a:pt x="237" y="340"/>
                  </a:lnTo>
                  <a:lnTo>
                    <a:pt x="238" y="341"/>
                  </a:lnTo>
                  <a:lnTo>
                    <a:pt x="239" y="342"/>
                  </a:lnTo>
                  <a:lnTo>
                    <a:pt x="241" y="341"/>
                  </a:lnTo>
                  <a:lnTo>
                    <a:pt x="243" y="343"/>
                  </a:lnTo>
                  <a:lnTo>
                    <a:pt x="242" y="345"/>
                  </a:lnTo>
                  <a:lnTo>
                    <a:pt x="242" y="345"/>
                  </a:lnTo>
                  <a:lnTo>
                    <a:pt x="243" y="347"/>
                  </a:lnTo>
                  <a:lnTo>
                    <a:pt x="242" y="349"/>
                  </a:lnTo>
                  <a:lnTo>
                    <a:pt x="239" y="350"/>
                  </a:lnTo>
                  <a:lnTo>
                    <a:pt x="237" y="351"/>
                  </a:lnTo>
                  <a:lnTo>
                    <a:pt x="238" y="354"/>
                  </a:lnTo>
                  <a:lnTo>
                    <a:pt x="239" y="354"/>
                  </a:lnTo>
                  <a:lnTo>
                    <a:pt x="241" y="354"/>
                  </a:lnTo>
                  <a:lnTo>
                    <a:pt x="243" y="354"/>
                  </a:lnTo>
                  <a:lnTo>
                    <a:pt x="245" y="353"/>
                  </a:lnTo>
                  <a:lnTo>
                    <a:pt x="247" y="354"/>
                  </a:lnTo>
                  <a:lnTo>
                    <a:pt x="247" y="357"/>
                  </a:lnTo>
                  <a:lnTo>
                    <a:pt x="249" y="354"/>
                  </a:lnTo>
                  <a:lnTo>
                    <a:pt x="250" y="350"/>
                  </a:lnTo>
                  <a:lnTo>
                    <a:pt x="251" y="350"/>
                  </a:lnTo>
                  <a:lnTo>
                    <a:pt x="253" y="351"/>
                  </a:lnTo>
                  <a:lnTo>
                    <a:pt x="255" y="354"/>
                  </a:lnTo>
                  <a:lnTo>
                    <a:pt x="255" y="353"/>
                  </a:lnTo>
                  <a:lnTo>
                    <a:pt x="255" y="351"/>
                  </a:lnTo>
                  <a:lnTo>
                    <a:pt x="255" y="350"/>
                  </a:lnTo>
                  <a:lnTo>
                    <a:pt x="254" y="349"/>
                  </a:lnTo>
                  <a:lnTo>
                    <a:pt x="254" y="347"/>
                  </a:lnTo>
                  <a:lnTo>
                    <a:pt x="255" y="345"/>
                  </a:lnTo>
                  <a:lnTo>
                    <a:pt x="258" y="345"/>
                  </a:lnTo>
                  <a:lnTo>
                    <a:pt x="259" y="343"/>
                  </a:lnTo>
                  <a:lnTo>
                    <a:pt x="262" y="341"/>
                  </a:lnTo>
                  <a:lnTo>
                    <a:pt x="263" y="342"/>
                  </a:lnTo>
                  <a:lnTo>
                    <a:pt x="265" y="342"/>
                  </a:lnTo>
                  <a:lnTo>
                    <a:pt x="266" y="342"/>
                  </a:lnTo>
                  <a:lnTo>
                    <a:pt x="267" y="342"/>
                  </a:lnTo>
                  <a:lnTo>
                    <a:pt x="272" y="342"/>
                  </a:lnTo>
                  <a:lnTo>
                    <a:pt x="275" y="341"/>
                  </a:lnTo>
                  <a:lnTo>
                    <a:pt x="275" y="340"/>
                  </a:lnTo>
                  <a:lnTo>
                    <a:pt x="276" y="338"/>
                  </a:lnTo>
                  <a:lnTo>
                    <a:pt x="279" y="338"/>
                  </a:lnTo>
                  <a:lnTo>
                    <a:pt x="279" y="337"/>
                  </a:lnTo>
                  <a:lnTo>
                    <a:pt x="282" y="336"/>
                  </a:lnTo>
                  <a:lnTo>
                    <a:pt x="283" y="334"/>
                  </a:lnTo>
                  <a:lnTo>
                    <a:pt x="287" y="332"/>
                  </a:lnTo>
                  <a:lnTo>
                    <a:pt x="288" y="332"/>
                  </a:lnTo>
                  <a:lnTo>
                    <a:pt x="290" y="330"/>
                  </a:lnTo>
                  <a:lnTo>
                    <a:pt x="290" y="332"/>
                  </a:lnTo>
                  <a:lnTo>
                    <a:pt x="288" y="333"/>
                  </a:lnTo>
                  <a:lnTo>
                    <a:pt x="290" y="334"/>
                  </a:lnTo>
                  <a:lnTo>
                    <a:pt x="292" y="337"/>
                  </a:lnTo>
                  <a:lnTo>
                    <a:pt x="292" y="338"/>
                  </a:lnTo>
                  <a:lnTo>
                    <a:pt x="291" y="340"/>
                  </a:lnTo>
                  <a:lnTo>
                    <a:pt x="291" y="342"/>
                  </a:lnTo>
                  <a:lnTo>
                    <a:pt x="291" y="343"/>
                  </a:lnTo>
                  <a:lnTo>
                    <a:pt x="292" y="345"/>
                  </a:lnTo>
                  <a:lnTo>
                    <a:pt x="299" y="346"/>
                  </a:lnTo>
                  <a:lnTo>
                    <a:pt x="300" y="345"/>
                  </a:lnTo>
                  <a:lnTo>
                    <a:pt x="300" y="343"/>
                  </a:lnTo>
                  <a:lnTo>
                    <a:pt x="299" y="342"/>
                  </a:lnTo>
                  <a:lnTo>
                    <a:pt x="296" y="340"/>
                  </a:lnTo>
                  <a:lnTo>
                    <a:pt x="296" y="338"/>
                  </a:lnTo>
                  <a:lnTo>
                    <a:pt x="299" y="337"/>
                  </a:lnTo>
                  <a:lnTo>
                    <a:pt x="301" y="338"/>
                  </a:lnTo>
                  <a:lnTo>
                    <a:pt x="304" y="337"/>
                  </a:lnTo>
                  <a:lnTo>
                    <a:pt x="304" y="333"/>
                  </a:lnTo>
                  <a:lnTo>
                    <a:pt x="307" y="332"/>
                  </a:lnTo>
                  <a:lnTo>
                    <a:pt x="308" y="333"/>
                  </a:lnTo>
                  <a:lnTo>
                    <a:pt x="311" y="334"/>
                  </a:lnTo>
                  <a:lnTo>
                    <a:pt x="308" y="330"/>
                  </a:lnTo>
                  <a:lnTo>
                    <a:pt x="304" y="329"/>
                  </a:lnTo>
                  <a:lnTo>
                    <a:pt x="304" y="328"/>
                  </a:lnTo>
                  <a:lnTo>
                    <a:pt x="303" y="324"/>
                  </a:lnTo>
                  <a:lnTo>
                    <a:pt x="301" y="324"/>
                  </a:lnTo>
                  <a:lnTo>
                    <a:pt x="300" y="325"/>
                  </a:lnTo>
                  <a:lnTo>
                    <a:pt x="299" y="324"/>
                  </a:lnTo>
                  <a:lnTo>
                    <a:pt x="299" y="318"/>
                  </a:lnTo>
                  <a:lnTo>
                    <a:pt x="296" y="318"/>
                  </a:lnTo>
                  <a:lnTo>
                    <a:pt x="295" y="316"/>
                  </a:lnTo>
                  <a:lnTo>
                    <a:pt x="295" y="315"/>
                  </a:lnTo>
                  <a:lnTo>
                    <a:pt x="297" y="313"/>
                  </a:lnTo>
                  <a:lnTo>
                    <a:pt x="297" y="312"/>
                  </a:lnTo>
                  <a:lnTo>
                    <a:pt x="296" y="309"/>
                  </a:lnTo>
                  <a:lnTo>
                    <a:pt x="297" y="308"/>
                  </a:lnTo>
                  <a:lnTo>
                    <a:pt x="300" y="308"/>
                  </a:lnTo>
                  <a:lnTo>
                    <a:pt x="300" y="308"/>
                  </a:lnTo>
                  <a:lnTo>
                    <a:pt x="303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16" y="308"/>
                  </a:lnTo>
                  <a:lnTo>
                    <a:pt x="328" y="309"/>
                  </a:lnTo>
                  <a:lnTo>
                    <a:pt x="330" y="311"/>
                  </a:lnTo>
                  <a:lnTo>
                    <a:pt x="338" y="315"/>
                  </a:lnTo>
                  <a:lnTo>
                    <a:pt x="340" y="316"/>
                  </a:lnTo>
                  <a:lnTo>
                    <a:pt x="338" y="317"/>
                  </a:lnTo>
                  <a:lnTo>
                    <a:pt x="340" y="320"/>
                  </a:lnTo>
                  <a:lnTo>
                    <a:pt x="341" y="317"/>
                  </a:lnTo>
                  <a:lnTo>
                    <a:pt x="345" y="316"/>
                  </a:lnTo>
                  <a:lnTo>
                    <a:pt x="347" y="318"/>
                  </a:lnTo>
                  <a:lnTo>
                    <a:pt x="349" y="318"/>
                  </a:lnTo>
                  <a:lnTo>
                    <a:pt x="349" y="320"/>
                  </a:lnTo>
                  <a:lnTo>
                    <a:pt x="353" y="321"/>
                  </a:lnTo>
                  <a:lnTo>
                    <a:pt x="359" y="325"/>
                  </a:lnTo>
                  <a:lnTo>
                    <a:pt x="366" y="325"/>
                  </a:lnTo>
                  <a:lnTo>
                    <a:pt x="369" y="328"/>
                  </a:lnTo>
                  <a:lnTo>
                    <a:pt x="370" y="330"/>
                  </a:lnTo>
                  <a:lnTo>
                    <a:pt x="374" y="332"/>
                  </a:lnTo>
                  <a:lnTo>
                    <a:pt x="376" y="334"/>
                  </a:lnTo>
                  <a:lnTo>
                    <a:pt x="379" y="340"/>
                  </a:lnTo>
                  <a:lnTo>
                    <a:pt x="382" y="340"/>
                  </a:lnTo>
                  <a:lnTo>
                    <a:pt x="382" y="338"/>
                  </a:lnTo>
                  <a:lnTo>
                    <a:pt x="382" y="334"/>
                  </a:lnTo>
                  <a:lnTo>
                    <a:pt x="383" y="334"/>
                  </a:lnTo>
                  <a:lnTo>
                    <a:pt x="383" y="333"/>
                  </a:lnTo>
                  <a:lnTo>
                    <a:pt x="382" y="330"/>
                  </a:lnTo>
                  <a:lnTo>
                    <a:pt x="383" y="329"/>
                  </a:lnTo>
                  <a:lnTo>
                    <a:pt x="383" y="322"/>
                  </a:lnTo>
                  <a:lnTo>
                    <a:pt x="384" y="321"/>
                  </a:lnTo>
                  <a:lnTo>
                    <a:pt x="383" y="321"/>
                  </a:lnTo>
                  <a:lnTo>
                    <a:pt x="382" y="320"/>
                  </a:lnTo>
                  <a:lnTo>
                    <a:pt x="380" y="320"/>
                  </a:lnTo>
                  <a:lnTo>
                    <a:pt x="378" y="321"/>
                  </a:lnTo>
                  <a:lnTo>
                    <a:pt x="376" y="321"/>
                  </a:lnTo>
                  <a:lnTo>
                    <a:pt x="371" y="315"/>
                  </a:lnTo>
                  <a:lnTo>
                    <a:pt x="370" y="315"/>
                  </a:lnTo>
                  <a:lnTo>
                    <a:pt x="367" y="313"/>
                  </a:lnTo>
                  <a:lnTo>
                    <a:pt x="367" y="308"/>
                  </a:lnTo>
                  <a:lnTo>
                    <a:pt x="367" y="307"/>
                  </a:lnTo>
                  <a:lnTo>
                    <a:pt x="365" y="311"/>
                  </a:lnTo>
                  <a:lnTo>
                    <a:pt x="362" y="309"/>
                  </a:lnTo>
                  <a:lnTo>
                    <a:pt x="359" y="308"/>
                  </a:lnTo>
                  <a:lnTo>
                    <a:pt x="357" y="307"/>
                  </a:lnTo>
                  <a:lnTo>
                    <a:pt x="355" y="309"/>
                  </a:lnTo>
                  <a:lnTo>
                    <a:pt x="355" y="305"/>
                  </a:lnTo>
                  <a:lnTo>
                    <a:pt x="353" y="304"/>
                  </a:lnTo>
                  <a:lnTo>
                    <a:pt x="351" y="299"/>
                  </a:lnTo>
                  <a:lnTo>
                    <a:pt x="351" y="296"/>
                  </a:lnTo>
                  <a:lnTo>
                    <a:pt x="353" y="297"/>
                  </a:lnTo>
                  <a:lnTo>
                    <a:pt x="354" y="296"/>
                  </a:lnTo>
                  <a:lnTo>
                    <a:pt x="354" y="293"/>
                  </a:lnTo>
                  <a:lnTo>
                    <a:pt x="351" y="291"/>
                  </a:lnTo>
                  <a:lnTo>
                    <a:pt x="351" y="288"/>
                  </a:lnTo>
                  <a:lnTo>
                    <a:pt x="353" y="286"/>
                  </a:lnTo>
                  <a:lnTo>
                    <a:pt x="354" y="286"/>
                  </a:lnTo>
                  <a:lnTo>
                    <a:pt x="353" y="284"/>
                  </a:lnTo>
                  <a:lnTo>
                    <a:pt x="349" y="284"/>
                  </a:lnTo>
                  <a:lnTo>
                    <a:pt x="347" y="279"/>
                  </a:lnTo>
                  <a:lnTo>
                    <a:pt x="346" y="278"/>
                  </a:lnTo>
                  <a:lnTo>
                    <a:pt x="345" y="279"/>
                  </a:lnTo>
                  <a:lnTo>
                    <a:pt x="342" y="276"/>
                  </a:lnTo>
                  <a:lnTo>
                    <a:pt x="342" y="272"/>
                  </a:lnTo>
                  <a:lnTo>
                    <a:pt x="344" y="270"/>
                  </a:lnTo>
                  <a:lnTo>
                    <a:pt x="342" y="268"/>
                  </a:lnTo>
                  <a:lnTo>
                    <a:pt x="341" y="266"/>
                  </a:lnTo>
                  <a:lnTo>
                    <a:pt x="344" y="265"/>
                  </a:lnTo>
                  <a:lnTo>
                    <a:pt x="347" y="258"/>
                  </a:lnTo>
                  <a:lnTo>
                    <a:pt x="350" y="257"/>
                  </a:lnTo>
                  <a:lnTo>
                    <a:pt x="350" y="255"/>
                  </a:lnTo>
                  <a:lnTo>
                    <a:pt x="349" y="253"/>
                  </a:lnTo>
                  <a:lnTo>
                    <a:pt x="349" y="250"/>
                  </a:lnTo>
                  <a:lnTo>
                    <a:pt x="351" y="247"/>
                  </a:lnTo>
                  <a:lnTo>
                    <a:pt x="349" y="245"/>
                  </a:lnTo>
                  <a:lnTo>
                    <a:pt x="349" y="241"/>
                  </a:lnTo>
                  <a:lnTo>
                    <a:pt x="350" y="240"/>
                  </a:lnTo>
                  <a:lnTo>
                    <a:pt x="349" y="237"/>
                  </a:lnTo>
                  <a:lnTo>
                    <a:pt x="349" y="234"/>
                  </a:lnTo>
                  <a:lnTo>
                    <a:pt x="347" y="233"/>
                  </a:lnTo>
                  <a:lnTo>
                    <a:pt x="349" y="229"/>
                  </a:lnTo>
                  <a:lnTo>
                    <a:pt x="349" y="228"/>
                  </a:lnTo>
                  <a:lnTo>
                    <a:pt x="347" y="225"/>
                  </a:lnTo>
                  <a:lnTo>
                    <a:pt x="347" y="221"/>
                  </a:lnTo>
                  <a:lnTo>
                    <a:pt x="347" y="216"/>
                  </a:lnTo>
                  <a:lnTo>
                    <a:pt x="350" y="216"/>
                  </a:lnTo>
                  <a:lnTo>
                    <a:pt x="351" y="216"/>
                  </a:lnTo>
                  <a:lnTo>
                    <a:pt x="351" y="217"/>
                  </a:lnTo>
                  <a:lnTo>
                    <a:pt x="351" y="218"/>
                  </a:lnTo>
                  <a:lnTo>
                    <a:pt x="354" y="217"/>
                  </a:lnTo>
                  <a:lnTo>
                    <a:pt x="358" y="217"/>
                  </a:lnTo>
                  <a:lnTo>
                    <a:pt x="361" y="216"/>
                  </a:lnTo>
                  <a:lnTo>
                    <a:pt x="362" y="216"/>
                  </a:lnTo>
                  <a:lnTo>
                    <a:pt x="365" y="217"/>
                  </a:lnTo>
                  <a:lnTo>
                    <a:pt x="366" y="216"/>
                  </a:lnTo>
                  <a:lnTo>
                    <a:pt x="369" y="216"/>
                  </a:lnTo>
                  <a:lnTo>
                    <a:pt x="376" y="218"/>
                  </a:lnTo>
                  <a:lnTo>
                    <a:pt x="379" y="218"/>
                  </a:lnTo>
                  <a:lnTo>
                    <a:pt x="382" y="220"/>
                  </a:lnTo>
                  <a:lnTo>
                    <a:pt x="383" y="221"/>
                  </a:lnTo>
                  <a:lnTo>
                    <a:pt x="380" y="222"/>
                  </a:lnTo>
                  <a:lnTo>
                    <a:pt x="382" y="225"/>
                  </a:lnTo>
                  <a:lnTo>
                    <a:pt x="382" y="228"/>
                  </a:lnTo>
                  <a:lnTo>
                    <a:pt x="383" y="229"/>
                  </a:lnTo>
                  <a:lnTo>
                    <a:pt x="383" y="233"/>
                  </a:lnTo>
                  <a:lnTo>
                    <a:pt x="384" y="237"/>
                  </a:lnTo>
                  <a:lnTo>
                    <a:pt x="384" y="243"/>
                  </a:lnTo>
                  <a:lnTo>
                    <a:pt x="386" y="245"/>
                  </a:lnTo>
                  <a:lnTo>
                    <a:pt x="384" y="247"/>
                  </a:lnTo>
                  <a:lnTo>
                    <a:pt x="386" y="249"/>
                  </a:lnTo>
                  <a:lnTo>
                    <a:pt x="386" y="251"/>
                  </a:lnTo>
                  <a:lnTo>
                    <a:pt x="383" y="251"/>
                  </a:lnTo>
                  <a:lnTo>
                    <a:pt x="384" y="254"/>
                  </a:lnTo>
                  <a:lnTo>
                    <a:pt x="387" y="257"/>
                  </a:lnTo>
                  <a:lnTo>
                    <a:pt x="388" y="261"/>
                  </a:lnTo>
                  <a:lnTo>
                    <a:pt x="391" y="261"/>
                  </a:lnTo>
                  <a:lnTo>
                    <a:pt x="391" y="262"/>
                  </a:lnTo>
                  <a:lnTo>
                    <a:pt x="394" y="261"/>
                  </a:lnTo>
                  <a:lnTo>
                    <a:pt x="395" y="262"/>
                  </a:lnTo>
                  <a:lnTo>
                    <a:pt x="395" y="266"/>
                  </a:lnTo>
                  <a:lnTo>
                    <a:pt x="399" y="268"/>
                  </a:lnTo>
                  <a:lnTo>
                    <a:pt x="400" y="271"/>
                  </a:lnTo>
                  <a:lnTo>
                    <a:pt x="400" y="278"/>
                  </a:lnTo>
                  <a:lnTo>
                    <a:pt x="403" y="280"/>
                  </a:lnTo>
                  <a:lnTo>
                    <a:pt x="403" y="282"/>
                  </a:lnTo>
                  <a:lnTo>
                    <a:pt x="401" y="283"/>
                  </a:lnTo>
                  <a:lnTo>
                    <a:pt x="404" y="286"/>
                  </a:lnTo>
                  <a:lnTo>
                    <a:pt x="404" y="290"/>
                  </a:lnTo>
                  <a:lnTo>
                    <a:pt x="408" y="295"/>
                  </a:lnTo>
                  <a:lnTo>
                    <a:pt x="407" y="297"/>
                  </a:lnTo>
                  <a:lnTo>
                    <a:pt x="408" y="300"/>
                  </a:lnTo>
                  <a:lnTo>
                    <a:pt x="411" y="303"/>
                  </a:lnTo>
                  <a:lnTo>
                    <a:pt x="409" y="304"/>
                  </a:lnTo>
                  <a:lnTo>
                    <a:pt x="411" y="305"/>
                  </a:lnTo>
                  <a:lnTo>
                    <a:pt x="412" y="311"/>
                  </a:lnTo>
                  <a:lnTo>
                    <a:pt x="417" y="317"/>
                  </a:lnTo>
                  <a:lnTo>
                    <a:pt x="421" y="318"/>
                  </a:lnTo>
                  <a:lnTo>
                    <a:pt x="423" y="320"/>
                  </a:lnTo>
                  <a:lnTo>
                    <a:pt x="424" y="320"/>
                  </a:lnTo>
                  <a:lnTo>
                    <a:pt x="428" y="324"/>
                  </a:lnTo>
                  <a:lnTo>
                    <a:pt x="428" y="325"/>
                  </a:lnTo>
                  <a:lnTo>
                    <a:pt x="426" y="325"/>
                  </a:lnTo>
                  <a:lnTo>
                    <a:pt x="426" y="328"/>
                  </a:lnTo>
                  <a:lnTo>
                    <a:pt x="425" y="330"/>
                  </a:lnTo>
                  <a:lnTo>
                    <a:pt x="428" y="336"/>
                  </a:lnTo>
                  <a:lnTo>
                    <a:pt x="430" y="338"/>
                  </a:lnTo>
                  <a:lnTo>
                    <a:pt x="430" y="342"/>
                  </a:lnTo>
                  <a:lnTo>
                    <a:pt x="428" y="343"/>
                  </a:lnTo>
                  <a:lnTo>
                    <a:pt x="428" y="345"/>
                  </a:lnTo>
                  <a:lnTo>
                    <a:pt x="426" y="346"/>
                  </a:lnTo>
                  <a:lnTo>
                    <a:pt x="428" y="349"/>
                  </a:lnTo>
                  <a:lnTo>
                    <a:pt x="428" y="353"/>
                  </a:lnTo>
                  <a:lnTo>
                    <a:pt x="425" y="354"/>
                  </a:lnTo>
                  <a:lnTo>
                    <a:pt x="425" y="355"/>
                  </a:lnTo>
                  <a:lnTo>
                    <a:pt x="428" y="355"/>
                  </a:lnTo>
                  <a:lnTo>
                    <a:pt x="428" y="357"/>
                  </a:lnTo>
                  <a:lnTo>
                    <a:pt x="425" y="358"/>
                  </a:lnTo>
                  <a:lnTo>
                    <a:pt x="425" y="363"/>
                  </a:lnTo>
                  <a:lnTo>
                    <a:pt x="424" y="365"/>
                  </a:lnTo>
                  <a:lnTo>
                    <a:pt x="421" y="363"/>
                  </a:lnTo>
                  <a:lnTo>
                    <a:pt x="421" y="365"/>
                  </a:lnTo>
                  <a:lnTo>
                    <a:pt x="423" y="367"/>
                  </a:lnTo>
                  <a:lnTo>
                    <a:pt x="424" y="370"/>
                  </a:lnTo>
                  <a:lnTo>
                    <a:pt x="421" y="370"/>
                  </a:lnTo>
                  <a:lnTo>
                    <a:pt x="419" y="372"/>
                  </a:lnTo>
                  <a:lnTo>
                    <a:pt x="415" y="372"/>
                  </a:lnTo>
                  <a:lnTo>
                    <a:pt x="412" y="371"/>
                  </a:lnTo>
                  <a:lnTo>
                    <a:pt x="416" y="368"/>
                  </a:lnTo>
                  <a:lnTo>
                    <a:pt x="416" y="367"/>
                  </a:lnTo>
                  <a:lnTo>
                    <a:pt x="413" y="367"/>
                  </a:lnTo>
                  <a:lnTo>
                    <a:pt x="413" y="368"/>
                  </a:lnTo>
                  <a:lnTo>
                    <a:pt x="411" y="368"/>
                  </a:lnTo>
                  <a:lnTo>
                    <a:pt x="405" y="366"/>
                  </a:lnTo>
                  <a:lnTo>
                    <a:pt x="405" y="367"/>
                  </a:lnTo>
                  <a:lnTo>
                    <a:pt x="397" y="368"/>
                  </a:lnTo>
                  <a:lnTo>
                    <a:pt x="395" y="368"/>
                  </a:lnTo>
                  <a:lnTo>
                    <a:pt x="392" y="371"/>
                  </a:lnTo>
                  <a:lnTo>
                    <a:pt x="395" y="372"/>
                  </a:lnTo>
                  <a:lnTo>
                    <a:pt x="395" y="372"/>
                  </a:lnTo>
                  <a:lnTo>
                    <a:pt x="396" y="371"/>
                  </a:lnTo>
                  <a:lnTo>
                    <a:pt x="400" y="370"/>
                  </a:lnTo>
                  <a:lnTo>
                    <a:pt x="401" y="372"/>
                  </a:lnTo>
                  <a:lnTo>
                    <a:pt x="404" y="375"/>
                  </a:lnTo>
                  <a:lnTo>
                    <a:pt x="413" y="376"/>
                  </a:lnTo>
                  <a:lnTo>
                    <a:pt x="417" y="378"/>
                  </a:lnTo>
                  <a:lnTo>
                    <a:pt x="421" y="376"/>
                  </a:lnTo>
                  <a:lnTo>
                    <a:pt x="425" y="376"/>
                  </a:lnTo>
                  <a:lnTo>
                    <a:pt x="426" y="378"/>
                  </a:lnTo>
                  <a:lnTo>
                    <a:pt x="430" y="379"/>
                  </a:lnTo>
                  <a:lnTo>
                    <a:pt x="434" y="378"/>
                  </a:lnTo>
                  <a:lnTo>
                    <a:pt x="434" y="375"/>
                  </a:lnTo>
                  <a:lnTo>
                    <a:pt x="433" y="372"/>
                  </a:lnTo>
                  <a:lnTo>
                    <a:pt x="433" y="370"/>
                  </a:lnTo>
                  <a:lnTo>
                    <a:pt x="434" y="368"/>
                  </a:lnTo>
                  <a:lnTo>
                    <a:pt x="437" y="367"/>
                  </a:lnTo>
                  <a:lnTo>
                    <a:pt x="437" y="366"/>
                  </a:lnTo>
                  <a:lnTo>
                    <a:pt x="440" y="362"/>
                  </a:lnTo>
                  <a:lnTo>
                    <a:pt x="441" y="359"/>
                  </a:lnTo>
                  <a:lnTo>
                    <a:pt x="442" y="354"/>
                  </a:lnTo>
                  <a:lnTo>
                    <a:pt x="441" y="351"/>
                  </a:lnTo>
                  <a:lnTo>
                    <a:pt x="441" y="347"/>
                  </a:lnTo>
                  <a:lnTo>
                    <a:pt x="445" y="341"/>
                  </a:lnTo>
                  <a:lnTo>
                    <a:pt x="445" y="338"/>
                  </a:lnTo>
                  <a:lnTo>
                    <a:pt x="441" y="329"/>
                  </a:lnTo>
                  <a:lnTo>
                    <a:pt x="437" y="326"/>
                  </a:lnTo>
                  <a:lnTo>
                    <a:pt x="436" y="325"/>
                  </a:lnTo>
                  <a:lnTo>
                    <a:pt x="434" y="318"/>
                  </a:lnTo>
                  <a:lnTo>
                    <a:pt x="438" y="315"/>
                  </a:lnTo>
                  <a:lnTo>
                    <a:pt x="441" y="312"/>
                  </a:lnTo>
                  <a:lnTo>
                    <a:pt x="444" y="312"/>
                  </a:lnTo>
                  <a:lnTo>
                    <a:pt x="449" y="307"/>
                  </a:lnTo>
                  <a:lnTo>
                    <a:pt x="451" y="307"/>
                  </a:lnTo>
                  <a:lnTo>
                    <a:pt x="455" y="311"/>
                  </a:lnTo>
                  <a:lnTo>
                    <a:pt x="455" y="313"/>
                  </a:lnTo>
                  <a:lnTo>
                    <a:pt x="459" y="316"/>
                  </a:lnTo>
                  <a:lnTo>
                    <a:pt x="461" y="317"/>
                  </a:lnTo>
                  <a:lnTo>
                    <a:pt x="461" y="317"/>
                  </a:lnTo>
                  <a:lnTo>
                    <a:pt x="465" y="321"/>
                  </a:lnTo>
                  <a:lnTo>
                    <a:pt x="463" y="324"/>
                  </a:lnTo>
                  <a:lnTo>
                    <a:pt x="466" y="325"/>
                  </a:lnTo>
                  <a:lnTo>
                    <a:pt x="466" y="328"/>
                  </a:lnTo>
                  <a:lnTo>
                    <a:pt x="469" y="330"/>
                  </a:lnTo>
                  <a:lnTo>
                    <a:pt x="469" y="334"/>
                  </a:lnTo>
                  <a:lnTo>
                    <a:pt x="469" y="334"/>
                  </a:lnTo>
                  <a:lnTo>
                    <a:pt x="470" y="337"/>
                  </a:lnTo>
                  <a:lnTo>
                    <a:pt x="473" y="338"/>
                  </a:lnTo>
                  <a:lnTo>
                    <a:pt x="475" y="340"/>
                  </a:lnTo>
                  <a:lnTo>
                    <a:pt x="479" y="340"/>
                  </a:lnTo>
                  <a:lnTo>
                    <a:pt x="480" y="338"/>
                  </a:lnTo>
                  <a:lnTo>
                    <a:pt x="484" y="338"/>
                  </a:lnTo>
                  <a:lnTo>
                    <a:pt x="486" y="337"/>
                  </a:lnTo>
                  <a:lnTo>
                    <a:pt x="487" y="336"/>
                  </a:lnTo>
                  <a:lnTo>
                    <a:pt x="486" y="336"/>
                  </a:lnTo>
                  <a:lnTo>
                    <a:pt x="483" y="336"/>
                  </a:lnTo>
                  <a:lnTo>
                    <a:pt x="482" y="334"/>
                  </a:lnTo>
                  <a:lnTo>
                    <a:pt x="480" y="337"/>
                  </a:lnTo>
                  <a:lnTo>
                    <a:pt x="477" y="337"/>
                  </a:lnTo>
                  <a:lnTo>
                    <a:pt x="475" y="336"/>
                  </a:lnTo>
                  <a:lnTo>
                    <a:pt x="473" y="336"/>
                  </a:lnTo>
                  <a:lnTo>
                    <a:pt x="471" y="333"/>
                  </a:lnTo>
                  <a:lnTo>
                    <a:pt x="473" y="332"/>
                  </a:lnTo>
                  <a:lnTo>
                    <a:pt x="470" y="330"/>
                  </a:lnTo>
                  <a:lnTo>
                    <a:pt x="469" y="326"/>
                  </a:lnTo>
                  <a:lnTo>
                    <a:pt x="469" y="322"/>
                  </a:lnTo>
                  <a:lnTo>
                    <a:pt x="471" y="322"/>
                  </a:lnTo>
                  <a:lnTo>
                    <a:pt x="474" y="321"/>
                  </a:lnTo>
                  <a:lnTo>
                    <a:pt x="471" y="320"/>
                  </a:lnTo>
                  <a:lnTo>
                    <a:pt x="471" y="317"/>
                  </a:lnTo>
                  <a:lnTo>
                    <a:pt x="470" y="317"/>
                  </a:lnTo>
                  <a:lnTo>
                    <a:pt x="470" y="315"/>
                  </a:lnTo>
                  <a:lnTo>
                    <a:pt x="466" y="313"/>
                  </a:lnTo>
                  <a:lnTo>
                    <a:pt x="466" y="311"/>
                  </a:lnTo>
                  <a:lnTo>
                    <a:pt x="463" y="308"/>
                  </a:lnTo>
                  <a:lnTo>
                    <a:pt x="459" y="308"/>
                  </a:lnTo>
                  <a:lnTo>
                    <a:pt x="453" y="305"/>
                  </a:lnTo>
                  <a:lnTo>
                    <a:pt x="451" y="303"/>
                  </a:lnTo>
                  <a:lnTo>
                    <a:pt x="449" y="304"/>
                  </a:lnTo>
                  <a:lnTo>
                    <a:pt x="445" y="301"/>
                  </a:lnTo>
                  <a:lnTo>
                    <a:pt x="444" y="301"/>
                  </a:lnTo>
                  <a:lnTo>
                    <a:pt x="440" y="301"/>
                  </a:lnTo>
                  <a:lnTo>
                    <a:pt x="437" y="304"/>
                  </a:lnTo>
                  <a:lnTo>
                    <a:pt x="437" y="307"/>
                  </a:lnTo>
                  <a:lnTo>
                    <a:pt x="434" y="308"/>
                  </a:lnTo>
                  <a:lnTo>
                    <a:pt x="430" y="307"/>
                  </a:lnTo>
                  <a:lnTo>
                    <a:pt x="428" y="309"/>
                  </a:lnTo>
                  <a:lnTo>
                    <a:pt x="424" y="308"/>
                  </a:lnTo>
                  <a:lnTo>
                    <a:pt x="423" y="307"/>
                  </a:lnTo>
                  <a:lnTo>
                    <a:pt x="423" y="304"/>
                  </a:lnTo>
                  <a:lnTo>
                    <a:pt x="423" y="301"/>
                  </a:lnTo>
                  <a:lnTo>
                    <a:pt x="419" y="296"/>
                  </a:lnTo>
                  <a:lnTo>
                    <a:pt x="417" y="293"/>
                  </a:lnTo>
                  <a:lnTo>
                    <a:pt x="417" y="288"/>
                  </a:lnTo>
                  <a:lnTo>
                    <a:pt x="415" y="284"/>
                  </a:lnTo>
                  <a:lnTo>
                    <a:pt x="415" y="282"/>
                  </a:lnTo>
                  <a:lnTo>
                    <a:pt x="416" y="274"/>
                  </a:lnTo>
                  <a:lnTo>
                    <a:pt x="413" y="268"/>
                  </a:lnTo>
                  <a:lnTo>
                    <a:pt x="411" y="266"/>
                  </a:lnTo>
                  <a:lnTo>
                    <a:pt x="408" y="266"/>
                  </a:lnTo>
                  <a:lnTo>
                    <a:pt x="407" y="263"/>
                  </a:lnTo>
                  <a:lnTo>
                    <a:pt x="401" y="258"/>
                  </a:lnTo>
                  <a:lnTo>
                    <a:pt x="397" y="255"/>
                  </a:lnTo>
                  <a:lnTo>
                    <a:pt x="396" y="253"/>
                  </a:lnTo>
                  <a:lnTo>
                    <a:pt x="399" y="247"/>
                  </a:lnTo>
                  <a:lnTo>
                    <a:pt x="397" y="245"/>
                  </a:lnTo>
                  <a:lnTo>
                    <a:pt x="396" y="242"/>
                  </a:lnTo>
                  <a:lnTo>
                    <a:pt x="396" y="241"/>
                  </a:lnTo>
                  <a:lnTo>
                    <a:pt x="399" y="238"/>
                  </a:lnTo>
                  <a:lnTo>
                    <a:pt x="403" y="234"/>
                  </a:lnTo>
                  <a:lnTo>
                    <a:pt x="404" y="229"/>
                  </a:lnTo>
                  <a:lnTo>
                    <a:pt x="401" y="222"/>
                  </a:lnTo>
                  <a:lnTo>
                    <a:pt x="397" y="213"/>
                  </a:lnTo>
                  <a:lnTo>
                    <a:pt x="399" y="212"/>
                  </a:lnTo>
                  <a:lnTo>
                    <a:pt x="401" y="215"/>
                  </a:lnTo>
                  <a:lnTo>
                    <a:pt x="403" y="217"/>
                  </a:lnTo>
                  <a:lnTo>
                    <a:pt x="404" y="218"/>
                  </a:lnTo>
                  <a:lnTo>
                    <a:pt x="405" y="220"/>
                  </a:lnTo>
                  <a:lnTo>
                    <a:pt x="405" y="224"/>
                  </a:lnTo>
                  <a:lnTo>
                    <a:pt x="408" y="225"/>
                  </a:lnTo>
                  <a:lnTo>
                    <a:pt x="408" y="230"/>
                  </a:lnTo>
                  <a:lnTo>
                    <a:pt x="409" y="234"/>
                  </a:lnTo>
                  <a:lnTo>
                    <a:pt x="408" y="237"/>
                  </a:lnTo>
                  <a:lnTo>
                    <a:pt x="409" y="240"/>
                  </a:lnTo>
                  <a:lnTo>
                    <a:pt x="413" y="242"/>
                  </a:lnTo>
                  <a:lnTo>
                    <a:pt x="413" y="245"/>
                  </a:lnTo>
                  <a:lnTo>
                    <a:pt x="416" y="246"/>
                  </a:lnTo>
                  <a:lnTo>
                    <a:pt x="416" y="249"/>
                  </a:lnTo>
                  <a:lnTo>
                    <a:pt x="413" y="250"/>
                  </a:lnTo>
                  <a:lnTo>
                    <a:pt x="415" y="251"/>
                  </a:lnTo>
                  <a:lnTo>
                    <a:pt x="417" y="251"/>
                  </a:lnTo>
                  <a:lnTo>
                    <a:pt x="421" y="253"/>
                  </a:lnTo>
                  <a:lnTo>
                    <a:pt x="425" y="253"/>
                  </a:lnTo>
                  <a:lnTo>
                    <a:pt x="428" y="251"/>
                  </a:lnTo>
                  <a:lnTo>
                    <a:pt x="429" y="254"/>
                  </a:lnTo>
                  <a:lnTo>
                    <a:pt x="430" y="255"/>
                  </a:lnTo>
                  <a:lnTo>
                    <a:pt x="432" y="253"/>
                  </a:lnTo>
                  <a:lnTo>
                    <a:pt x="436" y="253"/>
                  </a:lnTo>
                  <a:lnTo>
                    <a:pt x="437" y="251"/>
                  </a:lnTo>
                  <a:lnTo>
                    <a:pt x="440" y="251"/>
                  </a:lnTo>
                  <a:lnTo>
                    <a:pt x="442" y="255"/>
                  </a:lnTo>
                  <a:lnTo>
                    <a:pt x="445" y="255"/>
                  </a:lnTo>
                  <a:lnTo>
                    <a:pt x="448" y="258"/>
                  </a:lnTo>
                  <a:lnTo>
                    <a:pt x="453" y="257"/>
                  </a:lnTo>
                  <a:lnTo>
                    <a:pt x="454" y="254"/>
                  </a:lnTo>
                  <a:lnTo>
                    <a:pt x="453" y="255"/>
                  </a:lnTo>
                  <a:lnTo>
                    <a:pt x="448" y="255"/>
                  </a:lnTo>
                  <a:lnTo>
                    <a:pt x="448" y="253"/>
                  </a:lnTo>
                  <a:lnTo>
                    <a:pt x="445" y="253"/>
                  </a:lnTo>
                  <a:lnTo>
                    <a:pt x="444" y="249"/>
                  </a:lnTo>
                  <a:lnTo>
                    <a:pt x="440" y="249"/>
                  </a:lnTo>
                  <a:lnTo>
                    <a:pt x="440" y="247"/>
                  </a:lnTo>
                  <a:lnTo>
                    <a:pt x="438" y="247"/>
                  </a:lnTo>
                  <a:lnTo>
                    <a:pt x="437" y="249"/>
                  </a:lnTo>
                  <a:lnTo>
                    <a:pt x="432" y="249"/>
                  </a:lnTo>
                  <a:lnTo>
                    <a:pt x="429" y="246"/>
                  </a:lnTo>
                  <a:lnTo>
                    <a:pt x="425" y="246"/>
                  </a:lnTo>
                  <a:lnTo>
                    <a:pt x="421" y="242"/>
                  </a:lnTo>
                  <a:lnTo>
                    <a:pt x="420" y="240"/>
                  </a:lnTo>
                  <a:lnTo>
                    <a:pt x="419" y="240"/>
                  </a:lnTo>
                  <a:lnTo>
                    <a:pt x="415" y="234"/>
                  </a:lnTo>
                  <a:lnTo>
                    <a:pt x="417" y="233"/>
                  </a:lnTo>
                  <a:lnTo>
                    <a:pt x="419" y="232"/>
                  </a:lnTo>
                  <a:lnTo>
                    <a:pt x="421" y="230"/>
                  </a:lnTo>
                  <a:lnTo>
                    <a:pt x="423" y="230"/>
                  </a:lnTo>
                  <a:lnTo>
                    <a:pt x="426" y="233"/>
                  </a:lnTo>
                  <a:lnTo>
                    <a:pt x="432" y="236"/>
                  </a:lnTo>
                  <a:lnTo>
                    <a:pt x="434" y="236"/>
                  </a:lnTo>
                  <a:lnTo>
                    <a:pt x="437" y="230"/>
                  </a:lnTo>
                  <a:lnTo>
                    <a:pt x="436" y="226"/>
                  </a:lnTo>
                  <a:lnTo>
                    <a:pt x="430" y="225"/>
                  </a:lnTo>
                  <a:lnTo>
                    <a:pt x="426" y="228"/>
                  </a:lnTo>
                  <a:lnTo>
                    <a:pt x="425" y="225"/>
                  </a:lnTo>
                  <a:lnTo>
                    <a:pt x="426" y="224"/>
                  </a:lnTo>
                  <a:lnTo>
                    <a:pt x="428" y="225"/>
                  </a:lnTo>
                  <a:lnTo>
                    <a:pt x="429" y="224"/>
                  </a:lnTo>
                  <a:lnTo>
                    <a:pt x="429" y="221"/>
                  </a:lnTo>
                  <a:lnTo>
                    <a:pt x="432" y="217"/>
                  </a:lnTo>
                  <a:lnTo>
                    <a:pt x="434" y="216"/>
                  </a:lnTo>
                  <a:lnTo>
                    <a:pt x="437" y="216"/>
                  </a:lnTo>
                  <a:lnTo>
                    <a:pt x="445" y="216"/>
                  </a:lnTo>
                  <a:lnTo>
                    <a:pt x="448" y="220"/>
                  </a:lnTo>
                  <a:lnTo>
                    <a:pt x="451" y="221"/>
                  </a:lnTo>
                  <a:lnTo>
                    <a:pt x="458" y="222"/>
                  </a:lnTo>
                  <a:lnTo>
                    <a:pt x="458" y="225"/>
                  </a:lnTo>
                  <a:lnTo>
                    <a:pt x="461" y="226"/>
                  </a:lnTo>
                  <a:lnTo>
                    <a:pt x="466" y="230"/>
                  </a:lnTo>
                  <a:lnTo>
                    <a:pt x="470" y="232"/>
                  </a:lnTo>
                  <a:lnTo>
                    <a:pt x="475" y="230"/>
                  </a:lnTo>
                  <a:lnTo>
                    <a:pt x="480" y="228"/>
                  </a:lnTo>
                  <a:lnTo>
                    <a:pt x="483" y="229"/>
                  </a:lnTo>
                  <a:lnTo>
                    <a:pt x="483" y="229"/>
                  </a:lnTo>
                  <a:lnTo>
                    <a:pt x="486" y="229"/>
                  </a:lnTo>
                  <a:lnTo>
                    <a:pt x="486" y="233"/>
                  </a:lnTo>
                  <a:lnTo>
                    <a:pt x="486" y="236"/>
                  </a:lnTo>
                  <a:lnTo>
                    <a:pt x="486" y="237"/>
                  </a:lnTo>
                  <a:lnTo>
                    <a:pt x="483" y="240"/>
                  </a:lnTo>
                  <a:lnTo>
                    <a:pt x="482" y="242"/>
                  </a:lnTo>
                  <a:lnTo>
                    <a:pt x="484" y="245"/>
                  </a:lnTo>
                  <a:lnTo>
                    <a:pt x="484" y="249"/>
                  </a:lnTo>
                  <a:lnTo>
                    <a:pt x="488" y="253"/>
                  </a:lnTo>
                  <a:lnTo>
                    <a:pt x="488" y="255"/>
                  </a:lnTo>
                  <a:lnTo>
                    <a:pt x="487" y="257"/>
                  </a:lnTo>
                  <a:lnTo>
                    <a:pt x="487" y="265"/>
                  </a:lnTo>
                  <a:lnTo>
                    <a:pt x="490" y="265"/>
                  </a:lnTo>
                  <a:lnTo>
                    <a:pt x="490" y="262"/>
                  </a:lnTo>
                  <a:lnTo>
                    <a:pt x="490" y="261"/>
                  </a:lnTo>
                  <a:lnTo>
                    <a:pt x="491" y="258"/>
                  </a:lnTo>
                  <a:lnTo>
                    <a:pt x="490" y="255"/>
                  </a:lnTo>
                  <a:lnTo>
                    <a:pt x="492" y="254"/>
                  </a:lnTo>
                  <a:lnTo>
                    <a:pt x="494" y="251"/>
                  </a:lnTo>
                  <a:lnTo>
                    <a:pt x="495" y="253"/>
                  </a:lnTo>
                  <a:lnTo>
                    <a:pt x="496" y="257"/>
                  </a:lnTo>
                  <a:lnTo>
                    <a:pt x="498" y="262"/>
                  </a:lnTo>
                  <a:lnTo>
                    <a:pt x="498" y="263"/>
                  </a:lnTo>
                  <a:lnTo>
                    <a:pt x="496" y="265"/>
                  </a:lnTo>
                  <a:lnTo>
                    <a:pt x="496" y="267"/>
                  </a:lnTo>
                  <a:lnTo>
                    <a:pt x="495" y="268"/>
                  </a:lnTo>
                  <a:lnTo>
                    <a:pt x="499" y="271"/>
                  </a:lnTo>
                  <a:lnTo>
                    <a:pt x="503" y="271"/>
                  </a:lnTo>
                  <a:lnTo>
                    <a:pt x="507" y="272"/>
                  </a:lnTo>
                  <a:lnTo>
                    <a:pt x="509" y="275"/>
                  </a:lnTo>
                  <a:lnTo>
                    <a:pt x="508" y="278"/>
                  </a:lnTo>
                  <a:lnTo>
                    <a:pt x="511" y="279"/>
                  </a:lnTo>
                  <a:lnTo>
                    <a:pt x="516" y="279"/>
                  </a:lnTo>
                  <a:lnTo>
                    <a:pt x="521" y="284"/>
                  </a:lnTo>
                  <a:lnTo>
                    <a:pt x="520" y="283"/>
                  </a:lnTo>
                  <a:lnTo>
                    <a:pt x="520" y="279"/>
                  </a:lnTo>
                  <a:lnTo>
                    <a:pt x="524" y="275"/>
                  </a:lnTo>
                  <a:lnTo>
                    <a:pt x="527" y="275"/>
                  </a:lnTo>
                  <a:lnTo>
                    <a:pt x="532" y="279"/>
                  </a:lnTo>
                  <a:lnTo>
                    <a:pt x="536" y="279"/>
                  </a:lnTo>
                  <a:lnTo>
                    <a:pt x="537" y="282"/>
                  </a:lnTo>
                  <a:lnTo>
                    <a:pt x="538" y="287"/>
                  </a:lnTo>
                  <a:lnTo>
                    <a:pt x="538" y="282"/>
                  </a:lnTo>
                  <a:lnTo>
                    <a:pt x="537" y="279"/>
                  </a:lnTo>
                  <a:lnTo>
                    <a:pt x="534" y="279"/>
                  </a:lnTo>
                  <a:lnTo>
                    <a:pt x="530" y="278"/>
                  </a:lnTo>
                  <a:lnTo>
                    <a:pt x="527" y="274"/>
                  </a:lnTo>
                  <a:lnTo>
                    <a:pt x="523" y="275"/>
                  </a:lnTo>
                  <a:lnTo>
                    <a:pt x="519" y="278"/>
                  </a:lnTo>
                  <a:lnTo>
                    <a:pt x="517" y="278"/>
                  </a:lnTo>
                  <a:lnTo>
                    <a:pt x="516" y="278"/>
                  </a:lnTo>
                  <a:lnTo>
                    <a:pt x="512" y="276"/>
                  </a:lnTo>
                  <a:lnTo>
                    <a:pt x="508" y="271"/>
                  </a:lnTo>
                  <a:lnTo>
                    <a:pt x="505" y="270"/>
                  </a:lnTo>
                  <a:lnTo>
                    <a:pt x="502" y="270"/>
                  </a:lnTo>
                  <a:lnTo>
                    <a:pt x="499" y="266"/>
                  </a:lnTo>
                  <a:lnTo>
                    <a:pt x="502" y="267"/>
                  </a:lnTo>
                  <a:lnTo>
                    <a:pt x="503" y="266"/>
                  </a:lnTo>
                  <a:lnTo>
                    <a:pt x="505" y="261"/>
                  </a:lnTo>
                  <a:lnTo>
                    <a:pt x="504" y="259"/>
                  </a:lnTo>
                  <a:lnTo>
                    <a:pt x="502" y="255"/>
                  </a:lnTo>
                  <a:lnTo>
                    <a:pt x="500" y="250"/>
                  </a:lnTo>
                  <a:lnTo>
                    <a:pt x="496" y="245"/>
                  </a:lnTo>
                  <a:lnTo>
                    <a:pt x="494" y="243"/>
                  </a:lnTo>
                  <a:lnTo>
                    <a:pt x="491" y="241"/>
                  </a:lnTo>
                  <a:lnTo>
                    <a:pt x="492" y="238"/>
                  </a:lnTo>
                  <a:lnTo>
                    <a:pt x="491" y="236"/>
                  </a:lnTo>
                  <a:lnTo>
                    <a:pt x="491" y="229"/>
                  </a:lnTo>
                  <a:lnTo>
                    <a:pt x="488" y="226"/>
                  </a:lnTo>
                  <a:lnTo>
                    <a:pt x="487" y="226"/>
                  </a:lnTo>
                  <a:lnTo>
                    <a:pt x="482" y="224"/>
                  </a:lnTo>
                  <a:lnTo>
                    <a:pt x="477" y="224"/>
                  </a:lnTo>
                  <a:lnTo>
                    <a:pt x="474" y="220"/>
                  </a:lnTo>
                  <a:lnTo>
                    <a:pt x="471" y="218"/>
                  </a:lnTo>
                  <a:lnTo>
                    <a:pt x="471" y="215"/>
                  </a:lnTo>
                  <a:lnTo>
                    <a:pt x="470" y="213"/>
                  </a:lnTo>
                  <a:lnTo>
                    <a:pt x="470" y="212"/>
                  </a:lnTo>
                  <a:lnTo>
                    <a:pt x="467" y="213"/>
                  </a:lnTo>
                  <a:lnTo>
                    <a:pt x="458" y="213"/>
                  </a:lnTo>
                  <a:lnTo>
                    <a:pt x="455" y="213"/>
                  </a:lnTo>
                  <a:lnTo>
                    <a:pt x="453" y="211"/>
                  </a:lnTo>
                  <a:lnTo>
                    <a:pt x="451" y="208"/>
                  </a:lnTo>
                  <a:lnTo>
                    <a:pt x="451" y="208"/>
                  </a:lnTo>
                  <a:lnTo>
                    <a:pt x="450" y="205"/>
                  </a:lnTo>
                  <a:lnTo>
                    <a:pt x="450" y="201"/>
                  </a:lnTo>
                  <a:lnTo>
                    <a:pt x="448" y="196"/>
                  </a:lnTo>
                  <a:lnTo>
                    <a:pt x="444" y="193"/>
                  </a:lnTo>
                  <a:lnTo>
                    <a:pt x="444" y="192"/>
                  </a:lnTo>
                  <a:lnTo>
                    <a:pt x="444" y="191"/>
                  </a:lnTo>
                  <a:lnTo>
                    <a:pt x="441" y="190"/>
                  </a:lnTo>
                  <a:lnTo>
                    <a:pt x="440" y="188"/>
                  </a:lnTo>
                  <a:lnTo>
                    <a:pt x="441" y="186"/>
                  </a:lnTo>
                  <a:lnTo>
                    <a:pt x="441" y="183"/>
                  </a:lnTo>
                  <a:lnTo>
                    <a:pt x="438" y="182"/>
                  </a:lnTo>
                  <a:lnTo>
                    <a:pt x="440" y="180"/>
                  </a:lnTo>
                  <a:lnTo>
                    <a:pt x="444" y="180"/>
                  </a:lnTo>
                  <a:lnTo>
                    <a:pt x="446" y="176"/>
                  </a:lnTo>
                  <a:lnTo>
                    <a:pt x="449" y="176"/>
                  </a:lnTo>
                  <a:lnTo>
                    <a:pt x="455" y="175"/>
                  </a:lnTo>
                  <a:lnTo>
                    <a:pt x="465" y="172"/>
                  </a:lnTo>
                  <a:lnTo>
                    <a:pt x="467" y="170"/>
                  </a:lnTo>
                  <a:lnTo>
                    <a:pt x="471" y="168"/>
                  </a:lnTo>
                  <a:lnTo>
                    <a:pt x="473" y="170"/>
                  </a:lnTo>
                  <a:lnTo>
                    <a:pt x="477" y="168"/>
                  </a:lnTo>
                  <a:lnTo>
                    <a:pt x="478" y="166"/>
                  </a:lnTo>
                  <a:lnTo>
                    <a:pt x="482" y="165"/>
                  </a:lnTo>
                  <a:lnTo>
                    <a:pt x="490" y="161"/>
                  </a:lnTo>
                  <a:lnTo>
                    <a:pt x="491" y="162"/>
                  </a:lnTo>
                  <a:lnTo>
                    <a:pt x="490" y="165"/>
                  </a:lnTo>
                  <a:lnTo>
                    <a:pt x="490" y="166"/>
                  </a:lnTo>
                  <a:lnTo>
                    <a:pt x="488" y="167"/>
                  </a:lnTo>
                  <a:lnTo>
                    <a:pt x="486" y="172"/>
                  </a:lnTo>
                  <a:lnTo>
                    <a:pt x="486" y="174"/>
                  </a:lnTo>
                  <a:lnTo>
                    <a:pt x="491" y="178"/>
                  </a:lnTo>
                  <a:lnTo>
                    <a:pt x="495" y="178"/>
                  </a:lnTo>
                  <a:lnTo>
                    <a:pt x="492" y="178"/>
                  </a:lnTo>
                  <a:lnTo>
                    <a:pt x="488" y="172"/>
                  </a:lnTo>
                  <a:lnTo>
                    <a:pt x="488" y="171"/>
                  </a:lnTo>
                  <a:lnTo>
                    <a:pt x="490" y="168"/>
                  </a:lnTo>
                  <a:lnTo>
                    <a:pt x="495" y="166"/>
                  </a:lnTo>
                  <a:lnTo>
                    <a:pt x="496" y="162"/>
                  </a:lnTo>
                  <a:lnTo>
                    <a:pt x="495" y="158"/>
                  </a:lnTo>
                  <a:lnTo>
                    <a:pt x="492" y="158"/>
                  </a:lnTo>
                  <a:lnTo>
                    <a:pt x="488" y="155"/>
                  </a:lnTo>
                  <a:lnTo>
                    <a:pt x="490" y="154"/>
                  </a:lnTo>
                  <a:lnTo>
                    <a:pt x="486" y="154"/>
                  </a:lnTo>
                  <a:lnTo>
                    <a:pt x="484" y="155"/>
                  </a:lnTo>
                  <a:lnTo>
                    <a:pt x="483" y="154"/>
                  </a:lnTo>
                  <a:lnTo>
                    <a:pt x="482" y="150"/>
                  </a:lnTo>
                  <a:lnTo>
                    <a:pt x="478" y="151"/>
                  </a:lnTo>
                  <a:lnTo>
                    <a:pt x="477" y="151"/>
                  </a:lnTo>
                  <a:lnTo>
                    <a:pt x="473" y="149"/>
                  </a:lnTo>
                  <a:lnTo>
                    <a:pt x="474" y="147"/>
                  </a:lnTo>
                  <a:lnTo>
                    <a:pt x="475" y="146"/>
                  </a:lnTo>
                  <a:lnTo>
                    <a:pt x="477" y="145"/>
                  </a:lnTo>
                  <a:lnTo>
                    <a:pt x="478" y="147"/>
                  </a:lnTo>
                  <a:lnTo>
                    <a:pt x="480" y="147"/>
                  </a:lnTo>
                  <a:lnTo>
                    <a:pt x="483" y="146"/>
                  </a:lnTo>
                  <a:lnTo>
                    <a:pt x="483" y="145"/>
                  </a:lnTo>
                  <a:lnTo>
                    <a:pt x="482" y="145"/>
                  </a:lnTo>
                  <a:lnTo>
                    <a:pt x="479" y="146"/>
                  </a:lnTo>
                  <a:lnTo>
                    <a:pt x="477" y="143"/>
                  </a:lnTo>
                  <a:lnTo>
                    <a:pt x="477" y="141"/>
                  </a:lnTo>
                  <a:lnTo>
                    <a:pt x="474" y="141"/>
                  </a:lnTo>
                  <a:lnTo>
                    <a:pt x="470" y="140"/>
                  </a:lnTo>
                  <a:lnTo>
                    <a:pt x="467" y="141"/>
                  </a:lnTo>
                  <a:lnTo>
                    <a:pt x="466" y="138"/>
                  </a:lnTo>
                  <a:lnTo>
                    <a:pt x="467" y="137"/>
                  </a:lnTo>
                  <a:lnTo>
                    <a:pt x="467" y="134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3"/>
                  </a:lnTo>
                  <a:lnTo>
                    <a:pt x="470" y="137"/>
                  </a:lnTo>
                  <a:lnTo>
                    <a:pt x="473" y="136"/>
                  </a:lnTo>
                  <a:lnTo>
                    <a:pt x="475" y="140"/>
                  </a:lnTo>
                  <a:lnTo>
                    <a:pt x="475" y="137"/>
                  </a:lnTo>
                  <a:lnTo>
                    <a:pt x="475" y="136"/>
                  </a:lnTo>
                  <a:lnTo>
                    <a:pt x="478" y="134"/>
                  </a:lnTo>
                  <a:lnTo>
                    <a:pt x="478" y="129"/>
                  </a:lnTo>
                  <a:lnTo>
                    <a:pt x="477" y="128"/>
                  </a:lnTo>
                  <a:lnTo>
                    <a:pt x="477" y="126"/>
                  </a:lnTo>
                  <a:lnTo>
                    <a:pt x="479" y="128"/>
                  </a:lnTo>
                  <a:lnTo>
                    <a:pt x="480" y="125"/>
                  </a:lnTo>
                  <a:lnTo>
                    <a:pt x="475" y="124"/>
                  </a:lnTo>
                  <a:lnTo>
                    <a:pt x="474" y="126"/>
                  </a:lnTo>
                  <a:lnTo>
                    <a:pt x="471" y="126"/>
                  </a:lnTo>
                  <a:lnTo>
                    <a:pt x="471" y="124"/>
                  </a:lnTo>
                  <a:lnTo>
                    <a:pt x="474" y="121"/>
                  </a:lnTo>
                  <a:lnTo>
                    <a:pt x="478" y="121"/>
                  </a:lnTo>
                  <a:lnTo>
                    <a:pt x="480" y="120"/>
                  </a:lnTo>
                  <a:lnTo>
                    <a:pt x="480" y="118"/>
                  </a:lnTo>
                  <a:lnTo>
                    <a:pt x="483" y="116"/>
                  </a:lnTo>
                  <a:lnTo>
                    <a:pt x="483" y="113"/>
                  </a:lnTo>
                  <a:lnTo>
                    <a:pt x="483" y="112"/>
                  </a:lnTo>
                  <a:lnTo>
                    <a:pt x="483" y="112"/>
                  </a:lnTo>
                  <a:lnTo>
                    <a:pt x="486" y="108"/>
                  </a:lnTo>
                  <a:lnTo>
                    <a:pt x="487" y="108"/>
                  </a:lnTo>
                  <a:lnTo>
                    <a:pt x="487" y="109"/>
                  </a:lnTo>
                  <a:lnTo>
                    <a:pt x="488" y="109"/>
                  </a:lnTo>
                  <a:lnTo>
                    <a:pt x="490" y="107"/>
                  </a:lnTo>
                  <a:lnTo>
                    <a:pt x="491" y="107"/>
                  </a:lnTo>
                  <a:lnTo>
                    <a:pt x="490" y="105"/>
                  </a:lnTo>
                  <a:lnTo>
                    <a:pt x="490" y="104"/>
                  </a:lnTo>
                  <a:lnTo>
                    <a:pt x="494" y="103"/>
                  </a:lnTo>
                  <a:lnTo>
                    <a:pt x="495" y="101"/>
                  </a:lnTo>
                  <a:lnTo>
                    <a:pt x="495" y="100"/>
                  </a:lnTo>
                  <a:lnTo>
                    <a:pt x="496" y="100"/>
                  </a:lnTo>
                  <a:lnTo>
                    <a:pt x="499" y="100"/>
                  </a:lnTo>
                  <a:lnTo>
                    <a:pt x="503" y="100"/>
                  </a:lnTo>
                  <a:lnTo>
                    <a:pt x="502" y="97"/>
                  </a:lnTo>
                  <a:lnTo>
                    <a:pt x="502" y="96"/>
                  </a:lnTo>
                  <a:lnTo>
                    <a:pt x="507" y="95"/>
                  </a:lnTo>
                  <a:lnTo>
                    <a:pt x="509" y="93"/>
                  </a:lnTo>
                  <a:lnTo>
                    <a:pt x="511" y="91"/>
                  </a:lnTo>
                  <a:lnTo>
                    <a:pt x="517" y="88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3" y="88"/>
                  </a:lnTo>
                  <a:lnTo>
                    <a:pt x="512" y="87"/>
                  </a:lnTo>
                  <a:lnTo>
                    <a:pt x="509" y="90"/>
                  </a:lnTo>
                  <a:lnTo>
                    <a:pt x="507" y="88"/>
                  </a:lnTo>
                  <a:lnTo>
                    <a:pt x="507" y="83"/>
                  </a:lnTo>
                  <a:lnTo>
                    <a:pt x="509" y="82"/>
                  </a:lnTo>
                  <a:lnTo>
                    <a:pt x="509" y="80"/>
                  </a:lnTo>
                  <a:lnTo>
                    <a:pt x="511" y="80"/>
                  </a:lnTo>
                  <a:lnTo>
                    <a:pt x="511" y="82"/>
                  </a:lnTo>
                  <a:lnTo>
                    <a:pt x="512" y="82"/>
                  </a:lnTo>
                  <a:lnTo>
                    <a:pt x="513" y="80"/>
                  </a:lnTo>
                  <a:lnTo>
                    <a:pt x="511" y="78"/>
                  </a:lnTo>
                  <a:lnTo>
                    <a:pt x="513" y="78"/>
                  </a:lnTo>
                  <a:lnTo>
                    <a:pt x="516" y="79"/>
                  </a:lnTo>
                  <a:lnTo>
                    <a:pt x="519" y="79"/>
                  </a:lnTo>
                  <a:lnTo>
                    <a:pt x="521" y="76"/>
                  </a:lnTo>
                  <a:lnTo>
                    <a:pt x="524" y="78"/>
                  </a:lnTo>
                  <a:lnTo>
                    <a:pt x="530" y="75"/>
                  </a:lnTo>
                  <a:lnTo>
                    <a:pt x="533" y="75"/>
                  </a:lnTo>
                  <a:lnTo>
                    <a:pt x="533" y="78"/>
                  </a:lnTo>
                  <a:lnTo>
                    <a:pt x="532" y="83"/>
                  </a:lnTo>
                  <a:lnTo>
                    <a:pt x="532" y="84"/>
                  </a:lnTo>
                  <a:lnTo>
                    <a:pt x="533" y="86"/>
                  </a:lnTo>
                  <a:lnTo>
                    <a:pt x="534" y="83"/>
                  </a:lnTo>
                  <a:lnTo>
                    <a:pt x="537" y="79"/>
                  </a:lnTo>
                  <a:lnTo>
                    <a:pt x="536" y="76"/>
                  </a:lnTo>
                  <a:lnTo>
                    <a:pt x="537" y="76"/>
                  </a:lnTo>
                  <a:lnTo>
                    <a:pt x="538" y="78"/>
                  </a:lnTo>
                  <a:lnTo>
                    <a:pt x="540" y="82"/>
                  </a:lnTo>
                  <a:lnTo>
                    <a:pt x="541" y="82"/>
                  </a:lnTo>
                  <a:lnTo>
                    <a:pt x="542" y="79"/>
                  </a:lnTo>
                  <a:lnTo>
                    <a:pt x="541" y="76"/>
                  </a:lnTo>
                  <a:lnTo>
                    <a:pt x="542" y="75"/>
                  </a:lnTo>
                  <a:lnTo>
                    <a:pt x="544" y="75"/>
                  </a:lnTo>
                  <a:lnTo>
                    <a:pt x="544" y="78"/>
                  </a:lnTo>
                  <a:lnTo>
                    <a:pt x="548" y="75"/>
                  </a:lnTo>
                  <a:lnTo>
                    <a:pt x="548" y="74"/>
                  </a:lnTo>
                  <a:lnTo>
                    <a:pt x="546" y="72"/>
                  </a:lnTo>
                  <a:lnTo>
                    <a:pt x="549" y="72"/>
                  </a:lnTo>
                  <a:lnTo>
                    <a:pt x="550" y="71"/>
                  </a:lnTo>
                  <a:lnTo>
                    <a:pt x="548" y="70"/>
                  </a:lnTo>
                  <a:lnTo>
                    <a:pt x="550" y="67"/>
                  </a:lnTo>
                  <a:lnTo>
                    <a:pt x="554" y="67"/>
                  </a:lnTo>
                  <a:lnTo>
                    <a:pt x="556" y="66"/>
                  </a:lnTo>
                  <a:lnTo>
                    <a:pt x="557" y="66"/>
                  </a:lnTo>
                  <a:lnTo>
                    <a:pt x="557" y="67"/>
                  </a:lnTo>
                  <a:lnTo>
                    <a:pt x="558" y="68"/>
                  </a:lnTo>
                  <a:lnTo>
                    <a:pt x="562" y="68"/>
                  </a:lnTo>
                  <a:lnTo>
                    <a:pt x="562" y="72"/>
                  </a:lnTo>
                  <a:lnTo>
                    <a:pt x="563" y="74"/>
                  </a:lnTo>
                  <a:lnTo>
                    <a:pt x="561" y="79"/>
                  </a:lnTo>
                  <a:lnTo>
                    <a:pt x="565" y="78"/>
                  </a:lnTo>
                  <a:lnTo>
                    <a:pt x="567" y="72"/>
                  </a:lnTo>
                  <a:lnTo>
                    <a:pt x="565" y="67"/>
                  </a:lnTo>
                  <a:lnTo>
                    <a:pt x="561" y="66"/>
                  </a:lnTo>
                  <a:lnTo>
                    <a:pt x="559" y="63"/>
                  </a:lnTo>
                  <a:lnTo>
                    <a:pt x="557" y="65"/>
                  </a:lnTo>
                  <a:lnTo>
                    <a:pt x="556" y="63"/>
                  </a:lnTo>
                  <a:lnTo>
                    <a:pt x="553" y="63"/>
                  </a:lnTo>
                  <a:lnTo>
                    <a:pt x="552" y="62"/>
                  </a:lnTo>
                  <a:lnTo>
                    <a:pt x="549" y="61"/>
                  </a:lnTo>
                  <a:lnTo>
                    <a:pt x="549" y="61"/>
                  </a:lnTo>
                  <a:lnTo>
                    <a:pt x="550" y="58"/>
                  </a:lnTo>
                  <a:lnTo>
                    <a:pt x="556" y="58"/>
                  </a:lnTo>
                  <a:lnTo>
                    <a:pt x="557" y="57"/>
                  </a:lnTo>
                  <a:lnTo>
                    <a:pt x="559" y="57"/>
                  </a:lnTo>
                  <a:lnTo>
                    <a:pt x="562" y="57"/>
                  </a:lnTo>
                  <a:lnTo>
                    <a:pt x="563" y="55"/>
                  </a:lnTo>
                  <a:lnTo>
                    <a:pt x="566" y="57"/>
                  </a:lnTo>
                  <a:lnTo>
                    <a:pt x="571" y="55"/>
                  </a:lnTo>
                  <a:lnTo>
                    <a:pt x="574" y="57"/>
                  </a:lnTo>
                  <a:lnTo>
                    <a:pt x="575" y="55"/>
                  </a:lnTo>
                  <a:lnTo>
                    <a:pt x="578" y="57"/>
                  </a:lnTo>
                  <a:lnTo>
                    <a:pt x="579" y="55"/>
                  </a:lnTo>
                  <a:lnTo>
                    <a:pt x="579" y="54"/>
                  </a:lnTo>
                  <a:lnTo>
                    <a:pt x="575" y="53"/>
                  </a:lnTo>
                  <a:lnTo>
                    <a:pt x="571" y="51"/>
                  </a:lnTo>
                  <a:lnTo>
                    <a:pt x="569" y="53"/>
                  </a:lnTo>
                  <a:lnTo>
                    <a:pt x="563" y="53"/>
                  </a:lnTo>
                  <a:lnTo>
                    <a:pt x="563" y="51"/>
                  </a:lnTo>
                  <a:lnTo>
                    <a:pt x="563" y="47"/>
                  </a:lnTo>
                  <a:lnTo>
                    <a:pt x="566" y="46"/>
                  </a:lnTo>
                  <a:lnTo>
                    <a:pt x="563" y="45"/>
                  </a:lnTo>
                  <a:lnTo>
                    <a:pt x="561" y="41"/>
                  </a:lnTo>
                  <a:lnTo>
                    <a:pt x="558" y="42"/>
                  </a:lnTo>
                  <a:lnTo>
                    <a:pt x="556" y="38"/>
                  </a:lnTo>
                  <a:lnTo>
                    <a:pt x="556" y="36"/>
                  </a:lnTo>
                  <a:lnTo>
                    <a:pt x="558" y="36"/>
                  </a:lnTo>
                  <a:lnTo>
                    <a:pt x="558" y="33"/>
                  </a:lnTo>
                  <a:lnTo>
                    <a:pt x="554" y="30"/>
                  </a:lnTo>
                  <a:lnTo>
                    <a:pt x="556" y="20"/>
                  </a:lnTo>
                  <a:lnTo>
                    <a:pt x="558" y="17"/>
                  </a:lnTo>
                  <a:lnTo>
                    <a:pt x="557" y="13"/>
                  </a:lnTo>
                  <a:lnTo>
                    <a:pt x="557" y="9"/>
                  </a:lnTo>
                  <a:lnTo>
                    <a:pt x="559" y="8"/>
                  </a:lnTo>
                  <a:lnTo>
                    <a:pt x="558" y="5"/>
                  </a:lnTo>
                  <a:lnTo>
                    <a:pt x="559" y="4"/>
                  </a:lnTo>
                  <a:lnTo>
                    <a:pt x="561" y="3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" name="Freeform 342"/>
            <p:cNvSpPr>
              <a:spLocks noEditPoints="1"/>
            </p:cNvSpPr>
            <p:nvPr/>
          </p:nvSpPr>
          <p:spPr bwMode="auto">
            <a:xfrm>
              <a:off x="7597516" y="2335432"/>
              <a:ext cx="1959139" cy="1446514"/>
            </a:xfrm>
            <a:custGeom>
              <a:avLst/>
              <a:gdLst>
                <a:gd name="T0" fmla="*/ 578 w 772"/>
                <a:gd name="T1" fmla="*/ 566 h 570"/>
                <a:gd name="T2" fmla="*/ 573 w 772"/>
                <a:gd name="T3" fmla="*/ 547 h 570"/>
                <a:gd name="T4" fmla="*/ 658 w 772"/>
                <a:gd name="T5" fmla="*/ 497 h 570"/>
                <a:gd name="T6" fmla="*/ 708 w 772"/>
                <a:gd name="T7" fmla="*/ 488 h 570"/>
                <a:gd name="T8" fmla="*/ 702 w 772"/>
                <a:gd name="T9" fmla="*/ 514 h 570"/>
                <a:gd name="T10" fmla="*/ 697 w 772"/>
                <a:gd name="T11" fmla="*/ 483 h 570"/>
                <a:gd name="T12" fmla="*/ 701 w 772"/>
                <a:gd name="T13" fmla="*/ 400 h 570"/>
                <a:gd name="T14" fmla="*/ 687 w 772"/>
                <a:gd name="T15" fmla="*/ 378 h 570"/>
                <a:gd name="T16" fmla="*/ 627 w 772"/>
                <a:gd name="T17" fmla="*/ 2 h 570"/>
                <a:gd name="T18" fmla="*/ 639 w 772"/>
                <a:gd name="T19" fmla="*/ 10 h 570"/>
                <a:gd name="T20" fmla="*/ 649 w 772"/>
                <a:gd name="T21" fmla="*/ 25 h 570"/>
                <a:gd name="T22" fmla="*/ 668 w 772"/>
                <a:gd name="T23" fmla="*/ 47 h 570"/>
                <a:gd name="T24" fmla="*/ 683 w 772"/>
                <a:gd name="T25" fmla="*/ 67 h 570"/>
                <a:gd name="T26" fmla="*/ 699 w 772"/>
                <a:gd name="T27" fmla="*/ 68 h 570"/>
                <a:gd name="T28" fmla="*/ 715 w 772"/>
                <a:gd name="T29" fmla="*/ 80 h 570"/>
                <a:gd name="T30" fmla="*/ 722 w 772"/>
                <a:gd name="T31" fmla="*/ 93 h 570"/>
                <a:gd name="T32" fmla="*/ 744 w 772"/>
                <a:gd name="T33" fmla="*/ 99 h 570"/>
                <a:gd name="T34" fmla="*/ 760 w 772"/>
                <a:gd name="T35" fmla="*/ 81 h 570"/>
                <a:gd name="T36" fmla="*/ 769 w 772"/>
                <a:gd name="T37" fmla="*/ 101 h 570"/>
                <a:gd name="T38" fmla="*/ 770 w 772"/>
                <a:gd name="T39" fmla="*/ 121 h 570"/>
                <a:gd name="T40" fmla="*/ 768 w 772"/>
                <a:gd name="T41" fmla="*/ 139 h 570"/>
                <a:gd name="T42" fmla="*/ 749 w 772"/>
                <a:gd name="T43" fmla="*/ 150 h 570"/>
                <a:gd name="T44" fmla="*/ 755 w 772"/>
                <a:gd name="T45" fmla="*/ 181 h 570"/>
                <a:gd name="T46" fmla="*/ 697 w 772"/>
                <a:gd name="T47" fmla="*/ 246 h 570"/>
                <a:gd name="T48" fmla="*/ 669 w 772"/>
                <a:gd name="T49" fmla="*/ 262 h 570"/>
                <a:gd name="T50" fmla="*/ 669 w 772"/>
                <a:gd name="T51" fmla="*/ 256 h 570"/>
                <a:gd name="T52" fmla="*/ 669 w 772"/>
                <a:gd name="T53" fmla="*/ 237 h 570"/>
                <a:gd name="T54" fmla="*/ 643 w 772"/>
                <a:gd name="T55" fmla="*/ 246 h 570"/>
                <a:gd name="T56" fmla="*/ 622 w 772"/>
                <a:gd name="T57" fmla="*/ 267 h 570"/>
                <a:gd name="T58" fmla="*/ 639 w 772"/>
                <a:gd name="T59" fmla="*/ 283 h 570"/>
                <a:gd name="T60" fmla="*/ 657 w 772"/>
                <a:gd name="T61" fmla="*/ 283 h 570"/>
                <a:gd name="T62" fmla="*/ 685 w 772"/>
                <a:gd name="T63" fmla="*/ 288 h 570"/>
                <a:gd name="T64" fmla="*/ 669 w 772"/>
                <a:gd name="T65" fmla="*/ 300 h 570"/>
                <a:gd name="T66" fmla="*/ 655 w 772"/>
                <a:gd name="T67" fmla="*/ 317 h 570"/>
                <a:gd name="T68" fmla="*/ 674 w 772"/>
                <a:gd name="T69" fmla="*/ 354 h 570"/>
                <a:gd name="T70" fmla="*/ 681 w 772"/>
                <a:gd name="T71" fmla="*/ 374 h 570"/>
                <a:gd name="T72" fmla="*/ 660 w 772"/>
                <a:gd name="T73" fmla="*/ 371 h 570"/>
                <a:gd name="T74" fmla="*/ 690 w 772"/>
                <a:gd name="T75" fmla="*/ 393 h 570"/>
                <a:gd name="T76" fmla="*/ 689 w 772"/>
                <a:gd name="T77" fmla="*/ 399 h 570"/>
                <a:gd name="T78" fmla="*/ 699 w 772"/>
                <a:gd name="T79" fmla="*/ 408 h 570"/>
                <a:gd name="T80" fmla="*/ 697 w 772"/>
                <a:gd name="T81" fmla="*/ 420 h 570"/>
                <a:gd name="T82" fmla="*/ 691 w 772"/>
                <a:gd name="T83" fmla="*/ 433 h 570"/>
                <a:gd name="T84" fmla="*/ 689 w 772"/>
                <a:gd name="T85" fmla="*/ 447 h 570"/>
                <a:gd name="T86" fmla="*/ 681 w 772"/>
                <a:gd name="T87" fmla="*/ 458 h 570"/>
                <a:gd name="T88" fmla="*/ 681 w 772"/>
                <a:gd name="T89" fmla="*/ 471 h 570"/>
                <a:gd name="T90" fmla="*/ 673 w 772"/>
                <a:gd name="T91" fmla="*/ 475 h 570"/>
                <a:gd name="T92" fmla="*/ 665 w 772"/>
                <a:gd name="T93" fmla="*/ 487 h 570"/>
                <a:gd name="T94" fmla="*/ 656 w 772"/>
                <a:gd name="T95" fmla="*/ 495 h 570"/>
                <a:gd name="T96" fmla="*/ 641 w 772"/>
                <a:gd name="T97" fmla="*/ 508 h 570"/>
                <a:gd name="T98" fmla="*/ 624 w 772"/>
                <a:gd name="T99" fmla="*/ 513 h 570"/>
                <a:gd name="T100" fmla="*/ 612 w 772"/>
                <a:gd name="T101" fmla="*/ 517 h 570"/>
                <a:gd name="T102" fmla="*/ 590 w 772"/>
                <a:gd name="T103" fmla="*/ 526 h 570"/>
                <a:gd name="T104" fmla="*/ 581 w 772"/>
                <a:gd name="T105" fmla="*/ 530 h 570"/>
                <a:gd name="T106" fmla="*/ 577 w 772"/>
                <a:gd name="T107" fmla="*/ 539 h 570"/>
                <a:gd name="T108" fmla="*/ 564 w 772"/>
                <a:gd name="T109" fmla="*/ 525 h 570"/>
                <a:gd name="T110" fmla="*/ 474 w 772"/>
                <a:gd name="T111" fmla="*/ 537 h 570"/>
                <a:gd name="T112" fmla="*/ 554 w 772"/>
                <a:gd name="T113" fmla="*/ 80 h 570"/>
                <a:gd name="T114" fmla="*/ 582 w 772"/>
                <a:gd name="T115" fmla="*/ 67 h 570"/>
                <a:gd name="T116" fmla="*/ 581 w 772"/>
                <a:gd name="T117" fmla="*/ 39 h 570"/>
                <a:gd name="T118" fmla="*/ 574 w 772"/>
                <a:gd name="T119" fmla="*/ 21 h 570"/>
                <a:gd name="T120" fmla="*/ 590 w 772"/>
                <a:gd name="T121" fmla="*/ 4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72" h="570">
                  <a:moveTo>
                    <a:pt x="586" y="545"/>
                  </a:moveTo>
                  <a:lnTo>
                    <a:pt x="589" y="545"/>
                  </a:lnTo>
                  <a:lnTo>
                    <a:pt x="590" y="547"/>
                  </a:lnTo>
                  <a:lnTo>
                    <a:pt x="591" y="550"/>
                  </a:lnTo>
                  <a:lnTo>
                    <a:pt x="590" y="553"/>
                  </a:lnTo>
                  <a:lnTo>
                    <a:pt x="589" y="554"/>
                  </a:lnTo>
                  <a:lnTo>
                    <a:pt x="589" y="555"/>
                  </a:lnTo>
                  <a:lnTo>
                    <a:pt x="587" y="559"/>
                  </a:lnTo>
                  <a:lnTo>
                    <a:pt x="587" y="560"/>
                  </a:lnTo>
                  <a:lnTo>
                    <a:pt x="586" y="563"/>
                  </a:lnTo>
                  <a:lnTo>
                    <a:pt x="583" y="563"/>
                  </a:lnTo>
                  <a:lnTo>
                    <a:pt x="583" y="564"/>
                  </a:lnTo>
                  <a:lnTo>
                    <a:pt x="582" y="567"/>
                  </a:lnTo>
                  <a:lnTo>
                    <a:pt x="579" y="566"/>
                  </a:lnTo>
                  <a:lnTo>
                    <a:pt x="578" y="566"/>
                  </a:lnTo>
                  <a:lnTo>
                    <a:pt x="577" y="568"/>
                  </a:lnTo>
                  <a:lnTo>
                    <a:pt x="575" y="570"/>
                  </a:lnTo>
                  <a:lnTo>
                    <a:pt x="574" y="568"/>
                  </a:lnTo>
                  <a:lnTo>
                    <a:pt x="572" y="568"/>
                  </a:lnTo>
                  <a:lnTo>
                    <a:pt x="570" y="567"/>
                  </a:lnTo>
                  <a:lnTo>
                    <a:pt x="568" y="567"/>
                  </a:lnTo>
                  <a:lnTo>
                    <a:pt x="566" y="564"/>
                  </a:lnTo>
                  <a:lnTo>
                    <a:pt x="566" y="563"/>
                  </a:lnTo>
                  <a:lnTo>
                    <a:pt x="565" y="560"/>
                  </a:lnTo>
                  <a:lnTo>
                    <a:pt x="565" y="556"/>
                  </a:lnTo>
                  <a:lnTo>
                    <a:pt x="564" y="555"/>
                  </a:lnTo>
                  <a:lnTo>
                    <a:pt x="566" y="551"/>
                  </a:lnTo>
                  <a:lnTo>
                    <a:pt x="570" y="550"/>
                  </a:lnTo>
                  <a:lnTo>
                    <a:pt x="570" y="547"/>
                  </a:lnTo>
                  <a:lnTo>
                    <a:pt x="573" y="547"/>
                  </a:lnTo>
                  <a:lnTo>
                    <a:pt x="575" y="546"/>
                  </a:lnTo>
                  <a:lnTo>
                    <a:pt x="577" y="546"/>
                  </a:lnTo>
                  <a:lnTo>
                    <a:pt x="579" y="545"/>
                  </a:lnTo>
                  <a:lnTo>
                    <a:pt x="579" y="545"/>
                  </a:lnTo>
                  <a:lnTo>
                    <a:pt x="582" y="545"/>
                  </a:lnTo>
                  <a:lnTo>
                    <a:pt x="583" y="546"/>
                  </a:lnTo>
                  <a:lnTo>
                    <a:pt x="586" y="545"/>
                  </a:lnTo>
                  <a:close/>
                  <a:moveTo>
                    <a:pt x="585" y="531"/>
                  </a:moveTo>
                  <a:lnTo>
                    <a:pt x="587" y="533"/>
                  </a:lnTo>
                  <a:lnTo>
                    <a:pt x="587" y="534"/>
                  </a:lnTo>
                  <a:lnTo>
                    <a:pt x="585" y="533"/>
                  </a:lnTo>
                  <a:lnTo>
                    <a:pt x="583" y="534"/>
                  </a:lnTo>
                  <a:lnTo>
                    <a:pt x="582" y="533"/>
                  </a:lnTo>
                  <a:lnTo>
                    <a:pt x="585" y="531"/>
                  </a:lnTo>
                  <a:close/>
                  <a:moveTo>
                    <a:pt x="658" y="497"/>
                  </a:moveTo>
                  <a:lnTo>
                    <a:pt x="660" y="499"/>
                  </a:lnTo>
                  <a:lnTo>
                    <a:pt x="658" y="500"/>
                  </a:lnTo>
                  <a:lnTo>
                    <a:pt x="657" y="500"/>
                  </a:lnTo>
                  <a:lnTo>
                    <a:pt x="656" y="499"/>
                  </a:lnTo>
                  <a:lnTo>
                    <a:pt x="658" y="497"/>
                  </a:lnTo>
                  <a:close/>
                  <a:moveTo>
                    <a:pt x="706" y="470"/>
                  </a:moveTo>
                  <a:lnTo>
                    <a:pt x="708" y="470"/>
                  </a:lnTo>
                  <a:lnTo>
                    <a:pt x="710" y="472"/>
                  </a:lnTo>
                  <a:lnTo>
                    <a:pt x="710" y="472"/>
                  </a:lnTo>
                  <a:lnTo>
                    <a:pt x="712" y="475"/>
                  </a:lnTo>
                  <a:lnTo>
                    <a:pt x="712" y="476"/>
                  </a:lnTo>
                  <a:lnTo>
                    <a:pt x="711" y="476"/>
                  </a:lnTo>
                  <a:lnTo>
                    <a:pt x="711" y="480"/>
                  </a:lnTo>
                  <a:lnTo>
                    <a:pt x="710" y="485"/>
                  </a:lnTo>
                  <a:lnTo>
                    <a:pt x="708" y="488"/>
                  </a:lnTo>
                  <a:lnTo>
                    <a:pt x="710" y="492"/>
                  </a:lnTo>
                  <a:lnTo>
                    <a:pt x="710" y="495"/>
                  </a:lnTo>
                  <a:lnTo>
                    <a:pt x="708" y="500"/>
                  </a:lnTo>
                  <a:lnTo>
                    <a:pt x="710" y="500"/>
                  </a:lnTo>
                  <a:lnTo>
                    <a:pt x="708" y="501"/>
                  </a:lnTo>
                  <a:lnTo>
                    <a:pt x="708" y="504"/>
                  </a:lnTo>
                  <a:lnTo>
                    <a:pt x="706" y="508"/>
                  </a:lnTo>
                  <a:lnTo>
                    <a:pt x="703" y="510"/>
                  </a:lnTo>
                  <a:lnTo>
                    <a:pt x="705" y="514"/>
                  </a:lnTo>
                  <a:lnTo>
                    <a:pt x="705" y="517"/>
                  </a:lnTo>
                  <a:lnTo>
                    <a:pt x="705" y="520"/>
                  </a:lnTo>
                  <a:lnTo>
                    <a:pt x="703" y="518"/>
                  </a:lnTo>
                  <a:lnTo>
                    <a:pt x="702" y="520"/>
                  </a:lnTo>
                  <a:lnTo>
                    <a:pt x="702" y="517"/>
                  </a:lnTo>
                  <a:lnTo>
                    <a:pt x="702" y="514"/>
                  </a:lnTo>
                  <a:lnTo>
                    <a:pt x="699" y="512"/>
                  </a:lnTo>
                  <a:lnTo>
                    <a:pt x="697" y="510"/>
                  </a:lnTo>
                  <a:lnTo>
                    <a:pt x="697" y="509"/>
                  </a:lnTo>
                  <a:lnTo>
                    <a:pt x="695" y="509"/>
                  </a:lnTo>
                  <a:lnTo>
                    <a:pt x="694" y="508"/>
                  </a:lnTo>
                  <a:lnTo>
                    <a:pt x="694" y="505"/>
                  </a:lnTo>
                  <a:lnTo>
                    <a:pt x="694" y="505"/>
                  </a:lnTo>
                  <a:lnTo>
                    <a:pt x="694" y="504"/>
                  </a:lnTo>
                  <a:lnTo>
                    <a:pt x="693" y="504"/>
                  </a:lnTo>
                  <a:lnTo>
                    <a:pt x="693" y="499"/>
                  </a:lnTo>
                  <a:lnTo>
                    <a:pt x="693" y="495"/>
                  </a:lnTo>
                  <a:lnTo>
                    <a:pt x="691" y="493"/>
                  </a:lnTo>
                  <a:lnTo>
                    <a:pt x="693" y="492"/>
                  </a:lnTo>
                  <a:lnTo>
                    <a:pt x="694" y="488"/>
                  </a:lnTo>
                  <a:lnTo>
                    <a:pt x="697" y="483"/>
                  </a:lnTo>
                  <a:lnTo>
                    <a:pt x="697" y="483"/>
                  </a:lnTo>
                  <a:lnTo>
                    <a:pt x="698" y="480"/>
                  </a:lnTo>
                  <a:lnTo>
                    <a:pt x="697" y="479"/>
                  </a:lnTo>
                  <a:lnTo>
                    <a:pt x="699" y="475"/>
                  </a:lnTo>
                  <a:lnTo>
                    <a:pt x="702" y="472"/>
                  </a:lnTo>
                  <a:lnTo>
                    <a:pt x="705" y="472"/>
                  </a:lnTo>
                  <a:lnTo>
                    <a:pt x="703" y="470"/>
                  </a:lnTo>
                  <a:lnTo>
                    <a:pt x="706" y="470"/>
                  </a:lnTo>
                  <a:close/>
                  <a:moveTo>
                    <a:pt x="682" y="467"/>
                  </a:moveTo>
                  <a:lnTo>
                    <a:pt x="683" y="468"/>
                  </a:lnTo>
                  <a:lnTo>
                    <a:pt x="683" y="470"/>
                  </a:lnTo>
                  <a:lnTo>
                    <a:pt x="682" y="471"/>
                  </a:lnTo>
                  <a:lnTo>
                    <a:pt x="682" y="468"/>
                  </a:lnTo>
                  <a:lnTo>
                    <a:pt x="682" y="467"/>
                  </a:lnTo>
                  <a:close/>
                  <a:moveTo>
                    <a:pt x="701" y="400"/>
                  </a:moveTo>
                  <a:lnTo>
                    <a:pt x="701" y="400"/>
                  </a:lnTo>
                  <a:lnTo>
                    <a:pt x="702" y="400"/>
                  </a:lnTo>
                  <a:lnTo>
                    <a:pt x="705" y="401"/>
                  </a:lnTo>
                  <a:lnTo>
                    <a:pt x="705" y="403"/>
                  </a:lnTo>
                  <a:lnTo>
                    <a:pt x="703" y="403"/>
                  </a:lnTo>
                  <a:lnTo>
                    <a:pt x="701" y="401"/>
                  </a:lnTo>
                  <a:lnTo>
                    <a:pt x="701" y="400"/>
                  </a:lnTo>
                  <a:close/>
                  <a:moveTo>
                    <a:pt x="687" y="376"/>
                  </a:moveTo>
                  <a:lnTo>
                    <a:pt x="690" y="376"/>
                  </a:lnTo>
                  <a:lnTo>
                    <a:pt x="691" y="378"/>
                  </a:lnTo>
                  <a:lnTo>
                    <a:pt x="693" y="378"/>
                  </a:lnTo>
                  <a:lnTo>
                    <a:pt x="693" y="380"/>
                  </a:lnTo>
                  <a:lnTo>
                    <a:pt x="690" y="379"/>
                  </a:lnTo>
                  <a:lnTo>
                    <a:pt x="689" y="379"/>
                  </a:lnTo>
                  <a:lnTo>
                    <a:pt x="687" y="378"/>
                  </a:lnTo>
                  <a:lnTo>
                    <a:pt x="687" y="376"/>
                  </a:lnTo>
                  <a:close/>
                  <a:moveTo>
                    <a:pt x="607" y="0"/>
                  </a:moveTo>
                  <a:lnTo>
                    <a:pt x="608" y="0"/>
                  </a:lnTo>
                  <a:lnTo>
                    <a:pt x="610" y="0"/>
                  </a:lnTo>
                  <a:lnTo>
                    <a:pt x="611" y="1"/>
                  </a:lnTo>
                  <a:lnTo>
                    <a:pt x="615" y="1"/>
                  </a:lnTo>
                  <a:lnTo>
                    <a:pt x="616" y="2"/>
                  </a:lnTo>
                  <a:lnTo>
                    <a:pt x="618" y="4"/>
                  </a:lnTo>
                  <a:lnTo>
                    <a:pt x="620" y="4"/>
                  </a:lnTo>
                  <a:lnTo>
                    <a:pt x="622" y="4"/>
                  </a:lnTo>
                  <a:lnTo>
                    <a:pt x="622" y="4"/>
                  </a:lnTo>
                  <a:lnTo>
                    <a:pt x="624" y="5"/>
                  </a:lnTo>
                  <a:lnTo>
                    <a:pt x="626" y="5"/>
                  </a:lnTo>
                  <a:lnTo>
                    <a:pt x="626" y="2"/>
                  </a:lnTo>
                  <a:lnTo>
                    <a:pt x="627" y="2"/>
                  </a:lnTo>
                  <a:lnTo>
                    <a:pt x="627" y="2"/>
                  </a:lnTo>
                  <a:lnTo>
                    <a:pt x="629" y="2"/>
                  </a:lnTo>
                  <a:lnTo>
                    <a:pt x="629" y="2"/>
                  </a:lnTo>
                  <a:lnTo>
                    <a:pt x="631" y="4"/>
                  </a:lnTo>
                  <a:lnTo>
                    <a:pt x="632" y="4"/>
                  </a:lnTo>
                  <a:lnTo>
                    <a:pt x="633" y="4"/>
                  </a:lnTo>
                  <a:lnTo>
                    <a:pt x="635" y="5"/>
                  </a:lnTo>
                  <a:lnTo>
                    <a:pt x="635" y="6"/>
                  </a:lnTo>
                  <a:lnTo>
                    <a:pt x="635" y="8"/>
                  </a:lnTo>
                  <a:lnTo>
                    <a:pt x="636" y="8"/>
                  </a:lnTo>
                  <a:lnTo>
                    <a:pt x="636" y="9"/>
                  </a:lnTo>
                  <a:lnTo>
                    <a:pt x="637" y="8"/>
                  </a:lnTo>
                  <a:lnTo>
                    <a:pt x="639" y="8"/>
                  </a:lnTo>
                  <a:lnTo>
                    <a:pt x="640" y="9"/>
                  </a:lnTo>
                  <a:lnTo>
                    <a:pt x="639" y="10"/>
                  </a:lnTo>
                  <a:lnTo>
                    <a:pt x="640" y="12"/>
                  </a:lnTo>
                  <a:lnTo>
                    <a:pt x="641" y="12"/>
                  </a:lnTo>
                  <a:lnTo>
                    <a:pt x="643" y="12"/>
                  </a:lnTo>
                  <a:lnTo>
                    <a:pt x="644" y="13"/>
                  </a:lnTo>
                  <a:lnTo>
                    <a:pt x="644" y="13"/>
                  </a:lnTo>
                  <a:lnTo>
                    <a:pt x="645" y="14"/>
                  </a:lnTo>
                  <a:lnTo>
                    <a:pt x="645" y="16"/>
                  </a:lnTo>
                  <a:lnTo>
                    <a:pt x="645" y="17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1"/>
                  </a:lnTo>
                  <a:lnTo>
                    <a:pt x="649" y="21"/>
                  </a:lnTo>
                  <a:lnTo>
                    <a:pt x="651" y="22"/>
                  </a:lnTo>
                  <a:lnTo>
                    <a:pt x="649" y="24"/>
                  </a:lnTo>
                  <a:lnTo>
                    <a:pt x="649" y="25"/>
                  </a:lnTo>
                  <a:lnTo>
                    <a:pt x="652" y="26"/>
                  </a:lnTo>
                  <a:lnTo>
                    <a:pt x="653" y="29"/>
                  </a:lnTo>
                  <a:lnTo>
                    <a:pt x="655" y="30"/>
                  </a:lnTo>
                  <a:lnTo>
                    <a:pt x="656" y="33"/>
                  </a:lnTo>
                  <a:lnTo>
                    <a:pt x="656" y="33"/>
                  </a:lnTo>
                  <a:lnTo>
                    <a:pt x="657" y="34"/>
                  </a:lnTo>
                  <a:lnTo>
                    <a:pt x="658" y="35"/>
                  </a:lnTo>
                  <a:lnTo>
                    <a:pt x="658" y="37"/>
                  </a:lnTo>
                  <a:lnTo>
                    <a:pt x="658" y="38"/>
                  </a:lnTo>
                  <a:lnTo>
                    <a:pt x="658" y="38"/>
                  </a:lnTo>
                  <a:lnTo>
                    <a:pt x="660" y="38"/>
                  </a:lnTo>
                  <a:lnTo>
                    <a:pt x="661" y="39"/>
                  </a:lnTo>
                  <a:lnTo>
                    <a:pt x="661" y="41"/>
                  </a:lnTo>
                  <a:lnTo>
                    <a:pt x="664" y="45"/>
                  </a:lnTo>
                  <a:lnTo>
                    <a:pt x="668" y="47"/>
                  </a:lnTo>
                  <a:lnTo>
                    <a:pt x="669" y="50"/>
                  </a:lnTo>
                  <a:lnTo>
                    <a:pt x="669" y="51"/>
                  </a:lnTo>
                  <a:lnTo>
                    <a:pt x="670" y="52"/>
                  </a:lnTo>
                  <a:lnTo>
                    <a:pt x="670" y="55"/>
                  </a:lnTo>
                  <a:lnTo>
                    <a:pt x="672" y="55"/>
                  </a:lnTo>
                  <a:lnTo>
                    <a:pt x="673" y="56"/>
                  </a:lnTo>
                  <a:lnTo>
                    <a:pt x="673" y="58"/>
                  </a:lnTo>
                  <a:lnTo>
                    <a:pt x="673" y="59"/>
                  </a:lnTo>
                  <a:lnTo>
                    <a:pt x="674" y="62"/>
                  </a:lnTo>
                  <a:lnTo>
                    <a:pt x="677" y="64"/>
                  </a:lnTo>
                  <a:lnTo>
                    <a:pt x="680" y="66"/>
                  </a:lnTo>
                  <a:lnTo>
                    <a:pt x="680" y="67"/>
                  </a:lnTo>
                  <a:lnTo>
                    <a:pt x="681" y="67"/>
                  </a:lnTo>
                  <a:lnTo>
                    <a:pt x="682" y="67"/>
                  </a:lnTo>
                  <a:lnTo>
                    <a:pt x="683" y="67"/>
                  </a:lnTo>
                  <a:lnTo>
                    <a:pt x="685" y="67"/>
                  </a:lnTo>
                  <a:lnTo>
                    <a:pt x="687" y="67"/>
                  </a:lnTo>
                  <a:lnTo>
                    <a:pt x="689" y="66"/>
                  </a:lnTo>
                  <a:lnTo>
                    <a:pt x="690" y="66"/>
                  </a:lnTo>
                  <a:lnTo>
                    <a:pt x="690" y="67"/>
                  </a:lnTo>
                  <a:lnTo>
                    <a:pt x="689" y="68"/>
                  </a:lnTo>
                  <a:lnTo>
                    <a:pt x="690" y="68"/>
                  </a:lnTo>
                  <a:lnTo>
                    <a:pt x="693" y="68"/>
                  </a:lnTo>
                  <a:lnTo>
                    <a:pt x="694" y="70"/>
                  </a:lnTo>
                  <a:lnTo>
                    <a:pt x="694" y="70"/>
                  </a:lnTo>
                  <a:lnTo>
                    <a:pt x="697" y="71"/>
                  </a:lnTo>
                  <a:lnTo>
                    <a:pt x="697" y="70"/>
                  </a:lnTo>
                  <a:lnTo>
                    <a:pt x="698" y="70"/>
                  </a:lnTo>
                  <a:lnTo>
                    <a:pt x="699" y="70"/>
                  </a:lnTo>
                  <a:lnTo>
                    <a:pt x="699" y="68"/>
                  </a:lnTo>
                  <a:lnTo>
                    <a:pt x="701" y="68"/>
                  </a:lnTo>
                  <a:lnTo>
                    <a:pt x="702" y="70"/>
                  </a:lnTo>
                  <a:lnTo>
                    <a:pt x="702" y="71"/>
                  </a:lnTo>
                  <a:lnTo>
                    <a:pt x="703" y="72"/>
                  </a:lnTo>
                  <a:lnTo>
                    <a:pt x="705" y="72"/>
                  </a:lnTo>
                  <a:lnTo>
                    <a:pt x="705" y="74"/>
                  </a:lnTo>
                  <a:lnTo>
                    <a:pt x="706" y="75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8" y="76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2" y="79"/>
                  </a:lnTo>
                  <a:lnTo>
                    <a:pt x="714" y="79"/>
                  </a:lnTo>
                  <a:lnTo>
                    <a:pt x="715" y="80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9" y="79"/>
                  </a:lnTo>
                  <a:lnTo>
                    <a:pt x="720" y="77"/>
                  </a:lnTo>
                  <a:lnTo>
                    <a:pt x="720" y="79"/>
                  </a:lnTo>
                  <a:lnTo>
                    <a:pt x="720" y="80"/>
                  </a:lnTo>
                  <a:lnTo>
                    <a:pt x="719" y="81"/>
                  </a:lnTo>
                  <a:lnTo>
                    <a:pt x="719" y="83"/>
                  </a:lnTo>
                  <a:lnTo>
                    <a:pt x="720" y="84"/>
                  </a:lnTo>
                  <a:lnTo>
                    <a:pt x="722" y="84"/>
                  </a:lnTo>
                  <a:lnTo>
                    <a:pt x="722" y="87"/>
                  </a:lnTo>
                  <a:lnTo>
                    <a:pt x="723" y="88"/>
                  </a:lnTo>
                  <a:lnTo>
                    <a:pt x="723" y="91"/>
                  </a:lnTo>
                  <a:lnTo>
                    <a:pt x="722" y="91"/>
                  </a:lnTo>
                  <a:lnTo>
                    <a:pt x="722" y="93"/>
                  </a:lnTo>
                  <a:lnTo>
                    <a:pt x="724" y="96"/>
                  </a:lnTo>
                  <a:lnTo>
                    <a:pt x="726" y="96"/>
                  </a:lnTo>
                  <a:lnTo>
                    <a:pt x="727" y="99"/>
                  </a:lnTo>
                  <a:lnTo>
                    <a:pt x="728" y="100"/>
                  </a:lnTo>
                  <a:lnTo>
                    <a:pt x="730" y="100"/>
                  </a:lnTo>
                  <a:lnTo>
                    <a:pt x="731" y="99"/>
                  </a:lnTo>
                  <a:lnTo>
                    <a:pt x="734" y="99"/>
                  </a:lnTo>
                  <a:lnTo>
                    <a:pt x="734" y="100"/>
                  </a:lnTo>
                  <a:lnTo>
                    <a:pt x="735" y="101"/>
                  </a:lnTo>
                  <a:lnTo>
                    <a:pt x="736" y="101"/>
                  </a:lnTo>
                  <a:lnTo>
                    <a:pt x="737" y="100"/>
                  </a:lnTo>
                  <a:lnTo>
                    <a:pt x="739" y="100"/>
                  </a:lnTo>
                  <a:lnTo>
                    <a:pt x="740" y="100"/>
                  </a:lnTo>
                  <a:lnTo>
                    <a:pt x="743" y="100"/>
                  </a:lnTo>
                  <a:lnTo>
                    <a:pt x="744" y="99"/>
                  </a:lnTo>
                  <a:lnTo>
                    <a:pt x="745" y="97"/>
                  </a:lnTo>
                  <a:lnTo>
                    <a:pt x="745" y="96"/>
                  </a:lnTo>
                  <a:lnTo>
                    <a:pt x="747" y="95"/>
                  </a:lnTo>
                  <a:lnTo>
                    <a:pt x="748" y="93"/>
                  </a:lnTo>
                  <a:lnTo>
                    <a:pt x="748" y="91"/>
                  </a:lnTo>
                  <a:lnTo>
                    <a:pt x="748" y="89"/>
                  </a:lnTo>
                  <a:lnTo>
                    <a:pt x="751" y="89"/>
                  </a:lnTo>
                  <a:lnTo>
                    <a:pt x="752" y="89"/>
                  </a:lnTo>
                  <a:lnTo>
                    <a:pt x="753" y="87"/>
                  </a:lnTo>
                  <a:lnTo>
                    <a:pt x="755" y="87"/>
                  </a:lnTo>
                  <a:lnTo>
                    <a:pt x="756" y="87"/>
                  </a:lnTo>
                  <a:lnTo>
                    <a:pt x="756" y="84"/>
                  </a:lnTo>
                  <a:lnTo>
                    <a:pt x="757" y="83"/>
                  </a:lnTo>
                  <a:lnTo>
                    <a:pt x="759" y="83"/>
                  </a:lnTo>
                  <a:lnTo>
                    <a:pt x="760" y="81"/>
                  </a:lnTo>
                  <a:lnTo>
                    <a:pt x="762" y="83"/>
                  </a:lnTo>
                  <a:lnTo>
                    <a:pt x="764" y="84"/>
                  </a:lnTo>
                  <a:lnTo>
                    <a:pt x="765" y="84"/>
                  </a:lnTo>
                  <a:lnTo>
                    <a:pt x="766" y="85"/>
                  </a:lnTo>
                  <a:lnTo>
                    <a:pt x="768" y="87"/>
                  </a:lnTo>
                  <a:lnTo>
                    <a:pt x="766" y="88"/>
                  </a:lnTo>
                  <a:lnTo>
                    <a:pt x="766" y="89"/>
                  </a:lnTo>
                  <a:lnTo>
                    <a:pt x="769" y="92"/>
                  </a:lnTo>
                  <a:lnTo>
                    <a:pt x="769" y="93"/>
                  </a:lnTo>
                  <a:lnTo>
                    <a:pt x="770" y="95"/>
                  </a:lnTo>
                  <a:lnTo>
                    <a:pt x="772" y="96"/>
                  </a:lnTo>
                  <a:lnTo>
                    <a:pt x="772" y="99"/>
                  </a:lnTo>
                  <a:lnTo>
                    <a:pt x="772" y="100"/>
                  </a:lnTo>
                  <a:lnTo>
                    <a:pt x="770" y="101"/>
                  </a:lnTo>
                  <a:lnTo>
                    <a:pt x="769" y="101"/>
                  </a:lnTo>
                  <a:lnTo>
                    <a:pt x="768" y="104"/>
                  </a:lnTo>
                  <a:lnTo>
                    <a:pt x="768" y="104"/>
                  </a:lnTo>
                  <a:lnTo>
                    <a:pt x="768" y="105"/>
                  </a:lnTo>
                  <a:lnTo>
                    <a:pt x="769" y="106"/>
                  </a:lnTo>
                  <a:lnTo>
                    <a:pt x="769" y="108"/>
                  </a:lnTo>
                  <a:lnTo>
                    <a:pt x="768" y="110"/>
                  </a:lnTo>
                  <a:lnTo>
                    <a:pt x="769" y="112"/>
                  </a:lnTo>
                  <a:lnTo>
                    <a:pt x="769" y="112"/>
                  </a:lnTo>
                  <a:lnTo>
                    <a:pt x="769" y="113"/>
                  </a:lnTo>
                  <a:lnTo>
                    <a:pt x="770" y="114"/>
                  </a:lnTo>
                  <a:lnTo>
                    <a:pt x="770" y="114"/>
                  </a:lnTo>
                  <a:lnTo>
                    <a:pt x="769" y="116"/>
                  </a:lnTo>
                  <a:lnTo>
                    <a:pt x="769" y="116"/>
                  </a:lnTo>
                  <a:lnTo>
                    <a:pt x="769" y="118"/>
                  </a:lnTo>
                  <a:lnTo>
                    <a:pt x="770" y="121"/>
                  </a:lnTo>
                  <a:lnTo>
                    <a:pt x="770" y="122"/>
                  </a:lnTo>
                  <a:lnTo>
                    <a:pt x="770" y="124"/>
                  </a:lnTo>
                  <a:lnTo>
                    <a:pt x="769" y="124"/>
                  </a:lnTo>
                  <a:lnTo>
                    <a:pt x="769" y="125"/>
                  </a:lnTo>
                  <a:lnTo>
                    <a:pt x="769" y="126"/>
                  </a:lnTo>
                  <a:lnTo>
                    <a:pt x="769" y="127"/>
                  </a:lnTo>
                  <a:lnTo>
                    <a:pt x="770" y="129"/>
                  </a:lnTo>
                  <a:lnTo>
                    <a:pt x="769" y="130"/>
                  </a:lnTo>
                  <a:lnTo>
                    <a:pt x="768" y="130"/>
                  </a:lnTo>
                  <a:lnTo>
                    <a:pt x="769" y="131"/>
                  </a:lnTo>
                  <a:lnTo>
                    <a:pt x="769" y="134"/>
                  </a:lnTo>
                  <a:lnTo>
                    <a:pt x="769" y="134"/>
                  </a:lnTo>
                  <a:lnTo>
                    <a:pt x="768" y="137"/>
                  </a:lnTo>
                  <a:lnTo>
                    <a:pt x="768" y="138"/>
                  </a:lnTo>
                  <a:lnTo>
                    <a:pt x="768" y="139"/>
                  </a:lnTo>
                  <a:lnTo>
                    <a:pt x="768" y="141"/>
                  </a:lnTo>
                  <a:lnTo>
                    <a:pt x="768" y="142"/>
                  </a:lnTo>
                  <a:lnTo>
                    <a:pt x="769" y="143"/>
                  </a:lnTo>
                  <a:lnTo>
                    <a:pt x="769" y="145"/>
                  </a:lnTo>
                  <a:lnTo>
                    <a:pt x="768" y="146"/>
                  </a:lnTo>
                  <a:lnTo>
                    <a:pt x="766" y="146"/>
                  </a:lnTo>
                  <a:lnTo>
                    <a:pt x="765" y="146"/>
                  </a:lnTo>
                  <a:lnTo>
                    <a:pt x="759" y="145"/>
                  </a:lnTo>
                  <a:lnTo>
                    <a:pt x="757" y="143"/>
                  </a:lnTo>
                  <a:lnTo>
                    <a:pt x="755" y="143"/>
                  </a:lnTo>
                  <a:lnTo>
                    <a:pt x="753" y="143"/>
                  </a:lnTo>
                  <a:lnTo>
                    <a:pt x="752" y="147"/>
                  </a:lnTo>
                  <a:lnTo>
                    <a:pt x="751" y="149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7" y="151"/>
                  </a:lnTo>
                  <a:lnTo>
                    <a:pt x="747" y="152"/>
                  </a:lnTo>
                  <a:lnTo>
                    <a:pt x="748" y="154"/>
                  </a:lnTo>
                  <a:lnTo>
                    <a:pt x="751" y="158"/>
                  </a:lnTo>
                  <a:lnTo>
                    <a:pt x="751" y="160"/>
                  </a:lnTo>
                  <a:lnTo>
                    <a:pt x="752" y="162"/>
                  </a:lnTo>
                  <a:lnTo>
                    <a:pt x="753" y="163"/>
                  </a:lnTo>
                  <a:lnTo>
                    <a:pt x="753" y="166"/>
                  </a:lnTo>
                  <a:lnTo>
                    <a:pt x="753" y="168"/>
                  </a:lnTo>
                  <a:lnTo>
                    <a:pt x="753" y="171"/>
                  </a:lnTo>
                  <a:lnTo>
                    <a:pt x="753" y="175"/>
                  </a:lnTo>
                  <a:lnTo>
                    <a:pt x="755" y="175"/>
                  </a:lnTo>
                  <a:lnTo>
                    <a:pt x="755" y="177"/>
                  </a:lnTo>
                  <a:lnTo>
                    <a:pt x="756" y="180"/>
                  </a:lnTo>
                  <a:lnTo>
                    <a:pt x="755" y="181"/>
                  </a:lnTo>
                  <a:lnTo>
                    <a:pt x="755" y="183"/>
                  </a:lnTo>
                  <a:lnTo>
                    <a:pt x="755" y="184"/>
                  </a:lnTo>
                  <a:lnTo>
                    <a:pt x="755" y="185"/>
                  </a:lnTo>
                  <a:lnTo>
                    <a:pt x="755" y="185"/>
                  </a:lnTo>
                  <a:lnTo>
                    <a:pt x="751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91"/>
                  </a:lnTo>
                  <a:lnTo>
                    <a:pt x="751" y="192"/>
                  </a:lnTo>
                  <a:lnTo>
                    <a:pt x="740" y="201"/>
                  </a:lnTo>
                  <a:lnTo>
                    <a:pt x="737" y="218"/>
                  </a:lnTo>
                  <a:lnTo>
                    <a:pt x="703" y="243"/>
                  </a:lnTo>
                  <a:lnTo>
                    <a:pt x="697" y="246"/>
                  </a:lnTo>
                  <a:lnTo>
                    <a:pt x="697" y="246"/>
                  </a:lnTo>
                  <a:lnTo>
                    <a:pt x="695" y="243"/>
                  </a:lnTo>
                  <a:lnTo>
                    <a:pt x="693" y="247"/>
                  </a:lnTo>
                  <a:lnTo>
                    <a:pt x="690" y="247"/>
                  </a:lnTo>
                  <a:lnTo>
                    <a:pt x="689" y="249"/>
                  </a:lnTo>
                  <a:lnTo>
                    <a:pt x="687" y="247"/>
                  </a:lnTo>
                  <a:lnTo>
                    <a:pt x="683" y="250"/>
                  </a:lnTo>
                  <a:lnTo>
                    <a:pt x="681" y="250"/>
                  </a:lnTo>
                  <a:lnTo>
                    <a:pt x="681" y="251"/>
                  </a:lnTo>
                  <a:lnTo>
                    <a:pt x="680" y="251"/>
                  </a:lnTo>
                  <a:lnTo>
                    <a:pt x="674" y="255"/>
                  </a:lnTo>
                  <a:lnTo>
                    <a:pt x="672" y="258"/>
                  </a:lnTo>
                  <a:lnTo>
                    <a:pt x="672" y="260"/>
                  </a:lnTo>
                  <a:lnTo>
                    <a:pt x="672" y="260"/>
                  </a:lnTo>
                  <a:lnTo>
                    <a:pt x="669" y="262"/>
                  </a:lnTo>
                  <a:lnTo>
                    <a:pt x="666" y="266"/>
                  </a:lnTo>
                  <a:lnTo>
                    <a:pt x="665" y="266"/>
                  </a:lnTo>
                  <a:lnTo>
                    <a:pt x="664" y="267"/>
                  </a:lnTo>
                  <a:lnTo>
                    <a:pt x="662" y="267"/>
                  </a:lnTo>
                  <a:lnTo>
                    <a:pt x="662" y="266"/>
                  </a:lnTo>
                  <a:lnTo>
                    <a:pt x="660" y="264"/>
                  </a:lnTo>
                  <a:lnTo>
                    <a:pt x="661" y="262"/>
                  </a:lnTo>
                  <a:lnTo>
                    <a:pt x="662" y="262"/>
                  </a:lnTo>
                  <a:lnTo>
                    <a:pt x="664" y="260"/>
                  </a:lnTo>
                  <a:lnTo>
                    <a:pt x="666" y="260"/>
                  </a:lnTo>
                  <a:lnTo>
                    <a:pt x="668" y="260"/>
                  </a:lnTo>
                  <a:lnTo>
                    <a:pt x="668" y="259"/>
                  </a:lnTo>
                  <a:lnTo>
                    <a:pt x="666" y="259"/>
                  </a:lnTo>
                  <a:lnTo>
                    <a:pt x="666" y="258"/>
                  </a:lnTo>
                  <a:lnTo>
                    <a:pt x="669" y="256"/>
                  </a:lnTo>
                  <a:lnTo>
                    <a:pt x="670" y="254"/>
                  </a:lnTo>
                  <a:lnTo>
                    <a:pt x="668" y="256"/>
                  </a:lnTo>
                  <a:lnTo>
                    <a:pt x="665" y="256"/>
                  </a:lnTo>
                  <a:lnTo>
                    <a:pt x="664" y="255"/>
                  </a:lnTo>
                  <a:lnTo>
                    <a:pt x="664" y="254"/>
                  </a:lnTo>
                  <a:lnTo>
                    <a:pt x="665" y="254"/>
                  </a:lnTo>
                  <a:lnTo>
                    <a:pt x="665" y="252"/>
                  </a:lnTo>
                  <a:lnTo>
                    <a:pt x="662" y="250"/>
                  </a:lnTo>
                  <a:lnTo>
                    <a:pt x="662" y="246"/>
                  </a:lnTo>
                  <a:lnTo>
                    <a:pt x="662" y="246"/>
                  </a:lnTo>
                  <a:lnTo>
                    <a:pt x="665" y="246"/>
                  </a:lnTo>
                  <a:lnTo>
                    <a:pt x="665" y="242"/>
                  </a:lnTo>
                  <a:lnTo>
                    <a:pt x="668" y="239"/>
                  </a:lnTo>
                  <a:lnTo>
                    <a:pt x="668" y="238"/>
                  </a:lnTo>
                  <a:lnTo>
                    <a:pt x="669" y="237"/>
                  </a:lnTo>
                  <a:lnTo>
                    <a:pt x="669" y="235"/>
                  </a:lnTo>
                  <a:lnTo>
                    <a:pt x="664" y="231"/>
                  </a:lnTo>
                  <a:lnTo>
                    <a:pt x="660" y="227"/>
                  </a:lnTo>
                  <a:lnTo>
                    <a:pt x="660" y="230"/>
                  </a:lnTo>
                  <a:lnTo>
                    <a:pt x="657" y="230"/>
                  </a:lnTo>
                  <a:lnTo>
                    <a:pt x="656" y="229"/>
                  </a:lnTo>
                  <a:lnTo>
                    <a:pt x="653" y="229"/>
                  </a:lnTo>
                  <a:lnTo>
                    <a:pt x="652" y="231"/>
                  </a:lnTo>
                  <a:lnTo>
                    <a:pt x="651" y="233"/>
                  </a:lnTo>
                  <a:lnTo>
                    <a:pt x="651" y="235"/>
                  </a:lnTo>
                  <a:lnTo>
                    <a:pt x="648" y="238"/>
                  </a:lnTo>
                  <a:lnTo>
                    <a:pt x="648" y="242"/>
                  </a:lnTo>
                  <a:lnTo>
                    <a:pt x="647" y="242"/>
                  </a:lnTo>
                  <a:lnTo>
                    <a:pt x="644" y="246"/>
                  </a:lnTo>
                  <a:lnTo>
                    <a:pt x="643" y="246"/>
                  </a:lnTo>
                  <a:lnTo>
                    <a:pt x="637" y="249"/>
                  </a:lnTo>
                  <a:lnTo>
                    <a:pt x="636" y="254"/>
                  </a:lnTo>
                  <a:lnTo>
                    <a:pt x="636" y="255"/>
                  </a:lnTo>
                  <a:lnTo>
                    <a:pt x="636" y="256"/>
                  </a:lnTo>
                  <a:lnTo>
                    <a:pt x="637" y="259"/>
                  </a:lnTo>
                  <a:lnTo>
                    <a:pt x="635" y="259"/>
                  </a:lnTo>
                  <a:lnTo>
                    <a:pt x="636" y="260"/>
                  </a:lnTo>
                  <a:lnTo>
                    <a:pt x="635" y="263"/>
                  </a:lnTo>
                  <a:lnTo>
                    <a:pt x="632" y="263"/>
                  </a:lnTo>
                  <a:lnTo>
                    <a:pt x="628" y="263"/>
                  </a:lnTo>
                  <a:lnTo>
                    <a:pt x="623" y="262"/>
                  </a:lnTo>
                  <a:lnTo>
                    <a:pt x="623" y="263"/>
                  </a:lnTo>
                  <a:lnTo>
                    <a:pt x="622" y="263"/>
                  </a:lnTo>
                  <a:lnTo>
                    <a:pt x="622" y="266"/>
                  </a:lnTo>
                  <a:lnTo>
                    <a:pt x="622" y="267"/>
                  </a:lnTo>
                  <a:lnTo>
                    <a:pt x="622" y="268"/>
                  </a:lnTo>
                  <a:lnTo>
                    <a:pt x="620" y="270"/>
                  </a:lnTo>
                  <a:lnTo>
                    <a:pt x="622" y="272"/>
                  </a:lnTo>
                  <a:lnTo>
                    <a:pt x="622" y="275"/>
                  </a:lnTo>
                  <a:lnTo>
                    <a:pt x="624" y="276"/>
                  </a:lnTo>
                  <a:lnTo>
                    <a:pt x="628" y="279"/>
                  </a:lnTo>
                  <a:lnTo>
                    <a:pt x="628" y="280"/>
                  </a:lnTo>
                  <a:lnTo>
                    <a:pt x="631" y="284"/>
                  </a:lnTo>
                  <a:lnTo>
                    <a:pt x="631" y="283"/>
                  </a:lnTo>
                  <a:lnTo>
                    <a:pt x="631" y="284"/>
                  </a:lnTo>
                  <a:lnTo>
                    <a:pt x="632" y="283"/>
                  </a:lnTo>
                  <a:lnTo>
                    <a:pt x="633" y="283"/>
                  </a:lnTo>
                  <a:lnTo>
                    <a:pt x="633" y="283"/>
                  </a:lnTo>
                  <a:lnTo>
                    <a:pt x="635" y="283"/>
                  </a:lnTo>
                  <a:lnTo>
                    <a:pt x="639" y="283"/>
                  </a:lnTo>
                  <a:lnTo>
                    <a:pt x="639" y="285"/>
                  </a:lnTo>
                  <a:lnTo>
                    <a:pt x="639" y="288"/>
                  </a:lnTo>
                  <a:lnTo>
                    <a:pt x="641" y="295"/>
                  </a:lnTo>
                  <a:lnTo>
                    <a:pt x="645" y="295"/>
                  </a:lnTo>
                  <a:lnTo>
                    <a:pt x="647" y="293"/>
                  </a:lnTo>
                  <a:lnTo>
                    <a:pt x="649" y="293"/>
                  </a:lnTo>
                  <a:lnTo>
                    <a:pt x="651" y="293"/>
                  </a:lnTo>
                  <a:lnTo>
                    <a:pt x="652" y="291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53" y="288"/>
                  </a:lnTo>
                  <a:lnTo>
                    <a:pt x="655" y="287"/>
                  </a:lnTo>
                  <a:lnTo>
                    <a:pt x="655" y="284"/>
                  </a:lnTo>
                  <a:lnTo>
                    <a:pt x="655" y="283"/>
                  </a:lnTo>
                  <a:lnTo>
                    <a:pt x="657" y="283"/>
                  </a:lnTo>
                  <a:lnTo>
                    <a:pt x="662" y="280"/>
                  </a:lnTo>
                  <a:lnTo>
                    <a:pt x="664" y="281"/>
                  </a:lnTo>
                  <a:lnTo>
                    <a:pt x="665" y="283"/>
                  </a:lnTo>
                  <a:lnTo>
                    <a:pt x="666" y="284"/>
                  </a:lnTo>
                  <a:lnTo>
                    <a:pt x="668" y="285"/>
                  </a:lnTo>
                  <a:lnTo>
                    <a:pt x="669" y="287"/>
                  </a:lnTo>
                  <a:lnTo>
                    <a:pt x="677" y="285"/>
                  </a:lnTo>
                  <a:lnTo>
                    <a:pt x="677" y="285"/>
                  </a:lnTo>
                  <a:lnTo>
                    <a:pt x="680" y="285"/>
                  </a:lnTo>
                  <a:lnTo>
                    <a:pt x="680" y="285"/>
                  </a:lnTo>
                  <a:lnTo>
                    <a:pt x="683" y="285"/>
                  </a:lnTo>
                  <a:lnTo>
                    <a:pt x="686" y="285"/>
                  </a:lnTo>
                  <a:lnTo>
                    <a:pt x="687" y="285"/>
                  </a:lnTo>
                  <a:lnTo>
                    <a:pt x="685" y="287"/>
                  </a:lnTo>
                  <a:lnTo>
                    <a:pt x="685" y="288"/>
                  </a:lnTo>
                  <a:lnTo>
                    <a:pt x="686" y="291"/>
                  </a:lnTo>
                  <a:lnTo>
                    <a:pt x="685" y="291"/>
                  </a:lnTo>
                  <a:lnTo>
                    <a:pt x="683" y="292"/>
                  </a:lnTo>
                  <a:lnTo>
                    <a:pt x="683" y="295"/>
                  </a:lnTo>
                  <a:lnTo>
                    <a:pt x="686" y="295"/>
                  </a:lnTo>
                  <a:lnTo>
                    <a:pt x="686" y="296"/>
                  </a:lnTo>
                  <a:lnTo>
                    <a:pt x="683" y="299"/>
                  </a:lnTo>
                  <a:lnTo>
                    <a:pt x="680" y="296"/>
                  </a:lnTo>
                  <a:lnTo>
                    <a:pt x="680" y="295"/>
                  </a:lnTo>
                  <a:lnTo>
                    <a:pt x="678" y="296"/>
                  </a:lnTo>
                  <a:lnTo>
                    <a:pt x="678" y="295"/>
                  </a:lnTo>
                  <a:lnTo>
                    <a:pt x="676" y="299"/>
                  </a:lnTo>
                  <a:lnTo>
                    <a:pt x="674" y="299"/>
                  </a:lnTo>
                  <a:lnTo>
                    <a:pt x="672" y="300"/>
                  </a:lnTo>
                  <a:lnTo>
                    <a:pt x="669" y="300"/>
                  </a:lnTo>
                  <a:lnTo>
                    <a:pt x="669" y="301"/>
                  </a:lnTo>
                  <a:lnTo>
                    <a:pt x="666" y="300"/>
                  </a:lnTo>
                  <a:lnTo>
                    <a:pt x="664" y="300"/>
                  </a:lnTo>
                  <a:lnTo>
                    <a:pt x="666" y="301"/>
                  </a:lnTo>
                  <a:lnTo>
                    <a:pt x="668" y="304"/>
                  </a:lnTo>
                  <a:lnTo>
                    <a:pt x="664" y="304"/>
                  </a:lnTo>
                  <a:lnTo>
                    <a:pt x="664" y="306"/>
                  </a:lnTo>
                  <a:lnTo>
                    <a:pt x="661" y="306"/>
                  </a:lnTo>
                  <a:lnTo>
                    <a:pt x="658" y="309"/>
                  </a:lnTo>
                  <a:lnTo>
                    <a:pt x="660" y="310"/>
                  </a:lnTo>
                  <a:lnTo>
                    <a:pt x="662" y="312"/>
                  </a:lnTo>
                  <a:lnTo>
                    <a:pt x="660" y="314"/>
                  </a:lnTo>
                  <a:lnTo>
                    <a:pt x="658" y="313"/>
                  </a:lnTo>
                  <a:lnTo>
                    <a:pt x="657" y="317"/>
                  </a:lnTo>
                  <a:lnTo>
                    <a:pt x="655" y="317"/>
                  </a:lnTo>
                  <a:lnTo>
                    <a:pt x="655" y="317"/>
                  </a:lnTo>
                  <a:lnTo>
                    <a:pt x="653" y="320"/>
                  </a:lnTo>
                  <a:lnTo>
                    <a:pt x="655" y="322"/>
                  </a:lnTo>
                  <a:lnTo>
                    <a:pt x="653" y="326"/>
                  </a:lnTo>
                  <a:lnTo>
                    <a:pt x="653" y="333"/>
                  </a:lnTo>
                  <a:lnTo>
                    <a:pt x="655" y="333"/>
                  </a:lnTo>
                  <a:lnTo>
                    <a:pt x="661" y="335"/>
                  </a:lnTo>
                  <a:lnTo>
                    <a:pt x="661" y="337"/>
                  </a:lnTo>
                  <a:lnTo>
                    <a:pt x="662" y="337"/>
                  </a:lnTo>
                  <a:lnTo>
                    <a:pt x="669" y="339"/>
                  </a:lnTo>
                  <a:lnTo>
                    <a:pt x="673" y="347"/>
                  </a:lnTo>
                  <a:lnTo>
                    <a:pt x="673" y="347"/>
                  </a:lnTo>
                  <a:lnTo>
                    <a:pt x="672" y="350"/>
                  </a:lnTo>
                  <a:lnTo>
                    <a:pt x="674" y="351"/>
                  </a:lnTo>
                  <a:lnTo>
                    <a:pt x="674" y="354"/>
                  </a:lnTo>
                  <a:lnTo>
                    <a:pt x="680" y="358"/>
                  </a:lnTo>
                  <a:lnTo>
                    <a:pt x="680" y="360"/>
                  </a:lnTo>
                  <a:lnTo>
                    <a:pt x="682" y="366"/>
                  </a:lnTo>
                  <a:lnTo>
                    <a:pt x="685" y="366"/>
                  </a:lnTo>
                  <a:lnTo>
                    <a:pt x="687" y="366"/>
                  </a:lnTo>
                  <a:lnTo>
                    <a:pt x="689" y="367"/>
                  </a:lnTo>
                  <a:lnTo>
                    <a:pt x="689" y="368"/>
                  </a:lnTo>
                  <a:lnTo>
                    <a:pt x="691" y="371"/>
                  </a:lnTo>
                  <a:lnTo>
                    <a:pt x="693" y="372"/>
                  </a:lnTo>
                  <a:lnTo>
                    <a:pt x="694" y="375"/>
                  </a:lnTo>
                  <a:lnTo>
                    <a:pt x="693" y="376"/>
                  </a:lnTo>
                  <a:lnTo>
                    <a:pt x="687" y="375"/>
                  </a:lnTo>
                  <a:lnTo>
                    <a:pt x="685" y="376"/>
                  </a:lnTo>
                  <a:lnTo>
                    <a:pt x="682" y="374"/>
                  </a:lnTo>
                  <a:lnTo>
                    <a:pt x="681" y="374"/>
                  </a:lnTo>
                  <a:lnTo>
                    <a:pt x="678" y="372"/>
                  </a:lnTo>
                  <a:lnTo>
                    <a:pt x="674" y="372"/>
                  </a:lnTo>
                  <a:lnTo>
                    <a:pt x="673" y="374"/>
                  </a:lnTo>
                  <a:lnTo>
                    <a:pt x="670" y="374"/>
                  </a:lnTo>
                  <a:lnTo>
                    <a:pt x="669" y="372"/>
                  </a:lnTo>
                  <a:lnTo>
                    <a:pt x="668" y="368"/>
                  </a:lnTo>
                  <a:lnTo>
                    <a:pt x="664" y="370"/>
                  </a:lnTo>
                  <a:lnTo>
                    <a:pt x="662" y="370"/>
                  </a:lnTo>
                  <a:lnTo>
                    <a:pt x="661" y="370"/>
                  </a:lnTo>
                  <a:lnTo>
                    <a:pt x="660" y="370"/>
                  </a:lnTo>
                  <a:lnTo>
                    <a:pt x="658" y="370"/>
                  </a:lnTo>
                  <a:lnTo>
                    <a:pt x="657" y="371"/>
                  </a:lnTo>
                  <a:lnTo>
                    <a:pt x="655" y="376"/>
                  </a:lnTo>
                  <a:lnTo>
                    <a:pt x="657" y="372"/>
                  </a:lnTo>
                  <a:lnTo>
                    <a:pt x="660" y="371"/>
                  </a:lnTo>
                  <a:lnTo>
                    <a:pt x="662" y="371"/>
                  </a:lnTo>
                  <a:lnTo>
                    <a:pt x="665" y="371"/>
                  </a:lnTo>
                  <a:lnTo>
                    <a:pt x="666" y="371"/>
                  </a:lnTo>
                  <a:lnTo>
                    <a:pt x="666" y="372"/>
                  </a:lnTo>
                  <a:lnTo>
                    <a:pt x="670" y="375"/>
                  </a:lnTo>
                  <a:lnTo>
                    <a:pt x="672" y="375"/>
                  </a:lnTo>
                  <a:lnTo>
                    <a:pt x="676" y="372"/>
                  </a:lnTo>
                  <a:lnTo>
                    <a:pt x="678" y="372"/>
                  </a:lnTo>
                  <a:lnTo>
                    <a:pt x="682" y="378"/>
                  </a:lnTo>
                  <a:lnTo>
                    <a:pt x="686" y="380"/>
                  </a:lnTo>
                  <a:lnTo>
                    <a:pt x="693" y="384"/>
                  </a:lnTo>
                  <a:lnTo>
                    <a:pt x="695" y="388"/>
                  </a:lnTo>
                  <a:lnTo>
                    <a:pt x="695" y="389"/>
                  </a:lnTo>
                  <a:lnTo>
                    <a:pt x="693" y="391"/>
                  </a:lnTo>
                  <a:lnTo>
                    <a:pt x="690" y="393"/>
                  </a:lnTo>
                  <a:lnTo>
                    <a:pt x="687" y="393"/>
                  </a:lnTo>
                  <a:lnTo>
                    <a:pt x="687" y="395"/>
                  </a:lnTo>
                  <a:lnTo>
                    <a:pt x="686" y="396"/>
                  </a:lnTo>
                  <a:lnTo>
                    <a:pt x="685" y="397"/>
                  </a:lnTo>
                  <a:lnTo>
                    <a:pt x="682" y="396"/>
                  </a:lnTo>
                  <a:lnTo>
                    <a:pt x="681" y="397"/>
                  </a:lnTo>
                  <a:lnTo>
                    <a:pt x="678" y="397"/>
                  </a:lnTo>
                  <a:lnTo>
                    <a:pt x="676" y="400"/>
                  </a:lnTo>
                  <a:lnTo>
                    <a:pt x="676" y="403"/>
                  </a:lnTo>
                  <a:lnTo>
                    <a:pt x="677" y="400"/>
                  </a:lnTo>
                  <a:lnTo>
                    <a:pt x="678" y="399"/>
                  </a:lnTo>
                  <a:lnTo>
                    <a:pt x="681" y="397"/>
                  </a:lnTo>
                  <a:lnTo>
                    <a:pt x="683" y="401"/>
                  </a:lnTo>
                  <a:lnTo>
                    <a:pt x="686" y="401"/>
                  </a:lnTo>
                  <a:lnTo>
                    <a:pt x="689" y="399"/>
                  </a:lnTo>
                  <a:lnTo>
                    <a:pt x="691" y="399"/>
                  </a:lnTo>
                  <a:lnTo>
                    <a:pt x="695" y="404"/>
                  </a:lnTo>
                  <a:lnTo>
                    <a:pt x="697" y="403"/>
                  </a:lnTo>
                  <a:lnTo>
                    <a:pt x="698" y="404"/>
                  </a:lnTo>
                  <a:lnTo>
                    <a:pt x="699" y="404"/>
                  </a:lnTo>
                  <a:lnTo>
                    <a:pt x="701" y="405"/>
                  </a:lnTo>
                  <a:lnTo>
                    <a:pt x="695" y="409"/>
                  </a:lnTo>
                  <a:lnTo>
                    <a:pt x="691" y="410"/>
                  </a:lnTo>
                  <a:lnTo>
                    <a:pt x="691" y="413"/>
                  </a:lnTo>
                  <a:lnTo>
                    <a:pt x="693" y="413"/>
                  </a:lnTo>
                  <a:lnTo>
                    <a:pt x="697" y="410"/>
                  </a:lnTo>
                  <a:lnTo>
                    <a:pt x="699" y="410"/>
                  </a:lnTo>
                  <a:lnTo>
                    <a:pt x="699" y="409"/>
                  </a:lnTo>
                  <a:lnTo>
                    <a:pt x="698" y="409"/>
                  </a:lnTo>
                  <a:lnTo>
                    <a:pt x="699" y="408"/>
                  </a:lnTo>
                  <a:lnTo>
                    <a:pt x="701" y="408"/>
                  </a:lnTo>
                  <a:lnTo>
                    <a:pt x="702" y="412"/>
                  </a:lnTo>
                  <a:lnTo>
                    <a:pt x="702" y="413"/>
                  </a:lnTo>
                  <a:lnTo>
                    <a:pt x="701" y="414"/>
                  </a:lnTo>
                  <a:lnTo>
                    <a:pt x="701" y="413"/>
                  </a:lnTo>
                  <a:lnTo>
                    <a:pt x="699" y="413"/>
                  </a:lnTo>
                  <a:lnTo>
                    <a:pt x="699" y="414"/>
                  </a:lnTo>
                  <a:lnTo>
                    <a:pt x="698" y="414"/>
                  </a:lnTo>
                  <a:lnTo>
                    <a:pt x="695" y="414"/>
                  </a:lnTo>
                  <a:lnTo>
                    <a:pt x="693" y="416"/>
                  </a:lnTo>
                  <a:lnTo>
                    <a:pt x="693" y="417"/>
                  </a:lnTo>
                  <a:lnTo>
                    <a:pt x="697" y="417"/>
                  </a:lnTo>
                  <a:lnTo>
                    <a:pt x="698" y="418"/>
                  </a:lnTo>
                  <a:lnTo>
                    <a:pt x="698" y="420"/>
                  </a:lnTo>
                  <a:lnTo>
                    <a:pt x="697" y="420"/>
                  </a:lnTo>
                  <a:lnTo>
                    <a:pt x="695" y="421"/>
                  </a:lnTo>
                  <a:lnTo>
                    <a:pt x="697" y="421"/>
                  </a:lnTo>
                  <a:lnTo>
                    <a:pt x="698" y="422"/>
                  </a:lnTo>
                  <a:lnTo>
                    <a:pt x="697" y="424"/>
                  </a:lnTo>
                  <a:lnTo>
                    <a:pt x="695" y="424"/>
                  </a:lnTo>
                  <a:lnTo>
                    <a:pt x="694" y="424"/>
                  </a:lnTo>
                  <a:lnTo>
                    <a:pt x="695" y="425"/>
                  </a:lnTo>
                  <a:lnTo>
                    <a:pt x="698" y="425"/>
                  </a:lnTo>
                  <a:lnTo>
                    <a:pt x="699" y="428"/>
                  </a:lnTo>
                  <a:lnTo>
                    <a:pt x="697" y="429"/>
                  </a:lnTo>
                  <a:lnTo>
                    <a:pt x="697" y="431"/>
                  </a:lnTo>
                  <a:lnTo>
                    <a:pt x="695" y="430"/>
                  </a:lnTo>
                  <a:lnTo>
                    <a:pt x="695" y="429"/>
                  </a:lnTo>
                  <a:lnTo>
                    <a:pt x="694" y="429"/>
                  </a:lnTo>
                  <a:lnTo>
                    <a:pt x="691" y="433"/>
                  </a:lnTo>
                  <a:lnTo>
                    <a:pt x="690" y="434"/>
                  </a:lnTo>
                  <a:lnTo>
                    <a:pt x="687" y="433"/>
                  </a:lnTo>
                  <a:lnTo>
                    <a:pt x="690" y="434"/>
                  </a:lnTo>
                  <a:lnTo>
                    <a:pt x="690" y="435"/>
                  </a:lnTo>
                  <a:lnTo>
                    <a:pt x="690" y="437"/>
                  </a:lnTo>
                  <a:lnTo>
                    <a:pt x="689" y="438"/>
                  </a:lnTo>
                  <a:lnTo>
                    <a:pt x="689" y="439"/>
                  </a:lnTo>
                  <a:lnTo>
                    <a:pt x="690" y="441"/>
                  </a:lnTo>
                  <a:lnTo>
                    <a:pt x="689" y="442"/>
                  </a:lnTo>
                  <a:lnTo>
                    <a:pt x="689" y="443"/>
                  </a:lnTo>
                  <a:lnTo>
                    <a:pt x="687" y="445"/>
                  </a:lnTo>
                  <a:lnTo>
                    <a:pt x="686" y="443"/>
                  </a:lnTo>
                  <a:lnTo>
                    <a:pt x="685" y="445"/>
                  </a:lnTo>
                  <a:lnTo>
                    <a:pt x="687" y="445"/>
                  </a:lnTo>
                  <a:lnTo>
                    <a:pt x="689" y="447"/>
                  </a:lnTo>
                  <a:lnTo>
                    <a:pt x="686" y="447"/>
                  </a:lnTo>
                  <a:lnTo>
                    <a:pt x="686" y="449"/>
                  </a:lnTo>
                  <a:lnTo>
                    <a:pt x="682" y="451"/>
                  </a:lnTo>
                  <a:lnTo>
                    <a:pt x="681" y="451"/>
                  </a:lnTo>
                  <a:lnTo>
                    <a:pt x="681" y="449"/>
                  </a:lnTo>
                  <a:lnTo>
                    <a:pt x="680" y="449"/>
                  </a:lnTo>
                  <a:lnTo>
                    <a:pt x="680" y="449"/>
                  </a:lnTo>
                  <a:lnTo>
                    <a:pt x="678" y="451"/>
                  </a:lnTo>
                  <a:lnTo>
                    <a:pt x="677" y="451"/>
                  </a:lnTo>
                  <a:lnTo>
                    <a:pt x="678" y="453"/>
                  </a:lnTo>
                  <a:lnTo>
                    <a:pt x="677" y="453"/>
                  </a:lnTo>
                  <a:lnTo>
                    <a:pt x="680" y="453"/>
                  </a:lnTo>
                  <a:lnTo>
                    <a:pt x="681" y="455"/>
                  </a:lnTo>
                  <a:lnTo>
                    <a:pt x="678" y="455"/>
                  </a:lnTo>
                  <a:lnTo>
                    <a:pt x="681" y="458"/>
                  </a:lnTo>
                  <a:lnTo>
                    <a:pt x="682" y="456"/>
                  </a:lnTo>
                  <a:lnTo>
                    <a:pt x="683" y="458"/>
                  </a:lnTo>
                  <a:lnTo>
                    <a:pt x="680" y="459"/>
                  </a:lnTo>
                  <a:lnTo>
                    <a:pt x="677" y="462"/>
                  </a:lnTo>
                  <a:lnTo>
                    <a:pt x="677" y="463"/>
                  </a:lnTo>
                  <a:lnTo>
                    <a:pt x="678" y="462"/>
                  </a:lnTo>
                  <a:lnTo>
                    <a:pt x="680" y="462"/>
                  </a:lnTo>
                  <a:lnTo>
                    <a:pt x="681" y="463"/>
                  </a:lnTo>
                  <a:lnTo>
                    <a:pt x="678" y="466"/>
                  </a:lnTo>
                  <a:lnTo>
                    <a:pt x="680" y="466"/>
                  </a:lnTo>
                  <a:lnTo>
                    <a:pt x="680" y="468"/>
                  </a:lnTo>
                  <a:lnTo>
                    <a:pt x="678" y="468"/>
                  </a:lnTo>
                  <a:lnTo>
                    <a:pt x="678" y="470"/>
                  </a:lnTo>
                  <a:lnTo>
                    <a:pt x="680" y="470"/>
                  </a:lnTo>
                  <a:lnTo>
                    <a:pt x="681" y="471"/>
                  </a:lnTo>
                  <a:lnTo>
                    <a:pt x="681" y="474"/>
                  </a:lnTo>
                  <a:lnTo>
                    <a:pt x="680" y="472"/>
                  </a:lnTo>
                  <a:lnTo>
                    <a:pt x="678" y="472"/>
                  </a:lnTo>
                  <a:lnTo>
                    <a:pt x="678" y="471"/>
                  </a:lnTo>
                  <a:lnTo>
                    <a:pt x="677" y="470"/>
                  </a:lnTo>
                  <a:lnTo>
                    <a:pt x="676" y="471"/>
                  </a:lnTo>
                  <a:lnTo>
                    <a:pt x="674" y="471"/>
                  </a:lnTo>
                  <a:lnTo>
                    <a:pt x="674" y="472"/>
                  </a:lnTo>
                  <a:lnTo>
                    <a:pt x="676" y="474"/>
                  </a:lnTo>
                  <a:lnTo>
                    <a:pt x="676" y="476"/>
                  </a:lnTo>
                  <a:lnTo>
                    <a:pt x="676" y="475"/>
                  </a:lnTo>
                  <a:lnTo>
                    <a:pt x="674" y="475"/>
                  </a:lnTo>
                  <a:lnTo>
                    <a:pt x="673" y="474"/>
                  </a:lnTo>
                  <a:lnTo>
                    <a:pt x="672" y="474"/>
                  </a:lnTo>
                  <a:lnTo>
                    <a:pt x="673" y="475"/>
                  </a:lnTo>
                  <a:lnTo>
                    <a:pt x="673" y="478"/>
                  </a:lnTo>
                  <a:lnTo>
                    <a:pt x="674" y="478"/>
                  </a:lnTo>
                  <a:lnTo>
                    <a:pt x="674" y="478"/>
                  </a:lnTo>
                  <a:lnTo>
                    <a:pt x="673" y="479"/>
                  </a:lnTo>
                  <a:lnTo>
                    <a:pt x="672" y="478"/>
                  </a:lnTo>
                  <a:lnTo>
                    <a:pt x="670" y="479"/>
                  </a:lnTo>
                  <a:lnTo>
                    <a:pt x="672" y="480"/>
                  </a:lnTo>
                  <a:lnTo>
                    <a:pt x="673" y="481"/>
                  </a:lnTo>
                  <a:lnTo>
                    <a:pt x="673" y="483"/>
                  </a:lnTo>
                  <a:lnTo>
                    <a:pt x="669" y="481"/>
                  </a:lnTo>
                  <a:lnTo>
                    <a:pt x="668" y="483"/>
                  </a:lnTo>
                  <a:lnTo>
                    <a:pt x="668" y="481"/>
                  </a:lnTo>
                  <a:lnTo>
                    <a:pt x="665" y="484"/>
                  </a:lnTo>
                  <a:lnTo>
                    <a:pt x="661" y="484"/>
                  </a:lnTo>
                  <a:lnTo>
                    <a:pt x="665" y="487"/>
                  </a:lnTo>
                  <a:lnTo>
                    <a:pt x="666" y="485"/>
                  </a:lnTo>
                  <a:lnTo>
                    <a:pt x="668" y="487"/>
                  </a:lnTo>
                  <a:lnTo>
                    <a:pt x="668" y="488"/>
                  </a:lnTo>
                  <a:lnTo>
                    <a:pt x="666" y="488"/>
                  </a:lnTo>
                  <a:lnTo>
                    <a:pt x="665" y="491"/>
                  </a:lnTo>
                  <a:lnTo>
                    <a:pt x="664" y="489"/>
                  </a:lnTo>
                  <a:lnTo>
                    <a:pt x="662" y="492"/>
                  </a:lnTo>
                  <a:lnTo>
                    <a:pt x="662" y="492"/>
                  </a:lnTo>
                  <a:lnTo>
                    <a:pt x="662" y="491"/>
                  </a:lnTo>
                  <a:lnTo>
                    <a:pt x="661" y="491"/>
                  </a:lnTo>
                  <a:lnTo>
                    <a:pt x="661" y="493"/>
                  </a:lnTo>
                  <a:lnTo>
                    <a:pt x="660" y="493"/>
                  </a:lnTo>
                  <a:lnTo>
                    <a:pt x="658" y="496"/>
                  </a:lnTo>
                  <a:lnTo>
                    <a:pt x="657" y="496"/>
                  </a:lnTo>
                  <a:lnTo>
                    <a:pt x="656" y="495"/>
                  </a:lnTo>
                  <a:lnTo>
                    <a:pt x="653" y="495"/>
                  </a:lnTo>
                  <a:lnTo>
                    <a:pt x="653" y="496"/>
                  </a:lnTo>
                  <a:lnTo>
                    <a:pt x="652" y="496"/>
                  </a:lnTo>
                  <a:lnTo>
                    <a:pt x="652" y="499"/>
                  </a:lnTo>
                  <a:lnTo>
                    <a:pt x="652" y="501"/>
                  </a:lnTo>
                  <a:lnTo>
                    <a:pt x="651" y="503"/>
                  </a:lnTo>
                  <a:lnTo>
                    <a:pt x="652" y="504"/>
                  </a:lnTo>
                  <a:lnTo>
                    <a:pt x="649" y="505"/>
                  </a:lnTo>
                  <a:lnTo>
                    <a:pt x="648" y="504"/>
                  </a:lnTo>
                  <a:lnTo>
                    <a:pt x="648" y="505"/>
                  </a:lnTo>
                  <a:lnTo>
                    <a:pt x="648" y="504"/>
                  </a:lnTo>
                  <a:lnTo>
                    <a:pt x="647" y="505"/>
                  </a:lnTo>
                  <a:lnTo>
                    <a:pt x="645" y="506"/>
                  </a:lnTo>
                  <a:lnTo>
                    <a:pt x="643" y="506"/>
                  </a:lnTo>
                  <a:lnTo>
                    <a:pt x="641" y="508"/>
                  </a:lnTo>
                  <a:lnTo>
                    <a:pt x="640" y="508"/>
                  </a:lnTo>
                  <a:lnTo>
                    <a:pt x="640" y="508"/>
                  </a:lnTo>
                  <a:lnTo>
                    <a:pt x="639" y="508"/>
                  </a:lnTo>
                  <a:lnTo>
                    <a:pt x="639" y="509"/>
                  </a:lnTo>
                  <a:lnTo>
                    <a:pt x="637" y="510"/>
                  </a:lnTo>
                  <a:lnTo>
                    <a:pt x="635" y="508"/>
                  </a:lnTo>
                  <a:lnTo>
                    <a:pt x="635" y="506"/>
                  </a:lnTo>
                  <a:lnTo>
                    <a:pt x="633" y="508"/>
                  </a:lnTo>
                  <a:lnTo>
                    <a:pt x="632" y="509"/>
                  </a:lnTo>
                  <a:lnTo>
                    <a:pt x="632" y="510"/>
                  </a:lnTo>
                  <a:lnTo>
                    <a:pt x="629" y="510"/>
                  </a:lnTo>
                  <a:lnTo>
                    <a:pt x="628" y="509"/>
                  </a:lnTo>
                  <a:lnTo>
                    <a:pt x="627" y="510"/>
                  </a:lnTo>
                  <a:lnTo>
                    <a:pt x="624" y="512"/>
                  </a:lnTo>
                  <a:lnTo>
                    <a:pt x="624" y="513"/>
                  </a:lnTo>
                  <a:lnTo>
                    <a:pt x="620" y="516"/>
                  </a:lnTo>
                  <a:lnTo>
                    <a:pt x="620" y="514"/>
                  </a:lnTo>
                  <a:lnTo>
                    <a:pt x="622" y="514"/>
                  </a:lnTo>
                  <a:lnTo>
                    <a:pt x="623" y="512"/>
                  </a:lnTo>
                  <a:lnTo>
                    <a:pt x="622" y="513"/>
                  </a:lnTo>
                  <a:lnTo>
                    <a:pt x="619" y="510"/>
                  </a:lnTo>
                  <a:lnTo>
                    <a:pt x="618" y="509"/>
                  </a:lnTo>
                  <a:lnTo>
                    <a:pt x="615" y="508"/>
                  </a:lnTo>
                  <a:lnTo>
                    <a:pt x="614" y="506"/>
                  </a:lnTo>
                  <a:lnTo>
                    <a:pt x="615" y="508"/>
                  </a:lnTo>
                  <a:lnTo>
                    <a:pt x="615" y="509"/>
                  </a:lnTo>
                  <a:lnTo>
                    <a:pt x="615" y="512"/>
                  </a:lnTo>
                  <a:lnTo>
                    <a:pt x="615" y="514"/>
                  </a:lnTo>
                  <a:lnTo>
                    <a:pt x="614" y="516"/>
                  </a:lnTo>
                  <a:lnTo>
                    <a:pt x="612" y="517"/>
                  </a:lnTo>
                  <a:lnTo>
                    <a:pt x="611" y="518"/>
                  </a:lnTo>
                  <a:lnTo>
                    <a:pt x="611" y="517"/>
                  </a:lnTo>
                  <a:lnTo>
                    <a:pt x="610" y="517"/>
                  </a:lnTo>
                  <a:lnTo>
                    <a:pt x="610" y="517"/>
                  </a:lnTo>
                  <a:lnTo>
                    <a:pt x="608" y="520"/>
                  </a:lnTo>
                  <a:lnTo>
                    <a:pt x="606" y="522"/>
                  </a:lnTo>
                  <a:lnTo>
                    <a:pt x="603" y="524"/>
                  </a:lnTo>
                  <a:lnTo>
                    <a:pt x="602" y="524"/>
                  </a:lnTo>
                  <a:lnTo>
                    <a:pt x="599" y="522"/>
                  </a:lnTo>
                  <a:lnTo>
                    <a:pt x="597" y="524"/>
                  </a:lnTo>
                  <a:lnTo>
                    <a:pt x="595" y="524"/>
                  </a:lnTo>
                  <a:lnTo>
                    <a:pt x="597" y="525"/>
                  </a:lnTo>
                  <a:lnTo>
                    <a:pt x="594" y="526"/>
                  </a:lnTo>
                  <a:lnTo>
                    <a:pt x="591" y="526"/>
                  </a:lnTo>
                  <a:lnTo>
                    <a:pt x="590" y="526"/>
                  </a:lnTo>
                  <a:lnTo>
                    <a:pt x="589" y="528"/>
                  </a:lnTo>
                  <a:lnTo>
                    <a:pt x="586" y="529"/>
                  </a:lnTo>
                  <a:lnTo>
                    <a:pt x="585" y="530"/>
                  </a:lnTo>
                  <a:lnTo>
                    <a:pt x="585" y="529"/>
                  </a:lnTo>
                  <a:lnTo>
                    <a:pt x="585" y="529"/>
                  </a:lnTo>
                  <a:lnTo>
                    <a:pt x="583" y="529"/>
                  </a:lnTo>
                  <a:lnTo>
                    <a:pt x="583" y="528"/>
                  </a:lnTo>
                  <a:lnTo>
                    <a:pt x="585" y="528"/>
                  </a:lnTo>
                  <a:lnTo>
                    <a:pt x="583" y="528"/>
                  </a:lnTo>
                  <a:lnTo>
                    <a:pt x="583" y="526"/>
                  </a:lnTo>
                  <a:lnTo>
                    <a:pt x="582" y="526"/>
                  </a:lnTo>
                  <a:lnTo>
                    <a:pt x="582" y="528"/>
                  </a:lnTo>
                  <a:lnTo>
                    <a:pt x="581" y="528"/>
                  </a:lnTo>
                  <a:lnTo>
                    <a:pt x="582" y="529"/>
                  </a:lnTo>
                  <a:lnTo>
                    <a:pt x="581" y="530"/>
                  </a:lnTo>
                  <a:lnTo>
                    <a:pt x="579" y="531"/>
                  </a:lnTo>
                  <a:lnTo>
                    <a:pt x="579" y="533"/>
                  </a:lnTo>
                  <a:lnTo>
                    <a:pt x="579" y="534"/>
                  </a:lnTo>
                  <a:lnTo>
                    <a:pt x="581" y="534"/>
                  </a:lnTo>
                  <a:lnTo>
                    <a:pt x="582" y="537"/>
                  </a:lnTo>
                  <a:lnTo>
                    <a:pt x="582" y="538"/>
                  </a:lnTo>
                  <a:lnTo>
                    <a:pt x="583" y="538"/>
                  </a:lnTo>
                  <a:lnTo>
                    <a:pt x="585" y="539"/>
                  </a:lnTo>
                  <a:lnTo>
                    <a:pt x="582" y="541"/>
                  </a:lnTo>
                  <a:lnTo>
                    <a:pt x="581" y="541"/>
                  </a:lnTo>
                  <a:lnTo>
                    <a:pt x="581" y="541"/>
                  </a:lnTo>
                  <a:lnTo>
                    <a:pt x="578" y="541"/>
                  </a:lnTo>
                  <a:lnTo>
                    <a:pt x="577" y="542"/>
                  </a:lnTo>
                  <a:lnTo>
                    <a:pt x="577" y="542"/>
                  </a:lnTo>
                  <a:lnTo>
                    <a:pt x="577" y="539"/>
                  </a:lnTo>
                  <a:lnTo>
                    <a:pt x="577" y="538"/>
                  </a:lnTo>
                  <a:lnTo>
                    <a:pt x="574" y="538"/>
                  </a:lnTo>
                  <a:lnTo>
                    <a:pt x="572" y="534"/>
                  </a:lnTo>
                  <a:lnTo>
                    <a:pt x="572" y="533"/>
                  </a:lnTo>
                  <a:lnTo>
                    <a:pt x="574" y="530"/>
                  </a:lnTo>
                  <a:lnTo>
                    <a:pt x="574" y="528"/>
                  </a:lnTo>
                  <a:lnTo>
                    <a:pt x="575" y="528"/>
                  </a:lnTo>
                  <a:lnTo>
                    <a:pt x="575" y="528"/>
                  </a:lnTo>
                  <a:lnTo>
                    <a:pt x="574" y="526"/>
                  </a:lnTo>
                  <a:lnTo>
                    <a:pt x="573" y="528"/>
                  </a:lnTo>
                  <a:lnTo>
                    <a:pt x="572" y="525"/>
                  </a:lnTo>
                  <a:lnTo>
                    <a:pt x="570" y="528"/>
                  </a:lnTo>
                  <a:lnTo>
                    <a:pt x="568" y="528"/>
                  </a:lnTo>
                  <a:lnTo>
                    <a:pt x="566" y="528"/>
                  </a:lnTo>
                  <a:lnTo>
                    <a:pt x="564" y="525"/>
                  </a:lnTo>
                  <a:lnTo>
                    <a:pt x="562" y="526"/>
                  </a:lnTo>
                  <a:lnTo>
                    <a:pt x="561" y="524"/>
                  </a:lnTo>
                  <a:lnTo>
                    <a:pt x="560" y="521"/>
                  </a:lnTo>
                  <a:lnTo>
                    <a:pt x="558" y="524"/>
                  </a:lnTo>
                  <a:lnTo>
                    <a:pt x="558" y="525"/>
                  </a:lnTo>
                  <a:lnTo>
                    <a:pt x="557" y="526"/>
                  </a:lnTo>
                  <a:lnTo>
                    <a:pt x="556" y="525"/>
                  </a:lnTo>
                  <a:lnTo>
                    <a:pt x="554" y="526"/>
                  </a:lnTo>
                  <a:lnTo>
                    <a:pt x="554" y="525"/>
                  </a:lnTo>
                  <a:lnTo>
                    <a:pt x="554" y="526"/>
                  </a:lnTo>
                  <a:lnTo>
                    <a:pt x="553" y="525"/>
                  </a:lnTo>
                  <a:lnTo>
                    <a:pt x="552" y="525"/>
                  </a:lnTo>
                  <a:lnTo>
                    <a:pt x="540" y="526"/>
                  </a:lnTo>
                  <a:lnTo>
                    <a:pt x="515" y="517"/>
                  </a:lnTo>
                  <a:lnTo>
                    <a:pt x="474" y="537"/>
                  </a:lnTo>
                  <a:lnTo>
                    <a:pt x="444" y="528"/>
                  </a:lnTo>
                  <a:lnTo>
                    <a:pt x="375" y="476"/>
                  </a:lnTo>
                  <a:lnTo>
                    <a:pt x="228" y="463"/>
                  </a:lnTo>
                  <a:lnTo>
                    <a:pt x="150" y="389"/>
                  </a:lnTo>
                  <a:lnTo>
                    <a:pt x="0" y="325"/>
                  </a:lnTo>
                  <a:lnTo>
                    <a:pt x="12" y="199"/>
                  </a:lnTo>
                  <a:lnTo>
                    <a:pt x="111" y="146"/>
                  </a:lnTo>
                  <a:lnTo>
                    <a:pt x="224" y="122"/>
                  </a:lnTo>
                  <a:lnTo>
                    <a:pt x="233" y="120"/>
                  </a:lnTo>
                  <a:lnTo>
                    <a:pt x="237" y="120"/>
                  </a:lnTo>
                  <a:lnTo>
                    <a:pt x="240" y="121"/>
                  </a:lnTo>
                  <a:lnTo>
                    <a:pt x="241" y="121"/>
                  </a:lnTo>
                  <a:lnTo>
                    <a:pt x="346" y="124"/>
                  </a:lnTo>
                  <a:lnTo>
                    <a:pt x="532" y="104"/>
                  </a:lnTo>
                  <a:lnTo>
                    <a:pt x="554" y="80"/>
                  </a:lnTo>
                  <a:lnTo>
                    <a:pt x="560" y="79"/>
                  </a:lnTo>
                  <a:lnTo>
                    <a:pt x="561" y="79"/>
                  </a:lnTo>
                  <a:lnTo>
                    <a:pt x="561" y="80"/>
                  </a:lnTo>
                  <a:lnTo>
                    <a:pt x="564" y="79"/>
                  </a:lnTo>
                  <a:lnTo>
                    <a:pt x="566" y="80"/>
                  </a:lnTo>
                  <a:lnTo>
                    <a:pt x="569" y="81"/>
                  </a:lnTo>
                  <a:lnTo>
                    <a:pt x="570" y="81"/>
                  </a:lnTo>
                  <a:lnTo>
                    <a:pt x="575" y="76"/>
                  </a:lnTo>
                  <a:lnTo>
                    <a:pt x="578" y="74"/>
                  </a:lnTo>
                  <a:lnTo>
                    <a:pt x="582" y="74"/>
                  </a:lnTo>
                  <a:lnTo>
                    <a:pt x="585" y="71"/>
                  </a:lnTo>
                  <a:lnTo>
                    <a:pt x="585" y="68"/>
                  </a:lnTo>
                  <a:lnTo>
                    <a:pt x="585" y="67"/>
                  </a:lnTo>
                  <a:lnTo>
                    <a:pt x="583" y="66"/>
                  </a:lnTo>
                  <a:lnTo>
                    <a:pt x="582" y="67"/>
                  </a:lnTo>
                  <a:lnTo>
                    <a:pt x="582" y="66"/>
                  </a:lnTo>
                  <a:lnTo>
                    <a:pt x="581" y="66"/>
                  </a:lnTo>
                  <a:lnTo>
                    <a:pt x="581" y="63"/>
                  </a:lnTo>
                  <a:lnTo>
                    <a:pt x="581" y="62"/>
                  </a:lnTo>
                  <a:lnTo>
                    <a:pt x="581" y="58"/>
                  </a:lnTo>
                  <a:lnTo>
                    <a:pt x="579" y="56"/>
                  </a:lnTo>
                  <a:lnTo>
                    <a:pt x="581" y="55"/>
                  </a:lnTo>
                  <a:lnTo>
                    <a:pt x="582" y="54"/>
                  </a:lnTo>
                  <a:lnTo>
                    <a:pt x="582" y="51"/>
                  </a:lnTo>
                  <a:lnTo>
                    <a:pt x="581" y="50"/>
                  </a:lnTo>
                  <a:lnTo>
                    <a:pt x="581" y="47"/>
                  </a:lnTo>
                  <a:lnTo>
                    <a:pt x="581" y="46"/>
                  </a:lnTo>
                  <a:lnTo>
                    <a:pt x="579" y="45"/>
                  </a:lnTo>
                  <a:lnTo>
                    <a:pt x="579" y="42"/>
                  </a:lnTo>
                  <a:lnTo>
                    <a:pt x="581" y="39"/>
                  </a:lnTo>
                  <a:lnTo>
                    <a:pt x="582" y="38"/>
                  </a:lnTo>
                  <a:lnTo>
                    <a:pt x="583" y="35"/>
                  </a:lnTo>
                  <a:lnTo>
                    <a:pt x="585" y="34"/>
                  </a:lnTo>
                  <a:lnTo>
                    <a:pt x="586" y="33"/>
                  </a:lnTo>
                  <a:lnTo>
                    <a:pt x="586" y="30"/>
                  </a:lnTo>
                  <a:lnTo>
                    <a:pt x="586" y="29"/>
                  </a:lnTo>
                  <a:lnTo>
                    <a:pt x="586" y="26"/>
                  </a:lnTo>
                  <a:lnTo>
                    <a:pt x="585" y="25"/>
                  </a:lnTo>
                  <a:lnTo>
                    <a:pt x="583" y="24"/>
                  </a:lnTo>
                  <a:lnTo>
                    <a:pt x="582" y="20"/>
                  </a:lnTo>
                  <a:lnTo>
                    <a:pt x="579" y="20"/>
                  </a:lnTo>
                  <a:lnTo>
                    <a:pt x="578" y="21"/>
                  </a:lnTo>
                  <a:lnTo>
                    <a:pt x="575" y="22"/>
                  </a:lnTo>
                  <a:lnTo>
                    <a:pt x="574" y="22"/>
                  </a:lnTo>
                  <a:lnTo>
                    <a:pt x="574" y="21"/>
                  </a:lnTo>
                  <a:lnTo>
                    <a:pt x="574" y="18"/>
                  </a:lnTo>
                  <a:lnTo>
                    <a:pt x="574" y="17"/>
                  </a:lnTo>
                  <a:lnTo>
                    <a:pt x="574" y="16"/>
                  </a:lnTo>
                  <a:lnTo>
                    <a:pt x="575" y="14"/>
                  </a:lnTo>
                  <a:lnTo>
                    <a:pt x="575" y="13"/>
                  </a:lnTo>
                  <a:lnTo>
                    <a:pt x="578" y="10"/>
                  </a:lnTo>
                  <a:lnTo>
                    <a:pt x="578" y="9"/>
                  </a:lnTo>
                  <a:lnTo>
                    <a:pt x="579" y="8"/>
                  </a:lnTo>
                  <a:lnTo>
                    <a:pt x="582" y="8"/>
                  </a:lnTo>
                  <a:lnTo>
                    <a:pt x="583" y="6"/>
                  </a:lnTo>
                  <a:lnTo>
                    <a:pt x="585" y="6"/>
                  </a:lnTo>
                  <a:lnTo>
                    <a:pt x="586" y="6"/>
                  </a:lnTo>
                  <a:lnTo>
                    <a:pt x="587" y="6"/>
                  </a:lnTo>
                  <a:lnTo>
                    <a:pt x="589" y="6"/>
                  </a:lnTo>
                  <a:lnTo>
                    <a:pt x="590" y="4"/>
                  </a:lnTo>
                  <a:lnTo>
                    <a:pt x="593" y="4"/>
                  </a:lnTo>
                  <a:lnTo>
                    <a:pt x="594" y="2"/>
                  </a:lnTo>
                  <a:lnTo>
                    <a:pt x="597" y="2"/>
                  </a:lnTo>
                  <a:lnTo>
                    <a:pt x="598" y="2"/>
                  </a:lnTo>
                  <a:lnTo>
                    <a:pt x="601" y="2"/>
                  </a:lnTo>
                  <a:lnTo>
                    <a:pt x="601" y="2"/>
                  </a:lnTo>
                  <a:lnTo>
                    <a:pt x="602" y="2"/>
                  </a:lnTo>
                  <a:lnTo>
                    <a:pt x="603" y="0"/>
                  </a:lnTo>
                  <a:lnTo>
                    <a:pt x="606" y="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" name="Freeform 344"/>
            <p:cNvSpPr>
              <a:spLocks noEditPoints="1"/>
            </p:cNvSpPr>
            <p:nvPr/>
          </p:nvSpPr>
          <p:spPr bwMode="auto">
            <a:xfrm>
              <a:off x="9462759" y="2657725"/>
              <a:ext cx="474559" cy="913588"/>
            </a:xfrm>
            <a:custGeom>
              <a:avLst/>
              <a:gdLst>
                <a:gd name="T0" fmla="*/ 4 w 187"/>
                <a:gd name="T1" fmla="*/ 357 h 360"/>
                <a:gd name="T2" fmla="*/ 46 w 187"/>
                <a:gd name="T3" fmla="*/ 324 h 360"/>
                <a:gd name="T4" fmla="*/ 54 w 187"/>
                <a:gd name="T5" fmla="*/ 306 h 360"/>
                <a:gd name="T6" fmla="*/ 55 w 187"/>
                <a:gd name="T7" fmla="*/ 299 h 360"/>
                <a:gd name="T8" fmla="*/ 67 w 187"/>
                <a:gd name="T9" fmla="*/ 266 h 360"/>
                <a:gd name="T10" fmla="*/ 70 w 187"/>
                <a:gd name="T11" fmla="*/ 264 h 360"/>
                <a:gd name="T12" fmla="*/ 54 w 187"/>
                <a:gd name="T13" fmla="*/ 233 h 360"/>
                <a:gd name="T14" fmla="*/ 51 w 187"/>
                <a:gd name="T15" fmla="*/ 232 h 360"/>
                <a:gd name="T16" fmla="*/ 39 w 187"/>
                <a:gd name="T17" fmla="*/ 227 h 360"/>
                <a:gd name="T18" fmla="*/ 42 w 187"/>
                <a:gd name="T19" fmla="*/ 222 h 360"/>
                <a:gd name="T20" fmla="*/ 103 w 187"/>
                <a:gd name="T21" fmla="*/ 207 h 360"/>
                <a:gd name="T22" fmla="*/ 85 w 187"/>
                <a:gd name="T23" fmla="*/ 220 h 360"/>
                <a:gd name="T24" fmla="*/ 79 w 187"/>
                <a:gd name="T25" fmla="*/ 220 h 360"/>
                <a:gd name="T26" fmla="*/ 87 w 187"/>
                <a:gd name="T27" fmla="*/ 208 h 360"/>
                <a:gd name="T28" fmla="*/ 103 w 187"/>
                <a:gd name="T29" fmla="*/ 198 h 360"/>
                <a:gd name="T30" fmla="*/ 76 w 187"/>
                <a:gd name="T31" fmla="*/ 174 h 360"/>
                <a:gd name="T32" fmla="*/ 129 w 187"/>
                <a:gd name="T33" fmla="*/ 133 h 360"/>
                <a:gd name="T34" fmla="*/ 128 w 187"/>
                <a:gd name="T35" fmla="*/ 139 h 360"/>
                <a:gd name="T36" fmla="*/ 147 w 187"/>
                <a:gd name="T37" fmla="*/ 79 h 360"/>
                <a:gd name="T38" fmla="*/ 163 w 187"/>
                <a:gd name="T39" fmla="*/ 111 h 360"/>
                <a:gd name="T40" fmla="*/ 164 w 187"/>
                <a:gd name="T41" fmla="*/ 129 h 360"/>
                <a:gd name="T42" fmla="*/ 162 w 187"/>
                <a:gd name="T43" fmla="*/ 166 h 360"/>
                <a:gd name="T44" fmla="*/ 158 w 187"/>
                <a:gd name="T45" fmla="*/ 189 h 360"/>
                <a:gd name="T46" fmla="*/ 153 w 187"/>
                <a:gd name="T47" fmla="*/ 181 h 360"/>
                <a:gd name="T48" fmla="*/ 141 w 187"/>
                <a:gd name="T49" fmla="*/ 190 h 360"/>
                <a:gd name="T50" fmla="*/ 129 w 187"/>
                <a:gd name="T51" fmla="*/ 193 h 360"/>
                <a:gd name="T52" fmla="*/ 120 w 187"/>
                <a:gd name="T53" fmla="*/ 194 h 360"/>
                <a:gd name="T54" fmla="*/ 118 w 187"/>
                <a:gd name="T55" fmla="*/ 207 h 360"/>
                <a:gd name="T56" fmla="*/ 105 w 187"/>
                <a:gd name="T57" fmla="*/ 202 h 360"/>
                <a:gd name="T58" fmla="*/ 92 w 187"/>
                <a:gd name="T59" fmla="*/ 200 h 360"/>
                <a:gd name="T60" fmla="*/ 74 w 187"/>
                <a:gd name="T61" fmla="*/ 206 h 360"/>
                <a:gd name="T62" fmla="*/ 66 w 187"/>
                <a:gd name="T63" fmla="*/ 214 h 360"/>
                <a:gd name="T64" fmla="*/ 74 w 187"/>
                <a:gd name="T65" fmla="*/ 224 h 360"/>
                <a:gd name="T66" fmla="*/ 68 w 187"/>
                <a:gd name="T67" fmla="*/ 248 h 360"/>
                <a:gd name="T68" fmla="*/ 64 w 187"/>
                <a:gd name="T69" fmla="*/ 245 h 360"/>
                <a:gd name="T70" fmla="*/ 59 w 187"/>
                <a:gd name="T71" fmla="*/ 249 h 360"/>
                <a:gd name="T72" fmla="*/ 52 w 187"/>
                <a:gd name="T73" fmla="*/ 222 h 360"/>
                <a:gd name="T74" fmla="*/ 51 w 187"/>
                <a:gd name="T75" fmla="*/ 228 h 360"/>
                <a:gd name="T76" fmla="*/ 49 w 187"/>
                <a:gd name="T77" fmla="*/ 227 h 360"/>
                <a:gd name="T78" fmla="*/ 56 w 187"/>
                <a:gd name="T79" fmla="*/ 211 h 360"/>
                <a:gd name="T80" fmla="*/ 67 w 187"/>
                <a:gd name="T81" fmla="*/ 195 h 360"/>
                <a:gd name="T82" fmla="*/ 92 w 187"/>
                <a:gd name="T83" fmla="*/ 181 h 360"/>
                <a:gd name="T84" fmla="*/ 108 w 187"/>
                <a:gd name="T85" fmla="*/ 179 h 360"/>
                <a:gd name="T86" fmla="*/ 113 w 187"/>
                <a:gd name="T87" fmla="*/ 161 h 360"/>
                <a:gd name="T88" fmla="*/ 114 w 187"/>
                <a:gd name="T89" fmla="*/ 153 h 360"/>
                <a:gd name="T90" fmla="*/ 135 w 187"/>
                <a:gd name="T91" fmla="*/ 139 h 360"/>
                <a:gd name="T92" fmla="*/ 133 w 187"/>
                <a:gd name="T93" fmla="*/ 102 h 360"/>
                <a:gd name="T94" fmla="*/ 135 w 187"/>
                <a:gd name="T95" fmla="*/ 82 h 360"/>
                <a:gd name="T96" fmla="*/ 145 w 187"/>
                <a:gd name="T97" fmla="*/ 83 h 360"/>
                <a:gd name="T98" fmla="*/ 120 w 187"/>
                <a:gd name="T99" fmla="*/ 62 h 360"/>
                <a:gd name="T100" fmla="*/ 139 w 187"/>
                <a:gd name="T101" fmla="*/ 6 h 360"/>
                <a:gd name="T102" fmla="*/ 167 w 187"/>
                <a:gd name="T103" fmla="*/ 25 h 360"/>
                <a:gd name="T104" fmla="*/ 179 w 187"/>
                <a:gd name="T105" fmla="*/ 31 h 360"/>
                <a:gd name="T106" fmla="*/ 184 w 187"/>
                <a:gd name="T107" fmla="*/ 37 h 360"/>
                <a:gd name="T108" fmla="*/ 166 w 187"/>
                <a:gd name="T109" fmla="*/ 48 h 360"/>
                <a:gd name="T110" fmla="*/ 149 w 187"/>
                <a:gd name="T111" fmla="*/ 53 h 360"/>
                <a:gd name="T112" fmla="*/ 129 w 187"/>
                <a:gd name="T113" fmla="*/ 58 h 360"/>
                <a:gd name="T114" fmla="*/ 137 w 187"/>
                <a:gd name="T115" fmla="*/ 69 h 360"/>
                <a:gd name="T116" fmla="*/ 124 w 187"/>
                <a:gd name="T117" fmla="*/ 62 h 360"/>
                <a:gd name="T118" fmla="*/ 128 w 187"/>
                <a:gd name="T119" fmla="*/ 47 h 360"/>
                <a:gd name="T120" fmla="*/ 135 w 187"/>
                <a:gd name="T121" fmla="*/ 39 h 360"/>
                <a:gd name="T122" fmla="*/ 133 w 187"/>
                <a:gd name="T123" fmla="*/ 18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360">
                  <a:moveTo>
                    <a:pt x="2" y="358"/>
                  </a:moveTo>
                  <a:lnTo>
                    <a:pt x="2" y="360"/>
                  </a:lnTo>
                  <a:lnTo>
                    <a:pt x="2" y="360"/>
                  </a:lnTo>
                  <a:lnTo>
                    <a:pt x="0" y="360"/>
                  </a:lnTo>
                  <a:lnTo>
                    <a:pt x="1" y="358"/>
                  </a:lnTo>
                  <a:lnTo>
                    <a:pt x="2" y="358"/>
                  </a:lnTo>
                  <a:close/>
                  <a:moveTo>
                    <a:pt x="5" y="356"/>
                  </a:moveTo>
                  <a:lnTo>
                    <a:pt x="6" y="357"/>
                  </a:lnTo>
                  <a:lnTo>
                    <a:pt x="6" y="360"/>
                  </a:lnTo>
                  <a:lnTo>
                    <a:pt x="5" y="358"/>
                  </a:lnTo>
                  <a:lnTo>
                    <a:pt x="4" y="357"/>
                  </a:lnTo>
                  <a:lnTo>
                    <a:pt x="5" y="356"/>
                  </a:lnTo>
                  <a:close/>
                  <a:moveTo>
                    <a:pt x="16" y="349"/>
                  </a:moveTo>
                  <a:lnTo>
                    <a:pt x="18" y="351"/>
                  </a:lnTo>
                  <a:lnTo>
                    <a:pt x="18" y="353"/>
                  </a:lnTo>
                  <a:lnTo>
                    <a:pt x="16" y="353"/>
                  </a:lnTo>
                  <a:lnTo>
                    <a:pt x="16" y="352"/>
                  </a:lnTo>
                  <a:lnTo>
                    <a:pt x="16" y="349"/>
                  </a:lnTo>
                  <a:close/>
                  <a:moveTo>
                    <a:pt x="46" y="319"/>
                  </a:moveTo>
                  <a:lnTo>
                    <a:pt x="46" y="320"/>
                  </a:lnTo>
                  <a:lnTo>
                    <a:pt x="46" y="323"/>
                  </a:lnTo>
                  <a:lnTo>
                    <a:pt x="46" y="324"/>
                  </a:lnTo>
                  <a:lnTo>
                    <a:pt x="42" y="326"/>
                  </a:lnTo>
                  <a:lnTo>
                    <a:pt x="42" y="328"/>
                  </a:lnTo>
                  <a:lnTo>
                    <a:pt x="41" y="328"/>
                  </a:lnTo>
                  <a:lnTo>
                    <a:pt x="41" y="326"/>
                  </a:lnTo>
                  <a:lnTo>
                    <a:pt x="42" y="324"/>
                  </a:lnTo>
                  <a:lnTo>
                    <a:pt x="43" y="323"/>
                  </a:lnTo>
                  <a:lnTo>
                    <a:pt x="42" y="322"/>
                  </a:lnTo>
                  <a:lnTo>
                    <a:pt x="45" y="320"/>
                  </a:lnTo>
                  <a:lnTo>
                    <a:pt x="46" y="319"/>
                  </a:lnTo>
                  <a:close/>
                  <a:moveTo>
                    <a:pt x="52" y="304"/>
                  </a:moveTo>
                  <a:lnTo>
                    <a:pt x="54" y="306"/>
                  </a:lnTo>
                  <a:lnTo>
                    <a:pt x="54" y="308"/>
                  </a:lnTo>
                  <a:lnTo>
                    <a:pt x="52" y="308"/>
                  </a:lnTo>
                  <a:lnTo>
                    <a:pt x="51" y="307"/>
                  </a:lnTo>
                  <a:lnTo>
                    <a:pt x="51" y="306"/>
                  </a:lnTo>
                  <a:lnTo>
                    <a:pt x="52" y="304"/>
                  </a:lnTo>
                  <a:close/>
                  <a:moveTo>
                    <a:pt x="60" y="294"/>
                  </a:moveTo>
                  <a:lnTo>
                    <a:pt x="59" y="297"/>
                  </a:lnTo>
                  <a:lnTo>
                    <a:pt x="58" y="298"/>
                  </a:lnTo>
                  <a:lnTo>
                    <a:pt x="58" y="299"/>
                  </a:lnTo>
                  <a:lnTo>
                    <a:pt x="56" y="301"/>
                  </a:lnTo>
                  <a:lnTo>
                    <a:pt x="55" y="299"/>
                  </a:lnTo>
                  <a:lnTo>
                    <a:pt x="54" y="299"/>
                  </a:lnTo>
                  <a:lnTo>
                    <a:pt x="54" y="299"/>
                  </a:lnTo>
                  <a:lnTo>
                    <a:pt x="54" y="298"/>
                  </a:lnTo>
                  <a:lnTo>
                    <a:pt x="56" y="297"/>
                  </a:lnTo>
                  <a:lnTo>
                    <a:pt x="56" y="297"/>
                  </a:lnTo>
                  <a:lnTo>
                    <a:pt x="58" y="295"/>
                  </a:lnTo>
                  <a:lnTo>
                    <a:pt x="59" y="295"/>
                  </a:lnTo>
                  <a:lnTo>
                    <a:pt x="59" y="295"/>
                  </a:lnTo>
                  <a:lnTo>
                    <a:pt x="60" y="294"/>
                  </a:lnTo>
                  <a:close/>
                  <a:moveTo>
                    <a:pt x="66" y="264"/>
                  </a:moveTo>
                  <a:lnTo>
                    <a:pt x="67" y="266"/>
                  </a:lnTo>
                  <a:lnTo>
                    <a:pt x="68" y="268"/>
                  </a:lnTo>
                  <a:lnTo>
                    <a:pt x="67" y="269"/>
                  </a:lnTo>
                  <a:lnTo>
                    <a:pt x="66" y="268"/>
                  </a:lnTo>
                  <a:lnTo>
                    <a:pt x="64" y="266"/>
                  </a:lnTo>
                  <a:lnTo>
                    <a:pt x="64" y="265"/>
                  </a:lnTo>
                  <a:lnTo>
                    <a:pt x="66" y="264"/>
                  </a:lnTo>
                  <a:close/>
                  <a:moveTo>
                    <a:pt x="70" y="258"/>
                  </a:moveTo>
                  <a:lnTo>
                    <a:pt x="71" y="258"/>
                  </a:lnTo>
                  <a:lnTo>
                    <a:pt x="71" y="261"/>
                  </a:lnTo>
                  <a:lnTo>
                    <a:pt x="70" y="262"/>
                  </a:lnTo>
                  <a:lnTo>
                    <a:pt x="70" y="264"/>
                  </a:lnTo>
                  <a:lnTo>
                    <a:pt x="70" y="260"/>
                  </a:lnTo>
                  <a:lnTo>
                    <a:pt x="70" y="258"/>
                  </a:lnTo>
                  <a:close/>
                  <a:moveTo>
                    <a:pt x="52" y="237"/>
                  </a:moveTo>
                  <a:lnTo>
                    <a:pt x="54" y="237"/>
                  </a:lnTo>
                  <a:lnTo>
                    <a:pt x="52" y="239"/>
                  </a:lnTo>
                  <a:lnTo>
                    <a:pt x="52" y="237"/>
                  </a:lnTo>
                  <a:lnTo>
                    <a:pt x="52" y="237"/>
                  </a:lnTo>
                  <a:close/>
                  <a:moveTo>
                    <a:pt x="55" y="232"/>
                  </a:moveTo>
                  <a:lnTo>
                    <a:pt x="55" y="232"/>
                  </a:lnTo>
                  <a:lnTo>
                    <a:pt x="55" y="233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5" y="232"/>
                  </a:lnTo>
                  <a:close/>
                  <a:moveTo>
                    <a:pt x="51" y="232"/>
                  </a:moveTo>
                  <a:lnTo>
                    <a:pt x="51" y="232"/>
                  </a:lnTo>
                  <a:lnTo>
                    <a:pt x="51" y="232"/>
                  </a:lnTo>
                  <a:lnTo>
                    <a:pt x="52" y="235"/>
                  </a:lnTo>
                  <a:lnTo>
                    <a:pt x="52" y="236"/>
                  </a:lnTo>
                  <a:lnTo>
                    <a:pt x="51" y="236"/>
                  </a:lnTo>
                  <a:lnTo>
                    <a:pt x="51" y="235"/>
                  </a:lnTo>
                  <a:lnTo>
                    <a:pt x="50" y="232"/>
                  </a:lnTo>
                  <a:lnTo>
                    <a:pt x="51" y="232"/>
                  </a:lnTo>
                  <a:close/>
                  <a:moveTo>
                    <a:pt x="37" y="228"/>
                  </a:moveTo>
                  <a:lnTo>
                    <a:pt x="37" y="229"/>
                  </a:lnTo>
                  <a:lnTo>
                    <a:pt x="38" y="229"/>
                  </a:lnTo>
                  <a:lnTo>
                    <a:pt x="39" y="232"/>
                  </a:lnTo>
                  <a:lnTo>
                    <a:pt x="38" y="233"/>
                  </a:lnTo>
                  <a:lnTo>
                    <a:pt x="37" y="232"/>
                  </a:lnTo>
                  <a:lnTo>
                    <a:pt x="35" y="229"/>
                  </a:lnTo>
                  <a:lnTo>
                    <a:pt x="35" y="228"/>
                  </a:lnTo>
                  <a:lnTo>
                    <a:pt x="37" y="228"/>
                  </a:lnTo>
                  <a:close/>
                  <a:moveTo>
                    <a:pt x="38" y="227"/>
                  </a:moveTo>
                  <a:lnTo>
                    <a:pt x="39" y="227"/>
                  </a:lnTo>
                  <a:lnTo>
                    <a:pt x="38" y="228"/>
                  </a:lnTo>
                  <a:lnTo>
                    <a:pt x="38" y="227"/>
                  </a:lnTo>
                  <a:close/>
                  <a:moveTo>
                    <a:pt x="41" y="226"/>
                  </a:moveTo>
                  <a:lnTo>
                    <a:pt x="41" y="226"/>
                  </a:lnTo>
                  <a:lnTo>
                    <a:pt x="39" y="226"/>
                  </a:lnTo>
                  <a:lnTo>
                    <a:pt x="41" y="226"/>
                  </a:lnTo>
                  <a:close/>
                  <a:moveTo>
                    <a:pt x="41" y="224"/>
                  </a:moveTo>
                  <a:lnTo>
                    <a:pt x="42" y="224"/>
                  </a:lnTo>
                  <a:lnTo>
                    <a:pt x="41" y="224"/>
                  </a:lnTo>
                  <a:lnTo>
                    <a:pt x="41" y="224"/>
                  </a:lnTo>
                  <a:close/>
                  <a:moveTo>
                    <a:pt x="42" y="222"/>
                  </a:moveTo>
                  <a:lnTo>
                    <a:pt x="43" y="223"/>
                  </a:lnTo>
                  <a:lnTo>
                    <a:pt x="42" y="223"/>
                  </a:lnTo>
                  <a:lnTo>
                    <a:pt x="41" y="223"/>
                  </a:lnTo>
                  <a:lnTo>
                    <a:pt x="41" y="222"/>
                  </a:lnTo>
                  <a:lnTo>
                    <a:pt x="42" y="222"/>
                  </a:lnTo>
                  <a:close/>
                  <a:moveTo>
                    <a:pt x="92" y="203"/>
                  </a:moveTo>
                  <a:lnTo>
                    <a:pt x="96" y="203"/>
                  </a:lnTo>
                  <a:lnTo>
                    <a:pt x="97" y="204"/>
                  </a:lnTo>
                  <a:lnTo>
                    <a:pt x="99" y="204"/>
                  </a:lnTo>
                  <a:lnTo>
                    <a:pt x="101" y="206"/>
                  </a:lnTo>
                  <a:lnTo>
                    <a:pt x="103" y="207"/>
                  </a:lnTo>
                  <a:lnTo>
                    <a:pt x="103" y="208"/>
                  </a:lnTo>
                  <a:lnTo>
                    <a:pt x="103" y="210"/>
                  </a:lnTo>
                  <a:lnTo>
                    <a:pt x="100" y="212"/>
                  </a:lnTo>
                  <a:lnTo>
                    <a:pt x="99" y="216"/>
                  </a:lnTo>
                  <a:lnTo>
                    <a:pt x="97" y="218"/>
                  </a:lnTo>
                  <a:lnTo>
                    <a:pt x="96" y="216"/>
                  </a:lnTo>
                  <a:lnTo>
                    <a:pt x="93" y="214"/>
                  </a:lnTo>
                  <a:lnTo>
                    <a:pt x="91" y="214"/>
                  </a:lnTo>
                  <a:lnTo>
                    <a:pt x="89" y="215"/>
                  </a:lnTo>
                  <a:lnTo>
                    <a:pt x="87" y="216"/>
                  </a:lnTo>
                  <a:lnTo>
                    <a:pt x="85" y="220"/>
                  </a:lnTo>
                  <a:lnTo>
                    <a:pt x="85" y="222"/>
                  </a:lnTo>
                  <a:lnTo>
                    <a:pt x="87" y="224"/>
                  </a:lnTo>
                  <a:lnTo>
                    <a:pt x="87" y="226"/>
                  </a:lnTo>
                  <a:lnTo>
                    <a:pt x="87" y="226"/>
                  </a:lnTo>
                  <a:lnTo>
                    <a:pt x="84" y="226"/>
                  </a:lnTo>
                  <a:lnTo>
                    <a:pt x="84" y="227"/>
                  </a:lnTo>
                  <a:lnTo>
                    <a:pt x="83" y="226"/>
                  </a:lnTo>
                  <a:lnTo>
                    <a:pt x="83" y="224"/>
                  </a:lnTo>
                  <a:lnTo>
                    <a:pt x="80" y="224"/>
                  </a:lnTo>
                  <a:lnTo>
                    <a:pt x="79" y="222"/>
                  </a:lnTo>
                  <a:lnTo>
                    <a:pt x="79" y="220"/>
                  </a:lnTo>
                  <a:lnTo>
                    <a:pt x="79" y="219"/>
                  </a:lnTo>
                  <a:lnTo>
                    <a:pt x="79" y="218"/>
                  </a:lnTo>
                  <a:lnTo>
                    <a:pt x="75" y="216"/>
                  </a:lnTo>
                  <a:lnTo>
                    <a:pt x="76" y="214"/>
                  </a:lnTo>
                  <a:lnTo>
                    <a:pt x="78" y="211"/>
                  </a:lnTo>
                  <a:lnTo>
                    <a:pt x="78" y="210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3" y="210"/>
                  </a:lnTo>
                  <a:lnTo>
                    <a:pt x="84" y="210"/>
                  </a:lnTo>
                  <a:lnTo>
                    <a:pt x="87" y="208"/>
                  </a:lnTo>
                  <a:lnTo>
                    <a:pt x="88" y="208"/>
                  </a:lnTo>
                  <a:lnTo>
                    <a:pt x="89" y="206"/>
                  </a:lnTo>
                  <a:lnTo>
                    <a:pt x="89" y="204"/>
                  </a:lnTo>
                  <a:lnTo>
                    <a:pt x="92" y="203"/>
                  </a:lnTo>
                  <a:close/>
                  <a:moveTo>
                    <a:pt x="96" y="199"/>
                  </a:moveTo>
                  <a:lnTo>
                    <a:pt x="97" y="199"/>
                  </a:lnTo>
                  <a:lnTo>
                    <a:pt x="97" y="200"/>
                  </a:lnTo>
                  <a:lnTo>
                    <a:pt x="96" y="202"/>
                  </a:lnTo>
                  <a:lnTo>
                    <a:pt x="93" y="200"/>
                  </a:lnTo>
                  <a:lnTo>
                    <a:pt x="96" y="199"/>
                  </a:lnTo>
                  <a:close/>
                  <a:moveTo>
                    <a:pt x="103" y="198"/>
                  </a:moveTo>
                  <a:lnTo>
                    <a:pt x="104" y="199"/>
                  </a:lnTo>
                  <a:lnTo>
                    <a:pt x="104" y="200"/>
                  </a:lnTo>
                  <a:lnTo>
                    <a:pt x="104" y="202"/>
                  </a:lnTo>
                  <a:lnTo>
                    <a:pt x="104" y="203"/>
                  </a:lnTo>
                  <a:lnTo>
                    <a:pt x="103" y="203"/>
                  </a:lnTo>
                  <a:lnTo>
                    <a:pt x="101" y="200"/>
                  </a:lnTo>
                  <a:lnTo>
                    <a:pt x="101" y="199"/>
                  </a:lnTo>
                  <a:lnTo>
                    <a:pt x="103" y="198"/>
                  </a:lnTo>
                  <a:lnTo>
                    <a:pt x="103" y="198"/>
                  </a:lnTo>
                  <a:close/>
                  <a:moveTo>
                    <a:pt x="75" y="173"/>
                  </a:moveTo>
                  <a:lnTo>
                    <a:pt x="76" y="174"/>
                  </a:lnTo>
                  <a:lnTo>
                    <a:pt x="75" y="175"/>
                  </a:lnTo>
                  <a:lnTo>
                    <a:pt x="75" y="174"/>
                  </a:lnTo>
                  <a:lnTo>
                    <a:pt x="75" y="173"/>
                  </a:lnTo>
                  <a:close/>
                  <a:moveTo>
                    <a:pt x="79" y="170"/>
                  </a:moveTo>
                  <a:lnTo>
                    <a:pt x="79" y="173"/>
                  </a:lnTo>
                  <a:lnTo>
                    <a:pt x="78" y="173"/>
                  </a:lnTo>
                  <a:lnTo>
                    <a:pt x="78" y="173"/>
                  </a:lnTo>
                  <a:lnTo>
                    <a:pt x="76" y="173"/>
                  </a:lnTo>
                  <a:lnTo>
                    <a:pt x="78" y="172"/>
                  </a:lnTo>
                  <a:lnTo>
                    <a:pt x="79" y="170"/>
                  </a:lnTo>
                  <a:close/>
                  <a:moveTo>
                    <a:pt x="129" y="133"/>
                  </a:moveTo>
                  <a:lnTo>
                    <a:pt x="129" y="135"/>
                  </a:lnTo>
                  <a:lnTo>
                    <a:pt x="129" y="136"/>
                  </a:lnTo>
                  <a:lnTo>
                    <a:pt x="132" y="137"/>
                  </a:lnTo>
                  <a:lnTo>
                    <a:pt x="132" y="139"/>
                  </a:lnTo>
                  <a:lnTo>
                    <a:pt x="130" y="141"/>
                  </a:lnTo>
                  <a:lnTo>
                    <a:pt x="129" y="143"/>
                  </a:lnTo>
                  <a:lnTo>
                    <a:pt x="129" y="143"/>
                  </a:lnTo>
                  <a:lnTo>
                    <a:pt x="129" y="140"/>
                  </a:lnTo>
                  <a:lnTo>
                    <a:pt x="129" y="139"/>
                  </a:lnTo>
                  <a:lnTo>
                    <a:pt x="129" y="139"/>
                  </a:lnTo>
                  <a:lnTo>
                    <a:pt x="128" y="139"/>
                  </a:lnTo>
                  <a:lnTo>
                    <a:pt x="128" y="137"/>
                  </a:lnTo>
                  <a:lnTo>
                    <a:pt x="129" y="133"/>
                  </a:lnTo>
                  <a:lnTo>
                    <a:pt x="129" y="133"/>
                  </a:lnTo>
                  <a:close/>
                  <a:moveTo>
                    <a:pt x="141" y="74"/>
                  </a:moveTo>
                  <a:lnTo>
                    <a:pt x="142" y="74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6" y="75"/>
                  </a:lnTo>
                  <a:lnTo>
                    <a:pt x="147" y="75"/>
                  </a:lnTo>
                  <a:lnTo>
                    <a:pt x="147" y="77"/>
                  </a:lnTo>
                  <a:lnTo>
                    <a:pt x="147" y="79"/>
                  </a:lnTo>
                  <a:lnTo>
                    <a:pt x="149" y="83"/>
                  </a:lnTo>
                  <a:lnTo>
                    <a:pt x="150" y="86"/>
                  </a:lnTo>
                  <a:lnTo>
                    <a:pt x="155" y="91"/>
                  </a:lnTo>
                  <a:lnTo>
                    <a:pt x="157" y="94"/>
                  </a:lnTo>
                  <a:lnTo>
                    <a:pt x="158" y="98"/>
                  </a:lnTo>
                  <a:lnTo>
                    <a:pt x="158" y="99"/>
                  </a:lnTo>
                  <a:lnTo>
                    <a:pt x="159" y="99"/>
                  </a:lnTo>
                  <a:lnTo>
                    <a:pt x="162" y="103"/>
                  </a:lnTo>
                  <a:lnTo>
                    <a:pt x="163" y="107"/>
                  </a:lnTo>
                  <a:lnTo>
                    <a:pt x="163" y="110"/>
                  </a:lnTo>
                  <a:lnTo>
                    <a:pt x="163" y="111"/>
                  </a:lnTo>
                  <a:lnTo>
                    <a:pt x="163" y="114"/>
                  </a:lnTo>
                  <a:lnTo>
                    <a:pt x="164" y="115"/>
                  </a:lnTo>
                  <a:lnTo>
                    <a:pt x="163" y="116"/>
                  </a:lnTo>
                  <a:lnTo>
                    <a:pt x="163" y="118"/>
                  </a:lnTo>
                  <a:lnTo>
                    <a:pt x="163" y="119"/>
                  </a:lnTo>
                  <a:lnTo>
                    <a:pt x="163" y="120"/>
                  </a:lnTo>
                  <a:lnTo>
                    <a:pt x="163" y="122"/>
                  </a:lnTo>
                  <a:lnTo>
                    <a:pt x="163" y="124"/>
                  </a:lnTo>
                  <a:lnTo>
                    <a:pt x="164" y="124"/>
                  </a:lnTo>
                  <a:lnTo>
                    <a:pt x="164" y="127"/>
                  </a:lnTo>
                  <a:lnTo>
                    <a:pt x="164" y="129"/>
                  </a:lnTo>
                  <a:lnTo>
                    <a:pt x="164" y="131"/>
                  </a:lnTo>
                  <a:lnTo>
                    <a:pt x="163" y="128"/>
                  </a:lnTo>
                  <a:lnTo>
                    <a:pt x="162" y="128"/>
                  </a:lnTo>
                  <a:lnTo>
                    <a:pt x="158" y="131"/>
                  </a:lnTo>
                  <a:lnTo>
                    <a:pt x="158" y="135"/>
                  </a:lnTo>
                  <a:lnTo>
                    <a:pt x="158" y="137"/>
                  </a:lnTo>
                  <a:lnTo>
                    <a:pt x="160" y="141"/>
                  </a:lnTo>
                  <a:lnTo>
                    <a:pt x="162" y="149"/>
                  </a:lnTo>
                  <a:lnTo>
                    <a:pt x="162" y="154"/>
                  </a:lnTo>
                  <a:lnTo>
                    <a:pt x="162" y="161"/>
                  </a:lnTo>
                  <a:lnTo>
                    <a:pt x="162" y="166"/>
                  </a:lnTo>
                  <a:lnTo>
                    <a:pt x="163" y="169"/>
                  </a:lnTo>
                  <a:lnTo>
                    <a:pt x="166" y="173"/>
                  </a:lnTo>
                  <a:lnTo>
                    <a:pt x="167" y="174"/>
                  </a:lnTo>
                  <a:lnTo>
                    <a:pt x="167" y="175"/>
                  </a:lnTo>
                  <a:lnTo>
                    <a:pt x="164" y="178"/>
                  </a:lnTo>
                  <a:lnTo>
                    <a:pt x="166" y="179"/>
                  </a:lnTo>
                  <a:lnTo>
                    <a:pt x="164" y="183"/>
                  </a:lnTo>
                  <a:lnTo>
                    <a:pt x="162" y="186"/>
                  </a:lnTo>
                  <a:lnTo>
                    <a:pt x="160" y="186"/>
                  </a:lnTo>
                  <a:lnTo>
                    <a:pt x="159" y="187"/>
                  </a:lnTo>
                  <a:lnTo>
                    <a:pt x="158" y="189"/>
                  </a:lnTo>
                  <a:lnTo>
                    <a:pt x="157" y="189"/>
                  </a:lnTo>
                  <a:lnTo>
                    <a:pt x="157" y="182"/>
                  </a:lnTo>
                  <a:lnTo>
                    <a:pt x="157" y="178"/>
                  </a:lnTo>
                  <a:lnTo>
                    <a:pt x="158" y="177"/>
                  </a:lnTo>
                  <a:lnTo>
                    <a:pt x="158" y="175"/>
                  </a:lnTo>
                  <a:lnTo>
                    <a:pt x="155" y="175"/>
                  </a:lnTo>
                  <a:lnTo>
                    <a:pt x="154" y="175"/>
                  </a:lnTo>
                  <a:lnTo>
                    <a:pt x="153" y="178"/>
                  </a:lnTo>
                  <a:lnTo>
                    <a:pt x="154" y="179"/>
                  </a:lnTo>
                  <a:lnTo>
                    <a:pt x="154" y="181"/>
                  </a:lnTo>
                  <a:lnTo>
                    <a:pt x="153" y="181"/>
                  </a:lnTo>
                  <a:lnTo>
                    <a:pt x="149" y="183"/>
                  </a:lnTo>
                  <a:lnTo>
                    <a:pt x="149" y="186"/>
                  </a:lnTo>
                  <a:lnTo>
                    <a:pt x="150" y="190"/>
                  </a:lnTo>
                  <a:lnTo>
                    <a:pt x="147" y="193"/>
                  </a:lnTo>
                  <a:lnTo>
                    <a:pt x="146" y="193"/>
                  </a:lnTo>
                  <a:lnTo>
                    <a:pt x="145" y="191"/>
                  </a:lnTo>
                  <a:lnTo>
                    <a:pt x="146" y="189"/>
                  </a:lnTo>
                  <a:lnTo>
                    <a:pt x="146" y="186"/>
                  </a:lnTo>
                  <a:lnTo>
                    <a:pt x="143" y="186"/>
                  </a:lnTo>
                  <a:lnTo>
                    <a:pt x="141" y="187"/>
                  </a:lnTo>
                  <a:lnTo>
                    <a:pt x="141" y="190"/>
                  </a:lnTo>
                  <a:lnTo>
                    <a:pt x="141" y="193"/>
                  </a:lnTo>
                  <a:lnTo>
                    <a:pt x="142" y="194"/>
                  </a:lnTo>
                  <a:lnTo>
                    <a:pt x="138" y="194"/>
                  </a:lnTo>
                  <a:lnTo>
                    <a:pt x="133" y="193"/>
                  </a:lnTo>
                  <a:lnTo>
                    <a:pt x="130" y="195"/>
                  </a:lnTo>
                  <a:lnTo>
                    <a:pt x="128" y="195"/>
                  </a:lnTo>
                  <a:lnTo>
                    <a:pt x="128" y="195"/>
                  </a:lnTo>
                  <a:lnTo>
                    <a:pt x="128" y="194"/>
                  </a:lnTo>
                  <a:lnTo>
                    <a:pt x="130" y="194"/>
                  </a:lnTo>
                  <a:lnTo>
                    <a:pt x="130" y="193"/>
                  </a:lnTo>
                  <a:lnTo>
                    <a:pt x="129" y="193"/>
                  </a:lnTo>
                  <a:lnTo>
                    <a:pt x="128" y="193"/>
                  </a:lnTo>
                  <a:lnTo>
                    <a:pt x="126" y="193"/>
                  </a:lnTo>
                  <a:lnTo>
                    <a:pt x="125" y="191"/>
                  </a:lnTo>
                  <a:lnTo>
                    <a:pt x="125" y="193"/>
                  </a:lnTo>
                  <a:lnTo>
                    <a:pt x="124" y="193"/>
                  </a:lnTo>
                  <a:lnTo>
                    <a:pt x="122" y="193"/>
                  </a:lnTo>
                  <a:lnTo>
                    <a:pt x="122" y="190"/>
                  </a:lnTo>
                  <a:lnTo>
                    <a:pt x="124" y="189"/>
                  </a:lnTo>
                  <a:lnTo>
                    <a:pt x="122" y="189"/>
                  </a:lnTo>
                  <a:lnTo>
                    <a:pt x="121" y="190"/>
                  </a:lnTo>
                  <a:lnTo>
                    <a:pt x="120" y="194"/>
                  </a:lnTo>
                  <a:lnTo>
                    <a:pt x="121" y="195"/>
                  </a:lnTo>
                  <a:lnTo>
                    <a:pt x="125" y="197"/>
                  </a:lnTo>
                  <a:lnTo>
                    <a:pt x="125" y="199"/>
                  </a:lnTo>
                  <a:lnTo>
                    <a:pt x="126" y="199"/>
                  </a:lnTo>
                  <a:lnTo>
                    <a:pt x="125" y="200"/>
                  </a:lnTo>
                  <a:lnTo>
                    <a:pt x="124" y="200"/>
                  </a:lnTo>
                  <a:lnTo>
                    <a:pt x="121" y="202"/>
                  </a:lnTo>
                  <a:lnTo>
                    <a:pt x="120" y="204"/>
                  </a:lnTo>
                  <a:lnTo>
                    <a:pt x="120" y="206"/>
                  </a:lnTo>
                  <a:lnTo>
                    <a:pt x="120" y="207"/>
                  </a:lnTo>
                  <a:lnTo>
                    <a:pt x="118" y="207"/>
                  </a:lnTo>
                  <a:lnTo>
                    <a:pt x="118" y="210"/>
                  </a:lnTo>
                  <a:lnTo>
                    <a:pt x="116" y="214"/>
                  </a:lnTo>
                  <a:lnTo>
                    <a:pt x="114" y="214"/>
                  </a:lnTo>
                  <a:lnTo>
                    <a:pt x="112" y="214"/>
                  </a:lnTo>
                  <a:lnTo>
                    <a:pt x="109" y="211"/>
                  </a:lnTo>
                  <a:lnTo>
                    <a:pt x="106" y="210"/>
                  </a:lnTo>
                  <a:lnTo>
                    <a:pt x="106" y="207"/>
                  </a:lnTo>
                  <a:lnTo>
                    <a:pt x="106" y="206"/>
                  </a:lnTo>
                  <a:lnTo>
                    <a:pt x="106" y="204"/>
                  </a:lnTo>
                  <a:lnTo>
                    <a:pt x="106" y="202"/>
                  </a:lnTo>
                  <a:lnTo>
                    <a:pt x="105" y="202"/>
                  </a:lnTo>
                  <a:lnTo>
                    <a:pt x="105" y="199"/>
                  </a:lnTo>
                  <a:lnTo>
                    <a:pt x="106" y="197"/>
                  </a:lnTo>
                  <a:lnTo>
                    <a:pt x="106" y="195"/>
                  </a:lnTo>
                  <a:lnTo>
                    <a:pt x="106" y="194"/>
                  </a:lnTo>
                  <a:lnTo>
                    <a:pt x="104" y="194"/>
                  </a:lnTo>
                  <a:lnTo>
                    <a:pt x="101" y="194"/>
                  </a:lnTo>
                  <a:lnTo>
                    <a:pt x="97" y="195"/>
                  </a:lnTo>
                  <a:lnTo>
                    <a:pt x="95" y="197"/>
                  </a:lnTo>
                  <a:lnTo>
                    <a:pt x="95" y="198"/>
                  </a:lnTo>
                  <a:lnTo>
                    <a:pt x="92" y="199"/>
                  </a:lnTo>
                  <a:lnTo>
                    <a:pt x="92" y="200"/>
                  </a:lnTo>
                  <a:lnTo>
                    <a:pt x="91" y="200"/>
                  </a:lnTo>
                  <a:lnTo>
                    <a:pt x="89" y="200"/>
                  </a:lnTo>
                  <a:lnTo>
                    <a:pt x="87" y="200"/>
                  </a:lnTo>
                  <a:lnTo>
                    <a:pt x="84" y="202"/>
                  </a:lnTo>
                  <a:lnTo>
                    <a:pt x="80" y="203"/>
                  </a:lnTo>
                  <a:lnTo>
                    <a:pt x="78" y="203"/>
                  </a:lnTo>
                  <a:lnTo>
                    <a:pt x="76" y="203"/>
                  </a:lnTo>
                  <a:lnTo>
                    <a:pt x="75" y="202"/>
                  </a:lnTo>
                  <a:lnTo>
                    <a:pt x="74" y="202"/>
                  </a:lnTo>
                  <a:lnTo>
                    <a:pt x="72" y="203"/>
                  </a:lnTo>
                  <a:lnTo>
                    <a:pt x="74" y="206"/>
                  </a:lnTo>
                  <a:lnTo>
                    <a:pt x="74" y="207"/>
                  </a:lnTo>
                  <a:lnTo>
                    <a:pt x="74" y="210"/>
                  </a:lnTo>
                  <a:lnTo>
                    <a:pt x="72" y="210"/>
                  </a:lnTo>
                  <a:lnTo>
                    <a:pt x="71" y="210"/>
                  </a:lnTo>
                  <a:lnTo>
                    <a:pt x="67" y="208"/>
                  </a:lnTo>
                  <a:lnTo>
                    <a:pt x="64" y="208"/>
                  </a:lnTo>
                  <a:lnTo>
                    <a:pt x="60" y="211"/>
                  </a:lnTo>
                  <a:lnTo>
                    <a:pt x="60" y="211"/>
                  </a:lnTo>
                  <a:lnTo>
                    <a:pt x="63" y="215"/>
                  </a:lnTo>
                  <a:lnTo>
                    <a:pt x="64" y="215"/>
                  </a:lnTo>
                  <a:lnTo>
                    <a:pt x="66" y="214"/>
                  </a:lnTo>
                  <a:lnTo>
                    <a:pt x="66" y="214"/>
                  </a:lnTo>
                  <a:lnTo>
                    <a:pt x="68" y="214"/>
                  </a:lnTo>
                  <a:lnTo>
                    <a:pt x="70" y="214"/>
                  </a:lnTo>
                  <a:lnTo>
                    <a:pt x="70" y="218"/>
                  </a:lnTo>
                  <a:lnTo>
                    <a:pt x="70" y="219"/>
                  </a:lnTo>
                  <a:lnTo>
                    <a:pt x="67" y="220"/>
                  </a:lnTo>
                  <a:lnTo>
                    <a:pt x="68" y="220"/>
                  </a:lnTo>
                  <a:lnTo>
                    <a:pt x="72" y="220"/>
                  </a:lnTo>
                  <a:lnTo>
                    <a:pt x="72" y="222"/>
                  </a:lnTo>
                  <a:lnTo>
                    <a:pt x="74" y="223"/>
                  </a:lnTo>
                  <a:lnTo>
                    <a:pt x="74" y="224"/>
                  </a:lnTo>
                  <a:lnTo>
                    <a:pt x="74" y="226"/>
                  </a:lnTo>
                  <a:lnTo>
                    <a:pt x="75" y="227"/>
                  </a:lnTo>
                  <a:lnTo>
                    <a:pt x="72" y="229"/>
                  </a:lnTo>
                  <a:lnTo>
                    <a:pt x="71" y="231"/>
                  </a:lnTo>
                  <a:lnTo>
                    <a:pt x="71" y="235"/>
                  </a:lnTo>
                  <a:lnTo>
                    <a:pt x="71" y="241"/>
                  </a:lnTo>
                  <a:lnTo>
                    <a:pt x="72" y="243"/>
                  </a:lnTo>
                  <a:lnTo>
                    <a:pt x="72" y="247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68" y="248"/>
                  </a:lnTo>
                  <a:lnTo>
                    <a:pt x="67" y="249"/>
                  </a:lnTo>
                  <a:lnTo>
                    <a:pt x="68" y="251"/>
                  </a:lnTo>
                  <a:lnTo>
                    <a:pt x="70" y="252"/>
                  </a:lnTo>
                  <a:lnTo>
                    <a:pt x="67" y="256"/>
                  </a:lnTo>
                  <a:lnTo>
                    <a:pt x="66" y="257"/>
                  </a:lnTo>
                  <a:lnTo>
                    <a:pt x="66" y="254"/>
                  </a:lnTo>
                  <a:lnTo>
                    <a:pt x="66" y="253"/>
                  </a:lnTo>
                  <a:lnTo>
                    <a:pt x="64" y="251"/>
                  </a:lnTo>
                  <a:lnTo>
                    <a:pt x="63" y="248"/>
                  </a:lnTo>
                  <a:lnTo>
                    <a:pt x="63" y="247"/>
                  </a:lnTo>
                  <a:lnTo>
                    <a:pt x="64" y="245"/>
                  </a:lnTo>
                  <a:lnTo>
                    <a:pt x="63" y="245"/>
                  </a:lnTo>
                  <a:lnTo>
                    <a:pt x="62" y="247"/>
                  </a:lnTo>
                  <a:lnTo>
                    <a:pt x="62" y="251"/>
                  </a:lnTo>
                  <a:lnTo>
                    <a:pt x="63" y="253"/>
                  </a:lnTo>
                  <a:lnTo>
                    <a:pt x="63" y="254"/>
                  </a:lnTo>
                  <a:lnTo>
                    <a:pt x="63" y="254"/>
                  </a:lnTo>
                  <a:lnTo>
                    <a:pt x="60" y="254"/>
                  </a:lnTo>
                  <a:lnTo>
                    <a:pt x="59" y="254"/>
                  </a:lnTo>
                  <a:lnTo>
                    <a:pt x="58" y="252"/>
                  </a:lnTo>
                  <a:lnTo>
                    <a:pt x="59" y="251"/>
                  </a:lnTo>
                  <a:lnTo>
                    <a:pt x="59" y="249"/>
                  </a:lnTo>
                  <a:lnTo>
                    <a:pt x="56" y="247"/>
                  </a:lnTo>
                  <a:lnTo>
                    <a:pt x="56" y="243"/>
                  </a:lnTo>
                  <a:lnTo>
                    <a:pt x="54" y="240"/>
                  </a:lnTo>
                  <a:lnTo>
                    <a:pt x="54" y="239"/>
                  </a:lnTo>
                  <a:lnTo>
                    <a:pt x="55" y="237"/>
                  </a:lnTo>
                  <a:lnTo>
                    <a:pt x="58" y="235"/>
                  </a:lnTo>
                  <a:lnTo>
                    <a:pt x="58" y="229"/>
                  </a:lnTo>
                  <a:lnTo>
                    <a:pt x="56" y="229"/>
                  </a:lnTo>
                  <a:lnTo>
                    <a:pt x="56" y="227"/>
                  </a:lnTo>
                  <a:lnTo>
                    <a:pt x="54" y="223"/>
                  </a:lnTo>
                  <a:lnTo>
                    <a:pt x="52" y="222"/>
                  </a:lnTo>
                  <a:lnTo>
                    <a:pt x="51" y="223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7"/>
                  </a:lnTo>
                  <a:lnTo>
                    <a:pt x="52" y="227"/>
                  </a:lnTo>
                  <a:lnTo>
                    <a:pt x="54" y="228"/>
                  </a:lnTo>
                  <a:lnTo>
                    <a:pt x="54" y="229"/>
                  </a:lnTo>
                  <a:lnTo>
                    <a:pt x="52" y="231"/>
                  </a:lnTo>
                  <a:lnTo>
                    <a:pt x="51" y="229"/>
                  </a:lnTo>
                  <a:lnTo>
                    <a:pt x="52" y="229"/>
                  </a:lnTo>
                  <a:lnTo>
                    <a:pt x="51" y="228"/>
                  </a:lnTo>
                  <a:lnTo>
                    <a:pt x="50" y="229"/>
                  </a:lnTo>
                  <a:lnTo>
                    <a:pt x="49" y="231"/>
                  </a:lnTo>
                  <a:lnTo>
                    <a:pt x="47" y="231"/>
                  </a:lnTo>
                  <a:lnTo>
                    <a:pt x="49" y="229"/>
                  </a:lnTo>
                  <a:lnTo>
                    <a:pt x="49" y="228"/>
                  </a:lnTo>
                  <a:lnTo>
                    <a:pt x="47" y="228"/>
                  </a:lnTo>
                  <a:lnTo>
                    <a:pt x="46" y="226"/>
                  </a:lnTo>
                  <a:lnTo>
                    <a:pt x="47" y="224"/>
                  </a:lnTo>
                  <a:lnTo>
                    <a:pt x="47" y="226"/>
                  </a:lnTo>
                  <a:lnTo>
                    <a:pt x="49" y="227"/>
                  </a:lnTo>
                  <a:lnTo>
                    <a:pt x="49" y="227"/>
                  </a:lnTo>
                  <a:lnTo>
                    <a:pt x="47" y="223"/>
                  </a:lnTo>
                  <a:lnTo>
                    <a:pt x="47" y="222"/>
                  </a:lnTo>
                  <a:lnTo>
                    <a:pt x="46" y="222"/>
                  </a:lnTo>
                  <a:lnTo>
                    <a:pt x="45" y="222"/>
                  </a:lnTo>
                  <a:lnTo>
                    <a:pt x="47" y="220"/>
                  </a:lnTo>
                  <a:lnTo>
                    <a:pt x="49" y="220"/>
                  </a:lnTo>
                  <a:lnTo>
                    <a:pt x="50" y="218"/>
                  </a:lnTo>
                  <a:lnTo>
                    <a:pt x="52" y="216"/>
                  </a:lnTo>
                  <a:lnTo>
                    <a:pt x="54" y="215"/>
                  </a:lnTo>
                  <a:lnTo>
                    <a:pt x="54" y="214"/>
                  </a:lnTo>
                  <a:lnTo>
                    <a:pt x="56" y="211"/>
                  </a:lnTo>
                  <a:lnTo>
                    <a:pt x="59" y="211"/>
                  </a:lnTo>
                  <a:lnTo>
                    <a:pt x="59" y="210"/>
                  </a:lnTo>
                  <a:lnTo>
                    <a:pt x="59" y="208"/>
                  </a:lnTo>
                  <a:lnTo>
                    <a:pt x="58" y="208"/>
                  </a:lnTo>
                  <a:lnTo>
                    <a:pt x="56" y="204"/>
                  </a:lnTo>
                  <a:lnTo>
                    <a:pt x="58" y="203"/>
                  </a:lnTo>
                  <a:lnTo>
                    <a:pt x="62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6" y="197"/>
                  </a:lnTo>
                  <a:lnTo>
                    <a:pt x="67" y="195"/>
                  </a:lnTo>
                  <a:lnTo>
                    <a:pt x="71" y="191"/>
                  </a:lnTo>
                  <a:lnTo>
                    <a:pt x="71" y="190"/>
                  </a:lnTo>
                  <a:lnTo>
                    <a:pt x="72" y="189"/>
                  </a:lnTo>
                  <a:lnTo>
                    <a:pt x="74" y="186"/>
                  </a:lnTo>
                  <a:lnTo>
                    <a:pt x="78" y="183"/>
                  </a:lnTo>
                  <a:lnTo>
                    <a:pt x="80" y="183"/>
                  </a:lnTo>
                  <a:lnTo>
                    <a:pt x="81" y="183"/>
                  </a:lnTo>
                  <a:lnTo>
                    <a:pt x="84" y="182"/>
                  </a:lnTo>
                  <a:lnTo>
                    <a:pt x="87" y="182"/>
                  </a:lnTo>
                  <a:lnTo>
                    <a:pt x="89" y="181"/>
                  </a:lnTo>
                  <a:lnTo>
                    <a:pt x="92" y="181"/>
                  </a:lnTo>
                  <a:lnTo>
                    <a:pt x="97" y="178"/>
                  </a:lnTo>
                  <a:lnTo>
                    <a:pt x="99" y="179"/>
                  </a:lnTo>
                  <a:lnTo>
                    <a:pt x="100" y="179"/>
                  </a:lnTo>
                  <a:lnTo>
                    <a:pt x="101" y="178"/>
                  </a:lnTo>
                  <a:lnTo>
                    <a:pt x="103" y="178"/>
                  </a:lnTo>
                  <a:lnTo>
                    <a:pt x="103" y="181"/>
                  </a:lnTo>
                  <a:lnTo>
                    <a:pt x="104" y="181"/>
                  </a:lnTo>
                  <a:lnTo>
                    <a:pt x="105" y="179"/>
                  </a:lnTo>
                  <a:lnTo>
                    <a:pt x="106" y="181"/>
                  </a:lnTo>
                  <a:lnTo>
                    <a:pt x="108" y="179"/>
                  </a:lnTo>
                  <a:lnTo>
                    <a:pt x="108" y="179"/>
                  </a:lnTo>
                  <a:lnTo>
                    <a:pt x="109" y="179"/>
                  </a:lnTo>
                  <a:lnTo>
                    <a:pt x="109" y="177"/>
                  </a:lnTo>
                  <a:lnTo>
                    <a:pt x="109" y="177"/>
                  </a:lnTo>
                  <a:lnTo>
                    <a:pt x="109" y="175"/>
                  </a:lnTo>
                  <a:lnTo>
                    <a:pt x="109" y="174"/>
                  </a:lnTo>
                  <a:lnTo>
                    <a:pt x="108" y="173"/>
                  </a:lnTo>
                  <a:lnTo>
                    <a:pt x="109" y="169"/>
                  </a:lnTo>
                  <a:lnTo>
                    <a:pt x="109" y="168"/>
                  </a:lnTo>
                  <a:lnTo>
                    <a:pt x="109" y="166"/>
                  </a:lnTo>
                  <a:lnTo>
                    <a:pt x="112" y="164"/>
                  </a:lnTo>
                  <a:lnTo>
                    <a:pt x="113" y="161"/>
                  </a:lnTo>
                  <a:lnTo>
                    <a:pt x="112" y="156"/>
                  </a:lnTo>
                  <a:lnTo>
                    <a:pt x="110" y="153"/>
                  </a:lnTo>
                  <a:lnTo>
                    <a:pt x="112" y="150"/>
                  </a:lnTo>
                  <a:lnTo>
                    <a:pt x="113" y="149"/>
                  </a:lnTo>
                  <a:lnTo>
                    <a:pt x="116" y="148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9"/>
                  </a:lnTo>
                  <a:lnTo>
                    <a:pt x="117" y="150"/>
                  </a:lnTo>
                  <a:lnTo>
                    <a:pt x="116" y="152"/>
                  </a:lnTo>
                  <a:lnTo>
                    <a:pt x="114" y="153"/>
                  </a:lnTo>
                  <a:lnTo>
                    <a:pt x="114" y="154"/>
                  </a:lnTo>
                  <a:lnTo>
                    <a:pt x="117" y="157"/>
                  </a:lnTo>
                  <a:lnTo>
                    <a:pt x="121" y="160"/>
                  </a:lnTo>
                  <a:lnTo>
                    <a:pt x="121" y="157"/>
                  </a:lnTo>
                  <a:lnTo>
                    <a:pt x="124" y="156"/>
                  </a:lnTo>
                  <a:lnTo>
                    <a:pt x="129" y="153"/>
                  </a:lnTo>
                  <a:lnTo>
                    <a:pt x="133" y="150"/>
                  </a:lnTo>
                  <a:lnTo>
                    <a:pt x="133" y="148"/>
                  </a:lnTo>
                  <a:lnTo>
                    <a:pt x="134" y="145"/>
                  </a:lnTo>
                  <a:lnTo>
                    <a:pt x="134" y="141"/>
                  </a:lnTo>
                  <a:lnTo>
                    <a:pt x="135" y="139"/>
                  </a:lnTo>
                  <a:lnTo>
                    <a:pt x="138" y="136"/>
                  </a:lnTo>
                  <a:lnTo>
                    <a:pt x="139" y="133"/>
                  </a:lnTo>
                  <a:lnTo>
                    <a:pt x="138" y="129"/>
                  </a:lnTo>
                  <a:lnTo>
                    <a:pt x="141" y="122"/>
                  </a:lnTo>
                  <a:lnTo>
                    <a:pt x="141" y="116"/>
                  </a:lnTo>
                  <a:lnTo>
                    <a:pt x="141" y="112"/>
                  </a:lnTo>
                  <a:lnTo>
                    <a:pt x="139" y="107"/>
                  </a:lnTo>
                  <a:lnTo>
                    <a:pt x="138" y="102"/>
                  </a:lnTo>
                  <a:lnTo>
                    <a:pt x="135" y="103"/>
                  </a:lnTo>
                  <a:lnTo>
                    <a:pt x="134" y="104"/>
                  </a:lnTo>
                  <a:lnTo>
                    <a:pt x="133" y="102"/>
                  </a:lnTo>
                  <a:lnTo>
                    <a:pt x="133" y="100"/>
                  </a:lnTo>
                  <a:lnTo>
                    <a:pt x="134" y="100"/>
                  </a:lnTo>
                  <a:lnTo>
                    <a:pt x="137" y="100"/>
                  </a:lnTo>
                  <a:lnTo>
                    <a:pt x="137" y="97"/>
                  </a:lnTo>
                  <a:lnTo>
                    <a:pt x="137" y="95"/>
                  </a:lnTo>
                  <a:lnTo>
                    <a:pt x="133" y="93"/>
                  </a:lnTo>
                  <a:lnTo>
                    <a:pt x="133" y="90"/>
                  </a:lnTo>
                  <a:lnTo>
                    <a:pt x="135" y="89"/>
                  </a:lnTo>
                  <a:lnTo>
                    <a:pt x="137" y="87"/>
                  </a:lnTo>
                  <a:lnTo>
                    <a:pt x="137" y="86"/>
                  </a:lnTo>
                  <a:lnTo>
                    <a:pt x="135" y="82"/>
                  </a:lnTo>
                  <a:lnTo>
                    <a:pt x="135" y="81"/>
                  </a:lnTo>
                  <a:lnTo>
                    <a:pt x="137" y="81"/>
                  </a:lnTo>
                  <a:lnTo>
                    <a:pt x="138" y="81"/>
                  </a:lnTo>
                  <a:lnTo>
                    <a:pt x="139" y="82"/>
                  </a:lnTo>
                  <a:lnTo>
                    <a:pt x="139" y="85"/>
                  </a:lnTo>
                  <a:lnTo>
                    <a:pt x="139" y="86"/>
                  </a:lnTo>
                  <a:lnTo>
                    <a:pt x="142" y="87"/>
                  </a:lnTo>
                  <a:lnTo>
                    <a:pt x="143" y="86"/>
                  </a:lnTo>
                  <a:lnTo>
                    <a:pt x="142" y="83"/>
                  </a:lnTo>
                  <a:lnTo>
                    <a:pt x="142" y="83"/>
                  </a:lnTo>
                  <a:lnTo>
                    <a:pt x="145" y="83"/>
                  </a:lnTo>
                  <a:lnTo>
                    <a:pt x="146" y="83"/>
                  </a:lnTo>
                  <a:lnTo>
                    <a:pt x="146" y="81"/>
                  </a:lnTo>
                  <a:lnTo>
                    <a:pt x="145" y="78"/>
                  </a:lnTo>
                  <a:lnTo>
                    <a:pt x="142" y="81"/>
                  </a:lnTo>
                  <a:lnTo>
                    <a:pt x="142" y="81"/>
                  </a:lnTo>
                  <a:lnTo>
                    <a:pt x="141" y="79"/>
                  </a:lnTo>
                  <a:lnTo>
                    <a:pt x="141" y="78"/>
                  </a:lnTo>
                  <a:lnTo>
                    <a:pt x="142" y="75"/>
                  </a:lnTo>
                  <a:lnTo>
                    <a:pt x="141" y="74"/>
                  </a:lnTo>
                  <a:close/>
                  <a:moveTo>
                    <a:pt x="120" y="60"/>
                  </a:moveTo>
                  <a:lnTo>
                    <a:pt x="120" y="62"/>
                  </a:lnTo>
                  <a:lnTo>
                    <a:pt x="120" y="64"/>
                  </a:lnTo>
                  <a:lnTo>
                    <a:pt x="118" y="65"/>
                  </a:lnTo>
                  <a:lnTo>
                    <a:pt x="117" y="64"/>
                  </a:lnTo>
                  <a:lnTo>
                    <a:pt x="117" y="62"/>
                  </a:lnTo>
                  <a:lnTo>
                    <a:pt x="118" y="61"/>
                  </a:lnTo>
                  <a:lnTo>
                    <a:pt x="120" y="60"/>
                  </a:lnTo>
                  <a:close/>
                  <a:moveTo>
                    <a:pt x="129" y="0"/>
                  </a:moveTo>
                  <a:lnTo>
                    <a:pt x="132" y="0"/>
                  </a:lnTo>
                  <a:lnTo>
                    <a:pt x="133" y="3"/>
                  </a:lnTo>
                  <a:lnTo>
                    <a:pt x="137" y="6"/>
                  </a:lnTo>
                  <a:lnTo>
                    <a:pt x="139" y="6"/>
                  </a:lnTo>
                  <a:lnTo>
                    <a:pt x="142" y="10"/>
                  </a:lnTo>
                  <a:lnTo>
                    <a:pt x="147" y="15"/>
                  </a:lnTo>
                  <a:lnTo>
                    <a:pt x="150" y="16"/>
                  </a:lnTo>
                  <a:lnTo>
                    <a:pt x="151" y="19"/>
                  </a:lnTo>
                  <a:lnTo>
                    <a:pt x="153" y="19"/>
                  </a:lnTo>
                  <a:lnTo>
                    <a:pt x="155" y="22"/>
                  </a:lnTo>
                  <a:lnTo>
                    <a:pt x="159" y="23"/>
                  </a:lnTo>
                  <a:lnTo>
                    <a:pt x="162" y="23"/>
                  </a:lnTo>
                  <a:lnTo>
                    <a:pt x="164" y="25"/>
                  </a:lnTo>
                  <a:lnTo>
                    <a:pt x="166" y="25"/>
                  </a:lnTo>
                  <a:lnTo>
                    <a:pt x="167" y="25"/>
                  </a:lnTo>
                  <a:lnTo>
                    <a:pt x="170" y="25"/>
                  </a:lnTo>
                  <a:lnTo>
                    <a:pt x="174" y="23"/>
                  </a:lnTo>
                  <a:lnTo>
                    <a:pt x="175" y="20"/>
                  </a:lnTo>
                  <a:lnTo>
                    <a:pt x="176" y="18"/>
                  </a:lnTo>
                  <a:lnTo>
                    <a:pt x="176" y="18"/>
                  </a:lnTo>
                  <a:lnTo>
                    <a:pt x="176" y="19"/>
                  </a:lnTo>
                  <a:lnTo>
                    <a:pt x="176" y="20"/>
                  </a:lnTo>
                  <a:lnTo>
                    <a:pt x="176" y="24"/>
                  </a:lnTo>
                  <a:lnTo>
                    <a:pt x="176" y="27"/>
                  </a:lnTo>
                  <a:lnTo>
                    <a:pt x="176" y="28"/>
                  </a:lnTo>
                  <a:lnTo>
                    <a:pt x="179" y="31"/>
                  </a:lnTo>
                  <a:lnTo>
                    <a:pt x="182" y="32"/>
                  </a:lnTo>
                  <a:lnTo>
                    <a:pt x="182" y="35"/>
                  </a:lnTo>
                  <a:lnTo>
                    <a:pt x="182" y="36"/>
                  </a:lnTo>
                  <a:lnTo>
                    <a:pt x="183" y="36"/>
                  </a:lnTo>
                  <a:lnTo>
                    <a:pt x="184" y="33"/>
                  </a:lnTo>
                  <a:lnTo>
                    <a:pt x="185" y="32"/>
                  </a:lnTo>
                  <a:lnTo>
                    <a:pt x="187" y="32"/>
                  </a:lnTo>
                  <a:lnTo>
                    <a:pt x="187" y="33"/>
                  </a:lnTo>
                  <a:lnTo>
                    <a:pt x="185" y="35"/>
                  </a:lnTo>
                  <a:lnTo>
                    <a:pt x="185" y="36"/>
                  </a:lnTo>
                  <a:lnTo>
                    <a:pt x="184" y="37"/>
                  </a:lnTo>
                  <a:lnTo>
                    <a:pt x="182" y="39"/>
                  </a:lnTo>
                  <a:lnTo>
                    <a:pt x="182" y="40"/>
                  </a:lnTo>
                  <a:lnTo>
                    <a:pt x="180" y="41"/>
                  </a:lnTo>
                  <a:lnTo>
                    <a:pt x="179" y="41"/>
                  </a:lnTo>
                  <a:lnTo>
                    <a:pt x="178" y="41"/>
                  </a:lnTo>
                  <a:lnTo>
                    <a:pt x="176" y="43"/>
                  </a:lnTo>
                  <a:lnTo>
                    <a:pt x="176" y="44"/>
                  </a:lnTo>
                  <a:lnTo>
                    <a:pt x="174" y="44"/>
                  </a:lnTo>
                  <a:lnTo>
                    <a:pt x="171" y="43"/>
                  </a:lnTo>
                  <a:lnTo>
                    <a:pt x="170" y="44"/>
                  </a:lnTo>
                  <a:lnTo>
                    <a:pt x="166" y="48"/>
                  </a:lnTo>
                  <a:lnTo>
                    <a:pt x="164" y="53"/>
                  </a:lnTo>
                  <a:lnTo>
                    <a:pt x="164" y="57"/>
                  </a:lnTo>
                  <a:lnTo>
                    <a:pt x="164" y="60"/>
                  </a:lnTo>
                  <a:lnTo>
                    <a:pt x="164" y="61"/>
                  </a:lnTo>
                  <a:lnTo>
                    <a:pt x="164" y="64"/>
                  </a:lnTo>
                  <a:lnTo>
                    <a:pt x="163" y="62"/>
                  </a:lnTo>
                  <a:lnTo>
                    <a:pt x="162" y="61"/>
                  </a:lnTo>
                  <a:lnTo>
                    <a:pt x="158" y="60"/>
                  </a:lnTo>
                  <a:lnTo>
                    <a:pt x="154" y="58"/>
                  </a:lnTo>
                  <a:lnTo>
                    <a:pt x="151" y="54"/>
                  </a:lnTo>
                  <a:lnTo>
                    <a:pt x="149" y="53"/>
                  </a:lnTo>
                  <a:lnTo>
                    <a:pt x="147" y="53"/>
                  </a:lnTo>
                  <a:lnTo>
                    <a:pt x="145" y="53"/>
                  </a:lnTo>
                  <a:lnTo>
                    <a:pt x="145" y="52"/>
                  </a:lnTo>
                  <a:lnTo>
                    <a:pt x="142" y="52"/>
                  </a:lnTo>
                  <a:lnTo>
                    <a:pt x="139" y="53"/>
                  </a:lnTo>
                  <a:lnTo>
                    <a:pt x="137" y="57"/>
                  </a:lnTo>
                  <a:lnTo>
                    <a:pt x="135" y="57"/>
                  </a:lnTo>
                  <a:lnTo>
                    <a:pt x="133" y="54"/>
                  </a:lnTo>
                  <a:lnTo>
                    <a:pt x="130" y="54"/>
                  </a:lnTo>
                  <a:lnTo>
                    <a:pt x="129" y="56"/>
                  </a:lnTo>
                  <a:lnTo>
                    <a:pt x="129" y="58"/>
                  </a:lnTo>
                  <a:lnTo>
                    <a:pt x="130" y="61"/>
                  </a:lnTo>
                  <a:lnTo>
                    <a:pt x="133" y="62"/>
                  </a:lnTo>
                  <a:lnTo>
                    <a:pt x="135" y="61"/>
                  </a:lnTo>
                  <a:lnTo>
                    <a:pt x="138" y="65"/>
                  </a:lnTo>
                  <a:lnTo>
                    <a:pt x="141" y="65"/>
                  </a:lnTo>
                  <a:lnTo>
                    <a:pt x="143" y="65"/>
                  </a:lnTo>
                  <a:lnTo>
                    <a:pt x="145" y="66"/>
                  </a:lnTo>
                  <a:lnTo>
                    <a:pt x="142" y="69"/>
                  </a:lnTo>
                  <a:lnTo>
                    <a:pt x="142" y="70"/>
                  </a:lnTo>
                  <a:lnTo>
                    <a:pt x="141" y="69"/>
                  </a:lnTo>
                  <a:lnTo>
                    <a:pt x="137" y="69"/>
                  </a:lnTo>
                  <a:lnTo>
                    <a:pt x="135" y="70"/>
                  </a:lnTo>
                  <a:lnTo>
                    <a:pt x="135" y="72"/>
                  </a:lnTo>
                  <a:lnTo>
                    <a:pt x="135" y="74"/>
                  </a:lnTo>
                  <a:lnTo>
                    <a:pt x="133" y="77"/>
                  </a:lnTo>
                  <a:lnTo>
                    <a:pt x="130" y="75"/>
                  </a:lnTo>
                  <a:lnTo>
                    <a:pt x="129" y="74"/>
                  </a:lnTo>
                  <a:lnTo>
                    <a:pt x="130" y="73"/>
                  </a:lnTo>
                  <a:lnTo>
                    <a:pt x="129" y="69"/>
                  </a:lnTo>
                  <a:lnTo>
                    <a:pt x="128" y="65"/>
                  </a:lnTo>
                  <a:lnTo>
                    <a:pt x="126" y="64"/>
                  </a:lnTo>
                  <a:lnTo>
                    <a:pt x="124" y="62"/>
                  </a:lnTo>
                  <a:lnTo>
                    <a:pt x="122" y="62"/>
                  </a:lnTo>
                  <a:lnTo>
                    <a:pt x="122" y="60"/>
                  </a:lnTo>
                  <a:lnTo>
                    <a:pt x="122" y="57"/>
                  </a:lnTo>
                  <a:lnTo>
                    <a:pt x="122" y="54"/>
                  </a:lnTo>
                  <a:lnTo>
                    <a:pt x="124" y="53"/>
                  </a:lnTo>
                  <a:lnTo>
                    <a:pt x="125" y="52"/>
                  </a:lnTo>
                  <a:lnTo>
                    <a:pt x="125" y="50"/>
                  </a:lnTo>
                  <a:lnTo>
                    <a:pt x="126" y="50"/>
                  </a:lnTo>
                  <a:lnTo>
                    <a:pt x="128" y="48"/>
                  </a:lnTo>
                  <a:lnTo>
                    <a:pt x="129" y="47"/>
                  </a:lnTo>
                  <a:lnTo>
                    <a:pt x="128" y="47"/>
                  </a:lnTo>
                  <a:lnTo>
                    <a:pt x="126" y="44"/>
                  </a:lnTo>
                  <a:lnTo>
                    <a:pt x="125" y="44"/>
                  </a:lnTo>
                  <a:lnTo>
                    <a:pt x="124" y="44"/>
                  </a:lnTo>
                  <a:lnTo>
                    <a:pt x="125" y="41"/>
                  </a:lnTo>
                  <a:lnTo>
                    <a:pt x="126" y="41"/>
                  </a:lnTo>
                  <a:lnTo>
                    <a:pt x="130" y="43"/>
                  </a:lnTo>
                  <a:lnTo>
                    <a:pt x="134" y="44"/>
                  </a:lnTo>
                  <a:lnTo>
                    <a:pt x="135" y="43"/>
                  </a:lnTo>
                  <a:lnTo>
                    <a:pt x="135" y="41"/>
                  </a:lnTo>
                  <a:lnTo>
                    <a:pt x="137" y="40"/>
                  </a:lnTo>
                  <a:lnTo>
                    <a:pt x="135" y="39"/>
                  </a:lnTo>
                  <a:lnTo>
                    <a:pt x="134" y="37"/>
                  </a:lnTo>
                  <a:lnTo>
                    <a:pt x="134" y="37"/>
                  </a:lnTo>
                  <a:lnTo>
                    <a:pt x="133" y="35"/>
                  </a:lnTo>
                  <a:lnTo>
                    <a:pt x="133" y="32"/>
                  </a:lnTo>
                  <a:lnTo>
                    <a:pt x="134" y="31"/>
                  </a:lnTo>
                  <a:lnTo>
                    <a:pt x="135" y="31"/>
                  </a:lnTo>
                  <a:lnTo>
                    <a:pt x="135" y="29"/>
                  </a:lnTo>
                  <a:lnTo>
                    <a:pt x="134" y="27"/>
                  </a:lnTo>
                  <a:lnTo>
                    <a:pt x="133" y="23"/>
                  </a:lnTo>
                  <a:lnTo>
                    <a:pt x="134" y="22"/>
                  </a:lnTo>
                  <a:lnTo>
                    <a:pt x="133" y="18"/>
                  </a:lnTo>
                  <a:lnTo>
                    <a:pt x="133" y="15"/>
                  </a:lnTo>
                  <a:lnTo>
                    <a:pt x="129" y="8"/>
                  </a:lnTo>
                  <a:lnTo>
                    <a:pt x="128" y="6"/>
                  </a:lnTo>
                  <a:lnTo>
                    <a:pt x="126" y="4"/>
                  </a:lnTo>
                  <a:lnTo>
                    <a:pt x="128" y="3"/>
                  </a:lnTo>
                  <a:lnTo>
                    <a:pt x="129" y="3"/>
                  </a:lnTo>
                  <a:lnTo>
                    <a:pt x="130" y="2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" name="Freeform 345"/>
            <p:cNvSpPr>
              <a:spLocks noEditPoints="1"/>
            </p:cNvSpPr>
            <p:nvPr/>
          </p:nvSpPr>
          <p:spPr bwMode="auto">
            <a:xfrm>
              <a:off x="9424692" y="3005396"/>
              <a:ext cx="137038" cy="218246"/>
            </a:xfrm>
            <a:custGeom>
              <a:avLst/>
              <a:gdLst>
                <a:gd name="T0" fmla="*/ 28 w 54"/>
                <a:gd name="T1" fmla="*/ 81 h 86"/>
                <a:gd name="T2" fmla="*/ 27 w 54"/>
                <a:gd name="T3" fmla="*/ 85 h 86"/>
                <a:gd name="T4" fmla="*/ 20 w 54"/>
                <a:gd name="T5" fmla="*/ 86 h 86"/>
                <a:gd name="T6" fmla="*/ 20 w 54"/>
                <a:gd name="T7" fmla="*/ 82 h 86"/>
                <a:gd name="T8" fmla="*/ 52 w 54"/>
                <a:gd name="T9" fmla="*/ 70 h 86"/>
                <a:gd name="T10" fmla="*/ 53 w 54"/>
                <a:gd name="T11" fmla="*/ 71 h 86"/>
                <a:gd name="T12" fmla="*/ 52 w 54"/>
                <a:gd name="T13" fmla="*/ 73 h 86"/>
                <a:gd name="T14" fmla="*/ 52 w 54"/>
                <a:gd name="T15" fmla="*/ 70 h 86"/>
                <a:gd name="T16" fmla="*/ 19 w 54"/>
                <a:gd name="T17" fmla="*/ 67 h 86"/>
                <a:gd name="T18" fmla="*/ 17 w 54"/>
                <a:gd name="T19" fmla="*/ 69 h 86"/>
                <a:gd name="T20" fmla="*/ 16 w 54"/>
                <a:gd name="T21" fmla="*/ 69 h 86"/>
                <a:gd name="T22" fmla="*/ 17 w 54"/>
                <a:gd name="T23" fmla="*/ 67 h 86"/>
                <a:gd name="T24" fmla="*/ 54 w 54"/>
                <a:gd name="T25" fmla="*/ 63 h 86"/>
                <a:gd name="T26" fmla="*/ 54 w 54"/>
                <a:gd name="T27" fmla="*/ 66 h 86"/>
                <a:gd name="T28" fmla="*/ 53 w 54"/>
                <a:gd name="T29" fmla="*/ 69 h 86"/>
                <a:gd name="T30" fmla="*/ 52 w 54"/>
                <a:gd name="T31" fmla="*/ 65 h 86"/>
                <a:gd name="T32" fmla="*/ 54 w 54"/>
                <a:gd name="T33" fmla="*/ 63 h 86"/>
                <a:gd name="T34" fmla="*/ 36 w 54"/>
                <a:gd name="T35" fmla="*/ 62 h 86"/>
                <a:gd name="T36" fmla="*/ 33 w 54"/>
                <a:gd name="T37" fmla="*/ 61 h 86"/>
                <a:gd name="T38" fmla="*/ 44 w 54"/>
                <a:gd name="T39" fmla="*/ 57 h 86"/>
                <a:gd name="T40" fmla="*/ 45 w 54"/>
                <a:gd name="T41" fmla="*/ 60 h 86"/>
                <a:gd name="T42" fmla="*/ 42 w 54"/>
                <a:gd name="T43" fmla="*/ 62 h 86"/>
                <a:gd name="T44" fmla="*/ 42 w 54"/>
                <a:gd name="T45" fmla="*/ 58 h 86"/>
                <a:gd name="T46" fmla="*/ 27 w 54"/>
                <a:gd name="T47" fmla="*/ 0 h 86"/>
                <a:gd name="T48" fmla="*/ 37 w 54"/>
                <a:gd name="T49" fmla="*/ 15 h 86"/>
                <a:gd name="T50" fmla="*/ 44 w 54"/>
                <a:gd name="T51" fmla="*/ 28 h 86"/>
                <a:gd name="T52" fmla="*/ 48 w 54"/>
                <a:gd name="T53" fmla="*/ 38 h 86"/>
                <a:gd name="T54" fmla="*/ 49 w 54"/>
                <a:gd name="T55" fmla="*/ 41 h 86"/>
                <a:gd name="T56" fmla="*/ 50 w 54"/>
                <a:gd name="T57" fmla="*/ 49 h 86"/>
                <a:gd name="T58" fmla="*/ 49 w 54"/>
                <a:gd name="T59" fmla="*/ 52 h 86"/>
                <a:gd name="T60" fmla="*/ 44 w 54"/>
                <a:gd name="T61" fmla="*/ 56 h 86"/>
                <a:gd name="T62" fmla="*/ 41 w 54"/>
                <a:gd name="T63" fmla="*/ 60 h 86"/>
                <a:gd name="T64" fmla="*/ 39 w 54"/>
                <a:gd name="T65" fmla="*/ 60 h 86"/>
                <a:gd name="T66" fmla="*/ 36 w 54"/>
                <a:gd name="T67" fmla="*/ 58 h 86"/>
                <a:gd name="T68" fmla="*/ 33 w 54"/>
                <a:gd name="T69" fmla="*/ 60 h 86"/>
                <a:gd name="T70" fmla="*/ 31 w 54"/>
                <a:gd name="T71" fmla="*/ 60 h 86"/>
                <a:gd name="T72" fmla="*/ 23 w 54"/>
                <a:gd name="T73" fmla="*/ 66 h 86"/>
                <a:gd name="T74" fmla="*/ 23 w 54"/>
                <a:gd name="T75" fmla="*/ 67 h 86"/>
                <a:gd name="T76" fmla="*/ 20 w 54"/>
                <a:gd name="T77" fmla="*/ 67 h 86"/>
                <a:gd name="T78" fmla="*/ 19 w 54"/>
                <a:gd name="T79" fmla="*/ 63 h 86"/>
                <a:gd name="T80" fmla="*/ 15 w 54"/>
                <a:gd name="T81" fmla="*/ 58 h 86"/>
                <a:gd name="T82" fmla="*/ 15 w 54"/>
                <a:gd name="T83" fmla="*/ 56 h 86"/>
                <a:gd name="T84" fmla="*/ 16 w 54"/>
                <a:gd name="T85" fmla="*/ 53 h 86"/>
                <a:gd name="T86" fmla="*/ 15 w 54"/>
                <a:gd name="T87" fmla="*/ 49 h 86"/>
                <a:gd name="T88" fmla="*/ 19 w 54"/>
                <a:gd name="T89" fmla="*/ 45 h 86"/>
                <a:gd name="T90" fmla="*/ 16 w 54"/>
                <a:gd name="T91" fmla="*/ 42 h 86"/>
                <a:gd name="T92" fmla="*/ 14 w 54"/>
                <a:gd name="T93" fmla="*/ 36 h 86"/>
                <a:gd name="T94" fmla="*/ 12 w 54"/>
                <a:gd name="T95" fmla="*/ 33 h 86"/>
                <a:gd name="T96" fmla="*/ 8 w 54"/>
                <a:gd name="T97" fmla="*/ 28 h 86"/>
                <a:gd name="T98" fmla="*/ 11 w 54"/>
                <a:gd name="T99" fmla="*/ 27 h 86"/>
                <a:gd name="T100" fmla="*/ 16 w 54"/>
                <a:gd name="T101" fmla="*/ 29 h 86"/>
                <a:gd name="T102" fmla="*/ 14 w 54"/>
                <a:gd name="T103" fmla="*/ 24 h 86"/>
                <a:gd name="T104" fmla="*/ 12 w 54"/>
                <a:gd name="T105" fmla="*/ 23 h 86"/>
                <a:gd name="T106" fmla="*/ 4 w 54"/>
                <a:gd name="T107" fmla="*/ 15 h 86"/>
                <a:gd name="T108" fmla="*/ 3 w 54"/>
                <a:gd name="T109" fmla="*/ 13 h 86"/>
                <a:gd name="T110" fmla="*/ 0 w 54"/>
                <a:gd name="T111" fmla="*/ 15 h 86"/>
                <a:gd name="T112" fmla="*/ 6 w 54"/>
                <a:gd name="T113" fmla="*/ 8 h 86"/>
                <a:gd name="T114" fmla="*/ 14 w 54"/>
                <a:gd name="T115" fmla="*/ 3 h 86"/>
                <a:gd name="T116" fmla="*/ 27 w 54"/>
                <a:gd name="T1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" h="86">
                  <a:moveTo>
                    <a:pt x="25" y="81"/>
                  </a:moveTo>
                  <a:lnTo>
                    <a:pt x="28" y="81"/>
                  </a:lnTo>
                  <a:lnTo>
                    <a:pt x="28" y="82"/>
                  </a:lnTo>
                  <a:lnTo>
                    <a:pt x="27" y="85"/>
                  </a:lnTo>
                  <a:lnTo>
                    <a:pt x="21" y="86"/>
                  </a:lnTo>
                  <a:lnTo>
                    <a:pt x="20" y="86"/>
                  </a:lnTo>
                  <a:lnTo>
                    <a:pt x="19" y="83"/>
                  </a:lnTo>
                  <a:lnTo>
                    <a:pt x="20" y="82"/>
                  </a:lnTo>
                  <a:lnTo>
                    <a:pt x="25" y="81"/>
                  </a:lnTo>
                  <a:close/>
                  <a:moveTo>
                    <a:pt x="52" y="70"/>
                  </a:moveTo>
                  <a:lnTo>
                    <a:pt x="54" y="70"/>
                  </a:lnTo>
                  <a:lnTo>
                    <a:pt x="53" y="71"/>
                  </a:lnTo>
                  <a:lnTo>
                    <a:pt x="53" y="73"/>
                  </a:lnTo>
                  <a:lnTo>
                    <a:pt x="52" y="73"/>
                  </a:lnTo>
                  <a:lnTo>
                    <a:pt x="52" y="71"/>
                  </a:lnTo>
                  <a:lnTo>
                    <a:pt x="52" y="70"/>
                  </a:lnTo>
                  <a:close/>
                  <a:moveTo>
                    <a:pt x="17" y="66"/>
                  </a:moveTo>
                  <a:lnTo>
                    <a:pt x="19" y="67"/>
                  </a:lnTo>
                  <a:lnTo>
                    <a:pt x="19" y="69"/>
                  </a:lnTo>
                  <a:lnTo>
                    <a:pt x="17" y="69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6" y="67"/>
                  </a:lnTo>
                  <a:lnTo>
                    <a:pt x="17" y="67"/>
                  </a:lnTo>
                  <a:lnTo>
                    <a:pt x="17" y="66"/>
                  </a:lnTo>
                  <a:close/>
                  <a:moveTo>
                    <a:pt x="54" y="63"/>
                  </a:moveTo>
                  <a:lnTo>
                    <a:pt x="54" y="63"/>
                  </a:lnTo>
                  <a:lnTo>
                    <a:pt x="54" y="66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2" y="67"/>
                  </a:lnTo>
                  <a:lnTo>
                    <a:pt x="52" y="65"/>
                  </a:lnTo>
                  <a:lnTo>
                    <a:pt x="53" y="63"/>
                  </a:lnTo>
                  <a:lnTo>
                    <a:pt x="54" y="63"/>
                  </a:lnTo>
                  <a:close/>
                  <a:moveTo>
                    <a:pt x="35" y="61"/>
                  </a:moveTo>
                  <a:lnTo>
                    <a:pt x="36" y="62"/>
                  </a:lnTo>
                  <a:lnTo>
                    <a:pt x="35" y="62"/>
                  </a:lnTo>
                  <a:lnTo>
                    <a:pt x="33" y="61"/>
                  </a:lnTo>
                  <a:lnTo>
                    <a:pt x="35" y="61"/>
                  </a:lnTo>
                  <a:close/>
                  <a:moveTo>
                    <a:pt x="44" y="57"/>
                  </a:moveTo>
                  <a:lnTo>
                    <a:pt x="45" y="58"/>
                  </a:lnTo>
                  <a:lnTo>
                    <a:pt x="45" y="60"/>
                  </a:lnTo>
                  <a:lnTo>
                    <a:pt x="44" y="61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2" y="58"/>
                  </a:lnTo>
                  <a:lnTo>
                    <a:pt x="44" y="57"/>
                  </a:lnTo>
                  <a:close/>
                  <a:moveTo>
                    <a:pt x="27" y="0"/>
                  </a:moveTo>
                  <a:lnTo>
                    <a:pt x="31" y="8"/>
                  </a:lnTo>
                  <a:lnTo>
                    <a:pt x="37" y="15"/>
                  </a:lnTo>
                  <a:lnTo>
                    <a:pt x="44" y="23"/>
                  </a:lnTo>
                  <a:lnTo>
                    <a:pt x="44" y="28"/>
                  </a:lnTo>
                  <a:lnTo>
                    <a:pt x="46" y="31"/>
                  </a:lnTo>
                  <a:lnTo>
                    <a:pt x="48" y="38"/>
                  </a:lnTo>
                  <a:lnTo>
                    <a:pt x="48" y="41"/>
                  </a:lnTo>
                  <a:lnTo>
                    <a:pt x="49" y="41"/>
                  </a:lnTo>
                  <a:lnTo>
                    <a:pt x="49" y="41"/>
                  </a:lnTo>
                  <a:lnTo>
                    <a:pt x="50" y="49"/>
                  </a:lnTo>
                  <a:lnTo>
                    <a:pt x="48" y="50"/>
                  </a:lnTo>
                  <a:lnTo>
                    <a:pt x="49" y="52"/>
                  </a:lnTo>
                  <a:lnTo>
                    <a:pt x="46" y="56"/>
                  </a:lnTo>
                  <a:lnTo>
                    <a:pt x="44" y="56"/>
                  </a:lnTo>
                  <a:lnTo>
                    <a:pt x="40" y="58"/>
                  </a:lnTo>
                  <a:lnTo>
                    <a:pt x="41" y="60"/>
                  </a:lnTo>
                  <a:lnTo>
                    <a:pt x="40" y="61"/>
                  </a:lnTo>
                  <a:lnTo>
                    <a:pt x="39" y="60"/>
                  </a:lnTo>
                  <a:lnTo>
                    <a:pt x="37" y="61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3" y="60"/>
                  </a:lnTo>
                  <a:lnTo>
                    <a:pt x="32" y="58"/>
                  </a:lnTo>
                  <a:lnTo>
                    <a:pt x="31" y="60"/>
                  </a:lnTo>
                  <a:lnTo>
                    <a:pt x="25" y="63"/>
                  </a:lnTo>
                  <a:lnTo>
                    <a:pt x="23" y="66"/>
                  </a:lnTo>
                  <a:lnTo>
                    <a:pt x="23" y="65"/>
                  </a:lnTo>
                  <a:lnTo>
                    <a:pt x="23" y="67"/>
                  </a:lnTo>
                  <a:lnTo>
                    <a:pt x="20" y="69"/>
                  </a:lnTo>
                  <a:lnTo>
                    <a:pt x="20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7" y="63"/>
                  </a:lnTo>
                  <a:lnTo>
                    <a:pt x="15" y="58"/>
                  </a:lnTo>
                  <a:lnTo>
                    <a:pt x="16" y="58"/>
                  </a:lnTo>
                  <a:lnTo>
                    <a:pt x="15" y="56"/>
                  </a:lnTo>
                  <a:lnTo>
                    <a:pt x="15" y="53"/>
                  </a:lnTo>
                  <a:lnTo>
                    <a:pt x="16" y="53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9" y="45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4" y="41"/>
                  </a:lnTo>
                  <a:lnTo>
                    <a:pt x="14" y="36"/>
                  </a:lnTo>
                  <a:lnTo>
                    <a:pt x="14" y="33"/>
                  </a:lnTo>
                  <a:lnTo>
                    <a:pt x="12" y="33"/>
                  </a:lnTo>
                  <a:lnTo>
                    <a:pt x="7" y="32"/>
                  </a:lnTo>
                  <a:lnTo>
                    <a:pt x="8" y="28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2" y="28"/>
                  </a:lnTo>
                  <a:lnTo>
                    <a:pt x="16" y="29"/>
                  </a:lnTo>
                  <a:lnTo>
                    <a:pt x="15" y="27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2" y="23"/>
                  </a:lnTo>
                  <a:lnTo>
                    <a:pt x="10" y="19"/>
                  </a:lnTo>
                  <a:lnTo>
                    <a:pt x="4" y="15"/>
                  </a:lnTo>
                  <a:lnTo>
                    <a:pt x="7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6" y="8"/>
                  </a:lnTo>
                  <a:lnTo>
                    <a:pt x="10" y="7"/>
                  </a:lnTo>
                  <a:lnTo>
                    <a:pt x="14" y="3"/>
                  </a:lnTo>
                  <a:lnTo>
                    <a:pt x="21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" name="Freeform 346"/>
            <p:cNvSpPr>
              <a:spLocks/>
            </p:cNvSpPr>
            <p:nvPr/>
          </p:nvSpPr>
          <p:spPr bwMode="auto">
            <a:xfrm>
              <a:off x="9366324" y="2804914"/>
              <a:ext cx="142114" cy="243623"/>
            </a:xfrm>
            <a:custGeom>
              <a:avLst/>
              <a:gdLst>
                <a:gd name="T0" fmla="*/ 48 w 56"/>
                <a:gd name="T1" fmla="*/ 2 h 96"/>
                <a:gd name="T2" fmla="*/ 50 w 56"/>
                <a:gd name="T3" fmla="*/ 6 h 96"/>
                <a:gd name="T4" fmla="*/ 56 w 56"/>
                <a:gd name="T5" fmla="*/ 10 h 96"/>
                <a:gd name="T6" fmla="*/ 51 w 56"/>
                <a:gd name="T7" fmla="*/ 14 h 96"/>
                <a:gd name="T8" fmla="*/ 50 w 56"/>
                <a:gd name="T9" fmla="*/ 16 h 96"/>
                <a:gd name="T10" fmla="*/ 48 w 56"/>
                <a:gd name="T11" fmla="*/ 25 h 96"/>
                <a:gd name="T12" fmla="*/ 51 w 56"/>
                <a:gd name="T13" fmla="*/ 35 h 96"/>
                <a:gd name="T14" fmla="*/ 52 w 56"/>
                <a:gd name="T15" fmla="*/ 39 h 96"/>
                <a:gd name="T16" fmla="*/ 50 w 56"/>
                <a:gd name="T17" fmla="*/ 41 h 96"/>
                <a:gd name="T18" fmla="*/ 44 w 56"/>
                <a:gd name="T19" fmla="*/ 49 h 96"/>
                <a:gd name="T20" fmla="*/ 42 w 56"/>
                <a:gd name="T21" fmla="*/ 53 h 96"/>
                <a:gd name="T22" fmla="*/ 38 w 56"/>
                <a:gd name="T23" fmla="*/ 54 h 96"/>
                <a:gd name="T24" fmla="*/ 34 w 56"/>
                <a:gd name="T25" fmla="*/ 58 h 96"/>
                <a:gd name="T26" fmla="*/ 34 w 56"/>
                <a:gd name="T27" fmla="*/ 64 h 96"/>
                <a:gd name="T28" fmla="*/ 34 w 56"/>
                <a:gd name="T29" fmla="*/ 69 h 96"/>
                <a:gd name="T30" fmla="*/ 39 w 56"/>
                <a:gd name="T31" fmla="*/ 71 h 96"/>
                <a:gd name="T32" fmla="*/ 50 w 56"/>
                <a:gd name="T33" fmla="*/ 79 h 96"/>
                <a:gd name="T34" fmla="*/ 37 w 56"/>
                <a:gd name="T35" fmla="*/ 82 h 96"/>
                <a:gd name="T36" fmla="*/ 29 w 56"/>
                <a:gd name="T37" fmla="*/ 87 h 96"/>
                <a:gd name="T38" fmla="*/ 23 w 56"/>
                <a:gd name="T39" fmla="*/ 94 h 96"/>
                <a:gd name="T40" fmla="*/ 19 w 56"/>
                <a:gd name="T41" fmla="*/ 91 h 96"/>
                <a:gd name="T42" fmla="*/ 18 w 56"/>
                <a:gd name="T43" fmla="*/ 95 h 96"/>
                <a:gd name="T44" fmla="*/ 14 w 56"/>
                <a:gd name="T45" fmla="*/ 96 h 96"/>
                <a:gd name="T46" fmla="*/ 15 w 56"/>
                <a:gd name="T47" fmla="*/ 91 h 96"/>
                <a:gd name="T48" fmla="*/ 11 w 56"/>
                <a:gd name="T49" fmla="*/ 92 h 96"/>
                <a:gd name="T50" fmla="*/ 10 w 56"/>
                <a:gd name="T51" fmla="*/ 90 h 96"/>
                <a:gd name="T52" fmla="*/ 13 w 56"/>
                <a:gd name="T53" fmla="*/ 81 h 96"/>
                <a:gd name="T54" fmla="*/ 18 w 56"/>
                <a:gd name="T55" fmla="*/ 79 h 96"/>
                <a:gd name="T56" fmla="*/ 11 w 56"/>
                <a:gd name="T57" fmla="*/ 79 h 96"/>
                <a:gd name="T58" fmla="*/ 10 w 56"/>
                <a:gd name="T59" fmla="*/ 73 h 96"/>
                <a:gd name="T60" fmla="*/ 11 w 56"/>
                <a:gd name="T61" fmla="*/ 66 h 96"/>
                <a:gd name="T62" fmla="*/ 14 w 56"/>
                <a:gd name="T63" fmla="*/ 64 h 96"/>
                <a:gd name="T64" fmla="*/ 11 w 56"/>
                <a:gd name="T65" fmla="*/ 65 h 96"/>
                <a:gd name="T66" fmla="*/ 6 w 56"/>
                <a:gd name="T67" fmla="*/ 64 h 96"/>
                <a:gd name="T68" fmla="*/ 4 w 56"/>
                <a:gd name="T69" fmla="*/ 65 h 96"/>
                <a:gd name="T70" fmla="*/ 1 w 56"/>
                <a:gd name="T71" fmla="*/ 61 h 96"/>
                <a:gd name="T72" fmla="*/ 0 w 56"/>
                <a:gd name="T73" fmla="*/ 61 h 96"/>
                <a:gd name="T74" fmla="*/ 2 w 56"/>
                <a:gd name="T75" fmla="*/ 52 h 96"/>
                <a:gd name="T76" fmla="*/ 4 w 56"/>
                <a:gd name="T77" fmla="*/ 46 h 96"/>
                <a:gd name="T78" fmla="*/ 9 w 56"/>
                <a:gd name="T79" fmla="*/ 40 h 96"/>
                <a:gd name="T80" fmla="*/ 13 w 56"/>
                <a:gd name="T81" fmla="*/ 33 h 96"/>
                <a:gd name="T82" fmla="*/ 14 w 56"/>
                <a:gd name="T83" fmla="*/ 31 h 96"/>
                <a:gd name="T84" fmla="*/ 17 w 56"/>
                <a:gd name="T85" fmla="*/ 24 h 96"/>
                <a:gd name="T86" fmla="*/ 21 w 56"/>
                <a:gd name="T87" fmla="*/ 28 h 96"/>
                <a:gd name="T88" fmla="*/ 25 w 56"/>
                <a:gd name="T89" fmla="*/ 28 h 96"/>
                <a:gd name="T90" fmla="*/ 31 w 56"/>
                <a:gd name="T91" fmla="*/ 29 h 96"/>
                <a:gd name="T92" fmla="*/ 37 w 56"/>
                <a:gd name="T93" fmla="*/ 27 h 96"/>
                <a:gd name="T94" fmla="*/ 34 w 56"/>
                <a:gd name="T95" fmla="*/ 23 h 96"/>
                <a:gd name="T96" fmla="*/ 33 w 56"/>
                <a:gd name="T97" fmla="*/ 19 h 96"/>
                <a:gd name="T98" fmla="*/ 40 w 56"/>
                <a:gd name="T99" fmla="*/ 15 h 96"/>
                <a:gd name="T100" fmla="*/ 42 w 56"/>
                <a:gd name="T101" fmla="*/ 10 h 96"/>
                <a:gd name="T102" fmla="*/ 46 w 56"/>
                <a:gd name="T103" fmla="*/ 7 h 96"/>
                <a:gd name="T104" fmla="*/ 44 w 56"/>
                <a:gd name="T105" fmla="*/ 3 h 96"/>
                <a:gd name="T106" fmla="*/ 47 w 56"/>
                <a:gd name="T10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96">
                  <a:moveTo>
                    <a:pt x="47" y="0"/>
                  </a:moveTo>
                  <a:lnTo>
                    <a:pt x="48" y="2"/>
                  </a:lnTo>
                  <a:lnTo>
                    <a:pt x="48" y="4"/>
                  </a:lnTo>
                  <a:lnTo>
                    <a:pt x="50" y="6"/>
                  </a:lnTo>
                  <a:lnTo>
                    <a:pt x="54" y="6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1" y="14"/>
                  </a:lnTo>
                  <a:lnTo>
                    <a:pt x="50" y="14"/>
                  </a:lnTo>
                  <a:lnTo>
                    <a:pt x="50" y="16"/>
                  </a:lnTo>
                  <a:lnTo>
                    <a:pt x="48" y="23"/>
                  </a:lnTo>
                  <a:lnTo>
                    <a:pt x="48" y="25"/>
                  </a:lnTo>
                  <a:lnTo>
                    <a:pt x="51" y="28"/>
                  </a:lnTo>
                  <a:lnTo>
                    <a:pt x="51" y="35"/>
                  </a:lnTo>
                  <a:lnTo>
                    <a:pt x="54" y="36"/>
                  </a:lnTo>
                  <a:lnTo>
                    <a:pt x="52" y="39"/>
                  </a:lnTo>
                  <a:lnTo>
                    <a:pt x="48" y="41"/>
                  </a:lnTo>
                  <a:lnTo>
                    <a:pt x="50" y="41"/>
                  </a:lnTo>
                  <a:lnTo>
                    <a:pt x="43" y="48"/>
                  </a:lnTo>
                  <a:lnTo>
                    <a:pt x="44" y="49"/>
                  </a:lnTo>
                  <a:lnTo>
                    <a:pt x="43" y="52"/>
                  </a:lnTo>
                  <a:lnTo>
                    <a:pt x="42" y="53"/>
                  </a:lnTo>
                  <a:lnTo>
                    <a:pt x="39" y="53"/>
                  </a:lnTo>
                  <a:lnTo>
                    <a:pt x="38" y="54"/>
                  </a:lnTo>
                  <a:lnTo>
                    <a:pt x="37" y="57"/>
                  </a:lnTo>
                  <a:lnTo>
                    <a:pt x="34" y="58"/>
                  </a:lnTo>
                  <a:lnTo>
                    <a:pt x="34" y="61"/>
                  </a:lnTo>
                  <a:lnTo>
                    <a:pt x="34" y="64"/>
                  </a:lnTo>
                  <a:lnTo>
                    <a:pt x="33" y="65"/>
                  </a:lnTo>
                  <a:lnTo>
                    <a:pt x="34" y="69"/>
                  </a:lnTo>
                  <a:lnTo>
                    <a:pt x="38" y="69"/>
                  </a:lnTo>
                  <a:lnTo>
                    <a:pt x="39" y="71"/>
                  </a:lnTo>
                  <a:lnTo>
                    <a:pt x="48" y="77"/>
                  </a:lnTo>
                  <a:lnTo>
                    <a:pt x="50" y="79"/>
                  </a:lnTo>
                  <a:lnTo>
                    <a:pt x="44" y="82"/>
                  </a:lnTo>
                  <a:lnTo>
                    <a:pt x="37" y="82"/>
                  </a:lnTo>
                  <a:lnTo>
                    <a:pt x="33" y="86"/>
                  </a:lnTo>
                  <a:lnTo>
                    <a:pt x="29" y="87"/>
                  </a:lnTo>
                  <a:lnTo>
                    <a:pt x="25" y="91"/>
                  </a:lnTo>
                  <a:lnTo>
                    <a:pt x="23" y="94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21" y="92"/>
                  </a:lnTo>
                  <a:lnTo>
                    <a:pt x="18" y="95"/>
                  </a:lnTo>
                  <a:lnTo>
                    <a:pt x="17" y="95"/>
                  </a:lnTo>
                  <a:lnTo>
                    <a:pt x="14" y="96"/>
                  </a:lnTo>
                  <a:lnTo>
                    <a:pt x="13" y="95"/>
                  </a:lnTo>
                  <a:lnTo>
                    <a:pt x="15" y="91"/>
                  </a:lnTo>
                  <a:lnTo>
                    <a:pt x="13" y="91"/>
                  </a:lnTo>
                  <a:lnTo>
                    <a:pt x="11" y="92"/>
                  </a:lnTo>
                  <a:lnTo>
                    <a:pt x="10" y="91"/>
                  </a:lnTo>
                  <a:lnTo>
                    <a:pt x="10" y="90"/>
                  </a:lnTo>
                  <a:lnTo>
                    <a:pt x="10" y="85"/>
                  </a:lnTo>
                  <a:lnTo>
                    <a:pt x="13" y="81"/>
                  </a:lnTo>
                  <a:lnTo>
                    <a:pt x="15" y="81"/>
                  </a:lnTo>
                  <a:lnTo>
                    <a:pt x="18" y="79"/>
                  </a:lnTo>
                  <a:lnTo>
                    <a:pt x="15" y="79"/>
                  </a:lnTo>
                  <a:lnTo>
                    <a:pt x="11" y="79"/>
                  </a:lnTo>
                  <a:lnTo>
                    <a:pt x="10" y="79"/>
                  </a:lnTo>
                  <a:lnTo>
                    <a:pt x="10" y="73"/>
                  </a:lnTo>
                  <a:lnTo>
                    <a:pt x="13" y="69"/>
                  </a:lnTo>
                  <a:lnTo>
                    <a:pt x="11" y="66"/>
                  </a:lnTo>
                  <a:lnTo>
                    <a:pt x="13" y="65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1" y="65"/>
                  </a:lnTo>
                  <a:lnTo>
                    <a:pt x="8" y="65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4" y="65"/>
                  </a:lnTo>
                  <a:lnTo>
                    <a:pt x="1" y="65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2" y="52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8" y="44"/>
                  </a:lnTo>
                  <a:lnTo>
                    <a:pt x="9" y="40"/>
                  </a:lnTo>
                  <a:lnTo>
                    <a:pt x="11" y="39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4" y="27"/>
                  </a:lnTo>
                  <a:lnTo>
                    <a:pt x="17" y="24"/>
                  </a:lnTo>
                  <a:lnTo>
                    <a:pt x="18" y="27"/>
                  </a:lnTo>
                  <a:lnTo>
                    <a:pt x="21" y="28"/>
                  </a:lnTo>
                  <a:lnTo>
                    <a:pt x="22" y="29"/>
                  </a:lnTo>
                  <a:lnTo>
                    <a:pt x="25" y="28"/>
                  </a:lnTo>
                  <a:lnTo>
                    <a:pt x="27" y="29"/>
                  </a:lnTo>
                  <a:lnTo>
                    <a:pt x="31" y="29"/>
                  </a:lnTo>
                  <a:lnTo>
                    <a:pt x="35" y="29"/>
                  </a:lnTo>
                  <a:lnTo>
                    <a:pt x="37" y="27"/>
                  </a:lnTo>
                  <a:lnTo>
                    <a:pt x="37" y="24"/>
                  </a:lnTo>
                  <a:lnTo>
                    <a:pt x="34" y="23"/>
                  </a:lnTo>
                  <a:lnTo>
                    <a:pt x="31" y="20"/>
                  </a:lnTo>
                  <a:lnTo>
                    <a:pt x="33" y="19"/>
                  </a:lnTo>
                  <a:lnTo>
                    <a:pt x="35" y="19"/>
                  </a:lnTo>
                  <a:lnTo>
                    <a:pt x="40" y="15"/>
                  </a:lnTo>
                  <a:lnTo>
                    <a:pt x="40" y="12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7"/>
                  </a:lnTo>
                  <a:lnTo>
                    <a:pt x="44" y="6"/>
                  </a:lnTo>
                  <a:lnTo>
                    <a:pt x="44" y="3"/>
                  </a:lnTo>
                  <a:lnTo>
                    <a:pt x="44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6" name="Freeform 347"/>
            <p:cNvSpPr>
              <a:spLocks/>
            </p:cNvSpPr>
            <p:nvPr/>
          </p:nvSpPr>
          <p:spPr bwMode="auto">
            <a:xfrm>
              <a:off x="8209113" y="2485158"/>
              <a:ext cx="926278" cy="436492"/>
            </a:xfrm>
            <a:custGeom>
              <a:avLst/>
              <a:gdLst>
                <a:gd name="T0" fmla="*/ 117 w 365"/>
                <a:gd name="T1" fmla="*/ 5 h 172"/>
                <a:gd name="T2" fmla="*/ 133 w 365"/>
                <a:gd name="T3" fmla="*/ 8 h 172"/>
                <a:gd name="T4" fmla="*/ 145 w 365"/>
                <a:gd name="T5" fmla="*/ 13 h 172"/>
                <a:gd name="T6" fmla="*/ 150 w 365"/>
                <a:gd name="T7" fmla="*/ 24 h 172"/>
                <a:gd name="T8" fmla="*/ 163 w 365"/>
                <a:gd name="T9" fmla="*/ 30 h 172"/>
                <a:gd name="T10" fmla="*/ 174 w 365"/>
                <a:gd name="T11" fmla="*/ 29 h 172"/>
                <a:gd name="T12" fmla="*/ 192 w 365"/>
                <a:gd name="T13" fmla="*/ 22 h 172"/>
                <a:gd name="T14" fmla="*/ 213 w 365"/>
                <a:gd name="T15" fmla="*/ 29 h 172"/>
                <a:gd name="T16" fmla="*/ 224 w 365"/>
                <a:gd name="T17" fmla="*/ 37 h 172"/>
                <a:gd name="T18" fmla="*/ 248 w 365"/>
                <a:gd name="T19" fmla="*/ 40 h 172"/>
                <a:gd name="T20" fmla="*/ 261 w 365"/>
                <a:gd name="T21" fmla="*/ 34 h 172"/>
                <a:gd name="T22" fmla="*/ 277 w 365"/>
                <a:gd name="T23" fmla="*/ 28 h 172"/>
                <a:gd name="T24" fmla="*/ 284 w 365"/>
                <a:gd name="T25" fmla="*/ 17 h 172"/>
                <a:gd name="T26" fmla="*/ 298 w 365"/>
                <a:gd name="T27" fmla="*/ 20 h 172"/>
                <a:gd name="T28" fmla="*/ 307 w 365"/>
                <a:gd name="T29" fmla="*/ 18 h 172"/>
                <a:gd name="T30" fmla="*/ 313 w 365"/>
                <a:gd name="T31" fmla="*/ 46 h 172"/>
                <a:gd name="T32" fmla="*/ 329 w 365"/>
                <a:gd name="T33" fmla="*/ 57 h 172"/>
                <a:gd name="T34" fmla="*/ 342 w 365"/>
                <a:gd name="T35" fmla="*/ 50 h 172"/>
                <a:gd name="T36" fmla="*/ 363 w 365"/>
                <a:gd name="T37" fmla="*/ 66 h 172"/>
                <a:gd name="T38" fmla="*/ 363 w 365"/>
                <a:gd name="T39" fmla="*/ 75 h 172"/>
                <a:gd name="T40" fmla="*/ 350 w 365"/>
                <a:gd name="T41" fmla="*/ 74 h 172"/>
                <a:gd name="T42" fmla="*/ 340 w 365"/>
                <a:gd name="T43" fmla="*/ 82 h 172"/>
                <a:gd name="T44" fmla="*/ 333 w 365"/>
                <a:gd name="T45" fmla="*/ 91 h 172"/>
                <a:gd name="T46" fmla="*/ 319 w 365"/>
                <a:gd name="T47" fmla="*/ 99 h 172"/>
                <a:gd name="T48" fmla="*/ 308 w 365"/>
                <a:gd name="T49" fmla="*/ 112 h 172"/>
                <a:gd name="T50" fmla="*/ 292 w 365"/>
                <a:gd name="T51" fmla="*/ 107 h 172"/>
                <a:gd name="T52" fmla="*/ 283 w 365"/>
                <a:gd name="T53" fmla="*/ 121 h 172"/>
                <a:gd name="T54" fmla="*/ 284 w 365"/>
                <a:gd name="T55" fmla="*/ 140 h 172"/>
                <a:gd name="T56" fmla="*/ 269 w 365"/>
                <a:gd name="T57" fmla="*/ 153 h 172"/>
                <a:gd name="T58" fmla="*/ 241 w 365"/>
                <a:gd name="T59" fmla="*/ 161 h 172"/>
                <a:gd name="T60" fmla="*/ 217 w 365"/>
                <a:gd name="T61" fmla="*/ 171 h 172"/>
                <a:gd name="T62" fmla="*/ 200 w 365"/>
                <a:gd name="T63" fmla="*/ 168 h 172"/>
                <a:gd name="T64" fmla="*/ 163 w 365"/>
                <a:gd name="T65" fmla="*/ 157 h 172"/>
                <a:gd name="T66" fmla="*/ 140 w 365"/>
                <a:gd name="T67" fmla="*/ 161 h 172"/>
                <a:gd name="T68" fmla="*/ 115 w 365"/>
                <a:gd name="T69" fmla="*/ 155 h 172"/>
                <a:gd name="T70" fmla="*/ 107 w 365"/>
                <a:gd name="T71" fmla="*/ 140 h 172"/>
                <a:gd name="T72" fmla="*/ 101 w 365"/>
                <a:gd name="T73" fmla="*/ 136 h 172"/>
                <a:gd name="T74" fmla="*/ 86 w 365"/>
                <a:gd name="T75" fmla="*/ 130 h 172"/>
                <a:gd name="T76" fmla="*/ 69 w 365"/>
                <a:gd name="T77" fmla="*/ 125 h 172"/>
                <a:gd name="T78" fmla="*/ 46 w 365"/>
                <a:gd name="T79" fmla="*/ 115 h 172"/>
                <a:gd name="T80" fmla="*/ 47 w 365"/>
                <a:gd name="T81" fmla="*/ 104 h 172"/>
                <a:gd name="T82" fmla="*/ 41 w 365"/>
                <a:gd name="T83" fmla="*/ 92 h 172"/>
                <a:gd name="T84" fmla="*/ 33 w 365"/>
                <a:gd name="T85" fmla="*/ 83 h 172"/>
                <a:gd name="T86" fmla="*/ 25 w 365"/>
                <a:gd name="T87" fmla="*/ 82 h 172"/>
                <a:gd name="T88" fmla="*/ 16 w 365"/>
                <a:gd name="T89" fmla="*/ 83 h 172"/>
                <a:gd name="T90" fmla="*/ 8 w 365"/>
                <a:gd name="T91" fmla="*/ 75 h 172"/>
                <a:gd name="T92" fmla="*/ 3 w 365"/>
                <a:gd name="T93" fmla="*/ 67 h 172"/>
                <a:gd name="T94" fmla="*/ 0 w 365"/>
                <a:gd name="T95" fmla="*/ 63 h 172"/>
                <a:gd name="T96" fmla="*/ 12 w 365"/>
                <a:gd name="T97" fmla="*/ 53 h 172"/>
                <a:gd name="T98" fmla="*/ 21 w 365"/>
                <a:gd name="T99" fmla="*/ 42 h 172"/>
                <a:gd name="T100" fmla="*/ 25 w 365"/>
                <a:gd name="T101" fmla="*/ 34 h 172"/>
                <a:gd name="T102" fmla="*/ 41 w 365"/>
                <a:gd name="T103" fmla="*/ 30 h 172"/>
                <a:gd name="T104" fmla="*/ 50 w 365"/>
                <a:gd name="T105" fmla="*/ 32 h 172"/>
                <a:gd name="T106" fmla="*/ 62 w 365"/>
                <a:gd name="T107" fmla="*/ 32 h 172"/>
                <a:gd name="T108" fmla="*/ 76 w 365"/>
                <a:gd name="T109" fmla="*/ 45 h 172"/>
                <a:gd name="T110" fmla="*/ 90 w 365"/>
                <a:gd name="T111" fmla="*/ 42 h 172"/>
                <a:gd name="T112" fmla="*/ 103 w 365"/>
                <a:gd name="T113" fmla="*/ 42 h 172"/>
                <a:gd name="T114" fmla="*/ 107 w 365"/>
                <a:gd name="T115" fmla="*/ 28 h 172"/>
                <a:gd name="T116" fmla="*/ 99 w 365"/>
                <a:gd name="T117" fmla="*/ 15 h 172"/>
                <a:gd name="T118" fmla="*/ 105 w 365"/>
                <a:gd name="T119" fmla="*/ 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5" h="172">
                  <a:moveTo>
                    <a:pt x="107" y="0"/>
                  </a:moveTo>
                  <a:lnTo>
                    <a:pt x="109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7" y="4"/>
                  </a:lnTo>
                  <a:lnTo>
                    <a:pt x="117" y="5"/>
                  </a:lnTo>
                  <a:lnTo>
                    <a:pt x="120" y="5"/>
                  </a:lnTo>
                  <a:lnTo>
                    <a:pt x="124" y="5"/>
                  </a:lnTo>
                  <a:lnTo>
                    <a:pt x="128" y="5"/>
                  </a:lnTo>
                  <a:lnTo>
                    <a:pt x="129" y="7"/>
                  </a:lnTo>
                  <a:lnTo>
                    <a:pt x="130" y="8"/>
                  </a:lnTo>
                  <a:lnTo>
                    <a:pt x="133" y="8"/>
                  </a:lnTo>
                  <a:lnTo>
                    <a:pt x="134" y="9"/>
                  </a:lnTo>
                  <a:lnTo>
                    <a:pt x="137" y="9"/>
                  </a:lnTo>
                  <a:lnTo>
                    <a:pt x="142" y="9"/>
                  </a:lnTo>
                  <a:lnTo>
                    <a:pt x="144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6" y="15"/>
                  </a:lnTo>
                  <a:lnTo>
                    <a:pt x="146" y="17"/>
                  </a:lnTo>
                  <a:lnTo>
                    <a:pt x="148" y="18"/>
                  </a:lnTo>
                  <a:lnTo>
                    <a:pt x="149" y="21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3" y="26"/>
                  </a:lnTo>
                  <a:lnTo>
                    <a:pt x="154" y="28"/>
                  </a:lnTo>
                  <a:lnTo>
                    <a:pt x="158" y="29"/>
                  </a:lnTo>
                  <a:lnTo>
                    <a:pt x="161" y="30"/>
                  </a:lnTo>
                  <a:lnTo>
                    <a:pt x="163" y="30"/>
                  </a:lnTo>
                  <a:lnTo>
                    <a:pt x="163" y="29"/>
                  </a:lnTo>
                  <a:lnTo>
                    <a:pt x="167" y="30"/>
                  </a:lnTo>
                  <a:lnTo>
                    <a:pt x="169" y="29"/>
                  </a:lnTo>
                  <a:lnTo>
                    <a:pt x="171" y="29"/>
                  </a:lnTo>
                  <a:lnTo>
                    <a:pt x="173" y="29"/>
                  </a:lnTo>
                  <a:lnTo>
                    <a:pt x="174" y="29"/>
                  </a:lnTo>
                  <a:lnTo>
                    <a:pt x="175" y="26"/>
                  </a:lnTo>
                  <a:lnTo>
                    <a:pt x="179" y="25"/>
                  </a:lnTo>
                  <a:lnTo>
                    <a:pt x="184" y="25"/>
                  </a:lnTo>
                  <a:lnTo>
                    <a:pt x="186" y="24"/>
                  </a:lnTo>
                  <a:lnTo>
                    <a:pt x="190" y="24"/>
                  </a:lnTo>
                  <a:lnTo>
                    <a:pt x="192" y="22"/>
                  </a:lnTo>
                  <a:lnTo>
                    <a:pt x="195" y="24"/>
                  </a:lnTo>
                  <a:lnTo>
                    <a:pt x="199" y="25"/>
                  </a:lnTo>
                  <a:lnTo>
                    <a:pt x="203" y="25"/>
                  </a:lnTo>
                  <a:lnTo>
                    <a:pt x="205" y="28"/>
                  </a:lnTo>
                  <a:lnTo>
                    <a:pt x="209" y="29"/>
                  </a:lnTo>
                  <a:lnTo>
                    <a:pt x="213" y="29"/>
                  </a:lnTo>
                  <a:lnTo>
                    <a:pt x="216" y="29"/>
                  </a:lnTo>
                  <a:lnTo>
                    <a:pt x="217" y="30"/>
                  </a:lnTo>
                  <a:lnTo>
                    <a:pt x="219" y="34"/>
                  </a:lnTo>
                  <a:lnTo>
                    <a:pt x="220" y="36"/>
                  </a:lnTo>
                  <a:lnTo>
                    <a:pt x="221" y="36"/>
                  </a:lnTo>
                  <a:lnTo>
                    <a:pt x="224" y="37"/>
                  </a:lnTo>
                  <a:lnTo>
                    <a:pt x="225" y="38"/>
                  </a:lnTo>
                  <a:lnTo>
                    <a:pt x="228" y="38"/>
                  </a:lnTo>
                  <a:lnTo>
                    <a:pt x="233" y="38"/>
                  </a:lnTo>
                  <a:lnTo>
                    <a:pt x="237" y="40"/>
                  </a:lnTo>
                  <a:lnTo>
                    <a:pt x="245" y="40"/>
                  </a:lnTo>
                  <a:lnTo>
                    <a:pt x="248" y="40"/>
                  </a:lnTo>
                  <a:lnTo>
                    <a:pt x="249" y="38"/>
                  </a:lnTo>
                  <a:lnTo>
                    <a:pt x="252" y="38"/>
                  </a:lnTo>
                  <a:lnTo>
                    <a:pt x="253" y="40"/>
                  </a:lnTo>
                  <a:lnTo>
                    <a:pt x="254" y="40"/>
                  </a:lnTo>
                  <a:lnTo>
                    <a:pt x="257" y="37"/>
                  </a:lnTo>
                  <a:lnTo>
                    <a:pt x="261" y="34"/>
                  </a:lnTo>
                  <a:lnTo>
                    <a:pt x="263" y="34"/>
                  </a:lnTo>
                  <a:lnTo>
                    <a:pt x="266" y="32"/>
                  </a:lnTo>
                  <a:lnTo>
                    <a:pt x="267" y="32"/>
                  </a:lnTo>
                  <a:lnTo>
                    <a:pt x="273" y="32"/>
                  </a:lnTo>
                  <a:lnTo>
                    <a:pt x="275" y="29"/>
                  </a:lnTo>
                  <a:lnTo>
                    <a:pt x="277" y="28"/>
                  </a:lnTo>
                  <a:lnTo>
                    <a:pt x="277" y="26"/>
                  </a:lnTo>
                  <a:lnTo>
                    <a:pt x="278" y="24"/>
                  </a:lnTo>
                  <a:lnTo>
                    <a:pt x="281" y="22"/>
                  </a:lnTo>
                  <a:lnTo>
                    <a:pt x="282" y="21"/>
                  </a:lnTo>
                  <a:lnTo>
                    <a:pt x="283" y="18"/>
                  </a:lnTo>
                  <a:lnTo>
                    <a:pt x="284" y="17"/>
                  </a:lnTo>
                  <a:lnTo>
                    <a:pt x="287" y="17"/>
                  </a:lnTo>
                  <a:lnTo>
                    <a:pt x="287" y="17"/>
                  </a:lnTo>
                  <a:lnTo>
                    <a:pt x="291" y="16"/>
                  </a:lnTo>
                  <a:lnTo>
                    <a:pt x="294" y="17"/>
                  </a:lnTo>
                  <a:lnTo>
                    <a:pt x="296" y="18"/>
                  </a:lnTo>
                  <a:lnTo>
                    <a:pt x="298" y="20"/>
                  </a:lnTo>
                  <a:lnTo>
                    <a:pt x="299" y="21"/>
                  </a:lnTo>
                  <a:lnTo>
                    <a:pt x="302" y="20"/>
                  </a:lnTo>
                  <a:lnTo>
                    <a:pt x="303" y="21"/>
                  </a:lnTo>
                  <a:lnTo>
                    <a:pt x="304" y="21"/>
                  </a:lnTo>
                  <a:lnTo>
                    <a:pt x="307" y="20"/>
                  </a:lnTo>
                  <a:lnTo>
                    <a:pt x="307" y="18"/>
                  </a:lnTo>
                  <a:lnTo>
                    <a:pt x="311" y="17"/>
                  </a:lnTo>
                  <a:lnTo>
                    <a:pt x="316" y="18"/>
                  </a:lnTo>
                  <a:lnTo>
                    <a:pt x="317" y="20"/>
                  </a:lnTo>
                  <a:lnTo>
                    <a:pt x="315" y="38"/>
                  </a:lnTo>
                  <a:lnTo>
                    <a:pt x="315" y="42"/>
                  </a:lnTo>
                  <a:lnTo>
                    <a:pt x="313" y="46"/>
                  </a:lnTo>
                  <a:lnTo>
                    <a:pt x="315" y="49"/>
                  </a:lnTo>
                  <a:lnTo>
                    <a:pt x="312" y="53"/>
                  </a:lnTo>
                  <a:lnTo>
                    <a:pt x="315" y="57"/>
                  </a:lnTo>
                  <a:lnTo>
                    <a:pt x="320" y="59"/>
                  </a:lnTo>
                  <a:lnTo>
                    <a:pt x="324" y="57"/>
                  </a:lnTo>
                  <a:lnTo>
                    <a:pt x="329" y="57"/>
                  </a:lnTo>
                  <a:lnTo>
                    <a:pt x="334" y="58"/>
                  </a:lnTo>
                  <a:lnTo>
                    <a:pt x="336" y="61"/>
                  </a:lnTo>
                  <a:lnTo>
                    <a:pt x="340" y="55"/>
                  </a:lnTo>
                  <a:lnTo>
                    <a:pt x="338" y="53"/>
                  </a:lnTo>
                  <a:lnTo>
                    <a:pt x="338" y="51"/>
                  </a:lnTo>
                  <a:lnTo>
                    <a:pt x="342" y="50"/>
                  </a:lnTo>
                  <a:lnTo>
                    <a:pt x="344" y="49"/>
                  </a:lnTo>
                  <a:lnTo>
                    <a:pt x="349" y="50"/>
                  </a:lnTo>
                  <a:lnTo>
                    <a:pt x="352" y="54"/>
                  </a:lnTo>
                  <a:lnTo>
                    <a:pt x="356" y="58"/>
                  </a:lnTo>
                  <a:lnTo>
                    <a:pt x="360" y="62"/>
                  </a:lnTo>
                  <a:lnTo>
                    <a:pt x="363" y="66"/>
                  </a:lnTo>
                  <a:lnTo>
                    <a:pt x="363" y="67"/>
                  </a:lnTo>
                  <a:lnTo>
                    <a:pt x="365" y="68"/>
                  </a:lnTo>
                  <a:lnTo>
                    <a:pt x="365" y="71"/>
                  </a:lnTo>
                  <a:lnTo>
                    <a:pt x="363" y="72"/>
                  </a:lnTo>
                  <a:lnTo>
                    <a:pt x="363" y="74"/>
                  </a:lnTo>
                  <a:lnTo>
                    <a:pt x="363" y="75"/>
                  </a:lnTo>
                  <a:lnTo>
                    <a:pt x="361" y="75"/>
                  </a:lnTo>
                  <a:lnTo>
                    <a:pt x="360" y="74"/>
                  </a:lnTo>
                  <a:lnTo>
                    <a:pt x="357" y="74"/>
                  </a:lnTo>
                  <a:lnTo>
                    <a:pt x="356" y="75"/>
                  </a:lnTo>
                  <a:lnTo>
                    <a:pt x="353" y="74"/>
                  </a:lnTo>
                  <a:lnTo>
                    <a:pt x="350" y="74"/>
                  </a:lnTo>
                  <a:lnTo>
                    <a:pt x="349" y="78"/>
                  </a:lnTo>
                  <a:lnTo>
                    <a:pt x="345" y="80"/>
                  </a:lnTo>
                  <a:lnTo>
                    <a:pt x="344" y="80"/>
                  </a:lnTo>
                  <a:lnTo>
                    <a:pt x="341" y="79"/>
                  </a:lnTo>
                  <a:lnTo>
                    <a:pt x="341" y="80"/>
                  </a:lnTo>
                  <a:lnTo>
                    <a:pt x="340" y="82"/>
                  </a:lnTo>
                  <a:lnTo>
                    <a:pt x="340" y="83"/>
                  </a:lnTo>
                  <a:lnTo>
                    <a:pt x="338" y="83"/>
                  </a:lnTo>
                  <a:lnTo>
                    <a:pt x="337" y="83"/>
                  </a:lnTo>
                  <a:lnTo>
                    <a:pt x="336" y="84"/>
                  </a:lnTo>
                  <a:lnTo>
                    <a:pt x="333" y="88"/>
                  </a:lnTo>
                  <a:lnTo>
                    <a:pt x="333" y="91"/>
                  </a:lnTo>
                  <a:lnTo>
                    <a:pt x="333" y="93"/>
                  </a:lnTo>
                  <a:lnTo>
                    <a:pt x="332" y="95"/>
                  </a:lnTo>
                  <a:lnTo>
                    <a:pt x="329" y="96"/>
                  </a:lnTo>
                  <a:lnTo>
                    <a:pt x="324" y="100"/>
                  </a:lnTo>
                  <a:lnTo>
                    <a:pt x="321" y="100"/>
                  </a:lnTo>
                  <a:lnTo>
                    <a:pt x="319" y="99"/>
                  </a:lnTo>
                  <a:lnTo>
                    <a:pt x="317" y="100"/>
                  </a:lnTo>
                  <a:lnTo>
                    <a:pt x="315" y="105"/>
                  </a:lnTo>
                  <a:lnTo>
                    <a:pt x="312" y="107"/>
                  </a:lnTo>
                  <a:lnTo>
                    <a:pt x="309" y="108"/>
                  </a:lnTo>
                  <a:lnTo>
                    <a:pt x="308" y="111"/>
                  </a:lnTo>
                  <a:lnTo>
                    <a:pt x="308" y="112"/>
                  </a:lnTo>
                  <a:lnTo>
                    <a:pt x="307" y="112"/>
                  </a:lnTo>
                  <a:lnTo>
                    <a:pt x="304" y="111"/>
                  </a:lnTo>
                  <a:lnTo>
                    <a:pt x="302" y="111"/>
                  </a:lnTo>
                  <a:lnTo>
                    <a:pt x="298" y="109"/>
                  </a:lnTo>
                  <a:lnTo>
                    <a:pt x="295" y="107"/>
                  </a:lnTo>
                  <a:lnTo>
                    <a:pt x="292" y="107"/>
                  </a:lnTo>
                  <a:lnTo>
                    <a:pt x="287" y="108"/>
                  </a:lnTo>
                  <a:lnTo>
                    <a:pt x="284" y="109"/>
                  </a:lnTo>
                  <a:lnTo>
                    <a:pt x="283" y="112"/>
                  </a:lnTo>
                  <a:lnTo>
                    <a:pt x="283" y="117"/>
                  </a:lnTo>
                  <a:lnTo>
                    <a:pt x="283" y="120"/>
                  </a:lnTo>
                  <a:lnTo>
                    <a:pt x="283" y="121"/>
                  </a:lnTo>
                  <a:lnTo>
                    <a:pt x="288" y="125"/>
                  </a:lnTo>
                  <a:lnTo>
                    <a:pt x="292" y="128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90" y="134"/>
                  </a:lnTo>
                  <a:lnTo>
                    <a:pt x="284" y="140"/>
                  </a:lnTo>
                  <a:lnTo>
                    <a:pt x="282" y="145"/>
                  </a:lnTo>
                  <a:lnTo>
                    <a:pt x="281" y="149"/>
                  </a:lnTo>
                  <a:lnTo>
                    <a:pt x="278" y="149"/>
                  </a:lnTo>
                  <a:lnTo>
                    <a:pt x="274" y="150"/>
                  </a:lnTo>
                  <a:lnTo>
                    <a:pt x="271" y="150"/>
                  </a:lnTo>
                  <a:lnTo>
                    <a:pt x="269" y="153"/>
                  </a:lnTo>
                  <a:lnTo>
                    <a:pt x="265" y="155"/>
                  </a:lnTo>
                  <a:lnTo>
                    <a:pt x="262" y="155"/>
                  </a:lnTo>
                  <a:lnTo>
                    <a:pt x="257" y="155"/>
                  </a:lnTo>
                  <a:lnTo>
                    <a:pt x="254" y="157"/>
                  </a:lnTo>
                  <a:lnTo>
                    <a:pt x="250" y="158"/>
                  </a:lnTo>
                  <a:lnTo>
                    <a:pt x="241" y="161"/>
                  </a:lnTo>
                  <a:lnTo>
                    <a:pt x="234" y="163"/>
                  </a:lnTo>
                  <a:lnTo>
                    <a:pt x="232" y="167"/>
                  </a:lnTo>
                  <a:lnTo>
                    <a:pt x="227" y="171"/>
                  </a:lnTo>
                  <a:lnTo>
                    <a:pt x="224" y="172"/>
                  </a:lnTo>
                  <a:lnTo>
                    <a:pt x="221" y="172"/>
                  </a:lnTo>
                  <a:lnTo>
                    <a:pt x="217" y="171"/>
                  </a:lnTo>
                  <a:lnTo>
                    <a:pt x="217" y="170"/>
                  </a:lnTo>
                  <a:lnTo>
                    <a:pt x="217" y="168"/>
                  </a:lnTo>
                  <a:lnTo>
                    <a:pt x="212" y="170"/>
                  </a:lnTo>
                  <a:lnTo>
                    <a:pt x="208" y="171"/>
                  </a:lnTo>
                  <a:lnTo>
                    <a:pt x="204" y="168"/>
                  </a:lnTo>
                  <a:lnTo>
                    <a:pt x="200" y="168"/>
                  </a:lnTo>
                  <a:lnTo>
                    <a:pt x="194" y="166"/>
                  </a:lnTo>
                  <a:lnTo>
                    <a:pt x="186" y="162"/>
                  </a:lnTo>
                  <a:lnTo>
                    <a:pt x="182" y="158"/>
                  </a:lnTo>
                  <a:lnTo>
                    <a:pt x="179" y="158"/>
                  </a:lnTo>
                  <a:lnTo>
                    <a:pt x="170" y="157"/>
                  </a:lnTo>
                  <a:lnTo>
                    <a:pt x="163" y="157"/>
                  </a:lnTo>
                  <a:lnTo>
                    <a:pt x="161" y="157"/>
                  </a:lnTo>
                  <a:lnTo>
                    <a:pt x="159" y="158"/>
                  </a:lnTo>
                  <a:lnTo>
                    <a:pt x="159" y="159"/>
                  </a:lnTo>
                  <a:lnTo>
                    <a:pt x="155" y="161"/>
                  </a:lnTo>
                  <a:lnTo>
                    <a:pt x="149" y="161"/>
                  </a:lnTo>
                  <a:lnTo>
                    <a:pt x="140" y="161"/>
                  </a:lnTo>
                  <a:lnTo>
                    <a:pt x="133" y="161"/>
                  </a:lnTo>
                  <a:lnTo>
                    <a:pt x="126" y="161"/>
                  </a:lnTo>
                  <a:lnTo>
                    <a:pt x="122" y="161"/>
                  </a:lnTo>
                  <a:lnTo>
                    <a:pt x="120" y="161"/>
                  </a:lnTo>
                  <a:lnTo>
                    <a:pt x="119" y="161"/>
                  </a:lnTo>
                  <a:lnTo>
                    <a:pt x="115" y="155"/>
                  </a:lnTo>
                  <a:lnTo>
                    <a:pt x="115" y="153"/>
                  </a:lnTo>
                  <a:lnTo>
                    <a:pt x="112" y="149"/>
                  </a:lnTo>
                  <a:lnTo>
                    <a:pt x="109" y="146"/>
                  </a:lnTo>
                  <a:lnTo>
                    <a:pt x="108" y="143"/>
                  </a:lnTo>
                  <a:lnTo>
                    <a:pt x="108" y="141"/>
                  </a:lnTo>
                  <a:lnTo>
                    <a:pt x="107" y="140"/>
                  </a:lnTo>
                  <a:lnTo>
                    <a:pt x="104" y="140"/>
                  </a:lnTo>
                  <a:lnTo>
                    <a:pt x="104" y="138"/>
                  </a:lnTo>
                  <a:lnTo>
                    <a:pt x="103" y="137"/>
                  </a:lnTo>
                  <a:lnTo>
                    <a:pt x="103" y="136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97" y="136"/>
                  </a:lnTo>
                  <a:lnTo>
                    <a:pt x="95" y="134"/>
                  </a:lnTo>
                  <a:lnTo>
                    <a:pt x="91" y="130"/>
                  </a:lnTo>
                  <a:lnTo>
                    <a:pt x="88" y="130"/>
                  </a:lnTo>
                  <a:lnTo>
                    <a:pt x="88" y="130"/>
                  </a:lnTo>
                  <a:lnTo>
                    <a:pt x="86" y="130"/>
                  </a:lnTo>
                  <a:lnTo>
                    <a:pt x="84" y="129"/>
                  </a:lnTo>
                  <a:lnTo>
                    <a:pt x="80" y="126"/>
                  </a:lnTo>
                  <a:lnTo>
                    <a:pt x="72" y="124"/>
                  </a:lnTo>
                  <a:lnTo>
                    <a:pt x="72" y="125"/>
                  </a:lnTo>
                  <a:lnTo>
                    <a:pt x="71" y="125"/>
                  </a:lnTo>
                  <a:lnTo>
                    <a:pt x="69" y="125"/>
                  </a:lnTo>
                  <a:lnTo>
                    <a:pt x="63" y="126"/>
                  </a:lnTo>
                  <a:lnTo>
                    <a:pt x="51" y="124"/>
                  </a:lnTo>
                  <a:lnTo>
                    <a:pt x="49" y="122"/>
                  </a:lnTo>
                  <a:lnTo>
                    <a:pt x="46" y="117"/>
                  </a:lnTo>
                  <a:lnTo>
                    <a:pt x="46" y="116"/>
                  </a:lnTo>
                  <a:lnTo>
                    <a:pt x="46" y="115"/>
                  </a:lnTo>
                  <a:lnTo>
                    <a:pt x="46" y="113"/>
                  </a:lnTo>
                  <a:lnTo>
                    <a:pt x="47" y="112"/>
                  </a:lnTo>
                  <a:lnTo>
                    <a:pt x="49" y="109"/>
                  </a:lnTo>
                  <a:lnTo>
                    <a:pt x="47" y="108"/>
                  </a:lnTo>
                  <a:lnTo>
                    <a:pt x="46" y="105"/>
                  </a:lnTo>
                  <a:lnTo>
                    <a:pt x="47" y="104"/>
                  </a:lnTo>
                  <a:lnTo>
                    <a:pt x="47" y="101"/>
                  </a:lnTo>
                  <a:lnTo>
                    <a:pt x="46" y="100"/>
                  </a:lnTo>
                  <a:lnTo>
                    <a:pt x="45" y="97"/>
                  </a:lnTo>
                  <a:lnTo>
                    <a:pt x="43" y="96"/>
                  </a:lnTo>
                  <a:lnTo>
                    <a:pt x="41" y="95"/>
                  </a:lnTo>
                  <a:lnTo>
                    <a:pt x="41" y="92"/>
                  </a:lnTo>
                  <a:lnTo>
                    <a:pt x="40" y="91"/>
                  </a:lnTo>
                  <a:lnTo>
                    <a:pt x="38" y="88"/>
                  </a:lnTo>
                  <a:lnTo>
                    <a:pt x="38" y="87"/>
                  </a:lnTo>
                  <a:lnTo>
                    <a:pt x="37" y="86"/>
                  </a:lnTo>
                  <a:lnTo>
                    <a:pt x="34" y="83"/>
                  </a:lnTo>
                  <a:lnTo>
                    <a:pt x="33" y="83"/>
                  </a:lnTo>
                  <a:lnTo>
                    <a:pt x="32" y="82"/>
                  </a:lnTo>
                  <a:lnTo>
                    <a:pt x="30" y="80"/>
                  </a:lnTo>
                  <a:lnTo>
                    <a:pt x="29" y="80"/>
                  </a:lnTo>
                  <a:lnTo>
                    <a:pt x="28" y="82"/>
                  </a:lnTo>
                  <a:lnTo>
                    <a:pt x="26" y="83"/>
                  </a:lnTo>
                  <a:lnTo>
                    <a:pt x="25" y="82"/>
                  </a:lnTo>
                  <a:lnTo>
                    <a:pt x="22" y="80"/>
                  </a:lnTo>
                  <a:lnTo>
                    <a:pt x="22" y="79"/>
                  </a:lnTo>
                  <a:lnTo>
                    <a:pt x="20" y="79"/>
                  </a:lnTo>
                  <a:lnTo>
                    <a:pt x="17" y="80"/>
                  </a:lnTo>
                  <a:lnTo>
                    <a:pt x="17" y="82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6"/>
                  </a:lnTo>
                  <a:lnTo>
                    <a:pt x="8" y="75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0" y="62"/>
                  </a:lnTo>
                  <a:lnTo>
                    <a:pt x="1" y="58"/>
                  </a:lnTo>
                  <a:lnTo>
                    <a:pt x="4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12" y="53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7" y="47"/>
                  </a:lnTo>
                  <a:lnTo>
                    <a:pt x="20" y="46"/>
                  </a:lnTo>
                  <a:lnTo>
                    <a:pt x="20" y="43"/>
                  </a:lnTo>
                  <a:lnTo>
                    <a:pt x="21" y="42"/>
                  </a:lnTo>
                  <a:lnTo>
                    <a:pt x="24" y="41"/>
                  </a:lnTo>
                  <a:lnTo>
                    <a:pt x="25" y="40"/>
                  </a:lnTo>
                  <a:lnTo>
                    <a:pt x="26" y="38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9" y="36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8" y="30"/>
                  </a:lnTo>
                  <a:lnTo>
                    <a:pt x="41" y="30"/>
                  </a:lnTo>
                  <a:lnTo>
                    <a:pt x="42" y="30"/>
                  </a:lnTo>
                  <a:lnTo>
                    <a:pt x="45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9" y="30"/>
                  </a:lnTo>
                  <a:lnTo>
                    <a:pt x="50" y="32"/>
                  </a:lnTo>
                  <a:lnTo>
                    <a:pt x="51" y="34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7" y="33"/>
                  </a:lnTo>
                  <a:lnTo>
                    <a:pt x="58" y="32"/>
                  </a:lnTo>
                  <a:lnTo>
                    <a:pt x="62" y="32"/>
                  </a:lnTo>
                  <a:lnTo>
                    <a:pt x="63" y="34"/>
                  </a:lnTo>
                  <a:lnTo>
                    <a:pt x="63" y="36"/>
                  </a:lnTo>
                  <a:lnTo>
                    <a:pt x="65" y="37"/>
                  </a:lnTo>
                  <a:lnTo>
                    <a:pt x="70" y="41"/>
                  </a:lnTo>
                  <a:lnTo>
                    <a:pt x="72" y="42"/>
                  </a:lnTo>
                  <a:lnTo>
                    <a:pt x="76" y="45"/>
                  </a:lnTo>
                  <a:lnTo>
                    <a:pt x="78" y="43"/>
                  </a:lnTo>
                  <a:lnTo>
                    <a:pt x="80" y="42"/>
                  </a:lnTo>
                  <a:lnTo>
                    <a:pt x="83" y="41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90" y="42"/>
                  </a:lnTo>
                  <a:lnTo>
                    <a:pt x="91" y="42"/>
                  </a:lnTo>
                  <a:lnTo>
                    <a:pt x="96" y="42"/>
                  </a:lnTo>
                  <a:lnTo>
                    <a:pt x="97" y="4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103" y="42"/>
                  </a:lnTo>
                  <a:lnTo>
                    <a:pt x="107" y="42"/>
                  </a:lnTo>
                  <a:lnTo>
                    <a:pt x="109" y="38"/>
                  </a:lnTo>
                  <a:lnTo>
                    <a:pt x="108" y="37"/>
                  </a:lnTo>
                  <a:lnTo>
                    <a:pt x="105" y="36"/>
                  </a:lnTo>
                  <a:lnTo>
                    <a:pt x="105" y="32"/>
                  </a:lnTo>
                  <a:lnTo>
                    <a:pt x="107" y="28"/>
                  </a:lnTo>
                  <a:lnTo>
                    <a:pt x="105" y="26"/>
                  </a:lnTo>
                  <a:lnTo>
                    <a:pt x="104" y="25"/>
                  </a:lnTo>
                  <a:lnTo>
                    <a:pt x="103" y="24"/>
                  </a:lnTo>
                  <a:lnTo>
                    <a:pt x="99" y="22"/>
                  </a:lnTo>
                  <a:lnTo>
                    <a:pt x="97" y="20"/>
                  </a:lnTo>
                  <a:lnTo>
                    <a:pt x="99" y="15"/>
                  </a:lnTo>
                  <a:lnTo>
                    <a:pt x="100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4" y="7"/>
                  </a:lnTo>
                  <a:lnTo>
                    <a:pt x="105" y="8"/>
                  </a:lnTo>
                  <a:lnTo>
                    <a:pt x="105" y="5"/>
                  </a:lnTo>
                  <a:lnTo>
                    <a:pt x="105" y="4"/>
                  </a:lnTo>
                  <a:lnTo>
                    <a:pt x="105" y="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7" name="Freeform 348"/>
            <p:cNvSpPr>
              <a:spLocks/>
            </p:cNvSpPr>
            <p:nvPr/>
          </p:nvSpPr>
          <p:spPr bwMode="auto">
            <a:xfrm>
              <a:off x="7051901" y="2403950"/>
              <a:ext cx="1144524" cy="601446"/>
            </a:xfrm>
            <a:custGeom>
              <a:avLst/>
              <a:gdLst>
                <a:gd name="T0" fmla="*/ 245 w 451"/>
                <a:gd name="T1" fmla="*/ 7 h 237"/>
                <a:gd name="T2" fmla="*/ 249 w 451"/>
                <a:gd name="T3" fmla="*/ 22 h 237"/>
                <a:gd name="T4" fmla="*/ 260 w 451"/>
                <a:gd name="T5" fmla="*/ 19 h 237"/>
                <a:gd name="T6" fmla="*/ 268 w 451"/>
                <a:gd name="T7" fmla="*/ 22 h 237"/>
                <a:gd name="T8" fmla="*/ 278 w 451"/>
                <a:gd name="T9" fmla="*/ 32 h 237"/>
                <a:gd name="T10" fmla="*/ 297 w 451"/>
                <a:gd name="T11" fmla="*/ 27 h 237"/>
                <a:gd name="T12" fmla="*/ 314 w 451"/>
                <a:gd name="T13" fmla="*/ 12 h 237"/>
                <a:gd name="T14" fmla="*/ 368 w 451"/>
                <a:gd name="T15" fmla="*/ 70 h 237"/>
                <a:gd name="T16" fmla="*/ 377 w 451"/>
                <a:gd name="T17" fmla="*/ 73 h 237"/>
                <a:gd name="T18" fmla="*/ 392 w 451"/>
                <a:gd name="T19" fmla="*/ 69 h 237"/>
                <a:gd name="T20" fmla="*/ 414 w 451"/>
                <a:gd name="T21" fmla="*/ 78 h 237"/>
                <a:gd name="T22" fmla="*/ 422 w 451"/>
                <a:gd name="T23" fmla="*/ 87 h 237"/>
                <a:gd name="T24" fmla="*/ 442 w 451"/>
                <a:gd name="T25" fmla="*/ 83 h 237"/>
                <a:gd name="T26" fmla="*/ 447 w 451"/>
                <a:gd name="T27" fmla="*/ 97 h 237"/>
                <a:gd name="T28" fmla="*/ 439 w 451"/>
                <a:gd name="T29" fmla="*/ 122 h 237"/>
                <a:gd name="T30" fmla="*/ 428 w 451"/>
                <a:gd name="T31" fmla="*/ 131 h 237"/>
                <a:gd name="T32" fmla="*/ 409 w 451"/>
                <a:gd name="T33" fmla="*/ 148 h 237"/>
                <a:gd name="T34" fmla="*/ 406 w 451"/>
                <a:gd name="T35" fmla="*/ 162 h 237"/>
                <a:gd name="T36" fmla="*/ 384 w 451"/>
                <a:gd name="T37" fmla="*/ 168 h 237"/>
                <a:gd name="T38" fmla="*/ 393 w 451"/>
                <a:gd name="T39" fmla="*/ 181 h 237"/>
                <a:gd name="T40" fmla="*/ 398 w 451"/>
                <a:gd name="T41" fmla="*/ 202 h 237"/>
                <a:gd name="T42" fmla="*/ 369 w 451"/>
                <a:gd name="T43" fmla="*/ 199 h 237"/>
                <a:gd name="T44" fmla="*/ 332 w 451"/>
                <a:gd name="T45" fmla="*/ 200 h 237"/>
                <a:gd name="T46" fmla="*/ 319 w 451"/>
                <a:gd name="T47" fmla="*/ 208 h 237"/>
                <a:gd name="T48" fmla="*/ 289 w 451"/>
                <a:gd name="T49" fmla="*/ 214 h 237"/>
                <a:gd name="T50" fmla="*/ 268 w 451"/>
                <a:gd name="T51" fmla="*/ 236 h 237"/>
                <a:gd name="T52" fmla="*/ 230 w 451"/>
                <a:gd name="T53" fmla="*/ 206 h 237"/>
                <a:gd name="T54" fmla="*/ 126 w 451"/>
                <a:gd name="T55" fmla="*/ 236 h 237"/>
                <a:gd name="T56" fmla="*/ 81 w 451"/>
                <a:gd name="T57" fmla="*/ 225 h 237"/>
                <a:gd name="T58" fmla="*/ 74 w 451"/>
                <a:gd name="T59" fmla="*/ 216 h 237"/>
                <a:gd name="T60" fmla="*/ 65 w 451"/>
                <a:gd name="T61" fmla="*/ 208 h 237"/>
                <a:gd name="T62" fmla="*/ 53 w 451"/>
                <a:gd name="T63" fmla="*/ 194 h 237"/>
                <a:gd name="T64" fmla="*/ 62 w 451"/>
                <a:gd name="T65" fmla="*/ 190 h 237"/>
                <a:gd name="T66" fmla="*/ 60 w 451"/>
                <a:gd name="T67" fmla="*/ 182 h 237"/>
                <a:gd name="T68" fmla="*/ 73 w 451"/>
                <a:gd name="T69" fmla="*/ 175 h 237"/>
                <a:gd name="T70" fmla="*/ 79 w 451"/>
                <a:gd name="T71" fmla="*/ 174 h 237"/>
                <a:gd name="T72" fmla="*/ 79 w 451"/>
                <a:gd name="T73" fmla="*/ 160 h 237"/>
                <a:gd name="T74" fmla="*/ 70 w 451"/>
                <a:gd name="T75" fmla="*/ 152 h 237"/>
                <a:gd name="T76" fmla="*/ 62 w 451"/>
                <a:gd name="T77" fmla="*/ 154 h 237"/>
                <a:gd name="T78" fmla="*/ 52 w 451"/>
                <a:gd name="T79" fmla="*/ 154 h 237"/>
                <a:gd name="T80" fmla="*/ 41 w 451"/>
                <a:gd name="T81" fmla="*/ 160 h 237"/>
                <a:gd name="T82" fmla="*/ 29 w 451"/>
                <a:gd name="T83" fmla="*/ 158 h 237"/>
                <a:gd name="T84" fmla="*/ 7 w 451"/>
                <a:gd name="T85" fmla="*/ 135 h 237"/>
                <a:gd name="T86" fmla="*/ 7 w 451"/>
                <a:gd name="T87" fmla="*/ 103 h 237"/>
                <a:gd name="T88" fmla="*/ 24 w 451"/>
                <a:gd name="T89" fmla="*/ 97 h 237"/>
                <a:gd name="T90" fmla="*/ 39 w 451"/>
                <a:gd name="T91" fmla="*/ 82 h 237"/>
                <a:gd name="T92" fmla="*/ 47 w 451"/>
                <a:gd name="T93" fmla="*/ 83 h 237"/>
                <a:gd name="T94" fmla="*/ 58 w 451"/>
                <a:gd name="T95" fmla="*/ 81 h 237"/>
                <a:gd name="T96" fmla="*/ 79 w 451"/>
                <a:gd name="T97" fmla="*/ 91 h 237"/>
                <a:gd name="T98" fmla="*/ 94 w 451"/>
                <a:gd name="T99" fmla="*/ 91 h 237"/>
                <a:gd name="T100" fmla="*/ 107 w 451"/>
                <a:gd name="T101" fmla="*/ 85 h 237"/>
                <a:gd name="T102" fmla="*/ 126 w 451"/>
                <a:gd name="T103" fmla="*/ 85 h 237"/>
                <a:gd name="T104" fmla="*/ 140 w 451"/>
                <a:gd name="T105" fmla="*/ 94 h 237"/>
                <a:gd name="T106" fmla="*/ 157 w 451"/>
                <a:gd name="T107" fmla="*/ 78 h 237"/>
                <a:gd name="T108" fmla="*/ 141 w 451"/>
                <a:gd name="T109" fmla="*/ 69 h 237"/>
                <a:gd name="T110" fmla="*/ 149 w 451"/>
                <a:gd name="T111" fmla="*/ 50 h 237"/>
                <a:gd name="T112" fmla="*/ 147 w 451"/>
                <a:gd name="T113" fmla="*/ 45 h 237"/>
                <a:gd name="T114" fmla="*/ 141 w 451"/>
                <a:gd name="T115" fmla="*/ 36 h 237"/>
                <a:gd name="T116" fmla="*/ 154 w 451"/>
                <a:gd name="T117" fmla="*/ 33 h 237"/>
                <a:gd name="T118" fmla="*/ 174 w 451"/>
                <a:gd name="T119" fmla="*/ 28 h 237"/>
                <a:gd name="T120" fmla="*/ 189 w 451"/>
                <a:gd name="T121" fmla="*/ 20 h 237"/>
                <a:gd name="T122" fmla="*/ 207 w 451"/>
                <a:gd name="T123" fmla="*/ 12 h 237"/>
                <a:gd name="T124" fmla="*/ 220 w 451"/>
                <a:gd name="T125" fmla="*/ 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1" h="237">
                  <a:moveTo>
                    <a:pt x="227" y="0"/>
                  </a:moveTo>
                  <a:lnTo>
                    <a:pt x="230" y="2"/>
                  </a:lnTo>
                  <a:lnTo>
                    <a:pt x="234" y="2"/>
                  </a:lnTo>
                  <a:lnTo>
                    <a:pt x="236" y="4"/>
                  </a:lnTo>
                  <a:lnTo>
                    <a:pt x="239" y="4"/>
                  </a:lnTo>
                  <a:lnTo>
                    <a:pt x="241" y="3"/>
                  </a:lnTo>
                  <a:lnTo>
                    <a:pt x="244" y="3"/>
                  </a:lnTo>
                  <a:lnTo>
                    <a:pt x="244" y="6"/>
                  </a:lnTo>
                  <a:lnTo>
                    <a:pt x="245" y="7"/>
                  </a:lnTo>
                  <a:lnTo>
                    <a:pt x="247" y="8"/>
                  </a:lnTo>
                  <a:lnTo>
                    <a:pt x="248" y="11"/>
                  </a:lnTo>
                  <a:lnTo>
                    <a:pt x="249" y="12"/>
                  </a:lnTo>
                  <a:lnTo>
                    <a:pt x="249" y="14"/>
                  </a:lnTo>
                  <a:lnTo>
                    <a:pt x="249" y="15"/>
                  </a:lnTo>
                  <a:lnTo>
                    <a:pt x="249" y="18"/>
                  </a:lnTo>
                  <a:lnTo>
                    <a:pt x="249" y="19"/>
                  </a:lnTo>
                  <a:lnTo>
                    <a:pt x="248" y="19"/>
                  </a:lnTo>
                  <a:lnTo>
                    <a:pt x="249" y="22"/>
                  </a:lnTo>
                  <a:lnTo>
                    <a:pt x="251" y="22"/>
                  </a:lnTo>
                  <a:lnTo>
                    <a:pt x="253" y="20"/>
                  </a:lnTo>
                  <a:lnTo>
                    <a:pt x="255" y="22"/>
                  </a:lnTo>
                  <a:lnTo>
                    <a:pt x="256" y="22"/>
                  </a:lnTo>
                  <a:lnTo>
                    <a:pt x="256" y="19"/>
                  </a:lnTo>
                  <a:lnTo>
                    <a:pt x="259" y="19"/>
                  </a:lnTo>
                  <a:lnTo>
                    <a:pt x="259" y="22"/>
                  </a:lnTo>
                  <a:lnTo>
                    <a:pt x="260" y="22"/>
                  </a:lnTo>
                  <a:lnTo>
                    <a:pt x="260" y="19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4" y="19"/>
                  </a:lnTo>
                  <a:lnTo>
                    <a:pt x="265" y="23"/>
                  </a:lnTo>
                  <a:lnTo>
                    <a:pt x="266" y="25"/>
                  </a:lnTo>
                  <a:lnTo>
                    <a:pt x="268" y="25"/>
                  </a:lnTo>
                  <a:lnTo>
                    <a:pt x="269" y="24"/>
                  </a:lnTo>
                  <a:lnTo>
                    <a:pt x="268" y="23"/>
                  </a:lnTo>
                  <a:lnTo>
                    <a:pt x="268" y="22"/>
                  </a:lnTo>
                  <a:lnTo>
                    <a:pt x="270" y="22"/>
                  </a:lnTo>
                  <a:lnTo>
                    <a:pt x="274" y="24"/>
                  </a:lnTo>
                  <a:lnTo>
                    <a:pt x="276" y="24"/>
                  </a:lnTo>
                  <a:lnTo>
                    <a:pt x="278" y="23"/>
                  </a:lnTo>
                  <a:lnTo>
                    <a:pt x="280" y="23"/>
                  </a:lnTo>
                  <a:lnTo>
                    <a:pt x="278" y="25"/>
                  </a:lnTo>
                  <a:lnTo>
                    <a:pt x="277" y="27"/>
                  </a:lnTo>
                  <a:lnTo>
                    <a:pt x="277" y="29"/>
                  </a:lnTo>
                  <a:lnTo>
                    <a:pt x="278" y="32"/>
                  </a:lnTo>
                  <a:lnTo>
                    <a:pt x="280" y="32"/>
                  </a:lnTo>
                  <a:lnTo>
                    <a:pt x="281" y="29"/>
                  </a:lnTo>
                  <a:lnTo>
                    <a:pt x="284" y="29"/>
                  </a:lnTo>
                  <a:lnTo>
                    <a:pt x="289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28"/>
                  </a:lnTo>
                  <a:lnTo>
                    <a:pt x="293" y="27"/>
                  </a:lnTo>
                  <a:lnTo>
                    <a:pt x="297" y="27"/>
                  </a:lnTo>
                  <a:lnTo>
                    <a:pt x="299" y="24"/>
                  </a:lnTo>
                  <a:lnTo>
                    <a:pt x="299" y="23"/>
                  </a:lnTo>
                  <a:lnTo>
                    <a:pt x="302" y="22"/>
                  </a:lnTo>
                  <a:lnTo>
                    <a:pt x="302" y="19"/>
                  </a:lnTo>
                  <a:lnTo>
                    <a:pt x="305" y="16"/>
                  </a:lnTo>
                  <a:lnTo>
                    <a:pt x="306" y="16"/>
                  </a:lnTo>
                  <a:lnTo>
                    <a:pt x="309" y="14"/>
                  </a:lnTo>
                  <a:lnTo>
                    <a:pt x="311" y="14"/>
                  </a:lnTo>
                  <a:lnTo>
                    <a:pt x="314" y="12"/>
                  </a:lnTo>
                  <a:lnTo>
                    <a:pt x="315" y="14"/>
                  </a:lnTo>
                  <a:lnTo>
                    <a:pt x="315" y="15"/>
                  </a:lnTo>
                  <a:lnTo>
                    <a:pt x="313" y="18"/>
                  </a:lnTo>
                  <a:lnTo>
                    <a:pt x="311" y="18"/>
                  </a:lnTo>
                  <a:lnTo>
                    <a:pt x="313" y="20"/>
                  </a:lnTo>
                  <a:lnTo>
                    <a:pt x="334" y="36"/>
                  </a:lnTo>
                  <a:lnTo>
                    <a:pt x="363" y="73"/>
                  </a:lnTo>
                  <a:lnTo>
                    <a:pt x="365" y="72"/>
                  </a:lnTo>
                  <a:lnTo>
                    <a:pt x="368" y="70"/>
                  </a:lnTo>
                  <a:lnTo>
                    <a:pt x="368" y="69"/>
                  </a:lnTo>
                  <a:lnTo>
                    <a:pt x="368" y="69"/>
                  </a:lnTo>
                  <a:lnTo>
                    <a:pt x="366" y="66"/>
                  </a:lnTo>
                  <a:lnTo>
                    <a:pt x="369" y="65"/>
                  </a:lnTo>
                  <a:lnTo>
                    <a:pt x="372" y="66"/>
                  </a:lnTo>
                  <a:lnTo>
                    <a:pt x="372" y="69"/>
                  </a:lnTo>
                  <a:lnTo>
                    <a:pt x="372" y="70"/>
                  </a:lnTo>
                  <a:lnTo>
                    <a:pt x="374" y="70"/>
                  </a:lnTo>
                  <a:lnTo>
                    <a:pt x="377" y="73"/>
                  </a:lnTo>
                  <a:lnTo>
                    <a:pt x="378" y="73"/>
                  </a:lnTo>
                  <a:lnTo>
                    <a:pt x="381" y="72"/>
                  </a:lnTo>
                  <a:lnTo>
                    <a:pt x="382" y="72"/>
                  </a:lnTo>
                  <a:lnTo>
                    <a:pt x="385" y="73"/>
                  </a:lnTo>
                  <a:lnTo>
                    <a:pt x="388" y="72"/>
                  </a:lnTo>
                  <a:lnTo>
                    <a:pt x="390" y="72"/>
                  </a:lnTo>
                  <a:lnTo>
                    <a:pt x="392" y="72"/>
                  </a:lnTo>
                  <a:lnTo>
                    <a:pt x="393" y="70"/>
                  </a:lnTo>
                  <a:lnTo>
                    <a:pt x="392" y="69"/>
                  </a:lnTo>
                  <a:lnTo>
                    <a:pt x="393" y="68"/>
                  </a:lnTo>
                  <a:lnTo>
                    <a:pt x="397" y="68"/>
                  </a:lnTo>
                  <a:lnTo>
                    <a:pt x="401" y="68"/>
                  </a:lnTo>
                  <a:lnTo>
                    <a:pt x="405" y="68"/>
                  </a:lnTo>
                  <a:lnTo>
                    <a:pt x="407" y="70"/>
                  </a:lnTo>
                  <a:lnTo>
                    <a:pt x="410" y="74"/>
                  </a:lnTo>
                  <a:lnTo>
                    <a:pt x="411" y="77"/>
                  </a:lnTo>
                  <a:lnTo>
                    <a:pt x="413" y="77"/>
                  </a:lnTo>
                  <a:lnTo>
                    <a:pt x="414" y="78"/>
                  </a:lnTo>
                  <a:lnTo>
                    <a:pt x="418" y="79"/>
                  </a:lnTo>
                  <a:lnTo>
                    <a:pt x="418" y="79"/>
                  </a:lnTo>
                  <a:lnTo>
                    <a:pt x="420" y="81"/>
                  </a:lnTo>
                  <a:lnTo>
                    <a:pt x="420" y="82"/>
                  </a:lnTo>
                  <a:lnTo>
                    <a:pt x="419" y="82"/>
                  </a:lnTo>
                  <a:lnTo>
                    <a:pt x="419" y="85"/>
                  </a:lnTo>
                  <a:lnTo>
                    <a:pt x="420" y="86"/>
                  </a:lnTo>
                  <a:lnTo>
                    <a:pt x="422" y="87"/>
                  </a:lnTo>
                  <a:lnTo>
                    <a:pt x="422" y="87"/>
                  </a:lnTo>
                  <a:lnTo>
                    <a:pt x="423" y="87"/>
                  </a:lnTo>
                  <a:lnTo>
                    <a:pt x="426" y="89"/>
                  </a:lnTo>
                  <a:lnTo>
                    <a:pt x="427" y="90"/>
                  </a:lnTo>
                  <a:lnTo>
                    <a:pt x="428" y="89"/>
                  </a:lnTo>
                  <a:lnTo>
                    <a:pt x="430" y="87"/>
                  </a:lnTo>
                  <a:lnTo>
                    <a:pt x="435" y="87"/>
                  </a:lnTo>
                  <a:lnTo>
                    <a:pt x="438" y="86"/>
                  </a:lnTo>
                  <a:lnTo>
                    <a:pt x="439" y="85"/>
                  </a:lnTo>
                  <a:lnTo>
                    <a:pt x="442" y="83"/>
                  </a:lnTo>
                  <a:lnTo>
                    <a:pt x="443" y="83"/>
                  </a:lnTo>
                  <a:lnTo>
                    <a:pt x="442" y="86"/>
                  </a:lnTo>
                  <a:lnTo>
                    <a:pt x="443" y="89"/>
                  </a:lnTo>
                  <a:lnTo>
                    <a:pt x="444" y="89"/>
                  </a:lnTo>
                  <a:lnTo>
                    <a:pt x="447" y="91"/>
                  </a:lnTo>
                  <a:lnTo>
                    <a:pt x="449" y="93"/>
                  </a:lnTo>
                  <a:lnTo>
                    <a:pt x="451" y="94"/>
                  </a:lnTo>
                  <a:lnTo>
                    <a:pt x="448" y="95"/>
                  </a:lnTo>
                  <a:lnTo>
                    <a:pt x="447" y="97"/>
                  </a:lnTo>
                  <a:lnTo>
                    <a:pt x="444" y="100"/>
                  </a:lnTo>
                  <a:lnTo>
                    <a:pt x="444" y="102"/>
                  </a:lnTo>
                  <a:lnTo>
                    <a:pt x="444" y="103"/>
                  </a:lnTo>
                  <a:lnTo>
                    <a:pt x="443" y="106"/>
                  </a:lnTo>
                  <a:lnTo>
                    <a:pt x="439" y="107"/>
                  </a:lnTo>
                  <a:lnTo>
                    <a:pt x="438" y="108"/>
                  </a:lnTo>
                  <a:lnTo>
                    <a:pt x="436" y="111"/>
                  </a:lnTo>
                  <a:lnTo>
                    <a:pt x="438" y="116"/>
                  </a:lnTo>
                  <a:lnTo>
                    <a:pt x="439" y="122"/>
                  </a:lnTo>
                  <a:lnTo>
                    <a:pt x="442" y="124"/>
                  </a:lnTo>
                  <a:lnTo>
                    <a:pt x="442" y="125"/>
                  </a:lnTo>
                  <a:lnTo>
                    <a:pt x="438" y="129"/>
                  </a:lnTo>
                  <a:lnTo>
                    <a:pt x="436" y="129"/>
                  </a:lnTo>
                  <a:lnTo>
                    <a:pt x="434" y="132"/>
                  </a:lnTo>
                  <a:lnTo>
                    <a:pt x="432" y="133"/>
                  </a:lnTo>
                  <a:lnTo>
                    <a:pt x="431" y="132"/>
                  </a:lnTo>
                  <a:lnTo>
                    <a:pt x="430" y="131"/>
                  </a:lnTo>
                  <a:lnTo>
                    <a:pt x="428" y="131"/>
                  </a:lnTo>
                  <a:lnTo>
                    <a:pt x="423" y="132"/>
                  </a:lnTo>
                  <a:lnTo>
                    <a:pt x="420" y="132"/>
                  </a:lnTo>
                  <a:lnTo>
                    <a:pt x="415" y="131"/>
                  </a:lnTo>
                  <a:lnTo>
                    <a:pt x="413" y="129"/>
                  </a:lnTo>
                  <a:lnTo>
                    <a:pt x="411" y="131"/>
                  </a:lnTo>
                  <a:lnTo>
                    <a:pt x="411" y="136"/>
                  </a:lnTo>
                  <a:lnTo>
                    <a:pt x="410" y="139"/>
                  </a:lnTo>
                  <a:lnTo>
                    <a:pt x="410" y="141"/>
                  </a:lnTo>
                  <a:lnTo>
                    <a:pt x="409" y="148"/>
                  </a:lnTo>
                  <a:lnTo>
                    <a:pt x="409" y="153"/>
                  </a:lnTo>
                  <a:lnTo>
                    <a:pt x="407" y="156"/>
                  </a:lnTo>
                  <a:lnTo>
                    <a:pt x="409" y="157"/>
                  </a:lnTo>
                  <a:lnTo>
                    <a:pt x="411" y="157"/>
                  </a:lnTo>
                  <a:lnTo>
                    <a:pt x="411" y="160"/>
                  </a:lnTo>
                  <a:lnTo>
                    <a:pt x="410" y="162"/>
                  </a:lnTo>
                  <a:lnTo>
                    <a:pt x="409" y="162"/>
                  </a:lnTo>
                  <a:lnTo>
                    <a:pt x="407" y="162"/>
                  </a:lnTo>
                  <a:lnTo>
                    <a:pt x="406" y="162"/>
                  </a:lnTo>
                  <a:lnTo>
                    <a:pt x="405" y="161"/>
                  </a:lnTo>
                  <a:lnTo>
                    <a:pt x="403" y="162"/>
                  </a:lnTo>
                  <a:lnTo>
                    <a:pt x="399" y="162"/>
                  </a:lnTo>
                  <a:lnTo>
                    <a:pt x="394" y="164"/>
                  </a:lnTo>
                  <a:lnTo>
                    <a:pt x="392" y="165"/>
                  </a:lnTo>
                  <a:lnTo>
                    <a:pt x="389" y="165"/>
                  </a:lnTo>
                  <a:lnTo>
                    <a:pt x="388" y="165"/>
                  </a:lnTo>
                  <a:lnTo>
                    <a:pt x="386" y="165"/>
                  </a:lnTo>
                  <a:lnTo>
                    <a:pt x="384" y="168"/>
                  </a:lnTo>
                  <a:lnTo>
                    <a:pt x="384" y="169"/>
                  </a:lnTo>
                  <a:lnTo>
                    <a:pt x="386" y="170"/>
                  </a:lnTo>
                  <a:lnTo>
                    <a:pt x="389" y="170"/>
                  </a:lnTo>
                  <a:lnTo>
                    <a:pt x="392" y="170"/>
                  </a:lnTo>
                  <a:lnTo>
                    <a:pt x="392" y="172"/>
                  </a:lnTo>
                  <a:lnTo>
                    <a:pt x="390" y="174"/>
                  </a:lnTo>
                  <a:lnTo>
                    <a:pt x="392" y="177"/>
                  </a:lnTo>
                  <a:lnTo>
                    <a:pt x="392" y="179"/>
                  </a:lnTo>
                  <a:lnTo>
                    <a:pt x="393" y="181"/>
                  </a:lnTo>
                  <a:lnTo>
                    <a:pt x="393" y="183"/>
                  </a:lnTo>
                  <a:lnTo>
                    <a:pt x="395" y="186"/>
                  </a:lnTo>
                  <a:lnTo>
                    <a:pt x="395" y="189"/>
                  </a:lnTo>
                  <a:lnTo>
                    <a:pt x="398" y="190"/>
                  </a:lnTo>
                  <a:lnTo>
                    <a:pt x="399" y="195"/>
                  </a:lnTo>
                  <a:lnTo>
                    <a:pt x="398" y="197"/>
                  </a:lnTo>
                  <a:lnTo>
                    <a:pt x="397" y="199"/>
                  </a:lnTo>
                  <a:lnTo>
                    <a:pt x="399" y="200"/>
                  </a:lnTo>
                  <a:lnTo>
                    <a:pt x="398" y="202"/>
                  </a:lnTo>
                  <a:lnTo>
                    <a:pt x="398" y="203"/>
                  </a:lnTo>
                  <a:lnTo>
                    <a:pt x="395" y="204"/>
                  </a:lnTo>
                  <a:lnTo>
                    <a:pt x="395" y="207"/>
                  </a:lnTo>
                  <a:lnTo>
                    <a:pt x="393" y="208"/>
                  </a:lnTo>
                  <a:lnTo>
                    <a:pt x="388" y="207"/>
                  </a:lnTo>
                  <a:lnTo>
                    <a:pt x="382" y="202"/>
                  </a:lnTo>
                  <a:lnTo>
                    <a:pt x="381" y="202"/>
                  </a:lnTo>
                  <a:lnTo>
                    <a:pt x="376" y="200"/>
                  </a:lnTo>
                  <a:lnTo>
                    <a:pt x="369" y="199"/>
                  </a:lnTo>
                  <a:lnTo>
                    <a:pt x="365" y="200"/>
                  </a:lnTo>
                  <a:lnTo>
                    <a:pt x="359" y="199"/>
                  </a:lnTo>
                  <a:lnTo>
                    <a:pt x="353" y="200"/>
                  </a:lnTo>
                  <a:lnTo>
                    <a:pt x="351" y="200"/>
                  </a:lnTo>
                  <a:lnTo>
                    <a:pt x="348" y="200"/>
                  </a:lnTo>
                  <a:lnTo>
                    <a:pt x="345" y="202"/>
                  </a:lnTo>
                  <a:lnTo>
                    <a:pt x="343" y="203"/>
                  </a:lnTo>
                  <a:lnTo>
                    <a:pt x="336" y="202"/>
                  </a:lnTo>
                  <a:lnTo>
                    <a:pt x="332" y="200"/>
                  </a:lnTo>
                  <a:lnTo>
                    <a:pt x="330" y="199"/>
                  </a:lnTo>
                  <a:lnTo>
                    <a:pt x="326" y="199"/>
                  </a:lnTo>
                  <a:lnTo>
                    <a:pt x="324" y="200"/>
                  </a:lnTo>
                  <a:lnTo>
                    <a:pt x="322" y="200"/>
                  </a:lnTo>
                  <a:lnTo>
                    <a:pt x="319" y="199"/>
                  </a:lnTo>
                  <a:lnTo>
                    <a:pt x="318" y="200"/>
                  </a:lnTo>
                  <a:lnTo>
                    <a:pt x="318" y="203"/>
                  </a:lnTo>
                  <a:lnTo>
                    <a:pt x="319" y="206"/>
                  </a:lnTo>
                  <a:lnTo>
                    <a:pt x="319" y="208"/>
                  </a:lnTo>
                  <a:lnTo>
                    <a:pt x="315" y="210"/>
                  </a:lnTo>
                  <a:lnTo>
                    <a:pt x="309" y="210"/>
                  </a:lnTo>
                  <a:lnTo>
                    <a:pt x="299" y="208"/>
                  </a:lnTo>
                  <a:lnTo>
                    <a:pt x="297" y="207"/>
                  </a:lnTo>
                  <a:lnTo>
                    <a:pt x="293" y="207"/>
                  </a:lnTo>
                  <a:lnTo>
                    <a:pt x="291" y="210"/>
                  </a:lnTo>
                  <a:lnTo>
                    <a:pt x="291" y="211"/>
                  </a:lnTo>
                  <a:lnTo>
                    <a:pt x="289" y="212"/>
                  </a:lnTo>
                  <a:lnTo>
                    <a:pt x="289" y="214"/>
                  </a:lnTo>
                  <a:lnTo>
                    <a:pt x="289" y="214"/>
                  </a:lnTo>
                  <a:lnTo>
                    <a:pt x="286" y="216"/>
                  </a:lnTo>
                  <a:lnTo>
                    <a:pt x="284" y="218"/>
                  </a:lnTo>
                  <a:lnTo>
                    <a:pt x="280" y="223"/>
                  </a:lnTo>
                  <a:lnTo>
                    <a:pt x="278" y="225"/>
                  </a:lnTo>
                  <a:lnTo>
                    <a:pt x="276" y="228"/>
                  </a:lnTo>
                  <a:lnTo>
                    <a:pt x="274" y="232"/>
                  </a:lnTo>
                  <a:lnTo>
                    <a:pt x="269" y="236"/>
                  </a:lnTo>
                  <a:lnTo>
                    <a:pt x="268" y="236"/>
                  </a:lnTo>
                  <a:lnTo>
                    <a:pt x="262" y="233"/>
                  </a:lnTo>
                  <a:lnTo>
                    <a:pt x="259" y="232"/>
                  </a:lnTo>
                  <a:lnTo>
                    <a:pt x="255" y="233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3" y="222"/>
                  </a:lnTo>
                  <a:lnTo>
                    <a:pt x="234" y="222"/>
                  </a:lnTo>
                  <a:lnTo>
                    <a:pt x="234" y="204"/>
                  </a:lnTo>
                  <a:lnTo>
                    <a:pt x="230" y="206"/>
                  </a:lnTo>
                  <a:lnTo>
                    <a:pt x="227" y="198"/>
                  </a:lnTo>
                  <a:lnTo>
                    <a:pt x="220" y="194"/>
                  </a:lnTo>
                  <a:lnTo>
                    <a:pt x="201" y="194"/>
                  </a:lnTo>
                  <a:lnTo>
                    <a:pt x="183" y="195"/>
                  </a:lnTo>
                  <a:lnTo>
                    <a:pt x="173" y="190"/>
                  </a:lnTo>
                  <a:lnTo>
                    <a:pt x="166" y="187"/>
                  </a:lnTo>
                  <a:lnTo>
                    <a:pt x="147" y="174"/>
                  </a:lnTo>
                  <a:lnTo>
                    <a:pt x="116" y="179"/>
                  </a:lnTo>
                  <a:lnTo>
                    <a:pt x="126" y="236"/>
                  </a:lnTo>
                  <a:lnTo>
                    <a:pt x="124" y="236"/>
                  </a:lnTo>
                  <a:lnTo>
                    <a:pt x="119" y="237"/>
                  </a:lnTo>
                  <a:lnTo>
                    <a:pt x="111" y="228"/>
                  </a:lnTo>
                  <a:lnTo>
                    <a:pt x="103" y="224"/>
                  </a:lnTo>
                  <a:lnTo>
                    <a:pt x="95" y="223"/>
                  </a:lnTo>
                  <a:lnTo>
                    <a:pt x="90" y="224"/>
                  </a:lnTo>
                  <a:lnTo>
                    <a:pt x="82" y="231"/>
                  </a:lnTo>
                  <a:lnTo>
                    <a:pt x="82" y="228"/>
                  </a:lnTo>
                  <a:lnTo>
                    <a:pt x="81" y="225"/>
                  </a:lnTo>
                  <a:lnTo>
                    <a:pt x="82" y="222"/>
                  </a:lnTo>
                  <a:lnTo>
                    <a:pt x="83" y="219"/>
                  </a:lnTo>
                  <a:lnTo>
                    <a:pt x="83" y="218"/>
                  </a:lnTo>
                  <a:lnTo>
                    <a:pt x="83" y="216"/>
                  </a:lnTo>
                  <a:lnTo>
                    <a:pt x="82" y="216"/>
                  </a:lnTo>
                  <a:lnTo>
                    <a:pt x="79" y="216"/>
                  </a:lnTo>
                  <a:lnTo>
                    <a:pt x="78" y="215"/>
                  </a:lnTo>
                  <a:lnTo>
                    <a:pt x="75" y="215"/>
                  </a:lnTo>
                  <a:lnTo>
                    <a:pt x="74" y="216"/>
                  </a:lnTo>
                  <a:lnTo>
                    <a:pt x="73" y="215"/>
                  </a:lnTo>
                  <a:lnTo>
                    <a:pt x="72" y="214"/>
                  </a:lnTo>
                  <a:lnTo>
                    <a:pt x="72" y="212"/>
                  </a:lnTo>
                  <a:lnTo>
                    <a:pt x="70" y="211"/>
                  </a:lnTo>
                  <a:lnTo>
                    <a:pt x="69" y="210"/>
                  </a:lnTo>
                  <a:lnTo>
                    <a:pt x="69" y="210"/>
                  </a:lnTo>
                  <a:lnTo>
                    <a:pt x="66" y="211"/>
                  </a:lnTo>
                  <a:lnTo>
                    <a:pt x="65" y="211"/>
                  </a:lnTo>
                  <a:lnTo>
                    <a:pt x="65" y="208"/>
                  </a:lnTo>
                  <a:lnTo>
                    <a:pt x="65" y="206"/>
                  </a:lnTo>
                  <a:lnTo>
                    <a:pt x="62" y="202"/>
                  </a:lnTo>
                  <a:lnTo>
                    <a:pt x="61" y="200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58" y="197"/>
                  </a:lnTo>
                  <a:lnTo>
                    <a:pt x="57" y="195"/>
                  </a:lnTo>
                  <a:lnTo>
                    <a:pt x="56" y="194"/>
                  </a:lnTo>
                  <a:lnTo>
                    <a:pt x="53" y="194"/>
                  </a:lnTo>
                  <a:lnTo>
                    <a:pt x="52" y="193"/>
                  </a:lnTo>
                  <a:lnTo>
                    <a:pt x="52" y="191"/>
                  </a:lnTo>
                  <a:lnTo>
                    <a:pt x="53" y="190"/>
                  </a:lnTo>
                  <a:lnTo>
                    <a:pt x="54" y="190"/>
                  </a:lnTo>
                  <a:lnTo>
                    <a:pt x="57" y="190"/>
                  </a:lnTo>
                  <a:lnTo>
                    <a:pt x="58" y="190"/>
                  </a:lnTo>
                  <a:lnTo>
                    <a:pt x="60" y="190"/>
                  </a:lnTo>
                  <a:lnTo>
                    <a:pt x="61" y="191"/>
                  </a:lnTo>
                  <a:lnTo>
                    <a:pt x="62" y="190"/>
                  </a:lnTo>
                  <a:lnTo>
                    <a:pt x="64" y="189"/>
                  </a:lnTo>
                  <a:lnTo>
                    <a:pt x="65" y="190"/>
                  </a:lnTo>
                  <a:lnTo>
                    <a:pt x="66" y="190"/>
                  </a:lnTo>
                  <a:lnTo>
                    <a:pt x="65" y="189"/>
                  </a:lnTo>
                  <a:lnTo>
                    <a:pt x="64" y="189"/>
                  </a:lnTo>
                  <a:lnTo>
                    <a:pt x="62" y="189"/>
                  </a:lnTo>
                  <a:lnTo>
                    <a:pt x="62" y="186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1" y="182"/>
                  </a:lnTo>
                  <a:lnTo>
                    <a:pt x="61" y="179"/>
                  </a:lnTo>
                  <a:lnTo>
                    <a:pt x="61" y="178"/>
                  </a:lnTo>
                  <a:lnTo>
                    <a:pt x="62" y="177"/>
                  </a:lnTo>
                  <a:lnTo>
                    <a:pt x="65" y="177"/>
                  </a:lnTo>
                  <a:lnTo>
                    <a:pt x="66" y="175"/>
                  </a:lnTo>
                  <a:lnTo>
                    <a:pt x="69" y="177"/>
                  </a:lnTo>
                  <a:lnTo>
                    <a:pt x="70" y="175"/>
                  </a:lnTo>
                  <a:lnTo>
                    <a:pt x="73" y="175"/>
                  </a:lnTo>
                  <a:lnTo>
                    <a:pt x="74" y="177"/>
                  </a:lnTo>
                  <a:lnTo>
                    <a:pt x="74" y="175"/>
                  </a:lnTo>
                  <a:lnTo>
                    <a:pt x="77" y="175"/>
                  </a:lnTo>
                  <a:lnTo>
                    <a:pt x="78" y="178"/>
                  </a:lnTo>
                  <a:lnTo>
                    <a:pt x="81" y="178"/>
                  </a:lnTo>
                  <a:lnTo>
                    <a:pt x="82" y="177"/>
                  </a:lnTo>
                  <a:lnTo>
                    <a:pt x="83" y="175"/>
                  </a:lnTo>
                  <a:lnTo>
                    <a:pt x="81" y="175"/>
                  </a:lnTo>
                  <a:lnTo>
                    <a:pt x="79" y="174"/>
                  </a:lnTo>
                  <a:lnTo>
                    <a:pt x="78" y="172"/>
                  </a:lnTo>
                  <a:lnTo>
                    <a:pt x="78" y="169"/>
                  </a:lnTo>
                  <a:lnTo>
                    <a:pt x="79" y="168"/>
                  </a:lnTo>
                  <a:lnTo>
                    <a:pt x="81" y="168"/>
                  </a:lnTo>
                  <a:lnTo>
                    <a:pt x="79" y="166"/>
                  </a:lnTo>
                  <a:lnTo>
                    <a:pt x="79" y="165"/>
                  </a:lnTo>
                  <a:lnTo>
                    <a:pt x="78" y="164"/>
                  </a:lnTo>
                  <a:lnTo>
                    <a:pt x="79" y="162"/>
                  </a:lnTo>
                  <a:lnTo>
                    <a:pt x="79" y="160"/>
                  </a:lnTo>
                  <a:lnTo>
                    <a:pt x="78" y="158"/>
                  </a:lnTo>
                  <a:lnTo>
                    <a:pt x="78" y="157"/>
                  </a:lnTo>
                  <a:lnTo>
                    <a:pt x="78" y="156"/>
                  </a:lnTo>
                  <a:lnTo>
                    <a:pt x="78" y="154"/>
                  </a:lnTo>
                  <a:lnTo>
                    <a:pt x="77" y="154"/>
                  </a:lnTo>
                  <a:lnTo>
                    <a:pt x="75" y="153"/>
                  </a:lnTo>
                  <a:lnTo>
                    <a:pt x="75" y="152"/>
                  </a:lnTo>
                  <a:lnTo>
                    <a:pt x="72" y="152"/>
                  </a:lnTo>
                  <a:lnTo>
                    <a:pt x="70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8" y="153"/>
                  </a:lnTo>
                  <a:lnTo>
                    <a:pt x="68" y="154"/>
                  </a:lnTo>
                  <a:lnTo>
                    <a:pt x="66" y="154"/>
                  </a:lnTo>
                  <a:lnTo>
                    <a:pt x="64" y="154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4"/>
                  </a:lnTo>
                  <a:lnTo>
                    <a:pt x="61" y="153"/>
                  </a:lnTo>
                  <a:lnTo>
                    <a:pt x="61" y="150"/>
                  </a:lnTo>
                  <a:lnTo>
                    <a:pt x="60" y="150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7" y="150"/>
                  </a:lnTo>
                  <a:lnTo>
                    <a:pt x="53" y="150"/>
                  </a:lnTo>
                  <a:lnTo>
                    <a:pt x="52" y="152"/>
                  </a:lnTo>
                  <a:lnTo>
                    <a:pt x="52" y="154"/>
                  </a:lnTo>
                  <a:lnTo>
                    <a:pt x="50" y="154"/>
                  </a:lnTo>
                  <a:lnTo>
                    <a:pt x="50" y="153"/>
                  </a:lnTo>
                  <a:lnTo>
                    <a:pt x="49" y="153"/>
                  </a:lnTo>
                  <a:lnTo>
                    <a:pt x="48" y="156"/>
                  </a:lnTo>
                  <a:lnTo>
                    <a:pt x="47" y="156"/>
                  </a:lnTo>
                  <a:lnTo>
                    <a:pt x="45" y="157"/>
                  </a:lnTo>
                  <a:lnTo>
                    <a:pt x="44" y="158"/>
                  </a:lnTo>
                  <a:lnTo>
                    <a:pt x="43" y="158"/>
                  </a:lnTo>
                  <a:lnTo>
                    <a:pt x="41" y="160"/>
                  </a:lnTo>
                  <a:lnTo>
                    <a:pt x="41" y="161"/>
                  </a:lnTo>
                  <a:lnTo>
                    <a:pt x="40" y="160"/>
                  </a:lnTo>
                  <a:lnTo>
                    <a:pt x="39" y="160"/>
                  </a:lnTo>
                  <a:lnTo>
                    <a:pt x="39" y="161"/>
                  </a:lnTo>
                  <a:lnTo>
                    <a:pt x="36" y="161"/>
                  </a:lnTo>
                  <a:lnTo>
                    <a:pt x="36" y="160"/>
                  </a:lnTo>
                  <a:lnTo>
                    <a:pt x="35" y="160"/>
                  </a:lnTo>
                  <a:lnTo>
                    <a:pt x="32" y="157"/>
                  </a:lnTo>
                  <a:lnTo>
                    <a:pt x="29" y="158"/>
                  </a:lnTo>
                  <a:lnTo>
                    <a:pt x="24" y="156"/>
                  </a:lnTo>
                  <a:lnTo>
                    <a:pt x="25" y="154"/>
                  </a:lnTo>
                  <a:lnTo>
                    <a:pt x="29" y="154"/>
                  </a:lnTo>
                  <a:lnTo>
                    <a:pt x="24" y="145"/>
                  </a:lnTo>
                  <a:lnTo>
                    <a:pt x="19" y="141"/>
                  </a:lnTo>
                  <a:lnTo>
                    <a:pt x="12" y="139"/>
                  </a:lnTo>
                  <a:lnTo>
                    <a:pt x="11" y="140"/>
                  </a:lnTo>
                  <a:lnTo>
                    <a:pt x="7" y="137"/>
                  </a:lnTo>
                  <a:lnTo>
                    <a:pt x="7" y="135"/>
                  </a:lnTo>
                  <a:lnTo>
                    <a:pt x="6" y="132"/>
                  </a:lnTo>
                  <a:lnTo>
                    <a:pt x="0" y="131"/>
                  </a:lnTo>
                  <a:lnTo>
                    <a:pt x="3" y="125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2" y="111"/>
                  </a:lnTo>
                  <a:lnTo>
                    <a:pt x="3" y="110"/>
                  </a:lnTo>
                  <a:lnTo>
                    <a:pt x="7" y="106"/>
                  </a:lnTo>
                  <a:lnTo>
                    <a:pt x="7" y="103"/>
                  </a:lnTo>
                  <a:lnTo>
                    <a:pt x="8" y="100"/>
                  </a:lnTo>
                  <a:lnTo>
                    <a:pt x="15" y="107"/>
                  </a:lnTo>
                  <a:lnTo>
                    <a:pt x="15" y="108"/>
                  </a:lnTo>
                  <a:lnTo>
                    <a:pt x="19" y="111"/>
                  </a:lnTo>
                  <a:lnTo>
                    <a:pt x="23" y="111"/>
                  </a:lnTo>
                  <a:lnTo>
                    <a:pt x="23" y="107"/>
                  </a:lnTo>
                  <a:lnTo>
                    <a:pt x="24" y="106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8" y="97"/>
                  </a:lnTo>
                  <a:lnTo>
                    <a:pt x="28" y="93"/>
                  </a:lnTo>
                  <a:lnTo>
                    <a:pt x="27" y="91"/>
                  </a:lnTo>
                  <a:lnTo>
                    <a:pt x="28" y="89"/>
                  </a:lnTo>
                  <a:lnTo>
                    <a:pt x="31" y="86"/>
                  </a:lnTo>
                  <a:lnTo>
                    <a:pt x="32" y="86"/>
                  </a:lnTo>
                  <a:lnTo>
                    <a:pt x="33" y="83"/>
                  </a:lnTo>
                  <a:lnTo>
                    <a:pt x="36" y="82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7" y="78"/>
                  </a:lnTo>
                  <a:lnTo>
                    <a:pt x="39" y="77"/>
                  </a:lnTo>
                  <a:lnTo>
                    <a:pt x="41" y="78"/>
                  </a:lnTo>
                  <a:lnTo>
                    <a:pt x="45" y="79"/>
                  </a:lnTo>
                  <a:lnTo>
                    <a:pt x="44" y="81"/>
                  </a:lnTo>
                  <a:lnTo>
                    <a:pt x="43" y="83"/>
                  </a:lnTo>
                  <a:lnTo>
                    <a:pt x="44" y="85"/>
                  </a:lnTo>
                  <a:lnTo>
                    <a:pt x="47" y="83"/>
                  </a:lnTo>
                  <a:lnTo>
                    <a:pt x="47" y="81"/>
                  </a:lnTo>
                  <a:lnTo>
                    <a:pt x="48" y="81"/>
                  </a:lnTo>
                  <a:lnTo>
                    <a:pt x="48" y="82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4" y="77"/>
                  </a:lnTo>
                  <a:lnTo>
                    <a:pt x="57" y="77"/>
                  </a:lnTo>
                  <a:lnTo>
                    <a:pt x="58" y="81"/>
                  </a:lnTo>
                  <a:lnTo>
                    <a:pt x="61" y="82"/>
                  </a:lnTo>
                  <a:lnTo>
                    <a:pt x="65" y="81"/>
                  </a:lnTo>
                  <a:lnTo>
                    <a:pt x="68" y="81"/>
                  </a:lnTo>
                  <a:lnTo>
                    <a:pt x="69" y="82"/>
                  </a:lnTo>
                  <a:lnTo>
                    <a:pt x="70" y="82"/>
                  </a:lnTo>
                  <a:lnTo>
                    <a:pt x="73" y="86"/>
                  </a:lnTo>
                  <a:lnTo>
                    <a:pt x="75" y="86"/>
                  </a:lnTo>
                  <a:lnTo>
                    <a:pt x="77" y="89"/>
                  </a:lnTo>
                  <a:lnTo>
                    <a:pt x="79" y="91"/>
                  </a:lnTo>
                  <a:lnTo>
                    <a:pt x="82" y="91"/>
                  </a:lnTo>
                  <a:lnTo>
                    <a:pt x="83" y="93"/>
                  </a:lnTo>
                  <a:lnTo>
                    <a:pt x="83" y="95"/>
                  </a:lnTo>
                  <a:lnTo>
                    <a:pt x="85" y="95"/>
                  </a:lnTo>
                  <a:lnTo>
                    <a:pt x="86" y="94"/>
                  </a:lnTo>
                  <a:lnTo>
                    <a:pt x="86" y="90"/>
                  </a:lnTo>
                  <a:lnTo>
                    <a:pt x="89" y="89"/>
                  </a:lnTo>
                  <a:lnTo>
                    <a:pt x="90" y="91"/>
                  </a:lnTo>
                  <a:lnTo>
                    <a:pt x="94" y="91"/>
                  </a:lnTo>
                  <a:lnTo>
                    <a:pt x="95" y="94"/>
                  </a:lnTo>
                  <a:lnTo>
                    <a:pt x="98" y="95"/>
                  </a:lnTo>
                  <a:lnTo>
                    <a:pt x="101" y="93"/>
                  </a:lnTo>
                  <a:lnTo>
                    <a:pt x="101" y="89"/>
                  </a:lnTo>
                  <a:lnTo>
                    <a:pt x="103" y="87"/>
                  </a:lnTo>
                  <a:lnTo>
                    <a:pt x="103" y="86"/>
                  </a:lnTo>
                  <a:lnTo>
                    <a:pt x="104" y="85"/>
                  </a:lnTo>
                  <a:lnTo>
                    <a:pt x="107" y="87"/>
                  </a:lnTo>
                  <a:lnTo>
                    <a:pt x="107" y="85"/>
                  </a:lnTo>
                  <a:lnTo>
                    <a:pt x="110" y="85"/>
                  </a:lnTo>
                  <a:lnTo>
                    <a:pt x="114" y="87"/>
                  </a:lnTo>
                  <a:lnTo>
                    <a:pt x="114" y="89"/>
                  </a:lnTo>
                  <a:lnTo>
                    <a:pt x="118" y="89"/>
                  </a:lnTo>
                  <a:lnTo>
                    <a:pt x="118" y="86"/>
                  </a:lnTo>
                  <a:lnTo>
                    <a:pt x="119" y="85"/>
                  </a:lnTo>
                  <a:lnTo>
                    <a:pt x="122" y="86"/>
                  </a:lnTo>
                  <a:lnTo>
                    <a:pt x="123" y="83"/>
                  </a:lnTo>
                  <a:lnTo>
                    <a:pt x="126" y="85"/>
                  </a:lnTo>
                  <a:lnTo>
                    <a:pt x="128" y="86"/>
                  </a:lnTo>
                  <a:lnTo>
                    <a:pt x="127" y="87"/>
                  </a:lnTo>
                  <a:lnTo>
                    <a:pt x="126" y="89"/>
                  </a:lnTo>
                  <a:lnTo>
                    <a:pt x="127" y="91"/>
                  </a:lnTo>
                  <a:lnTo>
                    <a:pt x="129" y="93"/>
                  </a:lnTo>
                  <a:lnTo>
                    <a:pt x="131" y="91"/>
                  </a:lnTo>
                  <a:lnTo>
                    <a:pt x="132" y="93"/>
                  </a:lnTo>
                  <a:lnTo>
                    <a:pt x="136" y="93"/>
                  </a:lnTo>
                  <a:lnTo>
                    <a:pt x="140" y="94"/>
                  </a:lnTo>
                  <a:lnTo>
                    <a:pt x="143" y="94"/>
                  </a:lnTo>
                  <a:lnTo>
                    <a:pt x="144" y="91"/>
                  </a:lnTo>
                  <a:lnTo>
                    <a:pt x="144" y="89"/>
                  </a:lnTo>
                  <a:lnTo>
                    <a:pt x="145" y="89"/>
                  </a:lnTo>
                  <a:lnTo>
                    <a:pt x="149" y="90"/>
                  </a:lnTo>
                  <a:lnTo>
                    <a:pt x="152" y="91"/>
                  </a:lnTo>
                  <a:lnTo>
                    <a:pt x="156" y="90"/>
                  </a:lnTo>
                  <a:lnTo>
                    <a:pt x="157" y="87"/>
                  </a:lnTo>
                  <a:lnTo>
                    <a:pt x="157" y="78"/>
                  </a:lnTo>
                  <a:lnTo>
                    <a:pt x="156" y="77"/>
                  </a:lnTo>
                  <a:lnTo>
                    <a:pt x="152" y="77"/>
                  </a:lnTo>
                  <a:lnTo>
                    <a:pt x="149" y="75"/>
                  </a:lnTo>
                  <a:lnTo>
                    <a:pt x="149" y="74"/>
                  </a:lnTo>
                  <a:lnTo>
                    <a:pt x="147" y="73"/>
                  </a:lnTo>
                  <a:lnTo>
                    <a:pt x="145" y="72"/>
                  </a:lnTo>
                  <a:lnTo>
                    <a:pt x="143" y="72"/>
                  </a:lnTo>
                  <a:lnTo>
                    <a:pt x="143" y="70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44" y="68"/>
                  </a:lnTo>
                  <a:lnTo>
                    <a:pt x="144" y="65"/>
                  </a:lnTo>
                  <a:lnTo>
                    <a:pt x="147" y="62"/>
                  </a:lnTo>
                  <a:lnTo>
                    <a:pt x="145" y="60"/>
                  </a:lnTo>
                  <a:lnTo>
                    <a:pt x="144" y="60"/>
                  </a:lnTo>
                  <a:lnTo>
                    <a:pt x="144" y="57"/>
                  </a:lnTo>
                  <a:lnTo>
                    <a:pt x="147" y="53"/>
                  </a:lnTo>
                  <a:lnTo>
                    <a:pt x="149" y="50"/>
                  </a:lnTo>
                  <a:lnTo>
                    <a:pt x="153" y="50"/>
                  </a:lnTo>
                  <a:lnTo>
                    <a:pt x="156" y="52"/>
                  </a:lnTo>
                  <a:lnTo>
                    <a:pt x="157" y="50"/>
                  </a:lnTo>
                  <a:lnTo>
                    <a:pt x="157" y="48"/>
                  </a:lnTo>
                  <a:lnTo>
                    <a:pt x="154" y="48"/>
                  </a:lnTo>
                  <a:lnTo>
                    <a:pt x="153" y="45"/>
                  </a:lnTo>
                  <a:lnTo>
                    <a:pt x="151" y="45"/>
                  </a:lnTo>
                  <a:lnTo>
                    <a:pt x="149" y="47"/>
                  </a:lnTo>
                  <a:lnTo>
                    <a:pt x="147" y="45"/>
                  </a:lnTo>
                  <a:lnTo>
                    <a:pt x="144" y="45"/>
                  </a:lnTo>
                  <a:lnTo>
                    <a:pt x="144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47" y="40"/>
                  </a:lnTo>
                  <a:lnTo>
                    <a:pt x="144" y="41"/>
                  </a:lnTo>
                  <a:lnTo>
                    <a:pt x="143" y="40"/>
                  </a:lnTo>
                  <a:lnTo>
                    <a:pt x="143" y="39"/>
                  </a:lnTo>
                  <a:lnTo>
                    <a:pt x="141" y="36"/>
                  </a:lnTo>
                  <a:lnTo>
                    <a:pt x="143" y="36"/>
                  </a:lnTo>
                  <a:lnTo>
                    <a:pt x="145" y="35"/>
                  </a:lnTo>
                  <a:lnTo>
                    <a:pt x="147" y="33"/>
                  </a:lnTo>
                  <a:lnTo>
                    <a:pt x="148" y="33"/>
                  </a:lnTo>
                  <a:lnTo>
                    <a:pt x="149" y="35"/>
                  </a:lnTo>
                  <a:lnTo>
                    <a:pt x="152" y="35"/>
                  </a:lnTo>
                  <a:lnTo>
                    <a:pt x="154" y="36"/>
                  </a:lnTo>
                  <a:lnTo>
                    <a:pt x="154" y="35"/>
                  </a:lnTo>
                  <a:lnTo>
                    <a:pt x="154" y="33"/>
                  </a:lnTo>
                  <a:lnTo>
                    <a:pt x="157" y="32"/>
                  </a:lnTo>
                  <a:lnTo>
                    <a:pt x="158" y="32"/>
                  </a:lnTo>
                  <a:lnTo>
                    <a:pt x="160" y="35"/>
                  </a:lnTo>
                  <a:lnTo>
                    <a:pt x="161" y="33"/>
                  </a:lnTo>
                  <a:lnTo>
                    <a:pt x="162" y="31"/>
                  </a:lnTo>
                  <a:lnTo>
                    <a:pt x="166" y="29"/>
                  </a:lnTo>
                  <a:lnTo>
                    <a:pt x="169" y="29"/>
                  </a:lnTo>
                  <a:lnTo>
                    <a:pt x="172" y="28"/>
                  </a:lnTo>
                  <a:lnTo>
                    <a:pt x="174" y="28"/>
                  </a:lnTo>
                  <a:lnTo>
                    <a:pt x="176" y="27"/>
                  </a:lnTo>
                  <a:lnTo>
                    <a:pt x="178" y="25"/>
                  </a:lnTo>
                  <a:lnTo>
                    <a:pt x="181" y="25"/>
                  </a:lnTo>
                  <a:lnTo>
                    <a:pt x="183" y="24"/>
                  </a:lnTo>
                  <a:lnTo>
                    <a:pt x="185" y="24"/>
                  </a:lnTo>
                  <a:lnTo>
                    <a:pt x="186" y="24"/>
                  </a:lnTo>
                  <a:lnTo>
                    <a:pt x="187" y="23"/>
                  </a:lnTo>
                  <a:lnTo>
                    <a:pt x="187" y="22"/>
                  </a:lnTo>
                  <a:lnTo>
                    <a:pt x="189" y="20"/>
                  </a:lnTo>
                  <a:lnTo>
                    <a:pt x="191" y="20"/>
                  </a:lnTo>
                  <a:lnTo>
                    <a:pt x="191" y="18"/>
                  </a:lnTo>
                  <a:lnTo>
                    <a:pt x="193" y="18"/>
                  </a:lnTo>
                  <a:lnTo>
                    <a:pt x="194" y="18"/>
                  </a:lnTo>
                  <a:lnTo>
                    <a:pt x="197" y="19"/>
                  </a:lnTo>
                  <a:lnTo>
                    <a:pt x="198" y="18"/>
                  </a:lnTo>
                  <a:lnTo>
                    <a:pt x="201" y="16"/>
                  </a:lnTo>
                  <a:lnTo>
                    <a:pt x="206" y="12"/>
                  </a:lnTo>
                  <a:lnTo>
                    <a:pt x="207" y="12"/>
                  </a:lnTo>
                  <a:lnTo>
                    <a:pt x="208" y="12"/>
                  </a:lnTo>
                  <a:lnTo>
                    <a:pt x="211" y="11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8" y="10"/>
                  </a:lnTo>
                  <a:lnTo>
                    <a:pt x="218" y="7"/>
                  </a:lnTo>
                  <a:lnTo>
                    <a:pt x="216" y="6"/>
                  </a:lnTo>
                  <a:lnTo>
                    <a:pt x="218" y="6"/>
                  </a:lnTo>
                  <a:lnTo>
                    <a:pt x="220" y="4"/>
                  </a:lnTo>
                  <a:lnTo>
                    <a:pt x="222" y="3"/>
                  </a:lnTo>
                  <a:lnTo>
                    <a:pt x="223" y="2"/>
                  </a:lnTo>
                  <a:lnTo>
                    <a:pt x="226" y="2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" name="Freeform 349"/>
            <p:cNvSpPr>
              <a:spLocks/>
            </p:cNvSpPr>
            <p:nvPr/>
          </p:nvSpPr>
          <p:spPr bwMode="auto">
            <a:xfrm>
              <a:off x="7346280" y="2845518"/>
              <a:ext cx="484710" cy="301992"/>
            </a:xfrm>
            <a:custGeom>
              <a:avLst/>
              <a:gdLst>
                <a:gd name="T0" fmla="*/ 50 w 191"/>
                <a:gd name="T1" fmla="*/ 13 h 119"/>
                <a:gd name="T2" fmla="*/ 67 w 191"/>
                <a:gd name="T3" fmla="*/ 21 h 119"/>
                <a:gd name="T4" fmla="*/ 104 w 191"/>
                <a:gd name="T5" fmla="*/ 20 h 119"/>
                <a:gd name="T6" fmla="*/ 114 w 191"/>
                <a:gd name="T7" fmla="*/ 32 h 119"/>
                <a:gd name="T8" fmla="*/ 118 w 191"/>
                <a:gd name="T9" fmla="*/ 48 h 119"/>
                <a:gd name="T10" fmla="*/ 131 w 191"/>
                <a:gd name="T11" fmla="*/ 62 h 119"/>
                <a:gd name="T12" fmla="*/ 139 w 191"/>
                <a:gd name="T13" fmla="*/ 59 h 119"/>
                <a:gd name="T14" fmla="*/ 146 w 191"/>
                <a:gd name="T15" fmla="*/ 59 h 119"/>
                <a:gd name="T16" fmla="*/ 153 w 191"/>
                <a:gd name="T17" fmla="*/ 62 h 119"/>
                <a:gd name="T18" fmla="*/ 160 w 191"/>
                <a:gd name="T19" fmla="*/ 54 h 119"/>
                <a:gd name="T20" fmla="*/ 164 w 191"/>
                <a:gd name="T21" fmla="*/ 49 h 119"/>
                <a:gd name="T22" fmla="*/ 170 w 191"/>
                <a:gd name="T23" fmla="*/ 42 h 119"/>
                <a:gd name="T24" fmla="*/ 174 w 191"/>
                <a:gd name="T25" fmla="*/ 40 h 119"/>
                <a:gd name="T26" fmla="*/ 170 w 191"/>
                <a:gd name="T27" fmla="*/ 48 h 119"/>
                <a:gd name="T28" fmla="*/ 171 w 191"/>
                <a:gd name="T29" fmla="*/ 53 h 119"/>
                <a:gd name="T30" fmla="*/ 178 w 191"/>
                <a:gd name="T31" fmla="*/ 55 h 119"/>
                <a:gd name="T32" fmla="*/ 183 w 191"/>
                <a:gd name="T33" fmla="*/ 54 h 119"/>
                <a:gd name="T34" fmla="*/ 185 w 191"/>
                <a:gd name="T35" fmla="*/ 51 h 119"/>
                <a:gd name="T36" fmla="*/ 191 w 191"/>
                <a:gd name="T37" fmla="*/ 58 h 119"/>
                <a:gd name="T38" fmla="*/ 183 w 191"/>
                <a:gd name="T39" fmla="*/ 62 h 119"/>
                <a:gd name="T40" fmla="*/ 177 w 191"/>
                <a:gd name="T41" fmla="*/ 61 h 119"/>
                <a:gd name="T42" fmla="*/ 170 w 191"/>
                <a:gd name="T43" fmla="*/ 62 h 119"/>
                <a:gd name="T44" fmla="*/ 165 w 191"/>
                <a:gd name="T45" fmla="*/ 65 h 119"/>
                <a:gd name="T46" fmla="*/ 162 w 191"/>
                <a:gd name="T47" fmla="*/ 69 h 119"/>
                <a:gd name="T48" fmla="*/ 165 w 191"/>
                <a:gd name="T49" fmla="*/ 73 h 119"/>
                <a:gd name="T50" fmla="*/ 156 w 191"/>
                <a:gd name="T51" fmla="*/ 75 h 119"/>
                <a:gd name="T52" fmla="*/ 158 w 191"/>
                <a:gd name="T53" fmla="*/ 78 h 119"/>
                <a:gd name="T54" fmla="*/ 153 w 191"/>
                <a:gd name="T55" fmla="*/ 83 h 119"/>
                <a:gd name="T56" fmla="*/ 145 w 191"/>
                <a:gd name="T57" fmla="*/ 82 h 119"/>
                <a:gd name="T58" fmla="*/ 144 w 191"/>
                <a:gd name="T59" fmla="*/ 88 h 119"/>
                <a:gd name="T60" fmla="*/ 149 w 191"/>
                <a:gd name="T61" fmla="*/ 91 h 119"/>
                <a:gd name="T62" fmla="*/ 153 w 191"/>
                <a:gd name="T63" fmla="*/ 94 h 119"/>
                <a:gd name="T64" fmla="*/ 153 w 191"/>
                <a:gd name="T65" fmla="*/ 99 h 119"/>
                <a:gd name="T66" fmla="*/ 156 w 191"/>
                <a:gd name="T67" fmla="*/ 104 h 119"/>
                <a:gd name="T68" fmla="*/ 152 w 191"/>
                <a:gd name="T69" fmla="*/ 111 h 119"/>
                <a:gd name="T70" fmla="*/ 150 w 191"/>
                <a:gd name="T71" fmla="*/ 117 h 119"/>
                <a:gd name="T72" fmla="*/ 146 w 191"/>
                <a:gd name="T73" fmla="*/ 119 h 119"/>
                <a:gd name="T74" fmla="*/ 143 w 191"/>
                <a:gd name="T75" fmla="*/ 116 h 119"/>
                <a:gd name="T76" fmla="*/ 137 w 191"/>
                <a:gd name="T77" fmla="*/ 116 h 119"/>
                <a:gd name="T78" fmla="*/ 136 w 191"/>
                <a:gd name="T79" fmla="*/ 108 h 119"/>
                <a:gd name="T80" fmla="*/ 131 w 191"/>
                <a:gd name="T81" fmla="*/ 105 h 119"/>
                <a:gd name="T82" fmla="*/ 123 w 191"/>
                <a:gd name="T83" fmla="*/ 103 h 119"/>
                <a:gd name="T84" fmla="*/ 106 w 191"/>
                <a:gd name="T85" fmla="*/ 94 h 119"/>
                <a:gd name="T86" fmla="*/ 90 w 191"/>
                <a:gd name="T87" fmla="*/ 82 h 119"/>
                <a:gd name="T88" fmla="*/ 83 w 191"/>
                <a:gd name="T89" fmla="*/ 75 h 119"/>
                <a:gd name="T90" fmla="*/ 79 w 191"/>
                <a:gd name="T91" fmla="*/ 71 h 119"/>
                <a:gd name="T92" fmla="*/ 73 w 191"/>
                <a:gd name="T93" fmla="*/ 61 h 119"/>
                <a:gd name="T94" fmla="*/ 69 w 191"/>
                <a:gd name="T95" fmla="*/ 61 h 119"/>
                <a:gd name="T96" fmla="*/ 53 w 191"/>
                <a:gd name="T97" fmla="*/ 53 h 119"/>
                <a:gd name="T98" fmla="*/ 45 w 191"/>
                <a:gd name="T99" fmla="*/ 46 h 119"/>
                <a:gd name="T100" fmla="*/ 31 w 191"/>
                <a:gd name="T101" fmla="*/ 41 h 119"/>
                <a:gd name="T102" fmla="*/ 32 w 191"/>
                <a:gd name="T103" fmla="*/ 45 h 119"/>
                <a:gd name="T104" fmla="*/ 27 w 191"/>
                <a:gd name="T105" fmla="*/ 45 h 119"/>
                <a:gd name="T106" fmla="*/ 21 w 191"/>
                <a:gd name="T107" fmla="*/ 49 h 119"/>
                <a:gd name="T108" fmla="*/ 19 w 191"/>
                <a:gd name="T109" fmla="*/ 58 h 119"/>
                <a:gd name="T110" fmla="*/ 20 w 191"/>
                <a:gd name="T111" fmla="*/ 62 h 119"/>
                <a:gd name="T112" fmla="*/ 10 w 191"/>
                <a:gd name="T113" fmla="*/ 62 h 119"/>
                <a:gd name="T114" fmla="*/ 31 w 191"/>
                <a:gd name="T11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1" h="119">
                  <a:moveTo>
                    <a:pt x="31" y="0"/>
                  </a:moveTo>
                  <a:lnTo>
                    <a:pt x="50" y="13"/>
                  </a:lnTo>
                  <a:lnTo>
                    <a:pt x="57" y="16"/>
                  </a:lnTo>
                  <a:lnTo>
                    <a:pt x="67" y="21"/>
                  </a:lnTo>
                  <a:lnTo>
                    <a:pt x="85" y="20"/>
                  </a:lnTo>
                  <a:lnTo>
                    <a:pt x="104" y="20"/>
                  </a:lnTo>
                  <a:lnTo>
                    <a:pt x="111" y="24"/>
                  </a:lnTo>
                  <a:lnTo>
                    <a:pt x="114" y="32"/>
                  </a:lnTo>
                  <a:lnTo>
                    <a:pt x="118" y="30"/>
                  </a:lnTo>
                  <a:lnTo>
                    <a:pt x="118" y="48"/>
                  </a:lnTo>
                  <a:lnTo>
                    <a:pt x="127" y="48"/>
                  </a:lnTo>
                  <a:lnTo>
                    <a:pt x="131" y="62"/>
                  </a:lnTo>
                  <a:lnTo>
                    <a:pt x="133" y="62"/>
                  </a:lnTo>
                  <a:lnTo>
                    <a:pt x="139" y="59"/>
                  </a:lnTo>
                  <a:lnTo>
                    <a:pt x="143" y="58"/>
                  </a:lnTo>
                  <a:lnTo>
                    <a:pt x="146" y="59"/>
                  </a:lnTo>
                  <a:lnTo>
                    <a:pt x="152" y="62"/>
                  </a:lnTo>
                  <a:lnTo>
                    <a:pt x="153" y="62"/>
                  </a:lnTo>
                  <a:lnTo>
                    <a:pt x="158" y="58"/>
                  </a:lnTo>
                  <a:lnTo>
                    <a:pt x="160" y="54"/>
                  </a:lnTo>
                  <a:lnTo>
                    <a:pt x="162" y="51"/>
                  </a:lnTo>
                  <a:lnTo>
                    <a:pt x="164" y="49"/>
                  </a:lnTo>
                  <a:lnTo>
                    <a:pt x="168" y="44"/>
                  </a:lnTo>
                  <a:lnTo>
                    <a:pt x="170" y="42"/>
                  </a:lnTo>
                  <a:lnTo>
                    <a:pt x="173" y="40"/>
                  </a:lnTo>
                  <a:lnTo>
                    <a:pt x="174" y="40"/>
                  </a:lnTo>
                  <a:lnTo>
                    <a:pt x="174" y="42"/>
                  </a:lnTo>
                  <a:lnTo>
                    <a:pt x="170" y="48"/>
                  </a:lnTo>
                  <a:lnTo>
                    <a:pt x="169" y="51"/>
                  </a:lnTo>
                  <a:lnTo>
                    <a:pt x="171" y="53"/>
                  </a:lnTo>
                  <a:lnTo>
                    <a:pt x="177" y="54"/>
                  </a:lnTo>
                  <a:lnTo>
                    <a:pt x="178" y="55"/>
                  </a:lnTo>
                  <a:lnTo>
                    <a:pt x="181" y="57"/>
                  </a:lnTo>
                  <a:lnTo>
                    <a:pt x="183" y="54"/>
                  </a:lnTo>
                  <a:lnTo>
                    <a:pt x="183" y="51"/>
                  </a:lnTo>
                  <a:lnTo>
                    <a:pt x="185" y="51"/>
                  </a:lnTo>
                  <a:lnTo>
                    <a:pt x="190" y="55"/>
                  </a:lnTo>
                  <a:lnTo>
                    <a:pt x="191" y="58"/>
                  </a:lnTo>
                  <a:lnTo>
                    <a:pt x="187" y="62"/>
                  </a:lnTo>
                  <a:lnTo>
                    <a:pt x="183" y="62"/>
                  </a:lnTo>
                  <a:lnTo>
                    <a:pt x="178" y="63"/>
                  </a:lnTo>
                  <a:lnTo>
                    <a:pt x="177" y="61"/>
                  </a:lnTo>
                  <a:lnTo>
                    <a:pt x="174" y="58"/>
                  </a:lnTo>
                  <a:lnTo>
                    <a:pt x="170" y="62"/>
                  </a:lnTo>
                  <a:lnTo>
                    <a:pt x="168" y="62"/>
                  </a:lnTo>
                  <a:lnTo>
                    <a:pt x="165" y="65"/>
                  </a:lnTo>
                  <a:lnTo>
                    <a:pt x="162" y="66"/>
                  </a:lnTo>
                  <a:lnTo>
                    <a:pt x="162" y="69"/>
                  </a:lnTo>
                  <a:lnTo>
                    <a:pt x="165" y="70"/>
                  </a:lnTo>
                  <a:lnTo>
                    <a:pt x="165" y="73"/>
                  </a:lnTo>
                  <a:lnTo>
                    <a:pt x="161" y="74"/>
                  </a:lnTo>
                  <a:lnTo>
                    <a:pt x="156" y="75"/>
                  </a:lnTo>
                  <a:lnTo>
                    <a:pt x="157" y="76"/>
                  </a:lnTo>
                  <a:lnTo>
                    <a:pt x="158" y="78"/>
                  </a:lnTo>
                  <a:lnTo>
                    <a:pt x="153" y="79"/>
                  </a:lnTo>
                  <a:lnTo>
                    <a:pt x="153" y="83"/>
                  </a:lnTo>
                  <a:lnTo>
                    <a:pt x="150" y="83"/>
                  </a:lnTo>
                  <a:lnTo>
                    <a:pt x="145" y="82"/>
                  </a:lnTo>
                  <a:lnTo>
                    <a:pt x="144" y="84"/>
                  </a:lnTo>
                  <a:lnTo>
                    <a:pt x="144" y="88"/>
                  </a:lnTo>
                  <a:lnTo>
                    <a:pt x="146" y="92"/>
                  </a:lnTo>
                  <a:lnTo>
                    <a:pt x="149" y="91"/>
                  </a:lnTo>
                  <a:lnTo>
                    <a:pt x="152" y="91"/>
                  </a:lnTo>
                  <a:lnTo>
                    <a:pt x="153" y="94"/>
                  </a:lnTo>
                  <a:lnTo>
                    <a:pt x="152" y="96"/>
                  </a:lnTo>
                  <a:lnTo>
                    <a:pt x="153" y="99"/>
                  </a:lnTo>
                  <a:lnTo>
                    <a:pt x="154" y="100"/>
                  </a:lnTo>
                  <a:lnTo>
                    <a:pt x="156" y="104"/>
                  </a:lnTo>
                  <a:lnTo>
                    <a:pt x="154" y="105"/>
                  </a:lnTo>
                  <a:lnTo>
                    <a:pt x="152" y="111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48" y="117"/>
                  </a:lnTo>
                  <a:lnTo>
                    <a:pt x="146" y="119"/>
                  </a:lnTo>
                  <a:lnTo>
                    <a:pt x="144" y="119"/>
                  </a:lnTo>
                  <a:lnTo>
                    <a:pt x="143" y="116"/>
                  </a:lnTo>
                  <a:lnTo>
                    <a:pt x="140" y="115"/>
                  </a:lnTo>
                  <a:lnTo>
                    <a:pt x="137" y="116"/>
                  </a:lnTo>
                  <a:lnTo>
                    <a:pt x="136" y="111"/>
                  </a:lnTo>
                  <a:lnTo>
                    <a:pt x="136" y="108"/>
                  </a:lnTo>
                  <a:lnTo>
                    <a:pt x="132" y="104"/>
                  </a:lnTo>
                  <a:lnTo>
                    <a:pt x="131" y="105"/>
                  </a:lnTo>
                  <a:lnTo>
                    <a:pt x="128" y="103"/>
                  </a:lnTo>
                  <a:lnTo>
                    <a:pt x="123" y="103"/>
                  </a:lnTo>
                  <a:lnTo>
                    <a:pt x="115" y="98"/>
                  </a:lnTo>
                  <a:lnTo>
                    <a:pt x="106" y="94"/>
                  </a:lnTo>
                  <a:lnTo>
                    <a:pt x="98" y="87"/>
                  </a:lnTo>
                  <a:lnTo>
                    <a:pt x="90" y="82"/>
                  </a:lnTo>
                  <a:lnTo>
                    <a:pt x="86" y="80"/>
                  </a:lnTo>
                  <a:lnTo>
                    <a:pt x="83" y="75"/>
                  </a:lnTo>
                  <a:lnTo>
                    <a:pt x="82" y="73"/>
                  </a:lnTo>
                  <a:lnTo>
                    <a:pt x="79" y="71"/>
                  </a:lnTo>
                  <a:lnTo>
                    <a:pt x="78" y="63"/>
                  </a:lnTo>
                  <a:lnTo>
                    <a:pt x="73" y="61"/>
                  </a:lnTo>
                  <a:lnTo>
                    <a:pt x="70" y="59"/>
                  </a:lnTo>
                  <a:lnTo>
                    <a:pt x="69" y="61"/>
                  </a:lnTo>
                  <a:lnTo>
                    <a:pt x="61" y="57"/>
                  </a:lnTo>
                  <a:lnTo>
                    <a:pt x="53" y="53"/>
                  </a:lnTo>
                  <a:lnTo>
                    <a:pt x="52" y="50"/>
                  </a:lnTo>
                  <a:lnTo>
                    <a:pt x="45" y="46"/>
                  </a:lnTo>
                  <a:lnTo>
                    <a:pt x="37" y="42"/>
                  </a:lnTo>
                  <a:lnTo>
                    <a:pt x="31" y="41"/>
                  </a:lnTo>
                  <a:lnTo>
                    <a:pt x="33" y="44"/>
                  </a:lnTo>
                  <a:lnTo>
                    <a:pt x="32" y="45"/>
                  </a:lnTo>
                  <a:lnTo>
                    <a:pt x="29" y="44"/>
                  </a:lnTo>
                  <a:lnTo>
                    <a:pt x="27" y="45"/>
                  </a:lnTo>
                  <a:lnTo>
                    <a:pt x="24" y="48"/>
                  </a:lnTo>
                  <a:lnTo>
                    <a:pt x="21" y="49"/>
                  </a:lnTo>
                  <a:lnTo>
                    <a:pt x="19" y="53"/>
                  </a:lnTo>
                  <a:lnTo>
                    <a:pt x="19" y="58"/>
                  </a:lnTo>
                  <a:lnTo>
                    <a:pt x="21" y="59"/>
                  </a:lnTo>
                  <a:lnTo>
                    <a:pt x="20" y="62"/>
                  </a:lnTo>
                  <a:lnTo>
                    <a:pt x="15" y="62"/>
                  </a:lnTo>
                  <a:lnTo>
                    <a:pt x="10" y="62"/>
                  </a:lnTo>
                  <a:lnTo>
                    <a:pt x="0" y="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9" name="Freeform 350"/>
            <p:cNvSpPr>
              <a:spLocks/>
            </p:cNvSpPr>
            <p:nvPr/>
          </p:nvSpPr>
          <p:spPr bwMode="auto">
            <a:xfrm>
              <a:off x="7259996" y="2949566"/>
              <a:ext cx="433955" cy="274076"/>
            </a:xfrm>
            <a:custGeom>
              <a:avLst/>
              <a:gdLst>
                <a:gd name="T0" fmla="*/ 79 w 171"/>
                <a:gd name="T1" fmla="*/ 5 h 108"/>
                <a:gd name="T2" fmla="*/ 95 w 171"/>
                <a:gd name="T3" fmla="*/ 16 h 108"/>
                <a:gd name="T4" fmla="*/ 107 w 171"/>
                <a:gd name="T5" fmla="*/ 20 h 108"/>
                <a:gd name="T6" fmla="*/ 116 w 171"/>
                <a:gd name="T7" fmla="*/ 32 h 108"/>
                <a:gd name="T8" fmla="*/ 124 w 171"/>
                <a:gd name="T9" fmla="*/ 41 h 108"/>
                <a:gd name="T10" fmla="*/ 149 w 171"/>
                <a:gd name="T11" fmla="*/ 57 h 108"/>
                <a:gd name="T12" fmla="*/ 165 w 171"/>
                <a:gd name="T13" fmla="*/ 64 h 108"/>
                <a:gd name="T14" fmla="*/ 170 w 171"/>
                <a:gd name="T15" fmla="*/ 70 h 108"/>
                <a:gd name="T16" fmla="*/ 170 w 171"/>
                <a:gd name="T17" fmla="*/ 75 h 108"/>
                <a:gd name="T18" fmla="*/ 162 w 171"/>
                <a:gd name="T19" fmla="*/ 75 h 108"/>
                <a:gd name="T20" fmla="*/ 154 w 171"/>
                <a:gd name="T21" fmla="*/ 78 h 108"/>
                <a:gd name="T22" fmla="*/ 152 w 171"/>
                <a:gd name="T23" fmla="*/ 80 h 108"/>
                <a:gd name="T24" fmla="*/ 150 w 171"/>
                <a:gd name="T25" fmla="*/ 87 h 108"/>
                <a:gd name="T26" fmla="*/ 148 w 171"/>
                <a:gd name="T27" fmla="*/ 93 h 108"/>
                <a:gd name="T28" fmla="*/ 141 w 171"/>
                <a:gd name="T29" fmla="*/ 96 h 108"/>
                <a:gd name="T30" fmla="*/ 136 w 171"/>
                <a:gd name="T31" fmla="*/ 103 h 108"/>
                <a:gd name="T32" fmla="*/ 130 w 171"/>
                <a:gd name="T33" fmla="*/ 107 h 108"/>
                <a:gd name="T34" fmla="*/ 128 w 171"/>
                <a:gd name="T35" fmla="*/ 105 h 108"/>
                <a:gd name="T36" fmla="*/ 121 w 171"/>
                <a:gd name="T37" fmla="*/ 104 h 108"/>
                <a:gd name="T38" fmla="*/ 115 w 171"/>
                <a:gd name="T39" fmla="*/ 103 h 108"/>
                <a:gd name="T40" fmla="*/ 112 w 171"/>
                <a:gd name="T41" fmla="*/ 99 h 108"/>
                <a:gd name="T42" fmla="*/ 111 w 171"/>
                <a:gd name="T43" fmla="*/ 91 h 108"/>
                <a:gd name="T44" fmla="*/ 98 w 171"/>
                <a:gd name="T45" fmla="*/ 83 h 108"/>
                <a:gd name="T46" fmla="*/ 90 w 171"/>
                <a:gd name="T47" fmla="*/ 82 h 108"/>
                <a:gd name="T48" fmla="*/ 82 w 171"/>
                <a:gd name="T49" fmla="*/ 75 h 108"/>
                <a:gd name="T50" fmla="*/ 71 w 171"/>
                <a:gd name="T51" fmla="*/ 72 h 108"/>
                <a:gd name="T52" fmla="*/ 61 w 171"/>
                <a:gd name="T53" fmla="*/ 68 h 108"/>
                <a:gd name="T54" fmla="*/ 55 w 171"/>
                <a:gd name="T55" fmla="*/ 71 h 108"/>
                <a:gd name="T56" fmla="*/ 41 w 171"/>
                <a:gd name="T57" fmla="*/ 75 h 108"/>
                <a:gd name="T58" fmla="*/ 36 w 171"/>
                <a:gd name="T59" fmla="*/ 80 h 108"/>
                <a:gd name="T60" fmla="*/ 25 w 171"/>
                <a:gd name="T61" fmla="*/ 76 h 108"/>
                <a:gd name="T62" fmla="*/ 24 w 171"/>
                <a:gd name="T63" fmla="*/ 63 h 108"/>
                <a:gd name="T64" fmla="*/ 20 w 171"/>
                <a:gd name="T65" fmla="*/ 57 h 108"/>
                <a:gd name="T66" fmla="*/ 16 w 171"/>
                <a:gd name="T67" fmla="*/ 53 h 108"/>
                <a:gd name="T68" fmla="*/ 13 w 171"/>
                <a:gd name="T69" fmla="*/ 54 h 108"/>
                <a:gd name="T70" fmla="*/ 17 w 171"/>
                <a:gd name="T71" fmla="*/ 51 h 108"/>
                <a:gd name="T72" fmla="*/ 21 w 171"/>
                <a:gd name="T73" fmla="*/ 50 h 108"/>
                <a:gd name="T74" fmla="*/ 17 w 171"/>
                <a:gd name="T75" fmla="*/ 46 h 108"/>
                <a:gd name="T76" fmla="*/ 16 w 171"/>
                <a:gd name="T77" fmla="*/ 45 h 108"/>
                <a:gd name="T78" fmla="*/ 12 w 171"/>
                <a:gd name="T79" fmla="*/ 46 h 108"/>
                <a:gd name="T80" fmla="*/ 8 w 171"/>
                <a:gd name="T81" fmla="*/ 42 h 108"/>
                <a:gd name="T82" fmla="*/ 8 w 171"/>
                <a:gd name="T83" fmla="*/ 32 h 108"/>
                <a:gd name="T84" fmla="*/ 5 w 171"/>
                <a:gd name="T85" fmla="*/ 22 h 108"/>
                <a:gd name="T86" fmla="*/ 0 w 171"/>
                <a:gd name="T87" fmla="*/ 17 h 108"/>
                <a:gd name="T88" fmla="*/ 13 w 171"/>
                <a:gd name="T89" fmla="*/ 8 h 108"/>
                <a:gd name="T90" fmla="*/ 37 w 171"/>
                <a:gd name="T91" fmla="*/ 22 h 108"/>
                <a:gd name="T92" fmla="*/ 54 w 171"/>
                <a:gd name="T93" fmla="*/ 21 h 108"/>
                <a:gd name="T94" fmla="*/ 53 w 171"/>
                <a:gd name="T95" fmla="*/ 12 h 108"/>
                <a:gd name="T96" fmla="*/ 61 w 171"/>
                <a:gd name="T97" fmla="*/ 4 h 108"/>
                <a:gd name="T98" fmla="*/ 67 w 171"/>
                <a:gd name="T99" fmla="*/ 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71" h="108">
                  <a:moveTo>
                    <a:pt x="65" y="0"/>
                  </a:moveTo>
                  <a:lnTo>
                    <a:pt x="71" y="1"/>
                  </a:lnTo>
                  <a:lnTo>
                    <a:pt x="79" y="5"/>
                  </a:lnTo>
                  <a:lnTo>
                    <a:pt x="86" y="9"/>
                  </a:lnTo>
                  <a:lnTo>
                    <a:pt x="87" y="12"/>
                  </a:lnTo>
                  <a:lnTo>
                    <a:pt x="95" y="16"/>
                  </a:lnTo>
                  <a:lnTo>
                    <a:pt x="103" y="20"/>
                  </a:lnTo>
                  <a:lnTo>
                    <a:pt x="104" y="18"/>
                  </a:lnTo>
                  <a:lnTo>
                    <a:pt x="107" y="20"/>
                  </a:lnTo>
                  <a:lnTo>
                    <a:pt x="112" y="22"/>
                  </a:lnTo>
                  <a:lnTo>
                    <a:pt x="113" y="30"/>
                  </a:lnTo>
                  <a:lnTo>
                    <a:pt x="116" y="32"/>
                  </a:lnTo>
                  <a:lnTo>
                    <a:pt x="117" y="34"/>
                  </a:lnTo>
                  <a:lnTo>
                    <a:pt x="120" y="39"/>
                  </a:lnTo>
                  <a:lnTo>
                    <a:pt x="124" y="41"/>
                  </a:lnTo>
                  <a:lnTo>
                    <a:pt x="132" y="46"/>
                  </a:lnTo>
                  <a:lnTo>
                    <a:pt x="140" y="53"/>
                  </a:lnTo>
                  <a:lnTo>
                    <a:pt x="149" y="57"/>
                  </a:lnTo>
                  <a:lnTo>
                    <a:pt x="157" y="62"/>
                  </a:lnTo>
                  <a:lnTo>
                    <a:pt x="162" y="62"/>
                  </a:lnTo>
                  <a:lnTo>
                    <a:pt x="165" y="64"/>
                  </a:lnTo>
                  <a:lnTo>
                    <a:pt x="166" y="63"/>
                  </a:lnTo>
                  <a:lnTo>
                    <a:pt x="170" y="67"/>
                  </a:lnTo>
                  <a:lnTo>
                    <a:pt x="170" y="70"/>
                  </a:lnTo>
                  <a:lnTo>
                    <a:pt x="171" y="75"/>
                  </a:lnTo>
                  <a:lnTo>
                    <a:pt x="170" y="75"/>
                  </a:lnTo>
                  <a:lnTo>
                    <a:pt x="170" y="75"/>
                  </a:lnTo>
                  <a:lnTo>
                    <a:pt x="167" y="75"/>
                  </a:lnTo>
                  <a:lnTo>
                    <a:pt x="165" y="74"/>
                  </a:lnTo>
                  <a:lnTo>
                    <a:pt x="162" y="75"/>
                  </a:lnTo>
                  <a:lnTo>
                    <a:pt x="158" y="78"/>
                  </a:lnTo>
                  <a:lnTo>
                    <a:pt x="157" y="76"/>
                  </a:lnTo>
                  <a:lnTo>
                    <a:pt x="154" y="78"/>
                  </a:lnTo>
                  <a:lnTo>
                    <a:pt x="153" y="79"/>
                  </a:lnTo>
                  <a:lnTo>
                    <a:pt x="152" y="79"/>
                  </a:lnTo>
                  <a:lnTo>
                    <a:pt x="152" y="80"/>
                  </a:lnTo>
                  <a:lnTo>
                    <a:pt x="153" y="82"/>
                  </a:lnTo>
                  <a:lnTo>
                    <a:pt x="153" y="84"/>
                  </a:lnTo>
                  <a:lnTo>
                    <a:pt x="150" y="87"/>
                  </a:lnTo>
                  <a:lnTo>
                    <a:pt x="150" y="89"/>
                  </a:lnTo>
                  <a:lnTo>
                    <a:pt x="149" y="93"/>
                  </a:lnTo>
                  <a:lnTo>
                    <a:pt x="148" y="93"/>
                  </a:lnTo>
                  <a:lnTo>
                    <a:pt x="145" y="95"/>
                  </a:lnTo>
                  <a:lnTo>
                    <a:pt x="145" y="96"/>
                  </a:lnTo>
                  <a:lnTo>
                    <a:pt x="141" y="96"/>
                  </a:lnTo>
                  <a:lnTo>
                    <a:pt x="137" y="99"/>
                  </a:lnTo>
                  <a:lnTo>
                    <a:pt x="137" y="101"/>
                  </a:lnTo>
                  <a:lnTo>
                    <a:pt x="136" y="103"/>
                  </a:lnTo>
                  <a:lnTo>
                    <a:pt x="136" y="104"/>
                  </a:lnTo>
                  <a:lnTo>
                    <a:pt x="133" y="105"/>
                  </a:lnTo>
                  <a:lnTo>
                    <a:pt x="130" y="107"/>
                  </a:lnTo>
                  <a:lnTo>
                    <a:pt x="129" y="108"/>
                  </a:lnTo>
                  <a:lnTo>
                    <a:pt x="128" y="107"/>
                  </a:lnTo>
                  <a:lnTo>
                    <a:pt x="128" y="105"/>
                  </a:lnTo>
                  <a:lnTo>
                    <a:pt x="125" y="103"/>
                  </a:lnTo>
                  <a:lnTo>
                    <a:pt x="123" y="103"/>
                  </a:lnTo>
                  <a:lnTo>
                    <a:pt x="121" y="104"/>
                  </a:lnTo>
                  <a:lnTo>
                    <a:pt x="119" y="104"/>
                  </a:lnTo>
                  <a:lnTo>
                    <a:pt x="117" y="103"/>
                  </a:lnTo>
                  <a:lnTo>
                    <a:pt x="115" y="103"/>
                  </a:lnTo>
                  <a:lnTo>
                    <a:pt x="113" y="103"/>
                  </a:lnTo>
                  <a:lnTo>
                    <a:pt x="112" y="100"/>
                  </a:lnTo>
                  <a:lnTo>
                    <a:pt x="112" y="99"/>
                  </a:lnTo>
                  <a:lnTo>
                    <a:pt x="112" y="96"/>
                  </a:lnTo>
                  <a:lnTo>
                    <a:pt x="112" y="95"/>
                  </a:lnTo>
                  <a:lnTo>
                    <a:pt x="111" y="91"/>
                  </a:lnTo>
                  <a:lnTo>
                    <a:pt x="108" y="89"/>
                  </a:lnTo>
                  <a:lnTo>
                    <a:pt x="103" y="89"/>
                  </a:lnTo>
                  <a:lnTo>
                    <a:pt x="98" y="83"/>
                  </a:lnTo>
                  <a:lnTo>
                    <a:pt x="94" y="82"/>
                  </a:lnTo>
                  <a:lnTo>
                    <a:pt x="91" y="82"/>
                  </a:lnTo>
                  <a:lnTo>
                    <a:pt x="90" y="82"/>
                  </a:lnTo>
                  <a:lnTo>
                    <a:pt x="88" y="78"/>
                  </a:lnTo>
                  <a:lnTo>
                    <a:pt x="87" y="78"/>
                  </a:lnTo>
                  <a:lnTo>
                    <a:pt x="82" y="75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1" y="72"/>
                  </a:lnTo>
                  <a:lnTo>
                    <a:pt x="67" y="71"/>
                  </a:lnTo>
                  <a:lnTo>
                    <a:pt x="63" y="68"/>
                  </a:lnTo>
                  <a:lnTo>
                    <a:pt x="61" y="68"/>
                  </a:lnTo>
                  <a:lnTo>
                    <a:pt x="58" y="67"/>
                  </a:lnTo>
                  <a:lnTo>
                    <a:pt x="55" y="67"/>
                  </a:lnTo>
                  <a:lnTo>
                    <a:pt x="55" y="71"/>
                  </a:lnTo>
                  <a:lnTo>
                    <a:pt x="50" y="70"/>
                  </a:lnTo>
                  <a:lnTo>
                    <a:pt x="45" y="71"/>
                  </a:lnTo>
                  <a:lnTo>
                    <a:pt x="41" y="75"/>
                  </a:lnTo>
                  <a:lnTo>
                    <a:pt x="38" y="75"/>
                  </a:lnTo>
                  <a:lnTo>
                    <a:pt x="37" y="76"/>
                  </a:lnTo>
                  <a:lnTo>
                    <a:pt x="36" y="80"/>
                  </a:lnTo>
                  <a:lnTo>
                    <a:pt x="30" y="80"/>
                  </a:lnTo>
                  <a:lnTo>
                    <a:pt x="28" y="82"/>
                  </a:lnTo>
                  <a:lnTo>
                    <a:pt x="25" y="76"/>
                  </a:lnTo>
                  <a:lnTo>
                    <a:pt x="24" y="71"/>
                  </a:lnTo>
                  <a:lnTo>
                    <a:pt x="25" y="66"/>
                  </a:lnTo>
                  <a:lnTo>
                    <a:pt x="24" y="63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0" y="57"/>
                  </a:lnTo>
                  <a:lnTo>
                    <a:pt x="19" y="54"/>
                  </a:lnTo>
                  <a:lnTo>
                    <a:pt x="17" y="54"/>
                  </a:lnTo>
                  <a:lnTo>
                    <a:pt x="16" y="53"/>
                  </a:lnTo>
                  <a:lnTo>
                    <a:pt x="15" y="54"/>
                  </a:lnTo>
                  <a:lnTo>
                    <a:pt x="15" y="57"/>
                  </a:lnTo>
                  <a:lnTo>
                    <a:pt x="13" y="54"/>
                  </a:lnTo>
                  <a:lnTo>
                    <a:pt x="13" y="53"/>
                  </a:lnTo>
                  <a:lnTo>
                    <a:pt x="16" y="50"/>
                  </a:lnTo>
                  <a:lnTo>
                    <a:pt x="17" y="51"/>
                  </a:lnTo>
                  <a:lnTo>
                    <a:pt x="19" y="51"/>
                  </a:lnTo>
                  <a:lnTo>
                    <a:pt x="20" y="51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7" y="46"/>
                  </a:lnTo>
                  <a:lnTo>
                    <a:pt x="19" y="45"/>
                  </a:lnTo>
                  <a:lnTo>
                    <a:pt x="17" y="43"/>
                  </a:lnTo>
                  <a:lnTo>
                    <a:pt x="16" y="45"/>
                  </a:lnTo>
                  <a:lnTo>
                    <a:pt x="12" y="43"/>
                  </a:lnTo>
                  <a:lnTo>
                    <a:pt x="11" y="45"/>
                  </a:lnTo>
                  <a:lnTo>
                    <a:pt x="12" y="46"/>
                  </a:lnTo>
                  <a:lnTo>
                    <a:pt x="13" y="47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4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8" y="9"/>
                  </a:lnTo>
                  <a:lnTo>
                    <a:pt x="13" y="8"/>
                  </a:lnTo>
                  <a:lnTo>
                    <a:pt x="21" y="9"/>
                  </a:lnTo>
                  <a:lnTo>
                    <a:pt x="29" y="13"/>
                  </a:lnTo>
                  <a:lnTo>
                    <a:pt x="37" y="22"/>
                  </a:lnTo>
                  <a:lnTo>
                    <a:pt x="42" y="21"/>
                  </a:lnTo>
                  <a:lnTo>
                    <a:pt x="49" y="21"/>
                  </a:lnTo>
                  <a:lnTo>
                    <a:pt x="54" y="21"/>
                  </a:lnTo>
                  <a:lnTo>
                    <a:pt x="55" y="18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5" y="8"/>
                  </a:lnTo>
                  <a:lnTo>
                    <a:pt x="58" y="7"/>
                  </a:lnTo>
                  <a:lnTo>
                    <a:pt x="61" y="4"/>
                  </a:lnTo>
                  <a:lnTo>
                    <a:pt x="63" y="3"/>
                  </a:lnTo>
                  <a:lnTo>
                    <a:pt x="66" y="4"/>
                  </a:lnTo>
                  <a:lnTo>
                    <a:pt x="67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" name="Freeform 355"/>
            <p:cNvSpPr>
              <a:spLocks noEditPoints="1"/>
            </p:cNvSpPr>
            <p:nvPr/>
          </p:nvSpPr>
          <p:spPr bwMode="auto">
            <a:xfrm>
              <a:off x="9302880" y="3733728"/>
              <a:ext cx="296917" cy="451718"/>
            </a:xfrm>
            <a:custGeom>
              <a:avLst/>
              <a:gdLst>
                <a:gd name="T0" fmla="*/ 1 w 117"/>
                <a:gd name="T1" fmla="*/ 146 h 178"/>
                <a:gd name="T2" fmla="*/ 5 w 117"/>
                <a:gd name="T3" fmla="*/ 144 h 178"/>
                <a:gd name="T4" fmla="*/ 80 w 117"/>
                <a:gd name="T5" fmla="*/ 132 h 178"/>
                <a:gd name="T6" fmla="*/ 108 w 117"/>
                <a:gd name="T7" fmla="*/ 127 h 178"/>
                <a:gd name="T8" fmla="*/ 112 w 117"/>
                <a:gd name="T9" fmla="*/ 138 h 178"/>
                <a:gd name="T10" fmla="*/ 117 w 117"/>
                <a:gd name="T11" fmla="*/ 158 h 178"/>
                <a:gd name="T12" fmla="*/ 112 w 117"/>
                <a:gd name="T13" fmla="*/ 165 h 178"/>
                <a:gd name="T14" fmla="*/ 108 w 117"/>
                <a:gd name="T15" fmla="*/ 173 h 178"/>
                <a:gd name="T16" fmla="*/ 93 w 117"/>
                <a:gd name="T17" fmla="*/ 173 h 178"/>
                <a:gd name="T18" fmla="*/ 89 w 117"/>
                <a:gd name="T19" fmla="*/ 159 h 178"/>
                <a:gd name="T20" fmla="*/ 79 w 117"/>
                <a:gd name="T21" fmla="*/ 155 h 178"/>
                <a:gd name="T22" fmla="*/ 69 w 117"/>
                <a:gd name="T23" fmla="*/ 152 h 178"/>
                <a:gd name="T24" fmla="*/ 67 w 117"/>
                <a:gd name="T25" fmla="*/ 148 h 178"/>
                <a:gd name="T26" fmla="*/ 80 w 117"/>
                <a:gd name="T27" fmla="*/ 149 h 178"/>
                <a:gd name="T28" fmla="*/ 97 w 117"/>
                <a:gd name="T29" fmla="*/ 136 h 178"/>
                <a:gd name="T30" fmla="*/ 100 w 117"/>
                <a:gd name="T31" fmla="*/ 125 h 178"/>
                <a:gd name="T32" fmla="*/ 90 w 117"/>
                <a:gd name="T33" fmla="*/ 121 h 178"/>
                <a:gd name="T34" fmla="*/ 105 w 117"/>
                <a:gd name="T35" fmla="*/ 117 h 178"/>
                <a:gd name="T36" fmla="*/ 34 w 117"/>
                <a:gd name="T37" fmla="*/ 115 h 178"/>
                <a:gd name="T38" fmla="*/ 68 w 117"/>
                <a:gd name="T39" fmla="*/ 116 h 178"/>
                <a:gd name="T40" fmla="*/ 105 w 117"/>
                <a:gd name="T41" fmla="*/ 115 h 178"/>
                <a:gd name="T42" fmla="*/ 76 w 117"/>
                <a:gd name="T43" fmla="*/ 130 h 178"/>
                <a:gd name="T44" fmla="*/ 71 w 117"/>
                <a:gd name="T45" fmla="*/ 120 h 178"/>
                <a:gd name="T46" fmla="*/ 84 w 117"/>
                <a:gd name="T47" fmla="*/ 112 h 178"/>
                <a:gd name="T48" fmla="*/ 80 w 117"/>
                <a:gd name="T49" fmla="*/ 116 h 178"/>
                <a:gd name="T50" fmla="*/ 98 w 117"/>
                <a:gd name="T51" fmla="*/ 117 h 178"/>
                <a:gd name="T52" fmla="*/ 88 w 117"/>
                <a:gd name="T53" fmla="*/ 111 h 178"/>
                <a:gd name="T54" fmla="*/ 26 w 117"/>
                <a:gd name="T55" fmla="*/ 120 h 178"/>
                <a:gd name="T56" fmla="*/ 8 w 117"/>
                <a:gd name="T57" fmla="*/ 140 h 178"/>
                <a:gd name="T58" fmla="*/ 21 w 117"/>
                <a:gd name="T59" fmla="*/ 123 h 178"/>
                <a:gd name="T60" fmla="*/ 90 w 117"/>
                <a:gd name="T61" fmla="*/ 102 h 178"/>
                <a:gd name="T62" fmla="*/ 31 w 117"/>
                <a:gd name="T63" fmla="*/ 102 h 178"/>
                <a:gd name="T64" fmla="*/ 71 w 117"/>
                <a:gd name="T65" fmla="*/ 103 h 178"/>
                <a:gd name="T66" fmla="*/ 62 w 117"/>
                <a:gd name="T67" fmla="*/ 115 h 178"/>
                <a:gd name="T68" fmla="*/ 59 w 117"/>
                <a:gd name="T69" fmla="*/ 98 h 178"/>
                <a:gd name="T70" fmla="*/ 31 w 117"/>
                <a:gd name="T71" fmla="*/ 92 h 178"/>
                <a:gd name="T72" fmla="*/ 77 w 117"/>
                <a:gd name="T73" fmla="*/ 92 h 178"/>
                <a:gd name="T74" fmla="*/ 72 w 117"/>
                <a:gd name="T75" fmla="*/ 95 h 178"/>
                <a:gd name="T76" fmla="*/ 94 w 117"/>
                <a:gd name="T77" fmla="*/ 90 h 178"/>
                <a:gd name="T78" fmla="*/ 104 w 117"/>
                <a:gd name="T79" fmla="*/ 108 h 178"/>
                <a:gd name="T80" fmla="*/ 94 w 117"/>
                <a:gd name="T81" fmla="*/ 103 h 178"/>
                <a:gd name="T82" fmla="*/ 93 w 117"/>
                <a:gd name="T83" fmla="*/ 90 h 178"/>
                <a:gd name="T84" fmla="*/ 72 w 117"/>
                <a:gd name="T85" fmla="*/ 84 h 178"/>
                <a:gd name="T86" fmla="*/ 51 w 117"/>
                <a:gd name="T87" fmla="*/ 84 h 178"/>
                <a:gd name="T88" fmla="*/ 42 w 117"/>
                <a:gd name="T89" fmla="*/ 84 h 178"/>
                <a:gd name="T90" fmla="*/ 58 w 117"/>
                <a:gd name="T91" fmla="*/ 82 h 178"/>
                <a:gd name="T92" fmla="*/ 85 w 117"/>
                <a:gd name="T93" fmla="*/ 73 h 178"/>
                <a:gd name="T94" fmla="*/ 58 w 117"/>
                <a:gd name="T95" fmla="*/ 70 h 178"/>
                <a:gd name="T96" fmla="*/ 56 w 117"/>
                <a:gd name="T97" fmla="*/ 57 h 178"/>
                <a:gd name="T98" fmla="*/ 55 w 117"/>
                <a:gd name="T99" fmla="*/ 16 h 178"/>
                <a:gd name="T100" fmla="*/ 55 w 117"/>
                <a:gd name="T101" fmla="*/ 45 h 178"/>
                <a:gd name="T102" fmla="*/ 51 w 117"/>
                <a:gd name="T103" fmla="*/ 63 h 178"/>
                <a:gd name="T104" fmla="*/ 69 w 117"/>
                <a:gd name="T105" fmla="*/ 74 h 178"/>
                <a:gd name="T106" fmla="*/ 76 w 117"/>
                <a:gd name="T107" fmla="*/ 75 h 178"/>
                <a:gd name="T108" fmla="*/ 81 w 117"/>
                <a:gd name="T109" fmla="*/ 91 h 178"/>
                <a:gd name="T110" fmla="*/ 68 w 117"/>
                <a:gd name="T111" fmla="*/ 78 h 178"/>
                <a:gd name="T112" fmla="*/ 59 w 117"/>
                <a:gd name="T113" fmla="*/ 74 h 178"/>
                <a:gd name="T114" fmla="*/ 40 w 117"/>
                <a:gd name="T115" fmla="*/ 73 h 178"/>
                <a:gd name="T116" fmla="*/ 38 w 117"/>
                <a:gd name="T117" fmla="*/ 66 h 178"/>
                <a:gd name="T118" fmla="*/ 29 w 117"/>
                <a:gd name="T119" fmla="*/ 46 h 178"/>
                <a:gd name="T120" fmla="*/ 33 w 117"/>
                <a:gd name="T121" fmla="*/ 24 h 178"/>
                <a:gd name="T122" fmla="*/ 50 w 117"/>
                <a:gd name="T123" fmla="*/ 9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" h="178">
                  <a:moveTo>
                    <a:pt x="63" y="163"/>
                  </a:moveTo>
                  <a:lnTo>
                    <a:pt x="64" y="165"/>
                  </a:lnTo>
                  <a:lnTo>
                    <a:pt x="65" y="165"/>
                  </a:lnTo>
                  <a:lnTo>
                    <a:pt x="65" y="166"/>
                  </a:lnTo>
                  <a:lnTo>
                    <a:pt x="62" y="169"/>
                  </a:lnTo>
                  <a:lnTo>
                    <a:pt x="60" y="169"/>
                  </a:lnTo>
                  <a:lnTo>
                    <a:pt x="59" y="166"/>
                  </a:lnTo>
                  <a:lnTo>
                    <a:pt x="59" y="165"/>
                  </a:lnTo>
                  <a:lnTo>
                    <a:pt x="62" y="165"/>
                  </a:lnTo>
                  <a:lnTo>
                    <a:pt x="63" y="163"/>
                  </a:lnTo>
                  <a:close/>
                  <a:moveTo>
                    <a:pt x="1" y="146"/>
                  </a:moveTo>
                  <a:lnTo>
                    <a:pt x="2" y="148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1" y="152"/>
                  </a:lnTo>
                  <a:lnTo>
                    <a:pt x="0" y="149"/>
                  </a:lnTo>
                  <a:lnTo>
                    <a:pt x="0" y="148"/>
                  </a:lnTo>
                  <a:lnTo>
                    <a:pt x="1" y="146"/>
                  </a:lnTo>
                  <a:close/>
                  <a:moveTo>
                    <a:pt x="5" y="144"/>
                  </a:moveTo>
                  <a:lnTo>
                    <a:pt x="5" y="145"/>
                  </a:lnTo>
                  <a:lnTo>
                    <a:pt x="4" y="145"/>
                  </a:lnTo>
                  <a:lnTo>
                    <a:pt x="5" y="144"/>
                  </a:lnTo>
                  <a:close/>
                  <a:moveTo>
                    <a:pt x="4" y="144"/>
                  </a:moveTo>
                  <a:lnTo>
                    <a:pt x="4" y="145"/>
                  </a:lnTo>
                  <a:lnTo>
                    <a:pt x="2" y="145"/>
                  </a:lnTo>
                  <a:lnTo>
                    <a:pt x="4" y="144"/>
                  </a:lnTo>
                  <a:close/>
                  <a:moveTo>
                    <a:pt x="80" y="132"/>
                  </a:moveTo>
                  <a:lnTo>
                    <a:pt x="81" y="132"/>
                  </a:lnTo>
                  <a:lnTo>
                    <a:pt x="81" y="133"/>
                  </a:lnTo>
                  <a:lnTo>
                    <a:pt x="79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0" y="132"/>
                  </a:lnTo>
                  <a:close/>
                  <a:moveTo>
                    <a:pt x="92" y="130"/>
                  </a:moveTo>
                  <a:lnTo>
                    <a:pt x="94" y="132"/>
                  </a:lnTo>
                  <a:lnTo>
                    <a:pt x="93" y="134"/>
                  </a:lnTo>
                  <a:lnTo>
                    <a:pt x="92" y="133"/>
                  </a:lnTo>
                  <a:lnTo>
                    <a:pt x="92" y="132"/>
                  </a:lnTo>
                  <a:lnTo>
                    <a:pt x="92" y="130"/>
                  </a:lnTo>
                  <a:close/>
                  <a:moveTo>
                    <a:pt x="108" y="127"/>
                  </a:moveTo>
                  <a:lnTo>
                    <a:pt x="109" y="127"/>
                  </a:lnTo>
                  <a:lnTo>
                    <a:pt x="108" y="128"/>
                  </a:lnTo>
                  <a:lnTo>
                    <a:pt x="106" y="128"/>
                  </a:lnTo>
                  <a:lnTo>
                    <a:pt x="108" y="127"/>
                  </a:lnTo>
                  <a:close/>
                  <a:moveTo>
                    <a:pt x="101" y="125"/>
                  </a:moveTo>
                  <a:lnTo>
                    <a:pt x="102" y="125"/>
                  </a:lnTo>
                  <a:lnTo>
                    <a:pt x="104" y="125"/>
                  </a:lnTo>
                  <a:lnTo>
                    <a:pt x="104" y="128"/>
                  </a:lnTo>
                  <a:lnTo>
                    <a:pt x="108" y="130"/>
                  </a:lnTo>
                  <a:lnTo>
                    <a:pt x="109" y="133"/>
                  </a:lnTo>
                  <a:lnTo>
                    <a:pt x="112" y="132"/>
                  </a:lnTo>
                  <a:lnTo>
                    <a:pt x="112" y="133"/>
                  </a:lnTo>
                  <a:lnTo>
                    <a:pt x="113" y="136"/>
                  </a:lnTo>
                  <a:lnTo>
                    <a:pt x="113" y="138"/>
                  </a:lnTo>
                  <a:lnTo>
                    <a:pt x="112" y="138"/>
                  </a:lnTo>
                  <a:lnTo>
                    <a:pt x="110" y="140"/>
                  </a:lnTo>
                  <a:lnTo>
                    <a:pt x="112" y="141"/>
                  </a:lnTo>
                  <a:lnTo>
                    <a:pt x="113" y="141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4" y="144"/>
                  </a:lnTo>
                  <a:lnTo>
                    <a:pt x="114" y="148"/>
                  </a:lnTo>
                  <a:lnTo>
                    <a:pt x="114" y="150"/>
                  </a:lnTo>
                  <a:lnTo>
                    <a:pt x="115" y="152"/>
                  </a:lnTo>
                  <a:lnTo>
                    <a:pt x="117" y="154"/>
                  </a:lnTo>
                  <a:lnTo>
                    <a:pt x="117" y="158"/>
                  </a:lnTo>
                  <a:lnTo>
                    <a:pt x="115" y="161"/>
                  </a:lnTo>
                  <a:lnTo>
                    <a:pt x="115" y="161"/>
                  </a:lnTo>
                  <a:lnTo>
                    <a:pt x="115" y="162"/>
                  </a:lnTo>
                  <a:lnTo>
                    <a:pt x="114" y="161"/>
                  </a:lnTo>
                  <a:lnTo>
                    <a:pt x="113" y="161"/>
                  </a:lnTo>
                  <a:lnTo>
                    <a:pt x="113" y="162"/>
                  </a:lnTo>
                  <a:lnTo>
                    <a:pt x="113" y="166"/>
                  </a:lnTo>
                  <a:lnTo>
                    <a:pt x="113" y="169"/>
                  </a:lnTo>
                  <a:lnTo>
                    <a:pt x="113" y="170"/>
                  </a:lnTo>
                  <a:lnTo>
                    <a:pt x="112" y="169"/>
                  </a:lnTo>
                  <a:lnTo>
                    <a:pt x="112" y="165"/>
                  </a:lnTo>
                  <a:lnTo>
                    <a:pt x="112" y="162"/>
                  </a:lnTo>
                  <a:lnTo>
                    <a:pt x="110" y="161"/>
                  </a:lnTo>
                  <a:lnTo>
                    <a:pt x="109" y="158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4" y="162"/>
                  </a:lnTo>
                  <a:lnTo>
                    <a:pt x="102" y="165"/>
                  </a:lnTo>
                  <a:lnTo>
                    <a:pt x="105" y="166"/>
                  </a:lnTo>
                  <a:lnTo>
                    <a:pt x="106" y="169"/>
                  </a:lnTo>
                  <a:lnTo>
                    <a:pt x="108" y="170"/>
                  </a:lnTo>
                  <a:lnTo>
                    <a:pt x="108" y="173"/>
                  </a:lnTo>
                  <a:lnTo>
                    <a:pt x="104" y="177"/>
                  </a:lnTo>
                  <a:lnTo>
                    <a:pt x="102" y="178"/>
                  </a:lnTo>
                  <a:lnTo>
                    <a:pt x="101" y="177"/>
                  </a:lnTo>
                  <a:lnTo>
                    <a:pt x="101" y="175"/>
                  </a:lnTo>
                  <a:lnTo>
                    <a:pt x="101" y="174"/>
                  </a:lnTo>
                  <a:lnTo>
                    <a:pt x="101" y="173"/>
                  </a:lnTo>
                  <a:lnTo>
                    <a:pt x="100" y="174"/>
                  </a:lnTo>
                  <a:lnTo>
                    <a:pt x="100" y="175"/>
                  </a:lnTo>
                  <a:lnTo>
                    <a:pt x="97" y="175"/>
                  </a:lnTo>
                  <a:lnTo>
                    <a:pt x="94" y="175"/>
                  </a:lnTo>
                  <a:lnTo>
                    <a:pt x="93" y="173"/>
                  </a:lnTo>
                  <a:lnTo>
                    <a:pt x="90" y="173"/>
                  </a:lnTo>
                  <a:lnTo>
                    <a:pt x="88" y="170"/>
                  </a:lnTo>
                  <a:lnTo>
                    <a:pt x="88" y="169"/>
                  </a:lnTo>
                  <a:lnTo>
                    <a:pt x="87" y="166"/>
                  </a:lnTo>
                  <a:lnTo>
                    <a:pt x="87" y="165"/>
                  </a:lnTo>
                  <a:lnTo>
                    <a:pt x="87" y="163"/>
                  </a:lnTo>
                  <a:lnTo>
                    <a:pt x="85" y="162"/>
                  </a:lnTo>
                  <a:lnTo>
                    <a:pt x="87" y="161"/>
                  </a:lnTo>
                  <a:lnTo>
                    <a:pt x="87" y="159"/>
                  </a:lnTo>
                  <a:lnTo>
                    <a:pt x="87" y="158"/>
                  </a:lnTo>
                  <a:lnTo>
                    <a:pt x="89" y="159"/>
                  </a:lnTo>
                  <a:lnTo>
                    <a:pt x="87" y="157"/>
                  </a:lnTo>
                  <a:lnTo>
                    <a:pt x="87" y="155"/>
                  </a:lnTo>
                  <a:lnTo>
                    <a:pt x="84" y="154"/>
                  </a:lnTo>
                  <a:lnTo>
                    <a:pt x="83" y="153"/>
                  </a:lnTo>
                  <a:lnTo>
                    <a:pt x="80" y="152"/>
                  </a:lnTo>
                  <a:lnTo>
                    <a:pt x="79" y="152"/>
                  </a:lnTo>
                  <a:lnTo>
                    <a:pt x="79" y="152"/>
                  </a:lnTo>
                  <a:lnTo>
                    <a:pt x="79" y="153"/>
                  </a:lnTo>
                  <a:lnTo>
                    <a:pt x="77" y="154"/>
                  </a:lnTo>
                  <a:lnTo>
                    <a:pt x="79" y="155"/>
                  </a:lnTo>
                  <a:lnTo>
                    <a:pt x="79" y="155"/>
                  </a:lnTo>
                  <a:lnTo>
                    <a:pt x="76" y="154"/>
                  </a:lnTo>
                  <a:lnTo>
                    <a:pt x="75" y="154"/>
                  </a:lnTo>
                  <a:lnTo>
                    <a:pt x="76" y="153"/>
                  </a:lnTo>
                  <a:lnTo>
                    <a:pt x="75" y="153"/>
                  </a:lnTo>
                  <a:lnTo>
                    <a:pt x="73" y="154"/>
                  </a:lnTo>
                  <a:lnTo>
                    <a:pt x="73" y="155"/>
                  </a:lnTo>
                  <a:lnTo>
                    <a:pt x="72" y="155"/>
                  </a:lnTo>
                  <a:lnTo>
                    <a:pt x="71" y="155"/>
                  </a:lnTo>
                  <a:lnTo>
                    <a:pt x="71" y="155"/>
                  </a:lnTo>
                  <a:lnTo>
                    <a:pt x="71" y="153"/>
                  </a:lnTo>
                  <a:lnTo>
                    <a:pt x="69" y="152"/>
                  </a:lnTo>
                  <a:lnTo>
                    <a:pt x="68" y="152"/>
                  </a:lnTo>
                  <a:lnTo>
                    <a:pt x="67" y="154"/>
                  </a:lnTo>
                  <a:lnTo>
                    <a:pt x="65" y="155"/>
                  </a:lnTo>
                  <a:lnTo>
                    <a:pt x="64" y="161"/>
                  </a:lnTo>
                  <a:lnTo>
                    <a:pt x="63" y="162"/>
                  </a:lnTo>
                  <a:lnTo>
                    <a:pt x="60" y="159"/>
                  </a:lnTo>
                  <a:lnTo>
                    <a:pt x="62" y="157"/>
                  </a:lnTo>
                  <a:lnTo>
                    <a:pt x="63" y="153"/>
                  </a:lnTo>
                  <a:lnTo>
                    <a:pt x="62" y="152"/>
                  </a:lnTo>
                  <a:lnTo>
                    <a:pt x="64" y="149"/>
                  </a:lnTo>
                  <a:lnTo>
                    <a:pt x="67" y="148"/>
                  </a:lnTo>
                  <a:lnTo>
                    <a:pt x="68" y="146"/>
                  </a:lnTo>
                  <a:lnTo>
                    <a:pt x="71" y="146"/>
                  </a:lnTo>
                  <a:lnTo>
                    <a:pt x="73" y="146"/>
                  </a:lnTo>
                  <a:lnTo>
                    <a:pt x="72" y="144"/>
                  </a:lnTo>
                  <a:lnTo>
                    <a:pt x="73" y="142"/>
                  </a:lnTo>
                  <a:lnTo>
                    <a:pt x="76" y="141"/>
                  </a:lnTo>
                  <a:lnTo>
                    <a:pt x="77" y="138"/>
                  </a:lnTo>
                  <a:lnTo>
                    <a:pt x="80" y="138"/>
                  </a:lnTo>
                  <a:lnTo>
                    <a:pt x="83" y="141"/>
                  </a:lnTo>
                  <a:lnTo>
                    <a:pt x="83" y="145"/>
                  </a:lnTo>
                  <a:lnTo>
                    <a:pt x="80" y="149"/>
                  </a:lnTo>
                  <a:lnTo>
                    <a:pt x="83" y="146"/>
                  </a:lnTo>
                  <a:lnTo>
                    <a:pt x="85" y="146"/>
                  </a:lnTo>
                  <a:lnTo>
                    <a:pt x="88" y="145"/>
                  </a:lnTo>
                  <a:lnTo>
                    <a:pt x="89" y="141"/>
                  </a:lnTo>
                  <a:lnTo>
                    <a:pt x="92" y="140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0"/>
                  </a:lnTo>
                  <a:lnTo>
                    <a:pt x="93" y="140"/>
                  </a:lnTo>
                  <a:lnTo>
                    <a:pt x="94" y="134"/>
                  </a:lnTo>
                  <a:lnTo>
                    <a:pt x="97" y="136"/>
                  </a:lnTo>
                  <a:lnTo>
                    <a:pt x="98" y="137"/>
                  </a:lnTo>
                  <a:lnTo>
                    <a:pt x="98" y="136"/>
                  </a:lnTo>
                  <a:lnTo>
                    <a:pt x="98" y="133"/>
                  </a:lnTo>
                  <a:lnTo>
                    <a:pt x="100" y="133"/>
                  </a:lnTo>
                  <a:lnTo>
                    <a:pt x="101" y="134"/>
                  </a:lnTo>
                  <a:lnTo>
                    <a:pt x="102" y="133"/>
                  </a:lnTo>
                  <a:lnTo>
                    <a:pt x="101" y="128"/>
                  </a:lnTo>
                  <a:lnTo>
                    <a:pt x="101" y="125"/>
                  </a:lnTo>
                  <a:close/>
                  <a:moveTo>
                    <a:pt x="98" y="121"/>
                  </a:moveTo>
                  <a:lnTo>
                    <a:pt x="100" y="123"/>
                  </a:lnTo>
                  <a:lnTo>
                    <a:pt x="100" y="125"/>
                  </a:lnTo>
                  <a:lnTo>
                    <a:pt x="98" y="123"/>
                  </a:lnTo>
                  <a:lnTo>
                    <a:pt x="98" y="121"/>
                  </a:lnTo>
                  <a:close/>
                  <a:moveTo>
                    <a:pt x="109" y="121"/>
                  </a:moveTo>
                  <a:lnTo>
                    <a:pt x="110" y="123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8" y="124"/>
                  </a:lnTo>
                  <a:lnTo>
                    <a:pt x="109" y="124"/>
                  </a:lnTo>
                  <a:lnTo>
                    <a:pt x="109" y="121"/>
                  </a:lnTo>
                  <a:close/>
                  <a:moveTo>
                    <a:pt x="89" y="120"/>
                  </a:moveTo>
                  <a:lnTo>
                    <a:pt x="90" y="121"/>
                  </a:lnTo>
                  <a:lnTo>
                    <a:pt x="90" y="124"/>
                  </a:lnTo>
                  <a:lnTo>
                    <a:pt x="89" y="125"/>
                  </a:lnTo>
                  <a:lnTo>
                    <a:pt x="87" y="128"/>
                  </a:lnTo>
                  <a:lnTo>
                    <a:pt x="83" y="128"/>
                  </a:lnTo>
                  <a:lnTo>
                    <a:pt x="84" y="127"/>
                  </a:lnTo>
                  <a:lnTo>
                    <a:pt x="83" y="125"/>
                  </a:lnTo>
                  <a:lnTo>
                    <a:pt x="84" y="123"/>
                  </a:lnTo>
                  <a:lnTo>
                    <a:pt x="88" y="120"/>
                  </a:lnTo>
                  <a:lnTo>
                    <a:pt x="89" y="120"/>
                  </a:lnTo>
                  <a:close/>
                  <a:moveTo>
                    <a:pt x="104" y="116"/>
                  </a:moveTo>
                  <a:lnTo>
                    <a:pt x="105" y="117"/>
                  </a:lnTo>
                  <a:lnTo>
                    <a:pt x="104" y="119"/>
                  </a:lnTo>
                  <a:lnTo>
                    <a:pt x="104" y="120"/>
                  </a:lnTo>
                  <a:lnTo>
                    <a:pt x="105" y="123"/>
                  </a:lnTo>
                  <a:lnTo>
                    <a:pt x="105" y="125"/>
                  </a:lnTo>
                  <a:lnTo>
                    <a:pt x="104" y="125"/>
                  </a:lnTo>
                  <a:lnTo>
                    <a:pt x="104" y="124"/>
                  </a:lnTo>
                  <a:lnTo>
                    <a:pt x="104" y="123"/>
                  </a:lnTo>
                  <a:lnTo>
                    <a:pt x="102" y="120"/>
                  </a:lnTo>
                  <a:lnTo>
                    <a:pt x="102" y="117"/>
                  </a:lnTo>
                  <a:lnTo>
                    <a:pt x="104" y="116"/>
                  </a:lnTo>
                  <a:close/>
                  <a:moveTo>
                    <a:pt x="34" y="115"/>
                  </a:moveTo>
                  <a:lnTo>
                    <a:pt x="34" y="115"/>
                  </a:lnTo>
                  <a:lnTo>
                    <a:pt x="35" y="116"/>
                  </a:lnTo>
                  <a:lnTo>
                    <a:pt x="35" y="117"/>
                  </a:lnTo>
                  <a:lnTo>
                    <a:pt x="33" y="117"/>
                  </a:lnTo>
                  <a:lnTo>
                    <a:pt x="31" y="117"/>
                  </a:lnTo>
                  <a:lnTo>
                    <a:pt x="33" y="116"/>
                  </a:lnTo>
                  <a:lnTo>
                    <a:pt x="33" y="115"/>
                  </a:lnTo>
                  <a:lnTo>
                    <a:pt x="34" y="115"/>
                  </a:lnTo>
                  <a:close/>
                  <a:moveTo>
                    <a:pt x="67" y="113"/>
                  </a:moveTo>
                  <a:lnTo>
                    <a:pt x="68" y="115"/>
                  </a:lnTo>
                  <a:lnTo>
                    <a:pt x="68" y="116"/>
                  </a:lnTo>
                  <a:lnTo>
                    <a:pt x="65" y="117"/>
                  </a:lnTo>
                  <a:lnTo>
                    <a:pt x="64" y="116"/>
                  </a:lnTo>
                  <a:lnTo>
                    <a:pt x="65" y="115"/>
                  </a:lnTo>
                  <a:lnTo>
                    <a:pt x="67" y="113"/>
                  </a:lnTo>
                  <a:close/>
                  <a:moveTo>
                    <a:pt x="88" y="113"/>
                  </a:moveTo>
                  <a:lnTo>
                    <a:pt x="87" y="115"/>
                  </a:lnTo>
                  <a:lnTo>
                    <a:pt x="87" y="115"/>
                  </a:lnTo>
                  <a:lnTo>
                    <a:pt x="88" y="113"/>
                  </a:lnTo>
                  <a:close/>
                  <a:moveTo>
                    <a:pt x="104" y="113"/>
                  </a:moveTo>
                  <a:lnTo>
                    <a:pt x="105" y="113"/>
                  </a:lnTo>
                  <a:lnTo>
                    <a:pt x="105" y="115"/>
                  </a:lnTo>
                  <a:lnTo>
                    <a:pt x="104" y="115"/>
                  </a:lnTo>
                  <a:lnTo>
                    <a:pt x="104" y="113"/>
                  </a:lnTo>
                  <a:close/>
                  <a:moveTo>
                    <a:pt x="73" y="111"/>
                  </a:moveTo>
                  <a:lnTo>
                    <a:pt x="75" y="112"/>
                  </a:lnTo>
                  <a:lnTo>
                    <a:pt x="76" y="111"/>
                  </a:lnTo>
                  <a:lnTo>
                    <a:pt x="77" y="112"/>
                  </a:lnTo>
                  <a:lnTo>
                    <a:pt x="77" y="115"/>
                  </a:lnTo>
                  <a:lnTo>
                    <a:pt x="76" y="116"/>
                  </a:lnTo>
                  <a:lnTo>
                    <a:pt x="73" y="123"/>
                  </a:lnTo>
                  <a:lnTo>
                    <a:pt x="75" y="128"/>
                  </a:lnTo>
                  <a:lnTo>
                    <a:pt x="76" y="130"/>
                  </a:lnTo>
                  <a:lnTo>
                    <a:pt x="76" y="133"/>
                  </a:lnTo>
                  <a:lnTo>
                    <a:pt x="73" y="134"/>
                  </a:lnTo>
                  <a:lnTo>
                    <a:pt x="72" y="133"/>
                  </a:lnTo>
                  <a:lnTo>
                    <a:pt x="72" y="130"/>
                  </a:lnTo>
                  <a:lnTo>
                    <a:pt x="69" y="130"/>
                  </a:lnTo>
                  <a:lnTo>
                    <a:pt x="67" y="128"/>
                  </a:lnTo>
                  <a:lnTo>
                    <a:pt x="65" y="128"/>
                  </a:lnTo>
                  <a:lnTo>
                    <a:pt x="64" y="124"/>
                  </a:lnTo>
                  <a:lnTo>
                    <a:pt x="65" y="123"/>
                  </a:lnTo>
                  <a:lnTo>
                    <a:pt x="69" y="123"/>
                  </a:lnTo>
                  <a:lnTo>
                    <a:pt x="71" y="120"/>
                  </a:lnTo>
                  <a:lnTo>
                    <a:pt x="69" y="116"/>
                  </a:lnTo>
                  <a:lnTo>
                    <a:pt x="71" y="115"/>
                  </a:lnTo>
                  <a:lnTo>
                    <a:pt x="71" y="112"/>
                  </a:lnTo>
                  <a:lnTo>
                    <a:pt x="73" y="111"/>
                  </a:lnTo>
                  <a:close/>
                  <a:moveTo>
                    <a:pt x="105" y="111"/>
                  </a:moveTo>
                  <a:lnTo>
                    <a:pt x="106" y="111"/>
                  </a:lnTo>
                  <a:lnTo>
                    <a:pt x="105" y="112"/>
                  </a:lnTo>
                  <a:lnTo>
                    <a:pt x="104" y="111"/>
                  </a:lnTo>
                  <a:lnTo>
                    <a:pt x="105" y="111"/>
                  </a:lnTo>
                  <a:close/>
                  <a:moveTo>
                    <a:pt x="84" y="108"/>
                  </a:moveTo>
                  <a:lnTo>
                    <a:pt x="84" y="112"/>
                  </a:lnTo>
                  <a:lnTo>
                    <a:pt x="83" y="113"/>
                  </a:lnTo>
                  <a:lnTo>
                    <a:pt x="84" y="116"/>
                  </a:lnTo>
                  <a:lnTo>
                    <a:pt x="83" y="119"/>
                  </a:lnTo>
                  <a:lnTo>
                    <a:pt x="80" y="121"/>
                  </a:lnTo>
                  <a:lnTo>
                    <a:pt x="79" y="127"/>
                  </a:lnTo>
                  <a:lnTo>
                    <a:pt x="77" y="129"/>
                  </a:lnTo>
                  <a:lnTo>
                    <a:pt x="76" y="127"/>
                  </a:lnTo>
                  <a:lnTo>
                    <a:pt x="76" y="124"/>
                  </a:lnTo>
                  <a:lnTo>
                    <a:pt x="79" y="123"/>
                  </a:lnTo>
                  <a:lnTo>
                    <a:pt x="79" y="119"/>
                  </a:lnTo>
                  <a:lnTo>
                    <a:pt x="80" y="116"/>
                  </a:lnTo>
                  <a:lnTo>
                    <a:pt x="81" y="112"/>
                  </a:lnTo>
                  <a:lnTo>
                    <a:pt x="83" y="108"/>
                  </a:lnTo>
                  <a:lnTo>
                    <a:pt x="84" y="108"/>
                  </a:lnTo>
                  <a:close/>
                  <a:moveTo>
                    <a:pt x="88" y="105"/>
                  </a:moveTo>
                  <a:lnTo>
                    <a:pt x="90" y="107"/>
                  </a:lnTo>
                  <a:lnTo>
                    <a:pt x="93" y="105"/>
                  </a:lnTo>
                  <a:lnTo>
                    <a:pt x="93" y="107"/>
                  </a:lnTo>
                  <a:lnTo>
                    <a:pt x="94" y="109"/>
                  </a:lnTo>
                  <a:lnTo>
                    <a:pt x="96" y="113"/>
                  </a:lnTo>
                  <a:lnTo>
                    <a:pt x="97" y="115"/>
                  </a:lnTo>
                  <a:lnTo>
                    <a:pt x="98" y="117"/>
                  </a:lnTo>
                  <a:lnTo>
                    <a:pt x="98" y="120"/>
                  </a:lnTo>
                  <a:lnTo>
                    <a:pt x="97" y="120"/>
                  </a:lnTo>
                  <a:lnTo>
                    <a:pt x="96" y="119"/>
                  </a:lnTo>
                  <a:lnTo>
                    <a:pt x="96" y="121"/>
                  </a:lnTo>
                  <a:lnTo>
                    <a:pt x="93" y="120"/>
                  </a:lnTo>
                  <a:lnTo>
                    <a:pt x="93" y="117"/>
                  </a:lnTo>
                  <a:lnTo>
                    <a:pt x="92" y="115"/>
                  </a:lnTo>
                  <a:lnTo>
                    <a:pt x="92" y="112"/>
                  </a:lnTo>
                  <a:lnTo>
                    <a:pt x="90" y="111"/>
                  </a:lnTo>
                  <a:lnTo>
                    <a:pt x="89" y="112"/>
                  </a:lnTo>
                  <a:lnTo>
                    <a:pt x="88" y="111"/>
                  </a:lnTo>
                  <a:lnTo>
                    <a:pt x="88" y="108"/>
                  </a:lnTo>
                  <a:lnTo>
                    <a:pt x="87" y="105"/>
                  </a:lnTo>
                  <a:lnTo>
                    <a:pt x="88" y="105"/>
                  </a:lnTo>
                  <a:close/>
                  <a:moveTo>
                    <a:pt x="27" y="105"/>
                  </a:moveTo>
                  <a:lnTo>
                    <a:pt x="27" y="108"/>
                  </a:lnTo>
                  <a:lnTo>
                    <a:pt x="27" y="111"/>
                  </a:lnTo>
                  <a:lnTo>
                    <a:pt x="30" y="113"/>
                  </a:lnTo>
                  <a:lnTo>
                    <a:pt x="31" y="116"/>
                  </a:lnTo>
                  <a:lnTo>
                    <a:pt x="30" y="117"/>
                  </a:lnTo>
                  <a:lnTo>
                    <a:pt x="27" y="119"/>
                  </a:lnTo>
                  <a:lnTo>
                    <a:pt x="26" y="120"/>
                  </a:lnTo>
                  <a:lnTo>
                    <a:pt x="25" y="123"/>
                  </a:lnTo>
                  <a:lnTo>
                    <a:pt x="22" y="123"/>
                  </a:lnTo>
                  <a:lnTo>
                    <a:pt x="21" y="124"/>
                  </a:lnTo>
                  <a:lnTo>
                    <a:pt x="21" y="128"/>
                  </a:lnTo>
                  <a:lnTo>
                    <a:pt x="18" y="129"/>
                  </a:lnTo>
                  <a:lnTo>
                    <a:pt x="18" y="130"/>
                  </a:lnTo>
                  <a:lnTo>
                    <a:pt x="17" y="133"/>
                  </a:lnTo>
                  <a:lnTo>
                    <a:pt x="14" y="133"/>
                  </a:lnTo>
                  <a:lnTo>
                    <a:pt x="11" y="137"/>
                  </a:lnTo>
                  <a:lnTo>
                    <a:pt x="9" y="138"/>
                  </a:lnTo>
                  <a:lnTo>
                    <a:pt x="8" y="140"/>
                  </a:lnTo>
                  <a:lnTo>
                    <a:pt x="5" y="141"/>
                  </a:lnTo>
                  <a:lnTo>
                    <a:pt x="4" y="142"/>
                  </a:lnTo>
                  <a:lnTo>
                    <a:pt x="4" y="141"/>
                  </a:lnTo>
                  <a:lnTo>
                    <a:pt x="4" y="140"/>
                  </a:lnTo>
                  <a:lnTo>
                    <a:pt x="8" y="136"/>
                  </a:lnTo>
                  <a:lnTo>
                    <a:pt x="9" y="136"/>
                  </a:lnTo>
                  <a:lnTo>
                    <a:pt x="10" y="132"/>
                  </a:lnTo>
                  <a:lnTo>
                    <a:pt x="11" y="132"/>
                  </a:lnTo>
                  <a:lnTo>
                    <a:pt x="15" y="128"/>
                  </a:lnTo>
                  <a:lnTo>
                    <a:pt x="18" y="124"/>
                  </a:lnTo>
                  <a:lnTo>
                    <a:pt x="21" y="123"/>
                  </a:lnTo>
                  <a:lnTo>
                    <a:pt x="21" y="120"/>
                  </a:lnTo>
                  <a:lnTo>
                    <a:pt x="22" y="117"/>
                  </a:lnTo>
                  <a:lnTo>
                    <a:pt x="23" y="119"/>
                  </a:lnTo>
                  <a:lnTo>
                    <a:pt x="26" y="116"/>
                  </a:lnTo>
                  <a:lnTo>
                    <a:pt x="26" y="113"/>
                  </a:lnTo>
                  <a:lnTo>
                    <a:pt x="25" y="112"/>
                  </a:lnTo>
                  <a:lnTo>
                    <a:pt x="26" y="113"/>
                  </a:lnTo>
                  <a:lnTo>
                    <a:pt x="26" y="109"/>
                  </a:lnTo>
                  <a:lnTo>
                    <a:pt x="26" y="105"/>
                  </a:lnTo>
                  <a:lnTo>
                    <a:pt x="27" y="105"/>
                  </a:lnTo>
                  <a:close/>
                  <a:moveTo>
                    <a:pt x="90" y="102"/>
                  </a:moveTo>
                  <a:lnTo>
                    <a:pt x="89" y="104"/>
                  </a:lnTo>
                  <a:lnTo>
                    <a:pt x="88" y="104"/>
                  </a:lnTo>
                  <a:lnTo>
                    <a:pt x="87" y="103"/>
                  </a:lnTo>
                  <a:lnTo>
                    <a:pt x="88" y="103"/>
                  </a:lnTo>
                  <a:lnTo>
                    <a:pt x="90" y="102"/>
                  </a:lnTo>
                  <a:close/>
                  <a:moveTo>
                    <a:pt x="31" y="98"/>
                  </a:moveTo>
                  <a:lnTo>
                    <a:pt x="33" y="99"/>
                  </a:lnTo>
                  <a:lnTo>
                    <a:pt x="34" y="100"/>
                  </a:lnTo>
                  <a:lnTo>
                    <a:pt x="33" y="102"/>
                  </a:lnTo>
                  <a:lnTo>
                    <a:pt x="33" y="102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31" y="98"/>
                  </a:lnTo>
                  <a:close/>
                  <a:moveTo>
                    <a:pt x="59" y="98"/>
                  </a:moveTo>
                  <a:lnTo>
                    <a:pt x="62" y="100"/>
                  </a:lnTo>
                  <a:lnTo>
                    <a:pt x="63" y="100"/>
                  </a:lnTo>
                  <a:lnTo>
                    <a:pt x="63" y="102"/>
                  </a:lnTo>
                  <a:lnTo>
                    <a:pt x="64" y="102"/>
                  </a:lnTo>
                  <a:lnTo>
                    <a:pt x="67" y="102"/>
                  </a:lnTo>
                  <a:lnTo>
                    <a:pt x="68" y="103"/>
                  </a:lnTo>
                  <a:lnTo>
                    <a:pt x="69" y="104"/>
                  </a:lnTo>
                  <a:lnTo>
                    <a:pt x="71" y="103"/>
                  </a:lnTo>
                  <a:lnTo>
                    <a:pt x="72" y="102"/>
                  </a:lnTo>
                  <a:lnTo>
                    <a:pt x="73" y="103"/>
                  </a:lnTo>
                  <a:lnTo>
                    <a:pt x="73" y="105"/>
                  </a:lnTo>
                  <a:lnTo>
                    <a:pt x="72" y="107"/>
                  </a:lnTo>
                  <a:lnTo>
                    <a:pt x="71" y="109"/>
                  </a:lnTo>
                  <a:lnTo>
                    <a:pt x="68" y="111"/>
                  </a:lnTo>
                  <a:lnTo>
                    <a:pt x="67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4" y="113"/>
                  </a:lnTo>
                  <a:lnTo>
                    <a:pt x="62" y="115"/>
                  </a:lnTo>
                  <a:lnTo>
                    <a:pt x="60" y="116"/>
                  </a:lnTo>
                  <a:lnTo>
                    <a:pt x="59" y="116"/>
                  </a:lnTo>
                  <a:lnTo>
                    <a:pt x="59" y="112"/>
                  </a:lnTo>
                  <a:lnTo>
                    <a:pt x="59" y="109"/>
                  </a:lnTo>
                  <a:lnTo>
                    <a:pt x="59" y="105"/>
                  </a:lnTo>
                  <a:lnTo>
                    <a:pt x="60" y="103"/>
                  </a:lnTo>
                  <a:lnTo>
                    <a:pt x="60" y="102"/>
                  </a:lnTo>
                  <a:lnTo>
                    <a:pt x="59" y="100"/>
                  </a:lnTo>
                  <a:lnTo>
                    <a:pt x="56" y="100"/>
                  </a:lnTo>
                  <a:lnTo>
                    <a:pt x="56" y="99"/>
                  </a:lnTo>
                  <a:lnTo>
                    <a:pt x="59" y="98"/>
                  </a:lnTo>
                  <a:close/>
                  <a:moveTo>
                    <a:pt x="31" y="92"/>
                  </a:moveTo>
                  <a:lnTo>
                    <a:pt x="33" y="94"/>
                  </a:lnTo>
                  <a:lnTo>
                    <a:pt x="34" y="95"/>
                  </a:lnTo>
                  <a:lnTo>
                    <a:pt x="36" y="95"/>
                  </a:lnTo>
                  <a:lnTo>
                    <a:pt x="36" y="96"/>
                  </a:lnTo>
                  <a:lnTo>
                    <a:pt x="36" y="98"/>
                  </a:lnTo>
                  <a:lnTo>
                    <a:pt x="35" y="98"/>
                  </a:lnTo>
                  <a:lnTo>
                    <a:pt x="33" y="96"/>
                  </a:lnTo>
                  <a:lnTo>
                    <a:pt x="31" y="96"/>
                  </a:lnTo>
                  <a:lnTo>
                    <a:pt x="30" y="94"/>
                  </a:lnTo>
                  <a:lnTo>
                    <a:pt x="31" y="92"/>
                  </a:lnTo>
                  <a:close/>
                  <a:moveTo>
                    <a:pt x="65" y="91"/>
                  </a:moveTo>
                  <a:lnTo>
                    <a:pt x="67" y="91"/>
                  </a:lnTo>
                  <a:lnTo>
                    <a:pt x="67" y="92"/>
                  </a:lnTo>
                  <a:lnTo>
                    <a:pt x="64" y="92"/>
                  </a:lnTo>
                  <a:lnTo>
                    <a:pt x="64" y="91"/>
                  </a:lnTo>
                  <a:lnTo>
                    <a:pt x="65" y="91"/>
                  </a:lnTo>
                  <a:close/>
                  <a:moveTo>
                    <a:pt x="73" y="90"/>
                  </a:moveTo>
                  <a:lnTo>
                    <a:pt x="75" y="90"/>
                  </a:lnTo>
                  <a:lnTo>
                    <a:pt x="75" y="91"/>
                  </a:lnTo>
                  <a:lnTo>
                    <a:pt x="75" y="91"/>
                  </a:lnTo>
                  <a:lnTo>
                    <a:pt x="77" y="92"/>
                  </a:lnTo>
                  <a:lnTo>
                    <a:pt x="79" y="94"/>
                  </a:lnTo>
                  <a:lnTo>
                    <a:pt x="83" y="95"/>
                  </a:lnTo>
                  <a:lnTo>
                    <a:pt x="84" y="98"/>
                  </a:lnTo>
                  <a:lnTo>
                    <a:pt x="84" y="99"/>
                  </a:lnTo>
                  <a:lnTo>
                    <a:pt x="83" y="99"/>
                  </a:lnTo>
                  <a:lnTo>
                    <a:pt x="79" y="98"/>
                  </a:lnTo>
                  <a:lnTo>
                    <a:pt x="76" y="95"/>
                  </a:lnTo>
                  <a:lnTo>
                    <a:pt x="75" y="95"/>
                  </a:lnTo>
                  <a:lnTo>
                    <a:pt x="73" y="98"/>
                  </a:lnTo>
                  <a:lnTo>
                    <a:pt x="72" y="96"/>
                  </a:lnTo>
                  <a:lnTo>
                    <a:pt x="72" y="95"/>
                  </a:lnTo>
                  <a:lnTo>
                    <a:pt x="73" y="94"/>
                  </a:lnTo>
                  <a:lnTo>
                    <a:pt x="73" y="92"/>
                  </a:lnTo>
                  <a:lnTo>
                    <a:pt x="73" y="90"/>
                  </a:lnTo>
                  <a:close/>
                  <a:moveTo>
                    <a:pt x="77" y="90"/>
                  </a:moveTo>
                  <a:lnTo>
                    <a:pt x="79" y="90"/>
                  </a:lnTo>
                  <a:lnTo>
                    <a:pt x="80" y="92"/>
                  </a:lnTo>
                  <a:lnTo>
                    <a:pt x="80" y="92"/>
                  </a:lnTo>
                  <a:lnTo>
                    <a:pt x="77" y="91"/>
                  </a:lnTo>
                  <a:lnTo>
                    <a:pt x="77" y="90"/>
                  </a:lnTo>
                  <a:close/>
                  <a:moveTo>
                    <a:pt x="93" y="90"/>
                  </a:moveTo>
                  <a:lnTo>
                    <a:pt x="94" y="90"/>
                  </a:lnTo>
                  <a:lnTo>
                    <a:pt x="94" y="90"/>
                  </a:lnTo>
                  <a:lnTo>
                    <a:pt x="96" y="90"/>
                  </a:lnTo>
                  <a:lnTo>
                    <a:pt x="97" y="91"/>
                  </a:lnTo>
                  <a:lnTo>
                    <a:pt x="100" y="94"/>
                  </a:lnTo>
                  <a:lnTo>
                    <a:pt x="101" y="95"/>
                  </a:lnTo>
                  <a:lnTo>
                    <a:pt x="100" y="96"/>
                  </a:lnTo>
                  <a:lnTo>
                    <a:pt x="101" y="100"/>
                  </a:lnTo>
                  <a:lnTo>
                    <a:pt x="101" y="104"/>
                  </a:lnTo>
                  <a:lnTo>
                    <a:pt x="102" y="105"/>
                  </a:lnTo>
                  <a:lnTo>
                    <a:pt x="102" y="107"/>
                  </a:lnTo>
                  <a:lnTo>
                    <a:pt x="104" y="108"/>
                  </a:lnTo>
                  <a:lnTo>
                    <a:pt x="102" y="108"/>
                  </a:lnTo>
                  <a:lnTo>
                    <a:pt x="102" y="108"/>
                  </a:lnTo>
                  <a:lnTo>
                    <a:pt x="101" y="108"/>
                  </a:lnTo>
                  <a:lnTo>
                    <a:pt x="97" y="108"/>
                  </a:lnTo>
                  <a:lnTo>
                    <a:pt x="97" y="107"/>
                  </a:lnTo>
                  <a:lnTo>
                    <a:pt x="94" y="105"/>
                  </a:lnTo>
                  <a:lnTo>
                    <a:pt x="94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4" y="103"/>
                  </a:lnTo>
                  <a:lnTo>
                    <a:pt x="94" y="102"/>
                  </a:lnTo>
                  <a:lnTo>
                    <a:pt x="93" y="100"/>
                  </a:lnTo>
                  <a:lnTo>
                    <a:pt x="90" y="98"/>
                  </a:lnTo>
                  <a:lnTo>
                    <a:pt x="88" y="95"/>
                  </a:lnTo>
                  <a:lnTo>
                    <a:pt x="85" y="91"/>
                  </a:lnTo>
                  <a:lnTo>
                    <a:pt x="85" y="90"/>
                  </a:lnTo>
                  <a:lnTo>
                    <a:pt x="87" y="90"/>
                  </a:lnTo>
                  <a:lnTo>
                    <a:pt x="89" y="90"/>
                  </a:lnTo>
                  <a:lnTo>
                    <a:pt x="90" y="90"/>
                  </a:lnTo>
                  <a:lnTo>
                    <a:pt x="92" y="90"/>
                  </a:lnTo>
                  <a:lnTo>
                    <a:pt x="93" y="90"/>
                  </a:lnTo>
                  <a:close/>
                  <a:moveTo>
                    <a:pt x="60" y="88"/>
                  </a:moveTo>
                  <a:lnTo>
                    <a:pt x="60" y="91"/>
                  </a:lnTo>
                  <a:lnTo>
                    <a:pt x="60" y="92"/>
                  </a:lnTo>
                  <a:lnTo>
                    <a:pt x="60" y="96"/>
                  </a:lnTo>
                  <a:lnTo>
                    <a:pt x="58" y="96"/>
                  </a:lnTo>
                  <a:lnTo>
                    <a:pt x="58" y="94"/>
                  </a:lnTo>
                  <a:lnTo>
                    <a:pt x="59" y="91"/>
                  </a:lnTo>
                  <a:lnTo>
                    <a:pt x="59" y="88"/>
                  </a:lnTo>
                  <a:lnTo>
                    <a:pt x="60" y="88"/>
                  </a:lnTo>
                  <a:close/>
                  <a:moveTo>
                    <a:pt x="69" y="82"/>
                  </a:moveTo>
                  <a:lnTo>
                    <a:pt x="72" y="84"/>
                  </a:lnTo>
                  <a:lnTo>
                    <a:pt x="72" y="86"/>
                  </a:lnTo>
                  <a:lnTo>
                    <a:pt x="72" y="87"/>
                  </a:lnTo>
                  <a:lnTo>
                    <a:pt x="69" y="84"/>
                  </a:lnTo>
                  <a:lnTo>
                    <a:pt x="69" y="83"/>
                  </a:lnTo>
                  <a:lnTo>
                    <a:pt x="69" y="82"/>
                  </a:lnTo>
                  <a:close/>
                  <a:moveTo>
                    <a:pt x="39" y="78"/>
                  </a:moveTo>
                  <a:lnTo>
                    <a:pt x="42" y="78"/>
                  </a:lnTo>
                  <a:lnTo>
                    <a:pt x="44" y="78"/>
                  </a:lnTo>
                  <a:lnTo>
                    <a:pt x="50" y="82"/>
                  </a:lnTo>
                  <a:lnTo>
                    <a:pt x="51" y="83"/>
                  </a:lnTo>
                  <a:lnTo>
                    <a:pt x="51" y="84"/>
                  </a:lnTo>
                  <a:lnTo>
                    <a:pt x="51" y="87"/>
                  </a:lnTo>
                  <a:lnTo>
                    <a:pt x="52" y="88"/>
                  </a:lnTo>
                  <a:lnTo>
                    <a:pt x="52" y="91"/>
                  </a:lnTo>
                  <a:lnTo>
                    <a:pt x="51" y="91"/>
                  </a:lnTo>
                  <a:lnTo>
                    <a:pt x="51" y="94"/>
                  </a:lnTo>
                  <a:lnTo>
                    <a:pt x="48" y="95"/>
                  </a:lnTo>
                  <a:lnTo>
                    <a:pt x="47" y="95"/>
                  </a:lnTo>
                  <a:lnTo>
                    <a:pt x="44" y="92"/>
                  </a:lnTo>
                  <a:lnTo>
                    <a:pt x="44" y="90"/>
                  </a:lnTo>
                  <a:lnTo>
                    <a:pt x="42" y="88"/>
                  </a:lnTo>
                  <a:lnTo>
                    <a:pt x="42" y="84"/>
                  </a:lnTo>
                  <a:lnTo>
                    <a:pt x="40" y="83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6" y="79"/>
                  </a:lnTo>
                  <a:lnTo>
                    <a:pt x="36" y="78"/>
                  </a:lnTo>
                  <a:lnTo>
                    <a:pt x="39" y="78"/>
                  </a:lnTo>
                  <a:close/>
                  <a:moveTo>
                    <a:pt x="56" y="77"/>
                  </a:moveTo>
                  <a:lnTo>
                    <a:pt x="58" y="78"/>
                  </a:lnTo>
                  <a:lnTo>
                    <a:pt x="59" y="79"/>
                  </a:lnTo>
                  <a:lnTo>
                    <a:pt x="58" y="80"/>
                  </a:lnTo>
                  <a:lnTo>
                    <a:pt x="58" y="82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6" y="77"/>
                  </a:lnTo>
                  <a:close/>
                  <a:moveTo>
                    <a:pt x="33" y="74"/>
                  </a:moveTo>
                  <a:lnTo>
                    <a:pt x="34" y="74"/>
                  </a:lnTo>
                  <a:lnTo>
                    <a:pt x="36" y="75"/>
                  </a:lnTo>
                  <a:lnTo>
                    <a:pt x="35" y="77"/>
                  </a:lnTo>
                  <a:lnTo>
                    <a:pt x="33" y="75"/>
                  </a:lnTo>
                  <a:lnTo>
                    <a:pt x="33" y="74"/>
                  </a:lnTo>
                  <a:close/>
                  <a:moveTo>
                    <a:pt x="84" y="70"/>
                  </a:moveTo>
                  <a:lnTo>
                    <a:pt x="85" y="73"/>
                  </a:lnTo>
                  <a:lnTo>
                    <a:pt x="87" y="74"/>
                  </a:lnTo>
                  <a:lnTo>
                    <a:pt x="85" y="77"/>
                  </a:lnTo>
                  <a:lnTo>
                    <a:pt x="83" y="78"/>
                  </a:lnTo>
                  <a:lnTo>
                    <a:pt x="81" y="77"/>
                  </a:lnTo>
                  <a:lnTo>
                    <a:pt x="83" y="75"/>
                  </a:lnTo>
                  <a:lnTo>
                    <a:pt x="83" y="74"/>
                  </a:lnTo>
                  <a:lnTo>
                    <a:pt x="83" y="71"/>
                  </a:lnTo>
                  <a:lnTo>
                    <a:pt x="84" y="70"/>
                  </a:lnTo>
                  <a:close/>
                  <a:moveTo>
                    <a:pt x="55" y="67"/>
                  </a:moveTo>
                  <a:lnTo>
                    <a:pt x="58" y="69"/>
                  </a:lnTo>
                  <a:lnTo>
                    <a:pt x="58" y="70"/>
                  </a:lnTo>
                  <a:lnTo>
                    <a:pt x="56" y="69"/>
                  </a:lnTo>
                  <a:lnTo>
                    <a:pt x="55" y="67"/>
                  </a:lnTo>
                  <a:close/>
                  <a:moveTo>
                    <a:pt x="56" y="57"/>
                  </a:moveTo>
                  <a:lnTo>
                    <a:pt x="58" y="58"/>
                  </a:lnTo>
                  <a:lnTo>
                    <a:pt x="56" y="59"/>
                  </a:lnTo>
                  <a:lnTo>
                    <a:pt x="56" y="62"/>
                  </a:lnTo>
                  <a:lnTo>
                    <a:pt x="55" y="65"/>
                  </a:lnTo>
                  <a:lnTo>
                    <a:pt x="54" y="62"/>
                  </a:lnTo>
                  <a:lnTo>
                    <a:pt x="55" y="62"/>
                  </a:lnTo>
                  <a:lnTo>
                    <a:pt x="54" y="58"/>
                  </a:lnTo>
                  <a:lnTo>
                    <a:pt x="56" y="57"/>
                  </a:lnTo>
                  <a:close/>
                  <a:moveTo>
                    <a:pt x="39" y="12"/>
                  </a:moveTo>
                  <a:lnTo>
                    <a:pt x="43" y="13"/>
                  </a:lnTo>
                  <a:lnTo>
                    <a:pt x="46" y="15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51" y="15"/>
                  </a:lnTo>
                  <a:lnTo>
                    <a:pt x="52" y="13"/>
                  </a:lnTo>
                  <a:lnTo>
                    <a:pt x="52" y="12"/>
                  </a:lnTo>
                  <a:lnTo>
                    <a:pt x="54" y="12"/>
                  </a:lnTo>
                  <a:lnTo>
                    <a:pt x="55" y="15"/>
                  </a:lnTo>
                  <a:lnTo>
                    <a:pt x="55" y="16"/>
                  </a:lnTo>
                  <a:lnTo>
                    <a:pt x="54" y="17"/>
                  </a:lnTo>
                  <a:lnTo>
                    <a:pt x="54" y="23"/>
                  </a:lnTo>
                  <a:lnTo>
                    <a:pt x="55" y="27"/>
                  </a:lnTo>
                  <a:lnTo>
                    <a:pt x="56" y="27"/>
                  </a:lnTo>
                  <a:lnTo>
                    <a:pt x="58" y="29"/>
                  </a:lnTo>
                  <a:lnTo>
                    <a:pt x="59" y="30"/>
                  </a:lnTo>
                  <a:lnTo>
                    <a:pt x="58" y="36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5" y="46"/>
                  </a:lnTo>
                  <a:lnTo>
                    <a:pt x="55" y="45"/>
                  </a:lnTo>
                  <a:lnTo>
                    <a:pt x="55" y="42"/>
                  </a:lnTo>
                  <a:lnTo>
                    <a:pt x="54" y="44"/>
                  </a:lnTo>
                  <a:lnTo>
                    <a:pt x="50" y="48"/>
                  </a:lnTo>
                  <a:lnTo>
                    <a:pt x="50" y="49"/>
                  </a:lnTo>
                  <a:lnTo>
                    <a:pt x="50" y="52"/>
                  </a:lnTo>
                  <a:lnTo>
                    <a:pt x="48" y="54"/>
                  </a:lnTo>
                  <a:lnTo>
                    <a:pt x="48" y="57"/>
                  </a:lnTo>
                  <a:lnTo>
                    <a:pt x="50" y="58"/>
                  </a:lnTo>
                  <a:lnTo>
                    <a:pt x="51" y="61"/>
                  </a:lnTo>
                  <a:lnTo>
                    <a:pt x="52" y="62"/>
                  </a:lnTo>
                  <a:lnTo>
                    <a:pt x="51" y="63"/>
                  </a:lnTo>
                  <a:lnTo>
                    <a:pt x="51" y="66"/>
                  </a:lnTo>
                  <a:lnTo>
                    <a:pt x="52" y="67"/>
                  </a:lnTo>
                  <a:lnTo>
                    <a:pt x="54" y="70"/>
                  </a:lnTo>
                  <a:lnTo>
                    <a:pt x="56" y="71"/>
                  </a:lnTo>
                  <a:lnTo>
                    <a:pt x="59" y="70"/>
                  </a:lnTo>
                  <a:lnTo>
                    <a:pt x="59" y="69"/>
                  </a:lnTo>
                  <a:lnTo>
                    <a:pt x="63" y="66"/>
                  </a:lnTo>
                  <a:lnTo>
                    <a:pt x="64" y="66"/>
                  </a:lnTo>
                  <a:lnTo>
                    <a:pt x="68" y="69"/>
                  </a:lnTo>
                  <a:lnTo>
                    <a:pt x="69" y="71"/>
                  </a:lnTo>
                  <a:lnTo>
                    <a:pt x="69" y="74"/>
                  </a:lnTo>
                  <a:lnTo>
                    <a:pt x="71" y="75"/>
                  </a:lnTo>
                  <a:lnTo>
                    <a:pt x="72" y="74"/>
                  </a:lnTo>
                  <a:lnTo>
                    <a:pt x="72" y="71"/>
                  </a:lnTo>
                  <a:lnTo>
                    <a:pt x="73" y="70"/>
                  </a:lnTo>
                  <a:lnTo>
                    <a:pt x="75" y="73"/>
                  </a:lnTo>
                  <a:lnTo>
                    <a:pt x="77" y="73"/>
                  </a:lnTo>
                  <a:lnTo>
                    <a:pt x="79" y="74"/>
                  </a:lnTo>
                  <a:lnTo>
                    <a:pt x="80" y="75"/>
                  </a:lnTo>
                  <a:lnTo>
                    <a:pt x="79" y="75"/>
                  </a:lnTo>
                  <a:lnTo>
                    <a:pt x="77" y="75"/>
                  </a:lnTo>
                  <a:lnTo>
                    <a:pt x="76" y="75"/>
                  </a:lnTo>
                  <a:lnTo>
                    <a:pt x="76" y="78"/>
                  </a:lnTo>
                  <a:lnTo>
                    <a:pt x="77" y="82"/>
                  </a:lnTo>
                  <a:lnTo>
                    <a:pt x="77" y="83"/>
                  </a:lnTo>
                  <a:lnTo>
                    <a:pt x="80" y="83"/>
                  </a:lnTo>
                  <a:lnTo>
                    <a:pt x="81" y="84"/>
                  </a:lnTo>
                  <a:lnTo>
                    <a:pt x="84" y="84"/>
                  </a:lnTo>
                  <a:lnTo>
                    <a:pt x="85" y="86"/>
                  </a:lnTo>
                  <a:lnTo>
                    <a:pt x="84" y="87"/>
                  </a:lnTo>
                  <a:lnTo>
                    <a:pt x="84" y="88"/>
                  </a:lnTo>
                  <a:lnTo>
                    <a:pt x="83" y="91"/>
                  </a:lnTo>
                  <a:lnTo>
                    <a:pt x="81" y="91"/>
                  </a:lnTo>
                  <a:lnTo>
                    <a:pt x="79" y="88"/>
                  </a:lnTo>
                  <a:lnTo>
                    <a:pt x="81" y="87"/>
                  </a:lnTo>
                  <a:lnTo>
                    <a:pt x="81" y="86"/>
                  </a:lnTo>
                  <a:lnTo>
                    <a:pt x="79" y="86"/>
                  </a:lnTo>
                  <a:lnTo>
                    <a:pt x="79" y="86"/>
                  </a:lnTo>
                  <a:lnTo>
                    <a:pt x="77" y="87"/>
                  </a:lnTo>
                  <a:lnTo>
                    <a:pt x="75" y="84"/>
                  </a:lnTo>
                  <a:lnTo>
                    <a:pt x="73" y="83"/>
                  </a:lnTo>
                  <a:lnTo>
                    <a:pt x="73" y="80"/>
                  </a:lnTo>
                  <a:lnTo>
                    <a:pt x="72" y="79"/>
                  </a:lnTo>
                  <a:lnTo>
                    <a:pt x="68" y="78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4" y="73"/>
                  </a:lnTo>
                  <a:lnTo>
                    <a:pt x="63" y="73"/>
                  </a:lnTo>
                  <a:lnTo>
                    <a:pt x="63" y="74"/>
                  </a:lnTo>
                  <a:lnTo>
                    <a:pt x="64" y="78"/>
                  </a:lnTo>
                  <a:lnTo>
                    <a:pt x="65" y="82"/>
                  </a:lnTo>
                  <a:lnTo>
                    <a:pt x="64" y="82"/>
                  </a:lnTo>
                  <a:lnTo>
                    <a:pt x="63" y="78"/>
                  </a:lnTo>
                  <a:lnTo>
                    <a:pt x="60" y="77"/>
                  </a:lnTo>
                  <a:lnTo>
                    <a:pt x="59" y="74"/>
                  </a:lnTo>
                  <a:lnTo>
                    <a:pt x="54" y="73"/>
                  </a:lnTo>
                  <a:lnTo>
                    <a:pt x="51" y="73"/>
                  </a:lnTo>
                  <a:lnTo>
                    <a:pt x="50" y="74"/>
                  </a:lnTo>
                  <a:lnTo>
                    <a:pt x="51" y="75"/>
                  </a:lnTo>
                  <a:lnTo>
                    <a:pt x="48" y="77"/>
                  </a:lnTo>
                  <a:lnTo>
                    <a:pt x="46" y="74"/>
                  </a:lnTo>
                  <a:lnTo>
                    <a:pt x="44" y="75"/>
                  </a:lnTo>
                  <a:lnTo>
                    <a:pt x="42" y="77"/>
                  </a:lnTo>
                  <a:lnTo>
                    <a:pt x="43" y="74"/>
                  </a:lnTo>
                  <a:lnTo>
                    <a:pt x="42" y="73"/>
                  </a:lnTo>
                  <a:lnTo>
                    <a:pt x="40" y="73"/>
                  </a:lnTo>
                  <a:lnTo>
                    <a:pt x="40" y="75"/>
                  </a:lnTo>
                  <a:lnTo>
                    <a:pt x="39" y="73"/>
                  </a:lnTo>
                  <a:lnTo>
                    <a:pt x="39" y="70"/>
                  </a:lnTo>
                  <a:lnTo>
                    <a:pt x="39" y="69"/>
                  </a:lnTo>
                  <a:lnTo>
                    <a:pt x="40" y="66"/>
                  </a:lnTo>
                  <a:lnTo>
                    <a:pt x="43" y="63"/>
                  </a:lnTo>
                  <a:lnTo>
                    <a:pt x="40" y="62"/>
                  </a:lnTo>
                  <a:lnTo>
                    <a:pt x="38" y="62"/>
                  </a:lnTo>
                  <a:lnTo>
                    <a:pt x="38" y="63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6" y="66"/>
                  </a:lnTo>
                  <a:lnTo>
                    <a:pt x="34" y="63"/>
                  </a:lnTo>
                  <a:lnTo>
                    <a:pt x="34" y="61"/>
                  </a:lnTo>
                  <a:lnTo>
                    <a:pt x="33" y="61"/>
                  </a:lnTo>
                  <a:lnTo>
                    <a:pt x="33" y="61"/>
                  </a:lnTo>
                  <a:lnTo>
                    <a:pt x="31" y="61"/>
                  </a:lnTo>
                  <a:lnTo>
                    <a:pt x="31" y="55"/>
                  </a:lnTo>
                  <a:lnTo>
                    <a:pt x="29" y="53"/>
                  </a:lnTo>
                  <a:lnTo>
                    <a:pt x="29" y="49"/>
                  </a:lnTo>
                  <a:lnTo>
                    <a:pt x="29" y="48"/>
                  </a:lnTo>
                  <a:lnTo>
                    <a:pt x="29" y="46"/>
                  </a:lnTo>
                  <a:lnTo>
                    <a:pt x="27" y="46"/>
                  </a:lnTo>
                  <a:lnTo>
                    <a:pt x="27" y="44"/>
                  </a:lnTo>
                  <a:lnTo>
                    <a:pt x="27" y="41"/>
                  </a:lnTo>
                  <a:lnTo>
                    <a:pt x="29" y="44"/>
                  </a:lnTo>
                  <a:lnTo>
                    <a:pt x="31" y="44"/>
                  </a:lnTo>
                  <a:lnTo>
                    <a:pt x="33" y="42"/>
                  </a:lnTo>
                  <a:lnTo>
                    <a:pt x="33" y="41"/>
                  </a:lnTo>
                  <a:lnTo>
                    <a:pt x="31" y="37"/>
                  </a:lnTo>
                  <a:lnTo>
                    <a:pt x="31" y="34"/>
                  </a:lnTo>
                  <a:lnTo>
                    <a:pt x="33" y="29"/>
                  </a:lnTo>
                  <a:lnTo>
                    <a:pt x="33" y="24"/>
                  </a:lnTo>
                  <a:lnTo>
                    <a:pt x="33" y="21"/>
                  </a:lnTo>
                  <a:lnTo>
                    <a:pt x="35" y="16"/>
                  </a:lnTo>
                  <a:lnTo>
                    <a:pt x="35" y="13"/>
                  </a:lnTo>
                  <a:lnTo>
                    <a:pt x="39" y="12"/>
                  </a:lnTo>
                  <a:close/>
                  <a:moveTo>
                    <a:pt x="42" y="8"/>
                  </a:moveTo>
                  <a:lnTo>
                    <a:pt x="44" y="8"/>
                  </a:lnTo>
                  <a:lnTo>
                    <a:pt x="43" y="9"/>
                  </a:lnTo>
                  <a:lnTo>
                    <a:pt x="42" y="8"/>
                  </a:lnTo>
                  <a:close/>
                  <a:moveTo>
                    <a:pt x="50" y="7"/>
                  </a:moveTo>
                  <a:lnTo>
                    <a:pt x="51" y="7"/>
                  </a:lnTo>
                  <a:lnTo>
                    <a:pt x="50" y="9"/>
                  </a:lnTo>
                  <a:lnTo>
                    <a:pt x="48" y="8"/>
                  </a:lnTo>
                  <a:lnTo>
                    <a:pt x="50" y="7"/>
                  </a:lnTo>
                  <a:close/>
                  <a:moveTo>
                    <a:pt x="40" y="4"/>
                  </a:moveTo>
                  <a:lnTo>
                    <a:pt x="42" y="5"/>
                  </a:lnTo>
                  <a:lnTo>
                    <a:pt x="39" y="5"/>
                  </a:lnTo>
                  <a:lnTo>
                    <a:pt x="40" y="4"/>
                  </a:lnTo>
                  <a:close/>
                  <a:moveTo>
                    <a:pt x="44" y="0"/>
                  </a:moveTo>
                  <a:lnTo>
                    <a:pt x="44" y="3"/>
                  </a:lnTo>
                  <a:lnTo>
                    <a:pt x="43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" name="Freeform 356"/>
            <p:cNvSpPr>
              <a:spLocks noEditPoints="1"/>
            </p:cNvSpPr>
            <p:nvPr/>
          </p:nvSpPr>
          <p:spPr bwMode="auto">
            <a:xfrm>
              <a:off x="8653217" y="4185447"/>
              <a:ext cx="1383072" cy="520238"/>
            </a:xfrm>
            <a:custGeom>
              <a:avLst/>
              <a:gdLst>
                <a:gd name="T0" fmla="*/ 294 w 545"/>
                <a:gd name="T1" fmla="*/ 196 h 205"/>
                <a:gd name="T2" fmla="*/ 341 w 545"/>
                <a:gd name="T3" fmla="*/ 187 h 205"/>
                <a:gd name="T4" fmla="*/ 343 w 545"/>
                <a:gd name="T5" fmla="*/ 174 h 205"/>
                <a:gd name="T6" fmla="*/ 398 w 545"/>
                <a:gd name="T7" fmla="*/ 172 h 205"/>
                <a:gd name="T8" fmla="*/ 274 w 545"/>
                <a:gd name="T9" fmla="*/ 171 h 205"/>
                <a:gd name="T10" fmla="*/ 264 w 545"/>
                <a:gd name="T11" fmla="*/ 175 h 205"/>
                <a:gd name="T12" fmla="*/ 239 w 545"/>
                <a:gd name="T13" fmla="*/ 170 h 205"/>
                <a:gd name="T14" fmla="*/ 296 w 545"/>
                <a:gd name="T15" fmla="*/ 179 h 205"/>
                <a:gd name="T16" fmla="*/ 370 w 545"/>
                <a:gd name="T17" fmla="*/ 167 h 205"/>
                <a:gd name="T18" fmla="*/ 516 w 545"/>
                <a:gd name="T19" fmla="*/ 168 h 205"/>
                <a:gd name="T20" fmla="*/ 433 w 545"/>
                <a:gd name="T21" fmla="*/ 156 h 205"/>
                <a:gd name="T22" fmla="*/ 236 w 545"/>
                <a:gd name="T23" fmla="*/ 154 h 205"/>
                <a:gd name="T24" fmla="*/ 465 w 545"/>
                <a:gd name="T25" fmla="*/ 149 h 205"/>
                <a:gd name="T26" fmla="*/ 468 w 545"/>
                <a:gd name="T27" fmla="*/ 146 h 205"/>
                <a:gd name="T28" fmla="*/ 202 w 545"/>
                <a:gd name="T29" fmla="*/ 154 h 205"/>
                <a:gd name="T30" fmla="*/ 185 w 545"/>
                <a:gd name="T31" fmla="*/ 172 h 205"/>
                <a:gd name="T32" fmla="*/ 127 w 545"/>
                <a:gd name="T33" fmla="*/ 149 h 205"/>
                <a:gd name="T34" fmla="*/ 464 w 545"/>
                <a:gd name="T35" fmla="*/ 141 h 205"/>
                <a:gd name="T36" fmla="*/ 325 w 545"/>
                <a:gd name="T37" fmla="*/ 127 h 205"/>
                <a:gd name="T38" fmla="*/ 329 w 545"/>
                <a:gd name="T39" fmla="*/ 129 h 205"/>
                <a:gd name="T40" fmla="*/ 246 w 545"/>
                <a:gd name="T41" fmla="*/ 116 h 205"/>
                <a:gd name="T42" fmla="*/ 61 w 545"/>
                <a:gd name="T43" fmla="*/ 105 h 205"/>
                <a:gd name="T44" fmla="*/ 397 w 545"/>
                <a:gd name="T45" fmla="*/ 105 h 205"/>
                <a:gd name="T46" fmla="*/ 365 w 545"/>
                <a:gd name="T47" fmla="*/ 97 h 205"/>
                <a:gd name="T48" fmla="*/ 411 w 545"/>
                <a:gd name="T49" fmla="*/ 93 h 205"/>
                <a:gd name="T50" fmla="*/ 491 w 545"/>
                <a:gd name="T51" fmla="*/ 91 h 205"/>
                <a:gd name="T52" fmla="*/ 127 w 545"/>
                <a:gd name="T53" fmla="*/ 92 h 205"/>
                <a:gd name="T54" fmla="*/ 175 w 545"/>
                <a:gd name="T55" fmla="*/ 85 h 205"/>
                <a:gd name="T56" fmla="*/ 170 w 545"/>
                <a:gd name="T57" fmla="*/ 83 h 205"/>
                <a:gd name="T58" fmla="*/ 478 w 545"/>
                <a:gd name="T59" fmla="*/ 77 h 205"/>
                <a:gd name="T60" fmla="*/ 169 w 545"/>
                <a:gd name="T61" fmla="*/ 77 h 205"/>
                <a:gd name="T62" fmla="*/ 470 w 545"/>
                <a:gd name="T63" fmla="*/ 101 h 205"/>
                <a:gd name="T64" fmla="*/ 532 w 545"/>
                <a:gd name="T65" fmla="*/ 97 h 205"/>
                <a:gd name="T66" fmla="*/ 518 w 545"/>
                <a:gd name="T67" fmla="*/ 168 h 205"/>
                <a:gd name="T68" fmla="*/ 507 w 545"/>
                <a:gd name="T69" fmla="*/ 134 h 205"/>
                <a:gd name="T70" fmla="*/ 458 w 545"/>
                <a:gd name="T71" fmla="*/ 109 h 205"/>
                <a:gd name="T72" fmla="*/ 458 w 545"/>
                <a:gd name="T73" fmla="*/ 101 h 205"/>
                <a:gd name="T74" fmla="*/ 441 w 545"/>
                <a:gd name="T75" fmla="*/ 74 h 205"/>
                <a:gd name="T76" fmla="*/ 404 w 545"/>
                <a:gd name="T77" fmla="*/ 70 h 205"/>
                <a:gd name="T78" fmla="*/ 28 w 545"/>
                <a:gd name="T79" fmla="*/ 52 h 205"/>
                <a:gd name="T80" fmla="*/ 333 w 545"/>
                <a:gd name="T81" fmla="*/ 66 h 205"/>
                <a:gd name="T82" fmla="*/ 335 w 545"/>
                <a:gd name="T83" fmla="*/ 77 h 205"/>
                <a:gd name="T84" fmla="*/ 320 w 545"/>
                <a:gd name="T85" fmla="*/ 114 h 205"/>
                <a:gd name="T86" fmla="*/ 307 w 545"/>
                <a:gd name="T87" fmla="*/ 117 h 205"/>
                <a:gd name="T88" fmla="*/ 286 w 545"/>
                <a:gd name="T89" fmla="*/ 129 h 205"/>
                <a:gd name="T90" fmla="*/ 291 w 545"/>
                <a:gd name="T91" fmla="*/ 70 h 205"/>
                <a:gd name="T92" fmla="*/ 78 w 545"/>
                <a:gd name="T93" fmla="*/ 45 h 205"/>
                <a:gd name="T94" fmla="*/ 393 w 545"/>
                <a:gd name="T95" fmla="*/ 60 h 205"/>
                <a:gd name="T96" fmla="*/ 385 w 545"/>
                <a:gd name="T97" fmla="*/ 50 h 205"/>
                <a:gd name="T98" fmla="*/ 132 w 545"/>
                <a:gd name="T99" fmla="*/ 29 h 205"/>
                <a:gd name="T100" fmla="*/ 266 w 545"/>
                <a:gd name="T101" fmla="*/ 20 h 205"/>
                <a:gd name="T102" fmla="*/ 265 w 545"/>
                <a:gd name="T103" fmla="*/ 33 h 205"/>
                <a:gd name="T104" fmla="*/ 257 w 545"/>
                <a:gd name="T105" fmla="*/ 85 h 205"/>
                <a:gd name="T106" fmla="*/ 229 w 545"/>
                <a:gd name="T107" fmla="*/ 121 h 205"/>
                <a:gd name="T108" fmla="*/ 196 w 545"/>
                <a:gd name="T109" fmla="*/ 106 h 205"/>
                <a:gd name="T110" fmla="*/ 166 w 545"/>
                <a:gd name="T111" fmla="*/ 72 h 205"/>
                <a:gd name="T112" fmla="*/ 231 w 545"/>
                <a:gd name="T113" fmla="*/ 50 h 205"/>
                <a:gd name="T114" fmla="*/ 17 w 545"/>
                <a:gd name="T115" fmla="*/ 4 h 205"/>
                <a:gd name="T116" fmla="*/ 84 w 545"/>
                <a:gd name="T117" fmla="*/ 58 h 205"/>
                <a:gd name="T118" fmla="*/ 113 w 545"/>
                <a:gd name="T119" fmla="*/ 93 h 205"/>
                <a:gd name="T120" fmla="*/ 109 w 545"/>
                <a:gd name="T121" fmla="*/ 139 h 205"/>
                <a:gd name="T122" fmla="*/ 40 w 545"/>
                <a:gd name="T123" fmla="*/ 49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5" h="205">
                  <a:moveTo>
                    <a:pt x="331" y="199"/>
                  </a:moveTo>
                  <a:lnTo>
                    <a:pt x="331" y="200"/>
                  </a:lnTo>
                  <a:lnTo>
                    <a:pt x="329" y="202"/>
                  </a:lnTo>
                  <a:lnTo>
                    <a:pt x="324" y="205"/>
                  </a:lnTo>
                  <a:lnTo>
                    <a:pt x="323" y="204"/>
                  </a:lnTo>
                  <a:lnTo>
                    <a:pt x="324" y="202"/>
                  </a:lnTo>
                  <a:lnTo>
                    <a:pt x="328" y="200"/>
                  </a:lnTo>
                  <a:lnTo>
                    <a:pt x="328" y="200"/>
                  </a:lnTo>
                  <a:lnTo>
                    <a:pt x="331" y="199"/>
                  </a:lnTo>
                  <a:close/>
                  <a:moveTo>
                    <a:pt x="312" y="199"/>
                  </a:moveTo>
                  <a:lnTo>
                    <a:pt x="314" y="200"/>
                  </a:lnTo>
                  <a:lnTo>
                    <a:pt x="314" y="201"/>
                  </a:lnTo>
                  <a:lnTo>
                    <a:pt x="312" y="201"/>
                  </a:lnTo>
                  <a:lnTo>
                    <a:pt x="311" y="201"/>
                  </a:lnTo>
                  <a:lnTo>
                    <a:pt x="312" y="200"/>
                  </a:lnTo>
                  <a:lnTo>
                    <a:pt x="312" y="199"/>
                  </a:lnTo>
                  <a:close/>
                  <a:moveTo>
                    <a:pt x="329" y="195"/>
                  </a:moveTo>
                  <a:lnTo>
                    <a:pt x="331" y="195"/>
                  </a:lnTo>
                  <a:lnTo>
                    <a:pt x="329" y="197"/>
                  </a:lnTo>
                  <a:lnTo>
                    <a:pt x="328" y="197"/>
                  </a:lnTo>
                  <a:lnTo>
                    <a:pt x="329" y="195"/>
                  </a:lnTo>
                  <a:close/>
                  <a:moveTo>
                    <a:pt x="283" y="183"/>
                  </a:moveTo>
                  <a:lnTo>
                    <a:pt x="287" y="185"/>
                  </a:lnTo>
                  <a:lnTo>
                    <a:pt x="289" y="185"/>
                  </a:lnTo>
                  <a:lnTo>
                    <a:pt x="291" y="184"/>
                  </a:lnTo>
                  <a:lnTo>
                    <a:pt x="294" y="185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9" y="191"/>
                  </a:lnTo>
                  <a:lnTo>
                    <a:pt x="300" y="193"/>
                  </a:lnTo>
                  <a:lnTo>
                    <a:pt x="300" y="195"/>
                  </a:lnTo>
                  <a:lnTo>
                    <a:pt x="298" y="196"/>
                  </a:lnTo>
                  <a:lnTo>
                    <a:pt x="294" y="196"/>
                  </a:lnTo>
                  <a:lnTo>
                    <a:pt x="291" y="195"/>
                  </a:lnTo>
                  <a:lnTo>
                    <a:pt x="290" y="192"/>
                  </a:lnTo>
                  <a:lnTo>
                    <a:pt x="287" y="192"/>
                  </a:lnTo>
                  <a:lnTo>
                    <a:pt x="286" y="189"/>
                  </a:lnTo>
                  <a:lnTo>
                    <a:pt x="283" y="189"/>
                  </a:lnTo>
                  <a:lnTo>
                    <a:pt x="281" y="189"/>
                  </a:lnTo>
                  <a:lnTo>
                    <a:pt x="278" y="188"/>
                  </a:lnTo>
                  <a:lnTo>
                    <a:pt x="278" y="185"/>
                  </a:lnTo>
                  <a:lnTo>
                    <a:pt x="283" y="183"/>
                  </a:lnTo>
                  <a:close/>
                  <a:moveTo>
                    <a:pt x="349" y="180"/>
                  </a:moveTo>
                  <a:lnTo>
                    <a:pt x="352" y="184"/>
                  </a:lnTo>
                  <a:lnTo>
                    <a:pt x="354" y="187"/>
                  </a:lnTo>
                  <a:lnTo>
                    <a:pt x="353" y="187"/>
                  </a:lnTo>
                  <a:lnTo>
                    <a:pt x="352" y="188"/>
                  </a:lnTo>
                  <a:lnTo>
                    <a:pt x="348" y="192"/>
                  </a:lnTo>
                  <a:lnTo>
                    <a:pt x="346" y="193"/>
                  </a:lnTo>
                  <a:lnTo>
                    <a:pt x="344" y="195"/>
                  </a:lnTo>
                  <a:lnTo>
                    <a:pt x="343" y="195"/>
                  </a:lnTo>
                  <a:lnTo>
                    <a:pt x="340" y="196"/>
                  </a:lnTo>
                  <a:lnTo>
                    <a:pt x="336" y="199"/>
                  </a:lnTo>
                  <a:lnTo>
                    <a:pt x="333" y="199"/>
                  </a:lnTo>
                  <a:lnTo>
                    <a:pt x="332" y="197"/>
                  </a:lnTo>
                  <a:lnTo>
                    <a:pt x="332" y="195"/>
                  </a:lnTo>
                  <a:lnTo>
                    <a:pt x="333" y="196"/>
                  </a:lnTo>
                  <a:lnTo>
                    <a:pt x="335" y="196"/>
                  </a:lnTo>
                  <a:lnTo>
                    <a:pt x="335" y="195"/>
                  </a:lnTo>
                  <a:lnTo>
                    <a:pt x="333" y="193"/>
                  </a:lnTo>
                  <a:lnTo>
                    <a:pt x="333" y="192"/>
                  </a:lnTo>
                  <a:lnTo>
                    <a:pt x="336" y="189"/>
                  </a:lnTo>
                  <a:lnTo>
                    <a:pt x="336" y="187"/>
                  </a:lnTo>
                  <a:lnTo>
                    <a:pt x="339" y="185"/>
                  </a:lnTo>
                  <a:lnTo>
                    <a:pt x="340" y="184"/>
                  </a:lnTo>
                  <a:lnTo>
                    <a:pt x="341" y="187"/>
                  </a:lnTo>
                  <a:lnTo>
                    <a:pt x="344" y="185"/>
                  </a:lnTo>
                  <a:lnTo>
                    <a:pt x="346" y="185"/>
                  </a:lnTo>
                  <a:lnTo>
                    <a:pt x="346" y="181"/>
                  </a:lnTo>
                  <a:lnTo>
                    <a:pt x="348" y="181"/>
                  </a:lnTo>
                  <a:lnTo>
                    <a:pt x="349" y="180"/>
                  </a:lnTo>
                  <a:close/>
                  <a:moveTo>
                    <a:pt x="287" y="176"/>
                  </a:moveTo>
                  <a:lnTo>
                    <a:pt x="289" y="176"/>
                  </a:lnTo>
                  <a:lnTo>
                    <a:pt x="289" y="177"/>
                  </a:lnTo>
                  <a:lnTo>
                    <a:pt x="286" y="177"/>
                  </a:lnTo>
                  <a:lnTo>
                    <a:pt x="287" y="176"/>
                  </a:lnTo>
                  <a:close/>
                  <a:moveTo>
                    <a:pt x="239" y="176"/>
                  </a:moveTo>
                  <a:lnTo>
                    <a:pt x="240" y="177"/>
                  </a:lnTo>
                  <a:lnTo>
                    <a:pt x="239" y="177"/>
                  </a:lnTo>
                  <a:lnTo>
                    <a:pt x="237" y="177"/>
                  </a:lnTo>
                  <a:lnTo>
                    <a:pt x="239" y="176"/>
                  </a:lnTo>
                  <a:close/>
                  <a:moveTo>
                    <a:pt x="329" y="175"/>
                  </a:moveTo>
                  <a:lnTo>
                    <a:pt x="328" y="175"/>
                  </a:lnTo>
                  <a:lnTo>
                    <a:pt x="327" y="176"/>
                  </a:lnTo>
                  <a:lnTo>
                    <a:pt x="327" y="175"/>
                  </a:lnTo>
                  <a:lnTo>
                    <a:pt x="329" y="175"/>
                  </a:lnTo>
                  <a:close/>
                  <a:moveTo>
                    <a:pt x="285" y="174"/>
                  </a:moveTo>
                  <a:lnTo>
                    <a:pt x="286" y="175"/>
                  </a:lnTo>
                  <a:lnTo>
                    <a:pt x="285" y="175"/>
                  </a:lnTo>
                  <a:lnTo>
                    <a:pt x="285" y="179"/>
                  </a:lnTo>
                  <a:lnTo>
                    <a:pt x="283" y="176"/>
                  </a:lnTo>
                  <a:lnTo>
                    <a:pt x="285" y="174"/>
                  </a:lnTo>
                  <a:close/>
                  <a:moveTo>
                    <a:pt x="344" y="172"/>
                  </a:moveTo>
                  <a:lnTo>
                    <a:pt x="344" y="174"/>
                  </a:lnTo>
                  <a:lnTo>
                    <a:pt x="341" y="176"/>
                  </a:lnTo>
                  <a:lnTo>
                    <a:pt x="340" y="175"/>
                  </a:lnTo>
                  <a:lnTo>
                    <a:pt x="339" y="175"/>
                  </a:lnTo>
                  <a:lnTo>
                    <a:pt x="340" y="174"/>
                  </a:lnTo>
                  <a:lnTo>
                    <a:pt x="343" y="174"/>
                  </a:lnTo>
                  <a:lnTo>
                    <a:pt x="344" y="172"/>
                  </a:lnTo>
                  <a:close/>
                  <a:moveTo>
                    <a:pt x="248" y="171"/>
                  </a:moveTo>
                  <a:lnTo>
                    <a:pt x="252" y="172"/>
                  </a:lnTo>
                  <a:lnTo>
                    <a:pt x="252" y="175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6" y="179"/>
                  </a:lnTo>
                  <a:lnTo>
                    <a:pt x="242" y="177"/>
                  </a:lnTo>
                  <a:lnTo>
                    <a:pt x="241" y="177"/>
                  </a:lnTo>
                  <a:lnTo>
                    <a:pt x="242" y="176"/>
                  </a:lnTo>
                  <a:lnTo>
                    <a:pt x="245" y="176"/>
                  </a:lnTo>
                  <a:lnTo>
                    <a:pt x="245" y="174"/>
                  </a:lnTo>
                  <a:lnTo>
                    <a:pt x="248" y="171"/>
                  </a:lnTo>
                  <a:close/>
                  <a:moveTo>
                    <a:pt x="337" y="171"/>
                  </a:moveTo>
                  <a:lnTo>
                    <a:pt x="339" y="172"/>
                  </a:lnTo>
                  <a:lnTo>
                    <a:pt x="336" y="174"/>
                  </a:lnTo>
                  <a:lnTo>
                    <a:pt x="335" y="175"/>
                  </a:lnTo>
                  <a:lnTo>
                    <a:pt x="332" y="176"/>
                  </a:lnTo>
                  <a:lnTo>
                    <a:pt x="332" y="175"/>
                  </a:lnTo>
                  <a:lnTo>
                    <a:pt x="333" y="174"/>
                  </a:lnTo>
                  <a:lnTo>
                    <a:pt x="333" y="172"/>
                  </a:lnTo>
                  <a:lnTo>
                    <a:pt x="335" y="172"/>
                  </a:lnTo>
                  <a:lnTo>
                    <a:pt x="336" y="172"/>
                  </a:lnTo>
                  <a:lnTo>
                    <a:pt x="337" y="171"/>
                  </a:lnTo>
                  <a:close/>
                  <a:moveTo>
                    <a:pt x="331" y="171"/>
                  </a:moveTo>
                  <a:lnTo>
                    <a:pt x="331" y="172"/>
                  </a:lnTo>
                  <a:lnTo>
                    <a:pt x="331" y="174"/>
                  </a:lnTo>
                  <a:lnTo>
                    <a:pt x="329" y="172"/>
                  </a:lnTo>
                  <a:lnTo>
                    <a:pt x="331" y="171"/>
                  </a:lnTo>
                  <a:close/>
                  <a:moveTo>
                    <a:pt x="399" y="171"/>
                  </a:moveTo>
                  <a:lnTo>
                    <a:pt x="400" y="171"/>
                  </a:lnTo>
                  <a:lnTo>
                    <a:pt x="398" y="172"/>
                  </a:lnTo>
                  <a:lnTo>
                    <a:pt x="397" y="171"/>
                  </a:lnTo>
                  <a:lnTo>
                    <a:pt x="399" y="171"/>
                  </a:lnTo>
                  <a:close/>
                  <a:moveTo>
                    <a:pt x="358" y="171"/>
                  </a:moveTo>
                  <a:lnTo>
                    <a:pt x="358" y="171"/>
                  </a:lnTo>
                  <a:lnTo>
                    <a:pt x="358" y="172"/>
                  </a:lnTo>
                  <a:lnTo>
                    <a:pt x="357" y="171"/>
                  </a:lnTo>
                  <a:lnTo>
                    <a:pt x="358" y="171"/>
                  </a:lnTo>
                  <a:close/>
                  <a:moveTo>
                    <a:pt x="383" y="170"/>
                  </a:moveTo>
                  <a:lnTo>
                    <a:pt x="383" y="171"/>
                  </a:lnTo>
                  <a:lnTo>
                    <a:pt x="382" y="171"/>
                  </a:lnTo>
                  <a:lnTo>
                    <a:pt x="383" y="170"/>
                  </a:lnTo>
                  <a:close/>
                  <a:moveTo>
                    <a:pt x="348" y="170"/>
                  </a:moveTo>
                  <a:lnTo>
                    <a:pt x="349" y="171"/>
                  </a:lnTo>
                  <a:lnTo>
                    <a:pt x="352" y="171"/>
                  </a:lnTo>
                  <a:lnTo>
                    <a:pt x="353" y="171"/>
                  </a:lnTo>
                  <a:lnTo>
                    <a:pt x="352" y="172"/>
                  </a:lnTo>
                  <a:lnTo>
                    <a:pt x="348" y="174"/>
                  </a:lnTo>
                  <a:lnTo>
                    <a:pt x="345" y="174"/>
                  </a:lnTo>
                  <a:lnTo>
                    <a:pt x="345" y="172"/>
                  </a:lnTo>
                  <a:lnTo>
                    <a:pt x="346" y="172"/>
                  </a:lnTo>
                  <a:lnTo>
                    <a:pt x="345" y="171"/>
                  </a:lnTo>
                  <a:lnTo>
                    <a:pt x="348" y="170"/>
                  </a:lnTo>
                  <a:close/>
                  <a:moveTo>
                    <a:pt x="391" y="170"/>
                  </a:moveTo>
                  <a:lnTo>
                    <a:pt x="391" y="171"/>
                  </a:lnTo>
                  <a:lnTo>
                    <a:pt x="387" y="172"/>
                  </a:lnTo>
                  <a:lnTo>
                    <a:pt x="386" y="171"/>
                  </a:lnTo>
                  <a:lnTo>
                    <a:pt x="385" y="170"/>
                  </a:lnTo>
                  <a:lnTo>
                    <a:pt x="389" y="170"/>
                  </a:lnTo>
                  <a:lnTo>
                    <a:pt x="391" y="170"/>
                  </a:lnTo>
                  <a:close/>
                  <a:moveTo>
                    <a:pt x="267" y="170"/>
                  </a:moveTo>
                  <a:lnTo>
                    <a:pt x="270" y="170"/>
                  </a:lnTo>
                  <a:lnTo>
                    <a:pt x="271" y="171"/>
                  </a:lnTo>
                  <a:lnTo>
                    <a:pt x="274" y="171"/>
                  </a:lnTo>
                  <a:lnTo>
                    <a:pt x="277" y="172"/>
                  </a:lnTo>
                  <a:lnTo>
                    <a:pt x="277" y="174"/>
                  </a:lnTo>
                  <a:lnTo>
                    <a:pt x="278" y="174"/>
                  </a:lnTo>
                  <a:lnTo>
                    <a:pt x="278" y="171"/>
                  </a:lnTo>
                  <a:lnTo>
                    <a:pt x="281" y="172"/>
                  </a:lnTo>
                  <a:lnTo>
                    <a:pt x="279" y="174"/>
                  </a:lnTo>
                  <a:lnTo>
                    <a:pt x="281" y="176"/>
                  </a:lnTo>
                  <a:lnTo>
                    <a:pt x="282" y="175"/>
                  </a:lnTo>
                  <a:lnTo>
                    <a:pt x="281" y="177"/>
                  </a:lnTo>
                  <a:lnTo>
                    <a:pt x="278" y="177"/>
                  </a:lnTo>
                  <a:lnTo>
                    <a:pt x="279" y="179"/>
                  </a:lnTo>
                  <a:lnTo>
                    <a:pt x="277" y="179"/>
                  </a:lnTo>
                  <a:lnTo>
                    <a:pt x="274" y="179"/>
                  </a:lnTo>
                  <a:lnTo>
                    <a:pt x="273" y="177"/>
                  </a:lnTo>
                  <a:lnTo>
                    <a:pt x="270" y="180"/>
                  </a:lnTo>
                  <a:lnTo>
                    <a:pt x="269" y="179"/>
                  </a:lnTo>
                  <a:lnTo>
                    <a:pt x="266" y="180"/>
                  </a:lnTo>
                  <a:lnTo>
                    <a:pt x="264" y="179"/>
                  </a:lnTo>
                  <a:lnTo>
                    <a:pt x="262" y="180"/>
                  </a:lnTo>
                  <a:lnTo>
                    <a:pt x="260" y="181"/>
                  </a:lnTo>
                  <a:lnTo>
                    <a:pt x="258" y="181"/>
                  </a:lnTo>
                  <a:lnTo>
                    <a:pt x="256" y="181"/>
                  </a:lnTo>
                  <a:lnTo>
                    <a:pt x="253" y="180"/>
                  </a:lnTo>
                  <a:lnTo>
                    <a:pt x="252" y="179"/>
                  </a:lnTo>
                  <a:lnTo>
                    <a:pt x="253" y="179"/>
                  </a:lnTo>
                  <a:lnTo>
                    <a:pt x="252" y="177"/>
                  </a:lnTo>
                  <a:lnTo>
                    <a:pt x="252" y="176"/>
                  </a:lnTo>
                  <a:lnTo>
                    <a:pt x="254" y="175"/>
                  </a:lnTo>
                  <a:lnTo>
                    <a:pt x="257" y="174"/>
                  </a:lnTo>
                  <a:lnTo>
                    <a:pt x="260" y="174"/>
                  </a:lnTo>
                  <a:lnTo>
                    <a:pt x="261" y="174"/>
                  </a:lnTo>
                  <a:lnTo>
                    <a:pt x="264" y="174"/>
                  </a:lnTo>
                  <a:lnTo>
                    <a:pt x="264" y="175"/>
                  </a:lnTo>
                  <a:lnTo>
                    <a:pt x="266" y="177"/>
                  </a:lnTo>
                  <a:lnTo>
                    <a:pt x="269" y="176"/>
                  </a:lnTo>
                  <a:lnTo>
                    <a:pt x="271" y="176"/>
                  </a:lnTo>
                  <a:lnTo>
                    <a:pt x="270" y="174"/>
                  </a:lnTo>
                  <a:lnTo>
                    <a:pt x="265" y="172"/>
                  </a:lnTo>
                  <a:lnTo>
                    <a:pt x="265" y="171"/>
                  </a:lnTo>
                  <a:lnTo>
                    <a:pt x="267" y="170"/>
                  </a:lnTo>
                  <a:close/>
                  <a:moveTo>
                    <a:pt x="378" y="170"/>
                  </a:moveTo>
                  <a:lnTo>
                    <a:pt x="379" y="170"/>
                  </a:lnTo>
                  <a:lnTo>
                    <a:pt x="378" y="171"/>
                  </a:lnTo>
                  <a:lnTo>
                    <a:pt x="377" y="170"/>
                  </a:lnTo>
                  <a:lnTo>
                    <a:pt x="378" y="170"/>
                  </a:lnTo>
                  <a:close/>
                  <a:moveTo>
                    <a:pt x="411" y="168"/>
                  </a:moveTo>
                  <a:lnTo>
                    <a:pt x="410" y="170"/>
                  </a:lnTo>
                  <a:lnTo>
                    <a:pt x="408" y="170"/>
                  </a:lnTo>
                  <a:lnTo>
                    <a:pt x="411" y="168"/>
                  </a:lnTo>
                  <a:close/>
                  <a:moveTo>
                    <a:pt x="516" y="168"/>
                  </a:moveTo>
                  <a:lnTo>
                    <a:pt x="518" y="168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5" y="171"/>
                  </a:lnTo>
                  <a:lnTo>
                    <a:pt x="514" y="171"/>
                  </a:lnTo>
                  <a:lnTo>
                    <a:pt x="515" y="170"/>
                  </a:lnTo>
                  <a:lnTo>
                    <a:pt x="516" y="168"/>
                  </a:lnTo>
                  <a:close/>
                  <a:moveTo>
                    <a:pt x="425" y="168"/>
                  </a:moveTo>
                  <a:lnTo>
                    <a:pt x="427" y="168"/>
                  </a:lnTo>
                  <a:lnTo>
                    <a:pt x="425" y="170"/>
                  </a:lnTo>
                  <a:lnTo>
                    <a:pt x="424" y="171"/>
                  </a:lnTo>
                  <a:lnTo>
                    <a:pt x="423" y="171"/>
                  </a:lnTo>
                  <a:lnTo>
                    <a:pt x="423" y="170"/>
                  </a:lnTo>
                  <a:lnTo>
                    <a:pt x="425" y="168"/>
                  </a:lnTo>
                  <a:close/>
                  <a:moveTo>
                    <a:pt x="235" y="168"/>
                  </a:moveTo>
                  <a:lnTo>
                    <a:pt x="239" y="170"/>
                  </a:lnTo>
                  <a:lnTo>
                    <a:pt x="241" y="172"/>
                  </a:lnTo>
                  <a:lnTo>
                    <a:pt x="240" y="174"/>
                  </a:lnTo>
                  <a:lnTo>
                    <a:pt x="239" y="174"/>
                  </a:lnTo>
                  <a:lnTo>
                    <a:pt x="237" y="175"/>
                  </a:lnTo>
                  <a:lnTo>
                    <a:pt x="236" y="176"/>
                  </a:lnTo>
                  <a:lnTo>
                    <a:pt x="235" y="177"/>
                  </a:lnTo>
                  <a:lnTo>
                    <a:pt x="233" y="176"/>
                  </a:lnTo>
                  <a:lnTo>
                    <a:pt x="231" y="174"/>
                  </a:lnTo>
                  <a:lnTo>
                    <a:pt x="228" y="174"/>
                  </a:lnTo>
                  <a:lnTo>
                    <a:pt x="227" y="171"/>
                  </a:lnTo>
                  <a:lnTo>
                    <a:pt x="227" y="170"/>
                  </a:lnTo>
                  <a:lnTo>
                    <a:pt x="229" y="168"/>
                  </a:lnTo>
                  <a:lnTo>
                    <a:pt x="232" y="170"/>
                  </a:lnTo>
                  <a:lnTo>
                    <a:pt x="235" y="168"/>
                  </a:lnTo>
                  <a:close/>
                  <a:moveTo>
                    <a:pt x="325" y="168"/>
                  </a:moveTo>
                  <a:lnTo>
                    <a:pt x="328" y="170"/>
                  </a:lnTo>
                  <a:lnTo>
                    <a:pt x="328" y="171"/>
                  </a:lnTo>
                  <a:lnTo>
                    <a:pt x="327" y="174"/>
                  </a:lnTo>
                  <a:lnTo>
                    <a:pt x="325" y="174"/>
                  </a:lnTo>
                  <a:lnTo>
                    <a:pt x="324" y="176"/>
                  </a:lnTo>
                  <a:lnTo>
                    <a:pt x="321" y="176"/>
                  </a:lnTo>
                  <a:lnTo>
                    <a:pt x="320" y="177"/>
                  </a:lnTo>
                  <a:lnTo>
                    <a:pt x="319" y="177"/>
                  </a:lnTo>
                  <a:lnTo>
                    <a:pt x="315" y="177"/>
                  </a:lnTo>
                  <a:lnTo>
                    <a:pt x="312" y="179"/>
                  </a:lnTo>
                  <a:lnTo>
                    <a:pt x="308" y="177"/>
                  </a:lnTo>
                  <a:lnTo>
                    <a:pt x="306" y="179"/>
                  </a:lnTo>
                  <a:lnTo>
                    <a:pt x="304" y="180"/>
                  </a:lnTo>
                  <a:lnTo>
                    <a:pt x="303" y="180"/>
                  </a:lnTo>
                  <a:lnTo>
                    <a:pt x="302" y="179"/>
                  </a:lnTo>
                  <a:lnTo>
                    <a:pt x="299" y="180"/>
                  </a:lnTo>
                  <a:lnTo>
                    <a:pt x="298" y="179"/>
                  </a:lnTo>
                  <a:lnTo>
                    <a:pt x="296" y="179"/>
                  </a:lnTo>
                  <a:lnTo>
                    <a:pt x="295" y="179"/>
                  </a:lnTo>
                  <a:lnTo>
                    <a:pt x="292" y="179"/>
                  </a:lnTo>
                  <a:lnTo>
                    <a:pt x="291" y="179"/>
                  </a:lnTo>
                  <a:lnTo>
                    <a:pt x="290" y="177"/>
                  </a:lnTo>
                  <a:lnTo>
                    <a:pt x="289" y="176"/>
                  </a:lnTo>
                  <a:lnTo>
                    <a:pt x="290" y="174"/>
                  </a:lnTo>
                  <a:lnTo>
                    <a:pt x="292" y="172"/>
                  </a:lnTo>
                  <a:lnTo>
                    <a:pt x="299" y="171"/>
                  </a:lnTo>
                  <a:lnTo>
                    <a:pt x="302" y="172"/>
                  </a:lnTo>
                  <a:lnTo>
                    <a:pt x="303" y="171"/>
                  </a:lnTo>
                  <a:lnTo>
                    <a:pt x="307" y="172"/>
                  </a:lnTo>
                  <a:lnTo>
                    <a:pt x="310" y="175"/>
                  </a:lnTo>
                  <a:lnTo>
                    <a:pt x="312" y="174"/>
                  </a:lnTo>
                  <a:lnTo>
                    <a:pt x="315" y="174"/>
                  </a:lnTo>
                  <a:lnTo>
                    <a:pt x="318" y="175"/>
                  </a:lnTo>
                  <a:lnTo>
                    <a:pt x="320" y="175"/>
                  </a:lnTo>
                  <a:lnTo>
                    <a:pt x="321" y="172"/>
                  </a:lnTo>
                  <a:lnTo>
                    <a:pt x="323" y="172"/>
                  </a:lnTo>
                  <a:lnTo>
                    <a:pt x="324" y="170"/>
                  </a:lnTo>
                  <a:lnTo>
                    <a:pt x="324" y="170"/>
                  </a:lnTo>
                  <a:lnTo>
                    <a:pt x="325" y="168"/>
                  </a:lnTo>
                  <a:close/>
                  <a:moveTo>
                    <a:pt x="408" y="164"/>
                  </a:moveTo>
                  <a:lnTo>
                    <a:pt x="410" y="166"/>
                  </a:lnTo>
                  <a:lnTo>
                    <a:pt x="411" y="167"/>
                  </a:lnTo>
                  <a:lnTo>
                    <a:pt x="408" y="168"/>
                  </a:lnTo>
                  <a:lnTo>
                    <a:pt x="407" y="167"/>
                  </a:lnTo>
                  <a:lnTo>
                    <a:pt x="407" y="166"/>
                  </a:lnTo>
                  <a:lnTo>
                    <a:pt x="408" y="164"/>
                  </a:lnTo>
                  <a:close/>
                  <a:moveTo>
                    <a:pt x="371" y="162"/>
                  </a:moveTo>
                  <a:lnTo>
                    <a:pt x="373" y="163"/>
                  </a:lnTo>
                  <a:lnTo>
                    <a:pt x="374" y="164"/>
                  </a:lnTo>
                  <a:lnTo>
                    <a:pt x="371" y="166"/>
                  </a:lnTo>
                  <a:lnTo>
                    <a:pt x="370" y="167"/>
                  </a:lnTo>
                  <a:lnTo>
                    <a:pt x="370" y="167"/>
                  </a:lnTo>
                  <a:lnTo>
                    <a:pt x="369" y="167"/>
                  </a:lnTo>
                  <a:lnTo>
                    <a:pt x="365" y="166"/>
                  </a:lnTo>
                  <a:lnTo>
                    <a:pt x="362" y="167"/>
                  </a:lnTo>
                  <a:lnTo>
                    <a:pt x="362" y="166"/>
                  </a:lnTo>
                  <a:lnTo>
                    <a:pt x="362" y="163"/>
                  </a:lnTo>
                  <a:lnTo>
                    <a:pt x="365" y="163"/>
                  </a:lnTo>
                  <a:lnTo>
                    <a:pt x="366" y="164"/>
                  </a:lnTo>
                  <a:lnTo>
                    <a:pt x="370" y="163"/>
                  </a:lnTo>
                  <a:lnTo>
                    <a:pt x="371" y="162"/>
                  </a:lnTo>
                  <a:close/>
                  <a:moveTo>
                    <a:pt x="423" y="162"/>
                  </a:moveTo>
                  <a:lnTo>
                    <a:pt x="423" y="162"/>
                  </a:lnTo>
                  <a:lnTo>
                    <a:pt x="422" y="162"/>
                  </a:lnTo>
                  <a:lnTo>
                    <a:pt x="423" y="162"/>
                  </a:lnTo>
                  <a:close/>
                  <a:moveTo>
                    <a:pt x="379" y="160"/>
                  </a:moveTo>
                  <a:lnTo>
                    <a:pt x="381" y="162"/>
                  </a:lnTo>
                  <a:lnTo>
                    <a:pt x="379" y="163"/>
                  </a:lnTo>
                  <a:lnTo>
                    <a:pt x="379" y="162"/>
                  </a:lnTo>
                  <a:lnTo>
                    <a:pt x="379" y="160"/>
                  </a:lnTo>
                  <a:close/>
                  <a:moveTo>
                    <a:pt x="427" y="160"/>
                  </a:moveTo>
                  <a:lnTo>
                    <a:pt x="425" y="160"/>
                  </a:lnTo>
                  <a:lnTo>
                    <a:pt x="424" y="160"/>
                  </a:lnTo>
                  <a:lnTo>
                    <a:pt x="423" y="160"/>
                  </a:lnTo>
                  <a:lnTo>
                    <a:pt x="427" y="160"/>
                  </a:lnTo>
                  <a:close/>
                  <a:moveTo>
                    <a:pt x="512" y="160"/>
                  </a:moveTo>
                  <a:lnTo>
                    <a:pt x="516" y="160"/>
                  </a:lnTo>
                  <a:lnTo>
                    <a:pt x="518" y="160"/>
                  </a:lnTo>
                  <a:lnTo>
                    <a:pt x="519" y="162"/>
                  </a:lnTo>
                  <a:lnTo>
                    <a:pt x="519" y="163"/>
                  </a:lnTo>
                  <a:lnTo>
                    <a:pt x="518" y="166"/>
                  </a:lnTo>
                  <a:lnTo>
                    <a:pt x="518" y="166"/>
                  </a:lnTo>
                  <a:lnTo>
                    <a:pt x="518" y="167"/>
                  </a:lnTo>
                  <a:lnTo>
                    <a:pt x="516" y="168"/>
                  </a:lnTo>
                  <a:lnTo>
                    <a:pt x="515" y="168"/>
                  </a:lnTo>
                  <a:lnTo>
                    <a:pt x="512" y="171"/>
                  </a:lnTo>
                  <a:lnTo>
                    <a:pt x="511" y="172"/>
                  </a:lnTo>
                  <a:lnTo>
                    <a:pt x="508" y="171"/>
                  </a:lnTo>
                  <a:lnTo>
                    <a:pt x="506" y="171"/>
                  </a:lnTo>
                  <a:lnTo>
                    <a:pt x="502" y="172"/>
                  </a:lnTo>
                  <a:lnTo>
                    <a:pt x="507" y="167"/>
                  </a:lnTo>
                  <a:lnTo>
                    <a:pt x="508" y="164"/>
                  </a:lnTo>
                  <a:lnTo>
                    <a:pt x="510" y="162"/>
                  </a:lnTo>
                  <a:lnTo>
                    <a:pt x="512" y="160"/>
                  </a:lnTo>
                  <a:close/>
                  <a:moveTo>
                    <a:pt x="244" y="159"/>
                  </a:moveTo>
                  <a:lnTo>
                    <a:pt x="244" y="159"/>
                  </a:lnTo>
                  <a:lnTo>
                    <a:pt x="242" y="159"/>
                  </a:lnTo>
                  <a:lnTo>
                    <a:pt x="241" y="159"/>
                  </a:lnTo>
                  <a:lnTo>
                    <a:pt x="244" y="159"/>
                  </a:lnTo>
                  <a:lnTo>
                    <a:pt x="244" y="159"/>
                  </a:lnTo>
                  <a:close/>
                  <a:moveTo>
                    <a:pt x="431" y="158"/>
                  </a:moveTo>
                  <a:lnTo>
                    <a:pt x="432" y="158"/>
                  </a:lnTo>
                  <a:lnTo>
                    <a:pt x="433" y="158"/>
                  </a:lnTo>
                  <a:lnTo>
                    <a:pt x="432" y="159"/>
                  </a:lnTo>
                  <a:lnTo>
                    <a:pt x="433" y="162"/>
                  </a:lnTo>
                  <a:lnTo>
                    <a:pt x="432" y="164"/>
                  </a:lnTo>
                  <a:lnTo>
                    <a:pt x="429" y="167"/>
                  </a:lnTo>
                  <a:lnTo>
                    <a:pt x="428" y="168"/>
                  </a:lnTo>
                  <a:lnTo>
                    <a:pt x="425" y="167"/>
                  </a:lnTo>
                  <a:lnTo>
                    <a:pt x="425" y="164"/>
                  </a:lnTo>
                  <a:lnTo>
                    <a:pt x="427" y="164"/>
                  </a:lnTo>
                  <a:lnTo>
                    <a:pt x="427" y="163"/>
                  </a:lnTo>
                  <a:lnTo>
                    <a:pt x="427" y="162"/>
                  </a:lnTo>
                  <a:lnTo>
                    <a:pt x="431" y="159"/>
                  </a:lnTo>
                  <a:lnTo>
                    <a:pt x="431" y="158"/>
                  </a:lnTo>
                  <a:lnTo>
                    <a:pt x="431" y="158"/>
                  </a:lnTo>
                  <a:close/>
                  <a:moveTo>
                    <a:pt x="433" y="156"/>
                  </a:moveTo>
                  <a:lnTo>
                    <a:pt x="436" y="156"/>
                  </a:lnTo>
                  <a:lnTo>
                    <a:pt x="436" y="158"/>
                  </a:lnTo>
                  <a:lnTo>
                    <a:pt x="433" y="156"/>
                  </a:lnTo>
                  <a:close/>
                  <a:moveTo>
                    <a:pt x="395" y="156"/>
                  </a:moveTo>
                  <a:lnTo>
                    <a:pt x="397" y="158"/>
                  </a:lnTo>
                  <a:lnTo>
                    <a:pt x="397" y="158"/>
                  </a:lnTo>
                  <a:lnTo>
                    <a:pt x="395" y="158"/>
                  </a:lnTo>
                  <a:lnTo>
                    <a:pt x="394" y="158"/>
                  </a:lnTo>
                  <a:lnTo>
                    <a:pt x="395" y="156"/>
                  </a:lnTo>
                  <a:close/>
                  <a:moveTo>
                    <a:pt x="300" y="156"/>
                  </a:moveTo>
                  <a:lnTo>
                    <a:pt x="302" y="158"/>
                  </a:lnTo>
                  <a:lnTo>
                    <a:pt x="300" y="158"/>
                  </a:lnTo>
                  <a:lnTo>
                    <a:pt x="299" y="158"/>
                  </a:lnTo>
                  <a:lnTo>
                    <a:pt x="300" y="156"/>
                  </a:lnTo>
                  <a:close/>
                  <a:moveTo>
                    <a:pt x="437" y="154"/>
                  </a:moveTo>
                  <a:lnTo>
                    <a:pt x="437" y="154"/>
                  </a:lnTo>
                  <a:lnTo>
                    <a:pt x="436" y="155"/>
                  </a:lnTo>
                  <a:lnTo>
                    <a:pt x="437" y="154"/>
                  </a:lnTo>
                  <a:close/>
                  <a:moveTo>
                    <a:pt x="208" y="154"/>
                  </a:moveTo>
                  <a:lnTo>
                    <a:pt x="210" y="155"/>
                  </a:lnTo>
                  <a:lnTo>
                    <a:pt x="216" y="155"/>
                  </a:lnTo>
                  <a:lnTo>
                    <a:pt x="217" y="155"/>
                  </a:lnTo>
                  <a:lnTo>
                    <a:pt x="221" y="155"/>
                  </a:lnTo>
                  <a:lnTo>
                    <a:pt x="223" y="155"/>
                  </a:lnTo>
                  <a:lnTo>
                    <a:pt x="221" y="156"/>
                  </a:lnTo>
                  <a:lnTo>
                    <a:pt x="219" y="158"/>
                  </a:lnTo>
                  <a:lnTo>
                    <a:pt x="216" y="158"/>
                  </a:lnTo>
                  <a:lnTo>
                    <a:pt x="212" y="158"/>
                  </a:lnTo>
                  <a:lnTo>
                    <a:pt x="211" y="159"/>
                  </a:lnTo>
                  <a:lnTo>
                    <a:pt x="210" y="159"/>
                  </a:lnTo>
                  <a:lnTo>
                    <a:pt x="207" y="156"/>
                  </a:lnTo>
                  <a:lnTo>
                    <a:pt x="208" y="154"/>
                  </a:lnTo>
                  <a:close/>
                  <a:moveTo>
                    <a:pt x="236" y="154"/>
                  </a:moveTo>
                  <a:lnTo>
                    <a:pt x="239" y="154"/>
                  </a:lnTo>
                  <a:lnTo>
                    <a:pt x="240" y="155"/>
                  </a:lnTo>
                  <a:lnTo>
                    <a:pt x="240" y="155"/>
                  </a:lnTo>
                  <a:lnTo>
                    <a:pt x="239" y="155"/>
                  </a:lnTo>
                  <a:lnTo>
                    <a:pt x="239" y="155"/>
                  </a:lnTo>
                  <a:lnTo>
                    <a:pt x="236" y="156"/>
                  </a:lnTo>
                  <a:lnTo>
                    <a:pt x="235" y="155"/>
                  </a:lnTo>
                  <a:lnTo>
                    <a:pt x="235" y="155"/>
                  </a:lnTo>
                  <a:lnTo>
                    <a:pt x="236" y="154"/>
                  </a:lnTo>
                  <a:close/>
                  <a:moveTo>
                    <a:pt x="407" y="151"/>
                  </a:moveTo>
                  <a:lnTo>
                    <a:pt x="407" y="152"/>
                  </a:lnTo>
                  <a:lnTo>
                    <a:pt x="406" y="151"/>
                  </a:lnTo>
                  <a:lnTo>
                    <a:pt x="407" y="151"/>
                  </a:lnTo>
                  <a:close/>
                  <a:moveTo>
                    <a:pt x="469" y="151"/>
                  </a:moveTo>
                  <a:lnTo>
                    <a:pt x="469" y="151"/>
                  </a:lnTo>
                  <a:lnTo>
                    <a:pt x="469" y="152"/>
                  </a:lnTo>
                  <a:lnTo>
                    <a:pt x="469" y="151"/>
                  </a:lnTo>
                  <a:lnTo>
                    <a:pt x="469" y="151"/>
                  </a:lnTo>
                  <a:close/>
                  <a:moveTo>
                    <a:pt x="119" y="150"/>
                  </a:moveTo>
                  <a:lnTo>
                    <a:pt x="120" y="150"/>
                  </a:lnTo>
                  <a:lnTo>
                    <a:pt x="120" y="151"/>
                  </a:lnTo>
                  <a:lnTo>
                    <a:pt x="120" y="151"/>
                  </a:lnTo>
                  <a:lnTo>
                    <a:pt x="119" y="150"/>
                  </a:lnTo>
                  <a:close/>
                  <a:moveTo>
                    <a:pt x="466" y="147"/>
                  </a:moveTo>
                  <a:lnTo>
                    <a:pt x="468" y="149"/>
                  </a:lnTo>
                  <a:lnTo>
                    <a:pt x="468" y="150"/>
                  </a:lnTo>
                  <a:lnTo>
                    <a:pt x="468" y="150"/>
                  </a:lnTo>
                  <a:lnTo>
                    <a:pt x="466" y="149"/>
                  </a:lnTo>
                  <a:lnTo>
                    <a:pt x="466" y="147"/>
                  </a:lnTo>
                  <a:lnTo>
                    <a:pt x="466" y="147"/>
                  </a:lnTo>
                  <a:close/>
                  <a:moveTo>
                    <a:pt x="461" y="146"/>
                  </a:moveTo>
                  <a:lnTo>
                    <a:pt x="462" y="146"/>
                  </a:lnTo>
                  <a:lnTo>
                    <a:pt x="465" y="149"/>
                  </a:lnTo>
                  <a:lnTo>
                    <a:pt x="465" y="150"/>
                  </a:lnTo>
                  <a:lnTo>
                    <a:pt x="466" y="151"/>
                  </a:lnTo>
                  <a:lnTo>
                    <a:pt x="466" y="151"/>
                  </a:lnTo>
                  <a:lnTo>
                    <a:pt x="464" y="154"/>
                  </a:lnTo>
                  <a:lnTo>
                    <a:pt x="462" y="154"/>
                  </a:lnTo>
                  <a:lnTo>
                    <a:pt x="461" y="152"/>
                  </a:lnTo>
                  <a:lnTo>
                    <a:pt x="461" y="151"/>
                  </a:lnTo>
                  <a:lnTo>
                    <a:pt x="462" y="151"/>
                  </a:lnTo>
                  <a:lnTo>
                    <a:pt x="464" y="151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7"/>
                  </a:lnTo>
                  <a:lnTo>
                    <a:pt x="461" y="146"/>
                  </a:lnTo>
                  <a:close/>
                  <a:moveTo>
                    <a:pt x="412" y="146"/>
                  </a:moveTo>
                  <a:lnTo>
                    <a:pt x="414" y="146"/>
                  </a:lnTo>
                  <a:lnTo>
                    <a:pt x="412" y="147"/>
                  </a:lnTo>
                  <a:lnTo>
                    <a:pt x="412" y="146"/>
                  </a:lnTo>
                  <a:close/>
                  <a:moveTo>
                    <a:pt x="462" y="143"/>
                  </a:moveTo>
                  <a:lnTo>
                    <a:pt x="464" y="143"/>
                  </a:lnTo>
                  <a:lnTo>
                    <a:pt x="464" y="145"/>
                  </a:lnTo>
                  <a:lnTo>
                    <a:pt x="466" y="147"/>
                  </a:lnTo>
                  <a:lnTo>
                    <a:pt x="465" y="147"/>
                  </a:lnTo>
                  <a:lnTo>
                    <a:pt x="464" y="147"/>
                  </a:lnTo>
                  <a:lnTo>
                    <a:pt x="462" y="145"/>
                  </a:lnTo>
                  <a:lnTo>
                    <a:pt x="462" y="143"/>
                  </a:lnTo>
                  <a:close/>
                  <a:moveTo>
                    <a:pt x="468" y="142"/>
                  </a:moveTo>
                  <a:lnTo>
                    <a:pt x="469" y="142"/>
                  </a:lnTo>
                  <a:lnTo>
                    <a:pt x="469" y="143"/>
                  </a:ln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8" y="147"/>
                  </a:lnTo>
                  <a:lnTo>
                    <a:pt x="468" y="146"/>
                  </a:lnTo>
                  <a:lnTo>
                    <a:pt x="465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8" y="142"/>
                  </a:lnTo>
                  <a:close/>
                  <a:moveTo>
                    <a:pt x="129" y="142"/>
                  </a:moveTo>
                  <a:lnTo>
                    <a:pt x="131" y="142"/>
                  </a:lnTo>
                  <a:lnTo>
                    <a:pt x="133" y="142"/>
                  </a:lnTo>
                  <a:lnTo>
                    <a:pt x="137" y="14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1" y="142"/>
                  </a:lnTo>
                  <a:lnTo>
                    <a:pt x="145" y="143"/>
                  </a:lnTo>
                  <a:lnTo>
                    <a:pt x="148" y="145"/>
                  </a:lnTo>
                  <a:lnTo>
                    <a:pt x="152" y="146"/>
                  </a:lnTo>
                  <a:lnTo>
                    <a:pt x="157" y="146"/>
                  </a:lnTo>
                  <a:lnTo>
                    <a:pt x="158" y="149"/>
                  </a:lnTo>
                  <a:lnTo>
                    <a:pt x="157" y="151"/>
                  </a:lnTo>
                  <a:lnTo>
                    <a:pt x="158" y="152"/>
                  </a:lnTo>
                  <a:lnTo>
                    <a:pt x="162" y="154"/>
                  </a:lnTo>
                  <a:lnTo>
                    <a:pt x="170" y="154"/>
                  </a:lnTo>
                  <a:lnTo>
                    <a:pt x="175" y="155"/>
                  </a:lnTo>
                  <a:lnTo>
                    <a:pt x="182" y="154"/>
                  </a:lnTo>
                  <a:lnTo>
                    <a:pt x="183" y="151"/>
                  </a:lnTo>
                  <a:lnTo>
                    <a:pt x="183" y="147"/>
                  </a:lnTo>
                  <a:lnTo>
                    <a:pt x="186" y="147"/>
                  </a:lnTo>
                  <a:lnTo>
                    <a:pt x="188" y="150"/>
                  </a:lnTo>
                  <a:lnTo>
                    <a:pt x="190" y="150"/>
                  </a:lnTo>
                  <a:lnTo>
                    <a:pt x="192" y="150"/>
                  </a:lnTo>
                  <a:lnTo>
                    <a:pt x="194" y="151"/>
                  </a:lnTo>
                  <a:lnTo>
                    <a:pt x="196" y="152"/>
                  </a:lnTo>
                  <a:lnTo>
                    <a:pt x="199" y="152"/>
                  </a:lnTo>
                  <a:lnTo>
                    <a:pt x="200" y="155"/>
                  </a:lnTo>
                  <a:lnTo>
                    <a:pt x="202" y="154"/>
                  </a:lnTo>
                  <a:lnTo>
                    <a:pt x="206" y="154"/>
                  </a:lnTo>
                  <a:lnTo>
                    <a:pt x="206" y="156"/>
                  </a:lnTo>
                  <a:lnTo>
                    <a:pt x="207" y="160"/>
                  </a:lnTo>
                  <a:lnTo>
                    <a:pt x="208" y="162"/>
                  </a:lnTo>
                  <a:lnTo>
                    <a:pt x="210" y="163"/>
                  </a:lnTo>
                  <a:lnTo>
                    <a:pt x="212" y="164"/>
                  </a:lnTo>
                  <a:lnTo>
                    <a:pt x="215" y="164"/>
                  </a:lnTo>
                  <a:lnTo>
                    <a:pt x="216" y="166"/>
                  </a:lnTo>
                  <a:lnTo>
                    <a:pt x="219" y="164"/>
                  </a:lnTo>
                  <a:lnTo>
                    <a:pt x="220" y="164"/>
                  </a:lnTo>
                  <a:lnTo>
                    <a:pt x="221" y="164"/>
                  </a:lnTo>
                  <a:lnTo>
                    <a:pt x="223" y="164"/>
                  </a:lnTo>
                  <a:lnTo>
                    <a:pt x="224" y="166"/>
                  </a:lnTo>
                  <a:lnTo>
                    <a:pt x="225" y="167"/>
                  </a:lnTo>
                  <a:lnTo>
                    <a:pt x="225" y="172"/>
                  </a:lnTo>
                  <a:lnTo>
                    <a:pt x="224" y="174"/>
                  </a:lnTo>
                  <a:lnTo>
                    <a:pt x="225" y="174"/>
                  </a:lnTo>
                  <a:lnTo>
                    <a:pt x="225" y="177"/>
                  </a:lnTo>
                  <a:lnTo>
                    <a:pt x="224" y="177"/>
                  </a:lnTo>
                  <a:lnTo>
                    <a:pt x="223" y="176"/>
                  </a:lnTo>
                  <a:lnTo>
                    <a:pt x="220" y="176"/>
                  </a:lnTo>
                  <a:lnTo>
                    <a:pt x="217" y="174"/>
                  </a:lnTo>
                  <a:lnTo>
                    <a:pt x="215" y="174"/>
                  </a:lnTo>
                  <a:lnTo>
                    <a:pt x="212" y="171"/>
                  </a:lnTo>
                  <a:lnTo>
                    <a:pt x="211" y="171"/>
                  </a:lnTo>
                  <a:lnTo>
                    <a:pt x="207" y="172"/>
                  </a:lnTo>
                  <a:lnTo>
                    <a:pt x="203" y="172"/>
                  </a:lnTo>
                  <a:lnTo>
                    <a:pt x="200" y="171"/>
                  </a:lnTo>
                  <a:lnTo>
                    <a:pt x="198" y="171"/>
                  </a:lnTo>
                  <a:lnTo>
                    <a:pt x="195" y="172"/>
                  </a:lnTo>
                  <a:lnTo>
                    <a:pt x="191" y="171"/>
                  </a:lnTo>
                  <a:lnTo>
                    <a:pt x="187" y="171"/>
                  </a:lnTo>
                  <a:lnTo>
                    <a:pt x="185" y="172"/>
                  </a:lnTo>
                  <a:lnTo>
                    <a:pt x="179" y="170"/>
                  </a:lnTo>
                  <a:lnTo>
                    <a:pt x="173" y="166"/>
                  </a:lnTo>
                  <a:lnTo>
                    <a:pt x="169" y="166"/>
                  </a:lnTo>
                  <a:lnTo>
                    <a:pt x="166" y="164"/>
                  </a:lnTo>
                  <a:lnTo>
                    <a:pt x="165" y="164"/>
                  </a:lnTo>
                  <a:lnTo>
                    <a:pt x="163" y="166"/>
                  </a:lnTo>
                  <a:lnTo>
                    <a:pt x="161" y="166"/>
                  </a:lnTo>
                  <a:lnTo>
                    <a:pt x="159" y="163"/>
                  </a:lnTo>
                  <a:lnTo>
                    <a:pt x="158" y="163"/>
                  </a:lnTo>
                  <a:lnTo>
                    <a:pt x="156" y="166"/>
                  </a:lnTo>
                  <a:lnTo>
                    <a:pt x="150" y="164"/>
                  </a:lnTo>
                  <a:lnTo>
                    <a:pt x="146" y="162"/>
                  </a:lnTo>
                  <a:lnTo>
                    <a:pt x="142" y="162"/>
                  </a:lnTo>
                  <a:lnTo>
                    <a:pt x="141" y="160"/>
                  </a:lnTo>
                  <a:lnTo>
                    <a:pt x="140" y="162"/>
                  </a:lnTo>
                  <a:lnTo>
                    <a:pt x="136" y="160"/>
                  </a:lnTo>
                  <a:lnTo>
                    <a:pt x="133" y="160"/>
                  </a:lnTo>
                  <a:lnTo>
                    <a:pt x="132" y="159"/>
                  </a:lnTo>
                  <a:lnTo>
                    <a:pt x="133" y="156"/>
                  </a:lnTo>
                  <a:lnTo>
                    <a:pt x="134" y="155"/>
                  </a:lnTo>
                  <a:lnTo>
                    <a:pt x="133" y="155"/>
                  </a:lnTo>
                  <a:lnTo>
                    <a:pt x="132" y="156"/>
                  </a:lnTo>
                  <a:lnTo>
                    <a:pt x="131" y="155"/>
                  </a:lnTo>
                  <a:lnTo>
                    <a:pt x="129" y="152"/>
                  </a:lnTo>
                  <a:lnTo>
                    <a:pt x="127" y="154"/>
                  </a:lnTo>
                  <a:lnTo>
                    <a:pt x="121" y="154"/>
                  </a:lnTo>
                  <a:lnTo>
                    <a:pt x="120" y="152"/>
                  </a:lnTo>
                  <a:lnTo>
                    <a:pt x="120" y="151"/>
                  </a:lnTo>
                  <a:lnTo>
                    <a:pt x="121" y="151"/>
                  </a:lnTo>
                  <a:lnTo>
                    <a:pt x="121" y="152"/>
                  </a:lnTo>
                  <a:lnTo>
                    <a:pt x="124" y="152"/>
                  </a:lnTo>
                  <a:lnTo>
                    <a:pt x="124" y="150"/>
                  </a:lnTo>
                  <a:lnTo>
                    <a:pt x="127" y="149"/>
                  </a:lnTo>
                  <a:lnTo>
                    <a:pt x="128" y="147"/>
                  </a:lnTo>
                  <a:lnTo>
                    <a:pt x="128" y="145"/>
                  </a:lnTo>
                  <a:lnTo>
                    <a:pt x="129" y="142"/>
                  </a:lnTo>
                  <a:close/>
                  <a:moveTo>
                    <a:pt x="299" y="141"/>
                  </a:moveTo>
                  <a:lnTo>
                    <a:pt x="300" y="145"/>
                  </a:lnTo>
                  <a:lnTo>
                    <a:pt x="300" y="146"/>
                  </a:lnTo>
                  <a:lnTo>
                    <a:pt x="299" y="149"/>
                  </a:lnTo>
                  <a:lnTo>
                    <a:pt x="299" y="147"/>
                  </a:lnTo>
                  <a:lnTo>
                    <a:pt x="298" y="146"/>
                  </a:lnTo>
                  <a:lnTo>
                    <a:pt x="298" y="143"/>
                  </a:lnTo>
                  <a:lnTo>
                    <a:pt x="299" y="142"/>
                  </a:lnTo>
                  <a:lnTo>
                    <a:pt x="299" y="141"/>
                  </a:lnTo>
                  <a:close/>
                  <a:moveTo>
                    <a:pt x="464" y="139"/>
                  </a:moveTo>
                  <a:lnTo>
                    <a:pt x="464" y="141"/>
                  </a:lnTo>
                  <a:lnTo>
                    <a:pt x="462" y="141"/>
                  </a:lnTo>
                  <a:lnTo>
                    <a:pt x="462" y="139"/>
                  </a:lnTo>
                  <a:lnTo>
                    <a:pt x="464" y="139"/>
                  </a:lnTo>
                  <a:close/>
                  <a:moveTo>
                    <a:pt x="444" y="137"/>
                  </a:moveTo>
                  <a:lnTo>
                    <a:pt x="447" y="139"/>
                  </a:lnTo>
                  <a:lnTo>
                    <a:pt x="447" y="142"/>
                  </a:lnTo>
                  <a:lnTo>
                    <a:pt x="445" y="142"/>
                  </a:lnTo>
                  <a:lnTo>
                    <a:pt x="445" y="139"/>
                  </a:lnTo>
                  <a:lnTo>
                    <a:pt x="444" y="137"/>
                  </a:lnTo>
                  <a:close/>
                  <a:moveTo>
                    <a:pt x="465" y="137"/>
                  </a:moveTo>
                  <a:lnTo>
                    <a:pt x="466" y="137"/>
                  </a:lnTo>
                  <a:lnTo>
                    <a:pt x="468" y="138"/>
                  </a:lnTo>
                  <a:lnTo>
                    <a:pt x="469" y="138"/>
                  </a:lnTo>
                  <a:lnTo>
                    <a:pt x="469" y="141"/>
                  </a:lnTo>
                  <a:lnTo>
                    <a:pt x="469" y="141"/>
                  </a:lnTo>
                  <a:lnTo>
                    <a:pt x="468" y="141"/>
                  </a:lnTo>
                  <a:lnTo>
                    <a:pt x="465" y="142"/>
                  </a:lnTo>
                  <a:lnTo>
                    <a:pt x="465" y="142"/>
                  </a:lnTo>
                  <a:lnTo>
                    <a:pt x="464" y="141"/>
                  </a:lnTo>
                  <a:lnTo>
                    <a:pt x="466" y="139"/>
                  </a:lnTo>
                  <a:lnTo>
                    <a:pt x="465" y="141"/>
                  </a:lnTo>
                  <a:lnTo>
                    <a:pt x="465" y="139"/>
                  </a:lnTo>
                  <a:lnTo>
                    <a:pt x="464" y="139"/>
                  </a:lnTo>
                  <a:lnTo>
                    <a:pt x="465" y="138"/>
                  </a:lnTo>
                  <a:lnTo>
                    <a:pt x="465" y="137"/>
                  </a:lnTo>
                  <a:close/>
                  <a:moveTo>
                    <a:pt x="468" y="135"/>
                  </a:moveTo>
                  <a:lnTo>
                    <a:pt x="469" y="137"/>
                  </a:lnTo>
                  <a:lnTo>
                    <a:pt x="468" y="137"/>
                  </a:lnTo>
                  <a:lnTo>
                    <a:pt x="466" y="135"/>
                  </a:lnTo>
                  <a:lnTo>
                    <a:pt x="468" y="135"/>
                  </a:lnTo>
                  <a:close/>
                  <a:moveTo>
                    <a:pt x="451" y="135"/>
                  </a:moveTo>
                  <a:lnTo>
                    <a:pt x="449" y="137"/>
                  </a:lnTo>
                  <a:lnTo>
                    <a:pt x="448" y="142"/>
                  </a:lnTo>
                  <a:lnTo>
                    <a:pt x="447" y="142"/>
                  </a:lnTo>
                  <a:lnTo>
                    <a:pt x="448" y="141"/>
                  </a:lnTo>
                  <a:lnTo>
                    <a:pt x="448" y="137"/>
                  </a:lnTo>
                  <a:lnTo>
                    <a:pt x="451" y="135"/>
                  </a:lnTo>
                  <a:close/>
                  <a:moveTo>
                    <a:pt x="84" y="134"/>
                  </a:moveTo>
                  <a:lnTo>
                    <a:pt x="86" y="135"/>
                  </a:lnTo>
                  <a:lnTo>
                    <a:pt x="86" y="137"/>
                  </a:lnTo>
                  <a:lnTo>
                    <a:pt x="83" y="134"/>
                  </a:lnTo>
                  <a:lnTo>
                    <a:pt x="84" y="134"/>
                  </a:lnTo>
                  <a:close/>
                  <a:moveTo>
                    <a:pt x="316" y="131"/>
                  </a:moveTo>
                  <a:lnTo>
                    <a:pt x="318" y="134"/>
                  </a:lnTo>
                  <a:lnTo>
                    <a:pt x="318" y="135"/>
                  </a:lnTo>
                  <a:lnTo>
                    <a:pt x="316" y="137"/>
                  </a:lnTo>
                  <a:lnTo>
                    <a:pt x="315" y="137"/>
                  </a:lnTo>
                  <a:lnTo>
                    <a:pt x="314" y="134"/>
                  </a:lnTo>
                  <a:lnTo>
                    <a:pt x="315" y="134"/>
                  </a:lnTo>
                  <a:lnTo>
                    <a:pt x="315" y="131"/>
                  </a:lnTo>
                  <a:lnTo>
                    <a:pt x="316" y="131"/>
                  </a:lnTo>
                  <a:close/>
                  <a:moveTo>
                    <a:pt x="325" y="127"/>
                  </a:moveTo>
                  <a:lnTo>
                    <a:pt x="327" y="129"/>
                  </a:lnTo>
                  <a:lnTo>
                    <a:pt x="327" y="130"/>
                  </a:lnTo>
                  <a:lnTo>
                    <a:pt x="324" y="131"/>
                  </a:lnTo>
                  <a:lnTo>
                    <a:pt x="324" y="134"/>
                  </a:lnTo>
                  <a:lnTo>
                    <a:pt x="324" y="134"/>
                  </a:lnTo>
                  <a:lnTo>
                    <a:pt x="323" y="135"/>
                  </a:lnTo>
                  <a:lnTo>
                    <a:pt x="321" y="135"/>
                  </a:lnTo>
                  <a:lnTo>
                    <a:pt x="320" y="134"/>
                  </a:lnTo>
                  <a:lnTo>
                    <a:pt x="320" y="134"/>
                  </a:lnTo>
                  <a:lnTo>
                    <a:pt x="323" y="131"/>
                  </a:lnTo>
                  <a:lnTo>
                    <a:pt x="321" y="130"/>
                  </a:lnTo>
                  <a:lnTo>
                    <a:pt x="323" y="129"/>
                  </a:lnTo>
                  <a:lnTo>
                    <a:pt x="325" y="127"/>
                  </a:lnTo>
                  <a:close/>
                  <a:moveTo>
                    <a:pt x="329" y="125"/>
                  </a:moveTo>
                  <a:lnTo>
                    <a:pt x="332" y="125"/>
                  </a:lnTo>
                  <a:lnTo>
                    <a:pt x="332" y="126"/>
                  </a:lnTo>
                  <a:lnTo>
                    <a:pt x="332" y="127"/>
                  </a:lnTo>
                  <a:lnTo>
                    <a:pt x="332" y="129"/>
                  </a:lnTo>
                  <a:lnTo>
                    <a:pt x="332" y="127"/>
                  </a:lnTo>
                  <a:lnTo>
                    <a:pt x="331" y="129"/>
                  </a:lnTo>
                  <a:lnTo>
                    <a:pt x="329" y="130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8" y="138"/>
                  </a:lnTo>
                  <a:lnTo>
                    <a:pt x="327" y="139"/>
                  </a:lnTo>
                  <a:lnTo>
                    <a:pt x="325" y="138"/>
                  </a:lnTo>
                  <a:lnTo>
                    <a:pt x="325" y="137"/>
                  </a:lnTo>
                  <a:lnTo>
                    <a:pt x="328" y="133"/>
                  </a:lnTo>
                  <a:lnTo>
                    <a:pt x="329" y="129"/>
                  </a:lnTo>
                  <a:lnTo>
                    <a:pt x="329" y="125"/>
                  </a:lnTo>
                  <a:lnTo>
                    <a:pt x="329" y="125"/>
                  </a:lnTo>
                  <a:close/>
                  <a:moveTo>
                    <a:pt x="394" y="114"/>
                  </a:moveTo>
                  <a:lnTo>
                    <a:pt x="395" y="114"/>
                  </a:lnTo>
                  <a:lnTo>
                    <a:pt x="395" y="116"/>
                  </a:lnTo>
                  <a:lnTo>
                    <a:pt x="394" y="116"/>
                  </a:lnTo>
                  <a:lnTo>
                    <a:pt x="394" y="114"/>
                  </a:lnTo>
                  <a:close/>
                  <a:moveTo>
                    <a:pt x="398" y="113"/>
                  </a:moveTo>
                  <a:lnTo>
                    <a:pt x="398" y="114"/>
                  </a:lnTo>
                  <a:lnTo>
                    <a:pt x="397" y="114"/>
                  </a:lnTo>
                  <a:lnTo>
                    <a:pt x="397" y="114"/>
                  </a:lnTo>
                  <a:lnTo>
                    <a:pt x="398" y="113"/>
                  </a:lnTo>
                  <a:close/>
                  <a:moveTo>
                    <a:pt x="393" y="113"/>
                  </a:moveTo>
                  <a:lnTo>
                    <a:pt x="394" y="114"/>
                  </a:lnTo>
                  <a:lnTo>
                    <a:pt x="391" y="117"/>
                  </a:lnTo>
                  <a:lnTo>
                    <a:pt x="391" y="116"/>
                  </a:lnTo>
                  <a:lnTo>
                    <a:pt x="390" y="117"/>
                  </a:lnTo>
                  <a:lnTo>
                    <a:pt x="389" y="116"/>
                  </a:lnTo>
                  <a:lnTo>
                    <a:pt x="391" y="114"/>
                  </a:lnTo>
                  <a:lnTo>
                    <a:pt x="393" y="113"/>
                  </a:lnTo>
                  <a:close/>
                  <a:moveTo>
                    <a:pt x="250" y="112"/>
                  </a:moveTo>
                  <a:lnTo>
                    <a:pt x="250" y="113"/>
                  </a:lnTo>
                  <a:lnTo>
                    <a:pt x="250" y="116"/>
                  </a:lnTo>
                  <a:lnTo>
                    <a:pt x="250" y="116"/>
                  </a:lnTo>
                  <a:lnTo>
                    <a:pt x="249" y="113"/>
                  </a:lnTo>
                  <a:lnTo>
                    <a:pt x="250" y="112"/>
                  </a:lnTo>
                  <a:close/>
                  <a:moveTo>
                    <a:pt x="249" y="112"/>
                  </a:moveTo>
                  <a:lnTo>
                    <a:pt x="249" y="112"/>
                  </a:lnTo>
                  <a:lnTo>
                    <a:pt x="249" y="117"/>
                  </a:lnTo>
                  <a:lnTo>
                    <a:pt x="249" y="118"/>
                  </a:lnTo>
                  <a:lnTo>
                    <a:pt x="246" y="120"/>
                  </a:lnTo>
                  <a:lnTo>
                    <a:pt x="246" y="120"/>
                  </a:lnTo>
                  <a:lnTo>
                    <a:pt x="246" y="116"/>
                  </a:lnTo>
                  <a:lnTo>
                    <a:pt x="248" y="112"/>
                  </a:lnTo>
                  <a:lnTo>
                    <a:pt x="249" y="112"/>
                  </a:lnTo>
                  <a:close/>
                  <a:moveTo>
                    <a:pt x="387" y="108"/>
                  </a:moveTo>
                  <a:lnTo>
                    <a:pt x="387" y="109"/>
                  </a:lnTo>
                  <a:lnTo>
                    <a:pt x="386" y="109"/>
                  </a:lnTo>
                  <a:lnTo>
                    <a:pt x="387" y="108"/>
                  </a:lnTo>
                  <a:close/>
                  <a:moveTo>
                    <a:pt x="371" y="108"/>
                  </a:moveTo>
                  <a:lnTo>
                    <a:pt x="375" y="108"/>
                  </a:lnTo>
                  <a:lnTo>
                    <a:pt x="379" y="109"/>
                  </a:lnTo>
                  <a:lnTo>
                    <a:pt x="379" y="110"/>
                  </a:lnTo>
                  <a:lnTo>
                    <a:pt x="381" y="113"/>
                  </a:lnTo>
                  <a:lnTo>
                    <a:pt x="381" y="114"/>
                  </a:lnTo>
                  <a:lnTo>
                    <a:pt x="379" y="114"/>
                  </a:lnTo>
                  <a:lnTo>
                    <a:pt x="377" y="117"/>
                  </a:lnTo>
                  <a:lnTo>
                    <a:pt x="374" y="117"/>
                  </a:lnTo>
                  <a:lnTo>
                    <a:pt x="371" y="117"/>
                  </a:lnTo>
                  <a:lnTo>
                    <a:pt x="370" y="116"/>
                  </a:lnTo>
                  <a:lnTo>
                    <a:pt x="366" y="116"/>
                  </a:lnTo>
                  <a:lnTo>
                    <a:pt x="365" y="113"/>
                  </a:lnTo>
                  <a:lnTo>
                    <a:pt x="365" y="110"/>
                  </a:lnTo>
                  <a:lnTo>
                    <a:pt x="368" y="108"/>
                  </a:lnTo>
                  <a:lnTo>
                    <a:pt x="369" y="109"/>
                  </a:lnTo>
                  <a:lnTo>
                    <a:pt x="371" y="108"/>
                  </a:lnTo>
                  <a:close/>
                  <a:moveTo>
                    <a:pt x="140" y="106"/>
                  </a:moveTo>
                  <a:lnTo>
                    <a:pt x="141" y="106"/>
                  </a:lnTo>
                  <a:lnTo>
                    <a:pt x="140" y="108"/>
                  </a:lnTo>
                  <a:lnTo>
                    <a:pt x="140" y="106"/>
                  </a:lnTo>
                  <a:close/>
                  <a:moveTo>
                    <a:pt x="390" y="105"/>
                  </a:moveTo>
                  <a:lnTo>
                    <a:pt x="390" y="106"/>
                  </a:lnTo>
                  <a:lnTo>
                    <a:pt x="389" y="106"/>
                  </a:lnTo>
                  <a:lnTo>
                    <a:pt x="387" y="105"/>
                  </a:lnTo>
                  <a:lnTo>
                    <a:pt x="390" y="105"/>
                  </a:lnTo>
                  <a:close/>
                  <a:moveTo>
                    <a:pt x="61" y="105"/>
                  </a:moveTo>
                  <a:lnTo>
                    <a:pt x="63" y="106"/>
                  </a:lnTo>
                  <a:lnTo>
                    <a:pt x="63" y="109"/>
                  </a:lnTo>
                  <a:lnTo>
                    <a:pt x="63" y="110"/>
                  </a:lnTo>
                  <a:lnTo>
                    <a:pt x="59" y="106"/>
                  </a:lnTo>
                  <a:lnTo>
                    <a:pt x="61" y="105"/>
                  </a:lnTo>
                  <a:close/>
                  <a:moveTo>
                    <a:pt x="407" y="104"/>
                  </a:moveTo>
                  <a:lnTo>
                    <a:pt x="410" y="104"/>
                  </a:lnTo>
                  <a:lnTo>
                    <a:pt x="412" y="106"/>
                  </a:lnTo>
                  <a:lnTo>
                    <a:pt x="416" y="108"/>
                  </a:lnTo>
                  <a:lnTo>
                    <a:pt x="423" y="110"/>
                  </a:lnTo>
                  <a:lnTo>
                    <a:pt x="424" y="114"/>
                  </a:lnTo>
                  <a:lnTo>
                    <a:pt x="423" y="117"/>
                  </a:lnTo>
                  <a:lnTo>
                    <a:pt x="420" y="117"/>
                  </a:lnTo>
                  <a:lnTo>
                    <a:pt x="418" y="114"/>
                  </a:lnTo>
                  <a:lnTo>
                    <a:pt x="416" y="114"/>
                  </a:lnTo>
                  <a:lnTo>
                    <a:pt x="411" y="112"/>
                  </a:lnTo>
                  <a:lnTo>
                    <a:pt x="408" y="112"/>
                  </a:lnTo>
                  <a:lnTo>
                    <a:pt x="407" y="113"/>
                  </a:lnTo>
                  <a:lnTo>
                    <a:pt x="402" y="112"/>
                  </a:lnTo>
                  <a:lnTo>
                    <a:pt x="400" y="110"/>
                  </a:lnTo>
                  <a:lnTo>
                    <a:pt x="399" y="110"/>
                  </a:lnTo>
                  <a:lnTo>
                    <a:pt x="398" y="112"/>
                  </a:lnTo>
                  <a:lnTo>
                    <a:pt x="395" y="112"/>
                  </a:lnTo>
                  <a:lnTo>
                    <a:pt x="394" y="110"/>
                  </a:lnTo>
                  <a:lnTo>
                    <a:pt x="393" y="109"/>
                  </a:lnTo>
                  <a:lnTo>
                    <a:pt x="390" y="112"/>
                  </a:lnTo>
                  <a:lnTo>
                    <a:pt x="389" y="112"/>
                  </a:lnTo>
                  <a:lnTo>
                    <a:pt x="389" y="110"/>
                  </a:lnTo>
                  <a:lnTo>
                    <a:pt x="389" y="109"/>
                  </a:lnTo>
                  <a:lnTo>
                    <a:pt x="391" y="108"/>
                  </a:lnTo>
                  <a:lnTo>
                    <a:pt x="391" y="106"/>
                  </a:lnTo>
                  <a:lnTo>
                    <a:pt x="393" y="105"/>
                  </a:lnTo>
                  <a:lnTo>
                    <a:pt x="397" y="105"/>
                  </a:lnTo>
                  <a:lnTo>
                    <a:pt x="400" y="105"/>
                  </a:lnTo>
                  <a:lnTo>
                    <a:pt x="402" y="105"/>
                  </a:lnTo>
                  <a:lnTo>
                    <a:pt x="404" y="106"/>
                  </a:lnTo>
                  <a:lnTo>
                    <a:pt x="407" y="104"/>
                  </a:lnTo>
                  <a:close/>
                  <a:moveTo>
                    <a:pt x="57" y="102"/>
                  </a:moveTo>
                  <a:lnTo>
                    <a:pt x="59" y="104"/>
                  </a:lnTo>
                  <a:lnTo>
                    <a:pt x="58" y="105"/>
                  </a:lnTo>
                  <a:lnTo>
                    <a:pt x="57" y="102"/>
                  </a:lnTo>
                  <a:close/>
                  <a:moveTo>
                    <a:pt x="149" y="101"/>
                  </a:moveTo>
                  <a:lnTo>
                    <a:pt x="153" y="102"/>
                  </a:lnTo>
                  <a:lnTo>
                    <a:pt x="157" y="105"/>
                  </a:lnTo>
                  <a:lnTo>
                    <a:pt x="157" y="106"/>
                  </a:lnTo>
                  <a:lnTo>
                    <a:pt x="156" y="108"/>
                  </a:lnTo>
                  <a:lnTo>
                    <a:pt x="156" y="109"/>
                  </a:lnTo>
                  <a:lnTo>
                    <a:pt x="153" y="109"/>
                  </a:lnTo>
                  <a:lnTo>
                    <a:pt x="152" y="108"/>
                  </a:lnTo>
                  <a:lnTo>
                    <a:pt x="150" y="110"/>
                  </a:lnTo>
                  <a:lnTo>
                    <a:pt x="148" y="109"/>
                  </a:lnTo>
                  <a:lnTo>
                    <a:pt x="148" y="105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5" y="106"/>
                  </a:lnTo>
                  <a:lnTo>
                    <a:pt x="145" y="105"/>
                  </a:lnTo>
                  <a:lnTo>
                    <a:pt x="148" y="105"/>
                  </a:lnTo>
                  <a:lnTo>
                    <a:pt x="148" y="104"/>
                  </a:lnTo>
                  <a:lnTo>
                    <a:pt x="148" y="101"/>
                  </a:lnTo>
                  <a:lnTo>
                    <a:pt x="149" y="101"/>
                  </a:lnTo>
                  <a:close/>
                  <a:moveTo>
                    <a:pt x="365" y="95"/>
                  </a:moveTo>
                  <a:lnTo>
                    <a:pt x="365" y="97"/>
                  </a:lnTo>
                  <a:lnTo>
                    <a:pt x="366" y="100"/>
                  </a:lnTo>
                  <a:lnTo>
                    <a:pt x="366" y="101"/>
                  </a:lnTo>
                  <a:lnTo>
                    <a:pt x="365" y="100"/>
                  </a:lnTo>
                  <a:lnTo>
                    <a:pt x="365" y="97"/>
                  </a:lnTo>
                  <a:lnTo>
                    <a:pt x="364" y="96"/>
                  </a:lnTo>
                  <a:lnTo>
                    <a:pt x="365" y="95"/>
                  </a:lnTo>
                  <a:close/>
                  <a:moveTo>
                    <a:pt x="53" y="95"/>
                  </a:moveTo>
                  <a:lnTo>
                    <a:pt x="55" y="99"/>
                  </a:lnTo>
                  <a:lnTo>
                    <a:pt x="53" y="99"/>
                  </a:lnTo>
                  <a:lnTo>
                    <a:pt x="52" y="96"/>
                  </a:lnTo>
                  <a:lnTo>
                    <a:pt x="53" y="95"/>
                  </a:lnTo>
                  <a:close/>
                  <a:moveTo>
                    <a:pt x="332" y="93"/>
                  </a:moveTo>
                  <a:lnTo>
                    <a:pt x="332" y="95"/>
                  </a:lnTo>
                  <a:lnTo>
                    <a:pt x="331" y="95"/>
                  </a:lnTo>
                  <a:lnTo>
                    <a:pt x="332" y="93"/>
                  </a:lnTo>
                  <a:close/>
                  <a:moveTo>
                    <a:pt x="335" y="92"/>
                  </a:moveTo>
                  <a:lnTo>
                    <a:pt x="336" y="93"/>
                  </a:lnTo>
                  <a:lnTo>
                    <a:pt x="333" y="93"/>
                  </a:lnTo>
                  <a:lnTo>
                    <a:pt x="335" y="92"/>
                  </a:lnTo>
                  <a:close/>
                  <a:moveTo>
                    <a:pt x="364" y="92"/>
                  </a:moveTo>
                  <a:lnTo>
                    <a:pt x="368" y="92"/>
                  </a:lnTo>
                  <a:lnTo>
                    <a:pt x="370" y="92"/>
                  </a:lnTo>
                  <a:lnTo>
                    <a:pt x="368" y="93"/>
                  </a:lnTo>
                  <a:lnTo>
                    <a:pt x="362" y="95"/>
                  </a:lnTo>
                  <a:lnTo>
                    <a:pt x="360" y="93"/>
                  </a:lnTo>
                  <a:lnTo>
                    <a:pt x="360" y="93"/>
                  </a:lnTo>
                  <a:lnTo>
                    <a:pt x="358" y="92"/>
                  </a:lnTo>
                  <a:lnTo>
                    <a:pt x="360" y="92"/>
                  </a:lnTo>
                  <a:lnTo>
                    <a:pt x="361" y="92"/>
                  </a:lnTo>
                  <a:lnTo>
                    <a:pt x="364" y="92"/>
                  </a:lnTo>
                  <a:close/>
                  <a:moveTo>
                    <a:pt x="416" y="91"/>
                  </a:moveTo>
                  <a:lnTo>
                    <a:pt x="418" y="92"/>
                  </a:lnTo>
                  <a:lnTo>
                    <a:pt x="418" y="93"/>
                  </a:lnTo>
                  <a:lnTo>
                    <a:pt x="419" y="95"/>
                  </a:lnTo>
                  <a:lnTo>
                    <a:pt x="416" y="95"/>
                  </a:lnTo>
                  <a:lnTo>
                    <a:pt x="412" y="93"/>
                  </a:lnTo>
                  <a:lnTo>
                    <a:pt x="411" y="93"/>
                  </a:lnTo>
                  <a:lnTo>
                    <a:pt x="412" y="92"/>
                  </a:lnTo>
                  <a:lnTo>
                    <a:pt x="416" y="91"/>
                  </a:lnTo>
                  <a:close/>
                  <a:moveTo>
                    <a:pt x="350" y="91"/>
                  </a:moveTo>
                  <a:lnTo>
                    <a:pt x="353" y="91"/>
                  </a:lnTo>
                  <a:lnTo>
                    <a:pt x="354" y="92"/>
                  </a:lnTo>
                  <a:lnTo>
                    <a:pt x="356" y="91"/>
                  </a:lnTo>
                  <a:lnTo>
                    <a:pt x="357" y="92"/>
                  </a:lnTo>
                  <a:lnTo>
                    <a:pt x="357" y="93"/>
                  </a:lnTo>
                  <a:lnTo>
                    <a:pt x="356" y="93"/>
                  </a:lnTo>
                  <a:lnTo>
                    <a:pt x="353" y="95"/>
                  </a:lnTo>
                  <a:lnTo>
                    <a:pt x="352" y="93"/>
                  </a:lnTo>
                  <a:lnTo>
                    <a:pt x="349" y="96"/>
                  </a:lnTo>
                  <a:lnTo>
                    <a:pt x="348" y="95"/>
                  </a:lnTo>
                  <a:lnTo>
                    <a:pt x="346" y="93"/>
                  </a:lnTo>
                  <a:lnTo>
                    <a:pt x="346" y="92"/>
                  </a:lnTo>
                  <a:lnTo>
                    <a:pt x="348" y="91"/>
                  </a:lnTo>
                  <a:lnTo>
                    <a:pt x="349" y="91"/>
                  </a:lnTo>
                  <a:lnTo>
                    <a:pt x="350" y="91"/>
                  </a:lnTo>
                  <a:close/>
                  <a:moveTo>
                    <a:pt x="165" y="91"/>
                  </a:moveTo>
                  <a:lnTo>
                    <a:pt x="165" y="92"/>
                  </a:lnTo>
                  <a:lnTo>
                    <a:pt x="165" y="92"/>
                  </a:lnTo>
                  <a:lnTo>
                    <a:pt x="163" y="92"/>
                  </a:lnTo>
                  <a:lnTo>
                    <a:pt x="162" y="91"/>
                  </a:lnTo>
                  <a:lnTo>
                    <a:pt x="165" y="91"/>
                  </a:lnTo>
                  <a:close/>
                  <a:moveTo>
                    <a:pt x="337" y="89"/>
                  </a:moveTo>
                  <a:lnTo>
                    <a:pt x="339" y="91"/>
                  </a:lnTo>
                  <a:lnTo>
                    <a:pt x="336" y="91"/>
                  </a:lnTo>
                  <a:lnTo>
                    <a:pt x="337" y="89"/>
                  </a:lnTo>
                  <a:close/>
                  <a:moveTo>
                    <a:pt x="478" y="89"/>
                  </a:moveTo>
                  <a:lnTo>
                    <a:pt x="483" y="91"/>
                  </a:lnTo>
                  <a:lnTo>
                    <a:pt x="486" y="89"/>
                  </a:lnTo>
                  <a:lnTo>
                    <a:pt x="489" y="91"/>
                  </a:lnTo>
                  <a:lnTo>
                    <a:pt x="491" y="91"/>
                  </a:lnTo>
                  <a:lnTo>
                    <a:pt x="495" y="91"/>
                  </a:lnTo>
                  <a:lnTo>
                    <a:pt x="494" y="92"/>
                  </a:lnTo>
                  <a:lnTo>
                    <a:pt x="489" y="92"/>
                  </a:lnTo>
                  <a:lnTo>
                    <a:pt x="483" y="92"/>
                  </a:lnTo>
                  <a:lnTo>
                    <a:pt x="479" y="91"/>
                  </a:lnTo>
                  <a:lnTo>
                    <a:pt x="478" y="89"/>
                  </a:lnTo>
                  <a:close/>
                  <a:moveTo>
                    <a:pt x="127" y="89"/>
                  </a:moveTo>
                  <a:lnTo>
                    <a:pt x="128" y="89"/>
                  </a:lnTo>
                  <a:lnTo>
                    <a:pt x="129" y="91"/>
                  </a:lnTo>
                  <a:lnTo>
                    <a:pt x="129" y="92"/>
                  </a:lnTo>
                  <a:lnTo>
                    <a:pt x="131" y="93"/>
                  </a:lnTo>
                  <a:lnTo>
                    <a:pt x="132" y="99"/>
                  </a:lnTo>
                  <a:lnTo>
                    <a:pt x="134" y="101"/>
                  </a:lnTo>
                  <a:lnTo>
                    <a:pt x="138" y="102"/>
                  </a:lnTo>
                  <a:lnTo>
                    <a:pt x="137" y="105"/>
                  </a:lnTo>
                  <a:lnTo>
                    <a:pt x="137" y="108"/>
                  </a:lnTo>
                  <a:lnTo>
                    <a:pt x="136" y="109"/>
                  </a:lnTo>
                  <a:lnTo>
                    <a:pt x="134" y="108"/>
                  </a:lnTo>
                  <a:lnTo>
                    <a:pt x="134" y="105"/>
                  </a:lnTo>
                  <a:lnTo>
                    <a:pt x="132" y="106"/>
                  </a:lnTo>
                  <a:lnTo>
                    <a:pt x="129" y="104"/>
                  </a:lnTo>
                  <a:lnTo>
                    <a:pt x="129" y="101"/>
                  </a:lnTo>
                  <a:lnTo>
                    <a:pt x="128" y="100"/>
                  </a:lnTo>
                  <a:lnTo>
                    <a:pt x="127" y="99"/>
                  </a:lnTo>
                  <a:lnTo>
                    <a:pt x="127" y="97"/>
                  </a:lnTo>
                  <a:lnTo>
                    <a:pt x="121" y="96"/>
                  </a:lnTo>
                  <a:lnTo>
                    <a:pt x="120" y="95"/>
                  </a:lnTo>
                  <a:lnTo>
                    <a:pt x="123" y="93"/>
                  </a:lnTo>
                  <a:lnTo>
                    <a:pt x="123" y="91"/>
                  </a:lnTo>
                  <a:lnTo>
                    <a:pt x="124" y="91"/>
                  </a:lnTo>
                  <a:lnTo>
                    <a:pt x="125" y="92"/>
                  </a:lnTo>
                  <a:lnTo>
                    <a:pt x="127" y="93"/>
                  </a:lnTo>
                  <a:lnTo>
                    <a:pt x="127" y="92"/>
                  </a:lnTo>
                  <a:lnTo>
                    <a:pt x="127" y="89"/>
                  </a:lnTo>
                  <a:close/>
                  <a:moveTo>
                    <a:pt x="474" y="88"/>
                  </a:moveTo>
                  <a:lnTo>
                    <a:pt x="477" y="88"/>
                  </a:lnTo>
                  <a:lnTo>
                    <a:pt x="476" y="89"/>
                  </a:lnTo>
                  <a:lnTo>
                    <a:pt x="474" y="88"/>
                  </a:lnTo>
                  <a:close/>
                  <a:moveTo>
                    <a:pt x="386" y="87"/>
                  </a:moveTo>
                  <a:lnTo>
                    <a:pt x="389" y="87"/>
                  </a:lnTo>
                  <a:lnTo>
                    <a:pt x="391" y="91"/>
                  </a:lnTo>
                  <a:lnTo>
                    <a:pt x="391" y="92"/>
                  </a:lnTo>
                  <a:lnTo>
                    <a:pt x="387" y="92"/>
                  </a:lnTo>
                  <a:lnTo>
                    <a:pt x="386" y="92"/>
                  </a:lnTo>
                  <a:lnTo>
                    <a:pt x="383" y="91"/>
                  </a:lnTo>
                  <a:lnTo>
                    <a:pt x="382" y="89"/>
                  </a:lnTo>
                  <a:lnTo>
                    <a:pt x="386" y="87"/>
                  </a:lnTo>
                  <a:close/>
                  <a:moveTo>
                    <a:pt x="331" y="85"/>
                  </a:moveTo>
                  <a:lnTo>
                    <a:pt x="333" y="85"/>
                  </a:lnTo>
                  <a:lnTo>
                    <a:pt x="335" y="87"/>
                  </a:lnTo>
                  <a:lnTo>
                    <a:pt x="333" y="88"/>
                  </a:lnTo>
                  <a:lnTo>
                    <a:pt x="335" y="87"/>
                  </a:lnTo>
                  <a:lnTo>
                    <a:pt x="336" y="85"/>
                  </a:lnTo>
                  <a:lnTo>
                    <a:pt x="337" y="87"/>
                  </a:lnTo>
                  <a:lnTo>
                    <a:pt x="337" y="89"/>
                  </a:lnTo>
                  <a:lnTo>
                    <a:pt x="335" y="89"/>
                  </a:lnTo>
                  <a:lnTo>
                    <a:pt x="335" y="88"/>
                  </a:lnTo>
                  <a:lnTo>
                    <a:pt x="333" y="91"/>
                  </a:lnTo>
                  <a:lnTo>
                    <a:pt x="332" y="89"/>
                  </a:lnTo>
                  <a:lnTo>
                    <a:pt x="329" y="91"/>
                  </a:lnTo>
                  <a:lnTo>
                    <a:pt x="328" y="89"/>
                  </a:lnTo>
                  <a:lnTo>
                    <a:pt x="328" y="87"/>
                  </a:lnTo>
                  <a:lnTo>
                    <a:pt x="331" y="85"/>
                  </a:lnTo>
                  <a:close/>
                  <a:moveTo>
                    <a:pt x="170" y="84"/>
                  </a:moveTo>
                  <a:lnTo>
                    <a:pt x="174" y="84"/>
                  </a:lnTo>
                  <a:lnTo>
                    <a:pt x="175" y="85"/>
                  </a:lnTo>
                  <a:lnTo>
                    <a:pt x="173" y="88"/>
                  </a:lnTo>
                  <a:lnTo>
                    <a:pt x="171" y="88"/>
                  </a:lnTo>
                  <a:lnTo>
                    <a:pt x="170" y="87"/>
                  </a:lnTo>
                  <a:lnTo>
                    <a:pt x="171" y="85"/>
                  </a:lnTo>
                  <a:lnTo>
                    <a:pt x="170" y="84"/>
                  </a:lnTo>
                  <a:close/>
                  <a:moveTo>
                    <a:pt x="42" y="83"/>
                  </a:moveTo>
                  <a:lnTo>
                    <a:pt x="45" y="83"/>
                  </a:lnTo>
                  <a:lnTo>
                    <a:pt x="49" y="88"/>
                  </a:lnTo>
                  <a:lnTo>
                    <a:pt x="49" y="93"/>
                  </a:lnTo>
                  <a:lnTo>
                    <a:pt x="46" y="92"/>
                  </a:lnTo>
                  <a:lnTo>
                    <a:pt x="42" y="87"/>
                  </a:lnTo>
                  <a:lnTo>
                    <a:pt x="40" y="87"/>
                  </a:lnTo>
                  <a:lnTo>
                    <a:pt x="40" y="84"/>
                  </a:lnTo>
                  <a:lnTo>
                    <a:pt x="42" y="83"/>
                  </a:lnTo>
                  <a:close/>
                  <a:moveTo>
                    <a:pt x="472" y="81"/>
                  </a:moveTo>
                  <a:lnTo>
                    <a:pt x="473" y="83"/>
                  </a:lnTo>
                  <a:lnTo>
                    <a:pt x="472" y="83"/>
                  </a:lnTo>
                  <a:lnTo>
                    <a:pt x="470" y="81"/>
                  </a:lnTo>
                  <a:lnTo>
                    <a:pt x="472" y="81"/>
                  </a:lnTo>
                  <a:close/>
                  <a:moveTo>
                    <a:pt x="425" y="81"/>
                  </a:moveTo>
                  <a:lnTo>
                    <a:pt x="427" y="81"/>
                  </a:lnTo>
                  <a:lnTo>
                    <a:pt x="427" y="85"/>
                  </a:lnTo>
                  <a:lnTo>
                    <a:pt x="425" y="87"/>
                  </a:lnTo>
                  <a:lnTo>
                    <a:pt x="423" y="85"/>
                  </a:lnTo>
                  <a:lnTo>
                    <a:pt x="423" y="83"/>
                  </a:lnTo>
                  <a:lnTo>
                    <a:pt x="425" y="81"/>
                  </a:lnTo>
                  <a:close/>
                  <a:moveTo>
                    <a:pt x="169" y="80"/>
                  </a:moveTo>
                  <a:lnTo>
                    <a:pt x="171" y="80"/>
                  </a:lnTo>
                  <a:lnTo>
                    <a:pt x="173" y="81"/>
                  </a:lnTo>
                  <a:lnTo>
                    <a:pt x="174" y="83"/>
                  </a:lnTo>
                  <a:lnTo>
                    <a:pt x="174" y="83"/>
                  </a:lnTo>
                  <a:lnTo>
                    <a:pt x="171" y="83"/>
                  </a:lnTo>
                  <a:lnTo>
                    <a:pt x="170" y="83"/>
                  </a:lnTo>
                  <a:lnTo>
                    <a:pt x="167" y="81"/>
                  </a:lnTo>
                  <a:lnTo>
                    <a:pt x="169" y="80"/>
                  </a:lnTo>
                  <a:close/>
                  <a:moveTo>
                    <a:pt x="422" y="80"/>
                  </a:moveTo>
                  <a:lnTo>
                    <a:pt x="424" y="81"/>
                  </a:lnTo>
                  <a:lnTo>
                    <a:pt x="422" y="81"/>
                  </a:lnTo>
                  <a:lnTo>
                    <a:pt x="419" y="80"/>
                  </a:lnTo>
                  <a:lnTo>
                    <a:pt x="422" y="80"/>
                  </a:lnTo>
                  <a:close/>
                  <a:moveTo>
                    <a:pt x="425" y="79"/>
                  </a:moveTo>
                  <a:lnTo>
                    <a:pt x="425" y="80"/>
                  </a:lnTo>
                  <a:lnTo>
                    <a:pt x="424" y="79"/>
                  </a:lnTo>
                  <a:lnTo>
                    <a:pt x="425" y="79"/>
                  </a:lnTo>
                  <a:close/>
                  <a:moveTo>
                    <a:pt x="381" y="79"/>
                  </a:moveTo>
                  <a:lnTo>
                    <a:pt x="381" y="79"/>
                  </a:lnTo>
                  <a:lnTo>
                    <a:pt x="382" y="81"/>
                  </a:lnTo>
                  <a:lnTo>
                    <a:pt x="379" y="80"/>
                  </a:lnTo>
                  <a:lnTo>
                    <a:pt x="381" y="79"/>
                  </a:lnTo>
                  <a:close/>
                  <a:moveTo>
                    <a:pt x="478" y="77"/>
                  </a:moveTo>
                  <a:lnTo>
                    <a:pt x="482" y="77"/>
                  </a:lnTo>
                  <a:lnTo>
                    <a:pt x="483" y="77"/>
                  </a:lnTo>
                  <a:lnTo>
                    <a:pt x="486" y="79"/>
                  </a:lnTo>
                  <a:lnTo>
                    <a:pt x="487" y="81"/>
                  </a:lnTo>
                  <a:lnTo>
                    <a:pt x="489" y="83"/>
                  </a:lnTo>
                  <a:lnTo>
                    <a:pt x="490" y="83"/>
                  </a:lnTo>
                  <a:lnTo>
                    <a:pt x="487" y="84"/>
                  </a:lnTo>
                  <a:lnTo>
                    <a:pt x="486" y="83"/>
                  </a:lnTo>
                  <a:lnTo>
                    <a:pt x="485" y="83"/>
                  </a:lnTo>
                  <a:lnTo>
                    <a:pt x="483" y="83"/>
                  </a:lnTo>
                  <a:lnTo>
                    <a:pt x="483" y="81"/>
                  </a:lnTo>
                  <a:lnTo>
                    <a:pt x="482" y="79"/>
                  </a:lnTo>
                  <a:lnTo>
                    <a:pt x="481" y="79"/>
                  </a:lnTo>
                  <a:lnTo>
                    <a:pt x="481" y="80"/>
                  </a:lnTo>
                  <a:lnTo>
                    <a:pt x="478" y="77"/>
                  </a:lnTo>
                  <a:lnTo>
                    <a:pt x="478" y="77"/>
                  </a:lnTo>
                  <a:close/>
                  <a:moveTo>
                    <a:pt x="111" y="76"/>
                  </a:moveTo>
                  <a:lnTo>
                    <a:pt x="113" y="76"/>
                  </a:lnTo>
                  <a:lnTo>
                    <a:pt x="113" y="79"/>
                  </a:lnTo>
                  <a:lnTo>
                    <a:pt x="112" y="80"/>
                  </a:lnTo>
                  <a:lnTo>
                    <a:pt x="109" y="77"/>
                  </a:lnTo>
                  <a:lnTo>
                    <a:pt x="111" y="76"/>
                  </a:lnTo>
                  <a:close/>
                  <a:moveTo>
                    <a:pt x="385" y="76"/>
                  </a:moveTo>
                  <a:lnTo>
                    <a:pt x="386" y="76"/>
                  </a:lnTo>
                  <a:lnTo>
                    <a:pt x="386" y="79"/>
                  </a:lnTo>
                  <a:lnTo>
                    <a:pt x="387" y="79"/>
                  </a:lnTo>
                  <a:lnTo>
                    <a:pt x="389" y="80"/>
                  </a:lnTo>
                  <a:lnTo>
                    <a:pt x="387" y="81"/>
                  </a:lnTo>
                  <a:lnTo>
                    <a:pt x="386" y="80"/>
                  </a:lnTo>
                  <a:lnTo>
                    <a:pt x="383" y="80"/>
                  </a:lnTo>
                  <a:lnTo>
                    <a:pt x="382" y="77"/>
                  </a:lnTo>
                  <a:lnTo>
                    <a:pt x="382" y="76"/>
                  </a:lnTo>
                  <a:lnTo>
                    <a:pt x="383" y="76"/>
                  </a:lnTo>
                  <a:lnTo>
                    <a:pt x="385" y="76"/>
                  </a:lnTo>
                  <a:close/>
                  <a:moveTo>
                    <a:pt x="38" y="75"/>
                  </a:moveTo>
                  <a:lnTo>
                    <a:pt x="41" y="76"/>
                  </a:lnTo>
                  <a:lnTo>
                    <a:pt x="41" y="77"/>
                  </a:lnTo>
                  <a:lnTo>
                    <a:pt x="38" y="80"/>
                  </a:lnTo>
                  <a:lnTo>
                    <a:pt x="37" y="77"/>
                  </a:lnTo>
                  <a:lnTo>
                    <a:pt x="38" y="75"/>
                  </a:lnTo>
                  <a:close/>
                  <a:moveTo>
                    <a:pt x="315" y="75"/>
                  </a:moveTo>
                  <a:lnTo>
                    <a:pt x="316" y="76"/>
                  </a:lnTo>
                  <a:lnTo>
                    <a:pt x="315" y="77"/>
                  </a:lnTo>
                  <a:lnTo>
                    <a:pt x="314" y="76"/>
                  </a:lnTo>
                  <a:lnTo>
                    <a:pt x="315" y="75"/>
                  </a:lnTo>
                  <a:close/>
                  <a:moveTo>
                    <a:pt x="167" y="75"/>
                  </a:moveTo>
                  <a:lnTo>
                    <a:pt x="170" y="76"/>
                  </a:lnTo>
                  <a:lnTo>
                    <a:pt x="170" y="76"/>
                  </a:lnTo>
                  <a:lnTo>
                    <a:pt x="169" y="77"/>
                  </a:lnTo>
                  <a:lnTo>
                    <a:pt x="167" y="76"/>
                  </a:lnTo>
                  <a:lnTo>
                    <a:pt x="166" y="75"/>
                  </a:lnTo>
                  <a:lnTo>
                    <a:pt x="167" y="75"/>
                  </a:lnTo>
                  <a:close/>
                  <a:moveTo>
                    <a:pt x="379" y="75"/>
                  </a:moveTo>
                  <a:lnTo>
                    <a:pt x="381" y="75"/>
                  </a:lnTo>
                  <a:lnTo>
                    <a:pt x="381" y="76"/>
                  </a:lnTo>
                  <a:lnTo>
                    <a:pt x="381" y="77"/>
                  </a:lnTo>
                  <a:lnTo>
                    <a:pt x="379" y="76"/>
                  </a:lnTo>
                  <a:lnTo>
                    <a:pt x="379" y="75"/>
                  </a:lnTo>
                  <a:close/>
                  <a:moveTo>
                    <a:pt x="318" y="75"/>
                  </a:moveTo>
                  <a:lnTo>
                    <a:pt x="318" y="76"/>
                  </a:lnTo>
                  <a:lnTo>
                    <a:pt x="315" y="75"/>
                  </a:lnTo>
                  <a:lnTo>
                    <a:pt x="318" y="75"/>
                  </a:lnTo>
                  <a:close/>
                  <a:moveTo>
                    <a:pt x="445" y="74"/>
                  </a:moveTo>
                  <a:lnTo>
                    <a:pt x="452" y="76"/>
                  </a:lnTo>
                  <a:lnTo>
                    <a:pt x="454" y="79"/>
                  </a:lnTo>
                  <a:lnTo>
                    <a:pt x="458" y="77"/>
                  </a:lnTo>
                  <a:lnTo>
                    <a:pt x="462" y="79"/>
                  </a:lnTo>
                  <a:lnTo>
                    <a:pt x="464" y="80"/>
                  </a:lnTo>
                  <a:lnTo>
                    <a:pt x="464" y="80"/>
                  </a:lnTo>
                  <a:lnTo>
                    <a:pt x="464" y="84"/>
                  </a:lnTo>
                  <a:lnTo>
                    <a:pt x="465" y="85"/>
                  </a:lnTo>
                  <a:lnTo>
                    <a:pt x="466" y="88"/>
                  </a:lnTo>
                  <a:lnTo>
                    <a:pt x="465" y="89"/>
                  </a:lnTo>
                  <a:lnTo>
                    <a:pt x="464" y="92"/>
                  </a:lnTo>
                  <a:lnTo>
                    <a:pt x="464" y="95"/>
                  </a:lnTo>
                  <a:lnTo>
                    <a:pt x="464" y="100"/>
                  </a:lnTo>
                  <a:lnTo>
                    <a:pt x="466" y="102"/>
                  </a:lnTo>
                  <a:lnTo>
                    <a:pt x="468" y="105"/>
                  </a:lnTo>
                  <a:lnTo>
                    <a:pt x="468" y="105"/>
                  </a:lnTo>
                  <a:lnTo>
                    <a:pt x="468" y="102"/>
                  </a:lnTo>
                  <a:lnTo>
                    <a:pt x="469" y="101"/>
                  </a:lnTo>
                  <a:lnTo>
                    <a:pt x="470" y="101"/>
                  </a:lnTo>
                  <a:lnTo>
                    <a:pt x="470" y="104"/>
                  </a:lnTo>
                  <a:lnTo>
                    <a:pt x="470" y="106"/>
                  </a:lnTo>
                  <a:lnTo>
                    <a:pt x="472" y="105"/>
                  </a:lnTo>
                  <a:lnTo>
                    <a:pt x="473" y="108"/>
                  </a:lnTo>
                  <a:lnTo>
                    <a:pt x="476" y="110"/>
                  </a:lnTo>
                  <a:lnTo>
                    <a:pt x="477" y="112"/>
                  </a:lnTo>
                  <a:lnTo>
                    <a:pt x="478" y="112"/>
                  </a:lnTo>
                  <a:lnTo>
                    <a:pt x="481" y="110"/>
                  </a:lnTo>
                  <a:lnTo>
                    <a:pt x="481" y="108"/>
                  </a:lnTo>
                  <a:lnTo>
                    <a:pt x="482" y="108"/>
                  </a:lnTo>
                  <a:lnTo>
                    <a:pt x="483" y="106"/>
                  </a:lnTo>
                  <a:lnTo>
                    <a:pt x="483" y="104"/>
                  </a:lnTo>
                  <a:lnTo>
                    <a:pt x="485" y="101"/>
                  </a:lnTo>
                  <a:lnTo>
                    <a:pt x="487" y="101"/>
                  </a:lnTo>
                  <a:lnTo>
                    <a:pt x="490" y="100"/>
                  </a:lnTo>
                  <a:lnTo>
                    <a:pt x="490" y="97"/>
                  </a:lnTo>
                  <a:lnTo>
                    <a:pt x="491" y="96"/>
                  </a:lnTo>
                  <a:lnTo>
                    <a:pt x="493" y="97"/>
                  </a:lnTo>
                  <a:lnTo>
                    <a:pt x="494" y="97"/>
                  </a:lnTo>
                  <a:lnTo>
                    <a:pt x="495" y="96"/>
                  </a:lnTo>
                  <a:lnTo>
                    <a:pt x="499" y="96"/>
                  </a:lnTo>
                  <a:lnTo>
                    <a:pt x="499" y="93"/>
                  </a:lnTo>
                  <a:lnTo>
                    <a:pt x="498" y="92"/>
                  </a:lnTo>
                  <a:lnTo>
                    <a:pt x="499" y="91"/>
                  </a:lnTo>
                  <a:lnTo>
                    <a:pt x="504" y="87"/>
                  </a:lnTo>
                  <a:lnTo>
                    <a:pt x="507" y="88"/>
                  </a:lnTo>
                  <a:lnTo>
                    <a:pt x="510" y="89"/>
                  </a:lnTo>
                  <a:lnTo>
                    <a:pt x="514" y="91"/>
                  </a:lnTo>
                  <a:lnTo>
                    <a:pt x="518" y="92"/>
                  </a:lnTo>
                  <a:lnTo>
                    <a:pt x="519" y="93"/>
                  </a:lnTo>
                  <a:lnTo>
                    <a:pt x="522" y="93"/>
                  </a:lnTo>
                  <a:lnTo>
                    <a:pt x="526" y="95"/>
                  </a:lnTo>
                  <a:lnTo>
                    <a:pt x="532" y="97"/>
                  </a:lnTo>
                  <a:lnTo>
                    <a:pt x="533" y="97"/>
                  </a:lnTo>
                  <a:lnTo>
                    <a:pt x="535" y="97"/>
                  </a:lnTo>
                  <a:lnTo>
                    <a:pt x="539" y="99"/>
                  </a:lnTo>
                  <a:lnTo>
                    <a:pt x="540" y="99"/>
                  </a:lnTo>
                  <a:lnTo>
                    <a:pt x="543" y="100"/>
                  </a:lnTo>
                  <a:lnTo>
                    <a:pt x="541" y="101"/>
                  </a:lnTo>
                  <a:lnTo>
                    <a:pt x="541" y="102"/>
                  </a:lnTo>
                  <a:lnTo>
                    <a:pt x="543" y="102"/>
                  </a:lnTo>
                  <a:lnTo>
                    <a:pt x="545" y="102"/>
                  </a:lnTo>
                  <a:lnTo>
                    <a:pt x="545" y="102"/>
                  </a:lnTo>
                  <a:lnTo>
                    <a:pt x="544" y="146"/>
                  </a:lnTo>
                  <a:lnTo>
                    <a:pt x="543" y="150"/>
                  </a:lnTo>
                  <a:lnTo>
                    <a:pt x="543" y="151"/>
                  </a:lnTo>
                  <a:lnTo>
                    <a:pt x="544" y="152"/>
                  </a:lnTo>
                  <a:lnTo>
                    <a:pt x="543" y="181"/>
                  </a:lnTo>
                  <a:lnTo>
                    <a:pt x="541" y="181"/>
                  </a:lnTo>
                  <a:lnTo>
                    <a:pt x="539" y="180"/>
                  </a:lnTo>
                  <a:lnTo>
                    <a:pt x="536" y="176"/>
                  </a:lnTo>
                  <a:lnTo>
                    <a:pt x="535" y="175"/>
                  </a:lnTo>
                  <a:lnTo>
                    <a:pt x="535" y="175"/>
                  </a:lnTo>
                  <a:lnTo>
                    <a:pt x="532" y="172"/>
                  </a:lnTo>
                  <a:lnTo>
                    <a:pt x="532" y="171"/>
                  </a:lnTo>
                  <a:lnTo>
                    <a:pt x="531" y="170"/>
                  </a:lnTo>
                  <a:lnTo>
                    <a:pt x="532" y="168"/>
                  </a:lnTo>
                  <a:lnTo>
                    <a:pt x="532" y="166"/>
                  </a:lnTo>
                  <a:lnTo>
                    <a:pt x="532" y="168"/>
                  </a:lnTo>
                  <a:lnTo>
                    <a:pt x="530" y="168"/>
                  </a:lnTo>
                  <a:lnTo>
                    <a:pt x="527" y="168"/>
                  </a:lnTo>
                  <a:lnTo>
                    <a:pt x="524" y="170"/>
                  </a:lnTo>
                  <a:lnTo>
                    <a:pt x="523" y="170"/>
                  </a:lnTo>
                  <a:lnTo>
                    <a:pt x="522" y="168"/>
                  </a:lnTo>
                  <a:lnTo>
                    <a:pt x="519" y="170"/>
                  </a:lnTo>
                  <a:lnTo>
                    <a:pt x="518" y="168"/>
                  </a:lnTo>
                  <a:lnTo>
                    <a:pt x="519" y="168"/>
                  </a:lnTo>
                  <a:lnTo>
                    <a:pt x="519" y="166"/>
                  </a:lnTo>
                  <a:lnTo>
                    <a:pt x="519" y="164"/>
                  </a:lnTo>
                  <a:lnTo>
                    <a:pt x="520" y="164"/>
                  </a:lnTo>
                  <a:lnTo>
                    <a:pt x="520" y="160"/>
                  </a:lnTo>
                  <a:lnTo>
                    <a:pt x="519" y="160"/>
                  </a:lnTo>
                  <a:lnTo>
                    <a:pt x="518" y="158"/>
                  </a:lnTo>
                  <a:lnTo>
                    <a:pt x="519" y="158"/>
                  </a:lnTo>
                  <a:lnTo>
                    <a:pt x="520" y="158"/>
                  </a:lnTo>
                  <a:lnTo>
                    <a:pt x="522" y="158"/>
                  </a:lnTo>
                  <a:lnTo>
                    <a:pt x="524" y="158"/>
                  </a:lnTo>
                  <a:lnTo>
                    <a:pt x="522" y="156"/>
                  </a:lnTo>
                  <a:lnTo>
                    <a:pt x="519" y="158"/>
                  </a:lnTo>
                  <a:lnTo>
                    <a:pt x="518" y="156"/>
                  </a:lnTo>
                  <a:lnTo>
                    <a:pt x="515" y="155"/>
                  </a:lnTo>
                  <a:lnTo>
                    <a:pt x="516" y="154"/>
                  </a:lnTo>
                  <a:lnTo>
                    <a:pt x="518" y="152"/>
                  </a:lnTo>
                  <a:lnTo>
                    <a:pt x="519" y="154"/>
                  </a:lnTo>
                  <a:lnTo>
                    <a:pt x="518" y="152"/>
                  </a:lnTo>
                  <a:lnTo>
                    <a:pt x="515" y="150"/>
                  </a:lnTo>
                  <a:lnTo>
                    <a:pt x="512" y="149"/>
                  </a:lnTo>
                  <a:lnTo>
                    <a:pt x="512" y="147"/>
                  </a:lnTo>
                  <a:lnTo>
                    <a:pt x="512" y="145"/>
                  </a:lnTo>
                  <a:lnTo>
                    <a:pt x="510" y="142"/>
                  </a:lnTo>
                  <a:lnTo>
                    <a:pt x="510" y="141"/>
                  </a:lnTo>
                  <a:lnTo>
                    <a:pt x="512" y="139"/>
                  </a:lnTo>
                  <a:lnTo>
                    <a:pt x="510" y="139"/>
                  </a:lnTo>
                  <a:lnTo>
                    <a:pt x="508" y="138"/>
                  </a:lnTo>
                  <a:lnTo>
                    <a:pt x="510" y="137"/>
                  </a:lnTo>
                  <a:lnTo>
                    <a:pt x="508" y="135"/>
                  </a:lnTo>
                  <a:lnTo>
                    <a:pt x="510" y="134"/>
                  </a:lnTo>
                  <a:lnTo>
                    <a:pt x="507" y="135"/>
                  </a:lnTo>
                  <a:lnTo>
                    <a:pt x="507" y="134"/>
                  </a:lnTo>
                  <a:lnTo>
                    <a:pt x="506" y="135"/>
                  </a:lnTo>
                  <a:lnTo>
                    <a:pt x="504" y="134"/>
                  </a:lnTo>
                  <a:lnTo>
                    <a:pt x="506" y="131"/>
                  </a:lnTo>
                  <a:lnTo>
                    <a:pt x="504" y="133"/>
                  </a:lnTo>
                  <a:lnTo>
                    <a:pt x="503" y="133"/>
                  </a:lnTo>
                  <a:lnTo>
                    <a:pt x="499" y="131"/>
                  </a:lnTo>
                  <a:lnTo>
                    <a:pt x="498" y="129"/>
                  </a:lnTo>
                  <a:lnTo>
                    <a:pt x="495" y="129"/>
                  </a:lnTo>
                  <a:lnTo>
                    <a:pt x="493" y="129"/>
                  </a:lnTo>
                  <a:lnTo>
                    <a:pt x="486" y="126"/>
                  </a:lnTo>
                  <a:lnTo>
                    <a:pt x="479" y="124"/>
                  </a:lnTo>
                  <a:lnTo>
                    <a:pt x="476" y="124"/>
                  </a:lnTo>
                  <a:lnTo>
                    <a:pt x="473" y="122"/>
                  </a:lnTo>
                  <a:lnTo>
                    <a:pt x="472" y="122"/>
                  </a:lnTo>
                  <a:lnTo>
                    <a:pt x="472" y="121"/>
                  </a:lnTo>
                  <a:lnTo>
                    <a:pt x="469" y="120"/>
                  </a:lnTo>
                  <a:lnTo>
                    <a:pt x="469" y="118"/>
                  </a:lnTo>
                  <a:lnTo>
                    <a:pt x="472" y="118"/>
                  </a:lnTo>
                  <a:lnTo>
                    <a:pt x="472" y="118"/>
                  </a:lnTo>
                  <a:lnTo>
                    <a:pt x="472" y="118"/>
                  </a:lnTo>
                  <a:lnTo>
                    <a:pt x="470" y="117"/>
                  </a:lnTo>
                  <a:lnTo>
                    <a:pt x="468" y="118"/>
                  </a:lnTo>
                  <a:lnTo>
                    <a:pt x="466" y="118"/>
                  </a:lnTo>
                  <a:lnTo>
                    <a:pt x="466" y="117"/>
                  </a:lnTo>
                  <a:lnTo>
                    <a:pt x="465" y="117"/>
                  </a:lnTo>
                  <a:lnTo>
                    <a:pt x="464" y="118"/>
                  </a:lnTo>
                  <a:lnTo>
                    <a:pt x="464" y="116"/>
                  </a:lnTo>
                  <a:lnTo>
                    <a:pt x="462" y="114"/>
                  </a:lnTo>
                  <a:lnTo>
                    <a:pt x="462" y="116"/>
                  </a:lnTo>
                  <a:lnTo>
                    <a:pt x="461" y="116"/>
                  </a:lnTo>
                  <a:lnTo>
                    <a:pt x="460" y="114"/>
                  </a:lnTo>
                  <a:lnTo>
                    <a:pt x="460" y="112"/>
                  </a:lnTo>
                  <a:lnTo>
                    <a:pt x="458" y="109"/>
                  </a:lnTo>
                  <a:lnTo>
                    <a:pt x="460" y="108"/>
                  </a:lnTo>
                  <a:lnTo>
                    <a:pt x="460" y="105"/>
                  </a:lnTo>
                  <a:lnTo>
                    <a:pt x="458" y="106"/>
                  </a:lnTo>
                  <a:lnTo>
                    <a:pt x="457" y="109"/>
                  </a:lnTo>
                  <a:lnTo>
                    <a:pt x="457" y="112"/>
                  </a:lnTo>
                  <a:lnTo>
                    <a:pt x="456" y="112"/>
                  </a:lnTo>
                  <a:lnTo>
                    <a:pt x="454" y="116"/>
                  </a:lnTo>
                  <a:lnTo>
                    <a:pt x="454" y="117"/>
                  </a:lnTo>
                  <a:lnTo>
                    <a:pt x="452" y="120"/>
                  </a:lnTo>
                  <a:lnTo>
                    <a:pt x="449" y="121"/>
                  </a:lnTo>
                  <a:lnTo>
                    <a:pt x="448" y="120"/>
                  </a:lnTo>
                  <a:lnTo>
                    <a:pt x="445" y="116"/>
                  </a:lnTo>
                  <a:lnTo>
                    <a:pt x="445" y="114"/>
                  </a:lnTo>
                  <a:lnTo>
                    <a:pt x="447" y="114"/>
                  </a:lnTo>
                  <a:lnTo>
                    <a:pt x="447" y="112"/>
                  </a:lnTo>
                  <a:lnTo>
                    <a:pt x="447" y="110"/>
                  </a:lnTo>
                  <a:lnTo>
                    <a:pt x="445" y="112"/>
                  </a:lnTo>
                  <a:lnTo>
                    <a:pt x="444" y="110"/>
                  </a:lnTo>
                  <a:lnTo>
                    <a:pt x="444" y="108"/>
                  </a:lnTo>
                  <a:lnTo>
                    <a:pt x="441" y="106"/>
                  </a:lnTo>
                  <a:lnTo>
                    <a:pt x="439" y="106"/>
                  </a:lnTo>
                  <a:lnTo>
                    <a:pt x="437" y="105"/>
                  </a:lnTo>
                  <a:lnTo>
                    <a:pt x="439" y="102"/>
                  </a:lnTo>
                  <a:lnTo>
                    <a:pt x="441" y="102"/>
                  </a:lnTo>
                  <a:lnTo>
                    <a:pt x="443" y="104"/>
                  </a:lnTo>
                  <a:lnTo>
                    <a:pt x="445" y="104"/>
                  </a:lnTo>
                  <a:lnTo>
                    <a:pt x="447" y="105"/>
                  </a:lnTo>
                  <a:lnTo>
                    <a:pt x="449" y="104"/>
                  </a:lnTo>
                  <a:lnTo>
                    <a:pt x="451" y="101"/>
                  </a:lnTo>
                  <a:lnTo>
                    <a:pt x="452" y="100"/>
                  </a:lnTo>
                  <a:lnTo>
                    <a:pt x="456" y="101"/>
                  </a:lnTo>
                  <a:lnTo>
                    <a:pt x="457" y="104"/>
                  </a:lnTo>
                  <a:lnTo>
                    <a:pt x="458" y="101"/>
                  </a:lnTo>
                  <a:lnTo>
                    <a:pt x="460" y="100"/>
                  </a:lnTo>
                  <a:lnTo>
                    <a:pt x="461" y="100"/>
                  </a:lnTo>
                  <a:lnTo>
                    <a:pt x="461" y="97"/>
                  </a:lnTo>
                  <a:lnTo>
                    <a:pt x="460" y="96"/>
                  </a:lnTo>
                  <a:lnTo>
                    <a:pt x="454" y="96"/>
                  </a:lnTo>
                  <a:lnTo>
                    <a:pt x="454" y="97"/>
                  </a:lnTo>
                  <a:lnTo>
                    <a:pt x="453" y="97"/>
                  </a:lnTo>
                  <a:lnTo>
                    <a:pt x="452" y="97"/>
                  </a:lnTo>
                  <a:lnTo>
                    <a:pt x="449" y="97"/>
                  </a:lnTo>
                  <a:lnTo>
                    <a:pt x="448" y="97"/>
                  </a:lnTo>
                  <a:lnTo>
                    <a:pt x="447" y="97"/>
                  </a:lnTo>
                  <a:lnTo>
                    <a:pt x="444" y="97"/>
                  </a:lnTo>
                  <a:lnTo>
                    <a:pt x="443" y="97"/>
                  </a:lnTo>
                  <a:lnTo>
                    <a:pt x="440" y="97"/>
                  </a:lnTo>
                  <a:lnTo>
                    <a:pt x="437" y="95"/>
                  </a:lnTo>
                  <a:lnTo>
                    <a:pt x="437" y="92"/>
                  </a:lnTo>
                  <a:lnTo>
                    <a:pt x="437" y="92"/>
                  </a:lnTo>
                  <a:lnTo>
                    <a:pt x="436" y="89"/>
                  </a:lnTo>
                  <a:lnTo>
                    <a:pt x="433" y="88"/>
                  </a:lnTo>
                  <a:lnTo>
                    <a:pt x="432" y="87"/>
                  </a:lnTo>
                  <a:lnTo>
                    <a:pt x="431" y="87"/>
                  </a:lnTo>
                  <a:lnTo>
                    <a:pt x="429" y="88"/>
                  </a:lnTo>
                  <a:lnTo>
                    <a:pt x="427" y="88"/>
                  </a:lnTo>
                  <a:lnTo>
                    <a:pt x="427" y="87"/>
                  </a:lnTo>
                  <a:lnTo>
                    <a:pt x="429" y="84"/>
                  </a:lnTo>
                  <a:lnTo>
                    <a:pt x="429" y="83"/>
                  </a:lnTo>
                  <a:lnTo>
                    <a:pt x="429" y="81"/>
                  </a:lnTo>
                  <a:lnTo>
                    <a:pt x="431" y="80"/>
                  </a:lnTo>
                  <a:lnTo>
                    <a:pt x="433" y="80"/>
                  </a:lnTo>
                  <a:lnTo>
                    <a:pt x="436" y="77"/>
                  </a:lnTo>
                  <a:lnTo>
                    <a:pt x="437" y="77"/>
                  </a:lnTo>
                  <a:lnTo>
                    <a:pt x="440" y="75"/>
                  </a:lnTo>
                  <a:lnTo>
                    <a:pt x="441" y="74"/>
                  </a:lnTo>
                  <a:lnTo>
                    <a:pt x="445" y="74"/>
                  </a:lnTo>
                  <a:close/>
                  <a:moveTo>
                    <a:pt x="113" y="71"/>
                  </a:moveTo>
                  <a:lnTo>
                    <a:pt x="115" y="72"/>
                  </a:lnTo>
                  <a:lnTo>
                    <a:pt x="119" y="75"/>
                  </a:lnTo>
                  <a:lnTo>
                    <a:pt x="117" y="76"/>
                  </a:lnTo>
                  <a:lnTo>
                    <a:pt x="115" y="75"/>
                  </a:lnTo>
                  <a:lnTo>
                    <a:pt x="113" y="75"/>
                  </a:lnTo>
                  <a:lnTo>
                    <a:pt x="112" y="74"/>
                  </a:lnTo>
                  <a:lnTo>
                    <a:pt x="113" y="71"/>
                  </a:lnTo>
                  <a:close/>
                  <a:moveTo>
                    <a:pt x="424" y="71"/>
                  </a:moveTo>
                  <a:lnTo>
                    <a:pt x="428" y="71"/>
                  </a:lnTo>
                  <a:lnTo>
                    <a:pt x="431" y="72"/>
                  </a:lnTo>
                  <a:lnTo>
                    <a:pt x="432" y="74"/>
                  </a:lnTo>
                  <a:lnTo>
                    <a:pt x="429" y="75"/>
                  </a:lnTo>
                  <a:lnTo>
                    <a:pt x="428" y="74"/>
                  </a:lnTo>
                  <a:lnTo>
                    <a:pt x="424" y="72"/>
                  </a:lnTo>
                  <a:lnTo>
                    <a:pt x="424" y="72"/>
                  </a:lnTo>
                  <a:lnTo>
                    <a:pt x="424" y="72"/>
                  </a:lnTo>
                  <a:lnTo>
                    <a:pt x="425" y="74"/>
                  </a:lnTo>
                  <a:lnTo>
                    <a:pt x="425" y="75"/>
                  </a:lnTo>
                  <a:lnTo>
                    <a:pt x="424" y="75"/>
                  </a:lnTo>
                  <a:lnTo>
                    <a:pt x="422" y="74"/>
                  </a:lnTo>
                  <a:lnTo>
                    <a:pt x="419" y="74"/>
                  </a:lnTo>
                  <a:lnTo>
                    <a:pt x="420" y="74"/>
                  </a:lnTo>
                  <a:lnTo>
                    <a:pt x="419" y="72"/>
                  </a:lnTo>
                  <a:lnTo>
                    <a:pt x="420" y="72"/>
                  </a:lnTo>
                  <a:lnTo>
                    <a:pt x="423" y="72"/>
                  </a:lnTo>
                  <a:lnTo>
                    <a:pt x="424" y="71"/>
                  </a:lnTo>
                  <a:close/>
                  <a:moveTo>
                    <a:pt x="404" y="70"/>
                  </a:moveTo>
                  <a:lnTo>
                    <a:pt x="408" y="71"/>
                  </a:lnTo>
                  <a:lnTo>
                    <a:pt x="410" y="72"/>
                  </a:lnTo>
                  <a:lnTo>
                    <a:pt x="406" y="71"/>
                  </a:lnTo>
                  <a:lnTo>
                    <a:pt x="404" y="70"/>
                  </a:lnTo>
                  <a:close/>
                  <a:moveTo>
                    <a:pt x="41" y="67"/>
                  </a:moveTo>
                  <a:lnTo>
                    <a:pt x="44" y="68"/>
                  </a:lnTo>
                  <a:lnTo>
                    <a:pt x="44" y="70"/>
                  </a:lnTo>
                  <a:lnTo>
                    <a:pt x="42" y="70"/>
                  </a:lnTo>
                  <a:lnTo>
                    <a:pt x="40" y="70"/>
                  </a:lnTo>
                  <a:lnTo>
                    <a:pt x="41" y="67"/>
                  </a:lnTo>
                  <a:close/>
                  <a:moveTo>
                    <a:pt x="90" y="55"/>
                  </a:moveTo>
                  <a:lnTo>
                    <a:pt x="92" y="56"/>
                  </a:lnTo>
                  <a:lnTo>
                    <a:pt x="95" y="58"/>
                  </a:lnTo>
                  <a:lnTo>
                    <a:pt x="96" y="62"/>
                  </a:lnTo>
                  <a:lnTo>
                    <a:pt x="95" y="63"/>
                  </a:lnTo>
                  <a:lnTo>
                    <a:pt x="92" y="62"/>
                  </a:lnTo>
                  <a:lnTo>
                    <a:pt x="88" y="60"/>
                  </a:lnTo>
                  <a:lnTo>
                    <a:pt x="87" y="58"/>
                  </a:lnTo>
                  <a:lnTo>
                    <a:pt x="90" y="55"/>
                  </a:lnTo>
                  <a:close/>
                  <a:moveTo>
                    <a:pt x="108" y="54"/>
                  </a:moveTo>
                  <a:lnTo>
                    <a:pt x="108" y="56"/>
                  </a:lnTo>
                  <a:lnTo>
                    <a:pt x="107" y="58"/>
                  </a:lnTo>
                  <a:lnTo>
                    <a:pt x="104" y="58"/>
                  </a:lnTo>
                  <a:lnTo>
                    <a:pt x="108" y="54"/>
                  </a:lnTo>
                  <a:close/>
                  <a:moveTo>
                    <a:pt x="115" y="54"/>
                  </a:moveTo>
                  <a:lnTo>
                    <a:pt x="113" y="56"/>
                  </a:lnTo>
                  <a:lnTo>
                    <a:pt x="115" y="56"/>
                  </a:lnTo>
                  <a:lnTo>
                    <a:pt x="113" y="60"/>
                  </a:lnTo>
                  <a:lnTo>
                    <a:pt x="112" y="62"/>
                  </a:lnTo>
                  <a:lnTo>
                    <a:pt x="112" y="58"/>
                  </a:lnTo>
                  <a:lnTo>
                    <a:pt x="109" y="58"/>
                  </a:lnTo>
                  <a:lnTo>
                    <a:pt x="111" y="55"/>
                  </a:lnTo>
                  <a:lnTo>
                    <a:pt x="112" y="55"/>
                  </a:lnTo>
                  <a:lnTo>
                    <a:pt x="113" y="54"/>
                  </a:lnTo>
                  <a:lnTo>
                    <a:pt x="115" y="54"/>
                  </a:lnTo>
                  <a:close/>
                  <a:moveTo>
                    <a:pt x="27" y="51"/>
                  </a:moveTo>
                  <a:lnTo>
                    <a:pt x="28" y="52"/>
                  </a:lnTo>
                  <a:lnTo>
                    <a:pt x="30" y="55"/>
                  </a:lnTo>
                  <a:lnTo>
                    <a:pt x="33" y="58"/>
                  </a:lnTo>
                  <a:lnTo>
                    <a:pt x="32" y="59"/>
                  </a:lnTo>
                  <a:lnTo>
                    <a:pt x="32" y="63"/>
                  </a:lnTo>
                  <a:lnTo>
                    <a:pt x="30" y="63"/>
                  </a:lnTo>
                  <a:lnTo>
                    <a:pt x="28" y="59"/>
                  </a:lnTo>
                  <a:lnTo>
                    <a:pt x="27" y="59"/>
                  </a:lnTo>
                  <a:lnTo>
                    <a:pt x="27" y="56"/>
                  </a:lnTo>
                  <a:lnTo>
                    <a:pt x="23" y="52"/>
                  </a:lnTo>
                  <a:lnTo>
                    <a:pt x="25" y="52"/>
                  </a:lnTo>
                  <a:lnTo>
                    <a:pt x="27" y="51"/>
                  </a:lnTo>
                  <a:close/>
                  <a:moveTo>
                    <a:pt x="84" y="51"/>
                  </a:moveTo>
                  <a:lnTo>
                    <a:pt x="87" y="52"/>
                  </a:lnTo>
                  <a:lnTo>
                    <a:pt x="88" y="55"/>
                  </a:lnTo>
                  <a:lnTo>
                    <a:pt x="87" y="58"/>
                  </a:lnTo>
                  <a:lnTo>
                    <a:pt x="86" y="56"/>
                  </a:lnTo>
                  <a:lnTo>
                    <a:pt x="83" y="51"/>
                  </a:lnTo>
                  <a:lnTo>
                    <a:pt x="84" y="51"/>
                  </a:lnTo>
                  <a:close/>
                  <a:moveTo>
                    <a:pt x="353" y="50"/>
                  </a:moveTo>
                  <a:lnTo>
                    <a:pt x="357" y="51"/>
                  </a:lnTo>
                  <a:lnTo>
                    <a:pt x="357" y="52"/>
                  </a:lnTo>
                  <a:lnTo>
                    <a:pt x="358" y="54"/>
                  </a:lnTo>
                  <a:lnTo>
                    <a:pt x="357" y="54"/>
                  </a:lnTo>
                  <a:lnTo>
                    <a:pt x="356" y="56"/>
                  </a:lnTo>
                  <a:lnTo>
                    <a:pt x="354" y="58"/>
                  </a:lnTo>
                  <a:lnTo>
                    <a:pt x="353" y="59"/>
                  </a:lnTo>
                  <a:lnTo>
                    <a:pt x="352" y="60"/>
                  </a:lnTo>
                  <a:lnTo>
                    <a:pt x="350" y="60"/>
                  </a:lnTo>
                  <a:lnTo>
                    <a:pt x="349" y="63"/>
                  </a:lnTo>
                  <a:lnTo>
                    <a:pt x="345" y="66"/>
                  </a:lnTo>
                  <a:lnTo>
                    <a:pt x="337" y="67"/>
                  </a:lnTo>
                  <a:lnTo>
                    <a:pt x="335" y="67"/>
                  </a:lnTo>
                  <a:lnTo>
                    <a:pt x="333" y="66"/>
                  </a:lnTo>
                  <a:lnTo>
                    <a:pt x="332" y="64"/>
                  </a:lnTo>
                  <a:lnTo>
                    <a:pt x="329" y="64"/>
                  </a:lnTo>
                  <a:lnTo>
                    <a:pt x="328" y="66"/>
                  </a:lnTo>
                  <a:lnTo>
                    <a:pt x="325" y="66"/>
                  </a:lnTo>
                  <a:lnTo>
                    <a:pt x="320" y="64"/>
                  </a:lnTo>
                  <a:lnTo>
                    <a:pt x="319" y="66"/>
                  </a:lnTo>
                  <a:lnTo>
                    <a:pt x="318" y="66"/>
                  </a:lnTo>
                  <a:lnTo>
                    <a:pt x="316" y="64"/>
                  </a:lnTo>
                  <a:lnTo>
                    <a:pt x="314" y="64"/>
                  </a:lnTo>
                  <a:lnTo>
                    <a:pt x="308" y="66"/>
                  </a:lnTo>
                  <a:lnTo>
                    <a:pt x="304" y="66"/>
                  </a:lnTo>
                  <a:lnTo>
                    <a:pt x="302" y="64"/>
                  </a:lnTo>
                  <a:lnTo>
                    <a:pt x="299" y="66"/>
                  </a:lnTo>
                  <a:lnTo>
                    <a:pt x="296" y="67"/>
                  </a:lnTo>
                  <a:lnTo>
                    <a:pt x="295" y="72"/>
                  </a:lnTo>
                  <a:lnTo>
                    <a:pt x="295" y="76"/>
                  </a:lnTo>
                  <a:lnTo>
                    <a:pt x="296" y="80"/>
                  </a:lnTo>
                  <a:lnTo>
                    <a:pt x="299" y="83"/>
                  </a:lnTo>
                  <a:lnTo>
                    <a:pt x="302" y="87"/>
                  </a:lnTo>
                  <a:lnTo>
                    <a:pt x="303" y="88"/>
                  </a:lnTo>
                  <a:lnTo>
                    <a:pt x="306" y="88"/>
                  </a:lnTo>
                  <a:lnTo>
                    <a:pt x="308" y="87"/>
                  </a:lnTo>
                  <a:lnTo>
                    <a:pt x="310" y="83"/>
                  </a:lnTo>
                  <a:lnTo>
                    <a:pt x="312" y="80"/>
                  </a:lnTo>
                  <a:lnTo>
                    <a:pt x="314" y="80"/>
                  </a:lnTo>
                  <a:lnTo>
                    <a:pt x="316" y="81"/>
                  </a:lnTo>
                  <a:lnTo>
                    <a:pt x="318" y="81"/>
                  </a:lnTo>
                  <a:lnTo>
                    <a:pt x="320" y="81"/>
                  </a:lnTo>
                  <a:lnTo>
                    <a:pt x="321" y="80"/>
                  </a:lnTo>
                  <a:lnTo>
                    <a:pt x="324" y="79"/>
                  </a:lnTo>
                  <a:lnTo>
                    <a:pt x="327" y="79"/>
                  </a:lnTo>
                  <a:lnTo>
                    <a:pt x="329" y="77"/>
                  </a:lnTo>
                  <a:lnTo>
                    <a:pt x="335" y="77"/>
                  </a:lnTo>
                  <a:lnTo>
                    <a:pt x="337" y="77"/>
                  </a:lnTo>
                  <a:lnTo>
                    <a:pt x="337" y="80"/>
                  </a:lnTo>
                  <a:lnTo>
                    <a:pt x="335" y="83"/>
                  </a:lnTo>
                  <a:lnTo>
                    <a:pt x="333" y="83"/>
                  </a:lnTo>
                  <a:lnTo>
                    <a:pt x="332" y="81"/>
                  </a:lnTo>
                  <a:lnTo>
                    <a:pt x="329" y="81"/>
                  </a:lnTo>
                  <a:lnTo>
                    <a:pt x="329" y="83"/>
                  </a:lnTo>
                  <a:lnTo>
                    <a:pt x="327" y="84"/>
                  </a:lnTo>
                  <a:lnTo>
                    <a:pt x="325" y="87"/>
                  </a:lnTo>
                  <a:lnTo>
                    <a:pt x="321" y="89"/>
                  </a:lnTo>
                  <a:lnTo>
                    <a:pt x="318" y="92"/>
                  </a:lnTo>
                  <a:lnTo>
                    <a:pt x="316" y="93"/>
                  </a:lnTo>
                  <a:lnTo>
                    <a:pt x="315" y="95"/>
                  </a:lnTo>
                  <a:lnTo>
                    <a:pt x="312" y="95"/>
                  </a:lnTo>
                  <a:lnTo>
                    <a:pt x="312" y="93"/>
                  </a:lnTo>
                  <a:lnTo>
                    <a:pt x="311" y="93"/>
                  </a:lnTo>
                  <a:lnTo>
                    <a:pt x="311" y="95"/>
                  </a:lnTo>
                  <a:lnTo>
                    <a:pt x="312" y="96"/>
                  </a:lnTo>
                  <a:lnTo>
                    <a:pt x="314" y="97"/>
                  </a:lnTo>
                  <a:lnTo>
                    <a:pt x="318" y="101"/>
                  </a:lnTo>
                  <a:lnTo>
                    <a:pt x="318" y="104"/>
                  </a:lnTo>
                  <a:lnTo>
                    <a:pt x="319" y="104"/>
                  </a:lnTo>
                  <a:lnTo>
                    <a:pt x="321" y="105"/>
                  </a:lnTo>
                  <a:lnTo>
                    <a:pt x="321" y="106"/>
                  </a:lnTo>
                  <a:lnTo>
                    <a:pt x="320" y="108"/>
                  </a:lnTo>
                  <a:lnTo>
                    <a:pt x="323" y="108"/>
                  </a:lnTo>
                  <a:lnTo>
                    <a:pt x="323" y="109"/>
                  </a:lnTo>
                  <a:lnTo>
                    <a:pt x="323" y="110"/>
                  </a:lnTo>
                  <a:lnTo>
                    <a:pt x="321" y="110"/>
                  </a:lnTo>
                  <a:lnTo>
                    <a:pt x="323" y="112"/>
                  </a:lnTo>
                  <a:lnTo>
                    <a:pt x="321" y="112"/>
                  </a:lnTo>
                  <a:lnTo>
                    <a:pt x="321" y="113"/>
                  </a:lnTo>
                  <a:lnTo>
                    <a:pt x="320" y="114"/>
                  </a:lnTo>
                  <a:lnTo>
                    <a:pt x="320" y="116"/>
                  </a:lnTo>
                  <a:lnTo>
                    <a:pt x="323" y="116"/>
                  </a:lnTo>
                  <a:lnTo>
                    <a:pt x="323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8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3" y="120"/>
                  </a:lnTo>
                  <a:lnTo>
                    <a:pt x="333" y="121"/>
                  </a:lnTo>
                  <a:lnTo>
                    <a:pt x="332" y="122"/>
                  </a:lnTo>
                  <a:lnTo>
                    <a:pt x="331" y="122"/>
                  </a:lnTo>
                  <a:lnTo>
                    <a:pt x="329" y="122"/>
                  </a:lnTo>
                  <a:lnTo>
                    <a:pt x="328" y="124"/>
                  </a:lnTo>
                  <a:lnTo>
                    <a:pt x="325" y="124"/>
                  </a:lnTo>
                  <a:lnTo>
                    <a:pt x="323" y="125"/>
                  </a:lnTo>
                  <a:lnTo>
                    <a:pt x="320" y="125"/>
                  </a:lnTo>
                  <a:lnTo>
                    <a:pt x="318" y="127"/>
                  </a:lnTo>
                  <a:lnTo>
                    <a:pt x="319" y="129"/>
                  </a:lnTo>
                  <a:lnTo>
                    <a:pt x="319" y="130"/>
                  </a:lnTo>
                  <a:lnTo>
                    <a:pt x="318" y="130"/>
                  </a:lnTo>
                  <a:lnTo>
                    <a:pt x="315" y="129"/>
                  </a:lnTo>
                  <a:lnTo>
                    <a:pt x="314" y="129"/>
                  </a:lnTo>
                  <a:lnTo>
                    <a:pt x="311" y="129"/>
                  </a:lnTo>
                  <a:lnTo>
                    <a:pt x="311" y="126"/>
                  </a:lnTo>
                  <a:lnTo>
                    <a:pt x="311" y="122"/>
                  </a:lnTo>
                  <a:lnTo>
                    <a:pt x="312" y="122"/>
                  </a:lnTo>
                  <a:lnTo>
                    <a:pt x="311" y="120"/>
                  </a:lnTo>
                  <a:lnTo>
                    <a:pt x="308" y="118"/>
                  </a:lnTo>
                  <a:lnTo>
                    <a:pt x="307" y="117"/>
                  </a:lnTo>
                  <a:lnTo>
                    <a:pt x="306" y="116"/>
                  </a:lnTo>
                  <a:lnTo>
                    <a:pt x="304" y="114"/>
                  </a:lnTo>
                  <a:lnTo>
                    <a:pt x="304" y="112"/>
                  </a:lnTo>
                  <a:lnTo>
                    <a:pt x="307" y="109"/>
                  </a:lnTo>
                  <a:lnTo>
                    <a:pt x="307" y="108"/>
                  </a:lnTo>
                  <a:lnTo>
                    <a:pt x="306" y="105"/>
                  </a:lnTo>
                  <a:lnTo>
                    <a:pt x="306" y="104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0" y="105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299" y="109"/>
                  </a:lnTo>
                  <a:lnTo>
                    <a:pt x="300" y="113"/>
                  </a:lnTo>
                  <a:lnTo>
                    <a:pt x="299" y="116"/>
                  </a:lnTo>
                  <a:lnTo>
                    <a:pt x="296" y="120"/>
                  </a:lnTo>
                  <a:lnTo>
                    <a:pt x="298" y="121"/>
                  </a:lnTo>
                  <a:lnTo>
                    <a:pt x="298" y="125"/>
                  </a:lnTo>
                  <a:lnTo>
                    <a:pt x="298" y="129"/>
                  </a:lnTo>
                  <a:lnTo>
                    <a:pt x="296" y="130"/>
                  </a:lnTo>
                  <a:lnTo>
                    <a:pt x="296" y="133"/>
                  </a:lnTo>
                  <a:lnTo>
                    <a:pt x="298" y="134"/>
                  </a:lnTo>
                  <a:lnTo>
                    <a:pt x="299" y="137"/>
                  </a:lnTo>
                  <a:lnTo>
                    <a:pt x="298" y="139"/>
                  </a:lnTo>
                  <a:lnTo>
                    <a:pt x="296" y="138"/>
                  </a:lnTo>
                  <a:lnTo>
                    <a:pt x="295" y="138"/>
                  </a:lnTo>
                  <a:lnTo>
                    <a:pt x="292" y="138"/>
                  </a:lnTo>
                  <a:lnTo>
                    <a:pt x="291" y="139"/>
                  </a:lnTo>
                  <a:lnTo>
                    <a:pt x="289" y="139"/>
                  </a:lnTo>
                  <a:lnTo>
                    <a:pt x="287" y="138"/>
                  </a:lnTo>
                  <a:lnTo>
                    <a:pt x="286" y="138"/>
                  </a:lnTo>
                  <a:lnTo>
                    <a:pt x="286" y="134"/>
                  </a:lnTo>
                  <a:lnTo>
                    <a:pt x="286" y="129"/>
                  </a:lnTo>
                  <a:lnTo>
                    <a:pt x="287" y="126"/>
                  </a:lnTo>
                  <a:lnTo>
                    <a:pt x="289" y="124"/>
                  </a:lnTo>
                  <a:lnTo>
                    <a:pt x="290" y="122"/>
                  </a:lnTo>
                  <a:lnTo>
                    <a:pt x="287" y="117"/>
                  </a:lnTo>
                  <a:lnTo>
                    <a:pt x="286" y="113"/>
                  </a:lnTo>
                  <a:lnTo>
                    <a:pt x="285" y="113"/>
                  </a:lnTo>
                  <a:lnTo>
                    <a:pt x="283" y="114"/>
                  </a:lnTo>
                  <a:lnTo>
                    <a:pt x="282" y="114"/>
                  </a:lnTo>
                  <a:lnTo>
                    <a:pt x="281" y="114"/>
                  </a:lnTo>
                  <a:lnTo>
                    <a:pt x="281" y="112"/>
                  </a:lnTo>
                  <a:lnTo>
                    <a:pt x="278" y="108"/>
                  </a:lnTo>
                  <a:lnTo>
                    <a:pt x="279" y="106"/>
                  </a:lnTo>
                  <a:lnTo>
                    <a:pt x="279" y="106"/>
                  </a:lnTo>
                  <a:lnTo>
                    <a:pt x="281" y="102"/>
                  </a:lnTo>
                  <a:lnTo>
                    <a:pt x="283" y="101"/>
                  </a:lnTo>
                  <a:lnTo>
                    <a:pt x="283" y="97"/>
                  </a:lnTo>
                  <a:lnTo>
                    <a:pt x="285" y="97"/>
                  </a:lnTo>
                  <a:lnTo>
                    <a:pt x="285" y="95"/>
                  </a:lnTo>
                  <a:lnTo>
                    <a:pt x="285" y="95"/>
                  </a:lnTo>
                  <a:lnTo>
                    <a:pt x="285" y="89"/>
                  </a:lnTo>
                  <a:lnTo>
                    <a:pt x="286" y="87"/>
                  </a:lnTo>
                  <a:lnTo>
                    <a:pt x="285" y="84"/>
                  </a:lnTo>
                  <a:lnTo>
                    <a:pt x="286" y="83"/>
                  </a:lnTo>
                  <a:lnTo>
                    <a:pt x="287" y="81"/>
                  </a:lnTo>
                  <a:lnTo>
                    <a:pt x="289" y="79"/>
                  </a:lnTo>
                  <a:lnTo>
                    <a:pt x="290" y="79"/>
                  </a:lnTo>
                  <a:lnTo>
                    <a:pt x="291" y="80"/>
                  </a:lnTo>
                  <a:lnTo>
                    <a:pt x="292" y="81"/>
                  </a:lnTo>
                  <a:lnTo>
                    <a:pt x="291" y="80"/>
                  </a:lnTo>
                  <a:lnTo>
                    <a:pt x="291" y="77"/>
                  </a:lnTo>
                  <a:lnTo>
                    <a:pt x="291" y="75"/>
                  </a:lnTo>
                  <a:lnTo>
                    <a:pt x="291" y="71"/>
                  </a:lnTo>
                  <a:lnTo>
                    <a:pt x="291" y="70"/>
                  </a:lnTo>
                  <a:lnTo>
                    <a:pt x="291" y="66"/>
                  </a:lnTo>
                  <a:lnTo>
                    <a:pt x="294" y="63"/>
                  </a:lnTo>
                  <a:lnTo>
                    <a:pt x="294" y="63"/>
                  </a:lnTo>
                  <a:lnTo>
                    <a:pt x="295" y="62"/>
                  </a:lnTo>
                  <a:lnTo>
                    <a:pt x="298" y="60"/>
                  </a:lnTo>
                  <a:lnTo>
                    <a:pt x="300" y="62"/>
                  </a:lnTo>
                  <a:lnTo>
                    <a:pt x="302" y="60"/>
                  </a:lnTo>
                  <a:lnTo>
                    <a:pt x="303" y="58"/>
                  </a:lnTo>
                  <a:lnTo>
                    <a:pt x="304" y="56"/>
                  </a:lnTo>
                  <a:lnTo>
                    <a:pt x="304" y="54"/>
                  </a:lnTo>
                  <a:lnTo>
                    <a:pt x="307" y="54"/>
                  </a:lnTo>
                  <a:lnTo>
                    <a:pt x="311" y="55"/>
                  </a:lnTo>
                  <a:lnTo>
                    <a:pt x="312" y="56"/>
                  </a:lnTo>
                  <a:lnTo>
                    <a:pt x="315" y="58"/>
                  </a:lnTo>
                  <a:lnTo>
                    <a:pt x="316" y="56"/>
                  </a:lnTo>
                  <a:lnTo>
                    <a:pt x="319" y="58"/>
                  </a:lnTo>
                  <a:lnTo>
                    <a:pt x="321" y="58"/>
                  </a:lnTo>
                  <a:lnTo>
                    <a:pt x="324" y="58"/>
                  </a:lnTo>
                  <a:lnTo>
                    <a:pt x="325" y="58"/>
                  </a:lnTo>
                  <a:lnTo>
                    <a:pt x="328" y="60"/>
                  </a:lnTo>
                  <a:lnTo>
                    <a:pt x="329" y="60"/>
                  </a:lnTo>
                  <a:lnTo>
                    <a:pt x="329" y="59"/>
                  </a:lnTo>
                  <a:lnTo>
                    <a:pt x="335" y="59"/>
                  </a:lnTo>
                  <a:lnTo>
                    <a:pt x="340" y="60"/>
                  </a:lnTo>
                  <a:lnTo>
                    <a:pt x="343" y="59"/>
                  </a:lnTo>
                  <a:lnTo>
                    <a:pt x="344" y="58"/>
                  </a:lnTo>
                  <a:lnTo>
                    <a:pt x="346" y="58"/>
                  </a:lnTo>
                  <a:lnTo>
                    <a:pt x="348" y="55"/>
                  </a:lnTo>
                  <a:lnTo>
                    <a:pt x="349" y="55"/>
                  </a:lnTo>
                  <a:lnTo>
                    <a:pt x="350" y="54"/>
                  </a:lnTo>
                  <a:lnTo>
                    <a:pt x="350" y="51"/>
                  </a:lnTo>
                  <a:lnTo>
                    <a:pt x="353" y="50"/>
                  </a:lnTo>
                  <a:close/>
                  <a:moveTo>
                    <a:pt x="78" y="45"/>
                  </a:moveTo>
                  <a:lnTo>
                    <a:pt x="80" y="47"/>
                  </a:lnTo>
                  <a:lnTo>
                    <a:pt x="78" y="49"/>
                  </a:lnTo>
                  <a:lnTo>
                    <a:pt x="75" y="50"/>
                  </a:lnTo>
                  <a:lnTo>
                    <a:pt x="74" y="46"/>
                  </a:lnTo>
                  <a:lnTo>
                    <a:pt x="77" y="46"/>
                  </a:lnTo>
                  <a:lnTo>
                    <a:pt x="78" y="45"/>
                  </a:lnTo>
                  <a:close/>
                  <a:moveTo>
                    <a:pt x="25" y="43"/>
                  </a:moveTo>
                  <a:lnTo>
                    <a:pt x="25" y="45"/>
                  </a:lnTo>
                  <a:lnTo>
                    <a:pt x="23" y="45"/>
                  </a:lnTo>
                  <a:lnTo>
                    <a:pt x="25" y="43"/>
                  </a:lnTo>
                  <a:close/>
                  <a:moveTo>
                    <a:pt x="390" y="43"/>
                  </a:moveTo>
                  <a:lnTo>
                    <a:pt x="390" y="45"/>
                  </a:lnTo>
                  <a:lnTo>
                    <a:pt x="389" y="47"/>
                  </a:lnTo>
                  <a:lnTo>
                    <a:pt x="389" y="49"/>
                  </a:lnTo>
                  <a:lnTo>
                    <a:pt x="391" y="49"/>
                  </a:lnTo>
                  <a:lnTo>
                    <a:pt x="391" y="52"/>
                  </a:lnTo>
                  <a:lnTo>
                    <a:pt x="390" y="55"/>
                  </a:lnTo>
                  <a:lnTo>
                    <a:pt x="389" y="55"/>
                  </a:lnTo>
                  <a:lnTo>
                    <a:pt x="386" y="58"/>
                  </a:lnTo>
                  <a:lnTo>
                    <a:pt x="387" y="59"/>
                  </a:lnTo>
                  <a:lnTo>
                    <a:pt x="389" y="59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3" y="55"/>
                  </a:lnTo>
                  <a:lnTo>
                    <a:pt x="391" y="55"/>
                  </a:lnTo>
                  <a:lnTo>
                    <a:pt x="391" y="52"/>
                  </a:lnTo>
                  <a:lnTo>
                    <a:pt x="395" y="51"/>
                  </a:lnTo>
                  <a:lnTo>
                    <a:pt x="399" y="50"/>
                  </a:lnTo>
                  <a:lnTo>
                    <a:pt x="400" y="51"/>
                  </a:lnTo>
                  <a:lnTo>
                    <a:pt x="400" y="52"/>
                  </a:lnTo>
                  <a:lnTo>
                    <a:pt x="399" y="58"/>
                  </a:lnTo>
                  <a:lnTo>
                    <a:pt x="395" y="59"/>
                  </a:lnTo>
                  <a:lnTo>
                    <a:pt x="393" y="60"/>
                  </a:lnTo>
                  <a:lnTo>
                    <a:pt x="394" y="62"/>
                  </a:lnTo>
                  <a:lnTo>
                    <a:pt x="395" y="62"/>
                  </a:lnTo>
                  <a:lnTo>
                    <a:pt x="399" y="64"/>
                  </a:lnTo>
                  <a:lnTo>
                    <a:pt x="399" y="66"/>
                  </a:lnTo>
                  <a:lnTo>
                    <a:pt x="400" y="67"/>
                  </a:lnTo>
                  <a:lnTo>
                    <a:pt x="398" y="67"/>
                  </a:lnTo>
                  <a:lnTo>
                    <a:pt x="397" y="66"/>
                  </a:lnTo>
                  <a:lnTo>
                    <a:pt x="393" y="66"/>
                  </a:lnTo>
                  <a:lnTo>
                    <a:pt x="390" y="66"/>
                  </a:lnTo>
                  <a:lnTo>
                    <a:pt x="389" y="66"/>
                  </a:lnTo>
                  <a:lnTo>
                    <a:pt x="389" y="70"/>
                  </a:lnTo>
                  <a:lnTo>
                    <a:pt x="390" y="74"/>
                  </a:lnTo>
                  <a:lnTo>
                    <a:pt x="391" y="77"/>
                  </a:lnTo>
                  <a:lnTo>
                    <a:pt x="395" y="80"/>
                  </a:lnTo>
                  <a:lnTo>
                    <a:pt x="395" y="81"/>
                  </a:lnTo>
                  <a:lnTo>
                    <a:pt x="394" y="81"/>
                  </a:lnTo>
                  <a:lnTo>
                    <a:pt x="394" y="83"/>
                  </a:lnTo>
                  <a:lnTo>
                    <a:pt x="394" y="81"/>
                  </a:lnTo>
                  <a:lnTo>
                    <a:pt x="391" y="80"/>
                  </a:lnTo>
                  <a:lnTo>
                    <a:pt x="390" y="76"/>
                  </a:lnTo>
                  <a:lnTo>
                    <a:pt x="387" y="75"/>
                  </a:lnTo>
                  <a:lnTo>
                    <a:pt x="386" y="72"/>
                  </a:lnTo>
                  <a:lnTo>
                    <a:pt x="387" y="70"/>
                  </a:lnTo>
                  <a:lnTo>
                    <a:pt x="386" y="68"/>
                  </a:lnTo>
                  <a:lnTo>
                    <a:pt x="386" y="67"/>
                  </a:lnTo>
                  <a:lnTo>
                    <a:pt x="385" y="64"/>
                  </a:lnTo>
                  <a:lnTo>
                    <a:pt x="385" y="63"/>
                  </a:lnTo>
                  <a:lnTo>
                    <a:pt x="386" y="62"/>
                  </a:lnTo>
                  <a:lnTo>
                    <a:pt x="385" y="59"/>
                  </a:lnTo>
                  <a:lnTo>
                    <a:pt x="383" y="56"/>
                  </a:lnTo>
                  <a:lnTo>
                    <a:pt x="383" y="54"/>
                  </a:lnTo>
                  <a:lnTo>
                    <a:pt x="385" y="52"/>
                  </a:lnTo>
                  <a:lnTo>
                    <a:pt x="385" y="50"/>
                  </a:lnTo>
                  <a:lnTo>
                    <a:pt x="386" y="47"/>
                  </a:lnTo>
                  <a:lnTo>
                    <a:pt x="390" y="43"/>
                  </a:lnTo>
                  <a:lnTo>
                    <a:pt x="390" y="43"/>
                  </a:lnTo>
                  <a:close/>
                  <a:moveTo>
                    <a:pt x="397" y="41"/>
                  </a:moveTo>
                  <a:lnTo>
                    <a:pt x="398" y="42"/>
                  </a:lnTo>
                  <a:lnTo>
                    <a:pt x="398" y="43"/>
                  </a:lnTo>
                  <a:lnTo>
                    <a:pt x="397" y="45"/>
                  </a:lnTo>
                  <a:lnTo>
                    <a:pt x="395" y="45"/>
                  </a:lnTo>
                  <a:lnTo>
                    <a:pt x="394" y="46"/>
                  </a:lnTo>
                  <a:lnTo>
                    <a:pt x="393" y="42"/>
                  </a:lnTo>
                  <a:lnTo>
                    <a:pt x="395" y="42"/>
                  </a:lnTo>
                  <a:lnTo>
                    <a:pt x="397" y="41"/>
                  </a:lnTo>
                  <a:close/>
                  <a:moveTo>
                    <a:pt x="7" y="34"/>
                  </a:moveTo>
                  <a:lnTo>
                    <a:pt x="8" y="35"/>
                  </a:lnTo>
                  <a:lnTo>
                    <a:pt x="11" y="37"/>
                  </a:lnTo>
                  <a:lnTo>
                    <a:pt x="8" y="38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7" y="34"/>
                  </a:lnTo>
                  <a:close/>
                  <a:moveTo>
                    <a:pt x="132" y="33"/>
                  </a:moveTo>
                  <a:lnTo>
                    <a:pt x="133" y="34"/>
                  </a:lnTo>
                  <a:lnTo>
                    <a:pt x="132" y="35"/>
                  </a:lnTo>
                  <a:lnTo>
                    <a:pt x="132" y="33"/>
                  </a:lnTo>
                  <a:close/>
                  <a:moveTo>
                    <a:pt x="127" y="31"/>
                  </a:moveTo>
                  <a:lnTo>
                    <a:pt x="128" y="31"/>
                  </a:lnTo>
                  <a:lnTo>
                    <a:pt x="125" y="34"/>
                  </a:lnTo>
                  <a:lnTo>
                    <a:pt x="124" y="33"/>
                  </a:lnTo>
                  <a:lnTo>
                    <a:pt x="125" y="31"/>
                  </a:lnTo>
                  <a:lnTo>
                    <a:pt x="127" y="31"/>
                  </a:lnTo>
                  <a:close/>
                  <a:moveTo>
                    <a:pt x="132" y="29"/>
                  </a:moveTo>
                  <a:lnTo>
                    <a:pt x="133" y="30"/>
                  </a:lnTo>
                  <a:lnTo>
                    <a:pt x="132" y="30"/>
                  </a:lnTo>
                  <a:lnTo>
                    <a:pt x="132" y="29"/>
                  </a:lnTo>
                  <a:close/>
                  <a:moveTo>
                    <a:pt x="265" y="27"/>
                  </a:moveTo>
                  <a:lnTo>
                    <a:pt x="266" y="27"/>
                  </a:lnTo>
                  <a:lnTo>
                    <a:pt x="266" y="30"/>
                  </a:lnTo>
                  <a:lnTo>
                    <a:pt x="265" y="29"/>
                  </a:lnTo>
                  <a:lnTo>
                    <a:pt x="265" y="27"/>
                  </a:lnTo>
                  <a:close/>
                  <a:moveTo>
                    <a:pt x="132" y="26"/>
                  </a:moveTo>
                  <a:lnTo>
                    <a:pt x="133" y="26"/>
                  </a:lnTo>
                  <a:lnTo>
                    <a:pt x="132" y="27"/>
                  </a:lnTo>
                  <a:lnTo>
                    <a:pt x="132" y="26"/>
                  </a:lnTo>
                  <a:close/>
                  <a:moveTo>
                    <a:pt x="267" y="25"/>
                  </a:moveTo>
                  <a:lnTo>
                    <a:pt x="266" y="25"/>
                  </a:lnTo>
                  <a:lnTo>
                    <a:pt x="265" y="25"/>
                  </a:lnTo>
                  <a:lnTo>
                    <a:pt x="267" y="25"/>
                  </a:lnTo>
                  <a:close/>
                  <a:moveTo>
                    <a:pt x="360" y="24"/>
                  </a:moveTo>
                  <a:lnTo>
                    <a:pt x="362" y="26"/>
                  </a:lnTo>
                  <a:lnTo>
                    <a:pt x="362" y="29"/>
                  </a:lnTo>
                  <a:lnTo>
                    <a:pt x="361" y="30"/>
                  </a:lnTo>
                  <a:lnTo>
                    <a:pt x="360" y="27"/>
                  </a:lnTo>
                  <a:lnTo>
                    <a:pt x="358" y="25"/>
                  </a:lnTo>
                  <a:lnTo>
                    <a:pt x="360" y="24"/>
                  </a:lnTo>
                  <a:close/>
                  <a:moveTo>
                    <a:pt x="374" y="21"/>
                  </a:moveTo>
                  <a:lnTo>
                    <a:pt x="375" y="21"/>
                  </a:lnTo>
                  <a:lnTo>
                    <a:pt x="375" y="24"/>
                  </a:lnTo>
                  <a:lnTo>
                    <a:pt x="375" y="24"/>
                  </a:lnTo>
                  <a:lnTo>
                    <a:pt x="374" y="21"/>
                  </a:lnTo>
                  <a:close/>
                  <a:moveTo>
                    <a:pt x="266" y="20"/>
                  </a:moveTo>
                  <a:lnTo>
                    <a:pt x="266" y="21"/>
                  </a:lnTo>
                  <a:lnTo>
                    <a:pt x="266" y="20"/>
                  </a:lnTo>
                  <a:lnTo>
                    <a:pt x="266" y="20"/>
                  </a:lnTo>
                  <a:close/>
                  <a:moveTo>
                    <a:pt x="266" y="18"/>
                  </a:moveTo>
                  <a:lnTo>
                    <a:pt x="269" y="18"/>
                  </a:lnTo>
                  <a:lnTo>
                    <a:pt x="269" y="20"/>
                  </a:lnTo>
                  <a:lnTo>
                    <a:pt x="266" y="20"/>
                  </a:lnTo>
                  <a:lnTo>
                    <a:pt x="266" y="18"/>
                  </a:lnTo>
                  <a:lnTo>
                    <a:pt x="266" y="18"/>
                  </a:lnTo>
                  <a:close/>
                  <a:moveTo>
                    <a:pt x="154" y="16"/>
                  </a:moveTo>
                  <a:lnTo>
                    <a:pt x="158" y="20"/>
                  </a:lnTo>
                  <a:lnTo>
                    <a:pt x="157" y="22"/>
                  </a:lnTo>
                  <a:lnTo>
                    <a:pt x="154" y="22"/>
                  </a:lnTo>
                  <a:lnTo>
                    <a:pt x="156" y="21"/>
                  </a:lnTo>
                  <a:lnTo>
                    <a:pt x="154" y="21"/>
                  </a:lnTo>
                  <a:lnTo>
                    <a:pt x="152" y="18"/>
                  </a:lnTo>
                  <a:lnTo>
                    <a:pt x="153" y="17"/>
                  </a:lnTo>
                  <a:lnTo>
                    <a:pt x="154" y="16"/>
                  </a:lnTo>
                  <a:close/>
                  <a:moveTo>
                    <a:pt x="246" y="14"/>
                  </a:moveTo>
                  <a:lnTo>
                    <a:pt x="249" y="16"/>
                  </a:lnTo>
                  <a:lnTo>
                    <a:pt x="253" y="14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2" y="16"/>
                  </a:lnTo>
                  <a:lnTo>
                    <a:pt x="265" y="17"/>
                  </a:lnTo>
                  <a:lnTo>
                    <a:pt x="265" y="17"/>
                  </a:lnTo>
                  <a:lnTo>
                    <a:pt x="264" y="17"/>
                  </a:lnTo>
                  <a:lnTo>
                    <a:pt x="264" y="18"/>
                  </a:lnTo>
                  <a:lnTo>
                    <a:pt x="264" y="20"/>
                  </a:lnTo>
                  <a:lnTo>
                    <a:pt x="265" y="21"/>
                  </a:lnTo>
                  <a:lnTo>
                    <a:pt x="267" y="24"/>
                  </a:lnTo>
                  <a:lnTo>
                    <a:pt x="265" y="25"/>
                  </a:lnTo>
                  <a:lnTo>
                    <a:pt x="262" y="24"/>
                  </a:lnTo>
                  <a:lnTo>
                    <a:pt x="261" y="25"/>
                  </a:lnTo>
                  <a:lnTo>
                    <a:pt x="264" y="26"/>
                  </a:lnTo>
                  <a:lnTo>
                    <a:pt x="265" y="27"/>
                  </a:lnTo>
                  <a:lnTo>
                    <a:pt x="265" y="29"/>
                  </a:lnTo>
                  <a:lnTo>
                    <a:pt x="264" y="29"/>
                  </a:lnTo>
                  <a:lnTo>
                    <a:pt x="262" y="30"/>
                  </a:lnTo>
                  <a:lnTo>
                    <a:pt x="265" y="33"/>
                  </a:lnTo>
                  <a:lnTo>
                    <a:pt x="265" y="35"/>
                  </a:lnTo>
                  <a:lnTo>
                    <a:pt x="269" y="39"/>
                  </a:lnTo>
                  <a:lnTo>
                    <a:pt x="271" y="41"/>
                  </a:lnTo>
                  <a:lnTo>
                    <a:pt x="270" y="43"/>
                  </a:lnTo>
                  <a:lnTo>
                    <a:pt x="267" y="43"/>
                  </a:lnTo>
                  <a:lnTo>
                    <a:pt x="266" y="45"/>
                  </a:lnTo>
                  <a:lnTo>
                    <a:pt x="267" y="46"/>
                  </a:lnTo>
                  <a:lnTo>
                    <a:pt x="267" y="47"/>
                  </a:lnTo>
                  <a:lnTo>
                    <a:pt x="270" y="49"/>
                  </a:lnTo>
                  <a:lnTo>
                    <a:pt x="275" y="54"/>
                  </a:lnTo>
                  <a:lnTo>
                    <a:pt x="277" y="54"/>
                  </a:lnTo>
                  <a:lnTo>
                    <a:pt x="278" y="55"/>
                  </a:lnTo>
                  <a:lnTo>
                    <a:pt x="279" y="58"/>
                  </a:lnTo>
                  <a:lnTo>
                    <a:pt x="281" y="58"/>
                  </a:lnTo>
                  <a:lnTo>
                    <a:pt x="281" y="59"/>
                  </a:lnTo>
                  <a:lnTo>
                    <a:pt x="279" y="60"/>
                  </a:lnTo>
                  <a:lnTo>
                    <a:pt x="278" y="59"/>
                  </a:lnTo>
                  <a:lnTo>
                    <a:pt x="275" y="60"/>
                  </a:lnTo>
                  <a:lnTo>
                    <a:pt x="273" y="60"/>
                  </a:lnTo>
                  <a:lnTo>
                    <a:pt x="269" y="56"/>
                  </a:lnTo>
                  <a:lnTo>
                    <a:pt x="270" y="60"/>
                  </a:lnTo>
                  <a:lnTo>
                    <a:pt x="269" y="62"/>
                  </a:lnTo>
                  <a:lnTo>
                    <a:pt x="267" y="60"/>
                  </a:lnTo>
                  <a:lnTo>
                    <a:pt x="266" y="62"/>
                  </a:lnTo>
                  <a:lnTo>
                    <a:pt x="266" y="64"/>
                  </a:lnTo>
                  <a:lnTo>
                    <a:pt x="265" y="66"/>
                  </a:lnTo>
                  <a:lnTo>
                    <a:pt x="264" y="70"/>
                  </a:lnTo>
                  <a:lnTo>
                    <a:pt x="264" y="71"/>
                  </a:lnTo>
                  <a:lnTo>
                    <a:pt x="262" y="75"/>
                  </a:lnTo>
                  <a:lnTo>
                    <a:pt x="260" y="77"/>
                  </a:lnTo>
                  <a:lnTo>
                    <a:pt x="260" y="81"/>
                  </a:lnTo>
                  <a:lnTo>
                    <a:pt x="258" y="83"/>
                  </a:lnTo>
                  <a:lnTo>
                    <a:pt x="257" y="85"/>
                  </a:lnTo>
                  <a:lnTo>
                    <a:pt x="256" y="83"/>
                  </a:lnTo>
                  <a:lnTo>
                    <a:pt x="254" y="83"/>
                  </a:lnTo>
                  <a:lnTo>
                    <a:pt x="256" y="84"/>
                  </a:lnTo>
                  <a:lnTo>
                    <a:pt x="256" y="87"/>
                  </a:lnTo>
                  <a:lnTo>
                    <a:pt x="253" y="89"/>
                  </a:lnTo>
                  <a:lnTo>
                    <a:pt x="253" y="91"/>
                  </a:lnTo>
                  <a:lnTo>
                    <a:pt x="250" y="92"/>
                  </a:lnTo>
                  <a:lnTo>
                    <a:pt x="249" y="92"/>
                  </a:lnTo>
                  <a:lnTo>
                    <a:pt x="249" y="92"/>
                  </a:lnTo>
                  <a:lnTo>
                    <a:pt x="248" y="95"/>
                  </a:lnTo>
                  <a:lnTo>
                    <a:pt x="252" y="93"/>
                  </a:lnTo>
                  <a:lnTo>
                    <a:pt x="252" y="95"/>
                  </a:lnTo>
                  <a:lnTo>
                    <a:pt x="252" y="96"/>
                  </a:lnTo>
                  <a:lnTo>
                    <a:pt x="250" y="97"/>
                  </a:lnTo>
                  <a:lnTo>
                    <a:pt x="250" y="97"/>
                  </a:lnTo>
                  <a:lnTo>
                    <a:pt x="252" y="97"/>
                  </a:lnTo>
                  <a:lnTo>
                    <a:pt x="253" y="100"/>
                  </a:lnTo>
                  <a:lnTo>
                    <a:pt x="252" y="101"/>
                  </a:lnTo>
                  <a:lnTo>
                    <a:pt x="250" y="101"/>
                  </a:lnTo>
                  <a:lnTo>
                    <a:pt x="249" y="100"/>
                  </a:lnTo>
                  <a:lnTo>
                    <a:pt x="249" y="101"/>
                  </a:lnTo>
                  <a:lnTo>
                    <a:pt x="250" y="102"/>
                  </a:lnTo>
                  <a:lnTo>
                    <a:pt x="252" y="102"/>
                  </a:lnTo>
                  <a:lnTo>
                    <a:pt x="249" y="106"/>
                  </a:lnTo>
                  <a:lnTo>
                    <a:pt x="248" y="106"/>
                  </a:lnTo>
                  <a:lnTo>
                    <a:pt x="248" y="105"/>
                  </a:lnTo>
                  <a:lnTo>
                    <a:pt x="246" y="109"/>
                  </a:lnTo>
                  <a:lnTo>
                    <a:pt x="246" y="110"/>
                  </a:lnTo>
                  <a:lnTo>
                    <a:pt x="244" y="114"/>
                  </a:lnTo>
                  <a:lnTo>
                    <a:pt x="240" y="117"/>
                  </a:lnTo>
                  <a:lnTo>
                    <a:pt x="237" y="118"/>
                  </a:lnTo>
                  <a:lnTo>
                    <a:pt x="232" y="121"/>
                  </a:lnTo>
                  <a:lnTo>
                    <a:pt x="229" y="121"/>
                  </a:lnTo>
                  <a:lnTo>
                    <a:pt x="229" y="117"/>
                  </a:lnTo>
                  <a:lnTo>
                    <a:pt x="229" y="116"/>
                  </a:lnTo>
                  <a:lnTo>
                    <a:pt x="228" y="114"/>
                  </a:lnTo>
                  <a:lnTo>
                    <a:pt x="228" y="113"/>
                  </a:lnTo>
                  <a:lnTo>
                    <a:pt x="227" y="113"/>
                  </a:lnTo>
                  <a:lnTo>
                    <a:pt x="225" y="112"/>
                  </a:lnTo>
                  <a:lnTo>
                    <a:pt x="224" y="113"/>
                  </a:lnTo>
                  <a:lnTo>
                    <a:pt x="223" y="112"/>
                  </a:lnTo>
                  <a:lnTo>
                    <a:pt x="221" y="110"/>
                  </a:lnTo>
                  <a:lnTo>
                    <a:pt x="220" y="112"/>
                  </a:lnTo>
                  <a:lnTo>
                    <a:pt x="221" y="113"/>
                  </a:lnTo>
                  <a:lnTo>
                    <a:pt x="219" y="113"/>
                  </a:lnTo>
                  <a:lnTo>
                    <a:pt x="219" y="112"/>
                  </a:lnTo>
                  <a:lnTo>
                    <a:pt x="219" y="110"/>
                  </a:lnTo>
                  <a:lnTo>
                    <a:pt x="217" y="109"/>
                  </a:lnTo>
                  <a:lnTo>
                    <a:pt x="216" y="109"/>
                  </a:lnTo>
                  <a:lnTo>
                    <a:pt x="213" y="108"/>
                  </a:lnTo>
                  <a:lnTo>
                    <a:pt x="212" y="109"/>
                  </a:lnTo>
                  <a:lnTo>
                    <a:pt x="211" y="110"/>
                  </a:lnTo>
                  <a:lnTo>
                    <a:pt x="208" y="110"/>
                  </a:lnTo>
                  <a:lnTo>
                    <a:pt x="207" y="112"/>
                  </a:lnTo>
                  <a:lnTo>
                    <a:pt x="206" y="112"/>
                  </a:lnTo>
                  <a:lnTo>
                    <a:pt x="204" y="112"/>
                  </a:lnTo>
                  <a:lnTo>
                    <a:pt x="203" y="112"/>
                  </a:lnTo>
                  <a:lnTo>
                    <a:pt x="200" y="114"/>
                  </a:lnTo>
                  <a:lnTo>
                    <a:pt x="198" y="114"/>
                  </a:lnTo>
                  <a:lnTo>
                    <a:pt x="199" y="113"/>
                  </a:lnTo>
                  <a:lnTo>
                    <a:pt x="198" y="109"/>
                  </a:lnTo>
                  <a:lnTo>
                    <a:pt x="198" y="106"/>
                  </a:lnTo>
                  <a:lnTo>
                    <a:pt x="198" y="104"/>
                  </a:lnTo>
                  <a:lnTo>
                    <a:pt x="196" y="102"/>
                  </a:lnTo>
                  <a:lnTo>
                    <a:pt x="198" y="104"/>
                  </a:lnTo>
                  <a:lnTo>
                    <a:pt x="196" y="106"/>
                  </a:lnTo>
                  <a:lnTo>
                    <a:pt x="195" y="106"/>
                  </a:lnTo>
                  <a:lnTo>
                    <a:pt x="194" y="106"/>
                  </a:lnTo>
                  <a:lnTo>
                    <a:pt x="191" y="108"/>
                  </a:lnTo>
                  <a:lnTo>
                    <a:pt x="188" y="108"/>
                  </a:lnTo>
                  <a:lnTo>
                    <a:pt x="186" y="106"/>
                  </a:lnTo>
                  <a:lnTo>
                    <a:pt x="185" y="106"/>
                  </a:lnTo>
                  <a:lnTo>
                    <a:pt x="183" y="105"/>
                  </a:lnTo>
                  <a:lnTo>
                    <a:pt x="182" y="106"/>
                  </a:lnTo>
                  <a:lnTo>
                    <a:pt x="181" y="106"/>
                  </a:lnTo>
                  <a:lnTo>
                    <a:pt x="179" y="104"/>
                  </a:lnTo>
                  <a:lnTo>
                    <a:pt x="179" y="101"/>
                  </a:lnTo>
                  <a:lnTo>
                    <a:pt x="178" y="96"/>
                  </a:lnTo>
                  <a:lnTo>
                    <a:pt x="175" y="95"/>
                  </a:lnTo>
                  <a:lnTo>
                    <a:pt x="175" y="93"/>
                  </a:lnTo>
                  <a:lnTo>
                    <a:pt x="177" y="91"/>
                  </a:lnTo>
                  <a:lnTo>
                    <a:pt x="178" y="89"/>
                  </a:lnTo>
                  <a:lnTo>
                    <a:pt x="178" y="87"/>
                  </a:lnTo>
                  <a:lnTo>
                    <a:pt x="177" y="84"/>
                  </a:lnTo>
                  <a:lnTo>
                    <a:pt x="174" y="81"/>
                  </a:lnTo>
                  <a:lnTo>
                    <a:pt x="170" y="80"/>
                  </a:lnTo>
                  <a:lnTo>
                    <a:pt x="167" y="79"/>
                  </a:lnTo>
                  <a:lnTo>
                    <a:pt x="167" y="77"/>
                  </a:lnTo>
                  <a:lnTo>
                    <a:pt x="170" y="77"/>
                  </a:lnTo>
                  <a:lnTo>
                    <a:pt x="171" y="76"/>
                  </a:lnTo>
                  <a:lnTo>
                    <a:pt x="175" y="75"/>
                  </a:lnTo>
                  <a:lnTo>
                    <a:pt x="178" y="74"/>
                  </a:lnTo>
                  <a:lnTo>
                    <a:pt x="181" y="74"/>
                  </a:lnTo>
                  <a:lnTo>
                    <a:pt x="179" y="72"/>
                  </a:lnTo>
                  <a:lnTo>
                    <a:pt x="175" y="75"/>
                  </a:lnTo>
                  <a:lnTo>
                    <a:pt x="171" y="75"/>
                  </a:lnTo>
                  <a:lnTo>
                    <a:pt x="170" y="75"/>
                  </a:lnTo>
                  <a:lnTo>
                    <a:pt x="167" y="75"/>
                  </a:lnTo>
                  <a:lnTo>
                    <a:pt x="166" y="72"/>
                  </a:lnTo>
                  <a:lnTo>
                    <a:pt x="167" y="71"/>
                  </a:lnTo>
                  <a:lnTo>
                    <a:pt x="169" y="72"/>
                  </a:lnTo>
                  <a:lnTo>
                    <a:pt x="167" y="70"/>
                  </a:lnTo>
                  <a:lnTo>
                    <a:pt x="163" y="66"/>
                  </a:lnTo>
                  <a:lnTo>
                    <a:pt x="163" y="62"/>
                  </a:lnTo>
                  <a:lnTo>
                    <a:pt x="165" y="60"/>
                  </a:lnTo>
                  <a:lnTo>
                    <a:pt x="166" y="59"/>
                  </a:lnTo>
                  <a:lnTo>
                    <a:pt x="165" y="58"/>
                  </a:lnTo>
                  <a:lnTo>
                    <a:pt x="165" y="55"/>
                  </a:lnTo>
                  <a:lnTo>
                    <a:pt x="167" y="52"/>
                  </a:lnTo>
                  <a:lnTo>
                    <a:pt x="170" y="49"/>
                  </a:lnTo>
                  <a:lnTo>
                    <a:pt x="171" y="47"/>
                  </a:lnTo>
                  <a:lnTo>
                    <a:pt x="173" y="46"/>
                  </a:lnTo>
                  <a:lnTo>
                    <a:pt x="175" y="50"/>
                  </a:lnTo>
                  <a:lnTo>
                    <a:pt x="179" y="54"/>
                  </a:lnTo>
                  <a:lnTo>
                    <a:pt x="179" y="54"/>
                  </a:lnTo>
                  <a:lnTo>
                    <a:pt x="182" y="56"/>
                  </a:lnTo>
                  <a:lnTo>
                    <a:pt x="183" y="59"/>
                  </a:lnTo>
                  <a:lnTo>
                    <a:pt x="185" y="59"/>
                  </a:lnTo>
                  <a:lnTo>
                    <a:pt x="188" y="58"/>
                  </a:lnTo>
                  <a:lnTo>
                    <a:pt x="188" y="56"/>
                  </a:lnTo>
                  <a:lnTo>
                    <a:pt x="191" y="56"/>
                  </a:lnTo>
                  <a:lnTo>
                    <a:pt x="194" y="56"/>
                  </a:lnTo>
                  <a:lnTo>
                    <a:pt x="199" y="56"/>
                  </a:lnTo>
                  <a:lnTo>
                    <a:pt x="206" y="54"/>
                  </a:lnTo>
                  <a:lnTo>
                    <a:pt x="208" y="52"/>
                  </a:lnTo>
                  <a:lnTo>
                    <a:pt x="213" y="52"/>
                  </a:lnTo>
                  <a:lnTo>
                    <a:pt x="216" y="54"/>
                  </a:lnTo>
                  <a:lnTo>
                    <a:pt x="217" y="55"/>
                  </a:lnTo>
                  <a:lnTo>
                    <a:pt x="220" y="55"/>
                  </a:lnTo>
                  <a:lnTo>
                    <a:pt x="225" y="52"/>
                  </a:lnTo>
                  <a:lnTo>
                    <a:pt x="231" y="51"/>
                  </a:lnTo>
                  <a:lnTo>
                    <a:pt x="231" y="50"/>
                  </a:lnTo>
                  <a:lnTo>
                    <a:pt x="236" y="42"/>
                  </a:lnTo>
                  <a:lnTo>
                    <a:pt x="237" y="37"/>
                  </a:lnTo>
                  <a:lnTo>
                    <a:pt x="241" y="31"/>
                  </a:lnTo>
                  <a:lnTo>
                    <a:pt x="244" y="22"/>
                  </a:lnTo>
                  <a:lnTo>
                    <a:pt x="244" y="21"/>
                  </a:lnTo>
                  <a:lnTo>
                    <a:pt x="245" y="20"/>
                  </a:lnTo>
                  <a:lnTo>
                    <a:pt x="244" y="17"/>
                  </a:lnTo>
                  <a:lnTo>
                    <a:pt x="246" y="14"/>
                  </a:lnTo>
                  <a:close/>
                  <a:moveTo>
                    <a:pt x="375" y="14"/>
                  </a:moveTo>
                  <a:lnTo>
                    <a:pt x="377" y="14"/>
                  </a:lnTo>
                  <a:lnTo>
                    <a:pt x="377" y="17"/>
                  </a:lnTo>
                  <a:lnTo>
                    <a:pt x="375" y="20"/>
                  </a:lnTo>
                  <a:lnTo>
                    <a:pt x="375" y="20"/>
                  </a:lnTo>
                  <a:lnTo>
                    <a:pt x="374" y="17"/>
                  </a:lnTo>
                  <a:lnTo>
                    <a:pt x="374" y="14"/>
                  </a:lnTo>
                  <a:lnTo>
                    <a:pt x="375" y="14"/>
                  </a:lnTo>
                  <a:close/>
                  <a:moveTo>
                    <a:pt x="286" y="9"/>
                  </a:moveTo>
                  <a:lnTo>
                    <a:pt x="287" y="10"/>
                  </a:lnTo>
                  <a:lnTo>
                    <a:pt x="287" y="12"/>
                  </a:lnTo>
                  <a:lnTo>
                    <a:pt x="286" y="10"/>
                  </a:lnTo>
                  <a:lnTo>
                    <a:pt x="286" y="9"/>
                  </a:lnTo>
                  <a:close/>
                  <a:moveTo>
                    <a:pt x="296" y="2"/>
                  </a:moveTo>
                  <a:lnTo>
                    <a:pt x="296" y="4"/>
                  </a:lnTo>
                  <a:lnTo>
                    <a:pt x="294" y="6"/>
                  </a:lnTo>
                  <a:lnTo>
                    <a:pt x="291" y="6"/>
                  </a:lnTo>
                  <a:lnTo>
                    <a:pt x="290" y="6"/>
                  </a:lnTo>
                  <a:lnTo>
                    <a:pt x="294" y="2"/>
                  </a:lnTo>
                  <a:lnTo>
                    <a:pt x="296" y="2"/>
                  </a:lnTo>
                  <a:close/>
                  <a:moveTo>
                    <a:pt x="1" y="0"/>
                  </a:moveTo>
                  <a:lnTo>
                    <a:pt x="7" y="0"/>
                  </a:lnTo>
                  <a:lnTo>
                    <a:pt x="12" y="4"/>
                  </a:lnTo>
                  <a:lnTo>
                    <a:pt x="13" y="5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1" y="5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8" y="5"/>
                  </a:lnTo>
                  <a:lnTo>
                    <a:pt x="30" y="9"/>
                  </a:lnTo>
                  <a:lnTo>
                    <a:pt x="32" y="9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6" y="17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52" y="27"/>
                  </a:lnTo>
                  <a:lnTo>
                    <a:pt x="52" y="29"/>
                  </a:lnTo>
                  <a:lnTo>
                    <a:pt x="54" y="29"/>
                  </a:lnTo>
                  <a:lnTo>
                    <a:pt x="57" y="31"/>
                  </a:lnTo>
                  <a:lnTo>
                    <a:pt x="57" y="35"/>
                  </a:lnTo>
                  <a:lnTo>
                    <a:pt x="58" y="37"/>
                  </a:lnTo>
                  <a:lnTo>
                    <a:pt x="59" y="35"/>
                  </a:lnTo>
                  <a:lnTo>
                    <a:pt x="61" y="39"/>
                  </a:lnTo>
                  <a:lnTo>
                    <a:pt x="62" y="39"/>
                  </a:lnTo>
                  <a:lnTo>
                    <a:pt x="62" y="38"/>
                  </a:lnTo>
                  <a:lnTo>
                    <a:pt x="65" y="39"/>
                  </a:lnTo>
                  <a:lnTo>
                    <a:pt x="70" y="41"/>
                  </a:lnTo>
                  <a:lnTo>
                    <a:pt x="73" y="45"/>
                  </a:lnTo>
                  <a:lnTo>
                    <a:pt x="74" y="49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9" y="50"/>
                  </a:lnTo>
                  <a:lnTo>
                    <a:pt x="83" y="55"/>
                  </a:lnTo>
                  <a:lnTo>
                    <a:pt x="84" y="58"/>
                  </a:lnTo>
                  <a:lnTo>
                    <a:pt x="84" y="60"/>
                  </a:lnTo>
                  <a:lnTo>
                    <a:pt x="87" y="62"/>
                  </a:lnTo>
                  <a:lnTo>
                    <a:pt x="91" y="62"/>
                  </a:lnTo>
                  <a:lnTo>
                    <a:pt x="94" y="63"/>
                  </a:lnTo>
                  <a:lnTo>
                    <a:pt x="95" y="64"/>
                  </a:lnTo>
                  <a:lnTo>
                    <a:pt x="94" y="67"/>
                  </a:lnTo>
                  <a:lnTo>
                    <a:pt x="92" y="67"/>
                  </a:lnTo>
                  <a:lnTo>
                    <a:pt x="91" y="68"/>
                  </a:lnTo>
                  <a:lnTo>
                    <a:pt x="90" y="68"/>
                  </a:lnTo>
                  <a:lnTo>
                    <a:pt x="92" y="68"/>
                  </a:lnTo>
                  <a:lnTo>
                    <a:pt x="95" y="67"/>
                  </a:lnTo>
                  <a:lnTo>
                    <a:pt x="98" y="64"/>
                  </a:lnTo>
                  <a:lnTo>
                    <a:pt x="99" y="64"/>
                  </a:lnTo>
                  <a:lnTo>
                    <a:pt x="103" y="70"/>
                  </a:lnTo>
                  <a:lnTo>
                    <a:pt x="104" y="71"/>
                  </a:lnTo>
                  <a:lnTo>
                    <a:pt x="100" y="72"/>
                  </a:lnTo>
                  <a:lnTo>
                    <a:pt x="98" y="74"/>
                  </a:lnTo>
                  <a:lnTo>
                    <a:pt x="96" y="76"/>
                  </a:lnTo>
                  <a:lnTo>
                    <a:pt x="98" y="75"/>
                  </a:lnTo>
                  <a:lnTo>
                    <a:pt x="100" y="75"/>
                  </a:lnTo>
                  <a:lnTo>
                    <a:pt x="102" y="75"/>
                  </a:lnTo>
                  <a:lnTo>
                    <a:pt x="104" y="76"/>
                  </a:lnTo>
                  <a:lnTo>
                    <a:pt x="102" y="77"/>
                  </a:lnTo>
                  <a:lnTo>
                    <a:pt x="99" y="79"/>
                  </a:lnTo>
                  <a:lnTo>
                    <a:pt x="99" y="80"/>
                  </a:lnTo>
                  <a:lnTo>
                    <a:pt x="103" y="83"/>
                  </a:lnTo>
                  <a:lnTo>
                    <a:pt x="107" y="83"/>
                  </a:lnTo>
                  <a:lnTo>
                    <a:pt x="108" y="84"/>
                  </a:lnTo>
                  <a:lnTo>
                    <a:pt x="111" y="83"/>
                  </a:lnTo>
                  <a:lnTo>
                    <a:pt x="112" y="89"/>
                  </a:lnTo>
                  <a:lnTo>
                    <a:pt x="112" y="92"/>
                  </a:lnTo>
                  <a:lnTo>
                    <a:pt x="112" y="95"/>
                  </a:lnTo>
                  <a:lnTo>
                    <a:pt x="113" y="93"/>
                  </a:lnTo>
                  <a:lnTo>
                    <a:pt x="115" y="96"/>
                  </a:lnTo>
                  <a:lnTo>
                    <a:pt x="115" y="99"/>
                  </a:lnTo>
                  <a:lnTo>
                    <a:pt x="117" y="100"/>
                  </a:lnTo>
                  <a:lnTo>
                    <a:pt x="121" y="99"/>
                  </a:lnTo>
                  <a:lnTo>
                    <a:pt x="123" y="100"/>
                  </a:lnTo>
                  <a:lnTo>
                    <a:pt x="124" y="101"/>
                  </a:lnTo>
                  <a:lnTo>
                    <a:pt x="125" y="102"/>
                  </a:lnTo>
                  <a:lnTo>
                    <a:pt x="127" y="105"/>
                  </a:lnTo>
                  <a:lnTo>
                    <a:pt x="128" y="106"/>
                  </a:lnTo>
                  <a:lnTo>
                    <a:pt x="131" y="108"/>
                  </a:lnTo>
                  <a:lnTo>
                    <a:pt x="131" y="110"/>
                  </a:lnTo>
                  <a:lnTo>
                    <a:pt x="129" y="112"/>
                  </a:lnTo>
                  <a:lnTo>
                    <a:pt x="128" y="113"/>
                  </a:lnTo>
                  <a:lnTo>
                    <a:pt x="128" y="116"/>
                  </a:lnTo>
                  <a:lnTo>
                    <a:pt x="128" y="118"/>
                  </a:lnTo>
                  <a:lnTo>
                    <a:pt x="127" y="122"/>
                  </a:lnTo>
                  <a:lnTo>
                    <a:pt x="128" y="127"/>
                  </a:lnTo>
                  <a:lnTo>
                    <a:pt x="127" y="134"/>
                  </a:lnTo>
                  <a:lnTo>
                    <a:pt x="127" y="139"/>
                  </a:lnTo>
                  <a:lnTo>
                    <a:pt x="125" y="141"/>
                  </a:lnTo>
                  <a:lnTo>
                    <a:pt x="124" y="139"/>
                  </a:lnTo>
                  <a:lnTo>
                    <a:pt x="121" y="137"/>
                  </a:lnTo>
                  <a:lnTo>
                    <a:pt x="120" y="137"/>
                  </a:lnTo>
                  <a:lnTo>
                    <a:pt x="119" y="138"/>
                  </a:lnTo>
                  <a:lnTo>
                    <a:pt x="119" y="141"/>
                  </a:lnTo>
                  <a:lnTo>
                    <a:pt x="117" y="142"/>
                  </a:lnTo>
                  <a:lnTo>
                    <a:pt x="113" y="137"/>
                  </a:lnTo>
                  <a:lnTo>
                    <a:pt x="111" y="137"/>
                  </a:lnTo>
                  <a:lnTo>
                    <a:pt x="111" y="138"/>
                  </a:lnTo>
                  <a:lnTo>
                    <a:pt x="112" y="139"/>
                  </a:lnTo>
                  <a:lnTo>
                    <a:pt x="112" y="142"/>
                  </a:lnTo>
                  <a:lnTo>
                    <a:pt x="111" y="143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7" y="137"/>
                  </a:lnTo>
                  <a:lnTo>
                    <a:pt x="100" y="130"/>
                  </a:lnTo>
                  <a:lnTo>
                    <a:pt x="96" y="130"/>
                  </a:lnTo>
                  <a:lnTo>
                    <a:pt x="95" y="127"/>
                  </a:lnTo>
                  <a:lnTo>
                    <a:pt x="90" y="124"/>
                  </a:lnTo>
                  <a:lnTo>
                    <a:pt x="87" y="121"/>
                  </a:lnTo>
                  <a:lnTo>
                    <a:pt x="84" y="118"/>
                  </a:lnTo>
                  <a:lnTo>
                    <a:pt x="84" y="116"/>
                  </a:lnTo>
                  <a:lnTo>
                    <a:pt x="82" y="113"/>
                  </a:lnTo>
                  <a:lnTo>
                    <a:pt x="80" y="112"/>
                  </a:lnTo>
                  <a:lnTo>
                    <a:pt x="77" y="112"/>
                  </a:lnTo>
                  <a:lnTo>
                    <a:pt x="75" y="109"/>
                  </a:lnTo>
                  <a:lnTo>
                    <a:pt x="71" y="104"/>
                  </a:lnTo>
                  <a:lnTo>
                    <a:pt x="67" y="100"/>
                  </a:lnTo>
                  <a:lnTo>
                    <a:pt x="66" y="97"/>
                  </a:lnTo>
                  <a:lnTo>
                    <a:pt x="66" y="93"/>
                  </a:lnTo>
                  <a:lnTo>
                    <a:pt x="62" y="85"/>
                  </a:lnTo>
                  <a:lnTo>
                    <a:pt x="61" y="80"/>
                  </a:lnTo>
                  <a:lnTo>
                    <a:pt x="58" y="77"/>
                  </a:lnTo>
                  <a:lnTo>
                    <a:pt x="55" y="72"/>
                  </a:lnTo>
                  <a:lnTo>
                    <a:pt x="55" y="71"/>
                  </a:lnTo>
                  <a:lnTo>
                    <a:pt x="52" y="68"/>
                  </a:lnTo>
                  <a:lnTo>
                    <a:pt x="49" y="67"/>
                  </a:lnTo>
                  <a:lnTo>
                    <a:pt x="48" y="64"/>
                  </a:lnTo>
                  <a:lnTo>
                    <a:pt x="45" y="58"/>
                  </a:lnTo>
                  <a:lnTo>
                    <a:pt x="45" y="56"/>
                  </a:lnTo>
                  <a:lnTo>
                    <a:pt x="45" y="54"/>
                  </a:lnTo>
                  <a:lnTo>
                    <a:pt x="42" y="52"/>
                  </a:lnTo>
                  <a:lnTo>
                    <a:pt x="44" y="50"/>
                  </a:lnTo>
                  <a:lnTo>
                    <a:pt x="44" y="49"/>
                  </a:lnTo>
                  <a:lnTo>
                    <a:pt x="42" y="50"/>
                  </a:lnTo>
                  <a:lnTo>
                    <a:pt x="40" y="49"/>
                  </a:lnTo>
                  <a:lnTo>
                    <a:pt x="37" y="45"/>
                  </a:lnTo>
                  <a:lnTo>
                    <a:pt x="34" y="45"/>
                  </a:lnTo>
                  <a:lnTo>
                    <a:pt x="33" y="43"/>
                  </a:lnTo>
                  <a:lnTo>
                    <a:pt x="33" y="41"/>
                  </a:lnTo>
                  <a:lnTo>
                    <a:pt x="32" y="39"/>
                  </a:lnTo>
                  <a:lnTo>
                    <a:pt x="32" y="35"/>
                  </a:lnTo>
                  <a:lnTo>
                    <a:pt x="30" y="35"/>
                  </a:lnTo>
                  <a:lnTo>
                    <a:pt x="27" y="31"/>
                  </a:lnTo>
                  <a:lnTo>
                    <a:pt x="23" y="25"/>
                  </a:lnTo>
                  <a:lnTo>
                    <a:pt x="19" y="22"/>
                  </a:lnTo>
                  <a:lnTo>
                    <a:pt x="17" y="22"/>
                  </a:lnTo>
                  <a:lnTo>
                    <a:pt x="15" y="22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5" y="13"/>
                  </a:lnTo>
                  <a:lnTo>
                    <a:pt x="3" y="1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" name="Freeform 357"/>
            <p:cNvSpPr>
              <a:spLocks noEditPoints="1"/>
            </p:cNvSpPr>
            <p:nvPr/>
          </p:nvSpPr>
          <p:spPr bwMode="auto">
            <a:xfrm>
              <a:off x="9412004" y="4154994"/>
              <a:ext cx="27916" cy="20302"/>
            </a:xfrm>
            <a:custGeom>
              <a:avLst/>
              <a:gdLst>
                <a:gd name="T0" fmla="*/ 8 w 11"/>
                <a:gd name="T1" fmla="*/ 7 h 8"/>
                <a:gd name="T2" fmla="*/ 11 w 11"/>
                <a:gd name="T3" fmla="*/ 7 h 8"/>
                <a:gd name="T4" fmla="*/ 11 w 11"/>
                <a:gd name="T5" fmla="*/ 8 h 8"/>
                <a:gd name="T6" fmla="*/ 9 w 11"/>
                <a:gd name="T7" fmla="*/ 8 h 8"/>
                <a:gd name="T8" fmla="*/ 8 w 11"/>
                <a:gd name="T9" fmla="*/ 8 h 8"/>
                <a:gd name="T10" fmla="*/ 7 w 11"/>
                <a:gd name="T11" fmla="*/ 8 h 8"/>
                <a:gd name="T12" fmla="*/ 5 w 11"/>
                <a:gd name="T13" fmla="*/ 8 h 8"/>
                <a:gd name="T14" fmla="*/ 4 w 11"/>
                <a:gd name="T15" fmla="*/ 8 h 8"/>
                <a:gd name="T16" fmla="*/ 5 w 11"/>
                <a:gd name="T17" fmla="*/ 7 h 8"/>
                <a:gd name="T18" fmla="*/ 8 w 11"/>
                <a:gd name="T19" fmla="*/ 7 h 8"/>
                <a:gd name="T20" fmla="*/ 3 w 11"/>
                <a:gd name="T21" fmla="*/ 0 h 8"/>
                <a:gd name="T22" fmla="*/ 3 w 11"/>
                <a:gd name="T23" fmla="*/ 1 h 8"/>
                <a:gd name="T24" fmla="*/ 3 w 11"/>
                <a:gd name="T25" fmla="*/ 3 h 8"/>
                <a:gd name="T26" fmla="*/ 0 w 11"/>
                <a:gd name="T27" fmla="*/ 3 h 8"/>
                <a:gd name="T28" fmla="*/ 3 w 11"/>
                <a:gd name="T2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8">
                  <a:moveTo>
                    <a:pt x="8" y="7"/>
                  </a:moveTo>
                  <a:lnTo>
                    <a:pt x="11" y="7"/>
                  </a:lnTo>
                  <a:lnTo>
                    <a:pt x="11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5" y="7"/>
                  </a:lnTo>
                  <a:lnTo>
                    <a:pt x="8" y="7"/>
                  </a:lnTo>
                  <a:close/>
                  <a:moveTo>
                    <a:pt x="3" y="0"/>
                  </a:moveTo>
                  <a:lnTo>
                    <a:pt x="3" y="1"/>
                  </a:lnTo>
                  <a:lnTo>
                    <a:pt x="3" y="3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" name="Freeform 358"/>
            <p:cNvSpPr>
              <a:spLocks noEditPoints="1"/>
            </p:cNvSpPr>
            <p:nvPr/>
          </p:nvSpPr>
          <p:spPr bwMode="auto">
            <a:xfrm>
              <a:off x="9516050" y="4629553"/>
              <a:ext cx="93897" cy="30453"/>
            </a:xfrm>
            <a:custGeom>
              <a:avLst/>
              <a:gdLst>
                <a:gd name="T0" fmla="*/ 6 w 37"/>
                <a:gd name="T1" fmla="*/ 6 h 12"/>
                <a:gd name="T2" fmla="*/ 6 w 37"/>
                <a:gd name="T3" fmla="*/ 10 h 12"/>
                <a:gd name="T4" fmla="*/ 4 w 37"/>
                <a:gd name="T5" fmla="*/ 10 h 12"/>
                <a:gd name="T6" fmla="*/ 1 w 37"/>
                <a:gd name="T7" fmla="*/ 12 h 12"/>
                <a:gd name="T8" fmla="*/ 0 w 37"/>
                <a:gd name="T9" fmla="*/ 9 h 12"/>
                <a:gd name="T10" fmla="*/ 1 w 37"/>
                <a:gd name="T11" fmla="*/ 8 h 12"/>
                <a:gd name="T12" fmla="*/ 5 w 37"/>
                <a:gd name="T13" fmla="*/ 8 h 12"/>
                <a:gd name="T14" fmla="*/ 6 w 37"/>
                <a:gd name="T15" fmla="*/ 6 h 12"/>
                <a:gd name="T16" fmla="*/ 37 w 37"/>
                <a:gd name="T17" fmla="*/ 0 h 12"/>
                <a:gd name="T18" fmla="*/ 37 w 37"/>
                <a:gd name="T19" fmla="*/ 0 h 12"/>
                <a:gd name="T20" fmla="*/ 37 w 37"/>
                <a:gd name="T21" fmla="*/ 1 h 12"/>
                <a:gd name="T22" fmla="*/ 35 w 37"/>
                <a:gd name="T23" fmla="*/ 2 h 12"/>
                <a:gd name="T24" fmla="*/ 34 w 37"/>
                <a:gd name="T25" fmla="*/ 2 h 12"/>
                <a:gd name="T26" fmla="*/ 33 w 37"/>
                <a:gd name="T27" fmla="*/ 4 h 12"/>
                <a:gd name="T28" fmla="*/ 29 w 37"/>
                <a:gd name="T29" fmla="*/ 5 h 12"/>
                <a:gd name="T30" fmla="*/ 26 w 37"/>
                <a:gd name="T31" fmla="*/ 8 h 12"/>
                <a:gd name="T32" fmla="*/ 21 w 37"/>
                <a:gd name="T33" fmla="*/ 8 h 12"/>
                <a:gd name="T34" fmla="*/ 18 w 37"/>
                <a:gd name="T35" fmla="*/ 8 h 12"/>
                <a:gd name="T36" fmla="*/ 17 w 37"/>
                <a:gd name="T37" fmla="*/ 9 h 12"/>
                <a:gd name="T38" fmla="*/ 14 w 37"/>
                <a:gd name="T39" fmla="*/ 10 h 12"/>
                <a:gd name="T40" fmla="*/ 14 w 37"/>
                <a:gd name="T41" fmla="*/ 12 h 12"/>
                <a:gd name="T42" fmla="*/ 12 w 37"/>
                <a:gd name="T43" fmla="*/ 9 h 12"/>
                <a:gd name="T44" fmla="*/ 9 w 37"/>
                <a:gd name="T45" fmla="*/ 5 h 12"/>
                <a:gd name="T46" fmla="*/ 12 w 37"/>
                <a:gd name="T47" fmla="*/ 4 h 12"/>
                <a:gd name="T48" fmla="*/ 16 w 37"/>
                <a:gd name="T49" fmla="*/ 1 h 12"/>
                <a:gd name="T50" fmla="*/ 21 w 37"/>
                <a:gd name="T51" fmla="*/ 1 h 12"/>
                <a:gd name="T52" fmla="*/ 24 w 37"/>
                <a:gd name="T53" fmla="*/ 1 h 12"/>
                <a:gd name="T54" fmla="*/ 26 w 37"/>
                <a:gd name="T55" fmla="*/ 1 h 12"/>
                <a:gd name="T56" fmla="*/ 29 w 37"/>
                <a:gd name="T57" fmla="*/ 0 h 12"/>
                <a:gd name="T58" fmla="*/ 31 w 37"/>
                <a:gd name="T59" fmla="*/ 0 h 12"/>
                <a:gd name="T60" fmla="*/ 37 w 37"/>
                <a:gd name="T6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" h="12">
                  <a:moveTo>
                    <a:pt x="6" y="6"/>
                  </a:moveTo>
                  <a:lnTo>
                    <a:pt x="6" y="10"/>
                  </a:lnTo>
                  <a:lnTo>
                    <a:pt x="4" y="10"/>
                  </a:lnTo>
                  <a:lnTo>
                    <a:pt x="1" y="12"/>
                  </a:lnTo>
                  <a:lnTo>
                    <a:pt x="0" y="9"/>
                  </a:lnTo>
                  <a:lnTo>
                    <a:pt x="1" y="8"/>
                  </a:lnTo>
                  <a:lnTo>
                    <a:pt x="5" y="8"/>
                  </a:lnTo>
                  <a:lnTo>
                    <a:pt x="6" y="6"/>
                  </a:lnTo>
                  <a:close/>
                  <a:moveTo>
                    <a:pt x="37" y="0"/>
                  </a:moveTo>
                  <a:lnTo>
                    <a:pt x="37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29" y="5"/>
                  </a:lnTo>
                  <a:lnTo>
                    <a:pt x="26" y="8"/>
                  </a:lnTo>
                  <a:lnTo>
                    <a:pt x="21" y="8"/>
                  </a:lnTo>
                  <a:lnTo>
                    <a:pt x="18" y="8"/>
                  </a:lnTo>
                  <a:lnTo>
                    <a:pt x="17" y="9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2" y="9"/>
                  </a:lnTo>
                  <a:lnTo>
                    <a:pt x="9" y="5"/>
                  </a:lnTo>
                  <a:lnTo>
                    <a:pt x="12" y="4"/>
                  </a:lnTo>
                  <a:lnTo>
                    <a:pt x="16" y="1"/>
                  </a:lnTo>
                  <a:lnTo>
                    <a:pt x="21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" name="Freeform 359"/>
            <p:cNvSpPr>
              <a:spLocks noEditPoints="1"/>
            </p:cNvSpPr>
            <p:nvPr/>
          </p:nvSpPr>
          <p:spPr bwMode="auto">
            <a:xfrm>
              <a:off x="8797870" y="4132155"/>
              <a:ext cx="578606" cy="203020"/>
            </a:xfrm>
            <a:custGeom>
              <a:avLst/>
              <a:gdLst>
                <a:gd name="T0" fmla="*/ 138 w 228"/>
                <a:gd name="T1" fmla="*/ 60 h 80"/>
                <a:gd name="T2" fmla="*/ 138 w 228"/>
                <a:gd name="T3" fmla="*/ 58 h 80"/>
                <a:gd name="T4" fmla="*/ 138 w 228"/>
                <a:gd name="T5" fmla="*/ 58 h 80"/>
                <a:gd name="T6" fmla="*/ 138 w 228"/>
                <a:gd name="T7" fmla="*/ 58 h 80"/>
                <a:gd name="T8" fmla="*/ 1 w 228"/>
                <a:gd name="T9" fmla="*/ 21 h 80"/>
                <a:gd name="T10" fmla="*/ 0 w 228"/>
                <a:gd name="T11" fmla="*/ 21 h 80"/>
                <a:gd name="T12" fmla="*/ 12 w 228"/>
                <a:gd name="T13" fmla="*/ 10 h 80"/>
                <a:gd name="T14" fmla="*/ 14 w 228"/>
                <a:gd name="T15" fmla="*/ 20 h 80"/>
                <a:gd name="T16" fmla="*/ 22 w 228"/>
                <a:gd name="T17" fmla="*/ 16 h 80"/>
                <a:gd name="T18" fmla="*/ 27 w 228"/>
                <a:gd name="T19" fmla="*/ 13 h 80"/>
                <a:gd name="T20" fmla="*/ 41 w 228"/>
                <a:gd name="T21" fmla="*/ 35 h 80"/>
                <a:gd name="T22" fmla="*/ 41 w 228"/>
                <a:gd name="T23" fmla="*/ 51 h 80"/>
                <a:gd name="T24" fmla="*/ 47 w 228"/>
                <a:gd name="T25" fmla="*/ 59 h 80"/>
                <a:gd name="T26" fmla="*/ 50 w 228"/>
                <a:gd name="T27" fmla="*/ 66 h 80"/>
                <a:gd name="T28" fmla="*/ 50 w 228"/>
                <a:gd name="T29" fmla="*/ 71 h 80"/>
                <a:gd name="T30" fmla="*/ 50 w 228"/>
                <a:gd name="T31" fmla="*/ 72 h 80"/>
                <a:gd name="T32" fmla="*/ 43 w 228"/>
                <a:gd name="T33" fmla="*/ 72 h 80"/>
                <a:gd name="T34" fmla="*/ 31 w 228"/>
                <a:gd name="T35" fmla="*/ 66 h 80"/>
                <a:gd name="T36" fmla="*/ 21 w 228"/>
                <a:gd name="T37" fmla="*/ 58 h 80"/>
                <a:gd name="T38" fmla="*/ 17 w 228"/>
                <a:gd name="T39" fmla="*/ 50 h 80"/>
                <a:gd name="T40" fmla="*/ 8 w 228"/>
                <a:gd name="T41" fmla="*/ 39 h 80"/>
                <a:gd name="T42" fmla="*/ 6 w 228"/>
                <a:gd name="T43" fmla="*/ 27 h 80"/>
                <a:gd name="T44" fmla="*/ 2 w 228"/>
                <a:gd name="T45" fmla="*/ 6 h 80"/>
                <a:gd name="T46" fmla="*/ 207 w 228"/>
                <a:gd name="T47" fmla="*/ 10 h 80"/>
                <a:gd name="T48" fmla="*/ 209 w 228"/>
                <a:gd name="T49" fmla="*/ 18 h 80"/>
                <a:gd name="T50" fmla="*/ 212 w 228"/>
                <a:gd name="T51" fmla="*/ 21 h 80"/>
                <a:gd name="T52" fmla="*/ 221 w 228"/>
                <a:gd name="T53" fmla="*/ 22 h 80"/>
                <a:gd name="T54" fmla="*/ 225 w 228"/>
                <a:gd name="T55" fmla="*/ 29 h 80"/>
                <a:gd name="T56" fmla="*/ 218 w 228"/>
                <a:gd name="T57" fmla="*/ 35 h 80"/>
                <a:gd name="T58" fmla="*/ 208 w 228"/>
                <a:gd name="T59" fmla="*/ 37 h 80"/>
                <a:gd name="T60" fmla="*/ 196 w 228"/>
                <a:gd name="T61" fmla="*/ 35 h 80"/>
                <a:gd name="T62" fmla="*/ 187 w 228"/>
                <a:gd name="T63" fmla="*/ 42 h 80"/>
                <a:gd name="T64" fmla="*/ 174 w 228"/>
                <a:gd name="T65" fmla="*/ 71 h 80"/>
                <a:gd name="T66" fmla="*/ 159 w 228"/>
                <a:gd name="T67" fmla="*/ 75 h 80"/>
                <a:gd name="T68" fmla="*/ 137 w 228"/>
                <a:gd name="T69" fmla="*/ 77 h 80"/>
                <a:gd name="T70" fmla="*/ 126 w 228"/>
                <a:gd name="T71" fmla="*/ 80 h 80"/>
                <a:gd name="T72" fmla="*/ 116 w 228"/>
                <a:gd name="T73" fmla="*/ 67 h 80"/>
                <a:gd name="T74" fmla="*/ 129 w 228"/>
                <a:gd name="T75" fmla="*/ 72 h 80"/>
                <a:gd name="T76" fmla="*/ 135 w 228"/>
                <a:gd name="T77" fmla="*/ 64 h 80"/>
                <a:gd name="T78" fmla="*/ 142 w 228"/>
                <a:gd name="T79" fmla="*/ 60 h 80"/>
                <a:gd name="T80" fmla="*/ 158 w 228"/>
                <a:gd name="T81" fmla="*/ 48 h 80"/>
                <a:gd name="T82" fmla="*/ 166 w 228"/>
                <a:gd name="T83" fmla="*/ 35 h 80"/>
                <a:gd name="T84" fmla="*/ 175 w 228"/>
                <a:gd name="T85" fmla="*/ 39 h 80"/>
                <a:gd name="T86" fmla="*/ 178 w 228"/>
                <a:gd name="T87" fmla="*/ 31 h 80"/>
                <a:gd name="T88" fmla="*/ 182 w 228"/>
                <a:gd name="T89" fmla="*/ 35 h 80"/>
                <a:gd name="T90" fmla="*/ 183 w 228"/>
                <a:gd name="T91" fmla="*/ 27 h 80"/>
                <a:gd name="T92" fmla="*/ 180 w 228"/>
                <a:gd name="T93" fmla="*/ 25 h 80"/>
                <a:gd name="T94" fmla="*/ 193 w 228"/>
                <a:gd name="T95" fmla="*/ 10 h 80"/>
                <a:gd name="T96" fmla="*/ 197 w 228"/>
                <a:gd name="T97" fmla="*/ 9 h 80"/>
                <a:gd name="T98" fmla="*/ 203 w 228"/>
                <a:gd name="T99" fmla="*/ 0 h 80"/>
                <a:gd name="T100" fmla="*/ 203 w 228"/>
                <a:gd name="T101" fmla="*/ 0 h 80"/>
                <a:gd name="T102" fmla="*/ 200 w 228"/>
                <a:gd name="T10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8" h="80">
                  <a:moveTo>
                    <a:pt x="137" y="60"/>
                  </a:moveTo>
                  <a:lnTo>
                    <a:pt x="138" y="62"/>
                  </a:lnTo>
                  <a:lnTo>
                    <a:pt x="135" y="63"/>
                  </a:lnTo>
                  <a:lnTo>
                    <a:pt x="137" y="60"/>
                  </a:lnTo>
                  <a:close/>
                  <a:moveTo>
                    <a:pt x="138" y="60"/>
                  </a:moveTo>
                  <a:lnTo>
                    <a:pt x="139" y="62"/>
                  </a:lnTo>
                  <a:lnTo>
                    <a:pt x="138" y="62"/>
                  </a:lnTo>
                  <a:lnTo>
                    <a:pt x="138" y="60"/>
                  </a:lnTo>
                  <a:lnTo>
                    <a:pt x="138" y="60"/>
                  </a:lnTo>
                  <a:close/>
                  <a:moveTo>
                    <a:pt x="138" y="58"/>
                  </a:moveTo>
                  <a:lnTo>
                    <a:pt x="138" y="58"/>
                  </a:lnTo>
                  <a:lnTo>
                    <a:pt x="138" y="59"/>
                  </a:lnTo>
                  <a:lnTo>
                    <a:pt x="137" y="60"/>
                  </a:lnTo>
                  <a:lnTo>
                    <a:pt x="137" y="59"/>
                  </a:lnTo>
                  <a:lnTo>
                    <a:pt x="138" y="58"/>
                  </a:lnTo>
                  <a:close/>
                  <a:moveTo>
                    <a:pt x="141" y="58"/>
                  </a:moveTo>
                  <a:lnTo>
                    <a:pt x="141" y="60"/>
                  </a:lnTo>
                  <a:lnTo>
                    <a:pt x="139" y="60"/>
                  </a:lnTo>
                  <a:lnTo>
                    <a:pt x="138" y="59"/>
                  </a:lnTo>
                  <a:lnTo>
                    <a:pt x="138" y="58"/>
                  </a:lnTo>
                  <a:lnTo>
                    <a:pt x="139" y="58"/>
                  </a:lnTo>
                  <a:lnTo>
                    <a:pt x="139" y="58"/>
                  </a:lnTo>
                  <a:lnTo>
                    <a:pt x="141" y="58"/>
                  </a:lnTo>
                  <a:close/>
                  <a:moveTo>
                    <a:pt x="0" y="21"/>
                  </a:moveTo>
                  <a:lnTo>
                    <a:pt x="1" y="21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1" y="23"/>
                  </a:lnTo>
                  <a:lnTo>
                    <a:pt x="0" y="21"/>
                  </a:lnTo>
                  <a:close/>
                  <a:moveTo>
                    <a:pt x="2" y="6"/>
                  </a:moveTo>
                  <a:lnTo>
                    <a:pt x="5" y="8"/>
                  </a:lnTo>
                  <a:lnTo>
                    <a:pt x="9" y="9"/>
                  </a:lnTo>
                  <a:lnTo>
                    <a:pt x="9" y="10"/>
                  </a:lnTo>
                  <a:lnTo>
                    <a:pt x="12" y="10"/>
                  </a:lnTo>
                  <a:lnTo>
                    <a:pt x="13" y="12"/>
                  </a:lnTo>
                  <a:lnTo>
                    <a:pt x="13" y="16"/>
                  </a:lnTo>
                  <a:lnTo>
                    <a:pt x="12" y="17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7" y="17"/>
                  </a:lnTo>
                  <a:lnTo>
                    <a:pt x="20" y="17"/>
                  </a:lnTo>
                  <a:lnTo>
                    <a:pt x="21" y="18"/>
                  </a:lnTo>
                  <a:lnTo>
                    <a:pt x="22" y="17"/>
                  </a:lnTo>
                  <a:lnTo>
                    <a:pt x="22" y="16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25" y="14"/>
                  </a:lnTo>
                  <a:lnTo>
                    <a:pt x="26" y="13"/>
                  </a:lnTo>
                  <a:lnTo>
                    <a:pt x="27" y="13"/>
                  </a:lnTo>
                  <a:lnTo>
                    <a:pt x="29" y="17"/>
                  </a:lnTo>
                  <a:lnTo>
                    <a:pt x="37" y="25"/>
                  </a:lnTo>
                  <a:lnTo>
                    <a:pt x="39" y="29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9" y="45"/>
                  </a:lnTo>
                  <a:lnTo>
                    <a:pt x="41" y="46"/>
                  </a:lnTo>
                  <a:lnTo>
                    <a:pt x="41" y="51"/>
                  </a:lnTo>
                  <a:lnTo>
                    <a:pt x="42" y="55"/>
                  </a:lnTo>
                  <a:lnTo>
                    <a:pt x="45" y="58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7" y="59"/>
                  </a:lnTo>
                  <a:lnTo>
                    <a:pt x="47" y="63"/>
                  </a:lnTo>
                  <a:lnTo>
                    <a:pt x="49" y="63"/>
                  </a:lnTo>
                  <a:lnTo>
                    <a:pt x="49" y="64"/>
                  </a:lnTo>
                  <a:lnTo>
                    <a:pt x="49" y="66"/>
                  </a:lnTo>
                  <a:lnTo>
                    <a:pt x="50" y="66"/>
                  </a:lnTo>
                  <a:lnTo>
                    <a:pt x="52" y="71"/>
                  </a:lnTo>
                  <a:lnTo>
                    <a:pt x="52" y="73"/>
                  </a:lnTo>
                  <a:lnTo>
                    <a:pt x="50" y="73"/>
                  </a:lnTo>
                  <a:lnTo>
                    <a:pt x="50" y="72"/>
                  </a:lnTo>
                  <a:lnTo>
                    <a:pt x="50" y="71"/>
                  </a:lnTo>
                  <a:lnTo>
                    <a:pt x="49" y="70"/>
                  </a:lnTo>
                  <a:lnTo>
                    <a:pt x="50" y="71"/>
                  </a:lnTo>
                  <a:lnTo>
                    <a:pt x="49" y="72"/>
                  </a:lnTo>
                  <a:lnTo>
                    <a:pt x="49" y="72"/>
                  </a:lnTo>
                  <a:lnTo>
                    <a:pt x="50" y="72"/>
                  </a:lnTo>
                  <a:lnTo>
                    <a:pt x="50" y="73"/>
                  </a:lnTo>
                  <a:lnTo>
                    <a:pt x="47" y="75"/>
                  </a:lnTo>
                  <a:lnTo>
                    <a:pt x="46" y="73"/>
                  </a:lnTo>
                  <a:lnTo>
                    <a:pt x="46" y="73"/>
                  </a:lnTo>
                  <a:lnTo>
                    <a:pt x="43" y="72"/>
                  </a:lnTo>
                  <a:lnTo>
                    <a:pt x="42" y="71"/>
                  </a:lnTo>
                  <a:lnTo>
                    <a:pt x="38" y="71"/>
                  </a:lnTo>
                  <a:lnTo>
                    <a:pt x="34" y="68"/>
                  </a:lnTo>
                  <a:lnTo>
                    <a:pt x="33" y="67"/>
                  </a:lnTo>
                  <a:lnTo>
                    <a:pt x="31" y="66"/>
                  </a:lnTo>
                  <a:lnTo>
                    <a:pt x="29" y="66"/>
                  </a:lnTo>
                  <a:lnTo>
                    <a:pt x="27" y="66"/>
                  </a:lnTo>
                  <a:lnTo>
                    <a:pt x="25" y="63"/>
                  </a:lnTo>
                  <a:lnTo>
                    <a:pt x="25" y="60"/>
                  </a:lnTo>
                  <a:lnTo>
                    <a:pt x="21" y="58"/>
                  </a:lnTo>
                  <a:lnTo>
                    <a:pt x="17" y="56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4" y="48"/>
                  </a:lnTo>
                  <a:lnTo>
                    <a:pt x="12" y="45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8" y="39"/>
                  </a:lnTo>
                  <a:lnTo>
                    <a:pt x="6" y="38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8" y="31"/>
                  </a:lnTo>
                  <a:lnTo>
                    <a:pt x="6" y="27"/>
                  </a:lnTo>
                  <a:lnTo>
                    <a:pt x="5" y="25"/>
                  </a:lnTo>
                  <a:lnTo>
                    <a:pt x="4" y="16"/>
                  </a:lnTo>
                  <a:lnTo>
                    <a:pt x="1" y="10"/>
                  </a:lnTo>
                  <a:lnTo>
                    <a:pt x="1" y="8"/>
                  </a:lnTo>
                  <a:lnTo>
                    <a:pt x="2" y="6"/>
                  </a:lnTo>
                  <a:close/>
                  <a:moveTo>
                    <a:pt x="201" y="4"/>
                  </a:moveTo>
                  <a:lnTo>
                    <a:pt x="204" y="5"/>
                  </a:lnTo>
                  <a:lnTo>
                    <a:pt x="204" y="9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10" y="12"/>
                  </a:lnTo>
                  <a:lnTo>
                    <a:pt x="210" y="13"/>
                  </a:lnTo>
                  <a:lnTo>
                    <a:pt x="208" y="14"/>
                  </a:lnTo>
                  <a:lnTo>
                    <a:pt x="208" y="18"/>
                  </a:lnTo>
                  <a:lnTo>
                    <a:pt x="209" y="18"/>
                  </a:lnTo>
                  <a:lnTo>
                    <a:pt x="210" y="20"/>
                  </a:lnTo>
                  <a:lnTo>
                    <a:pt x="212" y="17"/>
                  </a:lnTo>
                  <a:lnTo>
                    <a:pt x="213" y="17"/>
                  </a:lnTo>
                  <a:lnTo>
                    <a:pt x="214" y="18"/>
                  </a:lnTo>
                  <a:lnTo>
                    <a:pt x="212" y="21"/>
                  </a:lnTo>
                  <a:lnTo>
                    <a:pt x="212" y="22"/>
                  </a:lnTo>
                  <a:lnTo>
                    <a:pt x="214" y="20"/>
                  </a:lnTo>
                  <a:lnTo>
                    <a:pt x="216" y="20"/>
                  </a:lnTo>
                  <a:lnTo>
                    <a:pt x="218" y="22"/>
                  </a:lnTo>
                  <a:lnTo>
                    <a:pt x="221" y="22"/>
                  </a:lnTo>
                  <a:lnTo>
                    <a:pt x="222" y="25"/>
                  </a:lnTo>
                  <a:lnTo>
                    <a:pt x="225" y="25"/>
                  </a:lnTo>
                  <a:lnTo>
                    <a:pt x="228" y="25"/>
                  </a:lnTo>
                  <a:lnTo>
                    <a:pt x="228" y="26"/>
                  </a:lnTo>
                  <a:lnTo>
                    <a:pt x="225" y="29"/>
                  </a:lnTo>
                  <a:lnTo>
                    <a:pt x="221" y="30"/>
                  </a:lnTo>
                  <a:lnTo>
                    <a:pt x="217" y="29"/>
                  </a:lnTo>
                  <a:lnTo>
                    <a:pt x="216" y="30"/>
                  </a:lnTo>
                  <a:lnTo>
                    <a:pt x="216" y="33"/>
                  </a:lnTo>
                  <a:lnTo>
                    <a:pt x="218" y="35"/>
                  </a:lnTo>
                  <a:lnTo>
                    <a:pt x="218" y="37"/>
                  </a:lnTo>
                  <a:lnTo>
                    <a:pt x="216" y="38"/>
                  </a:lnTo>
                  <a:lnTo>
                    <a:pt x="213" y="39"/>
                  </a:lnTo>
                  <a:lnTo>
                    <a:pt x="210" y="38"/>
                  </a:lnTo>
                  <a:lnTo>
                    <a:pt x="208" y="37"/>
                  </a:lnTo>
                  <a:lnTo>
                    <a:pt x="208" y="38"/>
                  </a:lnTo>
                  <a:lnTo>
                    <a:pt x="205" y="37"/>
                  </a:lnTo>
                  <a:lnTo>
                    <a:pt x="203" y="37"/>
                  </a:lnTo>
                  <a:lnTo>
                    <a:pt x="201" y="37"/>
                  </a:lnTo>
                  <a:lnTo>
                    <a:pt x="196" y="35"/>
                  </a:lnTo>
                  <a:lnTo>
                    <a:pt x="192" y="37"/>
                  </a:lnTo>
                  <a:lnTo>
                    <a:pt x="189" y="35"/>
                  </a:lnTo>
                  <a:lnTo>
                    <a:pt x="187" y="38"/>
                  </a:lnTo>
                  <a:lnTo>
                    <a:pt x="188" y="41"/>
                  </a:lnTo>
                  <a:lnTo>
                    <a:pt x="187" y="42"/>
                  </a:lnTo>
                  <a:lnTo>
                    <a:pt x="187" y="43"/>
                  </a:lnTo>
                  <a:lnTo>
                    <a:pt x="184" y="52"/>
                  </a:lnTo>
                  <a:lnTo>
                    <a:pt x="180" y="58"/>
                  </a:lnTo>
                  <a:lnTo>
                    <a:pt x="179" y="63"/>
                  </a:lnTo>
                  <a:lnTo>
                    <a:pt x="174" y="71"/>
                  </a:lnTo>
                  <a:lnTo>
                    <a:pt x="174" y="72"/>
                  </a:lnTo>
                  <a:lnTo>
                    <a:pt x="168" y="73"/>
                  </a:lnTo>
                  <a:lnTo>
                    <a:pt x="163" y="76"/>
                  </a:lnTo>
                  <a:lnTo>
                    <a:pt x="160" y="76"/>
                  </a:lnTo>
                  <a:lnTo>
                    <a:pt x="159" y="75"/>
                  </a:lnTo>
                  <a:lnTo>
                    <a:pt x="156" y="73"/>
                  </a:lnTo>
                  <a:lnTo>
                    <a:pt x="151" y="73"/>
                  </a:lnTo>
                  <a:lnTo>
                    <a:pt x="149" y="75"/>
                  </a:lnTo>
                  <a:lnTo>
                    <a:pt x="142" y="77"/>
                  </a:lnTo>
                  <a:lnTo>
                    <a:pt x="137" y="77"/>
                  </a:lnTo>
                  <a:lnTo>
                    <a:pt x="134" y="77"/>
                  </a:lnTo>
                  <a:lnTo>
                    <a:pt x="131" y="77"/>
                  </a:lnTo>
                  <a:lnTo>
                    <a:pt x="131" y="79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125" y="77"/>
                  </a:lnTo>
                  <a:lnTo>
                    <a:pt x="122" y="75"/>
                  </a:lnTo>
                  <a:lnTo>
                    <a:pt x="122" y="75"/>
                  </a:lnTo>
                  <a:lnTo>
                    <a:pt x="118" y="71"/>
                  </a:lnTo>
                  <a:lnTo>
                    <a:pt x="116" y="67"/>
                  </a:lnTo>
                  <a:lnTo>
                    <a:pt x="117" y="67"/>
                  </a:lnTo>
                  <a:lnTo>
                    <a:pt x="118" y="70"/>
                  </a:lnTo>
                  <a:lnTo>
                    <a:pt x="120" y="71"/>
                  </a:lnTo>
                  <a:lnTo>
                    <a:pt x="124" y="71"/>
                  </a:lnTo>
                  <a:lnTo>
                    <a:pt x="129" y="72"/>
                  </a:lnTo>
                  <a:lnTo>
                    <a:pt x="133" y="73"/>
                  </a:lnTo>
                  <a:lnTo>
                    <a:pt x="133" y="72"/>
                  </a:lnTo>
                  <a:lnTo>
                    <a:pt x="135" y="70"/>
                  </a:lnTo>
                  <a:lnTo>
                    <a:pt x="135" y="66"/>
                  </a:lnTo>
                  <a:lnTo>
                    <a:pt x="135" y="64"/>
                  </a:lnTo>
                  <a:lnTo>
                    <a:pt x="137" y="62"/>
                  </a:lnTo>
                  <a:lnTo>
                    <a:pt x="139" y="62"/>
                  </a:lnTo>
                  <a:lnTo>
                    <a:pt x="142" y="60"/>
                  </a:lnTo>
                  <a:lnTo>
                    <a:pt x="143" y="62"/>
                  </a:lnTo>
                  <a:lnTo>
                    <a:pt x="142" y="60"/>
                  </a:lnTo>
                  <a:lnTo>
                    <a:pt x="141" y="58"/>
                  </a:lnTo>
                  <a:lnTo>
                    <a:pt x="142" y="56"/>
                  </a:lnTo>
                  <a:lnTo>
                    <a:pt x="151" y="54"/>
                  </a:lnTo>
                  <a:lnTo>
                    <a:pt x="155" y="51"/>
                  </a:lnTo>
                  <a:lnTo>
                    <a:pt x="158" y="48"/>
                  </a:lnTo>
                  <a:lnTo>
                    <a:pt x="159" y="46"/>
                  </a:lnTo>
                  <a:lnTo>
                    <a:pt x="162" y="43"/>
                  </a:lnTo>
                  <a:lnTo>
                    <a:pt x="163" y="41"/>
                  </a:lnTo>
                  <a:lnTo>
                    <a:pt x="166" y="38"/>
                  </a:lnTo>
                  <a:lnTo>
                    <a:pt x="166" y="35"/>
                  </a:lnTo>
                  <a:lnTo>
                    <a:pt x="168" y="33"/>
                  </a:lnTo>
                  <a:lnTo>
                    <a:pt x="170" y="34"/>
                  </a:lnTo>
                  <a:lnTo>
                    <a:pt x="171" y="34"/>
                  </a:lnTo>
                  <a:lnTo>
                    <a:pt x="172" y="37"/>
                  </a:lnTo>
                  <a:lnTo>
                    <a:pt x="175" y="39"/>
                  </a:lnTo>
                  <a:lnTo>
                    <a:pt x="176" y="38"/>
                  </a:lnTo>
                  <a:lnTo>
                    <a:pt x="176" y="33"/>
                  </a:lnTo>
                  <a:lnTo>
                    <a:pt x="178" y="31"/>
                  </a:lnTo>
                  <a:lnTo>
                    <a:pt x="178" y="31"/>
                  </a:lnTo>
                  <a:lnTo>
                    <a:pt x="178" y="31"/>
                  </a:lnTo>
                  <a:lnTo>
                    <a:pt x="179" y="31"/>
                  </a:lnTo>
                  <a:lnTo>
                    <a:pt x="179" y="34"/>
                  </a:lnTo>
                  <a:lnTo>
                    <a:pt x="179" y="37"/>
                  </a:lnTo>
                  <a:lnTo>
                    <a:pt x="180" y="38"/>
                  </a:lnTo>
                  <a:lnTo>
                    <a:pt x="182" y="35"/>
                  </a:lnTo>
                  <a:lnTo>
                    <a:pt x="180" y="31"/>
                  </a:lnTo>
                  <a:lnTo>
                    <a:pt x="180" y="30"/>
                  </a:lnTo>
                  <a:lnTo>
                    <a:pt x="180" y="30"/>
                  </a:lnTo>
                  <a:lnTo>
                    <a:pt x="183" y="29"/>
                  </a:lnTo>
                  <a:lnTo>
                    <a:pt x="183" y="27"/>
                  </a:lnTo>
                  <a:lnTo>
                    <a:pt x="180" y="29"/>
                  </a:lnTo>
                  <a:lnTo>
                    <a:pt x="179" y="27"/>
                  </a:lnTo>
                  <a:lnTo>
                    <a:pt x="180" y="26"/>
                  </a:lnTo>
                  <a:lnTo>
                    <a:pt x="179" y="26"/>
                  </a:lnTo>
                  <a:lnTo>
                    <a:pt x="180" y="25"/>
                  </a:lnTo>
                  <a:lnTo>
                    <a:pt x="184" y="23"/>
                  </a:lnTo>
                  <a:lnTo>
                    <a:pt x="185" y="23"/>
                  </a:lnTo>
                  <a:lnTo>
                    <a:pt x="189" y="20"/>
                  </a:lnTo>
                  <a:lnTo>
                    <a:pt x="191" y="16"/>
                  </a:lnTo>
                  <a:lnTo>
                    <a:pt x="193" y="10"/>
                  </a:lnTo>
                  <a:lnTo>
                    <a:pt x="195" y="10"/>
                  </a:lnTo>
                  <a:lnTo>
                    <a:pt x="196" y="5"/>
                  </a:lnTo>
                  <a:lnTo>
                    <a:pt x="197" y="5"/>
                  </a:lnTo>
                  <a:lnTo>
                    <a:pt x="199" y="6"/>
                  </a:lnTo>
                  <a:lnTo>
                    <a:pt x="197" y="9"/>
                  </a:lnTo>
                  <a:lnTo>
                    <a:pt x="199" y="9"/>
                  </a:lnTo>
                  <a:lnTo>
                    <a:pt x="201" y="6"/>
                  </a:lnTo>
                  <a:lnTo>
                    <a:pt x="200" y="5"/>
                  </a:lnTo>
                  <a:lnTo>
                    <a:pt x="201" y="4"/>
                  </a:lnTo>
                  <a:close/>
                  <a:moveTo>
                    <a:pt x="203" y="0"/>
                  </a:moveTo>
                  <a:lnTo>
                    <a:pt x="204" y="0"/>
                  </a:lnTo>
                  <a:lnTo>
                    <a:pt x="204" y="1"/>
                  </a:lnTo>
                  <a:lnTo>
                    <a:pt x="201" y="2"/>
                  </a:lnTo>
                  <a:lnTo>
                    <a:pt x="201" y="1"/>
                  </a:lnTo>
                  <a:lnTo>
                    <a:pt x="203" y="0"/>
                  </a:lnTo>
                  <a:close/>
                  <a:moveTo>
                    <a:pt x="200" y="0"/>
                  </a:moveTo>
                  <a:lnTo>
                    <a:pt x="200" y="0"/>
                  </a:lnTo>
                  <a:lnTo>
                    <a:pt x="199" y="1"/>
                  </a:lnTo>
                  <a:lnTo>
                    <a:pt x="197" y="1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" name="Freeform 360"/>
            <p:cNvSpPr>
              <a:spLocks noEditPoints="1"/>
            </p:cNvSpPr>
            <p:nvPr/>
          </p:nvSpPr>
          <p:spPr bwMode="auto">
            <a:xfrm>
              <a:off x="9224211" y="4200673"/>
              <a:ext cx="35528" cy="30453"/>
            </a:xfrm>
            <a:custGeom>
              <a:avLst/>
              <a:gdLst>
                <a:gd name="T0" fmla="*/ 12 w 14"/>
                <a:gd name="T1" fmla="*/ 3 h 12"/>
                <a:gd name="T2" fmla="*/ 12 w 14"/>
                <a:gd name="T3" fmla="*/ 4 h 12"/>
                <a:gd name="T4" fmla="*/ 14 w 14"/>
                <a:gd name="T5" fmla="*/ 8 h 12"/>
                <a:gd name="T6" fmla="*/ 12 w 14"/>
                <a:gd name="T7" fmla="*/ 11 h 12"/>
                <a:gd name="T8" fmla="*/ 11 w 14"/>
                <a:gd name="T9" fmla="*/ 10 h 12"/>
                <a:gd name="T10" fmla="*/ 11 w 14"/>
                <a:gd name="T11" fmla="*/ 7 h 12"/>
                <a:gd name="T12" fmla="*/ 11 w 14"/>
                <a:gd name="T13" fmla="*/ 4 h 12"/>
                <a:gd name="T14" fmla="*/ 11 w 14"/>
                <a:gd name="T15" fmla="*/ 4 h 12"/>
                <a:gd name="T16" fmla="*/ 12 w 14"/>
                <a:gd name="T17" fmla="*/ 3 h 12"/>
                <a:gd name="T18" fmla="*/ 10 w 14"/>
                <a:gd name="T19" fmla="*/ 0 h 12"/>
                <a:gd name="T20" fmla="*/ 10 w 14"/>
                <a:gd name="T21" fmla="*/ 3 h 12"/>
                <a:gd name="T22" fmla="*/ 10 w 14"/>
                <a:gd name="T23" fmla="*/ 4 h 12"/>
                <a:gd name="T24" fmla="*/ 10 w 14"/>
                <a:gd name="T25" fmla="*/ 4 h 12"/>
                <a:gd name="T26" fmla="*/ 8 w 14"/>
                <a:gd name="T27" fmla="*/ 6 h 12"/>
                <a:gd name="T28" fmla="*/ 8 w 14"/>
                <a:gd name="T29" fmla="*/ 11 h 12"/>
                <a:gd name="T30" fmla="*/ 7 w 14"/>
                <a:gd name="T31" fmla="*/ 12 h 12"/>
                <a:gd name="T32" fmla="*/ 4 w 14"/>
                <a:gd name="T33" fmla="*/ 10 h 12"/>
                <a:gd name="T34" fmla="*/ 3 w 14"/>
                <a:gd name="T35" fmla="*/ 7 h 12"/>
                <a:gd name="T36" fmla="*/ 2 w 14"/>
                <a:gd name="T37" fmla="*/ 7 h 12"/>
                <a:gd name="T38" fmla="*/ 0 w 14"/>
                <a:gd name="T39" fmla="*/ 6 h 12"/>
                <a:gd name="T40" fmla="*/ 0 w 14"/>
                <a:gd name="T41" fmla="*/ 6 h 12"/>
                <a:gd name="T42" fmla="*/ 4 w 14"/>
                <a:gd name="T43" fmla="*/ 4 h 12"/>
                <a:gd name="T44" fmla="*/ 7 w 14"/>
                <a:gd name="T45" fmla="*/ 2 h 12"/>
                <a:gd name="T46" fmla="*/ 10 w 14"/>
                <a:gd name="T4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" h="12">
                  <a:moveTo>
                    <a:pt x="12" y="3"/>
                  </a:moveTo>
                  <a:lnTo>
                    <a:pt x="12" y="4"/>
                  </a:lnTo>
                  <a:lnTo>
                    <a:pt x="14" y="8"/>
                  </a:lnTo>
                  <a:lnTo>
                    <a:pt x="12" y="11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2" y="3"/>
                  </a:lnTo>
                  <a:close/>
                  <a:moveTo>
                    <a:pt x="10" y="0"/>
                  </a:moveTo>
                  <a:lnTo>
                    <a:pt x="10" y="3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8" y="6"/>
                  </a:lnTo>
                  <a:lnTo>
                    <a:pt x="8" y="11"/>
                  </a:lnTo>
                  <a:lnTo>
                    <a:pt x="7" y="12"/>
                  </a:lnTo>
                  <a:lnTo>
                    <a:pt x="4" y="10"/>
                  </a:lnTo>
                  <a:lnTo>
                    <a:pt x="3" y="7"/>
                  </a:lnTo>
                  <a:lnTo>
                    <a:pt x="2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4" y="4"/>
                  </a:lnTo>
                  <a:lnTo>
                    <a:pt x="7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" name="Freeform 361"/>
            <p:cNvSpPr>
              <a:spLocks noEditPoints="1"/>
            </p:cNvSpPr>
            <p:nvPr/>
          </p:nvSpPr>
          <p:spPr bwMode="auto">
            <a:xfrm>
              <a:off x="8823247" y="3611917"/>
              <a:ext cx="248699" cy="479634"/>
            </a:xfrm>
            <a:custGeom>
              <a:avLst/>
              <a:gdLst>
                <a:gd name="T0" fmla="*/ 35 w 98"/>
                <a:gd name="T1" fmla="*/ 172 h 189"/>
                <a:gd name="T2" fmla="*/ 37 w 98"/>
                <a:gd name="T3" fmla="*/ 0 h 189"/>
                <a:gd name="T4" fmla="*/ 49 w 98"/>
                <a:gd name="T5" fmla="*/ 5 h 189"/>
                <a:gd name="T6" fmla="*/ 53 w 98"/>
                <a:gd name="T7" fmla="*/ 9 h 189"/>
                <a:gd name="T8" fmla="*/ 60 w 98"/>
                <a:gd name="T9" fmla="*/ 19 h 189"/>
                <a:gd name="T10" fmla="*/ 69 w 98"/>
                <a:gd name="T11" fmla="*/ 22 h 189"/>
                <a:gd name="T12" fmla="*/ 69 w 98"/>
                <a:gd name="T13" fmla="*/ 26 h 189"/>
                <a:gd name="T14" fmla="*/ 61 w 98"/>
                <a:gd name="T15" fmla="*/ 28 h 189"/>
                <a:gd name="T16" fmla="*/ 57 w 98"/>
                <a:gd name="T17" fmla="*/ 31 h 189"/>
                <a:gd name="T18" fmla="*/ 54 w 98"/>
                <a:gd name="T19" fmla="*/ 32 h 189"/>
                <a:gd name="T20" fmla="*/ 53 w 98"/>
                <a:gd name="T21" fmla="*/ 39 h 189"/>
                <a:gd name="T22" fmla="*/ 49 w 98"/>
                <a:gd name="T23" fmla="*/ 44 h 189"/>
                <a:gd name="T24" fmla="*/ 45 w 98"/>
                <a:gd name="T25" fmla="*/ 48 h 189"/>
                <a:gd name="T26" fmla="*/ 45 w 98"/>
                <a:gd name="T27" fmla="*/ 57 h 189"/>
                <a:gd name="T28" fmla="*/ 50 w 98"/>
                <a:gd name="T29" fmla="*/ 64 h 189"/>
                <a:gd name="T30" fmla="*/ 56 w 98"/>
                <a:gd name="T31" fmla="*/ 72 h 189"/>
                <a:gd name="T32" fmla="*/ 65 w 98"/>
                <a:gd name="T33" fmla="*/ 82 h 189"/>
                <a:gd name="T34" fmla="*/ 85 w 98"/>
                <a:gd name="T35" fmla="*/ 100 h 189"/>
                <a:gd name="T36" fmla="*/ 89 w 98"/>
                <a:gd name="T37" fmla="*/ 106 h 189"/>
                <a:gd name="T38" fmla="*/ 92 w 98"/>
                <a:gd name="T39" fmla="*/ 117 h 189"/>
                <a:gd name="T40" fmla="*/ 95 w 98"/>
                <a:gd name="T41" fmla="*/ 126 h 189"/>
                <a:gd name="T42" fmla="*/ 96 w 98"/>
                <a:gd name="T43" fmla="*/ 134 h 189"/>
                <a:gd name="T44" fmla="*/ 96 w 98"/>
                <a:gd name="T45" fmla="*/ 136 h 189"/>
                <a:gd name="T46" fmla="*/ 95 w 98"/>
                <a:gd name="T47" fmla="*/ 142 h 189"/>
                <a:gd name="T48" fmla="*/ 95 w 98"/>
                <a:gd name="T49" fmla="*/ 150 h 189"/>
                <a:gd name="T50" fmla="*/ 87 w 98"/>
                <a:gd name="T51" fmla="*/ 157 h 189"/>
                <a:gd name="T52" fmla="*/ 79 w 98"/>
                <a:gd name="T53" fmla="*/ 164 h 189"/>
                <a:gd name="T54" fmla="*/ 67 w 98"/>
                <a:gd name="T55" fmla="*/ 167 h 189"/>
                <a:gd name="T56" fmla="*/ 65 w 98"/>
                <a:gd name="T57" fmla="*/ 165 h 189"/>
                <a:gd name="T58" fmla="*/ 66 w 98"/>
                <a:gd name="T59" fmla="*/ 169 h 189"/>
                <a:gd name="T60" fmla="*/ 65 w 98"/>
                <a:gd name="T61" fmla="*/ 173 h 189"/>
                <a:gd name="T62" fmla="*/ 61 w 98"/>
                <a:gd name="T63" fmla="*/ 175 h 189"/>
                <a:gd name="T64" fmla="*/ 60 w 98"/>
                <a:gd name="T65" fmla="*/ 178 h 189"/>
                <a:gd name="T66" fmla="*/ 53 w 98"/>
                <a:gd name="T67" fmla="*/ 182 h 189"/>
                <a:gd name="T68" fmla="*/ 45 w 98"/>
                <a:gd name="T69" fmla="*/ 189 h 189"/>
                <a:gd name="T70" fmla="*/ 46 w 98"/>
                <a:gd name="T71" fmla="*/ 186 h 189"/>
                <a:gd name="T72" fmla="*/ 45 w 98"/>
                <a:gd name="T73" fmla="*/ 180 h 189"/>
                <a:gd name="T74" fmla="*/ 49 w 98"/>
                <a:gd name="T75" fmla="*/ 169 h 189"/>
                <a:gd name="T76" fmla="*/ 41 w 98"/>
                <a:gd name="T77" fmla="*/ 169 h 189"/>
                <a:gd name="T78" fmla="*/ 45 w 98"/>
                <a:gd name="T79" fmla="*/ 163 h 189"/>
                <a:gd name="T80" fmla="*/ 58 w 98"/>
                <a:gd name="T81" fmla="*/ 160 h 189"/>
                <a:gd name="T82" fmla="*/ 60 w 98"/>
                <a:gd name="T83" fmla="*/ 155 h 189"/>
                <a:gd name="T84" fmla="*/ 65 w 98"/>
                <a:gd name="T85" fmla="*/ 147 h 189"/>
                <a:gd name="T86" fmla="*/ 75 w 98"/>
                <a:gd name="T87" fmla="*/ 138 h 189"/>
                <a:gd name="T88" fmla="*/ 73 w 98"/>
                <a:gd name="T89" fmla="*/ 121 h 189"/>
                <a:gd name="T90" fmla="*/ 71 w 98"/>
                <a:gd name="T91" fmla="*/ 111 h 189"/>
                <a:gd name="T92" fmla="*/ 71 w 98"/>
                <a:gd name="T93" fmla="*/ 101 h 189"/>
                <a:gd name="T94" fmla="*/ 70 w 98"/>
                <a:gd name="T95" fmla="*/ 94 h 189"/>
                <a:gd name="T96" fmla="*/ 65 w 98"/>
                <a:gd name="T97" fmla="*/ 88 h 189"/>
                <a:gd name="T98" fmla="*/ 58 w 98"/>
                <a:gd name="T99" fmla="*/ 82 h 189"/>
                <a:gd name="T100" fmla="*/ 49 w 98"/>
                <a:gd name="T101" fmla="*/ 72 h 189"/>
                <a:gd name="T102" fmla="*/ 35 w 98"/>
                <a:gd name="T103" fmla="*/ 61 h 189"/>
                <a:gd name="T104" fmla="*/ 29 w 98"/>
                <a:gd name="T105" fmla="*/ 55 h 189"/>
                <a:gd name="T106" fmla="*/ 33 w 98"/>
                <a:gd name="T107" fmla="*/ 48 h 189"/>
                <a:gd name="T108" fmla="*/ 35 w 98"/>
                <a:gd name="T109" fmla="*/ 39 h 189"/>
                <a:gd name="T110" fmla="*/ 25 w 98"/>
                <a:gd name="T111" fmla="*/ 32 h 189"/>
                <a:gd name="T112" fmla="*/ 8 w 98"/>
                <a:gd name="T113" fmla="*/ 25 h 189"/>
                <a:gd name="T114" fmla="*/ 2 w 98"/>
                <a:gd name="T115" fmla="*/ 14 h 189"/>
                <a:gd name="T116" fmla="*/ 4 w 98"/>
                <a:gd name="T117" fmla="*/ 9 h 189"/>
                <a:gd name="T118" fmla="*/ 11 w 98"/>
                <a:gd name="T119" fmla="*/ 11 h 189"/>
                <a:gd name="T120" fmla="*/ 17 w 98"/>
                <a:gd name="T121" fmla="*/ 9 h 189"/>
                <a:gd name="T122" fmla="*/ 27 w 98"/>
                <a:gd name="T123" fmla="*/ 7 h 189"/>
                <a:gd name="T124" fmla="*/ 37 w 98"/>
                <a:gd name="T12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8" h="189">
                  <a:moveTo>
                    <a:pt x="35" y="165"/>
                  </a:moveTo>
                  <a:lnTo>
                    <a:pt x="36" y="167"/>
                  </a:lnTo>
                  <a:lnTo>
                    <a:pt x="37" y="168"/>
                  </a:lnTo>
                  <a:lnTo>
                    <a:pt x="36" y="171"/>
                  </a:lnTo>
                  <a:lnTo>
                    <a:pt x="35" y="172"/>
                  </a:lnTo>
                  <a:lnTo>
                    <a:pt x="33" y="169"/>
                  </a:lnTo>
                  <a:lnTo>
                    <a:pt x="35" y="168"/>
                  </a:lnTo>
                  <a:lnTo>
                    <a:pt x="33" y="167"/>
                  </a:lnTo>
                  <a:lnTo>
                    <a:pt x="35" y="165"/>
                  </a:lnTo>
                  <a:close/>
                  <a:moveTo>
                    <a:pt x="37" y="0"/>
                  </a:moveTo>
                  <a:lnTo>
                    <a:pt x="40" y="1"/>
                  </a:lnTo>
                  <a:lnTo>
                    <a:pt x="40" y="2"/>
                  </a:lnTo>
                  <a:lnTo>
                    <a:pt x="42" y="3"/>
                  </a:lnTo>
                  <a:lnTo>
                    <a:pt x="44" y="5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3" y="5"/>
                  </a:lnTo>
                  <a:lnTo>
                    <a:pt x="56" y="6"/>
                  </a:lnTo>
                  <a:lnTo>
                    <a:pt x="54" y="9"/>
                  </a:lnTo>
                  <a:lnTo>
                    <a:pt x="53" y="9"/>
                  </a:lnTo>
                  <a:lnTo>
                    <a:pt x="52" y="13"/>
                  </a:lnTo>
                  <a:lnTo>
                    <a:pt x="53" y="14"/>
                  </a:lnTo>
                  <a:lnTo>
                    <a:pt x="54" y="1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2" y="21"/>
                  </a:lnTo>
                  <a:lnTo>
                    <a:pt x="64" y="22"/>
                  </a:lnTo>
                  <a:lnTo>
                    <a:pt x="66" y="21"/>
                  </a:lnTo>
                  <a:lnTo>
                    <a:pt x="67" y="22"/>
                  </a:lnTo>
                  <a:lnTo>
                    <a:pt x="69" y="22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0" y="25"/>
                  </a:lnTo>
                  <a:lnTo>
                    <a:pt x="69" y="26"/>
                  </a:lnTo>
                  <a:lnTo>
                    <a:pt x="69" y="26"/>
                  </a:lnTo>
                  <a:lnTo>
                    <a:pt x="66" y="27"/>
                  </a:lnTo>
                  <a:lnTo>
                    <a:pt x="65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2" y="30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60" y="31"/>
                  </a:lnTo>
                  <a:lnTo>
                    <a:pt x="57" y="31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3" y="36"/>
                  </a:lnTo>
                  <a:lnTo>
                    <a:pt x="53" y="38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53" y="42"/>
                  </a:lnTo>
                  <a:lnTo>
                    <a:pt x="52" y="42"/>
                  </a:lnTo>
                  <a:lnTo>
                    <a:pt x="50" y="44"/>
                  </a:lnTo>
                  <a:lnTo>
                    <a:pt x="49" y="44"/>
                  </a:lnTo>
                  <a:lnTo>
                    <a:pt x="48" y="43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47"/>
                  </a:lnTo>
                  <a:lnTo>
                    <a:pt x="45" y="48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8" y="52"/>
                  </a:lnTo>
                  <a:lnTo>
                    <a:pt x="46" y="56"/>
                  </a:lnTo>
                  <a:lnTo>
                    <a:pt x="45" y="57"/>
                  </a:lnTo>
                  <a:lnTo>
                    <a:pt x="48" y="60"/>
                  </a:lnTo>
                  <a:lnTo>
                    <a:pt x="46" y="61"/>
                  </a:lnTo>
                  <a:lnTo>
                    <a:pt x="45" y="61"/>
                  </a:lnTo>
                  <a:lnTo>
                    <a:pt x="46" y="63"/>
                  </a:lnTo>
                  <a:lnTo>
                    <a:pt x="50" y="64"/>
                  </a:lnTo>
                  <a:lnTo>
                    <a:pt x="53" y="67"/>
                  </a:lnTo>
                  <a:lnTo>
                    <a:pt x="54" y="67"/>
                  </a:lnTo>
                  <a:lnTo>
                    <a:pt x="57" y="69"/>
                  </a:lnTo>
                  <a:lnTo>
                    <a:pt x="57" y="71"/>
                  </a:lnTo>
                  <a:lnTo>
                    <a:pt x="56" y="72"/>
                  </a:lnTo>
                  <a:lnTo>
                    <a:pt x="57" y="75"/>
                  </a:lnTo>
                  <a:lnTo>
                    <a:pt x="57" y="76"/>
                  </a:lnTo>
                  <a:lnTo>
                    <a:pt x="62" y="80"/>
                  </a:lnTo>
                  <a:lnTo>
                    <a:pt x="65" y="81"/>
                  </a:lnTo>
                  <a:lnTo>
                    <a:pt x="65" y="82"/>
                  </a:lnTo>
                  <a:lnTo>
                    <a:pt x="71" y="85"/>
                  </a:lnTo>
                  <a:lnTo>
                    <a:pt x="77" y="90"/>
                  </a:lnTo>
                  <a:lnTo>
                    <a:pt x="78" y="92"/>
                  </a:lnTo>
                  <a:lnTo>
                    <a:pt x="83" y="96"/>
                  </a:lnTo>
                  <a:lnTo>
                    <a:pt x="85" y="100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9" y="105"/>
                  </a:lnTo>
                  <a:lnTo>
                    <a:pt x="89" y="106"/>
                  </a:lnTo>
                  <a:lnTo>
                    <a:pt x="90" y="107"/>
                  </a:lnTo>
                  <a:lnTo>
                    <a:pt x="89" y="109"/>
                  </a:lnTo>
                  <a:lnTo>
                    <a:pt x="91" y="111"/>
                  </a:lnTo>
                  <a:lnTo>
                    <a:pt x="91" y="115"/>
                  </a:lnTo>
                  <a:lnTo>
                    <a:pt x="92" y="117"/>
                  </a:lnTo>
                  <a:lnTo>
                    <a:pt x="94" y="119"/>
                  </a:lnTo>
                  <a:lnTo>
                    <a:pt x="94" y="121"/>
                  </a:lnTo>
                  <a:lnTo>
                    <a:pt x="94" y="123"/>
                  </a:lnTo>
                  <a:lnTo>
                    <a:pt x="94" y="125"/>
                  </a:lnTo>
                  <a:lnTo>
                    <a:pt x="95" y="126"/>
                  </a:lnTo>
                  <a:lnTo>
                    <a:pt x="94" y="127"/>
                  </a:lnTo>
                  <a:lnTo>
                    <a:pt x="95" y="130"/>
                  </a:lnTo>
                  <a:lnTo>
                    <a:pt x="95" y="131"/>
                  </a:lnTo>
                  <a:lnTo>
                    <a:pt x="96" y="131"/>
                  </a:lnTo>
                  <a:lnTo>
                    <a:pt x="96" y="134"/>
                  </a:lnTo>
                  <a:lnTo>
                    <a:pt x="98" y="136"/>
                  </a:lnTo>
                  <a:lnTo>
                    <a:pt x="98" y="138"/>
                  </a:lnTo>
                  <a:lnTo>
                    <a:pt x="98" y="138"/>
                  </a:lnTo>
                  <a:lnTo>
                    <a:pt x="98" y="136"/>
                  </a:lnTo>
                  <a:lnTo>
                    <a:pt x="96" y="136"/>
                  </a:lnTo>
                  <a:lnTo>
                    <a:pt x="95" y="136"/>
                  </a:lnTo>
                  <a:lnTo>
                    <a:pt x="95" y="138"/>
                  </a:lnTo>
                  <a:lnTo>
                    <a:pt x="96" y="139"/>
                  </a:lnTo>
                  <a:lnTo>
                    <a:pt x="96" y="140"/>
                  </a:lnTo>
                  <a:lnTo>
                    <a:pt x="95" y="142"/>
                  </a:lnTo>
                  <a:lnTo>
                    <a:pt x="95" y="143"/>
                  </a:lnTo>
                  <a:lnTo>
                    <a:pt x="94" y="144"/>
                  </a:lnTo>
                  <a:lnTo>
                    <a:pt x="95" y="147"/>
                  </a:lnTo>
                  <a:lnTo>
                    <a:pt x="94" y="148"/>
                  </a:lnTo>
                  <a:lnTo>
                    <a:pt x="95" y="150"/>
                  </a:lnTo>
                  <a:lnTo>
                    <a:pt x="94" y="151"/>
                  </a:lnTo>
                  <a:lnTo>
                    <a:pt x="92" y="152"/>
                  </a:lnTo>
                  <a:lnTo>
                    <a:pt x="91" y="155"/>
                  </a:lnTo>
                  <a:lnTo>
                    <a:pt x="90" y="155"/>
                  </a:lnTo>
                  <a:lnTo>
                    <a:pt x="87" y="157"/>
                  </a:lnTo>
                  <a:lnTo>
                    <a:pt x="86" y="159"/>
                  </a:lnTo>
                  <a:lnTo>
                    <a:pt x="83" y="160"/>
                  </a:lnTo>
                  <a:lnTo>
                    <a:pt x="83" y="163"/>
                  </a:lnTo>
                  <a:lnTo>
                    <a:pt x="81" y="163"/>
                  </a:lnTo>
                  <a:lnTo>
                    <a:pt x="79" y="164"/>
                  </a:lnTo>
                  <a:lnTo>
                    <a:pt x="74" y="167"/>
                  </a:lnTo>
                  <a:lnTo>
                    <a:pt x="71" y="167"/>
                  </a:lnTo>
                  <a:lnTo>
                    <a:pt x="70" y="167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7" y="165"/>
                  </a:lnTo>
                  <a:lnTo>
                    <a:pt x="67" y="164"/>
                  </a:lnTo>
                  <a:lnTo>
                    <a:pt x="67" y="165"/>
                  </a:lnTo>
                  <a:lnTo>
                    <a:pt x="66" y="165"/>
                  </a:lnTo>
                  <a:lnTo>
                    <a:pt x="65" y="165"/>
                  </a:lnTo>
                  <a:lnTo>
                    <a:pt x="66" y="167"/>
                  </a:lnTo>
                  <a:lnTo>
                    <a:pt x="66" y="167"/>
                  </a:lnTo>
                  <a:lnTo>
                    <a:pt x="65" y="168"/>
                  </a:lnTo>
                  <a:lnTo>
                    <a:pt x="64" y="168"/>
                  </a:lnTo>
                  <a:lnTo>
                    <a:pt x="66" y="169"/>
                  </a:lnTo>
                  <a:lnTo>
                    <a:pt x="66" y="169"/>
                  </a:lnTo>
                  <a:lnTo>
                    <a:pt x="67" y="172"/>
                  </a:lnTo>
                  <a:lnTo>
                    <a:pt x="65" y="173"/>
                  </a:lnTo>
                  <a:lnTo>
                    <a:pt x="62" y="171"/>
                  </a:lnTo>
                  <a:lnTo>
                    <a:pt x="65" y="173"/>
                  </a:lnTo>
                  <a:lnTo>
                    <a:pt x="65" y="175"/>
                  </a:lnTo>
                  <a:lnTo>
                    <a:pt x="64" y="176"/>
                  </a:lnTo>
                  <a:lnTo>
                    <a:pt x="62" y="175"/>
                  </a:lnTo>
                  <a:lnTo>
                    <a:pt x="62" y="173"/>
                  </a:lnTo>
                  <a:lnTo>
                    <a:pt x="61" y="175"/>
                  </a:lnTo>
                  <a:lnTo>
                    <a:pt x="61" y="176"/>
                  </a:lnTo>
                  <a:lnTo>
                    <a:pt x="61" y="176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0" y="178"/>
                  </a:lnTo>
                  <a:lnTo>
                    <a:pt x="58" y="178"/>
                  </a:lnTo>
                  <a:lnTo>
                    <a:pt x="56" y="181"/>
                  </a:lnTo>
                  <a:lnTo>
                    <a:pt x="56" y="181"/>
                  </a:lnTo>
                  <a:lnTo>
                    <a:pt x="54" y="181"/>
                  </a:lnTo>
                  <a:lnTo>
                    <a:pt x="53" y="182"/>
                  </a:lnTo>
                  <a:lnTo>
                    <a:pt x="53" y="185"/>
                  </a:lnTo>
                  <a:lnTo>
                    <a:pt x="52" y="186"/>
                  </a:lnTo>
                  <a:lnTo>
                    <a:pt x="50" y="186"/>
                  </a:lnTo>
                  <a:lnTo>
                    <a:pt x="50" y="186"/>
                  </a:lnTo>
                  <a:lnTo>
                    <a:pt x="45" y="189"/>
                  </a:lnTo>
                  <a:lnTo>
                    <a:pt x="42" y="189"/>
                  </a:lnTo>
                  <a:lnTo>
                    <a:pt x="45" y="188"/>
                  </a:lnTo>
                  <a:lnTo>
                    <a:pt x="46" y="186"/>
                  </a:lnTo>
                  <a:lnTo>
                    <a:pt x="48" y="185"/>
                  </a:lnTo>
                  <a:lnTo>
                    <a:pt x="46" y="186"/>
                  </a:lnTo>
                  <a:lnTo>
                    <a:pt x="45" y="185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0"/>
                  </a:lnTo>
                  <a:lnTo>
                    <a:pt x="45" y="176"/>
                  </a:lnTo>
                  <a:lnTo>
                    <a:pt x="46" y="173"/>
                  </a:lnTo>
                  <a:lnTo>
                    <a:pt x="50" y="171"/>
                  </a:lnTo>
                  <a:lnTo>
                    <a:pt x="52" y="169"/>
                  </a:lnTo>
                  <a:lnTo>
                    <a:pt x="49" y="169"/>
                  </a:lnTo>
                  <a:lnTo>
                    <a:pt x="48" y="169"/>
                  </a:lnTo>
                  <a:lnTo>
                    <a:pt x="45" y="169"/>
                  </a:lnTo>
                  <a:lnTo>
                    <a:pt x="44" y="169"/>
                  </a:lnTo>
                  <a:lnTo>
                    <a:pt x="42" y="169"/>
                  </a:lnTo>
                  <a:lnTo>
                    <a:pt x="41" y="169"/>
                  </a:lnTo>
                  <a:lnTo>
                    <a:pt x="41" y="168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42" y="163"/>
                  </a:lnTo>
                  <a:lnTo>
                    <a:pt x="45" y="163"/>
                  </a:lnTo>
                  <a:lnTo>
                    <a:pt x="46" y="160"/>
                  </a:lnTo>
                  <a:lnTo>
                    <a:pt x="49" y="159"/>
                  </a:lnTo>
                  <a:lnTo>
                    <a:pt x="50" y="160"/>
                  </a:lnTo>
                  <a:lnTo>
                    <a:pt x="56" y="159"/>
                  </a:lnTo>
                  <a:lnTo>
                    <a:pt x="58" y="160"/>
                  </a:lnTo>
                  <a:lnTo>
                    <a:pt x="58" y="161"/>
                  </a:lnTo>
                  <a:lnTo>
                    <a:pt x="62" y="161"/>
                  </a:lnTo>
                  <a:lnTo>
                    <a:pt x="61" y="159"/>
                  </a:lnTo>
                  <a:lnTo>
                    <a:pt x="62" y="157"/>
                  </a:lnTo>
                  <a:lnTo>
                    <a:pt x="60" y="155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60" y="148"/>
                  </a:lnTo>
                  <a:lnTo>
                    <a:pt x="64" y="148"/>
                  </a:lnTo>
                  <a:lnTo>
                    <a:pt x="65" y="147"/>
                  </a:lnTo>
                  <a:lnTo>
                    <a:pt x="67" y="144"/>
                  </a:lnTo>
                  <a:lnTo>
                    <a:pt x="71" y="143"/>
                  </a:lnTo>
                  <a:lnTo>
                    <a:pt x="71" y="142"/>
                  </a:lnTo>
                  <a:lnTo>
                    <a:pt x="74" y="142"/>
                  </a:lnTo>
                  <a:lnTo>
                    <a:pt x="75" y="138"/>
                  </a:lnTo>
                  <a:lnTo>
                    <a:pt x="75" y="135"/>
                  </a:lnTo>
                  <a:lnTo>
                    <a:pt x="75" y="131"/>
                  </a:lnTo>
                  <a:lnTo>
                    <a:pt x="74" y="130"/>
                  </a:lnTo>
                  <a:lnTo>
                    <a:pt x="75" y="126"/>
                  </a:lnTo>
                  <a:lnTo>
                    <a:pt x="73" y="121"/>
                  </a:lnTo>
                  <a:lnTo>
                    <a:pt x="71" y="119"/>
                  </a:lnTo>
                  <a:lnTo>
                    <a:pt x="70" y="117"/>
                  </a:lnTo>
                  <a:lnTo>
                    <a:pt x="70" y="117"/>
                  </a:lnTo>
                  <a:lnTo>
                    <a:pt x="73" y="115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0" y="106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1" y="101"/>
                  </a:lnTo>
                  <a:lnTo>
                    <a:pt x="71" y="100"/>
                  </a:lnTo>
                  <a:lnTo>
                    <a:pt x="71" y="97"/>
                  </a:lnTo>
                  <a:lnTo>
                    <a:pt x="73" y="94"/>
                  </a:lnTo>
                  <a:lnTo>
                    <a:pt x="73" y="93"/>
                  </a:lnTo>
                  <a:lnTo>
                    <a:pt x="70" y="94"/>
                  </a:lnTo>
                  <a:lnTo>
                    <a:pt x="69" y="93"/>
                  </a:lnTo>
                  <a:lnTo>
                    <a:pt x="67" y="92"/>
                  </a:lnTo>
                  <a:lnTo>
                    <a:pt x="65" y="92"/>
                  </a:lnTo>
                  <a:lnTo>
                    <a:pt x="64" y="90"/>
                  </a:lnTo>
                  <a:lnTo>
                    <a:pt x="65" y="88"/>
                  </a:lnTo>
                  <a:lnTo>
                    <a:pt x="62" y="88"/>
                  </a:lnTo>
                  <a:lnTo>
                    <a:pt x="61" y="88"/>
                  </a:lnTo>
                  <a:lnTo>
                    <a:pt x="60" y="86"/>
                  </a:lnTo>
                  <a:lnTo>
                    <a:pt x="60" y="84"/>
                  </a:lnTo>
                  <a:lnTo>
                    <a:pt x="58" y="82"/>
                  </a:lnTo>
                  <a:lnTo>
                    <a:pt x="56" y="82"/>
                  </a:lnTo>
                  <a:lnTo>
                    <a:pt x="54" y="81"/>
                  </a:lnTo>
                  <a:lnTo>
                    <a:pt x="53" y="78"/>
                  </a:lnTo>
                  <a:lnTo>
                    <a:pt x="49" y="75"/>
                  </a:lnTo>
                  <a:lnTo>
                    <a:pt x="49" y="72"/>
                  </a:lnTo>
                  <a:lnTo>
                    <a:pt x="46" y="69"/>
                  </a:lnTo>
                  <a:lnTo>
                    <a:pt x="44" y="68"/>
                  </a:lnTo>
                  <a:lnTo>
                    <a:pt x="41" y="64"/>
                  </a:lnTo>
                  <a:lnTo>
                    <a:pt x="39" y="63"/>
                  </a:lnTo>
                  <a:lnTo>
                    <a:pt x="35" y="61"/>
                  </a:lnTo>
                  <a:lnTo>
                    <a:pt x="31" y="61"/>
                  </a:lnTo>
                  <a:lnTo>
                    <a:pt x="29" y="57"/>
                  </a:lnTo>
                  <a:lnTo>
                    <a:pt x="28" y="57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27" y="52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1" y="48"/>
                  </a:lnTo>
                  <a:lnTo>
                    <a:pt x="33" y="48"/>
                  </a:lnTo>
                  <a:lnTo>
                    <a:pt x="35" y="47"/>
                  </a:lnTo>
                  <a:lnTo>
                    <a:pt x="36" y="42"/>
                  </a:lnTo>
                  <a:lnTo>
                    <a:pt x="37" y="42"/>
                  </a:lnTo>
                  <a:lnTo>
                    <a:pt x="37" y="40"/>
                  </a:lnTo>
                  <a:lnTo>
                    <a:pt x="35" y="39"/>
                  </a:lnTo>
                  <a:lnTo>
                    <a:pt x="35" y="38"/>
                  </a:lnTo>
                  <a:lnTo>
                    <a:pt x="35" y="35"/>
                  </a:lnTo>
                  <a:lnTo>
                    <a:pt x="31" y="34"/>
                  </a:lnTo>
                  <a:lnTo>
                    <a:pt x="29" y="32"/>
                  </a:lnTo>
                  <a:lnTo>
                    <a:pt x="25" y="32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5" y="32"/>
                  </a:lnTo>
                  <a:lnTo>
                    <a:pt x="13" y="28"/>
                  </a:lnTo>
                  <a:lnTo>
                    <a:pt x="8" y="25"/>
                  </a:lnTo>
                  <a:lnTo>
                    <a:pt x="10" y="23"/>
                  </a:lnTo>
                  <a:lnTo>
                    <a:pt x="10" y="21"/>
                  </a:lnTo>
                  <a:lnTo>
                    <a:pt x="7" y="18"/>
                  </a:lnTo>
                  <a:lnTo>
                    <a:pt x="6" y="15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2" y="7"/>
                  </a:lnTo>
                  <a:lnTo>
                    <a:pt x="15" y="10"/>
                  </a:lnTo>
                  <a:lnTo>
                    <a:pt x="16" y="7"/>
                  </a:lnTo>
                  <a:lnTo>
                    <a:pt x="17" y="9"/>
                  </a:lnTo>
                  <a:lnTo>
                    <a:pt x="19" y="10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4" y="6"/>
                  </a:lnTo>
                  <a:lnTo>
                    <a:pt x="27" y="7"/>
                  </a:lnTo>
                  <a:lnTo>
                    <a:pt x="31" y="6"/>
                  </a:lnTo>
                  <a:lnTo>
                    <a:pt x="31" y="2"/>
                  </a:lnTo>
                  <a:lnTo>
                    <a:pt x="33" y="1"/>
                  </a:lnTo>
                  <a:lnTo>
                    <a:pt x="3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" name="Freeform 362"/>
            <p:cNvSpPr>
              <a:spLocks/>
            </p:cNvSpPr>
            <p:nvPr/>
          </p:nvSpPr>
          <p:spPr bwMode="auto">
            <a:xfrm>
              <a:off x="8856237" y="3898682"/>
              <a:ext cx="157340" cy="137038"/>
            </a:xfrm>
            <a:custGeom>
              <a:avLst/>
              <a:gdLst>
                <a:gd name="T0" fmla="*/ 51 w 62"/>
                <a:gd name="T1" fmla="*/ 1 h 54"/>
                <a:gd name="T2" fmla="*/ 54 w 62"/>
                <a:gd name="T3" fmla="*/ 4 h 54"/>
                <a:gd name="T4" fmla="*/ 58 w 62"/>
                <a:gd name="T5" fmla="*/ 6 h 54"/>
                <a:gd name="T6" fmla="*/ 62 w 62"/>
                <a:gd name="T7" fmla="*/ 13 h 54"/>
                <a:gd name="T8" fmla="*/ 62 w 62"/>
                <a:gd name="T9" fmla="*/ 18 h 54"/>
                <a:gd name="T10" fmla="*/ 62 w 62"/>
                <a:gd name="T11" fmla="*/ 25 h 54"/>
                <a:gd name="T12" fmla="*/ 58 w 62"/>
                <a:gd name="T13" fmla="*/ 29 h 54"/>
                <a:gd name="T14" fmla="*/ 54 w 62"/>
                <a:gd name="T15" fmla="*/ 31 h 54"/>
                <a:gd name="T16" fmla="*/ 51 w 62"/>
                <a:gd name="T17" fmla="*/ 35 h 54"/>
                <a:gd name="T18" fmla="*/ 44 w 62"/>
                <a:gd name="T19" fmla="*/ 38 h 54"/>
                <a:gd name="T20" fmla="*/ 47 w 62"/>
                <a:gd name="T21" fmla="*/ 42 h 54"/>
                <a:gd name="T22" fmla="*/ 48 w 62"/>
                <a:gd name="T23" fmla="*/ 46 h 54"/>
                <a:gd name="T24" fmla="*/ 45 w 62"/>
                <a:gd name="T25" fmla="*/ 48 h 54"/>
                <a:gd name="T26" fmla="*/ 43 w 62"/>
                <a:gd name="T27" fmla="*/ 46 h 54"/>
                <a:gd name="T28" fmla="*/ 36 w 62"/>
                <a:gd name="T29" fmla="*/ 46 h 54"/>
                <a:gd name="T30" fmla="*/ 32 w 62"/>
                <a:gd name="T31" fmla="*/ 50 h 54"/>
                <a:gd name="T32" fmla="*/ 28 w 62"/>
                <a:gd name="T33" fmla="*/ 54 h 54"/>
                <a:gd name="T34" fmla="*/ 24 w 62"/>
                <a:gd name="T35" fmla="*/ 52 h 54"/>
                <a:gd name="T36" fmla="*/ 22 w 62"/>
                <a:gd name="T37" fmla="*/ 50 h 54"/>
                <a:gd name="T38" fmla="*/ 19 w 62"/>
                <a:gd name="T39" fmla="*/ 52 h 54"/>
                <a:gd name="T40" fmla="*/ 18 w 62"/>
                <a:gd name="T41" fmla="*/ 51 h 54"/>
                <a:gd name="T42" fmla="*/ 18 w 62"/>
                <a:gd name="T43" fmla="*/ 48 h 54"/>
                <a:gd name="T44" fmla="*/ 18 w 62"/>
                <a:gd name="T45" fmla="*/ 46 h 54"/>
                <a:gd name="T46" fmla="*/ 16 w 62"/>
                <a:gd name="T47" fmla="*/ 44 h 54"/>
                <a:gd name="T48" fmla="*/ 15 w 62"/>
                <a:gd name="T49" fmla="*/ 48 h 54"/>
                <a:gd name="T50" fmla="*/ 11 w 62"/>
                <a:gd name="T51" fmla="*/ 48 h 54"/>
                <a:gd name="T52" fmla="*/ 11 w 62"/>
                <a:gd name="T53" fmla="*/ 44 h 54"/>
                <a:gd name="T54" fmla="*/ 10 w 62"/>
                <a:gd name="T55" fmla="*/ 42 h 54"/>
                <a:gd name="T56" fmla="*/ 7 w 62"/>
                <a:gd name="T57" fmla="*/ 39 h 54"/>
                <a:gd name="T58" fmla="*/ 6 w 62"/>
                <a:gd name="T59" fmla="*/ 35 h 54"/>
                <a:gd name="T60" fmla="*/ 4 w 62"/>
                <a:gd name="T61" fmla="*/ 31 h 54"/>
                <a:gd name="T62" fmla="*/ 4 w 62"/>
                <a:gd name="T63" fmla="*/ 30 h 54"/>
                <a:gd name="T64" fmla="*/ 3 w 62"/>
                <a:gd name="T65" fmla="*/ 23 h 54"/>
                <a:gd name="T66" fmla="*/ 0 w 62"/>
                <a:gd name="T67" fmla="*/ 17 h 54"/>
                <a:gd name="T68" fmla="*/ 2 w 62"/>
                <a:gd name="T69" fmla="*/ 10 h 54"/>
                <a:gd name="T70" fmla="*/ 6 w 62"/>
                <a:gd name="T71" fmla="*/ 2 h 54"/>
                <a:gd name="T72" fmla="*/ 14 w 62"/>
                <a:gd name="T73" fmla="*/ 1 h 54"/>
                <a:gd name="T74" fmla="*/ 18 w 62"/>
                <a:gd name="T75" fmla="*/ 2 h 54"/>
                <a:gd name="T76" fmla="*/ 24 w 62"/>
                <a:gd name="T77" fmla="*/ 1 h 54"/>
                <a:gd name="T78" fmla="*/ 29 w 62"/>
                <a:gd name="T79" fmla="*/ 1 h 54"/>
                <a:gd name="T80" fmla="*/ 33 w 62"/>
                <a:gd name="T81" fmla="*/ 2 h 54"/>
                <a:gd name="T82" fmla="*/ 37 w 62"/>
                <a:gd name="T83" fmla="*/ 6 h 54"/>
                <a:gd name="T84" fmla="*/ 43 w 62"/>
                <a:gd name="T85" fmla="*/ 9 h 54"/>
                <a:gd name="T86" fmla="*/ 47 w 62"/>
                <a:gd name="T87" fmla="*/ 9 h 54"/>
                <a:gd name="T88" fmla="*/ 47 w 62"/>
                <a:gd name="T89" fmla="*/ 5 h 54"/>
                <a:gd name="T90" fmla="*/ 45 w 62"/>
                <a:gd name="T9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2" h="54">
                  <a:moveTo>
                    <a:pt x="49" y="0"/>
                  </a:moveTo>
                  <a:lnTo>
                    <a:pt x="51" y="1"/>
                  </a:lnTo>
                  <a:lnTo>
                    <a:pt x="52" y="2"/>
                  </a:lnTo>
                  <a:lnTo>
                    <a:pt x="54" y="4"/>
                  </a:lnTo>
                  <a:lnTo>
                    <a:pt x="57" y="4"/>
                  </a:lnTo>
                  <a:lnTo>
                    <a:pt x="58" y="6"/>
                  </a:lnTo>
                  <a:lnTo>
                    <a:pt x="60" y="8"/>
                  </a:lnTo>
                  <a:lnTo>
                    <a:pt x="62" y="13"/>
                  </a:lnTo>
                  <a:lnTo>
                    <a:pt x="61" y="17"/>
                  </a:lnTo>
                  <a:lnTo>
                    <a:pt x="62" y="18"/>
                  </a:lnTo>
                  <a:lnTo>
                    <a:pt x="62" y="22"/>
                  </a:lnTo>
                  <a:lnTo>
                    <a:pt x="62" y="25"/>
                  </a:lnTo>
                  <a:lnTo>
                    <a:pt x="61" y="29"/>
                  </a:lnTo>
                  <a:lnTo>
                    <a:pt x="58" y="29"/>
                  </a:lnTo>
                  <a:lnTo>
                    <a:pt x="58" y="30"/>
                  </a:lnTo>
                  <a:lnTo>
                    <a:pt x="54" y="31"/>
                  </a:lnTo>
                  <a:lnTo>
                    <a:pt x="52" y="34"/>
                  </a:lnTo>
                  <a:lnTo>
                    <a:pt x="51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4" y="42"/>
                  </a:lnTo>
                  <a:lnTo>
                    <a:pt x="47" y="42"/>
                  </a:lnTo>
                  <a:lnTo>
                    <a:pt x="49" y="44"/>
                  </a:lnTo>
                  <a:lnTo>
                    <a:pt x="48" y="46"/>
                  </a:lnTo>
                  <a:lnTo>
                    <a:pt x="49" y="48"/>
                  </a:lnTo>
                  <a:lnTo>
                    <a:pt x="45" y="48"/>
                  </a:lnTo>
                  <a:lnTo>
                    <a:pt x="45" y="47"/>
                  </a:lnTo>
                  <a:lnTo>
                    <a:pt x="43" y="46"/>
                  </a:lnTo>
                  <a:lnTo>
                    <a:pt x="37" y="47"/>
                  </a:lnTo>
                  <a:lnTo>
                    <a:pt x="36" y="46"/>
                  </a:lnTo>
                  <a:lnTo>
                    <a:pt x="33" y="47"/>
                  </a:lnTo>
                  <a:lnTo>
                    <a:pt x="32" y="50"/>
                  </a:lnTo>
                  <a:lnTo>
                    <a:pt x="29" y="50"/>
                  </a:lnTo>
                  <a:lnTo>
                    <a:pt x="28" y="54"/>
                  </a:lnTo>
                  <a:lnTo>
                    <a:pt x="26" y="51"/>
                  </a:lnTo>
                  <a:lnTo>
                    <a:pt x="24" y="52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1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8" y="48"/>
                  </a:lnTo>
                  <a:lnTo>
                    <a:pt x="18" y="47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5" y="46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1" y="48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2" y="22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10"/>
                  </a:lnTo>
                  <a:lnTo>
                    <a:pt x="3" y="6"/>
                  </a:lnTo>
                  <a:lnTo>
                    <a:pt x="6" y="2"/>
                  </a:lnTo>
                  <a:lnTo>
                    <a:pt x="8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8" y="2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9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7" y="6"/>
                  </a:lnTo>
                  <a:lnTo>
                    <a:pt x="40" y="6"/>
                  </a:lnTo>
                  <a:lnTo>
                    <a:pt x="43" y="9"/>
                  </a:lnTo>
                  <a:lnTo>
                    <a:pt x="47" y="10"/>
                  </a:lnTo>
                  <a:lnTo>
                    <a:pt x="47" y="9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4" y="2"/>
                  </a:lnTo>
                  <a:lnTo>
                    <a:pt x="45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" name="Freeform 363"/>
            <p:cNvSpPr>
              <a:spLocks/>
            </p:cNvSpPr>
            <p:nvPr/>
          </p:nvSpPr>
          <p:spPr bwMode="auto">
            <a:xfrm>
              <a:off x="8767417" y="3644908"/>
              <a:ext cx="243623" cy="279152"/>
            </a:xfrm>
            <a:custGeom>
              <a:avLst/>
              <a:gdLst>
                <a:gd name="T0" fmla="*/ 28 w 96"/>
                <a:gd name="T1" fmla="*/ 2 h 110"/>
                <a:gd name="T2" fmla="*/ 32 w 96"/>
                <a:gd name="T3" fmla="*/ 10 h 110"/>
                <a:gd name="T4" fmla="*/ 37 w 96"/>
                <a:gd name="T5" fmla="*/ 19 h 110"/>
                <a:gd name="T6" fmla="*/ 47 w 96"/>
                <a:gd name="T7" fmla="*/ 19 h 110"/>
                <a:gd name="T8" fmla="*/ 57 w 96"/>
                <a:gd name="T9" fmla="*/ 22 h 110"/>
                <a:gd name="T10" fmla="*/ 59 w 96"/>
                <a:gd name="T11" fmla="*/ 27 h 110"/>
                <a:gd name="T12" fmla="*/ 57 w 96"/>
                <a:gd name="T13" fmla="*/ 34 h 110"/>
                <a:gd name="T14" fmla="*/ 50 w 96"/>
                <a:gd name="T15" fmla="*/ 37 h 110"/>
                <a:gd name="T16" fmla="*/ 51 w 96"/>
                <a:gd name="T17" fmla="*/ 42 h 110"/>
                <a:gd name="T18" fmla="*/ 51 w 96"/>
                <a:gd name="T19" fmla="*/ 44 h 110"/>
                <a:gd name="T20" fmla="*/ 61 w 96"/>
                <a:gd name="T21" fmla="*/ 50 h 110"/>
                <a:gd name="T22" fmla="*/ 68 w 96"/>
                <a:gd name="T23" fmla="*/ 56 h 110"/>
                <a:gd name="T24" fmla="*/ 75 w 96"/>
                <a:gd name="T25" fmla="*/ 65 h 110"/>
                <a:gd name="T26" fmla="*/ 80 w 96"/>
                <a:gd name="T27" fmla="*/ 69 h 110"/>
                <a:gd name="T28" fmla="*/ 83 w 96"/>
                <a:gd name="T29" fmla="*/ 75 h 110"/>
                <a:gd name="T30" fmla="*/ 86 w 96"/>
                <a:gd name="T31" fmla="*/ 77 h 110"/>
                <a:gd name="T32" fmla="*/ 91 w 96"/>
                <a:gd name="T33" fmla="*/ 80 h 110"/>
                <a:gd name="T34" fmla="*/ 95 w 96"/>
                <a:gd name="T35" fmla="*/ 81 h 110"/>
                <a:gd name="T36" fmla="*/ 93 w 96"/>
                <a:gd name="T37" fmla="*/ 88 h 110"/>
                <a:gd name="T38" fmla="*/ 92 w 96"/>
                <a:gd name="T39" fmla="*/ 93 h 110"/>
                <a:gd name="T40" fmla="*/ 95 w 96"/>
                <a:gd name="T41" fmla="*/ 102 h 110"/>
                <a:gd name="T42" fmla="*/ 87 w 96"/>
                <a:gd name="T43" fmla="*/ 102 h 110"/>
                <a:gd name="T44" fmla="*/ 80 w 96"/>
                <a:gd name="T45" fmla="*/ 100 h 110"/>
                <a:gd name="T46" fmla="*/ 80 w 96"/>
                <a:gd name="T47" fmla="*/ 106 h 110"/>
                <a:gd name="T48" fmla="*/ 78 w 96"/>
                <a:gd name="T49" fmla="*/ 109 h 110"/>
                <a:gd name="T50" fmla="*/ 71 w 96"/>
                <a:gd name="T51" fmla="*/ 104 h 110"/>
                <a:gd name="T52" fmla="*/ 71 w 96"/>
                <a:gd name="T53" fmla="*/ 100 h 110"/>
                <a:gd name="T54" fmla="*/ 71 w 96"/>
                <a:gd name="T55" fmla="*/ 92 h 110"/>
                <a:gd name="T56" fmla="*/ 71 w 96"/>
                <a:gd name="T57" fmla="*/ 85 h 110"/>
                <a:gd name="T58" fmla="*/ 67 w 96"/>
                <a:gd name="T59" fmla="*/ 81 h 110"/>
                <a:gd name="T60" fmla="*/ 61 w 96"/>
                <a:gd name="T61" fmla="*/ 77 h 110"/>
                <a:gd name="T62" fmla="*/ 59 w 96"/>
                <a:gd name="T63" fmla="*/ 69 h 110"/>
                <a:gd name="T64" fmla="*/ 61 w 96"/>
                <a:gd name="T65" fmla="*/ 63 h 110"/>
                <a:gd name="T66" fmla="*/ 50 w 96"/>
                <a:gd name="T67" fmla="*/ 54 h 110"/>
                <a:gd name="T68" fmla="*/ 38 w 96"/>
                <a:gd name="T69" fmla="*/ 59 h 110"/>
                <a:gd name="T70" fmla="*/ 29 w 96"/>
                <a:gd name="T71" fmla="*/ 56 h 110"/>
                <a:gd name="T72" fmla="*/ 21 w 96"/>
                <a:gd name="T73" fmla="*/ 59 h 110"/>
                <a:gd name="T74" fmla="*/ 14 w 96"/>
                <a:gd name="T75" fmla="*/ 55 h 110"/>
                <a:gd name="T76" fmla="*/ 14 w 96"/>
                <a:gd name="T77" fmla="*/ 46 h 110"/>
                <a:gd name="T78" fmla="*/ 14 w 96"/>
                <a:gd name="T79" fmla="*/ 39 h 110"/>
                <a:gd name="T80" fmla="*/ 8 w 96"/>
                <a:gd name="T81" fmla="*/ 39 h 110"/>
                <a:gd name="T82" fmla="*/ 7 w 96"/>
                <a:gd name="T83" fmla="*/ 34 h 110"/>
                <a:gd name="T84" fmla="*/ 1 w 96"/>
                <a:gd name="T85" fmla="*/ 27 h 110"/>
                <a:gd name="T86" fmla="*/ 3 w 96"/>
                <a:gd name="T87" fmla="*/ 22 h 110"/>
                <a:gd name="T88" fmla="*/ 5 w 96"/>
                <a:gd name="T89" fmla="*/ 17 h 110"/>
                <a:gd name="T90" fmla="*/ 10 w 96"/>
                <a:gd name="T91" fmla="*/ 12 h 110"/>
                <a:gd name="T92" fmla="*/ 16 w 96"/>
                <a:gd name="T93" fmla="*/ 14 h 110"/>
                <a:gd name="T94" fmla="*/ 17 w 96"/>
                <a:gd name="T95" fmla="*/ 9 h 110"/>
                <a:gd name="T96" fmla="*/ 18 w 96"/>
                <a:gd name="T97" fmla="*/ 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110">
                  <a:moveTo>
                    <a:pt x="22" y="0"/>
                  </a:moveTo>
                  <a:lnTo>
                    <a:pt x="24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0" y="12"/>
                  </a:lnTo>
                  <a:lnTo>
                    <a:pt x="35" y="15"/>
                  </a:lnTo>
                  <a:lnTo>
                    <a:pt x="37" y="19"/>
                  </a:lnTo>
                  <a:lnTo>
                    <a:pt x="42" y="19"/>
                  </a:lnTo>
                  <a:lnTo>
                    <a:pt x="45" y="21"/>
                  </a:lnTo>
                  <a:lnTo>
                    <a:pt x="47" y="19"/>
                  </a:lnTo>
                  <a:lnTo>
                    <a:pt x="51" y="19"/>
                  </a:lnTo>
                  <a:lnTo>
                    <a:pt x="53" y="21"/>
                  </a:lnTo>
                  <a:lnTo>
                    <a:pt x="57" y="22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9" y="27"/>
                  </a:lnTo>
                  <a:lnTo>
                    <a:pt x="59" y="29"/>
                  </a:lnTo>
                  <a:lnTo>
                    <a:pt x="58" y="29"/>
                  </a:lnTo>
                  <a:lnTo>
                    <a:pt x="57" y="34"/>
                  </a:lnTo>
                  <a:lnTo>
                    <a:pt x="55" y="35"/>
                  </a:lnTo>
                  <a:lnTo>
                    <a:pt x="53" y="35"/>
                  </a:lnTo>
                  <a:lnTo>
                    <a:pt x="50" y="37"/>
                  </a:lnTo>
                  <a:lnTo>
                    <a:pt x="47" y="37"/>
                  </a:lnTo>
                  <a:lnTo>
                    <a:pt x="49" y="39"/>
                  </a:lnTo>
                  <a:lnTo>
                    <a:pt x="51" y="42"/>
                  </a:lnTo>
                  <a:lnTo>
                    <a:pt x="49" y="43"/>
                  </a:lnTo>
                  <a:lnTo>
                    <a:pt x="50" y="44"/>
                  </a:lnTo>
                  <a:lnTo>
                    <a:pt x="51" y="44"/>
                  </a:lnTo>
                  <a:lnTo>
                    <a:pt x="53" y="48"/>
                  </a:lnTo>
                  <a:lnTo>
                    <a:pt x="57" y="48"/>
                  </a:lnTo>
                  <a:lnTo>
                    <a:pt x="61" y="50"/>
                  </a:lnTo>
                  <a:lnTo>
                    <a:pt x="63" y="51"/>
                  </a:lnTo>
                  <a:lnTo>
                    <a:pt x="66" y="55"/>
                  </a:lnTo>
                  <a:lnTo>
                    <a:pt x="68" y="56"/>
                  </a:lnTo>
                  <a:lnTo>
                    <a:pt x="71" y="59"/>
                  </a:lnTo>
                  <a:lnTo>
                    <a:pt x="71" y="62"/>
                  </a:lnTo>
                  <a:lnTo>
                    <a:pt x="75" y="65"/>
                  </a:lnTo>
                  <a:lnTo>
                    <a:pt x="76" y="68"/>
                  </a:lnTo>
                  <a:lnTo>
                    <a:pt x="78" y="69"/>
                  </a:lnTo>
                  <a:lnTo>
                    <a:pt x="80" y="69"/>
                  </a:lnTo>
                  <a:lnTo>
                    <a:pt x="82" y="71"/>
                  </a:lnTo>
                  <a:lnTo>
                    <a:pt x="82" y="73"/>
                  </a:lnTo>
                  <a:lnTo>
                    <a:pt x="83" y="75"/>
                  </a:lnTo>
                  <a:lnTo>
                    <a:pt x="84" y="75"/>
                  </a:lnTo>
                  <a:lnTo>
                    <a:pt x="87" y="75"/>
                  </a:lnTo>
                  <a:lnTo>
                    <a:pt x="86" y="77"/>
                  </a:lnTo>
                  <a:lnTo>
                    <a:pt x="87" y="79"/>
                  </a:lnTo>
                  <a:lnTo>
                    <a:pt x="89" y="79"/>
                  </a:lnTo>
                  <a:lnTo>
                    <a:pt x="91" y="80"/>
                  </a:lnTo>
                  <a:lnTo>
                    <a:pt x="92" y="81"/>
                  </a:lnTo>
                  <a:lnTo>
                    <a:pt x="95" y="80"/>
                  </a:lnTo>
                  <a:lnTo>
                    <a:pt x="95" y="81"/>
                  </a:lnTo>
                  <a:lnTo>
                    <a:pt x="93" y="84"/>
                  </a:lnTo>
                  <a:lnTo>
                    <a:pt x="93" y="87"/>
                  </a:lnTo>
                  <a:lnTo>
                    <a:pt x="93" y="88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2" y="93"/>
                  </a:lnTo>
                  <a:lnTo>
                    <a:pt x="93" y="97"/>
                  </a:lnTo>
                  <a:lnTo>
                    <a:pt x="93" y="98"/>
                  </a:lnTo>
                  <a:lnTo>
                    <a:pt x="95" y="102"/>
                  </a:lnTo>
                  <a:lnTo>
                    <a:pt x="92" y="104"/>
                  </a:lnTo>
                  <a:lnTo>
                    <a:pt x="89" y="104"/>
                  </a:lnTo>
                  <a:lnTo>
                    <a:pt x="87" y="102"/>
                  </a:lnTo>
                  <a:lnTo>
                    <a:pt x="86" y="101"/>
                  </a:lnTo>
                  <a:lnTo>
                    <a:pt x="84" y="100"/>
                  </a:lnTo>
                  <a:lnTo>
                    <a:pt x="80" y="100"/>
                  </a:lnTo>
                  <a:lnTo>
                    <a:pt x="79" y="102"/>
                  </a:lnTo>
                  <a:lnTo>
                    <a:pt x="82" y="105"/>
                  </a:lnTo>
                  <a:lnTo>
                    <a:pt x="80" y="106"/>
                  </a:lnTo>
                  <a:lnTo>
                    <a:pt x="82" y="109"/>
                  </a:lnTo>
                  <a:lnTo>
                    <a:pt x="82" y="110"/>
                  </a:lnTo>
                  <a:lnTo>
                    <a:pt x="78" y="109"/>
                  </a:lnTo>
                  <a:lnTo>
                    <a:pt x="75" y="106"/>
                  </a:lnTo>
                  <a:lnTo>
                    <a:pt x="72" y="106"/>
                  </a:lnTo>
                  <a:lnTo>
                    <a:pt x="71" y="104"/>
                  </a:lnTo>
                  <a:lnTo>
                    <a:pt x="68" y="102"/>
                  </a:lnTo>
                  <a:lnTo>
                    <a:pt x="70" y="101"/>
                  </a:lnTo>
                  <a:lnTo>
                    <a:pt x="71" y="100"/>
                  </a:lnTo>
                  <a:lnTo>
                    <a:pt x="71" y="96"/>
                  </a:lnTo>
                  <a:lnTo>
                    <a:pt x="71" y="93"/>
                  </a:lnTo>
                  <a:lnTo>
                    <a:pt x="71" y="92"/>
                  </a:lnTo>
                  <a:lnTo>
                    <a:pt x="71" y="90"/>
                  </a:lnTo>
                  <a:lnTo>
                    <a:pt x="72" y="88"/>
                  </a:lnTo>
                  <a:lnTo>
                    <a:pt x="71" y="85"/>
                  </a:lnTo>
                  <a:lnTo>
                    <a:pt x="68" y="84"/>
                  </a:lnTo>
                  <a:lnTo>
                    <a:pt x="70" y="83"/>
                  </a:lnTo>
                  <a:lnTo>
                    <a:pt x="67" y="81"/>
                  </a:lnTo>
                  <a:lnTo>
                    <a:pt x="64" y="81"/>
                  </a:lnTo>
                  <a:lnTo>
                    <a:pt x="62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2"/>
                  </a:lnTo>
                  <a:lnTo>
                    <a:pt x="59" y="69"/>
                  </a:lnTo>
                  <a:lnTo>
                    <a:pt x="61" y="68"/>
                  </a:lnTo>
                  <a:lnTo>
                    <a:pt x="61" y="65"/>
                  </a:lnTo>
                  <a:lnTo>
                    <a:pt x="61" y="63"/>
                  </a:lnTo>
                  <a:lnTo>
                    <a:pt x="57" y="62"/>
                  </a:lnTo>
                  <a:lnTo>
                    <a:pt x="51" y="58"/>
                  </a:lnTo>
                  <a:lnTo>
                    <a:pt x="50" y="54"/>
                  </a:lnTo>
                  <a:lnTo>
                    <a:pt x="45" y="52"/>
                  </a:lnTo>
                  <a:lnTo>
                    <a:pt x="41" y="54"/>
                  </a:lnTo>
                  <a:lnTo>
                    <a:pt x="38" y="59"/>
                  </a:lnTo>
                  <a:lnTo>
                    <a:pt x="33" y="59"/>
                  </a:lnTo>
                  <a:lnTo>
                    <a:pt x="32" y="56"/>
                  </a:lnTo>
                  <a:lnTo>
                    <a:pt x="29" y="56"/>
                  </a:lnTo>
                  <a:lnTo>
                    <a:pt x="25" y="55"/>
                  </a:lnTo>
                  <a:lnTo>
                    <a:pt x="21" y="56"/>
                  </a:lnTo>
                  <a:lnTo>
                    <a:pt x="21" y="59"/>
                  </a:lnTo>
                  <a:lnTo>
                    <a:pt x="18" y="59"/>
                  </a:lnTo>
                  <a:lnTo>
                    <a:pt x="14" y="62"/>
                  </a:lnTo>
                  <a:lnTo>
                    <a:pt x="14" y="55"/>
                  </a:lnTo>
                  <a:lnTo>
                    <a:pt x="14" y="51"/>
                  </a:lnTo>
                  <a:lnTo>
                    <a:pt x="13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3" y="42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5" y="35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4" y="27"/>
                  </a:lnTo>
                  <a:lnTo>
                    <a:pt x="1" y="27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4"/>
                  </a:lnTo>
                  <a:lnTo>
                    <a:pt x="8" y="14"/>
                  </a:lnTo>
                  <a:lnTo>
                    <a:pt x="10" y="12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7" y="12"/>
                  </a:lnTo>
                  <a:lnTo>
                    <a:pt x="17" y="9"/>
                  </a:lnTo>
                  <a:lnTo>
                    <a:pt x="16" y="6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9" name="Freeform 364"/>
            <p:cNvSpPr>
              <a:spLocks noEditPoints="1"/>
            </p:cNvSpPr>
            <p:nvPr/>
          </p:nvSpPr>
          <p:spPr bwMode="auto">
            <a:xfrm>
              <a:off x="8693821" y="3708351"/>
              <a:ext cx="256313" cy="474559"/>
            </a:xfrm>
            <a:custGeom>
              <a:avLst/>
              <a:gdLst>
                <a:gd name="T0" fmla="*/ 36 w 101"/>
                <a:gd name="T1" fmla="*/ 175 h 187"/>
                <a:gd name="T2" fmla="*/ 28 w 101"/>
                <a:gd name="T3" fmla="*/ 165 h 187"/>
                <a:gd name="T4" fmla="*/ 18 w 101"/>
                <a:gd name="T5" fmla="*/ 162 h 187"/>
                <a:gd name="T6" fmla="*/ 39 w 101"/>
                <a:gd name="T7" fmla="*/ 139 h 187"/>
                <a:gd name="T8" fmla="*/ 38 w 101"/>
                <a:gd name="T9" fmla="*/ 135 h 187"/>
                <a:gd name="T10" fmla="*/ 66 w 101"/>
                <a:gd name="T11" fmla="*/ 109 h 187"/>
                <a:gd name="T12" fmla="*/ 30 w 101"/>
                <a:gd name="T13" fmla="*/ 2 h 187"/>
                <a:gd name="T14" fmla="*/ 36 w 101"/>
                <a:gd name="T15" fmla="*/ 13 h 187"/>
                <a:gd name="T16" fmla="*/ 42 w 101"/>
                <a:gd name="T17" fmla="*/ 17 h 187"/>
                <a:gd name="T18" fmla="*/ 43 w 101"/>
                <a:gd name="T19" fmla="*/ 30 h 187"/>
                <a:gd name="T20" fmla="*/ 54 w 101"/>
                <a:gd name="T21" fmla="*/ 30 h 187"/>
                <a:gd name="T22" fmla="*/ 70 w 101"/>
                <a:gd name="T23" fmla="*/ 29 h 187"/>
                <a:gd name="T24" fmla="*/ 90 w 101"/>
                <a:gd name="T25" fmla="*/ 38 h 187"/>
                <a:gd name="T26" fmla="*/ 90 w 101"/>
                <a:gd name="T27" fmla="*/ 50 h 187"/>
                <a:gd name="T28" fmla="*/ 99 w 101"/>
                <a:gd name="T29" fmla="*/ 58 h 187"/>
                <a:gd name="T30" fmla="*/ 100 w 101"/>
                <a:gd name="T31" fmla="*/ 67 h 187"/>
                <a:gd name="T32" fmla="*/ 96 w 101"/>
                <a:gd name="T33" fmla="*/ 77 h 187"/>
                <a:gd name="T34" fmla="*/ 82 w 101"/>
                <a:gd name="T35" fmla="*/ 77 h 187"/>
                <a:gd name="T36" fmla="*/ 67 w 101"/>
                <a:gd name="T37" fmla="*/ 81 h 187"/>
                <a:gd name="T38" fmla="*/ 67 w 101"/>
                <a:gd name="T39" fmla="*/ 98 h 187"/>
                <a:gd name="T40" fmla="*/ 67 w 101"/>
                <a:gd name="T41" fmla="*/ 108 h 187"/>
                <a:gd name="T42" fmla="*/ 62 w 101"/>
                <a:gd name="T43" fmla="*/ 105 h 187"/>
                <a:gd name="T44" fmla="*/ 55 w 101"/>
                <a:gd name="T45" fmla="*/ 101 h 187"/>
                <a:gd name="T46" fmla="*/ 47 w 101"/>
                <a:gd name="T47" fmla="*/ 101 h 187"/>
                <a:gd name="T48" fmla="*/ 46 w 101"/>
                <a:gd name="T49" fmla="*/ 93 h 187"/>
                <a:gd name="T50" fmla="*/ 43 w 101"/>
                <a:gd name="T51" fmla="*/ 90 h 187"/>
                <a:gd name="T52" fmla="*/ 37 w 101"/>
                <a:gd name="T53" fmla="*/ 90 h 187"/>
                <a:gd name="T54" fmla="*/ 37 w 101"/>
                <a:gd name="T55" fmla="*/ 94 h 187"/>
                <a:gd name="T56" fmla="*/ 36 w 101"/>
                <a:gd name="T57" fmla="*/ 102 h 187"/>
                <a:gd name="T58" fmla="*/ 32 w 101"/>
                <a:gd name="T59" fmla="*/ 122 h 187"/>
                <a:gd name="T60" fmla="*/ 29 w 101"/>
                <a:gd name="T61" fmla="*/ 131 h 187"/>
                <a:gd name="T62" fmla="*/ 32 w 101"/>
                <a:gd name="T63" fmla="*/ 142 h 187"/>
                <a:gd name="T64" fmla="*/ 33 w 101"/>
                <a:gd name="T65" fmla="*/ 142 h 187"/>
                <a:gd name="T66" fmla="*/ 38 w 101"/>
                <a:gd name="T67" fmla="*/ 147 h 187"/>
                <a:gd name="T68" fmla="*/ 42 w 101"/>
                <a:gd name="T69" fmla="*/ 152 h 187"/>
                <a:gd name="T70" fmla="*/ 45 w 101"/>
                <a:gd name="T71" fmla="*/ 158 h 187"/>
                <a:gd name="T72" fmla="*/ 42 w 101"/>
                <a:gd name="T73" fmla="*/ 164 h 187"/>
                <a:gd name="T74" fmla="*/ 47 w 101"/>
                <a:gd name="T75" fmla="*/ 168 h 187"/>
                <a:gd name="T76" fmla="*/ 57 w 101"/>
                <a:gd name="T77" fmla="*/ 173 h 187"/>
                <a:gd name="T78" fmla="*/ 64 w 101"/>
                <a:gd name="T79" fmla="*/ 181 h 187"/>
                <a:gd name="T80" fmla="*/ 58 w 101"/>
                <a:gd name="T81" fmla="*/ 184 h 187"/>
                <a:gd name="T82" fmla="*/ 54 w 101"/>
                <a:gd name="T83" fmla="*/ 179 h 187"/>
                <a:gd name="T84" fmla="*/ 43 w 101"/>
                <a:gd name="T85" fmla="*/ 173 h 187"/>
                <a:gd name="T86" fmla="*/ 36 w 101"/>
                <a:gd name="T87" fmla="*/ 172 h 187"/>
                <a:gd name="T88" fmla="*/ 32 w 101"/>
                <a:gd name="T89" fmla="*/ 167 h 187"/>
                <a:gd name="T90" fmla="*/ 24 w 101"/>
                <a:gd name="T91" fmla="*/ 158 h 187"/>
                <a:gd name="T92" fmla="*/ 21 w 101"/>
                <a:gd name="T93" fmla="*/ 156 h 187"/>
                <a:gd name="T94" fmla="*/ 18 w 101"/>
                <a:gd name="T95" fmla="*/ 146 h 187"/>
                <a:gd name="T96" fmla="*/ 20 w 101"/>
                <a:gd name="T97" fmla="*/ 139 h 187"/>
                <a:gd name="T98" fmla="*/ 22 w 101"/>
                <a:gd name="T99" fmla="*/ 129 h 187"/>
                <a:gd name="T100" fmla="*/ 29 w 101"/>
                <a:gd name="T101" fmla="*/ 113 h 187"/>
                <a:gd name="T102" fmla="*/ 29 w 101"/>
                <a:gd name="T103" fmla="*/ 100 h 187"/>
                <a:gd name="T104" fmla="*/ 28 w 101"/>
                <a:gd name="T105" fmla="*/ 89 h 187"/>
                <a:gd name="T106" fmla="*/ 16 w 101"/>
                <a:gd name="T107" fmla="*/ 72 h 187"/>
                <a:gd name="T108" fmla="*/ 16 w 101"/>
                <a:gd name="T109" fmla="*/ 56 h 187"/>
                <a:gd name="T110" fmla="*/ 14 w 101"/>
                <a:gd name="T111" fmla="*/ 46 h 187"/>
                <a:gd name="T112" fmla="*/ 4 w 101"/>
                <a:gd name="T113" fmla="*/ 34 h 187"/>
                <a:gd name="T114" fmla="*/ 5 w 101"/>
                <a:gd name="T115" fmla="*/ 25 h 187"/>
                <a:gd name="T116" fmla="*/ 8 w 101"/>
                <a:gd name="T117" fmla="*/ 12 h 187"/>
                <a:gd name="T118" fmla="*/ 18 w 101"/>
                <a:gd name="T119" fmla="*/ 6 h 187"/>
                <a:gd name="T120" fmla="*/ 22 w 101"/>
                <a:gd name="T121" fmla="*/ 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1" h="187">
                  <a:moveTo>
                    <a:pt x="36" y="175"/>
                  </a:moveTo>
                  <a:lnTo>
                    <a:pt x="37" y="175"/>
                  </a:lnTo>
                  <a:lnTo>
                    <a:pt x="37" y="176"/>
                  </a:lnTo>
                  <a:lnTo>
                    <a:pt x="36" y="176"/>
                  </a:lnTo>
                  <a:lnTo>
                    <a:pt x="36" y="175"/>
                  </a:lnTo>
                  <a:lnTo>
                    <a:pt x="36" y="175"/>
                  </a:lnTo>
                  <a:close/>
                  <a:moveTo>
                    <a:pt x="28" y="163"/>
                  </a:moveTo>
                  <a:lnTo>
                    <a:pt x="28" y="163"/>
                  </a:lnTo>
                  <a:lnTo>
                    <a:pt x="28" y="164"/>
                  </a:lnTo>
                  <a:lnTo>
                    <a:pt x="28" y="165"/>
                  </a:lnTo>
                  <a:lnTo>
                    <a:pt x="28" y="163"/>
                  </a:lnTo>
                  <a:close/>
                  <a:moveTo>
                    <a:pt x="18" y="158"/>
                  </a:moveTo>
                  <a:lnTo>
                    <a:pt x="21" y="158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8"/>
                  </a:lnTo>
                  <a:close/>
                  <a:moveTo>
                    <a:pt x="39" y="138"/>
                  </a:moveTo>
                  <a:lnTo>
                    <a:pt x="39" y="139"/>
                  </a:lnTo>
                  <a:lnTo>
                    <a:pt x="39" y="142"/>
                  </a:lnTo>
                  <a:lnTo>
                    <a:pt x="38" y="140"/>
                  </a:lnTo>
                  <a:lnTo>
                    <a:pt x="38" y="139"/>
                  </a:lnTo>
                  <a:lnTo>
                    <a:pt x="39" y="138"/>
                  </a:lnTo>
                  <a:close/>
                  <a:moveTo>
                    <a:pt x="38" y="135"/>
                  </a:moveTo>
                  <a:lnTo>
                    <a:pt x="38" y="137"/>
                  </a:lnTo>
                  <a:lnTo>
                    <a:pt x="37" y="137"/>
                  </a:lnTo>
                  <a:lnTo>
                    <a:pt x="38" y="135"/>
                  </a:lnTo>
                  <a:close/>
                  <a:moveTo>
                    <a:pt x="62" y="106"/>
                  </a:moveTo>
                  <a:lnTo>
                    <a:pt x="66" y="109"/>
                  </a:lnTo>
                  <a:lnTo>
                    <a:pt x="64" y="109"/>
                  </a:lnTo>
                  <a:lnTo>
                    <a:pt x="62" y="108"/>
                  </a:lnTo>
                  <a:lnTo>
                    <a:pt x="62" y="106"/>
                  </a:lnTo>
                  <a:close/>
                  <a:moveTo>
                    <a:pt x="29" y="0"/>
                  </a:moveTo>
                  <a:lnTo>
                    <a:pt x="30" y="2"/>
                  </a:lnTo>
                  <a:lnTo>
                    <a:pt x="33" y="2"/>
                  </a:lnTo>
                  <a:lnTo>
                    <a:pt x="36" y="5"/>
                  </a:lnTo>
                  <a:lnTo>
                    <a:pt x="36" y="9"/>
                  </a:lnTo>
                  <a:lnTo>
                    <a:pt x="34" y="10"/>
                  </a:lnTo>
                  <a:lnTo>
                    <a:pt x="36" y="13"/>
                  </a:lnTo>
                  <a:lnTo>
                    <a:pt x="37" y="14"/>
                  </a:lnTo>
                  <a:lnTo>
                    <a:pt x="39" y="13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2" y="17"/>
                  </a:lnTo>
                  <a:lnTo>
                    <a:pt x="43" y="19"/>
                  </a:lnTo>
                  <a:lnTo>
                    <a:pt x="43" y="21"/>
                  </a:lnTo>
                  <a:lnTo>
                    <a:pt x="42" y="23"/>
                  </a:lnTo>
                  <a:lnTo>
                    <a:pt x="43" y="26"/>
                  </a:lnTo>
                  <a:lnTo>
                    <a:pt x="43" y="30"/>
                  </a:lnTo>
                  <a:lnTo>
                    <a:pt x="43" y="37"/>
                  </a:lnTo>
                  <a:lnTo>
                    <a:pt x="47" y="34"/>
                  </a:lnTo>
                  <a:lnTo>
                    <a:pt x="50" y="34"/>
                  </a:lnTo>
                  <a:lnTo>
                    <a:pt x="50" y="31"/>
                  </a:lnTo>
                  <a:lnTo>
                    <a:pt x="54" y="30"/>
                  </a:lnTo>
                  <a:lnTo>
                    <a:pt x="58" y="31"/>
                  </a:lnTo>
                  <a:lnTo>
                    <a:pt x="61" y="31"/>
                  </a:lnTo>
                  <a:lnTo>
                    <a:pt x="62" y="34"/>
                  </a:lnTo>
                  <a:lnTo>
                    <a:pt x="67" y="34"/>
                  </a:lnTo>
                  <a:lnTo>
                    <a:pt x="70" y="29"/>
                  </a:lnTo>
                  <a:lnTo>
                    <a:pt x="74" y="27"/>
                  </a:lnTo>
                  <a:lnTo>
                    <a:pt x="79" y="29"/>
                  </a:lnTo>
                  <a:lnTo>
                    <a:pt x="80" y="33"/>
                  </a:lnTo>
                  <a:lnTo>
                    <a:pt x="86" y="37"/>
                  </a:lnTo>
                  <a:lnTo>
                    <a:pt x="90" y="38"/>
                  </a:lnTo>
                  <a:lnTo>
                    <a:pt x="90" y="40"/>
                  </a:lnTo>
                  <a:lnTo>
                    <a:pt x="90" y="43"/>
                  </a:lnTo>
                  <a:lnTo>
                    <a:pt x="88" y="44"/>
                  </a:lnTo>
                  <a:lnTo>
                    <a:pt x="90" y="47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1" y="54"/>
                  </a:lnTo>
                  <a:lnTo>
                    <a:pt x="93" y="56"/>
                  </a:lnTo>
                  <a:lnTo>
                    <a:pt x="96" y="56"/>
                  </a:lnTo>
                  <a:lnTo>
                    <a:pt x="99" y="58"/>
                  </a:lnTo>
                  <a:lnTo>
                    <a:pt x="97" y="59"/>
                  </a:lnTo>
                  <a:lnTo>
                    <a:pt x="100" y="60"/>
                  </a:lnTo>
                  <a:lnTo>
                    <a:pt x="101" y="63"/>
                  </a:lnTo>
                  <a:lnTo>
                    <a:pt x="100" y="65"/>
                  </a:lnTo>
                  <a:lnTo>
                    <a:pt x="100" y="67"/>
                  </a:lnTo>
                  <a:lnTo>
                    <a:pt x="100" y="68"/>
                  </a:lnTo>
                  <a:lnTo>
                    <a:pt x="100" y="71"/>
                  </a:lnTo>
                  <a:lnTo>
                    <a:pt x="100" y="75"/>
                  </a:lnTo>
                  <a:lnTo>
                    <a:pt x="99" y="76"/>
                  </a:lnTo>
                  <a:lnTo>
                    <a:pt x="96" y="77"/>
                  </a:lnTo>
                  <a:lnTo>
                    <a:pt x="93" y="76"/>
                  </a:lnTo>
                  <a:lnTo>
                    <a:pt x="91" y="77"/>
                  </a:lnTo>
                  <a:lnTo>
                    <a:pt x="88" y="76"/>
                  </a:lnTo>
                  <a:lnTo>
                    <a:pt x="86" y="76"/>
                  </a:lnTo>
                  <a:lnTo>
                    <a:pt x="82" y="77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2" y="77"/>
                  </a:lnTo>
                  <a:lnTo>
                    <a:pt x="70" y="77"/>
                  </a:lnTo>
                  <a:lnTo>
                    <a:pt x="67" y="81"/>
                  </a:lnTo>
                  <a:lnTo>
                    <a:pt x="66" y="85"/>
                  </a:lnTo>
                  <a:lnTo>
                    <a:pt x="64" y="88"/>
                  </a:lnTo>
                  <a:lnTo>
                    <a:pt x="64" y="92"/>
                  </a:lnTo>
                  <a:lnTo>
                    <a:pt x="66" y="97"/>
                  </a:lnTo>
                  <a:lnTo>
                    <a:pt x="67" y="98"/>
                  </a:lnTo>
                  <a:lnTo>
                    <a:pt x="68" y="100"/>
                  </a:lnTo>
                  <a:lnTo>
                    <a:pt x="68" y="105"/>
                  </a:lnTo>
                  <a:lnTo>
                    <a:pt x="68" y="106"/>
                  </a:lnTo>
                  <a:lnTo>
                    <a:pt x="67" y="106"/>
                  </a:lnTo>
                  <a:lnTo>
                    <a:pt x="67" y="108"/>
                  </a:lnTo>
                  <a:lnTo>
                    <a:pt x="66" y="108"/>
                  </a:lnTo>
                  <a:lnTo>
                    <a:pt x="66" y="108"/>
                  </a:lnTo>
                  <a:lnTo>
                    <a:pt x="63" y="105"/>
                  </a:lnTo>
                  <a:lnTo>
                    <a:pt x="62" y="105"/>
                  </a:lnTo>
                  <a:lnTo>
                    <a:pt x="62" y="105"/>
                  </a:lnTo>
                  <a:lnTo>
                    <a:pt x="61" y="104"/>
                  </a:lnTo>
                  <a:lnTo>
                    <a:pt x="58" y="101"/>
                  </a:lnTo>
                  <a:lnTo>
                    <a:pt x="57" y="100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55" y="102"/>
                  </a:lnTo>
                  <a:lnTo>
                    <a:pt x="54" y="101"/>
                  </a:lnTo>
                  <a:lnTo>
                    <a:pt x="51" y="101"/>
                  </a:lnTo>
                  <a:lnTo>
                    <a:pt x="49" y="101"/>
                  </a:lnTo>
                  <a:lnTo>
                    <a:pt x="47" y="101"/>
                  </a:lnTo>
                  <a:lnTo>
                    <a:pt x="46" y="101"/>
                  </a:lnTo>
                  <a:lnTo>
                    <a:pt x="46" y="98"/>
                  </a:lnTo>
                  <a:lnTo>
                    <a:pt x="47" y="98"/>
                  </a:lnTo>
                  <a:lnTo>
                    <a:pt x="46" y="96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6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2" y="89"/>
                  </a:lnTo>
                  <a:lnTo>
                    <a:pt x="41" y="90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37" y="90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36" y="92"/>
                  </a:lnTo>
                  <a:lnTo>
                    <a:pt x="34" y="93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6" y="98"/>
                  </a:lnTo>
                  <a:lnTo>
                    <a:pt x="36" y="101"/>
                  </a:lnTo>
                  <a:lnTo>
                    <a:pt x="36" y="102"/>
                  </a:lnTo>
                  <a:lnTo>
                    <a:pt x="36" y="102"/>
                  </a:lnTo>
                  <a:lnTo>
                    <a:pt x="36" y="106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2" y="113"/>
                  </a:lnTo>
                  <a:lnTo>
                    <a:pt x="32" y="122"/>
                  </a:lnTo>
                  <a:lnTo>
                    <a:pt x="29" y="126"/>
                  </a:lnTo>
                  <a:lnTo>
                    <a:pt x="29" y="129"/>
                  </a:lnTo>
                  <a:lnTo>
                    <a:pt x="28" y="130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8" y="133"/>
                  </a:lnTo>
                  <a:lnTo>
                    <a:pt x="28" y="134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2" y="142"/>
                  </a:lnTo>
                  <a:lnTo>
                    <a:pt x="30" y="143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2" y="143"/>
                  </a:lnTo>
                  <a:lnTo>
                    <a:pt x="33" y="142"/>
                  </a:lnTo>
                  <a:lnTo>
                    <a:pt x="34" y="142"/>
                  </a:lnTo>
                  <a:lnTo>
                    <a:pt x="36" y="143"/>
                  </a:lnTo>
                  <a:lnTo>
                    <a:pt x="37" y="143"/>
                  </a:lnTo>
                  <a:lnTo>
                    <a:pt x="37" y="146"/>
                  </a:lnTo>
                  <a:lnTo>
                    <a:pt x="38" y="147"/>
                  </a:lnTo>
                  <a:lnTo>
                    <a:pt x="38" y="150"/>
                  </a:lnTo>
                  <a:lnTo>
                    <a:pt x="39" y="151"/>
                  </a:lnTo>
                  <a:lnTo>
                    <a:pt x="41" y="154"/>
                  </a:lnTo>
                  <a:lnTo>
                    <a:pt x="42" y="154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2" y="152"/>
                  </a:lnTo>
                  <a:lnTo>
                    <a:pt x="43" y="155"/>
                  </a:lnTo>
                  <a:lnTo>
                    <a:pt x="43" y="156"/>
                  </a:lnTo>
                  <a:lnTo>
                    <a:pt x="45" y="158"/>
                  </a:lnTo>
                  <a:lnTo>
                    <a:pt x="46" y="162"/>
                  </a:lnTo>
                  <a:lnTo>
                    <a:pt x="45" y="163"/>
                  </a:lnTo>
                  <a:lnTo>
                    <a:pt x="45" y="164"/>
                  </a:lnTo>
                  <a:lnTo>
                    <a:pt x="45" y="163"/>
                  </a:lnTo>
                  <a:lnTo>
                    <a:pt x="42" y="164"/>
                  </a:lnTo>
                  <a:lnTo>
                    <a:pt x="42" y="165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7" y="168"/>
                  </a:lnTo>
                  <a:lnTo>
                    <a:pt x="49" y="169"/>
                  </a:lnTo>
                  <a:lnTo>
                    <a:pt x="51" y="172"/>
                  </a:lnTo>
                  <a:lnTo>
                    <a:pt x="53" y="173"/>
                  </a:lnTo>
                  <a:lnTo>
                    <a:pt x="54" y="173"/>
                  </a:lnTo>
                  <a:lnTo>
                    <a:pt x="57" y="173"/>
                  </a:lnTo>
                  <a:lnTo>
                    <a:pt x="59" y="173"/>
                  </a:lnTo>
                  <a:lnTo>
                    <a:pt x="61" y="177"/>
                  </a:lnTo>
                  <a:lnTo>
                    <a:pt x="62" y="179"/>
                  </a:lnTo>
                  <a:lnTo>
                    <a:pt x="63" y="180"/>
                  </a:lnTo>
                  <a:lnTo>
                    <a:pt x="64" y="181"/>
                  </a:lnTo>
                  <a:lnTo>
                    <a:pt x="63" y="183"/>
                  </a:lnTo>
                  <a:lnTo>
                    <a:pt x="63" y="184"/>
                  </a:lnTo>
                  <a:lnTo>
                    <a:pt x="62" y="185"/>
                  </a:lnTo>
                  <a:lnTo>
                    <a:pt x="61" y="184"/>
                  </a:lnTo>
                  <a:lnTo>
                    <a:pt x="58" y="184"/>
                  </a:lnTo>
                  <a:lnTo>
                    <a:pt x="55" y="187"/>
                  </a:lnTo>
                  <a:lnTo>
                    <a:pt x="53" y="187"/>
                  </a:lnTo>
                  <a:lnTo>
                    <a:pt x="53" y="184"/>
                  </a:lnTo>
                  <a:lnTo>
                    <a:pt x="54" y="183"/>
                  </a:lnTo>
                  <a:lnTo>
                    <a:pt x="54" y="179"/>
                  </a:lnTo>
                  <a:lnTo>
                    <a:pt x="53" y="177"/>
                  </a:lnTo>
                  <a:lnTo>
                    <a:pt x="50" y="177"/>
                  </a:lnTo>
                  <a:lnTo>
                    <a:pt x="50" y="176"/>
                  </a:lnTo>
                  <a:lnTo>
                    <a:pt x="46" y="175"/>
                  </a:lnTo>
                  <a:lnTo>
                    <a:pt x="43" y="173"/>
                  </a:lnTo>
                  <a:lnTo>
                    <a:pt x="42" y="175"/>
                  </a:lnTo>
                  <a:lnTo>
                    <a:pt x="42" y="177"/>
                  </a:lnTo>
                  <a:lnTo>
                    <a:pt x="41" y="176"/>
                  </a:lnTo>
                  <a:lnTo>
                    <a:pt x="36" y="172"/>
                  </a:lnTo>
                  <a:lnTo>
                    <a:pt x="36" y="172"/>
                  </a:lnTo>
                  <a:lnTo>
                    <a:pt x="37" y="171"/>
                  </a:lnTo>
                  <a:lnTo>
                    <a:pt x="37" y="169"/>
                  </a:lnTo>
                  <a:lnTo>
                    <a:pt x="36" y="169"/>
                  </a:lnTo>
                  <a:lnTo>
                    <a:pt x="34" y="167"/>
                  </a:lnTo>
                  <a:lnTo>
                    <a:pt x="32" y="167"/>
                  </a:lnTo>
                  <a:lnTo>
                    <a:pt x="32" y="165"/>
                  </a:lnTo>
                  <a:lnTo>
                    <a:pt x="29" y="162"/>
                  </a:lnTo>
                  <a:lnTo>
                    <a:pt x="28" y="162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5"/>
                  </a:lnTo>
                  <a:lnTo>
                    <a:pt x="22" y="154"/>
                  </a:lnTo>
                  <a:lnTo>
                    <a:pt x="24" y="154"/>
                  </a:lnTo>
                  <a:lnTo>
                    <a:pt x="21" y="154"/>
                  </a:lnTo>
                  <a:lnTo>
                    <a:pt x="21" y="156"/>
                  </a:lnTo>
                  <a:lnTo>
                    <a:pt x="20" y="156"/>
                  </a:lnTo>
                  <a:lnTo>
                    <a:pt x="18" y="155"/>
                  </a:lnTo>
                  <a:lnTo>
                    <a:pt x="17" y="151"/>
                  </a:lnTo>
                  <a:lnTo>
                    <a:pt x="18" y="150"/>
                  </a:lnTo>
                  <a:lnTo>
                    <a:pt x="18" y="146"/>
                  </a:lnTo>
                  <a:lnTo>
                    <a:pt x="20" y="146"/>
                  </a:lnTo>
                  <a:lnTo>
                    <a:pt x="20" y="140"/>
                  </a:lnTo>
                  <a:lnTo>
                    <a:pt x="21" y="140"/>
                  </a:lnTo>
                  <a:lnTo>
                    <a:pt x="21" y="139"/>
                  </a:lnTo>
                  <a:lnTo>
                    <a:pt x="20" y="139"/>
                  </a:lnTo>
                  <a:lnTo>
                    <a:pt x="22" y="137"/>
                  </a:lnTo>
                  <a:lnTo>
                    <a:pt x="21" y="135"/>
                  </a:lnTo>
                  <a:lnTo>
                    <a:pt x="22" y="134"/>
                  </a:lnTo>
                  <a:lnTo>
                    <a:pt x="21" y="133"/>
                  </a:lnTo>
                  <a:lnTo>
                    <a:pt x="22" y="129"/>
                  </a:lnTo>
                  <a:lnTo>
                    <a:pt x="22" y="127"/>
                  </a:lnTo>
                  <a:lnTo>
                    <a:pt x="24" y="126"/>
                  </a:lnTo>
                  <a:lnTo>
                    <a:pt x="24" y="122"/>
                  </a:lnTo>
                  <a:lnTo>
                    <a:pt x="26" y="121"/>
                  </a:lnTo>
                  <a:lnTo>
                    <a:pt x="29" y="113"/>
                  </a:lnTo>
                  <a:lnTo>
                    <a:pt x="30" y="113"/>
                  </a:lnTo>
                  <a:lnTo>
                    <a:pt x="30" y="109"/>
                  </a:lnTo>
                  <a:lnTo>
                    <a:pt x="29" y="106"/>
                  </a:lnTo>
                  <a:lnTo>
                    <a:pt x="29" y="102"/>
                  </a:lnTo>
                  <a:lnTo>
                    <a:pt x="29" y="100"/>
                  </a:lnTo>
                  <a:lnTo>
                    <a:pt x="28" y="97"/>
                  </a:lnTo>
                  <a:lnTo>
                    <a:pt x="26" y="96"/>
                  </a:lnTo>
                  <a:lnTo>
                    <a:pt x="26" y="93"/>
                  </a:lnTo>
                  <a:lnTo>
                    <a:pt x="26" y="90"/>
                  </a:lnTo>
                  <a:lnTo>
                    <a:pt x="28" y="89"/>
                  </a:lnTo>
                  <a:lnTo>
                    <a:pt x="26" y="84"/>
                  </a:lnTo>
                  <a:lnTo>
                    <a:pt x="22" y="80"/>
                  </a:lnTo>
                  <a:lnTo>
                    <a:pt x="18" y="77"/>
                  </a:lnTo>
                  <a:lnTo>
                    <a:pt x="16" y="73"/>
                  </a:lnTo>
                  <a:lnTo>
                    <a:pt x="16" y="72"/>
                  </a:lnTo>
                  <a:lnTo>
                    <a:pt x="14" y="68"/>
                  </a:lnTo>
                  <a:lnTo>
                    <a:pt x="17" y="65"/>
                  </a:lnTo>
                  <a:lnTo>
                    <a:pt x="17" y="64"/>
                  </a:lnTo>
                  <a:lnTo>
                    <a:pt x="16" y="58"/>
                  </a:lnTo>
                  <a:lnTo>
                    <a:pt x="16" y="56"/>
                  </a:lnTo>
                  <a:lnTo>
                    <a:pt x="18" y="55"/>
                  </a:lnTo>
                  <a:lnTo>
                    <a:pt x="18" y="52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9" y="39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0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3" y="26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4" y="19"/>
                  </a:lnTo>
                  <a:lnTo>
                    <a:pt x="7" y="18"/>
                  </a:lnTo>
                  <a:lnTo>
                    <a:pt x="5" y="14"/>
                  </a:lnTo>
                  <a:lnTo>
                    <a:pt x="8" y="12"/>
                  </a:lnTo>
                  <a:lnTo>
                    <a:pt x="12" y="13"/>
                  </a:lnTo>
                  <a:lnTo>
                    <a:pt x="14" y="10"/>
                  </a:lnTo>
                  <a:lnTo>
                    <a:pt x="17" y="12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20" y="5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" name="Freeform 365"/>
            <p:cNvSpPr>
              <a:spLocks noEditPoints="1"/>
            </p:cNvSpPr>
            <p:nvPr/>
          </p:nvSpPr>
          <p:spPr bwMode="auto">
            <a:xfrm>
              <a:off x="8528869" y="3449501"/>
              <a:ext cx="269001" cy="601446"/>
            </a:xfrm>
            <a:custGeom>
              <a:avLst/>
              <a:gdLst>
                <a:gd name="T0" fmla="*/ 18 w 106"/>
                <a:gd name="T1" fmla="*/ 125 h 237"/>
                <a:gd name="T2" fmla="*/ 61 w 106"/>
                <a:gd name="T3" fmla="*/ 6 h 237"/>
                <a:gd name="T4" fmla="*/ 68 w 106"/>
                <a:gd name="T5" fmla="*/ 23 h 237"/>
                <a:gd name="T6" fmla="*/ 62 w 106"/>
                <a:gd name="T7" fmla="*/ 35 h 237"/>
                <a:gd name="T8" fmla="*/ 58 w 106"/>
                <a:gd name="T9" fmla="*/ 44 h 237"/>
                <a:gd name="T10" fmla="*/ 62 w 106"/>
                <a:gd name="T11" fmla="*/ 53 h 237"/>
                <a:gd name="T12" fmla="*/ 72 w 106"/>
                <a:gd name="T13" fmla="*/ 58 h 237"/>
                <a:gd name="T14" fmla="*/ 81 w 106"/>
                <a:gd name="T15" fmla="*/ 65 h 237"/>
                <a:gd name="T16" fmla="*/ 87 w 106"/>
                <a:gd name="T17" fmla="*/ 70 h 237"/>
                <a:gd name="T18" fmla="*/ 83 w 106"/>
                <a:gd name="T19" fmla="*/ 81 h 237"/>
                <a:gd name="T20" fmla="*/ 91 w 106"/>
                <a:gd name="T21" fmla="*/ 87 h 237"/>
                <a:gd name="T22" fmla="*/ 106 w 106"/>
                <a:gd name="T23" fmla="*/ 87 h 237"/>
                <a:gd name="T24" fmla="*/ 97 w 106"/>
                <a:gd name="T25" fmla="*/ 99 h 237"/>
                <a:gd name="T26" fmla="*/ 89 w 106"/>
                <a:gd name="T27" fmla="*/ 107 h 237"/>
                <a:gd name="T28" fmla="*/ 79 w 106"/>
                <a:gd name="T29" fmla="*/ 112 h 237"/>
                <a:gd name="T30" fmla="*/ 69 w 106"/>
                <a:gd name="T31" fmla="*/ 125 h 237"/>
                <a:gd name="T32" fmla="*/ 69 w 106"/>
                <a:gd name="T33" fmla="*/ 136 h 237"/>
                <a:gd name="T34" fmla="*/ 81 w 106"/>
                <a:gd name="T35" fmla="*/ 152 h 237"/>
                <a:gd name="T36" fmla="*/ 82 w 106"/>
                <a:gd name="T37" fmla="*/ 166 h 237"/>
                <a:gd name="T38" fmla="*/ 87 w 106"/>
                <a:gd name="T39" fmla="*/ 182 h 237"/>
                <a:gd name="T40" fmla="*/ 93 w 106"/>
                <a:gd name="T41" fmla="*/ 199 h 237"/>
                <a:gd name="T42" fmla="*/ 94 w 106"/>
                <a:gd name="T43" fmla="*/ 215 h 237"/>
                <a:gd name="T44" fmla="*/ 87 w 106"/>
                <a:gd name="T45" fmla="*/ 231 h 237"/>
                <a:gd name="T46" fmla="*/ 83 w 106"/>
                <a:gd name="T47" fmla="*/ 227 h 237"/>
                <a:gd name="T48" fmla="*/ 86 w 106"/>
                <a:gd name="T49" fmla="*/ 219 h 237"/>
                <a:gd name="T50" fmla="*/ 85 w 106"/>
                <a:gd name="T51" fmla="*/ 208 h 237"/>
                <a:gd name="T52" fmla="*/ 82 w 106"/>
                <a:gd name="T53" fmla="*/ 192 h 237"/>
                <a:gd name="T54" fmla="*/ 77 w 106"/>
                <a:gd name="T55" fmla="*/ 187 h 237"/>
                <a:gd name="T56" fmla="*/ 74 w 106"/>
                <a:gd name="T57" fmla="*/ 171 h 237"/>
                <a:gd name="T58" fmla="*/ 70 w 106"/>
                <a:gd name="T59" fmla="*/ 157 h 237"/>
                <a:gd name="T60" fmla="*/ 65 w 106"/>
                <a:gd name="T61" fmla="*/ 154 h 237"/>
                <a:gd name="T62" fmla="*/ 60 w 106"/>
                <a:gd name="T63" fmla="*/ 142 h 237"/>
                <a:gd name="T64" fmla="*/ 60 w 106"/>
                <a:gd name="T65" fmla="*/ 149 h 237"/>
                <a:gd name="T66" fmla="*/ 52 w 106"/>
                <a:gd name="T67" fmla="*/ 152 h 237"/>
                <a:gd name="T68" fmla="*/ 49 w 106"/>
                <a:gd name="T69" fmla="*/ 156 h 237"/>
                <a:gd name="T70" fmla="*/ 40 w 106"/>
                <a:gd name="T71" fmla="*/ 161 h 237"/>
                <a:gd name="T72" fmla="*/ 32 w 106"/>
                <a:gd name="T73" fmla="*/ 164 h 237"/>
                <a:gd name="T74" fmla="*/ 29 w 106"/>
                <a:gd name="T75" fmla="*/ 162 h 237"/>
                <a:gd name="T76" fmla="*/ 32 w 106"/>
                <a:gd name="T77" fmla="*/ 144 h 237"/>
                <a:gd name="T78" fmla="*/ 27 w 106"/>
                <a:gd name="T79" fmla="*/ 129 h 237"/>
                <a:gd name="T80" fmla="*/ 22 w 106"/>
                <a:gd name="T81" fmla="*/ 121 h 237"/>
                <a:gd name="T82" fmla="*/ 14 w 106"/>
                <a:gd name="T83" fmla="*/ 116 h 237"/>
                <a:gd name="T84" fmla="*/ 16 w 106"/>
                <a:gd name="T85" fmla="*/ 116 h 237"/>
                <a:gd name="T86" fmla="*/ 15 w 106"/>
                <a:gd name="T87" fmla="*/ 111 h 237"/>
                <a:gd name="T88" fmla="*/ 8 w 106"/>
                <a:gd name="T89" fmla="*/ 108 h 237"/>
                <a:gd name="T90" fmla="*/ 3 w 106"/>
                <a:gd name="T91" fmla="*/ 103 h 237"/>
                <a:gd name="T92" fmla="*/ 3 w 106"/>
                <a:gd name="T93" fmla="*/ 91 h 237"/>
                <a:gd name="T94" fmla="*/ 8 w 106"/>
                <a:gd name="T95" fmla="*/ 82 h 237"/>
                <a:gd name="T96" fmla="*/ 11 w 106"/>
                <a:gd name="T97" fmla="*/ 66 h 237"/>
                <a:gd name="T98" fmla="*/ 20 w 106"/>
                <a:gd name="T99" fmla="*/ 54 h 237"/>
                <a:gd name="T100" fmla="*/ 25 w 106"/>
                <a:gd name="T101" fmla="*/ 29 h 237"/>
                <a:gd name="T102" fmla="*/ 35 w 106"/>
                <a:gd name="T103" fmla="*/ 11 h 237"/>
                <a:gd name="T104" fmla="*/ 47 w 106"/>
                <a:gd name="T105" fmla="*/ 6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237">
                  <a:moveTo>
                    <a:pt x="18" y="125"/>
                  </a:moveTo>
                  <a:lnTo>
                    <a:pt x="19" y="127"/>
                  </a:lnTo>
                  <a:lnTo>
                    <a:pt x="19" y="129"/>
                  </a:lnTo>
                  <a:lnTo>
                    <a:pt x="16" y="128"/>
                  </a:lnTo>
                  <a:lnTo>
                    <a:pt x="16" y="125"/>
                  </a:lnTo>
                  <a:lnTo>
                    <a:pt x="18" y="125"/>
                  </a:lnTo>
                  <a:close/>
                  <a:moveTo>
                    <a:pt x="49" y="0"/>
                  </a:moveTo>
                  <a:lnTo>
                    <a:pt x="52" y="2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8" y="3"/>
                  </a:lnTo>
                  <a:lnTo>
                    <a:pt x="61" y="6"/>
                  </a:lnTo>
                  <a:lnTo>
                    <a:pt x="61" y="8"/>
                  </a:lnTo>
                  <a:lnTo>
                    <a:pt x="64" y="8"/>
                  </a:lnTo>
                  <a:lnTo>
                    <a:pt x="65" y="11"/>
                  </a:lnTo>
                  <a:lnTo>
                    <a:pt x="65" y="15"/>
                  </a:lnTo>
                  <a:lnTo>
                    <a:pt x="68" y="19"/>
                  </a:lnTo>
                  <a:lnTo>
                    <a:pt x="68" y="23"/>
                  </a:lnTo>
                  <a:lnTo>
                    <a:pt x="68" y="27"/>
                  </a:lnTo>
                  <a:lnTo>
                    <a:pt x="68" y="29"/>
                  </a:lnTo>
                  <a:lnTo>
                    <a:pt x="66" y="31"/>
                  </a:lnTo>
                  <a:lnTo>
                    <a:pt x="65" y="32"/>
                  </a:lnTo>
                  <a:lnTo>
                    <a:pt x="64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2" y="40"/>
                  </a:lnTo>
                  <a:lnTo>
                    <a:pt x="61" y="40"/>
                  </a:lnTo>
                  <a:lnTo>
                    <a:pt x="60" y="41"/>
                  </a:lnTo>
                  <a:lnTo>
                    <a:pt x="58" y="44"/>
                  </a:lnTo>
                  <a:lnTo>
                    <a:pt x="60" y="45"/>
                  </a:lnTo>
                  <a:lnTo>
                    <a:pt x="58" y="46"/>
                  </a:lnTo>
                  <a:lnTo>
                    <a:pt x="58" y="49"/>
                  </a:lnTo>
                  <a:lnTo>
                    <a:pt x="60" y="49"/>
                  </a:lnTo>
                  <a:lnTo>
                    <a:pt x="61" y="50"/>
                  </a:lnTo>
                  <a:lnTo>
                    <a:pt x="62" y="53"/>
                  </a:lnTo>
                  <a:lnTo>
                    <a:pt x="62" y="56"/>
                  </a:lnTo>
                  <a:lnTo>
                    <a:pt x="64" y="58"/>
                  </a:lnTo>
                  <a:lnTo>
                    <a:pt x="66" y="56"/>
                  </a:lnTo>
                  <a:lnTo>
                    <a:pt x="72" y="54"/>
                  </a:lnTo>
                  <a:lnTo>
                    <a:pt x="73" y="57"/>
                  </a:lnTo>
                  <a:lnTo>
                    <a:pt x="72" y="58"/>
                  </a:lnTo>
                  <a:lnTo>
                    <a:pt x="73" y="60"/>
                  </a:lnTo>
                  <a:lnTo>
                    <a:pt x="76" y="58"/>
                  </a:lnTo>
                  <a:lnTo>
                    <a:pt x="77" y="61"/>
                  </a:lnTo>
                  <a:lnTo>
                    <a:pt x="76" y="62"/>
                  </a:lnTo>
                  <a:lnTo>
                    <a:pt x="77" y="65"/>
                  </a:lnTo>
                  <a:lnTo>
                    <a:pt x="81" y="65"/>
                  </a:lnTo>
                  <a:lnTo>
                    <a:pt x="79" y="66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85" y="66"/>
                  </a:lnTo>
                  <a:lnTo>
                    <a:pt x="87" y="67"/>
                  </a:lnTo>
                  <a:lnTo>
                    <a:pt x="87" y="70"/>
                  </a:lnTo>
                  <a:lnTo>
                    <a:pt x="86" y="71"/>
                  </a:lnTo>
                  <a:lnTo>
                    <a:pt x="86" y="74"/>
                  </a:lnTo>
                  <a:lnTo>
                    <a:pt x="83" y="78"/>
                  </a:lnTo>
                  <a:lnTo>
                    <a:pt x="81" y="79"/>
                  </a:lnTo>
                  <a:lnTo>
                    <a:pt x="81" y="81"/>
                  </a:lnTo>
                  <a:lnTo>
                    <a:pt x="83" y="81"/>
                  </a:lnTo>
                  <a:lnTo>
                    <a:pt x="87" y="81"/>
                  </a:lnTo>
                  <a:lnTo>
                    <a:pt x="87" y="82"/>
                  </a:lnTo>
                  <a:lnTo>
                    <a:pt x="89" y="79"/>
                  </a:lnTo>
                  <a:lnTo>
                    <a:pt x="91" y="82"/>
                  </a:lnTo>
                  <a:lnTo>
                    <a:pt x="90" y="85"/>
                  </a:lnTo>
                  <a:lnTo>
                    <a:pt x="91" y="87"/>
                  </a:lnTo>
                  <a:lnTo>
                    <a:pt x="94" y="89"/>
                  </a:lnTo>
                  <a:lnTo>
                    <a:pt x="95" y="87"/>
                  </a:lnTo>
                  <a:lnTo>
                    <a:pt x="98" y="87"/>
                  </a:lnTo>
                  <a:lnTo>
                    <a:pt x="103" y="85"/>
                  </a:lnTo>
                  <a:lnTo>
                    <a:pt x="106" y="86"/>
                  </a:lnTo>
                  <a:lnTo>
                    <a:pt x="106" y="87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9" y="94"/>
                  </a:lnTo>
                  <a:lnTo>
                    <a:pt x="98" y="95"/>
                  </a:lnTo>
                  <a:lnTo>
                    <a:pt x="98" y="96"/>
                  </a:lnTo>
                  <a:lnTo>
                    <a:pt x="97" y="99"/>
                  </a:lnTo>
                  <a:lnTo>
                    <a:pt x="95" y="99"/>
                  </a:lnTo>
                  <a:lnTo>
                    <a:pt x="93" y="102"/>
                  </a:lnTo>
                  <a:lnTo>
                    <a:pt x="90" y="103"/>
                  </a:lnTo>
                  <a:lnTo>
                    <a:pt x="87" y="103"/>
                  </a:lnTo>
                  <a:lnTo>
                    <a:pt x="87" y="104"/>
                  </a:lnTo>
                  <a:lnTo>
                    <a:pt x="89" y="107"/>
                  </a:lnTo>
                  <a:lnTo>
                    <a:pt x="87" y="108"/>
                  </a:lnTo>
                  <a:lnTo>
                    <a:pt x="85" y="107"/>
                  </a:lnTo>
                  <a:lnTo>
                    <a:pt x="83" y="108"/>
                  </a:lnTo>
                  <a:lnTo>
                    <a:pt x="83" y="112"/>
                  </a:lnTo>
                  <a:lnTo>
                    <a:pt x="82" y="114"/>
                  </a:lnTo>
                  <a:lnTo>
                    <a:pt x="79" y="112"/>
                  </a:lnTo>
                  <a:lnTo>
                    <a:pt x="77" y="115"/>
                  </a:lnTo>
                  <a:lnTo>
                    <a:pt x="73" y="114"/>
                  </a:lnTo>
                  <a:lnTo>
                    <a:pt x="70" y="116"/>
                  </a:lnTo>
                  <a:lnTo>
                    <a:pt x="72" y="120"/>
                  </a:lnTo>
                  <a:lnTo>
                    <a:pt x="69" y="121"/>
                  </a:lnTo>
                  <a:lnTo>
                    <a:pt x="69" y="125"/>
                  </a:lnTo>
                  <a:lnTo>
                    <a:pt x="70" y="127"/>
                  </a:lnTo>
                  <a:lnTo>
                    <a:pt x="68" y="128"/>
                  </a:lnTo>
                  <a:lnTo>
                    <a:pt x="65" y="129"/>
                  </a:lnTo>
                  <a:lnTo>
                    <a:pt x="65" y="132"/>
                  </a:lnTo>
                  <a:lnTo>
                    <a:pt x="68" y="132"/>
                  </a:lnTo>
                  <a:lnTo>
                    <a:pt x="69" y="136"/>
                  </a:lnTo>
                  <a:lnTo>
                    <a:pt x="70" y="137"/>
                  </a:lnTo>
                  <a:lnTo>
                    <a:pt x="72" y="139"/>
                  </a:lnTo>
                  <a:lnTo>
                    <a:pt x="74" y="141"/>
                  </a:lnTo>
                  <a:lnTo>
                    <a:pt x="77" y="148"/>
                  </a:lnTo>
                  <a:lnTo>
                    <a:pt x="79" y="148"/>
                  </a:lnTo>
                  <a:lnTo>
                    <a:pt x="81" y="152"/>
                  </a:lnTo>
                  <a:lnTo>
                    <a:pt x="81" y="154"/>
                  </a:lnTo>
                  <a:lnTo>
                    <a:pt x="83" y="154"/>
                  </a:lnTo>
                  <a:lnTo>
                    <a:pt x="83" y="157"/>
                  </a:lnTo>
                  <a:lnTo>
                    <a:pt x="81" y="158"/>
                  </a:lnTo>
                  <a:lnTo>
                    <a:pt x="81" y="160"/>
                  </a:lnTo>
                  <a:lnTo>
                    <a:pt x="82" y="166"/>
                  </a:lnTo>
                  <a:lnTo>
                    <a:pt x="82" y="167"/>
                  </a:lnTo>
                  <a:lnTo>
                    <a:pt x="79" y="170"/>
                  </a:lnTo>
                  <a:lnTo>
                    <a:pt x="81" y="174"/>
                  </a:lnTo>
                  <a:lnTo>
                    <a:pt x="81" y="175"/>
                  </a:lnTo>
                  <a:lnTo>
                    <a:pt x="83" y="179"/>
                  </a:lnTo>
                  <a:lnTo>
                    <a:pt x="87" y="182"/>
                  </a:lnTo>
                  <a:lnTo>
                    <a:pt x="91" y="186"/>
                  </a:lnTo>
                  <a:lnTo>
                    <a:pt x="93" y="191"/>
                  </a:lnTo>
                  <a:lnTo>
                    <a:pt x="91" y="192"/>
                  </a:lnTo>
                  <a:lnTo>
                    <a:pt x="91" y="195"/>
                  </a:lnTo>
                  <a:lnTo>
                    <a:pt x="91" y="198"/>
                  </a:lnTo>
                  <a:lnTo>
                    <a:pt x="93" y="199"/>
                  </a:lnTo>
                  <a:lnTo>
                    <a:pt x="94" y="202"/>
                  </a:lnTo>
                  <a:lnTo>
                    <a:pt x="94" y="204"/>
                  </a:lnTo>
                  <a:lnTo>
                    <a:pt x="94" y="208"/>
                  </a:lnTo>
                  <a:lnTo>
                    <a:pt x="95" y="211"/>
                  </a:lnTo>
                  <a:lnTo>
                    <a:pt x="95" y="215"/>
                  </a:lnTo>
                  <a:lnTo>
                    <a:pt x="94" y="215"/>
                  </a:lnTo>
                  <a:lnTo>
                    <a:pt x="91" y="223"/>
                  </a:lnTo>
                  <a:lnTo>
                    <a:pt x="89" y="224"/>
                  </a:lnTo>
                  <a:lnTo>
                    <a:pt x="89" y="228"/>
                  </a:lnTo>
                  <a:lnTo>
                    <a:pt x="87" y="229"/>
                  </a:lnTo>
                  <a:lnTo>
                    <a:pt x="87" y="231"/>
                  </a:lnTo>
                  <a:lnTo>
                    <a:pt x="87" y="231"/>
                  </a:lnTo>
                  <a:lnTo>
                    <a:pt x="86" y="233"/>
                  </a:lnTo>
                  <a:lnTo>
                    <a:pt x="86" y="237"/>
                  </a:lnTo>
                  <a:lnTo>
                    <a:pt x="85" y="233"/>
                  </a:lnTo>
                  <a:lnTo>
                    <a:pt x="85" y="229"/>
                  </a:lnTo>
                  <a:lnTo>
                    <a:pt x="83" y="228"/>
                  </a:lnTo>
                  <a:lnTo>
                    <a:pt x="83" y="227"/>
                  </a:lnTo>
                  <a:lnTo>
                    <a:pt x="85" y="228"/>
                  </a:lnTo>
                  <a:lnTo>
                    <a:pt x="85" y="227"/>
                  </a:lnTo>
                  <a:lnTo>
                    <a:pt x="87" y="224"/>
                  </a:lnTo>
                  <a:lnTo>
                    <a:pt x="87" y="223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7" y="219"/>
                  </a:lnTo>
                  <a:lnTo>
                    <a:pt x="87" y="217"/>
                  </a:lnTo>
                  <a:lnTo>
                    <a:pt x="86" y="214"/>
                  </a:lnTo>
                  <a:lnTo>
                    <a:pt x="89" y="212"/>
                  </a:lnTo>
                  <a:lnTo>
                    <a:pt x="86" y="211"/>
                  </a:lnTo>
                  <a:lnTo>
                    <a:pt x="85" y="208"/>
                  </a:lnTo>
                  <a:lnTo>
                    <a:pt x="85" y="206"/>
                  </a:lnTo>
                  <a:lnTo>
                    <a:pt x="86" y="204"/>
                  </a:lnTo>
                  <a:lnTo>
                    <a:pt x="85" y="203"/>
                  </a:lnTo>
                  <a:lnTo>
                    <a:pt x="85" y="202"/>
                  </a:lnTo>
                  <a:lnTo>
                    <a:pt x="83" y="194"/>
                  </a:lnTo>
                  <a:lnTo>
                    <a:pt x="82" y="192"/>
                  </a:lnTo>
                  <a:lnTo>
                    <a:pt x="81" y="190"/>
                  </a:lnTo>
                  <a:lnTo>
                    <a:pt x="79" y="187"/>
                  </a:lnTo>
                  <a:lnTo>
                    <a:pt x="79" y="191"/>
                  </a:lnTo>
                  <a:lnTo>
                    <a:pt x="78" y="191"/>
                  </a:lnTo>
                  <a:lnTo>
                    <a:pt x="78" y="190"/>
                  </a:lnTo>
                  <a:lnTo>
                    <a:pt x="77" y="187"/>
                  </a:lnTo>
                  <a:lnTo>
                    <a:pt x="78" y="182"/>
                  </a:lnTo>
                  <a:lnTo>
                    <a:pt x="76" y="181"/>
                  </a:lnTo>
                  <a:lnTo>
                    <a:pt x="76" y="178"/>
                  </a:lnTo>
                  <a:lnTo>
                    <a:pt x="77" y="177"/>
                  </a:lnTo>
                  <a:lnTo>
                    <a:pt x="74" y="175"/>
                  </a:lnTo>
                  <a:lnTo>
                    <a:pt x="74" y="171"/>
                  </a:lnTo>
                  <a:lnTo>
                    <a:pt x="73" y="171"/>
                  </a:lnTo>
                  <a:lnTo>
                    <a:pt x="72" y="162"/>
                  </a:lnTo>
                  <a:lnTo>
                    <a:pt x="70" y="161"/>
                  </a:lnTo>
                  <a:lnTo>
                    <a:pt x="70" y="160"/>
                  </a:lnTo>
                  <a:lnTo>
                    <a:pt x="70" y="158"/>
                  </a:lnTo>
                  <a:lnTo>
                    <a:pt x="70" y="157"/>
                  </a:lnTo>
                  <a:lnTo>
                    <a:pt x="69" y="154"/>
                  </a:lnTo>
                  <a:lnTo>
                    <a:pt x="70" y="153"/>
                  </a:lnTo>
                  <a:lnTo>
                    <a:pt x="70" y="152"/>
                  </a:lnTo>
                  <a:lnTo>
                    <a:pt x="69" y="153"/>
                  </a:lnTo>
                  <a:lnTo>
                    <a:pt x="68" y="154"/>
                  </a:lnTo>
                  <a:lnTo>
                    <a:pt x="65" y="154"/>
                  </a:lnTo>
                  <a:lnTo>
                    <a:pt x="65" y="152"/>
                  </a:lnTo>
                  <a:lnTo>
                    <a:pt x="64" y="150"/>
                  </a:lnTo>
                  <a:lnTo>
                    <a:pt x="61" y="145"/>
                  </a:lnTo>
                  <a:lnTo>
                    <a:pt x="61" y="144"/>
                  </a:lnTo>
                  <a:lnTo>
                    <a:pt x="60" y="144"/>
                  </a:lnTo>
                  <a:lnTo>
                    <a:pt x="60" y="142"/>
                  </a:lnTo>
                  <a:lnTo>
                    <a:pt x="58" y="141"/>
                  </a:lnTo>
                  <a:lnTo>
                    <a:pt x="60" y="142"/>
                  </a:lnTo>
                  <a:lnTo>
                    <a:pt x="58" y="144"/>
                  </a:lnTo>
                  <a:lnTo>
                    <a:pt x="58" y="145"/>
                  </a:lnTo>
                  <a:lnTo>
                    <a:pt x="60" y="146"/>
                  </a:lnTo>
                  <a:lnTo>
                    <a:pt x="60" y="149"/>
                  </a:lnTo>
                  <a:lnTo>
                    <a:pt x="58" y="150"/>
                  </a:lnTo>
                  <a:lnTo>
                    <a:pt x="58" y="152"/>
                  </a:lnTo>
                  <a:lnTo>
                    <a:pt x="56" y="154"/>
                  </a:lnTo>
                  <a:lnTo>
                    <a:pt x="54" y="153"/>
                  </a:lnTo>
                  <a:lnTo>
                    <a:pt x="53" y="152"/>
                  </a:lnTo>
                  <a:lnTo>
                    <a:pt x="52" y="152"/>
                  </a:lnTo>
                  <a:lnTo>
                    <a:pt x="53" y="153"/>
                  </a:lnTo>
                  <a:lnTo>
                    <a:pt x="53" y="154"/>
                  </a:lnTo>
                  <a:lnTo>
                    <a:pt x="54" y="154"/>
                  </a:lnTo>
                  <a:lnTo>
                    <a:pt x="52" y="157"/>
                  </a:lnTo>
                  <a:lnTo>
                    <a:pt x="50" y="157"/>
                  </a:lnTo>
                  <a:lnTo>
                    <a:pt x="49" y="156"/>
                  </a:lnTo>
                  <a:lnTo>
                    <a:pt x="48" y="158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61"/>
                  </a:lnTo>
                  <a:lnTo>
                    <a:pt x="40" y="162"/>
                  </a:lnTo>
                  <a:lnTo>
                    <a:pt x="39" y="162"/>
                  </a:lnTo>
                  <a:lnTo>
                    <a:pt x="37" y="161"/>
                  </a:lnTo>
                  <a:lnTo>
                    <a:pt x="33" y="162"/>
                  </a:lnTo>
                  <a:lnTo>
                    <a:pt x="33" y="164"/>
                  </a:lnTo>
                  <a:lnTo>
                    <a:pt x="32" y="164"/>
                  </a:lnTo>
                  <a:lnTo>
                    <a:pt x="32" y="161"/>
                  </a:lnTo>
                  <a:lnTo>
                    <a:pt x="35" y="157"/>
                  </a:lnTo>
                  <a:lnTo>
                    <a:pt x="35" y="153"/>
                  </a:lnTo>
                  <a:lnTo>
                    <a:pt x="33" y="157"/>
                  </a:lnTo>
                  <a:lnTo>
                    <a:pt x="31" y="160"/>
                  </a:lnTo>
                  <a:lnTo>
                    <a:pt x="29" y="162"/>
                  </a:lnTo>
                  <a:lnTo>
                    <a:pt x="29" y="161"/>
                  </a:lnTo>
                  <a:lnTo>
                    <a:pt x="29" y="160"/>
                  </a:lnTo>
                  <a:lnTo>
                    <a:pt x="29" y="158"/>
                  </a:lnTo>
                  <a:lnTo>
                    <a:pt x="31" y="146"/>
                  </a:lnTo>
                  <a:lnTo>
                    <a:pt x="33" y="144"/>
                  </a:lnTo>
                  <a:lnTo>
                    <a:pt x="32" y="144"/>
                  </a:lnTo>
                  <a:lnTo>
                    <a:pt x="31" y="139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8" y="132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4"/>
                  </a:lnTo>
                  <a:lnTo>
                    <a:pt x="24" y="123"/>
                  </a:lnTo>
                  <a:lnTo>
                    <a:pt x="24" y="120"/>
                  </a:lnTo>
                  <a:lnTo>
                    <a:pt x="22" y="119"/>
                  </a:lnTo>
                  <a:lnTo>
                    <a:pt x="22" y="121"/>
                  </a:lnTo>
                  <a:lnTo>
                    <a:pt x="23" y="125"/>
                  </a:lnTo>
                  <a:lnTo>
                    <a:pt x="19" y="124"/>
                  </a:lnTo>
                  <a:lnTo>
                    <a:pt x="16" y="121"/>
                  </a:lnTo>
                  <a:lnTo>
                    <a:pt x="16" y="120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6" y="116"/>
                  </a:lnTo>
                  <a:lnTo>
                    <a:pt x="16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6" y="116"/>
                  </a:lnTo>
                  <a:lnTo>
                    <a:pt x="19" y="116"/>
                  </a:lnTo>
                  <a:lnTo>
                    <a:pt x="20" y="117"/>
                  </a:lnTo>
                  <a:lnTo>
                    <a:pt x="22" y="116"/>
                  </a:lnTo>
                  <a:lnTo>
                    <a:pt x="22" y="115"/>
                  </a:lnTo>
                  <a:lnTo>
                    <a:pt x="19" y="111"/>
                  </a:lnTo>
                  <a:lnTo>
                    <a:pt x="15" y="111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1" y="107"/>
                  </a:lnTo>
                  <a:lnTo>
                    <a:pt x="11" y="108"/>
                  </a:lnTo>
                  <a:lnTo>
                    <a:pt x="10" y="108"/>
                  </a:lnTo>
                  <a:lnTo>
                    <a:pt x="8" y="108"/>
                  </a:lnTo>
                  <a:lnTo>
                    <a:pt x="11" y="106"/>
                  </a:lnTo>
                  <a:lnTo>
                    <a:pt x="8" y="106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8" y="107"/>
                  </a:lnTo>
                  <a:lnTo>
                    <a:pt x="3" y="103"/>
                  </a:lnTo>
                  <a:lnTo>
                    <a:pt x="2" y="9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3" y="91"/>
                  </a:lnTo>
                  <a:lnTo>
                    <a:pt x="4" y="92"/>
                  </a:lnTo>
                  <a:lnTo>
                    <a:pt x="4" y="89"/>
                  </a:lnTo>
                  <a:lnTo>
                    <a:pt x="4" y="85"/>
                  </a:lnTo>
                  <a:lnTo>
                    <a:pt x="6" y="83"/>
                  </a:lnTo>
                  <a:lnTo>
                    <a:pt x="7" y="83"/>
                  </a:lnTo>
                  <a:lnTo>
                    <a:pt x="8" y="82"/>
                  </a:lnTo>
                  <a:lnTo>
                    <a:pt x="10" y="79"/>
                  </a:lnTo>
                  <a:lnTo>
                    <a:pt x="8" y="77"/>
                  </a:lnTo>
                  <a:lnTo>
                    <a:pt x="10" y="73"/>
                  </a:lnTo>
                  <a:lnTo>
                    <a:pt x="8" y="70"/>
                  </a:lnTo>
                  <a:lnTo>
                    <a:pt x="11" y="70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0" y="57"/>
                  </a:lnTo>
                  <a:lnTo>
                    <a:pt x="12" y="57"/>
                  </a:lnTo>
                  <a:lnTo>
                    <a:pt x="15" y="58"/>
                  </a:lnTo>
                  <a:lnTo>
                    <a:pt x="18" y="58"/>
                  </a:lnTo>
                  <a:lnTo>
                    <a:pt x="20" y="54"/>
                  </a:lnTo>
                  <a:lnTo>
                    <a:pt x="20" y="49"/>
                  </a:lnTo>
                  <a:lnTo>
                    <a:pt x="23" y="42"/>
                  </a:lnTo>
                  <a:lnTo>
                    <a:pt x="20" y="41"/>
                  </a:lnTo>
                  <a:lnTo>
                    <a:pt x="20" y="40"/>
                  </a:lnTo>
                  <a:lnTo>
                    <a:pt x="24" y="35"/>
                  </a:lnTo>
                  <a:lnTo>
                    <a:pt x="25" y="29"/>
                  </a:lnTo>
                  <a:lnTo>
                    <a:pt x="24" y="28"/>
                  </a:lnTo>
                  <a:lnTo>
                    <a:pt x="24" y="25"/>
                  </a:lnTo>
                  <a:lnTo>
                    <a:pt x="28" y="19"/>
                  </a:lnTo>
                  <a:lnTo>
                    <a:pt x="31" y="17"/>
                  </a:lnTo>
                  <a:lnTo>
                    <a:pt x="35" y="15"/>
                  </a:lnTo>
                  <a:lnTo>
                    <a:pt x="35" y="11"/>
                  </a:lnTo>
                  <a:lnTo>
                    <a:pt x="39" y="11"/>
                  </a:lnTo>
                  <a:lnTo>
                    <a:pt x="43" y="8"/>
                  </a:lnTo>
                  <a:lnTo>
                    <a:pt x="44" y="10"/>
                  </a:lnTo>
                  <a:lnTo>
                    <a:pt x="47" y="11"/>
                  </a:lnTo>
                  <a:lnTo>
                    <a:pt x="47" y="8"/>
                  </a:lnTo>
                  <a:lnTo>
                    <a:pt x="47" y="6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8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" name="Freeform 366"/>
            <p:cNvSpPr>
              <a:spLocks noEditPoints="1"/>
            </p:cNvSpPr>
            <p:nvPr/>
          </p:nvSpPr>
          <p:spPr bwMode="auto">
            <a:xfrm>
              <a:off x="8178660" y="4056023"/>
              <a:ext cx="68520" cy="121812"/>
            </a:xfrm>
            <a:custGeom>
              <a:avLst/>
              <a:gdLst>
                <a:gd name="T0" fmla="*/ 2 w 27"/>
                <a:gd name="T1" fmla="*/ 18 h 48"/>
                <a:gd name="T2" fmla="*/ 2 w 27"/>
                <a:gd name="T3" fmla="*/ 21 h 48"/>
                <a:gd name="T4" fmla="*/ 2 w 27"/>
                <a:gd name="T5" fmla="*/ 21 h 48"/>
                <a:gd name="T6" fmla="*/ 2 w 27"/>
                <a:gd name="T7" fmla="*/ 18 h 48"/>
                <a:gd name="T8" fmla="*/ 8 w 27"/>
                <a:gd name="T9" fmla="*/ 5 h 48"/>
                <a:gd name="T10" fmla="*/ 9 w 27"/>
                <a:gd name="T11" fmla="*/ 6 h 48"/>
                <a:gd name="T12" fmla="*/ 13 w 27"/>
                <a:gd name="T13" fmla="*/ 6 h 48"/>
                <a:gd name="T14" fmla="*/ 15 w 27"/>
                <a:gd name="T15" fmla="*/ 9 h 48"/>
                <a:gd name="T16" fmla="*/ 16 w 27"/>
                <a:gd name="T17" fmla="*/ 10 h 48"/>
                <a:gd name="T18" fmla="*/ 19 w 27"/>
                <a:gd name="T19" fmla="*/ 14 h 48"/>
                <a:gd name="T20" fmla="*/ 17 w 27"/>
                <a:gd name="T21" fmla="*/ 17 h 48"/>
                <a:gd name="T22" fmla="*/ 19 w 27"/>
                <a:gd name="T23" fmla="*/ 17 h 48"/>
                <a:gd name="T24" fmla="*/ 23 w 27"/>
                <a:gd name="T25" fmla="*/ 21 h 48"/>
                <a:gd name="T26" fmla="*/ 27 w 27"/>
                <a:gd name="T27" fmla="*/ 27 h 48"/>
                <a:gd name="T28" fmla="*/ 27 w 27"/>
                <a:gd name="T29" fmla="*/ 30 h 48"/>
                <a:gd name="T30" fmla="*/ 27 w 27"/>
                <a:gd name="T31" fmla="*/ 34 h 48"/>
                <a:gd name="T32" fmla="*/ 25 w 27"/>
                <a:gd name="T33" fmla="*/ 38 h 48"/>
                <a:gd name="T34" fmla="*/ 20 w 27"/>
                <a:gd name="T35" fmla="*/ 46 h 48"/>
                <a:gd name="T36" fmla="*/ 12 w 27"/>
                <a:gd name="T37" fmla="*/ 47 h 48"/>
                <a:gd name="T38" fmla="*/ 7 w 27"/>
                <a:gd name="T39" fmla="*/ 47 h 48"/>
                <a:gd name="T40" fmla="*/ 4 w 27"/>
                <a:gd name="T41" fmla="*/ 38 h 48"/>
                <a:gd name="T42" fmla="*/ 3 w 27"/>
                <a:gd name="T43" fmla="*/ 30 h 48"/>
                <a:gd name="T44" fmla="*/ 2 w 27"/>
                <a:gd name="T45" fmla="*/ 25 h 48"/>
                <a:gd name="T46" fmla="*/ 3 w 27"/>
                <a:gd name="T47" fmla="*/ 18 h 48"/>
                <a:gd name="T48" fmla="*/ 3 w 27"/>
                <a:gd name="T49" fmla="*/ 14 h 48"/>
                <a:gd name="T50" fmla="*/ 3 w 27"/>
                <a:gd name="T51" fmla="*/ 11 h 48"/>
                <a:gd name="T52" fmla="*/ 0 w 27"/>
                <a:gd name="T53" fmla="*/ 9 h 48"/>
                <a:gd name="T54" fmla="*/ 2 w 27"/>
                <a:gd name="T55" fmla="*/ 9 h 48"/>
                <a:gd name="T56" fmla="*/ 4 w 27"/>
                <a:gd name="T57" fmla="*/ 10 h 48"/>
                <a:gd name="T58" fmla="*/ 5 w 27"/>
                <a:gd name="T59" fmla="*/ 6 h 48"/>
                <a:gd name="T60" fmla="*/ 5 w 27"/>
                <a:gd name="T61" fmla="*/ 6 h 48"/>
                <a:gd name="T62" fmla="*/ 5 w 27"/>
                <a:gd name="T63" fmla="*/ 5 h 48"/>
                <a:gd name="T64" fmla="*/ 8 w 27"/>
                <a:gd name="T65" fmla="*/ 0 h 48"/>
                <a:gd name="T66" fmla="*/ 9 w 27"/>
                <a:gd name="T67" fmla="*/ 2 h 48"/>
                <a:gd name="T68" fmla="*/ 13 w 27"/>
                <a:gd name="T69" fmla="*/ 5 h 48"/>
                <a:gd name="T70" fmla="*/ 9 w 27"/>
                <a:gd name="T71" fmla="*/ 5 h 48"/>
                <a:gd name="T72" fmla="*/ 7 w 27"/>
                <a:gd name="T73" fmla="*/ 2 h 48"/>
                <a:gd name="T74" fmla="*/ 8 w 27"/>
                <a:gd name="T75" fmla="*/ 1 h 48"/>
                <a:gd name="T76" fmla="*/ 8 w 27"/>
                <a:gd name="T77" fmla="*/ 0 h 48"/>
                <a:gd name="T78" fmla="*/ 7 w 27"/>
                <a:gd name="T79" fmla="*/ 0 h 48"/>
                <a:gd name="T80" fmla="*/ 5 w 27"/>
                <a:gd name="T81" fmla="*/ 2 h 48"/>
                <a:gd name="T82" fmla="*/ 2 w 27"/>
                <a:gd name="T83" fmla="*/ 1 h 48"/>
                <a:gd name="T84" fmla="*/ 5 w 27"/>
                <a:gd name="T8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" h="48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0" y="23"/>
                  </a:lnTo>
                  <a:lnTo>
                    <a:pt x="2" y="21"/>
                  </a:lnTo>
                  <a:lnTo>
                    <a:pt x="0" y="18"/>
                  </a:lnTo>
                  <a:lnTo>
                    <a:pt x="2" y="18"/>
                  </a:lnTo>
                  <a:close/>
                  <a:moveTo>
                    <a:pt x="5" y="3"/>
                  </a:moveTo>
                  <a:lnTo>
                    <a:pt x="8" y="5"/>
                  </a:lnTo>
                  <a:lnTo>
                    <a:pt x="8" y="5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6" y="10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19" y="15"/>
                  </a:lnTo>
                  <a:lnTo>
                    <a:pt x="17" y="17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21" y="17"/>
                  </a:lnTo>
                  <a:lnTo>
                    <a:pt x="23" y="21"/>
                  </a:lnTo>
                  <a:lnTo>
                    <a:pt x="24" y="26"/>
                  </a:lnTo>
                  <a:lnTo>
                    <a:pt x="27" y="27"/>
                  </a:lnTo>
                  <a:lnTo>
                    <a:pt x="25" y="28"/>
                  </a:lnTo>
                  <a:lnTo>
                    <a:pt x="27" y="3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6"/>
                  </a:lnTo>
                  <a:lnTo>
                    <a:pt x="25" y="38"/>
                  </a:lnTo>
                  <a:lnTo>
                    <a:pt x="24" y="42"/>
                  </a:lnTo>
                  <a:lnTo>
                    <a:pt x="20" y="46"/>
                  </a:lnTo>
                  <a:lnTo>
                    <a:pt x="16" y="47"/>
                  </a:lnTo>
                  <a:lnTo>
                    <a:pt x="12" y="47"/>
                  </a:lnTo>
                  <a:lnTo>
                    <a:pt x="9" y="48"/>
                  </a:lnTo>
                  <a:lnTo>
                    <a:pt x="7" y="47"/>
                  </a:lnTo>
                  <a:lnTo>
                    <a:pt x="5" y="43"/>
                  </a:lnTo>
                  <a:lnTo>
                    <a:pt x="4" y="38"/>
                  </a:lnTo>
                  <a:lnTo>
                    <a:pt x="2" y="31"/>
                  </a:lnTo>
                  <a:lnTo>
                    <a:pt x="3" y="30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5" y="5"/>
                  </a:lnTo>
                  <a:lnTo>
                    <a:pt x="5" y="3"/>
                  </a:lnTo>
                  <a:close/>
                  <a:moveTo>
                    <a:pt x="8" y="0"/>
                  </a:moveTo>
                  <a:lnTo>
                    <a:pt x="9" y="1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7" y="1"/>
                  </a:lnTo>
                  <a:lnTo>
                    <a:pt x="8" y="0"/>
                  </a:lnTo>
                  <a:close/>
                  <a:moveTo>
                    <a:pt x="5" y="0"/>
                  </a:move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2" y="1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2" name="Freeform 367"/>
            <p:cNvSpPr>
              <a:spLocks noEditPoints="1"/>
            </p:cNvSpPr>
            <p:nvPr/>
          </p:nvSpPr>
          <p:spPr bwMode="auto">
            <a:xfrm>
              <a:off x="7808149" y="3284548"/>
              <a:ext cx="842531" cy="824768"/>
            </a:xfrm>
            <a:custGeom>
              <a:avLst/>
              <a:gdLst>
                <a:gd name="T0" fmla="*/ 236 w 332"/>
                <a:gd name="T1" fmla="*/ 154 h 325"/>
                <a:gd name="T2" fmla="*/ 234 w 332"/>
                <a:gd name="T3" fmla="*/ 155 h 325"/>
                <a:gd name="T4" fmla="*/ 99 w 332"/>
                <a:gd name="T5" fmla="*/ 7 h 325"/>
                <a:gd name="T6" fmla="*/ 111 w 332"/>
                <a:gd name="T7" fmla="*/ 23 h 325"/>
                <a:gd name="T8" fmla="*/ 122 w 332"/>
                <a:gd name="T9" fmla="*/ 31 h 325"/>
                <a:gd name="T10" fmla="*/ 133 w 332"/>
                <a:gd name="T11" fmla="*/ 50 h 325"/>
                <a:gd name="T12" fmla="*/ 149 w 332"/>
                <a:gd name="T13" fmla="*/ 69 h 325"/>
                <a:gd name="T14" fmla="*/ 186 w 332"/>
                <a:gd name="T15" fmla="*/ 80 h 325"/>
                <a:gd name="T16" fmla="*/ 228 w 332"/>
                <a:gd name="T17" fmla="*/ 89 h 325"/>
                <a:gd name="T18" fmla="*/ 233 w 332"/>
                <a:gd name="T19" fmla="*/ 75 h 325"/>
                <a:gd name="T20" fmla="*/ 252 w 332"/>
                <a:gd name="T21" fmla="*/ 88 h 325"/>
                <a:gd name="T22" fmla="*/ 267 w 332"/>
                <a:gd name="T23" fmla="*/ 76 h 325"/>
                <a:gd name="T24" fmla="*/ 280 w 332"/>
                <a:gd name="T25" fmla="*/ 64 h 325"/>
                <a:gd name="T26" fmla="*/ 299 w 332"/>
                <a:gd name="T27" fmla="*/ 50 h 325"/>
                <a:gd name="T28" fmla="*/ 320 w 332"/>
                <a:gd name="T29" fmla="*/ 48 h 325"/>
                <a:gd name="T30" fmla="*/ 323 w 332"/>
                <a:gd name="T31" fmla="*/ 61 h 325"/>
                <a:gd name="T32" fmla="*/ 331 w 332"/>
                <a:gd name="T33" fmla="*/ 76 h 325"/>
                <a:gd name="T34" fmla="*/ 308 w 332"/>
                <a:gd name="T35" fmla="*/ 93 h 325"/>
                <a:gd name="T36" fmla="*/ 299 w 332"/>
                <a:gd name="T37" fmla="*/ 123 h 325"/>
                <a:gd name="T38" fmla="*/ 294 w 332"/>
                <a:gd name="T39" fmla="*/ 144 h 325"/>
                <a:gd name="T40" fmla="*/ 287 w 332"/>
                <a:gd name="T41" fmla="*/ 148 h 325"/>
                <a:gd name="T42" fmla="*/ 279 w 332"/>
                <a:gd name="T43" fmla="*/ 127 h 325"/>
                <a:gd name="T44" fmla="*/ 275 w 332"/>
                <a:gd name="T45" fmla="*/ 135 h 325"/>
                <a:gd name="T46" fmla="*/ 273 w 332"/>
                <a:gd name="T47" fmla="*/ 121 h 325"/>
                <a:gd name="T48" fmla="*/ 279 w 332"/>
                <a:gd name="T49" fmla="*/ 109 h 325"/>
                <a:gd name="T50" fmla="*/ 254 w 332"/>
                <a:gd name="T51" fmla="*/ 105 h 325"/>
                <a:gd name="T52" fmla="*/ 245 w 332"/>
                <a:gd name="T53" fmla="*/ 94 h 325"/>
                <a:gd name="T54" fmla="*/ 236 w 332"/>
                <a:gd name="T55" fmla="*/ 90 h 325"/>
                <a:gd name="T56" fmla="*/ 229 w 332"/>
                <a:gd name="T57" fmla="*/ 97 h 325"/>
                <a:gd name="T58" fmla="*/ 234 w 332"/>
                <a:gd name="T59" fmla="*/ 107 h 325"/>
                <a:gd name="T60" fmla="*/ 241 w 332"/>
                <a:gd name="T61" fmla="*/ 132 h 325"/>
                <a:gd name="T62" fmla="*/ 244 w 332"/>
                <a:gd name="T63" fmla="*/ 152 h 325"/>
                <a:gd name="T64" fmla="*/ 238 w 332"/>
                <a:gd name="T65" fmla="*/ 152 h 325"/>
                <a:gd name="T66" fmla="*/ 234 w 332"/>
                <a:gd name="T67" fmla="*/ 147 h 325"/>
                <a:gd name="T68" fmla="*/ 221 w 332"/>
                <a:gd name="T69" fmla="*/ 163 h 325"/>
                <a:gd name="T70" fmla="*/ 215 w 332"/>
                <a:gd name="T71" fmla="*/ 177 h 325"/>
                <a:gd name="T72" fmla="*/ 204 w 332"/>
                <a:gd name="T73" fmla="*/ 181 h 325"/>
                <a:gd name="T74" fmla="*/ 173 w 332"/>
                <a:gd name="T75" fmla="*/ 213 h 325"/>
                <a:gd name="T76" fmla="*/ 155 w 332"/>
                <a:gd name="T77" fmla="*/ 230 h 325"/>
                <a:gd name="T78" fmla="*/ 149 w 332"/>
                <a:gd name="T79" fmla="*/ 259 h 325"/>
                <a:gd name="T80" fmla="*/ 146 w 332"/>
                <a:gd name="T81" fmla="*/ 298 h 325"/>
                <a:gd name="T82" fmla="*/ 142 w 332"/>
                <a:gd name="T83" fmla="*/ 311 h 325"/>
                <a:gd name="T84" fmla="*/ 128 w 332"/>
                <a:gd name="T85" fmla="*/ 318 h 325"/>
                <a:gd name="T86" fmla="*/ 105 w 332"/>
                <a:gd name="T87" fmla="*/ 300 h 325"/>
                <a:gd name="T88" fmla="*/ 90 w 332"/>
                <a:gd name="T89" fmla="*/ 275 h 325"/>
                <a:gd name="T90" fmla="*/ 80 w 332"/>
                <a:gd name="T91" fmla="*/ 246 h 325"/>
                <a:gd name="T92" fmla="*/ 68 w 332"/>
                <a:gd name="T93" fmla="*/ 229 h 325"/>
                <a:gd name="T94" fmla="*/ 61 w 332"/>
                <a:gd name="T95" fmla="*/ 193 h 325"/>
                <a:gd name="T96" fmla="*/ 55 w 332"/>
                <a:gd name="T97" fmla="*/ 168 h 325"/>
                <a:gd name="T98" fmla="*/ 51 w 332"/>
                <a:gd name="T99" fmla="*/ 155 h 325"/>
                <a:gd name="T100" fmla="*/ 53 w 332"/>
                <a:gd name="T101" fmla="*/ 146 h 325"/>
                <a:gd name="T102" fmla="*/ 46 w 332"/>
                <a:gd name="T103" fmla="*/ 161 h 325"/>
                <a:gd name="T104" fmla="*/ 13 w 332"/>
                <a:gd name="T105" fmla="*/ 154 h 325"/>
                <a:gd name="T106" fmla="*/ 15 w 332"/>
                <a:gd name="T107" fmla="*/ 148 h 325"/>
                <a:gd name="T108" fmla="*/ 25 w 332"/>
                <a:gd name="T109" fmla="*/ 138 h 325"/>
                <a:gd name="T110" fmla="*/ 1 w 332"/>
                <a:gd name="T111" fmla="*/ 135 h 325"/>
                <a:gd name="T112" fmla="*/ 5 w 332"/>
                <a:gd name="T113" fmla="*/ 122 h 325"/>
                <a:gd name="T114" fmla="*/ 28 w 332"/>
                <a:gd name="T115" fmla="*/ 121 h 325"/>
                <a:gd name="T116" fmla="*/ 17 w 332"/>
                <a:gd name="T117" fmla="*/ 101 h 325"/>
                <a:gd name="T118" fmla="*/ 9 w 332"/>
                <a:gd name="T119" fmla="*/ 81 h 325"/>
                <a:gd name="T120" fmla="*/ 28 w 332"/>
                <a:gd name="T121" fmla="*/ 73 h 325"/>
                <a:gd name="T122" fmla="*/ 54 w 332"/>
                <a:gd name="T123" fmla="*/ 43 h 325"/>
                <a:gd name="T124" fmla="*/ 61 w 332"/>
                <a:gd name="T125" fmla="*/ 1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2" h="325">
                  <a:moveTo>
                    <a:pt x="241" y="154"/>
                  </a:moveTo>
                  <a:lnTo>
                    <a:pt x="241" y="155"/>
                  </a:lnTo>
                  <a:lnTo>
                    <a:pt x="241" y="156"/>
                  </a:lnTo>
                  <a:lnTo>
                    <a:pt x="241" y="154"/>
                  </a:lnTo>
                  <a:close/>
                  <a:moveTo>
                    <a:pt x="236" y="154"/>
                  </a:moveTo>
                  <a:lnTo>
                    <a:pt x="237" y="155"/>
                  </a:lnTo>
                  <a:lnTo>
                    <a:pt x="238" y="156"/>
                  </a:lnTo>
                  <a:lnTo>
                    <a:pt x="237" y="155"/>
                  </a:lnTo>
                  <a:lnTo>
                    <a:pt x="236" y="154"/>
                  </a:lnTo>
                  <a:close/>
                  <a:moveTo>
                    <a:pt x="240" y="152"/>
                  </a:moveTo>
                  <a:lnTo>
                    <a:pt x="240" y="154"/>
                  </a:lnTo>
                  <a:lnTo>
                    <a:pt x="240" y="155"/>
                  </a:lnTo>
                  <a:lnTo>
                    <a:pt x="238" y="155"/>
                  </a:lnTo>
                  <a:lnTo>
                    <a:pt x="238" y="154"/>
                  </a:lnTo>
                  <a:lnTo>
                    <a:pt x="240" y="152"/>
                  </a:lnTo>
                  <a:close/>
                  <a:moveTo>
                    <a:pt x="234" y="151"/>
                  </a:moveTo>
                  <a:lnTo>
                    <a:pt x="234" y="152"/>
                  </a:lnTo>
                  <a:lnTo>
                    <a:pt x="234" y="155"/>
                  </a:lnTo>
                  <a:lnTo>
                    <a:pt x="233" y="155"/>
                  </a:lnTo>
                  <a:lnTo>
                    <a:pt x="233" y="154"/>
                  </a:lnTo>
                  <a:lnTo>
                    <a:pt x="234" y="151"/>
                  </a:lnTo>
                  <a:close/>
                  <a:moveTo>
                    <a:pt x="82" y="0"/>
                  </a:moveTo>
                  <a:lnTo>
                    <a:pt x="84" y="0"/>
                  </a:lnTo>
                  <a:lnTo>
                    <a:pt x="91" y="5"/>
                  </a:lnTo>
                  <a:lnTo>
                    <a:pt x="94" y="2"/>
                  </a:lnTo>
                  <a:lnTo>
                    <a:pt x="97" y="4"/>
                  </a:lnTo>
                  <a:lnTo>
                    <a:pt x="99" y="7"/>
                  </a:lnTo>
                  <a:lnTo>
                    <a:pt x="101" y="6"/>
                  </a:lnTo>
                  <a:lnTo>
                    <a:pt x="107" y="10"/>
                  </a:lnTo>
                  <a:lnTo>
                    <a:pt x="107" y="10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11" y="15"/>
                  </a:lnTo>
                  <a:lnTo>
                    <a:pt x="109" y="19"/>
                  </a:lnTo>
                  <a:lnTo>
                    <a:pt x="111" y="22"/>
                  </a:lnTo>
                  <a:lnTo>
                    <a:pt x="111" y="23"/>
                  </a:lnTo>
                  <a:lnTo>
                    <a:pt x="112" y="25"/>
                  </a:lnTo>
                  <a:lnTo>
                    <a:pt x="113" y="26"/>
                  </a:lnTo>
                  <a:lnTo>
                    <a:pt x="113" y="27"/>
                  </a:lnTo>
                  <a:lnTo>
                    <a:pt x="115" y="29"/>
                  </a:lnTo>
                  <a:lnTo>
                    <a:pt x="115" y="31"/>
                  </a:lnTo>
                  <a:lnTo>
                    <a:pt x="117" y="32"/>
                  </a:lnTo>
                  <a:lnTo>
                    <a:pt x="119" y="30"/>
                  </a:lnTo>
                  <a:lnTo>
                    <a:pt x="121" y="30"/>
                  </a:lnTo>
                  <a:lnTo>
                    <a:pt x="122" y="31"/>
                  </a:lnTo>
                  <a:lnTo>
                    <a:pt x="125" y="31"/>
                  </a:lnTo>
                  <a:lnTo>
                    <a:pt x="128" y="34"/>
                  </a:lnTo>
                  <a:lnTo>
                    <a:pt x="129" y="35"/>
                  </a:lnTo>
                  <a:lnTo>
                    <a:pt x="130" y="38"/>
                  </a:lnTo>
                  <a:lnTo>
                    <a:pt x="133" y="38"/>
                  </a:lnTo>
                  <a:lnTo>
                    <a:pt x="134" y="40"/>
                  </a:lnTo>
                  <a:lnTo>
                    <a:pt x="134" y="39"/>
                  </a:lnTo>
                  <a:lnTo>
                    <a:pt x="134" y="43"/>
                  </a:lnTo>
                  <a:lnTo>
                    <a:pt x="133" y="50"/>
                  </a:lnTo>
                  <a:lnTo>
                    <a:pt x="133" y="54"/>
                  </a:lnTo>
                  <a:lnTo>
                    <a:pt x="129" y="57"/>
                  </a:lnTo>
                  <a:lnTo>
                    <a:pt x="130" y="61"/>
                  </a:lnTo>
                  <a:lnTo>
                    <a:pt x="133" y="61"/>
                  </a:lnTo>
                  <a:lnTo>
                    <a:pt x="136" y="63"/>
                  </a:lnTo>
                  <a:lnTo>
                    <a:pt x="137" y="63"/>
                  </a:lnTo>
                  <a:lnTo>
                    <a:pt x="140" y="64"/>
                  </a:lnTo>
                  <a:lnTo>
                    <a:pt x="144" y="65"/>
                  </a:lnTo>
                  <a:lnTo>
                    <a:pt x="149" y="69"/>
                  </a:lnTo>
                  <a:lnTo>
                    <a:pt x="153" y="73"/>
                  </a:lnTo>
                  <a:lnTo>
                    <a:pt x="157" y="75"/>
                  </a:lnTo>
                  <a:lnTo>
                    <a:pt x="159" y="76"/>
                  </a:lnTo>
                  <a:lnTo>
                    <a:pt x="162" y="76"/>
                  </a:lnTo>
                  <a:lnTo>
                    <a:pt x="166" y="79"/>
                  </a:lnTo>
                  <a:lnTo>
                    <a:pt x="173" y="79"/>
                  </a:lnTo>
                  <a:lnTo>
                    <a:pt x="174" y="80"/>
                  </a:lnTo>
                  <a:lnTo>
                    <a:pt x="180" y="79"/>
                  </a:lnTo>
                  <a:lnTo>
                    <a:pt x="186" y="80"/>
                  </a:lnTo>
                  <a:lnTo>
                    <a:pt x="187" y="82"/>
                  </a:lnTo>
                  <a:lnTo>
                    <a:pt x="190" y="85"/>
                  </a:lnTo>
                  <a:lnTo>
                    <a:pt x="196" y="88"/>
                  </a:lnTo>
                  <a:lnTo>
                    <a:pt x="199" y="86"/>
                  </a:lnTo>
                  <a:lnTo>
                    <a:pt x="203" y="86"/>
                  </a:lnTo>
                  <a:lnTo>
                    <a:pt x="213" y="89"/>
                  </a:lnTo>
                  <a:lnTo>
                    <a:pt x="216" y="88"/>
                  </a:lnTo>
                  <a:lnTo>
                    <a:pt x="220" y="90"/>
                  </a:lnTo>
                  <a:lnTo>
                    <a:pt x="228" y="89"/>
                  </a:lnTo>
                  <a:lnTo>
                    <a:pt x="228" y="84"/>
                  </a:lnTo>
                  <a:lnTo>
                    <a:pt x="227" y="79"/>
                  </a:lnTo>
                  <a:lnTo>
                    <a:pt x="227" y="73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9" y="69"/>
                  </a:lnTo>
                  <a:lnTo>
                    <a:pt x="232" y="69"/>
                  </a:lnTo>
                  <a:lnTo>
                    <a:pt x="233" y="71"/>
                  </a:lnTo>
                  <a:lnTo>
                    <a:pt x="233" y="75"/>
                  </a:lnTo>
                  <a:lnTo>
                    <a:pt x="236" y="76"/>
                  </a:lnTo>
                  <a:lnTo>
                    <a:pt x="236" y="76"/>
                  </a:lnTo>
                  <a:lnTo>
                    <a:pt x="234" y="79"/>
                  </a:lnTo>
                  <a:lnTo>
                    <a:pt x="234" y="80"/>
                  </a:lnTo>
                  <a:lnTo>
                    <a:pt x="237" y="84"/>
                  </a:lnTo>
                  <a:lnTo>
                    <a:pt x="241" y="85"/>
                  </a:lnTo>
                  <a:lnTo>
                    <a:pt x="242" y="84"/>
                  </a:lnTo>
                  <a:lnTo>
                    <a:pt x="248" y="88"/>
                  </a:lnTo>
                  <a:lnTo>
                    <a:pt x="252" y="88"/>
                  </a:lnTo>
                  <a:lnTo>
                    <a:pt x="253" y="84"/>
                  </a:lnTo>
                  <a:lnTo>
                    <a:pt x="255" y="84"/>
                  </a:lnTo>
                  <a:lnTo>
                    <a:pt x="258" y="85"/>
                  </a:lnTo>
                  <a:lnTo>
                    <a:pt x="263" y="84"/>
                  </a:lnTo>
                  <a:lnTo>
                    <a:pt x="266" y="84"/>
                  </a:lnTo>
                  <a:lnTo>
                    <a:pt x="271" y="82"/>
                  </a:lnTo>
                  <a:lnTo>
                    <a:pt x="271" y="81"/>
                  </a:lnTo>
                  <a:lnTo>
                    <a:pt x="271" y="77"/>
                  </a:lnTo>
                  <a:lnTo>
                    <a:pt x="267" y="76"/>
                  </a:lnTo>
                  <a:lnTo>
                    <a:pt x="267" y="73"/>
                  </a:lnTo>
                  <a:lnTo>
                    <a:pt x="267" y="71"/>
                  </a:lnTo>
                  <a:lnTo>
                    <a:pt x="269" y="71"/>
                  </a:lnTo>
                  <a:lnTo>
                    <a:pt x="274" y="69"/>
                  </a:lnTo>
                  <a:lnTo>
                    <a:pt x="275" y="69"/>
                  </a:lnTo>
                  <a:lnTo>
                    <a:pt x="277" y="67"/>
                  </a:lnTo>
                  <a:lnTo>
                    <a:pt x="278" y="65"/>
                  </a:lnTo>
                  <a:lnTo>
                    <a:pt x="280" y="65"/>
                  </a:lnTo>
                  <a:lnTo>
                    <a:pt x="280" y="64"/>
                  </a:lnTo>
                  <a:lnTo>
                    <a:pt x="283" y="64"/>
                  </a:lnTo>
                  <a:lnTo>
                    <a:pt x="283" y="61"/>
                  </a:lnTo>
                  <a:lnTo>
                    <a:pt x="286" y="59"/>
                  </a:lnTo>
                  <a:lnTo>
                    <a:pt x="288" y="59"/>
                  </a:lnTo>
                  <a:lnTo>
                    <a:pt x="292" y="57"/>
                  </a:lnTo>
                  <a:lnTo>
                    <a:pt x="295" y="54"/>
                  </a:lnTo>
                  <a:lnTo>
                    <a:pt x="295" y="51"/>
                  </a:lnTo>
                  <a:lnTo>
                    <a:pt x="296" y="51"/>
                  </a:lnTo>
                  <a:lnTo>
                    <a:pt x="299" y="50"/>
                  </a:lnTo>
                  <a:lnTo>
                    <a:pt x="302" y="52"/>
                  </a:lnTo>
                  <a:lnTo>
                    <a:pt x="304" y="51"/>
                  </a:lnTo>
                  <a:lnTo>
                    <a:pt x="309" y="52"/>
                  </a:lnTo>
                  <a:lnTo>
                    <a:pt x="311" y="51"/>
                  </a:lnTo>
                  <a:lnTo>
                    <a:pt x="309" y="50"/>
                  </a:lnTo>
                  <a:lnTo>
                    <a:pt x="315" y="47"/>
                  </a:lnTo>
                  <a:lnTo>
                    <a:pt x="317" y="47"/>
                  </a:lnTo>
                  <a:lnTo>
                    <a:pt x="319" y="48"/>
                  </a:lnTo>
                  <a:lnTo>
                    <a:pt x="320" y="48"/>
                  </a:lnTo>
                  <a:lnTo>
                    <a:pt x="320" y="50"/>
                  </a:lnTo>
                  <a:lnTo>
                    <a:pt x="319" y="52"/>
                  </a:lnTo>
                  <a:lnTo>
                    <a:pt x="320" y="55"/>
                  </a:lnTo>
                  <a:lnTo>
                    <a:pt x="321" y="54"/>
                  </a:lnTo>
                  <a:lnTo>
                    <a:pt x="323" y="54"/>
                  </a:lnTo>
                  <a:lnTo>
                    <a:pt x="323" y="55"/>
                  </a:lnTo>
                  <a:lnTo>
                    <a:pt x="325" y="57"/>
                  </a:lnTo>
                  <a:lnTo>
                    <a:pt x="325" y="59"/>
                  </a:lnTo>
                  <a:lnTo>
                    <a:pt x="323" y="61"/>
                  </a:lnTo>
                  <a:lnTo>
                    <a:pt x="324" y="63"/>
                  </a:lnTo>
                  <a:lnTo>
                    <a:pt x="327" y="64"/>
                  </a:lnTo>
                  <a:lnTo>
                    <a:pt x="328" y="63"/>
                  </a:lnTo>
                  <a:lnTo>
                    <a:pt x="329" y="64"/>
                  </a:lnTo>
                  <a:lnTo>
                    <a:pt x="332" y="67"/>
                  </a:lnTo>
                  <a:lnTo>
                    <a:pt x="332" y="68"/>
                  </a:lnTo>
                  <a:lnTo>
                    <a:pt x="331" y="71"/>
                  </a:lnTo>
                  <a:lnTo>
                    <a:pt x="331" y="73"/>
                  </a:lnTo>
                  <a:lnTo>
                    <a:pt x="331" y="76"/>
                  </a:lnTo>
                  <a:lnTo>
                    <a:pt x="328" y="75"/>
                  </a:lnTo>
                  <a:lnTo>
                    <a:pt x="327" y="73"/>
                  </a:lnTo>
                  <a:lnTo>
                    <a:pt x="323" y="76"/>
                  </a:lnTo>
                  <a:lnTo>
                    <a:pt x="319" y="76"/>
                  </a:lnTo>
                  <a:lnTo>
                    <a:pt x="319" y="80"/>
                  </a:lnTo>
                  <a:lnTo>
                    <a:pt x="315" y="82"/>
                  </a:lnTo>
                  <a:lnTo>
                    <a:pt x="312" y="84"/>
                  </a:lnTo>
                  <a:lnTo>
                    <a:pt x="308" y="90"/>
                  </a:lnTo>
                  <a:lnTo>
                    <a:pt x="308" y="93"/>
                  </a:lnTo>
                  <a:lnTo>
                    <a:pt x="309" y="94"/>
                  </a:lnTo>
                  <a:lnTo>
                    <a:pt x="308" y="100"/>
                  </a:lnTo>
                  <a:lnTo>
                    <a:pt x="304" y="105"/>
                  </a:lnTo>
                  <a:lnTo>
                    <a:pt x="304" y="106"/>
                  </a:lnTo>
                  <a:lnTo>
                    <a:pt x="307" y="107"/>
                  </a:lnTo>
                  <a:lnTo>
                    <a:pt x="304" y="114"/>
                  </a:lnTo>
                  <a:lnTo>
                    <a:pt x="304" y="119"/>
                  </a:lnTo>
                  <a:lnTo>
                    <a:pt x="302" y="123"/>
                  </a:lnTo>
                  <a:lnTo>
                    <a:pt x="299" y="123"/>
                  </a:lnTo>
                  <a:lnTo>
                    <a:pt x="296" y="122"/>
                  </a:lnTo>
                  <a:lnTo>
                    <a:pt x="294" y="122"/>
                  </a:lnTo>
                  <a:lnTo>
                    <a:pt x="295" y="129"/>
                  </a:lnTo>
                  <a:lnTo>
                    <a:pt x="295" y="131"/>
                  </a:lnTo>
                  <a:lnTo>
                    <a:pt x="295" y="135"/>
                  </a:lnTo>
                  <a:lnTo>
                    <a:pt x="292" y="135"/>
                  </a:lnTo>
                  <a:lnTo>
                    <a:pt x="294" y="138"/>
                  </a:lnTo>
                  <a:lnTo>
                    <a:pt x="292" y="142"/>
                  </a:lnTo>
                  <a:lnTo>
                    <a:pt x="294" y="144"/>
                  </a:lnTo>
                  <a:lnTo>
                    <a:pt x="292" y="147"/>
                  </a:lnTo>
                  <a:lnTo>
                    <a:pt x="291" y="148"/>
                  </a:lnTo>
                  <a:lnTo>
                    <a:pt x="290" y="148"/>
                  </a:lnTo>
                  <a:lnTo>
                    <a:pt x="288" y="150"/>
                  </a:lnTo>
                  <a:lnTo>
                    <a:pt x="288" y="151"/>
                  </a:lnTo>
                  <a:lnTo>
                    <a:pt x="288" y="151"/>
                  </a:lnTo>
                  <a:lnTo>
                    <a:pt x="288" y="150"/>
                  </a:lnTo>
                  <a:lnTo>
                    <a:pt x="288" y="148"/>
                  </a:lnTo>
                  <a:lnTo>
                    <a:pt x="287" y="148"/>
                  </a:lnTo>
                  <a:lnTo>
                    <a:pt x="287" y="146"/>
                  </a:lnTo>
                  <a:lnTo>
                    <a:pt x="286" y="143"/>
                  </a:lnTo>
                  <a:lnTo>
                    <a:pt x="284" y="138"/>
                  </a:lnTo>
                  <a:lnTo>
                    <a:pt x="284" y="136"/>
                  </a:lnTo>
                  <a:lnTo>
                    <a:pt x="284" y="134"/>
                  </a:lnTo>
                  <a:lnTo>
                    <a:pt x="283" y="130"/>
                  </a:lnTo>
                  <a:lnTo>
                    <a:pt x="282" y="129"/>
                  </a:lnTo>
                  <a:lnTo>
                    <a:pt x="282" y="127"/>
                  </a:lnTo>
                  <a:lnTo>
                    <a:pt x="279" y="127"/>
                  </a:lnTo>
                  <a:lnTo>
                    <a:pt x="278" y="127"/>
                  </a:lnTo>
                  <a:lnTo>
                    <a:pt x="277" y="127"/>
                  </a:lnTo>
                  <a:lnTo>
                    <a:pt x="278" y="129"/>
                  </a:lnTo>
                  <a:lnTo>
                    <a:pt x="277" y="130"/>
                  </a:lnTo>
                  <a:lnTo>
                    <a:pt x="277" y="131"/>
                  </a:lnTo>
                  <a:lnTo>
                    <a:pt x="275" y="132"/>
                  </a:lnTo>
                  <a:lnTo>
                    <a:pt x="277" y="134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4" y="132"/>
                  </a:lnTo>
                  <a:lnTo>
                    <a:pt x="271" y="131"/>
                  </a:lnTo>
                  <a:lnTo>
                    <a:pt x="271" y="130"/>
                  </a:lnTo>
                  <a:lnTo>
                    <a:pt x="270" y="129"/>
                  </a:lnTo>
                  <a:lnTo>
                    <a:pt x="269" y="126"/>
                  </a:lnTo>
                  <a:lnTo>
                    <a:pt x="269" y="125"/>
                  </a:lnTo>
                  <a:lnTo>
                    <a:pt x="270" y="123"/>
                  </a:lnTo>
                  <a:lnTo>
                    <a:pt x="270" y="122"/>
                  </a:lnTo>
                  <a:lnTo>
                    <a:pt x="273" y="121"/>
                  </a:lnTo>
                  <a:lnTo>
                    <a:pt x="273" y="121"/>
                  </a:lnTo>
                  <a:lnTo>
                    <a:pt x="274" y="122"/>
                  </a:lnTo>
                  <a:lnTo>
                    <a:pt x="275" y="121"/>
                  </a:lnTo>
                  <a:lnTo>
                    <a:pt x="275" y="119"/>
                  </a:lnTo>
                  <a:lnTo>
                    <a:pt x="277" y="118"/>
                  </a:lnTo>
                  <a:lnTo>
                    <a:pt x="278" y="114"/>
                  </a:lnTo>
                  <a:lnTo>
                    <a:pt x="279" y="111"/>
                  </a:lnTo>
                  <a:lnTo>
                    <a:pt x="280" y="109"/>
                  </a:lnTo>
                  <a:lnTo>
                    <a:pt x="279" y="109"/>
                  </a:lnTo>
                  <a:lnTo>
                    <a:pt x="277" y="106"/>
                  </a:lnTo>
                  <a:lnTo>
                    <a:pt x="275" y="106"/>
                  </a:lnTo>
                  <a:lnTo>
                    <a:pt x="274" y="106"/>
                  </a:lnTo>
                  <a:lnTo>
                    <a:pt x="273" y="106"/>
                  </a:lnTo>
                  <a:lnTo>
                    <a:pt x="269" y="106"/>
                  </a:lnTo>
                  <a:lnTo>
                    <a:pt x="265" y="106"/>
                  </a:lnTo>
                  <a:lnTo>
                    <a:pt x="261" y="106"/>
                  </a:lnTo>
                  <a:lnTo>
                    <a:pt x="257" y="106"/>
                  </a:lnTo>
                  <a:lnTo>
                    <a:pt x="254" y="105"/>
                  </a:lnTo>
                  <a:lnTo>
                    <a:pt x="253" y="105"/>
                  </a:lnTo>
                  <a:lnTo>
                    <a:pt x="250" y="105"/>
                  </a:lnTo>
                  <a:lnTo>
                    <a:pt x="250" y="102"/>
                  </a:lnTo>
                  <a:lnTo>
                    <a:pt x="249" y="100"/>
                  </a:lnTo>
                  <a:lnTo>
                    <a:pt x="249" y="98"/>
                  </a:lnTo>
                  <a:lnTo>
                    <a:pt x="249" y="96"/>
                  </a:lnTo>
                  <a:lnTo>
                    <a:pt x="246" y="93"/>
                  </a:lnTo>
                  <a:lnTo>
                    <a:pt x="246" y="93"/>
                  </a:lnTo>
                  <a:lnTo>
                    <a:pt x="245" y="94"/>
                  </a:lnTo>
                  <a:lnTo>
                    <a:pt x="244" y="93"/>
                  </a:lnTo>
                  <a:lnTo>
                    <a:pt x="242" y="92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2"/>
                  </a:lnTo>
                  <a:lnTo>
                    <a:pt x="241" y="93"/>
                  </a:lnTo>
                  <a:lnTo>
                    <a:pt x="240" y="93"/>
                  </a:lnTo>
                  <a:lnTo>
                    <a:pt x="237" y="93"/>
                  </a:lnTo>
                  <a:lnTo>
                    <a:pt x="236" y="90"/>
                  </a:lnTo>
                  <a:lnTo>
                    <a:pt x="236" y="89"/>
                  </a:lnTo>
                  <a:lnTo>
                    <a:pt x="233" y="88"/>
                  </a:lnTo>
                  <a:lnTo>
                    <a:pt x="233" y="86"/>
                  </a:lnTo>
                  <a:lnTo>
                    <a:pt x="232" y="88"/>
                  </a:lnTo>
                  <a:lnTo>
                    <a:pt x="230" y="88"/>
                  </a:lnTo>
                  <a:lnTo>
                    <a:pt x="230" y="90"/>
                  </a:lnTo>
                  <a:lnTo>
                    <a:pt x="232" y="90"/>
                  </a:lnTo>
                  <a:lnTo>
                    <a:pt x="230" y="94"/>
                  </a:lnTo>
                  <a:lnTo>
                    <a:pt x="229" y="97"/>
                  </a:lnTo>
                  <a:lnTo>
                    <a:pt x="228" y="100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40" y="101"/>
                  </a:lnTo>
                  <a:lnTo>
                    <a:pt x="238" y="102"/>
                  </a:lnTo>
                  <a:lnTo>
                    <a:pt x="240" y="105"/>
                  </a:lnTo>
                  <a:lnTo>
                    <a:pt x="238" y="106"/>
                  </a:lnTo>
                  <a:lnTo>
                    <a:pt x="237" y="106"/>
                  </a:lnTo>
                  <a:lnTo>
                    <a:pt x="234" y="107"/>
                  </a:lnTo>
                  <a:lnTo>
                    <a:pt x="233" y="110"/>
                  </a:lnTo>
                  <a:lnTo>
                    <a:pt x="232" y="110"/>
                  </a:lnTo>
                  <a:lnTo>
                    <a:pt x="232" y="115"/>
                  </a:lnTo>
                  <a:lnTo>
                    <a:pt x="234" y="118"/>
                  </a:lnTo>
                  <a:lnTo>
                    <a:pt x="237" y="119"/>
                  </a:lnTo>
                  <a:lnTo>
                    <a:pt x="240" y="123"/>
                  </a:lnTo>
                  <a:lnTo>
                    <a:pt x="240" y="127"/>
                  </a:lnTo>
                  <a:lnTo>
                    <a:pt x="241" y="130"/>
                  </a:lnTo>
                  <a:lnTo>
                    <a:pt x="241" y="132"/>
                  </a:lnTo>
                  <a:lnTo>
                    <a:pt x="241" y="136"/>
                  </a:lnTo>
                  <a:lnTo>
                    <a:pt x="245" y="140"/>
                  </a:lnTo>
                  <a:lnTo>
                    <a:pt x="245" y="144"/>
                  </a:lnTo>
                  <a:lnTo>
                    <a:pt x="245" y="146"/>
                  </a:lnTo>
                  <a:lnTo>
                    <a:pt x="246" y="150"/>
                  </a:lnTo>
                  <a:lnTo>
                    <a:pt x="245" y="150"/>
                  </a:lnTo>
                  <a:lnTo>
                    <a:pt x="246" y="152"/>
                  </a:lnTo>
                  <a:lnTo>
                    <a:pt x="245" y="155"/>
                  </a:lnTo>
                  <a:lnTo>
                    <a:pt x="244" y="152"/>
                  </a:lnTo>
                  <a:lnTo>
                    <a:pt x="244" y="154"/>
                  </a:lnTo>
                  <a:lnTo>
                    <a:pt x="242" y="154"/>
                  </a:lnTo>
                  <a:lnTo>
                    <a:pt x="241" y="151"/>
                  </a:lnTo>
                  <a:lnTo>
                    <a:pt x="241" y="150"/>
                  </a:lnTo>
                  <a:lnTo>
                    <a:pt x="241" y="151"/>
                  </a:lnTo>
                  <a:lnTo>
                    <a:pt x="240" y="152"/>
                  </a:lnTo>
                  <a:lnTo>
                    <a:pt x="240" y="151"/>
                  </a:lnTo>
                  <a:lnTo>
                    <a:pt x="240" y="152"/>
                  </a:lnTo>
                  <a:lnTo>
                    <a:pt x="238" y="152"/>
                  </a:lnTo>
                  <a:lnTo>
                    <a:pt x="237" y="152"/>
                  </a:lnTo>
                  <a:lnTo>
                    <a:pt x="236" y="152"/>
                  </a:lnTo>
                  <a:lnTo>
                    <a:pt x="234" y="148"/>
                  </a:lnTo>
                  <a:lnTo>
                    <a:pt x="236" y="147"/>
                  </a:lnTo>
                  <a:lnTo>
                    <a:pt x="233" y="146"/>
                  </a:lnTo>
                  <a:lnTo>
                    <a:pt x="232" y="146"/>
                  </a:lnTo>
                  <a:lnTo>
                    <a:pt x="232" y="146"/>
                  </a:lnTo>
                  <a:lnTo>
                    <a:pt x="233" y="147"/>
                  </a:lnTo>
                  <a:lnTo>
                    <a:pt x="234" y="147"/>
                  </a:lnTo>
                  <a:lnTo>
                    <a:pt x="233" y="148"/>
                  </a:lnTo>
                  <a:lnTo>
                    <a:pt x="233" y="150"/>
                  </a:lnTo>
                  <a:lnTo>
                    <a:pt x="233" y="151"/>
                  </a:lnTo>
                  <a:lnTo>
                    <a:pt x="230" y="154"/>
                  </a:lnTo>
                  <a:lnTo>
                    <a:pt x="224" y="156"/>
                  </a:lnTo>
                  <a:lnTo>
                    <a:pt x="223" y="157"/>
                  </a:lnTo>
                  <a:lnTo>
                    <a:pt x="221" y="159"/>
                  </a:lnTo>
                  <a:lnTo>
                    <a:pt x="220" y="161"/>
                  </a:lnTo>
                  <a:lnTo>
                    <a:pt x="221" y="163"/>
                  </a:lnTo>
                  <a:lnTo>
                    <a:pt x="223" y="165"/>
                  </a:lnTo>
                  <a:lnTo>
                    <a:pt x="223" y="165"/>
                  </a:lnTo>
                  <a:lnTo>
                    <a:pt x="223" y="167"/>
                  </a:lnTo>
                  <a:lnTo>
                    <a:pt x="220" y="168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9" y="172"/>
                  </a:lnTo>
                  <a:lnTo>
                    <a:pt x="215" y="176"/>
                  </a:lnTo>
                  <a:lnTo>
                    <a:pt x="215" y="177"/>
                  </a:lnTo>
                  <a:lnTo>
                    <a:pt x="208" y="180"/>
                  </a:lnTo>
                  <a:lnTo>
                    <a:pt x="207" y="180"/>
                  </a:lnTo>
                  <a:lnTo>
                    <a:pt x="207" y="179"/>
                  </a:lnTo>
                  <a:lnTo>
                    <a:pt x="207" y="177"/>
                  </a:lnTo>
                  <a:lnTo>
                    <a:pt x="205" y="177"/>
                  </a:lnTo>
                  <a:lnTo>
                    <a:pt x="204" y="180"/>
                  </a:lnTo>
                  <a:lnTo>
                    <a:pt x="203" y="180"/>
                  </a:lnTo>
                  <a:lnTo>
                    <a:pt x="201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198" y="189"/>
                  </a:lnTo>
                  <a:lnTo>
                    <a:pt x="195" y="194"/>
                  </a:lnTo>
                  <a:lnTo>
                    <a:pt x="184" y="202"/>
                  </a:lnTo>
                  <a:lnTo>
                    <a:pt x="183" y="206"/>
                  </a:lnTo>
                  <a:lnTo>
                    <a:pt x="180" y="209"/>
                  </a:lnTo>
                  <a:lnTo>
                    <a:pt x="176" y="210"/>
                  </a:lnTo>
                  <a:lnTo>
                    <a:pt x="173" y="213"/>
                  </a:lnTo>
                  <a:lnTo>
                    <a:pt x="173" y="215"/>
                  </a:lnTo>
                  <a:lnTo>
                    <a:pt x="173" y="218"/>
                  </a:lnTo>
                  <a:lnTo>
                    <a:pt x="171" y="221"/>
                  </a:lnTo>
                  <a:lnTo>
                    <a:pt x="169" y="222"/>
                  </a:lnTo>
                  <a:lnTo>
                    <a:pt x="163" y="222"/>
                  </a:lnTo>
                  <a:lnTo>
                    <a:pt x="161" y="223"/>
                  </a:lnTo>
                  <a:lnTo>
                    <a:pt x="161" y="226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4" y="229"/>
                  </a:lnTo>
                  <a:lnTo>
                    <a:pt x="153" y="229"/>
                  </a:lnTo>
                  <a:lnTo>
                    <a:pt x="149" y="232"/>
                  </a:lnTo>
                  <a:lnTo>
                    <a:pt x="149" y="234"/>
                  </a:lnTo>
                  <a:lnTo>
                    <a:pt x="149" y="239"/>
                  </a:lnTo>
                  <a:lnTo>
                    <a:pt x="150" y="244"/>
                  </a:lnTo>
                  <a:lnTo>
                    <a:pt x="149" y="247"/>
                  </a:lnTo>
                  <a:lnTo>
                    <a:pt x="149" y="250"/>
                  </a:lnTo>
                  <a:lnTo>
                    <a:pt x="149" y="259"/>
                  </a:lnTo>
                  <a:lnTo>
                    <a:pt x="151" y="260"/>
                  </a:lnTo>
                  <a:lnTo>
                    <a:pt x="153" y="265"/>
                  </a:lnTo>
                  <a:lnTo>
                    <a:pt x="150" y="273"/>
                  </a:lnTo>
                  <a:lnTo>
                    <a:pt x="146" y="279"/>
                  </a:lnTo>
                  <a:lnTo>
                    <a:pt x="146" y="284"/>
                  </a:lnTo>
                  <a:lnTo>
                    <a:pt x="148" y="285"/>
                  </a:lnTo>
                  <a:lnTo>
                    <a:pt x="149" y="296"/>
                  </a:lnTo>
                  <a:lnTo>
                    <a:pt x="149" y="298"/>
                  </a:lnTo>
                  <a:lnTo>
                    <a:pt x="146" y="298"/>
                  </a:lnTo>
                  <a:lnTo>
                    <a:pt x="145" y="298"/>
                  </a:lnTo>
                  <a:lnTo>
                    <a:pt x="142" y="298"/>
                  </a:lnTo>
                  <a:lnTo>
                    <a:pt x="141" y="301"/>
                  </a:lnTo>
                  <a:lnTo>
                    <a:pt x="141" y="302"/>
                  </a:lnTo>
                  <a:lnTo>
                    <a:pt x="138" y="306"/>
                  </a:lnTo>
                  <a:lnTo>
                    <a:pt x="137" y="307"/>
                  </a:lnTo>
                  <a:lnTo>
                    <a:pt x="137" y="309"/>
                  </a:lnTo>
                  <a:lnTo>
                    <a:pt x="141" y="311"/>
                  </a:lnTo>
                  <a:lnTo>
                    <a:pt x="142" y="311"/>
                  </a:lnTo>
                  <a:lnTo>
                    <a:pt x="142" y="313"/>
                  </a:lnTo>
                  <a:lnTo>
                    <a:pt x="141" y="311"/>
                  </a:lnTo>
                  <a:lnTo>
                    <a:pt x="140" y="310"/>
                  </a:lnTo>
                  <a:lnTo>
                    <a:pt x="134" y="313"/>
                  </a:lnTo>
                  <a:lnTo>
                    <a:pt x="133" y="313"/>
                  </a:lnTo>
                  <a:lnTo>
                    <a:pt x="129" y="314"/>
                  </a:lnTo>
                  <a:lnTo>
                    <a:pt x="128" y="317"/>
                  </a:lnTo>
                  <a:lnTo>
                    <a:pt x="128" y="318"/>
                  </a:lnTo>
                  <a:lnTo>
                    <a:pt x="128" y="318"/>
                  </a:lnTo>
                  <a:lnTo>
                    <a:pt x="128" y="319"/>
                  </a:lnTo>
                  <a:lnTo>
                    <a:pt x="126" y="322"/>
                  </a:lnTo>
                  <a:lnTo>
                    <a:pt x="122" y="325"/>
                  </a:lnTo>
                  <a:lnTo>
                    <a:pt x="119" y="325"/>
                  </a:lnTo>
                  <a:lnTo>
                    <a:pt x="115" y="322"/>
                  </a:lnTo>
                  <a:lnTo>
                    <a:pt x="111" y="318"/>
                  </a:lnTo>
                  <a:lnTo>
                    <a:pt x="107" y="309"/>
                  </a:lnTo>
                  <a:lnTo>
                    <a:pt x="107" y="305"/>
                  </a:lnTo>
                  <a:lnTo>
                    <a:pt x="105" y="300"/>
                  </a:lnTo>
                  <a:lnTo>
                    <a:pt x="103" y="294"/>
                  </a:lnTo>
                  <a:lnTo>
                    <a:pt x="103" y="293"/>
                  </a:lnTo>
                  <a:lnTo>
                    <a:pt x="101" y="293"/>
                  </a:lnTo>
                  <a:lnTo>
                    <a:pt x="100" y="289"/>
                  </a:lnTo>
                  <a:lnTo>
                    <a:pt x="100" y="285"/>
                  </a:lnTo>
                  <a:lnTo>
                    <a:pt x="96" y="281"/>
                  </a:lnTo>
                  <a:lnTo>
                    <a:pt x="94" y="277"/>
                  </a:lnTo>
                  <a:lnTo>
                    <a:pt x="94" y="277"/>
                  </a:lnTo>
                  <a:lnTo>
                    <a:pt x="90" y="275"/>
                  </a:lnTo>
                  <a:lnTo>
                    <a:pt x="88" y="271"/>
                  </a:lnTo>
                  <a:lnTo>
                    <a:pt x="87" y="271"/>
                  </a:lnTo>
                  <a:lnTo>
                    <a:pt x="87" y="265"/>
                  </a:lnTo>
                  <a:lnTo>
                    <a:pt x="86" y="263"/>
                  </a:lnTo>
                  <a:lnTo>
                    <a:pt x="84" y="257"/>
                  </a:lnTo>
                  <a:lnTo>
                    <a:pt x="83" y="255"/>
                  </a:lnTo>
                  <a:lnTo>
                    <a:pt x="82" y="252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9" y="246"/>
                  </a:lnTo>
                  <a:lnTo>
                    <a:pt x="76" y="242"/>
                  </a:lnTo>
                  <a:lnTo>
                    <a:pt x="76" y="240"/>
                  </a:lnTo>
                  <a:lnTo>
                    <a:pt x="75" y="240"/>
                  </a:lnTo>
                  <a:lnTo>
                    <a:pt x="72" y="235"/>
                  </a:lnTo>
                  <a:lnTo>
                    <a:pt x="72" y="234"/>
                  </a:lnTo>
                  <a:lnTo>
                    <a:pt x="71" y="232"/>
                  </a:lnTo>
                  <a:lnTo>
                    <a:pt x="70" y="230"/>
                  </a:lnTo>
                  <a:lnTo>
                    <a:pt x="68" y="229"/>
                  </a:lnTo>
                  <a:lnTo>
                    <a:pt x="67" y="223"/>
                  </a:lnTo>
                  <a:lnTo>
                    <a:pt x="66" y="21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59" y="200"/>
                  </a:lnTo>
                  <a:lnTo>
                    <a:pt x="62" y="200"/>
                  </a:lnTo>
                  <a:lnTo>
                    <a:pt x="58" y="196"/>
                  </a:lnTo>
                  <a:lnTo>
                    <a:pt x="58" y="193"/>
                  </a:lnTo>
                  <a:lnTo>
                    <a:pt x="61" y="193"/>
                  </a:lnTo>
                  <a:lnTo>
                    <a:pt x="59" y="190"/>
                  </a:lnTo>
                  <a:lnTo>
                    <a:pt x="58" y="189"/>
                  </a:lnTo>
                  <a:lnTo>
                    <a:pt x="55" y="182"/>
                  </a:lnTo>
                  <a:lnTo>
                    <a:pt x="54" y="179"/>
                  </a:lnTo>
                  <a:lnTo>
                    <a:pt x="57" y="177"/>
                  </a:lnTo>
                  <a:lnTo>
                    <a:pt x="55" y="176"/>
                  </a:lnTo>
                  <a:lnTo>
                    <a:pt x="54" y="175"/>
                  </a:lnTo>
                  <a:lnTo>
                    <a:pt x="55" y="172"/>
                  </a:lnTo>
                  <a:lnTo>
                    <a:pt x="55" y="168"/>
                  </a:lnTo>
                  <a:lnTo>
                    <a:pt x="54" y="164"/>
                  </a:lnTo>
                  <a:lnTo>
                    <a:pt x="53" y="164"/>
                  </a:lnTo>
                  <a:lnTo>
                    <a:pt x="53" y="157"/>
                  </a:lnTo>
                  <a:lnTo>
                    <a:pt x="55" y="156"/>
                  </a:lnTo>
                  <a:lnTo>
                    <a:pt x="55" y="155"/>
                  </a:lnTo>
                  <a:lnTo>
                    <a:pt x="58" y="155"/>
                  </a:lnTo>
                  <a:lnTo>
                    <a:pt x="55" y="155"/>
                  </a:lnTo>
                  <a:lnTo>
                    <a:pt x="53" y="155"/>
                  </a:lnTo>
                  <a:lnTo>
                    <a:pt x="51" y="155"/>
                  </a:lnTo>
                  <a:lnTo>
                    <a:pt x="51" y="152"/>
                  </a:lnTo>
                  <a:lnTo>
                    <a:pt x="50" y="15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53" y="148"/>
                  </a:lnTo>
                  <a:lnTo>
                    <a:pt x="55" y="147"/>
                  </a:lnTo>
                  <a:lnTo>
                    <a:pt x="55" y="144"/>
                  </a:lnTo>
                  <a:lnTo>
                    <a:pt x="54" y="146"/>
                  </a:lnTo>
                  <a:lnTo>
                    <a:pt x="53" y="146"/>
                  </a:lnTo>
                  <a:lnTo>
                    <a:pt x="50" y="146"/>
                  </a:lnTo>
                  <a:lnTo>
                    <a:pt x="49" y="144"/>
                  </a:lnTo>
                  <a:lnTo>
                    <a:pt x="49" y="146"/>
                  </a:lnTo>
                  <a:lnTo>
                    <a:pt x="49" y="148"/>
                  </a:lnTo>
                  <a:lnTo>
                    <a:pt x="46" y="152"/>
                  </a:lnTo>
                  <a:lnTo>
                    <a:pt x="49" y="155"/>
                  </a:lnTo>
                  <a:lnTo>
                    <a:pt x="47" y="159"/>
                  </a:lnTo>
                  <a:lnTo>
                    <a:pt x="46" y="160"/>
                  </a:lnTo>
                  <a:lnTo>
                    <a:pt x="46" y="161"/>
                  </a:lnTo>
                  <a:lnTo>
                    <a:pt x="42" y="164"/>
                  </a:lnTo>
                  <a:lnTo>
                    <a:pt x="36" y="168"/>
                  </a:lnTo>
                  <a:lnTo>
                    <a:pt x="33" y="168"/>
                  </a:lnTo>
                  <a:lnTo>
                    <a:pt x="29" y="168"/>
                  </a:lnTo>
                  <a:lnTo>
                    <a:pt x="20" y="160"/>
                  </a:lnTo>
                  <a:lnTo>
                    <a:pt x="16" y="155"/>
                  </a:lnTo>
                  <a:lnTo>
                    <a:pt x="16" y="155"/>
                  </a:lnTo>
                  <a:lnTo>
                    <a:pt x="15" y="155"/>
                  </a:lnTo>
                  <a:lnTo>
                    <a:pt x="13" y="154"/>
                  </a:lnTo>
                  <a:lnTo>
                    <a:pt x="8" y="148"/>
                  </a:lnTo>
                  <a:lnTo>
                    <a:pt x="8" y="147"/>
                  </a:lnTo>
                  <a:lnTo>
                    <a:pt x="8" y="146"/>
                  </a:lnTo>
                  <a:lnTo>
                    <a:pt x="9" y="146"/>
                  </a:lnTo>
                  <a:lnTo>
                    <a:pt x="9" y="147"/>
                  </a:lnTo>
                  <a:lnTo>
                    <a:pt x="11" y="146"/>
                  </a:lnTo>
                  <a:lnTo>
                    <a:pt x="11" y="148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7"/>
                  </a:lnTo>
                  <a:lnTo>
                    <a:pt x="16" y="148"/>
                  </a:lnTo>
                  <a:lnTo>
                    <a:pt x="17" y="147"/>
                  </a:lnTo>
                  <a:lnTo>
                    <a:pt x="21" y="143"/>
                  </a:lnTo>
                  <a:lnTo>
                    <a:pt x="22" y="143"/>
                  </a:lnTo>
                  <a:lnTo>
                    <a:pt x="25" y="140"/>
                  </a:lnTo>
                  <a:lnTo>
                    <a:pt x="26" y="140"/>
                  </a:lnTo>
                  <a:lnTo>
                    <a:pt x="26" y="138"/>
                  </a:lnTo>
                  <a:lnTo>
                    <a:pt x="25" y="138"/>
                  </a:lnTo>
                  <a:lnTo>
                    <a:pt x="24" y="138"/>
                  </a:lnTo>
                  <a:lnTo>
                    <a:pt x="24" y="138"/>
                  </a:lnTo>
                  <a:lnTo>
                    <a:pt x="24" y="139"/>
                  </a:lnTo>
                  <a:lnTo>
                    <a:pt x="18" y="142"/>
                  </a:lnTo>
                  <a:lnTo>
                    <a:pt x="16" y="142"/>
                  </a:lnTo>
                  <a:lnTo>
                    <a:pt x="15" y="142"/>
                  </a:lnTo>
                  <a:lnTo>
                    <a:pt x="7" y="139"/>
                  </a:lnTo>
                  <a:lnTo>
                    <a:pt x="3" y="135"/>
                  </a:lnTo>
                  <a:lnTo>
                    <a:pt x="1" y="135"/>
                  </a:lnTo>
                  <a:lnTo>
                    <a:pt x="1" y="132"/>
                  </a:lnTo>
                  <a:lnTo>
                    <a:pt x="4" y="130"/>
                  </a:lnTo>
                  <a:lnTo>
                    <a:pt x="7" y="129"/>
                  </a:lnTo>
                  <a:lnTo>
                    <a:pt x="3" y="129"/>
                  </a:lnTo>
                  <a:lnTo>
                    <a:pt x="0" y="131"/>
                  </a:lnTo>
                  <a:lnTo>
                    <a:pt x="0" y="127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5" y="122"/>
                  </a:lnTo>
                  <a:lnTo>
                    <a:pt x="7" y="123"/>
                  </a:lnTo>
                  <a:lnTo>
                    <a:pt x="8" y="122"/>
                  </a:lnTo>
                  <a:lnTo>
                    <a:pt x="17" y="122"/>
                  </a:lnTo>
                  <a:lnTo>
                    <a:pt x="21" y="121"/>
                  </a:lnTo>
                  <a:lnTo>
                    <a:pt x="22" y="119"/>
                  </a:lnTo>
                  <a:lnTo>
                    <a:pt x="25" y="119"/>
                  </a:lnTo>
                  <a:lnTo>
                    <a:pt x="24" y="121"/>
                  </a:lnTo>
                  <a:lnTo>
                    <a:pt x="25" y="122"/>
                  </a:lnTo>
                  <a:lnTo>
                    <a:pt x="28" y="121"/>
                  </a:lnTo>
                  <a:lnTo>
                    <a:pt x="30" y="119"/>
                  </a:lnTo>
                  <a:lnTo>
                    <a:pt x="29" y="118"/>
                  </a:lnTo>
                  <a:lnTo>
                    <a:pt x="29" y="117"/>
                  </a:lnTo>
                  <a:lnTo>
                    <a:pt x="26" y="109"/>
                  </a:lnTo>
                  <a:lnTo>
                    <a:pt x="25" y="106"/>
                  </a:lnTo>
                  <a:lnTo>
                    <a:pt x="25" y="105"/>
                  </a:lnTo>
                  <a:lnTo>
                    <a:pt x="24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7" y="97"/>
                  </a:lnTo>
                  <a:lnTo>
                    <a:pt x="17" y="93"/>
                  </a:lnTo>
                  <a:lnTo>
                    <a:pt x="16" y="90"/>
                  </a:lnTo>
                  <a:lnTo>
                    <a:pt x="13" y="89"/>
                  </a:lnTo>
                  <a:lnTo>
                    <a:pt x="12" y="90"/>
                  </a:lnTo>
                  <a:lnTo>
                    <a:pt x="9" y="89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9" y="81"/>
                  </a:lnTo>
                  <a:lnTo>
                    <a:pt x="11" y="81"/>
                  </a:lnTo>
                  <a:lnTo>
                    <a:pt x="13" y="77"/>
                  </a:lnTo>
                  <a:lnTo>
                    <a:pt x="15" y="75"/>
                  </a:lnTo>
                  <a:lnTo>
                    <a:pt x="16" y="73"/>
                  </a:lnTo>
                  <a:lnTo>
                    <a:pt x="18" y="72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2" y="76"/>
                  </a:lnTo>
                  <a:lnTo>
                    <a:pt x="28" y="73"/>
                  </a:lnTo>
                  <a:lnTo>
                    <a:pt x="33" y="73"/>
                  </a:lnTo>
                  <a:lnTo>
                    <a:pt x="37" y="69"/>
                  </a:lnTo>
                  <a:lnTo>
                    <a:pt x="40" y="63"/>
                  </a:lnTo>
                  <a:lnTo>
                    <a:pt x="45" y="59"/>
                  </a:lnTo>
                  <a:lnTo>
                    <a:pt x="46" y="56"/>
                  </a:lnTo>
                  <a:lnTo>
                    <a:pt x="47" y="52"/>
                  </a:lnTo>
                  <a:lnTo>
                    <a:pt x="50" y="48"/>
                  </a:lnTo>
                  <a:lnTo>
                    <a:pt x="53" y="47"/>
                  </a:lnTo>
                  <a:lnTo>
                    <a:pt x="54" y="43"/>
                  </a:lnTo>
                  <a:lnTo>
                    <a:pt x="54" y="42"/>
                  </a:lnTo>
                  <a:lnTo>
                    <a:pt x="53" y="40"/>
                  </a:lnTo>
                  <a:lnTo>
                    <a:pt x="57" y="36"/>
                  </a:lnTo>
                  <a:lnTo>
                    <a:pt x="58" y="35"/>
                  </a:lnTo>
                  <a:lnTo>
                    <a:pt x="59" y="32"/>
                  </a:lnTo>
                  <a:lnTo>
                    <a:pt x="59" y="26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61" y="17"/>
                  </a:lnTo>
                  <a:lnTo>
                    <a:pt x="63" y="17"/>
                  </a:lnTo>
                  <a:lnTo>
                    <a:pt x="66" y="15"/>
                  </a:lnTo>
                  <a:lnTo>
                    <a:pt x="67" y="15"/>
                  </a:lnTo>
                  <a:lnTo>
                    <a:pt x="70" y="11"/>
                  </a:lnTo>
                  <a:lnTo>
                    <a:pt x="74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3" name="Freeform 368"/>
            <p:cNvSpPr>
              <a:spLocks noEditPoints="1"/>
            </p:cNvSpPr>
            <p:nvPr/>
          </p:nvSpPr>
          <p:spPr bwMode="auto">
            <a:xfrm>
              <a:off x="8386755" y="3502794"/>
              <a:ext cx="152265" cy="200483"/>
            </a:xfrm>
            <a:custGeom>
              <a:avLst/>
              <a:gdLst>
                <a:gd name="T0" fmla="*/ 45 w 60"/>
                <a:gd name="T1" fmla="*/ 57 h 79"/>
                <a:gd name="T2" fmla="*/ 45 w 60"/>
                <a:gd name="T3" fmla="*/ 54 h 79"/>
                <a:gd name="T4" fmla="*/ 42 w 60"/>
                <a:gd name="T5" fmla="*/ 58 h 79"/>
                <a:gd name="T6" fmla="*/ 41 w 60"/>
                <a:gd name="T7" fmla="*/ 57 h 79"/>
                <a:gd name="T8" fmla="*/ 37 w 60"/>
                <a:gd name="T9" fmla="*/ 53 h 79"/>
                <a:gd name="T10" fmla="*/ 35 w 60"/>
                <a:gd name="T11" fmla="*/ 58 h 79"/>
                <a:gd name="T12" fmla="*/ 37 w 60"/>
                <a:gd name="T13" fmla="*/ 53 h 79"/>
                <a:gd name="T14" fmla="*/ 8 w 60"/>
                <a:gd name="T15" fmla="*/ 3 h 79"/>
                <a:gd name="T16" fmla="*/ 12 w 60"/>
                <a:gd name="T17" fmla="*/ 7 h 79"/>
                <a:gd name="T18" fmla="*/ 12 w 60"/>
                <a:gd name="T19" fmla="*/ 4 h 79"/>
                <a:gd name="T20" fmla="*/ 16 w 60"/>
                <a:gd name="T21" fmla="*/ 7 h 79"/>
                <a:gd name="T22" fmla="*/ 18 w 60"/>
                <a:gd name="T23" fmla="*/ 7 h 79"/>
                <a:gd name="T24" fmla="*/ 21 w 60"/>
                <a:gd name="T25" fmla="*/ 14 h 79"/>
                <a:gd name="T26" fmla="*/ 25 w 60"/>
                <a:gd name="T27" fmla="*/ 19 h 79"/>
                <a:gd name="T28" fmla="*/ 33 w 60"/>
                <a:gd name="T29" fmla="*/ 20 h 79"/>
                <a:gd name="T30" fmla="*/ 45 w 60"/>
                <a:gd name="T31" fmla="*/ 20 h 79"/>
                <a:gd name="T32" fmla="*/ 49 w 60"/>
                <a:gd name="T33" fmla="*/ 20 h 79"/>
                <a:gd name="T34" fmla="*/ 51 w 60"/>
                <a:gd name="T35" fmla="*/ 25 h 79"/>
                <a:gd name="T36" fmla="*/ 47 w 60"/>
                <a:gd name="T37" fmla="*/ 33 h 79"/>
                <a:gd name="T38" fmla="*/ 45 w 60"/>
                <a:gd name="T39" fmla="*/ 35 h 79"/>
                <a:gd name="T40" fmla="*/ 42 w 60"/>
                <a:gd name="T41" fmla="*/ 37 h 79"/>
                <a:gd name="T42" fmla="*/ 42 w 60"/>
                <a:gd name="T43" fmla="*/ 43 h 79"/>
                <a:gd name="T44" fmla="*/ 46 w 60"/>
                <a:gd name="T45" fmla="*/ 46 h 79"/>
                <a:gd name="T46" fmla="*/ 49 w 60"/>
                <a:gd name="T47" fmla="*/ 48 h 79"/>
                <a:gd name="T48" fmla="*/ 49 w 60"/>
                <a:gd name="T49" fmla="*/ 44 h 79"/>
                <a:gd name="T50" fmla="*/ 50 w 60"/>
                <a:gd name="T51" fmla="*/ 41 h 79"/>
                <a:gd name="T52" fmla="*/ 54 w 60"/>
                <a:gd name="T53" fmla="*/ 43 h 79"/>
                <a:gd name="T54" fmla="*/ 56 w 60"/>
                <a:gd name="T55" fmla="*/ 50 h 79"/>
                <a:gd name="T56" fmla="*/ 59 w 60"/>
                <a:gd name="T57" fmla="*/ 60 h 79"/>
                <a:gd name="T58" fmla="*/ 60 w 60"/>
                <a:gd name="T59" fmla="*/ 64 h 79"/>
                <a:gd name="T60" fmla="*/ 60 w 60"/>
                <a:gd name="T61" fmla="*/ 68 h 79"/>
                <a:gd name="T62" fmla="*/ 56 w 60"/>
                <a:gd name="T63" fmla="*/ 73 h 79"/>
                <a:gd name="T64" fmla="*/ 56 w 60"/>
                <a:gd name="T65" fmla="*/ 77 h 79"/>
                <a:gd name="T66" fmla="*/ 55 w 60"/>
                <a:gd name="T67" fmla="*/ 75 h 79"/>
                <a:gd name="T68" fmla="*/ 52 w 60"/>
                <a:gd name="T69" fmla="*/ 70 h 79"/>
                <a:gd name="T70" fmla="*/ 50 w 60"/>
                <a:gd name="T71" fmla="*/ 70 h 79"/>
                <a:gd name="T72" fmla="*/ 50 w 60"/>
                <a:gd name="T73" fmla="*/ 65 h 79"/>
                <a:gd name="T74" fmla="*/ 49 w 60"/>
                <a:gd name="T75" fmla="*/ 60 h 79"/>
                <a:gd name="T76" fmla="*/ 45 w 60"/>
                <a:gd name="T77" fmla="*/ 53 h 79"/>
                <a:gd name="T78" fmla="*/ 37 w 60"/>
                <a:gd name="T79" fmla="*/ 52 h 79"/>
                <a:gd name="T80" fmla="*/ 33 w 60"/>
                <a:gd name="T81" fmla="*/ 49 h 79"/>
                <a:gd name="T82" fmla="*/ 34 w 60"/>
                <a:gd name="T83" fmla="*/ 52 h 79"/>
                <a:gd name="T84" fmla="*/ 33 w 60"/>
                <a:gd name="T85" fmla="*/ 54 h 79"/>
                <a:gd name="T86" fmla="*/ 31 w 60"/>
                <a:gd name="T87" fmla="*/ 61 h 79"/>
                <a:gd name="T88" fmla="*/ 29 w 60"/>
                <a:gd name="T89" fmla="*/ 61 h 79"/>
                <a:gd name="T90" fmla="*/ 29 w 60"/>
                <a:gd name="T91" fmla="*/ 61 h 79"/>
                <a:gd name="T92" fmla="*/ 27 w 60"/>
                <a:gd name="T93" fmla="*/ 57 h 79"/>
                <a:gd name="T94" fmla="*/ 27 w 60"/>
                <a:gd name="T95" fmla="*/ 57 h 79"/>
                <a:gd name="T96" fmla="*/ 25 w 60"/>
                <a:gd name="T97" fmla="*/ 61 h 79"/>
                <a:gd name="T98" fmla="*/ 25 w 60"/>
                <a:gd name="T99" fmla="*/ 66 h 79"/>
                <a:gd name="T100" fmla="*/ 22 w 60"/>
                <a:gd name="T101" fmla="*/ 65 h 79"/>
                <a:gd name="T102" fmla="*/ 20 w 60"/>
                <a:gd name="T103" fmla="*/ 66 h 79"/>
                <a:gd name="T104" fmla="*/ 17 w 60"/>
                <a:gd name="T105" fmla="*/ 60 h 79"/>
                <a:gd name="T106" fmla="*/ 13 w 60"/>
                <a:gd name="T107" fmla="*/ 50 h 79"/>
                <a:gd name="T108" fmla="*/ 12 w 60"/>
                <a:gd name="T109" fmla="*/ 41 h 79"/>
                <a:gd name="T110" fmla="*/ 6 w 60"/>
                <a:gd name="T111" fmla="*/ 32 h 79"/>
                <a:gd name="T112" fmla="*/ 5 w 60"/>
                <a:gd name="T113" fmla="*/ 24 h 79"/>
                <a:gd name="T114" fmla="*/ 10 w 60"/>
                <a:gd name="T115" fmla="*/ 20 h 79"/>
                <a:gd name="T116" fmla="*/ 12 w 60"/>
                <a:gd name="T117" fmla="*/ 15 h 79"/>
                <a:gd name="T118" fmla="*/ 0 w 60"/>
                <a:gd name="T119" fmla="*/ 14 h 79"/>
                <a:gd name="T120" fmla="*/ 4 w 60"/>
                <a:gd name="T121" fmla="*/ 4 h 79"/>
                <a:gd name="T122" fmla="*/ 4 w 60"/>
                <a:gd name="T123" fmla="*/ 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" h="79">
                  <a:moveTo>
                    <a:pt x="45" y="54"/>
                  </a:moveTo>
                  <a:lnTo>
                    <a:pt x="45" y="56"/>
                  </a:lnTo>
                  <a:lnTo>
                    <a:pt x="45" y="57"/>
                  </a:lnTo>
                  <a:lnTo>
                    <a:pt x="43" y="58"/>
                  </a:lnTo>
                  <a:lnTo>
                    <a:pt x="43" y="56"/>
                  </a:lnTo>
                  <a:lnTo>
                    <a:pt x="45" y="54"/>
                  </a:lnTo>
                  <a:close/>
                  <a:moveTo>
                    <a:pt x="39" y="54"/>
                  </a:moveTo>
                  <a:lnTo>
                    <a:pt x="42" y="56"/>
                  </a:lnTo>
                  <a:lnTo>
                    <a:pt x="42" y="58"/>
                  </a:lnTo>
                  <a:lnTo>
                    <a:pt x="41" y="61"/>
                  </a:lnTo>
                  <a:lnTo>
                    <a:pt x="39" y="60"/>
                  </a:lnTo>
                  <a:lnTo>
                    <a:pt x="41" y="57"/>
                  </a:lnTo>
                  <a:lnTo>
                    <a:pt x="39" y="56"/>
                  </a:lnTo>
                  <a:lnTo>
                    <a:pt x="39" y="54"/>
                  </a:lnTo>
                  <a:close/>
                  <a:moveTo>
                    <a:pt x="37" y="53"/>
                  </a:moveTo>
                  <a:lnTo>
                    <a:pt x="38" y="56"/>
                  </a:lnTo>
                  <a:lnTo>
                    <a:pt x="38" y="60"/>
                  </a:lnTo>
                  <a:lnTo>
                    <a:pt x="35" y="58"/>
                  </a:lnTo>
                  <a:lnTo>
                    <a:pt x="34" y="56"/>
                  </a:lnTo>
                  <a:lnTo>
                    <a:pt x="34" y="54"/>
                  </a:lnTo>
                  <a:lnTo>
                    <a:pt x="37" y="53"/>
                  </a:lnTo>
                  <a:close/>
                  <a:moveTo>
                    <a:pt x="5" y="0"/>
                  </a:moveTo>
                  <a:lnTo>
                    <a:pt x="5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7"/>
                  </a:lnTo>
                  <a:lnTo>
                    <a:pt x="17" y="8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1" y="14"/>
                  </a:lnTo>
                  <a:lnTo>
                    <a:pt x="22" y="16"/>
                  </a:lnTo>
                  <a:lnTo>
                    <a:pt x="22" y="19"/>
                  </a:lnTo>
                  <a:lnTo>
                    <a:pt x="25" y="19"/>
                  </a:lnTo>
                  <a:lnTo>
                    <a:pt x="26" y="19"/>
                  </a:lnTo>
                  <a:lnTo>
                    <a:pt x="29" y="20"/>
                  </a:lnTo>
                  <a:lnTo>
                    <a:pt x="33" y="20"/>
                  </a:lnTo>
                  <a:lnTo>
                    <a:pt x="37" y="20"/>
                  </a:lnTo>
                  <a:lnTo>
                    <a:pt x="41" y="20"/>
                  </a:lnTo>
                  <a:lnTo>
                    <a:pt x="45" y="20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51" y="23"/>
                  </a:lnTo>
                  <a:lnTo>
                    <a:pt x="52" y="23"/>
                  </a:lnTo>
                  <a:lnTo>
                    <a:pt x="51" y="25"/>
                  </a:lnTo>
                  <a:lnTo>
                    <a:pt x="50" y="28"/>
                  </a:lnTo>
                  <a:lnTo>
                    <a:pt x="49" y="32"/>
                  </a:lnTo>
                  <a:lnTo>
                    <a:pt x="47" y="33"/>
                  </a:lnTo>
                  <a:lnTo>
                    <a:pt x="47" y="35"/>
                  </a:lnTo>
                  <a:lnTo>
                    <a:pt x="46" y="36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2" y="36"/>
                  </a:lnTo>
                  <a:lnTo>
                    <a:pt x="42" y="37"/>
                  </a:lnTo>
                  <a:lnTo>
                    <a:pt x="41" y="39"/>
                  </a:lnTo>
                  <a:lnTo>
                    <a:pt x="41" y="40"/>
                  </a:lnTo>
                  <a:lnTo>
                    <a:pt x="42" y="43"/>
                  </a:lnTo>
                  <a:lnTo>
                    <a:pt x="43" y="44"/>
                  </a:lnTo>
                  <a:lnTo>
                    <a:pt x="43" y="45"/>
                  </a:lnTo>
                  <a:lnTo>
                    <a:pt x="46" y="46"/>
                  </a:lnTo>
                  <a:lnTo>
                    <a:pt x="47" y="49"/>
                  </a:lnTo>
                  <a:lnTo>
                    <a:pt x="49" y="49"/>
                  </a:lnTo>
                  <a:lnTo>
                    <a:pt x="49" y="48"/>
                  </a:lnTo>
                  <a:lnTo>
                    <a:pt x="47" y="46"/>
                  </a:lnTo>
                  <a:lnTo>
                    <a:pt x="49" y="45"/>
                  </a:lnTo>
                  <a:lnTo>
                    <a:pt x="49" y="44"/>
                  </a:lnTo>
                  <a:lnTo>
                    <a:pt x="50" y="43"/>
                  </a:lnTo>
                  <a:lnTo>
                    <a:pt x="49" y="41"/>
                  </a:lnTo>
                  <a:lnTo>
                    <a:pt x="50" y="41"/>
                  </a:lnTo>
                  <a:lnTo>
                    <a:pt x="51" y="41"/>
                  </a:lnTo>
                  <a:lnTo>
                    <a:pt x="54" y="41"/>
                  </a:lnTo>
                  <a:lnTo>
                    <a:pt x="54" y="43"/>
                  </a:lnTo>
                  <a:lnTo>
                    <a:pt x="55" y="44"/>
                  </a:lnTo>
                  <a:lnTo>
                    <a:pt x="56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8" y="57"/>
                  </a:lnTo>
                  <a:lnTo>
                    <a:pt x="59" y="60"/>
                  </a:lnTo>
                  <a:lnTo>
                    <a:pt x="59" y="62"/>
                  </a:lnTo>
                  <a:lnTo>
                    <a:pt x="60" y="62"/>
                  </a:lnTo>
                  <a:lnTo>
                    <a:pt x="60" y="64"/>
                  </a:lnTo>
                  <a:lnTo>
                    <a:pt x="60" y="65"/>
                  </a:lnTo>
                  <a:lnTo>
                    <a:pt x="60" y="65"/>
                  </a:lnTo>
                  <a:lnTo>
                    <a:pt x="60" y="68"/>
                  </a:lnTo>
                  <a:lnTo>
                    <a:pt x="60" y="71"/>
                  </a:lnTo>
                  <a:lnTo>
                    <a:pt x="59" y="70"/>
                  </a:lnTo>
                  <a:lnTo>
                    <a:pt x="56" y="73"/>
                  </a:lnTo>
                  <a:lnTo>
                    <a:pt x="56" y="75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5" y="75"/>
                  </a:lnTo>
                  <a:lnTo>
                    <a:pt x="52" y="73"/>
                  </a:lnTo>
                  <a:lnTo>
                    <a:pt x="51" y="71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1" y="69"/>
                  </a:lnTo>
                  <a:lnTo>
                    <a:pt x="50" y="70"/>
                  </a:lnTo>
                  <a:lnTo>
                    <a:pt x="50" y="69"/>
                  </a:lnTo>
                  <a:lnTo>
                    <a:pt x="51" y="66"/>
                  </a:lnTo>
                  <a:lnTo>
                    <a:pt x="50" y="65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49" y="60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5" y="53"/>
                  </a:lnTo>
                  <a:lnTo>
                    <a:pt x="43" y="52"/>
                  </a:lnTo>
                  <a:lnTo>
                    <a:pt x="41" y="53"/>
                  </a:lnTo>
                  <a:lnTo>
                    <a:pt x="37" y="52"/>
                  </a:lnTo>
                  <a:lnTo>
                    <a:pt x="37" y="50"/>
                  </a:lnTo>
                  <a:lnTo>
                    <a:pt x="35" y="50"/>
                  </a:lnTo>
                  <a:lnTo>
                    <a:pt x="33" y="49"/>
                  </a:lnTo>
                  <a:lnTo>
                    <a:pt x="33" y="45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4" y="57"/>
                  </a:lnTo>
                  <a:lnTo>
                    <a:pt x="34" y="61"/>
                  </a:lnTo>
                  <a:lnTo>
                    <a:pt x="31" y="61"/>
                  </a:lnTo>
                  <a:lnTo>
                    <a:pt x="30" y="65"/>
                  </a:lnTo>
                  <a:lnTo>
                    <a:pt x="29" y="64"/>
                  </a:lnTo>
                  <a:lnTo>
                    <a:pt x="29" y="61"/>
                  </a:lnTo>
                  <a:lnTo>
                    <a:pt x="30" y="61"/>
                  </a:lnTo>
                  <a:lnTo>
                    <a:pt x="31" y="60"/>
                  </a:lnTo>
                  <a:lnTo>
                    <a:pt x="29" y="61"/>
                  </a:lnTo>
                  <a:lnTo>
                    <a:pt x="27" y="64"/>
                  </a:lnTo>
                  <a:lnTo>
                    <a:pt x="26" y="61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6" y="56"/>
                  </a:lnTo>
                  <a:lnTo>
                    <a:pt x="27" y="57"/>
                  </a:lnTo>
                  <a:lnTo>
                    <a:pt x="26" y="58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6" y="64"/>
                  </a:lnTo>
                  <a:lnTo>
                    <a:pt x="26" y="65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4" y="65"/>
                  </a:lnTo>
                  <a:lnTo>
                    <a:pt x="22" y="65"/>
                  </a:lnTo>
                  <a:lnTo>
                    <a:pt x="22" y="66"/>
                  </a:lnTo>
                  <a:lnTo>
                    <a:pt x="21" y="66"/>
                  </a:lnTo>
                  <a:lnTo>
                    <a:pt x="20" y="66"/>
                  </a:lnTo>
                  <a:lnTo>
                    <a:pt x="20" y="64"/>
                  </a:lnTo>
                  <a:lnTo>
                    <a:pt x="18" y="64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4"/>
                  </a:lnTo>
                  <a:lnTo>
                    <a:pt x="13" y="50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2" y="41"/>
                  </a:lnTo>
                  <a:lnTo>
                    <a:pt x="12" y="37"/>
                  </a:lnTo>
                  <a:lnTo>
                    <a:pt x="9" y="33"/>
                  </a:lnTo>
                  <a:lnTo>
                    <a:pt x="6" y="32"/>
                  </a:lnTo>
                  <a:lnTo>
                    <a:pt x="4" y="29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6" y="21"/>
                  </a:lnTo>
                  <a:lnTo>
                    <a:pt x="9" y="20"/>
                  </a:lnTo>
                  <a:lnTo>
                    <a:pt x="10" y="20"/>
                  </a:lnTo>
                  <a:lnTo>
                    <a:pt x="12" y="19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0" y="14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4" name="Freeform 369"/>
            <p:cNvSpPr>
              <a:spLocks/>
            </p:cNvSpPr>
            <p:nvPr/>
          </p:nvSpPr>
          <p:spPr bwMode="auto">
            <a:xfrm>
              <a:off x="8401981" y="3449501"/>
              <a:ext cx="93897" cy="58369"/>
            </a:xfrm>
            <a:custGeom>
              <a:avLst/>
              <a:gdLst>
                <a:gd name="T0" fmla="*/ 16 w 37"/>
                <a:gd name="T1" fmla="*/ 0 h 23"/>
                <a:gd name="T2" fmla="*/ 18 w 37"/>
                <a:gd name="T3" fmla="*/ 3 h 23"/>
                <a:gd name="T4" fmla="*/ 23 w 37"/>
                <a:gd name="T5" fmla="*/ 3 h 23"/>
                <a:gd name="T6" fmla="*/ 25 w 37"/>
                <a:gd name="T7" fmla="*/ 4 h 23"/>
                <a:gd name="T8" fmla="*/ 28 w 37"/>
                <a:gd name="T9" fmla="*/ 3 h 23"/>
                <a:gd name="T10" fmla="*/ 31 w 37"/>
                <a:gd name="T11" fmla="*/ 3 h 23"/>
                <a:gd name="T12" fmla="*/ 33 w 37"/>
                <a:gd name="T13" fmla="*/ 6 h 23"/>
                <a:gd name="T14" fmla="*/ 33 w 37"/>
                <a:gd name="T15" fmla="*/ 6 h 23"/>
                <a:gd name="T16" fmla="*/ 33 w 37"/>
                <a:gd name="T17" fmla="*/ 8 h 23"/>
                <a:gd name="T18" fmla="*/ 33 w 37"/>
                <a:gd name="T19" fmla="*/ 11 h 23"/>
                <a:gd name="T20" fmla="*/ 37 w 37"/>
                <a:gd name="T21" fmla="*/ 12 h 23"/>
                <a:gd name="T22" fmla="*/ 37 w 37"/>
                <a:gd name="T23" fmla="*/ 16 h 23"/>
                <a:gd name="T24" fmla="*/ 37 w 37"/>
                <a:gd name="T25" fmla="*/ 17 h 23"/>
                <a:gd name="T26" fmla="*/ 32 w 37"/>
                <a:gd name="T27" fmla="*/ 19 h 23"/>
                <a:gd name="T28" fmla="*/ 29 w 37"/>
                <a:gd name="T29" fmla="*/ 19 h 23"/>
                <a:gd name="T30" fmla="*/ 24 w 37"/>
                <a:gd name="T31" fmla="*/ 20 h 23"/>
                <a:gd name="T32" fmla="*/ 21 w 37"/>
                <a:gd name="T33" fmla="*/ 19 h 23"/>
                <a:gd name="T34" fmla="*/ 19 w 37"/>
                <a:gd name="T35" fmla="*/ 19 h 23"/>
                <a:gd name="T36" fmla="*/ 18 w 37"/>
                <a:gd name="T37" fmla="*/ 23 h 23"/>
                <a:gd name="T38" fmla="*/ 14 w 37"/>
                <a:gd name="T39" fmla="*/ 23 h 23"/>
                <a:gd name="T40" fmla="*/ 8 w 37"/>
                <a:gd name="T41" fmla="*/ 19 h 23"/>
                <a:gd name="T42" fmla="*/ 7 w 37"/>
                <a:gd name="T43" fmla="*/ 20 h 23"/>
                <a:gd name="T44" fmla="*/ 3 w 37"/>
                <a:gd name="T45" fmla="*/ 19 h 23"/>
                <a:gd name="T46" fmla="*/ 0 w 37"/>
                <a:gd name="T47" fmla="*/ 15 h 23"/>
                <a:gd name="T48" fmla="*/ 0 w 37"/>
                <a:gd name="T49" fmla="*/ 14 h 23"/>
                <a:gd name="T50" fmla="*/ 2 w 37"/>
                <a:gd name="T51" fmla="*/ 11 h 23"/>
                <a:gd name="T52" fmla="*/ 3 w 37"/>
                <a:gd name="T53" fmla="*/ 10 h 23"/>
                <a:gd name="T54" fmla="*/ 6 w 37"/>
                <a:gd name="T55" fmla="*/ 4 h 23"/>
                <a:gd name="T56" fmla="*/ 12 w 37"/>
                <a:gd name="T57" fmla="*/ 2 h 23"/>
                <a:gd name="T58" fmla="*/ 16 w 37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" h="23">
                  <a:moveTo>
                    <a:pt x="16" y="0"/>
                  </a:moveTo>
                  <a:lnTo>
                    <a:pt x="18" y="3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8" y="3"/>
                  </a:lnTo>
                  <a:lnTo>
                    <a:pt x="31" y="3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8"/>
                  </a:lnTo>
                  <a:lnTo>
                    <a:pt x="33" y="11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17"/>
                  </a:lnTo>
                  <a:lnTo>
                    <a:pt x="32" y="19"/>
                  </a:lnTo>
                  <a:lnTo>
                    <a:pt x="29" y="19"/>
                  </a:lnTo>
                  <a:lnTo>
                    <a:pt x="24" y="20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19"/>
                  </a:lnTo>
                  <a:lnTo>
                    <a:pt x="7" y="20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5" name="Freeform 370"/>
            <p:cNvSpPr>
              <a:spLocks/>
            </p:cNvSpPr>
            <p:nvPr/>
          </p:nvSpPr>
          <p:spPr bwMode="auto">
            <a:xfrm>
              <a:off x="8135517" y="3383520"/>
              <a:ext cx="251238" cy="129426"/>
            </a:xfrm>
            <a:custGeom>
              <a:avLst/>
              <a:gdLst>
                <a:gd name="T0" fmla="*/ 9 w 99"/>
                <a:gd name="T1" fmla="*/ 1 h 51"/>
                <a:gd name="T2" fmla="*/ 12 w 99"/>
                <a:gd name="T3" fmla="*/ 3 h 51"/>
                <a:gd name="T4" fmla="*/ 15 w 99"/>
                <a:gd name="T5" fmla="*/ 1 h 51"/>
                <a:gd name="T6" fmla="*/ 22 w 99"/>
                <a:gd name="T7" fmla="*/ 3 h 51"/>
                <a:gd name="T8" fmla="*/ 26 w 99"/>
                <a:gd name="T9" fmla="*/ 4 h 51"/>
                <a:gd name="T10" fmla="*/ 32 w 99"/>
                <a:gd name="T11" fmla="*/ 9 h 51"/>
                <a:gd name="T12" fmla="*/ 37 w 99"/>
                <a:gd name="T13" fmla="*/ 11 h 51"/>
                <a:gd name="T14" fmla="*/ 40 w 99"/>
                <a:gd name="T15" fmla="*/ 15 h 51"/>
                <a:gd name="T16" fmla="*/ 42 w 99"/>
                <a:gd name="T17" fmla="*/ 16 h 51"/>
                <a:gd name="T18" fmla="*/ 44 w 99"/>
                <a:gd name="T19" fmla="*/ 12 h 51"/>
                <a:gd name="T20" fmla="*/ 47 w 99"/>
                <a:gd name="T21" fmla="*/ 13 h 51"/>
                <a:gd name="T22" fmla="*/ 50 w 99"/>
                <a:gd name="T23" fmla="*/ 17 h 51"/>
                <a:gd name="T24" fmla="*/ 57 w 99"/>
                <a:gd name="T25" fmla="*/ 18 h 51"/>
                <a:gd name="T26" fmla="*/ 59 w 99"/>
                <a:gd name="T27" fmla="*/ 24 h 51"/>
                <a:gd name="T28" fmla="*/ 62 w 99"/>
                <a:gd name="T29" fmla="*/ 26 h 51"/>
                <a:gd name="T30" fmla="*/ 67 w 99"/>
                <a:gd name="T31" fmla="*/ 26 h 51"/>
                <a:gd name="T32" fmla="*/ 71 w 99"/>
                <a:gd name="T33" fmla="*/ 24 h 51"/>
                <a:gd name="T34" fmla="*/ 79 w 99"/>
                <a:gd name="T35" fmla="*/ 25 h 51"/>
                <a:gd name="T36" fmla="*/ 83 w 99"/>
                <a:gd name="T37" fmla="*/ 30 h 51"/>
                <a:gd name="T38" fmla="*/ 87 w 99"/>
                <a:gd name="T39" fmla="*/ 33 h 51"/>
                <a:gd name="T40" fmla="*/ 92 w 99"/>
                <a:gd name="T41" fmla="*/ 33 h 51"/>
                <a:gd name="T42" fmla="*/ 98 w 99"/>
                <a:gd name="T43" fmla="*/ 32 h 51"/>
                <a:gd name="T44" fmla="*/ 98 w 99"/>
                <a:gd name="T45" fmla="*/ 40 h 51"/>
                <a:gd name="T46" fmla="*/ 99 w 99"/>
                <a:gd name="T47" fmla="*/ 50 h 51"/>
                <a:gd name="T48" fmla="*/ 87 w 99"/>
                <a:gd name="T49" fmla="*/ 49 h 51"/>
                <a:gd name="T50" fmla="*/ 74 w 99"/>
                <a:gd name="T51" fmla="*/ 47 h 51"/>
                <a:gd name="T52" fmla="*/ 67 w 99"/>
                <a:gd name="T53" fmla="*/ 49 h 51"/>
                <a:gd name="T54" fmla="*/ 58 w 99"/>
                <a:gd name="T55" fmla="*/ 43 h 51"/>
                <a:gd name="T56" fmla="*/ 51 w 99"/>
                <a:gd name="T57" fmla="*/ 40 h 51"/>
                <a:gd name="T58" fmla="*/ 44 w 99"/>
                <a:gd name="T59" fmla="*/ 40 h 51"/>
                <a:gd name="T60" fmla="*/ 33 w 99"/>
                <a:gd name="T61" fmla="*/ 37 h 51"/>
                <a:gd name="T62" fmla="*/ 28 w 99"/>
                <a:gd name="T63" fmla="*/ 36 h 51"/>
                <a:gd name="T64" fmla="*/ 20 w 99"/>
                <a:gd name="T65" fmla="*/ 30 h 51"/>
                <a:gd name="T66" fmla="*/ 11 w 99"/>
                <a:gd name="T67" fmla="*/ 25 h 51"/>
                <a:gd name="T68" fmla="*/ 7 w 99"/>
                <a:gd name="T69" fmla="*/ 24 h 51"/>
                <a:gd name="T70" fmla="*/ 1 w 99"/>
                <a:gd name="T71" fmla="*/ 22 h 51"/>
                <a:gd name="T72" fmla="*/ 4 w 99"/>
                <a:gd name="T73" fmla="*/ 15 h 51"/>
                <a:gd name="T74" fmla="*/ 5 w 99"/>
                <a:gd name="T75" fmla="*/ 4 h 51"/>
                <a:gd name="T76" fmla="*/ 5 w 99"/>
                <a:gd name="T7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9" h="51">
                  <a:moveTo>
                    <a:pt x="5" y="0"/>
                  </a:moveTo>
                  <a:lnTo>
                    <a:pt x="9" y="1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5" y="1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8" y="5"/>
                  </a:lnTo>
                  <a:lnTo>
                    <a:pt x="32" y="9"/>
                  </a:lnTo>
                  <a:lnTo>
                    <a:pt x="34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40" y="15"/>
                  </a:lnTo>
                  <a:lnTo>
                    <a:pt x="41" y="17"/>
                  </a:lnTo>
                  <a:lnTo>
                    <a:pt x="42" y="16"/>
                  </a:lnTo>
                  <a:lnTo>
                    <a:pt x="42" y="13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7" y="13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3" y="20"/>
                  </a:lnTo>
                  <a:lnTo>
                    <a:pt x="57" y="18"/>
                  </a:lnTo>
                  <a:lnTo>
                    <a:pt x="59" y="20"/>
                  </a:lnTo>
                  <a:lnTo>
                    <a:pt x="59" y="24"/>
                  </a:lnTo>
                  <a:lnTo>
                    <a:pt x="61" y="26"/>
                  </a:lnTo>
                  <a:lnTo>
                    <a:pt x="62" y="26"/>
                  </a:lnTo>
                  <a:lnTo>
                    <a:pt x="66" y="28"/>
                  </a:lnTo>
                  <a:lnTo>
                    <a:pt x="67" y="26"/>
                  </a:lnTo>
                  <a:lnTo>
                    <a:pt x="70" y="26"/>
                  </a:lnTo>
                  <a:lnTo>
                    <a:pt x="71" y="24"/>
                  </a:lnTo>
                  <a:lnTo>
                    <a:pt x="76" y="24"/>
                  </a:lnTo>
                  <a:lnTo>
                    <a:pt x="79" y="25"/>
                  </a:lnTo>
                  <a:lnTo>
                    <a:pt x="79" y="29"/>
                  </a:lnTo>
                  <a:lnTo>
                    <a:pt x="83" y="30"/>
                  </a:lnTo>
                  <a:lnTo>
                    <a:pt x="86" y="33"/>
                  </a:lnTo>
                  <a:lnTo>
                    <a:pt x="87" y="33"/>
                  </a:lnTo>
                  <a:lnTo>
                    <a:pt x="91" y="32"/>
                  </a:lnTo>
                  <a:lnTo>
                    <a:pt x="92" y="33"/>
                  </a:lnTo>
                  <a:lnTo>
                    <a:pt x="95" y="32"/>
                  </a:lnTo>
                  <a:lnTo>
                    <a:pt x="98" y="32"/>
                  </a:lnTo>
                  <a:lnTo>
                    <a:pt x="98" y="34"/>
                  </a:lnTo>
                  <a:lnTo>
                    <a:pt x="98" y="40"/>
                  </a:lnTo>
                  <a:lnTo>
                    <a:pt x="99" y="45"/>
                  </a:lnTo>
                  <a:lnTo>
                    <a:pt x="99" y="50"/>
                  </a:lnTo>
                  <a:lnTo>
                    <a:pt x="91" y="51"/>
                  </a:lnTo>
                  <a:lnTo>
                    <a:pt x="87" y="49"/>
                  </a:lnTo>
                  <a:lnTo>
                    <a:pt x="84" y="50"/>
                  </a:lnTo>
                  <a:lnTo>
                    <a:pt x="74" y="47"/>
                  </a:lnTo>
                  <a:lnTo>
                    <a:pt x="70" y="47"/>
                  </a:lnTo>
                  <a:lnTo>
                    <a:pt x="67" y="49"/>
                  </a:lnTo>
                  <a:lnTo>
                    <a:pt x="61" y="46"/>
                  </a:lnTo>
                  <a:lnTo>
                    <a:pt x="58" y="43"/>
                  </a:lnTo>
                  <a:lnTo>
                    <a:pt x="57" y="41"/>
                  </a:lnTo>
                  <a:lnTo>
                    <a:pt x="51" y="40"/>
                  </a:lnTo>
                  <a:lnTo>
                    <a:pt x="45" y="41"/>
                  </a:lnTo>
                  <a:lnTo>
                    <a:pt x="44" y="40"/>
                  </a:lnTo>
                  <a:lnTo>
                    <a:pt x="37" y="40"/>
                  </a:lnTo>
                  <a:lnTo>
                    <a:pt x="33" y="37"/>
                  </a:lnTo>
                  <a:lnTo>
                    <a:pt x="30" y="37"/>
                  </a:lnTo>
                  <a:lnTo>
                    <a:pt x="28" y="36"/>
                  </a:lnTo>
                  <a:lnTo>
                    <a:pt x="24" y="34"/>
                  </a:lnTo>
                  <a:lnTo>
                    <a:pt x="20" y="30"/>
                  </a:lnTo>
                  <a:lnTo>
                    <a:pt x="15" y="26"/>
                  </a:lnTo>
                  <a:lnTo>
                    <a:pt x="11" y="25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4" y="22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5" y="4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6" name="Freeform 371"/>
            <p:cNvSpPr>
              <a:spLocks/>
            </p:cNvSpPr>
            <p:nvPr/>
          </p:nvSpPr>
          <p:spPr bwMode="auto">
            <a:xfrm>
              <a:off x="7564526" y="3160198"/>
              <a:ext cx="421266" cy="456794"/>
            </a:xfrm>
            <a:custGeom>
              <a:avLst/>
              <a:gdLst>
                <a:gd name="T0" fmla="*/ 129 w 166"/>
                <a:gd name="T1" fmla="*/ 2 h 180"/>
                <a:gd name="T2" fmla="*/ 126 w 166"/>
                <a:gd name="T3" fmla="*/ 12 h 180"/>
                <a:gd name="T4" fmla="*/ 138 w 166"/>
                <a:gd name="T5" fmla="*/ 18 h 180"/>
                <a:gd name="T6" fmla="*/ 139 w 166"/>
                <a:gd name="T7" fmla="*/ 28 h 180"/>
                <a:gd name="T8" fmla="*/ 139 w 166"/>
                <a:gd name="T9" fmla="*/ 38 h 180"/>
                <a:gd name="T10" fmla="*/ 150 w 166"/>
                <a:gd name="T11" fmla="*/ 54 h 180"/>
                <a:gd name="T12" fmla="*/ 162 w 166"/>
                <a:gd name="T13" fmla="*/ 58 h 180"/>
                <a:gd name="T14" fmla="*/ 162 w 166"/>
                <a:gd name="T15" fmla="*/ 64 h 180"/>
                <a:gd name="T16" fmla="*/ 154 w 166"/>
                <a:gd name="T17" fmla="*/ 71 h 180"/>
                <a:gd name="T18" fmla="*/ 153 w 166"/>
                <a:gd name="T19" fmla="*/ 85 h 180"/>
                <a:gd name="T20" fmla="*/ 149 w 166"/>
                <a:gd name="T21" fmla="*/ 96 h 180"/>
                <a:gd name="T22" fmla="*/ 141 w 166"/>
                <a:gd name="T23" fmla="*/ 108 h 180"/>
                <a:gd name="T24" fmla="*/ 124 w 166"/>
                <a:gd name="T25" fmla="*/ 122 h 180"/>
                <a:gd name="T26" fmla="*/ 114 w 166"/>
                <a:gd name="T27" fmla="*/ 121 h 180"/>
                <a:gd name="T28" fmla="*/ 107 w 166"/>
                <a:gd name="T29" fmla="*/ 130 h 180"/>
                <a:gd name="T30" fmla="*/ 105 w 166"/>
                <a:gd name="T31" fmla="*/ 138 h 180"/>
                <a:gd name="T32" fmla="*/ 113 w 166"/>
                <a:gd name="T33" fmla="*/ 142 h 180"/>
                <a:gd name="T34" fmla="*/ 120 w 166"/>
                <a:gd name="T35" fmla="*/ 153 h 180"/>
                <a:gd name="T36" fmla="*/ 125 w 166"/>
                <a:gd name="T37" fmla="*/ 166 h 180"/>
                <a:gd name="T38" fmla="*/ 121 w 166"/>
                <a:gd name="T39" fmla="*/ 171 h 180"/>
                <a:gd name="T40" fmla="*/ 117 w 166"/>
                <a:gd name="T41" fmla="*/ 170 h 180"/>
                <a:gd name="T42" fmla="*/ 101 w 166"/>
                <a:gd name="T43" fmla="*/ 171 h 180"/>
                <a:gd name="T44" fmla="*/ 96 w 166"/>
                <a:gd name="T45" fmla="*/ 180 h 180"/>
                <a:gd name="T46" fmla="*/ 87 w 166"/>
                <a:gd name="T47" fmla="*/ 178 h 180"/>
                <a:gd name="T48" fmla="*/ 82 w 166"/>
                <a:gd name="T49" fmla="*/ 175 h 180"/>
                <a:gd name="T50" fmla="*/ 82 w 166"/>
                <a:gd name="T51" fmla="*/ 168 h 180"/>
                <a:gd name="T52" fmla="*/ 74 w 166"/>
                <a:gd name="T53" fmla="*/ 164 h 180"/>
                <a:gd name="T54" fmla="*/ 74 w 166"/>
                <a:gd name="T55" fmla="*/ 160 h 180"/>
                <a:gd name="T56" fmla="*/ 64 w 166"/>
                <a:gd name="T57" fmla="*/ 156 h 180"/>
                <a:gd name="T58" fmla="*/ 58 w 166"/>
                <a:gd name="T59" fmla="*/ 156 h 180"/>
                <a:gd name="T60" fmla="*/ 49 w 166"/>
                <a:gd name="T61" fmla="*/ 160 h 180"/>
                <a:gd name="T62" fmla="*/ 42 w 166"/>
                <a:gd name="T63" fmla="*/ 158 h 180"/>
                <a:gd name="T64" fmla="*/ 37 w 166"/>
                <a:gd name="T65" fmla="*/ 156 h 180"/>
                <a:gd name="T66" fmla="*/ 33 w 166"/>
                <a:gd name="T67" fmla="*/ 159 h 180"/>
                <a:gd name="T68" fmla="*/ 25 w 166"/>
                <a:gd name="T69" fmla="*/ 160 h 180"/>
                <a:gd name="T70" fmla="*/ 18 w 166"/>
                <a:gd name="T71" fmla="*/ 162 h 180"/>
                <a:gd name="T72" fmla="*/ 16 w 166"/>
                <a:gd name="T73" fmla="*/ 158 h 180"/>
                <a:gd name="T74" fmla="*/ 16 w 166"/>
                <a:gd name="T75" fmla="*/ 146 h 180"/>
                <a:gd name="T76" fmla="*/ 28 w 166"/>
                <a:gd name="T77" fmla="*/ 139 h 180"/>
                <a:gd name="T78" fmla="*/ 29 w 166"/>
                <a:gd name="T79" fmla="*/ 133 h 180"/>
                <a:gd name="T80" fmla="*/ 25 w 166"/>
                <a:gd name="T81" fmla="*/ 125 h 180"/>
                <a:gd name="T82" fmla="*/ 18 w 166"/>
                <a:gd name="T83" fmla="*/ 118 h 180"/>
                <a:gd name="T84" fmla="*/ 8 w 166"/>
                <a:gd name="T85" fmla="*/ 112 h 180"/>
                <a:gd name="T86" fmla="*/ 16 w 166"/>
                <a:gd name="T87" fmla="*/ 105 h 180"/>
                <a:gd name="T88" fmla="*/ 39 w 166"/>
                <a:gd name="T89" fmla="*/ 103 h 180"/>
                <a:gd name="T90" fmla="*/ 58 w 166"/>
                <a:gd name="T91" fmla="*/ 101 h 180"/>
                <a:gd name="T92" fmla="*/ 62 w 166"/>
                <a:gd name="T93" fmla="*/ 92 h 180"/>
                <a:gd name="T94" fmla="*/ 64 w 166"/>
                <a:gd name="T95" fmla="*/ 83 h 180"/>
                <a:gd name="T96" fmla="*/ 70 w 166"/>
                <a:gd name="T97" fmla="*/ 79 h 180"/>
                <a:gd name="T98" fmla="*/ 79 w 166"/>
                <a:gd name="T99" fmla="*/ 71 h 180"/>
                <a:gd name="T100" fmla="*/ 87 w 166"/>
                <a:gd name="T101" fmla="*/ 71 h 180"/>
                <a:gd name="T102" fmla="*/ 93 w 166"/>
                <a:gd name="T103" fmla="*/ 68 h 180"/>
                <a:gd name="T104" fmla="*/ 93 w 166"/>
                <a:gd name="T105" fmla="*/ 58 h 180"/>
                <a:gd name="T106" fmla="*/ 100 w 166"/>
                <a:gd name="T107" fmla="*/ 50 h 180"/>
                <a:gd name="T108" fmla="*/ 96 w 166"/>
                <a:gd name="T109" fmla="*/ 41 h 180"/>
                <a:gd name="T110" fmla="*/ 111 w 166"/>
                <a:gd name="T111" fmla="*/ 35 h 180"/>
                <a:gd name="T112" fmla="*/ 113 w 166"/>
                <a:gd name="T113" fmla="*/ 17 h 180"/>
                <a:gd name="T114" fmla="*/ 114 w 166"/>
                <a:gd name="T115" fmla="*/ 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6" h="180">
                  <a:moveTo>
                    <a:pt x="122" y="0"/>
                  </a:moveTo>
                  <a:lnTo>
                    <a:pt x="125" y="1"/>
                  </a:lnTo>
                  <a:lnTo>
                    <a:pt x="128" y="0"/>
                  </a:lnTo>
                  <a:lnTo>
                    <a:pt x="129" y="2"/>
                  </a:lnTo>
                  <a:lnTo>
                    <a:pt x="122" y="6"/>
                  </a:lnTo>
                  <a:lnTo>
                    <a:pt x="124" y="10"/>
                  </a:lnTo>
                  <a:lnTo>
                    <a:pt x="125" y="13"/>
                  </a:lnTo>
                  <a:lnTo>
                    <a:pt x="126" y="12"/>
                  </a:lnTo>
                  <a:lnTo>
                    <a:pt x="129" y="12"/>
                  </a:lnTo>
                  <a:lnTo>
                    <a:pt x="132" y="13"/>
                  </a:lnTo>
                  <a:lnTo>
                    <a:pt x="136" y="17"/>
                  </a:lnTo>
                  <a:lnTo>
                    <a:pt x="138" y="18"/>
                  </a:lnTo>
                  <a:lnTo>
                    <a:pt x="138" y="21"/>
                  </a:lnTo>
                  <a:lnTo>
                    <a:pt x="142" y="22"/>
                  </a:lnTo>
                  <a:lnTo>
                    <a:pt x="142" y="25"/>
                  </a:lnTo>
                  <a:lnTo>
                    <a:pt x="139" y="28"/>
                  </a:lnTo>
                  <a:lnTo>
                    <a:pt x="138" y="30"/>
                  </a:lnTo>
                  <a:lnTo>
                    <a:pt x="137" y="30"/>
                  </a:lnTo>
                  <a:lnTo>
                    <a:pt x="137" y="34"/>
                  </a:lnTo>
                  <a:lnTo>
                    <a:pt x="139" y="38"/>
                  </a:lnTo>
                  <a:lnTo>
                    <a:pt x="141" y="46"/>
                  </a:lnTo>
                  <a:lnTo>
                    <a:pt x="141" y="49"/>
                  </a:lnTo>
                  <a:lnTo>
                    <a:pt x="146" y="53"/>
                  </a:lnTo>
                  <a:lnTo>
                    <a:pt x="150" y="54"/>
                  </a:lnTo>
                  <a:lnTo>
                    <a:pt x="154" y="55"/>
                  </a:lnTo>
                  <a:lnTo>
                    <a:pt x="155" y="59"/>
                  </a:lnTo>
                  <a:lnTo>
                    <a:pt x="159" y="59"/>
                  </a:lnTo>
                  <a:lnTo>
                    <a:pt x="162" y="58"/>
                  </a:lnTo>
                  <a:lnTo>
                    <a:pt x="164" y="59"/>
                  </a:lnTo>
                  <a:lnTo>
                    <a:pt x="166" y="62"/>
                  </a:lnTo>
                  <a:lnTo>
                    <a:pt x="163" y="64"/>
                  </a:lnTo>
                  <a:lnTo>
                    <a:pt x="162" y="64"/>
                  </a:lnTo>
                  <a:lnTo>
                    <a:pt x="159" y="66"/>
                  </a:lnTo>
                  <a:lnTo>
                    <a:pt x="157" y="66"/>
                  </a:lnTo>
                  <a:lnTo>
                    <a:pt x="154" y="70"/>
                  </a:lnTo>
                  <a:lnTo>
                    <a:pt x="154" y="71"/>
                  </a:lnTo>
                  <a:lnTo>
                    <a:pt x="155" y="75"/>
                  </a:lnTo>
                  <a:lnTo>
                    <a:pt x="155" y="81"/>
                  </a:lnTo>
                  <a:lnTo>
                    <a:pt x="154" y="84"/>
                  </a:lnTo>
                  <a:lnTo>
                    <a:pt x="153" y="85"/>
                  </a:lnTo>
                  <a:lnTo>
                    <a:pt x="149" y="89"/>
                  </a:lnTo>
                  <a:lnTo>
                    <a:pt x="150" y="91"/>
                  </a:lnTo>
                  <a:lnTo>
                    <a:pt x="150" y="92"/>
                  </a:lnTo>
                  <a:lnTo>
                    <a:pt x="149" y="96"/>
                  </a:lnTo>
                  <a:lnTo>
                    <a:pt x="146" y="97"/>
                  </a:lnTo>
                  <a:lnTo>
                    <a:pt x="143" y="101"/>
                  </a:lnTo>
                  <a:lnTo>
                    <a:pt x="142" y="105"/>
                  </a:lnTo>
                  <a:lnTo>
                    <a:pt x="141" y="108"/>
                  </a:lnTo>
                  <a:lnTo>
                    <a:pt x="136" y="112"/>
                  </a:lnTo>
                  <a:lnTo>
                    <a:pt x="133" y="118"/>
                  </a:lnTo>
                  <a:lnTo>
                    <a:pt x="129" y="122"/>
                  </a:lnTo>
                  <a:lnTo>
                    <a:pt x="124" y="122"/>
                  </a:lnTo>
                  <a:lnTo>
                    <a:pt x="118" y="125"/>
                  </a:lnTo>
                  <a:lnTo>
                    <a:pt x="117" y="125"/>
                  </a:lnTo>
                  <a:lnTo>
                    <a:pt x="117" y="122"/>
                  </a:lnTo>
                  <a:lnTo>
                    <a:pt x="114" y="121"/>
                  </a:lnTo>
                  <a:lnTo>
                    <a:pt x="112" y="122"/>
                  </a:lnTo>
                  <a:lnTo>
                    <a:pt x="111" y="124"/>
                  </a:lnTo>
                  <a:lnTo>
                    <a:pt x="109" y="126"/>
                  </a:lnTo>
                  <a:lnTo>
                    <a:pt x="107" y="130"/>
                  </a:lnTo>
                  <a:lnTo>
                    <a:pt x="105" y="130"/>
                  </a:lnTo>
                  <a:lnTo>
                    <a:pt x="103" y="135"/>
                  </a:lnTo>
                  <a:lnTo>
                    <a:pt x="103" y="138"/>
                  </a:lnTo>
                  <a:lnTo>
                    <a:pt x="105" y="138"/>
                  </a:lnTo>
                  <a:lnTo>
                    <a:pt x="108" y="139"/>
                  </a:lnTo>
                  <a:lnTo>
                    <a:pt x="109" y="138"/>
                  </a:lnTo>
                  <a:lnTo>
                    <a:pt x="112" y="139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3" y="150"/>
                  </a:lnTo>
                  <a:lnTo>
                    <a:pt x="117" y="153"/>
                  </a:lnTo>
                  <a:lnTo>
                    <a:pt x="120" y="153"/>
                  </a:lnTo>
                  <a:lnTo>
                    <a:pt x="121" y="154"/>
                  </a:lnTo>
                  <a:lnTo>
                    <a:pt x="121" y="155"/>
                  </a:lnTo>
                  <a:lnTo>
                    <a:pt x="122" y="158"/>
                  </a:lnTo>
                  <a:lnTo>
                    <a:pt x="125" y="166"/>
                  </a:lnTo>
                  <a:lnTo>
                    <a:pt x="125" y="167"/>
                  </a:lnTo>
                  <a:lnTo>
                    <a:pt x="126" y="168"/>
                  </a:lnTo>
                  <a:lnTo>
                    <a:pt x="124" y="170"/>
                  </a:lnTo>
                  <a:lnTo>
                    <a:pt x="121" y="171"/>
                  </a:lnTo>
                  <a:lnTo>
                    <a:pt x="120" y="170"/>
                  </a:lnTo>
                  <a:lnTo>
                    <a:pt x="121" y="168"/>
                  </a:lnTo>
                  <a:lnTo>
                    <a:pt x="118" y="168"/>
                  </a:lnTo>
                  <a:lnTo>
                    <a:pt x="117" y="170"/>
                  </a:lnTo>
                  <a:lnTo>
                    <a:pt x="113" y="171"/>
                  </a:lnTo>
                  <a:lnTo>
                    <a:pt x="104" y="171"/>
                  </a:lnTo>
                  <a:lnTo>
                    <a:pt x="103" y="172"/>
                  </a:lnTo>
                  <a:lnTo>
                    <a:pt x="101" y="171"/>
                  </a:lnTo>
                  <a:lnTo>
                    <a:pt x="100" y="175"/>
                  </a:lnTo>
                  <a:lnTo>
                    <a:pt x="99" y="175"/>
                  </a:lnTo>
                  <a:lnTo>
                    <a:pt x="96" y="176"/>
                  </a:lnTo>
                  <a:lnTo>
                    <a:pt x="96" y="180"/>
                  </a:lnTo>
                  <a:lnTo>
                    <a:pt x="93" y="180"/>
                  </a:lnTo>
                  <a:lnTo>
                    <a:pt x="93" y="179"/>
                  </a:lnTo>
                  <a:lnTo>
                    <a:pt x="89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3" y="175"/>
                  </a:lnTo>
                  <a:lnTo>
                    <a:pt x="83" y="175"/>
                  </a:lnTo>
                  <a:lnTo>
                    <a:pt x="82" y="175"/>
                  </a:lnTo>
                  <a:lnTo>
                    <a:pt x="83" y="174"/>
                  </a:lnTo>
                  <a:lnTo>
                    <a:pt x="83" y="172"/>
                  </a:lnTo>
                  <a:lnTo>
                    <a:pt x="82" y="172"/>
                  </a:lnTo>
                  <a:lnTo>
                    <a:pt x="82" y="168"/>
                  </a:lnTo>
                  <a:lnTo>
                    <a:pt x="79" y="164"/>
                  </a:lnTo>
                  <a:lnTo>
                    <a:pt x="79" y="163"/>
                  </a:lnTo>
                  <a:lnTo>
                    <a:pt x="75" y="164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0"/>
                  </a:lnTo>
                  <a:lnTo>
                    <a:pt x="72" y="158"/>
                  </a:lnTo>
                  <a:lnTo>
                    <a:pt x="71" y="156"/>
                  </a:lnTo>
                  <a:lnTo>
                    <a:pt x="67" y="156"/>
                  </a:lnTo>
                  <a:lnTo>
                    <a:pt x="64" y="156"/>
                  </a:lnTo>
                  <a:lnTo>
                    <a:pt x="60" y="156"/>
                  </a:lnTo>
                  <a:lnTo>
                    <a:pt x="59" y="156"/>
                  </a:lnTo>
                  <a:lnTo>
                    <a:pt x="59" y="156"/>
                  </a:lnTo>
                  <a:lnTo>
                    <a:pt x="58" y="156"/>
                  </a:lnTo>
                  <a:lnTo>
                    <a:pt x="55" y="158"/>
                  </a:lnTo>
                  <a:lnTo>
                    <a:pt x="54" y="158"/>
                  </a:lnTo>
                  <a:lnTo>
                    <a:pt x="51" y="158"/>
                  </a:lnTo>
                  <a:lnTo>
                    <a:pt x="49" y="160"/>
                  </a:lnTo>
                  <a:lnTo>
                    <a:pt x="46" y="160"/>
                  </a:lnTo>
                  <a:lnTo>
                    <a:pt x="45" y="159"/>
                  </a:lnTo>
                  <a:lnTo>
                    <a:pt x="43" y="159"/>
                  </a:lnTo>
                  <a:lnTo>
                    <a:pt x="42" y="158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39" y="158"/>
                  </a:lnTo>
                  <a:lnTo>
                    <a:pt x="37" y="156"/>
                  </a:lnTo>
                  <a:lnTo>
                    <a:pt x="35" y="158"/>
                  </a:lnTo>
                  <a:lnTo>
                    <a:pt x="35" y="159"/>
                  </a:lnTo>
                  <a:lnTo>
                    <a:pt x="34" y="159"/>
                  </a:lnTo>
                  <a:lnTo>
                    <a:pt x="33" y="159"/>
                  </a:lnTo>
                  <a:lnTo>
                    <a:pt x="30" y="159"/>
                  </a:lnTo>
                  <a:lnTo>
                    <a:pt x="29" y="159"/>
                  </a:lnTo>
                  <a:lnTo>
                    <a:pt x="26" y="159"/>
                  </a:lnTo>
                  <a:lnTo>
                    <a:pt x="25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7" y="162"/>
                  </a:lnTo>
                  <a:lnTo>
                    <a:pt x="17" y="160"/>
                  </a:lnTo>
                  <a:lnTo>
                    <a:pt x="16" y="160"/>
                  </a:lnTo>
                  <a:lnTo>
                    <a:pt x="16" y="158"/>
                  </a:lnTo>
                  <a:lnTo>
                    <a:pt x="16" y="154"/>
                  </a:lnTo>
                  <a:lnTo>
                    <a:pt x="14" y="151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7" y="145"/>
                  </a:lnTo>
                  <a:lnTo>
                    <a:pt x="21" y="142"/>
                  </a:lnTo>
                  <a:lnTo>
                    <a:pt x="22" y="141"/>
                  </a:lnTo>
                  <a:lnTo>
                    <a:pt x="28" y="139"/>
                  </a:lnTo>
                  <a:lnTo>
                    <a:pt x="30" y="141"/>
                  </a:lnTo>
                  <a:lnTo>
                    <a:pt x="33" y="139"/>
                  </a:lnTo>
                  <a:lnTo>
                    <a:pt x="32" y="134"/>
                  </a:lnTo>
                  <a:lnTo>
                    <a:pt x="29" y="133"/>
                  </a:lnTo>
                  <a:lnTo>
                    <a:pt x="26" y="133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5"/>
                  </a:lnTo>
                  <a:lnTo>
                    <a:pt x="25" y="121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18" y="118"/>
                  </a:lnTo>
                  <a:lnTo>
                    <a:pt x="14" y="118"/>
                  </a:lnTo>
                  <a:lnTo>
                    <a:pt x="13" y="117"/>
                  </a:lnTo>
                  <a:lnTo>
                    <a:pt x="10" y="114"/>
                  </a:lnTo>
                  <a:lnTo>
                    <a:pt x="8" y="112"/>
                  </a:lnTo>
                  <a:lnTo>
                    <a:pt x="6" y="109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16" y="105"/>
                  </a:lnTo>
                  <a:lnTo>
                    <a:pt x="30" y="105"/>
                  </a:lnTo>
                  <a:lnTo>
                    <a:pt x="34" y="104"/>
                  </a:lnTo>
                  <a:lnTo>
                    <a:pt x="38" y="104"/>
                  </a:lnTo>
                  <a:lnTo>
                    <a:pt x="39" y="103"/>
                  </a:lnTo>
                  <a:lnTo>
                    <a:pt x="43" y="101"/>
                  </a:lnTo>
                  <a:lnTo>
                    <a:pt x="50" y="101"/>
                  </a:lnTo>
                  <a:lnTo>
                    <a:pt x="54" y="101"/>
                  </a:lnTo>
                  <a:lnTo>
                    <a:pt x="58" y="101"/>
                  </a:lnTo>
                  <a:lnTo>
                    <a:pt x="62" y="99"/>
                  </a:lnTo>
                  <a:lnTo>
                    <a:pt x="63" y="97"/>
                  </a:lnTo>
                  <a:lnTo>
                    <a:pt x="62" y="95"/>
                  </a:lnTo>
                  <a:lnTo>
                    <a:pt x="62" y="92"/>
                  </a:lnTo>
                  <a:lnTo>
                    <a:pt x="60" y="88"/>
                  </a:lnTo>
                  <a:lnTo>
                    <a:pt x="60" y="85"/>
                  </a:lnTo>
                  <a:lnTo>
                    <a:pt x="63" y="83"/>
                  </a:lnTo>
                  <a:lnTo>
                    <a:pt x="64" y="83"/>
                  </a:lnTo>
                  <a:lnTo>
                    <a:pt x="66" y="80"/>
                  </a:lnTo>
                  <a:lnTo>
                    <a:pt x="66" y="79"/>
                  </a:lnTo>
                  <a:lnTo>
                    <a:pt x="68" y="78"/>
                  </a:lnTo>
                  <a:lnTo>
                    <a:pt x="70" y="79"/>
                  </a:lnTo>
                  <a:lnTo>
                    <a:pt x="75" y="78"/>
                  </a:lnTo>
                  <a:lnTo>
                    <a:pt x="76" y="75"/>
                  </a:lnTo>
                  <a:lnTo>
                    <a:pt x="74" y="75"/>
                  </a:lnTo>
                  <a:lnTo>
                    <a:pt x="79" y="71"/>
                  </a:lnTo>
                  <a:lnTo>
                    <a:pt x="79" y="70"/>
                  </a:lnTo>
                  <a:lnTo>
                    <a:pt x="82" y="70"/>
                  </a:lnTo>
                  <a:lnTo>
                    <a:pt x="83" y="71"/>
                  </a:lnTo>
                  <a:lnTo>
                    <a:pt x="87" y="71"/>
                  </a:lnTo>
                  <a:lnTo>
                    <a:pt x="87" y="70"/>
                  </a:lnTo>
                  <a:lnTo>
                    <a:pt x="88" y="70"/>
                  </a:lnTo>
                  <a:lnTo>
                    <a:pt x="91" y="72"/>
                  </a:lnTo>
                  <a:lnTo>
                    <a:pt x="93" y="68"/>
                  </a:lnTo>
                  <a:lnTo>
                    <a:pt x="92" y="63"/>
                  </a:lnTo>
                  <a:lnTo>
                    <a:pt x="92" y="62"/>
                  </a:lnTo>
                  <a:lnTo>
                    <a:pt x="93" y="60"/>
                  </a:lnTo>
                  <a:lnTo>
                    <a:pt x="93" y="58"/>
                  </a:lnTo>
                  <a:lnTo>
                    <a:pt x="93" y="54"/>
                  </a:lnTo>
                  <a:lnTo>
                    <a:pt x="95" y="51"/>
                  </a:lnTo>
                  <a:lnTo>
                    <a:pt x="97" y="51"/>
                  </a:lnTo>
                  <a:lnTo>
                    <a:pt x="100" y="50"/>
                  </a:lnTo>
                  <a:lnTo>
                    <a:pt x="101" y="47"/>
                  </a:lnTo>
                  <a:lnTo>
                    <a:pt x="100" y="45"/>
                  </a:lnTo>
                  <a:lnTo>
                    <a:pt x="97" y="43"/>
                  </a:lnTo>
                  <a:lnTo>
                    <a:pt x="96" y="41"/>
                  </a:lnTo>
                  <a:lnTo>
                    <a:pt x="99" y="38"/>
                  </a:lnTo>
                  <a:lnTo>
                    <a:pt x="103" y="39"/>
                  </a:lnTo>
                  <a:lnTo>
                    <a:pt x="108" y="39"/>
                  </a:lnTo>
                  <a:lnTo>
                    <a:pt x="111" y="35"/>
                  </a:lnTo>
                  <a:lnTo>
                    <a:pt x="111" y="31"/>
                  </a:lnTo>
                  <a:lnTo>
                    <a:pt x="108" y="29"/>
                  </a:lnTo>
                  <a:lnTo>
                    <a:pt x="113" y="22"/>
                  </a:lnTo>
                  <a:lnTo>
                    <a:pt x="113" y="17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12" y="4"/>
                  </a:lnTo>
                  <a:lnTo>
                    <a:pt x="114" y="4"/>
                  </a:lnTo>
                  <a:lnTo>
                    <a:pt x="118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7" name="Freeform 372"/>
            <p:cNvSpPr>
              <a:spLocks/>
            </p:cNvSpPr>
            <p:nvPr/>
          </p:nvSpPr>
          <p:spPr bwMode="auto">
            <a:xfrm>
              <a:off x="7874130" y="3137359"/>
              <a:ext cx="220785" cy="180181"/>
            </a:xfrm>
            <a:custGeom>
              <a:avLst/>
              <a:gdLst>
                <a:gd name="T0" fmla="*/ 33 w 87"/>
                <a:gd name="T1" fmla="*/ 0 h 71"/>
                <a:gd name="T2" fmla="*/ 37 w 87"/>
                <a:gd name="T3" fmla="*/ 5 h 71"/>
                <a:gd name="T4" fmla="*/ 45 w 87"/>
                <a:gd name="T5" fmla="*/ 15 h 71"/>
                <a:gd name="T6" fmla="*/ 48 w 87"/>
                <a:gd name="T7" fmla="*/ 19 h 71"/>
                <a:gd name="T8" fmla="*/ 53 w 87"/>
                <a:gd name="T9" fmla="*/ 22 h 71"/>
                <a:gd name="T10" fmla="*/ 61 w 87"/>
                <a:gd name="T11" fmla="*/ 22 h 71"/>
                <a:gd name="T12" fmla="*/ 66 w 87"/>
                <a:gd name="T13" fmla="*/ 26 h 71"/>
                <a:gd name="T14" fmla="*/ 71 w 87"/>
                <a:gd name="T15" fmla="*/ 34 h 71"/>
                <a:gd name="T16" fmla="*/ 78 w 87"/>
                <a:gd name="T17" fmla="*/ 39 h 71"/>
                <a:gd name="T18" fmla="*/ 81 w 87"/>
                <a:gd name="T19" fmla="*/ 48 h 71"/>
                <a:gd name="T20" fmla="*/ 86 w 87"/>
                <a:gd name="T21" fmla="*/ 55 h 71"/>
                <a:gd name="T22" fmla="*/ 87 w 87"/>
                <a:gd name="T23" fmla="*/ 64 h 71"/>
                <a:gd name="T24" fmla="*/ 86 w 87"/>
                <a:gd name="T25" fmla="*/ 64 h 71"/>
                <a:gd name="T26" fmla="*/ 81 w 87"/>
                <a:gd name="T27" fmla="*/ 68 h 71"/>
                <a:gd name="T28" fmla="*/ 73 w 87"/>
                <a:gd name="T29" fmla="*/ 65 h 71"/>
                <a:gd name="T30" fmla="*/ 68 w 87"/>
                <a:gd name="T31" fmla="*/ 60 h 71"/>
                <a:gd name="T32" fmla="*/ 58 w 87"/>
                <a:gd name="T33" fmla="*/ 58 h 71"/>
                <a:gd name="T34" fmla="*/ 54 w 87"/>
                <a:gd name="T35" fmla="*/ 60 h 71"/>
                <a:gd name="T36" fmla="*/ 48 w 87"/>
                <a:gd name="T37" fmla="*/ 64 h 71"/>
                <a:gd name="T38" fmla="*/ 44 w 87"/>
                <a:gd name="T39" fmla="*/ 71 h 71"/>
                <a:gd name="T40" fmla="*/ 40 w 87"/>
                <a:gd name="T41" fmla="*/ 67 h 71"/>
                <a:gd name="T42" fmla="*/ 33 w 87"/>
                <a:gd name="T43" fmla="*/ 68 h 71"/>
                <a:gd name="T44" fmla="*/ 28 w 87"/>
                <a:gd name="T45" fmla="*/ 63 h 71"/>
                <a:gd name="T46" fmla="*/ 19 w 87"/>
                <a:gd name="T47" fmla="*/ 58 h 71"/>
                <a:gd name="T48" fmla="*/ 17 w 87"/>
                <a:gd name="T49" fmla="*/ 47 h 71"/>
                <a:gd name="T50" fmla="*/ 15 w 87"/>
                <a:gd name="T51" fmla="*/ 39 h 71"/>
                <a:gd name="T52" fmla="*/ 17 w 87"/>
                <a:gd name="T53" fmla="*/ 37 h 71"/>
                <a:gd name="T54" fmla="*/ 20 w 87"/>
                <a:gd name="T55" fmla="*/ 31 h 71"/>
                <a:gd name="T56" fmla="*/ 16 w 87"/>
                <a:gd name="T57" fmla="*/ 27 h 71"/>
                <a:gd name="T58" fmla="*/ 10 w 87"/>
                <a:gd name="T59" fmla="*/ 22 h 71"/>
                <a:gd name="T60" fmla="*/ 4 w 87"/>
                <a:gd name="T61" fmla="*/ 21 h 71"/>
                <a:gd name="T62" fmla="*/ 2 w 87"/>
                <a:gd name="T63" fmla="*/ 19 h 71"/>
                <a:gd name="T64" fmla="*/ 7 w 87"/>
                <a:gd name="T65" fmla="*/ 11 h 71"/>
                <a:gd name="T66" fmla="*/ 15 w 87"/>
                <a:gd name="T67" fmla="*/ 8 h 71"/>
                <a:gd name="T68" fmla="*/ 21 w 87"/>
                <a:gd name="T69" fmla="*/ 1 h 71"/>
                <a:gd name="T70" fmla="*/ 23 w 87"/>
                <a:gd name="T71" fmla="*/ 1 h 71"/>
                <a:gd name="T72" fmla="*/ 27 w 87"/>
                <a:gd name="T73" fmla="*/ 2 h 71"/>
                <a:gd name="T74" fmla="*/ 31 w 87"/>
                <a:gd name="T75" fmla="*/ 1 h 71"/>
                <a:gd name="T76" fmla="*/ 32 w 87"/>
                <a:gd name="T7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71">
                  <a:moveTo>
                    <a:pt x="32" y="0"/>
                  </a:moveTo>
                  <a:lnTo>
                    <a:pt x="33" y="0"/>
                  </a:lnTo>
                  <a:lnTo>
                    <a:pt x="36" y="1"/>
                  </a:lnTo>
                  <a:lnTo>
                    <a:pt x="37" y="5"/>
                  </a:lnTo>
                  <a:lnTo>
                    <a:pt x="42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8" y="19"/>
                  </a:lnTo>
                  <a:lnTo>
                    <a:pt x="49" y="21"/>
                  </a:lnTo>
                  <a:lnTo>
                    <a:pt x="53" y="22"/>
                  </a:lnTo>
                  <a:lnTo>
                    <a:pt x="58" y="22"/>
                  </a:lnTo>
                  <a:lnTo>
                    <a:pt x="61" y="22"/>
                  </a:lnTo>
                  <a:lnTo>
                    <a:pt x="61" y="25"/>
                  </a:lnTo>
                  <a:lnTo>
                    <a:pt x="66" y="26"/>
                  </a:lnTo>
                  <a:lnTo>
                    <a:pt x="70" y="29"/>
                  </a:lnTo>
                  <a:lnTo>
                    <a:pt x="71" y="34"/>
                  </a:lnTo>
                  <a:lnTo>
                    <a:pt x="74" y="38"/>
                  </a:lnTo>
                  <a:lnTo>
                    <a:pt x="78" y="39"/>
                  </a:lnTo>
                  <a:lnTo>
                    <a:pt x="81" y="43"/>
                  </a:lnTo>
                  <a:lnTo>
                    <a:pt x="81" y="48"/>
                  </a:lnTo>
                  <a:lnTo>
                    <a:pt x="82" y="54"/>
                  </a:lnTo>
                  <a:lnTo>
                    <a:pt x="86" y="55"/>
                  </a:lnTo>
                  <a:lnTo>
                    <a:pt x="87" y="60"/>
                  </a:lnTo>
                  <a:lnTo>
                    <a:pt x="87" y="64"/>
                  </a:lnTo>
                  <a:lnTo>
                    <a:pt x="86" y="67"/>
                  </a:lnTo>
                  <a:lnTo>
                    <a:pt x="86" y="64"/>
                  </a:lnTo>
                  <a:lnTo>
                    <a:pt x="83" y="64"/>
                  </a:lnTo>
                  <a:lnTo>
                    <a:pt x="81" y="68"/>
                  </a:lnTo>
                  <a:lnTo>
                    <a:pt x="75" y="64"/>
                  </a:lnTo>
                  <a:lnTo>
                    <a:pt x="73" y="65"/>
                  </a:lnTo>
                  <a:lnTo>
                    <a:pt x="71" y="62"/>
                  </a:lnTo>
                  <a:lnTo>
                    <a:pt x="68" y="60"/>
                  </a:lnTo>
                  <a:lnTo>
                    <a:pt x="65" y="63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4" y="60"/>
                  </a:lnTo>
                  <a:lnTo>
                    <a:pt x="52" y="62"/>
                  </a:lnTo>
                  <a:lnTo>
                    <a:pt x="48" y="64"/>
                  </a:lnTo>
                  <a:lnTo>
                    <a:pt x="44" y="69"/>
                  </a:lnTo>
                  <a:lnTo>
                    <a:pt x="44" y="71"/>
                  </a:lnTo>
                  <a:lnTo>
                    <a:pt x="42" y="68"/>
                  </a:lnTo>
                  <a:lnTo>
                    <a:pt x="40" y="67"/>
                  </a:lnTo>
                  <a:lnTo>
                    <a:pt x="37" y="68"/>
                  </a:lnTo>
                  <a:lnTo>
                    <a:pt x="33" y="68"/>
                  </a:lnTo>
                  <a:lnTo>
                    <a:pt x="32" y="64"/>
                  </a:lnTo>
                  <a:lnTo>
                    <a:pt x="28" y="63"/>
                  </a:lnTo>
                  <a:lnTo>
                    <a:pt x="24" y="62"/>
                  </a:lnTo>
                  <a:lnTo>
                    <a:pt x="19" y="58"/>
                  </a:lnTo>
                  <a:lnTo>
                    <a:pt x="19" y="55"/>
                  </a:lnTo>
                  <a:lnTo>
                    <a:pt x="17" y="47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6" y="39"/>
                  </a:lnTo>
                  <a:lnTo>
                    <a:pt x="17" y="37"/>
                  </a:lnTo>
                  <a:lnTo>
                    <a:pt x="20" y="34"/>
                  </a:lnTo>
                  <a:lnTo>
                    <a:pt x="20" y="31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4" y="26"/>
                  </a:lnTo>
                  <a:lnTo>
                    <a:pt x="10" y="22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3" y="22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7" y="11"/>
                  </a:lnTo>
                  <a:lnTo>
                    <a:pt x="6" y="9"/>
                  </a:lnTo>
                  <a:lnTo>
                    <a:pt x="15" y="8"/>
                  </a:lnTo>
                  <a:lnTo>
                    <a:pt x="20" y="5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8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" name="Freeform 373"/>
            <p:cNvSpPr>
              <a:spLocks/>
            </p:cNvSpPr>
            <p:nvPr/>
          </p:nvSpPr>
          <p:spPr bwMode="auto">
            <a:xfrm>
              <a:off x="7534073" y="3096755"/>
              <a:ext cx="400964" cy="329907"/>
            </a:xfrm>
            <a:custGeom>
              <a:avLst/>
              <a:gdLst>
                <a:gd name="T0" fmla="*/ 113 w 158"/>
                <a:gd name="T1" fmla="*/ 1 h 130"/>
                <a:gd name="T2" fmla="*/ 116 w 158"/>
                <a:gd name="T3" fmla="*/ 6 h 130"/>
                <a:gd name="T4" fmla="*/ 119 w 158"/>
                <a:gd name="T5" fmla="*/ 10 h 130"/>
                <a:gd name="T6" fmla="*/ 120 w 158"/>
                <a:gd name="T7" fmla="*/ 21 h 130"/>
                <a:gd name="T8" fmla="*/ 124 w 158"/>
                <a:gd name="T9" fmla="*/ 26 h 130"/>
                <a:gd name="T10" fmla="*/ 129 w 158"/>
                <a:gd name="T11" fmla="*/ 24 h 130"/>
                <a:gd name="T12" fmla="*/ 136 w 158"/>
                <a:gd name="T13" fmla="*/ 17 h 130"/>
                <a:gd name="T14" fmla="*/ 146 w 158"/>
                <a:gd name="T15" fmla="*/ 12 h 130"/>
                <a:gd name="T16" fmla="*/ 151 w 158"/>
                <a:gd name="T17" fmla="*/ 12 h 130"/>
                <a:gd name="T18" fmla="*/ 154 w 158"/>
                <a:gd name="T19" fmla="*/ 17 h 130"/>
                <a:gd name="T20" fmla="*/ 149 w 158"/>
                <a:gd name="T21" fmla="*/ 24 h 130"/>
                <a:gd name="T22" fmla="*/ 130 w 158"/>
                <a:gd name="T23" fmla="*/ 26 h 130"/>
                <a:gd name="T24" fmla="*/ 121 w 158"/>
                <a:gd name="T25" fmla="*/ 33 h 130"/>
                <a:gd name="T26" fmla="*/ 125 w 158"/>
                <a:gd name="T27" fmla="*/ 47 h 130"/>
                <a:gd name="T28" fmla="*/ 123 w 158"/>
                <a:gd name="T29" fmla="*/ 60 h 130"/>
                <a:gd name="T30" fmla="*/ 111 w 158"/>
                <a:gd name="T31" fmla="*/ 63 h 130"/>
                <a:gd name="T32" fmla="*/ 112 w 158"/>
                <a:gd name="T33" fmla="*/ 70 h 130"/>
                <a:gd name="T34" fmla="*/ 109 w 158"/>
                <a:gd name="T35" fmla="*/ 76 h 130"/>
                <a:gd name="T36" fmla="*/ 105 w 158"/>
                <a:gd name="T37" fmla="*/ 83 h 130"/>
                <a:gd name="T38" fmla="*/ 104 w 158"/>
                <a:gd name="T39" fmla="*/ 88 h 130"/>
                <a:gd name="T40" fmla="*/ 100 w 158"/>
                <a:gd name="T41" fmla="*/ 95 h 130"/>
                <a:gd name="T42" fmla="*/ 95 w 158"/>
                <a:gd name="T43" fmla="*/ 96 h 130"/>
                <a:gd name="T44" fmla="*/ 91 w 158"/>
                <a:gd name="T45" fmla="*/ 96 h 130"/>
                <a:gd name="T46" fmla="*/ 87 w 158"/>
                <a:gd name="T47" fmla="*/ 103 h 130"/>
                <a:gd name="T48" fmla="*/ 78 w 158"/>
                <a:gd name="T49" fmla="*/ 104 h 130"/>
                <a:gd name="T50" fmla="*/ 75 w 158"/>
                <a:gd name="T51" fmla="*/ 108 h 130"/>
                <a:gd name="T52" fmla="*/ 74 w 158"/>
                <a:gd name="T53" fmla="*/ 117 h 130"/>
                <a:gd name="T54" fmla="*/ 74 w 158"/>
                <a:gd name="T55" fmla="*/ 124 h 130"/>
                <a:gd name="T56" fmla="*/ 62 w 158"/>
                <a:gd name="T57" fmla="*/ 126 h 130"/>
                <a:gd name="T58" fmla="*/ 50 w 158"/>
                <a:gd name="T59" fmla="*/ 129 h 130"/>
                <a:gd name="T60" fmla="*/ 28 w 158"/>
                <a:gd name="T61" fmla="*/ 130 h 130"/>
                <a:gd name="T62" fmla="*/ 22 w 158"/>
                <a:gd name="T63" fmla="*/ 112 h 130"/>
                <a:gd name="T64" fmla="*/ 18 w 158"/>
                <a:gd name="T65" fmla="*/ 100 h 130"/>
                <a:gd name="T66" fmla="*/ 7 w 158"/>
                <a:gd name="T67" fmla="*/ 93 h 130"/>
                <a:gd name="T68" fmla="*/ 3 w 158"/>
                <a:gd name="T69" fmla="*/ 80 h 130"/>
                <a:gd name="T70" fmla="*/ 7 w 158"/>
                <a:gd name="T71" fmla="*/ 72 h 130"/>
                <a:gd name="T72" fmla="*/ 1 w 158"/>
                <a:gd name="T73" fmla="*/ 66 h 130"/>
                <a:gd name="T74" fmla="*/ 1 w 158"/>
                <a:gd name="T75" fmla="*/ 60 h 130"/>
                <a:gd name="T76" fmla="*/ 5 w 158"/>
                <a:gd name="T77" fmla="*/ 55 h 130"/>
                <a:gd name="T78" fmla="*/ 5 w 158"/>
                <a:gd name="T79" fmla="*/ 51 h 130"/>
                <a:gd name="T80" fmla="*/ 5 w 158"/>
                <a:gd name="T81" fmla="*/ 45 h 130"/>
                <a:gd name="T82" fmla="*/ 9 w 158"/>
                <a:gd name="T83" fmla="*/ 45 h 130"/>
                <a:gd name="T84" fmla="*/ 15 w 158"/>
                <a:gd name="T85" fmla="*/ 45 h 130"/>
                <a:gd name="T86" fmla="*/ 20 w 158"/>
                <a:gd name="T87" fmla="*/ 49 h 130"/>
                <a:gd name="T88" fmla="*/ 25 w 158"/>
                <a:gd name="T89" fmla="*/ 47 h 130"/>
                <a:gd name="T90" fmla="*/ 29 w 158"/>
                <a:gd name="T91" fmla="*/ 43 h 130"/>
                <a:gd name="T92" fmla="*/ 37 w 158"/>
                <a:gd name="T93" fmla="*/ 38 h 130"/>
                <a:gd name="T94" fmla="*/ 41 w 158"/>
                <a:gd name="T95" fmla="*/ 35 h 130"/>
                <a:gd name="T96" fmla="*/ 45 w 158"/>
                <a:gd name="T97" fmla="*/ 26 h 130"/>
                <a:gd name="T98" fmla="*/ 44 w 158"/>
                <a:gd name="T99" fmla="*/ 21 h 130"/>
                <a:gd name="T100" fmla="*/ 49 w 158"/>
                <a:gd name="T101" fmla="*/ 18 h 130"/>
                <a:gd name="T102" fmla="*/ 57 w 158"/>
                <a:gd name="T103" fmla="*/ 16 h 130"/>
                <a:gd name="T104" fmla="*/ 62 w 158"/>
                <a:gd name="T105" fmla="*/ 17 h 130"/>
                <a:gd name="T106" fmla="*/ 70 w 158"/>
                <a:gd name="T107" fmla="*/ 20 h 130"/>
                <a:gd name="T108" fmla="*/ 76 w 158"/>
                <a:gd name="T109" fmla="*/ 18 h 130"/>
                <a:gd name="T110" fmla="*/ 84 w 158"/>
                <a:gd name="T111" fmla="*/ 21 h 130"/>
                <a:gd name="T112" fmla="*/ 90 w 158"/>
                <a:gd name="T113" fmla="*/ 18 h 130"/>
                <a:gd name="T114" fmla="*/ 94 w 158"/>
                <a:gd name="T115" fmla="*/ 20 h 130"/>
                <a:gd name="T116" fmla="*/ 96 w 158"/>
                <a:gd name="T117" fmla="*/ 17 h 130"/>
                <a:gd name="T118" fmla="*/ 100 w 158"/>
                <a:gd name="T119" fmla="*/ 13 h 130"/>
                <a:gd name="T120" fmla="*/ 104 w 158"/>
                <a:gd name="T121" fmla="*/ 14 h 130"/>
                <a:gd name="T122" fmla="*/ 105 w 158"/>
                <a:gd name="T123" fmla="*/ 6 h 130"/>
                <a:gd name="T124" fmla="*/ 109 w 158"/>
                <a:gd name="T12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8" h="130">
                  <a:moveTo>
                    <a:pt x="109" y="0"/>
                  </a:moveTo>
                  <a:lnTo>
                    <a:pt x="112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6" y="4"/>
                  </a:lnTo>
                  <a:lnTo>
                    <a:pt x="116" y="6"/>
                  </a:lnTo>
                  <a:lnTo>
                    <a:pt x="116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9" y="14"/>
                  </a:lnTo>
                  <a:lnTo>
                    <a:pt x="119" y="17"/>
                  </a:lnTo>
                  <a:lnTo>
                    <a:pt x="120" y="21"/>
                  </a:lnTo>
                  <a:lnTo>
                    <a:pt x="121" y="24"/>
                  </a:lnTo>
                  <a:lnTo>
                    <a:pt x="121" y="25"/>
                  </a:lnTo>
                  <a:lnTo>
                    <a:pt x="124" y="26"/>
                  </a:lnTo>
                  <a:lnTo>
                    <a:pt x="126" y="26"/>
                  </a:lnTo>
                  <a:lnTo>
                    <a:pt x="128" y="25"/>
                  </a:lnTo>
                  <a:lnTo>
                    <a:pt x="129" y="24"/>
                  </a:lnTo>
                  <a:lnTo>
                    <a:pt x="133" y="21"/>
                  </a:lnTo>
                  <a:lnTo>
                    <a:pt x="134" y="20"/>
                  </a:lnTo>
                  <a:lnTo>
                    <a:pt x="136" y="17"/>
                  </a:lnTo>
                  <a:lnTo>
                    <a:pt x="137" y="16"/>
                  </a:lnTo>
                  <a:lnTo>
                    <a:pt x="142" y="13"/>
                  </a:lnTo>
                  <a:lnTo>
                    <a:pt x="146" y="12"/>
                  </a:lnTo>
                  <a:lnTo>
                    <a:pt x="146" y="14"/>
                  </a:lnTo>
                  <a:lnTo>
                    <a:pt x="150" y="14"/>
                  </a:lnTo>
                  <a:lnTo>
                    <a:pt x="151" y="12"/>
                  </a:lnTo>
                  <a:lnTo>
                    <a:pt x="157" y="12"/>
                  </a:lnTo>
                  <a:lnTo>
                    <a:pt x="158" y="14"/>
                  </a:lnTo>
                  <a:lnTo>
                    <a:pt x="154" y="17"/>
                  </a:lnTo>
                  <a:lnTo>
                    <a:pt x="155" y="17"/>
                  </a:lnTo>
                  <a:lnTo>
                    <a:pt x="154" y="21"/>
                  </a:lnTo>
                  <a:lnTo>
                    <a:pt x="149" y="24"/>
                  </a:lnTo>
                  <a:lnTo>
                    <a:pt x="137" y="26"/>
                  </a:lnTo>
                  <a:lnTo>
                    <a:pt x="134" y="25"/>
                  </a:lnTo>
                  <a:lnTo>
                    <a:pt x="130" y="26"/>
                  </a:lnTo>
                  <a:lnTo>
                    <a:pt x="126" y="29"/>
                  </a:lnTo>
                  <a:lnTo>
                    <a:pt x="124" y="29"/>
                  </a:lnTo>
                  <a:lnTo>
                    <a:pt x="121" y="33"/>
                  </a:lnTo>
                  <a:lnTo>
                    <a:pt x="120" y="34"/>
                  </a:lnTo>
                  <a:lnTo>
                    <a:pt x="125" y="42"/>
                  </a:lnTo>
                  <a:lnTo>
                    <a:pt x="125" y="47"/>
                  </a:lnTo>
                  <a:lnTo>
                    <a:pt x="120" y="54"/>
                  </a:lnTo>
                  <a:lnTo>
                    <a:pt x="123" y="56"/>
                  </a:lnTo>
                  <a:lnTo>
                    <a:pt x="123" y="60"/>
                  </a:lnTo>
                  <a:lnTo>
                    <a:pt x="120" y="64"/>
                  </a:lnTo>
                  <a:lnTo>
                    <a:pt x="115" y="64"/>
                  </a:lnTo>
                  <a:lnTo>
                    <a:pt x="111" y="63"/>
                  </a:lnTo>
                  <a:lnTo>
                    <a:pt x="108" y="66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7" y="76"/>
                  </a:lnTo>
                  <a:lnTo>
                    <a:pt x="105" y="79"/>
                  </a:lnTo>
                  <a:lnTo>
                    <a:pt x="105" y="83"/>
                  </a:lnTo>
                  <a:lnTo>
                    <a:pt x="105" y="85"/>
                  </a:lnTo>
                  <a:lnTo>
                    <a:pt x="104" y="87"/>
                  </a:lnTo>
                  <a:lnTo>
                    <a:pt x="104" y="88"/>
                  </a:lnTo>
                  <a:lnTo>
                    <a:pt x="105" y="93"/>
                  </a:lnTo>
                  <a:lnTo>
                    <a:pt x="103" y="97"/>
                  </a:lnTo>
                  <a:lnTo>
                    <a:pt x="100" y="95"/>
                  </a:lnTo>
                  <a:lnTo>
                    <a:pt x="99" y="95"/>
                  </a:lnTo>
                  <a:lnTo>
                    <a:pt x="99" y="96"/>
                  </a:lnTo>
                  <a:lnTo>
                    <a:pt x="95" y="96"/>
                  </a:lnTo>
                  <a:lnTo>
                    <a:pt x="94" y="95"/>
                  </a:lnTo>
                  <a:lnTo>
                    <a:pt x="91" y="95"/>
                  </a:lnTo>
                  <a:lnTo>
                    <a:pt x="91" y="96"/>
                  </a:lnTo>
                  <a:lnTo>
                    <a:pt x="86" y="100"/>
                  </a:lnTo>
                  <a:lnTo>
                    <a:pt x="88" y="100"/>
                  </a:lnTo>
                  <a:lnTo>
                    <a:pt x="87" y="103"/>
                  </a:lnTo>
                  <a:lnTo>
                    <a:pt x="82" y="104"/>
                  </a:lnTo>
                  <a:lnTo>
                    <a:pt x="80" y="103"/>
                  </a:lnTo>
                  <a:lnTo>
                    <a:pt x="78" y="104"/>
                  </a:lnTo>
                  <a:lnTo>
                    <a:pt x="78" y="105"/>
                  </a:lnTo>
                  <a:lnTo>
                    <a:pt x="76" y="108"/>
                  </a:lnTo>
                  <a:lnTo>
                    <a:pt x="75" y="108"/>
                  </a:lnTo>
                  <a:lnTo>
                    <a:pt x="72" y="110"/>
                  </a:lnTo>
                  <a:lnTo>
                    <a:pt x="72" y="113"/>
                  </a:lnTo>
                  <a:lnTo>
                    <a:pt x="74" y="117"/>
                  </a:lnTo>
                  <a:lnTo>
                    <a:pt x="74" y="120"/>
                  </a:lnTo>
                  <a:lnTo>
                    <a:pt x="75" y="122"/>
                  </a:lnTo>
                  <a:lnTo>
                    <a:pt x="74" y="124"/>
                  </a:lnTo>
                  <a:lnTo>
                    <a:pt x="70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55" y="126"/>
                  </a:lnTo>
                  <a:lnTo>
                    <a:pt x="51" y="128"/>
                  </a:lnTo>
                  <a:lnTo>
                    <a:pt x="50" y="129"/>
                  </a:lnTo>
                  <a:lnTo>
                    <a:pt x="46" y="129"/>
                  </a:lnTo>
                  <a:lnTo>
                    <a:pt x="42" y="130"/>
                  </a:lnTo>
                  <a:lnTo>
                    <a:pt x="28" y="130"/>
                  </a:lnTo>
                  <a:lnTo>
                    <a:pt x="12" y="126"/>
                  </a:lnTo>
                  <a:lnTo>
                    <a:pt x="21" y="114"/>
                  </a:lnTo>
                  <a:lnTo>
                    <a:pt x="22" y="112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18" y="100"/>
                  </a:lnTo>
                  <a:lnTo>
                    <a:pt x="9" y="100"/>
                  </a:lnTo>
                  <a:lnTo>
                    <a:pt x="8" y="96"/>
                  </a:lnTo>
                  <a:lnTo>
                    <a:pt x="7" y="93"/>
                  </a:lnTo>
                  <a:lnTo>
                    <a:pt x="8" y="92"/>
                  </a:lnTo>
                  <a:lnTo>
                    <a:pt x="7" y="87"/>
                  </a:lnTo>
                  <a:lnTo>
                    <a:pt x="3" y="80"/>
                  </a:lnTo>
                  <a:lnTo>
                    <a:pt x="4" y="78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3" y="72"/>
                  </a:lnTo>
                  <a:lnTo>
                    <a:pt x="3" y="70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3" y="62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3" y="58"/>
                  </a:lnTo>
                  <a:lnTo>
                    <a:pt x="5" y="55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7" y="45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6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1" y="50"/>
                  </a:lnTo>
                  <a:lnTo>
                    <a:pt x="22" y="49"/>
                  </a:lnTo>
                  <a:lnTo>
                    <a:pt x="25" y="47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9" y="43"/>
                  </a:lnTo>
                  <a:lnTo>
                    <a:pt x="29" y="41"/>
                  </a:lnTo>
                  <a:lnTo>
                    <a:pt x="33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2" y="31"/>
                  </a:lnTo>
                  <a:lnTo>
                    <a:pt x="42" y="29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5" y="21"/>
                  </a:lnTo>
                  <a:lnTo>
                    <a:pt x="46" y="20"/>
                  </a:lnTo>
                  <a:lnTo>
                    <a:pt x="49" y="18"/>
                  </a:lnTo>
                  <a:lnTo>
                    <a:pt x="50" y="20"/>
                  </a:lnTo>
                  <a:lnTo>
                    <a:pt x="54" y="17"/>
                  </a:lnTo>
                  <a:lnTo>
                    <a:pt x="57" y="16"/>
                  </a:lnTo>
                  <a:lnTo>
                    <a:pt x="59" y="17"/>
                  </a:lnTo>
                  <a:lnTo>
                    <a:pt x="62" y="17"/>
                  </a:lnTo>
                  <a:lnTo>
                    <a:pt x="62" y="17"/>
                  </a:lnTo>
                  <a:lnTo>
                    <a:pt x="66" y="16"/>
                  </a:lnTo>
                  <a:lnTo>
                    <a:pt x="69" y="17"/>
                  </a:lnTo>
                  <a:lnTo>
                    <a:pt x="70" y="20"/>
                  </a:lnTo>
                  <a:lnTo>
                    <a:pt x="72" y="20"/>
                  </a:lnTo>
                  <a:lnTo>
                    <a:pt x="74" y="18"/>
                  </a:lnTo>
                  <a:lnTo>
                    <a:pt x="76" y="18"/>
                  </a:lnTo>
                  <a:lnTo>
                    <a:pt x="79" y="21"/>
                  </a:lnTo>
                  <a:lnTo>
                    <a:pt x="80" y="22"/>
                  </a:lnTo>
                  <a:lnTo>
                    <a:pt x="84" y="21"/>
                  </a:lnTo>
                  <a:lnTo>
                    <a:pt x="87" y="20"/>
                  </a:lnTo>
                  <a:lnTo>
                    <a:pt x="88" y="18"/>
                  </a:lnTo>
                  <a:lnTo>
                    <a:pt x="90" y="18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4" y="20"/>
                  </a:lnTo>
                  <a:lnTo>
                    <a:pt x="97" y="20"/>
                  </a:lnTo>
                  <a:lnTo>
                    <a:pt x="97" y="17"/>
                  </a:lnTo>
                  <a:lnTo>
                    <a:pt x="96" y="17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0" y="13"/>
                  </a:lnTo>
                  <a:lnTo>
                    <a:pt x="101" y="13"/>
                  </a:lnTo>
                  <a:lnTo>
                    <a:pt x="101" y="14"/>
                  </a:lnTo>
                  <a:lnTo>
                    <a:pt x="104" y="14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6"/>
                  </a:lnTo>
                  <a:lnTo>
                    <a:pt x="107" y="5"/>
                  </a:lnTo>
                  <a:lnTo>
                    <a:pt x="108" y="1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9" name="Freeform 374"/>
            <p:cNvSpPr>
              <a:spLocks noEditPoints="1"/>
            </p:cNvSpPr>
            <p:nvPr/>
          </p:nvSpPr>
          <p:spPr bwMode="auto">
            <a:xfrm>
              <a:off x="5975898" y="2381111"/>
              <a:ext cx="187793" cy="149728"/>
            </a:xfrm>
            <a:custGeom>
              <a:avLst/>
              <a:gdLst>
                <a:gd name="T0" fmla="*/ 60 w 74"/>
                <a:gd name="T1" fmla="*/ 53 h 59"/>
                <a:gd name="T2" fmla="*/ 58 w 74"/>
                <a:gd name="T3" fmla="*/ 57 h 59"/>
                <a:gd name="T4" fmla="*/ 54 w 74"/>
                <a:gd name="T5" fmla="*/ 56 h 59"/>
                <a:gd name="T6" fmla="*/ 54 w 74"/>
                <a:gd name="T7" fmla="*/ 53 h 59"/>
                <a:gd name="T8" fmla="*/ 27 w 74"/>
                <a:gd name="T9" fmla="*/ 50 h 59"/>
                <a:gd name="T10" fmla="*/ 37 w 74"/>
                <a:gd name="T11" fmla="*/ 50 h 59"/>
                <a:gd name="T12" fmla="*/ 43 w 74"/>
                <a:gd name="T13" fmla="*/ 48 h 59"/>
                <a:gd name="T14" fmla="*/ 41 w 74"/>
                <a:gd name="T15" fmla="*/ 53 h 59"/>
                <a:gd name="T16" fmla="*/ 32 w 74"/>
                <a:gd name="T17" fmla="*/ 52 h 59"/>
                <a:gd name="T18" fmla="*/ 33 w 74"/>
                <a:gd name="T19" fmla="*/ 48 h 59"/>
                <a:gd name="T20" fmla="*/ 44 w 74"/>
                <a:gd name="T21" fmla="*/ 48 h 59"/>
                <a:gd name="T22" fmla="*/ 45 w 74"/>
                <a:gd name="T23" fmla="*/ 46 h 59"/>
                <a:gd name="T24" fmla="*/ 29 w 74"/>
                <a:gd name="T25" fmla="*/ 50 h 59"/>
                <a:gd name="T26" fmla="*/ 70 w 74"/>
                <a:gd name="T27" fmla="*/ 41 h 59"/>
                <a:gd name="T28" fmla="*/ 70 w 74"/>
                <a:gd name="T29" fmla="*/ 46 h 59"/>
                <a:gd name="T30" fmla="*/ 25 w 74"/>
                <a:gd name="T31" fmla="*/ 40 h 59"/>
                <a:gd name="T32" fmla="*/ 28 w 74"/>
                <a:gd name="T33" fmla="*/ 46 h 59"/>
                <a:gd name="T34" fmla="*/ 20 w 74"/>
                <a:gd name="T35" fmla="*/ 44 h 59"/>
                <a:gd name="T36" fmla="*/ 48 w 74"/>
                <a:gd name="T37" fmla="*/ 36 h 59"/>
                <a:gd name="T38" fmla="*/ 27 w 74"/>
                <a:gd name="T39" fmla="*/ 31 h 59"/>
                <a:gd name="T40" fmla="*/ 27 w 74"/>
                <a:gd name="T41" fmla="*/ 34 h 59"/>
                <a:gd name="T42" fmla="*/ 47 w 74"/>
                <a:gd name="T43" fmla="*/ 34 h 59"/>
                <a:gd name="T44" fmla="*/ 45 w 74"/>
                <a:gd name="T45" fmla="*/ 41 h 59"/>
                <a:gd name="T46" fmla="*/ 43 w 74"/>
                <a:gd name="T47" fmla="*/ 46 h 59"/>
                <a:gd name="T48" fmla="*/ 40 w 74"/>
                <a:gd name="T49" fmla="*/ 45 h 59"/>
                <a:gd name="T50" fmla="*/ 33 w 74"/>
                <a:gd name="T51" fmla="*/ 41 h 59"/>
                <a:gd name="T52" fmla="*/ 35 w 74"/>
                <a:gd name="T53" fmla="*/ 36 h 59"/>
                <a:gd name="T54" fmla="*/ 37 w 74"/>
                <a:gd name="T55" fmla="*/ 36 h 59"/>
                <a:gd name="T56" fmla="*/ 41 w 74"/>
                <a:gd name="T57" fmla="*/ 36 h 59"/>
                <a:gd name="T58" fmla="*/ 43 w 74"/>
                <a:gd name="T59" fmla="*/ 31 h 59"/>
                <a:gd name="T60" fmla="*/ 8 w 74"/>
                <a:gd name="T61" fmla="*/ 20 h 59"/>
                <a:gd name="T62" fmla="*/ 11 w 74"/>
                <a:gd name="T63" fmla="*/ 16 h 59"/>
                <a:gd name="T64" fmla="*/ 22 w 74"/>
                <a:gd name="T65" fmla="*/ 20 h 59"/>
                <a:gd name="T66" fmla="*/ 28 w 74"/>
                <a:gd name="T67" fmla="*/ 24 h 59"/>
                <a:gd name="T68" fmla="*/ 29 w 74"/>
                <a:gd name="T69" fmla="*/ 28 h 59"/>
                <a:gd name="T70" fmla="*/ 24 w 74"/>
                <a:gd name="T71" fmla="*/ 27 h 59"/>
                <a:gd name="T72" fmla="*/ 22 w 74"/>
                <a:gd name="T73" fmla="*/ 34 h 59"/>
                <a:gd name="T74" fmla="*/ 15 w 74"/>
                <a:gd name="T75" fmla="*/ 40 h 59"/>
                <a:gd name="T76" fmla="*/ 15 w 74"/>
                <a:gd name="T77" fmla="*/ 45 h 59"/>
                <a:gd name="T78" fmla="*/ 16 w 74"/>
                <a:gd name="T79" fmla="*/ 49 h 59"/>
                <a:gd name="T80" fmla="*/ 10 w 74"/>
                <a:gd name="T81" fmla="*/ 48 h 59"/>
                <a:gd name="T82" fmla="*/ 6 w 74"/>
                <a:gd name="T83" fmla="*/ 42 h 59"/>
                <a:gd name="T84" fmla="*/ 2 w 74"/>
                <a:gd name="T85" fmla="*/ 36 h 59"/>
                <a:gd name="T86" fmla="*/ 2 w 74"/>
                <a:gd name="T87" fmla="*/ 29 h 59"/>
                <a:gd name="T88" fmla="*/ 3 w 74"/>
                <a:gd name="T89" fmla="*/ 25 h 59"/>
                <a:gd name="T90" fmla="*/ 6 w 74"/>
                <a:gd name="T91" fmla="*/ 23 h 59"/>
                <a:gd name="T92" fmla="*/ 11 w 74"/>
                <a:gd name="T93" fmla="*/ 19 h 59"/>
                <a:gd name="T94" fmla="*/ 11 w 74"/>
                <a:gd name="T95" fmla="*/ 23 h 59"/>
                <a:gd name="T96" fmla="*/ 14 w 74"/>
                <a:gd name="T97" fmla="*/ 20 h 59"/>
                <a:gd name="T98" fmla="*/ 15 w 74"/>
                <a:gd name="T99" fmla="*/ 16 h 59"/>
                <a:gd name="T100" fmla="*/ 32 w 74"/>
                <a:gd name="T101" fmla="*/ 7 h 59"/>
                <a:gd name="T102" fmla="*/ 25 w 74"/>
                <a:gd name="T103" fmla="*/ 0 h 59"/>
                <a:gd name="T104" fmla="*/ 24 w 74"/>
                <a:gd name="T105" fmla="*/ 8 h 59"/>
                <a:gd name="T106" fmla="*/ 20 w 74"/>
                <a:gd name="T107" fmla="*/ 13 h 59"/>
                <a:gd name="T108" fmla="*/ 11 w 74"/>
                <a:gd name="T109" fmla="*/ 15 h 59"/>
                <a:gd name="T110" fmla="*/ 7 w 74"/>
                <a:gd name="T111" fmla="*/ 21 h 59"/>
                <a:gd name="T112" fmla="*/ 4 w 74"/>
                <a:gd name="T113" fmla="*/ 16 h 59"/>
                <a:gd name="T114" fmla="*/ 10 w 74"/>
                <a:gd name="T115" fmla="*/ 12 h 59"/>
                <a:gd name="T116" fmla="*/ 18 w 74"/>
                <a:gd name="T117" fmla="*/ 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4" h="59">
                  <a:moveTo>
                    <a:pt x="56" y="52"/>
                  </a:moveTo>
                  <a:lnTo>
                    <a:pt x="57" y="53"/>
                  </a:lnTo>
                  <a:lnTo>
                    <a:pt x="57" y="52"/>
                  </a:lnTo>
                  <a:lnTo>
                    <a:pt x="60" y="53"/>
                  </a:lnTo>
                  <a:lnTo>
                    <a:pt x="58" y="54"/>
                  </a:lnTo>
                  <a:lnTo>
                    <a:pt x="60" y="56"/>
                  </a:lnTo>
                  <a:lnTo>
                    <a:pt x="60" y="57"/>
                  </a:lnTo>
                  <a:lnTo>
                    <a:pt x="58" y="57"/>
                  </a:lnTo>
                  <a:lnTo>
                    <a:pt x="57" y="59"/>
                  </a:lnTo>
                  <a:lnTo>
                    <a:pt x="54" y="58"/>
                  </a:lnTo>
                  <a:lnTo>
                    <a:pt x="53" y="57"/>
                  </a:lnTo>
                  <a:lnTo>
                    <a:pt x="54" y="56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4" y="54"/>
                  </a:lnTo>
                  <a:lnTo>
                    <a:pt x="54" y="53"/>
                  </a:lnTo>
                  <a:lnTo>
                    <a:pt x="56" y="52"/>
                  </a:lnTo>
                  <a:close/>
                  <a:moveTo>
                    <a:pt x="24" y="49"/>
                  </a:moveTo>
                  <a:lnTo>
                    <a:pt x="27" y="49"/>
                  </a:lnTo>
                  <a:lnTo>
                    <a:pt x="27" y="50"/>
                  </a:lnTo>
                  <a:lnTo>
                    <a:pt x="24" y="49"/>
                  </a:lnTo>
                  <a:close/>
                  <a:moveTo>
                    <a:pt x="35" y="48"/>
                  </a:moveTo>
                  <a:lnTo>
                    <a:pt x="36" y="50"/>
                  </a:lnTo>
                  <a:lnTo>
                    <a:pt x="37" y="50"/>
                  </a:lnTo>
                  <a:lnTo>
                    <a:pt x="39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3" y="48"/>
                  </a:lnTo>
                  <a:lnTo>
                    <a:pt x="43" y="50"/>
                  </a:lnTo>
                  <a:lnTo>
                    <a:pt x="41" y="52"/>
                  </a:lnTo>
                  <a:lnTo>
                    <a:pt x="41" y="54"/>
                  </a:lnTo>
                  <a:lnTo>
                    <a:pt x="41" y="53"/>
                  </a:lnTo>
                  <a:lnTo>
                    <a:pt x="40" y="52"/>
                  </a:lnTo>
                  <a:lnTo>
                    <a:pt x="39" y="53"/>
                  </a:lnTo>
                  <a:lnTo>
                    <a:pt x="36" y="53"/>
                  </a:lnTo>
                  <a:lnTo>
                    <a:pt x="32" y="52"/>
                  </a:lnTo>
                  <a:lnTo>
                    <a:pt x="32" y="50"/>
                  </a:lnTo>
                  <a:lnTo>
                    <a:pt x="33" y="50"/>
                  </a:lnTo>
                  <a:lnTo>
                    <a:pt x="32" y="49"/>
                  </a:lnTo>
                  <a:lnTo>
                    <a:pt x="33" y="48"/>
                  </a:lnTo>
                  <a:lnTo>
                    <a:pt x="35" y="48"/>
                  </a:lnTo>
                  <a:close/>
                  <a:moveTo>
                    <a:pt x="45" y="46"/>
                  </a:moveTo>
                  <a:lnTo>
                    <a:pt x="47" y="46"/>
                  </a:lnTo>
                  <a:lnTo>
                    <a:pt x="44" y="48"/>
                  </a:lnTo>
                  <a:lnTo>
                    <a:pt x="44" y="49"/>
                  </a:lnTo>
                  <a:lnTo>
                    <a:pt x="43" y="48"/>
                  </a:lnTo>
                  <a:lnTo>
                    <a:pt x="44" y="46"/>
                  </a:lnTo>
                  <a:lnTo>
                    <a:pt x="45" y="46"/>
                  </a:lnTo>
                  <a:close/>
                  <a:moveTo>
                    <a:pt x="29" y="45"/>
                  </a:moveTo>
                  <a:lnTo>
                    <a:pt x="32" y="46"/>
                  </a:lnTo>
                  <a:lnTo>
                    <a:pt x="29" y="49"/>
                  </a:lnTo>
                  <a:lnTo>
                    <a:pt x="29" y="50"/>
                  </a:lnTo>
                  <a:lnTo>
                    <a:pt x="28" y="50"/>
                  </a:lnTo>
                  <a:lnTo>
                    <a:pt x="29" y="48"/>
                  </a:lnTo>
                  <a:lnTo>
                    <a:pt x="29" y="45"/>
                  </a:lnTo>
                  <a:close/>
                  <a:moveTo>
                    <a:pt x="70" y="41"/>
                  </a:moveTo>
                  <a:lnTo>
                    <a:pt x="73" y="42"/>
                  </a:lnTo>
                  <a:lnTo>
                    <a:pt x="74" y="45"/>
                  </a:lnTo>
                  <a:lnTo>
                    <a:pt x="74" y="48"/>
                  </a:lnTo>
                  <a:lnTo>
                    <a:pt x="70" y="46"/>
                  </a:lnTo>
                  <a:lnTo>
                    <a:pt x="70" y="44"/>
                  </a:lnTo>
                  <a:lnTo>
                    <a:pt x="70" y="41"/>
                  </a:lnTo>
                  <a:close/>
                  <a:moveTo>
                    <a:pt x="23" y="38"/>
                  </a:moveTo>
                  <a:lnTo>
                    <a:pt x="25" y="40"/>
                  </a:lnTo>
                  <a:lnTo>
                    <a:pt x="27" y="38"/>
                  </a:lnTo>
                  <a:lnTo>
                    <a:pt x="28" y="42"/>
                  </a:lnTo>
                  <a:lnTo>
                    <a:pt x="29" y="44"/>
                  </a:lnTo>
                  <a:lnTo>
                    <a:pt x="28" y="46"/>
                  </a:lnTo>
                  <a:lnTo>
                    <a:pt x="25" y="48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0" y="44"/>
                  </a:lnTo>
                  <a:lnTo>
                    <a:pt x="19" y="41"/>
                  </a:lnTo>
                  <a:lnTo>
                    <a:pt x="19" y="38"/>
                  </a:lnTo>
                  <a:lnTo>
                    <a:pt x="23" y="38"/>
                  </a:lnTo>
                  <a:close/>
                  <a:moveTo>
                    <a:pt x="48" y="36"/>
                  </a:moveTo>
                  <a:lnTo>
                    <a:pt x="48" y="38"/>
                  </a:lnTo>
                  <a:lnTo>
                    <a:pt x="47" y="38"/>
                  </a:lnTo>
                  <a:lnTo>
                    <a:pt x="48" y="36"/>
                  </a:lnTo>
                  <a:close/>
                  <a:moveTo>
                    <a:pt x="27" y="31"/>
                  </a:moveTo>
                  <a:lnTo>
                    <a:pt x="28" y="33"/>
                  </a:lnTo>
                  <a:lnTo>
                    <a:pt x="28" y="36"/>
                  </a:lnTo>
                  <a:lnTo>
                    <a:pt x="25" y="36"/>
                  </a:lnTo>
                  <a:lnTo>
                    <a:pt x="27" y="34"/>
                  </a:lnTo>
                  <a:lnTo>
                    <a:pt x="27" y="31"/>
                  </a:lnTo>
                  <a:close/>
                  <a:moveTo>
                    <a:pt x="45" y="31"/>
                  </a:moveTo>
                  <a:lnTo>
                    <a:pt x="47" y="32"/>
                  </a:lnTo>
                  <a:lnTo>
                    <a:pt x="47" y="34"/>
                  </a:lnTo>
                  <a:lnTo>
                    <a:pt x="47" y="37"/>
                  </a:lnTo>
                  <a:lnTo>
                    <a:pt x="44" y="38"/>
                  </a:lnTo>
                  <a:lnTo>
                    <a:pt x="44" y="40"/>
                  </a:lnTo>
                  <a:lnTo>
                    <a:pt x="45" y="41"/>
                  </a:lnTo>
                  <a:lnTo>
                    <a:pt x="47" y="42"/>
                  </a:lnTo>
                  <a:lnTo>
                    <a:pt x="45" y="44"/>
                  </a:lnTo>
                  <a:lnTo>
                    <a:pt x="43" y="44"/>
                  </a:lnTo>
                  <a:lnTo>
                    <a:pt x="43" y="46"/>
                  </a:lnTo>
                  <a:lnTo>
                    <a:pt x="41" y="48"/>
                  </a:lnTo>
                  <a:lnTo>
                    <a:pt x="40" y="48"/>
                  </a:lnTo>
                  <a:lnTo>
                    <a:pt x="39" y="46"/>
                  </a:lnTo>
                  <a:lnTo>
                    <a:pt x="40" y="45"/>
                  </a:lnTo>
                  <a:lnTo>
                    <a:pt x="40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3" y="41"/>
                  </a:lnTo>
                  <a:lnTo>
                    <a:pt x="35" y="38"/>
                  </a:lnTo>
                  <a:lnTo>
                    <a:pt x="33" y="37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3"/>
                  </a:lnTo>
                  <a:lnTo>
                    <a:pt x="36" y="33"/>
                  </a:lnTo>
                  <a:lnTo>
                    <a:pt x="37" y="34"/>
                  </a:lnTo>
                  <a:lnTo>
                    <a:pt x="37" y="36"/>
                  </a:lnTo>
                  <a:lnTo>
                    <a:pt x="40" y="37"/>
                  </a:lnTo>
                  <a:lnTo>
                    <a:pt x="40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0" y="34"/>
                  </a:lnTo>
                  <a:lnTo>
                    <a:pt x="39" y="33"/>
                  </a:lnTo>
                  <a:lnTo>
                    <a:pt x="40" y="31"/>
                  </a:lnTo>
                  <a:lnTo>
                    <a:pt x="43" y="31"/>
                  </a:lnTo>
                  <a:lnTo>
                    <a:pt x="45" y="31"/>
                  </a:lnTo>
                  <a:close/>
                  <a:moveTo>
                    <a:pt x="11" y="16"/>
                  </a:moveTo>
                  <a:lnTo>
                    <a:pt x="11" y="17"/>
                  </a:lnTo>
                  <a:lnTo>
                    <a:pt x="8" y="20"/>
                  </a:lnTo>
                  <a:lnTo>
                    <a:pt x="7" y="20"/>
                  </a:lnTo>
                  <a:lnTo>
                    <a:pt x="7" y="17"/>
                  </a:lnTo>
                  <a:lnTo>
                    <a:pt x="8" y="16"/>
                  </a:lnTo>
                  <a:lnTo>
                    <a:pt x="11" y="16"/>
                  </a:lnTo>
                  <a:close/>
                  <a:moveTo>
                    <a:pt x="20" y="15"/>
                  </a:moveTo>
                  <a:lnTo>
                    <a:pt x="23" y="16"/>
                  </a:lnTo>
                  <a:lnTo>
                    <a:pt x="23" y="19"/>
                  </a:lnTo>
                  <a:lnTo>
                    <a:pt x="22" y="20"/>
                  </a:lnTo>
                  <a:lnTo>
                    <a:pt x="23" y="20"/>
                  </a:lnTo>
                  <a:lnTo>
                    <a:pt x="24" y="23"/>
                  </a:lnTo>
                  <a:lnTo>
                    <a:pt x="25" y="24"/>
                  </a:lnTo>
                  <a:lnTo>
                    <a:pt x="28" y="24"/>
                  </a:lnTo>
                  <a:lnTo>
                    <a:pt x="29" y="23"/>
                  </a:lnTo>
                  <a:lnTo>
                    <a:pt x="31" y="25"/>
                  </a:lnTo>
                  <a:lnTo>
                    <a:pt x="31" y="27"/>
                  </a:lnTo>
                  <a:lnTo>
                    <a:pt x="29" y="28"/>
                  </a:lnTo>
                  <a:lnTo>
                    <a:pt x="28" y="28"/>
                  </a:lnTo>
                  <a:lnTo>
                    <a:pt x="28" y="29"/>
                  </a:lnTo>
                  <a:lnTo>
                    <a:pt x="27" y="27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24" y="31"/>
                  </a:lnTo>
                  <a:lnTo>
                    <a:pt x="24" y="34"/>
                  </a:lnTo>
                  <a:lnTo>
                    <a:pt x="22" y="34"/>
                  </a:lnTo>
                  <a:lnTo>
                    <a:pt x="20" y="34"/>
                  </a:lnTo>
                  <a:lnTo>
                    <a:pt x="19" y="36"/>
                  </a:lnTo>
                  <a:lnTo>
                    <a:pt x="20" y="37"/>
                  </a:lnTo>
                  <a:lnTo>
                    <a:pt x="15" y="40"/>
                  </a:lnTo>
                  <a:lnTo>
                    <a:pt x="15" y="41"/>
                  </a:lnTo>
                  <a:lnTo>
                    <a:pt x="16" y="41"/>
                  </a:lnTo>
                  <a:lnTo>
                    <a:pt x="16" y="44"/>
                  </a:lnTo>
                  <a:lnTo>
                    <a:pt x="15" y="45"/>
                  </a:lnTo>
                  <a:lnTo>
                    <a:pt x="15" y="46"/>
                  </a:lnTo>
                  <a:lnTo>
                    <a:pt x="16" y="46"/>
                  </a:lnTo>
                  <a:lnTo>
                    <a:pt x="18" y="48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0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7" y="45"/>
                  </a:lnTo>
                  <a:lnTo>
                    <a:pt x="6" y="42"/>
                  </a:lnTo>
                  <a:lnTo>
                    <a:pt x="3" y="40"/>
                  </a:lnTo>
                  <a:lnTo>
                    <a:pt x="2" y="41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3" y="28"/>
                  </a:lnTo>
                  <a:lnTo>
                    <a:pt x="3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4" y="23"/>
                  </a:lnTo>
                  <a:lnTo>
                    <a:pt x="6" y="23"/>
                  </a:lnTo>
                  <a:lnTo>
                    <a:pt x="7" y="24"/>
                  </a:lnTo>
                  <a:lnTo>
                    <a:pt x="10" y="23"/>
                  </a:lnTo>
                  <a:lnTo>
                    <a:pt x="8" y="21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2" y="20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4" y="23"/>
                  </a:lnTo>
                  <a:lnTo>
                    <a:pt x="15" y="23"/>
                  </a:lnTo>
                  <a:lnTo>
                    <a:pt x="15" y="23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6" y="15"/>
                  </a:lnTo>
                  <a:lnTo>
                    <a:pt x="20" y="15"/>
                  </a:lnTo>
                  <a:close/>
                  <a:moveTo>
                    <a:pt x="29" y="7"/>
                  </a:moveTo>
                  <a:lnTo>
                    <a:pt x="32" y="7"/>
                  </a:lnTo>
                  <a:lnTo>
                    <a:pt x="31" y="9"/>
                  </a:lnTo>
                  <a:lnTo>
                    <a:pt x="28" y="9"/>
                  </a:lnTo>
                  <a:lnTo>
                    <a:pt x="29" y="7"/>
                  </a:lnTo>
                  <a:close/>
                  <a:moveTo>
                    <a:pt x="25" y="0"/>
                  </a:moveTo>
                  <a:lnTo>
                    <a:pt x="27" y="2"/>
                  </a:lnTo>
                  <a:lnTo>
                    <a:pt x="24" y="4"/>
                  </a:lnTo>
                  <a:lnTo>
                    <a:pt x="25" y="7"/>
                  </a:lnTo>
                  <a:lnTo>
                    <a:pt x="24" y="8"/>
                  </a:lnTo>
                  <a:lnTo>
                    <a:pt x="25" y="11"/>
                  </a:lnTo>
                  <a:lnTo>
                    <a:pt x="23" y="15"/>
                  </a:lnTo>
                  <a:lnTo>
                    <a:pt x="22" y="15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7" y="16"/>
                  </a:lnTo>
                  <a:lnTo>
                    <a:pt x="6" y="19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3" y="19"/>
                  </a:lnTo>
                  <a:lnTo>
                    <a:pt x="2" y="19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7" y="15"/>
                  </a:lnTo>
                  <a:lnTo>
                    <a:pt x="10" y="12"/>
                  </a:lnTo>
                  <a:lnTo>
                    <a:pt x="12" y="12"/>
                  </a:lnTo>
                  <a:lnTo>
                    <a:pt x="15" y="11"/>
                  </a:lnTo>
                  <a:lnTo>
                    <a:pt x="16" y="7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3" y="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0" name="Freeform 375"/>
            <p:cNvSpPr>
              <a:spLocks noEditPoints="1"/>
            </p:cNvSpPr>
            <p:nvPr/>
          </p:nvSpPr>
          <p:spPr bwMode="auto">
            <a:xfrm>
              <a:off x="5879463" y="1673080"/>
              <a:ext cx="611597" cy="702956"/>
            </a:xfrm>
            <a:custGeom>
              <a:avLst/>
              <a:gdLst>
                <a:gd name="T0" fmla="*/ 4 w 241"/>
                <a:gd name="T1" fmla="*/ 232 h 277"/>
                <a:gd name="T2" fmla="*/ 2 w 241"/>
                <a:gd name="T3" fmla="*/ 204 h 277"/>
                <a:gd name="T4" fmla="*/ 32 w 241"/>
                <a:gd name="T5" fmla="*/ 175 h 277"/>
                <a:gd name="T6" fmla="*/ 63 w 241"/>
                <a:gd name="T7" fmla="*/ 145 h 277"/>
                <a:gd name="T8" fmla="*/ 75 w 241"/>
                <a:gd name="T9" fmla="*/ 116 h 277"/>
                <a:gd name="T10" fmla="*/ 79 w 241"/>
                <a:gd name="T11" fmla="*/ 75 h 277"/>
                <a:gd name="T12" fmla="*/ 111 w 241"/>
                <a:gd name="T13" fmla="*/ 60 h 277"/>
                <a:gd name="T14" fmla="*/ 96 w 241"/>
                <a:gd name="T15" fmla="*/ 62 h 277"/>
                <a:gd name="T16" fmla="*/ 103 w 241"/>
                <a:gd name="T17" fmla="*/ 56 h 277"/>
                <a:gd name="T18" fmla="*/ 112 w 241"/>
                <a:gd name="T19" fmla="*/ 52 h 277"/>
                <a:gd name="T20" fmla="*/ 121 w 241"/>
                <a:gd name="T21" fmla="*/ 37 h 277"/>
                <a:gd name="T22" fmla="*/ 127 w 241"/>
                <a:gd name="T23" fmla="*/ 28 h 277"/>
                <a:gd name="T24" fmla="*/ 132 w 241"/>
                <a:gd name="T25" fmla="*/ 24 h 277"/>
                <a:gd name="T26" fmla="*/ 170 w 241"/>
                <a:gd name="T27" fmla="*/ 11 h 277"/>
                <a:gd name="T28" fmla="*/ 177 w 241"/>
                <a:gd name="T29" fmla="*/ 3 h 277"/>
                <a:gd name="T30" fmla="*/ 212 w 241"/>
                <a:gd name="T31" fmla="*/ 3 h 277"/>
                <a:gd name="T32" fmla="*/ 212 w 241"/>
                <a:gd name="T33" fmla="*/ 17 h 277"/>
                <a:gd name="T34" fmla="*/ 228 w 241"/>
                <a:gd name="T35" fmla="*/ 11 h 277"/>
                <a:gd name="T36" fmla="*/ 216 w 241"/>
                <a:gd name="T37" fmla="*/ 24 h 277"/>
                <a:gd name="T38" fmla="*/ 236 w 241"/>
                <a:gd name="T39" fmla="*/ 31 h 277"/>
                <a:gd name="T40" fmla="*/ 215 w 241"/>
                <a:gd name="T41" fmla="*/ 32 h 277"/>
                <a:gd name="T42" fmla="*/ 186 w 241"/>
                <a:gd name="T43" fmla="*/ 56 h 277"/>
                <a:gd name="T44" fmla="*/ 145 w 241"/>
                <a:gd name="T45" fmla="*/ 53 h 277"/>
                <a:gd name="T46" fmla="*/ 123 w 241"/>
                <a:gd name="T47" fmla="*/ 71 h 277"/>
                <a:gd name="T48" fmla="*/ 95 w 241"/>
                <a:gd name="T49" fmla="*/ 115 h 277"/>
                <a:gd name="T50" fmla="*/ 75 w 241"/>
                <a:gd name="T51" fmla="*/ 190 h 277"/>
                <a:gd name="T52" fmla="*/ 74 w 241"/>
                <a:gd name="T53" fmla="*/ 250 h 277"/>
                <a:gd name="T54" fmla="*/ 60 w 241"/>
                <a:gd name="T55" fmla="*/ 248 h 277"/>
                <a:gd name="T56" fmla="*/ 52 w 241"/>
                <a:gd name="T57" fmla="*/ 254 h 277"/>
                <a:gd name="T58" fmla="*/ 29 w 241"/>
                <a:gd name="T59" fmla="*/ 275 h 277"/>
                <a:gd name="T60" fmla="*/ 19 w 241"/>
                <a:gd name="T61" fmla="*/ 261 h 277"/>
                <a:gd name="T62" fmla="*/ 9 w 241"/>
                <a:gd name="T63" fmla="*/ 244 h 277"/>
                <a:gd name="T64" fmla="*/ 20 w 241"/>
                <a:gd name="T65" fmla="*/ 232 h 277"/>
                <a:gd name="T66" fmla="*/ 6 w 241"/>
                <a:gd name="T67" fmla="*/ 225 h 277"/>
                <a:gd name="T68" fmla="*/ 23 w 241"/>
                <a:gd name="T69" fmla="*/ 219 h 277"/>
                <a:gd name="T70" fmla="*/ 20 w 241"/>
                <a:gd name="T71" fmla="*/ 215 h 277"/>
                <a:gd name="T72" fmla="*/ 8 w 241"/>
                <a:gd name="T73" fmla="*/ 211 h 277"/>
                <a:gd name="T74" fmla="*/ 7 w 241"/>
                <a:gd name="T75" fmla="*/ 202 h 277"/>
                <a:gd name="T76" fmla="*/ 24 w 241"/>
                <a:gd name="T77" fmla="*/ 198 h 277"/>
                <a:gd name="T78" fmla="*/ 29 w 241"/>
                <a:gd name="T79" fmla="*/ 187 h 277"/>
                <a:gd name="T80" fmla="*/ 36 w 241"/>
                <a:gd name="T81" fmla="*/ 185 h 277"/>
                <a:gd name="T82" fmla="*/ 44 w 241"/>
                <a:gd name="T83" fmla="*/ 174 h 277"/>
                <a:gd name="T84" fmla="*/ 65 w 241"/>
                <a:gd name="T85" fmla="*/ 167 h 277"/>
                <a:gd name="T86" fmla="*/ 49 w 241"/>
                <a:gd name="T87" fmla="*/ 169 h 277"/>
                <a:gd name="T88" fmla="*/ 63 w 241"/>
                <a:gd name="T89" fmla="*/ 150 h 277"/>
                <a:gd name="T90" fmla="*/ 74 w 241"/>
                <a:gd name="T91" fmla="*/ 132 h 277"/>
                <a:gd name="T92" fmla="*/ 78 w 241"/>
                <a:gd name="T93" fmla="*/ 117 h 277"/>
                <a:gd name="T94" fmla="*/ 81 w 241"/>
                <a:gd name="T95" fmla="*/ 107 h 277"/>
                <a:gd name="T96" fmla="*/ 98 w 241"/>
                <a:gd name="T97" fmla="*/ 94 h 277"/>
                <a:gd name="T98" fmla="*/ 95 w 241"/>
                <a:gd name="T99" fmla="*/ 85 h 277"/>
                <a:gd name="T100" fmla="*/ 106 w 241"/>
                <a:gd name="T101" fmla="*/ 77 h 277"/>
                <a:gd name="T102" fmla="*/ 112 w 241"/>
                <a:gd name="T103" fmla="*/ 66 h 277"/>
                <a:gd name="T104" fmla="*/ 117 w 241"/>
                <a:gd name="T105" fmla="*/ 52 h 277"/>
                <a:gd name="T106" fmla="*/ 131 w 241"/>
                <a:gd name="T107" fmla="*/ 48 h 277"/>
                <a:gd name="T108" fmla="*/ 137 w 241"/>
                <a:gd name="T109" fmla="*/ 45 h 277"/>
                <a:gd name="T110" fmla="*/ 153 w 241"/>
                <a:gd name="T111" fmla="*/ 33 h 277"/>
                <a:gd name="T112" fmla="*/ 167 w 241"/>
                <a:gd name="T113" fmla="*/ 31 h 277"/>
                <a:gd name="T114" fmla="*/ 173 w 241"/>
                <a:gd name="T115" fmla="*/ 10 h 277"/>
                <a:gd name="T116" fmla="*/ 183 w 241"/>
                <a:gd name="T117" fmla="*/ 21 h 277"/>
                <a:gd name="T118" fmla="*/ 195 w 241"/>
                <a:gd name="T119" fmla="*/ 19 h 277"/>
                <a:gd name="T120" fmla="*/ 203 w 241"/>
                <a:gd name="T121" fmla="*/ 2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1" h="277">
                  <a:moveTo>
                    <a:pt x="11" y="256"/>
                  </a:moveTo>
                  <a:lnTo>
                    <a:pt x="12" y="257"/>
                  </a:lnTo>
                  <a:lnTo>
                    <a:pt x="11" y="257"/>
                  </a:lnTo>
                  <a:lnTo>
                    <a:pt x="11" y="256"/>
                  </a:lnTo>
                  <a:close/>
                  <a:moveTo>
                    <a:pt x="7" y="241"/>
                  </a:moveTo>
                  <a:lnTo>
                    <a:pt x="8" y="242"/>
                  </a:lnTo>
                  <a:lnTo>
                    <a:pt x="7" y="244"/>
                  </a:lnTo>
                  <a:lnTo>
                    <a:pt x="6" y="241"/>
                  </a:lnTo>
                  <a:lnTo>
                    <a:pt x="7" y="241"/>
                  </a:lnTo>
                  <a:close/>
                  <a:moveTo>
                    <a:pt x="9" y="237"/>
                  </a:moveTo>
                  <a:lnTo>
                    <a:pt x="9" y="238"/>
                  </a:lnTo>
                  <a:lnTo>
                    <a:pt x="8" y="240"/>
                  </a:lnTo>
                  <a:lnTo>
                    <a:pt x="9" y="237"/>
                  </a:lnTo>
                  <a:close/>
                  <a:moveTo>
                    <a:pt x="8" y="236"/>
                  </a:moveTo>
                  <a:lnTo>
                    <a:pt x="7" y="238"/>
                  </a:lnTo>
                  <a:lnTo>
                    <a:pt x="6" y="237"/>
                  </a:lnTo>
                  <a:lnTo>
                    <a:pt x="8" y="236"/>
                  </a:lnTo>
                  <a:close/>
                  <a:moveTo>
                    <a:pt x="4" y="232"/>
                  </a:moveTo>
                  <a:lnTo>
                    <a:pt x="4" y="235"/>
                  </a:lnTo>
                  <a:lnTo>
                    <a:pt x="3" y="232"/>
                  </a:lnTo>
                  <a:lnTo>
                    <a:pt x="4" y="232"/>
                  </a:lnTo>
                  <a:close/>
                  <a:moveTo>
                    <a:pt x="7" y="231"/>
                  </a:moveTo>
                  <a:lnTo>
                    <a:pt x="9" y="233"/>
                  </a:lnTo>
                  <a:lnTo>
                    <a:pt x="8" y="236"/>
                  </a:lnTo>
                  <a:lnTo>
                    <a:pt x="7" y="231"/>
                  </a:lnTo>
                  <a:close/>
                  <a:moveTo>
                    <a:pt x="3" y="229"/>
                  </a:moveTo>
                  <a:lnTo>
                    <a:pt x="4" y="229"/>
                  </a:lnTo>
                  <a:lnTo>
                    <a:pt x="4" y="231"/>
                  </a:lnTo>
                  <a:lnTo>
                    <a:pt x="3" y="229"/>
                  </a:lnTo>
                  <a:close/>
                  <a:moveTo>
                    <a:pt x="3" y="224"/>
                  </a:moveTo>
                  <a:lnTo>
                    <a:pt x="4" y="227"/>
                  </a:lnTo>
                  <a:lnTo>
                    <a:pt x="2" y="225"/>
                  </a:lnTo>
                  <a:lnTo>
                    <a:pt x="3" y="224"/>
                  </a:lnTo>
                  <a:close/>
                  <a:moveTo>
                    <a:pt x="3" y="220"/>
                  </a:moveTo>
                  <a:lnTo>
                    <a:pt x="3" y="221"/>
                  </a:lnTo>
                  <a:lnTo>
                    <a:pt x="2" y="223"/>
                  </a:lnTo>
                  <a:lnTo>
                    <a:pt x="0" y="221"/>
                  </a:lnTo>
                  <a:lnTo>
                    <a:pt x="3" y="220"/>
                  </a:lnTo>
                  <a:close/>
                  <a:moveTo>
                    <a:pt x="2" y="204"/>
                  </a:moveTo>
                  <a:lnTo>
                    <a:pt x="4" y="206"/>
                  </a:lnTo>
                  <a:lnTo>
                    <a:pt x="2" y="206"/>
                  </a:lnTo>
                  <a:lnTo>
                    <a:pt x="2" y="204"/>
                  </a:lnTo>
                  <a:close/>
                  <a:moveTo>
                    <a:pt x="3" y="200"/>
                  </a:moveTo>
                  <a:lnTo>
                    <a:pt x="4" y="202"/>
                  </a:lnTo>
                  <a:lnTo>
                    <a:pt x="3" y="203"/>
                  </a:lnTo>
                  <a:lnTo>
                    <a:pt x="3" y="200"/>
                  </a:lnTo>
                  <a:close/>
                  <a:moveTo>
                    <a:pt x="9" y="195"/>
                  </a:moveTo>
                  <a:lnTo>
                    <a:pt x="9" y="196"/>
                  </a:lnTo>
                  <a:lnTo>
                    <a:pt x="7" y="196"/>
                  </a:lnTo>
                  <a:lnTo>
                    <a:pt x="9" y="195"/>
                  </a:lnTo>
                  <a:close/>
                  <a:moveTo>
                    <a:pt x="11" y="194"/>
                  </a:moveTo>
                  <a:lnTo>
                    <a:pt x="12" y="194"/>
                  </a:lnTo>
                  <a:lnTo>
                    <a:pt x="13" y="195"/>
                  </a:lnTo>
                  <a:lnTo>
                    <a:pt x="11" y="196"/>
                  </a:lnTo>
                  <a:lnTo>
                    <a:pt x="11" y="194"/>
                  </a:lnTo>
                  <a:close/>
                  <a:moveTo>
                    <a:pt x="34" y="177"/>
                  </a:moveTo>
                  <a:lnTo>
                    <a:pt x="34" y="179"/>
                  </a:lnTo>
                  <a:lnTo>
                    <a:pt x="33" y="181"/>
                  </a:lnTo>
                  <a:lnTo>
                    <a:pt x="32" y="179"/>
                  </a:lnTo>
                  <a:lnTo>
                    <a:pt x="34" y="177"/>
                  </a:lnTo>
                  <a:close/>
                  <a:moveTo>
                    <a:pt x="32" y="173"/>
                  </a:moveTo>
                  <a:lnTo>
                    <a:pt x="33" y="175"/>
                  </a:lnTo>
                  <a:lnTo>
                    <a:pt x="32" y="175"/>
                  </a:lnTo>
                  <a:lnTo>
                    <a:pt x="29" y="173"/>
                  </a:lnTo>
                  <a:lnTo>
                    <a:pt x="32" y="173"/>
                  </a:lnTo>
                  <a:close/>
                  <a:moveTo>
                    <a:pt x="42" y="170"/>
                  </a:moveTo>
                  <a:lnTo>
                    <a:pt x="44" y="171"/>
                  </a:lnTo>
                  <a:lnTo>
                    <a:pt x="41" y="174"/>
                  </a:lnTo>
                  <a:lnTo>
                    <a:pt x="38" y="174"/>
                  </a:lnTo>
                  <a:lnTo>
                    <a:pt x="37" y="174"/>
                  </a:lnTo>
                  <a:lnTo>
                    <a:pt x="36" y="174"/>
                  </a:lnTo>
                  <a:lnTo>
                    <a:pt x="37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2" y="170"/>
                  </a:lnTo>
                  <a:close/>
                  <a:moveTo>
                    <a:pt x="38" y="166"/>
                  </a:moveTo>
                  <a:lnTo>
                    <a:pt x="40" y="169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8" y="166"/>
                  </a:lnTo>
                  <a:close/>
                  <a:moveTo>
                    <a:pt x="67" y="142"/>
                  </a:moveTo>
                  <a:lnTo>
                    <a:pt x="65" y="145"/>
                  </a:lnTo>
                  <a:lnTo>
                    <a:pt x="63" y="146"/>
                  </a:lnTo>
                  <a:lnTo>
                    <a:pt x="63" y="145"/>
                  </a:lnTo>
                  <a:lnTo>
                    <a:pt x="61" y="145"/>
                  </a:lnTo>
                  <a:lnTo>
                    <a:pt x="62" y="144"/>
                  </a:lnTo>
                  <a:lnTo>
                    <a:pt x="66" y="142"/>
                  </a:lnTo>
                  <a:lnTo>
                    <a:pt x="67" y="142"/>
                  </a:lnTo>
                  <a:close/>
                  <a:moveTo>
                    <a:pt x="70" y="138"/>
                  </a:moveTo>
                  <a:lnTo>
                    <a:pt x="67" y="141"/>
                  </a:lnTo>
                  <a:lnTo>
                    <a:pt x="66" y="141"/>
                  </a:lnTo>
                  <a:lnTo>
                    <a:pt x="67" y="138"/>
                  </a:lnTo>
                  <a:lnTo>
                    <a:pt x="70" y="138"/>
                  </a:lnTo>
                  <a:close/>
                  <a:moveTo>
                    <a:pt x="70" y="127"/>
                  </a:moveTo>
                  <a:lnTo>
                    <a:pt x="70" y="127"/>
                  </a:lnTo>
                  <a:lnTo>
                    <a:pt x="71" y="129"/>
                  </a:lnTo>
                  <a:lnTo>
                    <a:pt x="70" y="129"/>
                  </a:lnTo>
                  <a:lnTo>
                    <a:pt x="69" y="128"/>
                  </a:lnTo>
                  <a:lnTo>
                    <a:pt x="70" y="127"/>
                  </a:lnTo>
                  <a:close/>
                  <a:moveTo>
                    <a:pt x="75" y="121"/>
                  </a:moveTo>
                  <a:lnTo>
                    <a:pt x="78" y="121"/>
                  </a:lnTo>
                  <a:lnTo>
                    <a:pt x="74" y="124"/>
                  </a:lnTo>
                  <a:lnTo>
                    <a:pt x="74" y="123"/>
                  </a:lnTo>
                  <a:lnTo>
                    <a:pt x="75" y="121"/>
                  </a:lnTo>
                  <a:close/>
                  <a:moveTo>
                    <a:pt x="75" y="116"/>
                  </a:moveTo>
                  <a:lnTo>
                    <a:pt x="75" y="117"/>
                  </a:lnTo>
                  <a:lnTo>
                    <a:pt x="73" y="121"/>
                  </a:lnTo>
                  <a:lnTo>
                    <a:pt x="73" y="117"/>
                  </a:lnTo>
                  <a:lnTo>
                    <a:pt x="75" y="116"/>
                  </a:lnTo>
                  <a:close/>
                  <a:moveTo>
                    <a:pt x="88" y="95"/>
                  </a:moveTo>
                  <a:lnTo>
                    <a:pt x="90" y="95"/>
                  </a:lnTo>
                  <a:lnTo>
                    <a:pt x="88" y="98"/>
                  </a:lnTo>
                  <a:lnTo>
                    <a:pt x="87" y="96"/>
                  </a:lnTo>
                  <a:lnTo>
                    <a:pt x="88" y="95"/>
                  </a:lnTo>
                  <a:close/>
                  <a:moveTo>
                    <a:pt x="73" y="85"/>
                  </a:moveTo>
                  <a:lnTo>
                    <a:pt x="74" y="86"/>
                  </a:lnTo>
                  <a:lnTo>
                    <a:pt x="74" y="87"/>
                  </a:lnTo>
                  <a:lnTo>
                    <a:pt x="73" y="86"/>
                  </a:lnTo>
                  <a:lnTo>
                    <a:pt x="73" y="85"/>
                  </a:lnTo>
                  <a:close/>
                  <a:moveTo>
                    <a:pt x="77" y="75"/>
                  </a:moveTo>
                  <a:lnTo>
                    <a:pt x="77" y="78"/>
                  </a:lnTo>
                  <a:lnTo>
                    <a:pt x="74" y="81"/>
                  </a:lnTo>
                  <a:lnTo>
                    <a:pt x="74" y="79"/>
                  </a:lnTo>
                  <a:lnTo>
                    <a:pt x="77" y="75"/>
                  </a:lnTo>
                  <a:close/>
                  <a:moveTo>
                    <a:pt x="79" y="74"/>
                  </a:moveTo>
                  <a:lnTo>
                    <a:pt x="79" y="75"/>
                  </a:lnTo>
                  <a:lnTo>
                    <a:pt x="79" y="77"/>
                  </a:lnTo>
                  <a:lnTo>
                    <a:pt x="78" y="75"/>
                  </a:lnTo>
                  <a:lnTo>
                    <a:pt x="79" y="74"/>
                  </a:lnTo>
                  <a:close/>
                  <a:moveTo>
                    <a:pt x="86" y="71"/>
                  </a:moveTo>
                  <a:lnTo>
                    <a:pt x="86" y="73"/>
                  </a:lnTo>
                  <a:lnTo>
                    <a:pt x="81" y="77"/>
                  </a:lnTo>
                  <a:lnTo>
                    <a:pt x="82" y="73"/>
                  </a:lnTo>
                  <a:lnTo>
                    <a:pt x="86" y="71"/>
                  </a:lnTo>
                  <a:close/>
                  <a:moveTo>
                    <a:pt x="92" y="67"/>
                  </a:moveTo>
                  <a:lnTo>
                    <a:pt x="92" y="71"/>
                  </a:lnTo>
                  <a:lnTo>
                    <a:pt x="90" y="70"/>
                  </a:lnTo>
                  <a:lnTo>
                    <a:pt x="87" y="73"/>
                  </a:lnTo>
                  <a:lnTo>
                    <a:pt x="87" y="70"/>
                  </a:lnTo>
                  <a:lnTo>
                    <a:pt x="92" y="67"/>
                  </a:lnTo>
                  <a:close/>
                  <a:moveTo>
                    <a:pt x="91" y="63"/>
                  </a:moveTo>
                  <a:lnTo>
                    <a:pt x="92" y="66"/>
                  </a:lnTo>
                  <a:lnTo>
                    <a:pt x="90" y="66"/>
                  </a:lnTo>
                  <a:lnTo>
                    <a:pt x="91" y="63"/>
                  </a:lnTo>
                  <a:close/>
                  <a:moveTo>
                    <a:pt x="111" y="57"/>
                  </a:moveTo>
                  <a:lnTo>
                    <a:pt x="112" y="58"/>
                  </a:lnTo>
                  <a:lnTo>
                    <a:pt x="111" y="60"/>
                  </a:lnTo>
                  <a:lnTo>
                    <a:pt x="111" y="57"/>
                  </a:lnTo>
                  <a:close/>
                  <a:moveTo>
                    <a:pt x="100" y="56"/>
                  </a:moveTo>
                  <a:lnTo>
                    <a:pt x="98" y="62"/>
                  </a:lnTo>
                  <a:lnTo>
                    <a:pt x="99" y="63"/>
                  </a:lnTo>
                  <a:lnTo>
                    <a:pt x="100" y="61"/>
                  </a:lnTo>
                  <a:lnTo>
                    <a:pt x="104" y="61"/>
                  </a:lnTo>
                  <a:lnTo>
                    <a:pt x="103" y="58"/>
                  </a:lnTo>
                  <a:lnTo>
                    <a:pt x="103" y="57"/>
                  </a:lnTo>
                  <a:lnTo>
                    <a:pt x="104" y="58"/>
                  </a:lnTo>
                  <a:lnTo>
                    <a:pt x="107" y="61"/>
                  </a:lnTo>
                  <a:lnTo>
                    <a:pt x="103" y="66"/>
                  </a:lnTo>
                  <a:lnTo>
                    <a:pt x="100" y="67"/>
                  </a:lnTo>
                  <a:lnTo>
                    <a:pt x="100" y="69"/>
                  </a:lnTo>
                  <a:lnTo>
                    <a:pt x="98" y="69"/>
                  </a:lnTo>
                  <a:lnTo>
                    <a:pt x="98" y="66"/>
                  </a:lnTo>
                  <a:lnTo>
                    <a:pt x="95" y="70"/>
                  </a:lnTo>
                  <a:lnTo>
                    <a:pt x="94" y="70"/>
                  </a:lnTo>
                  <a:lnTo>
                    <a:pt x="95" y="67"/>
                  </a:lnTo>
                  <a:lnTo>
                    <a:pt x="95" y="66"/>
                  </a:lnTo>
                  <a:lnTo>
                    <a:pt x="95" y="63"/>
                  </a:lnTo>
                  <a:lnTo>
                    <a:pt x="96" y="62"/>
                  </a:lnTo>
                  <a:lnTo>
                    <a:pt x="96" y="60"/>
                  </a:lnTo>
                  <a:lnTo>
                    <a:pt x="100" y="56"/>
                  </a:lnTo>
                  <a:close/>
                  <a:moveTo>
                    <a:pt x="94" y="56"/>
                  </a:moveTo>
                  <a:lnTo>
                    <a:pt x="95" y="58"/>
                  </a:lnTo>
                  <a:lnTo>
                    <a:pt x="95" y="62"/>
                  </a:lnTo>
                  <a:lnTo>
                    <a:pt x="91" y="63"/>
                  </a:lnTo>
                  <a:lnTo>
                    <a:pt x="90" y="62"/>
                  </a:lnTo>
                  <a:lnTo>
                    <a:pt x="94" y="61"/>
                  </a:lnTo>
                  <a:lnTo>
                    <a:pt x="91" y="61"/>
                  </a:lnTo>
                  <a:lnTo>
                    <a:pt x="88" y="62"/>
                  </a:lnTo>
                  <a:lnTo>
                    <a:pt x="87" y="61"/>
                  </a:lnTo>
                  <a:lnTo>
                    <a:pt x="88" y="58"/>
                  </a:lnTo>
                  <a:lnTo>
                    <a:pt x="91" y="60"/>
                  </a:lnTo>
                  <a:lnTo>
                    <a:pt x="92" y="57"/>
                  </a:lnTo>
                  <a:lnTo>
                    <a:pt x="92" y="56"/>
                  </a:lnTo>
                  <a:lnTo>
                    <a:pt x="94" y="56"/>
                  </a:lnTo>
                  <a:close/>
                  <a:moveTo>
                    <a:pt x="106" y="54"/>
                  </a:moveTo>
                  <a:lnTo>
                    <a:pt x="107" y="56"/>
                  </a:lnTo>
                  <a:lnTo>
                    <a:pt x="107" y="57"/>
                  </a:lnTo>
                  <a:lnTo>
                    <a:pt x="104" y="56"/>
                  </a:lnTo>
                  <a:lnTo>
                    <a:pt x="103" y="56"/>
                  </a:lnTo>
                  <a:lnTo>
                    <a:pt x="106" y="54"/>
                  </a:lnTo>
                  <a:close/>
                  <a:moveTo>
                    <a:pt x="102" y="46"/>
                  </a:moveTo>
                  <a:lnTo>
                    <a:pt x="103" y="49"/>
                  </a:lnTo>
                  <a:lnTo>
                    <a:pt x="100" y="50"/>
                  </a:lnTo>
                  <a:lnTo>
                    <a:pt x="100" y="53"/>
                  </a:lnTo>
                  <a:lnTo>
                    <a:pt x="96" y="57"/>
                  </a:lnTo>
                  <a:lnTo>
                    <a:pt x="95" y="56"/>
                  </a:lnTo>
                  <a:lnTo>
                    <a:pt x="95" y="53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2" y="46"/>
                  </a:lnTo>
                  <a:close/>
                  <a:moveTo>
                    <a:pt x="112" y="41"/>
                  </a:moveTo>
                  <a:lnTo>
                    <a:pt x="116" y="41"/>
                  </a:lnTo>
                  <a:lnTo>
                    <a:pt x="116" y="44"/>
                  </a:lnTo>
                  <a:lnTo>
                    <a:pt x="117" y="44"/>
                  </a:lnTo>
                  <a:lnTo>
                    <a:pt x="119" y="46"/>
                  </a:lnTo>
                  <a:lnTo>
                    <a:pt x="117" y="48"/>
                  </a:lnTo>
                  <a:lnTo>
                    <a:pt x="119" y="50"/>
                  </a:lnTo>
                  <a:lnTo>
                    <a:pt x="116" y="50"/>
                  </a:lnTo>
                  <a:lnTo>
                    <a:pt x="115" y="52"/>
                  </a:lnTo>
                  <a:lnTo>
                    <a:pt x="112" y="52"/>
                  </a:lnTo>
                  <a:lnTo>
                    <a:pt x="112" y="54"/>
                  </a:lnTo>
                  <a:lnTo>
                    <a:pt x="111" y="54"/>
                  </a:lnTo>
                  <a:lnTo>
                    <a:pt x="111" y="52"/>
                  </a:lnTo>
                  <a:lnTo>
                    <a:pt x="108" y="52"/>
                  </a:lnTo>
                  <a:lnTo>
                    <a:pt x="111" y="49"/>
                  </a:lnTo>
                  <a:lnTo>
                    <a:pt x="108" y="49"/>
                  </a:lnTo>
                  <a:lnTo>
                    <a:pt x="110" y="46"/>
                  </a:lnTo>
                  <a:lnTo>
                    <a:pt x="112" y="46"/>
                  </a:lnTo>
                  <a:lnTo>
                    <a:pt x="110" y="45"/>
                  </a:lnTo>
                  <a:lnTo>
                    <a:pt x="111" y="42"/>
                  </a:lnTo>
                  <a:lnTo>
                    <a:pt x="112" y="44"/>
                  </a:lnTo>
                  <a:lnTo>
                    <a:pt x="112" y="41"/>
                  </a:lnTo>
                  <a:close/>
                  <a:moveTo>
                    <a:pt x="125" y="36"/>
                  </a:moveTo>
                  <a:lnTo>
                    <a:pt x="128" y="38"/>
                  </a:lnTo>
                  <a:lnTo>
                    <a:pt x="125" y="40"/>
                  </a:lnTo>
                  <a:lnTo>
                    <a:pt x="125" y="41"/>
                  </a:lnTo>
                  <a:lnTo>
                    <a:pt x="123" y="42"/>
                  </a:lnTo>
                  <a:lnTo>
                    <a:pt x="121" y="42"/>
                  </a:lnTo>
                  <a:lnTo>
                    <a:pt x="119" y="40"/>
                  </a:lnTo>
                  <a:lnTo>
                    <a:pt x="121" y="40"/>
                  </a:lnTo>
                  <a:lnTo>
                    <a:pt x="121" y="37"/>
                  </a:lnTo>
                  <a:lnTo>
                    <a:pt x="124" y="37"/>
                  </a:lnTo>
                  <a:lnTo>
                    <a:pt x="125" y="36"/>
                  </a:lnTo>
                  <a:close/>
                  <a:moveTo>
                    <a:pt x="132" y="32"/>
                  </a:moveTo>
                  <a:lnTo>
                    <a:pt x="133" y="35"/>
                  </a:lnTo>
                  <a:lnTo>
                    <a:pt x="132" y="36"/>
                  </a:lnTo>
                  <a:lnTo>
                    <a:pt x="132" y="32"/>
                  </a:lnTo>
                  <a:close/>
                  <a:moveTo>
                    <a:pt x="129" y="29"/>
                  </a:moveTo>
                  <a:lnTo>
                    <a:pt x="129" y="31"/>
                  </a:lnTo>
                  <a:lnTo>
                    <a:pt x="132" y="31"/>
                  </a:lnTo>
                  <a:lnTo>
                    <a:pt x="132" y="31"/>
                  </a:lnTo>
                  <a:lnTo>
                    <a:pt x="131" y="33"/>
                  </a:lnTo>
                  <a:lnTo>
                    <a:pt x="131" y="35"/>
                  </a:lnTo>
                  <a:lnTo>
                    <a:pt x="129" y="36"/>
                  </a:lnTo>
                  <a:lnTo>
                    <a:pt x="128" y="36"/>
                  </a:lnTo>
                  <a:lnTo>
                    <a:pt x="125" y="33"/>
                  </a:lnTo>
                  <a:lnTo>
                    <a:pt x="129" y="29"/>
                  </a:lnTo>
                  <a:close/>
                  <a:moveTo>
                    <a:pt x="127" y="28"/>
                  </a:moveTo>
                  <a:lnTo>
                    <a:pt x="127" y="29"/>
                  </a:lnTo>
                  <a:lnTo>
                    <a:pt x="124" y="31"/>
                  </a:lnTo>
                  <a:lnTo>
                    <a:pt x="124" y="28"/>
                  </a:lnTo>
                  <a:lnTo>
                    <a:pt x="127" y="28"/>
                  </a:lnTo>
                  <a:close/>
                  <a:moveTo>
                    <a:pt x="141" y="24"/>
                  </a:moveTo>
                  <a:lnTo>
                    <a:pt x="144" y="27"/>
                  </a:lnTo>
                  <a:lnTo>
                    <a:pt x="142" y="29"/>
                  </a:lnTo>
                  <a:lnTo>
                    <a:pt x="144" y="31"/>
                  </a:lnTo>
                  <a:lnTo>
                    <a:pt x="144" y="33"/>
                  </a:lnTo>
                  <a:lnTo>
                    <a:pt x="142" y="31"/>
                  </a:lnTo>
                  <a:lnTo>
                    <a:pt x="140" y="31"/>
                  </a:lnTo>
                  <a:lnTo>
                    <a:pt x="140" y="27"/>
                  </a:lnTo>
                  <a:lnTo>
                    <a:pt x="141" y="24"/>
                  </a:lnTo>
                  <a:close/>
                  <a:moveTo>
                    <a:pt x="129" y="24"/>
                  </a:moveTo>
                  <a:lnTo>
                    <a:pt x="128" y="27"/>
                  </a:lnTo>
                  <a:lnTo>
                    <a:pt x="128" y="25"/>
                  </a:lnTo>
                  <a:lnTo>
                    <a:pt x="129" y="24"/>
                  </a:lnTo>
                  <a:close/>
                  <a:moveTo>
                    <a:pt x="133" y="23"/>
                  </a:moveTo>
                  <a:lnTo>
                    <a:pt x="135" y="25"/>
                  </a:lnTo>
                  <a:lnTo>
                    <a:pt x="136" y="28"/>
                  </a:lnTo>
                  <a:lnTo>
                    <a:pt x="137" y="29"/>
                  </a:lnTo>
                  <a:lnTo>
                    <a:pt x="136" y="29"/>
                  </a:lnTo>
                  <a:lnTo>
                    <a:pt x="133" y="29"/>
                  </a:lnTo>
                  <a:lnTo>
                    <a:pt x="133" y="27"/>
                  </a:lnTo>
                  <a:lnTo>
                    <a:pt x="132" y="24"/>
                  </a:lnTo>
                  <a:lnTo>
                    <a:pt x="133" y="23"/>
                  </a:lnTo>
                  <a:close/>
                  <a:moveTo>
                    <a:pt x="158" y="20"/>
                  </a:moveTo>
                  <a:lnTo>
                    <a:pt x="161" y="20"/>
                  </a:lnTo>
                  <a:lnTo>
                    <a:pt x="161" y="21"/>
                  </a:lnTo>
                  <a:lnTo>
                    <a:pt x="161" y="24"/>
                  </a:lnTo>
                  <a:lnTo>
                    <a:pt x="158" y="23"/>
                  </a:lnTo>
                  <a:lnTo>
                    <a:pt x="156" y="21"/>
                  </a:lnTo>
                  <a:lnTo>
                    <a:pt x="158" y="20"/>
                  </a:lnTo>
                  <a:close/>
                  <a:moveTo>
                    <a:pt x="166" y="15"/>
                  </a:moveTo>
                  <a:lnTo>
                    <a:pt x="166" y="17"/>
                  </a:lnTo>
                  <a:lnTo>
                    <a:pt x="165" y="20"/>
                  </a:lnTo>
                  <a:lnTo>
                    <a:pt x="164" y="21"/>
                  </a:lnTo>
                  <a:lnTo>
                    <a:pt x="161" y="19"/>
                  </a:lnTo>
                  <a:lnTo>
                    <a:pt x="166" y="15"/>
                  </a:lnTo>
                  <a:close/>
                  <a:moveTo>
                    <a:pt x="170" y="11"/>
                  </a:moveTo>
                  <a:lnTo>
                    <a:pt x="173" y="13"/>
                  </a:lnTo>
                  <a:lnTo>
                    <a:pt x="171" y="15"/>
                  </a:lnTo>
                  <a:lnTo>
                    <a:pt x="169" y="16"/>
                  </a:lnTo>
                  <a:lnTo>
                    <a:pt x="169" y="15"/>
                  </a:lnTo>
                  <a:lnTo>
                    <a:pt x="166" y="12"/>
                  </a:lnTo>
                  <a:lnTo>
                    <a:pt x="170" y="11"/>
                  </a:lnTo>
                  <a:close/>
                  <a:moveTo>
                    <a:pt x="165" y="10"/>
                  </a:moveTo>
                  <a:lnTo>
                    <a:pt x="165" y="11"/>
                  </a:lnTo>
                  <a:lnTo>
                    <a:pt x="160" y="17"/>
                  </a:lnTo>
                  <a:lnTo>
                    <a:pt x="157" y="17"/>
                  </a:lnTo>
                  <a:lnTo>
                    <a:pt x="154" y="16"/>
                  </a:lnTo>
                  <a:lnTo>
                    <a:pt x="153" y="13"/>
                  </a:lnTo>
                  <a:lnTo>
                    <a:pt x="154" y="15"/>
                  </a:lnTo>
                  <a:lnTo>
                    <a:pt x="157" y="13"/>
                  </a:lnTo>
                  <a:lnTo>
                    <a:pt x="158" y="15"/>
                  </a:lnTo>
                  <a:lnTo>
                    <a:pt x="160" y="12"/>
                  </a:lnTo>
                  <a:lnTo>
                    <a:pt x="161" y="13"/>
                  </a:lnTo>
                  <a:lnTo>
                    <a:pt x="165" y="10"/>
                  </a:lnTo>
                  <a:close/>
                  <a:moveTo>
                    <a:pt x="171" y="6"/>
                  </a:moveTo>
                  <a:lnTo>
                    <a:pt x="173" y="7"/>
                  </a:lnTo>
                  <a:lnTo>
                    <a:pt x="173" y="8"/>
                  </a:lnTo>
                  <a:lnTo>
                    <a:pt x="171" y="8"/>
                  </a:lnTo>
                  <a:lnTo>
                    <a:pt x="170" y="6"/>
                  </a:lnTo>
                  <a:lnTo>
                    <a:pt x="171" y="6"/>
                  </a:lnTo>
                  <a:close/>
                  <a:moveTo>
                    <a:pt x="179" y="2"/>
                  </a:moveTo>
                  <a:lnTo>
                    <a:pt x="178" y="3"/>
                  </a:lnTo>
                  <a:lnTo>
                    <a:pt x="177" y="3"/>
                  </a:lnTo>
                  <a:lnTo>
                    <a:pt x="177" y="2"/>
                  </a:lnTo>
                  <a:lnTo>
                    <a:pt x="179" y="2"/>
                  </a:lnTo>
                  <a:close/>
                  <a:moveTo>
                    <a:pt x="185" y="0"/>
                  </a:moveTo>
                  <a:lnTo>
                    <a:pt x="186" y="2"/>
                  </a:lnTo>
                  <a:lnTo>
                    <a:pt x="189" y="2"/>
                  </a:lnTo>
                  <a:lnTo>
                    <a:pt x="187" y="3"/>
                  </a:lnTo>
                  <a:lnTo>
                    <a:pt x="190" y="3"/>
                  </a:lnTo>
                  <a:lnTo>
                    <a:pt x="189" y="6"/>
                  </a:lnTo>
                  <a:lnTo>
                    <a:pt x="186" y="7"/>
                  </a:lnTo>
                  <a:lnTo>
                    <a:pt x="183" y="4"/>
                  </a:lnTo>
                  <a:lnTo>
                    <a:pt x="181" y="4"/>
                  </a:lnTo>
                  <a:lnTo>
                    <a:pt x="181" y="3"/>
                  </a:lnTo>
                  <a:lnTo>
                    <a:pt x="182" y="2"/>
                  </a:lnTo>
                  <a:lnTo>
                    <a:pt x="183" y="3"/>
                  </a:lnTo>
                  <a:lnTo>
                    <a:pt x="185" y="2"/>
                  </a:lnTo>
                  <a:lnTo>
                    <a:pt x="185" y="0"/>
                  </a:lnTo>
                  <a:close/>
                  <a:moveTo>
                    <a:pt x="208" y="0"/>
                  </a:moveTo>
                  <a:lnTo>
                    <a:pt x="210" y="2"/>
                  </a:lnTo>
                  <a:lnTo>
                    <a:pt x="208" y="3"/>
                  </a:lnTo>
                  <a:lnTo>
                    <a:pt x="210" y="4"/>
                  </a:lnTo>
                  <a:lnTo>
                    <a:pt x="212" y="3"/>
                  </a:lnTo>
                  <a:lnTo>
                    <a:pt x="212" y="4"/>
                  </a:lnTo>
                  <a:lnTo>
                    <a:pt x="211" y="8"/>
                  </a:lnTo>
                  <a:lnTo>
                    <a:pt x="208" y="8"/>
                  </a:lnTo>
                  <a:lnTo>
                    <a:pt x="208" y="8"/>
                  </a:lnTo>
                  <a:lnTo>
                    <a:pt x="206" y="8"/>
                  </a:lnTo>
                  <a:lnTo>
                    <a:pt x="207" y="10"/>
                  </a:lnTo>
                  <a:lnTo>
                    <a:pt x="208" y="10"/>
                  </a:lnTo>
                  <a:lnTo>
                    <a:pt x="208" y="11"/>
                  </a:lnTo>
                  <a:lnTo>
                    <a:pt x="207" y="12"/>
                  </a:lnTo>
                  <a:lnTo>
                    <a:pt x="207" y="13"/>
                  </a:lnTo>
                  <a:lnTo>
                    <a:pt x="208" y="13"/>
                  </a:lnTo>
                  <a:lnTo>
                    <a:pt x="210" y="12"/>
                  </a:lnTo>
                  <a:lnTo>
                    <a:pt x="211" y="11"/>
                  </a:lnTo>
                  <a:lnTo>
                    <a:pt x="211" y="12"/>
                  </a:lnTo>
                  <a:lnTo>
                    <a:pt x="210" y="15"/>
                  </a:lnTo>
                  <a:lnTo>
                    <a:pt x="208" y="15"/>
                  </a:lnTo>
                  <a:lnTo>
                    <a:pt x="206" y="19"/>
                  </a:lnTo>
                  <a:lnTo>
                    <a:pt x="210" y="17"/>
                  </a:lnTo>
                  <a:lnTo>
                    <a:pt x="211" y="17"/>
                  </a:lnTo>
                  <a:lnTo>
                    <a:pt x="211" y="16"/>
                  </a:lnTo>
                  <a:lnTo>
                    <a:pt x="212" y="17"/>
                  </a:lnTo>
                  <a:lnTo>
                    <a:pt x="214" y="19"/>
                  </a:lnTo>
                  <a:lnTo>
                    <a:pt x="215" y="17"/>
                  </a:lnTo>
                  <a:lnTo>
                    <a:pt x="215" y="16"/>
                  </a:lnTo>
                  <a:lnTo>
                    <a:pt x="214" y="13"/>
                  </a:lnTo>
                  <a:lnTo>
                    <a:pt x="214" y="12"/>
                  </a:lnTo>
                  <a:lnTo>
                    <a:pt x="215" y="11"/>
                  </a:lnTo>
                  <a:lnTo>
                    <a:pt x="216" y="8"/>
                  </a:lnTo>
                  <a:lnTo>
                    <a:pt x="218" y="7"/>
                  </a:lnTo>
                  <a:lnTo>
                    <a:pt x="220" y="7"/>
                  </a:lnTo>
                  <a:lnTo>
                    <a:pt x="221" y="8"/>
                  </a:lnTo>
                  <a:lnTo>
                    <a:pt x="221" y="10"/>
                  </a:lnTo>
                  <a:lnTo>
                    <a:pt x="220" y="11"/>
                  </a:lnTo>
                  <a:lnTo>
                    <a:pt x="220" y="12"/>
                  </a:lnTo>
                  <a:lnTo>
                    <a:pt x="221" y="12"/>
                  </a:lnTo>
                  <a:lnTo>
                    <a:pt x="223" y="11"/>
                  </a:lnTo>
                  <a:lnTo>
                    <a:pt x="224" y="11"/>
                  </a:lnTo>
                  <a:lnTo>
                    <a:pt x="223" y="12"/>
                  </a:lnTo>
                  <a:lnTo>
                    <a:pt x="224" y="12"/>
                  </a:lnTo>
                  <a:lnTo>
                    <a:pt x="225" y="10"/>
                  </a:lnTo>
                  <a:lnTo>
                    <a:pt x="228" y="10"/>
                  </a:lnTo>
                  <a:lnTo>
                    <a:pt x="228" y="11"/>
                  </a:lnTo>
                  <a:lnTo>
                    <a:pt x="231" y="11"/>
                  </a:lnTo>
                  <a:lnTo>
                    <a:pt x="229" y="13"/>
                  </a:lnTo>
                  <a:lnTo>
                    <a:pt x="228" y="15"/>
                  </a:lnTo>
                  <a:lnTo>
                    <a:pt x="228" y="15"/>
                  </a:lnTo>
                  <a:lnTo>
                    <a:pt x="229" y="15"/>
                  </a:lnTo>
                  <a:lnTo>
                    <a:pt x="232" y="13"/>
                  </a:lnTo>
                  <a:lnTo>
                    <a:pt x="233" y="13"/>
                  </a:lnTo>
                  <a:lnTo>
                    <a:pt x="236" y="15"/>
                  </a:lnTo>
                  <a:lnTo>
                    <a:pt x="239" y="15"/>
                  </a:lnTo>
                  <a:lnTo>
                    <a:pt x="240" y="15"/>
                  </a:lnTo>
                  <a:lnTo>
                    <a:pt x="240" y="16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9"/>
                  </a:lnTo>
                  <a:lnTo>
                    <a:pt x="235" y="20"/>
                  </a:lnTo>
                  <a:lnTo>
                    <a:pt x="233" y="24"/>
                  </a:lnTo>
                  <a:lnTo>
                    <a:pt x="229" y="25"/>
                  </a:lnTo>
                  <a:lnTo>
                    <a:pt x="225" y="25"/>
                  </a:lnTo>
                  <a:lnTo>
                    <a:pt x="223" y="24"/>
                  </a:lnTo>
                  <a:lnTo>
                    <a:pt x="220" y="25"/>
                  </a:lnTo>
                  <a:lnTo>
                    <a:pt x="216" y="24"/>
                  </a:lnTo>
                  <a:lnTo>
                    <a:pt x="216" y="24"/>
                  </a:lnTo>
                  <a:lnTo>
                    <a:pt x="218" y="27"/>
                  </a:lnTo>
                  <a:lnTo>
                    <a:pt x="220" y="27"/>
                  </a:lnTo>
                  <a:lnTo>
                    <a:pt x="221" y="27"/>
                  </a:lnTo>
                  <a:lnTo>
                    <a:pt x="224" y="27"/>
                  </a:lnTo>
                  <a:lnTo>
                    <a:pt x="224" y="28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3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9" y="32"/>
                  </a:lnTo>
                  <a:lnTo>
                    <a:pt x="231" y="35"/>
                  </a:lnTo>
                  <a:lnTo>
                    <a:pt x="232" y="35"/>
                  </a:lnTo>
                  <a:lnTo>
                    <a:pt x="232" y="32"/>
                  </a:lnTo>
                  <a:lnTo>
                    <a:pt x="232" y="31"/>
                  </a:lnTo>
                  <a:lnTo>
                    <a:pt x="233" y="31"/>
                  </a:lnTo>
                  <a:lnTo>
                    <a:pt x="233" y="32"/>
                  </a:lnTo>
                  <a:lnTo>
                    <a:pt x="235" y="33"/>
                  </a:lnTo>
                  <a:lnTo>
                    <a:pt x="235" y="32"/>
                  </a:lnTo>
                  <a:lnTo>
                    <a:pt x="236" y="31"/>
                  </a:lnTo>
                  <a:lnTo>
                    <a:pt x="236" y="31"/>
                  </a:lnTo>
                  <a:lnTo>
                    <a:pt x="239" y="32"/>
                  </a:lnTo>
                  <a:lnTo>
                    <a:pt x="239" y="32"/>
                  </a:lnTo>
                  <a:lnTo>
                    <a:pt x="239" y="35"/>
                  </a:lnTo>
                  <a:lnTo>
                    <a:pt x="237" y="37"/>
                  </a:lnTo>
                  <a:lnTo>
                    <a:pt x="235" y="36"/>
                  </a:lnTo>
                  <a:lnTo>
                    <a:pt x="233" y="36"/>
                  </a:lnTo>
                  <a:lnTo>
                    <a:pt x="233" y="40"/>
                  </a:lnTo>
                  <a:lnTo>
                    <a:pt x="232" y="42"/>
                  </a:lnTo>
                  <a:lnTo>
                    <a:pt x="228" y="42"/>
                  </a:lnTo>
                  <a:lnTo>
                    <a:pt x="225" y="45"/>
                  </a:lnTo>
                  <a:lnTo>
                    <a:pt x="225" y="49"/>
                  </a:lnTo>
                  <a:lnTo>
                    <a:pt x="224" y="50"/>
                  </a:lnTo>
                  <a:lnTo>
                    <a:pt x="224" y="45"/>
                  </a:lnTo>
                  <a:lnTo>
                    <a:pt x="225" y="41"/>
                  </a:lnTo>
                  <a:lnTo>
                    <a:pt x="227" y="38"/>
                  </a:lnTo>
                  <a:lnTo>
                    <a:pt x="224" y="37"/>
                  </a:lnTo>
                  <a:lnTo>
                    <a:pt x="223" y="35"/>
                  </a:lnTo>
                  <a:lnTo>
                    <a:pt x="219" y="35"/>
                  </a:lnTo>
                  <a:lnTo>
                    <a:pt x="216" y="33"/>
                  </a:lnTo>
                  <a:lnTo>
                    <a:pt x="215" y="32"/>
                  </a:lnTo>
                  <a:lnTo>
                    <a:pt x="212" y="28"/>
                  </a:lnTo>
                  <a:lnTo>
                    <a:pt x="210" y="27"/>
                  </a:lnTo>
                  <a:lnTo>
                    <a:pt x="204" y="27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2" y="31"/>
                  </a:lnTo>
                  <a:lnTo>
                    <a:pt x="198" y="29"/>
                  </a:lnTo>
                  <a:lnTo>
                    <a:pt x="195" y="31"/>
                  </a:lnTo>
                  <a:lnTo>
                    <a:pt x="196" y="32"/>
                  </a:lnTo>
                  <a:lnTo>
                    <a:pt x="194" y="35"/>
                  </a:lnTo>
                  <a:lnTo>
                    <a:pt x="193" y="36"/>
                  </a:lnTo>
                  <a:lnTo>
                    <a:pt x="194" y="37"/>
                  </a:lnTo>
                  <a:lnTo>
                    <a:pt x="193" y="38"/>
                  </a:lnTo>
                  <a:lnTo>
                    <a:pt x="193" y="45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4" y="53"/>
                  </a:lnTo>
                  <a:lnTo>
                    <a:pt x="191" y="54"/>
                  </a:lnTo>
                  <a:lnTo>
                    <a:pt x="190" y="53"/>
                  </a:lnTo>
                  <a:lnTo>
                    <a:pt x="187" y="56"/>
                  </a:lnTo>
                  <a:lnTo>
                    <a:pt x="186" y="56"/>
                  </a:lnTo>
                  <a:lnTo>
                    <a:pt x="185" y="58"/>
                  </a:lnTo>
                  <a:lnTo>
                    <a:pt x="182" y="58"/>
                  </a:lnTo>
                  <a:lnTo>
                    <a:pt x="178" y="56"/>
                  </a:lnTo>
                  <a:lnTo>
                    <a:pt x="175" y="56"/>
                  </a:lnTo>
                  <a:lnTo>
                    <a:pt x="174" y="57"/>
                  </a:lnTo>
                  <a:lnTo>
                    <a:pt x="171" y="60"/>
                  </a:lnTo>
                  <a:lnTo>
                    <a:pt x="165" y="60"/>
                  </a:lnTo>
                  <a:lnTo>
                    <a:pt x="162" y="58"/>
                  </a:lnTo>
                  <a:lnTo>
                    <a:pt x="160" y="56"/>
                  </a:lnTo>
                  <a:lnTo>
                    <a:pt x="160" y="53"/>
                  </a:lnTo>
                  <a:lnTo>
                    <a:pt x="154" y="49"/>
                  </a:lnTo>
                  <a:lnTo>
                    <a:pt x="153" y="46"/>
                  </a:lnTo>
                  <a:lnTo>
                    <a:pt x="150" y="46"/>
                  </a:lnTo>
                  <a:lnTo>
                    <a:pt x="149" y="48"/>
                  </a:lnTo>
                  <a:lnTo>
                    <a:pt x="148" y="50"/>
                  </a:lnTo>
                  <a:lnTo>
                    <a:pt x="149" y="52"/>
                  </a:lnTo>
                  <a:lnTo>
                    <a:pt x="148" y="52"/>
                  </a:lnTo>
                  <a:lnTo>
                    <a:pt x="148" y="52"/>
                  </a:lnTo>
                  <a:lnTo>
                    <a:pt x="146" y="52"/>
                  </a:lnTo>
                  <a:lnTo>
                    <a:pt x="146" y="52"/>
                  </a:lnTo>
                  <a:lnTo>
                    <a:pt x="145" y="53"/>
                  </a:lnTo>
                  <a:lnTo>
                    <a:pt x="142" y="53"/>
                  </a:lnTo>
                  <a:lnTo>
                    <a:pt x="140" y="53"/>
                  </a:lnTo>
                  <a:lnTo>
                    <a:pt x="141" y="54"/>
                  </a:lnTo>
                  <a:lnTo>
                    <a:pt x="142" y="56"/>
                  </a:lnTo>
                  <a:lnTo>
                    <a:pt x="142" y="58"/>
                  </a:lnTo>
                  <a:lnTo>
                    <a:pt x="141" y="60"/>
                  </a:lnTo>
                  <a:lnTo>
                    <a:pt x="141" y="63"/>
                  </a:lnTo>
                  <a:lnTo>
                    <a:pt x="142" y="65"/>
                  </a:lnTo>
                  <a:lnTo>
                    <a:pt x="142" y="67"/>
                  </a:lnTo>
                  <a:lnTo>
                    <a:pt x="141" y="67"/>
                  </a:lnTo>
                  <a:lnTo>
                    <a:pt x="140" y="67"/>
                  </a:lnTo>
                  <a:lnTo>
                    <a:pt x="139" y="66"/>
                  </a:lnTo>
                  <a:lnTo>
                    <a:pt x="136" y="66"/>
                  </a:lnTo>
                  <a:lnTo>
                    <a:pt x="133" y="65"/>
                  </a:lnTo>
                  <a:lnTo>
                    <a:pt x="129" y="63"/>
                  </a:lnTo>
                  <a:lnTo>
                    <a:pt x="127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4" y="69"/>
                  </a:lnTo>
                  <a:lnTo>
                    <a:pt x="123" y="70"/>
                  </a:lnTo>
                  <a:lnTo>
                    <a:pt x="123" y="71"/>
                  </a:lnTo>
                  <a:lnTo>
                    <a:pt x="121" y="73"/>
                  </a:lnTo>
                  <a:lnTo>
                    <a:pt x="123" y="74"/>
                  </a:lnTo>
                  <a:lnTo>
                    <a:pt x="121" y="77"/>
                  </a:lnTo>
                  <a:lnTo>
                    <a:pt x="120" y="77"/>
                  </a:lnTo>
                  <a:lnTo>
                    <a:pt x="119" y="75"/>
                  </a:lnTo>
                  <a:lnTo>
                    <a:pt x="116" y="74"/>
                  </a:lnTo>
                  <a:lnTo>
                    <a:pt x="113" y="75"/>
                  </a:lnTo>
                  <a:lnTo>
                    <a:pt x="112" y="79"/>
                  </a:lnTo>
                  <a:lnTo>
                    <a:pt x="111" y="81"/>
                  </a:lnTo>
                  <a:lnTo>
                    <a:pt x="110" y="83"/>
                  </a:lnTo>
                  <a:lnTo>
                    <a:pt x="108" y="86"/>
                  </a:lnTo>
                  <a:lnTo>
                    <a:pt x="107" y="86"/>
                  </a:lnTo>
                  <a:lnTo>
                    <a:pt x="107" y="92"/>
                  </a:lnTo>
                  <a:lnTo>
                    <a:pt x="108" y="94"/>
                  </a:lnTo>
                  <a:lnTo>
                    <a:pt x="110" y="96"/>
                  </a:lnTo>
                  <a:lnTo>
                    <a:pt x="108" y="99"/>
                  </a:lnTo>
                  <a:lnTo>
                    <a:pt x="106" y="104"/>
                  </a:lnTo>
                  <a:lnTo>
                    <a:pt x="102" y="110"/>
                  </a:lnTo>
                  <a:lnTo>
                    <a:pt x="102" y="112"/>
                  </a:lnTo>
                  <a:lnTo>
                    <a:pt x="100" y="113"/>
                  </a:lnTo>
                  <a:lnTo>
                    <a:pt x="95" y="115"/>
                  </a:lnTo>
                  <a:lnTo>
                    <a:pt x="92" y="117"/>
                  </a:lnTo>
                  <a:lnTo>
                    <a:pt x="92" y="119"/>
                  </a:lnTo>
                  <a:lnTo>
                    <a:pt x="94" y="121"/>
                  </a:lnTo>
                  <a:lnTo>
                    <a:pt x="94" y="124"/>
                  </a:lnTo>
                  <a:lnTo>
                    <a:pt x="92" y="128"/>
                  </a:lnTo>
                  <a:lnTo>
                    <a:pt x="91" y="133"/>
                  </a:lnTo>
                  <a:lnTo>
                    <a:pt x="91" y="138"/>
                  </a:lnTo>
                  <a:lnTo>
                    <a:pt x="87" y="148"/>
                  </a:lnTo>
                  <a:lnTo>
                    <a:pt x="87" y="152"/>
                  </a:lnTo>
                  <a:lnTo>
                    <a:pt x="88" y="153"/>
                  </a:lnTo>
                  <a:lnTo>
                    <a:pt x="88" y="157"/>
                  </a:lnTo>
                  <a:lnTo>
                    <a:pt x="86" y="160"/>
                  </a:lnTo>
                  <a:lnTo>
                    <a:pt x="82" y="160"/>
                  </a:lnTo>
                  <a:lnTo>
                    <a:pt x="79" y="160"/>
                  </a:lnTo>
                  <a:lnTo>
                    <a:pt x="77" y="161"/>
                  </a:lnTo>
                  <a:lnTo>
                    <a:pt x="74" y="165"/>
                  </a:lnTo>
                  <a:lnTo>
                    <a:pt x="73" y="171"/>
                  </a:lnTo>
                  <a:lnTo>
                    <a:pt x="74" y="177"/>
                  </a:lnTo>
                  <a:lnTo>
                    <a:pt x="75" y="183"/>
                  </a:lnTo>
                  <a:lnTo>
                    <a:pt x="74" y="187"/>
                  </a:lnTo>
                  <a:lnTo>
                    <a:pt x="75" y="190"/>
                  </a:lnTo>
                  <a:lnTo>
                    <a:pt x="75" y="195"/>
                  </a:lnTo>
                  <a:lnTo>
                    <a:pt x="75" y="199"/>
                  </a:lnTo>
                  <a:lnTo>
                    <a:pt x="75" y="203"/>
                  </a:lnTo>
                  <a:lnTo>
                    <a:pt x="78" y="206"/>
                  </a:lnTo>
                  <a:lnTo>
                    <a:pt x="83" y="210"/>
                  </a:lnTo>
                  <a:lnTo>
                    <a:pt x="82" y="212"/>
                  </a:lnTo>
                  <a:lnTo>
                    <a:pt x="82" y="216"/>
                  </a:lnTo>
                  <a:lnTo>
                    <a:pt x="77" y="217"/>
                  </a:lnTo>
                  <a:lnTo>
                    <a:pt x="75" y="220"/>
                  </a:lnTo>
                  <a:lnTo>
                    <a:pt x="78" y="224"/>
                  </a:lnTo>
                  <a:lnTo>
                    <a:pt x="79" y="229"/>
                  </a:lnTo>
                  <a:lnTo>
                    <a:pt x="81" y="232"/>
                  </a:lnTo>
                  <a:lnTo>
                    <a:pt x="79" y="236"/>
                  </a:lnTo>
                  <a:lnTo>
                    <a:pt x="79" y="238"/>
                  </a:lnTo>
                  <a:lnTo>
                    <a:pt x="78" y="240"/>
                  </a:lnTo>
                  <a:lnTo>
                    <a:pt x="74" y="240"/>
                  </a:lnTo>
                  <a:lnTo>
                    <a:pt x="74" y="241"/>
                  </a:lnTo>
                  <a:lnTo>
                    <a:pt x="75" y="244"/>
                  </a:lnTo>
                  <a:lnTo>
                    <a:pt x="73" y="245"/>
                  </a:lnTo>
                  <a:lnTo>
                    <a:pt x="73" y="246"/>
                  </a:lnTo>
                  <a:lnTo>
                    <a:pt x="74" y="250"/>
                  </a:lnTo>
                  <a:lnTo>
                    <a:pt x="74" y="257"/>
                  </a:lnTo>
                  <a:lnTo>
                    <a:pt x="74" y="260"/>
                  </a:lnTo>
                  <a:lnTo>
                    <a:pt x="71" y="257"/>
                  </a:lnTo>
                  <a:lnTo>
                    <a:pt x="70" y="257"/>
                  </a:lnTo>
                  <a:lnTo>
                    <a:pt x="71" y="256"/>
                  </a:lnTo>
                  <a:lnTo>
                    <a:pt x="70" y="254"/>
                  </a:lnTo>
                  <a:lnTo>
                    <a:pt x="67" y="254"/>
                  </a:lnTo>
                  <a:lnTo>
                    <a:pt x="65" y="252"/>
                  </a:lnTo>
                  <a:lnTo>
                    <a:pt x="65" y="250"/>
                  </a:lnTo>
                  <a:lnTo>
                    <a:pt x="63" y="249"/>
                  </a:lnTo>
                  <a:lnTo>
                    <a:pt x="63" y="246"/>
                  </a:lnTo>
                  <a:lnTo>
                    <a:pt x="63" y="244"/>
                  </a:lnTo>
                  <a:lnTo>
                    <a:pt x="65" y="241"/>
                  </a:lnTo>
                  <a:lnTo>
                    <a:pt x="63" y="240"/>
                  </a:lnTo>
                  <a:lnTo>
                    <a:pt x="61" y="241"/>
                  </a:lnTo>
                  <a:lnTo>
                    <a:pt x="61" y="244"/>
                  </a:lnTo>
                  <a:lnTo>
                    <a:pt x="62" y="245"/>
                  </a:lnTo>
                  <a:lnTo>
                    <a:pt x="61" y="246"/>
                  </a:lnTo>
                  <a:lnTo>
                    <a:pt x="60" y="246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60" y="249"/>
                  </a:lnTo>
                  <a:lnTo>
                    <a:pt x="61" y="250"/>
                  </a:lnTo>
                  <a:lnTo>
                    <a:pt x="62" y="252"/>
                  </a:lnTo>
                  <a:lnTo>
                    <a:pt x="61" y="254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57" y="254"/>
                  </a:lnTo>
                  <a:lnTo>
                    <a:pt x="56" y="257"/>
                  </a:lnTo>
                  <a:lnTo>
                    <a:pt x="57" y="257"/>
                  </a:lnTo>
                  <a:lnTo>
                    <a:pt x="57" y="258"/>
                  </a:lnTo>
                  <a:lnTo>
                    <a:pt x="54" y="260"/>
                  </a:lnTo>
                  <a:lnTo>
                    <a:pt x="54" y="258"/>
                  </a:lnTo>
                  <a:lnTo>
                    <a:pt x="54" y="257"/>
                  </a:lnTo>
                  <a:lnTo>
                    <a:pt x="53" y="257"/>
                  </a:lnTo>
                  <a:lnTo>
                    <a:pt x="52" y="256"/>
                  </a:lnTo>
                  <a:lnTo>
                    <a:pt x="50" y="253"/>
                  </a:lnTo>
                  <a:lnTo>
                    <a:pt x="49" y="250"/>
                  </a:lnTo>
                  <a:lnTo>
                    <a:pt x="48" y="249"/>
                  </a:lnTo>
                  <a:lnTo>
                    <a:pt x="48" y="252"/>
                  </a:lnTo>
                  <a:lnTo>
                    <a:pt x="49" y="253"/>
                  </a:lnTo>
                  <a:lnTo>
                    <a:pt x="52" y="254"/>
                  </a:lnTo>
                  <a:lnTo>
                    <a:pt x="50" y="257"/>
                  </a:lnTo>
                  <a:lnTo>
                    <a:pt x="52" y="258"/>
                  </a:lnTo>
                  <a:lnTo>
                    <a:pt x="52" y="261"/>
                  </a:lnTo>
                  <a:lnTo>
                    <a:pt x="50" y="261"/>
                  </a:lnTo>
                  <a:lnTo>
                    <a:pt x="48" y="262"/>
                  </a:lnTo>
                  <a:lnTo>
                    <a:pt x="48" y="263"/>
                  </a:lnTo>
                  <a:lnTo>
                    <a:pt x="46" y="265"/>
                  </a:lnTo>
                  <a:lnTo>
                    <a:pt x="48" y="265"/>
                  </a:lnTo>
                  <a:lnTo>
                    <a:pt x="45" y="267"/>
                  </a:lnTo>
                  <a:lnTo>
                    <a:pt x="42" y="266"/>
                  </a:lnTo>
                  <a:lnTo>
                    <a:pt x="44" y="267"/>
                  </a:lnTo>
                  <a:lnTo>
                    <a:pt x="44" y="270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7" y="271"/>
                  </a:lnTo>
                  <a:lnTo>
                    <a:pt x="37" y="271"/>
                  </a:lnTo>
                  <a:lnTo>
                    <a:pt x="36" y="273"/>
                  </a:lnTo>
                  <a:lnTo>
                    <a:pt x="34" y="273"/>
                  </a:lnTo>
                  <a:lnTo>
                    <a:pt x="33" y="275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7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5" y="273"/>
                  </a:lnTo>
                  <a:lnTo>
                    <a:pt x="24" y="273"/>
                  </a:lnTo>
                  <a:lnTo>
                    <a:pt x="24" y="274"/>
                  </a:lnTo>
                  <a:lnTo>
                    <a:pt x="23" y="275"/>
                  </a:lnTo>
                  <a:lnTo>
                    <a:pt x="21" y="274"/>
                  </a:lnTo>
                  <a:lnTo>
                    <a:pt x="23" y="273"/>
                  </a:lnTo>
                  <a:lnTo>
                    <a:pt x="21" y="271"/>
                  </a:lnTo>
                  <a:lnTo>
                    <a:pt x="17" y="270"/>
                  </a:lnTo>
                  <a:lnTo>
                    <a:pt x="13" y="267"/>
                  </a:lnTo>
                  <a:lnTo>
                    <a:pt x="12" y="267"/>
                  </a:lnTo>
                  <a:lnTo>
                    <a:pt x="8" y="262"/>
                  </a:lnTo>
                  <a:lnTo>
                    <a:pt x="9" y="261"/>
                  </a:lnTo>
                  <a:lnTo>
                    <a:pt x="9" y="258"/>
                  </a:lnTo>
                  <a:lnTo>
                    <a:pt x="12" y="258"/>
                  </a:lnTo>
                  <a:lnTo>
                    <a:pt x="13" y="260"/>
                  </a:lnTo>
                  <a:lnTo>
                    <a:pt x="15" y="260"/>
                  </a:lnTo>
                  <a:lnTo>
                    <a:pt x="19" y="262"/>
                  </a:lnTo>
                  <a:lnTo>
                    <a:pt x="19" y="261"/>
                  </a:lnTo>
                  <a:lnTo>
                    <a:pt x="17" y="260"/>
                  </a:lnTo>
                  <a:lnTo>
                    <a:pt x="19" y="258"/>
                  </a:lnTo>
                  <a:lnTo>
                    <a:pt x="21" y="258"/>
                  </a:lnTo>
                  <a:lnTo>
                    <a:pt x="20" y="257"/>
                  </a:lnTo>
                  <a:lnTo>
                    <a:pt x="17" y="257"/>
                  </a:lnTo>
                  <a:lnTo>
                    <a:pt x="16" y="258"/>
                  </a:lnTo>
                  <a:lnTo>
                    <a:pt x="15" y="256"/>
                  </a:lnTo>
                  <a:lnTo>
                    <a:pt x="16" y="254"/>
                  </a:lnTo>
                  <a:lnTo>
                    <a:pt x="17" y="253"/>
                  </a:lnTo>
                  <a:lnTo>
                    <a:pt x="15" y="250"/>
                  </a:lnTo>
                  <a:lnTo>
                    <a:pt x="16" y="250"/>
                  </a:lnTo>
                  <a:lnTo>
                    <a:pt x="13" y="248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2" y="253"/>
                  </a:lnTo>
                  <a:lnTo>
                    <a:pt x="11" y="252"/>
                  </a:lnTo>
                  <a:lnTo>
                    <a:pt x="11" y="253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11" y="246"/>
                  </a:lnTo>
                  <a:lnTo>
                    <a:pt x="11" y="245"/>
                  </a:lnTo>
                  <a:lnTo>
                    <a:pt x="12" y="244"/>
                  </a:lnTo>
                  <a:lnTo>
                    <a:pt x="15" y="246"/>
                  </a:lnTo>
                  <a:lnTo>
                    <a:pt x="15" y="244"/>
                  </a:lnTo>
                  <a:lnTo>
                    <a:pt x="16" y="242"/>
                  </a:lnTo>
                  <a:lnTo>
                    <a:pt x="17" y="242"/>
                  </a:lnTo>
                  <a:lnTo>
                    <a:pt x="17" y="241"/>
                  </a:lnTo>
                  <a:lnTo>
                    <a:pt x="13" y="241"/>
                  </a:lnTo>
                  <a:lnTo>
                    <a:pt x="12" y="241"/>
                  </a:lnTo>
                  <a:lnTo>
                    <a:pt x="13" y="240"/>
                  </a:lnTo>
                  <a:lnTo>
                    <a:pt x="15" y="240"/>
                  </a:lnTo>
                  <a:lnTo>
                    <a:pt x="17" y="237"/>
                  </a:lnTo>
                  <a:lnTo>
                    <a:pt x="15" y="236"/>
                  </a:lnTo>
                  <a:lnTo>
                    <a:pt x="16" y="236"/>
                  </a:lnTo>
                  <a:lnTo>
                    <a:pt x="17" y="233"/>
                  </a:lnTo>
                  <a:lnTo>
                    <a:pt x="19" y="233"/>
                  </a:lnTo>
                  <a:lnTo>
                    <a:pt x="19" y="236"/>
                  </a:lnTo>
                  <a:lnTo>
                    <a:pt x="21" y="237"/>
                  </a:lnTo>
                  <a:lnTo>
                    <a:pt x="20" y="235"/>
                  </a:lnTo>
                  <a:lnTo>
                    <a:pt x="20" y="232"/>
                  </a:lnTo>
                  <a:lnTo>
                    <a:pt x="23" y="231"/>
                  </a:lnTo>
                  <a:lnTo>
                    <a:pt x="24" y="229"/>
                  </a:lnTo>
                  <a:lnTo>
                    <a:pt x="21" y="231"/>
                  </a:lnTo>
                  <a:lnTo>
                    <a:pt x="20" y="231"/>
                  </a:lnTo>
                  <a:lnTo>
                    <a:pt x="15" y="232"/>
                  </a:lnTo>
                  <a:lnTo>
                    <a:pt x="15" y="235"/>
                  </a:lnTo>
                  <a:lnTo>
                    <a:pt x="13" y="235"/>
                  </a:lnTo>
                  <a:lnTo>
                    <a:pt x="12" y="238"/>
                  </a:lnTo>
                  <a:lnTo>
                    <a:pt x="11" y="237"/>
                  </a:lnTo>
                  <a:lnTo>
                    <a:pt x="12" y="236"/>
                  </a:lnTo>
                  <a:lnTo>
                    <a:pt x="11" y="233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1"/>
                  </a:lnTo>
                  <a:lnTo>
                    <a:pt x="12" y="229"/>
                  </a:lnTo>
                  <a:lnTo>
                    <a:pt x="12" y="228"/>
                  </a:lnTo>
                  <a:lnTo>
                    <a:pt x="12" y="227"/>
                  </a:lnTo>
                  <a:lnTo>
                    <a:pt x="11" y="225"/>
                  </a:lnTo>
                  <a:lnTo>
                    <a:pt x="7" y="229"/>
                  </a:lnTo>
                  <a:lnTo>
                    <a:pt x="6" y="228"/>
                  </a:lnTo>
                  <a:lnTo>
                    <a:pt x="6" y="225"/>
                  </a:lnTo>
                  <a:lnTo>
                    <a:pt x="7" y="227"/>
                  </a:lnTo>
                  <a:lnTo>
                    <a:pt x="8" y="225"/>
                  </a:lnTo>
                  <a:lnTo>
                    <a:pt x="7" y="224"/>
                  </a:lnTo>
                  <a:lnTo>
                    <a:pt x="9" y="223"/>
                  </a:lnTo>
                  <a:lnTo>
                    <a:pt x="8" y="223"/>
                  </a:lnTo>
                  <a:lnTo>
                    <a:pt x="7" y="223"/>
                  </a:lnTo>
                  <a:lnTo>
                    <a:pt x="6" y="224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3" y="220"/>
                  </a:lnTo>
                  <a:lnTo>
                    <a:pt x="4" y="219"/>
                  </a:lnTo>
                  <a:lnTo>
                    <a:pt x="6" y="220"/>
                  </a:lnTo>
                  <a:lnTo>
                    <a:pt x="7" y="220"/>
                  </a:lnTo>
                  <a:lnTo>
                    <a:pt x="9" y="219"/>
                  </a:lnTo>
                  <a:lnTo>
                    <a:pt x="12" y="219"/>
                  </a:lnTo>
                  <a:lnTo>
                    <a:pt x="15" y="219"/>
                  </a:lnTo>
                  <a:lnTo>
                    <a:pt x="16" y="219"/>
                  </a:lnTo>
                  <a:lnTo>
                    <a:pt x="17" y="221"/>
                  </a:lnTo>
                  <a:lnTo>
                    <a:pt x="19" y="220"/>
                  </a:lnTo>
                  <a:lnTo>
                    <a:pt x="20" y="217"/>
                  </a:lnTo>
                  <a:lnTo>
                    <a:pt x="23" y="219"/>
                  </a:lnTo>
                  <a:lnTo>
                    <a:pt x="23" y="220"/>
                  </a:lnTo>
                  <a:lnTo>
                    <a:pt x="21" y="221"/>
                  </a:lnTo>
                  <a:lnTo>
                    <a:pt x="21" y="223"/>
                  </a:lnTo>
                  <a:lnTo>
                    <a:pt x="24" y="223"/>
                  </a:lnTo>
                  <a:lnTo>
                    <a:pt x="25" y="220"/>
                  </a:lnTo>
                  <a:lnTo>
                    <a:pt x="25" y="220"/>
                  </a:lnTo>
                  <a:lnTo>
                    <a:pt x="27" y="219"/>
                  </a:lnTo>
                  <a:lnTo>
                    <a:pt x="29" y="217"/>
                  </a:lnTo>
                  <a:lnTo>
                    <a:pt x="31" y="216"/>
                  </a:lnTo>
                  <a:lnTo>
                    <a:pt x="29" y="213"/>
                  </a:lnTo>
                  <a:lnTo>
                    <a:pt x="29" y="212"/>
                  </a:lnTo>
                  <a:lnTo>
                    <a:pt x="28" y="215"/>
                  </a:lnTo>
                  <a:lnTo>
                    <a:pt x="28" y="216"/>
                  </a:lnTo>
                  <a:lnTo>
                    <a:pt x="27" y="217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5"/>
                  </a:lnTo>
                  <a:lnTo>
                    <a:pt x="25" y="215"/>
                  </a:lnTo>
                  <a:lnTo>
                    <a:pt x="23" y="216"/>
                  </a:lnTo>
                  <a:lnTo>
                    <a:pt x="21" y="216"/>
                  </a:lnTo>
                  <a:lnTo>
                    <a:pt x="20" y="215"/>
                  </a:lnTo>
                  <a:lnTo>
                    <a:pt x="19" y="215"/>
                  </a:lnTo>
                  <a:lnTo>
                    <a:pt x="19" y="216"/>
                  </a:lnTo>
                  <a:lnTo>
                    <a:pt x="17" y="217"/>
                  </a:lnTo>
                  <a:lnTo>
                    <a:pt x="16" y="217"/>
                  </a:lnTo>
                  <a:lnTo>
                    <a:pt x="13" y="216"/>
                  </a:lnTo>
                  <a:lnTo>
                    <a:pt x="11" y="217"/>
                  </a:lnTo>
                  <a:lnTo>
                    <a:pt x="9" y="217"/>
                  </a:lnTo>
                  <a:lnTo>
                    <a:pt x="7" y="219"/>
                  </a:lnTo>
                  <a:lnTo>
                    <a:pt x="6" y="217"/>
                  </a:lnTo>
                  <a:lnTo>
                    <a:pt x="4" y="216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7" y="213"/>
                  </a:lnTo>
                  <a:lnTo>
                    <a:pt x="6" y="213"/>
                  </a:lnTo>
                  <a:lnTo>
                    <a:pt x="4" y="213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6" y="212"/>
                  </a:lnTo>
                  <a:lnTo>
                    <a:pt x="9" y="212"/>
                  </a:lnTo>
                  <a:lnTo>
                    <a:pt x="12" y="211"/>
                  </a:lnTo>
                  <a:lnTo>
                    <a:pt x="8" y="211"/>
                  </a:lnTo>
                  <a:lnTo>
                    <a:pt x="7" y="211"/>
                  </a:lnTo>
                  <a:lnTo>
                    <a:pt x="6" y="211"/>
                  </a:lnTo>
                  <a:lnTo>
                    <a:pt x="7" y="210"/>
                  </a:lnTo>
                  <a:lnTo>
                    <a:pt x="3" y="207"/>
                  </a:lnTo>
                  <a:lnTo>
                    <a:pt x="3" y="207"/>
                  </a:lnTo>
                  <a:lnTo>
                    <a:pt x="6" y="206"/>
                  </a:lnTo>
                  <a:lnTo>
                    <a:pt x="7" y="204"/>
                  </a:lnTo>
                  <a:lnTo>
                    <a:pt x="8" y="206"/>
                  </a:lnTo>
                  <a:lnTo>
                    <a:pt x="11" y="204"/>
                  </a:lnTo>
                  <a:lnTo>
                    <a:pt x="15" y="207"/>
                  </a:lnTo>
                  <a:lnTo>
                    <a:pt x="16" y="206"/>
                  </a:lnTo>
                  <a:lnTo>
                    <a:pt x="19" y="206"/>
                  </a:lnTo>
                  <a:lnTo>
                    <a:pt x="21" y="204"/>
                  </a:lnTo>
                  <a:lnTo>
                    <a:pt x="19" y="204"/>
                  </a:lnTo>
                  <a:lnTo>
                    <a:pt x="19" y="204"/>
                  </a:lnTo>
                  <a:lnTo>
                    <a:pt x="15" y="204"/>
                  </a:lnTo>
                  <a:lnTo>
                    <a:pt x="12" y="203"/>
                  </a:lnTo>
                  <a:lnTo>
                    <a:pt x="9" y="203"/>
                  </a:lnTo>
                  <a:lnTo>
                    <a:pt x="7" y="203"/>
                  </a:lnTo>
                  <a:lnTo>
                    <a:pt x="6" y="203"/>
                  </a:lnTo>
                  <a:lnTo>
                    <a:pt x="7" y="202"/>
                  </a:lnTo>
                  <a:lnTo>
                    <a:pt x="4" y="199"/>
                  </a:lnTo>
                  <a:lnTo>
                    <a:pt x="4" y="198"/>
                  </a:lnTo>
                  <a:lnTo>
                    <a:pt x="6" y="198"/>
                  </a:lnTo>
                  <a:lnTo>
                    <a:pt x="7" y="199"/>
                  </a:lnTo>
                  <a:lnTo>
                    <a:pt x="8" y="202"/>
                  </a:lnTo>
                  <a:lnTo>
                    <a:pt x="9" y="200"/>
                  </a:lnTo>
                  <a:lnTo>
                    <a:pt x="8" y="198"/>
                  </a:lnTo>
                  <a:lnTo>
                    <a:pt x="11" y="198"/>
                  </a:lnTo>
                  <a:lnTo>
                    <a:pt x="12" y="200"/>
                  </a:lnTo>
                  <a:lnTo>
                    <a:pt x="13" y="200"/>
                  </a:lnTo>
                  <a:lnTo>
                    <a:pt x="15" y="200"/>
                  </a:lnTo>
                  <a:lnTo>
                    <a:pt x="13" y="198"/>
                  </a:lnTo>
                  <a:lnTo>
                    <a:pt x="15" y="196"/>
                  </a:lnTo>
                  <a:lnTo>
                    <a:pt x="17" y="198"/>
                  </a:lnTo>
                  <a:lnTo>
                    <a:pt x="19" y="196"/>
                  </a:lnTo>
                  <a:lnTo>
                    <a:pt x="17" y="195"/>
                  </a:lnTo>
                  <a:lnTo>
                    <a:pt x="20" y="195"/>
                  </a:lnTo>
                  <a:lnTo>
                    <a:pt x="21" y="195"/>
                  </a:lnTo>
                  <a:lnTo>
                    <a:pt x="21" y="198"/>
                  </a:lnTo>
                  <a:lnTo>
                    <a:pt x="23" y="199"/>
                  </a:lnTo>
                  <a:lnTo>
                    <a:pt x="24" y="198"/>
                  </a:lnTo>
                  <a:lnTo>
                    <a:pt x="23" y="196"/>
                  </a:lnTo>
                  <a:lnTo>
                    <a:pt x="24" y="195"/>
                  </a:lnTo>
                  <a:lnTo>
                    <a:pt x="21" y="194"/>
                  </a:lnTo>
                  <a:lnTo>
                    <a:pt x="19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6" y="190"/>
                  </a:lnTo>
                  <a:lnTo>
                    <a:pt x="17" y="190"/>
                  </a:lnTo>
                  <a:lnTo>
                    <a:pt x="19" y="188"/>
                  </a:lnTo>
                  <a:lnTo>
                    <a:pt x="20" y="191"/>
                  </a:lnTo>
                  <a:lnTo>
                    <a:pt x="21" y="190"/>
                  </a:lnTo>
                  <a:lnTo>
                    <a:pt x="23" y="190"/>
                  </a:lnTo>
                  <a:lnTo>
                    <a:pt x="24" y="192"/>
                  </a:lnTo>
                  <a:lnTo>
                    <a:pt x="27" y="192"/>
                  </a:lnTo>
                  <a:lnTo>
                    <a:pt x="28" y="191"/>
                  </a:lnTo>
                  <a:lnTo>
                    <a:pt x="32" y="190"/>
                  </a:lnTo>
                  <a:lnTo>
                    <a:pt x="32" y="188"/>
                  </a:lnTo>
                  <a:lnTo>
                    <a:pt x="31" y="188"/>
                  </a:lnTo>
                  <a:lnTo>
                    <a:pt x="28" y="190"/>
                  </a:lnTo>
                  <a:lnTo>
                    <a:pt x="27" y="188"/>
                  </a:lnTo>
                  <a:lnTo>
                    <a:pt x="29" y="187"/>
                  </a:lnTo>
                  <a:lnTo>
                    <a:pt x="28" y="187"/>
                  </a:lnTo>
                  <a:lnTo>
                    <a:pt x="24" y="188"/>
                  </a:lnTo>
                  <a:lnTo>
                    <a:pt x="23" y="186"/>
                  </a:lnTo>
                  <a:lnTo>
                    <a:pt x="24" y="185"/>
                  </a:lnTo>
                  <a:lnTo>
                    <a:pt x="23" y="183"/>
                  </a:lnTo>
                  <a:lnTo>
                    <a:pt x="24" y="182"/>
                  </a:lnTo>
                  <a:lnTo>
                    <a:pt x="25" y="183"/>
                  </a:lnTo>
                  <a:lnTo>
                    <a:pt x="28" y="183"/>
                  </a:lnTo>
                  <a:lnTo>
                    <a:pt x="29" y="185"/>
                  </a:lnTo>
                  <a:lnTo>
                    <a:pt x="31" y="183"/>
                  </a:lnTo>
                  <a:lnTo>
                    <a:pt x="34" y="187"/>
                  </a:lnTo>
                  <a:lnTo>
                    <a:pt x="37" y="188"/>
                  </a:lnTo>
                  <a:lnTo>
                    <a:pt x="40" y="188"/>
                  </a:lnTo>
                  <a:lnTo>
                    <a:pt x="38" y="187"/>
                  </a:lnTo>
                  <a:lnTo>
                    <a:pt x="36" y="187"/>
                  </a:lnTo>
                  <a:lnTo>
                    <a:pt x="34" y="186"/>
                  </a:lnTo>
                  <a:lnTo>
                    <a:pt x="32" y="183"/>
                  </a:lnTo>
                  <a:lnTo>
                    <a:pt x="32" y="181"/>
                  </a:lnTo>
                  <a:lnTo>
                    <a:pt x="33" y="181"/>
                  </a:lnTo>
                  <a:lnTo>
                    <a:pt x="33" y="182"/>
                  </a:lnTo>
                  <a:lnTo>
                    <a:pt x="36" y="185"/>
                  </a:lnTo>
                  <a:lnTo>
                    <a:pt x="38" y="185"/>
                  </a:lnTo>
                  <a:lnTo>
                    <a:pt x="38" y="186"/>
                  </a:lnTo>
                  <a:lnTo>
                    <a:pt x="41" y="186"/>
                  </a:lnTo>
                  <a:lnTo>
                    <a:pt x="41" y="185"/>
                  </a:lnTo>
                  <a:lnTo>
                    <a:pt x="40" y="185"/>
                  </a:lnTo>
                  <a:lnTo>
                    <a:pt x="40" y="183"/>
                  </a:lnTo>
                  <a:lnTo>
                    <a:pt x="37" y="183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7" y="181"/>
                  </a:lnTo>
                  <a:lnTo>
                    <a:pt x="37" y="182"/>
                  </a:lnTo>
                  <a:lnTo>
                    <a:pt x="38" y="181"/>
                  </a:lnTo>
                  <a:lnTo>
                    <a:pt x="41" y="178"/>
                  </a:lnTo>
                  <a:lnTo>
                    <a:pt x="41" y="178"/>
                  </a:lnTo>
                  <a:lnTo>
                    <a:pt x="40" y="178"/>
                  </a:lnTo>
                  <a:lnTo>
                    <a:pt x="38" y="178"/>
                  </a:lnTo>
                  <a:lnTo>
                    <a:pt x="40" y="177"/>
                  </a:lnTo>
                  <a:lnTo>
                    <a:pt x="42" y="175"/>
                  </a:lnTo>
                  <a:lnTo>
                    <a:pt x="44" y="177"/>
                  </a:lnTo>
                  <a:lnTo>
                    <a:pt x="46" y="174"/>
                  </a:lnTo>
                  <a:lnTo>
                    <a:pt x="44" y="174"/>
                  </a:lnTo>
                  <a:lnTo>
                    <a:pt x="44" y="173"/>
                  </a:lnTo>
                  <a:lnTo>
                    <a:pt x="45" y="173"/>
                  </a:lnTo>
                  <a:lnTo>
                    <a:pt x="48" y="171"/>
                  </a:lnTo>
                  <a:lnTo>
                    <a:pt x="49" y="171"/>
                  </a:lnTo>
                  <a:lnTo>
                    <a:pt x="50" y="173"/>
                  </a:lnTo>
                  <a:lnTo>
                    <a:pt x="50" y="175"/>
                  </a:lnTo>
                  <a:lnTo>
                    <a:pt x="52" y="178"/>
                  </a:lnTo>
                  <a:lnTo>
                    <a:pt x="50" y="178"/>
                  </a:lnTo>
                  <a:lnTo>
                    <a:pt x="49" y="179"/>
                  </a:lnTo>
                  <a:lnTo>
                    <a:pt x="52" y="178"/>
                  </a:lnTo>
                  <a:lnTo>
                    <a:pt x="53" y="178"/>
                  </a:lnTo>
                  <a:lnTo>
                    <a:pt x="53" y="175"/>
                  </a:lnTo>
                  <a:lnTo>
                    <a:pt x="54" y="174"/>
                  </a:lnTo>
                  <a:lnTo>
                    <a:pt x="57" y="174"/>
                  </a:lnTo>
                  <a:lnTo>
                    <a:pt x="60" y="177"/>
                  </a:lnTo>
                  <a:lnTo>
                    <a:pt x="61" y="177"/>
                  </a:lnTo>
                  <a:lnTo>
                    <a:pt x="61" y="174"/>
                  </a:lnTo>
                  <a:lnTo>
                    <a:pt x="62" y="173"/>
                  </a:lnTo>
                  <a:lnTo>
                    <a:pt x="60" y="17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6" y="166"/>
                  </a:lnTo>
                  <a:lnTo>
                    <a:pt x="63" y="165"/>
                  </a:lnTo>
                  <a:lnTo>
                    <a:pt x="63" y="163"/>
                  </a:lnTo>
                  <a:lnTo>
                    <a:pt x="66" y="162"/>
                  </a:lnTo>
                  <a:lnTo>
                    <a:pt x="65" y="162"/>
                  </a:lnTo>
                  <a:lnTo>
                    <a:pt x="63" y="161"/>
                  </a:lnTo>
                  <a:lnTo>
                    <a:pt x="62" y="162"/>
                  </a:lnTo>
                  <a:lnTo>
                    <a:pt x="61" y="162"/>
                  </a:lnTo>
                  <a:lnTo>
                    <a:pt x="61" y="165"/>
                  </a:lnTo>
                  <a:lnTo>
                    <a:pt x="60" y="167"/>
                  </a:lnTo>
                  <a:lnTo>
                    <a:pt x="61" y="166"/>
                  </a:lnTo>
                  <a:lnTo>
                    <a:pt x="61" y="169"/>
                  </a:lnTo>
                  <a:lnTo>
                    <a:pt x="57" y="171"/>
                  </a:lnTo>
                  <a:lnTo>
                    <a:pt x="54" y="173"/>
                  </a:lnTo>
                  <a:lnTo>
                    <a:pt x="52" y="174"/>
                  </a:lnTo>
                  <a:lnTo>
                    <a:pt x="50" y="171"/>
                  </a:lnTo>
                  <a:lnTo>
                    <a:pt x="50" y="170"/>
                  </a:lnTo>
                  <a:lnTo>
                    <a:pt x="53" y="169"/>
                  </a:lnTo>
                  <a:lnTo>
                    <a:pt x="53" y="167"/>
                  </a:lnTo>
                  <a:lnTo>
                    <a:pt x="52" y="167"/>
                  </a:lnTo>
                  <a:lnTo>
                    <a:pt x="49" y="169"/>
                  </a:lnTo>
                  <a:lnTo>
                    <a:pt x="49" y="167"/>
                  </a:lnTo>
                  <a:lnTo>
                    <a:pt x="50" y="166"/>
                  </a:lnTo>
                  <a:lnTo>
                    <a:pt x="52" y="165"/>
                  </a:lnTo>
                  <a:lnTo>
                    <a:pt x="53" y="162"/>
                  </a:lnTo>
                  <a:lnTo>
                    <a:pt x="52" y="162"/>
                  </a:lnTo>
                  <a:lnTo>
                    <a:pt x="54" y="161"/>
                  </a:lnTo>
                  <a:lnTo>
                    <a:pt x="54" y="158"/>
                  </a:lnTo>
                  <a:lnTo>
                    <a:pt x="56" y="157"/>
                  </a:lnTo>
                  <a:lnTo>
                    <a:pt x="58" y="157"/>
                  </a:lnTo>
                  <a:lnTo>
                    <a:pt x="57" y="156"/>
                  </a:lnTo>
                  <a:lnTo>
                    <a:pt x="57" y="154"/>
                  </a:lnTo>
                  <a:lnTo>
                    <a:pt x="58" y="154"/>
                  </a:lnTo>
                  <a:lnTo>
                    <a:pt x="58" y="153"/>
                  </a:lnTo>
                  <a:lnTo>
                    <a:pt x="60" y="153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2" y="154"/>
                  </a:lnTo>
                  <a:lnTo>
                    <a:pt x="63" y="154"/>
                  </a:lnTo>
                  <a:lnTo>
                    <a:pt x="65" y="152"/>
                  </a:lnTo>
                  <a:lnTo>
                    <a:pt x="66" y="150"/>
                  </a:lnTo>
                  <a:lnTo>
                    <a:pt x="63" y="150"/>
                  </a:lnTo>
                  <a:lnTo>
                    <a:pt x="63" y="149"/>
                  </a:lnTo>
                  <a:lnTo>
                    <a:pt x="65" y="148"/>
                  </a:lnTo>
                  <a:lnTo>
                    <a:pt x="67" y="148"/>
                  </a:lnTo>
                  <a:lnTo>
                    <a:pt x="69" y="146"/>
                  </a:lnTo>
                  <a:lnTo>
                    <a:pt x="67" y="145"/>
                  </a:lnTo>
                  <a:lnTo>
                    <a:pt x="69" y="144"/>
                  </a:lnTo>
                  <a:lnTo>
                    <a:pt x="70" y="144"/>
                  </a:lnTo>
                  <a:lnTo>
                    <a:pt x="70" y="142"/>
                  </a:lnTo>
                  <a:lnTo>
                    <a:pt x="71" y="141"/>
                  </a:lnTo>
                  <a:lnTo>
                    <a:pt x="74" y="141"/>
                  </a:lnTo>
                  <a:lnTo>
                    <a:pt x="75" y="140"/>
                  </a:lnTo>
                  <a:lnTo>
                    <a:pt x="77" y="138"/>
                  </a:lnTo>
                  <a:lnTo>
                    <a:pt x="78" y="136"/>
                  </a:lnTo>
                  <a:lnTo>
                    <a:pt x="77" y="136"/>
                  </a:lnTo>
                  <a:lnTo>
                    <a:pt x="75" y="138"/>
                  </a:lnTo>
                  <a:lnTo>
                    <a:pt x="74" y="138"/>
                  </a:lnTo>
                  <a:lnTo>
                    <a:pt x="74" y="136"/>
                  </a:lnTo>
                  <a:lnTo>
                    <a:pt x="74" y="135"/>
                  </a:lnTo>
                  <a:lnTo>
                    <a:pt x="73" y="135"/>
                  </a:lnTo>
                  <a:lnTo>
                    <a:pt x="73" y="132"/>
                  </a:lnTo>
                  <a:lnTo>
                    <a:pt x="74" y="132"/>
                  </a:lnTo>
                  <a:lnTo>
                    <a:pt x="77" y="133"/>
                  </a:lnTo>
                  <a:lnTo>
                    <a:pt x="77" y="132"/>
                  </a:lnTo>
                  <a:lnTo>
                    <a:pt x="77" y="131"/>
                  </a:lnTo>
                  <a:lnTo>
                    <a:pt x="74" y="131"/>
                  </a:lnTo>
                  <a:lnTo>
                    <a:pt x="74" y="128"/>
                  </a:lnTo>
                  <a:lnTo>
                    <a:pt x="75" y="128"/>
                  </a:lnTo>
                  <a:lnTo>
                    <a:pt x="77" y="129"/>
                  </a:lnTo>
                  <a:lnTo>
                    <a:pt x="78" y="129"/>
                  </a:lnTo>
                  <a:lnTo>
                    <a:pt x="78" y="128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7" y="124"/>
                  </a:lnTo>
                  <a:lnTo>
                    <a:pt x="78" y="123"/>
                  </a:lnTo>
                  <a:lnTo>
                    <a:pt x="79" y="123"/>
                  </a:lnTo>
                  <a:lnTo>
                    <a:pt x="81" y="124"/>
                  </a:lnTo>
                  <a:lnTo>
                    <a:pt x="81" y="123"/>
                  </a:lnTo>
                  <a:lnTo>
                    <a:pt x="79" y="121"/>
                  </a:lnTo>
                  <a:lnTo>
                    <a:pt x="79" y="120"/>
                  </a:lnTo>
                  <a:lnTo>
                    <a:pt x="77" y="120"/>
                  </a:lnTo>
                  <a:lnTo>
                    <a:pt x="77" y="119"/>
                  </a:lnTo>
                  <a:lnTo>
                    <a:pt x="78" y="117"/>
                  </a:lnTo>
                  <a:lnTo>
                    <a:pt x="82" y="117"/>
                  </a:lnTo>
                  <a:lnTo>
                    <a:pt x="82" y="119"/>
                  </a:lnTo>
                  <a:lnTo>
                    <a:pt x="85" y="119"/>
                  </a:lnTo>
                  <a:lnTo>
                    <a:pt x="85" y="117"/>
                  </a:lnTo>
                  <a:lnTo>
                    <a:pt x="86" y="116"/>
                  </a:lnTo>
                  <a:lnTo>
                    <a:pt x="85" y="116"/>
                  </a:lnTo>
                  <a:lnTo>
                    <a:pt x="83" y="116"/>
                  </a:lnTo>
                  <a:lnTo>
                    <a:pt x="82" y="115"/>
                  </a:lnTo>
                  <a:lnTo>
                    <a:pt x="79" y="113"/>
                  </a:lnTo>
                  <a:lnTo>
                    <a:pt x="78" y="113"/>
                  </a:lnTo>
                  <a:lnTo>
                    <a:pt x="78" y="112"/>
                  </a:lnTo>
                  <a:lnTo>
                    <a:pt x="78" y="111"/>
                  </a:lnTo>
                  <a:lnTo>
                    <a:pt x="79" y="111"/>
                  </a:lnTo>
                  <a:lnTo>
                    <a:pt x="81" y="111"/>
                  </a:lnTo>
                  <a:lnTo>
                    <a:pt x="82" y="111"/>
                  </a:lnTo>
                  <a:lnTo>
                    <a:pt x="81" y="111"/>
                  </a:lnTo>
                  <a:lnTo>
                    <a:pt x="81" y="110"/>
                  </a:lnTo>
                  <a:lnTo>
                    <a:pt x="82" y="108"/>
                  </a:lnTo>
                  <a:lnTo>
                    <a:pt x="81" y="107"/>
                  </a:lnTo>
                  <a:lnTo>
                    <a:pt x="81" y="106"/>
                  </a:lnTo>
                  <a:lnTo>
                    <a:pt x="81" y="107"/>
                  </a:lnTo>
                  <a:lnTo>
                    <a:pt x="83" y="107"/>
                  </a:lnTo>
                  <a:lnTo>
                    <a:pt x="83" y="106"/>
                  </a:lnTo>
                  <a:lnTo>
                    <a:pt x="82" y="104"/>
                  </a:lnTo>
                  <a:lnTo>
                    <a:pt x="83" y="104"/>
                  </a:lnTo>
                  <a:lnTo>
                    <a:pt x="83" y="104"/>
                  </a:lnTo>
                  <a:lnTo>
                    <a:pt x="86" y="104"/>
                  </a:lnTo>
                  <a:lnTo>
                    <a:pt x="85" y="103"/>
                  </a:lnTo>
                  <a:lnTo>
                    <a:pt x="82" y="102"/>
                  </a:lnTo>
                  <a:lnTo>
                    <a:pt x="82" y="100"/>
                  </a:lnTo>
                  <a:lnTo>
                    <a:pt x="85" y="100"/>
                  </a:lnTo>
                  <a:lnTo>
                    <a:pt x="87" y="99"/>
                  </a:lnTo>
                  <a:lnTo>
                    <a:pt x="87" y="100"/>
                  </a:lnTo>
                  <a:lnTo>
                    <a:pt x="90" y="99"/>
                  </a:lnTo>
                  <a:lnTo>
                    <a:pt x="90" y="96"/>
                  </a:lnTo>
                  <a:lnTo>
                    <a:pt x="92" y="96"/>
                  </a:lnTo>
                  <a:lnTo>
                    <a:pt x="94" y="96"/>
                  </a:lnTo>
                  <a:lnTo>
                    <a:pt x="96" y="96"/>
                  </a:lnTo>
                  <a:lnTo>
                    <a:pt x="99" y="98"/>
                  </a:lnTo>
                  <a:lnTo>
                    <a:pt x="99" y="96"/>
                  </a:lnTo>
                  <a:lnTo>
                    <a:pt x="98" y="95"/>
                  </a:lnTo>
                  <a:lnTo>
                    <a:pt x="98" y="94"/>
                  </a:lnTo>
                  <a:lnTo>
                    <a:pt x="95" y="94"/>
                  </a:lnTo>
                  <a:lnTo>
                    <a:pt x="94" y="92"/>
                  </a:lnTo>
                  <a:lnTo>
                    <a:pt x="92" y="94"/>
                  </a:lnTo>
                  <a:lnTo>
                    <a:pt x="90" y="94"/>
                  </a:lnTo>
                  <a:lnTo>
                    <a:pt x="90" y="92"/>
                  </a:lnTo>
                  <a:lnTo>
                    <a:pt x="92" y="90"/>
                  </a:lnTo>
                  <a:lnTo>
                    <a:pt x="95" y="90"/>
                  </a:lnTo>
                  <a:lnTo>
                    <a:pt x="92" y="88"/>
                  </a:lnTo>
                  <a:lnTo>
                    <a:pt x="94" y="87"/>
                  </a:lnTo>
                  <a:lnTo>
                    <a:pt x="95" y="87"/>
                  </a:lnTo>
                  <a:lnTo>
                    <a:pt x="98" y="90"/>
                  </a:lnTo>
                  <a:lnTo>
                    <a:pt x="99" y="90"/>
                  </a:lnTo>
                  <a:lnTo>
                    <a:pt x="100" y="91"/>
                  </a:lnTo>
                  <a:lnTo>
                    <a:pt x="100" y="88"/>
                  </a:lnTo>
                  <a:lnTo>
                    <a:pt x="98" y="87"/>
                  </a:lnTo>
                  <a:lnTo>
                    <a:pt x="96" y="86"/>
                  </a:lnTo>
                  <a:lnTo>
                    <a:pt x="98" y="83"/>
                  </a:lnTo>
                  <a:lnTo>
                    <a:pt x="100" y="83"/>
                  </a:lnTo>
                  <a:lnTo>
                    <a:pt x="99" y="82"/>
                  </a:lnTo>
                  <a:lnTo>
                    <a:pt x="98" y="82"/>
                  </a:lnTo>
                  <a:lnTo>
                    <a:pt x="95" y="85"/>
                  </a:lnTo>
                  <a:lnTo>
                    <a:pt x="94" y="85"/>
                  </a:lnTo>
                  <a:lnTo>
                    <a:pt x="95" y="82"/>
                  </a:lnTo>
                  <a:lnTo>
                    <a:pt x="94" y="81"/>
                  </a:lnTo>
                  <a:lnTo>
                    <a:pt x="94" y="79"/>
                  </a:lnTo>
                  <a:lnTo>
                    <a:pt x="96" y="79"/>
                  </a:lnTo>
                  <a:lnTo>
                    <a:pt x="96" y="79"/>
                  </a:lnTo>
                  <a:lnTo>
                    <a:pt x="102" y="79"/>
                  </a:lnTo>
                  <a:lnTo>
                    <a:pt x="103" y="77"/>
                  </a:lnTo>
                  <a:lnTo>
                    <a:pt x="100" y="75"/>
                  </a:lnTo>
                  <a:lnTo>
                    <a:pt x="98" y="75"/>
                  </a:lnTo>
                  <a:lnTo>
                    <a:pt x="96" y="74"/>
                  </a:lnTo>
                  <a:lnTo>
                    <a:pt x="98" y="73"/>
                  </a:lnTo>
                  <a:lnTo>
                    <a:pt x="99" y="73"/>
                  </a:lnTo>
                  <a:lnTo>
                    <a:pt x="99" y="74"/>
                  </a:lnTo>
                  <a:lnTo>
                    <a:pt x="99" y="75"/>
                  </a:lnTo>
                  <a:lnTo>
                    <a:pt x="102" y="74"/>
                  </a:lnTo>
                  <a:lnTo>
                    <a:pt x="103" y="73"/>
                  </a:lnTo>
                  <a:lnTo>
                    <a:pt x="104" y="74"/>
                  </a:lnTo>
                  <a:lnTo>
                    <a:pt x="104" y="77"/>
                  </a:lnTo>
                  <a:lnTo>
                    <a:pt x="106" y="78"/>
                  </a:lnTo>
                  <a:lnTo>
                    <a:pt x="106" y="77"/>
                  </a:lnTo>
                  <a:lnTo>
                    <a:pt x="106" y="75"/>
                  </a:lnTo>
                  <a:lnTo>
                    <a:pt x="107" y="74"/>
                  </a:lnTo>
                  <a:lnTo>
                    <a:pt x="107" y="74"/>
                  </a:lnTo>
                  <a:lnTo>
                    <a:pt x="107" y="73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0"/>
                  </a:lnTo>
                  <a:lnTo>
                    <a:pt x="108" y="70"/>
                  </a:lnTo>
                  <a:lnTo>
                    <a:pt x="111" y="70"/>
                  </a:lnTo>
                  <a:lnTo>
                    <a:pt x="111" y="71"/>
                  </a:lnTo>
                  <a:lnTo>
                    <a:pt x="113" y="70"/>
                  </a:lnTo>
                  <a:lnTo>
                    <a:pt x="113" y="71"/>
                  </a:lnTo>
                  <a:lnTo>
                    <a:pt x="115" y="73"/>
                  </a:lnTo>
                  <a:lnTo>
                    <a:pt x="115" y="73"/>
                  </a:lnTo>
                  <a:lnTo>
                    <a:pt x="115" y="69"/>
                  </a:lnTo>
                  <a:lnTo>
                    <a:pt x="116" y="67"/>
                  </a:lnTo>
                  <a:lnTo>
                    <a:pt x="116" y="66"/>
                  </a:lnTo>
                  <a:lnTo>
                    <a:pt x="115" y="66"/>
                  </a:lnTo>
                  <a:lnTo>
                    <a:pt x="113" y="67"/>
                  </a:lnTo>
                  <a:lnTo>
                    <a:pt x="112" y="66"/>
                  </a:lnTo>
                  <a:lnTo>
                    <a:pt x="107" y="67"/>
                  </a:lnTo>
                  <a:lnTo>
                    <a:pt x="104" y="67"/>
                  </a:lnTo>
                  <a:lnTo>
                    <a:pt x="106" y="65"/>
                  </a:lnTo>
                  <a:lnTo>
                    <a:pt x="108" y="65"/>
                  </a:lnTo>
                  <a:lnTo>
                    <a:pt x="110" y="63"/>
                  </a:lnTo>
                  <a:lnTo>
                    <a:pt x="108" y="63"/>
                  </a:lnTo>
                  <a:lnTo>
                    <a:pt x="110" y="61"/>
                  </a:lnTo>
                  <a:lnTo>
                    <a:pt x="112" y="61"/>
                  </a:lnTo>
                  <a:lnTo>
                    <a:pt x="112" y="62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0"/>
                  </a:lnTo>
                  <a:lnTo>
                    <a:pt x="115" y="60"/>
                  </a:lnTo>
                  <a:lnTo>
                    <a:pt x="116" y="58"/>
                  </a:lnTo>
                  <a:lnTo>
                    <a:pt x="115" y="58"/>
                  </a:lnTo>
                  <a:lnTo>
                    <a:pt x="116" y="57"/>
                  </a:lnTo>
                  <a:lnTo>
                    <a:pt x="117" y="57"/>
                  </a:lnTo>
                  <a:lnTo>
                    <a:pt x="116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2"/>
                  </a:lnTo>
                  <a:lnTo>
                    <a:pt x="119" y="52"/>
                  </a:lnTo>
                  <a:lnTo>
                    <a:pt x="120" y="53"/>
                  </a:lnTo>
                  <a:lnTo>
                    <a:pt x="120" y="50"/>
                  </a:lnTo>
                  <a:lnTo>
                    <a:pt x="120" y="49"/>
                  </a:lnTo>
                  <a:lnTo>
                    <a:pt x="120" y="45"/>
                  </a:lnTo>
                  <a:lnTo>
                    <a:pt x="121" y="45"/>
                  </a:lnTo>
                  <a:lnTo>
                    <a:pt x="121" y="46"/>
                  </a:lnTo>
                  <a:lnTo>
                    <a:pt x="123" y="46"/>
                  </a:lnTo>
                  <a:lnTo>
                    <a:pt x="123" y="49"/>
                  </a:lnTo>
                  <a:lnTo>
                    <a:pt x="125" y="52"/>
                  </a:lnTo>
                  <a:lnTo>
                    <a:pt x="124" y="49"/>
                  </a:lnTo>
                  <a:lnTo>
                    <a:pt x="127" y="48"/>
                  </a:lnTo>
                  <a:lnTo>
                    <a:pt x="128" y="49"/>
                  </a:lnTo>
                  <a:lnTo>
                    <a:pt x="128" y="48"/>
                  </a:lnTo>
                  <a:lnTo>
                    <a:pt x="125" y="48"/>
                  </a:lnTo>
                  <a:lnTo>
                    <a:pt x="123" y="45"/>
                  </a:lnTo>
                  <a:lnTo>
                    <a:pt x="123" y="44"/>
                  </a:lnTo>
                  <a:lnTo>
                    <a:pt x="127" y="42"/>
                  </a:lnTo>
                  <a:lnTo>
                    <a:pt x="127" y="42"/>
                  </a:lnTo>
                  <a:lnTo>
                    <a:pt x="128" y="48"/>
                  </a:lnTo>
                  <a:lnTo>
                    <a:pt x="131" y="48"/>
                  </a:lnTo>
                  <a:lnTo>
                    <a:pt x="132" y="52"/>
                  </a:lnTo>
                  <a:lnTo>
                    <a:pt x="133" y="49"/>
                  </a:lnTo>
                  <a:lnTo>
                    <a:pt x="132" y="48"/>
                  </a:lnTo>
                  <a:lnTo>
                    <a:pt x="129" y="45"/>
                  </a:lnTo>
                  <a:lnTo>
                    <a:pt x="129" y="42"/>
                  </a:lnTo>
                  <a:lnTo>
                    <a:pt x="128" y="41"/>
                  </a:lnTo>
                  <a:lnTo>
                    <a:pt x="129" y="37"/>
                  </a:lnTo>
                  <a:lnTo>
                    <a:pt x="132" y="36"/>
                  </a:lnTo>
                  <a:lnTo>
                    <a:pt x="133" y="37"/>
                  </a:lnTo>
                  <a:lnTo>
                    <a:pt x="135" y="40"/>
                  </a:lnTo>
                  <a:lnTo>
                    <a:pt x="133" y="42"/>
                  </a:lnTo>
                  <a:lnTo>
                    <a:pt x="133" y="45"/>
                  </a:lnTo>
                  <a:lnTo>
                    <a:pt x="135" y="42"/>
                  </a:lnTo>
                  <a:lnTo>
                    <a:pt x="135" y="41"/>
                  </a:lnTo>
                  <a:lnTo>
                    <a:pt x="135" y="38"/>
                  </a:lnTo>
                  <a:lnTo>
                    <a:pt x="137" y="33"/>
                  </a:lnTo>
                  <a:lnTo>
                    <a:pt x="139" y="33"/>
                  </a:lnTo>
                  <a:lnTo>
                    <a:pt x="140" y="40"/>
                  </a:lnTo>
                  <a:lnTo>
                    <a:pt x="139" y="42"/>
                  </a:lnTo>
                  <a:lnTo>
                    <a:pt x="140" y="44"/>
                  </a:lnTo>
                  <a:lnTo>
                    <a:pt x="137" y="45"/>
                  </a:lnTo>
                  <a:lnTo>
                    <a:pt x="137" y="46"/>
                  </a:lnTo>
                  <a:lnTo>
                    <a:pt x="140" y="45"/>
                  </a:lnTo>
                  <a:lnTo>
                    <a:pt x="141" y="42"/>
                  </a:lnTo>
                  <a:lnTo>
                    <a:pt x="142" y="41"/>
                  </a:lnTo>
                  <a:lnTo>
                    <a:pt x="144" y="41"/>
                  </a:lnTo>
                  <a:lnTo>
                    <a:pt x="145" y="42"/>
                  </a:lnTo>
                  <a:lnTo>
                    <a:pt x="144" y="40"/>
                  </a:lnTo>
                  <a:lnTo>
                    <a:pt x="142" y="38"/>
                  </a:lnTo>
                  <a:lnTo>
                    <a:pt x="141" y="37"/>
                  </a:lnTo>
                  <a:lnTo>
                    <a:pt x="144" y="35"/>
                  </a:lnTo>
                  <a:lnTo>
                    <a:pt x="144" y="33"/>
                  </a:lnTo>
                  <a:lnTo>
                    <a:pt x="145" y="32"/>
                  </a:lnTo>
                  <a:lnTo>
                    <a:pt x="146" y="35"/>
                  </a:lnTo>
                  <a:lnTo>
                    <a:pt x="148" y="33"/>
                  </a:lnTo>
                  <a:lnTo>
                    <a:pt x="148" y="32"/>
                  </a:lnTo>
                  <a:lnTo>
                    <a:pt x="149" y="33"/>
                  </a:lnTo>
                  <a:lnTo>
                    <a:pt x="152" y="35"/>
                  </a:lnTo>
                  <a:lnTo>
                    <a:pt x="153" y="37"/>
                  </a:lnTo>
                  <a:lnTo>
                    <a:pt x="154" y="37"/>
                  </a:lnTo>
                  <a:lnTo>
                    <a:pt x="156" y="36"/>
                  </a:lnTo>
                  <a:lnTo>
                    <a:pt x="153" y="33"/>
                  </a:lnTo>
                  <a:lnTo>
                    <a:pt x="153" y="32"/>
                  </a:lnTo>
                  <a:lnTo>
                    <a:pt x="154" y="29"/>
                  </a:lnTo>
                  <a:lnTo>
                    <a:pt x="152" y="29"/>
                  </a:lnTo>
                  <a:lnTo>
                    <a:pt x="150" y="28"/>
                  </a:lnTo>
                  <a:lnTo>
                    <a:pt x="149" y="28"/>
                  </a:lnTo>
                  <a:lnTo>
                    <a:pt x="146" y="25"/>
                  </a:lnTo>
                  <a:lnTo>
                    <a:pt x="146" y="24"/>
                  </a:lnTo>
                  <a:lnTo>
                    <a:pt x="148" y="24"/>
                  </a:lnTo>
                  <a:lnTo>
                    <a:pt x="150" y="21"/>
                  </a:lnTo>
                  <a:lnTo>
                    <a:pt x="150" y="24"/>
                  </a:lnTo>
                  <a:lnTo>
                    <a:pt x="152" y="23"/>
                  </a:lnTo>
                  <a:lnTo>
                    <a:pt x="153" y="23"/>
                  </a:lnTo>
                  <a:lnTo>
                    <a:pt x="157" y="25"/>
                  </a:lnTo>
                  <a:lnTo>
                    <a:pt x="160" y="25"/>
                  </a:lnTo>
                  <a:lnTo>
                    <a:pt x="161" y="25"/>
                  </a:lnTo>
                  <a:lnTo>
                    <a:pt x="164" y="25"/>
                  </a:lnTo>
                  <a:lnTo>
                    <a:pt x="162" y="28"/>
                  </a:lnTo>
                  <a:lnTo>
                    <a:pt x="164" y="28"/>
                  </a:lnTo>
                  <a:lnTo>
                    <a:pt x="164" y="31"/>
                  </a:lnTo>
                  <a:lnTo>
                    <a:pt x="167" y="31"/>
                  </a:lnTo>
                  <a:lnTo>
                    <a:pt x="167" y="31"/>
                  </a:lnTo>
                  <a:lnTo>
                    <a:pt x="167" y="29"/>
                  </a:lnTo>
                  <a:lnTo>
                    <a:pt x="165" y="28"/>
                  </a:lnTo>
                  <a:lnTo>
                    <a:pt x="166" y="27"/>
                  </a:lnTo>
                  <a:lnTo>
                    <a:pt x="165" y="25"/>
                  </a:lnTo>
                  <a:lnTo>
                    <a:pt x="166" y="24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6" y="20"/>
                  </a:lnTo>
                  <a:lnTo>
                    <a:pt x="169" y="20"/>
                  </a:lnTo>
                  <a:lnTo>
                    <a:pt x="170" y="17"/>
                  </a:lnTo>
                  <a:lnTo>
                    <a:pt x="170" y="17"/>
                  </a:lnTo>
                  <a:lnTo>
                    <a:pt x="173" y="19"/>
                  </a:lnTo>
                  <a:lnTo>
                    <a:pt x="174" y="17"/>
                  </a:lnTo>
                  <a:lnTo>
                    <a:pt x="173" y="17"/>
                  </a:lnTo>
                  <a:lnTo>
                    <a:pt x="173" y="16"/>
                  </a:lnTo>
                  <a:lnTo>
                    <a:pt x="174" y="15"/>
                  </a:lnTo>
                  <a:lnTo>
                    <a:pt x="175" y="16"/>
                  </a:lnTo>
                  <a:lnTo>
                    <a:pt x="177" y="15"/>
                  </a:lnTo>
                  <a:lnTo>
                    <a:pt x="175" y="13"/>
                  </a:lnTo>
                  <a:lnTo>
                    <a:pt x="173" y="11"/>
                  </a:lnTo>
                  <a:lnTo>
                    <a:pt x="173" y="10"/>
                  </a:lnTo>
                  <a:lnTo>
                    <a:pt x="174" y="10"/>
                  </a:lnTo>
                  <a:lnTo>
                    <a:pt x="175" y="10"/>
                  </a:lnTo>
                  <a:lnTo>
                    <a:pt x="175" y="11"/>
                  </a:lnTo>
                  <a:lnTo>
                    <a:pt x="177" y="10"/>
                  </a:lnTo>
                  <a:lnTo>
                    <a:pt x="177" y="7"/>
                  </a:lnTo>
                  <a:lnTo>
                    <a:pt x="178" y="6"/>
                  </a:lnTo>
                  <a:lnTo>
                    <a:pt x="179" y="7"/>
                  </a:lnTo>
                  <a:lnTo>
                    <a:pt x="181" y="8"/>
                  </a:lnTo>
                  <a:lnTo>
                    <a:pt x="181" y="10"/>
                  </a:lnTo>
                  <a:lnTo>
                    <a:pt x="182" y="8"/>
                  </a:lnTo>
                  <a:lnTo>
                    <a:pt x="182" y="7"/>
                  </a:lnTo>
                  <a:lnTo>
                    <a:pt x="183" y="6"/>
                  </a:lnTo>
                  <a:lnTo>
                    <a:pt x="185" y="8"/>
                  </a:lnTo>
                  <a:lnTo>
                    <a:pt x="187" y="8"/>
                  </a:lnTo>
                  <a:lnTo>
                    <a:pt x="187" y="10"/>
                  </a:lnTo>
                  <a:lnTo>
                    <a:pt x="186" y="10"/>
                  </a:lnTo>
                  <a:lnTo>
                    <a:pt x="186" y="12"/>
                  </a:lnTo>
                  <a:lnTo>
                    <a:pt x="182" y="16"/>
                  </a:lnTo>
                  <a:lnTo>
                    <a:pt x="183" y="19"/>
                  </a:lnTo>
                  <a:lnTo>
                    <a:pt x="183" y="20"/>
                  </a:lnTo>
                  <a:lnTo>
                    <a:pt x="183" y="21"/>
                  </a:lnTo>
                  <a:lnTo>
                    <a:pt x="181" y="25"/>
                  </a:lnTo>
                  <a:lnTo>
                    <a:pt x="182" y="27"/>
                  </a:lnTo>
                  <a:lnTo>
                    <a:pt x="182" y="28"/>
                  </a:lnTo>
                  <a:lnTo>
                    <a:pt x="183" y="28"/>
                  </a:lnTo>
                  <a:lnTo>
                    <a:pt x="186" y="24"/>
                  </a:lnTo>
                  <a:lnTo>
                    <a:pt x="187" y="21"/>
                  </a:lnTo>
                  <a:lnTo>
                    <a:pt x="186" y="21"/>
                  </a:lnTo>
                  <a:lnTo>
                    <a:pt x="187" y="17"/>
                  </a:lnTo>
                  <a:lnTo>
                    <a:pt x="190" y="13"/>
                  </a:lnTo>
                  <a:lnTo>
                    <a:pt x="190" y="11"/>
                  </a:lnTo>
                  <a:lnTo>
                    <a:pt x="193" y="6"/>
                  </a:lnTo>
                  <a:lnTo>
                    <a:pt x="194" y="6"/>
                  </a:lnTo>
                  <a:lnTo>
                    <a:pt x="195" y="7"/>
                  </a:lnTo>
                  <a:lnTo>
                    <a:pt x="195" y="11"/>
                  </a:lnTo>
                  <a:lnTo>
                    <a:pt x="194" y="12"/>
                  </a:lnTo>
                  <a:lnTo>
                    <a:pt x="193" y="13"/>
                  </a:lnTo>
                  <a:lnTo>
                    <a:pt x="195" y="13"/>
                  </a:lnTo>
                  <a:lnTo>
                    <a:pt x="193" y="17"/>
                  </a:lnTo>
                  <a:lnTo>
                    <a:pt x="194" y="20"/>
                  </a:lnTo>
                  <a:lnTo>
                    <a:pt x="195" y="19"/>
                  </a:lnTo>
                  <a:lnTo>
                    <a:pt x="195" y="19"/>
                  </a:lnTo>
                  <a:lnTo>
                    <a:pt x="196" y="17"/>
                  </a:lnTo>
                  <a:lnTo>
                    <a:pt x="198" y="19"/>
                  </a:lnTo>
                  <a:lnTo>
                    <a:pt x="199" y="17"/>
                  </a:lnTo>
                  <a:lnTo>
                    <a:pt x="198" y="15"/>
                  </a:lnTo>
                  <a:lnTo>
                    <a:pt x="199" y="15"/>
                  </a:lnTo>
                  <a:lnTo>
                    <a:pt x="199" y="13"/>
                  </a:lnTo>
                  <a:lnTo>
                    <a:pt x="199" y="12"/>
                  </a:lnTo>
                  <a:lnTo>
                    <a:pt x="200" y="11"/>
                  </a:lnTo>
                  <a:lnTo>
                    <a:pt x="200" y="10"/>
                  </a:lnTo>
                  <a:lnTo>
                    <a:pt x="202" y="10"/>
                  </a:lnTo>
                  <a:lnTo>
                    <a:pt x="202" y="8"/>
                  </a:lnTo>
                  <a:lnTo>
                    <a:pt x="200" y="7"/>
                  </a:lnTo>
                  <a:lnTo>
                    <a:pt x="199" y="7"/>
                  </a:lnTo>
                  <a:lnTo>
                    <a:pt x="199" y="7"/>
                  </a:lnTo>
                  <a:lnTo>
                    <a:pt x="199" y="4"/>
                  </a:lnTo>
                  <a:lnTo>
                    <a:pt x="200" y="3"/>
                  </a:lnTo>
                  <a:lnTo>
                    <a:pt x="202" y="6"/>
                  </a:lnTo>
                  <a:lnTo>
                    <a:pt x="203" y="6"/>
                  </a:lnTo>
                  <a:lnTo>
                    <a:pt x="204" y="4"/>
                  </a:lnTo>
                  <a:lnTo>
                    <a:pt x="203" y="3"/>
                  </a:lnTo>
                  <a:lnTo>
                    <a:pt x="203" y="2"/>
                  </a:lnTo>
                  <a:lnTo>
                    <a:pt x="204" y="0"/>
                  </a:lnTo>
                  <a:lnTo>
                    <a:pt x="206" y="2"/>
                  </a:lnTo>
                  <a:lnTo>
                    <a:pt x="207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1" name="Freeform 376"/>
            <p:cNvSpPr>
              <a:spLocks noEditPoints="1"/>
            </p:cNvSpPr>
            <p:nvPr/>
          </p:nvSpPr>
          <p:spPr bwMode="auto">
            <a:xfrm>
              <a:off x="6054567" y="1805043"/>
              <a:ext cx="299454" cy="677579"/>
            </a:xfrm>
            <a:custGeom>
              <a:avLst/>
              <a:gdLst>
                <a:gd name="T0" fmla="*/ 58 w 118"/>
                <a:gd name="T1" fmla="*/ 255 h 267"/>
                <a:gd name="T2" fmla="*/ 59 w 118"/>
                <a:gd name="T3" fmla="*/ 238 h 267"/>
                <a:gd name="T4" fmla="*/ 81 w 118"/>
                <a:gd name="T5" fmla="*/ 233 h 267"/>
                <a:gd name="T6" fmla="*/ 77 w 118"/>
                <a:gd name="T7" fmla="*/ 242 h 267"/>
                <a:gd name="T8" fmla="*/ 73 w 118"/>
                <a:gd name="T9" fmla="*/ 235 h 267"/>
                <a:gd name="T10" fmla="*/ 85 w 118"/>
                <a:gd name="T11" fmla="*/ 223 h 267"/>
                <a:gd name="T12" fmla="*/ 4 w 118"/>
                <a:gd name="T13" fmla="*/ 221 h 267"/>
                <a:gd name="T14" fmla="*/ 83 w 118"/>
                <a:gd name="T15" fmla="*/ 215 h 267"/>
                <a:gd name="T16" fmla="*/ 73 w 118"/>
                <a:gd name="T17" fmla="*/ 201 h 267"/>
                <a:gd name="T18" fmla="*/ 87 w 118"/>
                <a:gd name="T19" fmla="*/ 9 h 267"/>
                <a:gd name="T20" fmla="*/ 102 w 118"/>
                <a:gd name="T21" fmla="*/ 18 h 267"/>
                <a:gd name="T22" fmla="*/ 106 w 118"/>
                <a:gd name="T23" fmla="*/ 31 h 267"/>
                <a:gd name="T24" fmla="*/ 112 w 118"/>
                <a:gd name="T25" fmla="*/ 47 h 267"/>
                <a:gd name="T26" fmla="*/ 117 w 118"/>
                <a:gd name="T27" fmla="*/ 65 h 267"/>
                <a:gd name="T28" fmla="*/ 110 w 118"/>
                <a:gd name="T29" fmla="*/ 71 h 267"/>
                <a:gd name="T30" fmla="*/ 100 w 118"/>
                <a:gd name="T31" fmla="*/ 69 h 267"/>
                <a:gd name="T32" fmla="*/ 97 w 118"/>
                <a:gd name="T33" fmla="*/ 76 h 267"/>
                <a:gd name="T34" fmla="*/ 92 w 118"/>
                <a:gd name="T35" fmla="*/ 81 h 267"/>
                <a:gd name="T36" fmla="*/ 91 w 118"/>
                <a:gd name="T37" fmla="*/ 89 h 267"/>
                <a:gd name="T38" fmla="*/ 93 w 118"/>
                <a:gd name="T39" fmla="*/ 98 h 267"/>
                <a:gd name="T40" fmla="*/ 87 w 118"/>
                <a:gd name="T41" fmla="*/ 110 h 267"/>
                <a:gd name="T42" fmla="*/ 77 w 118"/>
                <a:gd name="T43" fmla="*/ 119 h 267"/>
                <a:gd name="T44" fmla="*/ 71 w 118"/>
                <a:gd name="T45" fmla="*/ 123 h 267"/>
                <a:gd name="T46" fmla="*/ 67 w 118"/>
                <a:gd name="T47" fmla="*/ 130 h 267"/>
                <a:gd name="T48" fmla="*/ 55 w 118"/>
                <a:gd name="T49" fmla="*/ 138 h 267"/>
                <a:gd name="T50" fmla="*/ 59 w 118"/>
                <a:gd name="T51" fmla="*/ 156 h 267"/>
                <a:gd name="T52" fmla="*/ 56 w 118"/>
                <a:gd name="T53" fmla="*/ 164 h 267"/>
                <a:gd name="T54" fmla="*/ 62 w 118"/>
                <a:gd name="T55" fmla="*/ 173 h 267"/>
                <a:gd name="T56" fmla="*/ 73 w 118"/>
                <a:gd name="T57" fmla="*/ 183 h 267"/>
                <a:gd name="T58" fmla="*/ 66 w 118"/>
                <a:gd name="T59" fmla="*/ 196 h 267"/>
                <a:gd name="T60" fmla="*/ 58 w 118"/>
                <a:gd name="T61" fmla="*/ 192 h 267"/>
                <a:gd name="T62" fmla="*/ 48 w 118"/>
                <a:gd name="T63" fmla="*/ 196 h 267"/>
                <a:gd name="T64" fmla="*/ 63 w 118"/>
                <a:gd name="T65" fmla="*/ 200 h 267"/>
                <a:gd name="T66" fmla="*/ 71 w 118"/>
                <a:gd name="T67" fmla="*/ 204 h 267"/>
                <a:gd name="T68" fmla="*/ 64 w 118"/>
                <a:gd name="T69" fmla="*/ 206 h 267"/>
                <a:gd name="T70" fmla="*/ 58 w 118"/>
                <a:gd name="T71" fmla="*/ 211 h 267"/>
                <a:gd name="T72" fmla="*/ 59 w 118"/>
                <a:gd name="T73" fmla="*/ 218 h 267"/>
                <a:gd name="T74" fmla="*/ 58 w 118"/>
                <a:gd name="T75" fmla="*/ 229 h 267"/>
                <a:gd name="T76" fmla="*/ 55 w 118"/>
                <a:gd name="T77" fmla="*/ 247 h 267"/>
                <a:gd name="T78" fmla="*/ 39 w 118"/>
                <a:gd name="T79" fmla="*/ 255 h 267"/>
                <a:gd name="T80" fmla="*/ 33 w 118"/>
                <a:gd name="T81" fmla="*/ 267 h 267"/>
                <a:gd name="T82" fmla="*/ 17 w 118"/>
                <a:gd name="T83" fmla="*/ 258 h 267"/>
                <a:gd name="T84" fmla="*/ 17 w 118"/>
                <a:gd name="T85" fmla="*/ 248 h 267"/>
                <a:gd name="T86" fmla="*/ 8 w 118"/>
                <a:gd name="T87" fmla="*/ 231 h 267"/>
                <a:gd name="T88" fmla="*/ 8 w 118"/>
                <a:gd name="T89" fmla="*/ 219 h 267"/>
                <a:gd name="T90" fmla="*/ 4 w 118"/>
                <a:gd name="T91" fmla="*/ 221 h 267"/>
                <a:gd name="T92" fmla="*/ 1 w 118"/>
                <a:gd name="T93" fmla="*/ 205 h 267"/>
                <a:gd name="T94" fmla="*/ 4 w 118"/>
                <a:gd name="T95" fmla="*/ 193 h 267"/>
                <a:gd name="T96" fmla="*/ 12 w 118"/>
                <a:gd name="T97" fmla="*/ 180 h 267"/>
                <a:gd name="T98" fmla="*/ 14 w 118"/>
                <a:gd name="T99" fmla="*/ 158 h 267"/>
                <a:gd name="T100" fmla="*/ 6 w 118"/>
                <a:gd name="T101" fmla="*/ 131 h 267"/>
                <a:gd name="T102" fmla="*/ 17 w 118"/>
                <a:gd name="T103" fmla="*/ 108 h 267"/>
                <a:gd name="T104" fmla="*/ 23 w 118"/>
                <a:gd name="T105" fmla="*/ 76 h 267"/>
                <a:gd name="T106" fmla="*/ 33 w 118"/>
                <a:gd name="T107" fmla="*/ 60 h 267"/>
                <a:gd name="T108" fmla="*/ 38 w 118"/>
                <a:gd name="T109" fmla="*/ 34 h 267"/>
                <a:gd name="T110" fmla="*/ 50 w 118"/>
                <a:gd name="T111" fmla="*/ 23 h 267"/>
                <a:gd name="T112" fmla="*/ 55 w 118"/>
                <a:gd name="T113" fmla="*/ 17 h 267"/>
                <a:gd name="T114" fmla="*/ 70 w 118"/>
                <a:gd name="T115" fmla="*/ 14 h 267"/>
                <a:gd name="T116" fmla="*/ 73 w 118"/>
                <a:gd name="T117" fmla="*/ 6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8" h="267">
                  <a:moveTo>
                    <a:pt x="60" y="236"/>
                  </a:moveTo>
                  <a:lnTo>
                    <a:pt x="62" y="238"/>
                  </a:lnTo>
                  <a:lnTo>
                    <a:pt x="62" y="240"/>
                  </a:lnTo>
                  <a:lnTo>
                    <a:pt x="60" y="244"/>
                  </a:lnTo>
                  <a:lnTo>
                    <a:pt x="60" y="248"/>
                  </a:lnTo>
                  <a:lnTo>
                    <a:pt x="59" y="252"/>
                  </a:lnTo>
                  <a:lnTo>
                    <a:pt x="58" y="255"/>
                  </a:lnTo>
                  <a:lnTo>
                    <a:pt x="56" y="254"/>
                  </a:lnTo>
                  <a:lnTo>
                    <a:pt x="56" y="252"/>
                  </a:lnTo>
                  <a:lnTo>
                    <a:pt x="56" y="250"/>
                  </a:lnTo>
                  <a:lnTo>
                    <a:pt x="58" y="243"/>
                  </a:lnTo>
                  <a:lnTo>
                    <a:pt x="59" y="243"/>
                  </a:lnTo>
                  <a:lnTo>
                    <a:pt x="59" y="239"/>
                  </a:lnTo>
                  <a:lnTo>
                    <a:pt x="59" y="238"/>
                  </a:lnTo>
                  <a:lnTo>
                    <a:pt x="60" y="236"/>
                  </a:lnTo>
                  <a:close/>
                  <a:moveTo>
                    <a:pt x="80" y="226"/>
                  </a:moveTo>
                  <a:lnTo>
                    <a:pt x="83" y="226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0" y="230"/>
                  </a:lnTo>
                  <a:lnTo>
                    <a:pt x="81" y="233"/>
                  </a:lnTo>
                  <a:lnTo>
                    <a:pt x="81" y="233"/>
                  </a:lnTo>
                  <a:lnTo>
                    <a:pt x="80" y="235"/>
                  </a:lnTo>
                  <a:lnTo>
                    <a:pt x="80" y="236"/>
                  </a:lnTo>
                  <a:lnTo>
                    <a:pt x="77" y="239"/>
                  </a:lnTo>
                  <a:lnTo>
                    <a:pt x="76" y="240"/>
                  </a:lnTo>
                  <a:lnTo>
                    <a:pt x="77" y="240"/>
                  </a:lnTo>
                  <a:lnTo>
                    <a:pt x="77" y="242"/>
                  </a:lnTo>
                  <a:lnTo>
                    <a:pt x="75" y="243"/>
                  </a:lnTo>
                  <a:lnTo>
                    <a:pt x="73" y="242"/>
                  </a:lnTo>
                  <a:lnTo>
                    <a:pt x="75" y="240"/>
                  </a:lnTo>
                  <a:lnTo>
                    <a:pt x="76" y="238"/>
                  </a:lnTo>
                  <a:lnTo>
                    <a:pt x="75" y="239"/>
                  </a:lnTo>
                  <a:lnTo>
                    <a:pt x="72" y="235"/>
                  </a:lnTo>
                  <a:lnTo>
                    <a:pt x="73" y="235"/>
                  </a:lnTo>
                  <a:lnTo>
                    <a:pt x="72" y="233"/>
                  </a:lnTo>
                  <a:lnTo>
                    <a:pt x="75" y="230"/>
                  </a:lnTo>
                  <a:lnTo>
                    <a:pt x="75" y="229"/>
                  </a:lnTo>
                  <a:lnTo>
                    <a:pt x="77" y="226"/>
                  </a:lnTo>
                  <a:lnTo>
                    <a:pt x="80" y="226"/>
                  </a:lnTo>
                  <a:lnTo>
                    <a:pt x="80" y="226"/>
                  </a:lnTo>
                  <a:close/>
                  <a:moveTo>
                    <a:pt x="85" y="223"/>
                  </a:moveTo>
                  <a:lnTo>
                    <a:pt x="87" y="225"/>
                  </a:lnTo>
                  <a:lnTo>
                    <a:pt x="84" y="225"/>
                  </a:lnTo>
                  <a:lnTo>
                    <a:pt x="83" y="226"/>
                  </a:lnTo>
                  <a:lnTo>
                    <a:pt x="83" y="225"/>
                  </a:lnTo>
                  <a:lnTo>
                    <a:pt x="84" y="223"/>
                  </a:lnTo>
                  <a:lnTo>
                    <a:pt x="85" y="223"/>
                  </a:lnTo>
                  <a:close/>
                  <a:moveTo>
                    <a:pt x="4" y="221"/>
                  </a:moveTo>
                  <a:lnTo>
                    <a:pt x="4" y="223"/>
                  </a:lnTo>
                  <a:lnTo>
                    <a:pt x="2" y="223"/>
                  </a:lnTo>
                  <a:lnTo>
                    <a:pt x="2" y="221"/>
                  </a:lnTo>
                  <a:lnTo>
                    <a:pt x="4" y="221"/>
                  </a:lnTo>
                  <a:close/>
                  <a:moveTo>
                    <a:pt x="83" y="213"/>
                  </a:moveTo>
                  <a:lnTo>
                    <a:pt x="84" y="214"/>
                  </a:lnTo>
                  <a:lnTo>
                    <a:pt x="83" y="215"/>
                  </a:lnTo>
                  <a:lnTo>
                    <a:pt x="81" y="214"/>
                  </a:lnTo>
                  <a:lnTo>
                    <a:pt x="83" y="213"/>
                  </a:lnTo>
                  <a:close/>
                  <a:moveTo>
                    <a:pt x="73" y="194"/>
                  </a:moveTo>
                  <a:lnTo>
                    <a:pt x="76" y="194"/>
                  </a:lnTo>
                  <a:lnTo>
                    <a:pt x="76" y="196"/>
                  </a:lnTo>
                  <a:lnTo>
                    <a:pt x="73" y="198"/>
                  </a:lnTo>
                  <a:lnTo>
                    <a:pt x="73" y="201"/>
                  </a:lnTo>
                  <a:lnTo>
                    <a:pt x="72" y="200"/>
                  </a:lnTo>
                  <a:lnTo>
                    <a:pt x="71" y="197"/>
                  </a:lnTo>
                  <a:lnTo>
                    <a:pt x="73" y="194"/>
                  </a:lnTo>
                  <a:close/>
                  <a:moveTo>
                    <a:pt x="77" y="0"/>
                  </a:moveTo>
                  <a:lnTo>
                    <a:pt x="80" y="2"/>
                  </a:lnTo>
                  <a:lnTo>
                    <a:pt x="83" y="4"/>
                  </a:lnTo>
                  <a:lnTo>
                    <a:pt x="87" y="9"/>
                  </a:lnTo>
                  <a:lnTo>
                    <a:pt x="89" y="11"/>
                  </a:lnTo>
                  <a:lnTo>
                    <a:pt x="95" y="11"/>
                  </a:lnTo>
                  <a:lnTo>
                    <a:pt x="96" y="13"/>
                  </a:lnTo>
                  <a:lnTo>
                    <a:pt x="98" y="13"/>
                  </a:lnTo>
                  <a:lnTo>
                    <a:pt x="100" y="15"/>
                  </a:lnTo>
                  <a:lnTo>
                    <a:pt x="101" y="18"/>
                  </a:lnTo>
                  <a:lnTo>
                    <a:pt x="102" y="18"/>
                  </a:lnTo>
                  <a:lnTo>
                    <a:pt x="102" y="18"/>
                  </a:lnTo>
                  <a:lnTo>
                    <a:pt x="105" y="21"/>
                  </a:lnTo>
                  <a:lnTo>
                    <a:pt x="106" y="21"/>
                  </a:lnTo>
                  <a:lnTo>
                    <a:pt x="108" y="22"/>
                  </a:lnTo>
                  <a:lnTo>
                    <a:pt x="106" y="25"/>
                  </a:lnTo>
                  <a:lnTo>
                    <a:pt x="108" y="29"/>
                  </a:lnTo>
                  <a:lnTo>
                    <a:pt x="106" y="31"/>
                  </a:lnTo>
                  <a:lnTo>
                    <a:pt x="106" y="34"/>
                  </a:lnTo>
                  <a:lnTo>
                    <a:pt x="110" y="34"/>
                  </a:lnTo>
                  <a:lnTo>
                    <a:pt x="110" y="36"/>
                  </a:lnTo>
                  <a:lnTo>
                    <a:pt x="109" y="38"/>
                  </a:lnTo>
                  <a:lnTo>
                    <a:pt x="110" y="42"/>
                  </a:lnTo>
                  <a:lnTo>
                    <a:pt x="112" y="43"/>
                  </a:lnTo>
                  <a:lnTo>
                    <a:pt x="112" y="47"/>
                  </a:lnTo>
                  <a:lnTo>
                    <a:pt x="112" y="50"/>
                  </a:lnTo>
                  <a:lnTo>
                    <a:pt x="112" y="51"/>
                  </a:lnTo>
                  <a:lnTo>
                    <a:pt x="112" y="56"/>
                  </a:lnTo>
                  <a:lnTo>
                    <a:pt x="112" y="58"/>
                  </a:lnTo>
                  <a:lnTo>
                    <a:pt x="112" y="61"/>
                  </a:lnTo>
                  <a:lnTo>
                    <a:pt x="114" y="61"/>
                  </a:lnTo>
                  <a:lnTo>
                    <a:pt x="117" y="65"/>
                  </a:lnTo>
                  <a:lnTo>
                    <a:pt x="118" y="67"/>
                  </a:lnTo>
                  <a:lnTo>
                    <a:pt x="118" y="69"/>
                  </a:lnTo>
                  <a:lnTo>
                    <a:pt x="118" y="69"/>
                  </a:lnTo>
                  <a:lnTo>
                    <a:pt x="116" y="71"/>
                  </a:lnTo>
                  <a:lnTo>
                    <a:pt x="114" y="71"/>
                  </a:lnTo>
                  <a:lnTo>
                    <a:pt x="113" y="69"/>
                  </a:lnTo>
                  <a:lnTo>
                    <a:pt x="110" y="71"/>
                  </a:lnTo>
                  <a:lnTo>
                    <a:pt x="108" y="69"/>
                  </a:lnTo>
                  <a:lnTo>
                    <a:pt x="106" y="72"/>
                  </a:lnTo>
                  <a:lnTo>
                    <a:pt x="105" y="71"/>
                  </a:lnTo>
                  <a:lnTo>
                    <a:pt x="104" y="69"/>
                  </a:lnTo>
                  <a:lnTo>
                    <a:pt x="102" y="72"/>
                  </a:lnTo>
                  <a:lnTo>
                    <a:pt x="101" y="69"/>
                  </a:lnTo>
                  <a:lnTo>
                    <a:pt x="100" y="69"/>
                  </a:lnTo>
                  <a:lnTo>
                    <a:pt x="100" y="72"/>
                  </a:lnTo>
                  <a:lnTo>
                    <a:pt x="98" y="73"/>
                  </a:lnTo>
                  <a:lnTo>
                    <a:pt x="97" y="75"/>
                  </a:lnTo>
                  <a:lnTo>
                    <a:pt x="96" y="73"/>
                  </a:lnTo>
                  <a:lnTo>
                    <a:pt x="95" y="72"/>
                  </a:lnTo>
                  <a:lnTo>
                    <a:pt x="96" y="76"/>
                  </a:lnTo>
                  <a:lnTo>
                    <a:pt x="97" y="76"/>
                  </a:lnTo>
                  <a:lnTo>
                    <a:pt x="95" y="79"/>
                  </a:lnTo>
                  <a:lnTo>
                    <a:pt x="93" y="79"/>
                  </a:lnTo>
                  <a:lnTo>
                    <a:pt x="92" y="79"/>
                  </a:lnTo>
                  <a:lnTo>
                    <a:pt x="93" y="80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1"/>
                  </a:lnTo>
                  <a:lnTo>
                    <a:pt x="91" y="80"/>
                  </a:lnTo>
                  <a:lnTo>
                    <a:pt x="89" y="81"/>
                  </a:lnTo>
                  <a:lnTo>
                    <a:pt x="91" y="83"/>
                  </a:lnTo>
                  <a:lnTo>
                    <a:pt x="92" y="83"/>
                  </a:lnTo>
                  <a:lnTo>
                    <a:pt x="93" y="84"/>
                  </a:lnTo>
                  <a:lnTo>
                    <a:pt x="93" y="85"/>
                  </a:lnTo>
                  <a:lnTo>
                    <a:pt x="91" y="89"/>
                  </a:lnTo>
                  <a:lnTo>
                    <a:pt x="92" y="92"/>
                  </a:lnTo>
                  <a:lnTo>
                    <a:pt x="89" y="92"/>
                  </a:lnTo>
                  <a:lnTo>
                    <a:pt x="91" y="93"/>
                  </a:lnTo>
                  <a:lnTo>
                    <a:pt x="93" y="94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3" y="98"/>
                  </a:lnTo>
                  <a:lnTo>
                    <a:pt x="96" y="98"/>
                  </a:lnTo>
                  <a:lnTo>
                    <a:pt x="93" y="101"/>
                  </a:lnTo>
                  <a:lnTo>
                    <a:pt x="92" y="101"/>
                  </a:lnTo>
                  <a:lnTo>
                    <a:pt x="89" y="104"/>
                  </a:lnTo>
                  <a:lnTo>
                    <a:pt x="91" y="108"/>
                  </a:lnTo>
                  <a:lnTo>
                    <a:pt x="88" y="111"/>
                  </a:lnTo>
                  <a:lnTo>
                    <a:pt x="87" y="110"/>
                  </a:lnTo>
                  <a:lnTo>
                    <a:pt x="84" y="113"/>
                  </a:lnTo>
                  <a:lnTo>
                    <a:pt x="83" y="111"/>
                  </a:lnTo>
                  <a:lnTo>
                    <a:pt x="83" y="114"/>
                  </a:lnTo>
                  <a:lnTo>
                    <a:pt x="83" y="115"/>
                  </a:lnTo>
                  <a:lnTo>
                    <a:pt x="80" y="117"/>
                  </a:lnTo>
                  <a:lnTo>
                    <a:pt x="79" y="119"/>
                  </a:lnTo>
                  <a:lnTo>
                    <a:pt x="77" y="119"/>
                  </a:lnTo>
                  <a:lnTo>
                    <a:pt x="77" y="118"/>
                  </a:lnTo>
                  <a:lnTo>
                    <a:pt x="76" y="118"/>
                  </a:lnTo>
                  <a:lnTo>
                    <a:pt x="75" y="121"/>
                  </a:lnTo>
                  <a:lnTo>
                    <a:pt x="75" y="123"/>
                  </a:lnTo>
                  <a:lnTo>
                    <a:pt x="73" y="125"/>
                  </a:lnTo>
                  <a:lnTo>
                    <a:pt x="72" y="123"/>
                  </a:lnTo>
                  <a:lnTo>
                    <a:pt x="71" y="123"/>
                  </a:lnTo>
                  <a:lnTo>
                    <a:pt x="71" y="126"/>
                  </a:lnTo>
                  <a:lnTo>
                    <a:pt x="70" y="126"/>
                  </a:lnTo>
                  <a:lnTo>
                    <a:pt x="68" y="125"/>
                  </a:lnTo>
                  <a:lnTo>
                    <a:pt x="67" y="126"/>
                  </a:lnTo>
                  <a:lnTo>
                    <a:pt x="66" y="129"/>
                  </a:lnTo>
                  <a:lnTo>
                    <a:pt x="68" y="129"/>
                  </a:lnTo>
                  <a:lnTo>
                    <a:pt x="67" y="130"/>
                  </a:lnTo>
                  <a:lnTo>
                    <a:pt x="64" y="133"/>
                  </a:lnTo>
                  <a:lnTo>
                    <a:pt x="62" y="133"/>
                  </a:lnTo>
                  <a:lnTo>
                    <a:pt x="62" y="134"/>
                  </a:lnTo>
                  <a:lnTo>
                    <a:pt x="63" y="135"/>
                  </a:lnTo>
                  <a:lnTo>
                    <a:pt x="60" y="138"/>
                  </a:lnTo>
                  <a:lnTo>
                    <a:pt x="58" y="139"/>
                  </a:lnTo>
                  <a:lnTo>
                    <a:pt x="55" y="138"/>
                  </a:lnTo>
                  <a:lnTo>
                    <a:pt x="58" y="142"/>
                  </a:lnTo>
                  <a:lnTo>
                    <a:pt x="58" y="144"/>
                  </a:lnTo>
                  <a:lnTo>
                    <a:pt x="58" y="146"/>
                  </a:lnTo>
                  <a:lnTo>
                    <a:pt x="58" y="148"/>
                  </a:lnTo>
                  <a:lnTo>
                    <a:pt x="58" y="151"/>
                  </a:lnTo>
                  <a:lnTo>
                    <a:pt x="59" y="154"/>
                  </a:lnTo>
                  <a:lnTo>
                    <a:pt x="59" y="156"/>
                  </a:lnTo>
                  <a:lnTo>
                    <a:pt x="58" y="155"/>
                  </a:lnTo>
                  <a:lnTo>
                    <a:pt x="56" y="155"/>
                  </a:lnTo>
                  <a:lnTo>
                    <a:pt x="58" y="159"/>
                  </a:lnTo>
                  <a:lnTo>
                    <a:pt x="56" y="160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6" y="164"/>
                  </a:lnTo>
                  <a:lnTo>
                    <a:pt x="58" y="167"/>
                  </a:lnTo>
                  <a:lnTo>
                    <a:pt x="56" y="168"/>
                  </a:lnTo>
                  <a:lnTo>
                    <a:pt x="58" y="169"/>
                  </a:lnTo>
                  <a:lnTo>
                    <a:pt x="59" y="172"/>
                  </a:lnTo>
                  <a:lnTo>
                    <a:pt x="60" y="172"/>
                  </a:lnTo>
                  <a:lnTo>
                    <a:pt x="60" y="175"/>
                  </a:lnTo>
                  <a:lnTo>
                    <a:pt x="62" y="173"/>
                  </a:lnTo>
                  <a:lnTo>
                    <a:pt x="63" y="176"/>
                  </a:lnTo>
                  <a:lnTo>
                    <a:pt x="64" y="173"/>
                  </a:lnTo>
                  <a:lnTo>
                    <a:pt x="67" y="175"/>
                  </a:lnTo>
                  <a:lnTo>
                    <a:pt x="67" y="176"/>
                  </a:lnTo>
                  <a:lnTo>
                    <a:pt x="71" y="180"/>
                  </a:lnTo>
                  <a:lnTo>
                    <a:pt x="71" y="181"/>
                  </a:lnTo>
                  <a:lnTo>
                    <a:pt x="73" y="183"/>
                  </a:lnTo>
                  <a:lnTo>
                    <a:pt x="73" y="185"/>
                  </a:lnTo>
                  <a:lnTo>
                    <a:pt x="76" y="186"/>
                  </a:lnTo>
                  <a:lnTo>
                    <a:pt x="75" y="190"/>
                  </a:lnTo>
                  <a:lnTo>
                    <a:pt x="72" y="194"/>
                  </a:lnTo>
                  <a:lnTo>
                    <a:pt x="71" y="196"/>
                  </a:lnTo>
                  <a:lnTo>
                    <a:pt x="68" y="197"/>
                  </a:lnTo>
                  <a:lnTo>
                    <a:pt x="66" y="196"/>
                  </a:lnTo>
                  <a:lnTo>
                    <a:pt x="66" y="194"/>
                  </a:lnTo>
                  <a:lnTo>
                    <a:pt x="63" y="193"/>
                  </a:lnTo>
                  <a:lnTo>
                    <a:pt x="63" y="192"/>
                  </a:lnTo>
                  <a:lnTo>
                    <a:pt x="62" y="194"/>
                  </a:lnTo>
                  <a:lnTo>
                    <a:pt x="60" y="194"/>
                  </a:lnTo>
                  <a:lnTo>
                    <a:pt x="60" y="193"/>
                  </a:lnTo>
                  <a:lnTo>
                    <a:pt x="58" y="192"/>
                  </a:lnTo>
                  <a:lnTo>
                    <a:pt x="56" y="194"/>
                  </a:lnTo>
                  <a:lnTo>
                    <a:pt x="55" y="194"/>
                  </a:lnTo>
                  <a:lnTo>
                    <a:pt x="54" y="193"/>
                  </a:lnTo>
                  <a:lnTo>
                    <a:pt x="52" y="196"/>
                  </a:lnTo>
                  <a:lnTo>
                    <a:pt x="51" y="194"/>
                  </a:lnTo>
                  <a:lnTo>
                    <a:pt x="48" y="196"/>
                  </a:lnTo>
                  <a:lnTo>
                    <a:pt x="48" y="196"/>
                  </a:lnTo>
                  <a:lnTo>
                    <a:pt x="52" y="197"/>
                  </a:lnTo>
                  <a:lnTo>
                    <a:pt x="54" y="197"/>
                  </a:lnTo>
                  <a:lnTo>
                    <a:pt x="54" y="196"/>
                  </a:lnTo>
                  <a:lnTo>
                    <a:pt x="56" y="196"/>
                  </a:lnTo>
                  <a:lnTo>
                    <a:pt x="58" y="197"/>
                  </a:lnTo>
                  <a:lnTo>
                    <a:pt x="60" y="197"/>
                  </a:lnTo>
                  <a:lnTo>
                    <a:pt x="63" y="200"/>
                  </a:lnTo>
                  <a:lnTo>
                    <a:pt x="64" y="198"/>
                  </a:lnTo>
                  <a:lnTo>
                    <a:pt x="66" y="200"/>
                  </a:lnTo>
                  <a:lnTo>
                    <a:pt x="67" y="198"/>
                  </a:lnTo>
                  <a:lnTo>
                    <a:pt x="71" y="198"/>
                  </a:lnTo>
                  <a:lnTo>
                    <a:pt x="72" y="200"/>
                  </a:lnTo>
                  <a:lnTo>
                    <a:pt x="72" y="202"/>
                  </a:lnTo>
                  <a:lnTo>
                    <a:pt x="71" y="204"/>
                  </a:lnTo>
                  <a:lnTo>
                    <a:pt x="68" y="204"/>
                  </a:lnTo>
                  <a:lnTo>
                    <a:pt x="67" y="206"/>
                  </a:lnTo>
                  <a:lnTo>
                    <a:pt x="66" y="206"/>
                  </a:lnTo>
                  <a:lnTo>
                    <a:pt x="66" y="205"/>
                  </a:lnTo>
                  <a:lnTo>
                    <a:pt x="66" y="204"/>
                  </a:lnTo>
                  <a:lnTo>
                    <a:pt x="64" y="205"/>
                  </a:lnTo>
                  <a:lnTo>
                    <a:pt x="64" y="206"/>
                  </a:lnTo>
                  <a:lnTo>
                    <a:pt x="63" y="206"/>
                  </a:lnTo>
                  <a:lnTo>
                    <a:pt x="62" y="208"/>
                  </a:lnTo>
                  <a:lnTo>
                    <a:pt x="62" y="210"/>
                  </a:lnTo>
                  <a:lnTo>
                    <a:pt x="59" y="209"/>
                  </a:lnTo>
                  <a:lnTo>
                    <a:pt x="59" y="210"/>
                  </a:lnTo>
                  <a:lnTo>
                    <a:pt x="58" y="211"/>
                  </a:lnTo>
                  <a:lnTo>
                    <a:pt x="58" y="211"/>
                  </a:lnTo>
                  <a:lnTo>
                    <a:pt x="56" y="211"/>
                  </a:lnTo>
                  <a:lnTo>
                    <a:pt x="55" y="213"/>
                  </a:lnTo>
                  <a:lnTo>
                    <a:pt x="56" y="213"/>
                  </a:lnTo>
                  <a:lnTo>
                    <a:pt x="59" y="215"/>
                  </a:lnTo>
                  <a:lnTo>
                    <a:pt x="55" y="215"/>
                  </a:lnTo>
                  <a:lnTo>
                    <a:pt x="58" y="217"/>
                  </a:lnTo>
                  <a:lnTo>
                    <a:pt x="59" y="218"/>
                  </a:lnTo>
                  <a:lnTo>
                    <a:pt x="58" y="221"/>
                  </a:lnTo>
                  <a:lnTo>
                    <a:pt x="60" y="223"/>
                  </a:lnTo>
                  <a:lnTo>
                    <a:pt x="56" y="223"/>
                  </a:lnTo>
                  <a:lnTo>
                    <a:pt x="54" y="223"/>
                  </a:lnTo>
                  <a:lnTo>
                    <a:pt x="56" y="225"/>
                  </a:lnTo>
                  <a:lnTo>
                    <a:pt x="55" y="227"/>
                  </a:lnTo>
                  <a:lnTo>
                    <a:pt x="58" y="229"/>
                  </a:lnTo>
                  <a:lnTo>
                    <a:pt x="55" y="231"/>
                  </a:lnTo>
                  <a:lnTo>
                    <a:pt x="56" y="233"/>
                  </a:lnTo>
                  <a:lnTo>
                    <a:pt x="55" y="235"/>
                  </a:lnTo>
                  <a:lnTo>
                    <a:pt x="55" y="238"/>
                  </a:lnTo>
                  <a:lnTo>
                    <a:pt x="56" y="239"/>
                  </a:lnTo>
                  <a:lnTo>
                    <a:pt x="56" y="242"/>
                  </a:lnTo>
                  <a:lnTo>
                    <a:pt x="55" y="247"/>
                  </a:lnTo>
                  <a:lnTo>
                    <a:pt x="54" y="250"/>
                  </a:lnTo>
                  <a:lnTo>
                    <a:pt x="52" y="254"/>
                  </a:lnTo>
                  <a:lnTo>
                    <a:pt x="50" y="258"/>
                  </a:lnTo>
                  <a:lnTo>
                    <a:pt x="48" y="255"/>
                  </a:lnTo>
                  <a:lnTo>
                    <a:pt x="47" y="255"/>
                  </a:lnTo>
                  <a:lnTo>
                    <a:pt x="44" y="256"/>
                  </a:lnTo>
                  <a:lnTo>
                    <a:pt x="39" y="255"/>
                  </a:lnTo>
                  <a:lnTo>
                    <a:pt x="39" y="254"/>
                  </a:lnTo>
                  <a:lnTo>
                    <a:pt x="38" y="258"/>
                  </a:lnTo>
                  <a:lnTo>
                    <a:pt x="34" y="258"/>
                  </a:lnTo>
                  <a:lnTo>
                    <a:pt x="33" y="261"/>
                  </a:lnTo>
                  <a:lnTo>
                    <a:pt x="34" y="263"/>
                  </a:lnTo>
                  <a:lnTo>
                    <a:pt x="34" y="264"/>
                  </a:lnTo>
                  <a:lnTo>
                    <a:pt x="33" y="267"/>
                  </a:lnTo>
                  <a:lnTo>
                    <a:pt x="29" y="265"/>
                  </a:lnTo>
                  <a:lnTo>
                    <a:pt x="23" y="267"/>
                  </a:lnTo>
                  <a:lnTo>
                    <a:pt x="21" y="267"/>
                  </a:lnTo>
                  <a:lnTo>
                    <a:pt x="19" y="265"/>
                  </a:lnTo>
                  <a:lnTo>
                    <a:pt x="21" y="264"/>
                  </a:lnTo>
                  <a:lnTo>
                    <a:pt x="19" y="259"/>
                  </a:lnTo>
                  <a:lnTo>
                    <a:pt x="17" y="258"/>
                  </a:lnTo>
                  <a:lnTo>
                    <a:pt x="17" y="255"/>
                  </a:lnTo>
                  <a:lnTo>
                    <a:pt x="16" y="255"/>
                  </a:lnTo>
                  <a:lnTo>
                    <a:pt x="16" y="254"/>
                  </a:lnTo>
                  <a:lnTo>
                    <a:pt x="19" y="252"/>
                  </a:lnTo>
                  <a:lnTo>
                    <a:pt x="21" y="250"/>
                  </a:lnTo>
                  <a:lnTo>
                    <a:pt x="19" y="247"/>
                  </a:lnTo>
                  <a:lnTo>
                    <a:pt x="17" y="248"/>
                  </a:lnTo>
                  <a:lnTo>
                    <a:pt x="16" y="246"/>
                  </a:lnTo>
                  <a:lnTo>
                    <a:pt x="14" y="244"/>
                  </a:lnTo>
                  <a:lnTo>
                    <a:pt x="12" y="243"/>
                  </a:lnTo>
                  <a:lnTo>
                    <a:pt x="12" y="239"/>
                  </a:lnTo>
                  <a:lnTo>
                    <a:pt x="10" y="235"/>
                  </a:lnTo>
                  <a:lnTo>
                    <a:pt x="9" y="234"/>
                  </a:lnTo>
                  <a:lnTo>
                    <a:pt x="8" y="231"/>
                  </a:lnTo>
                  <a:lnTo>
                    <a:pt x="5" y="231"/>
                  </a:lnTo>
                  <a:lnTo>
                    <a:pt x="4" y="229"/>
                  </a:lnTo>
                  <a:lnTo>
                    <a:pt x="5" y="227"/>
                  </a:lnTo>
                  <a:lnTo>
                    <a:pt x="5" y="225"/>
                  </a:lnTo>
                  <a:lnTo>
                    <a:pt x="5" y="223"/>
                  </a:lnTo>
                  <a:lnTo>
                    <a:pt x="5" y="221"/>
                  </a:lnTo>
                  <a:lnTo>
                    <a:pt x="8" y="219"/>
                  </a:lnTo>
                  <a:lnTo>
                    <a:pt x="6" y="218"/>
                  </a:lnTo>
                  <a:lnTo>
                    <a:pt x="5" y="217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4" y="218"/>
                  </a:lnTo>
                  <a:lnTo>
                    <a:pt x="6" y="219"/>
                  </a:lnTo>
                  <a:lnTo>
                    <a:pt x="4" y="221"/>
                  </a:lnTo>
                  <a:lnTo>
                    <a:pt x="4" y="218"/>
                  </a:lnTo>
                  <a:lnTo>
                    <a:pt x="2" y="217"/>
                  </a:lnTo>
                  <a:lnTo>
                    <a:pt x="1" y="215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0" y="206"/>
                  </a:lnTo>
                  <a:lnTo>
                    <a:pt x="1" y="205"/>
                  </a:lnTo>
                  <a:lnTo>
                    <a:pt x="1" y="205"/>
                  </a:lnTo>
                  <a:lnTo>
                    <a:pt x="2" y="205"/>
                  </a:lnTo>
                  <a:lnTo>
                    <a:pt x="5" y="208"/>
                  </a:lnTo>
                  <a:lnTo>
                    <a:pt x="5" y="205"/>
                  </a:lnTo>
                  <a:lnTo>
                    <a:pt x="5" y="198"/>
                  </a:lnTo>
                  <a:lnTo>
                    <a:pt x="4" y="194"/>
                  </a:lnTo>
                  <a:lnTo>
                    <a:pt x="4" y="193"/>
                  </a:lnTo>
                  <a:lnTo>
                    <a:pt x="6" y="192"/>
                  </a:lnTo>
                  <a:lnTo>
                    <a:pt x="5" y="189"/>
                  </a:lnTo>
                  <a:lnTo>
                    <a:pt x="5" y="188"/>
                  </a:lnTo>
                  <a:lnTo>
                    <a:pt x="9" y="188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2" y="180"/>
                  </a:lnTo>
                  <a:lnTo>
                    <a:pt x="10" y="177"/>
                  </a:lnTo>
                  <a:lnTo>
                    <a:pt x="9" y="172"/>
                  </a:lnTo>
                  <a:lnTo>
                    <a:pt x="6" y="168"/>
                  </a:lnTo>
                  <a:lnTo>
                    <a:pt x="8" y="165"/>
                  </a:lnTo>
                  <a:lnTo>
                    <a:pt x="13" y="164"/>
                  </a:lnTo>
                  <a:lnTo>
                    <a:pt x="13" y="160"/>
                  </a:lnTo>
                  <a:lnTo>
                    <a:pt x="14" y="158"/>
                  </a:lnTo>
                  <a:lnTo>
                    <a:pt x="9" y="154"/>
                  </a:lnTo>
                  <a:lnTo>
                    <a:pt x="6" y="151"/>
                  </a:lnTo>
                  <a:lnTo>
                    <a:pt x="6" y="147"/>
                  </a:lnTo>
                  <a:lnTo>
                    <a:pt x="6" y="143"/>
                  </a:lnTo>
                  <a:lnTo>
                    <a:pt x="6" y="138"/>
                  </a:lnTo>
                  <a:lnTo>
                    <a:pt x="5" y="135"/>
                  </a:lnTo>
                  <a:lnTo>
                    <a:pt x="6" y="131"/>
                  </a:lnTo>
                  <a:lnTo>
                    <a:pt x="5" y="125"/>
                  </a:lnTo>
                  <a:lnTo>
                    <a:pt x="4" y="119"/>
                  </a:lnTo>
                  <a:lnTo>
                    <a:pt x="5" y="113"/>
                  </a:lnTo>
                  <a:lnTo>
                    <a:pt x="8" y="109"/>
                  </a:lnTo>
                  <a:lnTo>
                    <a:pt x="10" y="108"/>
                  </a:lnTo>
                  <a:lnTo>
                    <a:pt x="13" y="108"/>
                  </a:lnTo>
                  <a:lnTo>
                    <a:pt x="17" y="108"/>
                  </a:lnTo>
                  <a:lnTo>
                    <a:pt x="19" y="105"/>
                  </a:lnTo>
                  <a:lnTo>
                    <a:pt x="19" y="101"/>
                  </a:lnTo>
                  <a:lnTo>
                    <a:pt x="18" y="100"/>
                  </a:lnTo>
                  <a:lnTo>
                    <a:pt x="18" y="96"/>
                  </a:lnTo>
                  <a:lnTo>
                    <a:pt x="22" y="86"/>
                  </a:lnTo>
                  <a:lnTo>
                    <a:pt x="22" y="81"/>
                  </a:lnTo>
                  <a:lnTo>
                    <a:pt x="23" y="76"/>
                  </a:lnTo>
                  <a:lnTo>
                    <a:pt x="25" y="72"/>
                  </a:lnTo>
                  <a:lnTo>
                    <a:pt x="25" y="69"/>
                  </a:lnTo>
                  <a:lnTo>
                    <a:pt x="23" y="67"/>
                  </a:lnTo>
                  <a:lnTo>
                    <a:pt x="23" y="65"/>
                  </a:lnTo>
                  <a:lnTo>
                    <a:pt x="26" y="63"/>
                  </a:lnTo>
                  <a:lnTo>
                    <a:pt x="31" y="61"/>
                  </a:lnTo>
                  <a:lnTo>
                    <a:pt x="33" y="60"/>
                  </a:lnTo>
                  <a:lnTo>
                    <a:pt x="33" y="58"/>
                  </a:lnTo>
                  <a:lnTo>
                    <a:pt x="37" y="52"/>
                  </a:lnTo>
                  <a:lnTo>
                    <a:pt x="39" y="47"/>
                  </a:lnTo>
                  <a:lnTo>
                    <a:pt x="41" y="44"/>
                  </a:lnTo>
                  <a:lnTo>
                    <a:pt x="39" y="42"/>
                  </a:lnTo>
                  <a:lnTo>
                    <a:pt x="38" y="40"/>
                  </a:lnTo>
                  <a:lnTo>
                    <a:pt x="38" y="34"/>
                  </a:lnTo>
                  <a:lnTo>
                    <a:pt x="39" y="34"/>
                  </a:lnTo>
                  <a:lnTo>
                    <a:pt x="41" y="31"/>
                  </a:lnTo>
                  <a:lnTo>
                    <a:pt x="42" y="29"/>
                  </a:lnTo>
                  <a:lnTo>
                    <a:pt x="43" y="27"/>
                  </a:lnTo>
                  <a:lnTo>
                    <a:pt x="44" y="23"/>
                  </a:lnTo>
                  <a:lnTo>
                    <a:pt x="47" y="22"/>
                  </a:lnTo>
                  <a:lnTo>
                    <a:pt x="50" y="23"/>
                  </a:lnTo>
                  <a:lnTo>
                    <a:pt x="51" y="25"/>
                  </a:lnTo>
                  <a:lnTo>
                    <a:pt x="52" y="25"/>
                  </a:lnTo>
                  <a:lnTo>
                    <a:pt x="54" y="22"/>
                  </a:lnTo>
                  <a:lnTo>
                    <a:pt x="52" y="21"/>
                  </a:lnTo>
                  <a:lnTo>
                    <a:pt x="54" y="19"/>
                  </a:lnTo>
                  <a:lnTo>
                    <a:pt x="54" y="18"/>
                  </a:lnTo>
                  <a:lnTo>
                    <a:pt x="55" y="17"/>
                  </a:lnTo>
                  <a:lnTo>
                    <a:pt x="52" y="13"/>
                  </a:lnTo>
                  <a:lnTo>
                    <a:pt x="54" y="13"/>
                  </a:lnTo>
                  <a:lnTo>
                    <a:pt x="58" y="13"/>
                  </a:lnTo>
                  <a:lnTo>
                    <a:pt x="60" y="11"/>
                  </a:lnTo>
                  <a:lnTo>
                    <a:pt x="64" y="13"/>
                  </a:lnTo>
                  <a:lnTo>
                    <a:pt x="67" y="14"/>
                  </a:lnTo>
                  <a:lnTo>
                    <a:pt x="70" y="14"/>
                  </a:lnTo>
                  <a:lnTo>
                    <a:pt x="71" y="15"/>
                  </a:lnTo>
                  <a:lnTo>
                    <a:pt x="72" y="15"/>
                  </a:lnTo>
                  <a:lnTo>
                    <a:pt x="73" y="15"/>
                  </a:lnTo>
                  <a:lnTo>
                    <a:pt x="73" y="13"/>
                  </a:lnTo>
                  <a:lnTo>
                    <a:pt x="72" y="11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73" y="1"/>
                  </a:lnTo>
                  <a:lnTo>
                    <a:pt x="76" y="1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2" name="Freeform 377"/>
            <p:cNvSpPr>
              <a:spLocks noEditPoints="1"/>
            </p:cNvSpPr>
            <p:nvPr/>
          </p:nvSpPr>
          <p:spPr bwMode="auto">
            <a:xfrm>
              <a:off x="6249974" y="1741600"/>
              <a:ext cx="301992" cy="540540"/>
            </a:xfrm>
            <a:custGeom>
              <a:avLst/>
              <a:gdLst>
                <a:gd name="T0" fmla="*/ 40 w 119"/>
                <a:gd name="T1" fmla="*/ 208 h 213"/>
                <a:gd name="T2" fmla="*/ 36 w 119"/>
                <a:gd name="T3" fmla="*/ 204 h 213"/>
                <a:gd name="T4" fmla="*/ 12 w 119"/>
                <a:gd name="T5" fmla="*/ 202 h 213"/>
                <a:gd name="T6" fmla="*/ 14 w 119"/>
                <a:gd name="T7" fmla="*/ 209 h 213"/>
                <a:gd name="T8" fmla="*/ 7 w 119"/>
                <a:gd name="T9" fmla="*/ 202 h 213"/>
                <a:gd name="T10" fmla="*/ 21 w 119"/>
                <a:gd name="T11" fmla="*/ 200 h 213"/>
                <a:gd name="T12" fmla="*/ 28 w 119"/>
                <a:gd name="T13" fmla="*/ 201 h 213"/>
                <a:gd name="T14" fmla="*/ 19 w 119"/>
                <a:gd name="T15" fmla="*/ 147 h 213"/>
                <a:gd name="T16" fmla="*/ 18 w 119"/>
                <a:gd name="T17" fmla="*/ 144 h 213"/>
                <a:gd name="T18" fmla="*/ 49 w 119"/>
                <a:gd name="T19" fmla="*/ 109 h 213"/>
                <a:gd name="T20" fmla="*/ 64 w 119"/>
                <a:gd name="T21" fmla="*/ 0 h 213"/>
                <a:gd name="T22" fmla="*/ 78 w 119"/>
                <a:gd name="T23" fmla="*/ 10 h 213"/>
                <a:gd name="T24" fmla="*/ 73 w 119"/>
                <a:gd name="T25" fmla="*/ 26 h 213"/>
                <a:gd name="T26" fmla="*/ 79 w 119"/>
                <a:gd name="T27" fmla="*/ 40 h 213"/>
                <a:gd name="T28" fmla="*/ 90 w 119"/>
                <a:gd name="T29" fmla="*/ 56 h 213"/>
                <a:gd name="T30" fmla="*/ 100 w 119"/>
                <a:gd name="T31" fmla="*/ 93 h 213"/>
                <a:gd name="T32" fmla="*/ 98 w 119"/>
                <a:gd name="T33" fmla="*/ 110 h 213"/>
                <a:gd name="T34" fmla="*/ 104 w 119"/>
                <a:gd name="T35" fmla="*/ 122 h 213"/>
                <a:gd name="T36" fmla="*/ 114 w 119"/>
                <a:gd name="T37" fmla="*/ 144 h 213"/>
                <a:gd name="T38" fmla="*/ 106 w 119"/>
                <a:gd name="T39" fmla="*/ 181 h 213"/>
                <a:gd name="T40" fmla="*/ 94 w 119"/>
                <a:gd name="T41" fmla="*/ 198 h 213"/>
                <a:gd name="T42" fmla="*/ 89 w 119"/>
                <a:gd name="T43" fmla="*/ 198 h 213"/>
                <a:gd name="T44" fmla="*/ 77 w 119"/>
                <a:gd name="T45" fmla="*/ 198 h 213"/>
                <a:gd name="T46" fmla="*/ 72 w 119"/>
                <a:gd name="T47" fmla="*/ 197 h 213"/>
                <a:gd name="T48" fmla="*/ 69 w 119"/>
                <a:gd name="T49" fmla="*/ 200 h 213"/>
                <a:gd name="T50" fmla="*/ 56 w 119"/>
                <a:gd name="T51" fmla="*/ 206 h 213"/>
                <a:gd name="T52" fmla="*/ 45 w 119"/>
                <a:gd name="T53" fmla="*/ 209 h 213"/>
                <a:gd name="T54" fmla="*/ 41 w 119"/>
                <a:gd name="T55" fmla="*/ 202 h 213"/>
                <a:gd name="T56" fmla="*/ 33 w 119"/>
                <a:gd name="T57" fmla="*/ 200 h 213"/>
                <a:gd name="T58" fmla="*/ 23 w 119"/>
                <a:gd name="T59" fmla="*/ 198 h 213"/>
                <a:gd name="T60" fmla="*/ 23 w 119"/>
                <a:gd name="T61" fmla="*/ 185 h 213"/>
                <a:gd name="T62" fmla="*/ 20 w 119"/>
                <a:gd name="T63" fmla="*/ 171 h 213"/>
                <a:gd name="T64" fmla="*/ 18 w 119"/>
                <a:gd name="T65" fmla="*/ 164 h 213"/>
                <a:gd name="T66" fmla="*/ 19 w 119"/>
                <a:gd name="T67" fmla="*/ 155 h 213"/>
                <a:gd name="T68" fmla="*/ 23 w 119"/>
                <a:gd name="T69" fmla="*/ 147 h 213"/>
                <a:gd name="T70" fmla="*/ 28 w 119"/>
                <a:gd name="T71" fmla="*/ 143 h 213"/>
                <a:gd name="T72" fmla="*/ 31 w 119"/>
                <a:gd name="T73" fmla="*/ 136 h 213"/>
                <a:gd name="T74" fmla="*/ 36 w 119"/>
                <a:gd name="T75" fmla="*/ 133 h 213"/>
                <a:gd name="T76" fmla="*/ 39 w 119"/>
                <a:gd name="T77" fmla="*/ 126 h 213"/>
                <a:gd name="T78" fmla="*/ 49 w 119"/>
                <a:gd name="T79" fmla="*/ 113 h 213"/>
                <a:gd name="T80" fmla="*/ 56 w 119"/>
                <a:gd name="T81" fmla="*/ 111 h 213"/>
                <a:gd name="T82" fmla="*/ 50 w 119"/>
                <a:gd name="T83" fmla="*/ 98 h 213"/>
                <a:gd name="T84" fmla="*/ 40 w 119"/>
                <a:gd name="T85" fmla="*/ 90 h 213"/>
                <a:gd name="T86" fmla="*/ 35 w 119"/>
                <a:gd name="T87" fmla="*/ 75 h 213"/>
                <a:gd name="T88" fmla="*/ 33 w 119"/>
                <a:gd name="T89" fmla="*/ 59 h 213"/>
                <a:gd name="T90" fmla="*/ 29 w 119"/>
                <a:gd name="T91" fmla="*/ 46 h 213"/>
                <a:gd name="T92" fmla="*/ 21 w 119"/>
                <a:gd name="T93" fmla="*/ 38 h 213"/>
                <a:gd name="T94" fmla="*/ 3 w 119"/>
                <a:gd name="T95" fmla="*/ 27 h 213"/>
                <a:gd name="T96" fmla="*/ 3 w 119"/>
                <a:gd name="T97" fmla="*/ 21 h 213"/>
                <a:gd name="T98" fmla="*/ 16 w 119"/>
                <a:gd name="T99" fmla="*/ 31 h 213"/>
                <a:gd name="T100" fmla="*/ 36 w 119"/>
                <a:gd name="T101" fmla="*/ 31 h 213"/>
                <a:gd name="T102" fmla="*/ 48 w 119"/>
                <a:gd name="T103" fmla="*/ 26 h 213"/>
                <a:gd name="T104" fmla="*/ 47 w 119"/>
                <a:gd name="T105" fmla="*/ 9 h 213"/>
                <a:gd name="T106" fmla="*/ 57 w 119"/>
                <a:gd name="T107" fmla="*/ 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9" h="213">
                  <a:moveTo>
                    <a:pt x="40" y="208"/>
                  </a:moveTo>
                  <a:lnTo>
                    <a:pt x="41" y="209"/>
                  </a:lnTo>
                  <a:lnTo>
                    <a:pt x="40" y="210"/>
                  </a:lnTo>
                  <a:lnTo>
                    <a:pt x="39" y="209"/>
                  </a:lnTo>
                  <a:lnTo>
                    <a:pt x="40" y="209"/>
                  </a:lnTo>
                  <a:lnTo>
                    <a:pt x="40" y="208"/>
                  </a:lnTo>
                  <a:close/>
                  <a:moveTo>
                    <a:pt x="37" y="205"/>
                  </a:moveTo>
                  <a:lnTo>
                    <a:pt x="37" y="206"/>
                  </a:lnTo>
                  <a:lnTo>
                    <a:pt x="37" y="206"/>
                  </a:lnTo>
                  <a:lnTo>
                    <a:pt x="37" y="205"/>
                  </a:lnTo>
                  <a:close/>
                  <a:moveTo>
                    <a:pt x="36" y="202"/>
                  </a:moveTo>
                  <a:lnTo>
                    <a:pt x="36" y="204"/>
                  </a:lnTo>
                  <a:lnTo>
                    <a:pt x="33" y="205"/>
                  </a:lnTo>
                  <a:lnTo>
                    <a:pt x="32" y="204"/>
                  </a:lnTo>
                  <a:lnTo>
                    <a:pt x="32" y="202"/>
                  </a:lnTo>
                  <a:lnTo>
                    <a:pt x="36" y="202"/>
                  </a:lnTo>
                  <a:close/>
                  <a:moveTo>
                    <a:pt x="10" y="200"/>
                  </a:moveTo>
                  <a:lnTo>
                    <a:pt x="12" y="202"/>
                  </a:lnTo>
                  <a:lnTo>
                    <a:pt x="14" y="204"/>
                  </a:lnTo>
                  <a:lnTo>
                    <a:pt x="11" y="204"/>
                  </a:lnTo>
                  <a:lnTo>
                    <a:pt x="11" y="205"/>
                  </a:lnTo>
                  <a:lnTo>
                    <a:pt x="12" y="206"/>
                  </a:lnTo>
                  <a:lnTo>
                    <a:pt x="14" y="206"/>
                  </a:lnTo>
                  <a:lnTo>
                    <a:pt x="14" y="209"/>
                  </a:lnTo>
                  <a:lnTo>
                    <a:pt x="12" y="209"/>
                  </a:lnTo>
                  <a:lnTo>
                    <a:pt x="11" y="208"/>
                  </a:lnTo>
                  <a:lnTo>
                    <a:pt x="8" y="206"/>
                  </a:lnTo>
                  <a:lnTo>
                    <a:pt x="7" y="205"/>
                  </a:lnTo>
                  <a:lnTo>
                    <a:pt x="6" y="204"/>
                  </a:lnTo>
                  <a:lnTo>
                    <a:pt x="7" y="202"/>
                  </a:lnTo>
                  <a:lnTo>
                    <a:pt x="10" y="204"/>
                  </a:lnTo>
                  <a:lnTo>
                    <a:pt x="10" y="202"/>
                  </a:lnTo>
                  <a:lnTo>
                    <a:pt x="8" y="202"/>
                  </a:lnTo>
                  <a:lnTo>
                    <a:pt x="8" y="200"/>
                  </a:lnTo>
                  <a:lnTo>
                    <a:pt x="10" y="200"/>
                  </a:lnTo>
                  <a:close/>
                  <a:moveTo>
                    <a:pt x="21" y="200"/>
                  </a:moveTo>
                  <a:lnTo>
                    <a:pt x="24" y="200"/>
                  </a:lnTo>
                  <a:lnTo>
                    <a:pt x="23" y="201"/>
                  </a:lnTo>
                  <a:lnTo>
                    <a:pt x="21" y="200"/>
                  </a:lnTo>
                  <a:close/>
                  <a:moveTo>
                    <a:pt x="28" y="198"/>
                  </a:moveTo>
                  <a:lnTo>
                    <a:pt x="29" y="201"/>
                  </a:lnTo>
                  <a:lnTo>
                    <a:pt x="28" y="201"/>
                  </a:lnTo>
                  <a:lnTo>
                    <a:pt x="28" y="201"/>
                  </a:lnTo>
                  <a:lnTo>
                    <a:pt x="28" y="198"/>
                  </a:lnTo>
                  <a:close/>
                  <a:moveTo>
                    <a:pt x="16" y="146"/>
                  </a:moveTo>
                  <a:lnTo>
                    <a:pt x="18" y="146"/>
                  </a:lnTo>
                  <a:lnTo>
                    <a:pt x="19" y="146"/>
                  </a:lnTo>
                  <a:lnTo>
                    <a:pt x="19" y="147"/>
                  </a:lnTo>
                  <a:lnTo>
                    <a:pt x="16" y="148"/>
                  </a:lnTo>
                  <a:lnTo>
                    <a:pt x="15" y="147"/>
                  </a:lnTo>
                  <a:lnTo>
                    <a:pt x="16" y="146"/>
                  </a:lnTo>
                  <a:close/>
                  <a:moveTo>
                    <a:pt x="18" y="142"/>
                  </a:moveTo>
                  <a:lnTo>
                    <a:pt x="19" y="143"/>
                  </a:lnTo>
                  <a:lnTo>
                    <a:pt x="18" y="144"/>
                  </a:lnTo>
                  <a:lnTo>
                    <a:pt x="16" y="144"/>
                  </a:lnTo>
                  <a:lnTo>
                    <a:pt x="18" y="142"/>
                  </a:lnTo>
                  <a:close/>
                  <a:moveTo>
                    <a:pt x="48" y="108"/>
                  </a:moveTo>
                  <a:lnTo>
                    <a:pt x="52" y="108"/>
                  </a:lnTo>
                  <a:lnTo>
                    <a:pt x="52" y="109"/>
                  </a:lnTo>
                  <a:lnTo>
                    <a:pt x="49" y="109"/>
                  </a:lnTo>
                  <a:lnTo>
                    <a:pt x="50" y="110"/>
                  </a:lnTo>
                  <a:lnTo>
                    <a:pt x="49" y="111"/>
                  </a:lnTo>
                  <a:lnTo>
                    <a:pt x="48" y="111"/>
                  </a:lnTo>
                  <a:lnTo>
                    <a:pt x="45" y="109"/>
                  </a:lnTo>
                  <a:lnTo>
                    <a:pt x="48" y="108"/>
                  </a:lnTo>
                  <a:close/>
                  <a:moveTo>
                    <a:pt x="64" y="0"/>
                  </a:moveTo>
                  <a:lnTo>
                    <a:pt x="66" y="1"/>
                  </a:lnTo>
                  <a:lnTo>
                    <a:pt x="69" y="5"/>
                  </a:lnTo>
                  <a:lnTo>
                    <a:pt x="70" y="6"/>
                  </a:lnTo>
                  <a:lnTo>
                    <a:pt x="73" y="8"/>
                  </a:lnTo>
                  <a:lnTo>
                    <a:pt x="77" y="8"/>
                  </a:lnTo>
                  <a:lnTo>
                    <a:pt x="78" y="10"/>
                  </a:lnTo>
                  <a:lnTo>
                    <a:pt x="81" y="11"/>
                  </a:lnTo>
                  <a:lnTo>
                    <a:pt x="79" y="14"/>
                  </a:lnTo>
                  <a:lnTo>
                    <a:pt x="78" y="18"/>
                  </a:lnTo>
                  <a:lnTo>
                    <a:pt x="78" y="23"/>
                  </a:lnTo>
                  <a:lnTo>
                    <a:pt x="75" y="25"/>
                  </a:lnTo>
                  <a:lnTo>
                    <a:pt x="73" y="26"/>
                  </a:lnTo>
                  <a:lnTo>
                    <a:pt x="75" y="26"/>
                  </a:lnTo>
                  <a:lnTo>
                    <a:pt x="74" y="29"/>
                  </a:lnTo>
                  <a:lnTo>
                    <a:pt x="74" y="33"/>
                  </a:lnTo>
                  <a:lnTo>
                    <a:pt x="75" y="35"/>
                  </a:lnTo>
                  <a:lnTo>
                    <a:pt x="77" y="40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3" y="46"/>
                  </a:lnTo>
                  <a:lnTo>
                    <a:pt x="85" y="47"/>
                  </a:lnTo>
                  <a:lnTo>
                    <a:pt x="90" y="51"/>
                  </a:lnTo>
                  <a:lnTo>
                    <a:pt x="91" y="52"/>
                  </a:lnTo>
                  <a:lnTo>
                    <a:pt x="90" y="56"/>
                  </a:lnTo>
                  <a:lnTo>
                    <a:pt x="89" y="60"/>
                  </a:lnTo>
                  <a:lnTo>
                    <a:pt x="86" y="65"/>
                  </a:lnTo>
                  <a:lnTo>
                    <a:pt x="89" y="68"/>
                  </a:lnTo>
                  <a:lnTo>
                    <a:pt x="90" y="72"/>
                  </a:lnTo>
                  <a:lnTo>
                    <a:pt x="95" y="80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101"/>
                  </a:lnTo>
                  <a:lnTo>
                    <a:pt x="98" y="104"/>
                  </a:lnTo>
                  <a:lnTo>
                    <a:pt x="100" y="104"/>
                  </a:lnTo>
                  <a:lnTo>
                    <a:pt x="98" y="106"/>
                  </a:lnTo>
                  <a:lnTo>
                    <a:pt x="98" y="110"/>
                  </a:lnTo>
                  <a:lnTo>
                    <a:pt x="99" y="111"/>
                  </a:lnTo>
                  <a:lnTo>
                    <a:pt x="103" y="113"/>
                  </a:lnTo>
                  <a:lnTo>
                    <a:pt x="103" y="114"/>
                  </a:lnTo>
                  <a:lnTo>
                    <a:pt x="103" y="115"/>
                  </a:lnTo>
                  <a:lnTo>
                    <a:pt x="103" y="119"/>
                  </a:lnTo>
                  <a:lnTo>
                    <a:pt x="104" y="122"/>
                  </a:lnTo>
                  <a:lnTo>
                    <a:pt x="108" y="125"/>
                  </a:lnTo>
                  <a:lnTo>
                    <a:pt x="108" y="129"/>
                  </a:lnTo>
                  <a:lnTo>
                    <a:pt x="106" y="131"/>
                  </a:lnTo>
                  <a:lnTo>
                    <a:pt x="104" y="135"/>
                  </a:lnTo>
                  <a:lnTo>
                    <a:pt x="111" y="143"/>
                  </a:lnTo>
                  <a:lnTo>
                    <a:pt x="114" y="144"/>
                  </a:lnTo>
                  <a:lnTo>
                    <a:pt x="119" y="150"/>
                  </a:lnTo>
                  <a:lnTo>
                    <a:pt x="119" y="154"/>
                  </a:lnTo>
                  <a:lnTo>
                    <a:pt x="116" y="161"/>
                  </a:lnTo>
                  <a:lnTo>
                    <a:pt x="111" y="169"/>
                  </a:lnTo>
                  <a:lnTo>
                    <a:pt x="108" y="176"/>
                  </a:lnTo>
                  <a:lnTo>
                    <a:pt x="106" y="181"/>
                  </a:lnTo>
                  <a:lnTo>
                    <a:pt x="102" y="186"/>
                  </a:lnTo>
                  <a:lnTo>
                    <a:pt x="99" y="188"/>
                  </a:lnTo>
                  <a:lnTo>
                    <a:pt x="94" y="193"/>
                  </a:lnTo>
                  <a:lnTo>
                    <a:pt x="94" y="196"/>
                  </a:lnTo>
                  <a:lnTo>
                    <a:pt x="94" y="197"/>
                  </a:lnTo>
                  <a:lnTo>
                    <a:pt x="94" y="198"/>
                  </a:lnTo>
                  <a:lnTo>
                    <a:pt x="91" y="197"/>
                  </a:lnTo>
                  <a:lnTo>
                    <a:pt x="91" y="196"/>
                  </a:lnTo>
                  <a:lnTo>
                    <a:pt x="89" y="196"/>
                  </a:lnTo>
                  <a:lnTo>
                    <a:pt x="89" y="196"/>
                  </a:lnTo>
                  <a:lnTo>
                    <a:pt x="89" y="197"/>
                  </a:lnTo>
                  <a:lnTo>
                    <a:pt x="89" y="198"/>
                  </a:lnTo>
                  <a:lnTo>
                    <a:pt x="85" y="200"/>
                  </a:lnTo>
                  <a:lnTo>
                    <a:pt x="83" y="197"/>
                  </a:lnTo>
                  <a:lnTo>
                    <a:pt x="81" y="198"/>
                  </a:lnTo>
                  <a:lnTo>
                    <a:pt x="79" y="200"/>
                  </a:lnTo>
                  <a:lnTo>
                    <a:pt x="78" y="198"/>
                  </a:lnTo>
                  <a:lnTo>
                    <a:pt x="77" y="198"/>
                  </a:lnTo>
                  <a:lnTo>
                    <a:pt x="77" y="200"/>
                  </a:lnTo>
                  <a:lnTo>
                    <a:pt x="75" y="200"/>
                  </a:lnTo>
                  <a:lnTo>
                    <a:pt x="74" y="197"/>
                  </a:lnTo>
                  <a:lnTo>
                    <a:pt x="74" y="200"/>
                  </a:lnTo>
                  <a:lnTo>
                    <a:pt x="73" y="198"/>
                  </a:lnTo>
                  <a:lnTo>
                    <a:pt x="72" y="197"/>
                  </a:lnTo>
                  <a:lnTo>
                    <a:pt x="70" y="197"/>
                  </a:lnTo>
                  <a:lnTo>
                    <a:pt x="72" y="200"/>
                  </a:lnTo>
                  <a:lnTo>
                    <a:pt x="70" y="200"/>
                  </a:lnTo>
                  <a:lnTo>
                    <a:pt x="69" y="202"/>
                  </a:lnTo>
                  <a:lnTo>
                    <a:pt x="68" y="202"/>
                  </a:lnTo>
                  <a:lnTo>
                    <a:pt x="69" y="200"/>
                  </a:lnTo>
                  <a:lnTo>
                    <a:pt x="68" y="200"/>
                  </a:lnTo>
                  <a:lnTo>
                    <a:pt x="66" y="202"/>
                  </a:lnTo>
                  <a:lnTo>
                    <a:pt x="64" y="202"/>
                  </a:lnTo>
                  <a:lnTo>
                    <a:pt x="61" y="201"/>
                  </a:lnTo>
                  <a:lnTo>
                    <a:pt x="61" y="202"/>
                  </a:lnTo>
                  <a:lnTo>
                    <a:pt x="56" y="206"/>
                  </a:lnTo>
                  <a:lnTo>
                    <a:pt x="54" y="206"/>
                  </a:lnTo>
                  <a:lnTo>
                    <a:pt x="50" y="209"/>
                  </a:lnTo>
                  <a:lnTo>
                    <a:pt x="48" y="209"/>
                  </a:lnTo>
                  <a:lnTo>
                    <a:pt x="47" y="210"/>
                  </a:lnTo>
                  <a:lnTo>
                    <a:pt x="47" y="208"/>
                  </a:lnTo>
                  <a:lnTo>
                    <a:pt x="45" y="209"/>
                  </a:lnTo>
                  <a:lnTo>
                    <a:pt x="44" y="213"/>
                  </a:lnTo>
                  <a:lnTo>
                    <a:pt x="43" y="211"/>
                  </a:lnTo>
                  <a:lnTo>
                    <a:pt x="44" y="209"/>
                  </a:lnTo>
                  <a:lnTo>
                    <a:pt x="43" y="208"/>
                  </a:lnTo>
                  <a:lnTo>
                    <a:pt x="40" y="204"/>
                  </a:lnTo>
                  <a:lnTo>
                    <a:pt x="41" y="202"/>
                  </a:lnTo>
                  <a:lnTo>
                    <a:pt x="41" y="200"/>
                  </a:lnTo>
                  <a:lnTo>
                    <a:pt x="39" y="202"/>
                  </a:lnTo>
                  <a:lnTo>
                    <a:pt x="37" y="202"/>
                  </a:lnTo>
                  <a:lnTo>
                    <a:pt x="39" y="201"/>
                  </a:lnTo>
                  <a:lnTo>
                    <a:pt x="37" y="200"/>
                  </a:lnTo>
                  <a:lnTo>
                    <a:pt x="33" y="200"/>
                  </a:lnTo>
                  <a:lnTo>
                    <a:pt x="32" y="198"/>
                  </a:lnTo>
                  <a:lnTo>
                    <a:pt x="31" y="200"/>
                  </a:lnTo>
                  <a:lnTo>
                    <a:pt x="28" y="196"/>
                  </a:lnTo>
                  <a:lnTo>
                    <a:pt x="27" y="198"/>
                  </a:lnTo>
                  <a:lnTo>
                    <a:pt x="25" y="197"/>
                  </a:lnTo>
                  <a:lnTo>
                    <a:pt x="23" y="198"/>
                  </a:lnTo>
                  <a:lnTo>
                    <a:pt x="21" y="197"/>
                  </a:lnTo>
                  <a:lnTo>
                    <a:pt x="21" y="196"/>
                  </a:lnTo>
                  <a:lnTo>
                    <a:pt x="23" y="193"/>
                  </a:lnTo>
                  <a:lnTo>
                    <a:pt x="21" y="190"/>
                  </a:lnTo>
                  <a:lnTo>
                    <a:pt x="21" y="186"/>
                  </a:lnTo>
                  <a:lnTo>
                    <a:pt x="23" y="185"/>
                  </a:lnTo>
                  <a:lnTo>
                    <a:pt x="23" y="181"/>
                  </a:lnTo>
                  <a:lnTo>
                    <a:pt x="24" y="180"/>
                  </a:lnTo>
                  <a:lnTo>
                    <a:pt x="23" y="177"/>
                  </a:lnTo>
                  <a:lnTo>
                    <a:pt x="23" y="176"/>
                  </a:lnTo>
                  <a:lnTo>
                    <a:pt x="21" y="175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68"/>
                  </a:lnTo>
                  <a:lnTo>
                    <a:pt x="20" y="167"/>
                  </a:lnTo>
                  <a:lnTo>
                    <a:pt x="20" y="164"/>
                  </a:lnTo>
                  <a:lnTo>
                    <a:pt x="19" y="163"/>
                  </a:lnTo>
                  <a:lnTo>
                    <a:pt x="18" y="164"/>
                  </a:lnTo>
                  <a:lnTo>
                    <a:pt x="18" y="161"/>
                  </a:lnTo>
                  <a:lnTo>
                    <a:pt x="18" y="160"/>
                  </a:lnTo>
                  <a:lnTo>
                    <a:pt x="18" y="159"/>
                  </a:lnTo>
                  <a:lnTo>
                    <a:pt x="16" y="156"/>
                  </a:lnTo>
                  <a:lnTo>
                    <a:pt x="18" y="155"/>
                  </a:lnTo>
                  <a:lnTo>
                    <a:pt x="19" y="155"/>
                  </a:lnTo>
                  <a:lnTo>
                    <a:pt x="20" y="152"/>
                  </a:lnTo>
                  <a:lnTo>
                    <a:pt x="19" y="150"/>
                  </a:lnTo>
                  <a:lnTo>
                    <a:pt x="20" y="150"/>
                  </a:lnTo>
                  <a:lnTo>
                    <a:pt x="19" y="147"/>
                  </a:lnTo>
                  <a:lnTo>
                    <a:pt x="21" y="146"/>
                  </a:lnTo>
                  <a:lnTo>
                    <a:pt x="23" y="147"/>
                  </a:lnTo>
                  <a:lnTo>
                    <a:pt x="23" y="148"/>
                  </a:lnTo>
                  <a:lnTo>
                    <a:pt x="24" y="148"/>
                  </a:lnTo>
                  <a:lnTo>
                    <a:pt x="25" y="147"/>
                  </a:lnTo>
                  <a:lnTo>
                    <a:pt x="27" y="146"/>
                  </a:lnTo>
                  <a:lnTo>
                    <a:pt x="28" y="144"/>
                  </a:lnTo>
                  <a:lnTo>
                    <a:pt x="28" y="143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8" y="142"/>
                  </a:lnTo>
                  <a:lnTo>
                    <a:pt x="28" y="140"/>
                  </a:lnTo>
                  <a:lnTo>
                    <a:pt x="29" y="138"/>
                  </a:lnTo>
                  <a:lnTo>
                    <a:pt x="31" y="136"/>
                  </a:lnTo>
                  <a:lnTo>
                    <a:pt x="32" y="138"/>
                  </a:lnTo>
                  <a:lnTo>
                    <a:pt x="35" y="139"/>
                  </a:lnTo>
                  <a:lnTo>
                    <a:pt x="33" y="138"/>
                  </a:lnTo>
                  <a:lnTo>
                    <a:pt x="32" y="135"/>
                  </a:lnTo>
                  <a:lnTo>
                    <a:pt x="33" y="133"/>
                  </a:lnTo>
                  <a:lnTo>
                    <a:pt x="36" y="133"/>
                  </a:lnTo>
                  <a:lnTo>
                    <a:pt x="37" y="131"/>
                  </a:lnTo>
                  <a:lnTo>
                    <a:pt x="36" y="129"/>
                  </a:lnTo>
                  <a:lnTo>
                    <a:pt x="37" y="129"/>
                  </a:lnTo>
                  <a:lnTo>
                    <a:pt x="37" y="130"/>
                  </a:lnTo>
                  <a:lnTo>
                    <a:pt x="39" y="129"/>
                  </a:lnTo>
                  <a:lnTo>
                    <a:pt x="39" y="126"/>
                  </a:lnTo>
                  <a:lnTo>
                    <a:pt x="43" y="122"/>
                  </a:lnTo>
                  <a:lnTo>
                    <a:pt x="44" y="121"/>
                  </a:lnTo>
                  <a:lnTo>
                    <a:pt x="44" y="119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9" y="113"/>
                  </a:lnTo>
                  <a:lnTo>
                    <a:pt x="52" y="113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2" y="111"/>
                  </a:lnTo>
                  <a:lnTo>
                    <a:pt x="53" y="110"/>
                  </a:lnTo>
                  <a:lnTo>
                    <a:pt x="56" y="111"/>
                  </a:lnTo>
                  <a:lnTo>
                    <a:pt x="52" y="108"/>
                  </a:lnTo>
                  <a:lnTo>
                    <a:pt x="53" y="108"/>
                  </a:lnTo>
                  <a:lnTo>
                    <a:pt x="53" y="104"/>
                  </a:lnTo>
                  <a:lnTo>
                    <a:pt x="52" y="102"/>
                  </a:lnTo>
                  <a:lnTo>
                    <a:pt x="53" y="101"/>
                  </a:lnTo>
                  <a:lnTo>
                    <a:pt x="50" y="98"/>
                  </a:lnTo>
                  <a:lnTo>
                    <a:pt x="47" y="98"/>
                  </a:lnTo>
                  <a:lnTo>
                    <a:pt x="44" y="96"/>
                  </a:lnTo>
                  <a:lnTo>
                    <a:pt x="41" y="96"/>
                  </a:lnTo>
                  <a:lnTo>
                    <a:pt x="41" y="94"/>
                  </a:lnTo>
                  <a:lnTo>
                    <a:pt x="41" y="92"/>
                  </a:lnTo>
                  <a:lnTo>
                    <a:pt x="40" y="90"/>
                  </a:lnTo>
                  <a:lnTo>
                    <a:pt x="37" y="86"/>
                  </a:lnTo>
                  <a:lnTo>
                    <a:pt x="35" y="86"/>
                  </a:lnTo>
                  <a:lnTo>
                    <a:pt x="35" y="83"/>
                  </a:lnTo>
                  <a:lnTo>
                    <a:pt x="35" y="81"/>
                  </a:lnTo>
                  <a:lnTo>
                    <a:pt x="35" y="76"/>
                  </a:lnTo>
                  <a:lnTo>
                    <a:pt x="35" y="75"/>
                  </a:lnTo>
                  <a:lnTo>
                    <a:pt x="35" y="72"/>
                  </a:lnTo>
                  <a:lnTo>
                    <a:pt x="35" y="68"/>
                  </a:lnTo>
                  <a:lnTo>
                    <a:pt x="33" y="67"/>
                  </a:lnTo>
                  <a:lnTo>
                    <a:pt x="32" y="63"/>
                  </a:lnTo>
                  <a:lnTo>
                    <a:pt x="33" y="61"/>
                  </a:lnTo>
                  <a:lnTo>
                    <a:pt x="33" y="59"/>
                  </a:lnTo>
                  <a:lnTo>
                    <a:pt x="29" y="59"/>
                  </a:lnTo>
                  <a:lnTo>
                    <a:pt x="29" y="56"/>
                  </a:lnTo>
                  <a:lnTo>
                    <a:pt x="31" y="54"/>
                  </a:lnTo>
                  <a:lnTo>
                    <a:pt x="29" y="50"/>
                  </a:lnTo>
                  <a:lnTo>
                    <a:pt x="31" y="47"/>
                  </a:lnTo>
                  <a:lnTo>
                    <a:pt x="29" y="46"/>
                  </a:lnTo>
                  <a:lnTo>
                    <a:pt x="28" y="46"/>
                  </a:lnTo>
                  <a:lnTo>
                    <a:pt x="25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0"/>
                  </a:lnTo>
                  <a:lnTo>
                    <a:pt x="21" y="38"/>
                  </a:lnTo>
                  <a:lnTo>
                    <a:pt x="19" y="38"/>
                  </a:lnTo>
                  <a:lnTo>
                    <a:pt x="18" y="36"/>
                  </a:lnTo>
                  <a:lnTo>
                    <a:pt x="12" y="36"/>
                  </a:lnTo>
                  <a:lnTo>
                    <a:pt x="10" y="34"/>
                  </a:lnTo>
                  <a:lnTo>
                    <a:pt x="6" y="29"/>
                  </a:lnTo>
                  <a:lnTo>
                    <a:pt x="3" y="27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3" y="25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4" y="19"/>
                  </a:lnTo>
                  <a:lnTo>
                    <a:pt x="7" y="19"/>
                  </a:lnTo>
                  <a:lnTo>
                    <a:pt x="8" y="22"/>
                  </a:lnTo>
                  <a:lnTo>
                    <a:pt x="14" y="26"/>
                  </a:lnTo>
                  <a:lnTo>
                    <a:pt x="14" y="29"/>
                  </a:lnTo>
                  <a:lnTo>
                    <a:pt x="16" y="31"/>
                  </a:lnTo>
                  <a:lnTo>
                    <a:pt x="19" y="33"/>
                  </a:lnTo>
                  <a:lnTo>
                    <a:pt x="25" y="33"/>
                  </a:lnTo>
                  <a:lnTo>
                    <a:pt x="28" y="30"/>
                  </a:lnTo>
                  <a:lnTo>
                    <a:pt x="29" y="29"/>
                  </a:lnTo>
                  <a:lnTo>
                    <a:pt x="32" y="29"/>
                  </a:lnTo>
                  <a:lnTo>
                    <a:pt x="36" y="31"/>
                  </a:lnTo>
                  <a:lnTo>
                    <a:pt x="39" y="31"/>
                  </a:lnTo>
                  <a:lnTo>
                    <a:pt x="40" y="29"/>
                  </a:lnTo>
                  <a:lnTo>
                    <a:pt x="41" y="29"/>
                  </a:lnTo>
                  <a:lnTo>
                    <a:pt x="44" y="26"/>
                  </a:lnTo>
                  <a:lnTo>
                    <a:pt x="45" y="27"/>
                  </a:lnTo>
                  <a:lnTo>
                    <a:pt x="48" y="26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7" y="18"/>
                  </a:lnTo>
                  <a:lnTo>
                    <a:pt x="47" y="11"/>
                  </a:lnTo>
                  <a:lnTo>
                    <a:pt x="48" y="10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50" y="5"/>
                  </a:lnTo>
                  <a:lnTo>
                    <a:pt x="49" y="4"/>
                  </a:lnTo>
                  <a:lnTo>
                    <a:pt x="52" y="2"/>
                  </a:lnTo>
                  <a:lnTo>
                    <a:pt x="56" y="4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8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3" name="Freeform 378"/>
            <p:cNvSpPr>
              <a:spLocks noEditPoints="1"/>
            </p:cNvSpPr>
            <p:nvPr/>
          </p:nvSpPr>
          <p:spPr bwMode="auto">
            <a:xfrm>
              <a:off x="6333719" y="2282139"/>
              <a:ext cx="162416" cy="109124"/>
            </a:xfrm>
            <a:custGeom>
              <a:avLst/>
              <a:gdLst>
                <a:gd name="T0" fmla="*/ 7 w 64"/>
                <a:gd name="T1" fmla="*/ 22 h 43"/>
                <a:gd name="T2" fmla="*/ 12 w 64"/>
                <a:gd name="T3" fmla="*/ 23 h 43"/>
                <a:gd name="T4" fmla="*/ 14 w 64"/>
                <a:gd name="T5" fmla="*/ 25 h 43"/>
                <a:gd name="T6" fmla="*/ 12 w 64"/>
                <a:gd name="T7" fmla="*/ 25 h 43"/>
                <a:gd name="T8" fmla="*/ 10 w 64"/>
                <a:gd name="T9" fmla="*/ 29 h 43"/>
                <a:gd name="T10" fmla="*/ 4 w 64"/>
                <a:gd name="T11" fmla="*/ 33 h 43"/>
                <a:gd name="T12" fmla="*/ 3 w 64"/>
                <a:gd name="T13" fmla="*/ 35 h 43"/>
                <a:gd name="T14" fmla="*/ 2 w 64"/>
                <a:gd name="T15" fmla="*/ 33 h 43"/>
                <a:gd name="T16" fmla="*/ 4 w 64"/>
                <a:gd name="T17" fmla="*/ 31 h 43"/>
                <a:gd name="T18" fmla="*/ 0 w 64"/>
                <a:gd name="T19" fmla="*/ 29 h 43"/>
                <a:gd name="T20" fmla="*/ 2 w 64"/>
                <a:gd name="T21" fmla="*/ 26 h 43"/>
                <a:gd name="T22" fmla="*/ 0 w 64"/>
                <a:gd name="T23" fmla="*/ 25 h 43"/>
                <a:gd name="T24" fmla="*/ 0 w 64"/>
                <a:gd name="T25" fmla="*/ 23 h 43"/>
                <a:gd name="T26" fmla="*/ 3 w 64"/>
                <a:gd name="T27" fmla="*/ 25 h 43"/>
                <a:gd name="T28" fmla="*/ 4 w 64"/>
                <a:gd name="T29" fmla="*/ 23 h 43"/>
                <a:gd name="T30" fmla="*/ 12 w 64"/>
                <a:gd name="T31" fmla="*/ 21 h 43"/>
                <a:gd name="T32" fmla="*/ 16 w 64"/>
                <a:gd name="T33" fmla="*/ 23 h 43"/>
                <a:gd name="T34" fmla="*/ 12 w 64"/>
                <a:gd name="T35" fmla="*/ 22 h 43"/>
                <a:gd name="T36" fmla="*/ 14 w 64"/>
                <a:gd name="T37" fmla="*/ 14 h 43"/>
                <a:gd name="T38" fmla="*/ 12 w 64"/>
                <a:gd name="T39" fmla="*/ 16 h 43"/>
                <a:gd name="T40" fmla="*/ 14 w 64"/>
                <a:gd name="T41" fmla="*/ 14 h 43"/>
                <a:gd name="T42" fmla="*/ 7 w 64"/>
                <a:gd name="T43" fmla="*/ 14 h 43"/>
                <a:gd name="T44" fmla="*/ 11 w 64"/>
                <a:gd name="T45" fmla="*/ 16 h 43"/>
                <a:gd name="T46" fmla="*/ 11 w 64"/>
                <a:gd name="T47" fmla="*/ 17 h 43"/>
                <a:gd name="T48" fmla="*/ 7 w 64"/>
                <a:gd name="T49" fmla="*/ 21 h 43"/>
                <a:gd name="T50" fmla="*/ 4 w 64"/>
                <a:gd name="T51" fmla="*/ 18 h 43"/>
                <a:gd name="T52" fmla="*/ 2 w 64"/>
                <a:gd name="T53" fmla="*/ 18 h 43"/>
                <a:gd name="T54" fmla="*/ 6 w 64"/>
                <a:gd name="T55" fmla="*/ 16 h 43"/>
                <a:gd name="T56" fmla="*/ 36 w 64"/>
                <a:gd name="T57" fmla="*/ 0 h 43"/>
                <a:gd name="T58" fmla="*/ 41 w 64"/>
                <a:gd name="T59" fmla="*/ 2 h 43"/>
                <a:gd name="T60" fmla="*/ 48 w 64"/>
                <a:gd name="T61" fmla="*/ 2 h 43"/>
                <a:gd name="T62" fmla="*/ 61 w 64"/>
                <a:gd name="T63" fmla="*/ 6 h 43"/>
                <a:gd name="T64" fmla="*/ 62 w 64"/>
                <a:gd name="T65" fmla="*/ 6 h 43"/>
                <a:gd name="T66" fmla="*/ 62 w 64"/>
                <a:gd name="T67" fmla="*/ 8 h 43"/>
                <a:gd name="T68" fmla="*/ 60 w 64"/>
                <a:gd name="T69" fmla="*/ 14 h 43"/>
                <a:gd name="T70" fmla="*/ 57 w 64"/>
                <a:gd name="T71" fmla="*/ 23 h 43"/>
                <a:gd name="T72" fmla="*/ 64 w 64"/>
                <a:gd name="T73" fmla="*/ 35 h 43"/>
                <a:gd name="T74" fmla="*/ 61 w 64"/>
                <a:gd name="T75" fmla="*/ 39 h 43"/>
                <a:gd name="T76" fmla="*/ 56 w 64"/>
                <a:gd name="T77" fmla="*/ 42 h 43"/>
                <a:gd name="T78" fmla="*/ 50 w 64"/>
                <a:gd name="T79" fmla="*/ 41 h 43"/>
                <a:gd name="T80" fmla="*/ 46 w 64"/>
                <a:gd name="T81" fmla="*/ 37 h 43"/>
                <a:gd name="T82" fmla="*/ 41 w 64"/>
                <a:gd name="T83" fmla="*/ 35 h 43"/>
                <a:gd name="T84" fmla="*/ 39 w 64"/>
                <a:gd name="T85" fmla="*/ 31 h 43"/>
                <a:gd name="T86" fmla="*/ 37 w 64"/>
                <a:gd name="T87" fmla="*/ 34 h 43"/>
                <a:gd name="T88" fmla="*/ 31 w 64"/>
                <a:gd name="T89" fmla="*/ 33 h 43"/>
                <a:gd name="T90" fmla="*/ 27 w 64"/>
                <a:gd name="T91" fmla="*/ 35 h 43"/>
                <a:gd name="T92" fmla="*/ 28 w 64"/>
                <a:gd name="T93" fmla="*/ 27 h 43"/>
                <a:gd name="T94" fmla="*/ 24 w 64"/>
                <a:gd name="T95" fmla="*/ 27 h 43"/>
                <a:gd name="T96" fmla="*/ 23 w 64"/>
                <a:gd name="T97" fmla="*/ 30 h 43"/>
                <a:gd name="T98" fmla="*/ 17 w 64"/>
                <a:gd name="T99" fmla="*/ 23 h 43"/>
                <a:gd name="T100" fmla="*/ 19 w 64"/>
                <a:gd name="T101" fmla="*/ 21 h 43"/>
                <a:gd name="T102" fmla="*/ 17 w 64"/>
                <a:gd name="T103" fmla="*/ 18 h 43"/>
                <a:gd name="T104" fmla="*/ 16 w 64"/>
                <a:gd name="T105" fmla="*/ 20 h 43"/>
                <a:gd name="T106" fmla="*/ 17 w 64"/>
                <a:gd name="T107" fmla="*/ 9 h 43"/>
                <a:gd name="T108" fmla="*/ 23 w 64"/>
                <a:gd name="T109" fmla="*/ 8 h 43"/>
                <a:gd name="T110" fmla="*/ 25 w 64"/>
                <a:gd name="T111" fmla="*/ 5 h 43"/>
                <a:gd name="T112" fmla="*/ 28 w 64"/>
                <a:gd name="T113" fmla="*/ 4 h 43"/>
                <a:gd name="T114" fmla="*/ 33 w 64"/>
                <a:gd name="T115" fmla="*/ 5 h 43"/>
                <a:gd name="T116" fmla="*/ 36 w 64"/>
                <a:gd name="T117" fmla="*/ 4 h 43"/>
                <a:gd name="T118" fmla="*/ 35 w 64"/>
                <a:gd name="T119" fmla="*/ 1 h 43"/>
                <a:gd name="T120" fmla="*/ 36 w 64"/>
                <a:gd name="T12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4" h="43">
                  <a:moveTo>
                    <a:pt x="6" y="22"/>
                  </a:moveTo>
                  <a:lnTo>
                    <a:pt x="7" y="22"/>
                  </a:lnTo>
                  <a:lnTo>
                    <a:pt x="11" y="22"/>
                  </a:lnTo>
                  <a:lnTo>
                    <a:pt x="12" y="23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6"/>
                  </a:lnTo>
                  <a:lnTo>
                    <a:pt x="12" y="25"/>
                  </a:lnTo>
                  <a:lnTo>
                    <a:pt x="11" y="27"/>
                  </a:lnTo>
                  <a:lnTo>
                    <a:pt x="10" y="29"/>
                  </a:lnTo>
                  <a:lnTo>
                    <a:pt x="6" y="30"/>
                  </a:lnTo>
                  <a:lnTo>
                    <a:pt x="4" y="33"/>
                  </a:lnTo>
                  <a:lnTo>
                    <a:pt x="4" y="34"/>
                  </a:lnTo>
                  <a:lnTo>
                    <a:pt x="3" y="35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3" y="33"/>
                  </a:lnTo>
                  <a:lnTo>
                    <a:pt x="4" y="31"/>
                  </a:lnTo>
                  <a:lnTo>
                    <a:pt x="2" y="29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3" y="25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6" y="22"/>
                  </a:lnTo>
                  <a:close/>
                  <a:moveTo>
                    <a:pt x="12" y="21"/>
                  </a:moveTo>
                  <a:lnTo>
                    <a:pt x="15" y="21"/>
                  </a:lnTo>
                  <a:lnTo>
                    <a:pt x="16" y="23"/>
                  </a:lnTo>
                  <a:lnTo>
                    <a:pt x="15" y="23"/>
                  </a:lnTo>
                  <a:lnTo>
                    <a:pt x="12" y="22"/>
                  </a:lnTo>
                  <a:lnTo>
                    <a:pt x="12" y="21"/>
                  </a:lnTo>
                  <a:close/>
                  <a:moveTo>
                    <a:pt x="14" y="14"/>
                  </a:moveTo>
                  <a:lnTo>
                    <a:pt x="15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4" y="14"/>
                  </a:lnTo>
                  <a:close/>
                  <a:moveTo>
                    <a:pt x="6" y="14"/>
                  </a:moveTo>
                  <a:lnTo>
                    <a:pt x="7" y="14"/>
                  </a:lnTo>
                  <a:lnTo>
                    <a:pt x="8" y="16"/>
                  </a:lnTo>
                  <a:lnTo>
                    <a:pt x="11" y="16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8" y="18"/>
                  </a:lnTo>
                  <a:lnTo>
                    <a:pt x="7" y="21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4"/>
                  </a:lnTo>
                  <a:close/>
                  <a:moveTo>
                    <a:pt x="36" y="0"/>
                  </a:moveTo>
                  <a:lnTo>
                    <a:pt x="39" y="2"/>
                  </a:lnTo>
                  <a:lnTo>
                    <a:pt x="41" y="2"/>
                  </a:lnTo>
                  <a:lnTo>
                    <a:pt x="42" y="4"/>
                  </a:lnTo>
                  <a:lnTo>
                    <a:pt x="48" y="2"/>
                  </a:lnTo>
                  <a:lnTo>
                    <a:pt x="52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2" y="6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1" y="10"/>
                  </a:lnTo>
                  <a:lnTo>
                    <a:pt x="60" y="14"/>
                  </a:lnTo>
                  <a:lnTo>
                    <a:pt x="58" y="14"/>
                  </a:lnTo>
                  <a:lnTo>
                    <a:pt x="57" y="23"/>
                  </a:lnTo>
                  <a:lnTo>
                    <a:pt x="64" y="34"/>
                  </a:lnTo>
                  <a:lnTo>
                    <a:pt x="64" y="35"/>
                  </a:lnTo>
                  <a:lnTo>
                    <a:pt x="61" y="38"/>
                  </a:lnTo>
                  <a:lnTo>
                    <a:pt x="61" y="39"/>
                  </a:lnTo>
                  <a:lnTo>
                    <a:pt x="60" y="42"/>
                  </a:lnTo>
                  <a:lnTo>
                    <a:pt x="56" y="42"/>
                  </a:lnTo>
                  <a:lnTo>
                    <a:pt x="52" y="43"/>
                  </a:lnTo>
                  <a:lnTo>
                    <a:pt x="50" y="41"/>
                  </a:lnTo>
                  <a:lnTo>
                    <a:pt x="48" y="39"/>
                  </a:lnTo>
                  <a:lnTo>
                    <a:pt x="46" y="37"/>
                  </a:lnTo>
                  <a:lnTo>
                    <a:pt x="42" y="35"/>
                  </a:lnTo>
                  <a:lnTo>
                    <a:pt x="41" y="35"/>
                  </a:lnTo>
                  <a:lnTo>
                    <a:pt x="41" y="33"/>
                  </a:lnTo>
                  <a:lnTo>
                    <a:pt x="39" y="31"/>
                  </a:lnTo>
                  <a:lnTo>
                    <a:pt x="39" y="34"/>
                  </a:lnTo>
                  <a:lnTo>
                    <a:pt x="37" y="34"/>
                  </a:lnTo>
                  <a:lnTo>
                    <a:pt x="35" y="31"/>
                  </a:lnTo>
                  <a:lnTo>
                    <a:pt x="31" y="33"/>
                  </a:lnTo>
                  <a:lnTo>
                    <a:pt x="28" y="34"/>
                  </a:lnTo>
                  <a:lnTo>
                    <a:pt x="27" y="35"/>
                  </a:lnTo>
                  <a:lnTo>
                    <a:pt x="27" y="34"/>
                  </a:lnTo>
                  <a:lnTo>
                    <a:pt x="28" y="27"/>
                  </a:lnTo>
                  <a:lnTo>
                    <a:pt x="27" y="26"/>
                  </a:lnTo>
                  <a:lnTo>
                    <a:pt x="24" y="27"/>
                  </a:lnTo>
                  <a:lnTo>
                    <a:pt x="24" y="30"/>
                  </a:lnTo>
                  <a:lnTo>
                    <a:pt x="23" y="30"/>
                  </a:lnTo>
                  <a:lnTo>
                    <a:pt x="20" y="27"/>
                  </a:lnTo>
                  <a:lnTo>
                    <a:pt x="17" y="23"/>
                  </a:lnTo>
                  <a:lnTo>
                    <a:pt x="17" y="21"/>
                  </a:lnTo>
                  <a:lnTo>
                    <a:pt x="19" y="21"/>
                  </a:lnTo>
                  <a:lnTo>
                    <a:pt x="20" y="20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6" y="20"/>
                  </a:lnTo>
                  <a:lnTo>
                    <a:pt x="16" y="12"/>
                  </a:lnTo>
                  <a:lnTo>
                    <a:pt x="17" y="9"/>
                  </a:lnTo>
                  <a:lnTo>
                    <a:pt x="21" y="8"/>
                  </a:lnTo>
                  <a:lnTo>
                    <a:pt x="23" y="8"/>
                  </a:lnTo>
                  <a:lnTo>
                    <a:pt x="23" y="6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5" y="1"/>
                  </a:lnTo>
                  <a:lnTo>
                    <a:pt x="36" y="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4" name="Freeform 379"/>
            <p:cNvSpPr>
              <a:spLocks/>
            </p:cNvSpPr>
            <p:nvPr/>
          </p:nvSpPr>
          <p:spPr bwMode="auto">
            <a:xfrm>
              <a:off x="6318492" y="2360809"/>
              <a:ext cx="190332" cy="104048"/>
            </a:xfrm>
            <a:custGeom>
              <a:avLst/>
              <a:gdLst>
                <a:gd name="T0" fmla="*/ 43 w 75"/>
                <a:gd name="T1" fmla="*/ 3 h 41"/>
                <a:gd name="T2" fmla="*/ 45 w 75"/>
                <a:gd name="T3" fmla="*/ 0 h 41"/>
                <a:gd name="T4" fmla="*/ 47 w 75"/>
                <a:gd name="T5" fmla="*/ 4 h 41"/>
                <a:gd name="T6" fmla="*/ 52 w 75"/>
                <a:gd name="T7" fmla="*/ 6 h 41"/>
                <a:gd name="T8" fmla="*/ 56 w 75"/>
                <a:gd name="T9" fmla="*/ 10 h 41"/>
                <a:gd name="T10" fmla="*/ 62 w 75"/>
                <a:gd name="T11" fmla="*/ 11 h 41"/>
                <a:gd name="T12" fmla="*/ 68 w 75"/>
                <a:gd name="T13" fmla="*/ 14 h 41"/>
                <a:gd name="T14" fmla="*/ 70 w 75"/>
                <a:gd name="T15" fmla="*/ 16 h 41"/>
                <a:gd name="T16" fmla="*/ 70 w 75"/>
                <a:gd name="T17" fmla="*/ 19 h 41"/>
                <a:gd name="T18" fmla="*/ 72 w 75"/>
                <a:gd name="T19" fmla="*/ 23 h 41"/>
                <a:gd name="T20" fmla="*/ 75 w 75"/>
                <a:gd name="T21" fmla="*/ 29 h 41"/>
                <a:gd name="T22" fmla="*/ 73 w 75"/>
                <a:gd name="T23" fmla="*/ 33 h 41"/>
                <a:gd name="T24" fmla="*/ 70 w 75"/>
                <a:gd name="T25" fmla="*/ 36 h 41"/>
                <a:gd name="T26" fmla="*/ 64 w 75"/>
                <a:gd name="T27" fmla="*/ 40 h 41"/>
                <a:gd name="T28" fmla="*/ 60 w 75"/>
                <a:gd name="T29" fmla="*/ 41 h 41"/>
                <a:gd name="T30" fmla="*/ 56 w 75"/>
                <a:gd name="T31" fmla="*/ 40 h 41"/>
                <a:gd name="T32" fmla="*/ 51 w 75"/>
                <a:gd name="T33" fmla="*/ 36 h 41"/>
                <a:gd name="T34" fmla="*/ 45 w 75"/>
                <a:gd name="T35" fmla="*/ 32 h 41"/>
                <a:gd name="T36" fmla="*/ 37 w 75"/>
                <a:gd name="T37" fmla="*/ 33 h 41"/>
                <a:gd name="T38" fmla="*/ 31 w 75"/>
                <a:gd name="T39" fmla="*/ 32 h 41"/>
                <a:gd name="T40" fmla="*/ 27 w 75"/>
                <a:gd name="T41" fmla="*/ 29 h 41"/>
                <a:gd name="T42" fmla="*/ 25 w 75"/>
                <a:gd name="T43" fmla="*/ 29 h 41"/>
                <a:gd name="T44" fmla="*/ 21 w 75"/>
                <a:gd name="T45" fmla="*/ 29 h 41"/>
                <a:gd name="T46" fmla="*/ 14 w 75"/>
                <a:gd name="T47" fmla="*/ 29 h 41"/>
                <a:gd name="T48" fmla="*/ 5 w 75"/>
                <a:gd name="T49" fmla="*/ 33 h 41"/>
                <a:gd name="T50" fmla="*/ 2 w 75"/>
                <a:gd name="T51" fmla="*/ 36 h 41"/>
                <a:gd name="T52" fmla="*/ 1 w 75"/>
                <a:gd name="T53" fmla="*/ 35 h 41"/>
                <a:gd name="T54" fmla="*/ 1 w 75"/>
                <a:gd name="T55" fmla="*/ 28 h 41"/>
                <a:gd name="T56" fmla="*/ 1 w 75"/>
                <a:gd name="T57" fmla="*/ 23 h 41"/>
                <a:gd name="T58" fmla="*/ 4 w 75"/>
                <a:gd name="T59" fmla="*/ 15 h 41"/>
                <a:gd name="T60" fmla="*/ 5 w 75"/>
                <a:gd name="T61" fmla="*/ 14 h 41"/>
                <a:gd name="T62" fmla="*/ 9 w 75"/>
                <a:gd name="T63" fmla="*/ 10 h 41"/>
                <a:gd name="T64" fmla="*/ 13 w 75"/>
                <a:gd name="T65" fmla="*/ 8 h 41"/>
                <a:gd name="T66" fmla="*/ 17 w 75"/>
                <a:gd name="T67" fmla="*/ 6 h 41"/>
                <a:gd name="T68" fmla="*/ 22 w 75"/>
                <a:gd name="T69" fmla="*/ 16 h 41"/>
                <a:gd name="T70" fmla="*/ 25 w 75"/>
                <a:gd name="T71" fmla="*/ 20 h 41"/>
                <a:gd name="T72" fmla="*/ 31 w 75"/>
                <a:gd name="T73" fmla="*/ 16 h 41"/>
                <a:gd name="T74" fmla="*/ 33 w 75"/>
                <a:gd name="T75" fmla="*/ 7 h 41"/>
                <a:gd name="T76" fmla="*/ 34 w 75"/>
                <a:gd name="T77" fmla="*/ 3 h 41"/>
                <a:gd name="T78" fmla="*/ 41 w 75"/>
                <a:gd name="T7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5" h="41">
                  <a:moveTo>
                    <a:pt x="41" y="0"/>
                  </a:moveTo>
                  <a:lnTo>
                    <a:pt x="43" y="3"/>
                  </a:lnTo>
                  <a:lnTo>
                    <a:pt x="45" y="3"/>
                  </a:lnTo>
                  <a:lnTo>
                    <a:pt x="45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8" y="4"/>
                  </a:lnTo>
                  <a:lnTo>
                    <a:pt x="52" y="6"/>
                  </a:lnTo>
                  <a:lnTo>
                    <a:pt x="54" y="8"/>
                  </a:lnTo>
                  <a:lnTo>
                    <a:pt x="56" y="10"/>
                  </a:lnTo>
                  <a:lnTo>
                    <a:pt x="58" y="12"/>
                  </a:lnTo>
                  <a:lnTo>
                    <a:pt x="62" y="11"/>
                  </a:lnTo>
                  <a:lnTo>
                    <a:pt x="68" y="12"/>
                  </a:lnTo>
                  <a:lnTo>
                    <a:pt x="68" y="14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0" y="19"/>
                  </a:lnTo>
                  <a:lnTo>
                    <a:pt x="71" y="23"/>
                  </a:lnTo>
                  <a:lnTo>
                    <a:pt x="72" y="23"/>
                  </a:lnTo>
                  <a:lnTo>
                    <a:pt x="72" y="27"/>
                  </a:lnTo>
                  <a:lnTo>
                    <a:pt x="75" y="29"/>
                  </a:lnTo>
                  <a:lnTo>
                    <a:pt x="75" y="32"/>
                  </a:lnTo>
                  <a:lnTo>
                    <a:pt x="73" y="33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9"/>
                  </a:lnTo>
                  <a:lnTo>
                    <a:pt x="64" y="40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59" y="41"/>
                  </a:lnTo>
                  <a:lnTo>
                    <a:pt x="56" y="40"/>
                  </a:lnTo>
                  <a:lnTo>
                    <a:pt x="54" y="37"/>
                  </a:lnTo>
                  <a:lnTo>
                    <a:pt x="51" y="36"/>
                  </a:lnTo>
                  <a:lnTo>
                    <a:pt x="47" y="33"/>
                  </a:lnTo>
                  <a:lnTo>
                    <a:pt x="45" y="32"/>
                  </a:lnTo>
                  <a:lnTo>
                    <a:pt x="41" y="31"/>
                  </a:lnTo>
                  <a:lnTo>
                    <a:pt x="37" y="33"/>
                  </a:lnTo>
                  <a:lnTo>
                    <a:pt x="35" y="32"/>
                  </a:lnTo>
                  <a:lnTo>
                    <a:pt x="31" y="32"/>
                  </a:lnTo>
                  <a:lnTo>
                    <a:pt x="30" y="31"/>
                  </a:lnTo>
                  <a:lnTo>
                    <a:pt x="27" y="29"/>
                  </a:lnTo>
                  <a:lnTo>
                    <a:pt x="27" y="28"/>
                  </a:lnTo>
                  <a:lnTo>
                    <a:pt x="25" y="29"/>
                  </a:lnTo>
                  <a:lnTo>
                    <a:pt x="22" y="31"/>
                  </a:lnTo>
                  <a:lnTo>
                    <a:pt x="21" y="29"/>
                  </a:lnTo>
                  <a:lnTo>
                    <a:pt x="18" y="29"/>
                  </a:lnTo>
                  <a:lnTo>
                    <a:pt x="14" y="29"/>
                  </a:lnTo>
                  <a:lnTo>
                    <a:pt x="8" y="31"/>
                  </a:lnTo>
                  <a:lnTo>
                    <a:pt x="5" y="33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0" y="29"/>
                  </a:lnTo>
                  <a:lnTo>
                    <a:pt x="1" y="28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4" y="19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6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3" y="8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7" y="10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5" y="20"/>
                  </a:lnTo>
                  <a:lnTo>
                    <a:pt x="29" y="20"/>
                  </a:lnTo>
                  <a:lnTo>
                    <a:pt x="31" y="16"/>
                  </a:lnTo>
                  <a:lnTo>
                    <a:pt x="33" y="12"/>
                  </a:lnTo>
                  <a:lnTo>
                    <a:pt x="33" y="7"/>
                  </a:lnTo>
                  <a:lnTo>
                    <a:pt x="33" y="4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5" name="Freeform 380"/>
            <p:cNvSpPr>
              <a:spLocks/>
            </p:cNvSpPr>
            <p:nvPr/>
          </p:nvSpPr>
          <p:spPr bwMode="auto">
            <a:xfrm>
              <a:off x="6323568" y="2431866"/>
              <a:ext cx="147189" cy="109124"/>
            </a:xfrm>
            <a:custGeom>
              <a:avLst/>
              <a:gdLst>
                <a:gd name="T0" fmla="*/ 25 w 58"/>
                <a:gd name="T1" fmla="*/ 0 h 43"/>
                <a:gd name="T2" fmla="*/ 25 w 58"/>
                <a:gd name="T3" fmla="*/ 1 h 43"/>
                <a:gd name="T4" fmla="*/ 28 w 58"/>
                <a:gd name="T5" fmla="*/ 3 h 43"/>
                <a:gd name="T6" fmla="*/ 29 w 58"/>
                <a:gd name="T7" fmla="*/ 4 h 43"/>
                <a:gd name="T8" fmla="*/ 33 w 58"/>
                <a:gd name="T9" fmla="*/ 4 h 43"/>
                <a:gd name="T10" fmla="*/ 35 w 58"/>
                <a:gd name="T11" fmla="*/ 5 h 43"/>
                <a:gd name="T12" fmla="*/ 39 w 58"/>
                <a:gd name="T13" fmla="*/ 3 h 43"/>
                <a:gd name="T14" fmla="*/ 43 w 58"/>
                <a:gd name="T15" fmla="*/ 4 h 43"/>
                <a:gd name="T16" fmla="*/ 45 w 58"/>
                <a:gd name="T17" fmla="*/ 5 h 43"/>
                <a:gd name="T18" fmla="*/ 49 w 58"/>
                <a:gd name="T19" fmla="*/ 8 h 43"/>
                <a:gd name="T20" fmla="*/ 52 w 58"/>
                <a:gd name="T21" fmla="*/ 9 h 43"/>
                <a:gd name="T22" fmla="*/ 54 w 58"/>
                <a:gd name="T23" fmla="*/ 12 h 43"/>
                <a:gd name="T24" fmla="*/ 57 w 58"/>
                <a:gd name="T25" fmla="*/ 13 h 43"/>
                <a:gd name="T26" fmla="*/ 58 w 58"/>
                <a:gd name="T27" fmla="*/ 13 h 43"/>
                <a:gd name="T28" fmla="*/ 56 w 58"/>
                <a:gd name="T29" fmla="*/ 17 h 43"/>
                <a:gd name="T30" fmla="*/ 58 w 58"/>
                <a:gd name="T31" fmla="*/ 18 h 43"/>
                <a:gd name="T32" fmla="*/ 58 w 58"/>
                <a:gd name="T33" fmla="*/ 20 h 43"/>
                <a:gd name="T34" fmla="*/ 54 w 58"/>
                <a:gd name="T35" fmla="*/ 22 h 43"/>
                <a:gd name="T36" fmla="*/ 52 w 58"/>
                <a:gd name="T37" fmla="*/ 26 h 43"/>
                <a:gd name="T38" fmla="*/ 50 w 58"/>
                <a:gd name="T39" fmla="*/ 26 h 43"/>
                <a:gd name="T40" fmla="*/ 49 w 58"/>
                <a:gd name="T41" fmla="*/ 30 h 43"/>
                <a:gd name="T42" fmla="*/ 52 w 58"/>
                <a:gd name="T43" fmla="*/ 32 h 43"/>
                <a:gd name="T44" fmla="*/ 52 w 58"/>
                <a:gd name="T45" fmla="*/ 34 h 43"/>
                <a:gd name="T46" fmla="*/ 49 w 58"/>
                <a:gd name="T47" fmla="*/ 34 h 43"/>
                <a:gd name="T48" fmla="*/ 49 w 58"/>
                <a:gd name="T49" fmla="*/ 33 h 43"/>
                <a:gd name="T50" fmla="*/ 46 w 58"/>
                <a:gd name="T51" fmla="*/ 33 h 43"/>
                <a:gd name="T52" fmla="*/ 45 w 58"/>
                <a:gd name="T53" fmla="*/ 37 h 43"/>
                <a:gd name="T54" fmla="*/ 43 w 58"/>
                <a:gd name="T55" fmla="*/ 37 h 43"/>
                <a:gd name="T56" fmla="*/ 44 w 58"/>
                <a:gd name="T57" fmla="*/ 41 h 43"/>
                <a:gd name="T58" fmla="*/ 41 w 58"/>
                <a:gd name="T59" fmla="*/ 41 h 43"/>
                <a:gd name="T60" fmla="*/ 39 w 58"/>
                <a:gd name="T61" fmla="*/ 42 h 43"/>
                <a:gd name="T62" fmla="*/ 35 w 58"/>
                <a:gd name="T63" fmla="*/ 41 h 43"/>
                <a:gd name="T64" fmla="*/ 31 w 58"/>
                <a:gd name="T65" fmla="*/ 42 h 43"/>
                <a:gd name="T66" fmla="*/ 28 w 58"/>
                <a:gd name="T67" fmla="*/ 43 h 43"/>
                <a:gd name="T68" fmla="*/ 27 w 58"/>
                <a:gd name="T69" fmla="*/ 41 h 43"/>
                <a:gd name="T70" fmla="*/ 27 w 58"/>
                <a:gd name="T71" fmla="*/ 38 h 43"/>
                <a:gd name="T72" fmla="*/ 25 w 58"/>
                <a:gd name="T73" fmla="*/ 34 h 43"/>
                <a:gd name="T74" fmla="*/ 24 w 58"/>
                <a:gd name="T75" fmla="*/ 34 h 43"/>
                <a:gd name="T76" fmla="*/ 21 w 58"/>
                <a:gd name="T77" fmla="*/ 32 h 43"/>
                <a:gd name="T78" fmla="*/ 19 w 58"/>
                <a:gd name="T79" fmla="*/ 32 h 43"/>
                <a:gd name="T80" fmla="*/ 19 w 58"/>
                <a:gd name="T81" fmla="*/ 28 h 43"/>
                <a:gd name="T82" fmla="*/ 20 w 58"/>
                <a:gd name="T83" fmla="*/ 26 h 43"/>
                <a:gd name="T84" fmla="*/ 19 w 58"/>
                <a:gd name="T85" fmla="*/ 25 h 43"/>
                <a:gd name="T86" fmla="*/ 18 w 58"/>
                <a:gd name="T87" fmla="*/ 24 h 43"/>
                <a:gd name="T88" fmla="*/ 18 w 58"/>
                <a:gd name="T89" fmla="*/ 22 h 43"/>
                <a:gd name="T90" fmla="*/ 15 w 58"/>
                <a:gd name="T91" fmla="*/ 21 h 43"/>
                <a:gd name="T92" fmla="*/ 11 w 58"/>
                <a:gd name="T93" fmla="*/ 22 h 43"/>
                <a:gd name="T94" fmla="*/ 8 w 58"/>
                <a:gd name="T95" fmla="*/ 21 h 43"/>
                <a:gd name="T96" fmla="*/ 4 w 58"/>
                <a:gd name="T97" fmla="*/ 16 h 43"/>
                <a:gd name="T98" fmla="*/ 0 w 58"/>
                <a:gd name="T99" fmla="*/ 17 h 43"/>
                <a:gd name="T100" fmla="*/ 0 w 58"/>
                <a:gd name="T101" fmla="*/ 17 h 43"/>
                <a:gd name="T102" fmla="*/ 0 w 58"/>
                <a:gd name="T103" fmla="*/ 14 h 43"/>
                <a:gd name="T104" fmla="*/ 0 w 58"/>
                <a:gd name="T105" fmla="*/ 12 h 43"/>
                <a:gd name="T106" fmla="*/ 0 w 58"/>
                <a:gd name="T107" fmla="*/ 8 h 43"/>
                <a:gd name="T108" fmla="*/ 2 w 58"/>
                <a:gd name="T109" fmla="*/ 8 h 43"/>
                <a:gd name="T110" fmla="*/ 3 w 58"/>
                <a:gd name="T111" fmla="*/ 5 h 43"/>
                <a:gd name="T112" fmla="*/ 6 w 58"/>
                <a:gd name="T113" fmla="*/ 3 h 43"/>
                <a:gd name="T114" fmla="*/ 12 w 58"/>
                <a:gd name="T115" fmla="*/ 1 h 43"/>
                <a:gd name="T116" fmla="*/ 16 w 58"/>
                <a:gd name="T117" fmla="*/ 1 h 43"/>
                <a:gd name="T118" fmla="*/ 19 w 58"/>
                <a:gd name="T119" fmla="*/ 1 h 43"/>
                <a:gd name="T120" fmla="*/ 20 w 58"/>
                <a:gd name="T121" fmla="*/ 3 h 43"/>
                <a:gd name="T122" fmla="*/ 23 w 58"/>
                <a:gd name="T123" fmla="*/ 1 h 43"/>
                <a:gd name="T124" fmla="*/ 25 w 58"/>
                <a:gd name="T12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" h="43">
                  <a:moveTo>
                    <a:pt x="25" y="0"/>
                  </a:moveTo>
                  <a:lnTo>
                    <a:pt x="25" y="1"/>
                  </a:lnTo>
                  <a:lnTo>
                    <a:pt x="28" y="3"/>
                  </a:lnTo>
                  <a:lnTo>
                    <a:pt x="29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9" y="3"/>
                  </a:lnTo>
                  <a:lnTo>
                    <a:pt x="43" y="4"/>
                  </a:lnTo>
                  <a:lnTo>
                    <a:pt x="45" y="5"/>
                  </a:lnTo>
                  <a:lnTo>
                    <a:pt x="49" y="8"/>
                  </a:lnTo>
                  <a:lnTo>
                    <a:pt x="52" y="9"/>
                  </a:lnTo>
                  <a:lnTo>
                    <a:pt x="54" y="12"/>
                  </a:lnTo>
                  <a:lnTo>
                    <a:pt x="57" y="13"/>
                  </a:lnTo>
                  <a:lnTo>
                    <a:pt x="58" y="13"/>
                  </a:lnTo>
                  <a:lnTo>
                    <a:pt x="56" y="17"/>
                  </a:lnTo>
                  <a:lnTo>
                    <a:pt x="58" y="18"/>
                  </a:lnTo>
                  <a:lnTo>
                    <a:pt x="58" y="20"/>
                  </a:lnTo>
                  <a:lnTo>
                    <a:pt x="54" y="22"/>
                  </a:lnTo>
                  <a:lnTo>
                    <a:pt x="52" y="26"/>
                  </a:lnTo>
                  <a:lnTo>
                    <a:pt x="50" y="26"/>
                  </a:lnTo>
                  <a:lnTo>
                    <a:pt x="49" y="30"/>
                  </a:lnTo>
                  <a:lnTo>
                    <a:pt x="52" y="32"/>
                  </a:lnTo>
                  <a:lnTo>
                    <a:pt x="52" y="34"/>
                  </a:lnTo>
                  <a:lnTo>
                    <a:pt x="49" y="34"/>
                  </a:lnTo>
                  <a:lnTo>
                    <a:pt x="49" y="33"/>
                  </a:lnTo>
                  <a:lnTo>
                    <a:pt x="46" y="33"/>
                  </a:lnTo>
                  <a:lnTo>
                    <a:pt x="45" y="37"/>
                  </a:lnTo>
                  <a:lnTo>
                    <a:pt x="43" y="37"/>
                  </a:lnTo>
                  <a:lnTo>
                    <a:pt x="44" y="41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5" y="41"/>
                  </a:lnTo>
                  <a:lnTo>
                    <a:pt x="31" y="42"/>
                  </a:lnTo>
                  <a:lnTo>
                    <a:pt x="28" y="43"/>
                  </a:lnTo>
                  <a:lnTo>
                    <a:pt x="27" y="41"/>
                  </a:lnTo>
                  <a:lnTo>
                    <a:pt x="27" y="38"/>
                  </a:lnTo>
                  <a:lnTo>
                    <a:pt x="25" y="34"/>
                  </a:lnTo>
                  <a:lnTo>
                    <a:pt x="24" y="34"/>
                  </a:lnTo>
                  <a:lnTo>
                    <a:pt x="21" y="32"/>
                  </a:lnTo>
                  <a:lnTo>
                    <a:pt x="19" y="32"/>
                  </a:lnTo>
                  <a:lnTo>
                    <a:pt x="19" y="28"/>
                  </a:lnTo>
                  <a:lnTo>
                    <a:pt x="20" y="26"/>
                  </a:lnTo>
                  <a:lnTo>
                    <a:pt x="19" y="25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5" y="21"/>
                  </a:lnTo>
                  <a:lnTo>
                    <a:pt x="11" y="22"/>
                  </a:lnTo>
                  <a:lnTo>
                    <a:pt x="8" y="21"/>
                  </a:lnTo>
                  <a:lnTo>
                    <a:pt x="4" y="16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8"/>
                  </a:lnTo>
                  <a:lnTo>
                    <a:pt x="3" y="5"/>
                  </a:lnTo>
                  <a:lnTo>
                    <a:pt x="6" y="3"/>
                  </a:lnTo>
                  <a:lnTo>
                    <a:pt x="12" y="1"/>
                  </a:lnTo>
                  <a:lnTo>
                    <a:pt x="16" y="1"/>
                  </a:lnTo>
                  <a:lnTo>
                    <a:pt x="19" y="1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6" name="Freeform 381"/>
            <p:cNvSpPr>
              <a:spLocks/>
            </p:cNvSpPr>
            <p:nvPr/>
          </p:nvSpPr>
          <p:spPr bwMode="auto">
            <a:xfrm>
              <a:off x="6394625" y="2442017"/>
              <a:ext cx="251238" cy="192869"/>
            </a:xfrm>
            <a:custGeom>
              <a:avLst/>
              <a:gdLst>
                <a:gd name="T0" fmla="*/ 53 w 99"/>
                <a:gd name="T1" fmla="*/ 4 h 76"/>
                <a:gd name="T2" fmla="*/ 58 w 99"/>
                <a:gd name="T3" fmla="*/ 3 h 76"/>
                <a:gd name="T4" fmla="*/ 63 w 99"/>
                <a:gd name="T5" fmla="*/ 4 h 76"/>
                <a:gd name="T6" fmla="*/ 69 w 99"/>
                <a:gd name="T7" fmla="*/ 5 h 76"/>
                <a:gd name="T8" fmla="*/ 75 w 99"/>
                <a:gd name="T9" fmla="*/ 7 h 76"/>
                <a:gd name="T10" fmla="*/ 75 w 99"/>
                <a:gd name="T11" fmla="*/ 12 h 76"/>
                <a:gd name="T12" fmla="*/ 78 w 99"/>
                <a:gd name="T13" fmla="*/ 18 h 76"/>
                <a:gd name="T14" fmla="*/ 82 w 99"/>
                <a:gd name="T15" fmla="*/ 25 h 76"/>
                <a:gd name="T16" fmla="*/ 87 w 99"/>
                <a:gd name="T17" fmla="*/ 30 h 76"/>
                <a:gd name="T18" fmla="*/ 92 w 99"/>
                <a:gd name="T19" fmla="*/ 35 h 76"/>
                <a:gd name="T20" fmla="*/ 96 w 99"/>
                <a:gd name="T21" fmla="*/ 42 h 76"/>
                <a:gd name="T22" fmla="*/ 97 w 99"/>
                <a:gd name="T23" fmla="*/ 45 h 76"/>
                <a:gd name="T24" fmla="*/ 90 w 99"/>
                <a:gd name="T25" fmla="*/ 50 h 76"/>
                <a:gd name="T26" fmla="*/ 86 w 99"/>
                <a:gd name="T27" fmla="*/ 49 h 76"/>
                <a:gd name="T28" fmla="*/ 88 w 99"/>
                <a:gd name="T29" fmla="*/ 55 h 76"/>
                <a:gd name="T30" fmla="*/ 91 w 99"/>
                <a:gd name="T31" fmla="*/ 62 h 76"/>
                <a:gd name="T32" fmla="*/ 91 w 99"/>
                <a:gd name="T33" fmla="*/ 64 h 76"/>
                <a:gd name="T34" fmla="*/ 82 w 99"/>
                <a:gd name="T35" fmla="*/ 67 h 76"/>
                <a:gd name="T36" fmla="*/ 80 w 99"/>
                <a:gd name="T37" fmla="*/ 75 h 76"/>
                <a:gd name="T38" fmla="*/ 75 w 99"/>
                <a:gd name="T39" fmla="*/ 74 h 76"/>
                <a:gd name="T40" fmla="*/ 70 w 99"/>
                <a:gd name="T41" fmla="*/ 74 h 76"/>
                <a:gd name="T42" fmla="*/ 66 w 99"/>
                <a:gd name="T43" fmla="*/ 76 h 76"/>
                <a:gd name="T44" fmla="*/ 63 w 99"/>
                <a:gd name="T45" fmla="*/ 74 h 76"/>
                <a:gd name="T46" fmla="*/ 57 w 99"/>
                <a:gd name="T47" fmla="*/ 75 h 76"/>
                <a:gd name="T48" fmla="*/ 51 w 99"/>
                <a:gd name="T49" fmla="*/ 74 h 76"/>
                <a:gd name="T50" fmla="*/ 49 w 99"/>
                <a:gd name="T51" fmla="*/ 75 h 76"/>
                <a:gd name="T52" fmla="*/ 42 w 99"/>
                <a:gd name="T53" fmla="*/ 75 h 76"/>
                <a:gd name="T54" fmla="*/ 38 w 99"/>
                <a:gd name="T55" fmla="*/ 72 h 76"/>
                <a:gd name="T56" fmla="*/ 29 w 99"/>
                <a:gd name="T57" fmla="*/ 70 h 76"/>
                <a:gd name="T58" fmla="*/ 25 w 99"/>
                <a:gd name="T59" fmla="*/ 71 h 76"/>
                <a:gd name="T60" fmla="*/ 13 w 99"/>
                <a:gd name="T61" fmla="*/ 72 h 76"/>
                <a:gd name="T62" fmla="*/ 7 w 99"/>
                <a:gd name="T63" fmla="*/ 72 h 76"/>
                <a:gd name="T64" fmla="*/ 5 w 99"/>
                <a:gd name="T65" fmla="*/ 71 h 76"/>
                <a:gd name="T66" fmla="*/ 3 w 99"/>
                <a:gd name="T67" fmla="*/ 63 h 76"/>
                <a:gd name="T68" fmla="*/ 7 w 99"/>
                <a:gd name="T69" fmla="*/ 60 h 76"/>
                <a:gd name="T70" fmla="*/ 5 w 99"/>
                <a:gd name="T71" fmla="*/ 51 h 76"/>
                <a:gd name="T72" fmla="*/ 3 w 99"/>
                <a:gd name="T73" fmla="*/ 46 h 76"/>
                <a:gd name="T74" fmla="*/ 0 w 99"/>
                <a:gd name="T75" fmla="*/ 39 h 76"/>
                <a:gd name="T76" fmla="*/ 7 w 99"/>
                <a:gd name="T77" fmla="*/ 37 h 76"/>
                <a:gd name="T78" fmla="*/ 13 w 99"/>
                <a:gd name="T79" fmla="*/ 37 h 76"/>
                <a:gd name="T80" fmla="*/ 15 w 99"/>
                <a:gd name="T81" fmla="*/ 33 h 76"/>
                <a:gd name="T82" fmla="*/ 18 w 99"/>
                <a:gd name="T83" fmla="*/ 29 h 76"/>
                <a:gd name="T84" fmla="*/ 21 w 99"/>
                <a:gd name="T85" fmla="*/ 30 h 76"/>
                <a:gd name="T86" fmla="*/ 24 w 99"/>
                <a:gd name="T87" fmla="*/ 28 h 76"/>
                <a:gd name="T88" fmla="*/ 22 w 99"/>
                <a:gd name="T89" fmla="*/ 22 h 76"/>
                <a:gd name="T90" fmla="*/ 26 w 99"/>
                <a:gd name="T91" fmla="*/ 18 h 76"/>
                <a:gd name="T92" fmla="*/ 30 w 99"/>
                <a:gd name="T93" fmla="*/ 14 h 76"/>
                <a:gd name="T94" fmla="*/ 30 w 99"/>
                <a:gd name="T95" fmla="*/ 9 h 76"/>
                <a:gd name="T96" fmla="*/ 40 w 99"/>
                <a:gd name="T97" fmla="*/ 7 h 76"/>
                <a:gd name="T98" fmla="*/ 42 w 99"/>
                <a:gd name="T99" fmla="*/ 3 h 76"/>
                <a:gd name="T100" fmla="*/ 46 w 99"/>
                <a:gd name="T101" fmla="*/ 0 h 76"/>
                <a:gd name="T102" fmla="*/ 50 w 99"/>
                <a:gd name="T10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76">
                  <a:moveTo>
                    <a:pt x="50" y="0"/>
                  </a:moveTo>
                  <a:lnTo>
                    <a:pt x="53" y="4"/>
                  </a:lnTo>
                  <a:lnTo>
                    <a:pt x="55" y="3"/>
                  </a:lnTo>
                  <a:lnTo>
                    <a:pt x="58" y="3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7" y="3"/>
                  </a:lnTo>
                  <a:lnTo>
                    <a:pt x="69" y="5"/>
                  </a:lnTo>
                  <a:lnTo>
                    <a:pt x="70" y="5"/>
                  </a:lnTo>
                  <a:lnTo>
                    <a:pt x="75" y="7"/>
                  </a:lnTo>
                  <a:lnTo>
                    <a:pt x="76" y="9"/>
                  </a:lnTo>
                  <a:lnTo>
                    <a:pt x="75" y="12"/>
                  </a:lnTo>
                  <a:lnTo>
                    <a:pt x="78" y="14"/>
                  </a:lnTo>
                  <a:lnTo>
                    <a:pt x="78" y="18"/>
                  </a:lnTo>
                  <a:lnTo>
                    <a:pt x="80" y="21"/>
                  </a:lnTo>
                  <a:lnTo>
                    <a:pt x="82" y="25"/>
                  </a:lnTo>
                  <a:lnTo>
                    <a:pt x="84" y="29"/>
                  </a:lnTo>
                  <a:lnTo>
                    <a:pt x="87" y="30"/>
                  </a:lnTo>
                  <a:lnTo>
                    <a:pt x="88" y="34"/>
                  </a:lnTo>
                  <a:lnTo>
                    <a:pt x="92" y="35"/>
                  </a:lnTo>
                  <a:lnTo>
                    <a:pt x="96" y="39"/>
                  </a:lnTo>
                  <a:lnTo>
                    <a:pt x="96" y="42"/>
                  </a:lnTo>
                  <a:lnTo>
                    <a:pt x="99" y="43"/>
                  </a:lnTo>
                  <a:lnTo>
                    <a:pt x="97" y="45"/>
                  </a:lnTo>
                  <a:lnTo>
                    <a:pt x="96" y="49"/>
                  </a:lnTo>
                  <a:lnTo>
                    <a:pt x="90" y="50"/>
                  </a:lnTo>
                  <a:lnTo>
                    <a:pt x="87" y="47"/>
                  </a:lnTo>
                  <a:lnTo>
                    <a:pt x="86" y="49"/>
                  </a:lnTo>
                  <a:lnTo>
                    <a:pt x="86" y="53"/>
                  </a:lnTo>
                  <a:lnTo>
                    <a:pt x="88" y="55"/>
                  </a:lnTo>
                  <a:lnTo>
                    <a:pt x="88" y="59"/>
                  </a:lnTo>
                  <a:lnTo>
                    <a:pt x="91" y="62"/>
                  </a:lnTo>
                  <a:lnTo>
                    <a:pt x="91" y="66"/>
                  </a:lnTo>
                  <a:lnTo>
                    <a:pt x="91" y="64"/>
                  </a:lnTo>
                  <a:lnTo>
                    <a:pt x="86" y="66"/>
                  </a:lnTo>
                  <a:lnTo>
                    <a:pt x="82" y="67"/>
                  </a:lnTo>
                  <a:lnTo>
                    <a:pt x="80" y="71"/>
                  </a:lnTo>
                  <a:lnTo>
                    <a:pt x="80" y="75"/>
                  </a:lnTo>
                  <a:lnTo>
                    <a:pt x="78" y="75"/>
                  </a:lnTo>
                  <a:lnTo>
                    <a:pt x="75" y="74"/>
                  </a:lnTo>
                  <a:lnTo>
                    <a:pt x="72" y="75"/>
                  </a:lnTo>
                  <a:lnTo>
                    <a:pt x="70" y="74"/>
                  </a:lnTo>
                  <a:lnTo>
                    <a:pt x="67" y="74"/>
                  </a:lnTo>
                  <a:lnTo>
                    <a:pt x="66" y="76"/>
                  </a:lnTo>
                  <a:lnTo>
                    <a:pt x="63" y="76"/>
                  </a:lnTo>
                  <a:lnTo>
                    <a:pt x="63" y="74"/>
                  </a:lnTo>
                  <a:lnTo>
                    <a:pt x="59" y="72"/>
                  </a:lnTo>
                  <a:lnTo>
                    <a:pt x="57" y="75"/>
                  </a:lnTo>
                  <a:lnTo>
                    <a:pt x="54" y="75"/>
                  </a:lnTo>
                  <a:lnTo>
                    <a:pt x="51" y="74"/>
                  </a:lnTo>
                  <a:lnTo>
                    <a:pt x="50" y="75"/>
                  </a:lnTo>
                  <a:lnTo>
                    <a:pt x="49" y="75"/>
                  </a:lnTo>
                  <a:lnTo>
                    <a:pt x="46" y="74"/>
                  </a:lnTo>
                  <a:lnTo>
                    <a:pt x="42" y="75"/>
                  </a:lnTo>
                  <a:lnTo>
                    <a:pt x="42" y="74"/>
                  </a:lnTo>
                  <a:lnTo>
                    <a:pt x="38" y="72"/>
                  </a:lnTo>
                  <a:lnTo>
                    <a:pt x="32" y="71"/>
                  </a:lnTo>
                  <a:lnTo>
                    <a:pt x="29" y="70"/>
                  </a:lnTo>
                  <a:lnTo>
                    <a:pt x="28" y="70"/>
                  </a:lnTo>
                  <a:lnTo>
                    <a:pt x="25" y="71"/>
                  </a:lnTo>
                  <a:lnTo>
                    <a:pt x="21" y="71"/>
                  </a:lnTo>
                  <a:lnTo>
                    <a:pt x="13" y="72"/>
                  </a:lnTo>
                  <a:lnTo>
                    <a:pt x="11" y="74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5" y="71"/>
                  </a:lnTo>
                  <a:lnTo>
                    <a:pt x="3" y="67"/>
                  </a:lnTo>
                  <a:lnTo>
                    <a:pt x="3" y="63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7" y="53"/>
                  </a:lnTo>
                  <a:lnTo>
                    <a:pt x="5" y="51"/>
                  </a:lnTo>
                  <a:lnTo>
                    <a:pt x="4" y="49"/>
                  </a:lnTo>
                  <a:lnTo>
                    <a:pt x="3" y="46"/>
                  </a:lnTo>
                  <a:lnTo>
                    <a:pt x="1" y="41"/>
                  </a:lnTo>
                  <a:lnTo>
                    <a:pt x="0" y="39"/>
                  </a:lnTo>
                  <a:lnTo>
                    <a:pt x="3" y="38"/>
                  </a:lnTo>
                  <a:lnTo>
                    <a:pt x="7" y="37"/>
                  </a:lnTo>
                  <a:lnTo>
                    <a:pt x="11" y="38"/>
                  </a:lnTo>
                  <a:lnTo>
                    <a:pt x="13" y="37"/>
                  </a:lnTo>
                  <a:lnTo>
                    <a:pt x="16" y="37"/>
                  </a:lnTo>
                  <a:lnTo>
                    <a:pt x="15" y="33"/>
                  </a:lnTo>
                  <a:lnTo>
                    <a:pt x="17" y="33"/>
                  </a:lnTo>
                  <a:lnTo>
                    <a:pt x="18" y="29"/>
                  </a:lnTo>
                  <a:lnTo>
                    <a:pt x="21" y="29"/>
                  </a:lnTo>
                  <a:lnTo>
                    <a:pt x="21" y="30"/>
                  </a:lnTo>
                  <a:lnTo>
                    <a:pt x="24" y="30"/>
                  </a:lnTo>
                  <a:lnTo>
                    <a:pt x="24" y="28"/>
                  </a:lnTo>
                  <a:lnTo>
                    <a:pt x="21" y="26"/>
                  </a:lnTo>
                  <a:lnTo>
                    <a:pt x="22" y="22"/>
                  </a:lnTo>
                  <a:lnTo>
                    <a:pt x="24" y="22"/>
                  </a:lnTo>
                  <a:lnTo>
                    <a:pt x="26" y="18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28" y="13"/>
                  </a:lnTo>
                  <a:lnTo>
                    <a:pt x="30" y="9"/>
                  </a:lnTo>
                  <a:lnTo>
                    <a:pt x="34" y="8"/>
                  </a:lnTo>
                  <a:lnTo>
                    <a:pt x="40" y="7"/>
                  </a:lnTo>
                  <a:lnTo>
                    <a:pt x="40" y="4"/>
                  </a:lnTo>
                  <a:lnTo>
                    <a:pt x="42" y="3"/>
                  </a:lnTo>
                  <a:lnTo>
                    <a:pt x="43" y="1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7" name="Freeform 382"/>
            <p:cNvSpPr>
              <a:spLocks/>
            </p:cNvSpPr>
            <p:nvPr/>
          </p:nvSpPr>
          <p:spPr bwMode="auto">
            <a:xfrm>
              <a:off x="6376861" y="2594282"/>
              <a:ext cx="494861" cy="309605"/>
            </a:xfrm>
            <a:custGeom>
              <a:avLst/>
              <a:gdLst>
                <a:gd name="T0" fmla="*/ 122 w 195"/>
                <a:gd name="T1" fmla="*/ 2 h 122"/>
                <a:gd name="T2" fmla="*/ 135 w 195"/>
                <a:gd name="T3" fmla="*/ 15 h 122"/>
                <a:gd name="T4" fmla="*/ 141 w 195"/>
                <a:gd name="T5" fmla="*/ 27 h 122"/>
                <a:gd name="T6" fmla="*/ 157 w 195"/>
                <a:gd name="T7" fmla="*/ 31 h 122"/>
                <a:gd name="T8" fmla="*/ 170 w 195"/>
                <a:gd name="T9" fmla="*/ 39 h 122"/>
                <a:gd name="T10" fmla="*/ 183 w 195"/>
                <a:gd name="T11" fmla="*/ 39 h 122"/>
                <a:gd name="T12" fmla="*/ 195 w 195"/>
                <a:gd name="T13" fmla="*/ 43 h 122"/>
                <a:gd name="T14" fmla="*/ 193 w 195"/>
                <a:gd name="T15" fmla="*/ 57 h 122"/>
                <a:gd name="T16" fmla="*/ 185 w 195"/>
                <a:gd name="T17" fmla="*/ 69 h 122"/>
                <a:gd name="T18" fmla="*/ 178 w 195"/>
                <a:gd name="T19" fmla="*/ 79 h 122"/>
                <a:gd name="T20" fmla="*/ 168 w 195"/>
                <a:gd name="T21" fmla="*/ 83 h 122"/>
                <a:gd name="T22" fmla="*/ 158 w 195"/>
                <a:gd name="T23" fmla="*/ 89 h 122"/>
                <a:gd name="T24" fmla="*/ 148 w 195"/>
                <a:gd name="T25" fmla="*/ 87 h 122"/>
                <a:gd name="T26" fmla="*/ 145 w 195"/>
                <a:gd name="T27" fmla="*/ 95 h 122"/>
                <a:gd name="T28" fmla="*/ 147 w 195"/>
                <a:gd name="T29" fmla="*/ 91 h 122"/>
                <a:gd name="T30" fmla="*/ 139 w 195"/>
                <a:gd name="T31" fmla="*/ 98 h 122"/>
                <a:gd name="T32" fmla="*/ 131 w 195"/>
                <a:gd name="T33" fmla="*/ 98 h 122"/>
                <a:gd name="T34" fmla="*/ 140 w 195"/>
                <a:gd name="T35" fmla="*/ 100 h 122"/>
                <a:gd name="T36" fmla="*/ 141 w 195"/>
                <a:gd name="T37" fmla="*/ 103 h 122"/>
                <a:gd name="T38" fmla="*/ 145 w 195"/>
                <a:gd name="T39" fmla="*/ 110 h 122"/>
                <a:gd name="T40" fmla="*/ 140 w 195"/>
                <a:gd name="T41" fmla="*/ 98 h 122"/>
                <a:gd name="T42" fmla="*/ 151 w 195"/>
                <a:gd name="T43" fmla="*/ 110 h 122"/>
                <a:gd name="T44" fmla="*/ 161 w 195"/>
                <a:gd name="T45" fmla="*/ 106 h 122"/>
                <a:gd name="T46" fmla="*/ 162 w 195"/>
                <a:gd name="T47" fmla="*/ 112 h 122"/>
                <a:gd name="T48" fmla="*/ 145 w 195"/>
                <a:gd name="T49" fmla="*/ 116 h 122"/>
                <a:gd name="T50" fmla="*/ 129 w 195"/>
                <a:gd name="T51" fmla="*/ 119 h 122"/>
                <a:gd name="T52" fmla="*/ 123 w 195"/>
                <a:gd name="T53" fmla="*/ 110 h 122"/>
                <a:gd name="T54" fmla="*/ 129 w 195"/>
                <a:gd name="T55" fmla="*/ 103 h 122"/>
                <a:gd name="T56" fmla="*/ 127 w 195"/>
                <a:gd name="T57" fmla="*/ 99 h 122"/>
                <a:gd name="T58" fmla="*/ 115 w 195"/>
                <a:gd name="T59" fmla="*/ 98 h 122"/>
                <a:gd name="T60" fmla="*/ 110 w 195"/>
                <a:gd name="T61" fmla="*/ 93 h 122"/>
                <a:gd name="T62" fmla="*/ 114 w 195"/>
                <a:gd name="T63" fmla="*/ 91 h 122"/>
                <a:gd name="T64" fmla="*/ 110 w 195"/>
                <a:gd name="T65" fmla="*/ 89 h 122"/>
                <a:gd name="T66" fmla="*/ 106 w 195"/>
                <a:gd name="T67" fmla="*/ 90 h 122"/>
                <a:gd name="T68" fmla="*/ 98 w 195"/>
                <a:gd name="T69" fmla="*/ 95 h 122"/>
                <a:gd name="T70" fmla="*/ 89 w 195"/>
                <a:gd name="T71" fmla="*/ 106 h 122"/>
                <a:gd name="T72" fmla="*/ 87 w 195"/>
                <a:gd name="T73" fmla="*/ 111 h 122"/>
                <a:gd name="T74" fmla="*/ 76 w 195"/>
                <a:gd name="T75" fmla="*/ 111 h 122"/>
                <a:gd name="T76" fmla="*/ 74 w 195"/>
                <a:gd name="T77" fmla="*/ 104 h 122"/>
                <a:gd name="T78" fmla="*/ 81 w 195"/>
                <a:gd name="T79" fmla="*/ 93 h 122"/>
                <a:gd name="T80" fmla="*/ 87 w 195"/>
                <a:gd name="T81" fmla="*/ 90 h 122"/>
                <a:gd name="T82" fmla="*/ 81 w 195"/>
                <a:gd name="T83" fmla="*/ 79 h 122"/>
                <a:gd name="T84" fmla="*/ 72 w 195"/>
                <a:gd name="T85" fmla="*/ 66 h 122"/>
                <a:gd name="T86" fmla="*/ 58 w 195"/>
                <a:gd name="T87" fmla="*/ 64 h 122"/>
                <a:gd name="T88" fmla="*/ 50 w 195"/>
                <a:gd name="T89" fmla="*/ 62 h 122"/>
                <a:gd name="T90" fmla="*/ 49 w 195"/>
                <a:gd name="T91" fmla="*/ 69 h 122"/>
                <a:gd name="T92" fmla="*/ 31 w 195"/>
                <a:gd name="T93" fmla="*/ 75 h 122"/>
                <a:gd name="T94" fmla="*/ 18 w 195"/>
                <a:gd name="T95" fmla="*/ 72 h 122"/>
                <a:gd name="T96" fmla="*/ 6 w 195"/>
                <a:gd name="T97" fmla="*/ 69 h 122"/>
                <a:gd name="T98" fmla="*/ 3 w 195"/>
                <a:gd name="T99" fmla="*/ 54 h 122"/>
                <a:gd name="T100" fmla="*/ 14 w 195"/>
                <a:gd name="T101" fmla="*/ 36 h 122"/>
                <a:gd name="T102" fmla="*/ 18 w 195"/>
                <a:gd name="T103" fmla="*/ 28 h 122"/>
                <a:gd name="T104" fmla="*/ 12 w 195"/>
                <a:gd name="T105" fmla="*/ 14 h 122"/>
                <a:gd name="T106" fmla="*/ 28 w 195"/>
                <a:gd name="T107" fmla="*/ 11 h 122"/>
                <a:gd name="T108" fmla="*/ 45 w 195"/>
                <a:gd name="T109" fmla="*/ 12 h 122"/>
                <a:gd name="T110" fmla="*/ 57 w 195"/>
                <a:gd name="T111" fmla="*/ 15 h 122"/>
                <a:gd name="T112" fmla="*/ 70 w 195"/>
                <a:gd name="T113" fmla="*/ 14 h 122"/>
                <a:gd name="T114" fmla="*/ 79 w 195"/>
                <a:gd name="T115" fmla="*/ 15 h 122"/>
                <a:gd name="T116" fmla="*/ 89 w 195"/>
                <a:gd name="T117" fmla="*/ 7 h 122"/>
                <a:gd name="T118" fmla="*/ 102 w 195"/>
                <a:gd name="T119" fmla="*/ 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5" h="122">
                  <a:moveTo>
                    <a:pt x="104" y="0"/>
                  </a:moveTo>
                  <a:lnTo>
                    <a:pt x="110" y="3"/>
                  </a:lnTo>
                  <a:lnTo>
                    <a:pt x="116" y="3"/>
                  </a:lnTo>
                  <a:lnTo>
                    <a:pt x="119" y="2"/>
                  </a:lnTo>
                  <a:lnTo>
                    <a:pt x="122" y="2"/>
                  </a:lnTo>
                  <a:lnTo>
                    <a:pt x="123" y="7"/>
                  </a:lnTo>
                  <a:lnTo>
                    <a:pt x="126" y="8"/>
                  </a:lnTo>
                  <a:lnTo>
                    <a:pt x="124" y="11"/>
                  </a:lnTo>
                  <a:lnTo>
                    <a:pt x="128" y="16"/>
                  </a:lnTo>
                  <a:lnTo>
                    <a:pt x="135" y="15"/>
                  </a:lnTo>
                  <a:lnTo>
                    <a:pt x="137" y="16"/>
                  </a:lnTo>
                  <a:lnTo>
                    <a:pt x="137" y="19"/>
                  </a:lnTo>
                  <a:lnTo>
                    <a:pt x="140" y="20"/>
                  </a:lnTo>
                  <a:lnTo>
                    <a:pt x="140" y="23"/>
                  </a:lnTo>
                  <a:lnTo>
                    <a:pt x="141" y="27"/>
                  </a:lnTo>
                  <a:lnTo>
                    <a:pt x="147" y="32"/>
                  </a:lnTo>
                  <a:lnTo>
                    <a:pt x="148" y="29"/>
                  </a:lnTo>
                  <a:lnTo>
                    <a:pt x="152" y="31"/>
                  </a:lnTo>
                  <a:lnTo>
                    <a:pt x="155" y="31"/>
                  </a:lnTo>
                  <a:lnTo>
                    <a:pt x="157" y="31"/>
                  </a:lnTo>
                  <a:lnTo>
                    <a:pt x="161" y="28"/>
                  </a:lnTo>
                  <a:lnTo>
                    <a:pt x="162" y="28"/>
                  </a:lnTo>
                  <a:lnTo>
                    <a:pt x="165" y="33"/>
                  </a:lnTo>
                  <a:lnTo>
                    <a:pt x="169" y="36"/>
                  </a:lnTo>
                  <a:lnTo>
                    <a:pt x="170" y="39"/>
                  </a:lnTo>
                  <a:lnTo>
                    <a:pt x="172" y="36"/>
                  </a:lnTo>
                  <a:lnTo>
                    <a:pt x="176" y="37"/>
                  </a:lnTo>
                  <a:lnTo>
                    <a:pt x="180" y="37"/>
                  </a:lnTo>
                  <a:lnTo>
                    <a:pt x="181" y="39"/>
                  </a:lnTo>
                  <a:lnTo>
                    <a:pt x="183" y="39"/>
                  </a:lnTo>
                  <a:lnTo>
                    <a:pt x="187" y="40"/>
                  </a:lnTo>
                  <a:lnTo>
                    <a:pt x="190" y="41"/>
                  </a:lnTo>
                  <a:lnTo>
                    <a:pt x="193" y="40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5" y="47"/>
                  </a:lnTo>
                  <a:lnTo>
                    <a:pt x="193" y="49"/>
                  </a:lnTo>
                  <a:lnTo>
                    <a:pt x="190" y="49"/>
                  </a:lnTo>
                  <a:lnTo>
                    <a:pt x="190" y="54"/>
                  </a:lnTo>
                  <a:lnTo>
                    <a:pt x="193" y="57"/>
                  </a:lnTo>
                  <a:lnTo>
                    <a:pt x="194" y="60"/>
                  </a:lnTo>
                  <a:lnTo>
                    <a:pt x="193" y="65"/>
                  </a:lnTo>
                  <a:lnTo>
                    <a:pt x="193" y="68"/>
                  </a:lnTo>
                  <a:lnTo>
                    <a:pt x="190" y="69"/>
                  </a:lnTo>
                  <a:lnTo>
                    <a:pt x="185" y="69"/>
                  </a:lnTo>
                  <a:lnTo>
                    <a:pt x="182" y="74"/>
                  </a:lnTo>
                  <a:lnTo>
                    <a:pt x="181" y="74"/>
                  </a:lnTo>
                  <a:lnTo>
                    <a:pt x="180" y="79"/>
                  </a:lnTo>
                  <a:lnTo>
                    <a:pt x="178" y="81"/>
                  </a:lnTo>
                  <a:lnTo>
                    <a:pt x="178" y="79"/>
                  </a:lnTo>
                  <a:lnTo>
                    <a:pt x="177" y="79"/>
                  </a:lnTo>
                  <a:lnTo>
                    <a:pt x="173" y="81"/>
                  </a:lnTo>
                  <a:lnTo>
                    <a:pt x="170" y="81"/>
                  </a:lnTo>
                  <a:lnTo>
                    <a:pt x="169" y="81"/>
                  </a:lnTo>
                  <a:lnTo>
                    <a:pt x="168" y="83"/>
                  </a:lnTo>
                  <a:lnTo>
                    <a:pt x="165" y="83"/>
                  </a:lnTo>
                  <a:lnTo>
                    <a:pt x="164" y="86"/>
                  </a:lnTo>
                  <a:lnTo>
                    <a:pt x="161" y="89"/>
                  </a:lnTo>
                  <a:lnTo>
                    <a:pt x="161" y="87"/>
                  </a:lnTo>
                  <a:lnTo>
                    <a:pt x="158" y="89"/>
                  </a:lnTo>
                  <a:lnTo>
                    <a:pt x="156" y="90"/>
                  </a:lnTo>
                  <a:lnTo>
                    <a:pt x="153" y="89"/>
                  </a:lnTo>
                  <a:lnTo>
                    <a:pt x="151" y="90"/>
                  </a:lnTo>
                  <a:lnTo>
                    <a:pt x="149" y="90"/>
                  </a:lnTo>
                  <a:lnTo>
                    <a:pt x="148" y="87"/>
                  </a:lnTo>
                  <a:lnTo>
                    <a:pt x="147" y="87"/>
                  </a:lnTo>
                  <a:lnTo>
                    <a:pt x="148" y="89"/>
                  </a:lnTo>
                  <a:lnTo>
                    <a:pt x="149" y="91"/>
                  </a:lnTo>
                  <a:lnTo>
                    <a:pt x="148" y="93"/>
                  </a:lnTo>
                  <a:lnTo>
                    <a:pt x="145" y="95"/>
                  </a:lnTo>
                  <a:lnTo>
                    <a:pt x="144" y="97"/>
                  </a:lnTo>
                  <a:lnTo>
                    <a:pt x="144" y="95"/>
                  </a:lnTo>
                  <a:lnTo>
                    <a:pt x="145" y="95"/>
                  </a:lnTo>
                  <a:lnTo>
                    <a:pt x="147" y="93"/>
                  </a:lnTo>
                  <a:lnTo>
                    <a:pt x="147" y="91"/>
                  </a:lnTo>
                  <a:lnTo>
                    <a:pt x="145" y="90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9" y="97"/>
                  </a:lnTo>
                  <a:lnTo>
                    <a:pt x="139" y="98"/>
                  </a:lnTo>
                  <a:lnTo>
                    <a:pt x="136" y="98"/>
                  </a:lnTo>
                  <a:lnTo>
                    <a:pt x="135" y="97"/>
                  </a:lnTo>
                  <a:lnTo>
                    <a:pt x="133" y="98"/>
                  </a:lnTo>
                  <a:lnTo>
                    <a:pt x="131" y="97"/>
                  </a:lnTo>
                  <a:lnTo>
                    <a:pt x="131" y="98"/>
                  </a:lnTo>
                  <a:lnTo>
                    <a:pt x="132" y="99"/>
                  </a:lnTo>
                  <a:lnTo>
                    <a:pt x="136" y="99"/>
                  </a:lnTo>
                  <a:lnTo>
                    <a:pt x="137" y="100"/>
                  </a:lnTo>
                  <a:lnTo>
                    <a:pt x="139" y="102"/>
                  </a:lnTo>
                  <a:lnTo>
                    <a:pt x="140" y="100"/>
                  </a:lnTo>
                  <a:lnTo>
                    <a:pt x="140" y="102"/>
                  </a:lnTo>
                  <a:lnTo>
                    <a:pt x="139" y="103"/>
                  </a:lnTo>
                  <a:lnTo>
                    <a:pt x="140" y="104"/>
                  </a:lnTo>
                  <a:lnTo>
                    <a:pt x="140" y="103"/>
                  </a:lnTo>
                  <a:lnTo>
                    <a:pt x="141" y="103"/>
                  </a:lnTo>
                  <a:lnTo>
                    <a:pt x="141" y="106"/>
                  </a:lnTo>
                  <a:lnTo>
                    <a:pt x="143" y="104"/>
                  </a:lnTo>
                  <a:lnTo>
                    <a:pt x="144" y="104"/>
                  </a:lnTo>
                  <a:lnTo>
                    <a:pt x="144" y="108"/>
                  </a:lnTo>
                  <a:lnTo>
                    <a:pt x="145" y="110"/>
                  </a:lnTo>
                  <a:lnTo>
                    <a:pt x="148" y="110"/>
                  </a:lnTo>
                  <a:lnTo>
                    <a:pt x="149" y="110"/>
                  </a:lnTo>
                  <a:lnTo>
                    <a:pt x="145" y="106"/>
                  </a:lnTo>
                  <a:lnTo>
                    <a:pt x="141" y="100"/>
                  </a:lnTo>
                  <a:lnTo>
                    <a:pt x="140" y="98"/>
                  </a:lnTo>
                  <a:lnTo>
                    <a:pt x="141" y="97"/>
                  </a:lnTo>
                  <a:lnTo>
                    <a:pt x="143" y="99"/>
                  </a:lnTo>
                  <a:lnTo>
                    <a:pt x="144" y="103"/>
                  </a:lnTo>
                  <a:lnTo>
                    <a:pt x="149" y="108"/>
                  </a:lnTo>
                  <a:lnTo>
                    <a:pt x="151" y="110"/>
                  </a:lnTo>
                  <a:lnTo>
                    <a:pt x="153" y="107"/>
                  </a:lnTo>
                  <a:lnTo>
                    <a:pt x="155" y="107"/>
                  </a:lnTo>
                  <a:lnTo>
                    <a:pt x="157" y="108"/>
                  </a:lnTo>
                  <a:lnTo>
                    <a:pt x="157" y="106"/>
                  </a:lnTo>
                  <a:lnTo>
                    <a:pt x="161" y="106"/>
                  </a:lnTo>
                  <a:lnTo>
                    <a:pt x="165" y="106"/>
                  </a:lnTo>
                  <a:lnTo>
                    <a:pt x="164" y="107"/>
                  </a:lnTo>
                  <a:lnTo>
                    <a:pt x="162" y="108"/>
                  </a:lnTo>
                  <a:lnTo>
                    <a:pt x="164" y="111"/>
                  </a:lnTo>
                  <a:lnTo>
                    <a:pt x="162" y="112"/>
                  </a:lnTo>
                  <a:lnTo>
                    <a:pt x="158" y="112"/>
                  </a:lnTo>
                  <a:lnTo>
                    <a:pt x="153" y="112"/>
                  </a:lnTo>
                  <a:lnTo>
                    <a:pt x="151" y="114"/>
                  </a:lnTo>
                  <a:lnTo>
                    <a:pt x="149" y="116"/>
                  </a:lnTo>
                  <a:lnTo>
                    <a:pt x="145" y="116"/>
                  </a:lnTo>
                  <a:lnTo>
                    <a:pt x="139" y="120"/>
                  </a:lnTo>
                  <a:lnTo>
                    <a:pt x="135" y="122"/>
                  </a:lnTo>
                  <a:lnTo>
                    <a:pt x="131" y="122"/>
                  </a:lnTo>
                  <a:lnTo>
                    <a:pt x="129" y="120"/>
                  </a:lnTo>
                  <a:lnTo>
                    <a:pt x="129" y="119"/>
                  </a:lnTo>
                  <a:lnTo>
                    <a:pt x="131" y="115"/>
                  </a:lnTo>
                  <a:lnTo>
                    <a:pt x="131" y="114"/>
                  </a:lnTo>
                  <a:lnTo>
                    <a:pt x="127" y="111"/>
                  </a:lnTo>
                  <a:lnTo>
                    <a:pt x="126" y="111"/>
                  </a:lnTo>
                  <a:lnTo>
                    <a:pt x="123" y="110"/>
                  </a:lnTo>
                  <a:lnTo>
                    <a:pt x="122" y="111"/>
                  </a:lnTo>
                  <a:lnTo>
                    <a:pt x="119" y="110"/>
                  </a:lnTo>
                  <a:lnTo>
                    <a:pt x="122" y="106"/>
                  </a:lnTo>
                  <a:lnTo>
                    <a:pt x="126" y="103"/>
                  </a:lnTo>
                  <a:lnTo>
                    <a:pt x="129" y="103"/>
                  </a:lnTo>
                  <a:lnTo>
                    <a:pt x="131" y="102"/>
                  </a:lnTo>
                  <a:lnTo>
                    <a:pt x="129" y="100"/>
                  </a:lnTo>
                  <a:lnTo>
                    <a:pt x="128" y="98"/>
                  </a:lnTo>
                  <a:lnTo>
                    <a:pt x="127" y="98"/>
                  </a:lnTo>
                  <a:lnTo>
                    <a:pt x="127" y="99"/>
                  </a:lnTo>
                  <a:lnTo>
                    <a:pt x="124" y="98"/>
                  </a:lnTo>
                  <a:lnTo>
                    <a:pt x="122" y="97"/>
                  </a:lnTo>
                  <a:lnTo>
                    <a:pt x="119" y="98"/>
                  </a:lnTo>
                  <a:lnTo>
                    <a:pt x="116" y="99"/>
                  </a:lnTo>
                  <a:lnTo>
                    <a:pt x="115" y="98"/>
                  </a:lnTo>
                  <a:lnTo>
                    <a:pt x="112" y="98"/>
                  </a:lnTo>
                  <a:lnTo>
                    <a:pt x="111" y="95"/>
                  </a:lnTo>
                  <a:lnTo>
                    <a:pt x="112" y="95"/>
                  </a:lnTo>
                  <a:lnTo>
                    <a:pt x="112" y="94"/>
                  </a:lnTo>
                  <a:lnTo>
                    <a:pt x="110" y="93"/>
                  </a:lnTo>
                  <a:lnTo>
                    <a:pt x="106" y="93"/>
                  </a:lnTo>
                  <a:lnTo>
                    <a:pt x="104" y="91"/>
                  </a:lnTo>
                  <a:lnTo>
                    <a:pt x="107" y="91"/>
                  </a:lnTo>
                  <a:lnTo>
                    <a:pt x="111" y="91"/>
                  </a:lnTo>
                  <a:lnTo>
                    <a:pt x="114" y="91"/>
                  </a:lnTo>
                  <a:lnTo>
                    <a:pt x="115" y="91"/>
                  </a:lnTo>
                  <a:lnTo>
                    <a:pt x="118" y="89"/>
                  </a:lnTo>
                  <a:lnTo>
                    <a:pt x="114" y="90"/>
                  </a:lnTo>
                  <a:lnTo>
                    <a:pt x="111" y="90"/>
                  </a:lnTo>
                  <a:lnTo>
                    <a:pt x="110" y="89"/>
                  </a:lnTo>
                  <a:lnTo>
                    <a:pt x="110" y="87"/>
                  </a:lnTo>
                  <a:lnTo>
                    <a:pt x="108" y="89"/>
                  </a:lnTo>
                  <a:lnTo>
                    <a:pt x="107" y="90"/>
                  </a:lnTo>
                  <a:lnTo>
                    <a:pt x="106" y="90"/>
                  </a:lnTo>
                  <a:lnTo>
                    <a:pt x="106" y="90"/>
                  </a:lnTo>
                  <a:lnTo>
                    <a:pt x="104" y="89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8" y="93"/>
                  </a:lnTo>
                  <a:lnTo>
                    <a:pt x="98" y="95"/>
                  </a:lnTo>
                  <a:lnTo>
                    <a:pt x="95" y="99"/>
                  </a:lnTo>
                  <a:lnTo>
                    <a:pt x="94" y="99"/>
                  </a:lnTo>
                  <a:lnTo>
                    <a:pt x="94" y="100"/>
                  </a:lnTo>
                  <a:lnTo>
                    <a:pt x="90" y="106"/>
                  </a:lnTo>
                  <a:lnTo>
                    <a:pt x="89" y="106"/>
                  </a:lnTo>
                  <a:lnTo>
                    <a:pt x="87" y="104"/>
                  </a:lnTo>
                  <a:lnTo>
                    <a:pt x="87" y="106"/>
                  </a:lnTo>
                  <a:lnTo>
                    <a:pt x="87" y="107"/>
                  </a:lnTo>
                  <a:lnTo>
                    <a:pt x="89" y="108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6" y="110"/>
                  </a:lnTo>
                  <a:lnTo>
                    <a:pt x="82" y="110"/>
                  </a:lnTo>
                  <a:lnTo>
                    <a:pt x="79" y="111"/>
                  </a:lnTo>
                  <a:lnTo>
                    <a:pt x="76" y="111"/>
                  </a:lnTo>
                  <a:lnTo>
                    <a:pt x="73" y="110"/>
                  </a:lnTo>
                  <a:lnTo>
                    <a:pt x="70" y="107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78" y="97"/>
                  </a:lnTo>
                  <a:lnTo>
                    <a:pt x="78" y="93"/>
                  </a:lnTo>
                  <a:lnTo>
                    <a:pt x="81" y="93"/>
                  </a:lnTo>
                  <a:lnTo>
                    <a:pt x="83" y="91"/>
                  </a:lnTo>
                  <a:lnTo>
                    <a:pt x="85" y="94"/>
                  </a:lnTo>
                  <a:lnTo>
                    <a:pt x="89" y="93"/>
                  </a:lnTo>
                  <a:lnTo>
                    <a:pt x="89" y="93"/>
                  </a:lnTo>
                  <a:lnTo>
                    <a:pt x="87" y="90"/>
                  </a:lnTo>
                  <a:lnTo>
                    <a:pt x="89" y="87"/>
                  </a:lnTo>
                  <a:lnTo>
                    <a:pt x="87" y="86"/>
                  </a:lnTo>
                  <a:lnTo>
                    <a:pt x="85" y="83"/>
                  </a:lnTo>
                  <a:lnTo>
                    <a:pt x="82" y="81"/>
                  </a:lnTo>
                  <a:lnTo>
                    <a:pt x="81" y="79"/>
                  </a:lnTo>
                  <a:lnTo>
                    <a:pt x="78" y="78"/>
                  </a:lnTo>
                  <a:lnTo>
                    <a:pt x="78" y="75"/>
                  </a:lnTo>
                  <a:lnTo>
                    <a:pt x="78" y="72"/>
                  </a:lnTo>
                  <a:lnTo>
                    <a:pt x="76" y="70"/>
                  </a:lnTo>
                  <a:lnTo>
                    <a:pt x="72" y="66"/>
                  </a:lnTo>
                  <a:lnTo>
                    <a:pt x="70" y="66"/>
                  </a:lnTo>
                  <a:lnTo>
                    <a:pt x="69" y="68"/>
                  </a:lnTo>
                  <a:lnTo>
                    <a:pt x="66" y="68"/>
                  </a:lnTo>
                  <a:lnTo>
                    <a:pt x="62" y="64"/>
                  </a:lnTo>
                  <a:lnTo>
                    <a:pt x="58" y="64"/>
                  </a:lnTo>
                  <a:lnTo>
                    <a:pt x="57" y="61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9" y="65"/>
                  </a:lnTo>
                  <a:lnTo>
                    <a:pt x="48" y="66"/>
                  </a:lnTo>
                  <a:lnTo>
                    <a:pt x="49" y="69"/>
                  </a:lnTo>
                  <a:lnTo>
                    <a:pt x="47" y="70"/>
                  </a:lnTo>
                  <a:lnTo>
                    <a:pt x="44" y="72"/>
                  </a:lnTo>
                  <a:lnTo>
                    <a:pt x="36" y="73"/>
                  </a:lnTo>
                  <a:lnTo>
                    <a:pt x="33" y="75"/>
                  </a:lnTo>
                  <a:lnTo>
                    <a:pt x="31" y="75"/>
                  </a:lnTo>
                  <a:lnTo>
                    <a:pt x="27" y="77"/>
                  </a:lnTo>
                  <a:lnTo>
                    <a:pt x="24" y="75"/>
                  </a:lnTo>
                  <a:lnTo>
                    <a:pt x="24" y="74"/>
                  </a:lnTo>
                  <a:lnTo>
                    <a:pt x="20" y="72"/>
                  </a:lnTo>
                  <a:lnTo>
                    <a:pt x="18" y="72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0" y="72"/>
                  </a:lnTo>
                  <a:lnTo>
                    <a:pt x="7" y="72"/>
                  </a:lnTo>
                  <a:lnTo>
                    <a:pt x="6" y="69"/>
                  </a:lnTo>
                  <a:lnTo>
                    <a:pt x="3" y="6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3" y="54"/>
                  </a:lnTo>
                  <a:lnTo>
                    <a:pt x="6" y="54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12" y="40"/>
                  </a:lnTo>
                  <a:lnTo>
                    <a:pt x="14" y="36"/>
                  </a:lnTo>
                  <a:lnTo>
                    <a:pt x="15" y="35"/>
                  </a:lnTo>
                  <a:lnTo>
                    <a:pt x="18" y="35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8"/>
                  </a:lnTo>
                  <a:lnTo>
                    <a:pt x="18" y="27"/>
                  </a:lnTo>
                  <a:lnTo>
                    <a:pt x="15" y="24"/>
                  </a:lnTo>
                  <a:lnTo>
                    <a:pt x="14" y="22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8" y="14"/>
                  </a:lnTo>
                  <a:lnTo>
                    <a:pt x="20" y="12"/>
                  </a:lnTo>
                  <a:lnTo>
                    <a:pt x="28" y="11"/>
                  </a:lnTo>
                  <a:lnTo>
                    <a:pt x="32" y="11"/>
                  </a:lnTo>
                  <a:lnTo>
                    <a:pt x="35" y="10"/>
                  </a:lnTo>
                  <a:lnTo>
                    <a:pt x="36" y="10"/>
                  </a:lnTo>
                  <a:lnTo>
                    <a:pt x="39" y="11"/>
                  </a:lnTo>
                  <a:lnTo>
                    <a:pt x="45" y="12"/>
                  </a:lnTo>
                  <a:lnTo>
                    <a:pt x="49" y="14"/>
                  </a:lnTo>
                  <a:lnTo>
                    <a:pt x="49" y="15"/>
                  </a:lnTo>
                  <a:lnTo>
                    <a:pt x="53" y="14"/>
                  </a:lnTo>
                  <a:lnTo>
                    <a:pt x="56" y="15"/>
                  </a:lnTo>
                  <a:lnTo>
                    <a:pt x="57" y="15"/>
                  </a:lnTo>
                  <a:lnTo>
                    <a:pt x="58" y="14"/>
                  </a:lnTo>
                  <a:lnTo>
                    <a:pt x="61" y="15"/>
                  </a:lnTo>
                  <a:lnTo>
                    <a:pt x="64" y="15"/>
                  </a:lnTo>
                  <a:lnTo>
                    <a:pt x="66" y="12"/>
                  </a:lnTo>
                  <a:lnTo>
                    <a:pt x="70" y="14"/>
                  </a:lnTo>
                  <a:lnTo>
                    <a:pt x="70" y="16"/>
                  </a:lnTo>
                  <a:lnTo>
                    <a:pt x="73" y="16"/>
                  </a:lnTo>
                  <a:lnTo>
                    <a:pt x="74" y="14"/>
                  </a:lnTo>
                  <a:lnTo>
                    <a:pt x="77" y="14"/>
                  </a:lnTo>
                  <a:lnTo>
                    <a:pt x="79" y="15"/>
                  </a:lnTo>
                  <a:lnTo>
                    <a:pt x="82" y="14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1"/>
                  </a:lnTo>
                  <a:lnTo>
                    <a:pt x="89" y="7"/>
                  </a:lnTo>
                  <a:lnTo>
                    <a:pt x="93" y="6"/>
                  </a:lnTo>
                  <a:lnTo>
                    <a:pt x="98" y="4"/>
                  </a:lnTo>
                  <a:lnTo>
                    <a:pt x="99" y="6"/>
                  </a:lnTo>
                  <a:lnTo>
                    <a:pt x="103" y="4"/>
                  </a:lnTo>
                  <a:lnTo>
                    <a:pt x="102" y="3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8" name="Freeform 383"/>
            <p:cNvSpPr>
              <a:spLocks/>
            </p:cNvSpPr>
            <p:nvPr/>
          </p:nvSpPr>
          <p:spPr bwMode="auto">
            <a:xfrm>
              <a:off x="6498673" y="2749084"/>
              <a:ext cx="104048" cy="116736"/>
            </a:xfrm>
            <a:custGeom>
              <a:avLst/>
              <a:gdLst>
                <a:gd name="T0" fmla="*/ 9 w 41"/>
                <a:gd name="T1" fmla="*/ 0 h 46"/>
                <a:gd name="T2" fmla="*/ 10 w 41"/>
                <a:gd name="T3" fmla="*/ 3 h 46"/>
                <a:gd name="T4" fmla="*/ 14 w 41"/>
                <a:gd name="T5" fmla="*/ 3 h 46"/>
                <a:gd name="T6" fmla="*/ 18 w 41"/>
                <a:gd name="T7" fmla="*/ 7 h 46"/>
                <a:gd name="T8" fmla="*/ 21 w 41"/>
                <a:gd name="T9" fmla="*/ 7 h 46"/>
                <a:gd name="T10" fmla="*/ 22 w 41"/>
                <a:gd name="T11" fmla="*/ 5 h 46"/>
                <a:gd name="T12" fmla="*/ 24 w 41"/>
                <a:gd name="T13" fmla="*/ 5 h 46"/>
                <a:gd name="T14" fmla="*/ 28 w 41"/>
                <a:gd name="T15" fmla="*/ 9 h 46"/>
                <a:gd name="T16" fmla="*/ 30 w 41"/>
                <a:gd name="T17" fmla="*/ 11 h 46"/>
                <a:gd name="T18" fmla="*/ 30 w 41"/>
                <a:gd name="T19" fmla="*/ 14 h 46"/>
                <a:gd name="T20" fmla="*/ 30 w 41"/>
                <a:gd name="T21" fmla="*/ 17 h 46"/>
                <a:gd name="T22" fmla="*/ 33 w 41"/>
                <a:gd name="T23" fmla="*/ 18 h 46"/>
                <a:gd name="T24" fmla="*/ 34 w 41"/>
                <a:gd name="T25" fmla="*/ 20 h 46"/>
                <a:gd name="T26" fmla="*/ 37 w 41"/>
                <a:gd name="T27" fmla="*/ 22 h 46"/>
                <a:gd name="T28" fmla="*/ 39 w 41"/>
                <a:gd name="T29" fmla="*/ 25 h 46"/>
                <a:gd name="T30" fmla="*/ 41 w 41"/>
                <a:gd name="T31" fmla="*/ 26 h 46"/>
                <a:gd name="T32" fmla="*/ 39 w 41"/>
                <a:gd name="T33" fmla="*/ 29 h 46"/>
                <a:gd name="T34" fmla="*/ 41 w 41"/>
                <a:gd name="T35" fmla="*/ 32 h 46"/>
                <a:gd name="T36" fmla="*/ 41 w 41"/>
                <a:gd name="T37" fmla="*/ 32 h 46"/>
                <a:gd name="T38" fmla="*/ 37 w 41"/>
                <a:gd name="T39" fmla="*/ 33 h 46"/>
                <a:gd name="T40" fmla="*/ 35 w 41"/>
                <a:gd name="T41" fmla="*/ 30 h 46"/>
                <a:gd name="T42" fmla="*/ 33 w 41"/>
                <a:gd name="T43" fmla="*/ 32 h 46"/>
                <a:gd name="T44" fmla="*/ 30 w 41"/>
                <a:gd name="T45" fmla="*/ 32 h 46"/>
                <a:gd name="T46" fmla="*/ 30 w 41"/>
                <a:gd name="T47" fmla="*/ 36 h 46"/>
                <a:gd name="T48" fmla="*/ 30 w 41"/>
                <a:gd name="T49" fmla="*/ 39 h 46"/>
                <a:gd name="T50" fmla="*/ 29 w 41"/>
                <a:gd name="T51" fmla="*/ 39 h 46"/>
                <a:gd name="T52" fmla="*/ 26 w 41"/>
                <a:gd name="T53" fmla="*/ 43 h 46"/>
                <a:gd name="T54" fmla="*/ 26 w 41"/>
                <a:gd name="T55" fmla="*/ 45 h 46"/>
                <a:gd name="T56" fmla="*/ 25 w 41"/>
                <a:gd name="T57" fmla="*/ 45 h 46"/>
                <a:gd name="T58" fmla="*/ 22 w 41"/>
                <a:gd name="T59" fmla="*/ 46 h 46"/>
                <a:gd name="T60" fmla="*/ 22 w 41"/>
                <a:gd name="T61" fmla="*/ 46 h 46"/>
                <a:gd name="T62" fmla="*/ 21 w 41"/>
                <a:gd name="T63" fmla="*/ 42 h 46"/>
                <a:gd name="T64" fmla="*/ 21 w 41"/>
                <a:gd name="T65" fmla="*/ 32 h 46"/>
                <a:gd name="T66" fmla="*/ 20 w 41"/>
                <a:gd name="T67" fmla="*/ 28 h 46"/>
                <a:gd name="T68" fmla="*/ 18 w 41"/>
                <a:gd name="T69" fmla="*/ 25 h 46"/>
                <a:gd name="T70" fmla="*/ 12 w 41"/>
                <a:gd name="T71" fmla="*/ 20 h 46"/>
                <a:gd name="T72" fmla="*/ 12 w 41"/>
                <a:gd name="T73" fmla="*/ 17 h 46"/>
                <a:gd name="T74" fmla="*/ 6 w 41"/>
                <a:gd name="T75" fmla="*/ 13 h 46"/>
                <a:gd name="T76" fmla="*/ 5 w 41"/>
                <a:gd name="T77" fmla="*/ 8 h 46"/>
                <a:gd name="T78" fmla="*/ 1 w 41"/>
                <a:gd name="T79" fmla="*/ 8 h 46"/>
                <a:gd name="T80" fmla="*/ 0 w 41"/>
                <a:gd name="T81" fmla="*/ 5 h 46"/>
                <a:gd name="T82" fmla="*/ 1 w 41"/>
                <a:gd name="T83" fmla="*/ 4 h 46"/>
                <a:gd name="T84" fmla="*/ 0 w 41"/>
                <a:gd name="T85" fmla="*/ 1 h 46"/>
                <a:gd name="T86" fmla="*/ 2 w 41"/>
                <a:gd name="T87" fmla="*/ 1 h 46"/>
                <a:gd name="T88" fmla="*/ 2 w 41"/>
                <a:gd name="T89" fmla="*/ 1 h 46"/>
                <a:gd name="T90" fmla="*/ 5 w 41"/>
                <a:gd name="T91" fmla="*/ 3 h 46"/>
                <a:gd name="T92" fmla="*/ 5 w 41"/>
                <a:gd name="T93" fmla="*/ 1 h 46"/>
                <a:gd name="T94" fmla="*/ 8 w 41"/>
                <a:gd name="T95" fmla="*/ 1 h 46"/>
                <a:gd name="T96" fmla="*/ 9 w 41"/>
                <a:gd name="T9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" h="46">
                  <a:moveTo>
                    <a:pt x="9" y="0"/>
                  </a:moveTo>
                  <a:lnTo>
                    <a:pt x="10" y="3"/>
                  </a:lnTo>
                  <a:lnTo>
                    <a:pt x="14" y="3"/>
                  </a:lnTo>
                  <a:lnTo>
                    <a:pt x="18" y="7"/>
                  </a:lnTo>
                  <a:lnTo>
                    <a:pt x="21" y="7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28" y="9"/>
                  </a:lnTo>
                  <a:lnTo>
                    <a:pt x="30" y="11"/>
                  </a:lnTo>
                  <a:lnTo>
                    <a:pt x="30" y="14"/>
                  </a:lnTo>
                  <a:lnTo>
                    <a:pt x="30" y="17"/>
                  </a:lnTo>
                  <a:lnTo>
                    <a:pt x="33" y="18"/>
                  </a:lnTo>
                  <a:lnTo>
                    <a:pt x="34" y="20"/>
                  </a:lnTo>
                  <a:lnTo>
                    <a:pt x="37" y="22"/>
                  </a:lnTo>
                  <a:lnTo>
                    <a:pt x="39" y="25"/>
                  </a:lnTo>
                  <a:lnTo>
                    <a:pt x="41" y="26"/>
                  </a:lnTo>
                  <a:lnTo>
                    <a:pt x="39" y="29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7" y="33"/>
                  </a:lnTo>
                  <a:lnTo>
                    <a:pt x="35" y="30"/>
                  </a:lnTo>
                  <a:lnTo>
                    <a:pt x="33" y="32"/>
                  </a:lnTo>
                  <a:lnTo>
                    <a:pt x="30" y="32"/>
                  </a:lnTo>
                  <a:lnTo>
                    <a:pt x="30" y="36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6" y="43"/>
                  </a:lnTo>
                  <a:lnTo>
                    <a:pt x="26" y="45"/>
                  </a:lnTo>
                  <a:lnTo>
                    <a:pt x="25" y="45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1" y="42"/>
                  </a:lnTo>
                  <a:lnTo>
                    <a:pt x="21" y="32"/>
                  </a:lnTo>
                  <a:lnTo>
                    <a:pt x="20" y="28"/>
                  </a:lnTo>
                  <a:lnTo>
                    <a:pt x="18" y="25"/>
                  </a:lnTo>
                  <a:lnTo>
                    <a:pt x="12" y="20"/>
                  </a:lnTo>
                  <a:lnTo>
                    <a:pt x="12" y="17"/>
                  </a:lnTo>
                  <a:lnTo>
                    <a:pt x="6" y="13"/>
                  </a:lnTo>
                  <a:lnTo>
                    <a:pt x="5" y="8"/>
                  </a:lnTo>
                  <a:lnTo>
                    <a:pt x="1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5" y="3"/>
                  </a:lnTo>
                  <a:lnTo>
                    <a:pt x="5" y="1"/>
                  </a:lnTo>
                  <a:lnTo>
                    <a:pt x="8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9" name="Freeform 384"/>
            <p:cNvSpPr>
              <a:spLocks/>
            </p:cNvSpPr>
            <p:nvPr/>
          </p:nvSpPr>
          <p:spPr bwMode="auto">
            <a:xfrm>
              <a:off x="6333719" y="2769385"/>
              <a:ext cx="263925" cy="170030"/>
            </a:xfrm>
            <a:custGeom>
              <a:avLst/>
              <a:gdLst>
                <a:gd name="T0" fmla="*/ 71 w 104"/>
                <a:gd name="T1" fmla="*/ 5 h 67"/>
                <a:gd name="T2" fmla="*/ 77 w 104"/>
                <a:gd name="T3" fmla="*/ 12 h 67"/>
                <a:gd name="T4" fmla="*/ 85 w 104"/>
                <a:gd name="T5" fmla="*/ 20 h 67"/>
                <a:gd name="T6" fmla="*/ 86 w 104"/>
                <a:gd name="T7" fmla="*/ 34 h 67"/>
                <a:gd name="T8" fmla="*/ 90 w 104"/>
                <a:gd name="T9" fmla="*/ 41 h 67"/>
                <a:gd name="T10" fmla="*/ 96 w 104"/>
                <a:gd name="T11" fmla="*/ 42 h 67"/>
                <a:gd name="T12" fmla="*/ 103 w 104"/>
                <a:gd name="T13" fmla="*/ 41 h 67"/>
                <a:gd name="T14" fmla="*/ 103 w 104"/>
                <a:gd name="T15" fmla="*/ 43 h 67"/>
                <a:gd name="T16" fmla="*/ 104 w 104"/>
                <a:gd name="T17" fmla="*/ 46 h 67"/>
                <a:gd name="T18" fmla="*/ 100 w 104"/>
                <a:gd name="T19" fmla="*/ 50 h 67"/>
                <a:gd name="T20" fmla="*/ 95 w 104"/>
                <a:gd name="T21" fmla="*/ 53 h 67"/>
                <a:gd name="T22" fmla="*/ 95 w 104"/>
                <a:gd name="T23" fmla="*/ 55 h 67"/>
                <a:gd name="T24" fmla="*/ 94 w 104"/>
                <a:gd name="T25" fmla="*/ 60 h 67"/>
                <a:gd name="T26" fmla="*/ 91 w 104"/>
                <a:gd name="T27" fmla="*/ 64 h 67"/>
                <a:gd name="T28" fmla="*/ 89 w 104"/>
                <a:gd name="T29" fmla="*/ 60 h 67"/>
                <a:gd name="T30" fmla="*/ 85 w 104"/>
                <a:gd name="T31" fmla="*/ 60 h 67"/>
                <a:gd name="T32" fmla="*/ 77 w 104"/>
                <a:gd name="T33" fmla="*/ 59 h 67"/>
                <a:gd name="T34" fmla="*/ 67 w 104"/>
                <a:gd name="T35" fmla="*/ 63 h 67"/>
                <a:gd name="T36" fmla="*/ 64 w 104"/>
                <a:gd name="T37" fmla="*/ 66 h 67"/>
                <a:gd name="T38" fmla="*/ 57 w 104"/>
                <a:gd name="T39" fmla="*/ 66 h 67"/>
                <a:gd name="T40" fmla="*/ 53 w 104"/>
                <a:gd name="T41" fmla="*/ 64 h 67"/>
                <a:gd name="T42" fmla="*/ 49 w 104"/>
                <a:gd name="T43" fmla="*/ 64 h 67"/>
                <a:gd name="T44" fmla="*/ 41 w 104"/>
                <a:gd name="T45" fmla="*/ 64 h 67"/>
                <a:gd name="T46" fmla="*/ 39 w 104"/>
                <a:gd name="T47" fmla="*/ 64 h 67"/>
                <a:gd name="T48" fmla="*/ 32 w 104"/>
                <a:gd name="T49" fmla="*/ 66 h 67"/>
                <a:gd name="T50" fmla="*/ 32 w 104"/>
                <a:gd name="T51" fmla="*/ 62 h 67"/>
                <a:gd name="T52" fmla="*/ 31 w 104"/>
                <a:gd name="T53" fmla="*/ 59 h 67"/>
                <a:gd name="T54" fmla="*/ 27 w 104"/>
                <a:gd name="T55" fmla="*/ 56 h 67"/>
                <a:gd name="T56" fmla="*/ 28 w 104"/>
                <a:gd name="T57" fmla="*/ 53 h 67"/>
                <a:gd name="T58" fmla="*/ 23 w 104"/>
                <a:gd name="T59" fmla="*/ 54 h 67"/>
                <a:gd name="T60" fmla="*/ 17 w 104"/>
                <a:gd name="T61" fmla="*/ 54 h 67"/>
                <a:gd name="T62" fmla="*/ 14 w 104"/>
                <a:gd name="T63" fmla="*/ 50 h 67"/>
                <a:gd name="T64" fmla="*/ 14 w 104"/>
                <a:gd name="T65" fmla="*/ 46 h 67"/>
                <a:gd name="T66" fmla="*/ 8 w 104"/>
                <a:gd name="T67" fmla="*/ 42 h 67"/>
                <a:gd name="T68" fmla="*/ 3 w 104"/>
                <a:gd name="T69" fmla="*/ 35 h 67"/>
                <a:gd name="T70" fmla="*/ 0 w 104"/>
                <a:gd name="T71" fmla="*/ 33 h 67"/>
                <a:gd name="T72" fmla="*/ 4 w 104"/>
                <a:gd name="T73" fmla="*/ 30 h 67"/>
                <a:gd name="T74" fmla="*/ 8 w 104"/>
                <a:gd name="T75" fmla="*/ 29 h 67"/>
                <a:gd name="T76" fmla="*/ 11 w 104"/>
                <a:gd name="T77" fmla="*/ 24 h 67"/>
                <a:gd name="T78" fmla="*/ 17 w 104"/>
                <a:gd name="T79" fmla="*/ 10 h 67"/>
                <a:gd name="T80" fmla="*/ 23 w 104"/>
                <a:gd name="T81" fmla="*/ 5 h 67"/>
                <a:gd name="T82" fmla="*/ 24 w 104"/>
                <a:gd name="T83" fmla="*/ 3 h 67"/>
                <a:gd name="T84" fmla="*/ 28 w 104"/>
                <a:gd name="T85" fmla="*/ 0 h 67"/>
                <a:gd name="T86" fmla="*/ 35 w 104"/>
                <a:gd name="T87" fmla="*/ 3 h 67"/>
                <a:gd name="T88" fmla="*/ 41 w 104"/>
                <a:gd name="T89" fmla="*/ 5 h 67"/>
                <a:gd name="T90" fmla="*/ 44 w 104"/>
                <a:gd name="T91" fmla="*/ 8 h 67"/>
                <a:gd name="T92" fmla="*/ 50 w 104"/>
                <a:gd name="T93" fmla="*/ 6 h 67"/>
                <a:gd name="T94" fmla="*/ 61 w 104"/>
                <a:gd name="T95" fmla="*/ 3 h 67"/>
                <a:gd name="T96" fmla="*/ 70 w 104"/>
                <a:gd name="T9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4" h="67">
                  <a:moveTo>
                    <a:pt x="70" y="0"/>
                  </a:moveTo>
                  <a:lnTo>
                    <a:pt x="71" y="5"/>
                  </a:lnTo>
                  <a:lnTo>
                    <a:pt x="77" y="9"/>
                  </a:lnTo>
                  <a:lnTo>
                    <a:pt x="77" y="12"/>
                  </a:lnTo>
                  <a:lnTo>
                    <a:pt x="83" y="17"/>
                  </a:lnTo>
                  <a:lnTo>
                    <a:pt x="85" y="20"/>
                  </a:lnTo>
                  <a:lnTo>
                    <a:pt x="86" y="24"/>
                  </a:lnTo>
                  <a:lnTo>
                    <a:pt x="86" y="34"/>
                  </a:lnTo>
                  <a:lnTo>
                    <a:pt x="87" y="38"/>
                  </a:lnTo>
                  <a:lnTo>
                    <a:pt x="90" y="41"/>
                  </a:lnTo>
                  <a:lnTo>
                    <a:pt x="93" y="42"/>
                  </a:lnTo>
                  <a:lnTo>
                    <a:pt x="96" y="42"/>
                  </a:lnTo>
                  <a:lnTo>
                    <a:pt x="99" y="41"/>
                  </a:lnTo>
                  <a:lnTo>
                    <a:pt x="103" y="41"/>
                  </a:lnTo>
                  <a:lnTo>
                    <a:pt x="104" y="42"/>
                  </a:lnTo>
                  <a:lnTo>
                    <a:pt x="103" y="43"/>
                  </a:lnTo>
                  <a:lnTo>
                    <a:pt x="104" y="43"/>
                  </a:lnTo>
                  <a:lnTo>
                    <a:pt x="104" y="46"/>
                  </a:lnTo>
                  <a:lnTo>
                    <a:pt x="103" y="49"/>
                  </a:lnTo>
                  <a:lnTo>
                    <a:pt x="100" y="50"/>
                  </a:lnTo>
                  <a:lnTo>
                    <a:pt x="96" y="50"/>
                  </a:lnTo>
                  <a:lnTo>
                    <a:pt x="95" y="53"/>
                  </a:lnTo>
                  <a:lnTo>
                    <a:pt x="94" y="54"/>
                  </a:lnTo>
                  <a:lnTo>
                    <a:pt x="95" y="55"/>
                  </a:lnTo>
                  <a:lnTo>
                    <a:pt x="95" y="59"/>
                  </a:lnTo>
                  <a:lnTo>
                    <a:pt x="94" y="60"/>
                  </a:lnTo>
                  <a:lnTo>
                    <a:pt x="95" y="64"/>
                  </a:lnTo>
                  <a:lnTo>
                    <a:pt x="91" y="64"/>
                  </a:lnTo>
                  <a:lnTo>
                    <a:pt x="91" y="63"/>
                  </a:lnTo>
                  <a:lnTo>
                    <a:pt x="89" y="60"/>
                  </a:lnTo>
                  <a:lnTo>
                    <a:pt x="86" y="62"/>
                  </a:lnTo>
                  <a:lnTo>
                    <a:pt x="85" y="60"/>
                  </a:lnTo>
                  <a:lnTo>
                    <a:pt x="81" y="59"/>
                  </a:lnTo>
                  <a:lnTo>
                    <a:pt x="77" y="59"/>
                  </a:lnTo>
                  <a:lnTo>
                    <a:pt x="74" y="59"/>
                  </a:lnTo>
                  <a:lnTo>
                    <a:pt x="67" y="63"/>
                  </a:lnTo>
                  <a:lnTo>
                    <a:pt x="66" y="64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57" y="66"/>
                  </a:lnTo>
                  <a:lnTo>
                    <a:pt x="56" y="66"/>
                  </a:lnTo>
                  <a:lnTo>
                    <a:pt x="53" y="64"/>
                  </a:lnTo>
                  <a:lnTo>
                    <a:pt x="50" y="66"/>
                  </a:lnTo>
                  <a:lnTo>
                    <a:pt x="49" y="64"/>
                  </a:lnTo>
                  <a:lnTo>
                    <a:pt x="45" y="67"/>
                  </a:lnTo>
                  <a:lnTo>
                    <a:pt x="41" y="64"/>
                  </a:lnTo>
                  <a:lnTo>
                    <a:pt x="40" y="66"/>
                  </a:lnTo>
                  <a:lnTo>
                    <a:pt x="39" y="64"/>
                  </a:lnTo>
                  <a:lnTo>
                    <a:pt x="36" y="64"/>
                  </a:lnTo>
                  <a:lnTo>
                    <a:pt x="32" y="66"/>
                  </a:lnTo>
                  <a:lnTo>
                    <a:pt x="31" y="63"/>
                  </a:lnTo>
                  <a:lnTo>
                    <a:pt x="32" y="62"/>
                  </a:lnTo>
                  <a:lnTo>
                    <a:pt x="32" y="60"/>
                  </a:lnTo>
                  <a:lnTo>
                    <a:pt x="31" y="59"/>
                  </a:lnTo>
                  <a:lnTo>
                    <a:pt x="28" y="59"/>
                  </a:lnTo>
                  <a:lnTo>
                    <a:pt x="27" y="56"/>
                  </a:lnTo>
                  <a:lnTo>
                    <a:pt x="27" y="55"/>
                  </a:lnTo>
                  <a:lnTo>
                    <a:pt x="28" y="53"/>
                  </a:lnTo>
                  <a:lnTo>
                    <a:pt x="24" y="51"/>
                  </a:lnTo>
                  <a:lnTo>
                    <a:pt x="23" y="54"/>
                  </a:lnTo>
                  <a:lnTo>
                    <a:pt x="20" y="53"/>
                  </a:lnTo>
                  <a:lnTo>
                    <a:pt x="17" y="54"/>
                  </a:lnTo>
                  <a:lnTo>
                    <a:pt x="17" y="51"/>
                  </a:lnTo>
                  <a:lnTo>
                    <a:pt x="14" y="50"/>
                  </a:lnTo>
                  <a:lnTo>
                    <a:pt x="12" y="49"/>
                  </a:lnTo>
                  <a:lnTo>
                    <a:pt x="14" y="46"/>
                  </a:lnTo>
                  <a:lnTo>
                    <a:pt x="11" y="43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0" y="33"/>
                  </a:lnTo>
                  <a:lnTo>
                    <a:pt x="3" y="30"/>
                  </a:lnTo>
                  <a:lnTo>
                    <a:pt x="4" y="30"/>
                  </a:lnTo>
                  <a:lnTo>
                    <a:pt x="6" y="28"/>
                  </a:lnTo>
                  <a:lnTo>
                    <a:pt x="8" y="29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5" y="18"/>
                  </a:lnTo>
                  <a:lnTo>
                    <a:pt x="17" y="10"/>
                  </a:lnTo>
                  <a:lnTo>
                    <a:pt x="20" y="6"/>
                  </a:lnTo>
                  <a:lnTo>
                    <a:pt x="23" y="5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7" y="3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5" y="3"/>
                  </a:lnTo>
                  <a:lnTo>
                    <a:pt x="37" y="3"/>
                  </a:lnTo>
                  <a:lnTo>
                    <a:pt x="41" y="5"/>
                  </a:lnTo>
                  <a:lnTo>
                    <a:pt x="41" y="6"/>
                  </a:lnTo>
                  <a:lnTo>
                    <a:pt x="44" y="8"/>
                  </a:lnTo>
                  <a:lnTo>
                    <a:pt x="48" y="6"/>
                  </a:lnTo>
                  <a:lnTo>
                    <a:pt x="50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4" y="1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0" name="Freeform 385"/>
            <p:cNvSpPr>
              <a:spLocks/>
            </p:cNvSpPr>
            <p:nvPr/>
          </p:nvSpPr>
          <p:spPr bwMode="auto">
            <a:xfrm>
              <a:off x="6222058" y="2756698"/>
              <a:ext cx="172567" cy="111661"/>
            </a:xfrm>
            <a:custGeom>
              <a:avLst/>
              <a:gdLst>
                <a:gd name="T0" fmla="*/ 61 w 68"/>
                <a:gd name="T1" fmla="*/ 0 h 44"/>
                <a:gd name="T2" fmla="*/ 64 w 68"/>
                <a:gd name="T3" fmla="*/ 4 h 44"/>
                <a:gd name="T4" fmla="*/ 67 w 68"/>
                <a:gd name="T5" fmla="*/ 5 h 44"/>
                <a:gd name="T6" fmla="*/ 68 w 68"/>
                <a:gd name="T7" fmla="*/ 8 h 44"/>
                <a:gd name="T8" fmla="*/ 67 w 68"/>
                <a:gd name="T9" fmla="*/ 10 h 44"/>
                <a:gd name="T10" fmla="*/ 64 w 68"/>
                <a:gd name="T11" fmla="*/ 11 h 44"/>
                <a:gd name="T12" fmla="*/ 61 w 68"/>
                <a:gd name="T13" fmla="*/ 15 h 44"/>
                <a:gd name="T14" fmla="*/ 59 w 68"/>
                <a:gd name="T15" fmla="*/ 23 h 44"/>
                <a:gd name="T16" fmla="*/ 55 w 68"/>
                <a:gd name="T17" fmla="*/ 29 h 44"/>
                <a:gd name="T18" fmla="*/ 55 w 68"/>
                <a:gd name="T19" fmla="*/ 31 h 44"/>
                <a:gd name="T20" fmla="*/ 52 w 68"/>
                <a:gd name="T21" fmla="*/ 34 h 44"/>
                <a:gd name="T22" fmla="*/ 50 w 68"/>
                <a:gd name="T23" fmla="*/ 33 h 44"/>
                <a:gd name="T24" fmla="*/ 48 w 68"/>
                <a:gd name="T25" fmla="*/ 35 h 44"/>
                <a:gd name="T26" fmla="*/ 47 w 68"/>
                <a:gd name="T27" fmla="*/ 35 h 44"/>
                <a:gd name="T28" fmla="*/ 44 w 68"/>
                <a:gd name="T29" fmla="*/ 38 h 44"/>
                <a:gd name="T30" fmla="*/ 43 w 68"/>
                <a:gd name="T31" fmla="*/ 38 h 44"/>
                <a:gd name="T32" fmla="*/ 40 w 68"/>
                <a:gd name="T33" fmla="*/ 36 h 44"/>
                <a:gd name="T34" fmla="*/ 38 w 68"/>
                <a:gd name="T35" fmla="*/ 36 h 44"/>
                <a:gd name="T36" fmla="*/ 35 w 68"/>
                <a:gd name="T37" fmla="*/ 39 h 44"/>
                <a:gd name="T38" fmla="*/ 35 w 68"/>
                <a:gd name="T39" fmla="*/ 40 h 44"/>
                <a:gd name="T40" fmla="*/ 32 w 68"/>
                <a:gd name="T41" fmla="*/ 39 h 44"/>
                <a:gd name="T42" fmla="*/ 30 w 68"/>
                <a:gd name="T43" fmla="*/ 40 h 44"/>
                <a:gd name="T44" fmla="*/ 29 w 68"/>
                <a:gd name="T45" fmla="*/ 43 h 44"/>
                <a:gd name="T46" fmla="*/ 27 w 68"/>
                <a:gd name="T47" fmla="*/ 42 h 44"/>
                <a:gd name="T48" fmla="*/ 25 w 68"/>
                <a:gd name="T49" fmla="*/ 44 h 44"/>
                <a:gd name="T50" fmla="*/ 21 w 68"/>
                <a:gd name="T51" fmla="*/ 43 h 44"/>
                <a:gd name="T52" fmla="*/ 14 w 68"/>
                <a:gd name="T53" fmla="*/ 42 h 44"/>
                <a:gd name="T54" fmla="*/ 13 w 68"/>
                <a:gd name="T55" fmla="*/ 40 h 44"/>
                <a:gd name="T56" fmla="*/ 10 w 68"/>
                <a:gd name="T57" fmla="*/ 39 h 44"/>
                <a:gd name="T58" fmla="*/ 5 w 68"/>
                <a:gd name="T59" fmla="*/ 35 h 44"/>
                <a:gd name="T60" fmla="*/ 4 w 68"/>
                <a:gd name="T61" fmla="*/ 35 h 44"/>
                <a:gd name="T62" fmla="*/ 4 w 68"/>
                <a:gd name="T63" fmla="*/ 31 h 44"/>
                <a:gd name="T64" fmla="*/ 0 w 68"/>
                <a:gd name="T65" fmla="*/ 27 h 44"/>
                <a:gd name="T66" fmla="*/ 1 w 68"/>
                <a:gd name="T67" fmla="*/ 27 h 44"/>
                <a:gd name="T68" fmla="*/ 2 w 68"/>
                <a:gd name="T69" fmla="*/ 25 h 44"/>
                <a:gd name="T70" fmla="*/ 1 w 68"/>
                <a:gd name="T71" fmla="*/ 22 h 44"/>
                <a:gd name="T72" fmla="*/ 1 w 68"/>
                <a:gd name="T73" fmla="*/ 21 h 44"/>
                <a:gd name="T74" fmla="*/ 2 w 68"/>
                <a:gd name="T75" fmla="*/ 18 h 44"/>
                <a:gd name="T76" fmla="*/ 0 w 68"/>
                <a:gd name="T77" fmla="*/ 15 h 44"/>
                <a:gd name="T78" fmla="*/ 1 w 68"/>
                <a:gd name="T79" fmla="*/ 14 h 44"/>
                <a:gd name="T80" fmla="*/ 6 w 68"/>
                <a:gd name="T81" fmla="*/ 14 h 44"/>
                <a:gd name="T82" fmla="*/ 6 w 68"/>
                <a:gd name="T83" fmla="*/ 11 h 44"/>
                <a:gd name="T84" fmla="*/ 6 w 68"/>
                <a:gd name="T85" fmla="*/ 9 h 44"/>
                <a:gd name="T86" fmla="*/ 6 w 68"/>
                <a:gd name="T87" fmla="*/ 8 h 44"/>
                <a:gd name="T88" fmla="*/ 14 w 68"/>
                <a:gd name="T89" fmla="*/ 13 h 44"/>
                <a:gd name="T90" fmla="*/ 18 w 68"/>
                <a:gd name="T91" fmla="*/ 13 h 44"/>
                <a:gd name="T92" fmla="*/ 22 w 68"/>
                <a:gd name="T93" fmla="*/ 11 h 44"/>
                <a:gd name="T94" fmla="*/ 29 w 68"/>
                <a:gd name="T95" fmla="*/ 11 h 44"/>
                <a:gd name="T96" fmla="*/ 29 w 68"/>
                <a:gd name="T97" fmla="*/ 9 h 44"/>
                <a:gd name="T98" fmla="*/ 31 w 68"/>
                <a:gd name="T99" fmla="*/ 8 h 44"/>
                <a:gd name="T100" fmla="*/ 35 w 68"/>
                <a:gd name="T101" fmla="*/ 5 h 44"/>
                <a:gd name="T102" fmla="*/ 39 w 68"/>
                <a:gd name="T103" fmla="*/ 8 h 44"/>
                <a:gd name="T104" fmla="*/ 39 w 68"/>
                <a:gd name="T105" fmla="*/ 6 h 44"/>
                <a:gd name="T106" fmla="*/ 42 w 68"/>
                <a:gd name="T107" fmla="*/ 4 h 44"/>
                <a:gd name="T108" fmla="*/ 43 w 68"/>
                <a:gd name="T109" fmla="*/ 1 h 44"/>
                <a:gd name="T110" fmla="*/ 47 w 68"/>
                <a:gd name="T111" fmla="*/ 1 h 44"/>
                <a:gd name="T112" fmla="*/ 50 w 68"/>
                <a:gd name="T113" fmla="*/ 1 h 44"/>
                <a:gd name="T114" fmla="*/ 55 w 68"/>
                <a:gd name="T115" fmla="*/ 1 h 44"/>
                <a:gd name="T116" fmla="*/ 59 w 68"/>
                <a:gd name="T117" fmla="*/ 2 h 44"/>
                <a:gd name="T118" fmla="*/ 61 w 68"/>
                <a:gd name="T11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8" h="44">
                  <a:moveTo>
                    <a:pt x="61" y="0"/>
                  </a:moveTo>
                  <a:lnTo>
                    <a:pt x="64" y="4"/>
                  </a:lnTo>
                  <a:lnTo>
                    <a:pt x="67" y="5"/>
                  </a:lnTo>
                  <a:lnTo>
                    <a:pt x="68" y="8"/>
                  </a:lnTo>
                  <a:lnTo>
                    <a:pt x="67" y="10"/>
                  </a:lnTo>
                  <a:lnTo>
                    <a:pt x="64" y="11"/>
                  </a:lnTo>
                  <a:lnTo>
                    <a:pt x="61" y="15"/>
                  </a:lnTo>
                  <a:lnTo>
                    <a:pt x="59" y="23"/>
                  </a:lnTo>
                  <a:lnTo>
                    <a:pt x="55" y="29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50" y="33"/>
                  </a:lnTo>
                  <a:lnTo>
                    <a:pt x="48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3" y="38"/>
                  </a:lnTo>
                  <a:lnTo>
                    <a:pt x="40" y="36"/>
                  </a:lnTo>
                  <a:lnTo>
                    <a:pt x="38" y="36"/>
                  </a:lnTo>
                  <a:lnTo>
                    <a:pt x="35" y="39"/>
                  </a:lnTo>
                  <a:lnTo>
                    <a:pt x="35" y="40"/>
                  </a:lnTo>
                  <a:lnTo>
                    <a:pt x="32" y="39"/>
                  </a:lnTo>
                  <a:lnTo>
                    <a:pt x="30" y="40"/>
                  </a:lnTo>
                  <a:lnTo>
                    <a:pt x="29" y="43"/>
                  </a:lnTo>
                  <a:lnTo>
                    <a:pt x="27" y="42"/>
                  </a:lnTo>
                  <a:lnTo>
                    <a:pt x="25" y="44"/>
                  </a:lnTo>
                  <a:lnTo>
                    <a:pt x="21" y="43"/>
                  </a:lnTo>
                  <a:lnTo>
                    <a:pt x="14" y="42"/>
                  </a:lnTo>
                  <a:lnTo>
                    <a:pt x="13" y="40"/>
                  </a:lnTo>
                  <a:lnTo>
                    <a:pt x="10" y="39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1"/>
                  </a:lnTo>
                  <a:lnTo>
                    <a:pt x="0" y="27"/>
                  </a:lnTo>
                  <a:lnTo>
                    <a:pt x="1" y="27"/>
                  </a:lnTo>
                  <a:lnTo>
                    <a:pt x="2" y="25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8"/>
                  </a:lnTo>
                  <a:lnTo>
                    <a:pt x="14" y="13"/>
                  </a:lnTo>
                  <a:lnTo>
                    <a:pt x="18" y="13"/>
                  </a:lnTo>
                  <a:lnTo>
                    <a:pt x="22" y="11"/>
                  </a:lnTo>
                  <a:lnTo>
                    <a:pt x="29" y="11"/>
                  </a:lnTo>
                  <a:lnTo>
                    <a:pt x="29" y="9"/>
                  </a:lnTo>
                  <a:lnTo>
                    <a:pt x="31" y="8"/>
                  </a:lnTo>
                  <a:lnTo>
                    <a:pt x="35" y="5"/>
                  </a:lnTo>
                  <a:lnTo>
                    <a:pt x="39" y="8"/>
                  </a:lnTo>
                  <a:lnTo>
                    <a:pt x="39" y="6"/>
                  </a:lnTo>
                  <a:lnTo>
                    <a:pt x="42" y="4"/>
                  </a:lnTo>
                  <a:lnTo>
                    <a:pt x="43" y="1"/>
                  </a:lnTo>
                  <a:lnTo>
                    <a:pt x="47" y="1"/>
                  </a:lnTo>
                  <a:lnTo>
                    <a:pt x="50" y="1"/>
                  </a:lnTo>
                  <a:lnTo>
                    <a:pt x="55" y="1"/>
                  </a:lnTo>
                  <a:lnTo>
                    <a:pt x="59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1" name="Freeform 386"/>
            <p:cNvSpPr>
              <a:spLocks/>
            </p:cNvSpPr>
            <p:nvPr/>
          </p:nvSpPr>
          <p:spPr bwMode="auto">
            <a:xfrm>
              <a:off x="6234747" y="2726245"/>
              <a:ext cx="149728" cy="63444"/>
            </a:xfrm>
            <a:custGeom>
              <a:avLst/>
              <a:gdLst>
                <a:gd name="T0" fmla="*/ 46 w 59"/>
                <a:gd name="T1" fmla="*/ 0 h 25"/>
                <a:gd name="T2" fmla="*/ 49 w 59"/>
                <a:gd name="T3" fmla="*/ 0 h 25"/>
                <a:gd name="T4" fmla="*/ 50 w 59"/>
                <a:gd name="T5" fmla="*/ 0 h 25"/>
                <a:gd name="T6" fmla="*/ 54 w 59"/>
                <a:gd name="T7" fmla="*/ 0 h 25"/>
                <a:gd name="T8" fmla="*/ 59 w 59"/>
                <a:gd name="T9" fmla="*/ 2 h 25"/>
                <a:gd name="T10" fmla="*/ 59 w 59"/>
                <a:gd name="T11" fmla="*/ 2 h 25"/>
                <a:gd name="T12" fmla="*/ 56 w 59"/>
                <a:gd name="T13" fmla="*/ 8 h 25"/>
                <a:gd name="T14" fmla="*/ 56 w 59"/>
                <a:gd name="T15" fmla="*/ 12 h 25"/>
                <a:gd name="T16" fmla="*/ 54 w 59"/>
                <a:gd name="T17" fmla="*/ 14 h 25"/>
                <a:gd name="T18" fmla="*/ 50 w 59"/>
                <a:gd name="T19" fmla="*/ 13 h 25"/>
                <a:gd name="T20" fmla="*/ 45 w 59"/>
                <a:gd name="T21" fmla="*/ 13 h 25"/>
                <a:gd name="T22" fmla="*/ 42 w 59"/>
                <a:gd name="T23" fmla="*/ 13 h 25"/>
                <a:gd name="T24" fmla="*/ 38 w 59"/>
                <a:gd name="T25" fmla="*/ 13 h 25"/>
                <a:gd name="T26" fmla="*/ 37 w 59"/>
                <a:gd name="T27" fmla="*/ 16 h 25"/>
                <a:gd name="T28" fmla="*/ 34 w 59"/>
                <a:gd name="T29" fmla="*/ 18 h 25"/>
                <a:gd name="T30" fmla="*/ 34 w 59"/>
                <a:gd name="T31" fmla="*/ 20 h 25"/>
                <a:gd name="T32" fmla="*/ 30 w 59"/>
                <a:gd name="T33" fmla="*/ 17 h 25"/>
                <a:gd name="T34" fmla="*/ 26 w 59"/>
                <a:gd name="T35" fmla="*/ 20 h 25"/>
                <a:gd name="T36" fmla="*/ 24 w 59"/>
                <a:gd name="T37" fmla="*/ 21 h 25"/>
                <a:gd name="T38" fmla="*/ 24 w 59"/>
                <a:gd name="T39" fmla="*/ 23 h 25"/>
                <a:gd name="T40" fmla="*/ 17 w 59"/>
                <a:gd name="T41" fmla="*/ 23 h 25"/>
                <a:gd name="T42" fmla="*/ 13 w 59"/>
                <a:gd name="T43" fmla="*/ 25 h 25"/>
                <a:gd name="T44" fmla="*/ 9 w 59"/>
                <a:gd name="T45" fmla="*/ 25 h 25"/>
                <a:gd name="T46" fmla="*/ 1 w 59"/>
                <a:gd name="T47" fmla="*/ 20 h 25"/>
                <a:gd name="T48" fmla="*/ 0 w 59"/>
                <a:gd name="T49" fmla="*/ 14 h 25"/>
                <a:gd name="T50" fmla="*/ 0 w 59"/>
                <a:gd name="T51" fmla="*/ 12 h 25"/>
                <a:gd name="T52" fmla="*/ 1 w 59"/>
                <a:gd name="T53" fmla="*/ 12 h 25"/>
                <a:gd name="T54" fmla="*/ 4 w 59"/>
                <a:gd name="T55" fmla="*/ 9 h 25"/>
                <a:gd name="T56" fmla="*/ 6 w 59"/>
                <a:gd name="T57" fmla="*/ 9 h 25"/>
                <a:gd name="T58" fmla="*/ 8 w 59"/>
                <a:gd name="T59" fmla="*/ 10 h 25"/>
                <a:gd name="T60" fmla="*/ 12 w 59"/>
                <a:gd name="T61" fmla="*/ 9 h 25"/>
                <a:gd name="T62" fmla="*/ 17 w 59"/>
                <a:gd name="T63" fmla="*/ 8 h 25"/>
                <a:gd name="T64" fmla="*/ 20 w 59"/>
                <a:gd name="T65" fmla="*/ 5 h 25"/>
                <a:gd name="T66" fmla="*/ 22 w 59"/>
                <a:gd name="T67" fmla="*/ 4 h 25"/>
                <a:gd name="T68" fmla="*/ 25 w 59"/>
                <a:gd name="T69" fmla="*/ 2 h 25"/>
                <a:gd name="T70" fmla="*/ 30 w 59"/>
                <a:gd name="T71" fmla="*/ 2 h 25"/>
                <a:gd name="T72" fmla="*/ 30 w 59"/>
                <a:gd name="T73" fmla="*/ 2 h 25"/>
                <a:gd name="T74" fmla="*/ 31 w 59"/>
                <a:gd name="T75" fmla="*/ 2 h 25"/>
                <a:gd name="T76" fmla="*/ 34 w 59"/>
                <a:gd name="T77" fmla="*/ 2 h 25"/>
                <a:gd name="T78" fmla="*/ 35 w 59"/>
                <a:gd name="T79" fmla="*/ 1 h 25"/>
                <a:gd name="T80" fmla="*/ 37 w 59"/>
                <a:gd name="T81" fmla="*/ 0 h 25"/>
                <a:gd name="T82" fmla="*/ 38 w 59"/>
                <a:gd name="T83" fmla="*/ 0 h 25"/>
                <a:gd name="T84" fmla="*/ 42 w 59"/>
                <a:gd name="T85" fmla="*/ 0 h 25"/>
                <a:gd name="T86" fmla="*/ 43 w 59"/>
                <a:gd name="T87" fmla="*/ 1 h 25"/>
                <a:gd name="T88" fmla="*/ 45 w 59"/>
                <a:gd name="T89" fmla="*/ 0 h 25"/>
                <a:gd name="T90" fmla="*/ 46 w 59"/>
                <a:gd name="T9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25">
                  <a:moveTo>
                    <a:pt x="46" y="0"/>
                  </a:moveTo>
                  <a:lnTo>
                    <a:pt x="49" y="0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6" y="8"/>
                  </a:lnTo>
                  <a:lnTo>
                    <a:pt x="56" y="12"/>
                  </a:lnTo>
                  <a:lnTo>
                    <a:pt x="54" y="14"/>
                  </a:lnTo>
                  <a:lnTo>
                    <a:pt x="50" y="13"/>
                  </a:lnTo>
                  <a:lnTo>
                    <a:pt x="45" y="13"/>
                  </a:lnTo>
                  <a:lnTo>
                    <a:pt x="42" y="13"/>
                  </a:lnTo>
                  <a:lnTo>
                    <a:pt x="38" y="13"/>
                  </a:lnTo>
                  <a:lnTo>
                    <a:pt x="37" y="16"/>
                  </a:lnTo>
                  <a:lnTo>
                    <a:pt x="34" y="18"/>
                  </a:lnTo>
                  <a:lnTo>
                    <a:pt x="34" y="20"/>
                  </a:lnTo>
                  <a:lnTo>
                    <a:pt x="30" y="17"/>
                  </a:lnTo>
                  <a:lnTo>
                    <a:pt x="26" y="20"/>
                  </a:lnTo>
                  <a:lnTo>
                    <a:pt x="24" y="21"/>
                  </a:lnTo>
                  <a:lnTo>
                    <a:pt x="24" y="23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9" y="25"/>
                  </a:lnTo>
                  <a:lnTo>
                    <a:pt x="1" y="20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4" y="9"/>
                  </a:lnTo>
                  <a:lnTo>
                    <a:pt x="6" y="9"/>
                  </a:lnTo>
                  <a:lnTo>
                    <a:pt x="8" y="10"/>
                  </a:lnTo>
                  <a:lnTo>
                    <a:pt x="12" y="9"/>
                  </a:lnTo>
                  <a:lnTo>
                    <a:pt x="17" y="8"/>
                  </a:lnTo>
                  <a:lnTo>
                    <a:pt x="20" y="5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4" y="2"/>
                  </a:lnTo>
                  <a:lnTo>
                    <a:pt x="35" y="1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3" y="1"/>
                  </a:lnTo>
                  <a:lnTo>
                    <a:pt x="45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2" name="Freeform 387"/>
            <p:cNvSpPr>
              <a:spLocks/>
            </p:cNvSpPr>
            <p:nvPr/>
          </p:nvSpPr>
          <p:spPr bwMode="auto">
            <a:xfrm>
              <a:off x="6402239" y="2919113"/>
              <a:ext cx="172567" cy="111661"/>
            </a:xfrm>
            <a:custGeom>
              <a:avLst/>
              <a:gdLst>
                <a:gd name="T0" fmla="*/ 54 w 68"/>
                <a:gd name="T1" fmla="*/ 0 h 44"/>
                <a:gd name="T2" fmla="*/ 59 w 68"/>
                <a:gd name="T3" fmla="*/ 3 h 44"/>
                <a:gd name="T4" fmla="*/ 64 w 68"/>
                <a:gd name="T5" fmla="*/ 4 h 44"/>
                <a:gd name="T6" fmla="*/ 68 w 68"/>
                <a:gd name="T7" fmla="*/ 5 h 44"/>
                <a:gd name="T8" fmla="*/ 67 w 68"/>
                <a:gd name="T9" fmla="*/ 9 h 44"/>
                <a:gd name="T10" fmla="*/ 64 w 68"/>
                <a:gd name="T11" fmla="*/ 11 h 44"/>
                <a:gd name="T12" fmla="*/ 62 w 68"/>
                <a:gd name="T13" fmla="*/ 19 h 44"/>
                <a:gd name="T14" fmla="*/ 56 w 68"/>
                <a:gd name="T15" fmla="*/ 24 h 44"/>
                <a:gd name="T16" fmla="*/ 59 w 68"/>
                <a:gd name="T17" fmla="*/ 25 h 44"/>
                <a:gd name="T18" fmla="*/ 63 w 68"/>
                <a:gd name="T19" fmla="*/ 32 h 44"/>
                <a:gd name="T20" fmla="*/ 60 w 68"/>
                <a:gd name="T21" fmla="*/ 32 h 44"/>
                <a:gd name="T22" fmla="*/ 56 w 68"/>
                <a:gd name="T23" fmla="*/ 30 h 44"/>
                <a:gd name="T24" fmla="*/ 51 w 68"/>
                <a:gd name="T25" fmla="*/ 32 h 44"/>
                <a:gd name="T26" fmla="*/ 47 w 68"/>
                <a:gd name="T27" fmla="*/ 34 h 44"/>
                <a:gd name="T28" fmla="*/ 46 w 68"/>
                <a:gd name="T29" fmla="*/ 34 h 44"/>
                <a:gd name="T30" fmla="*/ 43 w 68"/>
                <a:gd name="T31" fmla="*/ 38 h 44"/>
                <a:gd name="T32" fmla="*/ 42 w 68"/>
                <a:gd name="T33" fmla="*/ 42 h 44"/>
                <a:gd name="T34" fmla="*/ 35 w 68"/>
                <a:gd name="T35" fmla="*/ 44 h 44"/>
                <a:gd name="T36" fmla="*/ 30 w 68"/>
                <a:gd name="T37" fmla="*/ 42 h 44"/>
                <a:gd name="T38" fmla="*/ 27 w 68"/>
                <a:gd name="T39" fmla="*/ 42 h 44"/>
                <a:gd name="T40" fmla="*/ 23 w 68"/>
                <a:gd name="T41" fmla="*/ 41 h 44"/>
                <a:gd name="T42" fmla="*/ 18 w 68"/>
                <a:gd name="T43" fmla="*/ 42 h 44"/>
                <a:gd name="T44" fmla="*/ 12 w 68"/>
                <a:gd name="T45" fmla="*/ 44 h 44"/>
                <a:gd name="T46" fmla="*/ 10 w 68"/>
                <a:gd name="T47" fmla="*/ 42 h 44"/>
                <a:gd name="T48" fmla="*/ 9 w 68"/>
                <a:gd name="T49" fmla="*/ 37 h 44"/>
                <a:gd name="T50" fmla="*/ 1 w 68"/>
                <a:gd name="T51" fmla="*/ 28 h 44"/>
                <a:gd name="T52" fmla="*/ 2 w 68"/>
                <a:gd name="T53" fmla="*/ 26 h 44"/>
                <a:gd name="T54" fmla="*/ 1 w 68"/>
                <a:gd name="T55" fmla="*/ 21 h 44"/>
                <a:gd name="T56" fmla="*/ 5 w 68"/>
                <a:gd name="T57" fmla="*/ 16 h 44"/>
                <a:gd name="T58" fmla="*/ 1 w 68"/>
                <a:gd name="T59" fmla="*/ 9 h 44"/>
                <a:gd name="T60" fmla="*/ 1 w 68"/>
                <a:gd name="T61" fmla="*/ 3 h 44"/>
                <a:gd name="T62" fmla="*/ 4 w 68"/>
                <a:gd name="T63" fmla="*/ 0 h 44"/>
                <a:gd name="T64" fmla="*/ 5 w 68"/>
                <a:gd name="T65" fmla="*/ 3 h 44"/>
                <a:gd name="T66" fmla="*/ 5 w 68"/>
                <a:gd name="T67" fmla="*/ 7 h 44"/>
                <a:gd name="T68" fmla="*/ 12 w 68"/>
                <a:gd name="T69" fmla="*/ 5 h 44"/>
                <a:gd name="T70" fmla="*/ 14 w 68"/>
                <a:gd name="T71" fmla="*/ 5 h 44"/>
                <a:gd name="T72" fmla="*/ 22 w 68"/>
                <a:gd name="T73" fmla="*/ 5 h 44"/>
                <a:gd name="T74" fmla="*/ 26 w 68"/>
                <a:gd name="T75" fmla="*/ 5 h 44"/>
                <a:gd name="T76" fmla="*/ 30 w 68"/>
                <a:gd name="T77" fmla="*/ 7 h 44"/>
                <a:gd name="T78" fmla="*/ 37 w 68"/>
                <a:gd name="T79" fmla="*/ 7 h 44"/>
                <a:gd name="T80" fmla="*/ 40 w 68"/>
                <a:gd name="T81" fmla="*/ 4 h 44"/>
                <a:gd name="T82" fmla="*/ 50 w 68"/>
                <a:gd name="T8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8" h="44">
                  <a:moveTo>
                    <a:pt x="50" y="0"/>
                  </a:moveTo>
                  <a:lnTo>
                    <a:pt x="54" y="0"/>
                  </a:lnTo>
                  <a:lnTo>
                    <a:pt x="58" y="1"/>
                  </a:lnTo>
                  <a:lnTo>
                    <a:pt x="59" y="3"/>
                  </a:lnTo>
                  <a:lnTo>
                    <a:pt x="62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7" y="9"/>
                  </a:lnTo>
                  <a:lnTo>
                    <a:pt x="66" y="12"/>
                  </a:lnTo>
                  <a:lnTo>
                    <a:pt x="64" y="11"/>
                  </a:lnTo>
                  <a:lnTo>
                    <a:pt x="60" y="13"/>
                  </a:lnTo>
                  <a:lnTo>
                    <a:pt x="62" y="19"/>
                  </a:lnTo>
                  <a:lnTo>
                    <a:pt x="60" y="21"/>
                  </a:lnTo>
                  <a:lnTo>
                    <a:pt x="56" y="24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2" y="29"/>
                  </a:lnTo>
                  <a:lnTo>
                    <a:pt x="63" y="32"/>
                  </a:lnTo>
                  <a:lnTo>
                    <a:pt x="63" y="32"/>
                  </a:lnTo>
                  <a:lnTo>
                    <a:pt x="60" y="32"/>
                  </a:lnTo>
                  <a:lnTo>
                    <a:pt x="59" y="33"/>
                  </a:lnTo>
                  <a:lnTo>
                    <a:pt x="56" y="30"/>
                  </a:lnTo>
                  <a:lnTo>
                    <a:pt x="52" y="30"/>
                  </a:lnTo>
                  <a:lnTo>
                    <a:pt x="51" y="32"/>
                  </a:lnTo>
                  <a:lnTo>
                    <a:pt x="50" y="32"/>
                  </a:lnTo>
                  <a:lnTo>
                    <a:pt x="47" y="34"/>
                  </a:lnTo>
                  <a:lnTo>
                    <a:pt x="47" y="34"/>
                  </a:lnTo>
                  <a:lnTo>
                    <a:pt x="46" y="34"/>
                  </a:lnTo>
                  <a:lnTo>
                    <a:pt x="43" y="36"/>
                  </a:lnTo>
                  <a:lnTo>
                    <a:pt x="43" y="38"/>
                  </a:lnTo>
                  <a:lnTo>
                    <a:pt x="43" y="41"/>
                  </a:lnTo>
                  <a:lnTo>
                    <a:pt x="42" y="42"/>
                  </a:lnTo>
                  <a:lnTo>
                    <a:pt x="37" y="42"/>
                  </a:lnTo>
                  <a:lnTo>
                    <a:pt x="35" y="44"/>
                  </a:lnTo>
                  <a:lnTo>
                    <a:pt x="33" y="42"/>
                  </a:lnTo>
                  <a:lnTo>
                    <a:pt x="30" y="42"/>
                  </a:lnTo>
                  <a:lnTo>
                    <a:pt x="29" y="44"/>
                  </a:lnTo>
                  <a:lnTo>
                    <a:pt x="27" y="42"/>
                  </a:lnTo>
                  <a:lnTo>
                    <a:pt x="26" y="41"/>
                  </a:lnTo>
                  <a:lnTo>
                    <a:pt x="23" y="41"/>
                  </a:lnTo>
                  <a:lnTo>
                    <a:pt x="21" y="41"/>
                  </a:lnTo>
                  <a:lnTo>
                    <a:pt x="18" y="42"/>
                  </a:lnTo>
                  <a:lnTo>
                    <a:pt x="15" y="44"/>
                  </a:lnTo>
                  <a:lnTo>
                    <a:pt x="12" y="44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9" y="37"/>
                  </a:lnTo>
                  <a:lnTo>
                    <a:pt x="6" y="32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2" y="26"/>
                  </a:lnTo>
                  <a:lnTo>
                    <a:pt x="1" y="24"/>
                  </a:lnTo>
                  <a:lnTo>
                    <a:pt x="1" y="21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2"/>
                  </a:lnTo>
                  <a:lnTo>
                    <a:pt x="1" y="9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5" y="3"/>
                  </a:lnTo>
                  <a:lnTo>
                    <a:pt x="4" y="4"/>
                  </a:lnTo>
                  <a:lnTo>
                    <a:pt x="5" y="7"/>
                  </a:lnTo>
                  <a:lnTo>
                    <a:pt x="9" y="5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8" y="8"/>
                  </a:lnTo>
                  <a:lnTo>
                    <a:pt x="22" y="5"/>
                  </a:lnTo>
                  <a:lnTo>
                    <a:pt x="23" y="7"/>
                  </a:lnTo>
                  <a:lnTo>
                    <a:pt x="26" y="5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5"/>
                  </a:lnTo>
                  <a:lnTo>
                    <a:pt x="40" y="4"/>
                  </a:lnTo>
                  <a:lnTo>
                    <a:pt x="47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3" name="Freeform 388"/>
            <p:cNvSpPr>
              <a:spLocks/>
            </p:cNvSpPr>
            <p:nvPr/>
          </p:nvSpPr>
          <p:spPr bwMode="auto">
            <a:xfrm>
              <a:off x="6354021" y="2990170"/>
              <a:ext cx="73595" cy="63444"/>
            </a:xfrm>
            <a:custGeom>
              <a:avLst/>
              <a:gdLst>
                <a:gd name="T0" fmla="*/ 19 w 29"/>
                <a:gd name="T1" fmla="*/ 0 h 25"/>
                <a:gd name="T2" fmla="*/ 20 w 29"/>
                <a:gd name="T3" fmla="*/ 0 h 25"/>
                <a:gd name="T4" fmla="*/ 25 w 29"/>
                <a:gd name="T5" fmla="*/ 4 h 25"/>
                <a:gd name="T6" fmla="*/ 28 w 29"/>
                <a:gd name="T7" fmla="*/ 9 h 25"/>
                <a:gd name="T8" fmla="*/ 29 w 29"/>
                <a:gd name="T9" fmla="*/ 12 h 25"/>
                <a:gd name="T10" fmla="*/ 29 w 29"/>
                <a:gd name="T11" fmla="*/ 14 h 25"/>
                <a:gd name="T12" fmla="*/ 28 w 29"/>
                <a:gd name="T13" fmla="*/ 16 h 25"/>
                <a:gd name="T14" fmla="*/ 25 w 29"/>
                <a:gd name="T15" fmla="*/ 16 h 25"/>
                <a:gd name="T16" fmla="*/ 23 w 29"/>
                <a:gd name="T17" fmla="*/ 18 h 25"/>
                <a:gd name="T18" fmla="*/ 17 w 29"/>
                <a:gd name="T19" fmla="*/ 17 h 25"/>
                <a:gd name="T20" fmla="*/ 15 w 29"/>
                <a:gd name="T21" fmla="*/ 18 h 25"/>
                <a:gd name="T22" fmla="*/ 15 w 29"/>
                <a:gd name="T23" fmla="*/ 19 h 25"/>
                <a:gd name="T24" fmla="*/ 11 w 29"/>
                <a:gd name="T25" fmla="*/ 21 h 25"/>
                <a:gd name="T26" fmla="*/ 7 w 29"/>
                <a:gd name="T27" fmla="*/ 23 h 25"/>
                <a:gd name="T28" fmla="*/ 7 w 29"/>
                <a:gd name="T29" fmla="*/ 25 h 25"/>
                <a:gd name="T30" fmla="*/ 4 w 29"/>
                <a:gd name="T31" fmla="*/ 22 h 25"/>
                <a:gd name="T32" fmla="*/ 3 w 29"/>
                <a:gd name="T33" fmla="*/ 19 h 25"/>
                <a:gd name="T34" fmla="*/ 0 w 29"/>
                <a:gd name="T35" fmla="*/ 17 h 25"/>
                <a:gd name="T36" fmla="*/ 0 w 29"/>
                <a:gd name="T37" fmla="*/ 12 h 25"/>
                <a:gd name="T38" fmla="*/ 0 w 29"/>
                <a:gd name="T39" fmla="*/ 8 h 25"/>
                <a:gd name="T40" fmla="*/ 0 w 29"/>
                <a:gd name="T41" fmla="*/ 8 h 25"/>
                <a:gd name="T42" fmla="*/ 2 w 29"/>
                <a:gd name="T43" fmla="*/ 8 h 25"/>
                <a:gd name="T44" fmla="*/ 2 w 29"/>
                <a:gd name="T45" fmla="*/ 5 h 25"/>
                <a:gd name="T46" fmla="*/ 4 w 29"/>
                <a:gd name="T47" fmla="*/ 4 h 25"/>
                <a:gd name="T48" fmla="*/ 7 w 29"/>
                <a:gd name="T49" fmla="*/ 4 h 25"/>
                <a:gd name="T50" fmla="*/ 8 w 29"/>
                <a:gd name="T51" fmla="*/ 1 h 25"/>
                <a:gd name="T52" fmla="*/ 13 w 29"/>
                <a:gd name="T53" fmla="*/ 1 h 25"/>
                <a:gd name="T54" fmla="*/ 15 w 29"/>
                <a:gd name="T55" fmla="*/ 1 h 25"/>
                <a:gd name="T56" fmla="*/ 19 w 29"/>
                <a:gd name="T5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" h="25">
                  <a:moveTo>
                    <a:pt x="19" y="0"/>
                  </a:moveTo>
                  <a:lnTo>
                    <a:pt x="20" y="0"/>
                  </a:lnTo>
                  <a:lnTo>
                    <a:pt x="25" y="4"/>
                  </a:lnTo>
                  <a:lnTo>
                    <a:pt x="28" y="9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5" y="16"/>
                  </a:lnTo>
                  <a:lnTo>
                    <a:pt x="23" y="18"/>
                  </a:lnTo>
                  <a:lnTo>
                    <a:pt x="17" y="17"/>
                  </a:lnTo>
                  <a:lnTo>
                    <a:pt x="15" y="18"/>
                  </a:lnTo>
                  <a:lnTo>
                    <a:pt x="15" y="19"/>
                  </a:lnTo>
                  <a:lnTo>
                    <a:pt x="11" y="21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4" y="22"/>
                  </a:lnTo>
                  <a:lnTo>
                    <a:pt x="3" y="19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5"/>
                  </a:lnTo>
                  <a:lnTo>
                    <a:pt x="4" y="4"/>
                  </a:lnTo>
                  <a:lnTo>
                    <a:pt x="7" y="4"/>
                  </a:lnTo>
                  <a:lnTo>
                    <a:pt x="8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4" name="Freeform 389"/>
            <p:cNvSpPr>
              <a:spLocks/>
            </p:cNvSpPr>
            <p:nvPr/>
          </p:nvSpPr>
          <p:spPr bwMode="auto">
            <a:xfrm>
              <a:off x="6313417" y="2980019"/>
              <a:ext cx="58369" cy="109124"/>
            </a:xfrm>
            <a:custGeom>
              <a:avLst/>
              <a:gdLst>
                <a:gd name="T0" fmla="*/ 10 w 23"/>
                <a:gd name="T1" fmla="*/ 0 h 43"/>
                <a:gd name="T2" fmla="*/ 10 w 23"/>
                <a:gd name="T3" fmla="*/ 1 h 43"/>
                <a:gd name="T4" fmla="*/ 11 w 23"/>
                <a:gd name="T5" fmla="*/ 4 h 43"/>
                <a:gd name="T6" fmla="*/ 12 w 23"/>
                <a:gd name="T7" fmla="*/ 4 h 43"/>
                <a:gd name="T8" fmla="*/ 15 w 23"/>
                <a:gd name="T9" fmla="*/ 5 h 43"/>
                <a:gd name="T10" fmla="*/ 16 w 23"/>
                <a:gd name="T11" fmla="*/ 8 h 43"/>
                <a:gd name="T12" fmla="*/ 16 w 23"/>
                <a:gd name="T13" fmla="*/ 10 h 43"/>
                <a:gd name="T14" fmla="*/ 16 w 23"/>
                <a:gd name="T15" fmla="*/ 12 h 43"/>
                <a:gd name="T16" fmla="*/ 16 w 23"/>
                <a:gd name="T17" fmla="*/ 16 h 43"/>
                <a:gd name="T18" fmla="*/ 16 w 23"/>
                <a:gd name="T19" fmla="*/ 21 h 43"/>
                <a:gd name="T20" fmla="*/ 19 w 23"/>
                <a:gd name="T21" fmla="*/ 23 h 43"/>
                <a:gd name="T22" fmla="*/ 20 w 23"/>
                <a:gd name="T23" fmla="*/ 26 h 43"/>
                <a:gd name="T24" fmla="*/ 23 w 23"/>
                <a:gd name="T25" fmla="*/ 29 h 43"/>
                <a:gd name="T26" fmla="*/ 22 w 23"/>
                <a:gd name="T27" fmla="*/ 31 h 43"/>
                <a:gd name="T28" fmla="*/ 20 w 23"/>
                <a:gd name="T29" fmla="*/ 34 h 43"/>
                <a:gd name="T30" fmla="*/ 15 w 23"/>
                <a:gd name="T31" fmla="*/ 37 h 43"/>
                <a:gd name="T32" fmla="*/ 15 w 23"/>
                <a:gd name="T33" fmla="*/ 39 h 43"/>
                <a:gd name="T34" fmla="*/ 14 w 23"/>
                <a:gd name="T35" fmla="*/ 42 h 43"/>
                <a:gd name="T36" fmla="*/ 12 w 23"/>
                <a:gd name="T37" fmla="*/ 43 h 43"/>
                <a:gd name="T38" fmla="*/ 10 w 23"/>
                <a:gd name="T39" fmla="*/ 42 h 43"/>
                <a:gd name="T40" fmla="*/ 7 w 23"/>
                <a:gd name="T41" fmla="*/ 37 h 43"/>
                <a:gd name="T42" fmla="*/ 3 w 23"/>
                <a:gd name="T43" fmla="*/ 35 h 43"/>
                <a:gd name="T44" fmla="*/ 2 w 23"/>
                <a:gd name="T45" fmla="*/ 34 h 43"/>
                <a:gd name="T46" fmla="*/ 3 w 23"/>
                <a:gd name="T47" fmla="*/ 31 h 43"/>
                <a:gd name="T48" fmla="*/ 2 w 23"/>
                <a:gd name="T49" fmla="*/ 30 h 43"/>
                <a:gd name="T50" fmla="*/ 2 w 23"/>
                <a:gd name="T51" fmla="*/ 27 h 43"/>
                <a:gd name="T52" fmla="*/ 3 w 23"/>
                <a:gd name="T53" fmla="*/ 25 h 43"/>
                <a:gd name="T54" fmla="*/ 2 w 23"/>
                <a:gd name="T55" fmla="*/ 21 h 43"/>
                <a:gd name="T56" fmla="*/ 2 w 23"/>
                <a:gd name="T57" fmla="*/ 16 h 43"/>
                <a:gd name="T58" fmla="*/ 3 w 23"/>
                <a:gd name="T59" fmla="*/ 14 h 43"/>
                <a:gd name="T60" fmla="*/ 4 w 23"/>
                <a:gd name="T61" fmla="*/ 13 h 43"/>
                <a:gd name="T62" fmla="*/ 0 w 23"/>
                <a:gd name="T63" fmla="*/ 12 h 43"/>
                <a:gd name="T64" fmla="*/ 0 w 23"/>
                <a:gd name="T65" fmla="*/ 6 h 43"/>
                <a:gd name="T66" fmla="*/ 2 w 23"/>
                <a:gd name="T67" fmla="*/ 4 h 43"/>
                <a:gd name="T68" fmla="*/ 4 w 23"/>
                <a:gd name="T69" fmla="*/ 1 h 43"/>
                <a:gd name="T70" fmla="*/ 6 w 23"/>
                <a:gd name="T71" fmla="*/ 1 h 43"/>
                <a:gd name="T72" fmla="*/ 7 w 23"/>
                <a:gd name="T73" fmla="*/ 2 h 43"/>
                <a:gd name="T74" fmla="*/ 10 w 23"/>
                <a:gd name="T75" fmla="*/ 0 h 43"/>
                <a:gd name="T76" fmla="*/ 10 w 23"/>
                <a:gd name="T7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43">
                  <a:moveTo>
                    <a:pt x="10" y="0"/>
                  </a:moveTo>
                  <a:lnTo>
                    <a:pt x="10" y="1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5" y="5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6" y="21"/>
                  </a:lnTo>
                  <a:lnTo>
                    <a:pt x="19" y="23"/>
                  </a:lnTo>
                  <a:lnTo>
                    <a:pt x="20" y="26"/>
                  </a:lnTo>
                  <a:lnTo>
                    <a:pt x="23" y="29"/>
                  </a:lnTo>
                  <a:lnTo>
                    <a:pt x="22" y="31"/>
                  </a:lnTo>
                  <a:lnTo>
                    <a:pt x="20" y="34"/>
                  </a:lnTo>
                  <a:lnTo>
                    <a:pt x="15" y="37"/>
                  </a:lnTo>
                  <a:lnTo>
                    <a:pt x="15" y="39"/>
                  </a:lnTo>
                  <a:lnTo>
                    <a:pt x="14" y="42"/>
                  </a:lnTo>
                  <a:lnTo>
                    <a:pt x="12" y="43"/>
                  </a:lnTo>
                  <a:lnTo>
                    <a:pt x="10" y="42"/>
                  </a:lnTo>
                  <a:lnTo>
                    <a:pt x="7" y="37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3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3" y="25"/>
                  </a:lnTo>
                  <a:lnTo>
                    <a:pt x="2" y="21"/>
                  </a:lnTo>
                  <a:lnTo>
                    <a:pt x="2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0" y="12"/>
                  </a:lnTo>
                  <a:lnTo>
                    <a:pt x="0" y="6"/>
                  </a:lnTo>
                  <a:lnTo>
                    <a:pt x="2" y="4"/>
                  </a:lnTo>
                  <a:lnTo>
                    <a:pt x="4" y="1"/>
                  </a:lnTo>
                  <a:lnTo>
                    <a:pt x="6" y="1"/>
                  </a:lnTo>
                  <a:lnTo>
                    <a:pt x="7" y="2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5" name="Freeform 390"/>
            <p:cNvSpPr>
              <a:spLocks/>
            </p:cNvSpPr>
            <p:nvPr/>
          </p:nvSpPr>
          <p:spPr bwMode="auto">
            <a:xfrm>
              <a:off x="6295653" y="2848056"/>
              <a:ext cx="119275" cy="162416"/>
            </a:xfrm>
            <a:custGeom>
              <a:avLst/>
              <a:gdLst>
                <a:gd name="T0" fmla="*/ 11 w 47"/>
                <a:gd name="T1" fmla="*/ 0 h 64"/>
                <a:gd name="T2" fmla="*/ 17 w 47"/>
                <a:gd name="T3" fmla="*/ 3 h 64"/>
                <a:gd name="T4" fmla="*/ 22 w 47"/>
                <a:gd name="T5" fmla="*/ 8 h 64"/>
                <a:gd name="T6" fmla="*/ 26 w 47"/>
                <a:gd name="T7" fmla="*/ 12 h 64"/>
                <a:gd name="T8" fmla="*/ 27 w 47"/>
                <a:gd name="T9" fmla="*/ 18 h 64"/>
                <a:gd name="T10" fmla="*/ 32 w 47"/>
                <a:gd name="T11" fmla="*/ 20 h 64"/>
                <a:gd name="T12" fmla="*/ 35 w 47"/>
                <a:gd name="T13" fmla="*/ 22 h 64"/>
                <a:gd name="T14" fmla="*/ 39 w 47"/>
                <a:gd name="T15" fmla="*/ 20 h 64"/>
                <a:gd name="T16" fmla="*/ 42 w 47"/>
                <a:gd name="T17" fmla="*/ 24 h 64"/>
                <a:gd name="T18" fmla="*/ 43 w 47"/>
                <a:gd name="T19" fmla="*/ 31 h 64"/>
                <a:gd name="T20" fmla="*/ 43 w 47"/>
                <a:gd name="T21" fmla="*/ 37 h 64"/>
                <a:gd name="T22" fmla="*/ 47 w 47"/>
                <a:gd name="T23" fmla="*/ 44 h 64"/>
                <a:gd name="T24" fmla="*/ 43 w 47"/>
                <a:gd name="T25" fmla="*/ 49 h 64"/>
                <a:gd name="T26" fmla="*/ 44 w 47"/>
                <a:gd name="T27" fmla="*/ 54 h 64"/>
                <a:gd name="T28" fmla="*/ 42 w 47"/>
                <a:gd name="T29" fmla="*/ 56 h 64"/>
                <a:gd name="T30" fmla="*/ 36 w 47"/>
                <a:gd name="T31" fmla="*/ 57 h 64"/>
                <a:gd name="T32" fmla="*/ 30 w 47"/>
                <a:gd name="T33" fmla="*/ 60 h 64"/>
                <a:gd name="T34" fmla="*/ 25 w 47"/>
                <a:gd name="T35" fmla="*/ 61 h 64"/>
                <a:gd name="T36" fmla="*/ 23 w 47"/>
                <a:gd name="T37" fmla="*/ 64 h 64"/>
                <a:gd name="T38" fmla="*/ 23 w 47"/>
                <a:gd name="T39" fmla="*/ 60 h 64"/>
                <a:gd name="T40" fmla="*/ 19 w 47"/>
                <a:gd name="T41" fmla="*/ 56 h 64"/>
                <a:gd name="T42" fmla="*/ 17 w 47"/>
                <a:gd name="T43" fmla="*/ 53 h 64"/>
                <a:gd name="T44" fmla="*/ 17 w 47"/>
                <a:gd name="T45" fmla="*/ 50 h 64"/>
                <a:gd name="T46" fmla="*/ 18 w 47"/>
                <a:gd name="T47" fmla="*/ 47 h 64"/>
                <a:gd name="T48" fmla="*/ 13 w 47"/>
                <a:gd name="T49" fmla="*/ 44 h 64"/>
                <a:gd name="T50" fmla="*/ 9 w 47"/>
                <a:gd name="T51" fmla="*/ 44 h 64"/>
                <a:gd name="T52" fmla="*/ 7 w 47"/>
                <a:gd name="T53" fmla="*/ 39 h 64"/>
                <a:gd name="T54" fmla="*/ 5 w 47"/>
                <a:gd name="T55" fmla="*/ 35 h 64"/>
                <a:gd name="T56" fmla="*/ 6 w 47"/>
                <a:gd name="T57" fmla="*/ 32 h 64"/>
                <a:gd name="T58" fmla="*/ 9 w 47"/>
                <a:gd name="T59" fmla="*/ 32 h 64"/>
                <a:gd name="T60" fmla="*/ 6 w 47"/>
                <a:gd name="T61" fmla="*/ 29 h 64"/>
                <a:gd name="T62" fmla="*/ 2 w 47"/>
                <a:gd name="T63" fmla="*/ 25 h 64"/>
                <a:gd name="T64" fmla="*/ 5 w 47"/>
                <a:gd name="T65" fmla="*/ 19 h 64"/>
                <a:gd name="T66" fmla="*/ 2 w 47"/>
                <a:gd name="T67" fmla="*/ 20 h 64"/>
                <a:gd name="T68" fmla="*/ 2 w 47"/>
                <a:gd name="T69" fmla="*/ 16 h 64"/>
                <a:gd name="T70" fmla="*/ 5 w 47"/>
                <a:gd name="T71" fmla="*/ 16 h 64"/>
                <a:gd name="T72" fmla="*/ 3 w 47"/>
                <a:gd name="T73" fmla="*/ 15 h 64"/>
                <a:gd name="T74" fmla="*/ 1 w 47"/>
                <a:gd name="T75" fmla="*/ 11 h 64"/>
                <a:gd name="T76" fmla="*/ 0 w 47"/>
                <a:gd name="T77" fmla="*/ 7 h 64"/>
                <a:gd name="T78" fmla="*/ 3 w 47"/>
                <a:gd name="T79" fmla="*/ 3 h 64"/>
                <a:gd name="T80" fmla="*/ 6 w 47"/>
                <a:gd name="T81" fmla="*/ 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7" h="64">
                  <a:moveTo>
                    <a:pt x="9" y="0"/>
                  </a:moveTo>
                  <a:lnTo>
                    <a:pt x="11" y="0"/>
                  </a:lnTo>
                  <a:lnTo>
                    <a:pt x="14" y="2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22" y="8"/>
                  </a:lnTo>
                  <a:lnTo>
                    <a:pt x="23" y="11"/>
                  </a:lnTo>
                  <a:lnTo>
                    <a:pt x="26" y="12"/>
                  </a:lnTo>
                  <a:lnTo>
                    <a:pt x="29" y="15"/>
                  </a:lnTo>
                  <a:lnTo>
                    <a:pt x="27" y="18"/>
                  </a:lnTo>
                  <a:lnTo>
                    <a:pt x="29" y="19"/>
                  </a:lnTo>
                  <a:lnTo>
                    <a:pt x="32" y="20"/>
                  </a:lnTo>
                  <a:lnTo>
                    <a:pt x="32" y="23"/>
                  </a:lnTo>
                  <a:lnTo>
                    <a:pt x="35" y="22"/>
                  </a:lnTo>
                  <a:lnTo>
                    <a:pt x="38" y="23"/>
                  </a:lnTo>
                  <a:lnTo>
                    <a:pt x="39" y="20"/>
                  </a:lnTo>
                  <a:lnTo>
                    <a:pt x="43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3" y="31"/>
                  </a:lnTo>
                  <a:lnTo>
                    <a:pt x="42" y="32"/>
                  </a:lnTo>
                  <a:lnTo>
                    <a:pt x="43" y="37"/>
                  </a:lnTo>
                  <a:lnTo>
                    <a:pt x="46" y="40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3" y="49"/>
                  </a:lnTo>
                  <a:lnTo>
                    <a:pt x="43" y="52"/>
                  </a:lnTo>
                  <a:lnTo>
                    <a:pt x="44" y="54"/>
                  </a:lnTo>
                  <a:lnTo>
                    <a:pt x="43" y="56"/>
                  </a:lnTo>
                  <a:lnTo>
                    <a:pt x="42" y="56"/>
                  </a:lnTo>
                  <a:lnTo>
                    <a:pt x="38" y="57"/>
                  </a:lnTo>
                  <a:lnTo>
                    <a:pt x="36" y="57"/>
                  </a:lnTo>
                  <a:lnTo>
                    <a:pt x="31" y="57"/>
                  </a:lnTo>
                  <a:lnTo>
                    <a:pt x="30" y="60"/>
                  </a:lnTo>
                  <a:lnTo>
                    <a:pt x="27" y="60"/>
                  </a:lnTo>
                  <a:lnTo>
                    <a:pt x="25" y="61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3" y="62"/>
                  </a:lnTo>
                  <a:lnTo>
                    <a:pt x="23" y="60"/>
                  </a:lnTo>
                  <a:lnTo>
                    <a:pt x="22" y="57"/>
                  </a:lnTo>
                  <a:lnTo>
                    <a:pt x="19" y="56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7" y="52"/>
                  </a:lnTo>
                  <a:lnTo>
                    <a:pt x="17" y="50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3" y="44"/>
                  </a:lnTo>
                  <a:lnTo>
                    <a:pt x="10" y="44"/>
                  </a:lnTo>
                  <a:lnTo>
                    <a:pt x="9" y="44"/>
                  </a:lnTo>
                  <a:lnTo>
                    <a:pt x="9" y="41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5" y="35"/>
                  </a:lnTo>
                  <a:lnTo>
                    <a:pt x="5" y="32"/>
                  </a:lnTo>
                  <a:lnTo>
                    <a:pt x="6" y="32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7" y="29"/>
                  </a:lnTo>
                  <a:lnTo>
                    <a:pt x="6" y="29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5" y="22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1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4"/>
                  </a:lnTo>
                  <a:lnTo>
                    <a:pt x="3" y="3"/>
                  </a:lnTo>
                  <a:lnTo>
                    <a:pt x="6" y="4"/>
                  </a:lnTo>
                  <a:lnTo>
                    <a:pt x="6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6" name="Freeform 391"/>
            <p:cNvSpPr>
              <a:spLocks/>
            </p:cNvSpPr>
            <p:nvPr/>
          </p:nvSpPr>
          <p:spPr bwMode="auto">
            <a:xfrm>
              <a:off x="6288039" y="2941952"/>
              <a:ext cx="53293" cy="68520"/>
            </a:xfrm>
            <a:custGeom>
              <a:avLst/>
              <a:gdLst>
                <a:gd name="T0" fmla="*/ 5 w 21"/>
                <a:gd name="T1" fmla="*/ 0 h 27"/>
                <a:gd name="T2" fmla="*/ 8 w 21"/>
                <a:gd name="T3" fmla="*/ 2 h 27"/>
                <a:gd name="T4" fmla="*/ 9 w 21"/>
                <a:gd name="T5" fmla="*/ 2 h 27"/>
                <a:gd name="T6" fmla="*/ 10 w 21"/>
                <a:gd name="T7" fmla="*/ 2 h 27"/>
                <a:gd name="T8" fmla="*/ 12 w 21"/>
                <a:gd name="T9" fmla="*/ 4 h 27"/>
                <a:gd name="T10" fmla="*/ 12 w 21"/>
                <a:gd name="T11" fmla="*/ 7 h 27"/>
                <a:gd name="T12" fmla="*/ 13 w 21"/>
                <a:gd name="T13" fmla="*/ 7 h 27"/>
                <a:gd name="T14" fmla="*/ 16 w 21"/>
                <a:gd name="T15" fmla="*/ 7 h 27"/>
                <a:gd name="T16" fmla="*/ 18 w 21"/>
                <a:gd name="T17" fmla="*/ 10 h 27"/>
                <a:gd name="T18" fmla="*/ 21 w 21"/>
                <a:gd name="T19" fmla="*/ 10 h 27"/>
                <a:gd name="T20" fmla="*/ 21 w 21"/>
                <a:gd name="T21" fmla="*/ 12 h 27"/>
                <a:gd name="T22" fmla="*/ 20 w 21"/>
                <a:gd name="T23" fmla="*/ 13 h 27"/>
                <a:gd name="T24" fmla="*/ 20 w 21"/>
                <a:gd name="T25" fmla="*/ 15 h 27"/>
                <a:gd name="T26" fmla="*/ 17 w 21"/>
                <a:gd name="T27" fmla="*/ 17 h 27"/>
                <a:gd name="T28" fmla="*/ 16 w 21"/>
                <a:gd name="T29" fmla="*/ 16 h 27"/>
                <a:gd name="T30" fmla="*/ 14 w 21"/>
                <a:gd name="T31" fmla="*/ 16 h 27"/>
                <a:gd name="T32" fmla="*/ 12 w 21"/>
                <a:gd name="T33" fmla="*/ 19 h 27"/>
                <a:gd name="T34" fmla="*/ 10 w 21"/>
                <a:gd name="T35" fmla="*/ 21 h 27"/>
                <a:gd name="T36" fmla="*/ 10 w 21"/>
                <a:gd name="T37" fmla="*/ 27 h 27"/>
                <a:gd name="T38" fmla="*/ 8 w 21"/>
                <a:gd name="T39" fmla="*/ 25 h 27"/>
                <a:gd name="T40" fmla="*/ 8 w 21"/>
                <a:gd name="T41" fmla="*/ 23 h 27"/>
                <a:gd name="T42" fmla="*/ 3 w 21"/>
                <a:gd name="T43" fmla="*/ 17 h 27"/>
                <a:gd name="T44" fmla="*/ 1 w 21"/>
                <a:gd name="T45" fmla="*/ 16 h 27"/>
                <a:gd name="T46" fmla="*/ 0 w 21"/>
                <a:gd name="T47" fmla="*/ 16 h 27"/>
                <a:gd name="T48" fmla="*/ 1 w 21"/>
                <a:gd name="T49" fmla="*/ 15 h 27"/>
                <a:gd name="T50" fmla="*/ 3 w 21"/>
                <a:gd name="T51" fmla="*/ 12 h 27"/>
                <a:gd name="T52" fmla="*/ 3 w 21"/>
                <a:gd name="T53" fmla="*/ 10 h 27"/>
                <a:gd name="T54" fmla="*/ 4 w 21"/>
                <a:gd name="T55" fmla="*/ 7 h 27"/>
                <a:gd name="T56" fmla="*/ 5 w 21"/>
                <a:gd name="T57" fmla="*/ 7 h 27"/>
                <a:gd name="T58" fmla="*/ 6 w 21"/>
                <a:gd name="T59" fmla="*/ 6 h 27"/>
                <a:gd name="T60" fmla="*/ 6 w 21"/>
                <a:gd name="T61" fmla="*/ 4 h 27"/>
                <a:gd name="T62" fmla="*/ 4 w 21"/>
                <a:gd name="T63" fmla="*/ 3 h 27"/>
                <a:gd name="T64" fmla="*/ 4 w 21"/>
                <a:gd name="T65" fmla="*/ 0 h 27"/>
                <a:gd name="T66" fmla="*/ 5 w 21"/>
                <a:gd name="T6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" h="27">
                  <a:moveTo>
                    <a:pt x="5" y="0"/>
                  </a:move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6" y="7"/>
                  </a:lnTo>
                  <a:lnTo>
                    <a:pt x="18" y="10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17" y="17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9"/>
                  </a:lnTo>
                  <a:lnTo>
                    <a:pt x="10" y="21"/>
                  </a:lnTo>
                  <a:lnTo>
                    <a:pt x="10" y="27"/>
                  </a:lnTo>
                  <a:lnTo>
                    <a:pt x="8" y="25"/>
                  </a:lnTo>
                  <a:lnTo>
                    <a:pt x="8" y="23"/>
                  </a:lnTo>
                  <a:lnTo>
                    <a:pt x="3" y="17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1" y="15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3"/>
                  </a:lnTo>
                  <a:lnTo>
                    <a:pt x="4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7" name="Freeform 392"/>
            <p:cNvSpPr>
              <a:spLocks noEditPoints="1"/>
            </p:cNvSpPr>
            <p:nvPr/>
          </p:nvSpPr>
          <p:spPr bwMode="auto">
            <a:xfrm>
              <a:off x="6133238" y="2938758"/>
              <a:ext cx="164954" cy="126887"/>
            </a:xfrm>
            <a:custGeom>
              <a:avLst/>
              <a:gdLst>
                <a:gd name="T0" fmla="*/ 40 w 65"/>
                <a:gd name="T1" fmla="*/ 49 h 50"/>
                <a:gd name="T2" fmla="*/ 35 w 65"/>
                <a:gd name="T3" fmla="*/ 45 h 50"/>
                <a:gd name="T4" fmla="*/ 35 w 65"/>
                <a:gd name="T5" fmla="*/ 45 h 50"/>
                <a:gd name="T6" fmla="*/ 40 w 65"/>
                <a:gd name="T7" fmla="*/ 44 h 50"/>
                <a:gd name="T8" fmla="*/ 35 w 65"/>
                <a:gd name="T9" fmla="*/ 42 h 50"/>
                <a:gd name="T10" fmla="*/ 20 w 65"/>
                <a:gd name="T11" fmla="*/ 36 h 50"/>
                <a:gd name="T12" fmla="*/ 15 w 65"/>
                <a:gd name="T13" fmla="*/ 28 h 50"/>
                <a:gd name="T14" fmla="*/ 17 w 65"/>
                <a:gd name="T15" fmla="*/ 28 h 50"/>
                <a:gd name="T16" fmla="*/ 20 w 65"/>
                <a:gd name="T17" fmla="*/ 30 h 50"/>
                <a:gd name="T18" fmla="*/ 19 w 65"/>
                <a:gd name="T19" fmla="*/ 26 h 50"/>
                <a:gd name="T20" fmla="*/ 9 w 65"/>
                <a:gd name="T21" fmla="*/ 21 h 50"/>
                <a:gd name="T22" fmla="*/ 12 w 65"/>
                <a:gd name="T23" fmla="*/ 26 h 50"/>
                <a:gd name="T24" fmla="*/ 9 w 65"/>
                <a:gd name="T25" fmla="*/ 21 h 50"/>
                <a:gd name="T26" fmla="*/ 13 w 65"/>
                <a:gd name="T27" fmla="*/ 23 h 50"/>
                <a:gd name="T28" fmla="*/ 9 w 65"/>
                <a:gd name="T29" fmla="*/ 17 h 50"/>
                <a:gd name="T30" fmla="*/ 36 w 65"/>
                <a:gd name="T31" fmla="*/ 0 h 50"/>
                <a:gd name="T32" fmla="*/ 45 w 65"/>
                <a:gd name="T33" fmla="*/ 7 h 50"/>
                <a:gd name="T34" fmla="*/ 58 w 65"/>
                <a:gd name="T35" fmla="*/ 7 h 50"/>
                <a:gd name="T36" fmla="*/ 62 w 65"/>
                <a:gd name="T37" fmla="*/ 15 h 50"/>
                <a:gd name="T38" fmla="*/ 65 w 65"/>
                <a:gd name="T39" fmla="*/ 17 h 50"/>
                <a:gd name="T40" fmla="*/ 62 w 65"/>
                <a:gd name="T41" fmla="*/ 20 h 50"/>
                <a:gd name="T42" fmla="*/ 56 w 65"/>
                <a:gd name="T43" fmla="*/ 17 h 50"/>
                <a:gd name="T44" fmla="*/ 49 w 65"/>
                <a:gd name="T45" fmla="*/ 17 h 50"/>
                <a:gd name="T46" fmla="*/ 44 w 65"/>
                <a:gd name="T47" fmla="*/ 16 h 50"/>
                <a:gd name="T48" fmla="*/ 40 w 65"/>
                <a:gd name="T49" fmla="*/ 15 h 50"/>
                <a:gd name="T50" fmla="*/ 36 w 65"/>
                <a:gd name="T51" fmla="*/ 16 h 50"/>
                <a:gd name="T52" fmla="*/ 32 w 65"/>
                <a:gd name="T53" fmla="*/ 17 h 50"/>
                <a:gd name="T54" fmla="*/ 27 w 65"/>
                <a:gd name="T55" fmla="*/ 15 h 50"/>
                <a:gd name="T56" fmla="*/ 24 w 65"/>
                <a:gd name="T57" fmla="*/ 20 h 50"/>
                <a:gd name="T58" fmla="*/ 28 w 65"/>
                <a:gd name="T59" fmla="*/ 24 h 50"/>
                <a:gd name="T60" fmla="*/ 29 w 65"/>
                <a:gd name="T61" fmla="*/ 29 h 50"/>
                <a:gd name="T62" fmla="*/ 48 w 65"/>
                <a:gd name="T63" fmla="*/ 48 h 50"/>
                <a:gd name="T64" fmla="*/ 45 w 65"/>
                <a:gd name="T65" fmla="*/ 49 h 50"/>
                <a:gd name="T66" fmla="*/ 48 w 65"/>
                <a:gd name="T67" fmla="*/ 49 h 50"/>
                <a:gd name="T68" fmla="*/ 33 w 65"/>
                <a:gd name="T69" fmla="*/ 41 h 50"/>
                <a:gd name="T70" fmla="*/ 29 w 65"/>
                <a:gd name="T71" fmla="*/ 38 h 50"/>
                <a:gd name="T72" fmla="*/ 21 w 65"/>
                <a:gd name="T73" fmla="*/ 34 h 50"/>
                <a:gd name="T74" fmla="*/ 23 w 65"/>
                <a:gd name="T75" fmla="*/ 30 h 50"/>
                <a:gd name="T76" fmla="*/ 21 w 65"/>
                <a:gd name="T77" fmla="*/ 28 h 50"/>
                <a:gd name="T78" fmla="*/ 16 w 65"/>
                <a:gd name="T79" fmla="*/ 19 h 50"/>
                <a:gd name="T80" fmla="*/ 9 w 65"/>
                <a:gd name="T81" fmla="*/ 15 h 50"/>
                <a:gd name="T82" fmla="*/ 4 w 65"/>
                <a:gd name="T83" fmla="*/ 24 h 50"/>
                <a:gd name="T84" fmla="*/ 2 w 65"/>
                <a:gd name="T85" fmla="*/ 19 h 50"/>
                <a:gd name="T86" fmla="*/ 4 w 65"/>
                <a:gd name="T87" fmla="*/ 13 h 50"/>
                <a:gd name="T88" fmla="*/ 15 w 65"/>
                <a:gd name="T89" fmla="*/ 13 h 50"/>
                <a:gd name="T90" fmla="*/ 21 w 65"/>
                <a:gd name="T91" fmla="*/ 7 h 50"/>
                <a:gd name="T92" fmla="*/ 35 w 65"/>
                <a:gd name="T9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5" h="50">
                  <a:moveTo>
                    <a:pt x="41" y="48"/>
                  </a:moveTo>
                  <a:lnTo>
                    <a:pt x="42" y="49"/>
                  </a:lnTo>
                  <a:lnTo>
                    <a:pt x="40" y="49"/>
                  </a:lnTo>
                  <a:lnTo>
                    <a:pt x="37" y="48"/>
                  </a:lnTo>
                  <a:lnTo>
                    <a:pt x="41" y="48"/>
                  </a:lnTo>
                  <a:close/>
                  <a:moveTo>
                    <a:pt x="35" y="45"/>
                  </a:moveTo>
                  <a:lnTo>
                    <a:pt x="41" y="45"/>
                  </a:lnTo>
                  <a:lnTo>
                    <a:pt x="38" y="46"/>
                  </a:lnTo>
                  <a:lnTo>
                    <a:pt x="35" y="45"/>
                  </a:lnTo>
                  <a:close/>
                  <a:moveTo>
                    <a:pt x="35" y="42"/>
                  </a:moveTo>
                  <a:lnTo>
                    <a:pt x="40" y="42"/>
                  </a:lnTo>
                  <a:lnTo>
                    <a:pt x="40" y="44"/>
                  </a:lnTo>
                  <a:lnTo>
                    <a:pt x="38" y="45"/>
                  </a:lnTo>
                  <a:lnTo>
                    <a:pt x="36" y="44"/>
                  </a:lnTo>
                  <a:lnTo>
                    <a:pt x="35" y="42"/>
                  </a:lnTo>
                  <a:close/>
                  <a:moveTo>
                    <a:pt x="16" y="32"/>
                  </a:moveTo>
                  <a:lnTo>
                    <a:pt x="19" y="33"/>
                  </a:lnTo>
                  <a:lnTo>
                    <a:pt x="20" y="36"/>
                  </a:lnTo>
                  <a:lnTo>
                    <a:pt x="16" y="32"/>
                  </a:lnTo>
                  <a:close/>
                  <a:moveTo>
                    <a:pt x="13" y="28"/>
                  </a:moveTo>
                  <a:lnTo>
                    <a:pt x="15" y="28"/>
                  </a:lnTo>
                  <a:lnTo>
                    <a:pt x="16" y="30"/>
                  </a:lnTo>
                  <a:lnTo>
                    <a:pt x="13" y="28"/>
                  </a:lnTo>
                  <a:close/>
                  <a:moveTo>
                    <a:pt x="17" y="28"/>
                  </a:moveTo>
                  <a:lnTo>
                    <a:pt x="19" y="28"/>
                  </a:lnTo>
                  <a:lnTo>
                    <a:pt x="21" y="30"/>
                  </a:lnTo>
                  <a:lnTo>
                    <a:pt x="20" y="30"/>
                  </a:lnTo>
                  <a:lnTo>
                    <a:pt x="17" y="28"/>
                  </a:lnTo>
                  <a:close/>
                  <a:moveTo>
                    <a:pt x="16" y="24"/>
                  </a:moveTo>
                  <a:lnTo>
                    <a:pt x="19" y="26"/>
                  </a:lnTo>
                  <a:lnTo>
                    <a:pt x="16" y="26"/>
                  </a:lnTo>
                  <a:lnTo>
                    <a:pt x="16" y="24"/>
                  </a:lnTo>
                  <a:close/>
                  <a:moveTo>
                    <a:pt x="9" y="21"/>
                  </a:moveTo>
                  <a:lnTo>
                    <a:pt x="12" y="24"/>
                  </a:lnTo>
                  <a:lnTo>
                    <a:pt x="13" y="26"/>
                  </a:lnTo>
                  <a:lnTo>
                    <a:pt x="12" y="26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9" y="21"/>
                  </a:lnTo>
                  <a:close/>
                  <a:moveTo>
                    <a:pt x="11" y="16"/>
                  </a:moveTo>
                  <a:lnTo>
                    <a:pt x="15" y="21"/>
                  </a:lnTo>
                  <a:lnTo>
                    <a:pt x="13" y="23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9" y="17"/>
                  </a:lnTo>
                  <a:lnTo>
                    <a:pt x="11" y="16"/>
                  </a:lnTo>
                  <a:close/>
                  <a:moveTo>
                    <a:pt x="35" y="0"/>
                  </a:moveTo>
                  <a:lnTo>
                    <a:pt x="36" y="0"/>
                  </a:lnTo>
                  <a:lnTo>
                    <a:pt x="41" y="4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52" y="8"/>
                  </a:lnTo>
                  <a:lnTo>
                    <a:pt x="56" y="9"/>
                  </a:lnTo>
                  <a:lnTo>
                    <a:pt x="58" y="7"/>
                  </a:lnTo>
                  <a:lnTo>
                    <a:pt x="60" y="8"/>
                  </a:lnTo>
                  <a:lnTo>
                    <a:pt x="61" y="12"/>
                  </a:lnTo>
                  <a:lnTo>
                    <a:pt x="62" y="15"/>
                  </a:lnTo>
                  <a:lnTo>
                    <a:pt x="63" y="16"/>
                  </a:lnTo>
                  <a:lnTo>
                    <a:pt x="65" y="16"/>
                  </a:lnTo>
                  <a:lnTo>
                    <a:pt x="65" y="17"/>
                  </a:lnTo>
                  <a:lnTo>
                    <a:pt x="63" y="17"/>
                  </a:lnTo>
                  <a:lnTo>
                    <a:pt x="62" y="17"/>
                  </a:lnTo>
                  <a:lnTo>
                    <a:pt x="62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6" y="17"/>
                  </a:lnTo>
                  <a:lnTo>
                    <a:pt x="54" y="17"/>
                  </a:lnTo>
                  <a:lnTo>
                    <a:pt x="52" y="17"/>
                  </a:lnTo>
                  <a:lnTo>
                    <a:pt x="49" y="17"/>
                  </a:lnTo>
                  <a:lnTo>
                    <a:pt x="49" y="16"/>
                  </a:lnTo>
                  <a:lnTo>
                    <a:pt x="46" y="17"/>
                  </a:lnTo>
                  <a:lnTo>
                    <a:pt x="44" y="16"/>
                  </a:lnTo>
                  <a:lnTo>
                    <a:pt x="42" y="17"/>
                  </a:lnTo>
                  <a:lnTo>
                    <a:pt x="41" y="15"/>
                  </a:lnTo>
                  <a:lnTo>
                    <a:pt x="40" y="15"/>
                  </a:lnTo>
                  <a:lnTo>
                    <a:pt x="38" y="16"/>
                  </a:lnTo>
                  <a:lnTo>
                    <a:pt x="37" y="15"/>
                  </a:lnTo>
                  <a:lnTo>
                    <a:pt x="36" y="16"/>
                  </a:lnTo>
                  <a:lnTo>
                    <a:pt x="35" y="16"/>
                  </a:lnTo>
                  <a:lnTo>
                    <a:pt x="32" y="16"/>
                  </a:lnTo>
                  <a:lnTo>
                    <a:pt x="32" y="17"/>
                  </a:lnTo>
                  <a:lnTo>
                    <a:pt x="31" y="19"/>
                  </a:lnTo>
                  <a:lnTo>
                    <a:pt x="29" y="16"/>
                  </a:lnTo>
                  <a:lnTo>
                    <a:pt x="27" y="15"/>
                  </a:lnTo>
                  <a:lnTo>
                    <a:pt x="25" y="16"/>
                  </a:lnTo>
                  <a:lnTo>
                    <a:pt x="25" y="19"/>
                  </a:lnTo>
                  <a:lnTo>
                    <a:pt x="24" y="20"/>
                  </a:lnTo>
                  <a:lnTo>
                    <a:pt x="25" y="21"/>
                  </a:lnTo>
                  <a:lnTo>
                    <a:pt x="27" y="21"/>
                  </a:lnTo>
                  <a:lnTo>
                    <a:pt x="28" y="24"/>
                  </a:lnTo>
                  <a:lnTo>
                    <a:pt x="29" y="26"/>
                  </a:lnTo>
                  <a:lnTo>
                    <a:pt x="31" y="28"/>
                  </a:lnTo>
                  <a:lnTo>
                    <a:pt x="29" y="29"/>
                  </a:lnTo>
                  <a:lnTo>
                    <a:pt x="31" y="30"/>
                  </a:lnTo>
                  <a:lnTo>
                    <a:pt x="40" y="38"/>
                  </a:lnTo>
                  <a:lnTo>
                    <a:pt x="48" y="48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5" y="49"/>
                  </a:lnTo>
                  <a:lnTo>
                    <a:pt x="44" y="48"/>
                  </a:lnTo>
                  <a:lnTo>
                    <a:pt x="46" y="49"/>
                  </a:lnTo>
                  <a:lnTo>
                    <a:pt x="48" y="49"/>
                  </a:lnTo>
                  <a:lnTo>
                    <a:pt x="42" y="42"/>
                  </a:lnTo>
                  <a:lnTo>
                    <a:pt x="38" y="41"/>
                  </a:lnTo>
                  <a:lnTo>
                    <a:pt x="33" y="41"/>
                  </a:lnTo>
                  <a:lnTo>
                    <a:pt x="31" y="41"/>
                  </a:lnTo>
                  <a:lnTo>
                    <a:pt x="29" y="40"/>
                  </a:lnTo>
                  <a:lnTo>
                    <a:pt x="29" y="38"/>
                  </a:lnTo>
                  <a:lnTo>
                    <a:pt x="27" y="37"/>
                  </a:lnTo>
                  <a:lnTo>
                    <a:pt x="24" y="34"/>
                  </a:lnTo>
                  <a:lnTo>
                    <a:pt x="21" y="34"/>
                  </a:lnTo>
                  <a:lnTo>
                    <a:pt x="20" y="33"/>
                  </a:lnTo>
                  <a:lnTo>
                    <a:pt x="21" y="30"/>
                  </a:lnTo>
                  <a:lnTo>
                    <a:pt x="23" y="30"/>
                  </a:lnTo>
                  <a:lnTo>
                    <a:pt x="25" y="30"/>
                  </a:lnTo>
                  <a:lnTo>
                    <a:pt x="23" y="29"/>
                  </a:lnTo>
                  <a:lnTo>
                    <a:pt x="21" y="28"/>
                  </a:lnTo>
                  <a:lnTo>
                    <a:pt x="19" y="25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8" y="19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4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17" y="9"/>
                  </a:lnTo>
                  <a:lnTo>
                    <a:pt x="21" y="7"/>
                  </a:lnTo>
                  <a:lnTo>
                    <a:pt x="23" y="4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8" name="Freeform 393"/>
            <p:cNvSpPr>
              <a:spLocks/>
            </p:cNvSpPr>
            <p:nvPr/>
          </p:nvSpPr>
          <p:spPr bwMode="auto">
            <a:xfrm>
              <a:off x="6204295" y="2883585"/>
              <a:ext cx="114199" cy="98973"/>
            </a:xfrm>
            <a:custGeom>
              <a:avLst/>
              <a:gdLst>
                <a:gd name="T0" fmla="*/ 5 w 45"/>
                <a:gd name="T1" fmla="*/ 1 h 39"/>
                <a:gd name="T2" fmla="*/ 8 w 45"/>
                <a:gd name="T3" fmla="*/ 2 h 39"/>
                <a:gd name="T4" fmla="*/ 11 w 45"/>
                <a:gd name="T5" fmla="*/ 1 h 39"/>
                <a:gd name="T6" fmla="*/ 13 w 45"/>
                <a:gd name="T7" fmla="*/ 0 h 39"/>
                <a:gd name="T8" fmla="*/ 16 w 45"/>
                <a:gd name="T9" fmla="*/ 0 h 39"/>
                <a:gd name="T10" fmla="*/ 18 w 45"/>
                <a:gd name="T11" fmla="*/ 2 h 39"/>
                <a:gd name="T12" fmla="*/ 22 w 45"/>
                <a:gd name="T13" fmla="*/ 2 h 39"/>
                <a:gd name="T14" fmla="*/ 25 w 45"/>
                <a:gd name="T15" fmla="*/ 2 h 39"/>
                <a:gd name="T16" fmla="*/ 30 w 45"/>
                <a:gd name="T17" fmla="*/ 2 h 39"/>
                <a:gd name="T18" fmla="*/ 34 w 45"/>
                <a:gd name="T19" fmla="*/ 5 h 39"/>
                <a:gd name="T20" fmla="*/ 38 w 45"/>
                <a:gd name="T21" fmla="*/ 6 h 39"/>
                <a:gd name="T22" fmla="*/ 41 w 45"/>
                <a:gd name="T23" fmla="*/ 5 h 39"/>
                <a:gd name="T24" fmla="*/ 38 w 45"/>
                <a:gd name="T25" fmla="*/ 11 h 39"/>
                <a:gd name="T26" fmla="*/ 42 w 45"/>
                <a:gd name="T27" fmla="*/ 15 h 39"/>
                <a:gd name="T28" fmla="*/ 45 w 45"/>
                <a:gd name="T29" fmla="*/ 18 h 39"/>
                <a:gd name="T30" fmla="*/ 42 w 45"/>
                <a:gd name="T31" fmla="*/ 18 h 39"/>
                <a:gd name="T32" fmla="*/ 41 w 45"/>
                <a:gd name="T33" fmla="*/ 21 h 39"/>
                <a:gd name="T34" fmla="*/ 42 w 45"/>
                <a:gd name="T35" fmla="*/ 25 h 39"/>
                <a:gd name="T36" fmla="*/ 38 w 45"/>
                <a:gd name="T37" fmla="*/ 23 h 39"/>
                <a:gd name="T38" fmla="*/ 37 w 45"/>
                <a:gd name="T39" fmla="*/ 26 h 39"/>
                <a:gd name="T40" fmla="*/ 39 w 45"/>
                <a:gd name="T41" fmla="*/ 29 h 39"/>
                <a:gd name="T42" fmla="*/ 37 w 45"/>
                <a:gd name="T43" fmla="*/ 30 h 39"/>
                <a:gd name="T44" fmla="*/ 36 w 45"/>
                <a:gd name="T45" fmla="*/ 35 h 39"/>
                <a:gd name="T46" fmla="*/ 33 w 45"/>
                <a:gd name="T47" fmla="*/ 39 h 39"/>
                <a:gd name="T48" fmla="*/ 29 w 45"/>
                <a:gd name="T49" fmla="*/ 35 h 39"/>
                <a:gd name="T50" fmla="*/ 24 w 45"/>
                <a:gd name="T51" fmla="*/ 35 h 39"/>
                <a:gd name="T52" fmla="*/ 24 w 45"/>
                <a:gd name="T53" fmla="*/ 33 h 39"/>
                <a:gd name="T54" fmla="*/ 7 w 45"/>
                <a:gd name="T55" fmla="*/ 15 h 39"/>
                <a:gd name="T56" fmla="*/ 7 w 45"/>
                <a:gd name="T57" fmla="*/ 13 h 39"/>
                <a:gd name="T58" fmla="*/ 4 w 45"/>
                <a:gd name="T59" fmla="*/ 9 h 39"/>
                <a:gd name="T60" fmla="*/ 1 w 45"/>
                <a:gd name="T61" fmla="*/ 6 h 39"/>
                <a:gd name="T62" fmla="*/ 1 w 45"/>
                <a:gd name="T63" fmla="*/ 4 h 39"/>
                <a:gd name="T64" fmla="*/ 3 w 45"/>
                <a:gd name="T6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5" h="39">
                  <a:moveTo>
                    <a:pt x="3" y="0"/>
                  </a:moveTo>
                  <a:lnTo>
                    <a:pt x="5" y="1"/>
                  </a:lnTo>
                  <a:lnTo>
                    <a:pt x="7" y="4"/>
                  </a:lnTo>
                  <a:lnTo>
                    <a:pt x="8" y="2"/>
                  </a:lnTo>
                  <a:lnTo>
                    <a:pt x="8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3" y="0"/>
                  </a:lnTo>
                  <a:lnTo>
                    <a:pt x="14" y="1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8" y="2"/>
                  </a:lnTo>
                  <a:lnTo>
                    <a:pt x="20" y="1"/>
                  </a:lnTo>
                  <a:lnTo>
                    <a:pt x="22" y="2"/>
                  </a:lnTo>
                  <a:lnTo>
                    <a:pt x="25" y="1"/>
                  </a:lnTo>
                  <a:lnTo>
                    <a:pt x="25" y="2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4" y="5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42" y="15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19"/>
                  </a:lnTo>
                  <a:lnTo>
                    <a:pt x="42" y="18"/>
                  </a:lnTo>
                  <a:lnTo>
                    <a:pt x="41" y="18"/>
                  </a:lnTo>
                  <a:lnTo>
                    <a:pt x="41" y="21"/>
                  </a:lnTo>
                  <a:lnTo>
                    <a:pt x="43" y="25"/>
                  </a:lnTo>
                  <a:lnTo>
                    <a:pt x="42" y="25"/>
                  </a:lnTo>
                  <a:lnTo>
                    <a:pt x="41" y="25"/>
                  </a:lnTo>
                  <a:lnTo>
                    <a:pt x="38" y="23"/>
                  </a:lnTo>
                  <a:lnTo>
                    <a:pt x="37" y="23"/>
                  </a:lnTo>
                  <a:lnTo>
                    <a:pt x="37" y="26"/>
                  </a:lnTo>
                  <a:lnTo>
                    <a:pt x="39" y="27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7" y="30"/>
                  </a:lnTo>
                  <a:lnTo>
                    <a:pt x="36" y="33"/>
                  </a:lnTo>
                  <a:lnTo>
                    <a:pt x="36" y="35"/>
                  </a:lnTo>
                  <a:lnTo>
                    <a:pt x="34" y="38"/>
                  </a:lnTo>
                  <a:lnTo>
                    <a:pt x="33" y="39"/>
                  </a:lnTo>
                  <a:lnTo>
                    <a:pt x="30" y="35"/>
                  </a:lnTo>
                  <a:lnTo>
                    <a:pt x="29" y="35"/>
                  </a:lnTo>
                  <a:lnTo>
                    <a:pt x="25" y="35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4" y="33"/>
                  </a:lnTo>
                  <a:lnTo>
                    <a:pt x="16" y="23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7" y="13"/>
                  </a:lnTo>
                  <a:lnTo>
                    <a:pt x="5" y="11"/>
                  </a:lnTo>
                  <a:lnTo>
                    <a:pt x="4" y="9"/>
                  </a:lnTo>
                  <a:lnTo>
                    <a:pt x="3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9" name="Freeform 394"/>
            <p:cNvSpPr>
              <a:spLocks/>
            </p:cNvSpPr>
            <p:nvPr/>
          </p:nvSpPr>
          <p:spPr bwMode="auto">
            <a:xfrm>
              <a:off x="6143389" y="2825216"/>
              <a:ext cx="88822" cy="58369"/>
            </a:xfrm>
            <a:custGeom>
              <a:avLst/>
              <a:gdLst>
                <a:gd name="T0" fmla="*/ 31 w 35"/>
                <a:gd name="T1" fmla="*/ 0 h 23"/>
                <a:gd name="T2" fmla="*/ 35 w 35"/>
                <a:gd name="T3" fmla="*/ 4 h 23"/>
                <a:gd name="T4" fmla="*/ 35 w 35"/>
                <a:gd name="T5" fmla="*/ 8 h 23"/>
                <a:gd name="T6" fmla="*/ 29 w 35"/>
                <a:gd name="T7" fmla="*/ 8 h 23"/>
                <a:gd name="T8" fmla="*/ 23 w 35"/>
                <a:gd name="T9" fmla="*/ 12 h 23"/>
                <a:gd name="T10" fmla="*/ 21 w 35"/>
                <a:gd name="T11" fmla="*/ 15 h 23"/>
                <a:gd name="T12" fmla="*/ 17 w 35"/>
                <a:gd name="T13" fmla="*/ 17 h 23"/>
                <a:gd name="T14" fmla="*/ 17 w 35"/>
                <a:gd name="T15" fmla="*/ 21 h 23"/>
                <a:gd name="T16" fmla="*/ 15 w 35"/>
                <a:gd name="T17" fmla="*/ 21 h 23"/>
                <a:gd name="T18" fmla="*/ 11 w 35"/>
                <a:gd name="T19" fmla="*/ 19 h 23"/>
                <a:gd name="T20" fmla="*/ 8 w 35"/>
                <a:gd name="T21" fmla="*/ 20 h 23"/>
                <a:gd name="T22" fmla="*/ 4 w 35"/>
                <a:gd name="T23" fmla="*/ 21 h 23"/>
                <a:gd name="T24" fmla="*/ 0 w 35"/>
                <a:gd name="T25" fmla="*/ 23 h 23"/>
                <a:gd name="T26" fmla="*/ 0 w 35"/>
                <a:gd name="T27" fmla="*/ 20 h 23"/>
                <a:gd name="T28" fmla="*/ 3 w 35"/>
                <a:gd name="T29" fmla="*/ 20 h 23"/>
                <a:gd name="T30" fmla="*/ 3 w 35"/>
                <a:gd name="T31" fmla="*/ 17 h 23"/>
                <a:gd name="T32" fmla="*/ 0 w 35"/>
                <a:gd name="T33" fmla="*/ 17 h 23"/>
                <a:gd name="T34" fmla="*/ 0 w 35"/>
                <a:gd name="T35" fmla="*/ 17 h 23"/>
                <a:gd name="T36" fmla="*/ 0 w 35"/>
                <a:gd name="T37" fmla="*/ 12 h 23"/>
                <a:gd name="T38" fmla="*/ 2 w 35"/>
                <a:gd name="T39" fmla="*/ 11 h 23"/>
                <a:gd name="T40" fmla="*/ 0 w 35"/>
                <a:gd name="T41" fmla="*/ 8 h 23"/>
                <a:gd name="T42" fmla="*/ 3 w 35"/>
                <a:gd name="T43" fmla="*/ 4 h 23"/>
                <a:gd name="T44" fmla="*/ 6 w 35"/>
                <a:gd name="T45" fmla="*/ 4 h 23"/>
                <a:gd name="T46" fmla="*/ 11 w 35"/>
                <a:gd name="T47" fmla="*/ 4 h 23"/>
                <a:gd name="T48" fmla="*/ 12 w 35"/>
                <a:gd name="T49" fmla="*/ 7 h 23"/>
                <a:gd name="T50" fmla="*/ 15 w 35"/>
                <a:gd name="T51" fmla="*/ 6 h 23"/>
                <a:gd name="T52" fmla="*/ 17 w 35"/>
                <a:gd name="T53" fmla="*/ 6 h 23"/>
                <a:gd name="T54" fmla="*/ 20 w 35"/>
                <a:gd name="T55" fmla="*/ 4 h 23"/>
                <a:gd name="T56" fmla="*/ 21 w 35"/>
                <a:gd name="T57" fmla="*/ 4 h 23"/>
                <a:gd name="T58" fmla="*/ 23 w 35"/>
                <a:gd name="T59" fmla="*/ 4 h 23"/>
                <a:gd name="T60" fmla="*/ 28 w 35"/>
                <a:gd name="T61" fmla="*/ 2 h 23"/>
                <a:gd name="T62" fmla="*/ 31 w 35"/>
                <a:gd name="T6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" h="23">
                  <a:moveTo>
                    <a:pt x="31" y="0"/>
                  </a:moveTo>
                  <a:lnTo>
                    <a:pt x="35" y="4"/>
                  </a:lnTo>
                  <a:lnTo>
                    <a:pt x="35" y="8"/>
                  </a:lnTo>
                  <a:lnTo>
                    <a:pt x="29" y="8"/>
                  </a:lnTo>
                  <a:lnTo>
                    <a:pt x="23" y="12"/>
                  </a:lnTo>
                  <a:lnTo>
                    <a:pt x="21" y="15"/>
                  </a:lnTo>
                  <a:lnTo>
                    <a:pt x="17" y="17"/>
                  </a:lnTo>
                  <a:lnTo>
                    <a:pt x="17" y="21"/>
                  </a:lnTo>
                  <a:lnTo>
                    <a:pt x="15" y="21"/>
                  </a:lnTo>
                  <a:lnTo>
                    <a:pt x="11" y="19"/>
                  </a:lnTo>
                  <a:lnTo>
                    <a:pt x="8" y="20"/>
                  </a:lnTo>
                  <a:lnTo>
                    <a:pt x="4" y="21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3" y="20"/>
                  </a:lnTo>
                  <a:lnTo>
                    <a:pt x="3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2" y="11"/>
                  </a:lnTo>
                  <a:lnTo>
                    <a:pt x="0" y="8"/>
                  </a:lnTo>
                  <a:lnTo>
                    <a:pt x="3" y="4"/>
                  </a:lnTo>
                  <a:lnTo>
                    <a:pt x="6" y="4"/>
                  </a:lnTo>
                  <a:lnTo>
                    <a:pt x="11" y="4"/>
                  </a:lnTo>
                  <a:lnTo>
                    <a:pt x="12" y="7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20" y="4"/>
                  </a:lnTo>
                  <a:lnTo>
                    <a:pt x="21" y="4"/>
                  </a:lnTo>
                  <a:lnTo>
                    <a:pt x="23" y="4"/>
                  </a:lnTo>
                  <a:lnTo>
                    <a:pt x="2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0" name="Freeform 395"/>
            <p:cNvSpPr>
              <a:spLocks/>
            </p:cNvSpPr>
            <p:nvPr/>
          </p:nvSpPr>
          <p:spPr bwMode="auto">
            <a:xfrm>
              <a:off x="6026652" y="2741471"/>
              <a:ext cx="210634" cy="101510"/>
            </a:xfrm>
            <a:custGeom>
              <a:avLst/>
              <a:gdLst>
                <a:gd name="T0" fmla="*/ 62 w 83"/>
                <a:gd name="T1" fmla="*/ 0 h 40"/>
                <a:gd name="T2" fmla="*/ 69 w 83"/>
                <a:gd name="T3" fmla="*/ 3 h 40"/>
                <a:gd name="T4" fmla="*/ 75 w 83"/>
                <a:gd name="T5" fmla="*/ 3 h 40"/>
                <a:gd name="T6" fmla="*/ 82 w 83"/>
                <a:gd name="T7" fmla="*/ 6 h 40"/>
                <a:gd name="T8" fmla="*/ 83 w 83"/>
                <a:gd name="T9" fmla="*/ 15 h 40"/>
                <a:gd name="T10" fmla="*/ 83 w 83"/>
                <a:gd name="T11" fmla="*/ 20 h 40"/>
                <a:gd name="T12" fmla="*/ 77 w 83"/>
                <a:gd name="T13" fmla="*/ 21 h 40"/>
                <a:gd name="T14" fmla="*/ 78 w 83"/>
                <a:gd name="T15" fmla="*/ 27 h 40"/>
                <a:gd name="T16" fmla="*/ 79 w 83"/>
                <a:gd name="T17" fmla="*/ 31 h 40"/>
                <a:gd name="T18" fmla="*/ 74 w 83"/>
                <a:gd name="T19" fmla="*/ 35 h 40"/>
                <a:gd name="T20" fmla="*/ 67 w 83"/>
                <a:gd name="T21" fmla="*/ 37 h 40"/>
                <a:gd name="T22" fmla="*/ 63 w 83"/>
                <a:gd name="T23" fmla="*/ 39 h 40"/>
                <a:gd name="T24" fmla="*/ 58 w 83"/>
                <a:gd name="T25" fmla="*/ 40 h 40"/>
                <a:gd name="T26" fmla="*/ 52 w 83"/>
                <a:gd name="T27" fmla="*/ 37 h 40"/>
                <a:gd name="T28" fmla="*/ 49 w 83"/>
                <a:gd name="T29" fmla="*/ 37 h 40"/>
                <a:gd name="T30" fmla="*/ 44 w 83"/>
                <a:gd name="T31" fmla="*/ 36 h 40"/>
                <a:gd name="T32" fmla="*/ 30 w 83"/>
                <a:gd name="T33" fmla="*/ 32 h 40"/>
                <a:gd name="T34" fmla="*/ 27 w 83"/>
                <a:gd name="T35" fmla="*/ 29 h 40"/>
                <a:gd name="T36" fmla="*/ 19 w 83"/>
                <a:gd name="T37" fmla="*/ 32 h 40"/>
                <a:gd name="T38" fmla="*/ 13 w 83"/>
                <a:gd name="T39" fmla="*/ 31 h 40"/>
                <a:gd name="T40" fmla="*/ 11 w 83"/>
                <a:gd name="T41" fmla="*/ 29 h 40"/>
                <a:gd name="T42" fmla="*/ 7 w 83"/>
                <a:gd name="T43" fmla="*/ 28 h 40"/>
                <a:gd name="T44" fmla="*/ 3 w 83"/>
                <a:gd name="T45" fmla="*/ 29 h 40"/>
                <a:gd name="T46" fmla="*/ 2 w 83"/>
                <a:gd name="T47" fmla="*/ 25 h 40"/>
                <a:gd name="T48" fmla="*/ 0 w 83"/>
                <a:gd name="T49" fmla="*/ 23 h 40"/>
                <a:gd name="T50" fmla="*/ 3 w 83"/>
                <a:gd name="T51" fmla="*/ 23 h 40"/>
                <a:gd name="T52" fmla="*/ 7 w 83"/>
                <a:gd name="T53" fmla="*/ 23 h 40"/>
                <a:gd name="T54" fmla="*/ 11 w 83"/>
                <a:gd name="T55" fmla="*/ 23 h 40"/>
                <a:gd name="T56" fmla="*/ 13 w 83"/>
                <a:gd name="T57" fmla="*/ 21 h 40"/>
                <a:gd name="T58" fmla="*/ 19 w 83"/>
                <a:gd name="T59" fmla="*/ 23 h 40"/>
                <a:gd name="T60" fmla="*/ 23 w 83"/>
                <a:gd name="T61" fmla="*/ 23 h 40"/>
                <a:gd name="T62" fmla="*/ 28 w 83"/>
                <a:gd name="T63" fmla="*/ 20 h 40"/>
                <a:gd name="T64" fmla="*/ 32 w 83"/>
                <a:gd name="T65" fmla="*/ 20 h 40"/>
                <a:gd name="T66" fmla="*/ 37 w 83"/>
                <a:gd name="T67" fmla="*/ 21 h 40"/>
                <a:gd name="T68" fmla="*/ 38 w 83"/>
                <a:gd name="T69" fmla="*/ 17 h 40"/>
                <a:gd name="T70" fmla="*/ 36 w 83"/>
                <a:gd name="T71" fmla="*/ 15 h 40"/>
                <a:gd name="T72" fmla="*/ 41 w 83"/>
                <a:gd name="T73" fmla="*/ 10 h 40"/>
                <a:gd name="T74" fmla="*/ 45 w 83"/>
                <a:gd name="T75" fmla="*/ 7 h 40"/>
                <a:gd name="T76" fmla="*/ 45 w 83"/>
                <a:gd name="T77" fmla="*/ 3 h 40"/>
                <a:gd name="T78" fmla="*/ 53 w 83"/>
                <a:gd name="T79" fmla="*/ 7 h 40"/>
                <a:gd name="T80" fmla="*/ 57 w 83"/>
                <a:gd name="T81" fmla="*/ 4 h 40"/>
                <a:gd name="T82" fmla="*/ 58 w 83"/>
                <a:gd name="T83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3" h="40">
                  <a:moveTo>
                    <a:pt x="59" y="0"/>
                  </a:moveTo>
                  <a:lnTo>
                    <a:pt x="62" y="0"/>
                  </a:lnTo>
                  <a:lnTo>
                    <a:pt x="66" y="0"/>
                  </a:lnTo>
                  <a:lnTo>
                    <a:pt x="69" y="3"/>
                  </a:lnTo>
                  <a:lnTo>
                    <a:pt x="73" y="3"/>
                  </a:lnTo>
                  <a:lnTo>
                    <a:pt x="75" y="3"/>
                  </a:lnTo>
                  <a:lnTo>
                    <a:pt x="78" y="4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20"/>
                  </a:lnTo>
                  <a:lnTo>
                    <a:pt x="78" y="20"/>
                  </a:lnTo>
                  <a:lnTo>
                    <a:pt x="77" y="21"/>
                  </a:lnTo>
                  <a:lnTo>
                    <a:pt x="79" y="24"/>
                  </a:lnTo>
                  <a:lnTo>
                    <a:pt x="78" y="27"/>
                  </a:lnTo>
                  <a:lnTo>
                    <a:pt x="78" y="28"/>
                  </a:lnTo>
                  <a:lnTo>
                    <a:pt x="79" y="31"/>
                  </a:lnTo>
                  <a:lnTo>
                    <a:pt x="78" y="33"/>
                  </a:lnTo>
                  <a:lnTo>
                    <a:pt x="74" y="35"/>
                  </a:lnTo>
                  <a:lnTo>
                    <a:pt x="69" y="37"/>
                  </a:lnTo>
                  <a:lnTo>
                    <a:pt x="67" y="37"/>
                  </a:lnTo>
                  <a:lnTo>
                    <a:pt x="66" y="37"/>
                  </a:lnTo>
                  <a:lnTo>
                    <a:pt x="63" y="39"/>
                  </a:lnTo>
                  <a:lnTo>
                    <a:pt x="61" y="39"/>
                  </a:lnTo>
                  <a:lnTo>
                    <a:pt x="58" y="40"/>
                  </a:lnTo>
                  <a:lnTo>
                    <a:pt x="57" y="37"/>
                  </a:lnTo>
                  <a:lnTo>
                    <a:pt x="52" y="37"/>
                  </a:lnTo>
                  <a:lnTo>
                    <a:pt x="49" y="37"/>
                  </a:lnTo>
                  <a:lnTo>
                    <a:pt x="49" y="37"/>
                  </a:lnTo>
                  <a:lnTo>
                    <a:pt x="48" y="36"/>
                  </a:lnTo>
                  <a:lnTo>
                    <a:pt x="44" y="36"/>
                  </a:lnTo>
                  <a:lnTo>
                    <a:pt x="36" y="35"/>
                  </a:lnTo>
                  <a:lnTo>
                    <a:pt x="30" y="32"/>
                  </a:lnTo>
                  <a:lnTo>
                    <a:pt x="30" y="29"/>
                  </a:lnTo>
                  <a:lnTo>
                    <a:pt x="27" y="29"/>
                  </a:lnTo>
                  <a:lnTo>
                    <a:pt x="24" y="29"/>
                  </a:lnTo>
                  <a:lnTo>
                    <a:pt x="19" y="32"/>
                  </a:lnTo>
                  <a:lnTo>
                    <a:pt x="15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9" y="31"/>
                  </a:lnTo>
                  <a:lnTo>
                    <a:pt x="7" y="28"/>
                  </a:lnTo>
                  <a:lnTo>
                    <a:pt x="5" y="29"/>
                  </a:lnTo>
                  <a:lnTo>
                    <a:pt x="3" y="29"/>
                  </a:lnTo>
                  <a:lnTo>
                    <a:pt x="3" y="27"/>
                  </a:lnTo>
                  <a:lnTo>
                    <a:pt x="2" y="25"/>
                  </a:lnTo>
                  <a:lnTo>
                    <a:pt x="3" y="24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1"/>
                  </a:lnTo>
                  <a:lnTo>
                    <a:pt x="7" y="23"/>
                  </a:lnTo>
                  <a:lnTo>
                    <a:pt x="9" y="24"/>
                  </a:lnTo>
                  <a:lnTo>
                    <a:pt x="11" y="23"/>
                  </a:lnTo>
                  <a:lnTo>
                    <a:pt x="9" y="21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9" y="23"/>
                  </a:lnTo>
                  <a:lnTo>
                    <a:pt x="20" y="21"/>
                  </a:lnTo>
                  <a:lnTo>
                    <a:pt x="23" y="23"/>
                  </a:lnTo>
                  <a:lnTo>
                    <a:pt x="24" y="23"/>
                  </a:lnTo>
                  <a:lnTo>
                    <a:pt x="28" y="20"/>
                  </a:lnTo>
                  <a:lnTo>
                    <a:pt x="29" y="20"/>
                  </a:lnTo>
                  <a:lnTo>
                    <a:pt x="32" y="20"/>
                  </a:lnTo>
                  <a:lnTo>
                    <a:pt x="34" y="20"/>
                  </a:lnTo>
                  <a:lnTo>
                    <a:pt x="37" y="21"/>
                  </a:lnTo>
                  <a:lnTo>
                    <a:pt x="38" y="20"/>
                  </a:lnTo>
                  <a:lnTo>
                    <a:pt x="38" y="17"/>
                  </a:lnTo>
                  <a:lnTo>
                    <a:pt x="36" y="16"/>
                  </a:lnTo>
                  <a:lnTo>
                    <a:pt x="36" y="15"/>
                  </a:lnTo>
                  <a:lnTo>
                    <a:pt x="38" y="11"/>
                  </a:lnTo>
                  <a:lnTo>
                    <a:pt x="41" y="10"/>
                  </a:lnTo>
                  <a:lnTo>
                    <a:pt x="42" y="7"/>
                  </a:lnTo>
                  <a:lnTo>
                    <a:pt x="45" y="7"/>
                  </a:lnTo>
                  <a:lnTo>
                    <a:pt x="45" y="4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53" y="7"/>
                  </a:lnTo>
                  <a:lnTo>
                    <a:pt x="54" y="6"/>
                  </a:lnTo>
                  <a:lnTo>
                    <a:pt x="57" y="4"/>
                  </a:lnTo>
                  <a:lnTo>
                    <a:pt x="57" y="3"/>
                  </a:lnTo>
                  <a:lnTo>
                    <a:pt x="58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1" name="Freeform 396"/>
            <p:cNvSpPr>
              <a:spLocks/>
            </p:cNvSpPr>
            <p:nvPr/>
          </p:nvSpPr>
          <p:spPr bwMode="auto">
            <a:xfrm>
              <a:off x="6148464" y="2502923"/>
              <a:ext cx="274076" cy="228397"/>
            </a:xfrm>
            <a:custGeom>
              <a:avLst/>
              <a:gdLst>
                <a:gd name="T0" fmla="*/ 44 w 108"/>
                <a:gd name="T1" fmla="*/ 1 h 90"/>
                <a:gd name="T2" fmla="*/ 47 w 108"/>
                <a:gd name="T3" fmla="*/ 4 h 90"/>
                <a:gd name="T4" fmla="*/ 43 w 108"/>
                <a:gd name="T5" fmla="*/ 2 h 90"/>
                <a:gd name="T6" fmla="*/ 43 w 108"/>
                <a:gd name="T7" fmla="*/ 6 h 90"/>
                <a:gd name="T8" fmla="*/ 54 w 108"/>
                <a:gd name="T9" fmla="*/ 6 h 90"/>
                <a:gd name="T10" fmla="*/ 56 w 108"/>
                <a:gd name="T11" fmla="*/ 4 h 90"/>
                <a:gd name="T12" fmla="*/ 50 w 108"/>
                <a:gd name="T13" fmla="*/ 9 h 90"/>
                <a:gd name="T14" fmla="*/ 55 w 108"/>
                <a:gd name="T15" fmla="*/ 9 h 90"/>
                <a:gd name="T16" fmla="*/ 60 w 108"/>
                <a:gd name="T17" fmla="*/ 5 h 90"/>
                <a:gd name="T18" fmla="*/ 90 w 108"/>
                <a:gd name="T19" fmla="*/ 4 h 90"/>
                <a:gd name="T20" fmla="*/ 94 w 108"/>
                <a:gd name="T21" fmla="*/ 6 h 90"/>
                <a:gd name="T22" fmla="*/ 96 w 108"/>
                <a:gd name="T23" fmla="*/ 13 h 90"/>
                <a:gd name="T24" fmla="*/ 100 w 108"/>
                <a:gd name="T25" fmla="*/ 22 h 90"/>
                <a:gd name="T26" fmla="*/ 102 w 108"/>
                <a:gd name="T27" fmla="*/ 27 h 90"/>
                <a:gd name="T28" fmla="*/ 104 w 108"/>
                <a:gd name="T29" fmla="*/ 36 h 90"/>
                <a:gd name="T30" fmla="*/ 100 w 108"/>
                <a:gd name="T31" fmla="*/ 39 h 90"/>
                <a:gd name="T32" fmla="*/ 102 w 108"/>
                <a:gd name="T33" fmla="*/ 47 h 90"/>
                <a:gd name="T34" fmla="*/ 102 w 108"/>
                <a:gd name="T35" fmla="*/ 55 h 90"/>
                <a:gd name="T36" fmla="*/ 105 w 108"/>
                <a:gd name="T37" fmla="*/ 60 h 90"/>
                <a:gd name="T38" fmla="*/ 108 w 108"/>
                <a:gd name="T39" fmla="*/ 64 h 90"/>
                <a:gd name="T40" fmla="*/ 108 w 108"/>
                <a:gd name="T41" fmla="*/ 67 h 90"/>
                <a:gd name="T42" fmla="*/ 105 w 108"/>
                <a:gd name="T43" fmla="*/ 71 h 90"/>
                <a:gd name="T44" fmla="*/ 102 w 108"/>
                <a:gd name="T45" fmla="*/ 76 h 90"/>
                <a:gd name="T46" fmla="*/ 96 w 108"/>
                <a:gd name="T47" fmla="*/ 88 h 90"/>
                <a:gd name="T48" fmla="*/ 93 w 108"/>
                <a:gd name="T49" fmla="*/ 90 h 90"/>
                <a:gd name="T50" fmla="*/ 84 w 108"/>
                <a:gd name="T51" fmla="*/ 88 h 90"/>
                <a:gd name="T52" fmla="*/ 80 w 108"/>
                <a:gd name="T53" fmla="*/ 88 h 90"/>
                <a:gd name="T54" fmla="*/ 77 w 108"/>
                <a:gd name="T55" fmla="*/ 89 h 90"/>
                <a:gd name="T56" fmla="*/ 72 w 108"/>
                <a:gd name="T57" fmla="*/ 88 h 90"/>
                <a:gd name="T58" fmla="*/ 69 w 108"/>
                <a:gd name="T59" fmla="*/ 89 h 90"/>
                <a:gd name="T60" fmla="*/ 65 w 108"/>
                <a:gd name="T61" fmla="*/ 90 h 90"/>
                <a:gd name="T62" fmla="*/ 64 w 108"/>
                <a:gd name="T63" fmla="*/ 88 h 90"/>
                <a:gd name="T64" fmla="*/ 59 w 108"/>
                <a:gd name="T65" fmla="*/ 85 h 90"/>
                <a:gd name="T66" fmla="*/ 56 w 108"/>
                <a:gd name="T67" fmla="*/ 86 h 90"/>
                <a:gd name="T68" fmla="*/ 47 w 108"/>
                <a:gd name="T69" fmla="*/ 77 h 90"/>
                <a:gd name="T70" fmla="*/ 39 w 108"/>
                <a:gd name="T71" fmla="*/ 77 h 90"/>
                <a:gd name="T72" fmla="*/ 36 w 108"/>
                <a:gd name="T73" fmla="*/ 73 h 90"/>
                <a:gd name="T74" fmla="*/ 27 w 108"/>
                <a:gd name="T75" fmla="*/ 71 h 90"/>
                <a:gd name="T76" fmla="*/ 30 w 108"/>
                <a:gd name="T77" fmla="*/ 75 h 90"/>
                <a:gd name="T78" fmla="*/ 26 w 108"/>
                <a:gd name="T79" fmla="*/ 76 h 90"/>
                <a:gd name="T80" fmla="*/ 25 w 108"/>
                <a:gd name="T81" fmla="*/ 73 h 90"/>
                <a:gd name="T82" fmla="*/ 23 w 108"/>
                <a:gd name="T83" fmla="*/ 72 h 90"/>
                <a:gd name="T84" fmla="*/ 23 w 108"/>
                <a:gd name="T85" fmla="*/ 67 h 90"/>
                <a:gd name="T86" fmla="*/ 19 w 108"/>
                <a:gd name="T87" fmla="*/ 65 h 90"/>
                <a:gd name="T88" fmla="*/ 14 w 108"/>
                <a:gd name="T89" fmla="*/ 63 h 90"/>
                <a:gd name="T90" fmla="*/ 11 w 108"/>
                <a:gd name="T91" fmla="*/ 64 h 90"/>
                <a:gd name="T92" fmla="*/ 9 w 108"/>
                <a:gd name="T93" fmla="*/ 63 h 90"/>
                <a:gd name="T94" fmla="*/ 9 w 108"/>
                <a:gd name="T95" fmla="*/ 56 h 90"/>
                <a:gd name="T96" fmla="*/ 6 w 108"/>
                <a:gd name="T97" fmla="*/ 52 h 90"/>
                <a:gd name="T98" fmla="*/ 5 w 108"/>
                <a:gd name="T99" fmla="*/ 46 h 90"/>
                <a:gd name="T100" fmla="*/ 5 w 108"/>
                <a:gd name="T101" fmla="*/ 42 h 90"/>
                <a:gd name="T102" fmla="*/ 4 w 108"/>
                <a:gd name="T103" fmla="*/ 36 h 90"/>
                <a:gd name="T104" fmla="*/ 0 w 108"/>
                <a:gd name="T105" fmla="*/ 31 h 90"/>
                <a:gd name="T106" fmla="*/ 4 w 108"/>
                <a:gd name="T107" fmla="*/ 26 h 90"/>
                <a:gd name="T108" fmla="*/ 2 w 108"/>
                <a:gd name="T109" fmla="*/ 21 h 90"/>
                <a:gd name="T110" fmla="*/ 4 w 108"/>
                <a:gd name="T111" fmla="*/ 19 h 90"/>
                <a:gd name="T112" fmla="*/ 6 w 108"/>
                <a:gd name="T113" fmla="*/ 13 h 90"/>
                <a:gd name="T114" fmla="*/ 15 w 108"/>
                <a:gd name="T115" fmla="*/ 10 h 90"/>
                <a:gd name="T116" fmla="*/ 19 w 108"/>
                <a:gd name="T117" fmla="*/ 8 h 90"/>
                <a:gd name="T118" fmla="*/ 25 w 108"/>
                <a:gd name="T119" fmla="*/ 5 h 90"/>
                <a:gd name="T120" fmla="*/ 30 w 108"/>
                <a:gd name="T121" fmla="*/ 1 h 90"/>
                <a:gd name="T122" fmla="*/ 38 w 108"/>
                <a:gd name="T12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" h="90">
                  <a:moveTo>
                    <a:pt x="38" y="0"/>
                  </a:moveTo>
                  <a:lnTo>
                    <a:pt x="44" y="1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3" y="2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8" y="8"/>
                  </a:lnTo>
                  <a:lnTo>
                    <a:pt x="54" y="6"/>
                  </a:lnTo>
                  <a:lnTo>
                    <a:pt x="55" y="4"/>
                  </a:lnTo>
                  <a:lnTo>
                    <a:pt x="56" y="4"/>
                  </a:lnTo>
                  <a:lnTo>
                    <a:pt x="54" y="6"/>
                  </a:lnTo>
                  <a:lnTo>
                    <a:pt x="50" y="9"/>
                  </a:lnTo>
                  <a:lnTo>
                    <a:pt x="51" y="9"/>
                  </a:lnTo>
                  <a:lnTo>
                    <a:pt x="55" y="9"/>
                  </a:lnTo>
                  <a:lnTo>
                    <a:pt x="59" y="5"/>
                  </a:lnTo>
                  <a:lnTo>
                    <a:pt x="60" y="5"/>
                  </a:lnTo>
                  <a:lnTo>
                    <a:pt x="75" y="5"/>
                  </a:lnTo>
                  <a:lnTo>
                    <a:pt x="90" y="4"/>
                  </a:lnTo>
                  <a:lnTo>
                    <a:pt x="93" y="6"/>
                  </a:lnTo>
                  <a:lnTo>
                    <a:pt x="94" y="6"/>
                  </a:lnTo>
                  <a:lnTo>
                    <a:pt x="96" y="10"/>
                  </a:lnTo>
                  <a:lnTo>
                    <a:pt x="96" y="13"/>
                  </a:lnTo>
                  <a:lnTo>
                    <a:pt x="98" y="17"/>
                  </a:lnTo>
                  <a:lnTo>
                    <a:pt x="100" y="22"/>
                  </a:lnTo>
                  <a:lnTo>
                    <a:pt x="101" y="25"/>
                  </a:lnTo>
                  <a:lnTo>
                    <a:pt x="102" y="27"/>
                  </a:lnTo>
                  <a:lnTo>
                    <a:pt x="104" y="29"/>
                  </a:lnTo>
                  <a:lnTo>
                    <a:pt x="104" y="36"/>
                  </a:lnTo>
                  <a:lnTo>
                    <a:pt x="101" y="36"/>
                  </a:lnTo>
                  <a:lnTo>
                    <a:pt x="100" y="39"/>
                  </a:lnTo>
                  <a:lnTo>
                    <a:pt x="100" y="43"/>
                  </a:lnTo>
                  <a:lnTo>
                    <a:pt x="102" y="47"/>
                  </a:lnTo>
                  <a:lnTo>
                    <a:pt x="102" y="50"/>
                  </a:lnTo>
                  <a:lnTo>
                    <a:pt x="102" y="55"/>
                  </a:lnTo>
                  <a:lnTo>
                    <a:pt x="104" y="58"/>
                  </a:lnTo>
                  <a:lnTo>
                    <a:pt x="105" y="60"/>
                  </a:lnTo>
                  <a:lnTo>
                    <a:pt x="108" y="63"/>
                  </a:lnTo>
                  <a:lnTo>
                    <a:pt x="108" y="64"/>
                  </a:lnTo>
                  <a:lnTo>
                    <a:pt x="108" y="65"/>
                  </a:lnTo>
                  <a:lnTo>
                    <a:pt x="108" y="67"/>
                  </a:lnTo>
                  <a:lnTo>
                    <a:pt x="108" y="71"/>
                  </a:lnTo>
                  <a:lnTo>
                    <a:pt x="105" y="71"/>
                  </a:lnTo>
                  <a:lnTo>
                    <a:pt x="104" y="72"/>
                  </a:lnTo>
                  <a:lnTo>
                    <a:pt x="102" y="76"/>
                  </a:lnTo>
                  <a:lnTo>
                    <a:pt x="96" y="84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3" y="90"/>
                  </a:lnTo>
                  <a:lnTo>
                    <a:pt x="88" y="88"/>
                  </a:lnTo>
                  <a:lnTo>
                    <a:pt x="84" y="88"/>
                  </a:lnTo>
                  <a:lnTo>
                    <a:pt x="83" y="88"/>
                  </a:lnTo>
                  <a:lnTo>
                    <a:pt x="80" y="88"/>
                  </a:lnTo>
                  <a:lnTo>
                    <a:pt x="79" y="88"/>
                  </a:lnTo>
                  <a:lnTo>
                    <a:pt x="77" y="89"/>
                  </a:lnTo>
                  <a:lnTo>
                    <a:pt x="76" y="88"/>
                  </a:lnTo>
                  <a:lnTo>
                    <a:pt x="72" y="88"/>
                  </a:lnTo>
                  <a:lnTo>
                    <a:pt x="71" y="88"/>
                  </a:lnTo>
                  <a:lnTo>
                    <a:pt x="69" y="89"/>
                  </a:lnTo>
                  <a:lnTo>
                    <a:pt x="68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3" y="85"/>
                  </a:lnTo>
                  <a:lnTo>
                    <a:pt x="59" y="85"/>
                  </a:lnTo>
                  <a:lnTo>
                    <a:pt x="58" y="86"/>
                  </a:lnTo>
                  <a:lnTo>
                    <a:pt x="56" y="86"/>
                  </a:lnTo>
                  <a:lnTo>
                    <a:pt x="54" y="83"/>
                  </a:lnTo>
                  <a:lnTo>
                    <a:pt x="47" y="77"/>
                  </a:lnTo>
                  <a:lnTo>
                    <a:pt x="43" y="76"/>
                  </a:lnTo>
                  <a:lnTo>
                    <a:pt x="39" y="77"/>
                  </a:lnTo>
                  <a:lnTo>
                    <a:pt x="36" y="76"/>
                  </a:lnTo>
                  <a:lnTo>
                    <a:pt x="36" y="73"/>
                  </a:lnTo>
                  <a:lnTo>
                    <a:pt x="33" y="73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30" y="75"/>
                  </a:lnTo>
                  <a:lnTo>
                    <a:pt x="27" y="75"/>
                  </a:lnTo>
                  <a:lnTo>
                    <a:pt x="26" y="76"/>
                  </a:lnTo>
                  <a:lnTo>
                    <a:pt x="25" y="76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2"/>
                  </a:lnTo>
                  <a:lnTo>
                    <a:pt x="25" y="69"/>
                  </a:lnTo>
                  <a:lnTo>
                    <a:pt x="23" y="67"/>
                  </a:lnTo>
                  <a:lnTo>
                    <a:pt x="21" y="68"/>
                  </a:lnTo>
                  <a:lnTo>
                    <a:pt x="19" y="65"/>
                  </a:lnTo>
                  <a:lnTo>
                    <a:pt x="19" y="64"/>
                  </a:lnTo>
                  <a:lnTo>
                    <a:pt x="14" y="63"/>
                  </a:lnTo>
                  <a:lnTo>
                    <a:pt x="13" y="64"/>
                  </a:lnTo>
                  <a:lnTo>
                    <a:pt x="11" y="64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9" y="56"/>
                  </a:lnTo>
                  <a:lnTo>
                    <a:pt x="7" y="54"/>
                  </a:lnTo>
                  <a:lnTo>
                    <a:pt x="6" y="52"/>
                  </a:lnTo>
                  <a:lnTo>
                    <a:pt x="5" y="48"/>
                  </a:lnTo>
                  <a:lnTo>
                    <a:pt x="5" y="46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4" y="36"/>
                  </a:lnTo>
                  <a:lnTo>
                    <a:pt x="0" y="34"/>
                  </a:lnTo>
                  <a:lnTo>
                    <a:pt x="0" y="31"/>
                  </a:lnTo>
                  <a:lnTo>
                    <a:pt x="2" y="30"/>
                  </a:lnTo>
                  <a:lnTo>
                    <a:pt x="4" y="26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5" y="17"/>
                  </a:lnTo>
                  <a:lnTo>
                    <a:pt x="6" y="13"/>
                  </a:lnTo>
                  <a:lnTo>
                    <a:pt x="10" y="13"/>
                  </a:lnTo>
                  <a:lnTo>
                    <a:pt x="15" y="10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21" y="5"/>
                  </a:lnTo>
                  <a:lnTo>
                    <a:pt x="25" y="5"/>
                  </a:lnTo>
                  <a:lnTo>
                    <a:pt x="26" y="2"/>
                  </a:lnTo>
                  <a:lnTo>
                    <a:pt x="30" y="1"/>
                  </a:lnTo>
                  <a:lnTo>
                    <a:pt x="34" y="1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2" name="Freeform 397"/>
            <p:cNvSpPr>
              <a:spLocks/>
            </p:cNvSpPr>
            <p:nvPr/>
          </p:nvSpPr>
          <p:spPr bwMode="auto">
            <a:xfrm>
              <a:off x="6090095" y="2662800"/>
              <a:ext cx="220785" cy="96434"/>
            </a:xfrm>
            <a:custGeom>
              <a:avLst/>
              <a:gdLst>
                <a:gd name="T0" fmla="*/ 32 w 87"/>
                <a:gd name="T1" fmla="*/ 1 h 38"/>
                <a:gd name="T2" fmla="*/ 33 w 87"/>
                <a:gd name="T3" fmla="*/ 2 h 38"/>
                <a:gd name="T4" fmla="*/ 36 w 87"/>
                <a:gd name="T5" fmla="*/ 1 h 38"/>
                <a:gd name="T6" fmla="*/ 42 w 87"/>
                <a:gd name="T7" fmla="*/ 1 h 38"/>
                <a:gd name="T8" fmla="*/ 44 w 87"/>
                <a:gd name="T9" fmla="*/ 5 h 38"/>
                <a:gd name="T10" fmla="*/ 48 w 87"/>
                <a:gd name="T11" fmla="*/ 6 h 38"/>
                <a:gd name="T12" fmla="*/ 48 w 87"/>
                <a:gd name="T13" fmla="*/ 10 h 38"/>
                <a:gd name="T14" fmla="*/ 48 w 87"/>
                <a:gd name="T15" fmla="*/ 13 h 38"/>
                <a:gd name="T16" fmla="*/ 50 w 87"/>
                <a:gd name="T17" fmla="*/ 12 h 38"/>
                <a:gd name="T18" fmla="*/ 49 w 87"/>
                <a:gd name="T19" fmla="*/ 9 h 38"/>
                <a:gd name="T20" fmla="*/ 56 w 87"/>
                <a:gd name="T21" fmla="*/ 10 h 38"/>
                <a:gd name="T22" fmla="*/ 59 w 87"/>
                <a:gd name="T23" fmla="*/ 13 h 38"/>
                <a:gd name="T24" fmla="*/ 66 w 87"/>
                <a:gd name="T25" fmla="*/ 13 h 38"/>
                <a:gd name="T26" fmla="*/ 77 w 87"/>
                <a:gd name="T27" fmla="*/ 20 h 38"/>
                <a:gd name="T28" fmla="*/ 81 w 87"/>
                <a:gd name="T29" fmla="*/ 23 h 38"/>
                <a:gd name="T30" fmla="*/ 86 w 87"/>
                <a:gd name="T31" fmla="*/ 22 h 38"/>
                <a:gd name="T32" fmla="*/ 87 w 87"/>
                <a:gd name="T33" fmla="*/ 27 h 38"/>
                <a:gd name="T34" fmla="*/ 79 w 87"/>
                <a:gd name="T35" fmla="*/ 29 h 38"/>
                <a:gd name="T36" fmla="*/ 74 w 87"/>
                <a:gd name="T37" fmla="*/ 33 h 38"/>
                <a:gd name="T38" fmla="*/ 65 w 87"/>
                <a:gd name="T39" fmla="*/ 35 h 38"/>
                <a:gd name="T40" fmla="*/ 61 w 87"/>
                <a:gd name="T41" fmla="*/ 34 h 38"/>
                <a:gd name="T42" fmla="*/ 53 w 87"/>
                <a:gd name="T43" fmla="*/ 35 h 38"/>
                <a:gd name="T44" fmla="*/ 48 w 87"/>
                <a:gd name="T45" fmla="*/ 34 h 38"/>
                <a:gd name="T46" fmla="*/ 41 w 87"/>
                <a:gd name="T47" fmla="*/ 31 h 38"/>
                <a:gd name="T48" fmla="*/ 34 w 87"/>
                <a:gd name="T49" fmla="*/ 31 h 38"/>
                <a:gd name="T50" fmla="*/ 32 w 87"/>
                <a:gd name="T51" fmla="*/ 34 h 38"/>
                <a:gd name="T52" fmla="*/ 29 w 87"/>
                <a:gd name="T53" fmla="*/ 37 h 38"/>
                <a:gd name="T54" fmla="*/ 21 w 87"/>
                <a:gd name="T55" fmla="*/ 34 h 38"/>
                <a:gd name="T56" fmla="*/ 20 w 87"/>
                <a:gd name="T57" fmla="*/ 34 h 38"/>
                <a:gd name="T58" fmla="*/ 13 w 87"/>
                <a:gd name="T59" fmla="*/ 26 h 38"/>
                <a:gd name="T60" fmla="*/ 7 w 87"/>
                <a:gd name="T61" fmla="*/ 22 h 38"/>
                <a:gd name="T62" fmla="*/ 7 w 87"/>
                <a:gd name="T63" fmla="*/ 18 h 38"/>
                <a:gd name="T64" fmla="*/ 0 w 87"/>
                <a:gd name="T65" fmla="*/ 12 h 38"/>
                <a:gd name="T66" fmla="*/ 2 w 87"/>
                <a:gd name="T67" fmla="*/ 10 h 38"/>
                <a:gd name="T68" fmla="*/ 4 w 87"/>
                <a:gd name="T69" fmla="*/ 12 h 38"/>
                <a:gd name="T70" fmla="*/ 11 w 87"/>
                <a:gd name="T71" fmla="*/ 8 h 38"/>
                <a:gd name="T72" fmla="*/ 16 w 87"/>
                <a:gd name="T73" fmla="*/ 5 h 38"/>
                <a:gd name="T74" fmla="*/ 21 w 87"/>
                <a:gd name="T75" fmla="*/ 2 h 38"/>
                <a:gd name="T76" fmla="*/ 25 w 87"/>
                <a:gd name="T77" fmla="*/ 2 h 38"/>
                <a:gd name="T78" fmla="*/ 28 w 87"/>
                <a:gd name="T79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38">
                  <a:moveTo>
                    <a:pt x="29" y="0"/>
                  </a:moveTo>
                  <a:lnTo>
                    <a:pt x="32" y="1"/>
                  </a:lnTo>
                  <a:lnTo>
                    <a:pt x="32" y="0"/>
                  </a:lnTo>
                  <a:lnTo>
                    <a:pt x="33" y="2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0"/>
                  </a:lnTo>
                  <a:lnTo>
                    <a:pt x="42" y="1"/>
                  </a:lnTo>
                  <a:lnTo>
                    <a:pt x="42" y="2"/>
                  </a:lnTo>
                  <a:lnTo>
                    <a:pt x="44" y="5"/>
                  </a:lnTo>
                  <a:lnTo>
                    <a:pt x="46" y="4"/>
                  </a:lnTo>
                  <a:lnTo>
                    <a:pt x="48" y="6"/>
                  </a:lnTo>
                  <a:lnTo>
                    <a:pt x="46" y="9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13"/>
                  </a:lnTo>
                  <a:lnTo>
                    <a:pt x="49" y="13"/>
                  </a:lnTo>
                  <a:lnTo>
                    <a:pt x="50" y="12"/>
                  </a:lnTo>
                  <a:lnTo>
                    <a:pt x="53" y="12"/>
                  </a:lnTo>
                  <a:lnTo>
                    <a:pt x="49" y="9"/>
                  </a:lnTo>
                  <a:lnTo>
                    <a:pt x="50" y="8"/>
                  </a:lnTo>
                  <a:lnTo>
                    <a:pt x="56" y="10"/>
                  </a:lnTo>
                  <a:lnTo>
                    <a:pt x="59" y="10"/>
                  </a:lnTo>
                  <a:lnTo>
                    <a:pt x="59" y="13"/>
                  </a:lnTo>
                  <a:lnTo>
                    <a:pt x="62" y="14"/>
                  </a:lnTo>
                  <a:lnTo>
                    <a:pt x="66" y="13"/>
                  </a:lnTo>
                  <a:lnTo>
                    <a:pt x="70" y="14"/>
                  </a:lnTo>
                  <a:lnTo>
                    <a:pt x="77" y="20"/>
                  </a:lnTo>
                  <a:lnTo>
                    <a:pt x="79" y="23"/>
                  </a:lnTo>
                  <a:lnTo>
                    <a:pt x="81" y="23"/>
                  </a:lnTo>
                  <a:lnTo>
                    <a:pt x="82" y="22"/>
                  </a:lnTo>
                  <a:lnTo>
                    <a:pt x="86" y="22"/>
                  </a:lnTo>
                  <a:lnTo>
                    <a:pt x="87" y="25"/>
                  </a:lnTo>
                  <a:lnTo>
                    <a:pt x="87" y="27"/>
                  </a:lnTo>
                  <a:lnTo>
                    <a:pt x="82" y="27"/>
                  </a:lnTo>
                  <a:lnTo>
                    <a:pt x="79" y="29"/>
                  </a:lnTo>
                  <a:lnTo>
                    <a:pt x="77" y="30"/>
                  </a:lnTo>
                  <a:lnTo>
                    <a:pt x="74" y="33"/>
                  </a:lnTo>
                  <a:lnTo>
                    <a:pt x="69" y="34"/>
                  </a:lnTo>
                  <a:lnTo>
                    <a:pt x="65" y="35"/>
                  </a:lnTo>
                  <a:lnTo>
                    <a:pt x="63" y="34"/>
                  </a:lnTo>
                  <a:lnTo>
                    <a:pt x="61" y="34"/>
                  </a:lnTo>
                  <a:lnTo>
                    <a:pt x="58" y="37"/>
                  </a:lnTo>
                  <a:lnTo>
                    <a:pt x="53" y="35"/>
                  </a:lnTo>
                  <a:lnTo>
                    <a:pt x="50" y="34"/>
                  </a:lnTo>
                  <a:lnTo>
                    <a:pt x="48" y="34"/>
                  </a:lnTo>
                  <a:lnTo>
                    <a:pt x="44" y="34"/>
                  </a:lnTo>
                  <a:lnTo>
                    <a:pt x="41" y="31"/>
                  </a:lnTo>
                  <a:lnTo>
                    <a:pt x="37" y="31"/>
                  </a:lnTo>
                  <a:lnTo>
                    <a:pt x="34" y="31"/>
                  </a:lnTo>
                  <a:lnTo>
                    <a:pt x="33" y="33"/>
                  </a:lnTo>
                  <a:lnTo>
                    <a:pt x="32" y="34"/>
                  </a:lnTo>
                  <a:lnTo>
                    <a:pt x="32" y="35"/>
                  </a:lnTo>
                  <a:lnTo>
                    <a:pt x="29" y="37"/>
                  </a:lnTo>
                  <a:lnTo>
                    <a:pt x="28" y="38"/>
                  </a:lnTo>
                  <a:lnTo>
                    <a:pt x="21" y="34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16" y="29"/>
                  </a:lnTo>
                  <a:lnTo>
                    <a:pt x="13" y="26"/>
                  </a:lnTo>
                  <a:lnTo>
                    <a:pt x="9" y="23"/>
                  </a:lnTo>
                  <a:lnTo>
                    <a:pt x="7" y="22"/>
                  </a:lnTo>
                  <a:lnTo>
                    <a:pt x="5" y="21"/>
                  </a:lnTo>
                  <a:lnTo>
                    <a:pt x="7" y="18"/>
                  </a:lnTo>
                  <a:lnTo>
                    <a:pt x="4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2"/>
                  </a:lnTo>
                  <a:lnTo>
                    <a:pt x="9" y="8"/>
                  </a:lnTo>
                  <a:lnTo>
                    <a:pt x="11" y="8"/>
                  </a:lnTo>
                  <a:lnTo>
                    <a:pt x="13" y="5"/>
                  </a:lnTo>
                  <a:lnTo>
                    <a:pt x="16" y="5"/>
                  </a:lnTo>
                  <a:lnTo>
                    <a:pt x="17" y="2"/>
                  </a:lnTo>
                  <a:lnTo>
                    <a:pt x="21" y="2"/>
                  </a:lnTo>
                  <a:lnTo>
                    <a:pt x="23" y="4"/>
                  </a:lnTo>
                  <a:lnTo>
                    <a:pt x="25" y="2"/>
                  </a:lnTo>
                  <a:lnTo>
                    <a:pt x="25" y="0"/>
                  </a:lnTo>
                  <a:lnTo>
                    <a:pt x="28" y="1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3" name="Freeform 398"/>
            <p:cNvSpPr>
              <a:spLocks/>
            </p:cNvSpPr>
            <p:nvPr/>
          </p:nvSpPr>
          <p:spPr bwMode="auto">
            <a:xfrm>
              <a:off x="5920067" y="2502923"/>
              <a:ext cx="253774" cy="299454"/>
            </a:xfrm>
            <a:custGeom>
              <a:avLst/>
              <a:gdLst>
                <a:gd name="T0" fmla="*/ 38 w 100"/>
                <a:gd name="T1" fmla="*/ 1 h 118"/>
                <a:gd name="T2" fmla="*/ 41 w 100"/>
                <a:gd name="T3" fmla="*/ 8 h 118"/>
                <a:gd name="T4" fmla="*/ 46 w 100"/>
                <a:gd name="T5" fmla="*/ 10 h 118"/>
                <a:gd name="T6" fmla="*/ 51 w 100"/>
                <a:gd name="T7" fmla="*/ 11 h 118"/>
                <a:gd name="T8" fmla="*/ 55 w 100"/>
                <a:gd name="T9" fmla="*/ 11 h 118"/>
                <a:gd name="T10" fmla="*/ 53 w 100"/>
                <a:gd name="T11" fmla="*/ 15 h 118"/>
                <a:gd name="T12" fmla="*/ 59 w 100"/>
                <a:gd name="T13" fmla="*/ 17 h 118"/>
                <a:gd name="T14" fmla="*/ 66 w 100"/>
                <a:gd name="T15" fmla="*/ 11 h 118"/>
                <a:gd name="T16" fmla="*/ 72 w 100"/>
                <a:gd name="T17" fmla="*/ 9 h 118"/>
                <a:gd name="T18" fmla="*/ 67 w 100"/>
                <a:gd name="T19" fmla="*/ 11 h 118"/>
                <a:gd name="T20" fmla="*/ 75 w 100"/>
                <a:gd name="T21" fmla="*/ 10 h 118"/>
                <a:gd name="T22" fmla="*/ 83 w 100"/>
                <a:gd name="T23" fmla="*/ 14 h 118"/>
                <a:gd name="T24" fmla="*/ 88 w 100"/>
                <a:gd name="T25" fmla="*/ 19 h 118"/>
                <a:gd name="T26" fmla="*/ 92 w 100"/>
                <a:gd name="T27" fmla="*/ 30 h 118"/>
                <a:gd name="T28" fmla="*/ 92 w 100"/>
                <a:gd name="T29" fmla="*/ 39 h 118"/>
                <a:gd name="T30" fmla="*/ 95 w 100"/>
                <a:gd name="T31" fmla="*/ 48 h 118"/>
                <a:gd name="T32" fmla="*/ 100 w 100"/>
                <a:gd name="T33" fmla="*/ 61 h 118"/>
                <a:gd name="T34" fmla="*/ 92 w 100"/>
                <a:gd name="T35" fmla="*/ 63 h 118"/>
                <a:gd name="T36" fmla="*/ 84 w 100"/>
                <a:gd name="T37" fmla="*/ 65 h 118"/>
                <a:gd name="T38" fmla="*/ 76 w 100"/>
                <a:gd name="T39" fmla="*/ 71 h 118"/>
                <a:gd name="T40" fmla="*/ 67 w 100"/>
                <a:gd name="T41" fmla="*/ 73 h 118"/>
                <a:gd name="T42" fmla="*/ 72 w 100"/>
                <a:gd name="T43" fmla="*/ 84 h 118"/>
                <a:gd name="T44" fmla="*/ 83 w 100"/>
                <a:gd name="T45" fmla="*/ 92 h 118"/>
                <a:gd name="T46" fmla="*/ 84 w 100"/>
                <a:gd name="T47" fmla="*/ 101 h 118"/>
                <a:gd name="T48" fmla="*/ 78 w 100"/>
                <a:gd name="T49" fmla="*/ 110 h 118"/>
                <a:gd name="T50" fmla="*/ 76 w 100"/>
                <a:gd name="T51" fmla="*/ 114 h 118"/>
                <a:gd name="T52" fmla="*/ 66 w 100"/>
                <a:gd name="T53" fmla="*/ 117 h 118"/>
                <a:gd name="T54" fmla="*/ 58 w 100"/>
                <a:gd name="T55" fmla="*/ 115 h 118"/>
                <a:gd name="T56" fmla="*/ 51 w 100"/>
                <a:gd name="T57" fmla="*/ 118 h 118"/>
                <a:gd name="T58" fmla="*/ 44 w 100"/>
                <a:gd name="T59" fmla="*/ 117 h 118"/>
                <a:gd name="T60" fmla="*/ 37 w 100"/>
                <a:gd name="T61" fmla="*/ 114 h 118"/>
                <a:gd name="T62" fmla="*/ 30 w 100"/>
                <a:gd name="T63" fmla="*/ 113 h 118"/>
                <a:gd name="T64" fmla="*/ 25 w 100"/>
                <a:gd name="T65" fmla="*/ 115 h 118"/>
                <a:gd name="T66" fmla="*/ 20 w 100"/>
                <a:gd name="T67" fmla="*/ 111 h 118"/>
                <a:gd name="T68" fmla="*/ 22 w 100"/>
                <a:gd name="T69" fmla="*/ 101 h 118"/>
                <a:gd name="T70" fmla="*/ 22 w 100"/>
                <a:gd name="T71" fmla="*/ 93 h 118"/>
                <a:gd name="T72" fmla="*/ 13 w 100"/>
                <a:gd name="T73" fmla="*/ 92 h 118"/>
                <a:gd name="T74" fmla="*/ 8 w 100"/>
                <a:gd name="T75" fmla="*/ 88 h 118"/>
                <a:gd name="T76" fmla="*/ 5 w 100"/>
                <a:gd name="T77" fmla="*/ 80 h 118"/>
                <a:gd name="T78" fmla="*/ 3 w 100"/>
                <a:gd name="T79" fmla="*/ 71 h 118"/>
                <a:gd name="T80" fmla="*/ 1 w 100"/>
                <a:gd name="T81" fmla="*/ 64 h 118"/>
                <a:gd name="T82" fmla="*/ 4 w 100"/>
                <a:gd name="T83" fmla="*/ 52 h 118"/>
                <a:gd name="T84" fmla="*/ 13 w 100"/>
                <a:gd name="T85" fmla="*/ 50 h 118"/>
                <a:gd name="T86" fmla="*/ 15 w 100"/>
                <a:gd name="T87" fmla="*/ 42 h 118"/>
                <a:gd name="T88" fmla="*/ 11 w 100"/>
                <a:gd name="T89" fmla="*/ 36 h 118"/>
                <a:gd name="T90" fmla="*/ 16 w 100"/>
                <a:gd name="T91" fmla="*/ 33 h 118"/>
                <a:gd name="T92" fmla="*/ 17 w 100"/>
                <a:gd name="T93" fmla="*/ 30 h 118"/>
                <a:gd name="T94" fmla="*/ 13 w 100"/>
                <a:gd name="T95" fmla="*/ 23 h 118"/>
                <a:gd name="T96" fmla="*/ 22 w 100"/>
                <a:gd name="T97" fmla="*/ 25 h 118"/>
                <a:gd name="T98" fmla="*/ 25 w 100"/>
                <a:gd name="T99" fmla="*/ 22 h 118"/>
                <a:gd name="T100" fmla="*/ 29 w 100"/>
                <a:gd name="T101" fmla="*/ 29 h 118"/>
                <a:gd name="T102" fmla="*/ 29 w 100"/>
                <a:gd name="T103" fmla="*/ 19 h 118"/>
                <a:gd name="T104" fmla="*/ 40 w 100"/>
                <a:gd name="T105" fmla="*/ 23 h 118"/>
                <a:gd name="T106" fmla="*/ 33 w 100"/>
                <a:gd name="T107" fmla="*/ 18 h 118"/>
                <a:gd name="T108" fmla="*/ 32 w 100"/>
                <a:gd name="T109" fmla="*/ 13 h 118"/>
                <a:gd name="T110" fmla="*/ 32 w 100"/>
                <a:gd name="T111" fmla="*/ 9 h 118"/>
                <a:gd name="T112" fmla="*/ 29 w 100"/>
                <a:gd name="T113" fmla="*/ 4 h 118"/>
                <a:gd name="T114" fmla="*/ 32 w 100"/>
                <a:gd name="T11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0" h="118">
                  <a:moveTo>
                    <a:pt x="32" y="0"/>
                  </a:moveTo>
                  <a:lnTo>
                    <a:pt x="36" y="1"/>
                  </a:lnTo>
                  <a:lnTo>
                    <a:pt x="37" y="1"/>
                  </a:lnTo>
                  <a:lnTo>
                    <a:pt x="38" y="1"/>
                  </a:lnTo>
                  <a:lnTo>
                    <a:pt x="41" y="4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42" y="9"/>
                  </a:lnTo>
                  <a:lnTo>
                    <a:pt x="44" y="10"/>
                  </a:lnTo>
                  <a:lnTo>
                    <a:pt x="45" y="11"/>
                  </a:lnTo>
                  <a:lnTo>
                    <a:pt x="46" y="10"/>
                  </a:lnTo>
                  <a:lnTo>
                    <a:pt x="46" y="9"/>
                  </a:lnTo>
                  <a:lnTo>
                    <a:pt x="47" y="9"/>
                  </a:lnTo>
                  <a:lnTo>
                    <a:pt x="49" y="10"/>
                  </a:lnTo>
                  <a:lnTo>
                    <a:pt x="51" y="11"/>
                  </a:lnTo>
                  <a:lnTo>
                    <a:pt x="53" y="11"/>
                  </a:lnTo>
                  <a:lnTo>
                    <a:pt x="54" y="9"/>
                  </a:lnTo>
                  <a:lnTo>
                    <a:pt x="55" y="10"/>
                  </a:lnTo>
                  <a:lnTo>
                    <a:pt x="55" y="11"/>
                  </a:lnTo>
                  <a:lnTo>
                    <a:pt x="54" y="14"/>
                  </a:lnTo>
                  <a:lnTo>
                    <a:pt x="53" y="14"/>
                  </a:lnTo>
                  <a:lnTo>
                    <a:pt x="50" y="15"/>
                  </a:lnTo>
                  <a:lnTo>
                    <a:pt x="53" y="15"/>
                  </a:lnTo>
                  <a:lnTo>
                    <a:pt x="54" y="15"/>
                  </a:lnTo>
                  <a:lnTo>
                    <a:pt x="57" y="15"/>
                  </a:lnTo>
                  <a:lnTo>
                    <a:pt x="57" y="17"/>
                  </a:lnTo>
                  <a:lnTo>
                    <a:pt x="59" y="17"/>
                  </a:lnTo>
                  <a:lnTo>
                    <a:pt x="61" y="15"/>
                  </a:lnTo>
                  <a:lnTo>
                    <a:pt x="62" y="13"/>
                  </a:lnTo>
                  <a:lnTo>
                    <a:pt x="66" y="11"/>
                  </a:lnTo>
                  <a:lnTo>
                    <a:pt x="66" y="11"/>
                  </a:lnTo>
                  <a:lnTo>
                    <a:pt x="69" y="10"/>
                  </a:lnTo>
                  <a:lnTo>
                    <a:pt x="69" y="9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0" y="9"/>
                  </a:lnTo>
                  <a:lnTo>
                    <a:pt x="70" y="10"/>
                  </a:lnTo>
                  <a:lnTo>
                    <a:pt x="69" y="10"/>
                  </a:lnTo>
                  <a:lnTo>
                    <a:pt x="67" y="11"/>
                  </a:lnTo>
                  <a:lnTo>
                    <a:pt x="69" y="13"/>
                  </a:lnTo>
                  <a:lnTo>
                    <a:pt x="71" y="10"/>
                  </a:lnTo>
                  <a:lnTo>
                    <a:pt x="74" y="10"/>
                  </a:lnTo>
                  <a:lnTo>
                    <a:pt x="75" y="10"/>
                  </a:lnTo>
                  <a:lnTo>
                    <a:pt x="75" y="11"/>
                  </a:lnTo>
                  <a:lnTo>
                    <a:pt x="78" y="11"/>
                  </a:lnTo>
                  <a:lnTo>
                    <a:pt x="80" y="14"/>
                  </a:lnTo>
                  <a:lnTo>
                    <a:pt x="83" y="14"/>
                  </a:lnTo>
                  <a:lnTo>
                    <a:pt x="84" y="15"/>
                  </a:lnTo>
                  <a:lnTo>
                    <a:pt x="84" y="18"/>
                  </a:lnTo>
                  <a:lnTo>
                    <a:pt x="86" y="19"/>
                  </a:lnTo>
                  <a:lnTo>
                    <a:pt x="88" y="19"/>
                  </a:lnTo>
                  <a:lnTo>
                    <a:pt x="90" y="21"/>
                  </a:lnTo>
                  <a:lnTo>
                    <a:pt x="92" y="21"/>
                  </a:lnTo>
                  <a:lnTo>
                    <a:pt x="94" y="26"/>
                  </a:lnTo>
                  <a:lnTo>
                    <a:pt x="92" y="30"/>
                  </a:lnTo>
                  <a:lnTo>
                    <a:pt x="90" y="31"/>
                  </a:lnTo>
                  <a:lnTo>
                    <a:pt x="90" y="34"/>
                  </a:lnTo>
                  <a:lnTo>
                    <a:pt x="94" y="36"/>
                  </a:lnTo>
                  <a:lnTo>
                    <a:pt x="92" y="39"/>
                  </a:lnTo>
                  <a:lnTo>
                    <a:pt x="95" y="42"/>
                  </a:lnTo>
                  <a:lnTo>
                    <a:pt x="95" y="43"/>
                  </a:lnTo>
                  <a:lnTo>
                    <a:pt x="95" y="46"/>
                  </a:lnTo>
                  <a:lnTo>
                    <a:pt x="95" y="48"/>
                  </a:lnTo>
                  <a:lnTo>
                    <a:pt x="96" y="52"/>
                  </a:lnTo>
                  <a:lnTo>
                    <a:pt x="97" y="54"/>
                  </a:lnTo>
                  <a:lnTo>
                    <a:pt x="99" y="56"/>
                  </a:lnTo>
                  <a:lnTo>
                    <a:pt x="100" y="61"/>
                  </a:lnTo>
                  <a:lnTo>
                    <a:pt x="99" y="64"/>
                  </a:lnTo>
                  <a:lnTo>
                    <a:pt x="96" y="63"/>
                  </a:lnTo>
                  <a:lnTo>
                    <a:pt x="95" y="64"/>
                  </a:lnTo>
                  <a:lnTo>
                    <a:pt x="92" y="63"/>
                  </a:lnTo>
                  <a:lnTo>
                    <a:pt x="92" y="65"/>
                  </a:lnTo>
                  <a:lnTo>
                    <a:pt x="90" y="67"/>
                  </a:lnTo>
                  <a:lnTo>
                    <a:pt x="88" y="65"/>
                  </a:lnTo>
                  <a:lnTo>
                    <a:pt x="84" y="65"/>
                  </a:lnTo>
                  <a:lnTo>
                    <a:pt x="83" y="68"/>
                  </a:lnTo>
                  <a:lnTo>
                    <a:pt x="80" y="68"/>
                  </a:lnTo>
                  <a:lnTo>
                    <a:pt x="78" y="71"/>
                  </a:lnTo>
                  <a:lnTo>
                    <a:pt x="76" y="71"/>
                  </a:lnTo>
                  <a:lnTo>
                    <a:pt x="71" y="75"/>
                  </a:lnTo>
                  <a:lnTo>
                    <a:pt x="70" y="73"/>
                  </a:lnTo>
                  <a:lnTo>
                    <a:pt x="69" y="73"/>
                  </a:lnTo>
                  <a:lnTo>
                    <a:pt x="67" y="73"/>
                  </a:lnTo>
                  <a:lnTo>
                    <a:pt x="67" y="75"/>
                  </a:lnTo>
                  <a:lnTo>
                    <a:pt x="71" y="77"/>
                  </a:lnTo>
                  <a:lnTo>
                    <a:pt x="74" y="81"/>
                  </a:lnTo>
                  <a:lnTo>
                    <a:pt x="72" y="84"/>
                  </a:lnTo>
                  <a:lnTo>
                    <a:pt x="74" y="85"/>
                  </a:lnTo>
                  <a:lnTo>
                    <a:pt x="76" y="86"/>
                  </a:lnTo>
                  <a:lnTo>
                    <a:pt x="80" y="89"/>
                  </a:lnTo>
                  <a:lnTo>
                    <a:pt x="83" y="92"/>
                  </a:lnTo>
                  <a:lnTo>
                    <a:pt x="87" y="97"/>
                  </a:lnTo>
                  <a:lnTo>
                    <a:pt x="87" y="98"/>
                  </a:lnTo>
                  <a:lnTo>
                    <a:pt x="87" y="101"/>
                  </a:lnTo>
                  <a:lnTo>
                    <a:pt x="84" y="101"/>
                  </a:lnTo>
                  <a:lnTo>
                    <a:pt x="83" y="104"/>
                  </a:lnTo>
                  <a:lnTo>
                    <a:pt x="80" y="105"/>
                  </a:lnTo>
                  <a:lnTo>
                    <a:pt x="78" y="109"/>
                  </a:lnTo>
                  <a:lnTo>
                    <a:pt x="78" y="110"/>
                  </a:lnTo>
                  <a:lnTo>
                    <a:pt x="80" y="111"/>
                  </a:lnTo>
                  <a:lnTo>
                    <a:pt x="80" y="114"/>
                  </a:lnTo>
                  <a:lnTo>
                    <a:pt x="79" y="115"/>
                  </a:lnTo>
                  <a:lnTo>
                    <a:pt x="76" y="114"/>
                  </a:lnTo>
                  <a:lnTo>
                    <a:pt x="74" y="114"/>
                  </a:lnTo>
                  <a:lnTo>
                    <a:pt x="71" y="114"/>
                  </a:lnTo>
                  <a:lnTo>
                    <a:pt x="70" y="114"/>
                  </a:lnTo>
                  <a:lnTo>
                    <a:pt x="66" y="117"/>
                  </a:lnTo>
                  <a:lnTo>
                    <a:pt x="65" y="117"/>
                  </a:lnTo>
                  <a:lnTo>
                    <a:pt x="62" y="115"/>
                  </a:lnTo>
                  <a:lnTo>
                    <a:pt x="61" y="117"/>
                  </a:lnTo>
                  <a:lnTo>
                    <a:pt x="58" y="115"/>
                  </a:lnTo>
                  <a:lnTo>
                    <a:pt x="55" y="115"/>
                  </a:lnTo>
                  <a:lnTo>
                    <a:pt x="51" y="115"/>
                  </a:lnTo>
                  <a:lnTo>
                    <a:pt x="53" y="117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7" y="115"/>
                  </a:lnTo>
                  <a:lnTo>
                    <a:pt x="45" y="117"/>
                  </a:lnTo>
                  <a:lnTo>
                    <a:pt x="44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38" y="114"/>
                  </a:lnTo>
                  <a:lnTo>
                    <a:pt x="37" y="114"/>
                  </a:lnTo>
                  <a:lnTo>
                    <a:pt x="36" y="114"/>
                  </a:lnTo>
                  <a:lnTo>
                    <a:pt x="34" y="114"/>
                  </a:lnTo>
                  <a:lnTo>
                    <a:pt x="33" y="111"/>
                  </a:lnTo>
                  <a:lnTo>
                    <a:pt x="30" y="113"/>
                  </a:lnTo>
                  <a:lnTo>
                    <a:pt x="32" y="114"/>
                  </a:lnTo>
                  <a:lnTo>
                    <a:pt x="29" y="115"/>
                  </a:lnTo>
                  <a:lnTo>
                    <a:pt x="28" y="114"/>
                  </a:lnTo>
                  <a:lnTo>
                    <a:pt x="25" y="115"/>
                  </a:lnTo>
                  <a:lnTo>
                    <a:pt x="24" y="115"/>
                  </a:lnTo>
                  <a:lnTo>
                    <a:pt x="24" y="115"/>
                  </a:lnTo>
                  <a:lnTo>
                    <a:pt x="22" y="113"/>
                  </a:lnTo>
                  <a:lnTo>
                    <a:pt x="20" y="111"/>
                  </a:lnTo>
                  <a:lnTo>
                    <a:pt x="20" y="109"/>
                  </a:lnTo>
                  <a:lnTo>
                    <a:pt x="21" y="104"/>
                  </a:lnTo>
                  <a:lnTo>
                    <a:pt x="22" y="102"/>
                  </a:lnTo>
                  <a:lnTo>
                    <a:pt x="22" y="101"/>
                  </a:lnTo>
                  <a:lnTo>
                    <a:pt x="24" y="97"/>
                  </a:lnTo>
                  <a:lnTo>
                    <a:pt x="26" y="94"/>
                  </a:lnTo>
                  <a:lnTo>
                    <a:pt x="25" y="93"/>
                  </a:lnTo>
                  <a:lnTo>
                    <a:pt x="22" y="93"/>
                  </a:lnTo>
                  <a:lnTo>
                    <a:pt x="20" y="92"/>
                  </a:lnTo>
                  <a:lnTo>
                    <a:pt x="17" y="93"/>
                  </a:lnTo>
                  <a:lnTo>
                    <a:pt x="16" y="92"/>
                  </a:lnTo>
                  <a:lnTo>
                    <a:pt x="13" y="92"/>
                  </a:lnTo>
                  <a:lnTo>
                    <a:pt x="12" y="93"/>
                  </a:lnTo>
                  <a:lnTo>
                    <a:pt x="9" y="90"/>
                  </a:lnTo>
                  <a:lnTo>
                    <a:pt x="9" y="89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4"/>
                  </a:lnTo>
                  <a:lnTo>
                    <a:pt x="7" y="83"/>
                  </a:lnTo>
                  <a:lnTo>
                    <a:pt x="5" y="80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4" y="73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0" y="6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1" y="61"/>
                  </a:lnTo>
                  <a:lnTo>
                    <a:pt x="3" y="58"/>
                  </a:lnTo>
                  <a:lnTo>
                    <a:pt x="1" y="55"/>
                  </a:lnTo>
                  <a:lnTo>
                    <a:pt x="4" y="52"/>
                  </a:lnTo>
                  <a:lnTo>
                    <a:pt x="5" y="50"/>
                  </a:lnTo>
                  <a:lnTo>
                    <a:pt x="8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2" y="47"/>
                  </a:lnTo>
                  <a:lnTo>
                    <a:pt x="13" y="46"/>
                  </a:lnTo>
                  <a:lnTo>
                    <a:pt x="13" y="43"/>
                  </a:lnTo>
                  <a:lnTo>
                    <a:pt x="15" y="42"/>
                  </a:lnTo>
                  <a:lnTo>
                    <a:pt x="13" y="40"/>
                  </a:lnTo>
                  <a:lnTo>
                    <a:pt x="11" y="40"/>
                  </a:lnTo>
                  <a:lnTo>
                    <a:pt x="9" y="39"/>
                  </a:lnTo>
                  <a:lnTo>
                    <a:pt x="11" y="36"/>
                  </a:lnTo>
                  <a:lnTo>
                    <a:pt x="13" y="38"/>
                  </a:lnTo>
                  <a:lnTo>
                    <a:pt x="15" y="36"/>
                  </a:lnTo>
                  <a:lnTo>
                    <a:pt x="15" y="34"/>
                  </a:lnTo>
                  <a:lnTo>
                    <a:pt x="16" y="33"/>
                  </a:lnTo>
                  <a:lnTo>
                    <a:pt x="16" y="31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6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3" y="23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2" y="22"/>
                  </a:lnTo>
                  <a:lnTo>
                    <a:pt x="22" y="25"/>
                  </a:lnTo>
                  <a:lnTo>
                    <a:pt x="25" y="27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8" y="23"/>
                  </a:lnTo>
                  <a:lnTo>
                    <a:pt x="28" y="26"/>
                  </a:lnTo>
                  <a:lnTo>
                    <a:pt x="29" y="29"/>
                  </a:lnTo>
                  <a:lnTo>
                    <a:pt x="29" y="27"/>
                  </a:lnTo>
                  <a:lnTo>
                    <a:pt x="29" y="23"/>
                  </a:lnTo>
                  <a:lnTo>
                    <a:pt x="28" y="22"/>
                  </a:lnTo>
                  <a:lnTo>
                    <a:pt x="29" y="19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6" y="19"/>
                  </a:lnTo>
                  <a:lnTo>
                    <a:pt x="40" y="23"/>
                  </a:lnTo>
                  <a:lnTo>
                    <a:pt x="45" y="23"/>
                  </a:lnTo>
                  <a:lnTo>
                    <a:pt x="40" y="22"/>
                  </a:lnTo>
                  <a:lnTo>
                    <a:pt x="36" y="18"/>
                  </a:lnTo>
                  <a:lnTo>
                    <a:pt x="33" y="18"/>
                  </a:lnTo>
                  <a:lnTo>
                    <a:pt x="32" y="17"/>
                  </a:lnTo>
                  <a:lnTo>
                    <a:pt x="32" y="15"/>
                  </a:lnTo>
                  <a:lnTo>
                    <a:pt x="33" y="14"/>
                  </a:lnTo>
                  <a:lnTo>
                    <a:pt x="32" y="13"/>
                  </a:lnTo>
                  <a:lnTo>
                    <a:pt x="32" y="10"/>
                  </a:lnTo>
                  <a:lnTo>
                    <a:pt x="29" y="10"/>
                  </a:lnTo>
                  <a:lnTo>
                    <a:pt x="29" y="9"/>
                  </a:lnTo>
                  <a:lnTo>
                    <a:pt x="32" y="9"/>
                  </a:lnTo>
                  <a:lnTo>
                    <a:pt x="33" y="8"/>
                  </a:lnTo>
                  <a:lnTo>
                    <a:pt x="30" y="5"/>
                  </a:lnTo>
                  <a:lnTo>
                    <a:pt x="30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4" name="Freeform 399"/>
            <p:cNvSpPr>
              <a:spLocks/>
            </p:cNvSpPr>
            <p:nvPr/>
          </p:nvSpPr>
          <p:spPr bwMode="auto">
            <a:xfrm>
              <a:off x="6031728" y="2804914"/>
              <a:ext cx="2539" cy="10151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2 h 4"/>
                <a:gd name="T4" fmla="*/ 1 w 1"/>
                <a:gd name="T5" fmla="*/ 4 h 4"/>
                <a:gd name="T6" fmla="*/ 0 w 1"/>
                <a:gd name="T7" fmla="*/ 4 h 4"/>
                <a:gd name="T8" fmla="*/ 0 w 1"/>
                <a:gd name="T9" fmla="*/ 3 h 4"/>
                <a:gd name="T10" fmla="*/ 0 w 1"/>
                <a:gd name="T11" fmla="*/ 0 h 4"/>
                <a:gd name="T12" fmla="*/ 0 w 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1" y="2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5" name="Freeform 400"/>
            <p:cNvSpPr>
              <a:spLocks/>
            </p:cNvSpPr>
            <p:nvPr/>
          </p:nvSpPr>
          <p:spPr bwMode="auto">
            <a:xfrm>
              <a:off x="5927680" y="2784612"/>
              <a:ext cx="131963" cy="78671"/>
            </a:xfrm>
            <a:custGeom>
              <a:avLst/>
              <a:gdLst>
                <a:gd name="T0" fmla="*/ 31 w 52"/>
                <a:gd name="T1" fmla="*/ 3 h 31"/>
                <a:gd name="T2" fmla="*/ 34 w 52"/>
                <a:gd name="T3" fmla="*/ 3 h 31"/>
                <a:gd name="T4" fmla="*/ 39 w 52"/>
                <a:gd name="T5" fmla="*/ 4 h 31"/>
                <a:gd name="T6" fmla="*/ 41 w 52"/>
                <a:gd name="T7" fmla="*/ 8 h 31"/>
                <a:gd name="T8" fmla="*/ 41 w 52"/>
                <a:gd name="T9" fmla="*/ 12 h 31"/>
                <a:gd name="T10" fmla="*/ 46 w 52"/>
                <a:gd name="T11" fmla="*/ 11 h 31"/>
                <a:gd name="T12" fmla="*/ 50 w 52"/>
                <a:gd name="T13" fmla="*/ 12 h 31"/>
                <a:gd name="T14" fmla="*/ 52 w 52"/>
                <a:gd name="T15" fmla="*/ 14 h 31"/>
                <a:gd name="T16" fmla="*/ 52 w 52"/>
                <a:gd name="T17" fmla="*/ 20 h 31"/>
                <a:gd name="T18" fmla="*/ 47 w 52"/>
                <a:gd name="T19" fmla="*/ 25 h 31"/>
                <a:gd name="T20" fmla="*/ 43 w 52"/>
                <a:gd name="T21" fmla="*/ 24 h 31"/>
                <a:gd name="T22" fmla="*/ 38 w 52"/>
                <a:gd name="T23" fmla="*/ 27 h 31"/>
                <a:gd name="T24" fmla="*/ 34 w 52"/>
                <a:gd name="T25" fmla="*/ 28 h 31"/>
                <a:gd name="T26" fmla="*/ 30 w 52"/>
                <a:gd name="T27" fmla="*/ 23 h 31"/>
                <a:gd name="T28" fmla="*/ 23 w 52"/>
                <a:gd name="T29" fmla="*/ 29 h 31"/>
                <a:gd name="T30" fmla="*/ 15 w 52"/>
                <a:gd name="T31" fmla="*/ 31 h 31"/>
                <a:gd name="T32" fmla="*/ 13 w 52"/>
                <a:gd name="T33" fmla="*/ 28 h 31"/>
                <a:gd name="T34" fmla="*/ 10 w 52"/>
                <a:gd name="T35" fmla="*/ 24 h 31"/>
                <a:gd name="T36" fmla="*/ 6 w 52"/>
                <a:gd name="T37" fmla="*/ 22 h 31"/>
                <a:gd name="T38" fmla="*/ 5 w 52"/>
                <a:gd name="T39" fmla="*/ 27 h 31"/>
                <a:gd name="T40" fmla="*/ 0 w 52"/>
                <a:gd name="T41" fmla="*/ 27 h 31"/>
                <a:gd name="T42" fmla="*/ 1 w 52"/>
                <a:gd name="T43" fmla="*/ 24 h 31"/>
                <a:gd name="T44" fmla="*/ 2 w 52"/>
                <a:gd name="T45" fmla="*/ 23 h 31"/>
                <a:gd name="T46" fmla="*/ 6 w 52"/>
                <a:gd name="T47" fmla="*/ 14 h 31"/>
                <a:gd name="T48" fmla="*/ 10 w 52"/>
                <a:gd name="T49" fmla="*/ 10 h 31"/>
                <a:gd name="T50" fmla="*/ 12 w 52"/>
                <a:gd name="T51" fmla="*/ 7 h 31"/>
                <a:gd name="T52" fmla="*/ 12 w 52"/>
                <a:gd name="T53" fmla="*/ 4 h 31"/>
                <a:gd name="T54" fmla="*/ 14 w 52"/>
                <a:gd name="T55" fmla="*/ 6 h 31"/>
                <a:gd name="T56" fmla="*/ 21 w 52"/>
                <a:gd name="T57" fmla="*/ 4 h 31"/>
                <a:gd name="T58" fmla="*/ 25 w 52"/>
                <a:gd name="T59" fmla="*/ 3 h 31"/>
                <a:gd name="T60" fmla="*/ 29 w 52"/>
                <a:gd name="T61" fmla="*/ 3 h 31"/>
                <a:gd name="T62" fmla="*/ 30 w 52"/>
                <a:gd name="T6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" h="31">
                  <a:moveTo>
                    <a:pt x="30" y="0"/>
                  </a:moveTo>
                  <a:lnTo>
                    <a:pt x="31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3"/>
                  </a:lnTo>
                  <a:lnTo>
                    <a:pt x="39" y="4"/>
                  </a:lnTo>
                  <a:lnTo>
                    <a:pt x="42" y="7"/>
                  </a:lnTo>
                  <a:lnTo>
                    <a:pt x="41" y="8"/>
                  </a:lnTo>
                  <a:lnTo>
                    <a:pt x="41" y="11"/>
                  </a:lnTo>
                  <a:lnTo>
                    <a:pt x="41" y="12"/>
                  </a:lnTo>
                  <a:lnTo>
                    <a:pt x="44" y="12"/>
                  </a:lnTo>
                  <a:lnTo>
                    <a:pt x="46" y="11"/>
                  </a:lnTo>
                  <a:lnTo>
                    <a:pt x="48" y="14"/>
                  </a:lnTo>
                  <a:lnTo>
                    <a:pt x="50" y="12"/>
                  </a:lnTo>
                  <a:lnTo>
                    <a:pt x="52" y="12"/>
                  </a:lnTo>
                  <a:lnTo>
                    <a:pt x="52" y="14"/>
                  </a:lnTo>
                  <a:lnTo>
                    <a:pt x="51" y="16"/>
                  </a:lnTo>
                  <a:lnTo>
                    <a:pt x="52" y="20"/>
                  </a:lnTo>
                  <a:lnTo>
                    <a:pt x="47" y="22"/>
                  </a:lnTo>
                  <a:lnTo>
                    <a:pt x="47" y="25"/>
                  </a:lnTo>
                  <a:lnTo>
                    <a:pt x="44" y="24"/>
                  </a:lnTo>
                  <a:lnTo>
                    <a:pt x="43" y="24"/>
                  </a:lnTo>
                  <a:lnTo>
                    <a:pt x="38" y="23"/>
                  </a:lnTo>
                  <a:lnTo>
                    <a:pt x="38" y="27"/>
                  </a:lnTo>
                  <a:lnTo>
                    <a:pt x="35" y="31"/>
                  </a:lnTo>
                  <a:lnTo>
                    <a:pt x="34" y="28"/>
                  </a:lnTo>
                  <a:lnTo>
                    <a:pt x="30" y="27"/>
                  </a:lnTo>
                  <a:lnTo>
                    <a:pt x="30" y="23"/>
                  </a:lnTo>
                  <a:lnTo>
                    <a:pt x="27" y="22"/>
                  </a:lnTo>
                  <a:lnTo>
                    <a:pt x="23" y="29"/>
                  </a:lnTo>
                  <a:lnTo>
                    <a:pt x="21" y="28"/>
                  </a:lnTo>
                  <a:lnTo>
                    <a:pt x="15" y="31"/>
                  </a:lnTo>
                  <a:lnTo>
                    <a:pt x="13" y="31"/>
                  </a:lnTo>
                  <a:lnTo>
                    <a:pt x="13" y="28"/>
                  </a:lnTo>
                  <a:lnTo>
                    <a:pt x="12" y="27"/>
                  </a:lnTo>
                  <a:lnTo>
                    <a:pt x="10" y="24"/>
                  </a:lnTo>
                  <a:lnTo>
                    <a:pt x="9" y="22"/>
                  </a:lnTo>
                  <a:lnTo>
                    <a:pt x="6" y="22"/>
                  </a:lnTo>
                  <a:lnTo>
                    <a:pt x="5" y="23"/>
                  </a:lnTo>
                  <a:lnTo>
                    <a:pt x="5" y="27"/>
                  </a:lnTo>
                  <a:lnTo>
                    <a:pt x="2" y="27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4" y="19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10" y="10"/>
                  </a:lnTo>
                  <a:lnTo>
                    <a:pt x="13" y="10"/>
                  </a:lnTo>
                  <a:lnTo>
                    <a:pt x="12" y="7"/>
                  </a:lnTo>
                  <a:lnTo>
                    <a:pt x="9" y="6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4" y="6"/>
                  </a:lnTo>
                  <a:lnTo>
                    <a:pt x="17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5" y="3"/>
                  </a:lnTo>
                  <a:lnTo>
                    <a:pt x="26" y="4"/>
                  </a:lnTo>
                  <a:lnTo>
                    <a:pt x="29" y="3"/>
                  </a:lnTo>
                  <a:lnTo>
                    <a:pt x="27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6" name="Freeform 401"/>
            <p:cNvSpPr>
              <a:spLocks noEditPoints="1"/>
            </p:cNvSpPr>
            <p:nvPr/>
          </p:nvSpPr>
          <p:spPr bwMode="auto">
            <a:xfrm>
              <a:off x="5856623" y="2568904"/>
              <a:ext cx="106585" cy="96434"/>
            </a:xfrm>
            <a:custGeom>
              <a:avLst/>
              <a:gdLst>
                <a:gd name="T0" fmla="*/ 7 w 42"/>
                <a:gd name="T1" fmla="*/ 29 h 38"/>
                <a:gd name="T2" fmla="*/ 5 w 42"/>
                <a:gd name="T3" fmla="*/ 29 h 38"/>
                <a:gd name="T4" fmla="*/ 5 w 42"/>
                <a:gd name="T5" fmla="*/ 28 h 38"/>
                <a:gd name="T6" fmla="*/ 7 w 42"/>
                <a:gd name="T7" fmla="*/ 26 h 38"/>
                <a:gd name="T8" fmla="*/ 8 w 42"/>
                <a:gd name="T9" fmla="*/ 28 h 38"/>
                <a:gd name="T10" fmla="*/ 7 w 42"/>
                <a:gd name="T11" fmla="*/ 26 h 38"/>
                <a:gd name="T12" fmla="*/ 4 w 42"/>
                <a:gd name="T13" fmla="*/ 26 h 38"/>
                <a:gd name="T14" fmla="*/ 37 w 42"/>
                <a:gd name="T15" fmla="*/ 1 h 38"/>
                <a:gd name="T16" fmla="*/ 42 w 42"/>
                <a:gd name="T17" fmla="*/ 4 h 38"/>
                <a:gd name="T18" fmla="*/ 41 w 42"/>
                <a:gd name="T19" fmla="*/ 5 h 38"/>
                <a:gd name="T20" fmla="*/ 40 w 42"/>
                <a:gd name="T21" fmla="*/ 8 h 38"/>
                <a:gd name="T22" fmla="*/ 38 w 42"/>
                <a:gd name="T23" fmla="*/ 12 h 38"/>
                <a:gd name="T24" fmla="*/ 34 w 42"/>
                <a:gd name="T25" fmla="*/ 13 h 38"/>
                <a:gd name="T26" fmla="*/ 38 w 42"/>
                <a:gd name="T27" fmla="*/ 14 h 38"/>
                <a:gd name="T28" fmla="*/ 38 w 42"/>
                <a:gd name="T29" fmla="*/ 17 h 38"/>
                <a:gd name="T30" fmla="*/ 37 w 42"/>
                <a:gd name="T31" fmla="*/ 21 h 38"/>
                <a:gd name="T32" fmla="*/ 36 w 42"/>
                <a:gd name="T33" fmla="*/ 24 h 38"/>
                <a:gd name="T34" fmla="*/ 30 w 42"/>
                <a:gd name="T35" fmla="*/ 24 h 38"/>
                <a:gd name="T36" fmla="*/ 26 w 42"/>
                <a:gd name="T37" fmla="*/ 29 h 38"/>
                <a:gd name="T38" fmla="*/ 26 w 42"/>
                <a:gd name="T39" fmla="*/ 35 h 38"/>
                <a:gd name="T40" fmla="*/ 24 w 42"/>
                <a:gd name="T41" fmla="*/ 38 h 38"/>
                <a:gd name="T42" fmla="*/ 22 w 42"/>
                <a:gd name="T43" fmla="*/ 34 h 38"/>
                <a:gd name="T44" fmla="*/ 18 w 42"/>
                <a:gd name="T45" fmla="*/ 33 h 38"/>
                <a:gd name="T46" fmla="*/ 16 w 42"/>
                <a:gd name="T47" fmla="*/ 32 h 38"/>
                <a:gd name="T48" fmla="*/ 11 w 42"/>
                <a:gd name="T49" fmla="*/ 33 h 38"/>
                <a:gd name="T50" fmla="*/ 8 w 42"/>
                <a:gd name="T51" fmla="*/ 34 h 38"/>
                <a:gd name="T52" fmla="*/ 5 w 42"/>
                <a:gd name="T53" fmla="*/ 35 h 38"/>
                <a:gd name="T54" fmla="*/ 1 w 42"/>
                <a:gd name="T55" fmla="*/ 34 h 38"/>
                <a:gd name="T56" fmla="*/ 0 w 42"/>
                <a:gd name="T57" fmla="*/ 32 h 38"/>
                <a:gd name="T58" fmla="*/ 1 w 42"/>
                <a:gd name="T59" fmla="*/ 32 h 38"/>
                <a:gd name="T60" fmla="*/ 7 w 42"/>
                <a:gd name="T61" fmla="*/ 33 h 38"/>
                <a:gd name="T62" fmla="*/ 7 w 42"/>
                <a:gd name="T63" fmla="*/ 33 h 38"/>
                <a:gd name="T64" fmla="*/ 4 w 42"/>
                <a:gd name="T65" fmla="*/ 32 h 38"/>
                <a:gd name="T66" fmla="*/ 1 w 42"/>
                <a:gd name="T67" fmla="*/ 30 h 38"/>
                <a:gd name="T68" fmla="*/ 5 w 42"/>
                <a:gd name="T69" fmla="*/ 30 h 38"/>
                <a:gd name="T70" fmla="*/ 9 w 42"/>
                <a:gd name="T71" fmla="*/ 32 h 38"/>
                <a:gd name="T72" fmla="*/ 8 w 42"/>
                <a:gd name="T73" fmla="*/ 30 h 38"/>
                <a:gd name="T74" fmla="*/ 8 w 42"/>
                <a:gd name="T75" fmla="*/ 29 h 38"/>
                <a:gd name="T76" fmla="*/ 12 w 42"/>
                <a:gd name="T77" fmla="*/ 28 h 38"/>
                <a:gd name="T78" fmla="*/ 7 w 42"/>
                <a:gd name="T79" fmla="*/ 24 h 38"/>
                <a:gd name="T80" fmla="*/ 8 w 42"/>
                <a:gd name="T81" fmla="*/ 21 h 38"/>
                <a:gd name="T82" fmla="*/ 11 w 42"/>
                <a:gd name="T83" fmla="*/ 17 h 38"/>
                <a:gd name="T84" fmla="*/ 9 w 42"/>
                <a:gd name="T85" fmla="*/ 12 h 38"/>
                <a:gd name="T86" fmla="*/ 12 w 42"/>
                <a:gd name="T87" fmla="*/ 8 h 38"/>
                <a:gd name="T88" fmla="*/ 16 w 42"/>
                <a:gd name="T89" fmla="*/ 8 h 38"/>
                <a:gd name="T90" fmla="*/ 22 w 42"/>
                <a:gd name="T91" fmla="*/ 3 h 38"/>
                <a:gd name="T92" fmla="*/ 26 w 42"/>
                <a:gd name="T93" fmla="*/ 1 h 38"/>
                <a:gd name="T94" fmla="*/ 30 w 42"/>
                <a:gd name="T9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" h="38">
                  <a:moveTo>
                    <a:pt x="5" y="28"/>
                  </a:move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3" y="28"/>
                  </a:lnTo>
                  <a:lnTo>
                    <a:pt x="5" y="28"/>
                  </a:lnTo>
                  <a:close/>
                  <a:moveTo>
                    <a:pt x="4" y="26"/>
                  </a:moveTo>
                  <a:lnTo>
                    <a:pt x="7" y="26"/>
                  </a:lnTo>
                  <a:lnTo>
                    <a:pt x="8" y="26"/>
                  </a:lnTo>
                  <a:lnTo>
                    <a:pt x="8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5" y="26"/>
                  </a:lnTo>
                  <a:lnTo>
                    <a:pt x="4" y="26"/>
                  </a:lnTo>
                  <a:close/>
                  <a:moveTo>
                    <a:pt x="34" y="0"/>
                  </a:moveTo>
                  <a:lnTo>
                    <a:pt x="37" y="1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1" y="5"/>
                  </a:lnTo>
                  <a:lnTo>
                    <a:pt x="41" y="7"/>
                  </a:lnTo>
                  <a:lnTo>
                    <a:pt x="40" y="8"/>
                  </a:lnTo>
                  <a:lnTo>
                    <a:pt x="40" y="10"/>
                  </a:lnTo>
                  <a:lnTo>
                    <a:pt x="38" y="12"/>
                  </a:lnTo>
                  <a:lnTo>
                    <a:pt x="36" y="10"/>
                  </a:lnTo>
                  <a:lnTo>
                    <a:pt x="34" y="13"/>
                  </a:lnTo>
                  <a:lnTo>
                    <a:pt x="36" y="14"/>
                  </a:lnTo>
                  <a:lnTo>
                    <a:pt x="38" y="14"/>
                  </a:lnTo>
                  <a:lnTo>
                    <a:pt x="40" y="16"/>
                  </a:lnTo>
                  <a:lnTo>
                    <a:pt x="38" y="17"/>
                  </a:lnTo>
                  <a:lnTo>
                    <a:pt x="38" y="20"/>
                  </a:lnTo>
                  <a:lnTo>
                    <a:pt x="37" y="21"/>
                  </a:lnTo>
                  <a:lnTo>
                    <a:pt x="38" y="24"/>
                  </a:lnTo>
                  <a:lnTo>
                    <a:pt x="36" y="24"/>
                  </a:lnTo>
                  <a:lnTo>
                    <a:pt x="33" y="24"/>
                  </a:lnTo>
                  <a:lnTo>
                    <a:pt x="30" y="24"/>
                  </a:lnTo>
                  <a:lnTo>
                    <a:pt x="29" y="26"/>
                  </a:lnTo>
                  <a:lnTo>
                    <a:pt x="26" y="29"/>
                  </a:lnTo>
                  <a:lnTo>
                    <a:pt x="28" y="32"/>
                  </a:lnTo>
                  <a:lnTo>
                    <a:pt x="26" y="35"/>
                  </a:lnTo>
                  <a:lnTo>
                    <a:pt x="26" y="38"/>
                  </a:lnTo>
                  <a:lnTo>
                    <a:pt x="24" y="38"/>
                  </a:lnTo>
                  <a:lnTo>
                    <a:pt x="24" y="37"/>
                  </a:lnTo>
                  <a:lnTo>
                    <a:pt x="22" y="34"/>
                  </a:lnTo>
                  <a:lnTo>
                    <a:pt x="20" y="34"/>
                  </a:lnTo>
                  <a:lnTo>
                    <a:pt x="18" y="33"/>
                  </a:lnTo>
                  <a:lnTo>
                    <a:pt x="17" y="33"/>
                  </a:lnTo>
                  <a:lnTo>
                    <a:pt x="16" y="32"/>
                  </a:lnTo>
                  <a:lnTo>
                    <a:pt x="12" y="32"/>
                  </a:lnTo>
                  <a:lnTo>
                    <a:pt x="11" y="33"/>
                  </a:lnTo>
                  <a:lnTo>
                    <a:pt x="9" y="33"/>
                  </a:lnTo>
                  <a:lnTo>
                    <a:pt x="8" y="34"/>
                  </a:lnTo>
                  <a:lnTo>
                    <a:pt x="7" y="34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32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8" y="34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4" y="32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3" y="29"/>
                  </a:lnTo>
                  <a:lnTo>
                    <a:pt x="5" y="30"/>
                  </a:lnTo>
                  <a:lnTo>
                    <a:pt x="7" y="32"/>
                  </a:lnTo>
                  <a:lnTo>
                    <a:pt x="9" y="32"/>
                  </a:lnTo>
                  <a:lnTo>
                    <a:pt x="9" y="30"/>
                  </a:lnTo>
                  <a:lnTo>
                    <a:pt x="8" y="30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9" y="28"/>
                  </a:lnTo>
                  <a:lnTo>
                    <a:pt x="12" y="28"/>
                  </a:lnTo>
                  <a:lnTo>
                    <a:pt x="9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8" y="21"/>
                  </a:lnTo>
                  <a:lnTo>
                    <a:pt x="9" y="20"/>
                  </a:lnTo>
                  <a:lnTo>
                    <a:pt x="11" y="17"/>
                  </a:lnTo>
                  <a:lnTo>
                    <a:pt x="11" y="16"/>
                  </a:lnTo>
                  <a:lnTo>
                    <a:pt x="9" y="12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5" y="7"/>
                  </a:lnTo>
                  <a:lnTo>
                    <a:pt x="16" y="8"/>
                  </a:lnTo>
                  <a:lnTo>
                    <a:pt x="20" y="5"/>
                  </a:lnTo>
                  <a:lnTo>
                    <a:pt x="22" y="3"/>
                  </a:lnTo>
                  <a:lnTo>
                    <a:pt x="25" y="3"/>
                  </a:lnTo>
                  <a:lnTo>
                    <a:pt x="26" y="1"/>
                  </a:lnTo>
                  <a:lnTo>
                    <a:pt x="29" y="3"/>
                  </a:lnTo>
                  <a:lnTo>
                    <a:pt x="30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7" name="Freeform 402"/>
            <p:cNvSpPr>
              <a:spLocks/>
            </p:cNvSpPr>
            <p:nvPr/>
          </p:nvSpPr>
          <p:spPr bwMode="auto">
            <a:xfrm>
              <a:off x="5843935" y="2650112"/>
              <a:ext cx="86283" cy="71057"/>
            </a:xfrm>
            <a:custGeom>
              <a:avLst/>
              <a:gdLst>
                <a:gd name="T0" fmla="*/ 17 w 34"/>
                <a:gd name="T1" fmla="*/ 0 h 28"/>
                <a:gd name="T2" fmla="*/ 21 w 34"/>
                <a:gd name="T3" fmla="*/ 0 h 28"/>
                <a:gd name="T4" fmla="*/ 22 w 34"/>
                <a:gd name="T5" fmla="*/ 1 h 28"/>
                <a:gd name="T6" fmla="*/ 23 w 34"/>
                <a:gd name="T7" fmla="*/ 1 h 28"/>
                <a:gd name="T8" fmla="*/ 25 w 34"/>
                <a:gd name="T9" fmla="*/ 2 h 28"/>
                <a:gd name="T10" fmla="*/ 27 w 34"/>
                <a:gd name="T11" fmla="*/ 2 h 28"/>
                <a:gd name="T12" fmla="*/ 29 w 34"/>
                <a:gd name="T13" fmla="*/ 5 h 28"/>
                <a:gd name="T14" fmla="*/ 29 w 34"/>
                <a:gd name="T15" fmla="*/ 6 h 28"/>
                <a:gd name="T16" fmla="*/ 31 w 34"/>
                <a:gd name="T17" fmla="*/ 6 h 28"/>
                <a:gd name="T18" fmla="*/ 30 w 34"/>
                <a:gd name="T19" fmla="*/ 9 h 28"/>
                <a:gd name="T20" fmla="*/ 33 w 34"/>
                <a:gd name="T21" fmla="*/ 11 h 28"/>
                <a:gd name="T22" fmla="*/ 33 w 34"/>
                <a:gd name="T23" fmla="*/ 13 h 28"/>
                <a:gd name="T24" fmla="*/ 34 w 34"/>
                <a:gd name="T25" fmla="*/ 15 h 28"/>
                <a:gd name="T26" fmla="*/ 33 w 34"/>
                <a:gd name="T27" fmla="*/ 19 h 28"/>
                <a:gd name="T28" fmla="*/ 31 w 34"/>
                <a:gd name="T29" fmla="*/ 19 h 28"/>
                <a:gd name="T30" fmla="*/ 31 w 34"/>
                <a:gd name="T31" fmla="*/ 21 h 28"/>
                <a:gd name="T32" fmla="*/ 30 w 34"/>
                <a:gd name="T33" fmla="*/ 22 h 28"/>
                <a:gd name="T34" fmla="*/ 30 w 34"/>
                <a:gd name="T35" fmla="*/ 23 h 28"/>
                <a:gd name="T36" fmla="*/ 30 w 34"/>
                <a:gd name="T37" fmla="*/ 25 h 28"/>
                <a:gd name="T38" fmla="*/ 31 w 34"/>
                <a:gd name="T39" fmla="*/ 26 h 28"/>
                <a:gd name="T40" fmla="*/ 31 w 34"/>
                <a:gd name="T41" fmla="*/ 27 h 28"/>
                <a:gd name="T42" fmla="*/ 30 w 34"/>
                <a:gd name="T43" fmla="*/ 27 h 28"/>
                <a:gd name="T44" fmla="*/ 29 w 34"/>
                <a:gd name="T45" fmla="*/ 28 h 28"/>
                <a:gd name="T46" fmla="*/ 26 w 34"/>
                <a:gd name="T47" fmla="*/ 26 h 28"/>
                <a:gd name="T48" fmla="*/ 23 w 34"/>
                <a:gd name="T49" fmla="*/ 26 h 28"/>
                <a:gd name="T50" fmla="*/ 21 w 34"/>
                <a:gd name="T51" fmla="*/ 23 h 28"/>
                <a:gd name="T52" fmla="*/ 20 w 34"/>
                <a:gd name="T53" fmla="*/ 22 h 28"/>
                <a:gd name="T54" fmla="*/ 18 w 34"/>
                <a:gd name="T55" fmla="*/ 22 h 28"/>
                <a:gd name="T56" fmla="*/ 17 w 34"/>
                <a:gd name="T57" fmla="*/ 22 h 28"/>
                <a:gd name="T58" fmla="*/ 16 w 34"/>
                <a:gd name="T59" fmla="*/ 22 h 28"/>
                <a:gd name="T60" fmla="*/ 13 w 34"/>
                <a:gd name="T61" fmla="*/ 21 h 28"/>
                <a:gd name="T62" fmla="*/ 13 w 34"/>
                <a:gd name="T63" fmla="*/ 18 h 28"/>
                <a:gd name="T64" fmla="*/ 12 w 34"/>
                <a:gd name="T65" fmla="*/ 17 h 28"/>
                <a:gd name="T66" fmla="*/ 10 w 34"/>
                <a:gd name="T67" fmla="*/ 15 h 28"/>
                <a:gd name="T68" fmla="*/ 9 w 34"/>
                <a:gd name="T69" fmla="*/ 15 h 28"/>
                <a:gd name="T70" fmla="*/ 5 w 34"/>
                <a:gd name="T71" fmla="*/ 13 h 28"/>
                <a:gd name="T72" fmla="*/ 5 w 34"/>
                <a:gd name="T73" fmla="*/ 11 h 28"/>
                <a:gd name="T74" fmla="*/ 2 w 34"/>
                <a:gd name="T75" fmla="*/ 10 h 28"/>
                <a:gd name="T76" fmla="*/ 2 w 34"/>
                <a:gd name="T77" fmla="*/ 6 h 28"/>
                <a:gd name="T78" fmla="*/ 0 w 34"/>
                <a:gd name="T79" fmla="*/ 5 h 28"/>
                <a:gd name="T80" fmla="*/ 2 w 34"/>
                <a:gd name="T81" fmla="*/ 2 h 28"/>
                <a:gd name="T82" fmla="*/ 5 w 34"/>
                <a:gd name="T83" fmla="*/ 0 h 28"/>
                <a:gd name="T84" fmla="*/ 6 w 34"/>
                <a:gd name="T85" fmla="*/ 1 h 28"/>
                <a:gd name="T86" fmla="*/ 6 w 34"/>
                <a:gd name="T87" fmla="*/ 2 h 28"/>
                <a:gd name="T88" fmla="*/ 9 w 34"/>
                <a:gd name="T89" fmla="*/ 2 h 28"/>
                <a:gd name="T90" fmla="*/ 10 w 34"/>
                <a:gd name="T91" fmla="*/ 3 h 28"/>
                <a:gd name="T92" fmla="*/ 12 w 34"/>
                <a:gd name="T93" fmla="*/ 2 h 28"/>
                <a:gd name="T94" fmla="*/ 13 w 34"/>
                <a:gd name="T95" fmla="*/ 2 h 28"/>
                <a:gd name="T96" fmla="*/ 14 w 34"/>
                <a:gd name="T97" fmla="*/ 1 h 28"/>
                <a:gd name="T98" fmla="*/ 16 w 34"/>
                <a:gd name="T99" fmla="*/ 1 h 28"/>
                <a:gd name="T100" fmla="*/ 17 w 34"/>
                <a:gd name="T10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" h="28">
                  <a:moveTo>
                    <a:pt x="17" y="0"/>
                  </a:moveTo>
                  <a:lnTo>
                    <a:pt x="21" y="0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5" y="2"/>
                  </a:lnTo>
                  <a:lnTo>
                    <a:pt x="27" y="2"/>
                  </a:lnTo>
                  <a:lnTo>
                    <a:pt x="29" y="5"/>
                  </a:lnTo>
                  <a:lnTo>
                    <a:pt x="29" y="6"/>
                  </a:lnTo>
                  <a:lnTo>
                    <a:pt x="31" y="6"/>
                  </a:lnTo>
                  <a:lnTo>
                    <a:pt x="30" y="9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4" y="15"/>
                  </a:lnTo>
                  <a:lnTo>
                    <a:pt x="33" y="19"/>
                  </a:lnTo>
                  <a:lnTo>
                    <a:pt x="31" y="19"/>
                  </a:lnTo>
                  <a:lnTo>
                    <a:pt x="31" y="21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31" y="26"/>
                  </a:lnTo>
                  <a:lnTo>
                    <a:pt x="31" y="27"/>
                  </a:lnTo>
                  <a:lnTo>
                    <a:pt x="30" y="27"/>
                  </a:lnTo>
                  <a:lnTo>
                    <a:pt x="29" y="28"/>
                  </a:lnTo>
                  <a:lnTo>
                    <a:pt x="26" y="26"/>
                  </a:lnTo>
                  <a:lnTo>
                    <a:pt x="23" y="26"/>
                  </a:lnTo>
                  <a:lnTo>
                    <a:pt x="21" y="23"/>
                  </a:lnTo>
                  <a:lnTo>
                    <a:pt x="20" y="22"/>
                  </a:lnTo>
                  <a:lnTo>
                    <a:pt x="18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3" y="21"/>
                  </a:lnTo>
                  <a:lnTo>
                    <a:pt x="13" y="18"/>
                  </a:lnTo>
                  <a:lnTo>
                    <a:pt x="12" y="17"/>
                  </a:lnTo>
                  <a:lnTo>
                    <a:pt x="10" y="15"/>
                  </a:lnTo>
                  <a:lnTo>
                    <a:pt x="9" y="15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2" y="10"/>
                  </a:lnTo>
                  <a:lnTo>
                    <a:pt x="2" y="6"/>
                  </a:ln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8" name="Freeform 403"/>
            <p:cNvSpPr>
              <a:spLocks/>
            </p:cNvSpPr>
            <p:nvPr/>
          </p:nvSpPr>
          <p:spPr bwMode="auto">
            <a:xfrm>
              <a:off x="5920067" y="2698329"/>
              <a:ext cx="20302" cy="27916"/>
            </a:xfrm>
            <a:custGeom>
              <a:avLst/>
              <a:gdLst>
                <a:gd name="T0" fmla="*/ 1 w 8"/>
                <a:gd name="T1" fmla="*/ 0 h 11"/>
                <a:gd name="T2" fmla="*/ 3 w 8"/>
                <a:gd name="T3" fmla="*/ 0 h 11"/>
                <a:gd name="T4" fmla="*/ 5 w 8"/>
                <a:gd name="T5" fmla="*/ 3 h 11"/>
                <a:gd name="T6" fmla="*/ 7 w 8"/>
                <a:gd name="T7" fmla="*/ 6 h 11"/>
                <a:gd name="T8" fmla="*/ 8 w 8"/>
                <a:gd name="T9" fmla="*/ 7 h 11"/>
                <a:gd name="T10" fmla="*/ 8 w 8"/>
                <a:gd name="T11" fmla="*/ 11 h 11"/>
                <a:gd name="T12" fmla="*/ 5 w 8"/>
                <a:gd name="T13" fmla="*/ 11 h 11"/>
                <a:gd name="T14" fmla="*/ 3 w 8"/>
                <a:gd name="T15" fmla="*/ 11 h 11"/>
                <a:gd name="T16" fmla="*/ 1 w 8"/>
                <a:gd name="T17" fmla="*/ 8 h 11"/>
                <a:gd name="T18" fmla="*/ 1 w 8"/>
                <a:gd name="T19" fmla="*/ 8 h 11"/>
                <a:gd name="T20" fmla="*/ 1 w 8"/>
                <a:gd name="T21" fmla="*/ 7 h 11"/>
                <a:gd name="T22" fmla="*/ 0 w 8"/>
                <a:gd name="T23" fmla="*/ 6 h 11"/>
                <a:gd name="T24" fmla="*/ 0 w 8"/>
                <a:gd name="T25" fmla="*/ 4 h 11"/>
                <a:gd name="T26" fmla="*/ 0 w 8"/>
                <a:gd name="T27" fmla="*/ 3 h 11"/>
                <a:gd name="T28" fmla="*/ 1 w 8"/>
                <a:gd name="T29" fmla="*/ 2 h 11"/>
                <a:gd name="T30" fmla="*/ 1 w 8"/>
                <a:gd name="T3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11">
                  <a:moveTo>
                    <a:pt x="1" y="0"/>
                  </a:moveTo>
                  <a:lnTo>
                    <a:pt x="3" y="0"/>
                  </a:lnTo>
                  <a:lnTo>
                    <a:pt x="5" y="3"/>
                  </a:lnTo>
                  <a:lnTo>
                    <a:pt x="7" y="6"/>
                  </a:lnTo>
                  <a:lnTo>
                    <a:pt x="8" y="7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9" name="Freeform 405"/>
            <p:cNvSpPr>
              <a:spLocks/>
            </p:cNvSpPr>
            <p:nvPr/>
          </p:nvSpPr>
          <p:spPr bwMode="auto">
            <a:xfrm>
              <a:off x="5488651" y="2482621"/>
              <a:ext cx="121812" cy="159879"/>
            </a:xfrm>
            <a:custGeom>
              <a:avLst/>
              <a:gdLst>
                <a:gd name="T0" fmla="*/ 40 w 48"/>
                <a:gd name="T1" fmla="*/ 2 h 63"/>
                <a:gd name="T2" fmla="*/ 37 w 48"/>
                <a:gd name="T3" fmla="*/ 6 h 63"/>
                <a:gd name="T4" fmla="*/ 33 w 48"/>
                <a:gd name="T5" fmla="*/ 10 h 63"/>
                <a:gd name="T6" fmla="*/ 33 w 48"/>
                <a:gd name="T7" fmla="*/ 21 h 63"/>
                <a:gd name="T8" fmla="*/ 37 w 48"/>
                <a:gd name="T9" fmla="*/ 16 h 63"/>
                <a:gd name="T10" fmla="*/ 45 w 48"/>
                <a:gd name="T11" fmla="*/ 22 h 63"/>
                <a:gd name="T12" fmla="*/ 45 w 48"/>
                <a:gd name="T13" fmla="*/ 25 h 63"/>
                <a:gd name="T14" fmla="*/ 48 w 48"/>
                <a:gd name="T15" fmla="*/ 31 h 63"/>
                <a:gd name="T16" fmla="*/ 48 w 48"/>
                <a:gd name="T17" fmla="*/ 35 h 63"/>
                <a:gd name="T18" fmla="*/ 45 w 48"/>
                <a:gd name="T19" fmla="*/ 44 h 63"/>
                <a:gd name="T20" fmla="*/ 42 w 48"/>
                <a:gd name="T21" fmla="*/ 50 h 63"/>
                <a:gd name="T22" fmla="*/ 40 w 48"/>
                <a:gd name="T23" fmla="*/ 52 h 63"/>
                <a:gd name="T24" fmla="*/ 37 w 48"/>
                <a:gd name="T25" fmla="*/ 54 h 63"/>
                <a:gd name="T26" fmla="*/ 28 w 48"/>
                <a:gd name="T27" fmla="*/ 56 h 63"/>
                <a:gd name="T28" fmla="*/ 24 w 48"/>
                <a:gd name="T29" fmla="*/ 58 h 63"/>
                <a:gd name="T30" fmla="*/ 20 w 48"/>
                <a:gd name="T31" fmla="*/ 62 h 63"/>
                <a:gd name="T32" fmla="*/ 11 w 48"/>
                <a:gd name="T33" fmla="*/ 62 h 63"/>
                <a:gd name="T34" fmla="*/ 7 w 48"/>
                <a:gd name="T35" fmla="*/ 62 h 63"/>
                <a:gd name="T36" fmla="*/ 7 w 48"/>
                <a:gd name="T37" fmla="*/ 60 h 63"/>
                <a:gd name="T38" fmla="*/ 9 w 48"/>
                <a:gd name="T39" fmla="*/ 56 h 63"/>
                <a:gd name="T40" fmla="*/ 2 w 48"/>
                <a:gd name="T41" fmla="*/ 56 h 63"/>
                <a:gd name="T42" fmla="*/ 8 w 48"/>
                <a:gd name="T43" fmla="*/ 51 h 63"/>
                <a:gd name="T44" fmla="*/ 4 w 48"/>
                <a:gd name="T45" fmla="*/ 50 h 63"/>
                <a:gd name="T46" fmla="*/ 7 w 48"/>
                <a:gd name="T47" fmla="*/ 51 h 63"/>
                <a:gd name="T48" fmla="*/ 8 w 48"/>
                <a:gd name="T49" fmla="*/ 48 h 63"/>
                <a:gd name="T50" fmla="*/ 11 w 48"/>
                <a:gd name="T51" fmla="*/ 46 h 63"/>
                <a:gd name="T52" fmla="*/ 17 w 48"/>
                <a:gd name="T53" fmla="*/ 43 h 63"/>
                <a:gd name="T54" fmla="*/ 12 w 48"/>
                <a:gd name="T55" fmla="*/ 44 h 63"/>
                <a:gd name="T56" fmla="*/ 7 w 48"/>
                <a:gd name="T57" fmla="*/ 44 h 63"/>
                <a:gd name="T58" fmla="*/ 12 w 48"/>
                <a:gd name="T59" fmla="*/ 39 h 63"/>
                <a:gd name="T60" fmla="*/ 17 w 48"/>
                <a:gd name="T61" fmla="*/ 34 h 63"/>
                <a:gd name="T62" fmla="*/ 8 w 48"/>
                <a:gd name="T63" fmla="*/ 33 h 63"/>
                <a:gd name="T64" fmla="*/ 5 w 48"/>
                <a:gd name="T65" fmla="*/ 30 h 63"/>
                <a:gd name="T66" fmla="*/ 9 w 48"/>
                <a:gd name="T67" fmla="*/ 27 h 63"/>
                <a:gd name="T68" fmla="*/ 12 w 48"/>
                <a:gd name="T69" fmla="*/ 25 h 63"/>
                <a:gd name="T70" fmla="*/ 5 w 48"/>
                <a:gd name="T71" fmla="*/ 21 h 63"/>
                <a:gd name="T72" fmla="*/ 9 w 48"/>
                <a:gd name="T73" fmla="*/ 22 h 63"/>
                <a:gd name="T74" fmla="*/ 8 w 48"/>
                <a:gd name="T75" fmla="*/ 18 h 63"/>
                <a:gd name="T76" fmla="*/ 11 w 48"/>
                <a:gd name="T77" fmla="*/ 17 h 63"/>
                <a:gd name="T78" fmla="*/ 16 w 48"/>
                <a:gd name="T79" fmla="*/ 19 h 63"/>
                <a:gd name="T80" fmla="*/ 23 w 48"/>
                <a:gd name="T81" fmla="*/ 17 h 63"/>
                <a:gd name="T82" fmla="*/ 28 w 48"/>
                <a:gd name="T83" fmla="*/ 12 h 63"/>
                <a:gd name="T84" fmla="*/ 25 w 48"/>
                <a:gd name="T85" fmla="*/ 12 h 63"/>
                <a:gd name="T86" fmla="*/ 24 w 48"/>
                <a:gd name="T87" fmla="*/ 10 h 63"/>
                <a:gd name="T88" fmla="*/ 27 w 48"/>
                <a:gd name="T89" fmla="*/ 8 h 63"/>
                <a:gd name="T90" fmla="*/ 27 w 48"/>
                <a:gd name="T91" fmla="*/ 5 h 63"/>
                <a:gd name="T92" fmla="*/ 30 w 48"/>
                <a:gd name="T93" fmla="*/ 4 h 63"/>
                <a:gd name="T94" fmla="*/ 33 w 48"/>
                <a:gd name="T95" fmla="*/ 2 h 63"/>
                <a:gd name="T96" fmla="*/ 33 w 48"/>
                <a:gd name="T97" fmla="*/ 6 h 63"/>
                <a:gd name="T98" fmla="*/ 37 w 48"/>
                <a:gd name="T99" fmla="*/ 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8" h="63">
                  <a:moveTo>
                    <a:pt x="36" y="0"/>
                  </a:moveTo>
                  <a:lnTo>
                    <a:pt x="37" y="1"/>
                  </a:lnTo>
                  <a:lnTo>
                    <a:pt x="40" y="2"/>
                  </a:lnTo>
                  <a:lnTo>
                    <a:pt x="38" y="4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3" y="10"/>
                  </a:lnTo>
                  <a:lnTo>
                    <a:pt x="30" y="10"/>
                  </a:lnTo>
                  <a:lnTo>
                    <a:pt x="28" y="16"/>
                  </a:lnTo>
                  <a:lnTo>
                    <a:pt x="33" y="21"/>
                  </a:lnTo>
                  <a:lnTo>
                    <a:pt x="34" y="19"/>
                  </a:lnTo>
                  <a:lnTo>
                    <a:pt x="36" y="17"/>
                  </a:lnTo>
                  <a:lnTo>
                    <a:pt x="37" y="16"/>
                  </a:lnTo>
                  <a:lnTo>
                    <a:pt x="41" y="17"/>
                  </a:lnTo>
                  <a:lnTo>
                    <a:pt x="42" y="22"/>
                  </a:lnTo>
                  <a:lnTo>
                    <a:pt x="45" y="22"/>
                  </a:lnTo>
                  <a:lnTo>
                    <a:pt x="48" y="23"/>
                  </a:lnTo>
                  <a:lnTo>
                    <a:pt x="45" y="23"/>
                  </a:lnTo>
                  <a:lnTo>
                    <a:pt x="45" y="25"/>
                  </a:lnTo>
                  <a:lnTo>
                    <a:pt x="46" y="26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8" y="33"/>
                  </a:lnTo>
                  <a:lnTo>
                    <a:pt x="46" y="34"/>
                  </a:lnTo>
                  <a:lnTo>
                    <a:pt x="48" y="35"/>
                  </a:lnTo>
                  <a:lnTo>
                    <a:pt x="48" y="41"/>
                  </a:lnTo>
                  <a:lnTo>
                    <a:pt x="48" y="43"/>
                  </a:lnTo>
                  <a:lnTo>
                    <a:pt x="45" y="44"/>
                  </a:lnTo>
                  <a:lnTo>
                    <a:pt x="46" y="47"/>
                  </a:lnTo>
                  <a:lnTo>
                    <a:pt x="44" y="50"/>
                  </a:lnTo>
                  <a:lnTo>
                    <a:pt x="42" y="50"/>
                  </a:lnTo>
                  <a:lnTo>
                    <a:pt x="45" y="52"/>
                  </a:lnTo>
                  <a:lnTo>
                    <a:pt x="41" y="52"/>
                  </a:lnTo>
                  <a:lnTo>
                    <a:pt x="40" y="52"/>
                  </a:lnTo>
                  <a:lnTo>
                    <a:pt x="38" y="54"/>
                  </a:lnTo>
                  <a:lnTo>
                    <a:pt x="37" y="52"/>
                  </a:lnTo>
                  <a:lnTo>
                    <a:pt x="37" y="54"/>
                  </a:lnTo>
                  <a:lnTo>
                    <a:pt x="30" y="54"/>
                  </a:lnTo>
                  <a:lnTo>
                    <a:pt x="30" y="56"/>
                  </a:lnTo>
                  <a:lnTo>
                    <a:pt x="28" y="56"/>
                  </a:lnTo>
                  <a:lnTo>
                    <a:pt x="27" y="59"/>
                  </a:lnTo>
                  <a:lnTo>
                    <a:pt x="24" y="59"/>
                  </a:lnTo>
                  <a:lnTo>
                    <a:pt x="24" y="58"/>
                  </a:lnTo>
                  <a:lnTo>
                    <a:pt x="23" y="58"/>
                  </a:lnTo>
                  <a:lnTo>
                    <a:pt x="23" y="59"/>
                  </a:lnTo>
                  <a:lnTo>
                    <a:pt x="20" y="62"/>
                  </a:lnTo>
                  <a:lnTo>
                    <a:pt x="16" y="63"/>
                  </a:lnTo>
                  <a:lnTo>
                    <a:pt x="12" y="63"/>
                  </a:lnTo>
                  <a:lnTo>
                    <a:pt x="11" y="62"/>
                  </a:lnTo>
                  <a:lnTo>
                    <a:pt x="8" y="63"/>
                  </a:lnTo>
                  <a:lnTo>
                    <a:pt x="8" y="62"/>
                  </a:lnTo>
                  <a:lnTo>
                    <a:pt x="7" y="62"/>
                  </a:lnTo>
                  <a:lnTo>
                    <a:pt x="9" y="60"/>
                  </a:lnTo>
                  <a:lnTo>
                    <a:pt x="11" y="59"/>
                  </a:lnTo>
                  <a:lnTo>
                    <a:pt x="7" y="60"/>
                  </a:lnTo>
                  <a:lnTo>
                    <a:pt x="3" y="60"/>
                  </a:lnTo>
                  <a:lnTo>
                    <a:pt x="5" y="59"/>
                  </a:lnTo>
                  <a:lnTo>
                    <a:pt x="9" y="56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2" y="56"/>
                  </a:lnTo>
                  <a:lnTo>
                    <a:pt x="3" y="54"/>
                  </a:lnTo>
                  <a:lnTo>
                    <a:pt x="5" y="54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51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7" y="51"/>
                  </a:lnTo>
                  <a:lnTo>
                    <a:pt x="8" y="50"/>
                  </a:lnTo>
                  <a:lnTo>
                    <a:pt x="7" y="50"/>
                  </a:lnTo>
                  <a:lnTo>
                    <a:pt x="8" y="48"/>
                  </a:lnTo>
                  <a:lnTo>
                    <a:pt x="7" y="47"/>
                  </a:lnTo>
                  <a:lnTo>
                    <a:pt x="9" y="47"/>
                  </a:lnTo>
                  <a:lnTo>
                    <a:pt x="11" y="46"/>
                  </a:lnTo>
                  <a:lnTo>
                    <a:pt x="15" y="44"/>
                  </a:lnTo>
                  <a:lnTo>
                    <a:pt x="20" y="43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5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11" y="42"/>
                  </a:lnTo>
                  <a:lnTo>
                    <a:pt x="13" y="39"/>
                  </a:lnTo>
                  <a:lnTo>
                    <a:pt x="12" y="39"/>
                  </a:lnTo>
                  <a:lnTo>
                    <a:pt x="15" y="35"/>
                  </a:lnTo>
                  <a:lnTo>
                    <a:pt x="16" y="37"/>
                  </a:lnTo>
                  <a:lnTo>
                    <a:pt x="17" y="34"/>
                  </a:lnTo>
                  <a:lnTo>
                    <a:pt x="12" y="34"/>
                  </a:lnTo>
                  <a:lnTo>
                    <a:pt x="11" y="31"/>
                  </a:lnTo>
                  <a:lnTo>
                    <a:pt x="8" y="33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7"/>
                  </a:lnTo>
                  <a:lnTo>
                    <a:pt x="9" y="27"/>
                  </a:lnTo>
                  <a:lnTo>
                    <a:pt x="8" y="27"/>
                  </a:lnTo>
                  <a:lnTo>
                    <a:pt x="9" y="26"/>
                  </a:lnTo>
                  <a:lnTo>
                    <a:pt x="12" y="25"/>
                  </a:lnTo>
                  <a:lnTo>
                    <a:pt x="11" y="23"/>
                  </a:lnTo>
                  <a:lnTo>
                    <a:pt x="9" y="23"/>
                  </a:lnTo>
                  <a:lnTo>
                    <a:pt x="5" y="21"/>
                  </a:lnTo>
                  <a:lnTo>
                    <a:pt x="8" y="21"/>
                  </a:lnTo>
                  <a:lnTo>
                    <a:pt x="8" y="22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11" y="17"/>
                  </a:lnTo>
                  <a:lnTo>
                    <a:pt x="11" y="16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9" y="17"/>
                  </a:lnTo>
                  <a:lnTo>
                    <a:pt x="20" y="18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8" y="12"/>
                  </a:lnTo>
                  <a:lnTo>
                    <a:pt x="27" y="12"/>
                  </a:lnTo>
                  <a:lnTo>
                    <a:pt x="24" y="13"/>
                  </a:lnTo>
                  <a:lnTo>
                    <a:pt x="25" y="12"/>
                  </a:lnTo>
                  <a:lnTo>
                    <a:pt x="23" y="12"/>
                  </a:lnTo>
                  <a:lnTo>
                    <a:pt x="21" y="10"/>
                  </a:lnTo>
                  <a:lnTo>
                    <a:pt x="24" y="10"/>
                  </a:lnTo>
                  <a:lnTo>
                    <a:pt x="24" y="9"/>
                  </a:lnTo>
                  <a:lnTo>
                    <a:pt x="25" y="9"/>
                  </a:lnTo>
                  <a:lnTo>
                    <a:pt x="27" y="8"/>
                  </a:lnTo>
                  <a:lnTo>
                    <a:pt x="24" y="8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9" y="2"/>
                  </a:lnTo>
                  <a:lnTo>
                    <a:pt x="30" y="4"/>
                  </a:lnTo>
                  <a:lnTo>
                    <a:pt x="32" y="4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4" y="4"/>
                  </a:lnTo>
                  <a:lnTo>
                    <a:pt x="33" y="5"/>
                  </a:lnTo>
                  <a:lnTo>
                    <a:pt x="33" y="6"/>
                  </a:lnTo>
                  <a:lnTo>
                    <a:pt x="34" y="5"/>
                  </a:lnTo>
                  <a:lnTo>
                    <a:pt x="34" y="1"/>
                  </a:lnTo>
                  <a:lnTo>
                    <a:pt x="37" y="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0" name="Freeform 407"/>
            <p:cNvSpPr>
              <a:spLocks noEditPoints="1"/>
            </p:cNvSpPr>
            <p:nvPr/>
          </p:nvSpPr>
          <p:spPr bwMode="auto">
            <a:xfrm>
              <a:off x="5559707" y="2238998"/>
              <a:ext cx="261388" cy="474559"/>
            </a:xfrm>
            <a:custGeom>
              <a:avLst/>
              <a:gdLst>
                <a:gd name="T0" fmla="*/ 95 w 103"/>
                <a:gd name="T1" fmla="*/ 160 h 187"/>
                <a:gd name="T2" fmla="*/ 38 w 103"/>
                <a:gd name="T3" fmla="*/ 129 h 187"/>
                <a:gd name="T4" fmla="*/ 21 w 103"/>
                <a:gd name="T5" fmla="*/ 102 h 187"/>
                <a:gd name="T6" fmla="*/ 22 w 103"/>
                <a:gd name="T7" fmla="*/ 115 h 187"/>
                <a:gd name="T8" fmla="*/ 6 w 103"/>
                <a:gd name="T9" fmla="*/ 115 h 187"/>
                <a:gd name="T10" fmla="*/ 16 w 103"/>
                <a:gd name="T11" fmla="*/ 98 h 187"/>
                <a:gd name="T12" fmla="*/ 30 w 103"/>
                <a:gd name="T13" fmla="*/ 88 h 187"/>
                <a:gd name="T14" fmla="*/ 20 w 103"/>
                <a:gd name="T15" fmla="*/ 84 h 187"/>
                <a:gd name="T16" fmla="*/ 22 w 103"/>
                <a:gd name="T17" fmla="*/ 77 h 187"/>
                <a:gd name="T18" fmla="*/ 17 w 103"/>
                <a:gd name="T19" fmla="*/ 75 h 187"/>
                <a:gd name="T20" fmla="*/ 18 w 103"/>
                <a:gd name="T21" fmla="*/ 69 h 187"/>
                <a:gd name="T22" fmla="*/ 10 w 103"/>
                <a:gd name="T23" fmla="*/ 68 h 187"/>
                <a:gd name="T24" fmla="*/ 12 w 103"/>
                <a:gd name="T25" fmla="*/ 59 h 187"/>
                <a:gd name="T26" fmla="*/ 24 w 103"/>
                <a:gd name="T27" fmla="*/ 67 h 187"/>
                <a:gd name="T28" fmla="*/ 16 w 103"/>
                <a:gd name="T29" fmla="*/ 62 h 187"/>
                <a:gd name="T30" fmla="*/ 14 w 103"/>
                <a:gd name="T31" fmla="*/ 55 h 187"/>
                <a:gd name="T32" fmla="*/ 12 w 103"/>
                <a:gd name="T33" fmla="*/ 51 h 187"/>
                <a:gd name="T34" fmla="*/ 46 w 103"/>
                <a:gd name="T35" fmla="*/ 51 h 187"/>
                <a:gd name="T36" fmla="*/ 43 w 103"/>
                <a:gd name="T37" fmla="*/ 60 h 187"/>
                <a:gd name="T38" fmla="*/ 62 w 103"/>
                <a:gd name="T39" fmla="*/ 63 h 187"/>
                <a:gd name="T40" fmla="*/ 50 w 103"/>
                <a:gd name="T41" fmla="*/ 79 h 187"/>
                <a:gd name="T42" fmla="*/ 45 w 103"/>
                <a:gd name="T43" fmla="*/ 85 h 187"/>
                <a:gd name="T44" fmla="*/ 63 w 103"/>
                <a:gd name="T45" fmla="*/ 93 h 187"/>
                <a:gd name="T46" fmla="*/ 79 w 103"/>
                <a:gd name="T47" fmla="*/ 115 h 187"/>
                <a:gd name="T48" fmla="*/ 78 w 103"/>
                <a:gd name="T49" fmla="*/ 123 h 187"/>
                <a:gd name="T50" fmla="*/ 87 w 103"/>
                <a:gd name="T51" fmla="*/ 134 h 187"/>
                <a:gd name="T52" fmla="*/ 101 w 103"/>
                <a:gd name="T53" fmla="*/ 146 h 187"/>
                <a:gd name="T54" fmla="*/ 96 w 103"/>
                <a:gd name="T55" fmla="*/ 155 h 187"/>
                <a:gd name="T56" fmla="*/ 92 w 103"/>
                <a:gd name="T57" fmla="*/ 160 h 187"/>
                <a:gd name="T58" fmla="*/ 99 w 103"/>
                <a:gd name="T59" fmla="*/ 165 h 187"/>
                <a:gd name="T60" fmla="*/ 79 w 103"/>
                <a:gd name="T61" fmla="*/ 172 h 187"/>
                <a:gd name="T62" fmla="*/ 62 w 103"/>
                <a:gd name="T63" fmla="*/ 176 h 187"/>
                <a:gd name="T64" fmla="*/ 46 w 103"/>
                <a:gd name="T65" fmla="*/ 181 h 187"/>
                <a:gd name="T66" fmla="*/ 33 w 103"/>
                <a:gd name="T67" fmla="*/ 183 h 187"/>
                <a:gd name="T68" fmla="*/ 25 w 103"/>
                <a:gd name="T69" fmla="*/ 183 h 187"/>
                <a:gd name="T70" fmla="*/ 39 w 103"/>
                <a:gd name="T71" fmla="*/ 168 h 187"/>
                <a:gd name="T72" fmla="*/ 55 w 103"/>
                <a:gd name="T73" fmla="*/ 160 h 187"/>
                <a:gd name="T74" fmla="*/ 41 w 103"/>
                <a:gd name="T75" fmla="*/ 159 h 187"/>
                <a:gd name="T76" fmla="*/ 27 w 103"/>
                <a:gd name="T77" fmla="*/ 155 h 187"/>
                <a:gd name="T78" fmla="*/ 39 w 103"/>
                <a:gd name="T79" fmla="*/ 139 h 187"/>
                <a:gd name="T80" fmla="*/ 49 w 103"/>
                <a:gd name="T81" fmla="*/ 131 h 187"/>
                <a:gd name="T82" fmla="*/ 50 w 103"/>
                <a:gd name="T83" fmla="*/ 127 h 187"/>
                <a:gd name="T84" fmla="*/ 47 w 103"/>
                <a:gd name="T85" fmla="*/ 105 h 187"/>
                <a:gd name="T86" fmla="*/ 33 w 103"/>
                <a:gd name="T87" fmla="*/ 105 h 187"/>
                <a:gd name="T88" fmla="*/ 33 w 103"/>
                <a:gd name="T89" fmla="*/ 90 h 187"/>
                <a:gd name="T90" fmla="*/ 27 w 103"/>
                <a:gd name="T91" fmla="*/ 88 h 187"/>
                <a:gd name="T92" fmla="*/ 24 w 103"/>
                <a:gd name="T93" fmla="*/ 97 h 187"/>
                <a:gd name="T94" fmla="*/ 27 w 103"/>
                <a:gd name="T95" fmla="*/ 79 h 187"/>
                <a:gd name="T96" fmla="*/ 22 w 103"/>
                <a:gd name="T97" fmla="*/ 75 h 187"/>
                <a:gd name="T98" fmla="*/ 24 w 103"/>
                <a:gd name="T99" fmla="*/ 69 h 187"/>
                <a:gd name="T100" fmla="*/ 25 w 103"/>
                <a:gd name="T101" fmla="*/ 64 h 187"/>
                <a:gd name="T102" fmla="*/ 25 w 103"/>
                <a:gd name="T103" fmla="*/ 55 h 187"/>
                <a:gd name="T104" fmla="*/ 29 w 103"/>
                <a:gd name="T105" fmla="*/ 51 h 187"/>
                <a:gd name="T106" fmla="*/ 37 w 103"/>
                <a:gd name="T107" fmla="*/ 44 h 187"/>
                <a:gd name="T108" fmla="*/ 47 w 103"/>
                <a:gd name="T109" fmla="*/ 39 h 187"/>
                <a:gd name="T110" fmla="*/ 47 w 103"/>
                <a:gd name="T111" fmla="*/ 37 h 187"/>
                <a:gd name="T112" fmla="*/ 68 w 103"/>
                <a:gd name="T113" fmla="*/ 15 h 187"/>
                <a:gd name="T114" fmla="*/ 66 w 103"/>
                <a:gd name="T115" fmla="*/ 10 h 187"/>
                <a:gd name="T116" fmla="*/ 68 w 103"/>
                <a:gd name="T117" fmla="*/ 5 h 187"/>
                <a:gd name="T118" fmla="*/ 74 w 103"/>
                <a:gd name="T1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3" h="187">
                  <a:moveTo>
                    <a:pt x="71" y="173"/>
                  </a:moveTo>
                  <a:lnTo>
                    <a:pt x="72" y="173"/>
                  </a:lnTo>
                  <a:lnTo>
                    <a:pt x="74" y="173"/>
                  </a:lnTo>
                  <a:lnTo>
                    <a:pt x="74" y="175"/>
                  </a:lnTo>
                  <a:lnTo>
                    <a:pt x="74" y="176"/>
                  </a:lnTo>
                  <a:lnTo>
                    <a:pt x="71" y="176"/>
                  </a:lnTo>
                  <a:lnTo>
                    <a:pt x="70" y="175"/>
                  </a:lnTo>
                  <a:lnTo>
                    <a:pt x="68" y="175"/>
                  </a:lnTo>
                  <a:lnTo>
                    <a:pt x="71" y="173"/>
                  </a:lnTo>
                  <a:close/>
                  <a:moveTo>
                    <a:pt x="93" y="160"/>
                  </a:moveTo>
                  <a:lnTo>
                    <a:pt x="95" y="160"/>
                  </a:lnTo>
                  <a:lnTo>
                    <a:pt x="95" y="162"/>
                  </a:lnTo>
                  <a:lnTo>
                    <a:pt x="93" y="162"/>
                  </a:lnTo>
                  <a:lnTo>
                    <a:pt x="92" y="162"/>
                  </a:lnTo>
                  <a:lnTo>
                    <a:pt x="93" y="160"/>
                  </a:lnTo>
                  <a:close/>
                  <a:moveTo>
                    <a:pt x="38" y="129"/>
                  </a:moveTo>
                  <a:lnTo>
                    <a:pt x="39" y="131"/>
                  </a:lnTo>
                  <a:lnTo>
                    <a:pt x="41" y="131"/>
                  </a:lnTo>
                  <a:lnTo>
                    <a:pt x="38" y="133"/>
                  </a:lnTo>
                  <a:lnTo>
                    <a:pt x="35" y="131"/>
                  </a:lnTo>
                  <a:lnTo>
                    <a:pt x="35" y="130"/>
                  </a:lnTo>
                  <a:lnTo>
                    <a:pt x="38" y="129"/>
                  </a:lnTo>
                  <a:close/>
                  <a:moveTo>
                    <a:pt x="38" y="113"/>
                  </a:moveTo>
                  <a:lnTo>
                    <a:pt x="37" y="114"/>
                  </a:lnTo>
                  <a:lnTo>
                    <a:pt x="38" y="115"/>
                  </a:lnTo>
                  <a:lnTo>
                    <a:pt x="35" y="118"/>
                  </a:lnTo>
                  <a:lnTo>
                    <a:pt x="33" y="119"/>
                  </a:lnTo>
                  <a:lnTo>
                    <a:pt x="34" y="115"/>
                  </a:lnTo>
                  <a:lnTo>
                    <a:pt x="38" y="113"/>
                  </a:lnTo>
                  <a:close/>
                  <a:moveTo>
                    <a:pt x="16" y="98"/>
                  </a:moveTo>
                  <a:lnTo>
                    <a:pt x="18" y="100"/>
                  </a:lnTo>
                  <a:lnTo>
                    <a:pt x="21" y="100"/>
                  </a:lnTo>
                  <a:lnTo>
                    <a:pt x="21" y="102"/>
                  </a:lnTo>
                  <a:lnTo>
                    <a:pt x="25" y="108"/>
                  </a:lnTo>
                  <a:lnTo>
                    <a:pt x="22" y="109"/>
                  </a:lnTo>
                  <a:lnTo>
                    <a:pt x="26" y="109"/>
                  </a:lnTo>
                  <a:lnTo>
                    <a:pt x="26" y="114"/>
                  </a:lnTo>
                  <a:lnTo>
                    <a:pt x="25" y="110"/>
                  </a:lnTo>
                  <a:lnTo>
                    <a:pt x="24" y="110"/>
                  </a:lnTo>
                  <a:lnTo>
                    <a:pt x="25" y="112"/>
                  </a:lnTo>
                  <a:lnTo>
                    <a:pt x="24" y="113"/>
                  </a:lnTo>
                  <a:lnTo>
                    <a:pt x="25" y="114"/>
                  </a:lnTo>
                  <a:lnTo>
                    <a:pt x="25" y="115"/>
                  </a:lnTo>
                  <a:lnTo>
                    <a:pt x="22" y="115"/>
                  </a:lnTo>
                  <a:lnTo>
                    <a:pt x="22" y="117"/>
                  </a:lnTo>
                  <a:lnTo>
                    <a:pt x="21" y="118"/>
                  </a:lnTo>
                  <a:lnTo>
                    <a:pt x="20" y="118"/>
                  </a:lnTo>
                  <a:lnTo>
                    <a:pt x="20" y="119"/>
                  </a:lnTo>
                  <a:lnTo>
                    <a:pt x="20" y="119"/>
                  </a:lnTo>
                  <a:lnTo>
                    <a:pt x="17" y="118"/>
                  </a:lnTo>
                  <a:lnTo>
                    <a:pt x="14" y="118"/>
                  </a:lnTo>
                  <a:lnTo>
                    <a:pt x="13" y="113"/>
                  </a:lnTo>
                  <a:lnTo>
                    <a:pt x="9" y="112"/>
                  </a:lnTo>
                  <a:lnTo>
                    <a:pt x="8" y="113"/>
                  </a:lnTo>
                  <a:lnTo>
                    <a:pt x="6" y="115"/>
                  </a:lnTo>
                  <a:lnTo>
                    <a:pt x="5" y="117"/>
                  </a:lnTo>
                  <a:lnTo>
                    <a:pt x="0" y="112"/>
                  </a:lnTo>
                  <a:lnTo>
                    <a:pt x="2" y="106"/>
                  </a:lnTo>
                  <a:lnTo>
                    <a:pt x="5" y="106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9" y="102"/>
                  </a:lnTo>
                  <a:lnTo>
                    <a:pt x="10" y="101"/>
                  </a:lnTo>
                  <a:lnTo>
                    <a:pt x="12" y="101"/>
                  </a:lnTo>
                  <a:lnTo>
                    <a:pt x="13" y="101"/>
                  </a:lnTo>
                  <a:lnTo>
                    <a:pt x="16" y="98"/>
                  </a:lnTo>
                  <a:close/>
                  <a:moveTo>
                    <a:pt x="29" y="92"/>
                  </a:moveTo>
                  <a:lnTo>
                    <a:pt x="30" y="94"/>
                  </a:lnTo>
                  <a:lnTo>
                    <a:pt x="30" y="97"/>
                  </a:lnTo>
                  <a:lnTo>
                    <a:pt x="27" y="96"/>
                  </a:lnTo>
                  <a:lnTo>
                    <a:pt x="27" y="93"/>
                  </a:lnTo>
                  <a:lnTo>
                    <a:pt x="29" y="92"/>
                  </a:lnTo>
                  <a:close/>
                  <a:moveTo>
                    <a:pt x="30" y="88"/>
                  </a:moveTo>
                  <a:lnTo>
                    <a:pt x="31" y="89"/>
                  </a:lnTo>
                  <a:lnTo>
                    <a:pt x="31" y="92"/>
                  </a:lnTo>
                  <a:lnTo>
                    <a:pt x="30" y="90"/>
                  </a:lnTo>
                  <a:lnTo>
                    <a:pt x="30" y="88"/>
                  </a:lnTo>
                  <a:close/>
                  <a:moveTo>
                    <a:pt x="20" y="88"/>
                  </a:moveTo>
                  <a:lnTo>
                    <a:pt x="21" y="92"/>
                  </a:lnTo>
                  <a:lnTo>
                    <a:pt x="18" y="93"/>
                  </a:lnTo>
                  <a:lnTo>
                    <a:pt x="18" y="90"/>
                  </a:lnTo>
                  <a:lnTo>
                    <a:pt x="17" y="92"/>
                  </a:lnTo>
                  <a:lnTo>
                    <a:pt x="17" y="89"/>
                  </a:lnTo>
                  <a:lnTo>
                    <a:pt x="20" y="88"/>
                  </a:lnTo>
                  <a:close/>
                  <a:moveTo>
                    <a:pt x="20" y="84"/>
                  </a:moveTo>
                  <a:lnTo>
                    <a:pt x="20" y="85"/>
                  </a:lnTo>
                  <a:lnTo>
                    <a:pt x="18" y="87"/>
                  </a:lnTo>
                  <a:lnTo>
                    <a:pt x="20" y="84"/>
                  </a:lnTo>
                  <a:close/>
                  <a:moveTo>
                    <a:pt x="25" y="84"/>
                  </a:moveTo>
                  <a:lnTo>
                    <a:pt x="24" y="88"/>
                  </a:lnTo>
                  <a:lnTo>
                    <a:pt x="21" y="90"/>
                  </a:lnTo>
                  <a:lnTo>
                    <a:pt x="21" y="88"/>
                  </a:lnTo>
                  <a:lnTo>
                    <a:pt x="25" y="84"/>
                  </a:lnTo>
                  <a:close/>
                  <a:moveTo>
                    <a:pt x="13" y="77"/>
                  </a:moveTo>
                  <a:lnTo>
                    <a:pt x="14" y="77"/>
                  </a:lnTo>
                  <a:lnTo>
                    <a:pt x="12" y="79"/>
                  </a:lnTo>
                  <a:lnTo>
                    <a:pt x="13" y="77"/>
                  </a:lnTo>
                  <a:close/>
                  <a:moveTo>
                    <a:pt x="21" y="76"/>
                  </a:moveTo>
                  <a:lnTo>
                    <a:pt x="22" y="77"/>
                  </a:lnTo>
                  <a:lnTo>
                    <a:pt x="24" y="79"/>
                  </a:lnTo>
                  <a:lnTo>
                    <a:pt x="25" y="80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18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1" y="79"/>
                  </a:lnTo>
                  <a:lnTo>
                    <a:pt x="18" y="77"/>
                  </a:lnTo>
                  <a:lnTo>
                    <a:pt x="21" y="76"/>
                  </a:lnTo>
                  <a:close/>
                  <a:moveTo>
                    <a:pt x="17" y="75"/>
                  </a:moveTo>
                  <a:lnTo>
                    <a:pt x="17" y="76"/>
                  </a:lnTo>
                  <a:lnTo>
                    <a:pt x="16" y="77"/>
                  </a:lnTo>
                  <a:lnTo>
                    <a:pt x="17" y="75"/>
                  </a:lnTo>
                  <a:close/>
                  <a:moveTo>
                    <a:pt x="21" y="71"/>
                  </a:moveTo>
                  <a:lnTo>
                    <a:pt x="20" y="72"/>
                  </a:lnTo>
                  <a:lnTo>
                    <a:pt x="20" y="71"/>
                  </a:lnTo>
                  <a:lnTo>
                    <a:pt x="21" y="71"/>
                  </a:lnTo>
                  <a:close/>
                  <a:moveTo>
                    <a:pt x="18" y="69"/>
                  </a:moveTo>
                  <a:lnTo>
                    <a:pt x="20" y="71"/>
                  </a:lnTo>
                  <a:lnTo>
                    <a:pt x="18" y="71"/>
                  </a:lnTo>
                  <a:lnTo>
                    <a:pt x="18" y="69"/>
                  </a:lnTo>
                  <a:lnTo>
                    <a:pt x="18" y="69"/>
                  </a:lnTo>
                  <a:close/>
                  <a:moveTo>
                    <a:pt x="8" y="68"/>
                  </a:moveTo>
                  <a:lnTo>
                    <a:pt x="9" y="69"/>
                  </a:lnTo>
                  <a:lnTo>
                    <a:pt x="8" y="71"/>
                  </a:lnTo>
                  <a:lnTo>
                    <a:pt x="8" y="69"/>
                  </a:lnTo>
                  <a:lnTo>
                    <a:pt x="8" y="68"/>
                  </a:lnTo>
                  <a:close/>
                  <a:moveTo>
                    <a:pt x="9" y="63"/>
                  </a:moveTo>
                  <a:lnTo>
                    <a:pt x="10" y="63"/>
                  </a:lnTo>
                  <a:lnTo>
                    <a:pt x="10" y="64"/>
                  </a:lnTo>
                  <a:lnTo>
                    <a:pt x="10" y="65"/>
                  </a:lnTo>
                  <a:lnTo>
                    <a:pt x="10" y="68"/>
                  </a:lnTo>
                  <a:lnTo>
                    <a:pt x="9" y="68"/>
                  </a:lnTo>
                  <a:lnTo>
                    <a:pt x="8" y="65"/>
                  </a:lnTo>
                  <a:lnTo>
                    <a:pt x="9" y="64"/>
                  </a:lnTo>
                  <a:lnTo>
                    <a:pt x="9" y="63"/>
                  </a:lnTo>
                  <a:close/>
                  <a:moveTo>
                    <a:pt x="10" y="62"/>
                  </a:moveTo>
                  <a:lnTo>
                    <a:pt x="10" y="63"/>
                  </a:lnTo>
                  <a:lnTo>
                    <a:pt x="9" y="63"/>
                  </a:lnTo>
                  <a:lnTo>
                    <a:pt x="9" y="62"/>
                  </a:lnTo>
                  <a:lnTo>
                    <a:pt x="10" y="62"/>
                  </a:lnTo>
                  <a:close/>
                  <a:moveTo>
                    <a:pt x="9" y="59"/>
                  </a:moveTo>
                  <a:lnTo>
                    <a:pt x="12" y="59"/>
                  </a:lnTo>
                  <a:lnTo>
                    <a:pt x="12" y="60"/>
                  </a:lnTo>
                  <a:lnTo>
                    <a:pt x="9" y="60"/>
                  </a:lnTo>
                  <a:lnTo>
                    <a:pt x="8" y="59"/>
                  </a:lnTo>
                  <a:lnTo>
                    <a:pt x="9" y="59"/>
                  </a:lnTo>
                  <a:close/>
                  <a:moveTo>
                    <a:pt x="20" y="59"/>
                  </a:moveTo>
                  <a:lnTo>
                    <a:pt x="21" y="60"/>
                  </a:lnTo>
                  <a:lnTo>
                    <a:pt x="21" y="64"/>
                  </a:lnTo>
                  <a:lnTo>
                    <a:pt x="22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4" y="67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2" y="67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7" y="63"/>
                  </a:lnTo>
                  <a:lnTo>
                    <a:pt x="17" y="64"/>
                  </a:lnTo>
                  <a:lnTo>
                    <a:pt x="14" y="63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8" y="62"/>
                  </a:lnTo>
                  <a:lnTo>
                    <a:pt x="18" y="59"/>
                  </a:lnTo>
                  <a:lnTo>
                    <a:pt x="20" y="59"/>
                  </a:lnTo>
                  <a:close/>
                  <a:moveTo>
                    <a:pt x="14" y="55"/>
                  </a:moveTo>
                  <a:lnTo>
                    <a:pt x="16" y="55"/>
                  </a:lnTo>
                  <a:lnTo>
                    <a:pt x="13" y="58"/>
                  </a:lnTo>
                  <a:lnTo>
                    <a:pt x="12" y="56"/>
                  </a:lnTo>
                  <a:lnTo>
                    <a:pt x="13" y="56"/>
                  </a:lnTo>
                  <a:lnTo>
                    <a:pt x="13" y="55"/>
                  </a:lnTo>
                  <a:lnTo>
                    <a:pt x="14" y="55"/>
                  </a:lnTo>
                  <a:close/>
                  <a:moveTo>
                    <a:pt x="21" y="44"/>
                  </a:moveTo>
                  <a:lnTo>
                    <a:pt x="21" y="48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8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3" y="52"/>
                  </a:lnTo>
                  <a:lnTo>
                    <a:pt x="12" y="51"/>
                  </a:lnTo>
                  <a:lnTo>
                    <a:pt x="13" y="50"/>
                  </a:lnTo>
                  <a:lnTo>
                    <a:pt x="16" y="51"/>
                  </a:lnTo>
                  <a:lnTo>
                    <a:pt x="16" y="48"/>
                  </a:lnTo>
                  <a:lnTo>
                    <a:pt x="21" y="44"/>
                  </a:lnTo>
                  <a:close/>
                  <a:moveTo>
                    <a:pt x="50" y="43"/>
                  </a:moveTo>
                  <a:lnTo>
                    <a:pt x="50" y="43"/>
                  </a:lnTo>
                  <a:lnTo>
                    <a:pt x="49" y="46"/>
                  </a:lnTo>
                  <a:lnTo>
                    <a:pt x="50" y="46"/>
                  </a:lnTo>
                  <a:lnTo>
                    <a:pt x="49" y="48"/>
                  </a:lnTo>
                  <a:lnTo>
                    <a:pt x="47" y="48"/>
                  </a:lnTo>
                  <a:lnTo>
                    <a:pt x="46" y="51"/>
                  </a:lnTo>
                  <a:lnTo>
                    <a:pt x="41" y="55"/>
                  </a:lnTo>
                  <a:lnTo>
                    <a:pt x="41" y="56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42" y="56"/>
                  </a:lnTo>
                  <a:lnTo>
                    <a:pt x="41" y="59"/>
                  </a:lnTo>
                  <a:lnTo>
                    <a:pt x="39" y="62"/>
                  </a:lnTo>
                  <a:lnTo>
                    <a:pt x="39" y="62"/>
                  </a:lnTo>
                  <a:lnTo>
                    <a:pt x="41" y="60"/>
                  </a:lnTo>
                  <a:lnTo>
                    <a:pt x="42" y="60"/>
                  </a:lnTo>
                  <a:lnTo>
                    <a:pt x="43" y="60"/>
                  </a:lnTo>
                  <a:lnTo>
                    <a:pt x="45" y="59"/>
                  </a:lnTo>
                  <a:lnTo>
                    <a:pt x="46" y="59"/>
                  </a:lnTo>
                  <a:lnTo>
                    <a:pt x="47" y="59"/>
                  </a:lnTo>
                  <a:lnTo>
                    <a:pt x="49" y="59"/>
                  </a:lnTo>
                  <a:lnTo>
                    <a:pt x="50" y="59"/>
                  </a:lnTo>
                  <a:lnTo>
                    <a:pt x="51" y="59"/>
                  </a:lnTo>
                  <a:lnTo>
                    <a:pt x="54" y="59"/>
                  </a:lnTo>
                  <a:lnTo>
                    <a:pt x="58" y="59"/>
                  </a:lnTo>
                  <a:lnTo>
                    <a:pt x="59" y="59"/>
                  </a:lnTo>
                  <a:lnTo>
                    <a:pt x="62" y="60"/>
                  </a:lnTo>
                  <a:lnTo>
                    <a:pt x="62" y="63"/>
                  </a:lnTo>
                  <a:lnTo>
                    <a:pt x="60" y="64"/>
                  </a:lnTo>
                  <a:lnTo>
                    <a:pt x="59" y="67"/>
                  </a:lnTo>
                  <a:lnTo>
                    <a:pt x="59" y="68"/>
                  </a:lnTo>
                  <a:lnTo>
                    <a:pt x="58" y="69"/>
                  </a:lnTo>
                  <a:lnTo>
                    <a:pt x="58" y="71"/>
                  </a:lnTo>
                  <a:lnTo>
                    <a:pt x="58" y="72"/>
                  </a:lnTo>
                  <a:lnTo>
                    <a:pt x="55" y="75"/>
                  </a:lnTo>
                  <a:lnTo>
                    <a:pt x="55" y="76"/>
                  </a:lnTo>
                  <a:lnTo>
                    <a:pt x="54" y="77"/>
                  </a:lnTo>
                  <a:lnTo>
                    <a:pt x="53" y="79"/>
                  </a:lnTo>
                  <a:lnTo>
                    <a:pt x="50" y="79"/>
                  </a:lnTo>
                  <a:lnTo>
                    <a:pt x="49" y="80"/>
                  </a:lnTo>
                  <a:lnTo>
                    <a:pt x="49" y="81"/>
                  </a:lnTo>
                  <a:lnTo>
                    <a:pt x="51" y="79"/>
                  </a:lnTo>
                  <a:lnTo>
                    <a:pt x="53" y="80"/>
                  </a:lnTo>
                  <a:lnTo>
                    <a:pt x="53" y="81"/>
                  </a:lnTo>
                  <a:lnTo>
                    <a:pt x="54" y="83"/>
                  </a:lnTo>
                  <a:lnTo>
                    <a:pt x="53" y="84"/>
                  </a:lnTo>
                  <a:lnTo>
                    <a:pt x="50" y="84"/>
                  </a:lnTo>
                  <a:lnTo>
                    <a:pt x="50" y="85"/>
                  </a:lnTo>
                  <a:lnTo>
                    <a:pt x="47" y="87"/>
                  </a:lnTo>
                  <a:lnTo>
                    <a:pt x="45" y="85"/>
                  </a:lnTo>
                  <a:lnTo>
                    <a:pt x="43" y="85"/>
                  </a:lnTo>
                  <a:lnTo>
                    <a:pt x="43" y="87"/>
                  </a:lnTo>
                  <a:lnTo>
                    <a:pt x="46" y="87"/>
                  </a:lnTo>
                  <a:lnTo>
                    <a:pt x="47" y="87"/>
                  </a:lnTo>
                  <a:lnTo>
                    <a:pt x="50" y="88"/>
                  </a:lnTo>
                  <a:lnTo>
                    <a:pt x="53" y="87"/>
                  </a:lnTo>
                  <a:lnTo>
                    <a:pt x="53" y="85"/>
                  </a:lnTo>
                  <a:lnTo>
                    <a:pt x="55" y="87"/>
                  </a:lnTo>
                  <a:lnTo>
                    <a:pt x="58" y="88"/>
                  </a:lnTo>
                  <a:lnTo>
                    <a:pt x="59" y="88"/>
                  </a:lnTo>
                  <a:lnTo>
                    <a:pt x="63" y="93"/>
                  </a:lnTo>
                  <a:lnTo>
                    <a:pt x="63" y="93"/>
                  </a:lnTo>
                  <a:lnTo>
                    <a:pt x="64" y="94"/>
                  </a:lnTo>
                  <a:lnTo>
                    <a:pt x="66" y="101"/>
                  </a:lnTo>
                  <a:lnTo>
                    <a:pt x="67" y="102"/>
                  </a:lnTo>
                  <a:lnTo>
                    <a:pt x="68" y="108"/>
                  </a:lnTo>
                  <a:lnTo>
                    <a:pt x="70" y="108"/>
                  </a:lnTo>
                  <a:lnTo>
                    <a:pt x="70" y="109"/>
                  </a:lnTo>
                  <a:lnTo>
                    <a:pt x="74" y="110"/>
                  </a:lnTo>
                  <a:lnTo>
                    <a:pt x="76" y="112"/>
                  </a:lnTo>
                  <a:lnTo>
                    <a:pt x="78" y="115"/>
                  </a:lnTo>
                  <a:lnTo>
                    <a:pt x="79" y="115"/>
                  </a:lnTo>
                  <a:lnTo>
                    <a:pt x="79" y="117"/>
                  </a:lnTo>
                  <a:lnTo>
                    <a:pt x="81" y="117"/>
                  </a:lnTo>
                  <a:lnTo>
                    <a:pt x="80" y="117"/>
                  </a:lnTo>
                  <a:lnTo>
                    <a:pt x="79" y="119"/>
                  </a:lnTo>
                  <a:lnTo>
                    <a:pt x="80" y="121"/>
                  </a:lnTo>
                  <a:lnTo>
                    <a:pt x="84" y="125"/>
                  </a:lnTo>
                  <a:lnTo>
                    <a:pt x="83" y="125"/>
                  </a:lnTo>
                  <a:lnTo>
                    <a:pt x="81" y="125"/>
                  </a:lnTo>
                  <a:lnTo>
                    <a:pt x="80" y="123"/>
                  </a:lnTo>
                  <a:lnTo>
                    <a:pt x="79" y="123"/>
                  </a:lnTo>
                  <a:lnTo>
                    <a:pt x="78" y="123"/>
                  </a:lnTo>
                  <a:lnTo>
                    <a:pt x="76" y="123"/>
                  </a:lnTo>
                  <a:lnTo>
                    <a:pt x="75" y="123"/>
                  </a:lnTo>
                  <a:lnTo>
                    <a:pt x="76" y="123"/>
                  </a:lnTo>
                  <a:lnTo>
                    <a:pt x="78" y="125"/>
                  </a:lnTo>
                  <a:lnTo>
                    <a:pt x="79" y="123"/>
                  </a:lnTo>
                  <a:lnTo>
                    <a:pt x="79" y="123"/>
                  </a:lnTo>
                  <a:lnTo>
                    <a:pt x="80" y="126"/>
                  </a:lnTo>
                  <a:lnTo>
                    <a:pt x="83" y="127"/>
                  </a:lnTo>
                  <a:lnTo>
                    <a:pt x="84" y="127"/>
                  </a:lnTo>
                  <a:lnTo>
                    <a:pt x="87" y="131"/>
                  </a:lnTo>
                  <a:lnTo>
                    <a:pt x="87" y="134"/>
                  </a:lnTo>
                  <a:lnTo>
                    <a:pt x="83" y="137"/>
                  </a:lnTo>
                  <a:lnTo>
                    <a:pt x="85" y="138"/>
                  </a:lnTo>
                  <a:lnTo>
                    <a:pt x="87" y="139"/>
                  </a:lnTo>
                  <a:lnTo>
                    <a:pt x="88" y="138"/>
                  </a:lnTo>
                  <a:lnTo>
                    <a:pt x="88" y="135"/>
                  </a:lnTo>
                  <a:lnTo>
                    <a:pt x="92" y="135"/>
                  </a:lnTo>
                  <a:lnTo>
                    <a:pt x="97" y="135"/>
                  </a:lnTo>
                  <a:lnTo>
                    <a:pt x="101" y="139"/>
                  </a:lnTo>
                  <a:lnTo>
                    <a:pt x="101" y="142"/>
                  </a:lnTo>
                  <a:lnTo>
                    <a:pt x="103" y="143"/>
                  </a:lnTo>
                  <a:lnTo>
                    <a:pt x="101" y="146"/>
                  </a:lnTo>
                  <a:lnTo>
                    <a:pt x="101" y="150"/>
                  </a:lnTo>
                  <a:lnTo>
                    <a:pt x="100" y="150"/>
                  </a:lnTo>
                  <a:lnTo>
                    <a:pt x="99" y="152"/>
                  </a:lnTo>
                  <a:lnTo>
                    <a:pt x="99" y="151"/>
                  </a:lnTo>
                  <a:lnTo>
                    <a:pt x="97" y="151"/>
                  </a:lnTo>
                  <a:lnTo>
                    <a:pt x="96" y="152"/>
                  </a:lnTo>
                  <a:lnTo>
                    <a:pt x="99" y="152"/>
                  </a:lnTo>
                  <a:lnTo>
                    <a:pt x="97" y="152"/>
                  </a:lnTo>
                  <a:lnTo>
                    <a:pt x="99" y="154"/>
                  </a:lnTo>
                  <a:lnTo>
                    <a:pt x="97" y="154"/>
                  </a:lnTo>
                  <a:lnTo>
                    <a:pt x="96" y="155"/>
                  </a:lnTo>
                  <a:lnTo>
                    <a:pt x="95" y="155"/>
                  </a:lnTo>
                  <a:lnTo>
                    <a:pt x="93" y="155"/>
                  </a:lnTo>
                  <a:lnTo>
                    <a:pt x="92" y="156"/>
                  </a:lnTo>
                  <a:lnTo>
                    <a:pt x="95" y="156"/>
                  </a:lnTo>
                  <a:lnTo>
                    <a:pt x="95" y="158"/>
                  </a:lnTo>
                  <a:lnTo>
                    <a:pt x="93" y="159"/>
                  </a:lnTo>
                  <a:lnTo>
                    <a:pt x="92" y="159"/>
                  </a:lnTo>
                  <a:lnTo>
                    <a:pt x="89" y="160"/>
                  </a:lnTo>
                  <a:lnTo>
                    <a:pt x="91" y="160"/>
                  </a:lnTo>
                  <a:lnTo>
                    <a:pt x="93" y="160"/>
                  </a:lnTo>
                  <a:lnTo>
                    <a:pt x="92" y="160"/>
                  </a:lnTo>
                  <a:lnTo>
                    <a:pt x="92" y="160"/>
                  </a:lnTo>
                  <a:lnTo>
                    <a:pt x="91" y="162"/>
                  </a:lnTo>
                  <a:lnTo>
                    <a:pt x="92" y="162"/>
                  </a:lnTo>
                  <a:lnTo>
                    <a:pt x="95" y="163"/>
                  </a:lnTo>
                  <a:lnTo>
                    <a:pt x="95" y="162"/>
                  </a:lnTo>
                  <a:lnTo>
                    <a:pt x="97" y="162"/>
                  </a:lnTo>
                  <a:lnTo>
                    <a:pt x="101" y="162"/>
                  </a:lnTo>
                  <a:lnTo>
                    <a:pt x="100" y="163"/>
                  </a:lnTo>
                  <a:lnTo>
                    <a:pt x="100" y="164"/>
                  </a:lnTo>
                  <a:lnTo>
                    <a:pt x="100" y="165"/>
                  </a:lnTo>
                  <a:lnTo>
                    <a:pt x="99" y="165"/>
                  </a:lnTo>
                  <a:lnTo>
                    <a:pt x="96" y="168"/>
                  </a:lnTo>
                  <a:lnTo>
                    <a:pt x="96" y="169"/>
                  </a:lnTo>
                  <a:lnTo>
                    <a:pt x="95" y="169"/>
                  </a:lnTo>
                  <a:lnTo>
                    <a:pt x="93" y="169"/>
                  </a:lnTo>
                  <a:lnTo>
                    <a:pt x="92" y="171"/>
                  </a:lnTo>
                  <a:lnTo>
                    <a:pt x="91" y="171"/>
                  </a:lnTo>
                  <a:lnTo>
                    <a:pt x="88" y="172"/>
                  </a:lnTo>
                  <a:lnTo>
                    <a:pt x="87" y="172"/>
                  </a:lnTo>
                  <a:lnTo>
                    <a:pt x="85" y="171"/>
                  </a:lnTo>
                  <a:lnTo>
                    <a:pt x="83" y="172"/>
                  </a:lnTo>
                  <a:lnTo>
                    <a:pt x="79" y="172"/>
                  </a:lnTo>
                  <a:lnTo>
                    <a:pt x="78" y="173"/>
                  </a:lnTo>
                  <a:lnTo>
                    <a:pt x="75" y="172"/>
                  </a:lnTo>
                  <a:lnTo>
                    <a:pt x="75" y="171"/>
                  </a:lnTo>
                  <a:lnTo>
                    <a:pt x="74" y="172"/>
                  </a:lnTo>
                  <a:lnTo>
                    <a:pt x="74" y="172"/>
                  </a:lnTo>
                  <a:lnTo>
                    <a:pt x="71" y="172"/>
                  </a:lnTo>
                  <a:lnTo>
                    <a:pt x="68" y="173"/>
                  </a:lnTo>
                  <a:lnTo>
                    <a:pt x="67" y="173"/>
                  </a:lnTo>
                  <a:lnTo>
                    <a:pt x="64" y="175"/>
                  </a:lnTo>
                  <a:lnTo>
                    <a:pt x="64" y="176"/>
                  </a:lnTo>
                  <a:lnTo>
                    <a:pt x="62" y="176"/>
                  </a:lnTo>
                  <a:lnTo>
                    <a:pt x="59" y="176"/>
                  </a:lnTo>
                  <a:lnTo>
                    <a:pt x="59" y="176"/>
                  </a:lnTo>
                  <a:lnTo>
                    <a:pt x="56" y="175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50" y="176"/>
                  </a:lnTo>
                  <a:lnTo>
                    <a:pt x="49" y="176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7" y="180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3" y="183"/>
                  </a:lnTo>
                  <a:lnTo>
                    <a:pt x="42" y="181"/>
                  </a:lnTo>
                  <a:lnTo>
                    <a:pt x="41" y="181"/>
                  </a:lnTo>
                  <a:lnTo>
                    <a:pt x="41" y="180"/>
                  </a:lnTo>
                  <a:lnTo>
                    <a:pt x="39" y="180"/>
                  </a:lnTo>
                  <a:lnTo>
                    <a:pt x="38" y="180"/>
                  </a:lnTo>
                  <a:lnTo>
                    <a:pt x="35" y="181"/>
                  </a:lnTo>
                  <a:lnTo>
                    <a:pt x="34" y="180"/>
                  </a:lnTo>
                  <a:lnTo>
                    <a:pt x="33" y="183"/>
                  </a:lnTo>
                  <a:lnTo>
                    <a:pt x="33" y="183"/>
                  </a:lnTo>
                  <a:lnTo>
                    <a:pt x="30" y="184"/>
                  </a:lnTo>
                  <a:lnTo>
                    <a:pt x="30" y="183"/>
                  </a:lnTo>
                  <a:lnTo>
                    <a:pt x="29" y="184"/>
                  </a:lnTo>
                  <a:lnTo>
                    <a:pt x="30" y="185"/>
                  </a:lnTo>
                  <a:lnTo>
                    <a:pt x="29" y="187"/>
                  </a:lnTo>
                  <a:lnTo>
                    <a:pt x="27" y="184"/>
                  </a:lnTo>
                  <a:lnTo>
                    <a:pt x="25" y="184"/>
                  </a:lnTo>
                  <a:lnTo>
                    <a:pt x="25" y="185"/>
                  </a:lnTo>
                  <a:lnTo>
                    <a:pt x="22" y="185"/>
                  </a:lnTo>
                  <a:lnTo>
                    <a:pt x="22" y="184"/>
                  </a:lnTo>
                  <a:lnTo>
                    <a:pt x="25" y="183"/>
                  </a:lnTo>
                  <a:lnTo>
                    <a:pt x="26" y="183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77"/>
                  </a:lnTo>
                  <a:lnTo>
                    <a:pt x="33" y="176"/>
                  </a:lnTo>
                  <a:lnTo>
                    <a:pt x="33" y="176"/>
                  </a:lnTo>
                  <a:lnTo>
                    <a:pt x="35" y="173"/>
                  </a:lnTo>
                  <a:lnTo>
                    <a:pt x="35" y="169"/>
                  </a:lnTo>
                  <a:lnTo>
                    <a:pt x="38" y="169"/>
                  </a:lnTo>
                  <a:lnTo>
                    <a:pt x="39" y="168"/>
                  </a:lnTo>
                  <a:lnTo>
                    <a:pt x="39" y="167"/>
                  </a:lnTo>
                  <a:lnTo>
                    <a:pt x="42" y="165"/>
                  </a:lnTo>
                  <a:lnTo>
                    <a:pt x="47" y="165"/>
                  </a:lnTo>
                  <a:lnTo>
                    <a:pt x="50" y="167"/>
                  </a:lnTo>
                  <a:lnTo>
                    <a:pt x="51" y="167"/>
                  </a:lnTo>
                  <a:lnTo>
                    <a:pt x="53" y="167"/>
                  </a:lnTo>
                  <a:lnTo>
                    <a:pt x="53" y="163"/>
                  </a:lnTo>
                  <a:lnTo>
                    <a:pt x="55" y="160"/>
                  </a:lnTo>
                  <a:lnTo>
                    <a:pt x="59" y="158"/>
                  </a:lnTo>
                  <a:lnTo>
                    <a:pt x="56" y="159"/>
                  </a:lnTo>
                  <a:lnTo>
                    <a:pt x="55" y="160"/>
                  </a:lnTo>
                  <a:lnTo>
                    <a:pt x="53" y="160"/>
                  </a:lnTo>
                  <a:lnTo>
                    <a:pt x="51" y="162"/>
                  </a:lnTo>
                  <a:lnTo>
                    <a:pt x="50" y="163"/>
                  </a:lnTo>
                  <a:lnTo>
                    <a:pt x="46" y="163"/>
                  </a:lnTo>
                  <a:lnTo>
                    <a:pt x="45" y="162"/>
                  </a:lnTo>
                  <a:lnTo>
                    <a:pt x="43" y="159"/>
                  </a:lnTo>
                  <a:lnTo>
                    <a:pt x="42" y="160"/>
                  </a:lnTo>
                  <a:lnTo>
                    <a:pt x="42" y="160"/>
                  </a:lnTo>
                  <a:lnTo>
                    <a:pt x="38" y="160"/>
                  </a:lnTo>
                  <a:lnTo>
                    <a:pt x="38" y="159"/>
                  </a:lnTo>
                  <a:lnTo>
                    <a:pt x="41" y="159"/>
                  </a:lnTo>
                  <a:lnTo>
                    <a:pt x="38" y="158"/>
                  </a:lnTo>
                  <a:lnTo>
                    <a:pt x="38" y="156"/>
                  </a:lnTo>
                  <a:lnTo>
                    <a:pt x="35" y="158"/>
                  </a:lnTo>
                  <a:lnTo>
                    <a:pt x="33" y="159"/>
                  </a:lnTo>
                  <a:lnTo>
                    <a:pt x="31" y="159"/>
                  </a:lnTo>
                  <a:lnTo>
                    <a:pt x="30" y="159"/>
                  </a:lnTo>
                  <a:lnTo>
                    <a:pt x="31" y="158"/>
                  </a:lnTo>
                  <a:lnTo>
                    <a:pt x="27" y="158"/>
                  </a:lnTo>
                  <a:lnTo>
                    <a:pt x="30" y="156"/>
                  </a:lnTo>
                  <a:lnTo>
                    <a:pt x="30" y="155"/>
                  </a:lnTo>
                  <a:lnTo>
                    <a:pt x="27" y="155"/>
                  </a:lnTo>
                  <a:lnTo>
                    <a:pt x="30" y="152"/>
                  </a:lnTo>
                  <a:lnTo>
                    <a:pt x="31" y="152"/>
                  </a:lnTo>
                  <a:lnTo>
                    <a:pt x="34" y="151"/>
                  </a:lnTo>
                  <a:lnTo>
                    <a:pt x="35" y="151"/>
                  </a:lnTo>
                  <a:lnTo>
                    <a:pt x="37" y="150"/>
                  </a:lnTo>
                  <a:lnTo>
                    <a:pt x="39" y="150"/>
                  </a:lnTo>
                  <a:lnTo>
                    <a:pt x="42" y="144"/>
                  </a:lnTo>
                  <a:lnTo>
                    <a:pt x="41" y="144"/>
                  </a:lnTo>
                  <a:lnTo>
                    <a:pt x="39" y="142"/>
                  </a:lnTo>
                  <a:lnTo>
                    <a:pt x="41" y="142"/>
                  </a:lnTo>
                  <a:lnTo>
                    <a:pt x="39" y="139"/>
                  </a:lnTo>
                  <a:lnTo>
                    <a:pt x="41" y="138"/>
                  </a:lnTo>
                  <a:lnTo>
                    <a:pt x="37" y="139"/>
                  </a:lnTo>
                  <a:lnTo>
                    <a:pt x="35" y="140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4" y="138"/>
                  </a:lnTo>
                  <a:lnTo>
                    <a:pt x="37" y="137"/>
                  </a:lnTo>
                  <a:lnTo>
                    <a:pt x="39" y="134"/>
                  </a:lnTo>
                  <a:lnTo>
                    <a:pt x="43" y="131"/>
                  </a:lnTo>
                  <a:lnTo>
                    <a:pt x="45" y="131"/>
                  </a:lnTo>
                  <a:lnTo>
                    <a:pt x="49" y="131"/>
                  </a:lnTo>
                  <a:lnTo>
                    <a:pt x="50" y="133"/>
                  </a:lnTo>
                  <a:lnTo>
                    <a:pt x="53" y="133"/>
                  </a:lnTo>
                  <a:lnTo>
                    <a:pt x="51" y="131"/>
                  </a:lnTo>
                  <a:lnTo>
                    <a:pt x="50" y="130"/>
                  </a:lnTo>
                  <a:lnTo>
                    <a:pt x="51" y="130"/>
                  </a:lnTo>
                  <a:lnTo>
                    <a:pt x="53" y="131"/>
                  </a:lnTo>
                  <a:lnTo>
                    <a:pt x="54" y="131"/>
                  </a:lnTo>
                  <a:lnTo>
                    <a:pt x="55" y="130"/>
                  </a:lnTo>
                  <a:lnTo>
                    <a:pt x="54" y="130"/>
                  </a:lnTo>
                  <a:lnTo>
                    <a:pt x="51" y="129"/>
                  </a:lnTo>
                  <a:lnTo>
                    <a:pt x="50" y="127"/>
                  </a:lnTo>
                  <a:lnTo>
                    <a:pt x="51" y="125"/>
                  </a:lnTo>
                  <a:lnTo>
                    <a:pt x="51" y="122"/>
                  </a:lnTo>
                  <a:lnTo>
                    <a:pt x="54" y="119"/>
                  </a:lnTo>
                  <a:lnTo>
                    <a:pt x="53" y="119"/>
                  </a:lnTo>
                  <a:lnTo>
                    <a:pt x="54" y="117"/>
                  </a:lnTo>
                  <a:lnTo>
                    <a:pt x="51" y="115"/>
                  </a:lnTo>
                  <a:lnTo>
                    <a:pt x="49" y="118"/>
                  </a:lnTo>
                  <a:lnTo>
                    <a:pt x="49" y="115"/>
                  </a:lnTo>
                  <a:lnTo>
                    <a:pt x="47" y="117"/>
                  </a:lnTo>
                  <a:lnTo>
                    <a:pt x="45" y="112"/>
                  </a:lnTo>
                  <a:lnTo>
                    <a:pt x="47" y="105"/>
                  </a:lnTo>
                  <a:lnTo>
                    <a:pt x="51" y="104"/>
                  </a:lnTo>
                  <a:lnTo>
                    <a:pt x="45" y="104"/>
                  </a:lnTo>
                  <a:lnTo>
                    <a:pt x="45" y="105"/>
                  </a:lnTo>
                  <a:lnTo>
                    <a:pt x="42" y="105"/>
                  </a:lnTo>
                  <a:lnTo>
                    <a:pt x="42" y="106"/>
                  </a:lnTo>
                  <a:lnTo>
                    <a:pt x="41" y="106"/>
                  </a:lnTo>
                  <a:lnTo>
                    <a:pt x="37" y="105"/>
                  </a:lnTo>
                  <a:lnTo>
                    <a:pt x="35" y="105"/>
                  </a:lnTo>
                  <a:lnTo>
                    <a:pt x="38" y="106"/>
                  </a:lnTo>
                  <a:lnTo>
                    <a:pt x="37" y="109"/>
                  </a:lnTo>
                  <a:lnTo>
                    <a:pt x="33" y="105"/>
                  </a:lnTo>
                  <a:lnTo>
                    <a:pt x="31" y="106"/>
                  </a:lnTo>
                  <a:lnTo>
                    <a:pt x="33" y="109"/>
                  </a:lnTo>
                  <a:lnTo>
                    <a:pt x="30" y="106"/>
                  </a:lnTo>
                  <a:lnTo>
                    <a:pt x="30" y="104"/>
                  </a:lnTo>
                  <a:lnTo>
                    <a:pt x="31" y="105"/>
                  </a:lnTo>
                  <a:lnTo>
                    <a:pt x="31" y="102"/>
                  </a:lnTo>
                  <a:lnTo>
                    <a:pt x="33" y="97"/>
                  </a:lnTo>
                  <a:lnTo>
                    <a:pt x="35" y="94"/>
                  </a:lnTo>
                  <a:lnTo>
                    <a:pt x="34" y="93"/>
                  </a:lnTo>
                  <a:lnTo>
                    <a:pt x="33" y="93"/>
                  </a:lnTo>
                  <a:lnTo>
                    <a:pt x="33" y="90"/>
                  </a:lnTo>
                  <a:lnTo>
                    <a:pt x="33" y="87"/>
                  </a:lnTo>
                  <a:lnTo>
                    <a:pt x="35" y="88"/>
                  </a:lnTo>
                  <a:lnTo>
                    <a:pt x="33" y="85"/>
                  </a:lnTo>
                  <a:lnTo>
                    <a:pt x="33" y="84"/>
                  </a:lnTo>
                  <a:lnTo>
                    <a:pt x="33" y="84"/>
                  </a:lnTo>
                  <a:lnTo>
                    <a:pt x="33" y="85"/>
                  </a:lnTo>
                  <a:lnTo>
                    <a:pt x="31" y="89"/>
                  </a:lnTo>
                  <a:lnTo>
                    <a:pt x="30" y="87"/>
                  </a:lnTo>
                  <a:lnTo>
                    <a:pt x="29" y="88"/>
                  </a:lnTo>
                  <a:lnTo>
                    <a:pt x="29" y="89"/>
                  </a:lnTo>
                  <a:lnTo>
                    <a:pt x="27" y="88"/>
                  </a:lnTo>
                  <a:lnTo>
                    <a:pt x="29" y="87"/>
                  </a:lnTo>
                  <a:lnTo>
                    <a:pt x="30" y="83"/>
                  </a:lnTo>
                  <a:lnTo>
                    <a:pt x="27" y="87"/>
                  </a:lnTo>
                  <a:lnTo>
                    <a:pt x="26" y="87"/>
                  </a:lnTo>
                  <a:lnTo>
                    <a:pt x="27" y="90"/>
                  </a:lnTo>
                  <a:lnTo>
                    <a:pt x="26" y="92"/>
                  </a:lnTo>
                  <a:lnTo>
                    <a:pt x="26" y="93"/>
                  </a:lnTo>
                  <a:lnTo>
                    <a:pt x="25" y="96"/>
                  </a:lnTo>
                  <a:lnTo>
                    <a:pt x="26" y="97"/>
                  </a:lnTo>
                  <a:lnTo>
                    <a:pt x="24" y="97"/>
                  </a:lnTo>
                  <a:lnTo>
                    <a:pt x="24" y="97"/>
                  </a:lnTo>
                  <a:lnTo>
                    <a:pt x="25" y="96"/>
                  </a:lnTo>
                  <a:lnTo>
                    <a:pt x="25" y="92"/>
                  </a:lnTo>
                  <a:lnTo>
                    <a:pt x="26" y="90"/>
                  </a:lnTo>
                  <a:lnTo>
                    <a:pt x="25" y="90"/>
                  </a:lnTo>
                  <a:lnTo>
                    <a:pt x="25" y="89"/>
                  </a:lnTo>
                  <a:lnTo>
                    <a:pt x="25" y="88"/>
                  </a:lnTo>
                  <a:lnTo>
                    <a:pt x="25" y="85"/>
                  </a:lnTo>
                  <a:lnTo>
                    <a:pt x="26" y="83"/>
                  </a:lnTo>
                  <a:lnTo>
                    <a:pt x="26" y="83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6"/>
                  </a:lnTo>
                  <a:lnTo>
                    <a:pt x="30" y="75"/>
                  </a:lnTo>
                  <a:lnTo>
                    <a:pt x="29" y="75"/>
                  </a:lnTo>
                  <a:lnTo>
                    <a:pt x="30" y="73"/>
                  </a:lnTo>
                  <a:lnTo>
                    <a:pt x="25" y="79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2" y="76"/>
                  </a:lnTo>
                  <a:lnTo>
                    <a:pt x="24" y="76"/>
                  </a:lnTo>
                  <a:lnTo>
                    <a:pt x="24" y="75"/>
                  </a:lnTo>
                  <a:lnTo>
                    <a:pt x="22" y="75"/>
                  </a:lnTo>
                  <a:lnTo>
                    <a:pt x="21" y="75"/>
                  </a:lnTo>
                  <a:lnTo>
                    <a:pt x="20" y="75"/>
                  </a:lnTo>
                  <a:lnTo>
                    <a:pt x="21" y="73"/>
                  </a:lnTo>
                  <a:lnTo>
                    <a:pt x="22" y="73"/>
                  </a:lnTo>
                  <a:lnTo>
                    <a:pt x="24" y="73"/>
                  </a:lnTo>
                  <a:lnTo>
                    <a:pt x="24" y="72"/>
                  </a:lnTo>
                  <a:lnTo>
                    <a:pt x="24" y="71"/>
                  </a:lnTo>
                  <a:lnTo>
                    <a:pt x="24" y="69"/>
                  </a:lnTo>
                  <a:lnTo>
                    <a:pt x="26" y="71"/>
                  </a:lnTo>
                  <a:lnTo>
                    <a:pt x="25" y="69"/>
                  </a:lnTo>
                  <a:lnTo>
                    <a:pt x="24" y="69"/>
                  </a:lnTo>
                  <a:lnTo>
                    <a:pt x="25" y="68"/>
                  </a:lnTo>
                  <a:lnTo>
                    <a:pt x="26" y="68"/>
                  </a:lnTo>
                  <a:lnTo>
                    <a:pt x="25" y="67"/>
                  </a:lnTo>
                  <a:lnTo>
                    <a:pt x="26" y="65"/>
                  </a:lnTo>
                  <a:lnTo>
                    <a:pt x="26" y="65"/>
                  </a:lnTo>
                  <a:lnTo>
                    <a:pt x="27" y="67"/>
                  </a:lnTo>
                  <a:lnTo>
                    <a:pt x="26" y="65"/>
                  </a:lnTo>
                  <a:lnTo>
                    <a:pt x="27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4" y="63"/>
                  </a:lnTo>
                  <a:lnTo>
                    <a:pt x="24" y="60"/>
                  </a:lnTo>
                  <a:lnTo>
                    <a:pt x="25" y="62"/>
                  </a:lnTo>
                  <a:lnTo>
                    <a:pt x="26" y="62"/>
                  </a:lnTo>
                  <a:lnTo>
                    <a:pt x="25" y="62"/>
                  </a:lnTo>
                  <a:lnTo>
                    <a:pt x="24" y="59"/>
                  </a:lnTo>
                  <a:lnTo>
                    <a:pt x="25" y="59"/>
                  </a:lnTo>
                  <a:lnTo>
                    <a:pt x="24" y="58"/>
                  </a:lnTo>
                  <a:lnTo>
                    <a:pt x="25" y="55"/>
                  </a:lnTo>
                  <a:lnTo>
                    <a:pt x="25" y="58"/>
                  </a:lnTo>
                  <a:lnTo>
                    <a:pt x="26" y="56"/>
                  </a:lnTo>
                  <a:lnTo>
                    <a:pt x="26" y="55"/>
                  </a:lnTo>
                  <a:lnTo>
                    <a:pt x="26" y="55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30" y="56"/>
                  </a:lnTo>
                  <a:lnTo>
                    <a:pt x="30" y="55"/>
                  </a:lnTo>
                  <a:lnTo>
                    <a:pt x="27" y="52"/>
                  </a:lnTo>
                  <a:lnTo>
                    <a:pt x="29" y="52"/>
                  </a:lnTo>
                  <a:lnTo>
                    <a:pt x="29" y="51"/>
                  </a:lnTo>
                  <a:lnTo>
                    <a:pt x="29" y="50"/>
                  </a:lnTo>
                  <a:lnTo>
                    <a:pt x="30" y="50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30" y="46"/>
                  </a:lnTo>
                  <a:lnTo>
                    <a:pt x="31" y="44"/>
                  </a:lnTo>
                  <a:lnTo>
                    <a:pt x="31" y="43"/>
                  </a:lnTo>
                  <a:lnTo>
                    <a:pt x="34" y="44"/>
                  </a:lnTo>
                  <a:lnTo>
                    <a:pt x="34" y="46"/>
                  </a:lnTo>
                  <a:lnTo>
                    <a:pt x="35" y="44"/>
                  </a:lnTo>
                  <a:lnTo>
                    <a:pt x="37" y="44"/>
                  </a:lnTo>
                  <a:lnTo>
                    <a:pt x="37" y="46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5" y="43"/>
                  </a:lnTo>
                  <a:lnTo>
                    <a:pt x="46" y="43"/>
                  </a:lnTo>
                  <a:lnTo>
                    <a:pt x="47" y="43"/>
                  </a:lnTo>
                  <a:lnTo>
                    <a:pt x="50" y="43"/>
                  </a:lnTo>
                  <a:close/>
                  <a:moveTo>
                    <a:pt x="47" y="39"/>
                  </a:moveTo>
                  <a:lnTo>
                    <a:pt x="47" y="39"/>
                  </a:lnTo>
                  <a:lnTo>
                    <a:pt x="47" y="40"/>
                  </a:lnTo>
                  <a:lnTo>
                    <a:pt x="46" y="39"/>
                  </a:lnTo>
                  <a:lnTo>
                    <a:pt x="47" y="39"/>
                  </a:lnTo>
                  <a:close/>
                  <a:moveTo>
                    <a:pt x="47" y="35"/>
                  </a:moveTo>
                  <a:lnTo>
                    <a:pt x="50" y="37"/>
                  </a:lnTo>
                  <a:lnTo>
                    <a:pt x="49" y="37"/>
                  </a:lnTo>
                  <a:lnTo>
                    <a:pt x="51" y="37"/>
                  </a:lnTo>
                  <a:lnTo>
                    <a:pt x="51" y="39"/>
                  </a:lnTo>
                  <a:lnTo>
                    <a:pt x="50" y="38"/>
                  </a:lnTo>
                  <a:lnTo>
                    <a:pt x="47" y="38"/>
                  </a:lnTo>
                  <a:lnTo>
                    <a:pt x="47" y="37"/>
                  </a:lnTo>
                  <a:lnTo>
                    <a:pt x="47" y="38"/>
                  </a:lnTo>
                  <a:lnTo>
                    <a:pt x="46" y="37"/>
                  </a:lnTo>
                  <a:lnTo>
                    <a:pt x="46" y="35"/>
                  </a:lnTo>
                  <a:lnTo>
                    <a:pt x="47" y="35"/>
                  </a:lnTo>
                  <a:close/>
                  <a:moveTo>
                    <a:pt x="50" y="34"/>
                  </a:moveTo>
                  <a:lnTo>
                    <a:pt x="50" y="35"/>
                  </a:lnTo>
                  <a:lnTo>
                    <a:pt x="49" y="34"/>
                  </a:lnTo>
                  <a:lnTo>
                    <a:pt x="50" y="34"/>
                  </a:lnTo>
                  <a:close/>
                  <a:moveTo>
                    <a:pt x="70" y="14"/>
                  </a:moveTo>
                  <a:lnTo>
                    <a:pt x="71" y="14"/>
                  </a:lnTo>
                  <a:lnTo>
                    <a:pt x="68" y="15"/>
                  </a:lnTo>
                  <a:lnTo>
                    <a:pt x="70" y="14"/>
                  </a:lnTo>
                  <a:close/>
                  <a:moveTo>
                    <a:pt x="70" y="6"/>
                  </a:moveTo>
                  <a:lnTo>
                    <a:pt x="71" y="8"/>
                  </a:lnTo>
                  <a:lnTo>
                    <a:pt x="72" y="8"/>
                  </a:lnTo>
                  <a:lnTo>
                    <a:pt x="71" y="9"/>
                  </a:lnTo>
                  <a:lnTo>
                    <a:pt x="71" y="10"/>
                  </a:lnTo>
                  <a:lnTo>
                    <a:pt x="71" y="12"/>
                  </a:lnTo>
                  <a:lnTo>
                    <a:pt x="71" y="13"/>
                  </a:lnTo>
                  <a:lnTo>
                    <a:pt x="70" y="13"/>
                  </a:lnTo>
                  <a:lnTo>
                    <a:pt x="68" y="10"/>
                  </a:lnTo>
                  <a:lnTo>
                    <a:pt x="66" y="10"/>
                  </a:lnTo>
                  <a:lnTo>
                    <a:pt x="64" y="9"/>
                  </a:lnTo>
                  <a:lnTo>
                    <a:pt x="67" y="9"/>
                  </a:lnTo>
                  <a:lnTo>
                    <a:pt x="68" y="9"/>
                  </a:lnTo>
                  <a:lnTo>
                    <a:pt x="70" y="8"/>
                  </a:lnTo>
                  <a:lnTo>
                    <a:pt x="68" y="8"/>
                  </a:lnTo>
                  <a:lnTo>
                    <a:pt x="70" y="6"/>
                  </a:lnTo>
                  <a:close/>
                  <a:moveTo>
                    <a:pt x="68" y="5"/>
                  </a:moveTo>
                  <a:lnTo>
                    <a:pt x="68" y="8"/>
                  </a:lnTo>
                  <a:lnTo>
                    <a:pt x="67" y="6"/>
                  </a:lnTo>
                  <a:lnTo>
                    <a:pt x="67" y="5"/>
                  </a:lnTo>
                  <a:lnTo>
                    <a:pt x="68" y="5"/>
                  </a:lnTo>
                  <a:close/>
                  <a:moveTo>
                    <a:pt x="71" y="1"/>
                  </a:moveTo>
                  <a:lnTo>
                    <a:pt x="71" y="2"/>
                  </a:lnTo>
                  <a:lnTo>
                    <a:pt x="71" y="5"/>
                  </a:lnTo>
                  <a:lnTo>
                    <a:pt x="71" y="6"/>
                  </a:lnTo>
                  <a:lnTo>
                    <a:pt x="70" y="5"/>
                  </a:lnTo>
                  <a:lnTo>
                    <a:pt x="71" y="4"/>
                  </a:lnTo>
                  <a:lnTo>
                    <a:pt x="71" y="1"/>
                  </a:lnTo>
                  <a:close/>
                  <a:moveTo>
                    <a:pt x="74" y="0"/>
                  </a:moveTo>
                  <a:lnTo>
                    <a:pt x="74" y="2"/>
                  </a:lnTo>
                  <a:lnTo>
                    <a:pt x="72" y="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1" name="Freeform 408"/>
            <p:cNvSpPr>
              <a:spLocks noEditPoints="1"/>
            </p:cNvSpPr>
            <p:nvPr/>
          </p:nvSpPr>
          <p:spPr bwMode="auto">
            <a:xfrm>
              <a:off x="5645991" y="2662800"/>
              <a:ext cx="390813" cy="362898"/>
            </a:xfrm>
            <a:custGeom>
              <a:avLst/>
              <a:gdLst>
                <a:gd name="T0" fmla="*/ 154 w 154"/>
                <a:gd name="T1" fmla="*/ 130 h 143"/>
                <a:gd name="T2" fmla="*/ 145 w 154"/>
                <a:gd name="T3" fmla="*/ 142 h 143"/>
                <a:gd name="T4" fmla="*/ 145 w 154"/>
                <a:gd name="T5" fmla="*/ 138 h 143"/>
                <a:gd name="T6" fmla="*/ 144 w 154"/>
                <a:gd name="T7" fmla="*/ 134 h 143"/>
                <a:gd name="T8" fmla="*/ 142 w 154"/>
                <a:gd name="T9" fmla="*/ 129 h 143"/>
                <a:gd name="T10" fmla="*/ 152 w 154"/>
                <a:gd name="T11" fmla="*/ 125 h 143"/>
                <a:gd name="T12" fmla="*/ 80 w 154"/>
                <a:gd name="T13" fmla="*/ 1 h 143"/>
                <a:gd name="T14" fmla="*/ 88 w 154"/>
                <a:gd name="T15" fmla="*/ 10 h 143"/>
                <a:gd name="T16" fmla="*/ 95 w 154"/>
                <a:gd name="T17" fmla="*/ 17 h 143"/>
                <a:gd name="T18" fmla="*/ 104 w 154"/>
                <a:gd name="T19" fmla="*/ 21 h 143"/>
                <a:gd name="T20" fmla="*/ 113 w 154"/>
                <a:gd name="T21" fmla="*/ 25 h 143"/>
                <a:gd name="T22" fmla="*/ 121 w 154"/>
                <a:gd name="T23" fmla="*/ 29 h 143"/>
                <a:gd name="T24" fmla="*/ 133 w 154"/>
                <a:gd name="T25" fmla="*/ 30 h 143"/>
                <a:gd name="T26" fmla="*/ 129 w 154"/>
                <a:gd name="T27" fmla="*/ 41 h 143"/>
                <a:gd name="T28" fmla="*/ 128 w 154"/>
                <a:gd name="T29" fmla="*/ 54 h 143"/>
                <a:gd name="T30" fmla="*/ 123 w 154"/>
                <a:gd name="T31" fmla="*/ 55 h 143"/>
                <a:gd name="T32" fmla="*/ 115 w 154"/>
                <a:gd name="T33" fmla="*/ 67 h 143"/>
                <a:gd name="T34" fmla="*/ 111 w 154"/>
                <a:gd name="T35" fmla="*/ 75 h 143"/>
                <a:gd name="T36" fmla="*/ 120 w 154"/>
                <a:gd name="T37" fmla="*/ 70 h 143"/>
                <a:gd name="T38" fmla="*/ 124 w 154"/>
                <a:gd name="T39" fmla="*/ 79 h 143"/>
                <a:gd name="T40" fmla="*/ 123 w 154"/>
                <a:gd name="T41" fmla="*/ 88 h 143"/>
                <a:gd name="T42" fmla="*/ 132 w 154"/>
                <a:gd name="T43" fmla="*/ 102 h 143"/>
                <a:gd name="T44" fmla="*/ 121 w 154"/>
                <a:gd name="T45" fmla="*/ 117 h 143"/>
                <a:gd name="T46" fmla="*/ 104 w 154"/>
                <a:gd name="T47" fmla="*/ 113 h 143"/>
                <a:gd name="T48" fmla="*/ 94 w 154"/>
                <a:gd name="T49" fmla="*/ 113 h 143"/>
                <a:gd name="T50" fmla="*/ 83 w 154"/>
                <a:gd name="T51" fmla="*/ 121 h 143"/>
                <a:gd name="T52" fmla="*/ 78 w 154"/>
                <a:gd name="T53" fmla="*/ 126 h 143"/>
                <a:gd name="T54" fmla="*/ 59 w 154"/>
                <a:gd name="T55" fmla="*/ 125 h 143"/>
                <a:gd name="T56" fmla="*/ 46 w 154"/>
                <a:gd name="T57" fmla="*/ 123 h 143"/>
                <a:gd name="T58" fmla="*/ 36 w 154"/>
                <a:gd name="T59" fmla="*/ 116 h 143"/>
                <a:gd name="T60" fmla="*/ 37 w 154"/>
                <a:gd name="T61" fmla="*/ 105 h 143"/>
                <a:gd name="T62" fmla="*/ 38 w 154"/>
                <a:gd name="T63" fmla="*/ 84 h 143"/>
                <a:gd name="T64" fmla="*/ 44 w 154"/>
                <a:gd name="T65" fmla="*/ 84 h 143"/>
                <a:gd name="T66" fmla="*/ 40 w 154"/>
                <a:gd name="T67" fmla="*/ 76 h 143"/>
                <a:gd name="T68" fmla="*/ 30 w 154"/>
                <a:gd name="T69" fmla="*/ 67 h 143"/>
                <a:gd name="T70" fmla="*/ 28 w 154"/>
                <a:gd name="T71" fmla="*/ 60 h 143"/>
                <a:gd name="T72" fmla="*/ 29 w 154"/>
                <a:gd name="T73" fmla="*/ 56 h 143"/>
                <a:gd name="T74" fmla="*/ 24 w 154"/>
                <a:gd name="T75" fmla="*/ 52 h 143"/>
                <a:gd name="T76" fmla="*/ 19 w 154"/>
                <a:gd name="T77" fmla="*/ 54 h 143"/>
                <a:gd name="T78" fmla="*/ 8 w 154"/>
                <a:gd name="T79" fmla="*/ 50 h 143"/>
                <a:gd name="T80" fmla="*/ 1 w 154"/>
                <a:gd name="T81" fmla="*/ 46 h 143"/>
                <a:gd name="T82" fmla="*/ 3 w 154"/>
                <a:gd name="T83" fmla="*/ 42 h 143"/>
                <a:gd name="T84" fmla="*/ 4 w 154"/>
                <a:gd name="T85" fmla="*/ 42 h 143"/>
                <a:gd name="T86" fmla="*/ 5 w 154"/>
                <a:gd name="T87" fmla="*/ 38 h 143"/>
                <a:gd name="T88" fmla="*/ 12 w 154"/>
                <a:gd name="T89" fmla="*/ 37 h 143"/>
                <a:gd name="T90" fmla="*/ 25 w 154"/>
                <a:gd name="T91" fmla="*/ 37 h 143"/>
                <a:gd name="T92" fmla="*/ 36 w 154"/>
                <a:gd name="T93" fmla="*/ 37 h 143"/>
                <a:gd name="T94" fmla="*/ 34 w 154"/>
                <a:gd name="T95" fmla="*/ 29 h 143"/>
                <a:gd name="T96" fmla="*/ 34 w 154"/>
                <a:gd name="T97" fmla="*/ 22 h 143"/>
                <a:gd name="T98" fmla="*/ 40 w 154"/>
                <a:gd name="T99" fmla="*/ 26 h 143"/>
                <a:gd name="T100" fmla="*/ 54 w 154"/>
                <a:gd name="T101" fmla="*/ 25 h 143"/>
                <a:gd name="T102" fmla="*/ 59 w 154"/>
                <a:gd name="T103" fmla="*/ 18 h 143"/>
                <a:gd name="T104" fmla="*/ 69 w 154"/>
                <a:gd name="T105" fmla="*/ 8 h 143"/>
                <a:gd name="T106" fmla="*/ 78 w 154"/>
                <a:gd name="T107" fmla="*/ 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" h="143">
                  <a:moveTo>
                    <a:pt x="152" y="118"/>
                  </a:moveTo>
                  <a:lnTo>
                    <a:pt x="153" y="118"/>
                  </a:lnTo>
                  <a:lnTo>
                    <a:pt x="153" y="122"/>
                  </a:lnTo>
                  <a:lnTo>
                    <a:pt x="153" y="125"/>
                  </a:lnTo>
                  <a:lnTo>
                    <a:pt x="154" y="130"/>
                  </a:lnTo>
                  <a:lnTo>
                    <a:pt x="153" y="135"/>
                  </a:lnTo>
                  <a:lnTo>
                    <a:pt x="153" y="138"/>
                  </a:lnTo>
                  <a:lnTo>
                    <a:pt x="152" y="142"/>
                  </a:lnTo>
                  <a:lnTo>
                    <a:pt x="149" y="143"/>
                  </a:lnTo>
                  <a:lnTo>
                    <a:pt x="145" y="142"/>
                  </a:lnTo>
                  <a:lnTo>
                    <a:pt x="145" y="141"/>
                  </a:lnTo>
                  <a:lnTo>
                    <a:pt x="146" y="139"/>
                  </a:lnTo>
                  <a:lnTo>
                    <a:pt x="146" y="139"/>
                  </a:lnTo>
                  <a:lnTo>
                    <a:pt x="146" y="138"/>
                  </a:lnTo>
                  <a:lnTo>
                    <a:pt x="145" y="138"/>
                  </a:lnTo>
                  <a:lnTo>
                    <a:pt x="145" y="137"/>
                  </a:lnTo>
                  <a:lnTo>
                    <a:pt x="144" y="135"/>
                  </a:lnTo>
                  <a:lnTo>
                    <a:pt x="142" y="135"/>
                  </a:lnTo>
                  <a:lnTo>
                    <a:pt x="144" y="134"/>
                  </a:lnTo>
                  <a:lnTo>
                    <a:pt x="144" y="134"/>
                  </a:lnTo>
                  <a:lnTo>
                    <a:pt x="142" y="133"/>
                  </a:lnTo>
                  <a:lnTo>
                    <a:pt x="141" y="131"/>
                  </a:lnTo>
                  <a:lnTo>
                    <a:pt x="142" y="131"/>
                  </a:lnTo>
                  <a:lnTo>
                    <a:pt x="144" y="130"/>
                  </a:lnTo>
                  <a:lnTo>
                    <a:pt x="142" y="129"/>
                  </a:lnTo>
                  <a:lnTo>
                    <a:pt x="144" y="126"/>
                  </a:lnTo>
                  <a:lnTo>
                    <a:pt x="148" y="125"/>
                  </a:lnTo>
                  <a:lnTo>
                    <a:pt x="149" y="123"/>
                  </a:lnTo>
                  <a:lnTo>
                    <a:pt x="150" y="125"/>
                  </a:lnTo>
                  <a:lnTo>
                    <a:pt x="152" y="125"/>
                  </a:lnTo>
                  <a:lnTo>
                    <a:pt x="152" y="122"/>
                  </a:lnTo>
                  <a:lnTo>
                    <a:pt x="150" y="121"/>
                  </a:lnTo>
                  <a:lnTo>
                    <a:pt x="152" y="118"/>
                  </a:lnTo>
                  <a:close/>
                  <a:moveTo>
                    <a:pt x="78" y="0"/>
                  </a:moveTo>
                  <a:lnTo>
                    <a:pt x="80" y="1"/>
                  </a:lnTo>
                  <a:lnTo>
                    <a:pt x="80" y="5"/>
                  </a:lnTo>
                  <a:lnTo>
                    <a:pt x="83" y="6"/>
                  </a:lnTo>
                  <a:lnTo>
                    <a:pt x="83" y="8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90" y="12"/>
                  </a:lnTo>
                  <a:lnTo>
                    <a:pt x="91" y="13"/>
                  </a:lnTo>
                  <a:lnTo>
                    <a:pt x="91" y="16"/>
                  </a:lnTo>
                  <a:lnTo>
                    <a:pt x="94" y="17"/>
                  </a:lnTo>
                  <a:lnTo>
                    <a:pt x="95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9" y="18"/>
                  </a:lnTo>
                  <a:lnTo>
                    <a:pt x="101" y="21"/>
                  </a:lnTo>
                  <a:lnTo>
                    <a:pt x="104" y="21"/>
                  </a:lnTo>
                  <a:lnTo>
                    <a:pt x="107" y="23"/>
                  </a:lnTo>
                  <a:lnTo>
                    <a:pt x="108" y="22"/>
                  </a:lnTo>
                  <a:lnTo>
                    <a:pt x="109" y="22"/>
                  </a:lnTo>
                  <a:lnTo>
                    <a:pt x="111" y="25"/>
                  </a:lnTo>
                  <a:lnTo>
                    <a:pt x="113" y="25"/>
                  </a:lnTo>
                  <a:lnTo>
                    <a:pt x="116" y="25"/>
                  </a:lnTo>
                  <a:lnTo>
                    <a:pt x="117" y="26"/>
                  </a:lnTo>
                  <a:lnTo>
                    <a:pt x="117" y="27"/>
                  </a:lnTo>
                  <a:lnTo>
                    <a:pt x="120" y="30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5" y="30"/>
                  </a:lnTo>
                  <a:lnTo>
                    <a:pt x="128" y="29"/>
                  </a:lnTo>
                  <a:lnTo>
                    <a:pt x="130" y="30"/>
                  </a:lnTo>
                  <a:lnTo>
                    <a:pt x="133" y="30"/>
                  </a:lnTo>
                  <a:lnTo>
                    <a:pt x="134" y="31"/>
                  </a:lnTo>
                  <a:lnTo>
                    <a:pt x="132" y="34"/>
                  </a:lnTo>
                  <a:lnTo>
                    <a:pt x="130" y="38"/>
                  </a:lnTo>
                  <a:lnTo>
                    <a:pt x="130" y="39"/>
                  </a:lnTo>
                  <a:lnTo>
                    <a:pt x="129" y="41"/>
                  </a:lnTo>
                  <a:lnTo>
                    <a:pt x="128" y="46"/>
                  </a:lnTo>
                  <a:lnTo>
                    <a:pt x="128" y="48"/>
                  </a:lnTo>
                  <a:lnTo>
                    <a:pt x="130" y="50"/>
                  </a:lnTo>
                  <a:lnTo>
                    <a:pt x="132" y="52"/>
                  </a:lnTo>
                  <a:lnTo>
                    <a:pt x="128" y="54"/>
                  </a:lnTo>
                  <a:lnTo>
                    <a:pt x="125" y="54"/>
                  </a:lnTo>
                  <a:lnTo>
                    <a:pt x="125" y="51"/>
                  </a:lnTo>
                  <a:lnTo>
                    <a:pt x="123" y="52"/>
                  </a:lnTo>
                  <a:lnTo>
                    <a:pt x="120" y="54"/>
                  </a:lnTo>
                  <a:lnTo>
                    <a:pt x="123" y="55"/>
                  </a:lnTo>
                  <a:lnTo>
                    <a:pt x="124" y="58"/>
                  </a:lnTo>
                  <a:lnTo>
                    <a:pt x="121" y="58"/>
                  </a:lnTo>
                  <a:lnTo>
                    <a:pt x="119" y="62"/>
                  </a:lnTo>
                  <a:lnTo>
                    <a:pt x="117" y="62"/>
                  </a:lnTo>
                  <a:lnTo>
                    <a:pt x="115" y="67"/>
                  </a:lnTo>
                  <a:lnTo>
                    <a:pt x="113" y="71"/>
                  </a:lnTo>
                  <a:lnTo>
                    <a:pt x="113" y="72"/>
                  </a:lnTo>
                  <a:lnTo>
                    <a:pt x="112" y="72"/>
                  </a:lnTo>
                  <a:lnTo>
                    <a:pt x="111" y="73"/>
                  </a:lnTo>
                  <a:lnTo>
                    <a:pt x="111" y="75"/>
                  </a:lnTo>
                  <a:lnTo>
                    <a:pt x="113" y="75"/>
                  </a:lnTo>
                  <a:lnTo>
                    <a:pt x="116" y="75"/>
                  </a:lnTo>
                  <a:lnTo>
                    <a:pt x="116" y="71"/>
                  </a:lnTo>
                  <a:lnTo>
                    <a:pt x="117" y="70"/>
                  </a:lnTo>
                  <a:lnTo>
                    <a:pt x="120" y="70"/>
                  </a:lnTo>
                  <a:lnTo>
                    <a:pt x="121" y="72"/>
                  </a:lnTo>
                  <a:lnTo>
                    <a:pt x="123" y="75"/>
                  </a:lnTo>
                  <a:lnTo>
                    <a:pt x="124" y="76"/>
                  </a:lnTo>
                  <a:lnTo>
                    <a:pt x="124" y="79"/>
                  </a:lnTo>
                  <a:lnTo>
                    <a:pt x="124" y="79"/>
                  </a:lnTo>
                  <a:lnTo>
                    <a:pt x="123" y="79"/>
                  </a:lnTo>
                  <a:lnTo>
                    <a:pt x="124" y="83"/>
                  </a:lnTo>
                  <a:lnTo>
                    <a:pt x="125" y="84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0" y="91"/>
                  </a:lnTo>
                  <a:lnTo>
                    <a:pt x="124" y="93"/>
                  </a:lnTo>
                  <a:lnTo>
                    <a:pt x="124" y="100"/>
                  </a:lnTo>
                  <a:lnTo>
                    <a:pt x="128" y="102"/>
                  </a:lnTo>
                  <a:lnTo>
                    <a:pt x="132" y="102"/>
                  </a:lnTo>
                  <a:lnTo>
                    <a:pt x="129" y="106"/>
                  </a:lnTo>
                  <a:lnTo>
                    <a:pt x="130" y="108"/>
                  </a:lnTo>
                  <a:lnTo>
                    <a:pt x="130" y="109"/>
                  </a:lnTo>
                  <a:lnTo>
                    <a:pt x="123" y="114"/>
                  </a:lnTo>
                  <a:lnTo>
                    <a:pt x="121" y="117"/>
                  </a:lnTo>
                  <a:lnTo>
                    <a:pt x="121" y="118"/>
                  </a:lnTo>
                  <a:lnTo>
                    <a:pt x="119" y="120"/>
                  </a:lnTo>
                  <a:lnTo>
                    <a:pt x="113" y="120"/>
                  </a:lnTo>
                  <a:lnTo>
                    <a:pt x="112" y="118"/>
                  </a:lnTo>
                  <a:lnTo>
                    <a:pt x="104" y="113"/>
                  </a:lnTo>
                  <a:lnTo>
                    <a:pt x="103" y="113"/>
                  </a:lnTo>
                  <a:lnTo>
                    <a:pt x="101" y="114"/>
                  </a:lnTo>
                  <a:lnTo>
                    <a:pt x="99" y="114"/>
                  </a:lnTo>
                  <a:lnTo>
                    <a:pt x="96" y="113"/>
                  </a:lnTo>
                  <a:lnTo>
                    <a:pt x="94" y="113"/>
                  </a:lnTo>
                  <a:lnTo>
                    <a:pt x="92" y="112"/>
                  </a:lnTo>
                  <a:lnTo>
                    <a:pt x="91" y="112"/>
                  </a:lnTo>
                  <a:lnTo>
                    <a:pt x="87" y="116"/>
                  </a:lnTo>
                  <a:lnTo>
                    <a:pt x="84" y="118"/>
                  </a:lnTo>
                  <a:lnTo>
                    <a:pt x="83" y="121"/>
                  </a:lnTo>
                  <a:lnTo>
                    <a:pt x="83" y="125"/>
                  </a:lnTo>
                  <a:lnTo>
                    <a:pt x="83" y="127"/>
                  </a:lnTo>
                  <a:lnTo>
                    <a:pt x="84" y="129"/>
                  </a:lnTo>
                  <a:lnTo>
                    <a:pt x="82" y="129"/>
                  </a:lnTo>
                  <a:lnTo>
                    <a:pt x="78" y="126"/>
                  </a:lnTo>
                  <a:lnTo>
                    <a:pt x="73" y="126"/>
                  </a:lnTo>
                  <a:lnTo>
                    <a:pt x="70" y="125"/>
                  </a:lnTo>
                  <a:lnTo>
                    <a:pt x="66" y="125"/>
                  </a:lnTo>
                  <a:lnTo>
                    <a:pt x="65" y="123"/>
                  </a:lnTo>
                  <a:lnTo>
                    <a:pt x="59" y="125"/>
                  </a:lnTo>
                  <a:lnTo>
                    <a:pt x="57" y="126"/>
                  </a:lnTo>
                  <a:lnTo>
                    <a:pt x="55" y="126"/>
                  </a:lnTo>
                  <a:lnTo>
                    <a:pt x="51" y="126"/>
                  </a:lnTo>
                  <a:lnTo>
                    <a:pt x="49" y="123"/>
                  </a:lnTo>
                  <a:lnTo>
                    <a:pt x="46" y="123"/>
                  </a:lnTo>
                  <a:lnTo>
                    <a:pt x="45" y="122"/>
                  </a:lnTo>
                  <a:lnTo>
                    <a:pt x="40" y="120"/>
                  </a:lnTo>
                  <a:lnTo>
                    <a:pt x="37" y="120"/>
                  </a:lnTo>
                  <a:lnTo>
                    <a:pt x="37" y="118"/>
                  </a:lnTo>
                  <a:lnTo>
                    <a:pt x="36" y="116"/>
                  </a:lnTo>
                  <a:lnTo>
                    <a:pt x="34" y="116"/>
                  </a:lnTo>
                  <a:lnTo>
                    <a:pt x="34" y="116"/>
                  </a:lnTo>
                  <a:lnTo>
                    <a:pt x="33" y="114"/>
                  </a:lnTo>
                  <a:lnTo>
                    <a:pt x="36" y="112"/>
                  </a:lnTo>
                  <a:lnTo>
                    <a:pt x="37" y="105"/>
                  </a:lnTo>
                  <a:lnTo>
                    <a:pt x="38" y="97"/>
                  </a:lnTo>
                  <a:lnTo>
                    <a:pt x="40" y="96"/>
                  </a:lnTo>
                  <a:lnTo>
                    <a:pt x="38" y="95"/>
                  </a:lnTo>
                  <a:lnTo>
                    <a:pt x="37" y="91"/>
                  </a:lnTo>
                  <a:lnTo>
                    <a:pt x="38" y="84"/>
                  </a:lnTo>
                  <a:lnTo>
                    <a:pt x="40" y="84"/>
                  </a:lnTo>
                  <a:lnTo>
                    <a:pt x="42" y="85"/>
                  </a:lnTo>
                  <a:lnTo>
                    <a:pt x="44" y="88"/>
                  </a:lnTo>
                  <a:lnTo>
                    <a:pt x="46" y="91"/>
                  </a:lnTo>
                  <a:lnTo>
                    <a:pt x="44" y="84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0" y="76"/>
                  </a:lnTo>
                  <a:lnTo>
                    <a:pt x="38" y="75"/>
                  </a:lnTo>
                  <a:lnTo>
                    <a:pt x="38" y="72"/>
                  </a:lnTo>
                  <a:lnTo>
                    <a:pt x="36" y="71"/>
                  </a:lnTo>
                  <a:lnTo>
                    <a:pt x="33" y="71"/>
                  </a:lnTo>
                  <a:lnTo>
                    <a:pt x="30" y="67"/>
                  </a:lnTo>
                  <a:lnTo>
                    <a:pt x="28" y="67"/>
                  </a:lnTo>
                  <a:lnTo>
                    <a:pt x="28" y="66"/>
                  </a:lnTo>
                  <a:lnTo>
                    <a:pt x="29" y="63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3" y="59"/>
                  </a:lnTo>
                  <a:lnTo>
                    <a:pt x="32" y="58"/>
                  </a:lnTo>
                  <a:lnTo>
                    <a:pt x="29" y="56"/>
                  </a:lnTo>
                  <a:lnTo>
                    <a:pt x="26" y="59"/>
                  </a:lnTo>
                  <a:lnTo>
                    <a:pt x="25" y="58"/>
                  </a:lnTo>
                  <a:lnTo>
                    <a:pt x="24" y="56"/>
                  </a:lnTo>
                  <a:lnTo>
                    <a:pt x="25" y="54"/>
                  </a:lnTo>
                  <a:lnTo>
                    <a:pt x="24" y="52"/>
                  </a:lnTo>
                  <a:lnTo>
                    <a:pt x="21" y="54"/>
                  </a:lnTo>
                  <a:lnTo>
                    <a:pt x="21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4"/>
                  </a:lnTo>
                  <a:lnTo>
                    <a:pt x="16" y="52"/>
                  </a:lnTo>
                  <a:lnTo>
                    <a:pt x="15" y="52"/>
                  </a:lnTo>
                  <a:lnTo>
                    <a:pt x="13" y="51"/>
                  </a:lnTo>
                  <a:lnTo>
                    <a:pt x="9" y="48"/>
                  </a:lnTo>
                  <a:lnTo>
                    <a:pt x="8" y="50"/>
                  </a:lnTo>
                  <a:lnTo>
                    <a:pt x="7" y="48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4" y="45"/>
                  </a:lnTo>
                  <a:lnTo>
                    <a:pt x="5" y="45"/>
                  </a:lnTo>
                  <a:lnTo>
                    <a:pt x="4" y="43"/>
                  </a:lnTo>
                  <a:lnTo>
                    <a:pt x="3" y="42"/>
                  </a:lnTo>
                  <a:lnTo>
                    <a:pt x="3" y="45"/>
                  </a:lnTo>
                  <a:lnTo>
                    <a:pt x="1" y="42"/>
                  </a:lnTo>
                  <a:lnTo>
                    <a:pt x="3" y="42"/>
                  </a:lnTo>
                  <a:lnTo>
                    <a:pt x="5" y="42"/>
                  </a:lnTo>
                  <a:lnTo>
                    <a:pt x="4" y="42"/>
                  </a:lnTo>
                  <a:lnTo>
                    <a:pt x="3" y="41"/>
                  </a:lnTo>
                  <a:lnTo>
                    <a:pt x="0" y="42"/>
                  </a:lnTo>
                  <a:lnTo>
                    <a:pt x="0" y="39"/>
                  </a:lnTo>
                  <a:lnTo>
                    <a:pt x="1" y="38"/>
                  </a:lnTo>
                  <a:lnTo>
                    <a:pt x="5" y="38"/>
                  </a:lnTo>
                  <a:lnTo>
                    <a:pt x="7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11" y="35"/>
                  </a:lnTo>
                  <a:lnTo>
                    <a:pt x="12" y="37"/>
                  </a:lnTo>
                  <a:lnTo>
                    <a:pt x="15" y="34"/>
                  </a:lnTo>
                  <a:lnTo>
                    <a:pt x="17" y="34"/>
                  </a:lnTo>
                  <a:lnTo>
                    <a:pt x="20" y="34"/>
                  </a:lnTo>
                  <a:lnTo>
                    <a:pt x="22" y="38"/>
                  </a:lnTo>
                  <a:lnTo>
                    <a:pt x="25" y="37"/>
                  </a:lnTo>
                  <a:lnTo>
                    <a:pt x="26" y="37"/>
                  </a:lnTo>
                  <a:lnTo>
                    <a:pt x="28" y="37"/>
                  </a:lnTo>
                  <a:lnTo>
                    <a:pt x="30" y="37"/>
                  </a:lnTo>
                  <a:lnTo>
                    <a:pt x="32" y="37"/>
                  </a:lnTo>
                  <a:lnTo>
                    <a:pt x="36" y="37"/>
                  </a:lnTo>
                  <a:lnTo>
                    <a:pt x="36" y="35"/>
                  </a:lnTo>
                  <a:lnTo>
                    <a:pt x="34" y="33"/>
                  </a:lnTo>
                  <a:lnTo>
                    <a:pt x="34" y="31"/>
                  </a:lnTo>
                  <a:lnTo>
                    <a:pt x="34" y="30"/>
                  </a:lnTo>
                  <a:lnTo>
                    <a:pt x="34" y="29"/>
                  </a:lnTo>
                  <a:lnTo>
                    <a:pt x="30" y="25"/>
                  </a:lnTo>
                  <a:lnTo>
                    <a:pt x="32" y="23"/>
                  </a:lnTo>
                  <a:lnTo>
                    <a:pt x="30" y="21"/>
                  </a:lnTo>
                  <a:lnTo>
                    <a:pt x="32" y="22"/>
                  </a:lnTo>
                  <a:lnTo>
                    <a:pt x="34" y="22"/>
                  </a:lnTo>
                  <a:lnTo>
                    <a:pt x="37" y="21"/>
                  </a:lnTo>
                  <a:lnTo>
                    <a:pt x="38" y="22"/>
                  </a:lnTo>
                  <a:lnTo>
                    <a:pt x="38" y="23"/>
                  </a:lnTo>
                  <a:lnTo>
                    <a:pt x="40" y="25"/>
                  </a:lnTo>
                  <a:lnTo>
                    <a:pt x="40" y="26"/>
                  </a:lnTo>
                  <a:lnTo>
                    <a:pt x="42" y="26"/>
                  </a:lnTo>
                  <a:lnTo>
                    <a:pt x="44" y="26"/>
                  </a:lnTo>
                  <a:lnTo>
                    <a:pt x="49" y="27"/>
                  </a:lnTo>
                  <a:lnTo>
                    <a:pt x="51" y="26"/>
                  </a:lnTo>
                  <a:lnTo>
                    <a:pt x="54" y="25"/>
                  </a:lnTo>
                  <a:lnTo>
                    <a:pt x="53" y="23"/>
                  </a:lnTo>
                  <a:lnTo>
                    <a:pt x="51" y="22"/>
                  </a:lnTo>
                  <a:lnTo>
                    <a:pt x="53" y="21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5" y="17"/>
                  </a:lnTo>
                  <a:lnTo>
                    <a:pt x="65" y="16"/>
                  </a:lnTo>
                  <a:lnTo>
                    <a:pt x="69" y="13"/>
                  </a:lnTo>
                  <a:lnTo>
                    <a:pt x="69" y="8"/>
                  </a:lnTo>
                  <a:lnTo>
                    <a:pt x="69" y="5"/>
                  </a:lnTo>
                  <a:lnTo>
                    <a:pt x="70" y="4"/>
                  </a:lnTo>
                  <a:lnTo>
                    <a:pt x="73" y="1"/>
                  </a:lnTo>
                  <a:lnTo>
                    <a:pt x="74" y="2"/>
                  </a:lnTo>
                  <a:lnTo>
                    <a:pt x="78" y="1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2" name="Freeform 409"/>
            <p:cNvSpPr>
              <a:spLocks/>
            </p:cNvSpPr>
            <p:nvPr/>
          </p:nvSpPr>
          <p:spPr bwMode="auto">
            <a:xfrm>
              <a:off x="6181454" y="3223643"/>
              <a:ext cx="10151" cy="10151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1 h 4"/>
                <a:gd name="T4" fmla="*/ 4 w 4"/>
                <a:gd name="T5" fmla="*/ 3 h 4"/>
                <a:gd name="T6" fmla="*/ 2 w 4"/>
                <a:gd name="T7" fmla="*/ 4 h 4"/>
                <a:gd name="T8" fmla="*/ 0 w 4"/>
                <a:gd name="T9" fmla="*/ 3 h 4"/>
                <a:gd name="T10" fmla="*/ 0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4" y="1"/>
                  </a:lnTo>
                  <a:lnTo>
                    <a:pt x="4" y="3"/>
                  </a:lnTo>
                  <a:lnTo>
                    <a:pt x="2" y="4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3" name="Freeform 410"/>
            <p:cNvSpPr>
              <a:spLocks noEditPoints="1"/>
            </p:cNvSpPr>
            <p:nvPr/>
          </p:nvSpPr>
          <p:spPr bwMode="auto">
            <a:xfrm>
              <a:off x="5950520" y="2815065"/>
              <a:ext cx="345133" cy="385737"/>
            </a:xfrm>
            <a:custGeom>
              <a:avLst/>
              <a:gdLst>
                <a:gd name="T0" fmla="*/ 99 w 136"/>
                <a:gd name="T1" fmla="*/ 141 h 152"/>
                <a:gd name="T2" fmla="*/ 99 w 136"/>
                <a:gd name="T3" fmla="*/ 152 h 152"/>
                <a:gd name="T4" fmla="*/ 83 w 136"/>
                <a:gd name="T5" fmla="*/ 145 h 152"/>
                <a:gd name="T6" fmla="*/ 70 w 136"/>
                <a:gd name="T7" fmla="*/ 137 h 152"/>
                <a:gd name="T8" fmla="*/ 78 w 136"/>
                <a:gd name="T9" fmla="*/ 131 h 152"/>
                <a:gd name="T10" fmla="*/ 95 w 136"/>
                <a:gd name="T11" fmla="*/ 129 h 152"/>
                <a:gd name="T12" fmla="*/ 32 w 136"/>
                <a:gd name="T13" fmla="*/ 87 h 152"/>
                <a:gd name="T14" fmla="*/ 37 w 136"/>
                <a:gd name="T15" fmla="*/ 96 h 152"/>
                <a:gd name="T16" fmla="*/ 35 w 136"/>
                <a:gd name="T17" fmla="*/ 111 h 152"/>
                <a:gd name="T18" fmla="*/ 30 w 136"/>
                <a:gd name="T19" fmla="*/ 115 h 152"/>
                <a:gd name="T20" fmla="*/ 25 w 136"/>
                <a:gd name="T21" fmla="*/ 120 h 152"/>
                <a:gd name="T22" fmla="*/ 24 w 136"/>
                <a:gd name="T23" fmla="*/ 106 h 152"/>
                <a:gd name="T24" fmla="*/ 22 w 136"/>
                <a:gd name="T25" fmla="*/ 99 h 152"/>
                <a:gd name="T26" fmla="*/ 20 w 136"/>
                <a:gd name="T27" fmla="*/ 90 h 152"/>
                <a:gd name="T28" fmla="*/ 20 w 136"/>
                <a:gd name="T29" fmla="*/ 85 h 152"/>
                <a:gd name="T30" fmla="*/ 20 w 136"/>
                <a:gd name="T31" fmla="*/ 87 h 152"/>
                <a:gd name="T32" fmla="*/ 50 w 136"/>
                <a:gd name="T33" fmla="*/ 69 h 152"/>
                <a:gd name="T34" fmla="*/ 42 w 136"/>
                <a:gd name="T35" fmla="*/ 63 h 152"/>
                <a:gd name="T36" fmla="*/ 43 w 136"/>
                <a:gd name="T37" fmla="*/ 61 h 152"/>
                <a:gd name="T38" fmla="*/ 66 w 136"/>
                <a:gd name="T39" fmla="*/ 6 h 152"/>
                <a:gd name="T40" fmla="*/ 78 w 136"/>
                <a:gd name="T41" fmla="*/ 15 h 152"/>
                <a:gd name="T42" fmla="*/ 70 w 136"/>
                <a:gd name="T43" fmla="*/ 23 h 152"/>
                <a:gd name="T44" fmla="*/ 63 w 136"/>
                <a:gd name="T45" fmla="*/ 29 h 152"/>
                <a:gd name="T46" fmla="*/ 63 w 136"/>
                <a:gd name="T47" fmla="*/ 41 h 152"/>
                <a:gd name="T48" fmla="*/ 82 w 136"/>
                <a:gd name="T49" fmla="*/ 57 h 152"/>
                <a:gd name="T50" fmla="*/ 87 w 136"/>
                <a:gd name="T51" fmla="*/ 67 h 152"/>
                <a:gd name="T52" fmla="*/ 97 w 136"/>
                <a:gd name="T53" fmla="*/ 75 h 152"/>
                <a:gd name="T54" fmla="*/ 108 w 136"/>
                <a:gd name="T55" fmla="*/ 78 h 152"/>
                <a:gd name="T56" fmla="*/ 113 w 136"/>
                <a:gd name="T57" fmla="*/ 85 h 152"/>
                <a:gd name="T58" fmla="*/ 134 w 136"/>
                <a:gd name="T59" fmla="*/ 96 h 152"/>
                <a:gd name="T60" fmla="*/ 134 w 136"/>
                <a:gd name="T61" fmla="*/ 106 h 152"/>
                <a:gd name="T62" fmla="*/ 129 w 136"/>
                <a:gd name="T63" fmla="*/ 99 h 152"/>
                <a:gd name="T64" fmla="*/ 120 w 136"/>
                <a:gd name="T65" fmla="*/ 96 h 152"/>
                <a:gd name="T66" fmla="*/ 116 w 136"/>
                <a:gd name="T67" fmla="*/ 104 h 152"/>
                <a:gd name="T68" fmla="*/ 120 w 136"/>
                <a:gd name="T69" fmla="*/ 112 h 152"/>
                <a:gd name="T70" fmla="*/ 118 w 136"/>
                <a:gd name="T71" fmla="*/ 120 h 152"/>
                <a:gd name="T72" fmla="*/ 111 w 136"/>
                <a:gd name="T73" fmla="*/ 135 h 152"/>
                <a:gd name="T74" fmla="*/ 107 w 136"/>
                <a:gd name="T75" fmla="*/ 129 h 152"/>
                <a:gd name="T76" fmla="*/ 109 w 136"/>
                <a:gd name="T77" fmla="*/ 123 h 152"/>
                <a:gd name="T78" fmla="*/ 108 w 136"/>
                <a:gd name="T79" fmla="*/ 111 h 152"/>
                <a:gd name="T80" fmla="*/ 100 w 136"/>
                <a:gd name="T81" fmla="*/ 102 h 152"/>
                <a:gd name="T82" fmla="*/ 96 w 136"/>
                <a:gd name="T83" fmla="*/ 95 h 152"/>
                <a:gd name="T84" fmla="*/ 88 w 136"/>
                <a:gd name="T85" fmla="*/ 91 h 152"/>
                <a:gd name="T86" fmla="*/ 79 w 136"/>
                <a:gd name="T87" fmla="*/ 85 h 152"/>
                <a:gd name="T88" fmla="*/ 70 w 136"/>
                <a:gd name="T89" fmla="*/ 83 h 152"/>
                <a:gd name="T90" fmla="*/ 57 w 136"/>
                <a:gd name="T91" fmla="*/ 67 h 152"/>
                <a:gd name="T92" fmla="*/ 45 w 136"/>
                <a:gd name="T93" fmla="*/ 60 h 152"/>
                <a:gd name="T94" fmla="*/ 39 w 136"/>
                <a:gd name="T95" fmla="*/ 48 h 152"/>
                <a:gd name="T96" fmla="*/ 25 w 136"/>
                <a:gd name="T97" fmla="*/ 40 h 152"/>
                <a:gd name="T98" fmla="*/ 9 w 136"/>
                <a:gd name="T99" fmla="*/ 46 h 152"/>
                <a:gd name="T100" fmla="*/ 0 w 136"/>
                <a:gd name="T101" fmla="*/ 31 h 152"/>
                <a:gd name="T102" fmla="*/ 3 w 136"/>
                <a:gd name="T103" fmla="*/ 19 h 152"/>
                <a:gd name="T104" fmla="*/ 18 w 136"/>
                <a:gd name="T105" fmla="*/ 10 h 152"/>
                <a:gd name="T106" fmla="*/ 29 w 136"/>
                <a:gd name="T107" fmla="*/ 15 h 152"/>
                <a:gd name="T108" fmla="*/ 38 w 136"/>
                <a:gd name="T109" fmla="*/ 10 h 152"/>
                <a:gd name="T110" fmla="*/ 54 w 136"/>
                <a:gd name="T111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6" h="152">
                  <a:moveTo>
                    <a:pt x="101" y="128"/>
                  </a:moveTo>
                  <a:lnTo>
                    <a:pt x="104" y="131"/>
                  </a:lnTo>
                  <a:lnTo>
                    <a:pt x="103" y="133"/>
                  </a:lnTo>
                  <a:lnTo>
                    <a:pt x="101" y="136"/>
                  </a:lnTo>
                  <a:lnTo>
                    <a:pt x="99" y="141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0" y="148"/>
                  </a:lnTo>
                  <a:lnTo>
                    <a:pt x="100" y="152"/>
                  </a:lnTo>
                  <a:lnTo>
                    <a:pt x="99" y="152"/>
                  </a:lnTo>
                  <a:lnTo>
                    <a:pt x="92" y="149"/>
                  </a:lnTo>
                  <a:lnTo>
                    <a:pt x="92" y="148"/>
                  </a:lnTo>
                  <a:lnTo>
                    <a:pt x="89" y="146"/>
                  </a:lnTo>
                  <a:lnTo>
                    <a:pt x="88" y="146"/>
                  </a:lnTo>
                  <a:lnTo>
                    <a:pt x="83" y="145"/>
                  </a:lnTo>
                  <a:lnTo>
                    <a:pt x="82" y="142"/>
                  </a:lnTo>
                  <a:lnTo>
                    <a:pt x="79" y="141"/>
                  </a:lnTo>
                  <a:lnTo>
                    <a:pt x="75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0" y="133"/>
                  </a:lnTo>
                  <a:lnTo>
                    <a:pt x="72" y="132"/>
                  </a:lnTo>
                  <a:lnTo>
                    <a:pt x="74" y="132"/>
                  </a:lnTo>
                  <a:lnTo>
                    <a:pt x="75" y="132"/>
                  </a:lnTo>
                  <a:lnTo>
                    <a:pt x="78" y="131"/>
                  </a:lnTo>
                  <a:lnTo>
                    <a:pt x="80" y="133"/>
                  </a:lnTo>
                  <a:lnTo>
                    <a:pt x="83" y="133"/>
                  </a:lnTo>
                  <a:lnTo>
                    <a:pt x="87" y="132"/>
                  </a:lnTo>
                  <a:lnTo>
                    <a:pt x="92" y="132"/>
                  </a:lnTo>
                  <a:lnTo>
                    <a:pt x="95" y="129"/>
                  </a:lnTo>
                  <a:lnTo>
                    <a:pt x="97" y="131"/>
                  </a:lnTo>
                  <a:lnTo>
                    <a:pt x="99" y="131"/>
                  </a:lnTo>
                  <a:lnTo>
                    <a:pt x="101" y="128"/>
                  </a:lnTo>
                  <a:close/>
                  <a:moveTo>
                    <a:pt x="30" y="86"/>
                  </a:moveTo>
                  <a:lnTo>
                    <a:pt x="32" y="87"/>
                  </a:lnTo>
                  <a:lnTo>
                    <a:pt x="33" y="87"/>
                  </a:lnTo>
                  <a:lnTo>
                    <a:pt x="34" y="90"/>
                  </a:lnTo>
                  <a:lnTo>
                    <a:pt x="35" y="91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4" y="98"/>
                  </a:lnTo>
                  <a:lnTo>
                    <a:pt x="37" y="100"/>
                  </a:lnTo>
                  <a:lnTo>
                    <a:pt x="35" y="104"/>
                  </a:lnTo>
                  <a:lnTo>
                    <a:pt x="37" y="110"/>
                  </a:lnTo>
                  <a:lnTo>
                    <a:pt x="35" y="111"/>
                  </a:lnTo>
                  <a:lnTo>
                    <a:pt x="35" y="115"/>
                  </a:lnTo>
                  <a:lnTo>
                    <a:pt x="35" y="116"/>
                  </a:lnTo>
                  <a:lnTo>
                    <a:pt x="34" y="116"/>
                  </a:lnTo>
                  <a:lnTo>
                    <a:pt x="33" y="115"/>
                  </a:lnTo>
                  <a:lnTo>
                    <a:pt x="30" y="115"/>
                  </a:lnTo>
                  <a:lnTo>
                    <a:pt x="29" y="116"/>
                  </a:lnTo>
                  <a:lnTo>
                    <a:pt x="29" y="119"/>
                  </a:lnTo>
                  <a:lnTo>
                    <a:pt x="28" y="120"/>
                  </a:lnTo>
                  <a:lnTo>
                    <a:pt x="26" y="120"/>
                  </a:lnTo>
                  <a:lnTo>
                    <a:pt x="25" y="120"/>
                  </a:lnTo>
                  <a:lnTo>
                    <a:pt x="24" y="119"/>
                  </a:lnTo>
                  <a:lnTo>
                    <a:pt x="22" y="113"/>
                  </a:lnTo>
                  <a:lnTo>
                    <a:pt x="21" y="112"/>
                  </a:lnTo>
                  <a:lnTo>
                    <a:pt x="22" y="108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1" y="104"/>
                  </a:lnTo>
                  <a:lnTo>
                    <a:pt x="21" y="103"/>
                  </a:lnTo>
                  <a:lnTo>
                    <a:pt x="22" y="102"/>
                  </a:lnTo>
                  <a:lnTo>
                    <a:pt x="22" y="99"/>
                  </a:lnTo>
                  <a:lnTo>
                    <a:pt x="21" y="98"/>
                  </a:lnTo>
                  <a:lnTo>
                    <a:pt x="21" y="96"/>
                  </a:lnTo>
                  <a:lnTo>
                    <a:pt x="18" y="94"/>
                  </a:lnTo>
                  <a:lnTo>
                    <a:pt x="20" y="92"/>
                  </a:lnTo>
                  <a:lnTo>
                    <a:pt x="20" y="90"/>
                  </a:lnTo>
                  <a:lnTo>
                    <a:pt x="22" y="91"/>
                  </a:lnTo>
                  <a:lnTo>
                    <a:pt x="24" y="91"/>
                  </a:lnTo>
                  <a:lnTo>
                    <a:pt x="28" y="86"/>
                  </a:lnTo>
                  <a:lnTo>
                    <a:pt x="30" y="86"/>
                  </a:lnTo>
                  <a:close/>
                  <a:moveTo>
                    <a:pt x="20" y="85"/>
                  </a:moveTo>
                  <a:lnTo>
                    <a:pt x="21" y="86"/>
                  </a:lnTo>
                  <a:lnTo>
                    <a:pt x="20" y="87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7"/>
                  </a:lnTo>
                  <a:lnTo>
                    <a:pt x="20" y="86"/>
                  </a:lnTo>
                  <a:lnTo>
                    <a:pt x="20" y="85"/>
                  </a:lnTo>
                  <a:close/>
                  <a:moveTo>
                    <a:pt x="50" y="69"/>
                  </a:moveTo>
                  <a:lnTo>
                    <a:pt x="51" y="70"/>
                  </a:lnTo>
                  <a:lnTo>
                    <a:pt x="50" y="69"/>
                  </a:lnTo>
                  <a:lnTo>
                    <a:pt x="50" y="69"/>
                  </a:lnTo>
                  <a:close/>
                  <a:moveTo>
                    <a:pt x="43" y="61"/>
                  </a:moveTo>
                  <a:lnTo>
                    <a:pt x="45" y="62"/>
                  </a:lnTo>
                  <a:lnTo>
                    <a:pt x="45" y="63"/>
                  </a:lnTo>
                  <a:lnTo>
                    <a:pt x="42" y="63"/>
                  </a:lnTo>
                  <a:lnTo>
                    <a:pt x="41" y="63"/>
                  </a:lnTo>
                  <a:lnTo>
                    <a:pt x="39" y="63"/>
                  </a:lnTo>
                  <a:lnTo>
                    <a:pt x="39" y="62"/>
                  </a:lnTo>
                  <a:lnTo>
                    <a:pt x="42" y="61"/>
                  </a:lnTo>
                  <a:lnTo>
                    <a:pt x="43" y="61"/>
                  </a:lnTo>
                  <a:close/>
                  <a:moveTo>
                    <a:pt x="54" y="0"/>
                  </a:moveTo>
                  <a:lnTo>
                    <a:pt x="57" y="0"/>
                  </a:lnTo>
                  <a:lnTo>
                    <a:pt x="60" y="0"/>
                  </a:lnTo>
                  <a:lnTo>
                    <a:pt x="60" y="3"/>
                  </a:lnTo>
                  <a:lnTo>
                    <a:pt x="66" y="6"/>
                  </a:lnTo>
                  <a:lnTo>
                    <a:pt x="74" y="7"/>
                  </a:lnTo>
                  <a:lnTo>
                    <a:pt x="78" y="7"/>
                  </a:lnTo>
                  <a:lnTo>
                    <a:pt x="79" y="8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6" y="16"/>
                  </a:lnTo>
                  <a:lnTo>
                    <a:pt x="76" y="21"/>
                  </a:lnTo>
                  <a:lnTo>
                    <a:pt x="74" y="20"/>
                  </a:lnTo>
                  <a:lnTo>
                    <a:pt x="72" y="21"/>
                  </a:lnTo>
                  <a:lnTo>
                    <a:pt x="70" y="23"/>
                  </a:lnTo>
                  <a:lnTo>
                    <a:pt x="67" y="23"/>
                  </a:lnTo>
                  <a:lnTo>
                    <a:pt x="66" y="25"/>
                  </a:lnTo>
                  <a:lnTo>
                    <a:pt x="63" y="25"/>
                  </a:lnTo>
                  <a:lnTo>
                    <a:pt x="62" y="27"/>
                  </a:lnTo>
                  <a:lnTo>
                    <a:pt x="63" y="29"/>
                  </a:lnTo>
                  <a:lnTo>
                    <a:pt x="64" y="32"/>
                  </a:lnTo>
                  <a:lnTo>
                    <a:pt x="63" y="35"/>
                  </a:lnTo>
                  <a:lnTo>
                    <a:pt x="62" y="35"/>
                  </a:lnTo>
                  <a:lnTo>
                    <a:pt x="63" y="38"/>
                  </a:lnTo>
                  <a:lnTo>
                    <a:pt x="63" y="41"/>
                  </a:lnTo>
                  <a:lnTo>
                    <a:pt x="64" y="44"/>
                  </a:lnTo>
                  <a:lnTo>
                    <a:pt x="70" y="46"/>
                  </a:lnTo>
                  <a:lnTo>
                    <a:pt x="72" y="48"/>
                  </a:lnTo>
                  <a:lnTo>
                    <a:pt x="74" y="49"/>
                  </a:lnTo>
                  <a:lnTo>
                    <a:pt x="82" y="57"/>
                  </a:lnTo>
                  <a:lnTo>
                    <a:pt x="82" y="60"/>
                  </a:lnTo>
                  <a:lnTo>
                    <a:pt x="83" y="60"/>
                  </a:lnTo>
                  <a:lnTo>
                    <a:pt x="83" y="62"/>
                  </a:lnTo>
                  <a:lnTo>
                    <a:pt x="84" y="65"/>
                  </a:lnTo>
                  <a:lnTo>
                    <a:pt x="87" y="67"/>
                  </a:lnTo>
                  <a:lnTo>
                    <a:pt x="88" y="70"/>
                  </a:lnTo>
                  <a:lnTo>
                    <a:pt x="92" y="73"/>
                  </a:lnTo>
                  <a:lnTo>
                    <a:pt x="93" y="74"/>
                  </a:lnTo>
                  <a:lnTo>
                    <a:pt x="96" y="74"/>
                  </a:lnTo>
                  <a:lnTo>
                    <a:pt x="97" y="75"/>
                  </a:lnTo>
                  <a:lnTo>
                    <a:pt x="103" y="75"/>
                  </a:lnTo>
                  <a:lnTo>
                    <a:pt x="104" y="75"/>
                  </a:lnTo>
                  <a:lnTo>
                    <a:pt x="107" y="75"/>
                  </a:lnTo>
                  <a:lnTo>
                    <a:pt x="109" y="77"/>
                  </a:lnTo>
                  <a:lnTo>
                    <a:pt x="108" y="78"/>
                  </a:lnTo>
                  <a:lnTo>
                    <a:pt x="105" y="81"/>
                  </a:lnTo>
                  <a:lnTo>
                    <a:pt x="105" y="81"/>
                  </a:lnTo>
                  <a:lnTo>
                    <a:pt x="107" y="83"/>
                  </a:lnTo>
                  <a:lnTo>
                    <a:pt x="109" y="83"/>
                  </a:lnTo>
                  <a:lnTo>
                    <a:pt x="113" y="85"/>
                  </a:lnTo>
                  <a:lnTo>
                    <a:pt x="122" y="88"/>
                  </a:lnTo>
                  <a:lnTo>
                    <a:pt x="126" y="91"/>
                  </a:lnTo>
                  <a:lnTo>
                    <a:pt x="129" y="94"/>
                  </a:lnTo>
                  <a:lnTo>
                    <a:pt x="133" y="95"/>
                  </a:lnTo>
                  <a:lnTo>
                    <a:pt x="134" y="96"/>
                  </a:lnTo>
                  <a:lnTo>
                    <a:pt x="136" y="98"/>
                  </a:lnTo>
                  <a:lnTo>
                    <a:pt x="136" y="102"/>
                  </a:lnTo>
                  <a:lnTo>
                    <a:pt x="134" y="103"/>
                  </a:lnTo>
                  <a:lnTo>
                    <a:pt x="134" y="104"/>
                  </a:lnTo>
                  <a:lnTo>
                    <a:pt x="134" y="106"/>
                  </a:lnTo>
                  <a:lnTo>
                    <a:pt x="134" y="106"/>
                  </a:lnTo>
                  <a:lnTo>
                    <a:pt x="132" y="104"/>
                  </a:lnTo>
                  <a:lnTo>
                    <a:pt x="130" y="103"/>
                  </a:lnTo>
                  <a:lnTo>
                    <a:pt x="129" y="100"/>
                  </a:lnTo>
                  <a:lnTo>
                    <a:pt x="129" y="99"/>
                  </a:lnTo>
                  <a:lnTo>
                    <a:pt x="128" y="98"/>
                  </a:lnTo>
                  <a:lnTo>
                    <a:pt x="124" y="98"/>
                  </a:lnTo>
                  <a:lnTo>
                    <a:pt x="124" y="96"/>
                  </a:lnTo>
                  <a:lnTo>
                    <a:pt x="121" y="96"/>
                  </a:lnTo>
                  <a:lnTo>
                    <a:pt x="120" y="96"/>
                  </a:lnTo>
                  <a:lnTo>
                    <a:pt x="118" y="96"/>
                  </a:lnTo>
                  <a:lnTo>
                    <a:pt x="117" y="99"/>
                  </a:lnTo>
                  <a:lnTo>
                    <a:pt x="116" y="102"/>
                  </a:lnTo>
                  <a:lnTo>
                    <a:pt x="116" y="103"/>
                  </a:lnTo>
                  <a:lnTo>
                    <a:pt x="116" y="104"/>
                  </a:lnTo>
                  <a:lnTo>
                    <a:pt x="114" y="106"/>
                  </a:lnTo>
                  <a:lnTo>
                    <a:pt x="114" y="107"/>
                  </a:lnTo>
                  <a:lnTo>
                    <a:pt x="114" y="108"/>
                  </a:lnTo>
                  <a:lnTo>
                    <a:pt x="117" y="108"/>
                  </a:lnTo>
                  <a:lnTo>
                    <a:pt x="120" y="112"/>
                  </a:lnTo>
                  <a:lnTo>
                    <a:pt x="121" y="113"/>
                  </a:lnTo>
                  <a:lnTo>
                    <a:pt x="121" y="116"/>
                  </a:lnTo>
                  <a:lnTo>
                    <a:pt x="121" y="117"/>
                  </a:lnTo>
                  <a:lnTo>
                    <a:pt x="120" y="119"/>
                  </a:lnTo>
                  <a:lnTo>
                    <a:pt x="118" y="120"/>
                  </a:lnTo>
                  <a:lnTo>
                    <a:pt x="116" y="121"/>
                  </a:lnTo>
                  <a:lnTo>
                    <a:pt x="116" y="127"/>
                  </a:lnTo>
                  <a:lnTo>
                    <a:pt x="113" y="129"/>
                  </a:lnTo>
                  <a:lnTo>
                    <a:pt x="112" y="132"/>
                  </a:lnTo>
                  <a:lnTo>
                    <a:pt x="111" y="135"/>
                  </a:lnTo>
                  <a:lnTo>
                    <a:pt x="108" y="135"/>
                  </a:lnTo>
                  <a:lnTo>
                    <a:pt x="105" y="132"/>
                  </a:lnTo>
                  <a:lnTo>
                    <a:pt x="105" y="131"/>
                  </a:lnTo>
                  <a:lnTo>
                    <a:pt x="105" y="129"/>
                  </a:lnTo>
                  <a:lnTo>
                    <a:pt x="107" y="129"/>
                  </a:lnTo>
                  <a:lnTo>
                    <a:pt x="108" y="127"/>
                  </a:lnTo>
                  <a:lnTo>
                    <a:pt x="108" y="125"/>
                  </a:lnTo>
                  <a:lnTo>
                    <a:pt x="108" y="123"/>
                  </a:lnTo>
                  <a:lnTo>
                    <a:pt x="109" y="123"/>
                  </a:lnTo>
                  <a:lnTo>
                    <a:pt x="109" y="123"/>
                  </a:lnTo>
                  <a:lnTo>
                    <a:pt x="111" y="120"/>
                  </a:lnTo>
                  <a:lnTo>
                    <a:pt x="111" y="119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08" y="111"/>
                  </a:lnTo>
                  <a:lnTo>
                    <a:pt x="107" y="107"/>
                  </a:lnTo>
                  <a:lnTo>
                    <a:pt x="105" y="103"/>
                  </a:lnTo>
                  <a:lnTo>
                    <a:pt x="104" y="102"/>
                  </a:lnTo>
                  <a:lnTo>
                    <a:pt x="103" y="103"/>
                  </a:lnTo>
                  <a:lnTo>
                    <a:pt x="100" y="102"/>
                  </a:lnTo>
                  <a:lnTo>
                    <a:pt x="99" y="100"/>
                  </a:lnTo>
                  <a:lnTo>
                    <a:pt x="96" y="100"/>
                  </a:lnTo>
                  <a:lnTo>
                    <a:pt x="95" y="99"/>
                  </a:lnTo>
                  <a:lnTo>
                    <a:pt x="96" y="98"/>
                  </a:lnTo>
                  <a:lnTo>
                    <a:pt x="96" y="95"/>
                  </a:lnTo>
                  <a:lnTo>
                    <a:pt x="95" y="94"/>
                  </a:lnTo>
                  <a:lnTo>
                    <a:pt x="92" y="94"/>
                  </a:lnTo>
                  <a:lnTo>
                    <a:pt x="91" y="94"/>
                  </a:lnTo>
                  <a:lnTo>
                    <a:pt x="91" y="92"/>
                  </a:lnTo>
                  <a:lnTo>
                    <a:pt x="88" y="91"/>
                  </a:lnTo>
                  <a:lnTo>
                    <a:pt x="87" y="92"/>
                  </a:lnTo>
                  <a:lnTo>
                    <a:pt x="85" y="91"/>
                  </a:lnTo>
                  <a:lnTo>
                    <a:pt x="83" y="86"/>
                  </a:lnTo>
                  <a:lnTo>
                    <a:pt x="80" y="86"/>
                  </a:lnTo>
                  <a:lnTo>
                    <a:pt x="79" y="85"/>
                  </a:lnTo>
                  <a:lnTo>
                    <a:pt x="76" y="86"/>
                  </a:lnTo>
                  <a:lnTo>
                    <a:pt x="75" y="86"/>
                  </a:lnTo>
                  <a:lnTo>
                    <a:pt x="74" y="85"/>
                  </a:lnTo>
                  <a:lnTo>
                    <a:pt x="72" y="83"/>
                  </a:lnTo>
                  <a:lnTo>
                    <a:pt x="70" y="83"/>
                  </a:lnTo>
                  <a:lnTo>
                    <a:pt x="66" y="79"/>
                  </a:lnTo>
                  <a:lnTo>
                    <a:pt x="60" y="73"/>
                  </a:lnTo>
                  <a:lnTo>
                    <a:pt x="59" y="73"/>
                  </a:lnTo>
                  <a:lnTo>
                    <a:pt x="58" y="70"/>
                  </a:lnTo>
                  <a:lnTo>
                    <a:pt x="57" y="67"/>
                  </a:lnTo>
                  <a:lnTo>
                    <a:pt x="53" y="67"/>
                  </a:lnTo>
                  <a:lnTo>
                    <a:pt x="53" y="66"/>
                  </a:lnTo>
                  <a:lnTo>
                    <a:pt x="50" y="62"/>
                  </a:lnTo>
                  <a:lnTo>
                    <a:pt x="47" y="61"/>
                  </a:lnTo>
                  <a:lnTo>
                    <a:pt x="45" y="60"/>
                  </a:lnTo>
                  <a:lnTo>
                    <a:pt x="45" y="56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1" y="49"/>
                  </a:lnTo>
                  <a:lnTo>
                    <a:pt x="39" y="48"/>
                  </a:lnTo>
                  <a:lnTo>
                    <a:pt x="39" y="46"/>
                  </a:lnTo>
                  <a:lnTo>
                    <a:pt x="38" y="44"/>
                  </a:lnTo>
                  <a:lnTo>
                    <a:pt x="34" y="42"/>
                  </a:lnTo>
                  <a:lnTo>
                    <a:pt x="33" y="41"/>
                  </a:lnTo>
                  <a:lnTo>
                    <a:pt x="25" y="40"/>
                  </a:lnTo>
                  <a:lnTo>
                    <a:pt x="17" y="42"/>
                  </a:lnTo>
                  <a:lnTo>
                    <a:pt x="17" y="45"/>
                  </a:lnTo>
                  <a:lnTo>
                    <a:pt x="16" y="48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12" y="42"/>
                  </a:lnTo>
                  <a:lnTo>
                    <a:pt x="8" y="42"/>
                  </a:lnTo>
                  <a:lnTo>
                    <a:pt x="4" y="40"/>
                  </a:lnTo>
                  <a:lnTo>
                    <a:pt x="4" y="33"/>
                  </a:lnTo>
                  <a:lnTo>
                    <a:pt x="0" y="31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5" y="24"/>
                  </a:lnTo>
                  <a:lnTo>
                    <a:pt x="4" y="23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6" y="19"/>
                  </a:lnTo>
                  <a:lnTo>
                    <a:pt x="12" y="16"/>
                  </a:lnTo>
                  <a:lnTo>
                    <a:pt x="14" y="17"/>
                  </a:lnTo>
                  <a:lnTo>
                    <a:pt x="18" y="10"/>
                  </a:lnTo>
                  <a:lnTo>
                    <a:pt x="21" y="11"/>
                  </a:lnTo>
                  <a:lnTo>
                    <a:pt x="21" y="15"/>
                  </a:lnTo>
                  <a:lnTo>
                    <a:pt x="25" y="16"/>
                  </a:lnTo>
                  <a:lnTo>
                    <a:pt x="26" y="19"/>
                  </a:lnTo>
                  <a:lnTo>
                    <a:pt x="29" y="15"/>
                  </a:lnTo>
                  <a:lnTo>
                    <a:pt x="29" y="11"/>
                  </a:lnTo>
                  <a:lnTo>
                    <a:pt x="34" y="12"/>
                  </a:lnTo>
                  <a:lnTo>
                    <a:pt x="35" y="12"/>
                  </a:lnTo>
                  <a:lnTo>
                    <a:pt x="38" y="13"/>
                  </a:lnTo>
                  <a:lnTo>
                    <a:pt x="38" y="10"/>
                  </a:lnTo>
                  <a:lnTo>
                    <a:pt x="43" y="8"/>
                  </a:lnTo>
                  <a:lnTo>
                    <a:pt x="42" y="4"/>
                  </a:lnTo>
                  <a:lnTo>
                    <a:pt x="45" y="2"/>
                  </a:lnTo>
                  <a:lnTo>
                    <a:pt x="49" y="3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4" name="Freeform 411"/>
            <p:cNvSpPr>
              <a:spLocks noEditPoints="1"/>
            </p:cNvSpPr>
            <p:nvPr/>
          </p:nvSpPr>
          <p:spPr bwMode="auto">
            <a:xfrm>
              <a:off x="5519104" y="2939415"/>
              <a:ext cx="370511" cy="276615"/>
            </a:xfrm>
            <a:custGeom>
              <a:avLst/>
              <a:gdLst>
                <a:gd name="T0" fmla="*/ 120 w 146"/>
                <a:gd name="T1" fmla="*/ 71 h 109"/>
                <a:gd name="T2" fmla="*/ 117 w 146"/>
                <a:gd name="T3" fmla="*/ 68 h 109"/>
                <a:gd name="T4" fmla="*/ 134 w 146"/>
                <a:gd name="T5" fmla="*/ 59 h 109"/>
                <a:gd name="T6" fmla="*/ 133 w 146"/>
                <a:gd name="T7" fmla="*/ 64 h 109"/>
                <a:gd name="T8" fmla="*/ 129 w 146"/>
                <a:gd name="T9" fmla="*/ 61 h 109"/>
                <a:gd name="T10" fmla="*/ 146 w 146"/>
                <a:gd name="T11" fmla="*/ 57 h 109"/>
                <a:gd name="T12" fmla="*/ 140 w 146"/>
                <a:gd name="T13" fmla="*/ 57 h 109"/>
                <a:gd name="T14" fmla="*/ 17 w 146"/>
                <a:gd name="T15" fmla="*/ 0 h 109"/>
                <a:gd name="T16" fmla="*/ 25 w 146"/>
                <a:gd name="T17" fmla="*/ 1 h 109"/>
                <a:gd name="T18" fmla="*/ 33 w 146"/>
                <a:gd name="T19" fmla="*/ 1 h 109"/>
                <a:gd name="T20" fmla="*/ 41 w 146"/>
                <a:gd name="T21" fmla="*/ 3 h 109"/>
                <a:gd name="T22" fmla="*/ 59 w 146"/>
                <a:gd name="T23" fmla="*/ 3 h 109"/>
                <a:gd name="T24" fmla="*/ 69 w 146"/>
                <a:gd name="T25" fmla="*/ 5 h 109"/>
                <a:gd name="T26" fmla="*/ 79 w 146"/>
                <a:gd name="T27" fmla="*/ 8 h 109"/>
                <a:gd name="T28" fmla="*/ 83 w 146"/>
                <a:gd name="T29" fmla="*/ 5 h 109"/>
                <a:gd name="T30" fmla="*/ 86 w 146"/>
                <a:gd name="T31" fmla="*/ 7 h 109"/>
                <a:gd name="T32" fmla="*/ 90 w 146"/>
                <a:gd name="T33" fmla="*/ 11 h 109"/>
                <a:gd name="T34" fmla="*/ 99 w 146"/>
                <a:gd name="T35" fmla="*/ 14 h 109"/>
                <a:gd name="T36" fmla="*/ 107 w 146"/>
                <a:gd name="T37" fmla="*/ 17 h 109"/>
                <a:gd name="T38" fmla="*/ 116 w 146"/>
                <a:gd name="T39" fmla="*/ 16 h 109"/>
                <a:gd name="T40" fmla="*/ 128 w 146"/>
                <a:gd name="T41" fmla="*/ 17 h 109"/>
                <a:gd name="T42" fmla="*/ 134 w 146"/>
                <a:gd name="T43" fmla="*/ 21 h 109"/>
                <a:gd name="T44" fmla="*/ 132 w 146"/>
                <a:gd name="T45" fmla="*/ 29 h 109"/>
                <a:gd name="T46" fmla="*/ 125 w 146"/>
                <a:gd name="T47" fmla="*/ 37 h 109"/>
                <a:gd name="T48" fmla="*/ 113 w 146"/>
                <a:gd name="T49" fmla="*/ 41 h 109"/>
                <a:gd name="T50" fmla="*/ 112 w 146"/>
                <a:gd name="T51" fmla="*/ 46 h 109"/>
                <a:gd name="T52" fmla="*/ 109 w 146"/>
                <a:gd name="T53" fmla="*/ 46 h 109"/>
                <a:gd name="T54" fmla="*/ 103 w 146"/>
                <a:gd name="T55" fmla="*/ 53 h 109"/>
                <a:gd name="T56" fmla="*/ 99 w 146"/>
                <a:gd name="T57" fmla="*/ 64 h 109"/>
                <a:gd name="T58" fmla="*/ 104 w 146"/>
                <a:gd name="T59" fmla="*/ 72 h 109"/>
                <a:gd name="T60" fmla="*/ 97 w 146"/>
                <a:gd name="T61" fmla="*/ 79 h 109"/>
                <a:gd name="T62" fmla="*/ 95 w 146"/>
                <a:gd name="T63" fmla="*/ 88 h 109"/>
                <a:gd name="T64" fmla="*/ 82 w 146"/>
                <a:gd name="T65" fmla="*/ 93 h 109"/>
                <a:gd name="T66" fmla="*/ 76 w 146"/>
                <a:gd name="T67" fmla="*/ 99 h 109"/>
                <a:gd name="T68" fmla="*/ 71 w 146"/>
                <a:gd name="T69" fmla="*/ 100 h 109"/>
                <a:gd name="T70" fmla="*/ 67 w 146"/>
                <a:gd name="T71" fmla="*/ 100 h 109"/>
                <a:gd name="T72" fmla="*/ 57 w 146"/>
                <a:gd name="T73" fmla="*/ 100 h 109"/>
                <a:gd name="T74" fmla="*/ 45 w 146"/>
                <a:gd name="T75" fmla="*/ 104 h 109"/>
                <a:gd name="T76" fmla="*/ 40 w 146"/>
                <a:gd name="T77" fmla="*/ 109 h 109"/>
                <a:gd name="T78" fmla="*/ 29 w 146"/>
                <a:gd name="T79" fmla="*/ 100 h 109"/>
                <a:gd name="T80" fmla="*/ 21 w 146"/>
                <a:gd name="T81" fmla="*/ 93 h 109"/>
                <a:gd name="T82" fmla="*/ 17 w 146"/>
                <a:gd name="T83" fmla="*/ 88 h 109"/>
                <a:gd name="T84" fmla="*/ 24 w 146"/>
                <a:gd name="T85" fmla="*/ 78 h 109"/>
                <a:gd name="T86" fmla="*/ 24 w 146"/>
                <a:gd name="T87" fmla="*/ 71 h 109"/>
                <a:gd name="T88" fmla="*/ 17 w 146"/>
                <a:gd name="T89" fmla="*/ 59 h 109"/>
                <a:gd name="T90" fmla="*/ 25 w 146"/>
                <a:gd name="T91" fmla="*/ 54 h 109"/>
                <a:gd name="T92" fmla="*/ 26 w 146"/>
                <a:gd name="T93" fmla="*/ 42 h 109"/>
                <a:gd name="T94" fmla="*/ 32 w 146"/>
                <a:gd name="T95" fmla="*/ 34 h 109"/>
                <a:gd name="T96" fmla="*/ 29 w 146"/>
                <a:gd name="T97" fmla="*/ 26 h 109"/>
                <a:gd name="T98" fmla="*/ 16 w 146"/>
                <a:gd name="T99" fmla="*/ 26 h 109"/>
                <a:gd name="T100" fmla="*/ 11 w 146"/>
                <a:gd name="T101" fmla="*/ 24 h 109"/>
                <a:gd name="T102" fmla="*/ 4 w 146"/>
                <a:gd name="T103" fmla="*/ 24 h 109"/>
                <a:gd name="T104" fmla="*/ 5 w 146"/>
                <a:gd name="T105" fmla="*/ 20 h 109"/>
                <a:gd name="T106" fmla="*/ 3 w 146"/>
                <a:gd name="T107" fmla="*/ 17 h 109"/>
                <a:gd name="T108" fmla="*/ 3 w 146"/>
                <a:gd name="T109" fmla="*/ 13 h 109"/>
                <a:gd name="T110" fmla="*/ 0 w 146"/>
                <a:gd name="T111" fmla="*/ 11 h 109"/>
                <a:gd name="T112" fmla="*/ 7 w 146"/>
                <a:gd name="T113" fmla="*/ 7 h 109"/>
                <a:gd name="T114" fmla="*/ 11 w 146"/>
                <a:gd name="T115" fmla="*/ 4 h 109"/>
                <a:gd name="T116" fmla="*/ 16 w 146"/>
                <a:gd name="T11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6" h="109">
                  <a:moveTo>
                    <a:pt x="120" y="67"/>
                  </a:moveTo>
                  <a:lnTo>
                    <a:pt x="121" y="70"/>
                  </a:lnTo>
                  <a:lnTo>
                    <a:pt x="120" y="71"/>
                  </a:lnTo>
                  <a:lnTo>
                    <a:pt x="119" y="72"/>
                  </a:lnTo>
                  <a:lnTo>
                    <a:pt x="117" y="71"/>
                  </a:lnTo>
                  <a:lnTo>
                    <a:pt x="117" y="68"/>
                  </a:lnTo>
                  <a:lnTo>
                    <a:pt x="120" y="67"/>
                  </a:lnTo>
                  <a:close/>
                  <a:moveTo>
                    <a:pt x="132" y="58"/>
                  </a:moveTo>
                  <a:lnTo>
                    <a:pt x="134" y="59"/>
                  </a:lnTo>
                  <a:lnTo>
                    <a:pt x="137" y="59"/>
                  </a:lnTo>
                  <a:lnTo>
                    <a:pt x="134" y="62"/>
                  </a:lnTo>
                  <a:lnTo>
                    <a:pt x="133" y="64"/>
                  </a:lnTo>
                  <a:lnTo>
                    <a:pt x="130" y="63"/>
                  </a:lnTo>
                  <a:lnTo>
                    <a:pt x="129" y="62"/>
                  </a:lnTo>
                  <a:lnTo>
                    <a:pt x="129" y="61"/>
                  </a:lnTo>
                  <a:lnTo>
                    <a:pt x="132" y="58"/>
                  </a:lnTo>
                  <a:close/>
                  <a:moveTo>
                    <a:pt x="144" y="54"/>
                  </a:moveTo>
                  <a:lnTo>
                    <a:pt x="146" y="57"/>
                  </a:lnTo>
                  <a:lnTo>
                    <a:pt x="145" y="58"/>
                  </a:lnTo>
                  <a:lnTo>
                    <a:pt x="144" y="57"/>
                  </a:lnTo>
                  <a:lnTo>
                    <a:pt x="140" y="57"/>
                  </a:lnTo>
                  <a:lnTo>
                    <a:pt x="140" y="55"/>
                  </a:lnTo>
                  <a:lnTo>
                    <a:pt x="144" y="54"/>
                  </a:lnTo>
                  <a:close/>
                  <a:moveTo>
                    <a:pt x="17" y="0"/>
                  </a:moveTo>
                  <a:lnTo>
                    <a:pt x="20" y="0"/>
                  </a:lnTo>
                  <a:lnTo>
                    <a:pt x="22" y="3"/>
                  </a:lnTo>
                  <a:lnTo>
                    <a:pt x="25" y="1"/>
                  </a:lnTo>
                  <a:lnTo>
                    <a:pt x="28" y="1"/>
                  </a:lnTo>
                  <a:lnTo>
                    <a:pt x="30" y="3"/>
                  </a:lnTo>
                  <a:lnTo>
                    <a:pt x="33" y="1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41" y="3"/>
                  </a:lnTo>
                  <a:lnTo>
                    <a:pt x="49" y="4"/>
                  </a:lnTo>
                  <a:lnTo>
                    <a:pt x="53" y="5"/>
                  </a:lnTo>
                  <a:lnTo>
                    <a:pt x="59" y="3"/>
                  </a:lnTo>
                  <a:lnTo>
                    <a:pt x="63" y="3"/>
                  </a:lnTo>
                  <a:lnTo>
                    <a:pt x="65" y="5"/>
                  </a:lnTo>
                  <a:lnTo>
                    <a:pt x="69" y="5"/>
                  </a:lnTo>
                  <a:lnTo>
                    <a:pt x="70" y="4"/>
                  </a:lnTo>
                  <a:lnTo>
                    <a:pt x="72" y="4"/>
                  </a:lnTo>
                  <a:lnTo>
                    <a:pt x="79" y="8"/>
                  </a:lnTo>
                  <a:lnTo>
                    <a:pt x="80" y="5"/>
                  </a:lnTo>
                  <a:lnTo>
                    <a:pt x="82" y="5"/>
                  </a:lnTo>
                  <a:lnTo>
                    <a:pt x="83" y="5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6" y="7"/>
                  </a:lnTo>
                  <a:lnTo>
                    <a:pt x="87" y="9"/>
                  </a:lnTo>
                  <a:lnTo>
                    <a:pt x="87" y="11"/>
                  </a:lnTo>
                  <a:lnTo>
                    <a:pt x="90" y="11"/>
                  </a:lnTo>
                  <a:lnTo>
                    <a:pt x="95" y="13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1" y="17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9" y="16"/>
                  </a:lnTo>
                  <a:lnTo>
                    <a:pt x="115" y="14"/>
                  </a:lnTo>
                  <a:lnTo>
                    <a:pt x="116" y="16"/>
                  </a:lnTo>
                  <a:lnTo>
                    <a:pt x="120" y="16"/>
                  </a:lnTo>
                  <a:lnTo>
                    <a:pt x="123" y="17"/>
                  </a:lnTo>
                  <a:lnTo>
                    <a:pt x="128" y="17"/>
                  </a:lnTo>
                  <a:lnTo>
                    <a:pt x="132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2" y="22"/>
                  </a:lnTo>
                  <a:lnTo>
                    <a:pt x="133" y="26"/>
                  </a:lnTo>
                  <a:lnTo>
                    <a:pt x="132" y="29"/>
                  </a:lnTo>
                  <a:lnTo>
                    <a:pt x="132" y="32"/>
                  </a:lnTo>
                  <a:lnTo>
                    <a:pt x="126" y="34"/>
                  </a:lnTo>
                  <a:lnTo>
                    <a:pt x="125" y="37"/>
                  </a:lnTo>
                  <a:lnTo>
                    <a:pt x="121" y="38"/>
                  </a:lnTo>
                  <a:lnTo>
                    <a:pt x="116" y="38"/>
                  </a:lnTo>
                  <a:lnTo>
                    <a:pt x="113" y="41"/>
                  </a:lnTo>
                  <a:lnTo>
                    <a:pt x="111" y="42"/>
                  </a:lnTo>
                  <a:lnTo>
                    <a:pt x="112" y="42"/>
                  </a:lnTo>
                  <a:lnTo>
                    <a:pt x="112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8" y="45"/>
                  </a:lnTo>
                  <a:lnTo>
                    <a:pt x="105" y="51"/>
                  </a:lnTo>
                  <a:lnTo>
                    <a:pt x="103" y="53"/>
                  </a:lnTo>
                  <a:lnTo>
                    <a:pt x="99" y="61"/>
                  </a:lnTo>
                  <a:lnTo>
                    <a:pt x="97" y="62"/>
                  </a:lnTo>
                  <a:lnTo>
                    <a:pt x="99" y="64"/>
                  </a:lnTo>
                  <a:lnTo>
                    <a:pt x="99" y="67"/>
                  </a:lnTo>
                  <a:lnTo>
                    <a:pt x="101" y="68"/>
                  </a:lnTo>
                  <a:lnTo>
                    <a:pt x="104" y="72"/>
                  </a:lnTo>
                  <a:lnTo>
                    <a:pt x="101" y="75"/>
                  </a:lnTo>
                  <a:lnTo>
                    <a:pt x="97" y="76"/>
                  </a:lnTo>
                  <a:lnTo>
                    <a:pt x="97" y="79"/>
                  </a:lnTo>
                  <a:lnTo>
                    <a:pt x="94" y="84"/>
                  </a:lnTo>
                  <a:lnTo>
                    <a:pt x="94" y="87"/>
                  </a:lnTo>
                  <a:lnTo>
                    <a:pt x="95" y="88"/>
                  </a:lnTo>
                  <a:lnTo>
                    <a:pt x="94" y="89"/>
                  </a:lnTo>
                  <a:lnTo>
                    <a:pt x="90" y="91"/>
                  </a:lnTo>
                  <a:lnTo>
                    <a:pt x="82" y="93"/>
                  </a:lnTo>
                  <a:lnTo>
                    <a:pt x="82" y="96"/>
                  </a:lnTo>
                  <a:lnTo>
                    <a:pt x="79" y="100"/>
                  </a:lnTo>
                  <a:lnTo>
                    <a:pt x="76" y="99"/>
                  </a:lnTo>
                  <a:lnTo>
                    <a:pt x="75" y="97"/>
                  </a:lnTo>
                  <a:lnTo>
                    <a:pt x="74" y="100"/>
                  </a:lnTo>
                  <a:lnTo>
                    <a:pt x="71" y="100"/>
                  </a:lnTo>
                  <a:lnTo>
                    <a:pt x="70" y="100"/>
                  </a:lnTo>
                  <a:lnTo>
                    <a:pt x="67" y="100"/>
                  </a:lnTo>
                  <a:lnTo>
                    <a:pt x="67" y="100"/>
                  </a:lnTo>
                  <a:lnTo>
                    <a:pt x="63" y="100"/>
                  </a:lnTo>
                  <a:lnTo>
                    <a:pt x="59" y="99"/>
                  </a:lnTo>
                  <a:lnTo>
                    <a:pt x="57" y="100"/>
                  </a:lnTo>
                  <a:lnTo>
                    <a:pt x="53" y="100"/>
                  </a:lnTo>
                  <a:lnTo>
                    <a:pt x="49" y="104"/>
                  </a:lnTo>
                  <a:lnTo>
                    <a:pt x="45" y="104"/>
                  </a:lnTo>
                  <a:lnTo>
                    <a:pt x="43" y="107"/>
                  </a:lnTo>
                  <a:lnTo>
                    <a:pt x="42" y="108"/>
                  </a:lnTo>
                  <a:lnTo>
                    <a:pt x="40" y="109"/>
                  </a:lnTo>
                  <a:lnTo>
                    <a:pt x="36" y="109"/>
                  </a:lnTo>
                  <a:lnTo>
                    <a:pt x="32" y="105"/>
                  </a:lnTo>
                  <a:lnTo>
                    <a:pt x="29" y="100"/>
                  </a:lnTo>
                  <a:lnTo>
                    <a:pt x="30" y="99"/>
                  </a:lnTo>
                  <a:lnTo>
                    <a:pt x="25" y="95"/>
                  </a:lnTo>
                  <a:lnTo>
                    <a:pt x="21" y="93"/>
                  </a:lnTo>
                  <a:lnTo>
                    <a:pt x="20" y="93"/>
                  </a:lnTo>
                  <a:lnTo>
                    <a:pt x="20" y="91"/>
                  </a:lnTo>
                  <a:lnTo>
                    <a:pt x="17" y="88"/>
                  </a:lnTo>
                  <a:lnTo>
                    <a:pt x="20" y="83"/>
                  </a:lnTo>
                  <a:lnTo>
                    <a:pt x="24" y="80"/>
                  </a:lnTo>
                  <a:lnTo>
                    <a:pt x="24" y="78"/>
                  </a:lnTo>
                  <a:lnTo>
                    <a:pt x="21" y="78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2" y="66"/>
                  </a:lnTo>
                  <a:lnTo>
                    <a:pt x="20" y="64"/>
                  </a:lnTo>
                  <a:lnTo>
                    <a:pt x="17" y="59"/>
                  </a:lnTo>
                  <a:lnTo>
                    <a:pt x="20" y="58"/>
                  </a:lnTo>
                  <a:lnTo>
                    <a:pt x="22" y="58"/>
                  </a:lnTo>
                  <a:lnTo>
                    <a:pt x="25" y="54"/>
                  </a:lnTo>
                  <a:lnTo>
                    <a:pt x="24" y="51"/>
                  </a:lnTo>
                  <a:lnTo>
                    <a:pt x="25" y="50"/>
                  </a:lnTo>
                  <a:lnTo>
                    <a:pt x="26" y="42"/>
                  </a:lnTo>
                  <a:lnTo>
                    <a:pt x="25" y="38"/>
                  </a:lnTo>
                  <a:lnTo>
                    <a:pt x="30" y="34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0" y="29"/>
                  </a:lnTo>
                  <a:lnTo>
                    <a:pt x="29" y="26"/>
                  </a:lnTo>
                  <a:lnTo>
                    <a:pt x="24" y="25"/>
                  </a:lnTo>
                  <a:lnTo>
                    <a:pt x="22" y="28"/>
                  </a:lnTo>
                  <a:lnTo>
                    <a:pt x="16" y="26"/>
                  </a:lnTo>
                  <a:lnTo>
                    <a:pt x="12" y="28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9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5" y="20"/>
                  </a:lnTo>
                  <a:lnTo>
                    <a:pt x="4" y="18"/>
                  </a:lnTo>
                  <a:lnTo>
                    <a:pt x="5" y="16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1" y="8"/>
                  </a:lnTo>
                  <a:lnTo>
                    <a:pt x="5" y="5"/>
                  </a:lnTo>
                  <a:lnTo>
                    <a:pt x="7" y="7"/>
                  </a:lnTo>
                  <a:lnTo>
                    <a:pt x="11" y="7"/>
                  </a:lnTo>
                  <a:lnTo>
                    <a:pt x="12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5" name="Freeform 412"/>
            <p:cNvSpPr>
              <a:spLocks/>
            </p:cNvSpPr>
            <p:nvPr/>
          </p:nvSpPr>
          <p:spPr bwMode="auto">
            <a:xfrm>
              <a:off x="5508953" y="3000321"/>
              <a:ext cx="93897" cy="182718"/>
            </a:xfrm>
            <a:custGeom>
              <a:avLst/>
              <a:gdLst>
                <a:gd name="T0" fmla="*/ 15 w 37"/>
                <a:gd name="T1" fmla="*/ 0 h 72"/>
                <a:gd name="T2" fmla="*/ 16 w 37"/>
                <a:gd name="T3" fmla="*/ 4 h 72"/>
                <a:gd name="T4" fmla="*/ 26 w 37"/>
                <a:gd name="T5" fmla="*/ 4 h 72"/>
                <a:gd name="T6" fmla="*/ 33 w 37"/>
                <a:gd name="T7" fmla="*/ 2 h 72"/>
                <a:gd name="T8" fmla="*/ 37 w 37"/>
                <a:gd name="T9" fmla="*/ 8 h 72"/>
                <a:gd name="T10" fmla="*/ 34 w 37"/>
                <a:gd name="T11" fmla="*/ 10 h 72"/>
                <a:gd name="T12" fmla="*/ 30 w 37"/>
                <a:gd name="T13" fmla="*/ 18 h 72"/>
                <a:gd name="T14" fmla="*/ 28 w 37"/>
                <a:gd name="T15" fmla="*/ 27 h 72"/>
                <a:gd name="T16" fmla="*/ 26 w 37"/>
                <a:gd name="T17" fmla="*/ 34 h 72"/>
                <a:gd name="T18" fmla="*/ 21 w 37"/>
                <a:gd name="T19" fmla="*/ 35 h 72"/>
                <a:gd name="T20" fmla="*/ 26 w 37"/>
                <a:gd name="T21" fmla="*/ 42 h 72"/>
                <a:gd name="T22" fmla="*/ 24 w 37"/>
                <a:gd name="T23" fmla="*/ 51 h 72"/>
                <a:gd name="T24" fmla="*/ 28 w 37"/>
                <a:gd name="T25" fmla="*/ 54 h 72"/>
                <a:gd name="T26" fmla="*/ 24 w 37"/>
                <a:gd name="T27" fmla="*/ 59 h 72"/>
                <a:gd name="T28" fmla="*/ 24 w 37"/>
                <a:gd name="T29" fmla="*/ 67 h 72"/>
                <a:gd name="T30" fmla="*/ 24 w 37"/>
                <a:gd name="T31" fmla="*/ 69 h 72"/>
                <a:gd name="T32" fmla="*/ 20 w 37"/>
                <a:gd name="T33" fmla="*/ 71 h 72"/>
                <a:gd name="T34" fmla="*/ 15 w 37"/>
                <a:gd name="T35" fmla="*/ 71 h 72"/>
                <a:gd name="T36" fmla="*/ 5 w 37"/>
                <a:gd name="T37" fmla="*/ 72 h 72"/>
                <a:gd name="T38" fmla="*/ 5 w 37"/>
                <a:gd name="T39" fmla="*/ 69 h 72"/>
                <a:gd name="T40" fmla="*/ 7 w 37"/>
                <a:gd name="T41" fmla="*/ 59 h 72"/>
                <a:gd name="T42" fmla="*/ 7 w 37"/>
                <a:gd name="T43" fmla="*/ 54 h 72"/>
                <a:gd name="T44" fmla="*/ 5 w 37"/>
                <a:gd name="T45" fmla="*/ 51 h 72"/>
                <a:gd name="T46" fmla="*/ 3 w 37"/>
                <a:gd name="T47" fmla="*/ 52 h 72"/>
                <a:gd name="T48" fmla="*/ 5 w 37"/>
                <a:gd name="T49" fmla="*/ 47 h 72"/>
                <a:gd name="T50" fmla="*/ 5 w 37"/>
                <a:gd name="T51" fmla="*/ 44 h 72"/>
                <a:gd name="T52" fmla="*/ 3 w 37"/>
                <a:gd name="T53" fmla="*/ 48 h 72"/>
                <a:gd name="T54" fmla="*/ 0 w 37"/>
                <a:gd name="T55" fmla="*/ 47 h 72"/>
                <a:gd name="T56" fmla="*/ 4 w 37"/>
                <a:gd name="T57" fmla="*/ 35 h 72"/>
                <a:gd name="T58" fmla="*/ 7 w 37"/>
                <a:gd name="T59" fmla="*/ 29 h 72"/>
                <a:gd name="T60" fmla="*/ 8 w 37"/>
                <a:gd name="T61" fmla="*/ 22 h 72"/>
                <a:gd name="T62" fmla="*/ 8 w 37"/>
                <a:gd name="T63" fmla="*/ 18 h 72"/>
                <a:gd name="T64" fmla="*/ 8 w 37"/>
                <a:gd name="T65" fmla="*/ 14 h 72"/>
                <a:gd name="T66" fmla="*/ 8 w 37"/>
                <a:gd name="T67" fmla="*/ 2 h 72"/>
                <a:gd name="T68" fmla="*/ 13 w 37"/>
                <a:gd name="T6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" h="72">
                  <a:moveTo>
                    <a:pt x="13" y="0"/>
                  </a:moveTo>
                  <a:lnTo>
                    <a:pt x="15" y="0"/>
                  </a:lnTo>
                  <a:lnTo>
                    <a:pt x="15" y="2"/>
                  </a:lnTo>
                  <a:lnTo>
                    <a:pt x="16" y="4"/>
                  </a:lnTo>
                  <a:lnTo>
                    <a:pt x="20" y="2"/>
                  </a:lnTo>
                  <a:lnTo>
                    <a:pt x="26" y="4"/>
                  </a:lnTo>
                  <a:lnTo>
                    <a:pt x="28" y="1"/>
                  </a:lnTo>
                  <a:lnTo>
                    <a:pt x="33" y="2"/>
                  </a:lnTo>
                  <a:lnTo>
                    <a:pt x="34" y="5"/>
                  </a:lnTo>
                  <a:lnTo>
                    <a:pt x="37" y="8"/>
                  </a:lnTo>
                  <a:lnTo>
                    <a:pt x="36" y="10"/>
                  </a:lnTo>
                  <a:lnTo>
                    <a:pt x="34" y="10"/>
                  </a:lnTo>
                  <a:lnTo>
                    <a:pt x="29" y="14"/>
                  </a:lnTo>
                  <a:lnTo>
                    <a:pt x="30" y="18"/>
                  </a:lnTo>
                  <a:lnTo>
                    <a:pt x="29" y="26"/>
                  </a:lnTo>
                  <a:lnTo>
                    <a:pt x="28" y="27"/>
                  </a:lnTo>
                  <a:lnTo>
                    <a:pt x="29" y="30"/>
                  </a:lnTo>
                  <a:lnTo>
                    <a:pt x="26" y="34"/>
                  </a:lnTo>
                  <a:lnTo>
                    <a:pt x="24" y="34"/>
                  </a:lnTo>
                  <a:lnTo>
                    <a:pt x="21" y="35"/>
                  </a:lnTo>
                  <a:lnTo>
                    <a:pt x="24" y="40"/>
                  </a:lnTo>
                  <a:lnTo>
                    <a:pt x="26" y="42"/>
                  </a:lnTo>
                  <a:lnTo>
                    <a:pt x="28" y="47"/>
                  </a:lnTo>
                  <a:lnTo>
                    <a:pt x="24" y="51"/>
                  </a:lnTo>
                  <a:lnTo>
                    <a:pt x="25" y="54"/>
                  </a:lnTo>
                  <a:lnTo>
                    <a:pt x="28" y="54"/>
                  </a:lnTo>
                  <a:lnTo>
                    <a:pt x="28" y="56"/>
                  </a:lnTo>
                  <a:lnTo>
                    <a:pt x="24" y="59"/>
                  </a:lnTo>
                  <a:lnTo>
                    <a:pt x="21" y="64"/>
                  </a:lnTo>
                  <a:lnTo>
                    <a:pt x="24" y="67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6" y="72"/>
                  </a:lnTo>
                  <a:lnTo>
                    <a:pt x="15" y="71"/>
                  </a:lnTo>
                  <a:lnTo>
                    <a:pt x="9" y="69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5" y="69"/>
                  </a:lnTo>
                  <a:lnTo>
                    <a:pt x="7" y="65"/>
                  </a:lnTo>
                  <a:lnTo>
                    <a:pt x="7" y="59"/>
                  </a:lnTo>
                  <a:lnTo>
                    <a:pt x="8" y="56"/>
                  </a:lnTo>
                  <a:lnTo>
                    <a:pt x="7" y="54"/>
                  </a:lnTo>
                  <a:lnTo>
                    <a:pt x="8" y="51"/>
                  </a:lnTo>
                  <a:lnTo>
                    <a:pt x="5" y="51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3" y="50"/>
                  </a:lnTo>
                  <a:lnTo>
                    <a:pt x="5" y="47"/>
                  </a:lnTo>
                  <a:lnTo>
                    <a:pt x="5" y="47"/>
                  </a:lnTo>
                  <a:lnTo>
                    <a:pt x="5" y="44"/>
                  </a:lnTo>
                  <a:lnTo>
                    <a:pt x="3" y="47"/>
                  </a:lnTo>
                  <a:lnTo>
                    <a:pt x="3" y="48"/>
                  </a:lnTo>
                  <a:lnTo>
                    <a:pt x="0" y="48"/>
                  </a:lnTo>
                  <a:lnTo>
                    <a:pt x="0" y="47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8" y="22"/>
                  </a:lnTo>
                  <a:lnTo>
                    <a:pt x="9" y="21"/>
                  </a:lnTo>
                  <a:lnTo>
                    <a:pt x="8" y="18"/>
                  </a:lnTo>
                  <a:lnTo>
                    <a:pt x="9" y="15"/>
                  </a:lnTo>
                  <a:lnTo>
                    <a:pt x="8" y="14"/>
                  </a:lnTo>
                  <a:lnTo>
                    <a:pt x="9" y="6"/>
                  </a:lnTo>
                  <a:lnTo>
                    <a:pt x="8" y="2"/>
                  </a:lnTo>
                  <a:lnTo>
                    <a:pt x="8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6" name="Freeform 413"/>
            <p:cNvSpPr>
              <a:spLocks noEditPoints="1"/>
            </p:cNvSpPr>
            <p:nvPr/>
          </p:nvSpPr>
          <p:spPr bwMode="auto">
            <a:xfrm>
              <a:off x="6328643" y="3005396"/>
              <a:ext cx="258850" cy="251237"/>
            </a:xfrm>
            <a:custGeom>
              <a:avLst/>
              <a:gdLst>
                <a:gd name="T0" fmla="*/ 56 w 102"/>
                <a:gd name="T1" fmla="*/ 91 h 99"/>
                <a:gd name="T2" fmla="*/ 73 w 102"/>
                <a:gd name="T3" fmla="*/ 92 h 99"/>
                <a:gd name="T4" fmla="*/ 80 w 102"/>
                <a:gd name="T5" fmla="*/ 92 h 99"/>
                <a:gd name="T6" fmla="*/ 63 w 102"/>
                <a:gd name="T7" fmla="*/ 99 h 99"/>
                <a:gd name="T8" fmla="*/ 48 w 102"/>
                <a:gd name="T9" fmla="*/ 92 h 99"/>
                <a:gd name="T10" fmla="*/ 91 w 102"/>
                <a:gd name="T11" fmla="*/ 92 h 99"/>
                <a:gd name="T12" fmla="*/ 91 w 102"/>
                <a:gd name="T13" fmla="*/ 86 h 99"/>
                <a:gd name="T14" fmla="*/ 41 w 102"/>
                <a:gd name="T15" fmla="*/ 79 h 99"/>
                <a:gd name="T16" fmla="*/ 96 w 102"/>
                <a:gd name="T17" fmla="*/ 86 h 99"/>
                <a:gd name="T18" fmla="*/ 41 w 102"/>
                <a:gd name="T19" fmla="*/ 78 h 99"/>
                <a:gd name="T20" fmla="*/ 79 w 102"/>
                <a:gd name="T21" fmla="*/ 77 h 99"/>
                <a:gd name="T22" fmla="*/ 67 w 102"/>
                <a:gd name="T23" fmla="*/ 70 h 99"/>
                <a:gd name="T24" fmla="*/ 69 w 102"/>
                <a:gd name="T25" fmla="*/ 69 h 99"/>
                <a:gd name="T26" fmla="*/ 58 w 102"/>
                <a:gd name="T27" fmla="*/ 67 h 99"/>
                <a:gd name="T28" fmla="*/ 55 w 102"/>
                <a:gd name="T29" fmla="*/ 65 h 99"/>
                <a:gd name="T30" fmla="*/ 77 w 102"/>
                <a:gd name="T31" fmla="*/ 63 h 99"/>
                <a:gd name="T32" fmla="*/ 84 w 102"/>
                <a:gd name="T33" fmla="*/ 61 h 99"/>
                <a:gd name="T34" fmla="*/ 79 w 102"/>
                <a:gd name="T35" fmla="*/ 61 h 99"/>
                <a:gd name="T36" fmla="*/ 13 w 102"/>
                <a:gd name="T37" fmla="*/ 61 h 99"/>
                <a:gd name="T38" fmla="*/ 59 w 102"/>
                <a:gd name="T39" fmla="*/ 60 h 99"/>
                <a:gd name="T40" fmla="*/ 16 w 102"/>
                <a:gd name="T41" fmla="*/ 57 h 99"/>
                <a:gd name="T42" fmla="*/ 9 w 102"/>
                <a:gd name="T43" fmla="*/ 53 h 99"/>
                <a:gd name="T44" fmla="*/ 73 w 102"/>
                <a:gd name="T45" fmla="*/ 54 h 99"/>
                <a:gd name="T46" fmla="*/ 14 w 102"/>
                <a:gd name="T47" fmla="*/ 48 h 99"/>
                <a:gd name="T48" fmla="*/ 59 w 102"/>
                <a:gd name="T49" fmla="*/ 44 h 99"/>
                <a:gd name="T50" fmla="*/ 46 w 102"/>
                <a:gd name="T51" fmla="*/ 45 h 99"/>
                <a:gd name="T52" fmla="*/ 54 w 102"/>
                <a:gd name="T53" fmla="*/ 56 h 99"/>
                <a:gd name="T54" fmla="*/ 52 w 102"/>
                <a:gd name="T55" fmla="*/ 56 h 99"/>
                <a:gd name="T56" fmla="*/ 42 w 102"/>
                <a:gd name="T57" fmla="*/ 46 h 99"/>
                <a:gd name="T58" fmla="*/ 47 w 102"/>
                <a:gd name="T59" fmla="*/ 42 h 99"/>
                <a:gd name="T60" fmla="*/ 77 w 102"/>
                <a:gd name="T61" fmla="*/ 37 h 99"/>
                <a:gd name="T62" fmla="*/ 76 w 102"/>
                <a:gd name="T63" fmla="*/ 41 h 99"/>
                <a:gd name="T64" fmla="*/ 73 w 102"/>
                <a:gd name="T65" fmla="*/ 38 h 99"/>
                <a:gd name="T66" fmla="*/ 5 w 102"/>
                <a:gd name="T67" fmla="*/ 37 h 99"/>
                <a:gd name="T68" fmla="*/ 64 w 102"/>
                <a:gd name="T69" fmla="*/ 28 h 99"/>
                <a:gd name="T70" fmla="*/ 66 w 102"/>
                <a:gd name="T71" fmla="*/ 27 h 99"/>
                <a:gd name="T72" fmla="*/ 58 w 102"/>
                <a:gd name="T73" fmla="*/ 17 h 99"/>
                <a:gd name="T74" fmla="*/ 76 w 102"/>
                <a:gd name="T75" fmla="*/ 3 h 99"/>
                <a:gd name="T76" fmla="*/ 62 w 102"/>
                <a:gd name="T77" fmla="*/ 12 h 99"/>
                <a:gd name="T78" fmla="*/ 47 w 102"/>
                <a:gd name="T79" fmla="*/ 17 h 99"/>
                <a:gd name="T80" fmla="*/ 47 w 102"/>
                <a:gd name="T81" fmla="*/ 25 h 99"/>
                <a:gd name="T82" fmla="*/ 42 w 102"/>
                <a:gd name="T83" fmla="*/ 28 h 99"/>
                <a:gd name="T84" fmla="*/ 33 w 102"/>
                <a:gd name="T85" fmla="*/ 27 h 99"/>
                <a:gd name="T86" fmla="*/ 39 w 102"/>
                <a:gd name="T87" fmla="*/ 41 h 99"/>
                <a:gd name="T88" fmla="*/ 34 w 102"/>
                <a:gd name="T89" fmla="*/ 44 h 99"/>
                <a:gd name="T90" fmla="*/ 50 w 102"/>
                <a:gd name="T91" fmla="*/ 57 h 99"/>
                <a:gd name="T92" fmla="*/ 42 w 102"/>
                <a:gd name="T93" fmla="*/ 62 h 99"/>
                <a:gd name="T94" fmla="*/ 41 w 102"/>
                <a:gd name="T95" fmla="*/ 66 h 99"/>
                <a:gd name="T96" fmla="*/ 43 w 102"/>
                <a:gd name="T97" fmla="*/ 78 h 99"/>
                <a:gd name="T98" fmla="*/ 30 w 102"/>
                <a:gd name="T99" fmla="*/ 73 h 99"/>
                <a:gd name="T100" fmla="*/ 26 w 102"/>
                <a:gd name="T101" fmla="*/ 66 h 99"/>
                <a:gd name="T102" fmla="*/ 29 w 102"/>
                <a:gd name="T103" fmla="*/ 53 h 99"/>
                <a:gd name="T104" fmla="*/ 34 w 102"/>
                <a:gd name="T105" fmla="*/ 53 h 99"/>
                <a:gd name="T106" fmla="*/ 17 w 102"/>
                <a:gd name="T107" fmla="*/ 49 h 99"/>
                <a:gd name="T108" fmla="*/ 9 w 102"/>
                <a:gd name="T109" fmla="*/ 29 h 99"/>
                <a:gd name="T110" fmla="*/ 33 w 102"/>
                <a:gd name="T111" fmla="*/ 12 h 99"/>
                <a:gd name="T112" fmla="*/ 55 w 102"/>
                <a:gd name="T113" fmla="*/ 7 h 99"/>
                <a:gd name="T114" fmla="*/ 72 w 102"/>
                <a:gd name="T115" fmla="*/ 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2" h="99">
                  <a:moveTo>
                    <a:pt x="51" y="90"/>
                  </a:moveTo>
                  <a:lnTo>
                    <a:pt x="51" y="90"/>
                  </a:lnTo>
                  <a:lnTo>
                    <a:pt x="51" y="91"/>
                  </a:lnTo>
                  <a:lnTo>
                    <a:pt x="54" y="91"/>
                  </a:lnTo>
                  <a:lnTo>
                    <a:pt x="54" y="91"/>
                  </a:lnTo>
                  <a:lnTo>
                    <a:pt x="54" y="90"/>
                  </a:lnTo>
                  <a:lnTo>
                    <a:pt x="54" y="90"/>
                  </a:lnTo>
                  <a:lnTo>
                    <a:pt x="55" y="90"/>
                  </a:lnTo>
                  <a:lnTo>
                    <a:pt x="56" y="91"/>
                  </a:lnTo>
                  <a:lnTo>
                    <a:pt x="55" y="91"/>
                  </a:lnTo>
                  <a:lnTo>
                    <a:pt x="56" y="91"/>
                  </a:lnTo>
                  <a:lnTo>
                    <a:pt x="58" y="92"/>
                  </a:lnTo>
                  <a:lnTo>
                    <a:pt x="59" y="94"/>
                  </a:lnTo>
                  <a:lnTo>
                    <a:pt x="62" y="92"/>
                  </a:lnTo>
                  <a:lnTo>
                    <a:pt x="64" y="91"/>
                  </a:lnTo>
                  <a:lnTo>
                    <a:pt x="67" y="91"/>
                  </a:lnTo>
                  <a:lnTo>
                    <a:pt x="69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5" y="94"/>
                  </a:lnTo>
                  <a:lnTo>
                    <a:pt x="75" y="95"/>
                  </a:lnTo>
                  <a:lnTo>
                    <a:pt x="76" y="95"/>
                  </a:lnTo>
                  <a:lnTo>
                    <a:pt x="77" y="95"/>
                  </a:lnTo>
                  <a:lnTo>
                    <a:pt x="77" y="95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80" y="92"/>
                  </a:lnTo>
                  <a:lnTo>
                    <a:pt x="80" y="94"/>
                  </a:lnTo>
                  <a:lnTo>
                    <a:pt x="80" y="95"/>
                  </a:lnTo>
                  <a:lnTo>
                    <a:pt x="80" y="96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1" y="98"/>
                  </a:lnTo>
                  <a:lnTo>
                    <a:pt x="68" y="98"/>
                  </a:lnTo>
                  <a:lnTo>
                    <a:pt x="66" y="99"/>
                  </a:lnTo>
                  <a:lnTo>
                    <a:pt x="63" y="99"/>
                  </a:lnTo>
                  <a:lnTo>
                    <a:pt x="62" y="98"/>
                  </a:lnTo>
                  <a:lnTo>
                    <a:pt x="59" y="96"/>
                  </a:lnTo>
                  <a:lnTo>
                    <a:pt x="58" y="95"/>
                  </a:lnTo>
                  <a:lnTo>
                    <a:pt x="55" y="96"/>
                  </a:lnTo>
                  <a:lnTo>
                    <a:pt x="54" y="95"/>
                  </a:lnTo>
                  <a:lnTo>
                    <a:pt x="50" y="96"/>
                  </a:lnTo>
                  <a:lnTo>
                    <a:pt x="48" y="95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0"/>
                  </a:lnTo>
                  <a:lnTo>
                    <a:pt x="50" y="91"/>
                  </a:lnTo>
                  <a:lnTo>
                    <a:pt x="51" y="91"/>
                  </a:lnTo>
                  <a:lnTo>
                    <a:pt x="50" y="90"/>
                  </a:lnTo>
                  <a:lnTo>
                    <a:pt x="51" y="90"/>
                  </a:lnTo>
                  <a:close/>
                  <a:moveTo>
                    <a:pt x="89" y="87"/>
                  </a:moveTo>
                  <a:lnTo>
                    <a:pt x="89" y="89"/>
                  </a:lnTo>
                  <a:lnTo>
                    <a:pt x="91" y="91"/>
                  </a:lnTo>
                  <a:lnTo>
                    <a:pt x="91" y="92"/>
                  </a:lnTo>
                  <a:lnTo>
                    <a:pt x="89" y="92"/>
                  </a:lnTo>
                  <a:lnTo>
                    <a:pt x="89" y="91"/>
                  </a:lnTo>
                  <a:lnTo>
                    <a:pt x="88" y="90"/>
                  </a:lnTo>
                  <a:lnTo>
                    <a:pt x="89" y="87"/>
                  </a:lnTo>
                  <a:close/>
                  <a:moveTo>
                    <a:pt x="91" y="86"/>
                  </a:moveTo>
                  <a:lnTo>
                    <a:pt x="91" y="87"/>
                  </a:lnTo>
                  <a:lnTo>
                    <a:pt x="89" y="87"/>
                  </a:lnTo>
                  <a:lnTo>
                    <a:pt x="89" y="87"/>
                  </a:lnTo>
                  <a:lnTo>
                    <a:pt x="91" y="86"/>
                  </a:lnTo>
                  <a:close/>
                  <a:moveTo>
                    <a:pt x="41" y="79"/>
                  </a:moveTo>
                  <a:lnTo>
                    <a:pt x="42" y="81"/>
                  </a:lnTo>
                  <a:lnTo>
                    <a:pt x="43" y="82"/>
                  </a:lnTo>
                  <a:lnTo>
                    <a:pt x="42" y="85"/>
                  </a:lnTo>
                  <a:lnTo>
                    <a:pt x="41" y="83"/>
                  </a:lnTo>
                  <a:lnTo>
                    <a:pt x="41" y="82"/>
                  </a:lnTo>
                  <a:lnTo>
                    <a:pt x="41" y="81"/>
                  </a:lnTo>
                  <a:lnTo>
                    <a:pt x="41" y="79"/>
                  </a:lnTo>
                  <a:lnTo>
                    <a:pt x="41" y="79"/>
                  </a:lnTo>
                  <a:close/>
                  <a:moveTo>
                    <a:pt x="102" y="78"/>
                  </a:moveTo>
                  <a:lnTo>
                    <a:pt x="101" y="79"/>
                  </a:lnTo>
                  <a:lnTo>
                    <a:pt x="101" y="81"/>
                  </a:lnTo>
                  <a:lnTo>
                    <a:pt x="101" y="82"/>
                  </a:lnTo>
                  <a:lnTo>
                    <a:pt x="100" y="82"/>
                  </a:lnTo>
                  <a:lnTo>
                    <a:pt x="100" y="83"/>
                  </a:lnTo>
                  <a:lnTo>
                    <a:pt x="98" y="83"/>
                  </a:lnTo>
                  <a:lnTo>
                    <a:pt x="97" y="85"/>
                  </a:lnTo>
                  <a:lnTo>
                    <a:pt x="96" y="86"/>
                  </a:lnTo>
                  <a:lnTo>
                    <a:pt x="96" y="86"/>
                  </a:lnTo>
                  <a:lnTo>
                    <a:pt x="95" y="86"/>
                  </a:lnTo>
                  <a:lnTo>
                    <a:pt x="96" y="85"/>
                  </a:lnTo>
                  <a:lnTo>
                    <a:pt x="95" y="83"/>
                  </a:lnTo>
                  <a:lnTo>
                    <a:pt x="95" y="82"/>
                  </a:lnTo>
                  <a:lnTo>
                    <a:pt x="97" y="81"/>
                  </a:lnTo>
                  <a:lnTo>
                    <a:pt x="100" y="79"/>
                  </a:lnTo>
                  <a:lnTo>
                    <a:pt x="102" y="78"/>
                  </a:lnTo>
                  <a:close/>
                  <a:moveTo>
                    <a:pt x="41" y="78"/>
                  </a:moveTo>
                  <a:lnTo>
                    <a:pt x="41" y="78"/>
                  </a:lnTo>
                  <a:lnTo>
                    <a:pt x="41" y="78"/>
                  </a:lnTo>
                  <a:lnTo>
                    <a:pt x="41" y="78"/>
                  </a:lnTo>
                  <a:close/>
                  <a:moveTo>
                    <a:pt x="81" y="75"/>
                  </a:moveTo>
                  <a:lnTo>
                    <a:pt x="81" y="77"/>
                  </a:lnTo>
                  <a:lnTo>
                    <a:pt x="81" y="78"/>
                  </a:lnTo>
                  <a:lnTo>
                    <a:pt x="80" y="78"/>
                  </a:lnTo>
                  <a:lnTo>
                    <a:pt x="79" y="78"/>
                  </a:lnTo>
                  <a:lnTo>
                    <a:pt x="79" y="77"/>
                  </a:lnTo>
                  <a:lnTo>
                    <a:pt x="81" y="75"/>
                  </a:lnTo>
                  <a:close/>
                  <a:moveTo>
                    <a:pt x="56" y="75"/>
                  </a:moveTo>
                  <a:lnTo>
                    <a:pt x="59" y="75"/>
                  </a:lnTo>
                  <a:lnTo>
                    <a:pt x="58" y="77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6" y="75"/>
                  </a:lnTo>
                  <a:close/>
                  <a:moveTo>
                    <a:pt x="66" y="70"/>
                  </a:moveTo>
                  <a:lnTo>
                    <a:pt x="67" y="70"/>
                  </a:lnTo>
                  <a:lnTo>
                    <a:pt x="67" y="70"/>
                  </a:lnTo>
                  <a:lnTo>
                    <a:pt x="66" y="73"/>
                  </a:lnTo>
                  <a:lnTo>
                    <a:pt x="64" y="71"/>
                  </a:lnTo>
                  <a:lnTo>
                    <a:pt x="66" y="70"/>
                  </a:lnTo>
                  <a:close/>
                  <a:moveTo>
                    <a:pt x="58" y="70"/>
                  </a:moveTo>
                  <a:lnTo>
                    <a:pt x="58" y="71"/>
                  </a:lnTo>
                  <a:lnTo>
                    <a:pt x="56" y="70"/>
                  </a:lnTo>
                  <a:lnTo>
                    <a:pt x="58" y="70"/>
                  </a:lnTo>
                  <a:close/>
                  <a:moveTo>
                    <a:pt x="69" y="69"/>
                  </a:moveTo>
                  <a:lnTo>
                    <a:pt x="71" y="69"/>
                  </a:lnTo>
                  <a:lnTo>
                    <a:pt x="71" y="70"/>
                  </a:lnTo>
                  <a:lnTo>
                    <a:pt x="69" y="71"/>
                  </a:lnTo>
                  <a:lnTo>
                    <a:pt x="68" y="71"/>
                  </a:lnTo>
                  <a:lnTo>
                    <a:pt x="68" y="70"/>
                  </a:lnTo>
                  <a:lnTo>
                    <a:pt x="69" y="69"/>
                  </a:lnTo>
                  <a:close/>
                  <a:moveTo>
                    <a:pt x="56" y="66"/>
                  </a:moveTo>
                  <a:lnTo>
                    <a:pt x="58" y="66"/>
                  </a:lnTo>
                  <a:lnTo>
                    <a:pt x="58" y="67"/>
                  </a:lnTo>
                  <a:lnTo>
                    <a:pt x="56" y="67"/>
                  </a:lnTo>
                  <a:lnTo>
                    <a:pt x="56" y="66"/>
                  </a:lnTo>
                  <a:close/>
                  <a:moveTo>
                    <a:pt x="68" y="66"/>
                  </a:moveTo>
                  <a:lnTo>
                    <a:pt x="69" y="66"/>
                  </a:lnTo>
                  <a:lnTo>
                    <a:pt x="68" y="66"/>
                  </a:lnTo>
                  <a:lnTo>
                    <a:pt x="68" y="66"/>
                  </a:lnTo>
                  <a:close/>
                  <a:moveTo>
                    <a:pt x="55" y="63"/>
                  </a:moveTo>
                  <a:lnTo>
                    <a:pt x="56" y="65"/>
                  </a:lnTo>
                  <a:lnTo>
                    <a:pt x="55" y="65"/>
                  </a:lnTo>
                  <a:lnTo>
                    <a:pt x="55" y="65"/>
                  </a:lnTo>
                  <a:lnTo>
                    <a:pt x="55" y="63"/>
                  </a:lnTo>
                  <a:close/>
                  <a:moveTo>
                    <a:pt x="66" y="63"/>
                  </a:moveTo>
                  <a:lnTo>
                    <a:pt x="67" y="65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4" y="63"/>
                  </a:lnTo>
                  <a:lnTo>
                    <a:pt x="66" y="63"/>
                  </a:lnTo>
                  <a:close/>
                  <a:moveTo>
                    <a:pt x="77" y="63"/>
                  </a:moveTo>
                  <a:lnTo>
                    <a:pt x="77" y="63"/>
                  </a:lnTo>
                  <a:lnTo>
                    <a:pt x="75" y="66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7" y="63"/>
                  </a:lnTo>
                  <a:close/>
                  <a:moveTo>
                    <a:pt x="81" y="60"/>
                  </a:moveTo>
                  <a:lnTo>
                    <a:pt x="83" y="60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61"/>
                  </a:lnTo>
                  <a:lnTo>
                    <a:pt x="85" y="62"/>
                  </a:lnTo>
                  <a:lnTo>
                    <a:pt x="84" y="62"/>
                  </a:lnTo>
                  <a:lnTo>
                    <a:pt x="84" y="63"/>
                  </a:lnTo>
                  <a:lnTo>
                    <a:pt x="83" y="63"/>
                  </a:lnTo>
                  <a:lnTo>
                    <a:pt x="81" y="62"/>
                  </a:lnTo>
                  <a:lnTo>
                    <a:pt x="80" y="62"/>
                  </a:lnTo>
                  <a:lnTo>
                    <a:pt x="79" y="62"/>
                  </a:lnTo>
                  <a:lnTo>
                    <a:pt x="79" y="61"/>
                  </a:lnTo>
                  <a:lnTo>
                    <a:pt x="81" y="60"/>
                  </a:lnTo>
                  <a:close/>
                  <a:moveTo>
                    <a:pt x="14" y="60"/>
                  </a:moveTo>
                  <a:lnTo>
                    <a:pt x="16" y="60"/>
                  </a:lnTo>
                  <a:lnTo>
                    <a:pt x="16" y="61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3" y="61"/>
                  </a:lnTo>
                  <a:lnTo>
                    <a:pt x="13" y="60"/>
                  </a:lnTo>
                  <a:lnTo>
                    <a:pt x="14" y="60"/>
                  </a:lnTo>
                  <a:close/>
                  <a:moveTo>
                    <a:pt x="60" y="60"/>
                  </a:moveTo>
                  <a:lnTo>
                    <a:pt x="62" y="61"/>
                  </a:lnTo>
                  <a:lnTo>
                    <a:pt x="63" y="62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60" y="61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60" y="60"/>
                  </a:lnTo>
                  <a:close/>
                  <a:moveTo>
                    <a:pt x="12" y="50"/>
                  </a:moveTo>
                  <a:lnTo>
                    <a:pt x="13" y="50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4"/>
                  </a:lnTo>
                  <a:lnTo>
                    <a:pt x="16" y="56"/>
                  </a:lnTo>
                  <a:lnTo>
                    <a:pt x="16" y="57"/>
                  </a:lnTo>
                  <a:lnTo>
                    <a:pt x="14" y="58"/>
                  </a:lnTo>
                  <a:lnTo>
                    <a:pt x="13" y="57"/>
                  </a:lnTo>
                  <a:lnTo>
                    <a:pt x="12" y="57"/>
                  </a:lnTo>
                  <a:lnTo>
                    <a:pt x="12" y="56"/>
                  </a:lnTo>
                  <a:lnTo>
                    <a:pt x="12" y="54"/>
                  </a:lnTo>
                  <a:lnTo>
                    <a:pt x="12" y="56"/>
                  </a:lnTo>
                  <a:lnTo>
                    <a:pt x="10" y="57"/>
                  </a:lnTo>
                  <a:lnTo>
                    <a:pt x="9" y="56"/>
                  </a:lnTo>
                  <a:lnTo>
                    <a:pt x="9" y="53"/>
                  </a:lnTo>
                  <a:lnTo>
                    <a:pt x="10" y="53"/>
                  </a:lnTo>
                  <a:lnTo>
                    <a:pt x="12" y="53"/>
                  </a:lnTo>
                  <a:lnTo>
                    <a:pt x="12" y="50"/>
                  </a:lnTo>
                  <a:close/>
                  <a:moveTo>
                    <a:pt x="73" y="48"/>
                  </a:moveTo>
                  <a:lnTo>
                    <a:pt x="75" y="49"/>
                  </a:lnTo>
                  <a:lnTo>
                    <a:pt x="75" y="49"/>
                  </a:lnTo>
                  <a:lnTo>
                    <a:pt x="76" y="52"/>
                  </a:lnTo>
                  <a:lnTo>
                    <a:pt x="75" y="54"/>
                  </a:lnTo>
                  <a:lnTo>
                    <a:pt x="73" y="54"/>
                  </a:lnTo>
                  <a:lnTo>
                    <a:pt x="72" y="53"/>
                  </a:lnTo>
                  <a:lnTo>
                    <a:pt x="72" y="53"/>
                  </a:lnTo>
                  <a:lnTo>
                    <a:pt x="73" y="52"/>
                  </a:lnTo>
                  <a:lnTo>
                    <a:pt x="73" y="50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73" y="48"/>
                  </a:lnTo>
                  <a:close/>
                  <a:moveTo>
                    <a:pt x="13" y="46"/>
                  </a:moveTo>
                  <a:lnTo>
                    <a:pt x="14" y="48"/>
                  </a:lnTo>
                  <a:lnTo>
                    <a:pt x="13" y="49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8"/>
                  </a:lnTo>
                  <a:lnTo>
                    <a:pt x="13" y="46"/>
                  </a:lnTo>
                  <a:lnTo>
                    <a:pt x="13" y="46"/>
                  </a:lnTo>
                  <a:close/>
                  <a:moveTo>
                    <a:pt x="56" y="42"/>
                  </a:moveTo>
                  <a:lnTo>
                    <a:pt x="58" y="44"/>
                  </a:lnTo>
                  <a:lnTo>
                    <a:pt x="59" y="44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8" y="45"/>
                  </a:lnTo>
                  <a:lnTo>
                    <a:pt x="58" y="45"/>
                  </a:lnTo>
                  <a:lnTo>
                    <a:pt x="56" y="42"/>
                  </a:lnTo>
                  <a:lnTo>
                    <a:pt x="56" y="42"/>
                  </a:lnTo>
                  <a:close/>
                  <a:moveTo>
                    <a:pt x="42" y="42"/>
                  </a:moveTo>
                  <a:lnTo>
                    <a:pt x="43" y="45"/>
                  </a:lnTo>
                  <a:lnTo>
                    <a:pt x="46" y="45"/>
                  </a:lnTo>
                  <a:lnTo>
                    <a:pt x="47" y="46"/>
                  </a:lnTo>
                  <a:lnTo>
                    <a:pt x="48" y="46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2" y="49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6"/>
                  </a:lnTo>
                  <a:lnTo>
                    <a:pt x="55" y="57"/>
                  </a:lnTo>
                  <a:lnTo>
                    <a:pt x="56" y="56"/>
                  </a:lnTo>
                  <a:lnTo>
                    <a:pt x="58" y="57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2" y="57"/>
                  </a:lnTo>
                  <a:lnTo>
                    <a:pt x="52" y="56"/>
                  </a:lnTo>
                  <a:lnTo>
                    <a:pt x="52" y="54"/>
                  </a:lnTo>
                  <a:lnTo>
                    <a:pt x="51" y="52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6" y="50"/>
                  </a:lnTo>
                  <a:lnTo>
                    <a:pt x="46" y="49"/>
                  </a:lnTo>
                  <a:lnTo>
                    <a:pt x="44" y="48"/>
                  </a:lnTo>
                  <a:lnTo>
                    <a:pt x="43" y="46"/>
                  </a:lnTo>
                  <a:lnTo>
                    <a:pt x="42" y="46"/>
                  </a:lnTo>
                  <a:lnTo>
                    <a:pt x="42" y="45"/>
                  </a:lnTo>
                  <a:lnTo>
                    <a:pt x="41" y="45"/>
                  </a:lnTo>
                  <a:lnTo>
                    <a:pt x="38" y="45"/>
                  </a:lnTo>
                  <a:lnTo>
                    <a:pt x="37" y="45"/>
                  </a:lnTo>
                  <a:lnTo>
                    <a:pt x="39" y="44"/>
                  </a:lnTo>
                  <a:lnTo>
                    <a:pt x="42" y="42"/>
                  </a:lnTo>
                  <a:close/>
                  <a:moveTo>
                    <a:pt x="46" y="40"/>
                  </a:moveTo>
                  <a:lnTo>
                    <a:pt x="47" y="41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4" y="40"/>
                  </a:lnTo>
                  <a:lnTo>
                    <a:pt x="46" y="40"/>
                  </a:lnTo>
                  <a:close/>
                  <a:moveTo>
                    <a:pt x="43" y="40"/>
                  </a:moveTo>
                  <a:lnTo>
                    <a:pt x="44" y="40"/>
                  </a:lnTo>
                  <a:lnTo>
                    <a:pt x="43" y="41"/>
                  </a:lnTo>
                  <a:lnTo>
                    <a:pt x="42" y="40"/>
                  </a:lnTo>
                  <a:lnTo>
                    <a:pt x="43" y="40"/>
                  </a:lnTo>
                  <a:close/>
                  <a:moveTo>
                    <a:pt x="77" y="37"/>
                  </a:moveTo>
                  <a:lnTo>
                    <a:pt x="79" y="37"/>
                  </a:lnTo>
                  <a:lnTo>
                    <a:pt x="77" y="38"/>
                  </a:lnTo>
                  <a:lnTo>
                    <a:pt x="79" y="38"/>
                  </a:lnTo>
                  <a:lnTo>
                    <a:pt x="79" y="41"/>
                  </a:lnTo>
                  <a:lnTo>
                    <a:pt x="79" y="42"/>
                  </a:lnTo>
                  <a:lnTo>
                    <a:pt x="76" y="44"/>
                  </a:lnTo>
                  <a:lnTo>
                    <a:pt x="75" y="42"/>
                  </a:lnTo>
                  <a:lnTo>
                    <a:pt x="75" y="41"/>
                  </a:lnTo>
                  <a:lnTo>
                    <a:pt x="76" y="41"/>
                  </a:lnTo>
                  <a:lnTo>
                    <a:pt x="76" y="38"/>
                  </a:lnTo>
                  <a:lnTo>
                    <a:pt x="75" y="40"/>
                  </a:lnTo>
                  <a:lnTo>
                    <a:pt x="75" y="41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2" y="42"/>
                  </a:lnTo>
                  <a:lnTo>
                    <a:pt x="71" y="41"/>
                  </a:lnTo>
                  <a:lnTo>
                    <a:pt x="71" y="38"/>
                  </a:lnTo>
                  <a:lnTo>
                    <a:pt x="73" y="38"/>
                  </a:lnTo>
                  <a:lnTo>
                    <a:pt x="75" y="37"/>
                  </a:lnTo>
                  <a:lnTo>
                    <a:pt x="77" y="37"/>
                  </a:lnTo>
                  <a:close/>
                  <a:moveTo>
                    <a:pt x="1" y="32"/>
                  </a:moveTo>
                  <a:lnTo>
                    <a:pt x="2" y="32"/>
                  </a:lnTo>
                  <a:lnTo>
                    <a:pt x="2" y="35"/>
                  </a:lnTo>
                  <a:lnTo>
                    <a:pt x="4" y="36"/>
                  </a:lnTo>
                  <a:lnTo>
                    <a:pt x="5" y="36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2" y="37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1" y="32"/>
                  </a:lnTo>
                  <a:close/>
                  <a:moveTo>
                    <a:pt x="66" y="27"/>
                  </a:moveTo>
                  <a:lnTo>
                    <a:pt x="66" y="27"/>
                  </a:lnTo>
                  <a:lnTo>
                    <a:pt x="64" y="28"/>
                  </a:lnTo>
                  <a:lnTo>
                    <a:pt x="64" y="31"/>
                  </a:lnTo>
                  <a:lnTo>
                    <a:pt x="63" y="31"/>
                  </a:lnTo>
                  <a:lnTo>
                    <a:pt x="62" y="31"/>
                  </a:lnTo>
                  <a:lnTo>
                    <a:pt x="62" y="29"/>
                  </a:lnTo>
                  <a:lnTo>
                    <a:pt x="60" y="28"/>
                  </a:lnTo>
                  <a:lnTo>
                    <a:pt x="62" y="27"/>
                  </a:lnTo>
                  <a:lnTo>
                    <a:pt x="63" y="27"/>
                  </a:lnTo>
                  <a:lnTo>
                    <a:pt x="64" y="28"/>
                  </a:lnTo>
                  <a:lnTo>
                    <a:pt x="66" y="27"/>
                  </a:lnTo>
                  <a:close/>
                  <a:moveTo>
                    <a:pt x="68" y="20"/>
                  </a:moveTo>
                  <a:lnTo>
                    <a:pt x="69" y="20"/>
                  </a:lnTo>
                  <a:lnTo>
                    <a:pt x="69" y="21"/>
                  </a:lnTo>
                  <a:lnTo>
                    <a:pt x="68" y="21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8" y="20"/>
                  </a:lnTo>
                  <a:close/>
                  <a:moveTo>
                    <a:pt x="56" y="16"/>
                  </a:moveTo>
                  <a:lnTo>
                    <a:pt x="58" y="17"/>
                  </a:lnTo>
                  <a:lnTo>
                    <a:pt x="58" y="19"/>
                  </a:lnTo>
                  <a:lnTo>
                    <a:pt x="56" y="19"/>
                  </a:lnTo>
                  <a:lnTo>
                    <a:pt x="56" y="19"/>
                  </a:lnTo>
                  <a:lnTo>
                    <a:pt x="55" y="19"/>
                  </a:lnTo>
                  <a:lnTo>
                    <a:pt x="55" y="16"/>
                  </a:lnTo>
                  <a:lnTo>
                    <a:pt x="56" y="16"/>
                  </a:lnTo>
                  <a:close/>
                  <a:moveTo>
                    <a:pt x="75" y="0"/>
                  </a:moveTo>
                  <a:lnTo>
                    <a:pt x="76" y="0"/>
                  </a:lnTo>
                  <a:lnTo>
                    <a:pt x="76" y="3"/>
                  </a:lnTo>
                  <a:lnTo>
                    <a:pt x="79" y="4"/>
                  </a:lnTo>
                  <a:lnTo>
                    <a:pt x="77" y="7"/>
                  </a:lnTo>
                  <a:lnTo>
                    <a:pt x="75" y="8"/>
                  </a:lnTo>
                  <a:lnTo>
                    <a:pt x="75" y="11"/>
                  </a:lnTo>
                  <a:lnTo>
                    <a:pt x="73" y="15"/>
                  </a:lnTo>
                  <a:lnTo>
                    <a:pt x="71" y="15"/>
                  </a:lnTo>
                  <a:lnTo>
                    <a:pt x="68" y="13"/>
                  </a:lnTo>
                  <a:lnTo>
                    <a:pt x="63" y="13"/>
                  </a:lnTo>
                  <a:lnTo>
                    <a:pt x="62" y="12"/>
                  </a:lnTo>
                  <a:lnTo>
                    <a:pt x="60" y="12"/>
                  </a:lnTo>
                  <a:lnTo>
                    <a:pt x="60" y="13"/>
                  </a:lnTo>
                  <a:lnTo>
                    <a:pt x="58" y="15"/>
                  </a:lnTo>
                  <a:lnTo>
                    <a:pt x="56" y="15"/>
                  </a:lnTo>
                  <a:lnTo>
                    <a:pt x="54" y="13"/>
                  </a:lnTo>
                  <a:lnTo>
                    <a:pt x="52" y="13"/>
                  </a:lnTo>
                  <a:lnTo>
                    <a:pt x="51" y="17"/>
                  </a:lnTo>
                  <a:lnTo>
                    <a:pt x="50" y="17"/>
                  </a:lnTo>
                  <a:lnTo>
                    <a:pt x="47" y="17"/>
                  </a:lnTo>
                  <a:lnTo>
                    <a:pt x="46" y="19"/>
                  </a:lnTo>
                  <a:lnTo>
                    <a:pt x="47" y="21"/>
                  </a:lnTo>
                  <a:lnTo>
                    <a:pt x="50" y="21"/>
                  </a:lnTo>
                  <a:lnTo>
                    <a:pt x="52" y="24"/>
                  </a:lnTo>
                  <a:lnTo>
                    <a:pt x="52" y="25"/>
                  </a:lnTo>
                  <a:lnTo>
                    <a:pt x="51" y="23"/>
                  </a:lnTo>
                  <a:lnTo>
                    <a:pt x="46" y="23"/>
                  </a:lnTo>
                  <a:lnTo>
                    <a:pt x="46" y="24"/>
                  </a:lnTo>
                  <a:lnTo>
                    <a:pt x="47" y="25"/>
                  </a:lnTo>
                  <a:lnTo>
                    <a:pt x="50" y="27"/>
                  </a:lnTo>
                  <a:lnTo>
                    <a:pt x="48" y="28"/>
                  </a:lnTo>
                  <a:lnTo>
                    <a:pt x="47" y="27"/>
                  </a:lnTo>
                  <a:lnTo>
                    <a:pt x="44" y="24"/>
                  </a:lnTo>
                  <a:lnTo>
                    <a:pt x="43" y="24"/>
                  </a:lnTo>
                  <a:lnTo>
                    <a:pt x="42" y="25"/>
                  </a:lnTo>
                  <a:lnTo>
                    <a:pt x="43" y="27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1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5" y="21"/>
                  </a:lnTo>
                  <a:lnTo>
                    <a:pt x="37" y="21"/>
                  </a:lnTo>
                  <a:lnTo>
                    <a:pt x="37" y="19"/>
                  </a:lnTo>
                  <a:lnTo>
                    <a:pt x="34" y="19"/>
                  </a:lnTo>
                  <a:lnTo>
                    <a:pt x="33" y="21"/>
                  </a:lnTo>
                  <a:lnTo>
                    <a:pt x="33" y="27"/>
                  </a:lnTo>
                  <a:lnTo>
                    <a:pt x="31" y="28"/>
                  </a:lnTo>
                  <a:lnTo>
                    <a:pt x="35" y="29"/>
                  </a:lnTo>
                  <a:lnTo>
                    <a:pt x="35" y="32"/>
                  </a:lnTo>
                  <a:lnTo>
                    <a:pt x="37" y="32"/>
                  </a:lnTo>
                  <a:lnTo>
                    <a:pt x="41" y="37"/>
                  </a:lnTo>
                  <a:lnTo>
                    <a:pt x="42" y="38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41" y="40"/>
                  </a:lnTo>
                  <a:lnTo>
                    <a:pt x="38" y="38"/>
                  </a:lnTo>
                  <a:lnTo>
                    <a:pt x="37" y="37"/>
                  </a:lnTo>
                  <a:lnTo>
                    <a:pt x="37" y="38"/>
                  </a:lnTo>
                  <a:lnTo>
                    <a:pt x="35" y="40"/>
                  </a:lnTo>
                  <a:lnTo>
                    <a:pt x="38" y="41"/>
                  </a:lnTo>
                  <a:lnTo>
                    <a:pt x="38" y="42"/>
                  </a:lnTo>
                  <a:lnTo>
                    <a:pt x="37" y="44"/>
                  </a:lnTo>
                  <a:lnTo>
                    <a:pt x="34" y="44"/>
                  </a:lnTo>
                  <a:lnTo>
                    <a:pt x="37" y="46"/>
                  </a:lnTo>
                  <a:lnTo>
                    <a:pt x="39" y="46"/>
                  </a:lnTo>
                  <a:lnTo>
                    <a:pt x="39" y="48"/>
                  </a:lnTo>
                  <a:lnTo>
                    <a:pt x="42" y="48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50" y="53"/>
                  </a:lnTo>
                  <a:lnTo>
                    <a:pt x="50" y="54"/>
                  </a:lnTo>
                  <a:lnTo>
                    <a:pt x="50" y="57"/>
                  </a:lnTo>
                  <a:lnTo>
                    <a:pt x="51" y="60"/>
                  </a:lnTo>
                  <a:lnTo>
                    <a:pt x="51" y="61"/>
                  </a:lnTo>
                  <a:lnTo>
                    <a:pt x="48" y="61"/>
                  </a:lnTo>
                  <a:lnTo>
                    <a:pt x="48" y="61"/>
                  </a:lnTo>
                  <a:lnTo>
                    <a:pt x="44" y="58"/>
                  </a:lnTo>
                  <a:lnTo>
                    <a:pt x="43" y="60"/>
                  </a:lnTo>
                  <a:lnTo>
                    <a:pt x="42" y="60"/>
                  </a:lnTo>
                  <a:lnTo>
                    <a:pt x="39" y="60"/>
                  </a:lnTo>
                  <a:lnTo>
                    <a:pt x="42" y="62"/>
                  </a:lnTo>
                  <a:lnTo>
                    <a:pt x="42" y="63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6" y="66"/>
                  </a:lnTo>
                  <a:lnTo>
                    <a:pt x="46" y="67"/>
                  </a:lnTo>
                  <a:lnTo>
                    <a:pt x="43" y="66"/>
                  </a:lnTo>
                  <a:lnTo>
                    <a:pt x="42" y="67"/>
                  </a:lnTo>
                  <a:lnTo>
                    <a:pt x="41" y="66"/>
                  </a:lnTo>
                  <a:lnTo>
                    <a:pt x="42" y="66"/>
                  </a:lnTo>
                  <a:lnTo>
                    <a:pt x="39" y="65"/>
                  </a:lnTo>
                  <a:lnTo>
                    <a:pt x="38" y="65"/>
                  </a:lnTo>
                  <a:lnTo>
                    <a:pt x="38" y="66"/>
                  </a:lnTo>
                  <a:lnTo>
                    <a:pt x="39" y="67"/>
                  </a:lnTo>
                  <a:lnTo>
                    <a:pt x="41" y="71"/>
                  </a:lnTo>
                  <a:lnTo>
                    <a:pt x="42" y="74"/>
                  </a:lnTo>
                  <a:lnTo>
                    <a:pt x="42" y="75"/>
                  </a:lnTo>
                  <a:lnTo>
                    <a:pt x="43" y="78"/>
                  </a:lnTo>
                  <a:lnTo>
                    <a:pt x="39" y="75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5" y="77"/>
                  </a:lnTo>
                  <a:lnTo>
                    <a:pt x="35" y="79"/>
                  </a:lnTo>
                  <a:lnTo>
                    <a:pt x="34" y="78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0" y="73"/>
                  </a:lnTo>
                  <a:lnTo>
                    <a:pt x="30" y="70"/>
                  </a:lnTo>
                  <a:lnTo>
                    <a:pt x="29" y="73"/>
                  </a:lnTo>
                  <a:lnTo>
                    <a:pt x="30" y="74"/>
                  </a:lnTo>
                  <a:lnTo>
                    <a:pt x="29" y="74"/>
                  </a:lnTo>
                  <a:lnTo>
                    <a:pt x="27" y="74"/>
                  </a:lnTo>
                  <a:lnTo>
                    <a:pt x="25" y="70"/>
                  </a:lnTo>
                  <a:lnTo>
                    <a:pt x="25" y="69"/>
                  </a:lnTo>
                  <a:lnTo>
                    <a:pt x="26" y="67"/>
                  </a:lnTo>
                  <a:lnTo>
                    <a:pt x="26" y="66"/>
                  </a:lnTo>
                  <a:lnTo>
                    <a:pt x="23" y="63"/>
                  </a:lnTo>
                  <a:lnTo>
                    <a:pt x="21" y="62"/>
                  </a:lnTo>
                  <a:lnTo>
                    <a:pt x="18" y="60"/>
                  </a:lnTo>
                  <a:lnTo>
                    <a:pt x="19" y="57"/>
                  </a:lnTo>
                  <a:lnTo>
                    <a:pt x="21" y="57"/>
                  </a:lnTo>
                  <a:lnTo>
                    <a:pt x="22" y="54"/>
                  </a:lnTo>
                  <a:lnTo>
                    <a:pt x="23" y="56"/>
                  </a:lnTo>
                  <a:lnTo>
                    <a:pt x="26" y="54"/>
                  </a:lnTo>
                  <a:lnTo>
                    <a:pt x="29" y="53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7" y="58"/>
                  </a:lnTo>
                  <a:lnTo>
                    <a:pt x="38" y="57"/>
                  </a:lnTo>
                  <a:lnTo>
                    <a:pt x="41" y="56"/>
                  </a:lnTo>
                  <a:lnTo>
                    <a:pt x="38" y="56"/>
                  </a:lnTo>
                  <a:lnTo>
                    <a:pt x="37" y="54"/>
                  </a:lnTo>
                  <a:lnTo>
                    <a:pt x="34" y="54"/>
                  </a:lnTo>
                  <a:lnTo>
                    <a:pt x="34" y="53"/>
                  </a:lnTo>
                  <a:lnTo>
                    <a:pt x="33" y="54"/>
                  </a:lnTo>
                  <a:lnTo>
                    <a:pt x="29" y="52"/>
                  </a:lnTo>
                  <a:lnTo>
                    <a:pt x="27" y="52"/>
                  </a:lnTo>
                  <a:lnTo>
                    <a:pt x="26" y="53"/>
                  </a:lnTo>
                  <a:lnTo>
                    <a:pt x="23" y="53"/>
                  </a:lnTo>
                  <a:lnTo>
                    <a:pt x="22" y="50"/>
                  </a:lnTo>
                  <a:lnTo>
                    <a:pt x="19" y="53"/>
                  </a:lnTo>
                  <a:lnTo>
                    <a:pt x="18" y="53"/>
                  </a:lnTo>
                  <a:lnTo>
                    <a:pt x="17" y="49"/>
                  </a:lnTo>
                  <a:lnTo>
                    <a:pt x="14" y="45"/>
                  </a:lnTo>
                  <a:lnTo>
                    <a:pt x="14" y="44"/>
                  </a:lnTo>
                  <a:lnTo>
                    <a:pt x="13" y="44"/>
                  </a:lnTo>
                  <a:lnTo>
                    <a:pt x="10" y="40"/>
                  </a:lnTo>
                  <a:lnTo>
                    <a:pt x="6" y="37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8" y="32"/>
                  </a:lnTo>
                  <a:lnTo>
                    <a:pt x="9" y="29"/>
                  </a:lnTo>
                  <a:lnTo>
                    <a:pt x="9" y="27"/>
                  </a:lnTo>
                  <a:lnTo>
                    <a:pt x="14" y="24"/>
                  </a:lnTo>
                  <a:lnTo>
                    <a:pt x="16" y="21"/>
                  </a:lnTo>
                  <a:lnTo>
                    <a:pt x="17" y="17"/>
                  </a:lnTo>
                  <a:lnTo>
                    <a:pt x="21" y="15"/>
                  </a:lnTo>
                  <a:lnTo>
                    <a:pt x="25" y="13"/>
                  </a:lnTo>
                  <a:lnTo>
                    <a:pt x="25" y="12"/>
                  </a:lnTo>
                  <a:lnTo>
                    <a:pt x="27" y="11"/>
                  </a:lnTo>
                  <a:lnTo>
                    <a:pt x="33" y="12"/>
                  </a:lnTo>
                  <a:lnTo>
                    <a:pt x="35" y="10"/>
                  </a:lnTo>
                  <a:lnTo>
                    <a:pt x="38" y="10"/>
                  </a:lnTo>
                  <a:lnTo>
                    <a:pt x="39" y="8"/>
                  </a:lnTo>
                  <a:lnTo>
                    <a:pt x="41" y="10"/>
                  </a:lnTo>
                  <a:lnTo>
                    <a:pt x="44" y="10"/>
                  </a:lnTo>
                  <a:lnTo>
                    <a:pt x="47" y="8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5" y="7"/>
                  </a:lnTo>
                  <a:lnTo>
                    <a:pt x="56" y="8"/>
                  </a:lnTo>
                  <a:lnTo>
                    <a:pt x="58" y="10"/>
                  </a:lnTo>
                  <a:lnTo>
                    <a:pt x="59" y="8"/>
                  </a:lnTo>
                  <a:lnTo>
                    <a:pt x="62" y="8"/>
                  </a:lnTo>
                  <a:lnTo>
                    <a:pt x="64" y="10"/>
                  </a:lnTo>
                  <a:lnTo>
                    <a:pt x="66" y="8"/>
                  </a:lnTo>
                  <a:lnTo>
                    <a:pt x="71" y="8"/>
                  </a:lnTo>
                  <a:lnTo>
                    <a:pt x="72" y="7"/>
                  </a:lnTo>
                  <a:lnTo>
                    <a:pt x="72" y="4"/>
                  </a:lnTo>
                  <a:lnTo>
                    <a:pt x="72" y="2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7" name="Freeform 414"/>
            <p:cNvSpPr>
              <a:spLocks noEditPoints="1"/>
            </p:cNvSpPr>
            <p:nvPr/>
          </p:nvSpPr>
          <p:spPr bwMode="auto">
            <a:xfrm>
              <a:off x="7046826" y="2990170"/>
              <a:ext cx="162416" cy="137038"/>
            </a:xfrm>
            <a:custGeom>
              <a:avLst/>
              <a:gdLst>
                <a:gd name="T0" fmla="*/ 6 w 64"/>
                <a:gd name="T1" fmla="*/ 35 h 54"/>
                <a:gd name="T2" fmla="*/ 9 w 64"/>
                <a:gd name="T3" fmla="*/ 34 h 54"/>
                <a:gd name="T4" fmla="*/ 14 w 64"/>
                <a:gd name="T5" fmla="*/ 38 h 54"/>
                <a:gd name="T6" fmla="*/ 20 w 64"/>
                <a:gd name="T7" fmla="*/ 48 h 54"/>
                <a:gd name="T8" fmla="*/ 13 w 64"/>
                <a:gd name="T9" fmla="*/ 46 h 54"/>
                <a:gd name="T10" fmla="*/ 9 w 64"/>
                <a:gd name="T11" fmla="*/ 42 h 54"/>
                <a:gd name="T12" fmla="*/ 4 w 64"/>
                <a:gd name="T13" fmla="*/ 38 h 54"/>
                <a:gd name="T14" fmla="*/ 2 w 64"/>
                <a:gd name="T15" fmla="*/ 35 h 54"/>
                <a:gd name="T16" fmla="*/ 0 w 64"/>
                <a:gd name="T17" fmla="*/ 34 h 54"/>
                <a:gd name="T18" fmla="*/ 1 w 64"/>
                <a:gd name="T19" fmla="*/ 33 h 54"/>
                <a:gd name="T20" fmla="*/ 42 w 64"/>
                <a:gd name="T21" fmla="*/ 0 h 54"/>
                <a:gd name="T22" fmla="*/ 47 w 64"/>
                <a:gd name="T23" fmla="*/ 6 h 54"/>
                <a:gd name="T24" fmla="*/ 50 w 64"/>
                <a:gd name="T25" fmla="*/ 12 h 54"/>
                <a:gd name="T26" fmla="*/ 54 w 64"/>
                <a:gd name="T27" fmla="*/ 17 h 54"/>
                <a:gd name="T28" fmla="*/ 59 w 64"/>
                <a:gd name="T29" fmla="*/ 18 h 54"/>
                <a:gd name="T30" fmla="*/ 64 w 64"/>
                <a:gd name="T31" fmla="*/ 22 h 54"/>
                <a:gd name="T32" fmla="*/ 60 w 64"/>
                <a:gd name="T33" fmla="*/ 23 h 54"/>
                <a:gd name="T34" fmla="*/ 54 w 64"/>
                <a:gd name="T35" fmla="*/ 26 h 54"/>
                <a:gd name="T36" fmla="*/ 55 w 64"/>
                <a:gd name="T37" fmla="*/ 31 h 54"/>
                <a:gd name="T38" fmla="*/ 54 w 64"/>
                <a:gd name="T39" fmla="*/ 35 h 54"/>
                <a:gd name="T40" fmla="*/ 54 w 64"/>
                <a:gd name="T41" fmla="*/ 38 h 54"/>
                <a:gd name="T42" fmla="*/ 52 w 64"/>
                <a:gd name="T43" fmla="*/ 43 h 54"/>
                <a:gd name="T44" fmla="*/ 51 w 64"/>
                <a:gd name="T45" fmla="*/ 43 h 54"/>
                <a:gd name="T46" fmla="*/ 51 w 64"/>
                <a:gd name="T47" fmla="*/ 39 h 54"/>
                <a:gd name="T48" fmla="*/ 49 w 64"/>
                <a:gd name="T49" fmla="*/ 42 h 54"/>
                <a:gd name="T50" fmla="*/ 50 w 64"/>
                <a:gd name="T51" fmla="*/ 47 h 54"/>
                <a:gd name="T52" fmla="*/ 50 w 64"/>
                <a:gd name="T53" fmla="*/ 52 h 54"/>
                <a:gd name="T54" fmla="*/ 47 w 64"/>
                <a:gd name="T55" fmla="*/ 52 h 54"/>
                <a:gd name="T56" fmla="*/ 45 w 64"/>
                <a:gd name="T57" fmla="*/ 51 h 54"/>
                <a:gd name="T58" fmla="*/ 45 w 64"/>
                <a:gd name="T59" fmla="*/ 43 h 54"/>
                <a:gd name="T60" fmla="*/ 41 w 64"/>
                <a:gd name="T61" fmla="*/ 41 h 54"/>
                <a:gd name="T62" fmla="*/ 41 w 64"/>
                <a:gd name="T63" fmla="*/ 38 h 54"/>
                <a:gd name="T64" fmla="*/ 39 w 64"/>
                <a:gd name="T65" fmla="*/ 37 h 54"/>
                <a:gd name="T66" fmla="*/ 38 w 64"/>
                <a:gd name="T67" fmla="*/ 35 h 54"/>
                <a:gd name="T68" fmla="*/ 34 w 64"/>
                <a:gd name="T69" fmla="*/ 38 h 54"/>
                <a:gd name="T70" fmla="*/ 30 w 64"/>
                <a:gd name="T71" fmla="*/ 41 h 54"/>
                <a:gd name="T72" fmla="*/ 27 w 64"/>
                <a:gd name="T73" fmla="*/ 43 h 54"/>
                <a:gd name="T74" fmla="*/ 26 w 64"/>
                <a:gd name="T75" fmla="*/ 46 h 54"/>
                <a:gd name="T76" fmla="*/ 22 w 64"/>
                <a:gd name="T77" fmla="*/ 46 h 54"/>
                <a:gd name="T78" fmla="*/ 22 w 64"/>
                <a:gd name="T79" fmla="*/ 43 h 54"/>
                <a:gd name="T80" fmla="*/ 22 w 64"/>
                <a:gd name="T81" fmla="*/ 39 h 54"/>
                <a:gd name="T82" fmla="*/ 22 w 64"/>
                <a:gd name="T83" fmla="*/ 35 h 54"/>
                <a:gd name="T84" fmla="*/ 13 w 64"/>
                <a:gd name="T85" fmla="*/ 33 h 54"/>
                <a:gd name="T86" fmla="*/ 13 w 64"/>
                <a:gd name="T87" fmla="*/ 27 h 54"/>
                <a:gd name="T88" fmla="*/ 8 w 64"/>
                <a:gd name="T89" fmla="*/ 21 h 54"/>
                <a:gd name="T90" fmla="*/ 9 w 64"/>
                <a:gd name="T91" fmla="*/ 16 h 54"/>
                <a:gd name="T92" fmla="*/ 2 w 64"/>
                <a:gd name="T93" fmla="*/ 13 h 54"/>
                <a:gd name="T94" fmla="*/ 0 w 64"/>
                <a:gd name="T95" fmla="*/ 9 h 54"/>
                <a:gd name="T96" fmla="*/ 12 w 64"/>
                <a:gd name="T97" fmla="*/ 12 h 54"/>
                <a:gd name="T98" fmla="*/ 20 w 64"/>
                <a:gd name="T99" fmla="*/ 13 h 54"/>
                <a:gd name="T100" fmla="*/ 18 w 64"/>
                <a:gd name="T101" fmla="*/ 6 h 54"/>
                <a:gd name="T102" fmla="*/ 17 w 64"/>
                <a:gd name="T103" fmla="*/ 1 h 54"/>
                <a:gd name="T104" fmla="*/ 26 w 64"/>
                <a:gd name="T105" fmla="*/ 5 h 54"/>
                <a:gd name="T106" fmla="*/ 33 w 64"/>
                <a:gd name="T107" fmla="*/ 9 h 54"/>
                <a:gd name="T108" fmla="*/ 37 w 64"/>
                <a:gd name="T109" fmla="*/ 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4" h="54">
                  <a:moveTo>
                    <a:pt x="4" y="31"/>
                  </a:moveTo>
                  <a:lnTo>
                    <a:pt x="6" y="35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12" y="37"/>
                  </a:lnTo>
                  <a:lnTo>
                    <a:pt x="14" y="38"/>
                  </a:lnTo>
                  <a:lnTo>
                    <a:pt x="20" y="46"/>
                  </a:lnTo>
                  <a:lnTo>
                    <a:pt x="20" y="48"/>
                  </a:lnTo>
                  <a:lnTo>
                    <a:pt x="16" y="46"/>
                  </a:lnTo>
                  <a:lnTo>
                    <a:pt x="13" y="46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4" y="35"/>
                  </a:lnTo>
                  <a:lnTo>
                    <a:pt x="2" y="35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1" y="33"/>
                  </a:lnTo>
                  <a:lnTo>
                    <a:pt x="4" y="31"/>
                  </a:lnTo>
                  <a:close/>
                  <a:moveTo>
                    <a:pt x="42" y="0"/>
                  </a:moveTo>
                  <a:lnTo>
                    <a:pt x="45" y="1"/>
                  </a:lnTo>
                  <a:lnTo>
                    <a:pt x="47" y="6"/>
                  </a:lnTo>
                  <a:lnTo>
                    <a:pt x="47" y="9"/>
                  </a:lnTo>
                  <a:lnTo>
                    <a:pt x="50" y="12"/>
                  </a:lnTo>
                  <a:lnTo>
                    <a:pt x="54" y="14"/>
                  </a:lnTo>
                  <a:lnTo>
                    <a:pt x="54" y="17"/>
                  </a:lnTo>
                  <a:lnTo>
                    <a:pt x="56" y="18"/>
                  </a:lnTo>
                  <a:lnTo>
                    <a:pt x="59" y="18"/>
                  </a:lnTo>
                  <a:lnTo>
                    <a:pt x="63" y="19"/>
                  </a:lnTo>
                  <a:lnTo>
                    <a:pt x="64" y="22"/>
                  </a:lnTo>
                  <a:lnTo>
                    <a:pt x="63" y="22"/>
                  </a:lnTo>
                  <a:lnTo>
                    <a:pt x="60" y="23"/>
                  </a:lnTo>
                  <a:lnTo>
                    <a:pt x="58" y="23"/>
                  </a:lnTo>
                  <a:lnTo>
                    <a:pt x="54" y="26"/>
                  </a:lnTo>
                  <a:lnTo>
                    <a:pt x="54" y="30"/>
                  </a:lnTo>
                  <a:lnTo>
                    <a:pt x="55" y="31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2" y="39"/>
                  </a:lnTo>
                  <a:lnTo>
                    <a:pt x="52" y="43"/>
                  </a:lnTo>
                  <a:lnTo>
                    <a:pt x="52" y="44"/>
                  </a:lnTo>
                  <a:lnTo>
                    <a:pt x="51" y="43"/>
                  </a:lnTo>
                  <a:lnTo>
                    <a:pt x="52" y="42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49" y="42"/>
                  </a:lnTo>
                  <a:lnTo>
                    <a:pt x="50" y="46"/>
                  </a:lnTo>
                  <a:lnTo>
                    <a:pt x="50" y="47"/>
                  </a:lnTo>
                  <a:lnTo>
                    <a:pt x="50" y="48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47" y="52"/>
                  </a:lnTo>
                  <a:lnTo>
                    <a:pt x="46" y="51"/>
                  </a:lnTo>
                  <a:lnTo>
                    <a:pt x="45" y="51"/>
                  </a:lnTo>
                  <a:lnTo>
                    <a:pt x="41" y="46"/>
                  </a:lnTo>
                  <a:lnTo>
                    <a:pt x="45" y="43"/>
                  </a:lnTo>
                  <a:lnTo>
                    <a:pt x="42" y="42"/>
                  </a:lnTo>
                  <a:lnTo>
                    <a:pt x="41" y="41"/>
                  </a:lnTo>
                  <a:lnTo>
                    <a:pt x="42" y="39"/>
                  </a:lnTo>
                  <a:lnTo>
                    <a:pt x="41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5" y="37"/>
                  </a:lnTo>
                  <a:lnTo>
                    <a:pt x="34" y="38"/>
                  </a:lnTo>
                  <a:lnTo>
                    <a:pt x="31" y="39"/>
                  </a:lnTo>
                  <a:lnTo>
                    <a:pt x="30" y="41"/>
                  </a:lnTo>
                  <a:lnTo>
                    <a:pt x="29" y="43"/>
                  </a:lnTo>
                  <a:lnTo>
                    <a:pt x="27" y="43"/>
                  </a:lnTo>
                  <a:lnTo>
                    <a:pt x="26" y="44"/>
                  </a:lnTo>
                  <a:lnTo>
                    <a:pt x="26" y="46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2" y="43"/>
                  </a:lnTo>
                  <a:lnTo>
                    <a:pt x="24" y="42"/>
                  </a:lnTo>
                  <a:lnTo>
                    <a:pt x="22" y="39"/>
                  </a:lnTo>
                  <a:lnTo>
                    <a:pt x="25" y="38"/>
                  </a:lnTo>
                  <a:lnTo>
                    <a:pt x="22" y="35"/>
                  </a:lnTo>
                  <a:lnTo>
                    <a:pt x="18" y="35"/>
                  </a:lnTo>
                  <a:lnTo>
                    <a:pt x="13" y="33"/>
                  </a:lnTo>
                  <a:lnTo>
                    <a:pt x="12" y="29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8" y="21"/>
                  </a:lnTo>
                  <a:lnTo>
                    <a:pt x="8" y="18"/>
                  </a:lnTo>
                  <a:lnTo>
                    <a:pt x="9" y="16"/>
                  </a:lnTo>
                  <a:lnTo>
                    <a:pt x="6" y="13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9"/>
                  </a:lnTo>
                  <a:lnTo>
                    <a:pt x="5" y="8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20" y="13"/>
                  </a:lnTo>
                  <a:lnTo>
                    <a:pt x="21" y="9"/>
                  </a:lnTo>
                  <a:lnTo>
                    <a:pt x="18" y="6"/>
                  </a:lnTo>
                  <a:lnTo>
                    <a:pt x="16" y="5"/>
                  </a:lnTo>
                  <a:lnTo>
                    <a:pt x="17" y="1"/>
                  </a:lnTo>
                  <a:lnTo>
                    <a:pt x="21" y="1"/>
                  </a:lnTo>
                  <a:lnTo>
                    <a:pt x="26" y="5"/>
                  </a:lnTo>
                  <a:lnTo>
                    <a:pt x="27" y="8"/>
                  </a:lnTo>
                  <a:lnTo>
                    <a:pt x="33" y="9"/>
                  </a:lnTo>
                  <a:lnTo>
                    <a:pt x="34" y="6"/>
                  </a:lnTo>
                  <a:lnTo>
                    <a:pt x="37" y="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8" name="Freeform 415"/>
            <p:cNvSpPr>
              <a:spLocks/>
            </p:cNvSpPr>
            <p:nvPr/>
          </p:nvSpPr>
          <p:spPr bwMode="auto">
            <a:xfrm>
              <a:off x="7029061" y="3076453"/>
              <a:ext cx="619210" cy="494861"/>
            </a:xfrm>
            <a:custGeom>
              <a:avLst/>
              <a:gdLst>
                <a:gd name="T0" fmla="*/ 11 w 244"/>
                <a:gd name="T1" fmla="*/ 4 h 195"/>
                <a:gd name="T2" fmla="*/ 23 w 244"/>
                <a:gd name="T3" fmla="*/ 12 h 195"/>
                <a:gd name="T4" fmla="*/ 31 w 244"/>
                <a:gd name="T5" fmla="*/ 12 h 195"/>
                <a:gd name="T6" fmla="*/ 37 w 244"/>
                <a:gd name="T7" fmla="*/ 7 h 195"/>
                <a:gd name="T8" fmla="*/ 45 w 244"/>
                <a:gd name="T9" fmla="*/ 1 h 195"/>
                <a:gd name="T10" fmla="*/ 48 w 244"/>
                <a:gd name="T11" fmla="*/ 7 h 195"/>
                <a:gd name="T12" fmla="*/ 53 w 244"/>
                <a:gd name="T13" fmla="*/ 17 h 195"/>
                <a:gd name="T14" fmla="*/ 59 w 244"/>
                <a:gd name="T15" fmla="*/ 22 h 195"/>
                <a:gd name="T16" fmla="*/ 63 w 244"/>
                <a:gd name="T17" fmla="*/ 32 h 195"/>
                <a:gd name="T18" fmla="*/ 75 w 244"/>
                <a:gd name="T19" fmla="*/ 33 h 195"/>
                <a:gd name="T20" fmla="*/ 94 w 244"/>
                <a:gd name="T21" fmla="*/ 42 h 195"/>
                <a:gd name="T22" fmla="*/ 121 w 244"/>
                <a:gd name="T23" fmla="*/ 41 h 195"/>
                <a:gd name="T24" fmla="*/ 127 w 244"/>
                <a:gd name="T25" fmla="*/ 30 h 195"/>
                <a:gd name="T26" fmla="*/ 141 w 244"/>
                <a:gd name="T27" fmla="*/ 20 h 195"/>
                <a:gd name="T28" fmla="*/ 154 w 244"/>
                <a:gd name="T29" fmla="*/ 18 h 195"/>
                <a:gd name="T30" fmla="*/ 173 w 244"/>
                <a:gd name="T31" fmla="*/ 25 h 195"/>
                <a:gd name="T32" fmla="*/ 185 w 244"/>
                <a:gd name="T33" fmla="*/ 32 h 195"/>
                <a:gd name="T34" fmla="*/ 203 w 244"/>
                <a:gd name="T35" fmla="*/ 45 h 195"/>
                <a:gd name="T36" fmla="*/ 204 w 244"/>
                <a:gd name="T37" fmla="*/ 57 h 195"/>
                <a:gd name="T38" fmla="*/ 204 w 244"/>
                <a:gd name="T39" fmla="*/ 63 h 195"/>
                <a:gd name="T40" fmla="*/ 200 w 244"/>
                <a:gd name="T41" fmla="*/ 72 h 195"/>
                <a:gd name="T42" fmla="*/ 207 w 244"/>
                <a:gd name="T43" fmla="*/ 80 h 195"/>
                <a:gd name="T44" fmla="*/ 206 w 244"/>
                <a:gd name="T45" fmla="*/ 101 h 195"/>
                <a:gd name="T46" fmla="*/ 220 w 244"/>
                <a:gd name="T47" fmla="*/ 116 h 195"/>
                <a:gd name="T48" fmla="*/ 219 w 244"/>
                <a:gd name="T49" fmla="*/ 145 h 195"/>
                <a:gd name="T50" fmla="*/ 232 w 244"/>
                <a:gd name="T51" fmla="*/ 153 h 195"/>
                <a:gd name="T52" fmla="*/ 236 w 244"/>
                <a:gd name="T53" fmla="*/ 163 h 195"/>
                <a:gd name="T54" fmla="*/ 241 w 244"/>
                <a:gd name="T55" fmla="*/ 174 h 195"/>
                <a:gd name="T56" fmla="*/ 227 w 244"/>
                <a:gd name="T57" fmla="*/ 179 h 195"/>
                <a:gd name="T58" fmla="*/ 227 w 244"/>
                <a:gd name="T59" fmla="*/ 193 h 195"/>
                <a:gd name="T60" fmla="*/ 216 w 244"/>
                <a:gd name="T61" fmla="*/ 192 h 195"/>
                <a:gd name="T62" fmla="*/ 211 w 244"/>
                <a:gd name="T63" fmla="*/ 191 h 195"/>
                <a:gd name="T64" fmla="*/ 192 w 244"/>
                <a:gd name="T65" fmla="*/ 189 h 195"/>
                <a:gd name="T66" fmla="*/ 181 w 244"/>
                <a:gd name="T67" fmla="*/ 187 h 195"/>
                <a:gd name="T68" fmla="*/ 170 w 244"/>
                <a:gd name="T69" fmla="*/ 178 h 195"/>
                <a:gd name="T70" fmla="*/ 165 w 244"/>
                <a:gd name="T71" fmla="*/ 168 h 195"/>
                <a:gd name="T72" fmla="*/ 153 w 244"/>
                <a:gd name="T73" fmla="*/ 170 h 195"/>
                <a:gd name="T74" fmla="*/ 136 w 244"/>
                <a:gd name="T75" fmla="*/ 174 h 195"/>
                <a:gd name="T76" fmla="*/ 123 w 244"/>
                <a:gd name="T77" fmla="*/ 170 h 195"/>
                <a:gd name="T78" fmla="*/ 116 w 244"/>
                <a:gd name="T79" fmla="*/ 163 h 195"/>
                <a:gd name="T80" fmla="*/ 103 w 244"/>
                <a:gd name="T81" fmla="*/ 159 h 195"/>
                <a:gd name="T82" fmla="*/ 94 w 244"/>
                <a:gd name="T83" fmla="*/ 147 h 195"/>
                <a:gd name="T84" fmla="*/ 92 w 244"/>
                <a:gd name="T85" fmla="*/ 145 h 195"/>
                <a:gd name="T86" fmla="*/ 83 w 244"/>
                <a:gd name="T87" fmla="*/ 130 h 195"/>
                <a:gd name="T88" fmla="*/ 75 w 244"/>
                <a:gd name="T89" fmla="*/ 130 h 195"/>
                <a:gd name="T90" fmla="*/ 71 w 244"/>
                <a:gd name="T91" fmla="*/ 128 h 195"/>
                <a:gd name="T92" fmla="*/ 69 w 244"/>
                <a:gd name="T93" fmla="*/ 132 h 195"/>
                <a:gd name="T94" fmla="*/ 62 w 244"/>
                <a:gd name="T95" fmla="*/ 128 h 195"/>
                <a:gd name="T96" fmla="*/ 56 w 244"/>
                <a:gd name="T97" fmla="*/ 112 h 195"/>
                <a:gd name="T98" fmla="*/ 49 w 244"/>
                <a:gd name="T99" fmla="*/ 99 h 195"/>
                <a:gd name="T100" fmla="*/ 33 w 244"/>
                <a:gd name="T101" fmla="*/ 92 h 195"/>
                <a:gd name="T102" fmla="*/ 32 w 244"/>
                <a:gd name="T103" fmla="*/ 83 h 195"/>
                <a:gd name="T104" fmla="*/ 27 w 244"/>
                <a:gd name="T105" fmla="*/ 79 h 195"/>
                <a:gd name="T106" fmla="*/ 28 w 244"/>
                <a:gd name="T107" fmla="*/ 66 h 195"/>
                <a:gd name="T108" fmla="*/ 31 w 244"/>
                <a:gd name="T109" fmla="*/ 58 h 195"/>
                <a:gd name="T110" fmla="*/ 32 w 244"/>
                <a:gd name="T111" fmla="*/ 55 h 195"/>
                <a:gd name="T112" fmla="*/ 20 w 244"/>
                <a:gd name="T113" fmla="*/ 51 h 195"/>
                <a:gd name="T114" fmla="*/ 15 w 244"/>
                <a:gd name="T115" fmla="*/ 41 h 195"/>
                <a:gd name="T116" fmla="*/ 11 w 244"/>
                <a:gd name="T117" fmla="*/ 33 h 195"/>
                <a:gd name="T118" fmla="*/ 7 w 244"/>
                <a:gd name="T119" fmla="*/ 20 h 195"/>
                <a:gd name="T120" fmla="*/ 3 w 244"/>
                <a:gd name="T121" fmla="*/ 8 h 195"/>
                <a:gd name="T122" fmla="*/ 7 w 244"/>
                <a:gd name="T123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4" h="195">
                  <a:moveTo>
                    <a:pt x="7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20" y="12"/>
                  </a:lnTo>
                  <a:lnTo>
                    <a:pt x="23" y="12"/>
                  </a:lnTo>
                  <a:lnTo>
                    <a:pt x="27" y="14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29" y="12"/>
                  </a:lnTo>
                  <a:lnTo>
                    <a:pt x="31" y="12"/>
                  </a:lnTo>
                  <a:lnTo>
                    <a:pt x="33" y="12"/>
                  </a:lnTo>
                  <a:lnTo>
                    <a:pt x="33" y="10"/>
                  </a:lnTo>
                  <a:lnTo>
                    <a:pt x="34" y="9"/>
                  </a:lnTo>
                  <a:lnTo>
                    <a:pt x="36" y="9"/>
                  </a:lnTo>
                  <a:lnTo>
                    <a:pt x="37" y="7"/>
                  </a:lnTo>
                  <a:lnTo>
                    <a:pt x="38" y="5"/>
                  </a:lnTo>
                  <a:lnTo>
                    <a:pt x="41" y="4"/>
                  </a:lnTo>
                  <a:lnTo>
                    <a:pt x="42" y="3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48" y="4"/>
                  </a:lnTo>
                  <a:lnTo>
                    <a:pt x="49" y="5"/>
                  </a:lnTo>
                  <a:lnTo>
                    <a:pt x="48" y="7"/>
                  </a:lnTo>
                  <a:lnTo>
                    <a:pt x="49" y="8"/>
                  </a:lnTo>
                  <a:lnTo>
                    <a:pt x="52" y="9"/>
                  </a:lnTo>
                  <a:lnTo>
                    <a:pt x="48" y="12"/>
                  </a:lnTo>
                  <a:lnTo>
                    <a:pt x="52" y="17"/>
                  </a:lnTo>
                  <a:lnTo>
                    <a:pt x="53" y="17"/>
                  </a:lnTo>
                  <a:lnTo>
                    <a:pt x="54" y="18"/>
                  </a:lnTo>
                  <a:lnTo>
                    <a:pt x="57" y="20"/>
                  </a:lnTo>
                  <a:lnTo>
                    <a:pt x="57" y="18"/>
                  </a:lnTo>
                  <a:lnTo>
                    <a:pt x="57" y="20"/>
                  </a:lnTo>
                  <a:lnTo>
                    <a:pt x="59" y="22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9" y="29"/>
                  </a:lnTo>
                  <a:lnTo>
                    <a:pt x="61" y="29"/>
                  </a:lnTo>
                  <a:lnTo>
                    <a:pt x="63" y="32"/>
                  </a:lnTo>
                  <a:lnTo>
                    <a:pt x="66" y="32"/>
                  </a:lnTo>
                  <a:lnTo>
                    <a:pt x="69" y="32"/>
                  </a:lnTo>
                  <a:lnTo>
                    <a:pt x="71" y="32"/>
                  </a:lnTo>
                  <a:lnTo>
                    <a:pt x="74" y="33"/>
                  </a:lnTo>
                  <a:lnTo>
                    <a:pt x="75" y="33"/>
                  </a:lnTo>
                  <a:lnTo>
                    <a:pt x="77" y="35"/>
                  </a:lnTo>
                  <a:lnTo>
                    <a:pt x="78" y="38"/>
                  </a:lnTo>
                  <a:lnTo>
                    <a:pt x="84" y="39"/>
                  </a:lnTo>
                  <a:lnTo>
                    <a:pt x="87" y="41"/>
                  </a:lnTo>
                  <a:lnTo>
                    <a:pt x="94" y="42"/>
                  </a:lnTo>
                  <a:lnTo>
                    <a:pt x="98" y="42"/>
                  </a:lnTo>
                  <a:lnTo>
                    <a:pt x="106" y="39"/>
                  </a:lnTo>
                  <a:lnTo>
                    <a:pt x="111" y="39"/>
                  </a:lnTo>
                  <a:lnTo>
                    <a:pt x="119" y="39"/>
                  </a:lnTo>
                  <a:lnTo>
                    <a:pt x="121" y="41"/>
                  </a:lnTo>
                  <a:lnTo>
                    <a:pt x="121" y="37"/>
                  </a:lnTo>
                  <a:lnTo>
                    <a:pt x="120" y="34"/>
                  </a:lnTo>
                  <a:lnTo>
                    <a:pt x="119" y="32"/>
                  </a:lnTo>
                  <a:lnTo>
                    <a:pt x="121" y="30"/>
                  </a:lnTo>
                  <a:lnTo>
                    <a:pt x="127" y="30"/>
                  </a:lnTo>
                  <a:lnTo>
                    <a:pt x="128" y="26"/>
                  </a:lnTo>
                  <a:lnTo>
                    <a:pt x="129" y="25"/>
                  </a:lnTo>
                  <a:lnTo>
                    <a:pt x="132" y="25"/>
                  </a:lnTo>
                  <a:lnTo>
                    <a:pt x="136" y="21"/>
                  </a:lnTo>
                  <a:lnTo>
                    <a:pt x="141" y="20"/>
                  </a:lnTo>
                  <a:lnTo>
                    <a:pt x="146" y="21"/>
                  </a:lnTo>
                  <a:lnTo>
                    <a:pt x="146" y="17"/>
                  </a:lnTo>
                  <a:lnTo>
                    <a:pt x="149" y="17"/>
                  </a:lnTo>
                  <a:lnTo>
                    <a:pt x="152" y="18"/>
                  </a:lnTo>
                  <a:lnTo>
                    <a:pt x="154" y="18"/>
                  </a:lnTo>
                  <a:lnTo>
                    <a:pt x="158" y="21"/>
                  </a:lnTo>
                  <a:lnTo>
                    <a:pt x="162" y="22"/>
                  </a:lnTo>
                  <a:lnTo>
                    <a:pt x="169" y="26"/>
                  </a:lnTo>
                  <a:lnTo>
                    <a:pt x="171" y="26"/>
                  </a:lnTo>
                  <a:lnTo>
                    <a:pt x="173" y="25"/>
                  </a:lnTo>
                  <a:lnTo>
                    <a:pt x="178" y="28"/>
                  </a:lnTo>
                  <a:lnTo>
                    <a:pt x="179" y="28"/>
                  </a:lnTo>
                  <a:lnTo>
                    <a:pt x="181" y="32"/>
                  </a:lnTo>
                  <a:lnTo>
                    <a:pt x="182" y="32"/>
                  </a:lnTo>
                  <a:lnTo>
                    <a:pt x="185" y="32"/>
                  </a:lnTo>
                  <a:lnTo>
                    <a:pt x="189" y="33"/>
                  </a:lnTo>
                  <a:lnTo>
                    <a:pt x="194" y="39"/>
                  </a:lnTo>
                  <a:lnTo>
                    <a:pt x="199" y="39"/>
                  </a:lnTo>
                  <a:lnTo>
                    <a:pt x="202" y="41"/>
                  </a:lnTo>
                  <a:lnTo>
                    <a:pt x="203" y="45"/>
                  </a:lnTo>
                  <a:lnTo>
                    <a:pt x="203" y="46"/>
                  </a:lnTo>
                  <a:lnTo>
                    <a:pt x="203" y="49"/>
                  </a:lnTo>
                  <a:lnTo>
                    <a:pt x="203" y="50"/>
                  </a:lnTo>
                  <a:lnTo>
                    <a:pt x="204" y="53"/>
                  </a:lnTo>
                  <a:lnTo>
                    <a:pt x="204" y="57"/>
                  </a:lnTo>
                  <a:lnTo>
                    <a:pt x="204" y="58"/>
                  </a:lnTo>
                  <a:lnTo>
                    <a:pt x="204" y="59"/>
                  </a:lnTo>
                  <a:lnTo>
                    <a:pt x="206" y="62"/>
                  </a:lnTo>
                  <a:lnTo>
                    <a:pt x="204" y="62"/>
                  </a:lnTo>
                  <a:lnTo>
                    <a:pt x="204" y="63"/>
                  </a:lnTo>
                  <a:lnTo>
                    <a:pt x="202" y="66"/>
                  </a:lnTo>
                  <a:lnTo>
                    <a:pt x="199" y="66"/>
                  </a:lnTo>
                  <a:lnTo>
                    <a:pt x="200" y="68"/>
                  </a:lnTo>
                  <a:lnTo>
                    <a:pt x="202" y="70"/>
                  </a:lnTo>
                  <a:lnTo>
                    <a:pt x="200" y="72"/>
                  </a:lnTo>
                  <a:lnTo>
                    <a:pt x="200" y="74"/>
                  </a:lnTo>
                  <a:lnTo>
                    <a:pt x="202" y="78"/>
                  </a:lnTo>
                  <a:lnTo>
                    <a:pt x="202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3" y="86"/>
                  </a:lnTo>
                  <a:lnTo>
                    <a:pt x="202" y="88"/>
                  </a:lnTo>
                  <a:lnTo>
                    <a:pt x="206" y="95"/>
                  </a:lnTo>
                  <a:lnTo>
                    <a:pt x="207" y="100"/>
                  </a:lnTo>
                  <a:lnTo>
                    <a:pt x="206" y="101"/>
                  </a:lnTo>
                  <a:lnTo>
                    <a:pt x="207" y="104"/>
                  </a:lnTo>
                  <a:lnTo>
                    <a:pt x="208" y="108"/>
                  </a:lnTo>
                  <a:lnTo>
                    <a:pt x="217" y="108"/>
                  </a:lnTo>
                  <a:lnTo>
                    <a:pt x="220" y="112"/>
                  </a:lnTo>
                  <a:lnTo>
                    <a:pt x="220" y="116"/>
                  </a:lnTo>
                  <a:lnTo>
                    <a:pt x="221" y="120"/>
                  </a:lnTo>
                  <a:lnTo>
                    <a:pt x="220" y="122"/>
                  </a:lnTo>
                  <a:lnTo>
                    <a:pt x="211" y="134"/>
                  </a:lnTo>
                  <a:lnTo>
                    <a:pt x="217" y="142"/>
                  </a:lnTo>
                  <a:lnTo>
                    <a:pt x="219" y="145"/>
                  </a:lnTo>
                  <a:lnTo>
                    <a:pt x="221" y="147"/>
                  </a:lnTo>
                  <a:lnTo>
                    <a:pt x="224" y="150"/>
                  </a:lnTo>
                  <a:lnTo>
                    <a:pt x="225" y="151"/>
                  </a:lnTo>
                  <a:lnTo>
                    <a:pt x="229" y="151"/>
                  </a:lnTo>
                  <a:lnTo>
                    <a:pt x="232" y="153"/>
                  </a:lnTo>
                  <a:lnTo>
                    <a:pt x="232" y="153"/>
                  </a:lnTo>
                  <a:lnTo>
                    <a:pt x="236" y="154"/>
                  </a:lnTo>
                  <a:lnTo>
                    <a:pt x="236" y="158"/>
                  </a:lnTo>
                  <a:lnTo>
                    <a:pt x="236" y="161"/>
                  </a:lnTo>
                  <a:lnTo>
                    <a:pt x="236" y="163"/>
                  </a:lnTo>
                  <a:lnTo>
                    <a:pt x="237" y="166"/>
                  </a:lnTo>
                  <a:lnTo>
                    <a:pt x="240" y="166"/>
                  </a:lnTo>
                  <a:lnTo>
                    <a:pt x="243" y="167"/>
                  </a:lnTo>
                  <a:lnTo>
                    <a:pt x="244" y="172"/>
                  </a:lnTo>
                  <a:lnTo>
                    <a:pt x="241" y="174"/>
                  </a:lnTo>
                  <a:lnTo>
                    <a:pt x="239" y="172"/>
                  </a:lnTo>
                  <a:lnTo>
                    <a:pt x="233" y="174"/>
                  </a:lnTo>
                  <a:lnTo>
                    <a:pt x="232" y="175"/>
                  </a:lnTo>
                  <a:lnTo>
                    <a:pt x="228" y="178"/>
                  </a:lnTo>
                  <a:lnTo>
                    <a:pt x="227" y="179"/>
                  </a:lnTo>
                  <a:lnTo>
                    <a:pt x="228" y="182"/>
                  </a:lnTo>
                  <a:lnTo>
                    <a:pt x="225" y="184"/>
                  </a:lnTo>
                  <a:lnTo>
                    <a:pt x="227" y="187"/>
                  </a:lnTo>
                  <a:lnTo>
                    <a:pt x="227" y="191"/>
                  </a:lnTo>
                  <a:lnTo>
                    <a:pt x="227" y="193"/>
                  </a:lnTo>
                  <a:lnTo>
                    <a:pt x="225" y="193"/>
                  </a:lnTo>
                  <a:lnTo>
                    <a:pt x="225" y="193"/>
                  </a:lnTo>
                  <a:lnTo>
                    <a:pt x="224" y="195"/>
                  </a:lnTo>
                  <a:lnTo>
                    <a:pt x="220" y="193"/>
                  </a:lnTo>
                  <a:lnTo>
                    <a:pt x="216" y="192"/>
                  </a:lnTo>
                  <a:lnTo>
                    <a:pt x="215" y="191"/>
                  </a:lnTo>
                  <a:lnTo>
                    <a:pt x="214" y="191"/>
                  </a:lnTo>
                  <a:lnTo>
                    <a:pt x="214" y="192"/>
                  </a:lnTo>
                  <a:lnTo>
                    <a:pt x="212" y="192"/>
                  </a:lnTo>
                  <a:lnTo>
                    <a:pt x="211" y="191"/>
                  </a:lnTo>
                  <a:lnTo>
                    <a:pt x="210" y="192"/>
                  </a:lnTo>
                  <a:lnTo>
                    <a:pt x="208" y="191"/>
                  </a:lnTo>
                  <a:lnTo>
                    <a:pt x="203" y="191"/>
                  </a:lnTo>
                  <a:lnTo>
                    <a:pt x="199" y="189"/>
                  </a:lnTo>
                  <a:lnTo>
                    <a:pt x="192" y="189"/>
                  </a:lnTo>
                  <a:lnTo>
                    <a:pt x="190" y="187"/>
                  </a:lnTo>
                  <a:lnTo>
                    <a:pt x="189" y="187"/>
                  </a:lnTo>
                  <a:lnTo>
                    <a:pt x="186" y="189"/>
                  </a:lnTo>
                  <a:lnTo>
                    <a:pt x="183" y="187"/>
                  </a:lnTo>
                  <a:lnTo>
                    <a:pt x="181" y="187"/>
                  </a:lnTo>
                  <a:lnTo>
                    <a:pt x="174" y="187"/>
                  </a:lnTo>
                  <a:lnTo>
                    <a:pt x="174" y="186"/>
                  </a:lnTo>
                  <a:lnTo>
                    <a:pt x="173" y="186"/>
                  </a:lnTo>
                  <a:lnTo>
                    <a:pt x="173" y="182"/>
                  </a:lnTo>
                  <a:lnTo>
                    <a:pt x="170" y="178"/>
                  </a:lnTo>
                  <a:lnTo>
                    <a:pt x="169" y="174"/>
                  </a:lnTo>
                  <a:lnTo>
                    <a:pt x="166" y="170"/>
                  </a:lnTo>
                  <a:lnTo>
                    <a:pt x="166" y="168"/>
                  </a:lnTo>
                  <a:lnTo>
                    <a:pt x="165" y="168"/>
                  </a:lnTo>
                  <a:lnTo>
                    <a:pt x="165" y="168"/>
                  </a:lnTo>
                  <a:lnTo>
                    <a:pt x="161" y="167"/>
                  </a:lnTo>
                  <a:lnTo>
                    <a:pt x="158" y="168"/>
                  </a:lnTo>
                  <a:lnTo>
                    <a:pt x="156" y="171"/>
                  </a:lnTo>
                  <a:lnTo>
                    <a:pt x="153" y="171"/>
                  </a:lnTo>
                  <a:lnTo>
                    <a:pt x="153" y="170"/>
                  </a:lnTo>
                  <a:lnTo>
                    <a:pt x="153" y="171"/>
                  </a:lnTo>
                  <a:lnTo>
                    <a:pt x="148" y="174"/>
                  </a:lnTo>
                  <a:lnTo>
                    <a:pt x="144" y="178"/>
                  </a:lnTo>
                  <a:lnTo>
                    <a:pt x="140" y="175"/>
                  </a:lnTo>
                  <a:lnTo>
                    <a:pt x="136" y="174"/>
                  </a:lnTo>
                  <a:lnTo>
                    <a:pt x="132" y="174"/>
                  </a:lnTo>
                  <a:lnTo>
                    <a:pt x="132" y="175"/>
                  </a:lnTo>
                  <a:lnTo>
                    <a:pt x="127" y="171"/>
                  </a:lnTo>
                  <a:lnTo>
                    <a:pt x="125" y="171"/>
                  </a:lnTo>
                  <a:lnTo>
                    <a:pt x="123" y="170"/>
                  </a:lnTo>
                  <a:lnTo>
                    <a:pt x="120" y="168"/>
                  </a:lnTo>
                  <a:lnTo>
                    <a:pt x="117" y="164"/>
                  </a:lnTo>
                  <a:lnTo>
                    <a:pt x="119" y="163"/>
                  </a:lnTo>
                  <a:lnTo>
                    <a:pt x="119" y="163"/>
                  </a:lnTo>
                  <a:lnTo>
                    <a:pt x="116" y="163"/>
                  </a:lnTo>
                  <a:lnTo>
                    <a:pt x="115" y="162"/>
                  </a:lnTo>
                  <a:lnTo>
                    <a:pt x="112" y="162"/>
                  </a:lnTo>
                  <a:lnTo>
                    <a:pt x="111" y="161"/>
                  </a:lnTo>
                  <a:lnTo>
                    <a:pt x="107" y="159"/>
                  </a:lnTo>
                  <a:lnTo>
                    <a:pt x="103" y="159"/>
                  </a:lnTo>
                  <a:lnTo>
                    <a:pt x="100" y="158"/>
                  </a:lnTo>
                  <a:lnTo>
                    <a:pt x="96" y="150"/>
                  </a:lnTo>
                  <a:lnTo>
                    <a:pt x="96" y="149"/>
                  </a:lnTo>
                  <a:lnTo>
                    <a:pt x="95" y="149"/>
                  </a:lnTo>
                  <a:lnTo>
                    <a:pt x="94" y="147"/>
                  </a:lnTo>
                  <a:lnTo>
                    <a:pt x="94" y="146"/>
                  </a:lnTo>
                  <a:lnTo>
                    <a:pt x="95" y="147"/>
                  </a:lnTo>
                  <a:lnTo>
                    <a:pt x="95" y="147"/>
                  </a:lnTo>
                  <a:lnTo>
                    <a:pt x="94" y="145"/>
                  </a:lnTo>
                  <a:lnTo>
                    <a:pt x="92" y="145"/>
                  </a:lnTo>
                  <a:lnTo>
                    <a:pt x="91" y="145"/>
                  </a:lnTo>
                  <a:lnTo>
                    <a:pt x="91" y="141"/>
                  </a:lnTo>
                  <a:lnTo>
                    <a:pt x="87" y="136"/>
                  </a:lnTo>
                  <a:lnTo>
                    <a:pt x="86" y="133"/>
                  </a:lnTo>
                  <a:lnTo>
                    <a:pt x="83" y="130"/>
                  </a:lnTo>
                  <a:lnTo>
                    <a:pt x="83" y="129"/>
                  </a:lnTo>
                  <a:lnTo>
                    <a:pt x="79" y="132"/>
                  </a:lnTo>
                  <a:lnTo>
                    <a:pt x="78" y="132"/>
                  </a:lnTo>
                  <a:lnTo>
                    <a:pt x="77" y="130"/>
                  </a:lnTo>
                  <a:lnTo>
                    <a:pt x="75" y="130"/>
                  </a:lnTo>
                  <a:lnTo>
                    <a:pt x="73" y="129"/>
                  </a:lnTo>
                  <a:lnTo>
                    <a:pt x="73" y="128"/>
                  </a:lnTo>
                  <a:lnTo>
                    <a:pt x="74" y="126"/>
                  </a:lnTo>
                  <a:lnTo>
                    <a:pt x="73" y="128"/>
                  </a:lnTo>
                  <a:lnTo>
                    <a:pt x="71" y="128"/>
                  </a:lnTo>
                  <a:lnTo>
                    <a:pt x="70" y="128"/>
                  </a:lnTo>
                  <a:lnTo>
                    <a:pt x="71" y="129"/>
                  </a:lnTo>
                  <a:lnTo>
                    <a:pt x="71" y="130"/>
                  </a:lnTo>
                  <a:lnTo>
                    <a:pt x="70" y="132"/>
                  </a:lnTo>
                  <a:lnTo>
                    <a:pt x="69" y="132"/>
                  </a:lnTo>
                  <a:lnTo>
                    <a:pt x="67" y="130"/>
                  </a:lnTo>
                  <a:lnTo>
                    <a:pt x="67" y="129"/>
                  </a:lnTo>
                  <a:lnTo>
                    <a:pt x="66" y="129"/>
                  </a:lnTo>
                  <a:lnTo>
                    <a:pt x="65" y="129"/>
                  </a:lnTo>
                  <a:lnTo>
                    <a:pt x="62" y="128"/>
                  </a:lnTo>
                  <a:lnTo>
                    <a:pt x="61" y="126"/>
                  </a:lnTo>
                  <a:lnTo>
                    <a:pt x="59" y="118"/>
                  </a:lnTo>
                  <a:lnTo>
                    <a:pt x="56" y="118"/>
                  </a:lnTo>
                  <a:lnTo>
                    <a:pt x="56" y="116"/>
                  </a:lnTo>
                  <a:lnTo>
                    <a:pt x="56" y="112"/>
                  </a:lnTo>
                  <a:lnTo>
                    <a:pt x="58" y="111"/>
                  </a:lnTo>
                  <a:lnTo>
                    <a:pt x="56" y="105"/>
                  </a:lnTo>
                  <a:lnTo>
                    <a:pt x="53" y="104"/>
                  </a:lnTo>
                  <a:lnTo>
                    <a:pt x="50" y="100"/>
                  </a:lnTo>
                  <a:lnTo>
                    <a:pt x="49" y="99"/>
                  </a:lnTo>
                  <a:lnTo>
                    <a:pt x="48" y="99"/>
                  </a:lnTo>
                  <a:lnTo>
                    <a:pt x="40" y="93"/>
                  </a:lnTo>
                  <a:lnTo>
                    <a:pt x="37" y="93"/>
                  </a:lnTo>
                  <a:lnTo>
                    <a:pt x="36" y="95"/>
                  </a:lnTo>
                  <a:lnTo>
                    <a:pt x="33" y="92"/>
                  </a:lnTo>
                  <a:lnTo>
                    <a:pt x="34" y="91"/>
                  </a:lnTo>
                  <a:lnTo>
                    <a:pt x="33" y="89"/>
                  </a:lnTo>
                  <a:lnTo>
                    <a:pt x="34" y="87"/>
                  </a:lnTo>
                  <a:lnTo>
                    <a:pt x="32" y="86"/>
                  </a:lnTo>
                  <a:lnTo>
                    <a:pt x="32" y="83"/>
                  </a:lnTo>
                  <a:lnTo>
                    <a:pt x="29" y="83"/>
                  </a:lnTo>
                  <a:lnTo>
                    <a:pt x="28" y="82"/>
                  </a:lnTo>
                  <a:lnTo>
                    <a:pt x="25" y="82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8"/>
                  </a:lnTo>
                  <a:lnTo>
                    <a:pt x="27" y="75"/>
                  </a:lnTo>
                  <a:lnTo>
                    <a:pt x="27" y="71"/>
                  </a:lnTo>
                  <a:lnTo>
                    <a:pt x="28" y="70"/>
                  </a:lnTo>
                  <a:lnTo>
                    <a:pt x="28" y="66"/>
                  </a:lnTo>
                  <a:lnTo>
                    <a:pt x="31" y="67"/>
                  </a:lnTo>
                  <a:lnTo>
                    <a:pt x="32" y="66"/>
                  </a:lnTo>
                  <a:lnTo>
                    <a:pt x="32" y="62"/>
                  </a:lnTo>
                  <a:lnTo>
                    <a:pt x="31" y="61"/>
                  </a:lnTo>
                  <a:lnTo>
                    <a:pt x="31" y="58"/>
                  </a:lnTo>
                  <a:lnTo>
                    <a:pt x="32" y="58"/>
                  </a:lnTo>
                  <a:lnTo>
                    <a:pt x="34" y="57"/>
                  </a:lnTo>
                  <a:lnTo>
                    <a:pt x="34" y="57"/>
                  </a:lnTo>
                  <a:lnTo>
                    <a:pt x="33" y="55"/>
                  </a:lnTo>
                  <a:lnTo>
                    <a:pt x="32" y="55"/>
                  </a:lnTo>
                  <a:lnTo>
                    <a:pt x="29" y="55"/>
                  </a:lnTo>
                  <a:lnTo>
                    <a:pt x="28" y="55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0" y="51"/>
                  </a:lnTo>
                  <a:lnTo>
                    <a:pt x="19" y="49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2" y="37"/>
                  </a:lnTo>
                  <a:lnTo>
                    <a:pt x="11" y="33"/>
                  </a:lnTo>
                  <a:lnTo>
                    <a:pt x="8" y="29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7" y="20"/>
                  </a:lnTo>
                  <a:lnTo>
                    <a:pt x="5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8"/>
                  </a:lnTo>
                  <a:lnTo>
                    <a:pt x="2" y="5"/>
                  </a:lnTo>
                  <a:lnTo>
                    <a:pt x="0" y="4"/>
                  </a:lnTo>
                  <a:lnTo>
                    <a:pt x="4" y="4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9" name="Freeform 416"/>
            <p:cNvSpPr>
              <a:spLocks/>
            </p:cNvSpPr>
            <p:nvPr/>
          </p:nvSpPr>
          <p:spPr bwMode="auto">
            <a:xfrm>
              <a:off x="6998608" y="3015547"/>
              <a:ext cx="111661" cy="91359"/>
            </a:xfrm>
            <a:custGeom>
              <a:avLst/>
              <a:gdLst>
                <a:gd name="T0" fmla="*/ 10 w 44"/>
                <a:gd name="T1" fmla="*/ 0 h 36"/>
                <a:gd name="T2" fmla="*/ 11 w 44"/>
                <a:gd name="T3" fmla="*/ 0 h 36"/>
                <a:gd name="T4" fmla="*/ 19 w 44"/>
                <a:gd name="T5" fmla="*/ 0 h 36"/>
                <a:gd name="T6" fmla="*/ 21 w 44"/>
                <a:gd name="T7" fmla="*/ 3 h 36"/>
                <a:gd name="T8" fmla="*/ 25 w 44"/>
                <a:gd name="T9" fmla="*/ 3 h 36"/>
                <a:gd name="T10" fmla="*/ 28 w 44"/>
                <a:gd name="T11" fmla="*/ 6 h 36"/>
                <a:gd name="T12" fmla="*/ 27 w 44"/>
                <a:gd name="T13" fmla="*/ 8 h 36"/>
                <a:gd name="T14" fmla="*/ 27 w 44"/>
                <a:gd name="T15" fmla="*/ 11 h 36"/>
                <a:gd name="T16" fmla="*/ 32 w 44"/>
                <a:gd name="T17" fmla="*/ 15 h 36"/>
                <a:gd name="T18" fmla="*/ 32 w 44"/>
                <a:gd name="T19" fmla="*/ 17 h 36"/>
                <a:gd name="T20" fmla="*/ 31 w 44"/>
                <a:gd name="T21" fmla="*/ 19 h 36"/>
                <a:gd name="T22" fmla="*/ 32 w 44"/>
                <a:gd name="T23" fmla="*/ 23 h 36"/>
                <a:gd name="T24" fmla="*/ 37 w 44"/>
                <a:gd name="T25" fmla="*/ 25 h 36"/>
                <a:gd name="T26" fmla="*/ 41 w 44"/>
                <a:gd name="T27" fmla="*/ 25 h 36"/>
                <a:gd name="T28" fmla="*/ 44 w 44"/>
                <a:gd name="T29" fmla="*/ 28 h 36"/>
                <a:gd name="T30" fmla="*/ 41 w 44"/>
                <a:gd name="T31" fmla="*/ 29 h 36"/>
                <a:gd name="T32" fmla="*/ 43 w 44"/>
                <a:gd name="T33" fmla="*/ 32 h 36"/>
                <a:gd name="T34" fmla="*/ 41 w 44"/>
                <a:gd name="T35" fmla="*/ 33 h 36"/>
                <a:gd name="T36" fmla="*/ 41 w 44"/>
                <a:gd name="T37" fmla="*/ 36 h 36"/>
                <a:gd name="T38" fmla="*/ 39 w 44"/>
                <a:gd name="T39" fmla="*/ 36 h 36"/>
                <a:gd name="T40" fmla="*/ 33 w 44"/>
                <a:gd name="T41" fmla="*/ 28 h 36"/>
                <a:gd name="T42" fmla="*/ 31 w 44"/>
                <a:gd name="T43" fmla="*/ 27 h 36"/>
                <a:gd name="T44" fmla="*/ 28 w 44"/>
                <a:gd name="T45" fmla="*/ 24 h 36"/>
                <a:gd name="T46" fmla="*/ 27 w 44"/>
                <a:gd name="T47" fmla="*/ 24 h 36"/>
                <a:gd name="T48" fmla="*/ 25 w 44"/>
                <a:gd name="T49" fmla="*/ 25 h 36"/>
                <a:gd name="T50" fmla="*/ 23 w 44"/>
                <a:gd name="T51" fmla="*/ 21 h 36"/>
                <a:gd name="T52" fmla="*/ 20 w 44"/>
                <a:gd name="T53" fmla="*/ 23 h 36"/>
                <a:gd name="T54" fmla="*/ 19 w 44"/>
                <a:gd name="T55" fmla="*/ 23 h 36"/>
                <a:gd name="T56" fmla="*/ 17 w 44"/>
                <a:gd name="T57" fmla="*/ 21 h 36"/>
                <a:gd name="T58" fmla="*/ 15 w 44"/>
                <a:gd name="T59" fmla="*/ 20 h 36"/>
                <a:gd name="T60" fmla="*/ 14 w 44"/>
                <a:gd name="T61" fmla="*/ 20 h 36"/>
                <a:gd name="T62" fmla="*/ 10 w 44"/>
                <a:gd name="T63" fmla="*/ 20 h 36"/>
                <a:gd name="T64" fmla="*/ 6 w 44"/>
                <a:gd name="T65" fmla="*/ 17 h 36"/>
                <a:gd name="T66" fmla="*/ 6 w 44"/>
                <a:gd name="T67" fmla="*/ 12 h 36"/>
                <a:gd name="T68" fmla="*/ 7 w 44"/>
                <a:gd name="T69" fmla="*/ 9 h 36"/>
                <a:gd name="T70" fmla="*/ 6 w 44"/>
                <a:gd name="T71" fmla="*/ 7 h 36"/>
                <a:gd name="T72" fmla="*/ 3 w 44"/>
                <a:gd name="T73" fmla="*/ 6 h 36"/>
                <a:gd name="T74" fmla="*/ 3 w 44"/>
                <a:gd name="T75" fmla="*/ 4 h 36"/>
                <a:gd name="T76" fmla="*/ 0 w 44"/>
                <a:gd name="T77" fmla="*/ 3 h 36"/>
                <a:gd name="T78" fmla="*/ 4 w 44"/>
                <a:gd name="T79" fmla="*/ 2 h 36"/>
                <a:gd name="T80" fmla="*/ 10 w 44"/>
                <a:gd name="T8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4" h="36">
                  <a:moveTo>
                    <a:pt x="10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1" y="3"/>
                  </a:lnTo>
                  <a:lnTo>
                    <a:pt x="25" y="3"/>
                  </a:lnTo>
                  <a:lnTo>
                    <a:pt x="28" y="6"/>
                  </a:lnTo>
                  <a:lnTo>
                    <a:pt x="27" y="8"/>
                  </a:lnTo>
                  <a:lnTo>
                    <a:pt x="27" y="11"/>
                  </a:lnTo>
                  <a:lnTo>
                    <a:pt x="32" y="15"/>
                  </a:lnTo>
                  <a:lnTo>
                    <a:pt x="32" y="17"/>
                  </a:lnTo>
                  <a:lnTo>
                    <a:pt x="31" y="19"/>
                  </a:lnTo>
                  <a:lnTo>
                    <a:pt x="32" y="23"/>
                  </a:lnTo>
                  <a:lnTo>
                    <a:pt x="37" y="25"/>
                  </a:lnTo>
                  <a:lnTo>
                    <a:pt x="41" y="25"/>
                  </a:lnTo>
                  <a:lnTo>
                    <a:pt x="44" y="28"/>
                  </a:lnTo>
                  <a:lnTo>
                    <a:pt x="41" y="29"/>
                  </a:lnTo>
                  <a:lnTo>
                    <a:pt x="43" y="32"/>
                  </a:lnTo>
                  <a:lnTo>
                    <a:pt x="41" y="33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3" y="28"/>
                  </a:lnTo>
                  <a:lnTo>
                    <a:pt x="31" y="27"/>
                  </a:lnTo>
                  <a:lnTo>
                    <a:pt x="28" y="24"/>
                  </a:lnTo>
                  <a:lnTo>
                    <a:pt x="27" y="24"/>
                  </a:lnTo>
                  <a:lnTo>
                    <a:pt x="25" y="25"/>
                  </a:lnTo>
                  <a:lnTo>
                    <a:pt x="23" y="21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1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0" y="20"/>
                  </a:lnTo>
                  <a:lnTo>
                    <a:pt x="6" y="17"/>
                  </a:lnTo>
                  <a:lnTo>
                    <a:pt x="6" y="12"/>
                  </a:lnTo>
                  <a:lnTo>
                    <a:pt x="7" y="9"/>
                  </a:lnTo>
                  <a:lnTo>
                    <a:pt x="6" y="7"/>
                  </a:lnTo>
                  <a:lnTo>
                    <a:pt x="3" y="6"/>
                  </a:lnTo>
                  <a:lnTo>
                    <a:pt x="3" y="4"/>
                  </a:lnTo>
                  <a:lnTo>
                    <a:pt x="0" y="3"/>
                  </a:lnTo>
                  <a:lnTo>
                    <a:pt x="4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0" name="Freeform 417"/>
            <p:cNvSpPr>
              <a:spLocks noEditPoints="1"/>
            </p:cNvSpPr>
            <p:nvPr/>
          </p:nvSpPr>
          <p:spPr bwMode="auto">
            <a:xfrm>
              <a:off x="6501210" y="2992707"/>
              <a:ext cx="558304" cy="223321"/>
            </a:xfrm>
            <a:custGeom>
              <a:avLst/>
              <a:gdLst>
                <a:gd name="T0" fmla="*/ 27 w 220"/>
                <a:gd name="T1" fmla="*/ 82 h 88"/>
                <a:gd name="T2" fmla="*/ 1 w 220"/>
                <a:gd name="T3" fmla="*/ 30 h 88"/>
                <a:gd name="T4" fmla="*/ 13 w 220"/>
                <a:gd name="T5" fmla="*/ 1 h 88"/>
                <a:gd name="T6" fmla="*/ 25 w 220"/>
                <a:gd name="T7" fmla="*/ 7 h 88"/>
                <a:gd name="T8" fmla="*/ 36 w 220"/>
                <a:gd name="T9" fmla="*/ 16 h 88"/>
                <a:gd name="T10" fmla="*/ 25 w 220"/>
                <a:gd name="T11" fmla="*/ 18 h 88"/>
                <a:gd name="T12" fmla="*/ 7 w 220"/>
                <a:gd name="T13" fmla="*/ 29 h 88"/>
                <a:gd name="T14" fmla="*/ 9 w 220"/>
                <a:gd name="T15" fmla="*/ 24 h 88"/>
                <a:gd name="T16" fmla="*/ 3 w 220"/>
                <a:gd name="T17" fmla="*/ 20 h 88"/>
                <a:gd name="T18" fmla="*/ 11 w 220"/>
                <a:gd name="T19" fmla="*/ 9 h 88"/>
                <a:gd name="T20" fmla="*/ 13 w 220"/>
                <a:gd name="T21" fmla="*/ 1 h 88"/>
                <a:gd name="T22" fmla="*/ 109 w 220"/>
                <a:gd name="T23" fmla="*/ 7 h 88"/>
                <a:gd name="T24" fmla="*/ 116 w 220"/>
                <a:gd name="T25" fmla="*/ 8 h 88"/>
                <a:gd name="T26" fmla="*/ 127 w 220"/>
                <a:gd name="T27" fmla="*/ 12 h 88"/>
                <a:gd name="T28" fmla="*/ 142 w 220"/>
                <a:gd name="T29" fmla="*/ 17 h 88"/>
                <a:gd name="T30" fmla="*/ 156 w 220"/>
                <a:gd name="T31" fmla="*/ 15 h 88"/>
                <a:gd name="T32" fmla="*/ 169 w 220"/>
                <a:gd name="T33" fmla="*/ 13 h 88"/>
                <a:gd name="T34" fmla="*/ 178 w 220"/>
                <a:gd name="T35" fmla="*/ 5 h 88"/>
                <a:gd name="T36" fmla="*/ 186 w 220"/>
                <a:gd name="T37" fmla="*/ 8 h 88"/>
                <a:gd name="T38" fmla="*/ 199 w 220"/>
                <a:gd name="T39" fmla="*/ 13 h 88"/>
                <a:gd name="T40" fmla="*/ 202 w 220"/>
                <a:gd name="T41" fmla="*/ 26 h 88"/>
                <a:gd name="T42" fmla="*/ 215 w 220"/>
                <a:gd name="T43" fmla="*/ 33 h 88"/>
                <a:gd name="T44" fmla="*/ 211 w 220"/>
                <a:gd name="T45" fmla="*/ 41 h 88"/>
                <a:gd name="T46" fmla="*/ 215 w 220"/>
                <a:gd name="T47" fmla="*/ 53 h 88"/>
                <a:gd name="T48" fmla="*/ 219 w 220"/>
                <a:gd name="T49" fmla="*/ 66 h 88"/>
                <a:gd name="T50" fmla="*/ 215 w 220"/>
                <a:gd name="T51" fmla="*/ 68 h 88"/>
                <a:gd name="T52" fmla="*/ 200 w 220"/>
                <a:gd name="T53" fmla="*/ 68 h 88"/>
                <a:gd name="T54" fmla="*/ 185 w 220"/>
                <a:gd name="T55" fmla="*/ 72 h 88"/>
                <a:gd name="T56" fmla="*/ 167 w 220"/>
                <a:gd name="T57" fmla="*/ 75 h 88"/>
                <a:gd name="T58" fmla="*/ 153 w 220"/>
                <a:gd name="T59" fmla="*/ 75 h 88"/>
                <a:gd name="T60" fmla="*/ 136 w 220"/>
                <a:gd name="T61" fmla="*/ 79 h 88"/>
                <a:gd name="T62" fmla="*/ 129 w 220"/>
                <a:gd name="T63" fmla="*/ 84 h 88"/>
                <a:gd name="T64" fmla="*/ 123 w 220"/>
                <a:gd name="T65" fmla="*/ 87 h 88"/>
                <a:gd name="T66" fmla="*/ 124 w 220"/>
                <a:gd name="T67" fmla="*/ 76 h 88"/>
                <a:gd name="T68" fmla="*/ 112 w 220"/>
                <a:gd name="T69" fmla="*/ 78 h 88"/>
                <a:gd name="T70" fmla="*/ 99 w 220"/>
                <a:gd name="T71" fmla="*/ 86 h 88"/>
                <a:gd name="T72" fmla="*/ 80 w 220"/>
                <a:gd name="T73" fmla="*/ 86 h 88"/>
                <a:gd name="T74" fmla="*/ 59 w 220"/>
                <a:gd name="T75" fmla="*/ 78 h 88"/>
                <a:gd name="T76" fmla="*/ 57 w 220"/>
                <a:gd name="T77" fmla="*/ 84 h 88"/>
                <a:gd name="T78" fmla="*/ 46 w 220"/>
                <a:gd name="T79" fmla="*/ 86 h 88"/>
                <a:gd name="T80" fmla="*/ 42 w 220"/>
                <a:gd name="T81" fmla="*/ 80 h 88"/>
                <a:gd name="T82" fmla="*/ 36 w 220"/>
                <a:gd name="T83" fmla="*/ 79 h 88"/>
                <a:gd name="T84" fmla="*/ 29 w 220"/>
                <a:gd name="T85" fmla="*/ 80 h 88"/>
                <a:gd name="T86" fmla="*/ 21 w 220"/>
                <a:gd name="T87" fmla="*/ 79 h 88"/>
                <a:gd name="T88" fmla="*/ 30 w 220"/>
                <a:gd name="T89" fmla="*/ 75 h 88"/>
                <a:gd name="T90" fmla="*/ 23 w 220"/>
                <a:gd name="T91" fmla="*/ 75 h 88"/>
                <a:gd name="T92" fmla="*/ 17 w 220"/>
                <a:gd name="T93" fmla="*/ 67 h 88"/>
                <a:gd name="T94" fmla="*/ 12 w 220"/>
                <a:gd name="T95" fmla="*/ 59 h 88"/>
                <a:gd name="T96" fmla="*/ 9 w 220"/>
                <a:gd name="T97" fmla="*/ 54 h 88"/>
                <a:gd name="T98" fmla="*/ 15 w 220"/>
                <a:gd name="T99" fmla="*/ 54 h 88"/>
                <a:gd name="T100" fmla="*/ 17 w 220"/>
                <a:gd name="T101" fmla="*/ 49 h 88"/>
                <a:gd name="T102" fmla="*/ 15 w 220"/>
                <a:gd name="T103" fmla="*/ 46 h 88"/>
                <a:gd name="T104" fmla="*/ 11 w 220"/>
                <a:gd name="T105" fmla="*/ 40 h 88"/>
                <a:gd name="T106" fmla="*/ 7 w 220"/>
                <a:gd name="T107" fmla="*/ 36 h 88"/>
                <a:gd name="T108" fmla="*/ 16 w 220"/>
                <a:gd name="T109" fmla="*/ 26 h 88"/>
                <a:gd name="T110" fmla="*/ 25 w 220"/>
                <a:gd name="T111" fmla="*/ 28 h 88"/>
                <a:gd name="T112" fmla="*/ 37 w 220"/>
                <a:gd name="T113" fmla="*/ 26 h 88"/>
                <a:gd name="T114" fmla="*/ 45 w 220"/>
                <a:gd name="T115" fmla="*/ 22 h 88"/>
                <a:gd name="T116" fmla="*/ 37 w 220"/>
                <a:gd name="T117" fmla="*/ 15 h 88"/>
                <a:gd name="T118" fmla="*/ 50 w 220"/>
                <a:gd name="T119" fmla="*/ 13 h 88"/>
                <a:gd name="T120" fmla="*/ 63 w 220"/>
                <a:gd name="T121" fmla="*/ 13 h 88"/>
                <a:gd name="T122" fmla="*/ 71 w 220"/>
                <a:gd name="T123" fmla="*/ 5 h 88"/>
                <a:gd name="T124" fmla="*/ 92 w 220"/>
                <a:gd name="T125" fmla="*/ 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" h="88">
                  <a:moveTo>
                    <a:pt x="27" y="82"/>
                  </a:moveTo>
                  <a:lnTo>
                    <a:pt x="28" y="82"/>
                  </a:lnTo>
                  <a:lnTo>
                    <a:pt x="28" y="82"/>
                  </a:lnTo>
                  <a:lnTo>
                    <a:pt x="27" y="83"/>
                  </a:lnTo>
                  <a:lnTo>
                    <a:pt x="27" y="82"/>
                  </a:lnTo>
                  <a:lnTo>
                    <a:pt x="27" y="82"/>
                  </a:lnTo>
                  <a:close/>
                  <a:moveTo>
                    <a:pt x="3" y="28"/>
                  </a:moveTo>
                  <a:lnTo>
                    <a:pt x="4" y="28"/>
                  </a:lnTo>
                  <a:lnTo>
                    <a:pt x="4" y="29"/>
                  </a:lnTo>
                  <a:lnTo>
                    <a:pt x="1" y="30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3" y="28"/>
                  </a:lnTo>
                  <a:lnTo>
                    <a:pt x="3" y="28"/>
                  </a:lnTo>
                  <a:close/>
                  <a:moveTo>
                    <a:pt x="13" y="1"/>
                  </a:moveTo>
                  <a:lnTo>
                    <a:pt x="17" y="1"/>
                  </a:lnTo>
                  <a:lnTo>
                    <a:pt x="20" y="4"/>
                  </a:lnTo>
                  <a:lnTo>
                    <a:pt x="21" y="3"/>
                  </a:lnTo>
                  <a:lnTo>
                    <a:pt x="24" y="3"/>
                  </a:lnTo>
                  <a:lnTo>
                    <a:pt x="25" y="7"/>
                  </a:lnTo>
                  <a:lnTo>
                    <a:pt x="28" y="11"/>
                  </a:lnTo>
                  <a:lnTo>
                    <a:pt x="30" y="11"/>
                  </a:lnTo>
                  <a:lnTo>
                    <a:pt x="33" y="13"/>
                  </a:lnTo>
                  <a:lnTo>
                    <a:pt x="36" y="15"/>
                  </a:lnTo>
                  <a:lnTo>
                    <a:pt x="36" y="16"/>
                  </a:lnTo>
                  <a:lnTo>
                    <a:pt x="34" y="18"/>
                  </a:lnTo>
                  <a:lnTo>
                    <a:pt x="30" y="18"/>
                  </a:lnTo>
                  <a:lnTo>
                    <a:pt x="29" y="17"/>
                  </a:lnTo>
                  <a:lnTo>
                    <a:pt x="27" y="17"/>
                  </a:lnTo>
                  <a:lnTo>
                    <a:pt x="25" y="18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17" y="22"/>
                  </a:lnTo>
                  <a:lnTo>
                    <a:pt x="12" y="25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8" y="25"/>
                  </a:lnTo>
                  <a:lnTo>
                    <a:pt x="9" y="24"/>
                  </a:lnTo>
                  <a:lnTo>
                    <a:pt x="12" y="22"/>
                  </a:lnTo>
                  <a:lnTo>
                    <a:pt x="9" y="24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5" y="20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9" y="12"/>
                  </a:lnTo>
                  <a:lnTo>
                    <a:pt x="11" y="9"/>
                  </a:lnTo>
                  <a:lnTo>
                    <a:pt x="8" y="8"/>
                  </a:lnTo>
                  <a:lnTo>
                    <a:pt x="8" y="5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1"/>
                  </a:lnTo>
                  <a:close/>
                  <a:moveTo>
                    <a:pt x="103" y="0"/>
                  </a:moveTo>
                  <a:lnTo>
                    <a:pt x="103" y="0"/>
                  </a:lnTo>
                  <a:lnTo>
                    <a:pt x="103" y="3"/>
                  </a:lnTo>
                  <a:lnTo>
                    <a:pt x="108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12" y="4"/>
                  </a:lnTo>
                  <a:lnTo>
                    <a:pt x="115" y="4"/>
                  </a:lnTo>
                  <a:lnTo>
                    <a:pt x="116" y="5"/>
                  </a:lnTo>
                  <a:lnTo>
                    <a:pt x="116" y="8"/>
                  </a:lnTo>
                  <a:lnTo>
                    <a:pt x="119" y="11"/>
                  </a:lnTo>
                  <a:lnTo>
                    <a:pt x="120" y="11"/>
                  </a:lnTo>
                  <a:lnTo>
                    <a:pt x="121" y="9"/>
                  </a:lnTo>
                  <a:lnTo>
                    <a:pt x="123" y="9"/>
                  </a:lnTo>
                  <a:lnTo>
                    <a:pt x="127" y="12"/>
                  </a:lnTo>
                  <a:lnTo>
                    <a:pt x="129" y="13"/>
                  </a:lnTo>
                  <a:lnTo>
                    <a:pt x="134" y="15"/>
                  </a:lnTo>
                  <a:lnTo>
                    <a:pt x="136" y="15"/>
                  </a:lnTo>
                  <a:lnTo>
                    <a:pt x="138" y="16"/>
                  </a:lnTo>
                  <a:lnTo>
                    <a:pt x="142" y="17"/>
                  </a:lnTo>
                  <a:lnTo>
                    <a:pt x="148" y="15"/>
                  </a:lnTo>
                  <a:lnTo>
                    <a:pt x="152" y="15"/>
                  </a:lnTo>
                  <a:lnTo>
                    <a:pt x="154" y="13"/>
                  </a:lnTo>
                  <a:lnTo>
                    <a:pt x="154" y="15"/>
                  </a:lnTo>
                  <a:lnTo>
                    <a:pt x="156" y="15"/>
                  </a:lnTo>
                  <a:lnTo>
                    <a:pt x="158" y="15"/>
                  </a:lnTo>
                  <a:lnTo>
                    <a:pt x="162" y="16"/>
                  </a:lnTo>
                  <a:lnTo>
                    <a:pt x="163" y="15"/>
                  </a:lnTo>
                  <a:lnTo>
                    <a:pt x="167" y="15"/>
                  </a:lnTo>
                  <a:lnTo>
                    <a:pt x="169" y="13"/>
                  </a:lnTo>
                  <a:lnTo>
                    <a:pt x="173" y="11"/>
                  </a:lnTo>
                  <a:lnTo>
                    <a:pt x="175" y="9"/>
                  </a:lnTo>
                  <a:lnTo>
                    <a:pt x="177" y="7"/>
                  </a:lnTo>
                  <a:lnTo>
                    <a:pt x="177" y="5"/>
                  </a:lnTo>
                  <a:lnTo>
                    <a:pt x="178" y="5"/>
                  </a:lnTo>
                  <a:lnTo>
                    <a:pt x="179" y="8"/>
                  </a:lnTo>
                  <a:lnTo>
                    <a:pt x="181" y="8"/>
                  </a:lnTo>
                  <a:lnTo>
                    <a:pt x="182" y="7"/>
                  </a:lnTo>
                  <a:lnTo>
                    <a:pt x="185" y="8"/>
                  </a:lnTo>
                  <a:lnTo>
                    <a:pt x="186" y="8"/>
                  </a:lnTo>
                  <a:lnTo>
                    <a:pt x="187" y="7"/>
                  </a:lnTo>
                  <a:lnTo>
                    <a:pt x="190" y="7"/>
                  </a:lnTo>
                  <a:lnTo>
                    <a:pt x="195" y="11"/>
                  </a:lnTo>
                  <a:lnTo>
                    <a:pt x="196" y="12"/>
                  </a:lnTo>
                  <a:lnTo>
                    <a:pt x="199" y="13"/>
                  </a:lnTo>
                  <a:lnTo>
                    <a:pt x="199" y="15"/>
                  </a:lnTo>
                  <a:lnTo>
                    <a:pt x="202" y="16"/>
                  </a:lnTo>
                  <a:lnTo>
                    <a:pt x="203" y="18"/>
                  </a:lnTo>
                  <a:lnTo>
                    <a:pt x="202" y="21"/>
                  </a:lnTo>
                  <a:lnTo>
                    <a:pt x="202" y="26"/>
                  </a:lnTo>
                  <a:lnTo>
                    <a:pt x="206" y="29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3" y="30"/>
                  </a:lnTo>
                  <a:lnTo>
                    <a:pt x="215" y="33"/>
                  </a:lnTo>
                  <a:lnTo>
                    <a:pt x="213" y="34"/>
                  </a:lnTo>
                  <a:lnTo>
                    <a:pt x="212" y="37"/>
                  </a:lnTo>
                  <a:lnTo>
                    <a:pt x="208" y="37"/>
                  </a:lnTo>
                  <a:lnTo>
                    <a:pt x="210" y="38"/>
                  </a:lnTo>
                  <a:lnTo>
                    <a:pt x="211" y="41"/>
                  </a:lnTo>
                  <a:lnTo>
                    <a:pt x="211" y="45"/>
                  </a:lnTo>
                  <a:lnTo>
                    <a:pt x="211" y="47"/>
                  </a:lnTo>
                  <a:lnTo>
                    <a:pt x="211" y="50"/>
                  </a:lnTo>
                  <a:lnTo>
                    <a:pt x="213" y="51"/>
                  </a:lnTo>
                  <a:lnTo>
                    <a:pt x="215" y="53"/>
                  </a:lnTo>
                  <a:lnTo>
                    <a:pt x="213" y="55"/>
                  </a:lnTo>
                  <a:lnTo>
                    <a:pt x="213" y="59"/>
                  </a:lnTo>
                  <a:lnTo>
                    <a:pt x="213" y="61"/>
                  </a:lnTo>
                  <a:lnTo>
                    <a:pt x="216" y="62"/>
                  </a:lnTo>
                  <a:lnTo>
                    <a:pt x="219" y="66"/>
                  </a:lnTo>
                  <a:lnTo>
                    <a:pt x="220" y="70"/>
                  </a:lnTo>
                  <a:lnTo>
                    <a:pt x="219" y="71"/>
                  </a:lnTo>
                  <a:lnTo>
                    <a:pt x="216" y="72"/>
                  </a:lnTo>
                  <a:lnTo>
                    <a:pt x="215" y="71"/>
                  </a:lnTo>
                  <a:lnTo>
                    <a:pt x="215" y="68"/>
                  </a:lnTo>
                  <a:lnTo>
                    <a:pt x="213" y="67"/>
                  </a:lnTo>
                  <a:lnTo>
                    <a:pt x="210" y="68"/>
                  </a:lnTo>
                  <a:lnTo>
                    <a:pt x="206" y="67"/>
                  </a:lnTo>
                  <a:lnTo>
                    <a:pt x="202" y="67"/>
                  </a:lnTo>
                  <a:lnTo>
                    <a:pt x="200" y="68"/>
                  </a:lnTo>
                  <a:lnTo>
                    <a:pt x="196" y="68"/>
                  </a:lnTo>
                  <a:lnTo>
                    <a:pt x="194" y="71"/>
                  </a:lnTo>
                  <a:lnTo>
                    <a:pt x="192" y="70"/>
                  </a:lnTo>
                  <a:lnTo>
                    <a:pt x="190" y="71"/>
                  </a:lnTo>
                  <a:lnTo>
                    <a:pt x="185" y="72"/>
                  </a:lnTo>
                  <a:lnTo>
                    <a:pt x="179" y="72"/>
                  </a:lnTo>
                  <a:lnTo>
                    <a:pt x="177" y="72"/>
                  </a:lnTo>
                  <a:lnTo>
                    <a:pt x="174" y="72"/>
                  </a:lnTo>
                  <a:lnTo>
                    <a:pt x="169" y="74"/>
                  </a:lnTo>
                  <a:lnTo>
                    <a:pt x="167" y="75"/>
                  </a:lnTo>
                  <a:lnTo>
                    <a:pt x="165" y="76"/>
                  </a:lnTo>
                  <a:lnTo>
                    <a:pt x="163" y="78"/>
                  </a:lnTo>
                  <a:lnTo>
                    <a:pt x="158" y="78"/>
                  </a:lnTo>
                  <a:lnTo>
                    <a:pt x="154" y="76"/>
                  </a:lnTo>
                  <a:lnTo>
                    <a:pt x="153" y="75"/>
                  </a:lnTo>
                  <a:lnTo>
                    <a:pt x="152" y="75"/>
                  </a:lnTo>
                  <a:lnTo>
                    <a:pt x="145" y="75"/>
                  </a:lnTo>
                  <a:lnTo>
                    <a:pt x="144" y="76"/>
                  </a:lnTo>
                  <a:lnTo>
                    <a:pt x="142" y="76"/>
                  </a:lnTo>
                  <a:lnTo>
                    <a:pt x="136" y="79"/>
                  </a:lnTo>
                  <a:lnTo>
                    <a:pt x="134" y="78"/>
                  </a:lnTo>
                  <a:lnTo>
                    <a:pt x="131" y="78"/>
                  </a:lnTo>
                  <a:lnTo>
                    <a:pt x="131" y="79"/>
                  </a:lnTo>
                  <a:lnTo>
                    <a:pt x="131" y="84"/>
                  </a:lnTo>
                  <a:lnTo>
                    <a:pt x="129" y="84"/>
                  </a:lnTo>
                  <a:lnTo>
                    <a:pt x="129" y="87"/>
                  </a:lnTo>
                  <a:lnTo>
                    <a:pt x="127" y="88"/>
                  </a:lnTo>
                  <a:lnTo>
                    <a:pt x="124" y="88"/>
                  </a:lnTo>
                  <a:lnTo>
                    <a:pt x="121" y="88"/>
                  </a:lnTo>
                  <a:lnTo>
                    <a:pt x="123" y="87"/>
                  </a:lnTo>
                  <a:lnTo>
                    <a:pt x="120" y="84"/>
                  </a:lnTo>
                  <a:lnTo>
                    <a:pt x="120" y="83"/>
                  </a:lnTo>
                  <a:lnTo>
                    <a:pt x="123" y="80"/>
                  </a:lnTo>
                  <a:lnTo>
                    <a:pt x="124" y="78"/>
                  </a:lnTo>
                  <a:lnTo>
                    <a:pt x="124" y="76"/>
                  </a:lnTo>
                  <a:lnTo>
                    <a:pt x="121" y="76"/>
                  </a:lnTo>
                  <a:lnTo>
                    <a:pt x="119" y="78"/>
                  </a:lnTo>
                  <a:lnTo>
                    <a:pt x="119" y="79"/>
                  </a:lnTo>
                  <a:lnTo>
                    <a:pt x="115" y="79"/>
                  </a:lnTo>
                  <a:lnTo>
                    <a:pt x="112" y="78"/>
                  </a:lnTo>
                  <a:lnTo>
                    <a:pt x="108" y="76"/>
                  </a:lnTo>
                  <a:lnTo>
                    <a:pt x="107" y="76"/>
                  </a:lnTo>
                  <a:lnTo>
                    <a:pt x="102" y="83"/>
                  </a:lnTo>
                  <a:lnTo>
                    <a:pt x="100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8" y="86"/>
                  </a:lnTo>
                  <a:lnTo>
                    <a:pt x="94" y="87"/>
                  </a:lnTo>
                  <a:lnTo>
                    <a:pt x="83" y="88"/>
                  </a:lnTo>
                  <a:lnTo>
                    <a:pt x="80" y="86"/>
                  </a:lnTo>
                  <a:lnTo>
                    <a:pt x="77" y="80"/>
                  </a:lnTo>
                  <a:lnTo>
                    <a:pt x="74" y="80"/>
                  </a:lnTo>
                  <a:lnTo>
                    <a:pt x="69" y="78"/>
                  </a:lnTo>
                  <a:lnTo>
                    <a:pt x="65" y="78"/>
                  </a:lnTo>
                  <a:lnTo>
                    <a:pt x="59" y="78"/>
                  </a:lnTo>
                  <a:lnTo>
                    <a:pt x="59" y="80"/>
                  </a:lnTo>
                  <a:lnTo>
                    <a:pt x="59" y="82"/>
                  </a:lnTo>
                  <a:lnTo>
                    <a:pt x="59" y="84"/>
                  </a:lnTo>
                  <a:lnTo>
                    <a:pt x="58" y="86"/>
                  </a:lnTo>
                  <a:lnTo>
                    <a:pt x="57" y="84"/>
                  </a:lnTo>
                  <a:lnTo>
                    <a:pt x="55" y="86"/>
                  </a:lnTo>
                  <a:lnTo>
                    <a:pt x="53" y="86"/>
                  </a:lnTo>
                  <a:lnTo>
                    <a:pt x="52" y="87"/>
                  </a:lnTo>
                  <a:lnTo>
                    <a:pt x="49" y="87"/>
                  </a:lnTo>
                  <a:lnTo>
                    <a:pt x="46" y="86"/>
                  </a:lnTo>
                  <a:lnTo>
                    <a:pt x="45" y="87"/>
                  </a:lnTo>
                  <a:lnTo>
                    <a:pt x="42" y="84"/>
                  </a:lnTo>
                  <a:lnTo>
                    <a:pt x="42" y="83"/>
                  </a:lnTo>
                  <a:lnTo>
                    <a:pt x="41" y="82"/>
                  </a:lnTo>
                  <a:lnTo>
                    <a:pt x="42" y="80"/>
                  </a:lnTo>
                  <a:lnTo>
                    <a:pt x="42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37" y="79"/>
                  </a:lnTo>
                  <a:lnTo>
                    <a:pt x="36" y="79"/>
                  </a:lnTo>
                  <a:lnTo>
                    <a:pt x="34" y="78"/>
                  </a:lnTo>
                  <a:lnTo>
                    <a:pt x="33" y="78"/>
                  </a:lnTo>
                  <a:lnTo>
                    <a:pt x="30" y="79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79"/>
                  </a:lnTo>
                  <a:lnTo>
                    <a:pt x="28" y="79"/>
                  </a:lnTo>
                  <a:lnTo>
                    <a:pt x="25" y="79"/>
                  </a:lnTo>
                  <a:lnTo>
                    <a:pt x="23" y="80"/>
                  </a:lnTo>
                  <a:lnTo>
                    <a:pt x="21" y="79"/>
                  </a:lnTo>
                  <a:lnTo>
                    <a:pt x="23" y="79"/>
                  </a:lnTo>
                  <a:lnTo>
                    <a:pt x="27" y="79"/>
                  </a:lnTo>
                  <a:lnTo>
                    <a:pt x="29" y="78"/>
                  </a:lnTo>
                  <a:lnTo>
                    <a:pt x="30" y="76"/>
                  </a:lnTo>
                  <a:lnTo>
                    <a:pt x="30" y="75"/>
                  </a:lnTo>
                  <a:lnTo>
                    <a:pt x="25" y="75"/>
                  </a:lnTo>
                  <a:lnTo>
                    <a:pt x="21" y="76"/>
                  </a:lnTo>
                  <a:lnTo>
                    <a:pt x="20" y="76"/>
                  </a:lnTo>
                  <a:lnTo>
                    <a:pt x="21" y="75"/>
                  </a:lnTo>
                  <a:lnTo>
                    <a:pt x="23" y="75"/>
                  </a:lnTo>
                  <a:lnTo>
                    <a:pt x="24" y="74"/>
                  </a:lnTo>
                  <a:lnTo>
                    <a:pt x="21" y="70"/>
                  </a:lnTo>
                  <a:lnTo>
                    <a:pt x="19" y="70"/>
                  </a:lnTo>
                  <a:lnTo>
                    <a:pt x="19" y="68"/>
                  </a:lnTo>
                  <a:lnTo>
                    <a:pt x="17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5" y="62"/>
                  </a:lnTo>
                  <a:lnTo>
                    <a:pt x="12" y="59"/>
                  </a:lnTo>
                  <a:lnTo>
                    <a:pt x="12" y="61"/>
                  </a:lnTo>
                  <a:lnTo>
                    <a:pt x="9" y="59"/>
                  </a:lnTo>
                  <a:lnTo>
                    <a:pt x="9" y="58"/>
                  </a:lnTo>
                  <a:lnTo>
                    <a:pt x="11" y="57"/>
                  </a:lnTo>
                  <a:lnTo>
                    <a:pt x="9" y="54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2" y="55"/>
                  </a:lnTo>
                  <a:lnTo>
                    <a:pt x="13" y="55"/>
                  </a:lnTo>
                  <a:lnTo>
                    <a:pt x="15" y="54"/>
                  </a:lnTo>
                  <a:lnTo>
                    <a:pt x="16" y="53"/>
                  </a:lnTo>
                  <a:lnTo>
                    <a:pt x="15" y="53"/>
                  </a:lnTo>
                  <a:lnTo>
                    <a:pt x="13" y="51"/>
                  </a:lnTo>
                  <a:lnTo>
                    <a:pt x="16" y="50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5" y="47"/>
                  </a:lnTo>
                  <a:lnTo>
                    <a:pt x="15" y="46"/>
                  </a:lnTo>
                  <a:lnTo>
                    <a:pt x="13" y="43"/>
                  </a:lnTo>
                  <a:lnTo>
                    <a:pt x="13" y="42"/>
                  </a:lnTo>
                  <a:lnTo>
                    <a:pt x="16" y="40"/>
                  </a:lnTo>
                  <a:lnTo>
                    <a:pt x="13" y="40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7" y="41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4"/>
                  </a:lnTo>
                  <a:lnTo>
                    <a:pt x="7" y="32"/>
                  </a:lnTo>
                  <a:lnTo>
                    <a:pt x="8" y="30"/>
                  </a:lnTo>
                  <a:lnTo>
                    <a:pt x="13" y="26"/>
                  </a:lnTo>
                  <a:lnTo>
                    <a:pt x="16" y="26"/>
                  </a:lnTo>
                  <a:lnTo>
                    <a:pt x="19" y="28"/>
                  </a:lnTo>
                  <a:lnTo>
                    <a:pt x="21" y="28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5" y="28"/>
                  </a:lnTo>
                  <a:lnTo>
                    <a:pt x="28" y="26"/>
                  </a:lnTo>
                  <a:lnTo>
                    <a:pt x="30" y="28"/>
                  </a:lnTo>
                  <a:lnTo>
                    <a:pt x="36" y="28"/>
                  </a:lnTo>
                  <a:lnTo>
                    <a:pt x="38" y="28"/>
                  </a:lnTo>
                  <a:lnTo>
                    <a:pt x="37" y="26"/>
                  </a:lnTo>
                  <a:lnTo>
                    <a:pt x="34" y="26"/>
                  </a:lnTo>
                  <a:lnTo>
                    <a:pt x="34" y="25"/>
                  </a:lnTo>
                  <a:lnTo>
                    <a:pt x="36" y="24"/>
                  </a:lnTo>
                  <a:lnTo>
                    <a:pt x="40" y="22"/>
                  </a:lnTo>
                  <a:lnTo>
                    <a:pt x="45" y="22"/>
                  </a:lnTo>
                  <a:lnTo>
                    <a:pt x="45" y="21"/>
                  </a:lnTo>
                  <a:lnTo>
                    <a:pt x="42" y="20"/>
                  </a:lnTo>
                  <a:lnTo>
                    <a:pt x="40" y="20"/>
                  </a:lnTo>
                  <a:lnTo>
                    <a:pt x="37" y="17"/>
                  </a:lnTo>
                  <a:lnTo>
                    <a:pt x="37" y="15"/>
                  </a:lnTo>
                  <a:lnTo>
                    <a:pt x="41" y="15"/>
                  </a:lnTo>
                  <a:lnTo>
                    <a:pt x="42" y="15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50" y="13"/>
                  </a:lnTo>
                  <a:lnTo>
                    <a:pt x="52" y="13"/>
                  </a:lnTo>
                  <a:lnTo>
                    <a:pt x="58" y="16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3"/>
                  </a:lnTo>
                  <a:lnTo>
                    <a:pt x="65" y="11"/>
                  </a:lnTo>
                  <a:lnTo>
                    <a:pt x="66" y="11"/>
                  </a:lnTo>
                  <a:lnTo>
                    <a:pt x="67" y="8"/>
                  </a:lnTo>
                  <a:lnTo>
                    <a:pt x="70" y="8"/>
                  </a:lnTo>
                  <a:lnTo>
                    <a:pt x="71" y="5"/>
                  </a:lnTo>
                  <a:lnTo>
                    <a:pt x="75" y="5"/>
                  </a:lnTo>
                  <a:lnTo>
                    <a:pt x="78" y="4"/>
                  </a:lnTo>
                  <a:lnTo>
                    <a:pt x="83" y="3"/>
                  </a:lnTo>
                  <a:lnTo>
                    <a:pt x="86" y="1"/>
                  </a:lnTo>
                  <a:lnTo>
                    <a:pt x="92" y="1"/>
                  </a:lnTo>
                  <a:lnTo>
                    <a:pt x="94" y="1"/>
                  </a:lnTo>
                  <a:lnTo>
                    <a:pt x="96" y="1"/>
                  </a:lnTo>
                  <a:lnTo>
                    <a:pt x="100" y="1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1" name="Freeform 418"/>
            <p:cNvSpPr>
              <a:spLocks/>
            </p:cNvSpPr>
            <p:nvPr/>
          </p:nvSpPr>
          <p:spPr bwMode="auto">
            <a:xfrm>
              <a:off x="6902174" y="3162737"/>
              <a:ext cx="294378" cy="281690"/>
            </a:xfrm>
            <a:custGeom>
              <a:avLst/>
              <a:gdLst>
                <a:gd name="T0" fmla="*/ 48 w 116"/>
                <a:gd name="T1" fmla="*/ 0 h 111"/>
                <a:gd name="T2" fmla="*/ 55 w 116"/>
                <a:gd name="T3" fmla="*/ 0 h 111"/>
                <a:gd name="T4" fmla="*/ 57 w 116"/>
                <a:gd name="T5" fmla="*/ 4 h 111"/>
                <a:gd name="T6" fmla="*/ 62 w 116"/>
                <a:gd name="T7" fmla="*/ 4 h 111"/>
                <a:gd name="T8" fmla="*/ 65 w 116"/>
                <a:gd name="T9" fmla="*/ 7 h 111"/>
                <a:gd name="T10" fmla="*/ 66 w 116"/>
                <a:gd name="T11" fmla="*/ 12 h 111"/>
                <a:gd name="T12" fmla="*/ 69 w 116"/>
                <a:gd name="T13" fmla="*/ 15 h 111"/>
                <a:gd name="T14" fmla="*/ 73 w 116"/>
                <a:gd name="T15" fmla="*/ 19 h 111"/>
                <a:gd name="T16" fmla="*/ 78 w 116"/>
                <a:gd name="T17" fmla="*/ 21 h 111"/>
                <a:gd name="T18" fmla="*/ 82 w 116"/>
                <a:gd name="T19" fmla="*/ 21 h 111"/>
                <a:gd name="T20" fmla="*/ 84 w 116"/>
                <a:gd name="T21" fmla="*/ 23 h 111"/>
                <a:gd name="T22" fmla="*/ 82 w 116"/>
                <a:gd name="T23" fmla="*/ 24 h 111"/>
                <a:gd name="T24" fmla="*/ 81 w 116"/>
                <a:gd name="T25" fmla="*/ 27 h 111"/>
                <a:gd name="T26" fmla="*/ 82 w 116"/>
                <a:gd name="T27" fmla="*/ 32 h 111"/>
                <a:gd name="T28" fmla="*/ 78 w 116"/>
                <a:gd name="T29" fmla="*/ 32 h 111"/>
                <a:gd name="T30" fmla="*/ 77 w 116"/>
                <a:gd name="T31" fmla="*/ 37 h 111"/>
                <a:gd name="T32" fmla="*/ 77 w 116"/>
                <a:gd name="T33" fmla="*/ 44 h 111"/>
                <a:gd name="T34" fmla="*/ 75 w 116"/>
                <a:gd name="T35" fmla="*/ 45 h 111"/>
                <a:gd name="T36" fmla="*/ 78 w 116"/>
                <a:gd name="T37" fmla="*/ 48 h 111"/>
                <a:gd name="T38" fmla="*/ 82 w 116"/>
                <a:gd name="T39" fmla="*/ 49 h 111"/>
                <a:gd name="T40" fmla="*/ 84 w 116"/>
                <a:gd name="T41" fmla="*/ 53 h 111"/>
                <a:gd name="T42" fmla="*/ 84 w 116"/>
                <a:gd name="T43" fmla="*/ 57 h 111"/>
                <a:gd name="T44" fmla="*/ 86 w 116"/>
                <a:gd name="T45" fmla="*/ 61 h 111"/>
                <a:gd name="T46" fmla="*/ 90 w 116"/>
                <a:gd name="T47" fmla="*/ 59 h 111"/>
                <a:gd name="T48" fmla="*/ 99 w 116"/>
                <a:gd name="T49" fmla="*/ 65 h 111"/>
                <a:gd name="T50" fmla="*/ 103 w 116"/>
                <a:gd name="T51" fmla="*/ 70 h 111"/>
                <a:gd name="T52" fmla="*/ 108 w 116"/>
                <a:gd name="T53" fmla="*/ 77 h 111"/>
                <a:gd name="T54" fmla="*/ 106 w 116"/>
                <a:gd name="T55" fmla="*/ 82 h 111"/>
                <a:gd name="T56" fmla="*/ 109 w 116"/>
                <a:gd name="T57" fmla="*/ 84 h 111"/>
                <a:gd name="T58" fmla="*/ 112 w 116"/>
                <a:gd name="T59" fmla="*/ 94 h 111"/>
                <a:gd name="T60" fmla="*/ 116 w 116"/>
                <a:gd name="T61" fmla="*/ 95 h 111"/>
                <a:gd name="T62" fmla="*/ 113 w 116"/>
                <a:gd name="T63" fmla="*/ 99 h 111"/>
                <a:gd name="T64" fmla="*/ 109 w 116"/>
                <a:gd name="T65" fmla="*/ 99 h 111"/>
                <a:gd name="T66" fmla="*/ 100 w 116"/>
                <a:gd name="T67" fmla="*/ 100 h 111"/>
                <a:gd name="T68" fmla="*/ 95 w 116"/>
                <a:gd name="T69" fmla="*/ 111 h 111"/>
                <a:gd name="T70" fmla="*/ 17 w 116"/>
                <a:gd name="T71" fmla="*/ 71 h 111"/>
                <a:gd name="T72" fmla="*/ 2 w 116"/>
                <a:gd name="T73" fmla="*/ 55 h 111"/>
                <a:gd name="T74" fmla="*/ 2 w 116"/>
                <a:gd name="T75" fmla="*/ 55 h 111"/>
                <a:gd name="T76" fmla="*/ 23 w 116"/>
                <a:gd name="T77" fmla="*/ 38 h 111"/>
                <a:gd name="T78" fmla="*/ 25 w 116"/>
                <a:gd name="T79" fmla="*/ 32 h 111"/>
                <a:gd name="T80" fmla="*/ 27 w 116"/>
                <a:gd name="T81" fmla="*/ 27 h 111"/>
                <a:gd name="T82" fmla="*/ 24 w 116"/>
                <a:gd name="T83" fmla="*/ 19 h 111"/>
                <a:gd name="T84" fmla="*/ 27 w 116"/>
                <a:gd name="T85" fmla="*/ 11 h 111"/>
                <a:gd name="T86" fmla="*/ 33 w 116"/>
                <a:gd name="T87" fmla="*/ 7 h 111"/>
                <a:gd name="T88" fmla="*/ 36 w 116"/>
                <a:gd name="T89" fmla="*/ 4 h 111"/>
                <a:gd name="T90" fmla="*/ 38 w 116"/>
                <a:gd name="T91" fmla="*/ 1 h 111"/>
                <a:gd name="T92" fmla="*/ 44 w 116"/>
                <a:gd name="T9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6" h="111">
                  <a:moveTo>
                    <a:pt x="44" y="0"/>
                  </a:moveTo>
                  <a:lnTo>
                    <a:pt x="48" y="0"/>
                  </a:lnTo>
                  <a:lnTo>
                    <a:pt x="52" y="1"/>
                  </a:lnTo>
                  <a:lnTo>
                    <a:pt x="55" y="0"/>
                  </a:lnTo>
                  <a:lnTo>
                    <a:pt x="57" y="1"/>
                  </a:lnTo>
                  <a:lnTo>
                    <a:pt x="57" y="4"/>
                  </a:lnTo>
                  <a:lnTo>
                    <a:pt x="58" y="5"/>
                  </a:lnTo>
                  <a:lnTo>
                    <a:pt x="62" y="4"/>
                  </a:lnTo>
                  <a:lnTo>
                    <a:pt x="63" y="4"/>
                  </a:lnTo>
                  <a:lnTo>
                    <a:pt x="65" y="7"/>
                  </a:lnTo>
                  <a:lnTo>
                    <a:pt x="65" y="9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9" y="15"/>
                  </a:lnTo>
                  <a:lnTo>
                    <a:pt x="70" y="17"/>
                  </a:lnTo>
                  <a:lnTo>
                    <a:pt x="73" y="19"/>
                  </a:lnTo>
                  <a:lnTo>
                    <a:pt x="74" y="19"/>
                  </a:lnTo>
                  <a:lnTo>
                    <a:pt x="78" y="21"/>
                  </a:lnTo>
                  <a:lnTo>
                    <a:pt x="79" y="21"/>
                  </a:lnTo>
                  <a:lnTo>
                    <a:pt x="82" y="21"/>
                  </a:lnTo>
                  <a:lnTo>
                    <a:pt x="83" y="21"/>
                  </a:lnTo>
                  <a:lnTo>
                    <a:pt x="84" y="23"/>
                  </a:lnTo>
                  <a:lnTo>
                    <a:pt x="84" y="23"/>
                  </a:lnTo>
                  <a:lnTo>
                    <a:pt x="82" y="24"/>
                  </a:lnTo>
                  <a:lnTo>
                    <a:pt x="81" y="24"/>
                  </a:lnTo>
                  <a:lnTo>
                    <a:pt x="81" y="27"/>
                  </a:lnTo>
                  <a:lnTo>
                    <a:pt x="82" y="28"/>
                  </a:lnTo>
                  <a:lnTo>
                    <a:pt x="82" y="32"/>
                  </a:lnTo>
                  <a:lnTo>
                    <a:pt x="81" y="33"/>
                  </a:lnTo>
                  <a:lnTo>
                    <a:pt x="78" y="32"/>
                  </a:lnTo>
                  <a:lnTo>
                    <a:pt x="78" y="36"/>
                  </a:lnTo>
                  <a:lnTo>
                    <a:pt x="77" y="37"/>
                  </a:lnTo>
                  <a:lnTo>
                    <a:pt x="77" y="41"/>
                  </a:lnTo>
                  <a:lnTo>
                    <a:pt x="77" y="44"/>
                  </a:lnTo>
                  <a:lnTo>
                    <a:pt x="77" y="45"/>
                  </a:lnTo>
                  <a:lnTo>
                    <a:pt x="75" y="45"/>
                  </a:lnTo>
                  <a:lnTo>
                    <a:pt x="75" y="48"/>
                  </a:lnTo>
                  <a:lnTo>
                    <a:pt x="78" y="48"/>
                  </a:lnTo>
                  <a:lnTo>
                    <a:pt x="79" y="49"/>
                  </a:lnTo>
                  <a:lnTo>
                    <a:pt x="82" y="49"/>
                  </a:lnTo>
                  <a:lnTo>
                    <a:pt x="82" y="52"/>
                  </a:lnTo>
                  <a:lnTo>
                    <a:pt x="84" y="53"/>
                  </a:lnTo>
                  <a:lnTo>
                    <a:pt x="83" y="55"/>
                  </a:lnTo>
                  <a:lnTo>
                    <a:pt x="84" y="57"/>
                  </a:lnTo>
                  <a:lnTo>
                    <a:pt x="83" y="58"/>
                  </a:lnTo>
                  <a:lnTo>
                    <a:pt x="86" y="61"/>
                  </a:lnTo>
                  <a:lnTo>
                    <a:pt x="87" y="59"/>
                  </a:lnTo>
                  <a:lnTo>
                    <a:pt x="90" y="59"/>
                  </a:lnTo>
                  <a:lnTo>
                    <a:pt x="98" y="65"/>
                  </a:lnTo>
                  <a:lnTo>
                    <a:pt x="99" y="65"/>
                  </a:lnTo>
                  <a:lnTo>
                    <a:pt x="100" y="66"/>
                  </a:lnTo>
                  <a:lnTo>
                    <a:pt x="103" y="70"/>
                  </a:lnTo>
                  <a:lnTo>
                    <a:pt x="106" y="71"/>
                  </a:lnTo>
                  <a:lnTo>
                    <a:pt x="108" y="77"/>
                  </a:lnTo>
                  <a:lnTo>
                    <a:pt x="106" y="78"/>
                  </a:lnTo>
                  <a:lnTo>
                    <a:pt x="106" y="82"/>
                  </a:lnTo>
                  <a:lnTo>
                    <a:pt x="106" y="84"/>
                  </a:lnTo>
                  <a:lnTo>
                    <a:pt x="109" y="84"/>
                  </a:lnTo>
                  <a:lnTo>
                    <a:pt x="111" y="92"/>
                  </a:lnTo>
                  <a:lnTo>
                    <a:pt x="112" y="94"/>
                  </a:lnTo>
                  <a:lnTo>
                    <a:pt x="115" y="95"/>
                  </a:lnTo>
                  <a:lnTo>
                    <a:pt x="116" y="95"/>
                  </a:lnTo>
                  <a:lnTo>
                    <a:pt x="115" y="96"/>
                  </a:lnTo>
                  <a:lnTo>
                    <a:pt x="113" y="99"/>
                  </a:lnTo>
                  <a:lnTo>
                    <a:pt x="112" y="98"/>
                  </a:lnTo>
                  <a:lnTo>
                    <a:pt x="109" y="99"/>
                  </a:lnTo>
                  <a:lnTo>
                    <a:pt x="106" y="98"/>
                  </a:lnTo>
                  <a:lnTo>
                    <a:pt x="100" y="100"/>
                  </a:lnTo>
                  <a:lnTo>
                    <a:pt x="98" y="105"/>
                  </a:lnTo>
                  <a:lnTo>
                    <a:pt x="95" y="111"/>
                  </a:lnTo>
                  <a:lnTo>
                    <a:pt x="73" y="111"/>
                  </a:lnTo>
                  <a:lnTo>
                    <a:pt x="17" y="71"/>
                  </a:lnTo>
                  <a:lnTo>
                    <a:pt x="7" y="71"/>
                  </a:lnTo>
                  <a:lnTo>
                    <a:pt x="2" y="55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3" y="40"/>
                  </a:lnTo>
                  <a:lnTo>
                    <a:pt x="23" y="38"/>
                  </a:lnTo>
                  <a:lnTo>
                    <a:pt x="25" y="36"/>
                  </a:lnTo>
                  <a:lnTo>
                    <a:pt x="25" y="32"/>
                  </a:lnTo>
                  <a:lnTo>
                    <a:pt x="24" y="30"/>
                  </a:lnTo>
                  <a:lnTo>
                    <a:pt x="27" y="27"/>
                  </a:lnTo>
                  <a:lnTo>
                    <a:pt x="27" y="23"/>
                  </a:lnTo>
                  <a:lnTo>
                    <a:pt x="24" y="19"/>
                  </a:lnTo>
                  <a:lnTo>
                    <a:pt x="24" y="15"/>
                  </a:lnTo>
                  <a:lnTo>
                    <a:pt x="27" y="11"/>
                  </a:lnTo>
                  <a:lnTo>
                    <a:pt x="32" y="9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8" y="1"/>
                  </a:lnTo>
                  <a:lnTo>
                    <a:pt x="42" y="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2" name="Freeform 419"/>
            <p:cNvSpPr>
              <a:spLocks/>
            </p:cNvSpPr>
            <p:nvPr/>
          </p:nvSpPr>
          <p:spPr bwMode="auto">
            <a:xfrm>
              <a:off x="7143260" y="3411436"/>
              <a:ext cx="53293" cy="53293"/>
            </a:xfrm>
            <a:custGeom>
              <a:avLst/>
              <a:gdLst>
                <a:gd name="T0" fmla="*/ 11 w 21"/>
                <a:gd name="T1" fmla="*/ 0 h 21"/>
                <a:gd name="T2" fmla="*/ 14 w 21"/>
                <a:gd name="T3" fmla="*/ 1 h 21"/>
                <a:gd name="T4" fmla="*/ 17 w 21"/>
                <a:gd name="T5" fmla="*/ 0 h 21"/>
                <a:gd name="T6" fmla="*/ 18 w 21"/>
                <a:gd name="T7" fmla="*/ 1 h 21"/>
                <a:gd name="T8" fmla="*/ 18 w 21"/>
                <a:gd name="T9" fmla="*/ 1 h 21"/>
                <a:gd name="T10" fmla="*/ 20 w 21"/>
                <a:gd name="T11" fmla="*/ 6 h 21"/>
                <a:gd name="T12" fmla="*/ 13 w 21"/>
                <a:gd name="T13" fmla="*/ 7 h 21"/>
                <a:gd name="T14" fmla="*/ 17 w 21"/>
                <a:gd name="T15" fmla="*/ 11 h 21"/>
                <a:gd name="T16" fmla="*/ 18 w 21"/>
                <a:gd name="T17" fmla="*/ 10 h 21"/>
                <a:gd name="T18" fmla="*/ 18 w 21"/>
                <a:gd name="T19" fmla="*/ 11 h 21"/>
                <a:gd name="T20" fmla="*/ 18 w 21"/>
                <a:gd name="T21" fmla="*/ 14 h 21"/>
                <a:gd name="T22" fmla="*/ 20 w 21"/>
                <a:gd name="T23" fmla="*/ 15 h 21"/>
                <a:gd name="T24" fmla="*/ 20 w 21"/>
                <a:gd name="T25" fmla="*/ 15 h 21"/>
                <a:gd name="T26" fmla="*/ 20 w 21"/>
                <a:gd name="T27" fmla="*/ 15 h 21"/>
                <a:gd name="T28" fmla="*/ 21 w 21"/>
                <a:gd name="T29" fmla="*/ 17 h 21"/>
                <a:gd name="T30" fmla="*/ 13 w 21"/>
                <a:gd name="T31" fmla="*/ 21 h 21"/>
                <a:gd name="T32" fmla="*/ 13 w 21"/>
                <a:gd name="T33" fmla="*/ 17 h 21"/>
                <a:gd name="T34" fmla="*/ 1 w 21"/>
                <a:gd name="T35" fmla="*/ 13 h 21"/>
                <a:gd name="T36" fmla="*/ 0 w 21"/>
                <a:gd name="T37" fmla="*/ 13 h 21"/>
                <a:gd name="T38" fmla="*/ 3 w 21"/>
                <a:gd name="T39" fmla="*/ 7 h 21"/>
                <a:gd name="T40" fmla="*/ 5 w 21"/>
                <a:gd name="T41" fmla="*/ 2 h 21"/>
                <a:gd name="T42" fmla="*/ 11 w 21"/>
                <a:gd name="T4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" h="21">
                  <a:moveTo>
                    <a:pt x="11" y="0"/>
                  </a:moveTo>
                  <a:lnTo>
                    <a:pt x="14" y="1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6"/>
                  </a:lnTo>
                  <a:lnTo>
                    <a:pt x="13" y="7"/>
                  </a:lnTo>
                  <a:lnTo>
                    <a:pt x="17" y="11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8" y="14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7"/>
                  </a:lnTo>
                  <a:lnTo>
                    <a:pt x="13" y="21"/>
                  </a:lnTo>
                  <a:lnTo>
                    <a:pt x="13" y="17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3" y="7"/>
                  </a:lnTo>
                  <a:lnTo>
                    <a:pt x="5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3" name="Freeform 420"/>
            <p:cNvSpPr>
              <a:spLocks/>
            </p:cNvSpPr>
            <p:nvPr/>
          </p:nvSpPr>
          <p:spPr bwMode="auto">
            <a:xfrm>
              <a:off x="6709305" y="3231255"/>
              <a:ext cx="63444" cy="35528"/>
            </a:xfrm>
            <a:custGeom>
              <a:avLst/>
              <a:gdLst>
                <a:gd name="T0" fmla="*/ 25 w 25"/>
                <a:gd name="T1" fmla="*/ 0 h 14"/>
                <a:gd name="T2" fmla="*/ 25 w 25"/>
                <a:gd name="T3" fmla="*/ 0 h 14"/>
                <a:gd name="T4" fmla="*/ 25 w 25"/>
                <a:gd name="T5" fmla="*/ 1 h 14"/>
                <a:gd name="T6" fmla="*/ 21 w 25"/>
                <a:gd name="T7" fmla="*/ 2 h 14"/>
                <a:gd name="T8" fmla="*/ 18 w 25"/>
                <a:gd name="T9" fmla="*/ 5 h 14"/>
                <a:gd name="T10" fmla="*/ 20 w 25"/>
                <a:gd name="T11" fmla="*/ 7 h 14"/>
                <a:gd name="T12" fmla="*/ 20 w 25"/>
                <a:gd name="T13" fmla="*/ 10 h 14"/>
                <a:gd name="T14" fmla="*/ 17 w 25"/>
                <a:gd name="T15" fmla="*/ 9 h 14"/>
                <a:gd name="T16" fmla="*/ 14 w 25"/>
                <a:gd name="T17" fmla="*/ 10 h 14"/>
                <a:gd name="T18" fmla="*/ 12 w 25"/>
                <a:gd name="T19" fmla="*/ 13 h 14"/>
                <a:gd name="T20" fmla="*/ 9 w 25"/>
                <a:gd name="T21" fmla="*/ 13 h 14"/>
                <a:gd name="T22" fmla="*/ 8 w 25"/>
                <a:gd name="T23" fmla="*/ 14 h 14"/>
                <a:gd name="T24" fmla="*/ 6 w 25"/>
                <a:gd name="T25" fmla="*/ 13 h 14"/>
                <a:gd name="T26" fmla="*/ 4 w 25"/>
                <a:gd name="T27" fmla="*/ 14 h 14"/>
                <a:gd name="T28" fmla="*/ 1 w 25"/>
                <a:gd name="T29" fmla="*/ 11 h 14"/>
                <a:gd name="T30" fmla="*/ 0 w 25"/>
                <a:gd name="T31" fmla="*/ 10 h 14"/>
                <a:gd name="T32" fmla="*/ 0 w 25"/>
                <a:gd name="T33" fmla="*/ 7 h 14"/>
                <a:gd name="T34" fmla="*/ 1 w 25"/>
                <a:gd name="T35" fmla="*/ 6 h 14"/>
                <a:gd name="T36" fmla="*/ 2 w 25"/>
                <a:gd name="T37" fmla="*/ 5 h 14"/>
                <a:gd name="T38" fmla="*/ 4 w 25"/>
                <a:gd name="T39" fmla="*/ 6 h 14"/>
                <a:gd name="T40" fmla="*/ 6 w 25"/>
                <a:gd name="T41" fmla="*/ 5 h 14"/>
                <a:gd name="T42" fmla="*/ 6 w 25"/>
                <a:gd name="T43" fmla="*/ 3 h 14"/>
                <a:gd name="T44" fmla="*/ 6 w 25"/>
                <a:gd name="T45" fmla="*/ 2 h 14"/>
                <a:gd name="T46" fmla="*/ 9 w 25"/>
                <a:gd name="T47" fmla="*/ 2 h 14"/>
                <a:gd name="T48" fmla="*/ 12 w 25"/>
                <a:gd name="T49" fmla="*/ 3 h 14"/>
                <a:gd name="T50" fmla="*/ 14 w 25"/>
                <a:gd name="T51" fmla="*/ 3 h 14"/>
                <a:gd name="T52" fmla="*/ 20 w 25"/>
                <a:gd name="T53" fmla="*/ 1 h 14"/>
                <a:gd name="T54" fmla="*/ 24 w 25"/>
                <a:gd name="T55" fmla="*/ 0 h 14"/>
                <a:gd name="T56" fmla="*/ 25 w 25"/>
                <a:gd name="T5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" h="14">
                  <a:moveTo>
                    <a:pt x="25" y="0"/>
                  </a:moveTo>
                  <a:lnTo>
                    <a:pt x="25" y="0"/>
                  </a:lnTo>
                  <a:lnTo>
                    <a:pt x="25" y="1"/>
                  </a:lnTo>
                  <a:lnTo>
                    <a:pt x="21" y="2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17" y="9"/>
                  </a:lnTo>
                  <a:lnTo>
                    <a:pt x="14" y="10"/>
                  </a:lnTo>
                  <a:lnTo>
                    <a:pt x="12" y="13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1" y="11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6"/>
                  </a:lnTo>
                  <a:lnTo>
                    <a:pt x="2" y="5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20" y="1"/>
                  </a:lnTo>
                  <a:lnTo>
                    <a:pt x="24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4" name="Freeform 421"/>
            <p:cNvSpPr>
              <a:spLocks/>
            </p:cNvSpPr>
            <p:nvPr/>
          </p:nvSpPr>
          <p:spPr bwMode="auto">
            <a:xfrm>
              <a:off x="6805739" y="3170349"/>
              <a:ext cx="187793" cy="170030"/>
            </a:xfrm>
            <a:custGeom>
              <a:avLst/>
              <a:gdLst>
                <a:gd name="T0" fmla="*/ 74 w 74"/>
                <a:gd name="T1" fmla="*/ 1 h 67"/>
                <a:gd name="T2" fmla="*/ 71 w 74"/>
                <a:gd name="T3" fmla="*/ 4 h 67"/>
                <a:gd name="T4" fmla="*/ 65 w 74"/>
                <a:gd name="T5" fmla="*/ 8 h 67"/>
                <a:gd name="T6" fmla="*/ 62 w 74"/>
                <a:gd name="T7" fmla="*/ 16 h 67"/>
                <a:gd name="T8" fmla="*/ 65 w 74"/>
                <a:gd name="T9" fmla="*/ 24 h 67"/>
                <a:gd name="T10" fmla="*/ 63 w 74"/>
                <a:gd name="T11" fmla="*/ 29 h 67"/>
                <a:gd name="T12" fmla="*/ 61 w 74"/>
                <a:gd name="T13" fmla="*/ 35 h 67"/>
                <a:gd name="T14" fmla="*/ 40 w 74"/>
                <a:gd name="T15" fmla="*/ 52 h 67"/>
                <a:gd name="T16" fmla="*/ 16 w 74"/>
                <a:gd name="T17" fmla="*/ 67 h 67"/>
                <a:gd name="T18" fmla="*/ 13 w 74"/>
                <a:gd name="T19" fmla="*/ 66 h 67"/>
                <a:gd name="T20" fmla="*/ 7 w 74"/>
                <a:gd name="T21" fmla="*/ 62 h 67"/>
                <a:gd name="T22" fmla="*/ 7 w 74"/>
                <a:gd name="T23" fmla="*/ 60 h 67"/>
                <a:gd name="T24" fmla="*/ 4 w 74"/>
                <a:gd name="T25" fmla="*/ 54 h 67"/>
                <a:gd name="T26" fmla="*/ 4 w 74"/>
                <a:gd name="T27" fmla="*/ 54 h 67"/>
                <a:gd name="T28" fmla="*/ 7 w 74"/>
                <a:gd name="T29" fmla="*/ 47 h 67"/>
                <a:gd name="T30" fmla="*/ 11 w 74"/>
                <a:gd name="T31" fmla="*/ 46 h 67"/>
                <a:gd name="T32" fmla="*/ 11 w 74"/>
                <a:gd name="T33" fmla="*/ 43 h 67"/>
                <a:gd name="T34" fmla="*/ 9 w 74"/>
                <a:gd name="T35" fmla="*/ 39 h 67"/>
                <a:gd name="T36" fmla="*/ 3 w 74"/>
                <a:gd name="T37" fmla="*/ 37 h 67"/>
                <a:gd name="T38" fmla="*/ 4 w 74"/>
                <a:gd name="T39" fmla="*/ 30 h 67"/>
                <a:gd name="T40" fmla="*/ 0 w 74"/>
                <a:gd name="T41" fmla="*/ 22 h 67"/>
                <a:gd name="T42" fmla="*/ 1 w 74"/>
                <a:gd name="T43" fmla="*/ 18 h 67"/>
                <a:gd name="T44" fmla="*/ 4 w 74"/>
                <a:gd name="T45" fmla="*/ 18 h 67"/>
                <a:gd name="T46" fmla="*/ 9 w 74"/>
                <a:gd name="T47" fmla="*/ 17 h 67"/>
                <a:gd name="T48" fmla="*/ 11 w 74"/>
                <a:gd name="T49" fmla="*/ 14 h 67"/>
                <a:gd name="T50" fmla="*/ 11 w 74"/>
                <a:gd name="T51" fmla="*/ 8 h 67"/>
                <a:gd name="T52" fmla="*/ 16 w 74"/>
                <a:gd name="T53" fmla="*/ 9 h 67"/>
                <a:gd name="T54" fmla="*/ 24 w 74"/>
                <a:gd name="T55" fmla="*/ 6 h 67"/>
                <a:gd name="T56" fmla="*/ 32 w 74"/>
                <a:gd name="T57" fmla="*/ 5 h 67"/>
                <a:gd name="T58" fmla="*/ 34 w 74"/>
                <a:gd name="T59" fmla="*/ 6 h 67"/>
                <a:gd name="T60" fmla="*/ 43 w 74"/>
                <a:gd name="T61" fmla="*/ 8 h 67"/>
                <a:gd name="T62" fmla="*/ 47 w 74"/>
                <a:gd name="T63" fmla="*/ 5 h 67"/>
                <a:gd name="T64" fmla="*/ 54 w 74"/>
                <a:gd name="T65" fmla="*/ 2 h 67"/>
                <a:gd name="T66" fmla="*/ 59 w 74"/>
                <a:gd name="T67" fmla="*/ 2 h 67"/>
                <a:gd name="T68" fmla="*/ 70 w 74"/>
                <a:gd name="T69" fmla="*/ 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" h="67">
                  <a:moveTo>
                    <a:pt x="72" y="0"/>
                  </a:moveTo>
                  <a:lnTo>
                    <a:pt x="74" y="1"/>
                  </a:lnTo>
                  <a:lnTo>
                    <a:pt x="72" y="4"/>
                  </a:lnTo>
                  <a:lnTo>
                    <a:pt x="71" y="4"/>
                  </a:lnTo>
                  <a:lnTo>
                    <a:pt x="70" y="6"/>
                  </a:lnTo>
                  <a:lnTo>
                    <a:pt x="65" y="8"/>
                  </a:lnTo>
                  <a:lnTo>
                    <a:pt x="62" y="12"/>
                  </a:lnTo>
                  <a:lnTo>
                    <a:pt x="62" y="16"/>
                  </a:lnTo>
                  <a:lnTo>
                    <a:pt x="65" y="20"/>
                  </a:lnTo>
                  <a:lnTo>
                    <a:pt x="65" y="24"/>
                  </a:lnTo>
                  <a:lnTo>
                    <a:pt x="62" y="27"/>
                  </a:lnTo>
                  <a:lnTo>
                    <a:pt x="63" y="29"/>
                  </a:lnTo>
                  <a:lnTo>
                    <a:pt x="63" y="33"/>
                  </a:lnTo>
                  <a:lnTo>
                    <a:pt x="61" y="35"/>
                  </a:lnTo>
                  <a:lnTo>
                    <a:pt x="61" y="37"/>
                  </a:lnTo>
                  <a:lnTo>
                    <a:pt x="40" y="52"/>
                  </a:lnTo>
                  <a:lnTo>
                    <a:pt x="38" y="52"/>
                  </a:lnTo>
                  <a:lnTo>
                    <a:pt x="16" y="67"/>
                  </a:lnTo>
                  <a:lnTo>
                    <a:pt x="14" y="66"/>
                  </a:lnTo>
                  <a:lnTo>
                    <a:pt x="13" y="66"/>
                  </a:lnTo>
                  <a:lnTo>
                    <a:pt x="11" y="64"/>
                  </a:lnTo>
                  <a:lnTo>
                    <a:pt x="7" y="62"/>
                  </a:lnTo>
                  <a:lnTo>
                    <a:pt x="5" y="62"/>
                  </a:lnTo>
                  <a:lnTo>
                    <a:pt x="7" y="60"/>
                  </a:lnTo>
                  <a:lnTo>
                    <a:pt x="7" y="56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5" y="51"/>
                  </a:lnTo>
                  <a:lnTo>
                    <a:pt x="7" y="47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9" y="39"/>
                  </a:lnTo>
                  <a:lnTo>
                    <a:pt x="8" y="37"/>
                  </a:lnTo>
                  <a:lnTo>
                    <a:pt x="3" y="37"/>
                  </a:lnTo>
                  <a:lnTo>
                    <a:pt x="3" y="33"/>
                  </a:lnTo>
                  <a:lnTo>
                    <a:pt x="4" y="30"/>
                  </a:lnTo>
                  <a:lnTo>
                    <a:pt x="3" y="26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4" y="18"/>
                  </a:lnTo>
                  <a:lnTo>
                    <a:pt x="7" y="18"/>
                  </a:lnTo>
                  <a:lnTo>
                    <a:pt x="9" y="17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4" y="8"/>
                  </a:lnTo>
                  <a:lnTo>
                    <a:pt x="16" y="9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5" y="5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8" y="8"/>
                  </a:lnTo>
                  <a:lnTo>
                    <a:pt x="43" y="8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9" y="4"/>
                  </a:lnTo>
                  <a:lnTo>
                    <a:pt x="54" y="2"/>
                  </a:lnTo>
                  <a:lnTo>
                    <a:pt x="57" y="2"/>
                  </a:lnTo>
                  <a:lnTo>
                    <a:pt x="59" y="2"/>
                  </a:lnTo>
                  <a:lnTo>
                    <a:pt x="65" y="2"/>
                  </a:lnTo>
                  <a:lnTo>
                    <a:pt x="70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5" name="Freeform 422"/>
            <p:cNvSpPr>
              <a:spLocks/>
            </p:cNvSpPr>
            <p:nvPr/>
          </p:nvSpPr>
          <p:spPr bwMode="auto">
            <a:xfrm>
              <a:off x="6770211" y="3307387"/>
              <a:ext cx="45679" cy="129426"/>
            </a:xfrm>
            <a:custGeom>
              <a:avLst/>
              <a:gdLst>
                <a:gd name="T0" fmla="*/ 18 w 18"/>
                <a:gd name="T1" fmla="*/ 0 h 51"/>
                <a:gd name="T2" fmla="*/ 17 w 18"/>
                <a:gd name="T3" fmla="*/ 1 h 51"/>
                <a:gd name="T4" fmla="*/ 17 w 18"/>
                <a:gd name="T5" fmla="*/ 4 h 51"/>
                <a:gd name="T6" fmla="*/ 15 w 18"/>
                <a:gd name="T7" fmla="*/ 8 h 51"/>
                <a:gd name="T8" fmla="*/ 17 w 18"/>
                <a:gd name="T9" fmla="*/ 9 h 51"/>
                <a:gd name="T10" fmla="*/ 17 w 18"/>
                <a:gd name="T11" fmla="*/ 10 h 51"/>
                <a:gd name="T12" fmla="*/ 17 w 18"/>
                <a:gd name="T13" fmla="*/ 10 h 51"/>
                <a:gd name="T14" fmla="*/ 17 w 18"/>
                <a:gd name="T15" fmla="*/ 12 h 51"/>
                <a:gd name="T16" fmla="*/ 15 w 18"/>
                <a:gd name="T17" fmla="*/ 13 h 51"/>
                <a:gd name="T18" fmla="*/ 14 w 18"/>
                <a:gd name="T19" fmla="*/ 13 h 51"/>
                <a:gd name="T20" fmla="*/ 14 w 18"/>
                <a:gd name="T21" fmla="*/ 12 h 51"/>
                <a:gd name="T22" fmla="*/ 10 w 18"/>
                <a:gd name="T23" fmla="*/ 12 h 51"/>
                <a:gd name="T24" fmla="*/ 10 w 18"/>
                <a:gd name="T25" fmla="*/ 14 h 51"/>
                <a:gd name="T26" fmla="*/ 11 w 18"/>
                <a:gd name="T27" fmla="*/ 16 h 51"/>
                <a:gd name="T28" fmla="*/ 11 w 18"/>
                <a:gd name="T29" fmla="*/ 21 h 51"/>
                <a:gd name="T30" fmla="*/ 10 w 18"/>
                <a:gd name="T31" fmla="*/ 25 h 51"/>
                <a:gd name="T32" fmla="*/ 11 w 18"/>
                <a:gd name="T33" fmla="*/ 26 h 51"/>
                <a:gd name="T34" fmla="*/ 14 w 18"/>
                <a:gd name="T35" fmla="*/ 25 h 51"/>
                <a:gd name="T36" fmla="*/ 15 w 18"/>
                <a:gd name="T37" fmla="*/ 25 h 51"/>
                <a:gd name="T38" fmla="*/ 15 w 18"/>
                <a:gd name="T39" fmla="*/ 25 h 51"/>
                <a:gd name="T40" fmla="*/ 15 w 18"/>
                <a:gd name="T41" fmla="*/ 30 h 51"/>
                <a:gd name="T42" fmla="*/ 15 w 18"/>
                <a:gd name="T43" fmla="*/ 31 h 51"/>
                <a:gd name="T44" fmla="*/ 15 w 18"/>
                <a:gd name="T45" fmla="*/ 34 h 51"/>
                <a:gd name="T46" fmla="*/ 15 w 18"/>
                <a:gd name="T47" fmla="*/ 37 h 51"/>
                <a:gd name="T48" fmla="*/ 14 w 18"/>
                <a:gd name="T49" fmla="*/ 37 h 51"/>
                <a:gd name="T50" fmla="*/ 14 w 18"/>
                <a:gd name="T51" fmla="*/ 41 h 51"/>
                <a:gd name="T52" fmla="*/ 13 w 18"/>
                <a:gd name="T53" fmla="*/ 43 h 51"/>
                <a:gd name="T54" fmla="*/ 13 w 18"/>
                <a:gd name="T55" fmla="*/ 46 h 51"/>
                <a:gd name="T56" fmla="*/ 13 w 18"/>
                <a:gd name="T57" fmla="*/ 47 h 51"/>
                <a:gd name="T58" fmla="*/ 13 w 18"/>
                <a:gd name="T59" fmla="*/ 48 h 51"/>
                <a:gd name="T60" fmla="*/ 13 w 18"/>
                <a:gd name="T61" fmla="*/ 50 h 51"/>
                <a:gd name="T62" fmla="*/ 10 w 18"/>
                <a:gd name="T63" fmla="*/ 51 h 51"/>
                <a:gd name="T64" fmla="*/ 9 w 18"/>
                <a:gd name="T65" fmla="*/ 47 h 51"/>
                <a:gd name="T66" fmla="*/ 10 w 18"/>
                <a:gd name="T67" fmla="*/ 45 h 51"/>
                <a:gd name="T68" fmla="*/ 7 w 18"/>
                <a:gd name="T69" fmla="*/ 38 h 51"/>
                <a:gd name="T70" fmla="*/ 5 w 18"/>
                <a:gd name="T71" fmla="*/ 34 h 51"/>
                <a:gd name="T72" fmla="*/ 3 w 18"/>
                <a:gd name="T73" fmla="*/ 29 h 51"/>
                <a:gd name="T74" fmla="*/ 1 w 18"/>
                <a:gd name="T75" fmla="*/ 26 h 51"/>
                <a:gd name="T76" fmla="*/ 0 w 18"/>
                <a:gd name="T77" fmla="*/ 25 h 51"/>
                <a:gd name="T78" fmla="*/ 3 w 18"/>
                <a:gd name="T79" fmla="*/ 20 h 51"/>
                <a:gd name="T80" fmla="*/ 6 w 18"/>
                <a:gd name="T81" fmla="*/ 13 h 51"/>
                <a:gd name="T82" fmla="*/ 7 w 18"/>
                <a:gd name="T83" fmla="*/ 5 h 51"/>
                <a:gd name="T84" fmla="*/ 10 w 18"/>
                <a:gd name="T85" fmla="*/ 2 h 51"/>
                <a:gd name="T86" fmla="*/ 11 w 18"/>
                <a:gd name="T87" fmla="*/ 2 h 51"/>
                <a:gd name="T88" fmla="*/ 15 w 18"/>
                <a:gd name="T89" fmla="*/ 2 h 51"/>
                <a:gd name="T90" fmla="*/ 17 w 18"/>
                <a:gd name="T91" fmla="*/ 0 h 51"/>
                <a:gd name="T92" fmla="*/ 18 w 18"/>
                <a:gd name="T9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" h="51">
                  <a:moveTo>
                    <a:pt x="18" y="0"/>
                  </a:moveTo>
                  <a:lnTo>
                    <a:pt x="17" y="1"/>
                  </a:lnTo>
                  <a:lnTo>
                    <a:pt x="17" y="4"/>
                  </a:lnTo>
                  <a:lnTo>
                    <a:pt x="15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2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4" y="12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1" y="16"/>
                  </a:lnTo>
                  <a:lnTo>
                    <a:pt x="11" y="21"/>
                  </a:lnTo>
                  <a:lnTo>
                    <a:pt x="10" y="25"/>
                  </a:lnTo>
                  <a:lnTo>
                    <a:pt x="11" y="26"/>
                  </a:lnTo>
                  <a:lnTo>
                    <a:pt x="14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30"/>
                  </a:lnTo>
                  <a:lnTo>
                    <a:pt x="15" y="31"/>
                  </a:lnTo>
                  <a:lnTo>
                    <a:pt x="15" y="34"/>
                  </a:lnTo>
                  <a:lnTo>
                    <a:pt x="15" y="37"/>
                  </a:lnTo>
                  <a:lnTo>
                    <a:pt x="14" y="37"/>
                  </a:lnTo>
                  <a:lnTo>
                    <a:pt x="14" y="41"/>
                  </a:lnTo>
                  <a:lnTo>
                    <a:pt x="13" y="43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3" y="48"/>
                  </a:lnTo>
                  <a:lnTo>
                    <a:pt x="13" y="50"/>
                  </a:lnTo>
                  <a:lnTo>
                    <a:pt x="10" y="51"/>
                  </a:lnTo>
                  <a:lnTo>
                    <a:pt x="9" y="47"/>
                  </a:lnTo>
                  <a:lnTo>
                    <a:pt x="10" y="45"/>
                  </a:lnTo>
                  <a:lnTo>
                    <a:pt x="7" y="38"/>
                  </a:lnTo>
                  <a:lnTo>
                    <a:pt x="5" y="34"/>
                  </a:lnTo>
                  <a:lnTo>
                    <a:pt x="3" y="29"/>
                  </a:lnTo>
                  <a:lnTo>
                    <a:pt x="1" y="26"/>
                  </a:lnTo>
                  <a:lnTo>
                    <a:pt x="0" y="25"/>
                  </a:lnTo>
                  <a:lnTo>
                    <a:pt x="3" y="20"/>
                  </a:lnTo>
                  <a:lnTo>
                    <a:pt x="6" y="13"/>
                  </a:lnTo>
                  <a:lnTo>
                    <a:pt x="7" y="5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6" name="Freeform 423"/>
            <p:cNvSpPr>
              <a:spLocks/>
            </p:cNvSpPr>
            <p:nvPr/>
          </p:nvSpPr>
          <p:spPr bwMode="auto">
            <a:xfrm>
              <a:off x="6808278" y="3307387"/>
              <a:ext cx="15226" cy="25377"/>
            </a:xfrm>
            <a:custGeom>
              <a:avLst/>
              <a:gdLst>
                <a:gd name="T0" fmla="*/ 3 w 6"/>
                <a:gd name="T1" fmla="*/ 0 h 10"/>
                <a:gd name="T2" fmla="*/ 3 w 6"/>
                <a:gd name="T3" fmla="*/ 0 h 10"/>
                <a:gd name="T4" fmla="*/ 6 w 6"/>
                <a:gd name="T5" fmla="*/ 2 h 10"/>
                <a:gd name="T6" fmla="*/ 6 w 6"/>
                <a:gd name="T7" fmla="*/ 6 h 10"/>
                <a:gd name="T8" fmla="*/ 4 w 6"/>
                <a:gd name="T9" fmla="*/ 8 h 10"/>
                <a:gd name="T10" fmla="*/ 4 w 6"/>
                <a:gd name="T11" fmla="*/ 8 h 10"/>
                <a:gd name="T12" fmla="*/ 3 w 6"/>
                <a:gd name="T13" fmla="*/ 9 h 10"/>
                <a:gd name="T14" fmla="*/ 2 w 6"/>
                <a:gd name="T15" fmla="*/ 10 h 10"/>
                <a:gd name="T16" fmla="*/ 2 w 6"/>
                <a:gd name="T17" fmla="*/ 10 h 10"/>
                <a:gd name="T18" fmla="*/ 2 w 6"/>
                <a:gd name="T19" fmla="*/ 9 h 10"/>
                <a:gd name="T20" fmla="*/ 0 w 6"/>
                <a:gd name="T21" fmla="*/ 8 h 10"/>
                <a:gd name="T22" fmla="*/ 2 w 6"/>
                <a:gd name="T23" fmla="*/ 4 h 10"/>
                <a:gd name="T24" fmla="*/ 2 w 6"/>
                <a:gd name="T25" fmla="*/ 1 h 10"/>
                <a:gd name="T26" fmla="*/ 3 w 6"/>
                <a:gd name="T27" fmla="*/ 0 h 10"/>
                <a:gd name="T28" fmla="*/ 3 w 6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6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3" y="9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0" y="8"/>
                  </a:lnTo>
                  <a:lnTo>
                    <a:pt x="2" y="4"/>
                  </a:lnTo>
                  <a:lnTo>
                    <a:pt x="2" y="1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7" name="Freeform 424"/>
            <p:cNvSpPr>
              <a:spLocks/>
            </p:cNvSpPr>
            <p:nvPr/>
          </p:nvSpPr>
          <p:spPr bwMode="auto">
            <a:xfrm>
              <a:off x="6795588" y="3337840"/>
              <a:ext cx="17765" cy="35528"/>
            </a:xfrm>
            <a:custGeom>
              <a:avLst/>
              <a:gdLst>
                <a:gd name="T0" fmla="*/ 0 w 7"/>
                <a:gd name="T1" fmla="*/ 0 h 14"/>
                <a:gd name="T2" fmla="*/ 4 w 7"/>
                <a:gd name="T3" fmla="*/ 0 h 14"/>
                <a:gd name="T4" fmla="*/ 4 w 7"/>
                <a:gd name="T5" fmla="*/ 1 h 14"/>
                <a:gd name="T6" fmla="*/ 5 w 7"/>
                <a:gd name="T7" fmla="*/ 1 h 14"/>
                <a:gd name="T8" fmla="*/ 7 w 7"/>
                <a:gd name="T9" fmla="*/ 0 h 14"/>
                <a:gd name="T10" fmla="*/ 7 w 7"/>
                <a:gd name="T11" fmla="*/ 1 h 14"/>
                <a:gd name="T12" fmla="*/ 7 w 7"/>
                <a:gd name="T13" fmla="*/ 2 h 14"/>
                <a:gd name="T14" fmla="*/ 7 w 7"/>
                <a:gd name="T15" fmla="*/ 4 h 14"/>
                <a:gd name="T16" fmla="*/ 7 w 7"/>
                <a:gd name="T17" fmla="*/ 6 h 14"/>
                <a:gd name="T18" fmla="*/ 7 w 7"/>
                <a:gd name="T19" fmla="*/ 8 h 14"/>
                <a:gd name="T20" fmla="*/ 5 w 7"/>
                <a:gd name="T21" fmla="*/ 13 h 14"/>
                <a:gd name="T22" fmla="*/ 5 w 7"/>
                <a:gd name="T23" fmla="*/ 13 h 14"/>
                <a:gd name="T24" fmla="*/ 4 w 7"/>
                <a:gd name="T25" fmla="*/ 13 h 14"/>
                <a:gd name="T26" fmla="*/ 1 w 7"/>
                <a:gd name="T27" fmla="*/ 14 h 14"/>
                <a:gd name="T28" fmla="*/ 0 w 7"/>
                <a:gd name="T29" fmla="*/ 13 h 14"/>
                <a:gd name="T30" fmla="*/ 1 w 7"/>
                <a:gd name="T31" fmla="*/ 9 h 14"/>
                <a:gd name="T32" fmla="*/ 1 w 7"/>
                <a:gd name="T33" fmla="*/ 4 h 14"/>
                <a:gd name="T34" fmla="*/ 0 w 7"/>
                <a:gd name="T35" fmla="*/ 2 h 14"/>
                <a:gd name="T36" fmla="*/ 0 w 7"/>
                <a:gd name="T3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1" y="9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8" name="Freeform 425"/>
            <p:cNvSpPr>
              <a:spLocks/>
            </p:cNvSpPr>
            <p:nvPr/>
          </p:nvSpPr>
          <p:spPr bwMode="auto">
            <a:xfrm>
              <a:off x="6795588" y="3264246"/>
              <a:ext cx="40604" cy="48218"/>
            </a:xfrm>
            <a:custGeom>
              <a:avLst/>
              <a:gdLst>
                <a:gd name="T0" fmla="*/ 7 w 16"/>
                <a:gd name="T1" fmla="*/ 0 h 19"/>
                <a:gd name="T2" fmla="*/ 12 w 16"/>
                <a:gd name="T3" fmla="*/ 0 h 19"/>
                <a:gd name="T4" fmla="*/ 13 w 16"/>
                <a:gd name="T5" fmla="*/ 2 h 19"/>
                <a:gd name="T6" fmla="*/ 15 w 16"/>
                <a:gd name="T7" fmla="*/ 4 h 19"/>
                <a:gd name="T8" fmla="*/ 15 w 16"/>
                <a:gd name="T9" fmla="*/ 6 h 19"/>
                <a:gd name="T10" fmla="*/ 16 w 16"/>
                <a:gd name="T11" fmla="*/ 9 h 19"/>
                <a:gd name="T12" fmla="*/ 15 w 16"/>
                <a:gd name="T13" fmla="*/ 9 h 19"/>
                <a:gd name="T14" fmla="*/ 13 w 16"/>
                <a:gd name="T15" fmla="*/ 9 h 19"/>
                <a:gd name="T16" fmla="*/ 11 w 16"/>
                <a:gd name="T17" fmla="*/ 10 h 19"/>
                <a:gd name="T18" fmla="*/ 9 w 16"/>
                <a:gd name="T19" fmla="*/ 14 h 19"/>
                <a:gd name="T20" fmla="*/ 8 w 16"/>
                <a:gd name="T21" fmla="*/ 17 h 19"/>
                <a:gd name="T22" fmla="*/ 7 w 16"/>
                <a:gd name="T23" fmla="*/ 17 h 19"/>
                <a:gd name="T24" fmla="*/ 5 w 16"/>
                <a:gd name="T25" fmla="*/ 19 h 19"/>
                <a:gd name="T26" fmla="*/ 1 w 16"/>
                <a:gd name="T27" fmla="*/ 19 h 19"/>
                <a:gd name="T28" fmla="*/ 0 w 16"/>
                <a:gd name="T29" fmla="*/ 19 h 19"/>
                <a:gd name="T30" fmla="*/ 0 w 16"/>
                <a:gd name="T31" fmla="*/ 18 h 19"/>
                <a:gd name="T32" fmla="*/ 0 w 16"/>
                <a:gd name="T33" fmla="*/ 15 h 19"/>
                <a:gd name="T34" fmla="*/ 3 w 16"/>
                <a:gd name="T35" fmla="*/ 13 h 19"/>
                <a:gd name="T36" fmla="*/ 4 w 16"/>
                <a:gd name="T37" fmla="*/ 9 h 19"/>
                <a:gd name="T38" fmla="*/ 5 w 16"/>
                <a:gd name="T39" fmla="*/ 1 h 19"/>
                <a:gd name="T40" fmla="*/ 7 w 16"/>
                <a:gd name="T41" fmla="*/ 1 h 19"/>
                <a:gd name="T42" fmla="*/ 7 w 16"/>
                <a:gd name="T4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19">
                  <a:moveTo>
                    <a:pt x="7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1" y="10"/>
                  </a:lnTo>
                  <a:lnTo>
                    <a:pt x="9" y="14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5" y="19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3" y="13"/>
                  </a:lnTo>
                  <a:lnTo>
                    <a:pt x="4" y="9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9" name="Freeform 426"/>
            <p:cNvSpPr>
              <a:spLocks/>
            </p:cNvSpPr>
            <p:nvPr/>
          </p:nvSpPr>
          <p:spPr bwMode="auto">
            <a:xfrm>
              <a:off x="6798127" y="3302312"/>
              <a:ext cx="121812" cy="152265"/>
            </a:xfrm>
            <a:custGeom>
              <a:avLst/>
              <a:gdLst>
                <a:gd name="T0" fmla="*/ 43 w 48"/>
                <a:gd name="T1" fmla="*/ 0 h 60"/>
                <a:gd name="T2" fmla="*/ 48 w 48"/>
                <a:gd name="T3" fmla="*/ 16 h 60"/>
                <a:gd name="T4" fmla="*/ 48 w 48"/>
                <a:gd name="T5" fmla="*/ 15 h 60"/>
                <a:gd name="T6" fmla="*/ 43 w 48"/>
                <a:gd name="T7" fmla="*/ 20 h 60"/>
                <a:gd name="T8" fmla="*/ 25 w 48"/>
                <a:gd name="T9" fmla="*/ 25 h 60"/>
                <a:gd name="T10" fmla="*/ 39 w 48"/>
                <a:gd name="T11" fmla="*/ 40 h 60"/>
                <a:gd name="T12" fmla="*/ 33 w 48"/>
                <a:gd name="T13" fmla="*/ 47 h 60"/>
                <a:gd name="T14" fmla="*/ 33 w 48"/>
                <a:gd name="T15" fmla="*/ 49 h 60"/>
                <a:gd name="T16" fmla="*/ 24 w 48"/>
                <a:gd name="T17" fmla="*/ 50 h 60"/>
                <a:gd name="T18" fmla="*/ 16 w 48"/>
                <a:gd name="T19" fmla="*/ 60 h 60"/>
                <a:gd name="T20" fmla="*/ 4 w 48"/>
                <a:gd name="T21" fmla="*/ 56 h 60"/>
                <a:gd name="T22" fmla="*/ 0 w 48"/>
                <a:gd name="T23" fmla="*/ 56 h 60"/>
                <a:gd name="T24" fmla="*/ 0 w 48"/>
                <a:gd name="T25" fmla="*/ 56 h 60"/>
                <a:gd name="T26" fmla="*/ 2 w 48"/>
                <a:gd name="T27" fmla="*/ 52 h 60"/>
                <a:gd name="T28" fmla="*/ 2 w 48"/>
                <a:gd name="T29" fmla="*/ 52 h 60"/>
                <a:gd name="T30" fmla="*/ 2 w 48"/>
                <a:gd name="T31" fmla="*/ 52 h 60"/>
                <a:gd name="T32" fmla="*/ 2 w 48"/>
                <a:gd name="T33" fmla="*/ 50 h 60"/>
                <a:gd name="T34" fmla="*/ 2 w 48"/>
                <a:gd name="T35" fmla="*/ 49 h 60"/>
                <a:gd name="T36" fmla="*/ 2 w 48"/>
                <a:gd name="T37" fmla="*/ 48 h 60"/>
                <a:gd name="T38" fmla="*/ 2 w 48"/>
                <a:gd name="T39" fmla="*/ 45 h 60"/>
                <a:gd name="T40" fmla="*/ 3 w 48"/>
                <a:gd name="T41" fmla="*/ 43 h 60"/>
                <a:gd name="T42" fmla="*/ 3 w 48"/>
                <a:gd name="T43" fmla="*/ 39 h 60"/>
                <a:gd name="T44" fmla="*/ 4 w 48"/>
                <a:gd name="T45" fmla="*/ 39 h 60"/>
                <a:gd name="T46" fmla="*/ 4 w 48"/>
                <a:gd name="T47" fmla="*/ 36 h 60"/>
                <a:gd name="T48" fmla="*/ 4 w 48"/>
                <a:gd name="T49" fmla="*/ 33 h 60"/>
                <a:gd name="T50" fmla="*/ 4 w 48"/>
                <a:gd name="T51" fmla="*/ 32 h 60"/>
                <a:gd name="T52" fmla="*/ 6 w 48"/>
                <a:gd name="T53" fmla="*/ 22 h 60"/>
                <a:gd name="T54" fmla="*/ 6 w 48"/>
                <a:gd name="T55" fmla="*/ 20 h 60"/>
                <a:gd name="T56" fmla="*/ 6 w 48"/>
                <a:gd name="T57" fmla="*/ 18 h 60"/>
                <a:gd name="T58" fmla="*/ 6 w 48"/>
                <a:gd name="T59" fmla="*/ 16 h 60"/>
                <a:gd name="T60" fmla="*/ 6 w 48"/>
                <a:gd name="T61" fmla="*/ 15 h 60"/>
                <a:gd name="T62" fmla="*/ 6 w 48"/>
                <a:gd name="T63" fmla="*/ 12 h 60"/>
                <a:gd name="T64" fmla="*/ 6 w 48"/>
                <a:gd name="T65" fmla="*/ 12 h 60"/>
                <a:gd name="T66" fmla="*/ 7 w 48"/>
                <a:gd name="T67" fmla="*/ 11 h 60"/>
                <a:gd name="T68" fmla="*/ 8 w 48"/>
                <a:gd name="T69" fmla="*/ 10 h 60"/>
                <a:gd name="T70" fmla="*/ 10 w 48"/>
                <a:gd name="T71" fmla="*/ 10 h 60"/>
                <a:gd name="T72" fmla="*/ 14 w 48"/>
                <a:gd name="T73" fmla="*/ 12 h 60"/>
                <a:gd name="T74" fmla="*/ 16 w 48"/>
                <a:gd name="T75" fmla="*/ 14 h 60"/>
                <a:gd name="T76" fmla="*/ 17 w 48"/>
                <a:gd name="T77" fmla="*/ 14 h 60"/>
                <a:gd name="T78" fmla="*/ 19 w 48"/>
                <a:gd name="T79" fmla="*/ 15 h 60"/>
                <a:gd name="T80" fmla="*/ 43 w 48"/>
                <a:gd name="T8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60">
                  <a:moveTo>
                    <a:pt x="43" y="0"/>
                  </a:moveTo>
                  <a:lnTo>
                    <a:pt x="48" y="16"/>
                  </a:lnTo>
                  <a:lnTo>
                    <a:pt x="48" y="15"/>
                  </a:lnTo>
                  <a:lnTo>
                    <a:pt x="43" y="20"/>
                  </a:lnTo>
                  <a:lnTo>
                    <a:pt x="25" y="25"/>
                  </a:lnTo>
                  <a:lnTo>
                    <a:pt x="39" y="40"/>
                  </a:lnTo>
                  <a:lnTo>
                    <a:pt x="33" y="47"/>
                  </a:lnTo>
                  <a:lnTo>
                    <a:pt x="33" y="49"/>
                  </a:lnTo>
                  <a:lnTo>
                    <a:pt x="24" y="50"/>
                  </a:lnTo>
                  <a:lnTo>
                    <a:pt x="16" y="60"/>
                  </a:lnTo>
                  <a:lnTo>
                    <a:pt x="4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5"/>
                  </a:lnTo>
                  <a:lnTo>
                    <a:pt x="3" y="43"/>
                  </a:lnTo>
                  <a:lnTo>
                    <a:pt x="3" y="39"/>
                  </a:lnTo>
                  <a:lnTo>
                    <a:pt x="4" y="39"/>
                  </a:lnTo>
                  <a:lnTo>
                    <a:pt x="4" y="36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4" y="12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9" y="1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0" name="Freeform 427"/>
            <p:cNvSpPr>
              <a:spLocks/>
            </p:cNvSpPr>
            <p:nvPr/>
          </p:nvSpPr>
          <p:spPr bwMode="auto">
            <a:xfrm>
              <a:off x="6795588" y="3340379"/>
              <a:ext cx="624285" cy="527851"/>
            </a:xfrm>
            <a:custGeom>
              <a:avLst/>
              <a:gdLst>
                <a:gd name="T0" fmla="*/ 115 w 246"/>
                <a:gd name="T1" fmla="*/ 41 h 208"/>
                <a:gd name="T2" fmla="*/ 150 w 246"/>
                <a:gd name="T3" fmla="*/ 49 h 208"/>
                <a:gd name="T4" fmla="*/ 159 w 246"/>
                <a:gd name="T5" fmla="*/ 46 h 208"/>
                <a:gd name="T6" fmla="*/ 162 w 246"/>
                <a:gd name="T7" fmla="*/ 51 h 208"/>
                <a:gd name="T8" fmla="*/ 170 w 246"/>
                <a:gd name="T9" fmla="*/ 59 h 208"/>
                <a:gd name="T10" fmla="*/ 170 w 246"/>
                <a:gd name="T11" fmla="*/ 59 h 208"/>
                <a:gd name="T12" fmla="*/ 173 w 246"/>
                <a:gd name="T13" fmla="*/ 63 h 208"/>
                <a:gd name="T14" fmla="*/ 179 w 246"/>
                <a:gd name="T15" fmla="*/ 71 h 208"/>
                <a:gd name="T16" fmla="*/ 180 w 246"/>
                <a:gd name="T17" fmla="*/ 79 h 208"/>
                <a:gd name="T18" fmla="*/ 187 w 246"/>
                <a:gd name="T19" fmla="*/ 89 h 208"/>
                <a:gd name="T20" fmla="*/ 191 w 246"/>
                <a:gd name="T21" fmla="*/ 95 h 208"/>
                <a:gd name="T22" fmla="*/ 196 w 246"/>
                <a:gd name="T23" fmla="*/ 97 h 208"/>
                <a:gd name="T24" fmla="*/ 198 w 246"/>
                <a:gd name="T25" fmla="*/ 99 h 208"/>
                <a:gd name="T26" fmla="*/ 199 w 246"/>
                <a:gd name="T27" fmla="*/ 101 h 208"/>
                <a:gd name="T28" fmla="*/ 203 w 246"/>
                <a:gd name="T29" fmla="*/ 109 h 208"/>
                <a:gd name="T30" fmla="*/ 244 w 246"/>
                <a:gd name="T31" fmla="*/ 120 h 208"/>
                <a:gd name="T32" fmla="*/ 245 w 246"/>
                <a:gd name="T33" fmla="*/ 155 h 208"/>
                <a:gd name="T34" fmla="*/ 144 w 246"/>
                <a:gd name="T35" fmla="*/ 197 h 208"/>
                <a:gd name="T36" fmla="*/ 116 w 246"/>
                <a:gd name="T37" fmla="*/ 188 h 208"/>
                <a:gd name="T38" fmla="*/ 108 w 246"/>
                <a:gd name="T39" fmla="*/ 192 h 208"/>
                <a:gd name="T40" fmla="*/ 105 w 246"/>
                <a:gd name="T41" fmla="*/ 200 h 208"/>
                <a:gd name="T42" fmla="*/ 99 w 246"/>
                <a:gd name="T43" fmla="*/ 193 h 208"/>
                <a:gd name="T44" fmla="*/ 94 w 246"/>
                <a:gd name="T45" fmla="*/ 187 h 208"/>
                <a:gd name="T46" fmla="*/ 82 w 246"/>
                <a:gd name="T47" fmla="*/ 174 h 208"/>
                <a:gd name="T48" fmla="*/ 78 w 246"/>
                <a:gd name="T49" fmla="*/ 160 h 208"/>
                <a:gd name="T50" fmla="*/ 71 w 246"/>
                <a:gd name="T51" fmla="*/ 155 h 208"/>
                <a:gd name="T52" fmla="*/ 66 w 246"/>
                <a:gd name="T53" fmla="*/ 154 h 208"/>
                <a:gd name="T54" fmla="*/ 58 w 246"/>
                <a:gd name="T55" fmla="*/ 145 h 208"/>
                <a:gd name="T56" fmla="*/ 54 w 246"/>
                <a:gd name="T57" fmla="*/ 134 h 208"/>
                <a:gd name="T58" fmla="*/ 55 w 246"/>
                <a:gd name="T59" fmla="*/ 128 h 208"/>
                <a:gd name="T60" fmla="*/ 51 w 246"/>
                <a:gd name="T61" fmla="*/ 120 h 208"/>
                <a:gd name="T62" fmla="*/ 49 w 246"/>
                <a:gd name="T63" fmla="*/ 112 h 208"/>
                <a:gd name="T64" fmla="*/ 44 w 246"/>
                <a:gd name="T65" fmla="*/ 107 h 208"/>
                <a:gd name="T66" fmla="*/ 36 w 246"/>
                <a:gd name="T67" fmla="*/ 104 h 208"/>
                <a:gd name="T68" fmla="*/ 32 w 246"/>
                <a:gd name="T69" fmla="*/ 99 h 208"/>
                <a:gd name="T70" fmla="*/ 32 w 246"/>
                <a:gd name="T71" fmla="*/ 92 h 208"/>
                <a:gd name="T72" fmla="*/ 25 w 246"/>
                <a:gd name="T73" fmla="*/ 84 h 208"/>
                <a:gd name="T74" fmla="*/ 21 w 246"/>
                <a:gd name="T75" fmla="*/ 79 h 208"/>
                <a:gd name="T76" fmla="*/ 17 w 246"/>
                <a:gd name="T77" fmla="*/ 70 h 208"/>
                <a:gd name="T78" fmla="*/ 13 w 246"/>
                <a:gd name="T79" fmla="*/ 64 h 208"/>
                <a:gd name="T80" fmla="*/ 5 w 246"/>
                <a:gd name="T81" fmla="*/ 57 h 208"/>
                <a:gd name="T82" fmla="*/ 3 w 246"/>
                <a:gd name="T83" fmla="*/ 55 h 208"/>
                <a:gd name="T84" fmla="*/ 0 w 246"/>
                <a:gd name="T85" fmla="*/ 54 h 208"/>
                <a:gd name="T86" fmla="*/ 1 w 246"/>
                <a:gd name="T87" fmla="*/ 41 h 208"/>
                <a:gd name="T88" fmla="*/ 25 w 246"/>
                <a:gd name="T89" fmla="*/ 35 h 208"/>
                <a:gd name="T90" fmla="*/ 40 w 246"/>
                <a:gd name="T91" fmla="*/ 25 h 208"/>
                <a:gd name="T92" fmla="*/ 49 w 246"/>
                <a:gd name="T9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6" h="208">
                  <a:moveTo>
                    <a:pt x="49" y="0"/>
                  </a:moveTo>
                  <a:lnTo>
                    <a:pt x="59" y="1"/>
                  </a:lnTo>
                  <a:lnTo>
                    <a:pt x="115" y="41"/>
                  </a:lnTo>
                  <a:lnTo>
                    <a:pt x="138" y="41"/>
                  </a:lnTo>
                  <a:lnTo>
                    <a:pt x="150" y="45"/>
                  </a:lnTo>
                  <a:lnTo>
                    <a:pt x="150" y="49"/>
                  </a:lnTo>
                  <a:lnTo>
                    <a:pt x="158" y="45"/>
                  </a:lnTo>
                  <a:lnTo>
                    <a:pt x="158" y="46"/>
                  </a:lnTo>
                  <a:lnTo>
                    <a:pt x="159" y="46"/>
                  </a:lnTo>
                  <a:lnTo>
                    <a:pt x="159" y="47"/>
                  </a:lnTo>
                  <a:lnTo>
                    <a:pt x="161" y="49"/>
                  </a:lnTo>
                  <a:lnTo>
                    <a:pt x="162" y="51"/>
                  </a:lnTo>
                  <a:lnTo>
                    <a:pt x="165" y="58"/>
                  </a:lnTo>
                  <a:lnTo>
                    <a:pt x="169" y="58"/>
                  </a:lnTo>
                  <a:lnTo>
                    <a:pt x="170" y="59"/>
                  </a:lnTo>
                  <a:lnTo>
                    <a:pt x="171" y="60"/>
                  </a:lnTo>
                  <a:lnTo>
                    <a:pt x="170" y="59"/>
                  </a:lnTo>
                  <a:lnTo>
                    <a:pt x="170" y="59"/>
                  </a:lnTo>
                  <a:lnTo>
                    <a:pt x="169" y="60"/>
                  </a:lnTo>
                  <a:lnTo>
                    <a:pt x="171" y="62"/>
                  </a:lnTo>
                  <a:lnTo>
                    <a:pt x="173" y="63"/>
                  </a:lnTo>
                  <a:lnTo>
                    <a:pt x="176" y="68"/>
                  </a:lnTo>
                  <a:lnTo>
                    <a:pt x="178" y="68"/>
                  </a:lnTo>
                  <a:lnTo>
                    <a:pt x="179" y="71"/>
                  </a:lnTo>
                  <a:lnTo>
                    <a:pt x="179" y="72"/>
                  </a:lnTo>
                  <a:lnTo>
                    <a:pt x="180" y="78"/>
                  </a:lnTo>
                  <a:lnTo>
                    <a:pt x="180" y="79"/>
                  </a:lnTo>
                  <a:lnTo>
                    <a:pt x="179" y="79"/>
                  </a:lnTo>
                  <a:lnTo>
                    <a:pt x="182" y="82"/>
                  </a:lnTo>
                  <a:lnTo>
                    <a:pt x="187" y="89"/>
                  </a:lnTo>
                  <a:lnTo>
                    <a:pt x="188" y="92"/>
                  </a:lnTo>
                  <a:lnTo>
                    <a:pt x="190" y="95"/>
                  </a:lnTo>
                  <a:lnTo>
                    <a:pt x="191" y="95"/>
                  </a:lnTo>
                  <a:lnTo>
                    <a:pt x="191" y="95"/>
                  </a:lnTo>
                  <a:lnTo>
                    <a:pt x="195" y="97"/>
                  </a:lnTo>
                  <a:lnTo>
                    <a:pt x="196" y="97"/>
                  </a:lnTo>
                  <a:lnTo>
                    <a:pt x="198" y="97"/>
                  </a:lnTo>
                  <a:lnTo>
                    <a:pt x="199" y="97"/>
                  </a:lnTo>
                  <a:lnTo>
                    <a:pt x="198" y="99"/>
                  </a:lnTo>
                  <a:lnTo>
                    <a:pt x="198" y="100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7"/>
                  </a:lnTo>
                  <a:lnTo>
                    <a:pt x="203" y="109"/>
                  </a:lnTo>
                  <a:lnTo>
                    <a:pt x="205" y="118"/>
                  </a:lnTo>
                  <a:lnTo>
                    <a:pt x="240" y="124"/>
                  </a:lnTo>
                  <a:lnTo>
                    <a:pt x="244" y="120"/>
                  </a:lnTo>
                  <a:lnTo>
                    <a:pt x="244" y="120"/>
                  </a:lnTo>
                  <a:lnTo>
                    <a:pt x="246" y="130"/>
                  </a:lnTo>
                  <a:lnTo>
                    <a:pt x="245" y="155"/>
                  </a:lnTo>
                  <a:lnTo>
                    <a:pt x="166" y="179"/>
                  </a:lnTo>
                  <a:lnTo>
                    <a:pt x="145" y="208"/>
                  </a:lnTo>
                  <a:lnTo>
                    <a:pt x="144" y="197"/>
                  </a:lnTo>
                  <a:lnTo>
                    <a:pt x="133" y="192"/>
                  </a:lnTo>
                  <a:lnTo>
                    <a:pt x="124" y="188"/>
                  </a:lnTo>
                  <a:lnTo>
                    <a:pt x="116" y="188"/>
                  </a:lnTo>
                  <a:lnTo>
                    <a:pt x="112" y="185"/>
                  </a:lnTo>
                  <a:lnTo>
                    <a:pt x="109" y="187"/>
                  </a:lnTo>
                  <a:lnTo>
                    <a:pt x="108" y="192"/>
                  </a:lnTo>
                  <a:lnTo>
                    <a:pt x="109" y="196"/>
                  </a:lnTo>
                  <a:lnTo>
                    <a:pt x="107" y="199"/>
                  </a:lnTo>
                  <a:lnTo>
                    <a:pt x="105" y="200"/>
                  </a:lnTo>
                  <a:lnTo>
                    <a:pt x="104" y="200"/>
                  </a:lnTo>
                  <a:lnTo>
                    <a:pt x="101" y="200"/>
                  </a:lnTo>
                  <a:lnTo>
                    <a:pt x="99" y="193"/>
                  </a:lnTo>
                  <a:lnTo>
                    <a:pt x="96" y="192"/>
                  </a:lnTo>
                  <a:lnTo>
                    <a:pt x="95" y="187"/>
                  </a:lnTo>
                  <a:lnTo>
                    <a:pt x="94" y="187"/>
                  </a:lnTo>
                  <a:lnTo>
                    <a:pt x="84" y="178"/>
                  </a:lnTo>
                  <a:lnTo>
                    <a:pt x="84" y="175"/>
                  </a:lnTo>
                  <a:lnTo>
                    <a:pt x="82" y="174"/>
                  </a:lnTo>
                  <a:lnTo>
                    <a:pt x="79" y="163"/>
                  </a:lnTo>
                  <a:lnTo>
                    <a:pt x="78" y="163"/>
                  </a:lnTo>
                  <a:lnTo>
                    <a:pt x="78" y="160"/>
                  </a:lnTo>
                  <a:lnTo>
                    <a:pt x="75" y="160"/>
                  </a:lnTo>
                  <a:lnTo>
                    <a:pt x="75" y="159"/>
                  </a:lnTo>
                  <a:lnTo>
                    <a:pt x="71" y="155"/>
                  </a:lnTo>
                  <a:lnTo>
                    <a:pt x="70" y="155"/>
                  </a:lnTo>
                  <a:lnTo>
                    <a:pt x="69" y="154"/>
                  </a:lnTo>
                  <a:lnTo>
                    <a:pt x="66" y="154"/>
                  </a:lnTo>
                  <a:lnTo>
                    <a:pt x="65" y="153"/>
                  </a:lnTo>
                  <a:lnTo>
                    <a:pt x="58" y="146"/>
                  </a:lnTo>
                  <a:lnTo>
                    <a:pt x="58" y="145"/>
                  </a:lnTo>
                  <a:lnTo>
                    <a:pt x="55" y="142"/>
                  </a:lnTo>
                  <a:lnTo>
                    <a:pt x="55" y="138"/>
                  </a:lnTo>
                  <a:lnTo>
                    <a:pt x="54" y="134"/>
                  </a:lnTo>
                  <a:lnTo>
                    <a:pt x="53" y="132"/>
                  </a:lnTo>
                  <a:lnTo>
                    <a:pt x="54" y="132"/>
                  </a:lnTo>
                  <a:lnTo>
                    <a:pt x="55" y="128"/>
                  </a:lnTo>
                  <a:lnTo>
                    <a:pt x="54" y="126"/>
                  </a:lnTo>
                  <a:lnTo>
                    <a:pt x="53" y="122"/>
                  </a:lnTo>
                  <a:lnTo>
                    <a:pt x="51" y="120"/>
                  </a:lnTo>
                  <a:lnTo>
                    <a:pt x="50" y="116"/>
                  </a:lnTo>
                  <a:lnTo>
                    <a:pt x="49" y="114"/>
                  </a:lnTo>
                  <a:lnTo>
                    <a:pt x="49" y="112"/>
                  </a:lnTo>
                  <a:lnTo>
                    <a:pt x="47" y="112"/>
                  </a:lnTo>
                  <a:lnTo>
                    <a:pt x="46" y="109"/>
                  </a:lnTo>
                  <a:lnTo>
                    <a:pt x="44" y="107"/>
                  </a:lnTo>
                  <a:lnTo>
                    <a:pt x="40" y="104"/>
                  </a:lnTo>
                  <a:lnTo>
                    <a:pt x="37" y="103"/>
                  </a:lnTo>
                  <a:lnTo>
                    <a:pt x="36" y="104"/>
                  </a:lnTo>
                  <a:lnTo>
                    <a:pt x="34" y="103"/>
                  </a:lnTo>
                  <a:lnTo>
                    <a:pt x="34" y="101"/>
                  </a:lnTo>
                  <a:lnTo>
                    <a:pt x="32" y="99"/>
                  </a:lnTo>
                  <a:lnTo>
                    <a:pt x="32" y="97"/>
                  </a:lnTo>
                  <a:lnTo>
                    <a:pt x="32" y="96"/>
                  </a:lnTo>
                  <a:lnTo>
                    <a:pt x="32" y="92"/>
                  </a:lnTo>
                  <a:lnTo>
                    <a:pt x="30" y="91"/>
                  </a:lnTo>
                  <a:lnTo>
                    <a:pt x="28" y="85"/>
                  </a:lnTo>
                  <a:lnTo>
                    <a:pt x="25" y="84"/>
                  </a:lnTo>
                  <a:lnTo>
                    <a:pt x="24" y="83"/>
                  </a:lnTo>
                  <a:lnTo>
                    <a:pt x="24" y="80"/>
                  </a:lnTo>
                  <a:lnTo>
                    <a:pt x="21" y="79"/>
                  </a:lnTo>
                  <a:lnTo>
                    <a:pt x="21" y="78"/>
                  </a:lnTo>
                  <a:lnTo>
                    <a:pt x="20" y="75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3" y="67"/>
                  </a:lnTo>
                  <a:lnTo>
                    <a:pt x="13" y="64"/>
                  </a:lnTo>
                  <a:lnTo>
                    <a:pt x="12" y="64"/>
                  </a:lnTo>
                  <a:lnTo>
                    <a:pt x="11" y="62"/>
                  </a:lnTo>
                  <a:lnTo>
                    <a:pt x="5" y="57"/>
                  </a:lnTo>
                  <a:lnTo>
                    <a:pt x="7" y="55"/>
                  </a:lnTo>
                  <a:lnTo>
                    <a:pt x="4" y="54"/>
                  </a:lnTo>
                  <a:lnTo>
                    <a:pt x="3" y="55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1" y="45"/>
                  </a:lnTo>
                  <a:lnTo>
                    <a:pt x="1" y="41"/>
                  </a:lnTo>
                  <a:lnTo>
                    <a:pt x="5" y="41"/>
                  </a:lnTo>
                  <a:lnTo>
                    <a:pt x="17" y="45"/>
                  </a:lnTo>
                  <a:lnTo>
                    <a:pt x="25" y="35"/>
                  </a:lnTo>
                  <a:lnTo>
                    <a:pt x="34" y="34"/>
                  </a:lnTo>
                  <a:lnTo>
                    <a:pt x="34" y="32"/>
                  </a:lnTo>
                  <a:lnTo>
                    <a:pt x="40" y="25"/>
                  </a:lnTo>
                  <a:lnTo>
                    <a:pt x="26" y="10"/>
                  </a:lnTo>
                  <a:lnTo>
                    <a:pt x="44" y="5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1" name="Freeform 428"/>
            <p:cNvSpPr>
              <a:spLocks/>
            </p:cNvSpPr>
            <p:nvPr/>
          </p:nvSpPr>
          <p:spPr bwMode="auto">
            <a:xfrm>
              <a:off x="7277760" y="3538323"/>
              <a:ext cx="22841" cy="48218"/>
            </a:xfrm>
            <a:custGeom>
              <a:avLst/>
              <a:gdLst>
                <a:gd name="T0" fmla="*/ 4 w 9"/>
                <a:gd name="T1" fmla="*/ 0 h 19"/>
                <a:gd name="T2" fmla="*/ 4 w 9"/>
                <a:gd name="T3" fmla="*/ 0 h 19"/>
                <a:gd name="T4" fmla="*/ 6 w 9"/>
                <a:gd name="T5" fmla="*/ 1 h 19"/>
                <a:gd name="T6" fmla="*/ 6 w 9"/>
                <a:gd name="T7" fmla="*/ 2 h 19"/>
                <a:gd name="T8" fmla="*/ 8 w 9"/>
                <a:gd name="T9" fmla="*/ 2 h 19"/>
                <a:gd name="T10" fmla="*/ 8 w 9"/>
                <a:gd name="T11" fmla="*/ 4 h 19"/>
                <a:gd name="T12" fmla="*/ 6 w 9"/>
                <a:gd name="T13" fmla="*/ 7 h 19"/>
                <a:gd name="T14" fmla="*/ 6 w 9"/>
                <a:gd name="T15" fmla="*/ 7 h 19"/>
                <a:gd name="T16" fmla="*/ 6 w 9"/>
                <a:gd name="T17" fmla="*/ 11 h 19"/>
                <a:gd name="T18" fmla="*/ 8 w 9"/>
                <a:gd name="T19" fmla="*/ 11 h 19"/>
                <a:gd name="T20" fmla="*/ 9 w 9"/>
                <a:gd name="T21" fmla="*/ 13 h 19"/>
                <a:gd name="T22" fmla="*/ 8 w 9"/>
                <a:gd name="T23" fmla="*/ 19 h 19"/>
                <a:gd name="T24" fmla="*/ 6 w 9"/>
                <a:gd name="T25" fmla="*/ 19 h 19"/>
                <a:gd name="T26" fmla="*/ 6 w 9"/>
                <a:gd name="T27" fmla="*/ 19 h 19"/>
                <a:gd name="T28" fmla="*/ 5 w 9"/>
                <a:gd name="T29" fmla="*/ 19 h 19"/>
                <a:gd name="T30" fmla="*/ 1 w 9"/>
                <a:gd name="T31" fmla="*/ 17 h 19"/>
                <a:gd name="T32" fmla="*/ 1 w 9"/>
                <a:gd name="T33" fmla="*/ 17 h 19"/>
                <a:gd name="T34" fmla="*/ 1 w 9"/>
                <a:gd name="T35" fmla="*/ 15 h 19"/>
                <a:gd name="T36" fmla="*/ 1 w 9"/>
                <a:gd name="T37" fmla="*/ 13 h 19"/>
                <a:gd name="T38" fmla="*/ 0 w 9"/>
                <a:gd name="T39" fmla="*/ 13 h 19"/>
                <a:gd name="T40" fmla="*/ 0 w 9"/>
                <a:gd name="T41" fmla="*/ 10 h 19"/>
                <a:gd name="T42" fmla="*/ 0 w 9"/>
                <a:gd name="T43" fmla="*/ 7 h 19"/>
                <a:gd name="T44" fmla="*/ 1 w 9"/>
                <a:gd name="T45" fmla="*/ 7 h 19"/>
                <a:gd name="T46" fmla="*/ 1 w 9"/>
                <a:gd name="T47" fmla="*/ 7 h 19"/>
                <a:gd name="T48" fmla="*/ 1 w 9"/>
                <a:gd name="T49" fmla="*/ 4 h 19"/>
                <a:gd name="T50" fmla="*/ 1 w 9"/>
                <a:gd name="T51" fmla="*/ 4 h 19"/>
                <a:gd name="T52" fmla="*/ 1 w 9"/>
                <a:gd name="T53" fmla="*/ 2 h 19"/>
                <a:gd name="T54" fmla="*/ 2 w 9"/>
                <a:gd name="T55" fmla="*/ 1 h 19"/>
                <a:gd name="T56" fmla="*/ 2 w 9"/>
                <a:gd name="T57" fmla="*/ 1 h 19"/>
                <a:gd name="T58" fmla="*/ 2 w 9"/>
                <a:gd name="T59" fmla="*/ 1 h 19"/>
                <a:gd name="T60" fmla="*/ 4 w 9"/>
                <a:gd name="T6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" h="19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11"/>
                  </a:lnTo>
                  <a:lnTo>
                    <a:pt x="8" y="11"/>
                  </a:lnTo>
                  <a:lnTo>
                    <a:pt x="9" y="13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2" name="Freeform 429"/>
            <p:cNvSpPr>
              <a:spLocks/>
            </p:cNvSpPr>
            <p:nvPr/>
          </p:nvSpPr>
          <p:spPr bwMode="auto">
            <a:xfrm>
              <a:off x="7300600" y="3540860"/>
              <a:ext cx="142114" cy="114199"/>
            </a:xfrm>
            <a:custGeom>
              <a:avLst/>
              <a:gdLst>
                <a:gd name="T0" fmla="*/ 51 w 56"/>
                <a:gd name="T1" fmla="*/ 0 h 45"/>
                <a:gd name="T2" fmla="*/ 53 w 56"/>
                <a:gd name="T3" fmla="*/ 0 h 45"/>
                <a:gd name="T4" fmla="*/ 54 w 56"/>
                <a:gd name="T5" fmla="*/ 5 h 45"/>
                <a:gd name="T6" fmla="*/ 55 w 56"/>
                <a:gd name="T7" fmla="*/ 5 h 45"/>
                <a:gd name="T8" fmla="*/ 55 w 56"/>
                <a:gd name="T9" fmla="*/ 5 h 45"/>
                <a:gd name="T10" fmla="*/ 55 w 56"/>
                <a:gd name="T11" fmla="*/ 5 h 45"/>
                <a:gd name="T12" fmla="*/ 56 w 56"/>
                <a:gd name="T13" fmla="*/ 5 h 45"/>
                <a:gd name="T14" fmla="*/ 56 w 56"/>
                <a:gd name="T15" fmla="*/ 6 h 45"/>
                <a:gd name="T16" fmla="*/ 56 w 56"/>
                <a:gd name="T17" fmla="*/ 9 h 45"/>
                <a:gd name="T18" fmla="*/ 55 w 56"/>
                <a:gd name="T19" fmla="*/ 10 h 45"/>
                <a:gd name="T20" fmla="*/ 45 w 56"/>
                <a:gd name="T21" fmla="*/ 41 h 45"/>
                <a:gd name="T22" fmla="*/ 41 w 56"/>
                <a:gd name="T23" fmla="*/ 45 h 45"/>
                <a:gd name="T24" fmla="*/ 6 w 56"/>
                <a:gd name="T25" fmla="*/ 39 h 45"/>
                <a:gd name="T26" fmla="*/ 4 w 56"/>
                <a:gd name="T27" fmla="*/ 30 h 45"/>
                <a:gd name="T28" fmla="*/ 0 w 56"/>
                <a:gd name="T29" fmla="*/ 28 h 45"/>
                <a:gd name="T30" fmla="*/ 0 w 56"/>
                <a:gd name="T31" fmla="*/ 22 h 45"/>
                <a:gd name="T32" fmla="*/ 1 w 56"/>
                <a:gd name="T33" fmla="*/ 24 h 45"/>
                <a:gd name="T34" fmla="*/ 3 w 56"/>
                <a:gd name="T35" fmla="*/ 22 h 45"/>
                <a:gd name="T36" fmla="*/ 3 w 56"/>
                <a:gd name="T37" fmla="*/ 28 h 45"/>
                <a:gd name="T38" fmla="*/ 5 w 56"/>
                <a:gd name="T39" fmla="*/ 28 h 45"/>
                <a:gd name="T40" fmla="*/ 6 w 56"/>
                <a:gd name="T41" fmla="*/ 28 h 45"/>
                <a:gd name="T42" fmla="*/ 9 w 56"/>
                <a:gd name="T43" fmla="*/ 28 h 45"/>
                <a:gd name="T44" fmla="*/ 13 w 56"/>
                <a:gd name="T45" fmla="*/ 24 h 45"/>
                <a:gd name="T46" fmla="*/ 17 w 56"/>
                <a:gd name="T47" fmla="*/ 25 h 45"/>
                <a:gd name="T48" fmla="*/ 20 w 56"/>
                <a:gd name="T49" fmla="*/ 25 h 45"/>
                <a:gd name="T50" fmla="*/ 20 w 56"/>
                <a:gd name="T51" fmla="*/ 25 h 45"/>
                <a:gd name="T52" fmla="*/ 22 w 56"/>
                <a:gd name="T53" fmla="*/ 25 h 45"/>
                <a:gd name="T54" fmla="*/ 24 w 56"/>
                <a:gd name="T55" fmla="*/ 26 h 45"/>
                <a:gd name="T56" fmla="*/ 26 w 56"/>
                <a:gd name="T57" fmla="*/ 26 h 45"/>
                <a:gd name="T58" fmla="*/ 30 w 56"/>
                <a:gd name="T59" fmla="*/ 25 h 45"/>
                <a:gd name="T60" fmla="*/ 30 w 56"/>
                <a:gd name="T61" fmla="*/ 24 h 45"/>
                <a:gd name="T62" fmla="*/ 31 w 56"/>
                <a:gd name="T63" fmla="*/ 24 h 45"/>
                <a:gd name="T64" fmla="*/ 30 w 56"/>
                <a:gd name="T65" fmla="*/ 22 h 45"/>
                <a:gd name="T66" fmla="*/ 33 w 56"/>
                <a:gd name="T67" fmla="*/ 22 h 45"/>
                <a:gd name="T68" fmla="*/ 33 w 56"/>
                <a:gd name="T69" fmla="*/ 21 h 45"/>
                <a:gd name="T70" fmla="*/ 34 w 56"/>
                <a:gd name="T71" fmla="*/ 24 h 45"/>
                <a:gd name="T72" fmla="*/ 37 w 56"/>
                <a:gd name="T73" fmla="*/ 20 h 45"/>
                <a:gd name="T74" fmla="*/ 37 w 56"/>
                <a:gd name="T75" fmla="*/ 18 h 45"/>
                <a:gd name="T76" fmla="*/ 35 w 56"/>
                <a:gd name="T77" fmla="*/ 18 h 45"/>
                <a:gd name="T78" fmla="*/ 37 w 56"/>
                <a:gd name="T79" fmla="*/ 16 h 45"/>
                <a:gd name="T80" fmla="*/ 43 w 56"/>
                <a:gd name="T81" fmla="*/ 10 h 45"/>
                <a:gd name="T82" fmla="*/ 43 w 56"/>
                <a:gd name="T83" fmla="*/ 8 h 45"/>
                <a:gd name="T84" fmla="*/ 51 w 56"/>
                <a:gd name="T85" fmla="*/ 3 h 45"/>
                <a:gd name="T86" fmla="*/ 51 w 56"/>
                <a:gd name="T87" fmla="*/ 1 h 45"/>
                <a:gd name="T88" fmla="*/ 51 w 56"/>
                <a:gd name="T8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" h="45">
                  <a:moveTo>
                    <a:pt x="51" y="0"/>
                  </a:moveTo>
                  <a:lnTo>
                    <a:pt x="53" y="0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6" y="5"/>
                  </a:lnTo>
                  <a:lnTo>
                    <a:pt x="56" y="6"/>
                  </a:lnTo>
                  <a:lnTo>
                    <a:pt x="56" y="9"/>
                  </a:lnTo>
                  <a:lnTo>
                    <a:pt x="55" y="10"/>
                  </a:lnTo>
                  <a:lnTo>
                    <a:pt x="45" y="41"/>
                  </a:lnTo>
                  <a:lnTo>
                    <a:pt x="41" y="45"/>
                  </a:lnTo>
                  <a:lnTo>
                    <a:pt x="6" y="39"/>
                  </a:lnTo>
                  <a:lnTo>
                    <a:pt x="4" y="30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" y="24"/>
                  </a:lnTo>
                  <a:lnTo>
                    <a:pt x="3" y="22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6" y="28"/>
                  </a:lnTo>
                  <a:lnTo>
                    <a:pt x="9" y="28"/>
                  </a:lnTo>
                  <a:lnTo>
                    <a:pt x="13" y="24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2" y="25"/>
                  </a:lnTo>
                  <a:lnTo>
                    <a:pt x="24" y="26"/>
                  </a:lnTo>
                  <a:lnTo>
                    <a:pt x="26" y="26"/>
                  </a:lnTo>
                  <a:lnTo>
                    <a:pt x="30" y="25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0" y="22"/>
                  </a:lnTo>
                  <a:lnTo>
                    <a:pt x="33" y="22"/>
                  </a:lnTo>
                  <a:lnTo>
                    <a:pt x="33" y="21"/>
                  </a:lnTo>
                  <a:lnTo>
                    <a:pt x="34" y="24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7" y="16"/>
                  </a:lnTo>
                  <a:lnTo>
                    <a:pt x="43" y="10"/>
                  </a:lnTo>
                  <a:lnTo>
                    <a:pt x="43" y="8"/>
                  </a:lnTo>
                  <a:lnTo>
                    <a:pt x="51" y="3"/>
                  </a:lnTo>
                  <a:lnTo>
                    <a:pt x="51" y="1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3" name="Freeform 431"/>
            <p:cNvSpPr>
              <a:spLocks/>
            </p:cNvSpPr>
            <p:nvPr/>
          </p:nvSpPr>
          <p:spPr bwMode="auto">
            <a:xfrm>
              <a:off x="5283092" y="3327689"/>
              <a:ext cx="10151" cy="5075"/>
            </a:xfrm>
            <a:custGeom>
              <a:avLst/>
              <a:gdLst>
                <a:gd name="T0" fmla="*/ 2 w 4"/>
                <a:gd name="T1" fmla="*/ 0 h 2"/>
                <a:gd name="T2" fmla="*/ 4 w 4"/>
                <a:gd name="T3" fmla="*/ 1 h 2"/>
                <a:gd name="T4" fmla="*/ 2 w 4"/>
                <a:gd name="T5" fmla="*/ 2 h 2"/>
                <a:gd name="T6" fmla="*/ 0 w 4"/>
                <a:gd name="T7" fmla="*/ 1 h 2"/>
                <a:gd name="T8" fmla="*/ 0 w 4"/>
                <a:gd name="T9" fmla="*/ 0 h 2"/>
                <a:gd name="T10" fmla="*/ 2 w 4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lnTo>
                    <a:pt x="4" y="1"/>
                  </a:lnTo>
                  <a:lnTo>
                    <a:pt x="2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4" name="Freeform 432"/>
            <p:cNvSpPr>
              <a:spLocks noEditPoints="1"/>
            </p:cNvSpPr>
            <p:nvPr/>
          </p:nvSpPr>
          <p:spPr bwMode="auto">
            <a:xfrm>
              <a:off x="5252640" y="3454576"/>
              <a:ext cx="131963" cy="45679"/>
            </a:xfrm>
            <a:custGeom>
              <a:avLst/>
              <a:gdLst>
                <a:gd name="T0" fmla="*/ 1 w 52"/>
                <a:gd name="T1" fmla="*/ 15 h 18"/>
                <a:gd name="T2" fmla="*/ 1 w 52"/>
                <a:gd name="T3" fmla="*/ 15 h 18"/>
                <a:gd name="T4" fmla="*/ 1 w 52"/>
                <a:gd name="T5" fmla="*/ 17 h 18"/>
                <a:gd name="T6" fmla="*/ 1 w 52"/>
                <a:gd name="T7" fmla="*/ 18 h 18"/>
                <a:gd name="T8" fmla="*/ 0 w 52"/>
                <a:gd name="T9" fmla="*/ 17 h 18"/>
                <a:gd name="T10" fmla="*/ 0 w 52"/>
                <a:gd name="T11" fmla="*/ 17 h 18"/>
                <a:gd name="T12" fmla="*/ 1 w 52"/>
                <a:gd name="T13" fmla="*/ 15 h 18"/>
                <a:gd name="T14" fmla="*/ 26 w 52"/>
                <a:gd name="T15" fmla="*/ 12 h 18"/>
                <a:gd name="T16" fmla="*/ 27 w 52"/>
                <a:gd name="T17" fmla="*/ 12 h 18"/>
                <a:gd name="T18" fmla="*/ 30 w 52"/>
                <a:gd name="T19" fmla="*/ 12 h 18"/>
                <a:gd name="T20" fmla="*/ 30 w 52"/>
                <a:gd name="T21" fmla="*/ 14 h 18"/>
                <a:gd name="T22" fmla="*/ 29 w 52"/>
                <a:gd name="T23" fmla="*/ 15 h 18"/>
                <a:gd name="T24" fmla="*/ 27 w 52"/>
                <a:gd name="T25" fmla="*/ 17 h 18"/>
                <a:gd name="T26" fmla="*/ 25 w 52"/>
                <a:gd name="T27" fmla="*/ 14 h 18"/>
                <a:gd name="T28" fmla="*/ 26 w 52"/>
                <a:gd name="T29" fmla="*/ 12 h 18"/>
                <a:gd name="T30" fmla="*/ 8 w 52"/>
                <a:gd name="T31" fmla="*/ 12 h 18"/>
                <a:gd name="T32" fmla="*/ 9 w 52"/>
                <a:gd name="T33" fmla="*/ 12 h 18"/>
                <a:gd name="T34" fmla="*/ 9 w 52"/>
                <a:gd name="T35" fmla="*/ 12 h 18"/>
                <a:gd name="T36" fmla="*/ 9 w 52"/>
                <a:gd name="T37" fmla="*/ 13 h 18"/>
                <a:gd name="T38" fmla="*/ 8 w 52"/>
                <a:gd name="T39" fmla="*/ 12 h 18"/>
                <a:gd name="T40" fmla="*/ 8 w 52"/>
                <a:gd name="T41" fmla="*/ 12 h 18"/>
                <a:gd name="T42" fmla="*/ 19 w 52"/>
                <a:gd name="T43" fmla="*/ 8 h 18"/>
                <a:gd name="T44" fmla="*/ 22 w 52"/>
                <a:gd name="T45" fmla="*/ 8 h 18"/>
                <a:gd name="T46" fmla="*/ 21 w 52"/>
                <a:gd name="T47" fmla="*/ 10 h 18"/>
                <a:gd name="T48" fmla="*/ 18 w 52"/>
                <a:gd name="T49" fmla="*/ 10 h 18"/>
                <a:gd name="T50" fmla="*/ 14 w 52"/>
                <a:gd name="T51" fmla="*/ 13 h 18"/>
                <a:gd name="T52" fmla="*/ 13 w 52"/>
                <a:gd name="T53" fmla="*/ 12 h 18"/>
                <a:gd name="T54" fmla="*/ 12 w 52"/>
                <a:gd name="T55" fmla="*/ 10 h 18"/>
                <a:gd name="T56" fmla="*/ 13 w 52"/>
                <a:gd name="T57" fmla="*/ 9 h 18"/>
                <a:gd name="T58" fmla="*/ 16 w 52"/>
                <a:gd name="T59" fmla="*/ 9 h 18"/>
                <a:gd name="T60" fmla="*/ 18 w 52"/>
                <a:gd name="T61" fmla="*/ 8 h 18"/>
                <a:gd name="T62" fmla="*/ 19 w 52"/>
                <a:gd name="T63" fmla="*/ 8 h 18"/>
                <a:gd name="T64" fmla="*/ 47 w 52"/>
                <a:gd name="T65" fmla="*/ 5 h 18"/>
                <a:gd name="T66" fmla="*/ 47 w 52"/>
                <a:gd name="T67" fmla="*/ 8 h 18"/>
                <a:gd name="T68" fmla="*/ 44 w 52"/>
                <a:gd name="T69" fmla="*/ 12 h 18"/>
                <a:gd name="T70" fmla="*/ 42 w 52"/>
                <a:gd name="T71" fmla="*/ 13 h 18"/>
                <a:gd name="T72" fmla="*/ 41 w 52"/>
                <a:gd name="T73" fmla="*/ 12 h 18"/>
                <a:gd name="T74" fmla="*/ 43 w 52"/>
                <a:gd name="T75" fmla="*/ 9 h 18"/>
                <a:gd name="T76" fmla="*/ 43 w 52"/>
                <a:gd name="T77" fmla="*/ 8 h 18"/>
                <a:gd name="T78" fmla="*/ 47 w 52"/>
                <a:gd name="T79" fmla="*/ 5 h 18"/>
                <a:gd name="T80" fmla="*/ 2 w 52"/>
                <a:gd name="T81" fmla="*/ 2 h 18"/>
                <a:gd name="T82" fmla="*/ 4 w 52"/>
                <a:gd name="T83" fmla="*/ 2 h 18"/>
                <a:gd name="T84" fmla="*/ 4 w 52"/>
                <a:gd name="T85" fmla="*/ 6 h 18"/>
                <a:gd name="T86" fmla="*/ 2 w 52"/>
                <a:gd name="T87" fmla="*/ 8 h 18"/>
                <a:gd name="T88" fmla="*/ 2 w 52"/>
                <a:gd name="T89" fmla="*/ 5 h 18"/>
                <a:gd name="T90" fmla="*/ 2 w 52"/>
                <a:gd name="T91" fmla="*/ 4 h 18"/>
                <a:gd name="T92" fmla="*/ 2 w 52"/>
                <a:gd name="T93" fmla="*/ 2 h 18"/>
                <a:gd name="T94" fmla="*/ 51 w 52"/>
                <a:gd name="T95" fmla="*/ 0 h 18"/>
                <a:gd name="T96" fmla="*/ 52 w 52"/>
                <a:gd name="T97" fmla="*/ 1 h 18"/>
                <a:gd name="T98" fmla="*/ 51 w 52"/>
                <a:gd name="T99" fmla="*/ 1 h 18"/>
                <a:gd name="T100" fmla="*/ 48 w 52"/>
                <a:gd name="T101" fmla="*/ 2 h 18"/>
                <a:gd name="T102" fmla="*/ 50 w 52"/>
                <a:gd name="T103" fmla="*/ 0 h 18"/>
                <a:gd name="T104" fmla="*/ 51 w 52"/>
                <a:gd name="T10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" h="18">
                  <a:moveTo>
                    <a:pt x="1" y="15"/>
                  </a:moveTo>
                  <a:lnTo>
                    <a:pt x="1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close/>
                  <a:moveTo>
                    <a:pt x="26" y="12"/>
                  </a:moveTo>
                  <a:lnTo>
                    <a:pt x="27" y="12"/>
                  </a:lnTo>
                  <a:lnTo>
                    <a:pt x="30" y="12"/>
                  </a:lnTo>
                  <a:lnTo>
                    <a:pt x="30" y="14"/>
                  </a:lnTo>
                  <a:lnTo>
                    <a:pt x="29" y="15"/>
                  </a:lnTo>
                  <a:lnTo>
                    <a:pt x="27" y="17"/>
                  </a:lnTo>
                  <a:lnTo>
                    <a:pt x="25" y="14"/>
                  </a:lnTo>
                  <a:lnTo>
                    <a:pt x="26" y="12"/>
                  </a:lnTo>
                  <a:close/>
                  <a:moveTo>
                    <a:pt x="8" y="12"/>
                  </a:moveTo>
                  <a:lnTo>
                    <a:pt x="9" y="12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8" y="12"/>
                  </a:lnTo>
                  <a:lnTo>
                    <a:pt x="8" y="12"/>
                  </a:lnTo>
                  <a:close/>
                  <a:moveTo>
                    <a:pt x="19" y="8"/>
                  </a:moveTo>
                  <a:lnTo>
                    <a:pt x="22" y="8"/>
                  </a:lnTo>
                  <a:lnTo>
                    <a:pt x="21" y="10"/>
                  </a:lnTo>
                  <a:lnTo>
                    <a:pt x="18" y="10"/>
                  </a:lnTo>
                  <a:lnTo>
                    <a:pt x="14" y="13"/>
                  </a:lnTo>
                  <a:lnTo>
                    <a:pt x="13" y="12"/>
                  </a:lnTo>
                  <a:lnTo>
                    <a:pt x="12" y="10"/>
                  </a:lnTo>
                  <a:lnTo>
                    <a:pt x="13" y="9"/>
                  </a:lnTo>
                  <a:lnTo>
                    <a:pt x="16" y="9"/>
                  </a:lnTo>
                  <a:lnTo>
                    <a:pt x="18" y="8"/>
                  </a:lnTo>
                  <a:lnTo>
                    <a:pt x="19" y="8"/>
                  </a:lnTo>
                  <a:close/>
                  <a:moveTo>
                    <a:pt x="47" y="5"/>
                  </a:moveTo>
                  <a:lnTo>
                    <a:pt x="47" y="8"/>
                  </a:lnTo>
                  <a:lnTo>
                    <a:pt x="44" y="12"/>
                  </a:lnTo>
                  <a:lnTo>
                    <a:pt x="42" y="13"/>
                  </a:lnTo>
                  <a:lnTo>
                    <a:pt x="41" y="12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47" y="5"/>
                  </a:lnTo>
                  <a:close/>
                  <a:moveTo>
                    <a:pt x="2" y="2"/>
                  </a:moveTo>
                  <a:lnTo>
                    <a:pt x="4" y="2"/>
                  </a:lnTo>
                  <a:lnTo>
                    <a:pt x="4" y="6"/>
                  </a:lnTo>
                  <a:lnTo>
                    <a:pt x="2" y="8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close/>
                  <a:moveTo>
                    <a:pt x="51" y="0"/>
                  </a:moveTo>
                  <a:lnTo>
                    <a:pt x="52" y="1"/>
                  </a:lnTo>
                  <a:lnTo>
                    <a:pt x="51" y="1"/>
                  </a:lnTo>
                  <a:lnTo>
                    <a:pt x="48" y="2"/>
                  </a:lnTo>
                  <a:lnTo>
                    <a:pt x="50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5" name="Freeform 434"/>
            <p:cNvSpPr>
              <a:spLocks noEditPoints="1"/>
            </p:cNvSpPr>
            <p:nvPr/>
          </p:nvSpPr>
          <p:spPr bwMode="auto">
            <a:xfrm>
              <a:off x="7331053" y="3528172"/>
              <a:ext cx="223322" cy="317219"/>
            </a:xfrm>
            <a:custGeom>
              <a:avLst/>
              <a:gdLst>
                <a:gd name="T0" fmla="*/ 46 w 88"/>
                <a:gd name="T1" fmla="*/ 22 h 125"/>
                <a:gd name="T2" fmla="*/ 50 w 88"/>
                <a:gd name="T3" fmla="*/ 29 h 125"/>
                <a:gd name="T4" fmla="*/ 59 w 88"/>
                <a:gd name="T5" fmla="*/ 35 h 125"/>
                <a:gd name="T6" fmla="*/ 63 w 88"/>
                <a:gd name="T7" fmla="*/ 34 h 125"/>
                <a:gd name="T8" fmla="*/ 71 w 88"/>
                <a:gd name="T9" fmla="*/ 34 h 125"/>
                <a:gd name="T10" fmla="*/ 76 w 88"/>
                <a:gd name="T11" fmla="*/ 39 h 125"/>
                <a:gd name="T12" fmla="*/ 79 w 88"/>
                <a:gd name="T13" fmla="*/ 43 h 125"/>
                <a:gd name="T14" fmla="*/ 85 w 88"/>
                <a:gd name="T15" fmla="*/ 50 h 125"/>
                <a:gd name="T16" fmla="*/ 88 w 88"/>
                <a:gd name="T17" fmla="*/ 51 h 125"/>
                <a:gd name="T18" fmla="*/ 87 w 88"/>
                <a:gd name="T19" fmla="*/ 55 h 125"/>
                <a:gd name="T20" fmla="*/ 85 w 88"/>
                <a:gd name="T21" fmla="*/ 59 h 125"/>
                <a:gd name="T22" fmla="*/ 79 w 88"/>
                <a:gd name="T23" fmla="*/ 68 h 125"/>
                <a:gd name="T24" fmla="*/ 76 w 88"/>
                <a:gd name="T25" fmla="*/ 72 h 125"/>
                <a:gd name="T26" fmla="*/ 73 w 88"/>
                <a:gd name="T27" fmla="*/ 76 h 125"/>
                <a:gd name="T28" fmla="*/ 72 w 88"/>
                <a:gd name="T29" fmla="*/ 75 h 125"/>
                <a:gd name="T30" fmla="*/ 72 w 88"/>
                <a:gd name="T31" fmla="*/ 73 h 125"/>
                <a:gd name="T32" fmla="*/ 70 w 88"/>
                <a:gd name="T33" fmla="*/ 76 h 125"/>
                <a:gd name="T34" fmla="*/ 70 w 88"/>
                <a:gd name="T35" fmla="*/ 79 h 125"/>
                <a:gd name="T36" fmla="*/ 66 w 88"/>
                <a:gd name="T37" fmla="*/ 83 h 125"/>
                <a:gd name="T38" fmla="*/ 66 w 88"/>
                <a:gd name="T39" fmla="*/ 86 h 125"/>
                <a:gd name="T40" fmla="*/ 67 w 88"/>
                <a:gd name="T41" fmla="*/ 89 h 125"/>
                <a:gd name="T42" fmla="*/ 68 w 88"/>
                <a:gd name="T43" fmla="*/ 93 h 125"/>
                <a:gd name="T44" fmla="*/ 68 w 88"/>
                <a:gd name="T45" fmla="*/ 94 h 125"/>
                <a:gd name="T46" fmla="*/ 62 w 88"/>
                <a:gd name="T47" fmla="*/ 97 h 125"/>
                <a:gd name="T48" fmla="*/ 56 w 88"/>
                <a:gd name="T49" fmla="*/ 96 h 125"/>
                <a:gd name="T50" fmla="*/ 52 w 88"/>
                <a:gd name="T51" fmla="*/ 105 h 125"/>
                <a:gd name="T52" fmla="*/ 50 w 88"/>
                <a:gd name="T53" fmla="*/ 109 h 125"/>
                <a:gd name="T54" fmla="*/ 44 w 88"/>
                <a:gd name="T55" fmla="*/ 109 h 125"/>
                <a:gd name="T56" fmla="*/ 39 w 88"/>
                <a:gd name="T57" fmla="*/ 109 h 125"/>
                <a:gd name="T58" fmla="*/ 38 w 88"/>
                <a:gd name="T59" fmla="*/ 113 h 125"/>
                <a:gd name="T60" fmla="*/ 39 w 88"/>
                <a:gd name="T61" fmla="*/ 114 h 125"/>
                <a:gd name="T62" fmla="*/ 38 w 88"/>
                <a:gd name="T63" fmla="*/ 115 h 125"/>
                <a:gd name="T64" fmla="*/ 35 w 88"/>
                <a:gd name="T65" fmla="*/ 121 h 125"/>
                <a:gd name="T66" fmla="*/ 33 w 88"/>
                <a:gd name="T67" fmla="*/ 119 h 125"/>
                <a:gd name="T68" fmla="*/ 27 w 88"/>
                <a:gd name="T69" fmla="*/ 119 h 125"/>
                <a:gd name="T70" fmla="*/ 21 w 88"/>
                <a:gd name="T71" fmla="*/ 122 h 125"/>
                <a:gd name="T72" fmla="*/ 17 w 88"/>
                <a:gd name="T73" fmla="*/ 125 h 125"/>
                <a:gd name="T74" fmla="*/ 16 w 88"/>
                <a:gd name="T75" fmla="*/ 125 h 125"/>
                <a:gd name="T76" fmla="*/ 10 w 88"/>
                <a:gd name="T77" fmla="*/ 111 h 125"/>
                <a:gd name="T78" fmla="*/ 0 w 88"/>
                <a:gd name="T79" fmla="*/ 92 h 125"/>
                <a:gd name="T80" fmla="*/ 35 w 88"/>
                <a:gd name="T81" fmla="*/ 56 h 125"/>
                <a:gd name="T82" fmla="*/ 43 w 88"/>
                <a:gd name="T83" fmla="*/ 15 h 125"/>
                <a:gd name="T84" fmla="*/ 43 w 88"/>
                <a:gd name="T85" fmla="*/ 0 h 125"/>
                <a:gd name="T86" fmla="*/ 43 w 88"/>
                <a:gd name="T87" fmla="*/ 0 h 125"/>
                <a:gd name="T88" fmla="*/ 43 w 88"/>
                <a:gd name="T89" fmla="*/ 1 h 125"/>
                <a:gd name="T90" fmla="*/ 44 w 88"/>
                <a:gd name="T91" fmla="*/ 4 h 125"/>
                <a:gd name="T92" fmla="*/ 43 w 88"/>
                <a:gd name="T93" fmla="*/ 8 h 125"/>
                <a:gd name="T94" fmla="*/ 42 w 88"/>
                <a:gd name="T95" fmla="*/ 10 h 125"/>
                <a:gd name="T96" fmla="*/ 39 w 88"/>
                <a:gd name="T97" fmla="*/ 5 h 125"/>
                <a:gd name="T98" fmla="*/ 41 w 88"/>
                <a:gd name="T99" fmla="*/ 2 h 125"/>
                <a:gd name="T100" fmla="*/ 42 w 88"/>
                <a:gd name="T101" fmla="*/ 2 h 125"/>
                <a:gd name="T102" fmla="*/ 43 w 88"/>
                <a:gd name="T10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8" h="125">
                  <a:moveTo>
                    <a:pt x="44" y="14"/>
                  </a:moveTo>
                  <a:lnTo>
                    <a:pt x="46" y="22"/>
                  </a:lnTo>
                  <a:lnTo>
                    <a:pt x="50" y="26"/>
                  </a:lnTo>
                  <a:lnTo>
                    <a:pt x="50" y="29"/>
                  </a:lnTo>
                  <a:lnTo>
                    <a:pt x="56" y="34"/>
                  </a:lnTo>
                  <a:lnTo>
                    <a:pt x="59" y="35"/>
                  </a:lnTo>
                  <a:lnTo>
                    <a:pt x="60" y="34"/>
                  </a:lnTo>
                  <a:lnTo>
                    <a:pt x="63" y="34"/>
                  </a:lnTo>
                  <a:lnTo>
                    <a:pt x="68" y="35"/>
                  </a:lnTo>
                  <a:lnTo>
                    <a:pt x="71" y="34"/>
                  </a:lnTo>
                  <a:lnTo>
                    <a:pt x="73" y="34"/>
                  </a:lnTo>
                  <a:lnTo>
                    <a:pt x="76" y="39"/>
                  </a:lnTo>
                  <a:lnTo>
                    <a:pt x="77" y="42"/>
                  </a:lnTo>
                  <a:lnTo>
                    <a:pt x="79" y="43"/>
                  </a:lnTo>
                  <a:lnTo>
                    <a:pt x="80" y="46"/>
                  </a:lnTo>
                  <a:lnTo>
                    <a:pt x="85" y="50"/>
                  </a:lnTo>
                  <a:lnTo>
                    <a:pt x="87" y="50"/>
                  </a:lnTo>
                  <a:lnTo>
                    <a:pt x="88" y="51"/>
                  </a:lnTo>
                  <a:lnTo>
                    <a:pt x="88" y="52"/>
                  </a:lnTo>
                  <a:lnTo>
                    <a:pt x="87" y="55"/>
                  </a:lnTo>
                  <a:lnTo>
                    <a:pt x="87" y="56"/>
                  </a:lnTo>
                  <a:lnTo>
                    <a:pt x="85" y="59"/>
                  </a:lnTo>
                  <a:lnTo>
                    <a:pt x="81" y="65"/>
                  </a:lnTo>
                  <a:lnTo>
                    <a:pt x="79" y="68"/>
                  </a:lnTo>
                  <a:lnTo>
                    <a:pt x="77" y="71"/>
                  </a:lnTo>
                  <a:lnTo>
                    <a:pt x="76" y="72"/>
                  </a:lnTo>
                  <a:lnTo>
                    <a:pt x="75" y="77"/>
                  </a:lnTo>
                  <a:lnTo>
                    <a:pt x="73" y="76"/>
                  </a:lnTo>
                  <a:lnTo>
                    <a:pt x="72" y="76"/>
                  </a:lnTo>
                  <a:lnTo>
                    <a:pt x="72" y="75"/>
                  </a:lnTo>
                  <a:lnTo>
                    <a:pt x="72" y="73"/>
                  </a:lnTo>
                  <a:lnTo>
                    <a:pt x="72" y="73"/>
                  </a:lnTo>
                  <a:lnTo>
                    <a:pt x="71" y="73"/>
                  </a:lnTo>
                  <a:lnTo>
                    <a:pt x="70" y="76"/>
                  </a:lnTo>
                  <a:lnTo>
                    <a:pt x="68" y="77"/>
                  </a:lnTo>
                  <a:lnTo>
                    <a:pt x="70" y="79"/>
                  </a:lnTo>
                  <a:lnTo>
                    <a:pt x="68" y="79"/>
                  </a:lnTo>
                  <a:lnTo>
                    <a:pt x="66" y="83"/>
                  </a:lnTo>
                  <a:lnTo>
                    <a:pt x="66" y="84"/>
                  </a:lnTo>
                  <a:lnTo>
                    <a:pt x="66" y="86"/>
                  </a:lnTo>
                  <a:lnTo>
                    <a:pt x="66" y="86"/>
                  </a:lnTo>
                  <a:lnTo>
                    <a:pt x="67" y="89"/>
                  </a:lnTo>
                  <a:lnTo>
                    <a:pt x="66" y="89"/>
                  </a:lnTo>
                  <a:lnTo>
                    <a:pt x="68" y="93"/>
                  </a:lnTo>
                  <a:lnTo>
                    <a:pt x="68" y="94"/>
                  </a:lnTo>
                  <a:lnTo>
                    <a:pt x="68" y="94"/>
                  </a:lnTo>
                  <a:lnTo>
                    <a:pt x="63" y="96"/>
                  </a:lnTo>
                  <a:lnTo>
                    <a:pt x="62" y="97"/>
                  </a:lnTo>
                  <a:lnTo>
                    <a:pt x="59" y="96"/>
                  </a:lnTo>
                  <a:lnTo>
                    <a:pt x="56" y="96"/>
                  </a:lnTo>
                  <a:lnTo>
                    <a:pt x="52" y="101"/>
                  </a:lnTo>
                  <a:lnTo>
                    <a:pt x="52" y="105"/>
                  </a:lnTo>
                  <a:lnTo>
                    <a:pt x="51" y="106"/>
                  </a:lnTo>
                  <a:lnTo>
                    <a:pt x="50" y="109"/>
                  </a:lnTo>
                  <a:lnTo>
                    <a:pt x="47" y="108"/>
                  </a:lnTo>
                  <a:lnTo>
                    <a:pt x="44" y="109"/>
                  </a:lnTo>
                  <a:lnTo>
                    <a:pt x="41" y="109"/>
                  </a:lnTo>
                  <a:lnTo>
                    <a:pt x="39" y="109"/>
                  </a:lnTo>
                  <a:lnTo>
                    <a:pt x="38" y="111"/>
                  </a:lnTo>
                  <a:lnTo>
                    <a:pt x="38" y="113"/>
                  </a:lnTo>
                  <a:lnTo>
                    <a:pt x="38" y="114"/>
                  </a:lnTo>
                  <a:lnTo>
                    <a:pt x="39" y="114"/>
                  </a:lnTo>
                  <a:lnTo>
                    <a:pt x="39" y="115"/>
                  </a:lnTo>
                  <a:lnTo>
                    <a:pt x="38" y="115"/>
                  </a:lnTo>
                  <a:lnTo>
                    <a:pt x="38" y="117"/>
                  </a:lnTo>
                  <a:lnTo>
                    <a:pt x="35" y="121"/>
                  </a:lnTo>
                  <a:lnTo>
                    <a:pt x="34" y="121"/>
                  </a:lnTo>
                  <a:lnTo>
                    <a:pt x="33" y="119"/>
                  </a:lnTo>
                  <a:lnTo>
                    <a:pt x="30" y="119"/>
                  </a:lnTo>
                  <a:lnTo>
                    <a:pt x="27" y="119"/>
                  </a:lnTo>
                  <a:lnTo>
                    <a:pt x="23" y="122"/>
                  </a:lnTo>
                  <a:lnTo>
                    <a:pt x="21" y="122"/>
                  </a:lnTo>
                  <a:lnTo>
                    <a:pt x="19" y="125"/>
                  </a:lnTo>
                  <a:lnTo>
                    <a:pt x="17" y="125"/>
                  </a:lnTo>
                  <a:lnTo>
                    <a:pt x="17" y="123"/>
                  </a:lnTo>
                  <a:lnTo>
                    <a:pt x="16" y="125"/>
                  </a:lnTo>
                  <a:lnTo>
                    <a:pt x="9" y="117"/>
                  </a:lnTo>
                  <a:lnTo>
                    <a:pt x="10" y="111"/>
                  </a:lnTo>
                  <a:lnTo>
                    <a:pt x="0" y="97"/>
                  </a:lnTo>
                  <a:lnTo>
                    <a:pt x="0" y="92"/>
                  </a:lnTo>
                  <a:lnTo>
                    <a:pt x="34" y="81"/>
                  </a:lnTo>
                  <a:lnTo>
                    <a:pt x="35" y="56"/>
                  </a:lnTo>
                  <a:lnTo>
                    <a:pt x="33" y="46"/>
                  </a:lnTo>
                  <a:lnTo>
                    <a:pt x="43" y="15"/>
                  </a:lnTo>
                  <a:lnTo>
                    <a:pt x="44" y="14"/>
                  </a:lnTo>
                  <a:close/>
                  <a:moveTo>
                    <a:pt x="43" y="0"/>
                  </a:move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2"/>
                  </a:lnTo>
                  <a:lnTo>
                    <a:pt x="44" y="4"/>
                  </a:lnTo>
                  <a:lnTo>
                    <a:pt x="43" y="6"/>
                  </a:lnTo>
                  <a:lnTo>
                    <a:pt x="43" y="8"/>
                  </a:lnTo>
                  <a:lnTo>
                    <a:pt x="43" y="10"/>
                  </a:lnTo>
                  <a:lnTo>
                    <a:pt x="42" y="10"/>
                  </a:lnTo>
                  <a:lnTo>
                    <a:pt x="41" y="5"/>
                  </a:lnTo>
                  <a:lnTo>
                    <a:pt x="39" y="5"/>
                  </a:lnTo>
                  <a:lnTo>
                    <a:pt x="39" y="4"/>
                  </a:lnTo>
                  <a:lnTo>
                    <a:pt x="41" y="2"/>
                  </a:lnTo>
                  <a:lnTo>
                    <a:pt x="41" y="4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3" y="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6" name="Freeform 435"/>
            <p:cNvSpPr>
              <a:spLocks noEditPoints="1"/>
            </p:cNvSpPr>
            <p:nvPr/>
          </p:nvSpPr>
          <p:spPr bwMode="auto">
            <a:xfrm>
              <a:off x="7049363" y="3761644"/>
              <a:ext cx="365435" cy="223321"/>
            </a:xfrm>
            <a:custGeom>
              <a:avLst/>
              <a:gdLst>
                <a:gd name="T0" fmla="*/ 120 w 144"/>
                <a:gd name="T1" fmla="*/ 88 h 88"/>
                <a:gd name="T2" fmla="*/ 115 w 144"/>
                <a:gd name="T3" fmla="*/ 88 h 88"/>
                <a:gd name="T4" fmla="*/ 133 w 144"/>
                <a:gd name="T5" fmla="*/ 80 h 88"/>
                <a:gd name="T6" fmla="*/ 134 w 144"/>
                <a:gd name="T7" fmla="*/ 81 h 88"/>
                <a:gd name="T8" fmla="*/ 138 w 144"/>
                <a:gd name="T9" fmla="*/ 81 h 88"/>
                <a:gd name="T10" fmla="*/ 142 w 144"/>
                <a:gd name="T11" fmla="*/ 81 h 88"/>
                <a:gd name="T12" fmla="*/ 144 w 144"/>
                <a:gd name="T13" fmla="*/ 83 h 88"/>
                <a:gd name="T14" fmla="*/ 141 w 144"/>
                <a:gd name="T15" fmla="*/ 84 h 88"/>
                <a:gd name="T16" fmla="*/ 136 w 144"/>
                <a:gd name="T17" fmla="*/ 87 h 88"/>
                <a:gd name="T18" fmla="*/ 132 w 144"/>
                <a:gd name="T19" fmla="*/ 85 h 88"/>
                <a:gd name="T20" fmla="*/ 130 w 144"/>
                <a:gd name="T21" fmla="*/ 83 h 88"/>
                <a:gd name="T22" fmla="*/ 133 w 144"/>
                <a:gd name="T23" fmla="*/ 80 h 88"/>
                <a:gd name="T24" fmla="*/ 111 w 144"/>
                <a:gd name="T25" fmla="*/ 5 h 88"/>
                <a:gd name="T26" fmla="*/ 120 w 144"/>
                <a:gd name="T27" fmla="*/ 25 h 88"/>
                <a:gd name="T28" fmla="*/ 124 w 144"/>
                <a:gd name="T29" fmla="*/ 33 h 88"/>
                <a:gd name="T30" fmla="*/ 115 w 144"/>
                <a:gd name="T31" fmla="*/ 39 h 88"/>
                <a:gd name="T32" fmla="*/ 116 w 144"/>
                <a:gd name="T33" fmla="*/ 43 h 88"/>
                <a:gd name="T34" fmla="*/ 116 w 144"/>
                <a:gd name="T35" fmla="*/ 44 h 88"/>
                <a:gd name="T36" fmla="*/ 108 w 144"/>
                <a:gd name="T37" fmla="*/ 48 h 88"/>
                <a:gd name="T38" fmla="*/ 96 w 144"/>
                <a:gd name="T39" fmla="*/ 52 h 88"/>
                <a:gd name="T40" fmla="*/ 82 w 144"/>
                <a:gd name="T41" fmla="*/ 56 h 88"/>
                <a:gd name="T42" fmla="*/ 79 w 144"/>
                <a:gd name="T43" fmla="*/ 58 h 88"/>
                <a:gd name="T44" fmla="*/ 73 w 144"/>
                <a:gd name="T45" fmla="*/ 64 h 88"/>
                <a:gd name="T46" fmla="*/ 70 w 144"/>
                <a:gd name="T47" fmla="*/ 64 h 88"/>
                <a:gd name="T48" fmla="*/ 67 w 144"/>
                <a:gd name="T49" fmla="*/ 66 h 88"/>
                <a:gd name="T50" fmla="*/ 65 w 144"/>
                <a:gd name="T51" fmla="*/ 64 h 88"/>
                <a:gd name="T52" fmla="*/ 59 w 144"/>
                <a:gd name="T53" fmla="*/ 69 h 88"/>
                <a:gd name="T54" fmla="*/ 54 w 144"/>
                <a:gd name="T55" fmla="*/ 71 h 88"/>
                <a:gd name="T56" fmla="*/ 46 w 144"/>
                <a:gd name="T57" fmla="*/ 72 h 88"/>
                <a:gd name="T58" fmla="*/ 42 w 144"/>
                <a:gd name="T59" fmla="*/ 72 h 88"/>
                <a:gd name="T60" fmla="*/ 40 w 144"/>
                <a:gd name="T61" fmla="*/ 71 h 88"/>
                <a:gd name="T62" fmla="*/ 34 w 144"/>
                <a:gd name="T63" fmla="*/ 73 h 88"/>
                <a:gd name="T64" fmla="*/ 32 w 144"/>
                <a:gd name="T65" fmla="*/ 76 h 88"/>
                <a:gd name="T66" fmla="*/ 28 w 144"/>
                <a:gd name="T67" fmla="*/ 80 h 88"/>
                <a:gd name="T68" fmla="*/ 24 w 144"/>
                <a:gd name="T69" fmla="*/ 79 h 88"/>
                <a:gd name="T70" fmla="*/ 20 w 144"/>
                <a:gd name="T71" fmla="*/ 81 h 88"/>
                <a:gd name="T72" fmla="*/ 16 w 144"/>
                <a:gd name="T73" fmla="*/ 81 h 88"/>
                <a:gd name="T74" fmla="*/ 12 w 144"/>
                <a:gd name="T75" fmla="*/ 80 h 88"/>
                <a:gd name="T76" fmla="*/ 9 w 144"/>
                <a:gd name="T77" fmla="*/ 75 h 88"/>
                <a:gd name="T78" fmla="*/ 9 w 144"/>
                <a:gd name="T79" fmla="*/ 71 h 88"/>
                <a:gd name="T80" fmla="*/ 7 w 144"/>
                <a:gd name="T81" fmla="*/ 64 h 88"/>
                <a:gd name="T82" fmla="*/ 1 w 144"/>
                <a:gd name="T83" fmla="*/ 50 h 88"/>
                <a:gd name="T84" fmla="*/ 0 w 144"/>
                <a:gd name="T85" fmla="*/ 47 h 88"/>
                <a:gd name="T86" fmla="*/ 1 w 144"/>
                <a:gd name="T87" fmla="*/ 47 h 88"/>
                <a:gd name="T88" fmla="*/ 3 w 144"/>
                <a:gd name="T89" fmla="*/ 46 h 88"/>
                <a:gd name="T90" fmla="*/ 3 w 144"/>
                <a:gd name="T91" fmla="*/ 35 h 88"/>
                <a:gd name="T92" fmla="*/ 4 w 144"/>
                <a:gd name="T93" fmla="*/ 34 h 88"/>
                <a:gd name="T94" fmla="*/ 7 w 144"/>
                <a:gd name="T95" fmla="*/ 33 h 88"/>
                <a:gd name="T96" fmla="*/ 8 w 144"/>
                <a:gd name="T97" fmla="*/ 26 h 88"/>
                <a:gd name="T98" fmla="*/ 12 w 144"/>
                <a:gd name="T99" fmla="*/ 19 h 88"/>
                <a:gd name="T100" fmla="*/ 24 w 144"/>
                <a:gd name="T101" fmla="*/ 22 h 88"/>
                <a:gd name="T102" fmla="*/ 44 w 144"/>
                <a:gd name="T103" fmla="*/ 31 h 88"/>
                <a:gd name="T104" fmla="*/ 66 w 144"/>
                <a:gd name="T105" fmla="*/ 1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4" h="88">
                  <a:moveTo>
                    <a:pt x="117" y="87"/>
                  </a:moveTo>
                  <a:lnTo>
                    <a:pt x="120" y="88"/>
                  </a:lnTo>
                  <a:lnTo>
                    <a:pt x="119" y="88"/>
                  </a:lnTo>
                  <a:lnTo>
                    <a:pt x="115" y="88"/>
                  </a:lnTo>
                  <a:lnTo>
                    <a:pt x="117" y="87"/>
                  </a:lnTo>
                  <a:close/>
                  <a:moveTo>
                    <a:pt x="133" y="80"/>
                  </a:moveTo>
                  <a:lnTo>
                    <a:pt x="134" y="80"/>
                  </a:lnTo>
                  <a:lnTo>
                    <a:pt x="134" y="81"/>
                  </a:lnTo>
                  <a:lnTo>
                    <a:pt x="136" y="83"/>
                  </a:lnTo>
                  <a:lnTo>
                    <a:pt x="138" y="81"/>
                  </a:lnTo>
                  <a:lnTo>
                    <a:pt x="140" y="81"/>
                  </a:lnTo>
                  <a:lnTo>
                    <a:pt x="142" y="81"/>
                  </a:lnTo>
                  <a:lnTo>
                    <a:pt x="144" y="83"/>
                  </a:lnTo>
                  <a:lnTo>
                    <a:pt x="144" y="83"/>
                  </a:lnTo>
                  <a:lnTo>
                    <a:pt x="144" y="84"/>
                  </a:lnTo>
                  <a:lnTo>
                    <a:pt x="141" y="84"/>
                  </a:lnTo>
                  <a:lnTo>
                    <a:pt x="138" y="87"/>
                  </a:lnTo>
                  <a:lnTo>
                    <a:pt x="136" y="87"/>
                  </a:lnTo>
                  <a:lnTo>
                    <a:pt x="133" y="87"/>
                  </a:lnTo>
                  <a:lnTo>
                    <a:pt x="132" y="85"/>
                  </a:lnTo>
                  <a:lnTo>
                    <a:pt x="129" y="84"/>
                  </a:lnTo>
                  <a:lnTo>
                    <a:pt x="130" y="83"/>
                  </a:lnTo>
                  <a:lnTo>
                    <a:pt x="132" y="81"/>
                  </a:lnTo>
                  <a:lnTo>
                    <a:pt x="133" y="80"/>
                  </a:lnTo>
                  <a:close/>
                  <a:moveTo>
                    <a:pt x="111" y="0"/>
                  </a:moveTo>
                  <a:lnTo>
                    <a:pt x="111" y="5"/>
                  </a:lnTo>
                  <a:lnTo>
                    <a:pt x="121" y="19"/>
                  </a:lnTo>
                  <a:lnTo>
                    <a:pt x="120" y="25"/>
                  </a:lnTo>
                  <a:lnTo>
                    <a:pt x="127" y="33"/>
                  </a:lnTo>
                  <a:lnTo>
                    <a:pt x="124" y="33"/>
                  </a:lnTo>
                  <a:lnTo>
                    <a:pt x="119" y="34"/>
                  </a:lnTo>
                  <a:lnTo>
                    <a:pt x="115" y="39"/>
                  </a:lnTo>
                  <a:lnTo>
                    <a:pt x="115" y="42"/>
                  </a:lnTo>
                  <a:lnTo>
                    <a:pt x="116" y="43"/>
                  </a:lnTo>
                  <a:lnTo>
                    <a:pt x="115" y="43"/>
                  </a:lnTo>
                  <a:lnTo>
                    <a:pt x="116" y="44"/>
                  </a:lnTo>
                  <a:lnTo>
                    <a:pt x="111" y="46"/>
                  </a:lnTo>
                  <a:lnTo>
                    <a:pt x="108" y="48"/>
                  </a:lnTo>
                  <a:lnTo>
                    <a:pt x="104" y="51"/>
                  </a:lnTo>
                  <a:lnTo>
                    <a:pt x="96" y="52"/>
                  </a:lnTo>
                  <a:lnTo>
                    <a:pt x="95" y="54"/>
                  </a:lnTo>
                  <a:lnTo>
                    <a:pt x="82" y="56"/>
                  </a:lnTo>
                  <a:lnTo>
                    <a:pt x="80" y="56"/>
                  </a:lnTo>
                  <a:lnTo>
                    <a:pt x="79" y="58"/>
                  </a:lnTo>
                  <a:lnTo>
                    <a:pt x="76" y="62"/>
                  </a:lnTo>
                  <a:lnTo>
                    <a:pt x="73" y="64"/>
                  </a:lnTo>
                  <a:lnTo>
                    <a:pt x="71" y="64"/>
                  </a:lnTo>
                  <a:lnTo>
                    <a:pt x="70" y="64"/>
                  </a:lnTo>
                  <a:lnTo>
                    <a:pt x="69" y="66"/>
                  </a:lnTo>
                  <a:lnTo>
                    <a:pt x="67" y="66"/>
                  </a:lnTo>
                  <a:lnTo>
                    <a:pt x="66" y="64"/>
                  </a:lnTo>
                  <a:lnTo>
                    <a:pt x="65" y="64"/>
                  </a:lnTo>
                  <a:lnTo>
                    <a:pt x="59" y="68"/>
                  </a:lnTo>
                  <a:lnTo>
                    <a:pt x="59" y="69"/>
                  </a:lnTo>
                  <a:lnTo>
                    <a:pt x="58" y="71"/>
                  </a:lnTo>
                  <a:lnTo>
                    <a:pt x="54" y="71"/>
                  </a:lnTo>
                  <a:lnTo>
                    <a:pt x="48" y="73"/>
                  </a:lnTo>
                  <a:lnTo>
                    <a:pt x="46" y="72"/>
                  </a:lnTo>
                  <a:lnTo>
                    <a:pt x="45" y="71"/>
                  </a:lnTo>
                  <a:lnTo>
                    <a:pt x="42" y="72"/>
                  </a:lnTo>
                  <a:lnTo>
                    <a:pt x="41" y="71"/>
                  </a:lnTo>
                  <a:lnTo>
                    <a:pt x="40" y="71"/>
                  </a:lnTo>
                  <a:lnTo>
                    <a:pt x="38" y="71"/>
                  </a:lnTo>
                  <a:lnTo>
                    <a:pt x="34" y="73"/>
                  </a:lnTo>
                  <a:lnTo>
                    <a:pt x="33" y="76"/>
                  </a:lnTo>
                  <a:lnTo>
                    <a:pt x="32" y="76"/>
                  </a:lnTo>
                  <a:lnTo>
                    <a:pt x="30" y="80"/>
                  </a:lnTo>
                  <a:lnTo>
                    <a:pt x="28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81"/>
                  </a:lnTo>
                  <a:lnTo>
                    <a:pt x="20" y="81"/>
                  </a:lnTo>
                  <a:lnTo>
                    <a:pt x="17" y="81"/>
                  </a:lnTo>
                  <a:lnTo>
                    <a:pt x="16" y="81"/>
                  </a:lnTo>
                  <a:lnTo>
                    <a:pt x="13" y="81"/>
                  </a:lnTo>
                  <a:lnTo>
                    <a:pt x="12" y="80"/>
                  </a:lnTo>
                  <a:lnTo>
                    <a:pt x="12" y="77"/>
                  </a:lnTo>
                  <a:lnTo>
                    <a:pt x="9" y="75"/>
                  </a:lnTo>
                  <a:lnTo>
                    <a:pt x="8" y="71"/>
                  </a:lnTo>
                  <a:lnTo>
                    <a:pt x="9" y="71"/>
                  </a:lnTo>
                  <a:lnTo>
                    <a:pt x="9" y="67"/>
                  </a:lnTo>
                  <a:lnTo>
                    <a:pt x="7" y="64"/>
                  </a:lnTo>
                  <a:lnTo>
                    <a:pt x="5" y="54"/>
                  </a:lnTo>
                  <a:lnTo>
                    <a:pt x="1" y="50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3" y="46"/>
                  </a:lnTo>
                  <a:lnTo>
                    <a:pt x="3" y="42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4" y="34"/>
                  </a:lnTo>
                  <a:lnTo>
                    <a:pt x="5" y="34"/>
                  </a:lnTo>
                  <a:lnTo>
                    <a:pt x="7" y="33"/>
                  </a:lnTo>
                  <a:lnTo>
                    <a:pt x="9" y="30"/>
                  </a:lnTo>
                  <a:lnTo>
                    <a:pt x="8" y="26"/>
                  </a:lnTo>
                  <a:lnTo>
                    <a:pt x="9" y="21"/>
                  </a:lnTo>
                  <a:lnTo>
                    <a:pt x="12" y="19"/>
                  </a:lnTo>
                  <a:lnTo>
                    <a:pt x="16" y="22"/>
                  </a:lnTo>
                  <a:lnTo>
                    <a:pt x="24" y="22"/>
                  </a:lnTo>
                  <a:lnTo>
                    <a:pt x="33" y="26"/>
                  </a:lnTo>
                  <a:lnTo>
                    <a:pt x="44" y="31"/>
                  </a:lnTo>
                  <a:lnTo>
                    <a:pt x="45" y="42"/>
                  </a:lnTo>
                  <a:lnTo>
                    <a:pt x="66" y="13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7" name="Freeform 436"/>
            <p:cNvSpPr>
              <a:spLocks/>
            </p:cNvSpPr>
            <p:nvPr/>
          </p:nvSpPr>
          <p:spPr bwMode="auto">
            <a:xfrm>
              <a:off x="6496134" y="3363218"/>
              <a:ext cx="375586" cy="317219"/>
            </a:xfrm>
            <a:custGeom>
              <a:avLst/>
              <a:gdLst>
                <a:gd name="T0" fmla="*/ 25 w 148"/>
                <a:gd name="T1" fmla="*/ 3 h 125"/>
                <a:gd name="T2" fmla="*/ 34 w 148"/>
                <a:gd name="T3" fmla="*/ 5 h 125"/>
                <a:gd name="T4" fmla="*/ 42 w 148"/>
                <a:gd name="T5" fmla="*/ 7 h 125"/>
                <a:gd name="T6" fmla="*/ 54 w 148"/>
                <a:gd name="T7" fmla="*/ 9 h 125"/>
                <a:gd name="T8" fmla="*/ 59 w 148"/>
                <a:gd name="T9" fmla="*/ 5 h 125"/>
                <a:gd name="T10" fmla="*/ 65 w 148"/>
                <a:gd name="T11" fmla="*/ 1 h 125"/>
                <a:gd name="T12" fmla="*/ 69 w 148"/>
                <a:gd name="T13" fmla="*/ 1 h 125"/>
                <a:gd name="T14" fmla="*/ 68 w 148"/>
                <a:gd name="T15" fmla="*/ 4 h 125"/>
                <a:gd name="T16" fmla="*/ 75 w 148"/>
                <a:gd name="T17" fmla="*/ 3 h 125"/>
                <a:gd name="T18" fmla="*/ 73 w 148"/>
                <a:gd name="T19" fmla="*/ 0 h 125"/>
                <a:gd name="T20" fmla="*/ 81 w 148"/>
                <a:gd name="T21" fmla="*/ 3 h 125"/>
                <a:gd name="T22" fmla="*/ 81 w 148"/>
                <a:gd name="T23" fmla="*/ 5 h 125"/>
                <a:gd name="T24" fmla="*/ 86 w 148"/>
                <a:gd name="T25" fmla="*/ 8 h 125"/>
                <a:gd name="T26" fmla="*/ 89 w 148"/>
                <a:gd name="T27" fmla="*/ 7 h 125"/>
                <a:gd name="T28" fmla="*/ 106 w 148"/>
                <a:gd name="T29" fmla="*/ 5 h 125"/>
                <a:gd name="T30" fmla="*/ 111 w 148"/>
                <a:gd name="T31" fmla="*/ 7 h 125"/>
                <a:gd name="T32" fmla="*/ 118 w 148"/>
                <a:gd name="T33" fmla="*/ 23 h 125"/>
                <a:gd name="T34" fmla="*/ 118 w 148"/>
                <a:gd name="T35" fmla="*/ 30 h 125"/>
                <a:gd name="T36" fmla="*/ 114 w 148"/>
                <a:gd name="T37" fmla="*/ 42 h 125"/>
                <a:gd name="T38" fmla="*/ 113 w 148"/>
                <a:gd name="T39" fmla="*/ 50 h 125"/>
                <a:gd name="T40" fmla="*/ 109 w 148"/>
                <a:gd name="T41" fmla="*/ 49 h 125"/>
                <a:gd name="T42" fmla="*/ 100 w 148"/>
                <a:gd name="T43" fmla="*/ 40 h 125"/>
                <a:gd name="T44" fmla="*/ 94 w 148"/>
                <a:gd name="T45" fmla="*/ 30 h 125"/>
                <a:gd name="T46" fmla="*/ 92 w 148"/>
                <a:gd name="T47" fmla="*/ 25 h 125"/>
                <a:gd name="T48" fmla="*/ 90 w 148"/>
                <a:gd name="T49" fmla="*/ 25 h 125"/>
                <a:gd name="T50" fmla="*/ 92 w 148"/>
                <a:gd name="T51" fmla="*/ 32 h 125"/>
                <a:gd name="T52" fmla="*/ 97 w 148"/>
                <a:gd name="T53" fmla="*/ 41 h 125"/>
                <a:gd name="T54" fmla="*/ 105 w 148"/>
                <a:gd name="T55" fmla="*/ 50 h 125"/>
                <a:gd name="T56" fmla="*/ 109 w 148"/>
                <a:gd name="T57" fmla="*/ 58 h 125"/>
                <a:gd name="T58" fmla="*/ 111 w 148"/>
                <a:gd name="T59" fmla="*/ 66 h 125"/>
                <a:gd name="T60" fmla="*/ 119 w 148"/>
                <a:gd name="T61" fmla="*/ 83 h 125"/>
                <a:gd name="T62" fmla="*/ 127 w 148"/>
                <a:gd name="T63" fmla="*/ 94 h 125"/>
                <a:gd name="T64" fmla="*/ 130 w 148"/>
                <a:gd name="T65" fmla="*/ 95 h 125"/>
                <a:gd name="T66" fmla="*/ 134 w 148"/>
                <a:gd name="T67" fmla="*/ 100 h 125"/>
                <a:gd name="T68" fmla="*/ 130 w 148"/>
                <a:gd name="T69" fmla="*/ 100 h 125"/>
                <a:gd name="T70" fmla="*/ 130 w 148"/>
                <a:gd name="T71" fmla="*/ 107 h 125"/>
                <a:gd name="T72" fmla="*/ 138 w 148"/>
                <a:gd name="T73" fmla="*/ 115 h 125"/>
                <a:gd name="T74" fmla="*/ 143 w 148"/>
                <a:gd name="T75" fmla="*/ 119 h 125"/>
                <a:gd name="T76" fmla="*/ 148 w 148"/>
                <a:gd name="T77" fmla="*/ 124 h 125"/>
                <a:gd name="T78" fmla="*/ 3 w 148"/>
                <a:gd name="T79" fmla="*/ 30 h 125"/>
                <a:gd name="T80" fmla="*/ 2 w 148"/>
                <a:gd name="T81" fmla="*/ 17 h 125"/>
                <a:gd name="T82" fmla="*/ 2 w 148"/>
                <a:gd name="T83" fmla="*/ 8 h 125"/>
                <a:gd name="T84" fmla="*/ 3 w 148"/>
                <a:gd name="T85" fmla="*/ 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25">
                  <a:moveTo>
                    <a:pt x="11" y="0"/>
                  </a:moveTo>
                  <a:lnTo>
                    <a:pt x="15" y="1"/>
                  </a:lnTo>
                  <a:lnTo>
                    <a:pt x="25" y="3"/>
                  </a:lnTo>
                  <a:lnTo>
                    <a:pt x="29" y="3"/>
                  </a:lnTo>
                  <a:lnTo>
                    <a:pt x="31" y="5"/>
                  </a:lnTo>
                  <a:lnTo>
                    <a:pt x="34" y="5"/>
                  </a:lnTo>
                  <a:lnTo>
                    <a:pt x="35" y="5"/>
                  </a:lnTo>
                  <a:lnTo>
                    <a:pt x="38" y="7"/>
                  </a:lnTo>
                  <a:lnTo>
                    <a:pt x="42" y="7"/>
                  </a:lnTo>
                  <a:lnTo>
                    <a:pt x="44" y="7"/>
                  </a:lnTo>
                  <a:lnTo>
                    <a:pt x="50" y="9"/>
                  </a:lnTo>
                  <a:lnTo>
                    <a:pt x="54" y="9"/>
                  </a:lnTo>
                  <a:lnTo>
                    <a:pt x="54" y="8"/>
                  </a:lnTo>
                  <a:lnTo>
                    <a:pt x="56" y="7"/>
                  </a:lnTo>
                  <a:lnTo>
                    <a:pt x="59" y="5"/>
                  </a:lnTo>
                  <a:lnTo>
                    <a:pt x="60" y="4"/>
                  </a:lnTo>
                  <a:lnTo>
                    <a:pt x="64" y="3"/>
                  </a:lnTo>
                  <a:lnTo>
                    <a:pt x="65" y="1"/>
                  </a:lnTo>
                  <a:lnTo>
                    <a:pt x="68" y="1"/>
                  </a:lnTo>
                  <a:lnTo>
                    <a:pt x="71" y="1"/>
                  </a:lnTo>
                  <a:lnTo>
                    <a:pt x="69" y="1"/>
                  </a:lnTo>
                  <a:lnTo>
                    <a:pt x="67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2" y="3"/>
                  </a:lnTo>
                  <a:lnTo>
                    <a:pt x="75" y="3"/>
                  </a:lnTo>
                  <a:lnTo>
                    <a:pt x="75" y="1"/>
                  </a:lnTo>
                  <a:lnTo>
                    <a:pt x="72" y="1"/>
                  </a:lnTo>
                  <a:lnTo>
                    <a:pt x="73" y="0"/>
                  </a:lnTo>
                  <a:lnTo>
                    <a:pt x="77" y="1"/>
                  </a:lnTo>
                  <a:lnTo>
                    <a:pt x="80" y="3"/>
                  </a:lnTo>
                  <a:lnTo>
                    <a:pt x="81" y="3"/>
                  </a:lnTo>
                  <a:lnTo>
                    <a:pt x="82" y="3"/>
                  </a:lnTo>
                  <a:lnTo>
                    <a:pt x="81" y="4"/>
                  </a:lnTo>
                  <a:lnTo>
                    <a:pt x="81" y="5"/>
                  </a:lnTo>
                  <a:lnTo>
                    <a:pt x="84" y="7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5"/>
                  </a:lnTo>
                  <a:lnTo>
                    <a:pt x="85" y="4"/>
                  </a:lnTo>
                  <a:lnTo>
                    <a:pt x="89" y="7"/>
                  </a:lnTo>
                  <a:lnTo>
                    <a:pt x="96" y="5"/>
                  </a:lnTo>
                  <a:lnTo>
                    <a:pt x="102" y="7"/>
                  </a:lnTo>
                  <a:lnTo>
                    <a:pt x="106" y="5"/>
                  </a:lnTo>
                  <a:lnTo>
                    <a:pt x="108" y="3"/>
                  </a:lnTo>
                  <a:lnTo>
                    <a:pt x="109" y="4"/>
                  </a:lnTo>
                  <a:lnTo>
                    <a:pt x="111" y="7"/>
                  </a:lnTo>
                  <a:lnTo>
                    <a:pt x="113" y="12"/>
                  </a:lnTo>
                  <a:lnTo>
                    <a:pt x="115" y="16"/>
                  </a:lnTo>
                  <a:lnTo>
                    <a:pt x="118" y="23"/>
                  </a:lnTo>
                  <a:lnTo>
                    <a:pt x="117" y="25"/>
                  </a:lnTo>
                  <a:lnTo>
                    <a:pt x="118" y="29"/>
                  </a:lnTo>
                  <a:lnTo>
                    <a:pt x="118" y="30"/>
                  </a:lnTo>
                  <a:lnTo>
                    <a:pt x="117" y="37"/>
                  </a:lnTo>
                  <a:lnTo>
                    <a:pt x="117" y="40"/>
                  </a:lnTo>
                  <a:lnTo>
                    <a:pt x="114" y="42"/>
                  </a:lnTo>
                  <a:lnTo>
                    <a:pt x="115" y="44"/>
                  </a:lnTo>
                  <a:lnTo>
                    <a:pt x="115" y="49"/>
                  </a:lnTo>
                  <a:lnTo>
                    <a:pt x="113" y="50"/>
                  </a:lnTo>
                  <a:lnTo>
                    <a:pt x="113" y="51"/>
                  </a:lnTo>
                  <a:lnTo>
                    <a:pt x="113" y="50"/>
                  </a:lnTo>
                  <a:lnTo>
                    <a:pt x="109" y="49"/>
                  </a:lnTo>
                  <a:lnTo>
                    <a:pt x="104" y="42"/>
                  </a:lnTo>
                  <a:lnTo>
                    <a:pt x="104" y="41"/>
                  </a:lnTo>
                  <a:lnTo>
                    <a:pt x="100" y="40"/>
                  </a:lnTo>
                  <a:lnTo>
                    <a:pt x="98" y="37"/>
                  </a:lnTo>
                  <a:lnTo>
                    <a:pt x="98" y="34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3" y="28"/>
                  </a:lnTo>
                  <a:lnTo>
                    <a:pt x="92" y="25"/>
                  </a:lnTo>
                  <a:lnTo>
                    <a:pt x="90" y="25"/>
                  </a:lnTo>
                  <a:lnTo>
                    <a:pt x="90" y="24"/>
                  </a:lnTo>
                  <a:lnTo>
                    <a:pt x="90" y="25"/>
                  </a:lnTo>
                  <a:lnTo>
                    <a:pt x="90" y="26"/>
                  </a:lnTo>
                  <a:lnTo>
                    <a:pt x="90" y="28"/>
                  </a:lnTo>
                  <a:lnTo>
                    <a:pt x="92" y="32"/>
                  </a:lnTo>
                  <a:lnTo>
                    <a:pt x="92" y="34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104" y="46"/>
                  </a:lnTo>
                  <a:lnTo>
                    <a:pt x="105" y="49"/>
                  </a:lnTo>
                  <a:lnTo>
                    <a:pt x="105" y="50"/>
                  </a:lnTo>
                  <a:lnTo>
                    <a:pt x="105" y="53"/>
                  </a:lnTo>
                  <a:lnTo>
                    <a:pt x="109" y="57"/>
                  </a:lnTo>
                  <a:lnTo>
                    <a:pt x="109" y="58"/>
                  </a:lnTo>
                  <a:lnTo>
                    <a:pt x="110" y="59"/>
                  </a:lnTo>
                  <a:lnTo>
                    <a:pt x="110" y="65"/>
                  </a:lnTo>
                  <a:lnTo>
                    <a:pt x="111" y="66"/>
                  </a:lnTo>
                  <a:lnTo>
                    <a:pt x="111" y="69"/>
                  </a:lnTo>
                  <a:lnTo>
                    <a:pt x="119" y="79"/>
                  </a:lnTo>
                  <a:lnTo>
                    <a:pt x="119" y="83"/>
                  </a:lnTo>
                  <a:lnTo>
                    <a:pt x="122" y="84"/>
                  </a:lnTo>
                  <a:lnTo>
                    <a:pt x="126" y="91"/>
                  </a:lnTo>
                  <a:lnTo>
                    <a:pt x="127" y="94"/>
                  </a:lnTo>
                  <a:lnTo>
                    <a:pt x="129" y="96"/>
                  </a:lnTo>
                  <a:lnTo>
                    <a:pt x="129" y="95"/>
                  </a:lnTo>
                  <a:lnTo>
                    <a:pt x="130" y="95"/>
                  </a:lnTo>
                  <a:lnTo>
                    <a:pt x="131" y="99"/>
                  </a:lnTo>
                  <a:lnTo>
                    <a:pt x="133" y="99"/>
                  </a:lnTo>
                  <a:lnTo>
                    <a:pt x="134" y="100"/>
                  </a:lnTo>
                  <a:lnTo>
                    <a:pt x="131" y="100"/>
                  </a:lnTo>
                  <a:lnTo>
                    <a:pt x="130" y="99"/>
                  </a:lnTo>
                  <a:lnTo>
                    <a:pt x="130" y="100"/>
                  </a:lnTo>
                  <a:lnTo>
                    <a:pt x="130" y="101"/>
                  </a:lnTo>
                  <a:lnTo>
                    <a:pt x="130" y="104"/>
                  </a:lnTo>
                  <a:lnTo>
                    <a:pt x="130" y="107"/>
                  </a:lnTo>
                  <a:lnTo>
                    <a:pt x="131" y="112"/>
                  </a:lnTo>
                  <a:lnTo>
                    <a:pt x="135" y="115"/>
                  </a:lnTo>
                  <a:lnTo>
                    <a:pt x="138" y="115"/>
                  </a:lnTo>
                  <a:lnTo>
                    <a:pt x="139" y="115"/>
                  </a:lnTo>
                  <a:lnTo>
                    <a:pt x="140" y="117"/>
                  </a:lnTo>
                  <a:lnTo>
                    <a:pt x="143" y="119"/>
                  </a:lnTo>
                  <a:lnTo>
                    <a:pt x="144" y="120"/>
                  </a:lnTo>
                  <a:lnTo>
                    <a:pt x="147" y="123"/>
                  </a:lnTo>
                  <a:lnTo>
                    <a:pt x="148" y="124"/>
                  </a:lnTo>
                  <a:lnTo>
                    <a:pt x="148" y="124"/>
                  </a:lnTo>
                  <a:lnTo>
                    <a:pt x="7" y="125"/>
                  </a:lnTo>
                  <a:lnTo>
                    <a:pt x="3" y="30"/>
                  </a:lnTo>
                  <a:lnTo>
                    <a:pt x="2" y="25"/>
                  </a:lnTo>
                  <a:lnTo>
                    <a:pt x="0" y="21"/>
                  </a:lnTo>
                  <a:lnTo>
                    <a:pt x="2" y="17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2" y="8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8" name="Freeform 437"/>
            <p:cNvSpPr>
              <a:spLocks/>
            </p:cNvSpPr>
            <p:nvPr/>
          </p:nvSpPr>
          <p:spPr bwMode="auto">
            <a:xfrm>
              <a:off x="6427616" y="3677898"/>
              <a:ext cx="497398" cy="570993"/>
            </a:xfrm>
            <a:custGeom>
              <a:avLst/>
              <a:gdLst>
                <a:gd name="T0" fmla="*/ 175 w 196"/>
                <a:gd name="T1" fmla="*/ 2 h 225"/>
                <a:gd name="T2" fmla="*/ 179 w 196"/>
                <a:gd name="T3" fmla="*/ 10 h 225"/>
                <a:gd name="T4" fmla="*/ 177 w 196"/>
                <a:gd name="T5" fmla="*/ 10 h 225"/>
                <a:gd name="T6" fmla="*/ 182 w 196"/>
                <a:gd name="T7" fmla="*/ 35 h 225"/>
                <a:gd name="T8" fmla="*/ 194 w 196"/>
                <a:gd name="T9" fmla="*/ 46 h 225"/>
                <a:gd name="T10" fmla="*/ 194 w 196"/>
                <a:gd name="T11" fmla="*/ 52 h 225"/>
                <a:gd name="T12" fmla="*/ 185 w 196"/>
                <a:gd name="T13" fmla="*/ 55 h 225"/>
                <a:gd name="T14" fmla="*/ 179 w 196"/>
                <a:gd name="T15" fmla="*/ 60 h 225"/>
                <a:gd name="T16" fmla="*/ 179 w 196"/>
                <a:gd name="T17" fmla="*/ 68 h 225"/>
                <a:gd name="T18" fmla="*/ 174 w 196"/>
                <a:gd name="T19" fmla="*/ 84 h 225"/>
                <a:gd name="T20" fmla="*/ 175 w 196"/>
                <a:gd name="T21" fmla="*/ 95 h 225"/>
                <a:gd name="T22" fmla="*/ 169 w 196"/>
                <a:gd name="T23" fmla="*/ 112 h 225"/>
                <a:gd name="T24" fmla="*/ 160 w 196"/>
                <a:gd name="T25" fmla="*/ 124 h 225"/>
                <a:gd name="T26" fmla="*/ 153 w 196"/>
                <a:gd name="T27" fmla="*/ 137 h 225"/>
                <a:gd name="T28" fmla="*/ 149 w 196"/>
                <a:gd name="T29" fmla="*/ 150 h 225"/>
                <a:gd name="T30" fmla="*/ 145 w 196"/>
                <a:gd name="T31" fmla="*/ 166 h 225"/>
                <a:gd name="T32" fmla="*/ 138 w 196"/>
                <a:gd name="T33" fmla="*/ 167 h 225"/>
                <a:gd name="T34" fmla="*/ 142 w 196"/>
                <a:gd name="T35" fmla="*/ 172 h 225"/>
                <a:gd name="T36" fmla="*/ 149 w 196"/>
                <a:gd name="T37" fmla="*/ 183 h 225"/>
                <a:gd name="T38" fmla="*/ 156 w 196"/>
                <a:gd name="T39" fmla="*/ 187 h 225"/>
                <a:gd name="T40" fmla="*/ 162 w 196"/>
                <a:gd name="T41" fmla="*/ 201 h 225"/>
                <a:gd name="T42" fmla="*/ 150 w 196"/>
                <a:gd name="T43" fmla="*/ 213 h 225"/>
                <a:gd name="T44" fmla="*/ 144 w 196"/>
                <a:gd name="T45" fmla="*/ 220 h 225"/>
                <a:gd name="T46" fmla="*/ 129 w 196"/>
                <a:gd name="T47" fmla="*/ 221 h 225"/>
                <a:gd name="T48" fmla="*/ 124 w 196"/>
                <a:gd name="T49" fmla="*/ 225 h 225"/>
                <a:gd name="T50" fmla="*/ 115 w 196"/>
                <a:gd name="T51" fmla="*/ 221 h 225"/>
                <a:gd name="T52" fmla="*/ 111 w 196"/>
                <a:gd name="T53" fmla="*/ 224 h 225"/>
                <a:gd name="T54" fmla="*/ 106 w 196"/>
                <a:gd name="T55" fmla="*/ 221 h 225"/>
                <a:gd name="T56" fmla="*/ 99 w 196"/>
                <a:gd name="T57" fmla="*/ 214 h 225"/>
                <a:gd name="T58" fmla="*/ 91 w 196"/>
                <a:gd name="T59" fmla="*/ 210 h 225"/>
                <a:gd name="T60" fmla="*/ 84 w 196"/>
                <a:gd name="T61" fmla="*/ 212 h 225"/>
                <a:gd name="T62" fmla="*/ 77 w 196"/>
                <a:gd name="T63" fmla="*/ 214 h 225"/>
                <a:gd name="T64" fmla="*/ 70 w 196"/>
                <a:gd name="T65" fmla="*/ 206 h 225"/>
                <a:gd name="T66" fmla="*/ 65 w 196"/>
                <a:gd name="T67" fmla="*/ 202 h 225"/>
                <a:gd name="T68" fmla="*/ 58 w 196"/>
                <a:gd name="T69" fmla="*/ 193 h 225"/>
                <a:gd name="T70" fmla="*/ 53 w 196"/>
                <a:gd name="T71" fmla="*/ 185 h 225"/>
                <a:gd name="T72" fmla="*/ 45 w 196"/>
                <a:gd name="T73" fmla="*/ 181 h 225"/>
                <a:gd name="T74" fmla="*/ 44 w 196"/>
                <a:gd name="T75" fmla="*/ 175 h 225"/>
                <a:gd name="T76" fmla="*/ 38 w 196"/>
                <a:gd name="T77" fmla="*/ 170 h 225"/>
                <a:gd name="T78" fmla="*/ 29 w 196"/>
                <a:gd name="T79" fmla="*/ 163 h 225"/>
                <a:gd name="T80" fmla="*/ 21 w 196"/>
                <a:gd name="T81" fmla="*/ 162 h 225"/>
                <a:gd name="T82" fmla="*/ 21 w 196"/>
                <a:gd name="T83" fmla="*/ 151 h 225"/>
                <a:gd name="T84" fmla="*/ 12 w 196"/>
                <a:gd name="T85" fmla="*/ 137 h 225"/>
                <a:gd name="T86" fmla="*/ 12 w 196"/>
                <a:gd name="T87" fmla="*/ 131 h 225"/>
                <a:gd name="T88" fmla="*/ 7 w 196"/>
                <a:gd name="T89" fmla="*/ 121 h 225"/>
                <a:gd name="T90" fmla="*/ 7 w 196"/>
                <a:gd name="T91" fmla="*/ 113 h 225"/>
                <a:gd name="T92" fmla="*/ 4 w 196"/>
                <a:gd name="T93" fmla="*/ 108 h 225"/>
                <a:gd name="T94" fmla="*/ 7 w 196"/>
                <a:gd name="T95" fmla="*/ 99 h 225"/>
                <a:gd name="T96" fmla="*/ 9 w 196"/>
                <a:gd name="T97" fmla="*/ 91 h 225"/>
                <a:gd name="T98" fmla="*/ 16 w 196"/>
                <a:gd name="T99" fmla="*/ 77 h 225"/>
                <a:gd name="T100" fmla="*/ 24 w 196"/>
                <a:gd name="T101" fmla="*/ 29 h 225"/>
                <a:gd name="T102" fmla="*/ 175 w 196"/>
                <a:gd name="T103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6" h="225">
                  <a:moveTo>
                    <a:pt x="175" y="0"/>
                  </a:moveTo>
                  <a:lnTo>
                    <a:pt x="175" y="1"/>
                  </a:lnTo>
                  <a:lnTo>
                    <a:pt x="175" y="1"/>
                  </a:lnTo>
                  <a:lnTo>
                    <a:pt x="175" y="2"/>
                  </a:lnTo>
                  <a:lnTo>
                    <a:pt x="175" y="2"/>
                  </a:lnTo>
                  <a:lnTo>
                    <a:pt x="175" y="4"/>
                  </a:lnTo>
                  <a:lnTo>
                    <a:pt x="175" y="4"/>
                  </a:lnTo>
                  <a:lnTo>
                    <a:pt x="177" y="5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79" y="12"/>
                  </a:lnTo>
                  <a:lnTo>
                    <a:pt x="179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7" y="10"/>
                  </a:lnTo>
                  <a:lnTo>
                    <a:pt x="178" y="13"/>
                  </a:lnTo>
                  <a:lnTo>
                    <a:pt x="181" y="21"/>
                  </a:lnTo>
                  <a:lnTo>
                    <a:pt x="181" y="26"/>
                  </a:lnTo>
                  <a:lnTo>
                    <a:pt x="181" y="30"/>
                  </a:lnTo>
                  <a:lnTo>
                    <a:pt x="182" y="35"/>
                  </a:lnTo>
                  <a:lnTo>
                    <a:pt x="185" y="39"/>
                  </a:lnTo>
                  <a:lnTo>
                    <a:pt x="186" y="39"/>
                  </a:lnTo>
                  <a:lnTo>
                    <a:pt x="191" y="43"/>
                  </a:lnTo>
                  <a:lnTo>
                    <a:pt x="191" y="46"/>
                  </a:lnTo>
                  <a:lnTo>
                    <a:pt x="194" y="46"/>
                  </a:lnTo>
                  <a:lnTo>
                    <a:pt x="196" y="47"/>
                  </a:lnTo>
                  <a:lnTo>
                    <a:pt x="196" y="49"/>
                  </a:lnTo>
                  <a:lnTo>
                    <a:pt x="196" y="49"/>
                  </a:lnTo>
                  <a:lnTo>
                    <a:pt x="195" y="51"/>
                  </a:lnTo>
                  <a:lnTo>
                    <a:pt x="194" y="52"/>
                  </a:lnTo>
                  <a:lnTo>
                    <a:pt x="191" y="52"/>
                  </a:lnTo>
                  <a:lnTo>
                    <a:pt x="191" y="54"/>
                  </a:lnTo>
                  <a:lnTo>
                    <a:pt x="189" y="54"/>
                  </a:lnTo>
                  <a:lnTo>
                    <a:pt x="187" y="55"/>
                  </a:lnTo>
                  <a:lnTo>
                    <a:pt x="185" y="55"/>
                  </a:lnTo>
                  <a:lnTo>
                    <a:pt x="185" y="56"/>
                  </a:lnTo>
                  <a:lnTo>
                    <a:pt x="185" y="58"/>
                  </a:lnTo>
                  <a:lnTo>
                    <a:pt x="185" y="59"/>
                  </a:lnTo>
                  <a:lnTo>
                    <a:pt x="181" y="59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8" y="66"/>
                  </a:lnTo>
                  <a:lnTo>
                    <a:pt x="179" y="66"/>
                  </a:lnTo>
                  <a:lnTo>
                    <a:pt x="181" y="67"/>
                  </a:lnTo>
                  <a:lnTo>
                    <a:pt x="179" y="68"/>
                  </a:lnTo>
                  <a:lnTo>
                    <a:pt x="178" y="72"/>
                  </a:lnTo>
                  <a:lnTo>
                    <a:pt x="177" y="77"/>
                  </a:lnTo>
                  <a:lnTo>
                    <a:pt x="175" y="80"/>
                  </a:lnTo>
                  <a:lnTo>
                    <a:pt x="175" y="83"/>
                  </a:lnTo>
                  <a:lnTo>
                    <a:pt x="174" y="84"/>
                  </a:lnTo>
                  <a:lnTo>
                    <a:pt x="174" y="87"/>
                  </a:lnTo>
                  <a:lnTo>
                    <a:pt x="175" y="92"/>
                  </a:lnTo>
                  <a:lnTo>
                    <a:pt x="175" y="95"/>
                  </a:lnTo>
                  <a:lnTo>
                    <a:pt x="177" y="95"/>
                  </a:lnTo>
                  <a:lnTo>
                    <a:pt x="175" y="95"/>
                  </a:lnTo>
                  <a:lnTo>
                    <a:pt x="174" y="99"/>
                  </a:lnTo>
                  <a:lnTo>
                    <a:pt x="174" y="102"/>
                  </a:lnTo>
                  <a:lnTo>
                    <a:pt x="171" y="108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6" y="113"/>
                  </a:lnTo>
                  <a:lnTo>
                    <a:pt x="166" y="114"/>
                  </a:lnTo>
                  <a:lnTo>
                    <a:pt x="163" y="120"/>
                  </a:lnTo>
                  <a:lnTo>
                    <a:pt x="163" y="121"/>
                  </a:lnTo>
                  <a:lnTo>
                    <a:pt x="160" y="124"/>
                  </a:lnTo>
                  <a:lnTo>
                    <a:pt x="158" y="127"/>
                  </a:lnTo>
                  <a:lnTo>
                    <a:pt x="156" y="135"/>
                  </a:lnTo>
                  <a:lnTo>
                    <a:pt x="154" y="135"/>
                  </a:lnTo>
                  <a:lnTo>
                    <a:pt x="154" y="135"/>
                  </a:lnTo>
                  <a:lnTo>
                    <a:pt x="153" y="137"/>
                  </a:lnTo>
                  <a:lnTo>
                    <a:pt x="150" y="141"/>
                  </a:lnTo>
                  <a:lnTo>
                    <a:pt x="150" y="143"/>
                  </a:lnTo>
                  <a:lnTo>
                    <a:pt x="150" y="145"/>
                  </a:lnTo>
                  <a:lnTo>
                    <a:pt x="150" y="147"/>
                  </a:lnTo>
                  <a:lnTo>
                    <a:pt x="149" y="150"/>
                  </a:lnTo>
                  <a:lnTo>
                    <a:pt x="148" y="152"/>
                  </a:lnTo>
                  <a:lnTo>
                    <a:pt x="148" y="158"/>
                  </a:lnTo>
                  <a:lnTo>
                    <a:pt x="148" y="163"/>
                  </a:lnTo>
                  <a:lnTo>
                    <a:pt x="146" y="164"/>
                  </a:lnTo>
                  <a:lnTo>
                    <a:pt x="145" y="166"/>
                  </a:lnTo>
                  <a:lnTo>
                    <a:pt x="144" y="166"/>
                  </a:lnTo>
                  <a:lnTo>
                    <a:pt x="142" y="164"/>
                  </a:lnTo>
                  <a:lnTo>
                    <a:pt x="141" y="166"/>
                  </a:lnTo>
                  <a:lnTo>
                    <a:pt x="138" y="164"/>
                  </a:lnTo>
                  <a:lnTo>
                    <a:pt x="138" y="167"/>
                  </a:lnTo>
                  <a:lnTo>
                    <a:pt x="137" y="168"/>
                  </a:lnTo>
                  <a:lnTo>
                    <a:pt x="135" y="171"/>
                  </a:lnTo>
                  <a:lnTo>
                    <a:pt x="136" y="172"/>
                  </a:lnTo>
                  <a:lnTo>
                    <a:pt x="137" y="172"/>
                  </a:lnTo>
                  <a:lnTo>
                    <a:pt x="142" y="172"/>
                  </a:lnTo>
                  <a:lnTo>
                    <a:pt x="144" y="174"/>
                  </a:lnTo>
                  <a:lnTo>
                    <a:pt x="146" y="176"/>
                  </a:lnTo>
                  <a:lnTo>
                    <a:pt x="146" y="177"/>
                  </a:lnTo>
                  <a:lnTo>
                    <a:pt x="148" y="179"/>
                  </a:lnTo>
                  <a:lnTo>
                    <a:pt x="149" y="183"/>
                  </a:lnTo>
                  <a:lnTo>
                    <a:pt x="152" y="184"/>
                  </a:lnTo>
                  <a:lnTo>
                    <a:pt x="152" y="184"/>
                  </a:lnTo>
                  <a:lnTo>
                    <a:pt x="153" y="185"/>
                  </a:lnTo>
                  <a:lnTo>
                    <a:pt x="154" y="185"/>
                  </a:lnTo>
                  <a:lnTo>
                    <a:pt x="156" y="187"/>
                  </a:lnTo>
                  <a:lnTo>
                    <a:pt x="157" y="189"/>
                  </a:lnTo>
                  <a:lnTo>
                    <a:pt x="160" y="191"/>
                  </a:lnTo>
                  <a:lnTo>
                    <a:pt x="160" y="196"/>
                  </a:lnTo>
                  <a:lnTo>
                    <a:pt x="161" y="197"/>
                  </a:lnTo>
                  <a:lnTo>
                    <a:pt x="162" y="201"/>
                  </a:lnTo>
                  <a:lnTo>
                    <a:pt x="158" y="205"/>
                  </a:lnTo>
                  <a:lnTo>
                    <a:pt x="154" y="210"/>
                  </a:lnTo>
                  <a:lnTo>
                    <a:pt x="153" y="209"/>
                  </a:lnTo>
                  <a:lnTo>
                    <a:pt x="152" y="212"/>
                  </a:lnTo>
                  <a:lnTo>
                    <a:pt x="150" y="213"/>
                  </a:lnTo>
                  <a:lnTo>
                    <a:pt x="149" y="213"/>
                  </a:lnTo>
                  <a:lnTo>
                    <a:pt x="148" y="216"/>
                  </a:lnTo>
                  <a:lnTo>
                    <a:pt x="148" y="216"/>
                  </a:lnTo>
                  <a:lnTo>
                    <a:pt x="145" y="217"/>
                  </a:lnTo>
                  <a:lnTo>
                    <a:pt x="144" y="220"/>
                  </a:lnTo>
                  <a:lnTo>
                    <a:pt x="141" y="221"/>
                  </a:lnTo>
                  <a:lnTo>
                    <a:pt x="138" y="220"/>
                  </a:lnTo>
                  <a:lnTo>
                    <a:pt x="135" y="220"/>
                  </a:lnTo>
                  <a:lnTo>
                    <a:pt x="132" y="221"/>
                  </a:lnTo>
                  <a:lnTo>
                    <a:pt x="129" y="221"/>
                  </a:lnTo>
                  <a:lnTo>
                    <a:pt x="129" y="221"/>
                  </a:lnTo>
                  <a:lnTo>
                    <a:pt x="127" y="221"/>
                  </a:lnTo>
                  <a:lnTo>
                    <a:pt x="125" y="222"/>
                  </a:lnTo>
                  <a:lnTo>
                    <a:pt x="125" y="225"/>
                  </a:lnTo>
                  <a:lnTo>
                    <a:pt x="124" y="225"/>
                  </a:lnTo>
                  <a:lnTo>
                    <a:pt x="121" y="224"/>
                  </a:lnTo>
                  <a:lnTo>
                    <a:pt x="121" y="222"/>
                  </a:lnTo>
                  <a:lnTo>
                    <a:pt x="119" y="221"/>
                  </a:lnTo>
                  <a:lnTo>
                    <a:pt x="117" y="222"/>
                  </a:lnTo>
                  <a:lnTo>
                    <a:pt x="115" y="221"/>
                  </a:lnTo>
                  <a:lnTo>
                    <a:pt x="112" y="220"/>
                  </a:lnTo>
                  <a:lnTo>
                    <a:pt x="111" y="221"/>
                  </a:lnTo>
                  <a:lnTo>
                    <a:pt x="111" y="222"/>
                  </a:lnTo>
                  <a:lnTo>
                    <a:pt x="111" y="224"/>
                  </a:lnTo>
                  <a:lnTo>
                    <a:pt x="111" y="224"/>
                  </a:lnTo>
                  <a:lnTo>
                    <a:pt x="109" y="224"/>
                  </a:lnTo>
                  <a:lnTo>
                    <a:pt x="107" y="224"/>
                  </a:lnTo>
                  <a:lnTo>
                    <a:pt x="107" y="224"/>
                  </a:lnTo>
                  <a:lnTo>
                    <a:pt x="107" y="222"/>
                  </a:lnTo>
                  <a:lnTo>
                    <a:pt x="106" y="221"/>
                  </a:lnTo>
                  <a:lnTo>
                    <a:pt x="106" y="220"/>
                  </a:lnTo>
                  <a:lnTo>
                    <a:pt x="104" y="218"/>
                  </a:lnTo>
                  <a:lnTo>
                    <a:pt x="103" y="217"/>
                  </a:lnTo>
                  <a:lnTo>
                    <a:pt x="100" y="216"/>
                  </a:lnTo>
                  <a:lnTo>
                    <a:pt x="99" y="214"/>
                  </a:lnTo>
                  <a:lnTo>
                    <a:pt x="98" y="213"/>
                  </a:lnTo>
                  <a:lnTo>
                    <a:pt x="96" y="210"/>
                  </a:lnTo>
                  <a:lnTo>
                    <a:pt x="95" y="209"/>
                  </a:lnTo>
                  <a:lnTo>
                    <a:pt x="92" y="209"/>
                  </a:lnTo>
                  <a:lnTo>
                    <a:pt x="91" y="210"/>
                  </a:lnTo>
                  <a:lnTo>
                    <a:pt x="90" y="212"/>
                  </a:lnTo>
                  <a:lnTo>
                    <a:pt x="88" y="213"/>
                  </a:lnTo>
                  <a:lnTo>
                    <a:pt x="87" y="213"/>
                  </a:lnTo>
                  <a:lnTo>
                    <a:pt x="87" y="212"/>
                  </a:lnTo>
                  <a:lnTo>
                    <a:pt x="84" y="212"/>
                  </a:lnTo>
                  <a:lnTo>
                    <a:pt x="82" y="212"/>
                  </a:lnTo>
                  <a:lnTo>
                    <a:pt x="81" y="213"/>
                  </a:lnTo>
                  <a:lnTo>
                    <a:pt x="79" y="214"/>
                  </a:lnTo>
                  <a:lnTo>
                    <a:pt x="78" y="214"/>
                  </a:lnTo>
                  <a:lnTo>
                    <a:pt x="77" y="214"/>
                  </a:lnTo>
                  <a:lnTo>
                    <a:pt x="74" y="212"/>
                  </a:lnTo>
                  <a:lnTo>
                    <a:pt x="73" y="210"/>
                  </a:lnTo>
                  <a:lnTo>
                    <a:pt x="71" y="210"/>
                  </a:lnTo>
                  <a:lnTo>
                    <a:pt x="70" y="208"/>
                  </a:lnTo>
                  <a:lnTo>
                    <a:pt x="70" y="206"/>
                  </a:lnTo>
                  <a:lnTo>
                    <a:pt x="69" y="206"/>
                  </a:lnTo>
                  <a:lnTo>
                    <a:pt x="69" y="206"/>
                  </a:lnTo>
                  <a:lnTo>
                    <a:pt x="69" y="205"/>
                  </a:lnTo>
                  <a:lnTo>
                    <a:pt x="66" y="202"/>
                  </a:lnTo>
                  <a:lnTo>
                    <a:pt x="65" y="202"/>
                  </a:lnTo>
                  <a:lnTo>
                    <a:pt x="65" y="199"/>
                  </a:lnTo>
                  <a:lnTo>
                    <a:pt x="65" y="197"/>
                  </a:lnTo>
                  <a:lnTo>
                    <a:pt x="62" y="196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58" y="192"/>
                  </a:lnTo>
                  <a:lnTo>
                    <a:pt x="57" y="191"/>
                  </a:lnTo>
                  <a:lnTo>
                    <a:pt x="54" y="189"/>
                  </a:lnTo>
                  <a:lnTo>
                    <a:pt x="54" y="188"/>
                  </a:lnTo>
                  <a:lnTo>
                    <a:pt x="53" y="185"/>
                  </a:lnTo>
                  <a:lnTo>
                    <a:pt x="53" y="184"/>
                  </a:lnTo>
                  <a:lnTo>
                    <a:pt x="49" y="181"/>
                  </a:lnTo>
                  <a:lnTo>
                    <a:pt x="48" y="181"/>
                  </a:lnTo>
                  <a:lnTo>
                    <a:pt x="46" y="180"/>
                  </a:lnTo>
                  <a:lnTo>
                    <a:pt x="45" y="181"/>
                  </a:lnTo>
                  <a:lnTo>
                    <a:pt x="42" y="180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6"/>
                  </a:lnTo>
                  <a:lnTo>
                    <a:pt x="44" y="175"/>
                  </a:lnTo>
                  <a:lnTo>
                    <a:pt x="44" y="174"/>
                  </a:lnTo>
                  <a:lnTo>
                    <a:pt x="42" y="172"/>
                  </a:lnTo>
                  <a:lnTo>
                    <a:pt x="41" y="172"/>
                  </a:lnTo>
                  <a:lnTo>
                    <a:pt x="38" y="171"/>
                  </a:lnTo>
                  <a:lnTo>
                    <a:pt x="38" y="170"/>
                  </a:lnTo>
                  <a:lnTo>
                    <a:pt x="36" y="168"/>
                  </a:lnTo>
                  <a:lnTo>
                    <a:pt x="34" y="168"/>
                  </a:lnTo>
                  <a:lnTo>
                    <a:pt x="32" y="167"/>
                  </a:lnTo>
                  <a:lnTo>
                    <a:pt x="29" y="166"/>
                  </a:lnTo>
                  <a:lnTo>
                    <a:pt x="29" y="163"/>
                  </a:lnTo>
                  <a:lnTo>
                    <a:pt x="29" y="162"/>
                  </a:lnTo>
                  <a:lnTo>
                    <a:pt x="29" y="160"/>
                  </a:lnTo>
                  <a:lnTo>
                    <a:pt x="25" y="160"/>
                  </a:lnTo>
                  <a:lnTo>
                    <a:pt x="24" y="162"/>
                  </a:lnTo>
                  <a:lnTo>
                    <a:pt x="21" y="162"/>
                  </a:lnTo>
                  <a:lnTo>
                    <a:pt x="20" y="160"/>
                  </a:lnTo>
                  <a:lnTo>
                    <a:pt x="20" y="156"/>
                  </a:lnTo>
                  <a:lnTo>
                    <a:pt x="20" y="154"/>
                  </a:lnTo>
                  <a:lnTo>
                    <a:pt x="21" y="154"/>
                  </a:lnTo>
                  <a:lnTo>
                    <a:pt x="21" y="151"/>
                  </a:lnTo>
                  <a:lnTo>
                    <a:pt x="21" y="149"/>
                  </a:lnTo>
                  <a:lnTo>
                    <a:pt x="19" y="145"/>
                  </a:lnTo>
                  <a:lnTo>
                    <a:pt x="16" y="141"/>
                  </a:lnTo>
                  <a:lnTo>
                    <a:pt x="15" y="139"/>
                  </a:lnTo>
                  <a:lnTo>
                    <a:pt x="12" y="137"/>
                  </a:lnTo>
                  <a:lnTo>
                    <a:pt x="13" y="137"/>
                  </a:lnTo>
                  <a:lnTo>
                    <a:pt x="13" y="134"/>
                  </a:lnTo>
                  <a:lnTo>
                    <a:pt x="12" y="133"/>
                  </a:lnTo>
                  <a:lnTo>
                    <a:pt x="12" y="133"/>
                  </a:lnTo>
                  <a:lnTo>
                    <a:pt x="12" y="131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8" y="126"/>
                  </a:lnTo>
                  <a:lnTo>
                    <a:pt x="7" y="124"/>
                  </a:lnTo>
                  <a:lnTo>
                    <a:pt x="7" y="121"/>
                  </a:lnTo>
                  <a:lnTo>
                    <a:pt x="5" y="118"/>
                  </a:lnTo>
                  <a:lnTo>
                    <a:pt x="7" y="117"/>
                  </a:lnTo>
                  <a:lnTo>
                    <a:pt x="5" y="116"/>
                  </a:lnTo>
                  <a:lnTo>
                    <a:pt x="7" y="116"/>
                  </a:lnTo>
                  <a:lnTo>
                    <a:pt x="7" y="113"/>
                  </a:lnTo>
                  <a:lnTo>
                    <a:pt x="5" y="113"/>
                  </a:lnTo>
                  <a:lnTo>
                    <a:pt x="3" y="116"/>
                  </a:lnTo>
                  <a:lnTo>
                    <a:pt x="0" y="114"/>
                  </a:lnTo>
                  <a:lnTo>
                    <a:pt x="0" y="112"/>
                  </a:lnTo>
                  <a:lnTo>
                    <a:pt x="4" y="108"/>
                  </a:lnTo>
                  <a:lnTo>
                    <a:pt x="5" y="105"/>
                  </a:lnTo>
                  <a:lnTo>
                    <a:pt x="5" y="102"/>
                  </a:lnTo>
                  <a:lnTo>
                    <a:pt x="3" y="101"/>
                  </a:lnTo>
                  <a:lnTo>
                    <a:pt x="4" y="100"/>
                  </a:lnTo>
                  <a:lnTo>
                    <a:pt x="7" y="99"/>
                  </a:lnTo>
                  <a:lnTo>
                    <a:pt x="8" y="96"/>
                  </a:lnTo>
                  <a:lnTo>
                    <a:pt x="7" y="95"/>
                  </a:lnTo>
                  <a:lnTo>
                    <a:pt x="5" y="93"/>
                  </a:lnTo>
                  <a:lnTo>
                    <a:pt x="8" y="91"/>
                  </a:lnTo>
                  <a:lnTo>
                    <a:pt x="9" y="91"/>
                  </a:lnTo>
                  <a:lnTo>
                    <a:pt x="13" y="85"/>
                  </a:lnTo>
                  <a:lnTo>
                    <a:pt x="15" y="83"/>
                  </a:lnTo>
                  <a:lnTo>
                    <a:pt x="13" y="81"/>
                  </a:lnTo>
                  <a:lnTo>
                    <a:pt x="13" y="79"/>
                  </a:lnTo>
                  <a:lnTo>
                    <a:pt x="16" y="77"/>
                  </a:lnTo>
                  <a:lnTo>
                    <a:pt x="19" y="77"/>
                  </a:lnTo>
                  <a:lnTo>
                    <a:pt x="20" y="77"/>
                  </a:lnTo>
                  <a:lnTo>
                    <a:pt x="23" y="76"/>
                  </a:lnTo>
                  <a:lnTo>
                    <a:pt x="24" y="76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25"/>
                  </a:lnTo>
                  <a:lnTo>
                    <a:pt x="34" y="24"/>
                  </a:lnTo>
                  <a:lnTo>
                    <a:pt x="34" y="1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9" name="Freeform 438"/>
            <p:cNvSpPr>
              <a:spLocks/>
            </p:cNvSpPr>
            <p:nvPr/>
          </p:nvSpPr>
          <p:spPr bwMode="auto">
            <a:xfrm>
              <a:off x="6770211" y="3898682"/>
              <a:ext cx="459333" cy="347672"/>
            </a:xfrm>
            <a:custGeom>
              <a:avLst/>
              <a:gdLst>
                <a:gd name="T0" fmla="*/ 54 w 181"/>
                <a:gd name="T1" fmla="*/ 2 h 137"/>
                <a:gd name="T2" fmla="*/ 63 w 181"/>
                <a:gd name="T3" fmla="*/ 2 h 137"/>
                <a:gd name="T4" fmla="*/ 67 w 181"/>
                <a:gd name="T5" fmla="*/ 2 h 137"/>
                <a:gd name="T6" fmla="*/ 73 w 181"/>
                <a:gd name="T7" fmla="*/ 5 h 137"/>
                <a:gd name="T8" fmla="*/ 80 w 181"/>
                <a:gd name="T9" fmla="*/ 6 h 137"/>
                <a:gd name="T10" fmla="*/ 86 w 181"/>
                <a:gd name="T11" fmla="*/ 13 h 137"/>
                <a:gd name="T12" fmla="*/ 93 w 181"/>
                <a:gd name="T13" fmla="*/ 14 h 137"/>
                <a:gd name="T14" fmla="*/ 100 w 181"/>
                <a:gd name="T15" fmla="*/ 21 h 137"/>
                <a:gd name="T16" fmla="*/ 105 w 181"/>
                <a:gd name="T17" fmla="*/ 26 h 137"/>
                <a:gd name="T18" fmla="*/ 110 w 181"/>
                <a:gd name="T19" fmla="*/ 31 h 137"/>
                <a:gd name="T20" fmla="*/ 106 w 181"/>
                <a:gd name="T21" fmla="*/ 38 h 137"/>
                <a:gd name="T22" fmla="*/ 105 w 181"/>
                <a:gd name="T23" fmla="*/ 44 h 137"/>
                <a:gd name="T24" fmla="*/ 109 w 181"/>
                <a:gd name="T25" fmla="*/ 48 h 137"/>
                <a:gd name="T26" fmla="*/ 117 w 181"/>
                <a:gd name="T27" fmla="*/ 47 h 137"/>
                <a:gd name="T28" fmla="*/ 119 w 181"/>
                <a:gd name="T29" fmla="*/ 60 h 137"/>
                <a:gd name="T30" fmla="*/ 123 w 181"/>
                <a:gd name="T31" fmla="*/ 68 h 137"/>
                <a:gd name="T32" fmla="*/ 165 w 181"/>
                <a:gd name="T33" fmla="*/ 83 h 137"/>
                <a:gd name="T34" fmla="*/ 136 w 181"/>
                <a:gd name="T35" fmla="*/ 118 h 137"/>
                <a:gd name="T36" fmla="*/ 125 w 181"/>
                <a:gd name="T37" fmla="*/ 121 h 137"/>
                <a:gd name="T38" fmla="*/ 118 w 181"/>
                <a:gd name="T39" fmla="*/ 126 h 137"/>
                <a:gd name="T40" fmla="*/ 107 w 181"/>
                <a:gd name="T41" fmla="*/ 130 h 137"/>
                <a:gd name="T42" fmla="*/ 104 w 181"/>
                <a:gd name="T43" fmla="*/ 131 h 137"/>
                <a:gd name="T44" fmla="*/ 96 w 181"/>
                <a:gd name="T45" fmla="*/ 129 h 137"/>
                <a:gd name="T46" fmla="*/ 88 w 181"/>
                <a:gd name="T47" fmla="*/ 130 h 137"/>
                <a:gd name="T48" fmla="*/ 81 w 181"/>
                <a:gd name="T49" fmla="*/ 131 h 137"/>
                <a:gd name="T50" fmla="*/ 75 w 181"/>
                <a:gd name="T51" fmla="*/ 137 h 137"/>
                <a:gd name="T52" fmla="*/ 67 w 181"/>
                <a:gd name="T53" fmla="*/ 135 h 137"/>
                <a:gd name="T54" fmla="*/ 59 w 181"/>
                <a:gd name="T55" fmla="*/ 133 h 137"/>
                <a:gd name="T56" fmla="*/ 48 w 181"/>
                <a:gd name="T57" fmla="*/ 125 h 137"/>
                <a:gd name="T58" fmla="*/ 38 w 181"/>
                <a:gd name="T59" fmla="*/ 125 h 137"/>
                <a:gd name="T60" fmla="*/ 32 w 181"/>
                <a:gd name="T61" fmla="*/ 115 h 137"/>
                <a:gd name="T62" fmla="*/ 27 w 181"/>
                <a:gd name="T63" fmla="*/ 113 h 137"/>
                <a:gd name="T64" fmla="*/ 25 w 181"/>
                <a:gd name="T65" fmla="*/ 109 h 137"/>
                <a:gd name="T66" fmla="*/ 21 w 181"/>
                <a:gd name="T67" fmla="*/ 100 h 137"/>
                <a:gd name="T68" fmla="*/ 17 w 181"/>
                <a:gd name="T69" fmla="*/ 97 h 137"/>
                <a:gd name="T70" fmla="*/ 13 w 181"/>
                <a:gd name="T71" fmla="*/ 92 h 137"/>
                <a:gd name="T72" fmla="*/ 9 w 181"/>
                <a:gd name="T73" fmla="*/ 87 h 137"/>
                <a:gd name="T74" fmla="*/ 1 w 181"/>
                <a:gd name="T75" fmla="*/ 85 h 137"/>
                <a:gd name="T76" fmla="*/ 3 w 181"/>
                <a:gd name="T77" fmla="*/ 80 h 137"/>
                <a:gd name="T78" fmla="*/ 7 w 181"/>
                <a:gd name="T79" fmla="*/ 77 h 137"/>
                <a:gd name="T80" fmla="*/ 11 w 181"/>
                <a:gd name="T81" fmla="*/ 77 h 137"/>
                <a:gd name="T82" fmla="*/ 13 w 181"/>
                <a:gd name="T83" fmla="*/ 65 h 137"/>
                <a:gd name="T84" fmla="*/ 15 w 181"/>
                <a:gd name="T85" fmla="*/ 58 h 137"/>
                <a:gd name="T86" fmla="*/ 18 w 181"/>
                <a:gd name="T87" fmla="*/ 50 h 137"/>
                <a:gd name="T88" fmla="*/ 21 w 181"/>
                <a:gd name="T89" fmla="*/ 48 h 137"/>
                <a:gd name="T90" fmla="*/ 28 w 181"/>
                <a:gd name="T91" fmla="*/ 34 h 137"/>
                <a:gd name="T92" fmla="*/ 31 w 181"/>
                <a:gd name="T93" fmla="*/ 26 h 137"/>
                <a:gd name="T94" fmla="*/ 36 w 181"/>
                <a:gd name="T95" fmla="*/ 21 h 137"/>
                <a:gd name="T96" fmla="*/ 40 w 181"/>
                <a:gd name="T97" fmla="*/ 8 h 137"/>
                <a:gd name="T98" fmla="*/ 46 w 181"/>
                <a:gd name="T99" fmla="*/ 8 h 137"/>
                <a:gd name="T100" fmla="*/ 51 w 181"/>
                <a:gd name="T101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1" h="137">
                  <a:moveTo>
                    <a:pt x="51" y="0"/>
                  </a:moveTo>
                  <a:lnTo>
                    <a:pt x="52" y="1"/>
                  </a:lnTo>
                  <a:lnTo>
                    <a:pt x="54" y="2"/>
                  </a:lnTo>
                  <a:lnTo>
                    <a:pt x="57" y="4"/>
                  </a:lnTo>
                  <a:lnTo>
                    <a:pt x="60" y="4"/>
                  </a:lnTo>
                  <a:lnTo>
                    <a:pt x="63" y="2"/>
                  </a:lnTo>
                  <a:lnTo>
                    <a:pt x="64" y="1"/>
                  </a:lnTo>
                  <a:lnTo>
                    <a:pt x="67" y="2"/>
                  </a:lnTo>
                  <a:lnTo>
                    <a:pt x="67" y="2"/>
                  </a:lnTo>
                  <a:lnTo>
                    <a:pt x="69" y="2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5" y="4"/>
                  </a:lnTo>
                  <a:lnTo>
                    <a:pt x="77" y="5"/>
                  </a:lnTo>
                  <a:lnTo>
                    <a:pt x="80" y="6"/>
                  </a:lnTo>
                  <a:lnTo>
                    <a:pt x="81" y="6"/>
                  </a:lnTo>
                  <a:lnTo>
                    <a:pt x="85" y="10"/>
                  </a:lnTo>
                  <a:lnTo>
                    <a:pt x="86" y="13"/>
                  </a:lnTo>
                  <a:lnTo>
                    <a:pt x="90" y="13"/>
                  </a:lnTo>
                  <a:lnTo>
                    <a:pt x="90" y="14"/>
                  </a:lnTo>
                  <a:lnTo>
                    <a:pt x="93" y="14"/>
                  </a:lnTo>
                  <a:lnTo>
                    <a:pt x="93" y="15"/>
                  </a:lnTo>
                  <a:lnTo>
                    <a:pt x="96" y="17"/>
                  </a:lnTo>
                  <a:lnTo>
                    <a:pt x="100" y="21"/>
                  </a:lnTo>
                  <a:lnTo>
                    <a:pt x="102" y="21"/>
                  </a:lnTo>
                  <a:lnTo>
                    <a:pt x="104" y="23"/>
                  </a:lnTo>
                  <a:lnTo>
                    <a:pt x="105" y="26"/>
                  </a:lnTo>
                  <a:lnTo>
                    <a:pt x="105" y="27"/>
                  </a:lnTo>
                  <a:lnTo>
                    <a:pt x="106" y="27"/>
                  </a:lnTo>
                  <a:lnTo>
                    <a:pt x="110" y="31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6" y="38"/>
                  </a:lnTo>
                  <a:lnTo>
                    <a:pt x="106" y="40"/>
                  </a:lnTo>
                  <a:lnTo>
                    <a:pt x="105" y="43"/>
                  </a:lnTo>
                  <a:lnTo>
                    <a:pt x="105" y="44"/>
                  </a:lnTo>
                  <a:lnTo>
                    <a:pt x="104" y="47"/>
                  </a:lnTo>
                  <a:lnTo>
                    <a:pt x="105" y="48"/>
                  </a:lnTo>
                  <a:lnTo>
                    <a:pt x="109" y="48"/>
                  </a:lnTo>
                  <a:lnTo>
                    <a:pt x="111" y="47"/>
                  </a:lnTo>
                  <a:lnTo>
                    <a:pt x="115" y="46"/>
                  </a:lnTo>
                  <a:lnTo>
                    <a:pt x="117" y="47"/>
                  </a:lnTo>
                  <a:lnTo>
                    <a:pt x="117" y="48"/>
                  </a:lnTo>
                  <a:lnTo>
                    <a:pt x="117" y="54"/>
                  </a:lnTo>
                  <a:lnTo>
                    <a:pt x="119" y="60"/>
                  </a:lnTo>
                  <a:lnTo>
                    <a:pt x="122" y="62"/>
                  </a:lnTo>
                  <a:lnTo>
                    <a:pt x="122" y="64"/>
                  </a:lnTo>
                  <a:lnTo>
                    <a:pt x="123" y="68"/>
                  </a:lnTo>
                  <a:lnTo>
                    <a:pt x="127" y="69"/>
                  </a:lnTo>
                  <a:lnTo>
                    <a:pt x="131" y="72"/>
                  </a:lnTo>
                  <a:lnTo>
                    <a:pt x="165" y="83"/>
                  </a:lnTo>
                  <a:lnTo>
                    <a:pt x="181" y="83"/>
                  </a:lnTo>
                  <a:lnTo>
                    <a:pt x="143" y="119"/>
                  </a:lnTo>
                  <a:lnTo>
                    <a:pt x="136" y="118"/>
                  </a:lnTo>
                  <a:lnTo>
                    <a:pt x="129" y="119"/>
                  </a:lnTo>
                  <a:lnTo>
                    <a:pt x="127" y="121"/>
                  </a:lnTo>
                  <a:lnTo>
                    <a:pt x="125" y="121"/>
                  </a:lnTo>
                  <a:lnTo>
                    <a:pt x="122" y="122"/>
                  </a:lnTo>
                  <a:lnTo>
                    <a:pt x="121" y="125"/>
                  </a:lnTo>
                  <a:lnTo>
                    <a:pt x="118" y="126"/>
                  </a:lnTo>
                  <a:lnTo>
                    <a:pt x="115" y="127"/>
                  </a:lnTo>
                  <a:lnTo>
                    <a:pt x="111" y="129"/>
                  </a:lnTo>
                  <a:lnTo>
                    <a:pt x="107" y="130"/>
                  </a:lnTo>
                  <a:lnTo>
                    <a:pt x="107" y="131"/>
                  </a:lnTo>
                  <a:lnTo>
                    <a:pt x="106" y="131"/>
                  </a:lnTo>
                  <a:lnTo>
                    <a:pt x="104" y="131"/>
                  </a:lnTo>
                  <a:lnTo>
                    <a:pt x="100" y="133"/>
                  </a:lnTo>
                  <a:lnTo>
                    <a:pt x="97" y="131"/>
                  </a:lnTo>
                  <a:lnTo>
                    <a:pt x="96" y="129"/>
                  </a:lnTo>
                  <a:lnTo>
                    <a:pt x="94" y="127"/>
                  </a:lnTo>
                  <a:lnTo>
                    <a:pt x="89" y="129"/>
                  </a:lnTo>
                  <a:lnTo>
                    <a:pt x="88" y="130"/>
                  </a:lnTo>
                  <a:lnTo>
                    <a:pt x="85" y="130"/>
                  </a:lnTo>
                  <a:lnTo>
                    <a:pt x="82" y="130"/>
                  </a:lnTo>
                  <a:lnTo>
                    <a:pt x="81" y="131"/>
                  </a:lnTo>
                  <a:lnTo>
                    <a:pt x="79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2" y="137"/>
                  </a:lnTo>
                  <a:lnTo>
                    <a:pt x="69" y="137"/>
                  </a:lnTo>
                  <a:lnTo>
                    <a:pt x="67" y="135"/>
                  </a:lnTo>
                  <a:lnTo>
                    <a:pt x="63" y="135"/>
                  </a:lnTo>
                  <a:lnTo>
                    <a:pt x="60" y="135"/>
                  </a:lnTo>
                  <a:lnTo>
                    <a:pt x="59" y="133"/>
                  </a:lnTo>
                  <a:lnTo>
                    <a:pt x="56" y="130"/>
                  </a:lnTo>
                  <a:lnTo>
                    <a:pt x="51" y="126"/>
                  </a:lnTo>
                  <a:lnTo>
                    <a:pt x="48" y="125"/>
                  </a:lnTo>
                  <a:lnTo>
                    <a:pt x="43" y="125"/>
                  </a:lnTo>
                  <a:lnTo>
                    <a:pt x="40" y="125"/>
                  </a:lnTo>
                  <a:lnTo>
                    <a:pt x="38" y="125"/>
                  </a:lnTo>
                  <a:lnTo>
                    <a:pt x="35" y="125"/>
                  </a:lnTo>
                  <a:lnTo>
                    <a:pt x="32" y="122"/>
                  </a:lnTo>
                  <a:lnTo>
                    <a:pt x="32" y="115"/>
                  </a:lnTo>
                  <a:lnTo>
                    <a:pt x="31" y="114"/>
                  </a:lnTo>
                  <a:lnTo>
                    <a:pt x="28" y="115"/>
                  </a:lnTo>
                  <a:lnTo>
                    <a:pt x="27" y="113"/>
                  </a:lnTo>
                  <a:lnTo>
                    <a:pt x="27" y="114"/>
                  </a:lnTo>
                  <a:lnTo>
                    <a:pt x="26" y="110"/>
                  </a:lnTo>
                  <a:lnTo>
                    <a:pt x="25" y="109"/>
                  </a:lnTo>
                  <a:lnTo>
                    <a:pt x="25" y="104"/>
                  </a:lnTo>
                  <a:lnTo>
                    <a:pt x="22" y="102"/>
                  </a:lnTo>
                  <a:lnTo>
                    <a:pt x="21" y="100"/>
                  </a:lnTo>
                  <a:lnTo>
                    <a:pt x="19" y="98"/>
                  </a:lnTo>
                  <a:lnTo>
                    <a:pt x="18" y="98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14" y="96"/>
                  </a:lnTo>
                  <a:lnTo>
                    <a:pt x="13" y="92"/>
                  </a:lnTo>
                  <a:lnTo>
                    <a:pt x="11" y="90"/>
                  </a:lnTo>
                  <a:lnTo>
                    <a:pt x="11" y="89"/>
                  </a:lnTo>
                  <a:lnTo>
                    <a:pt x="9" y="87"/>
                  </a:lnTo>
                  <a:lnTo>
                    <a:pt x="7" y="85"/>
                  </a:lnTo>
                  <a:lnTo>
                    <a:pt x="2" y="85"/>
                  </a:lnTo>
                  <a:lnTo>
                    <a:pt x="1" y="85"/>
                  </a:lnTo>
                  <a:lnTo>
                    <a:pt x="0" y="84"/>
                  </a:lnTo>
                  <a:lnTo>
                    <a:pt x="2" y="81"/>
                  </a:lnTo>
                  <a:lnTo>
                    <a:pt x="3" y="80"/>
                  </a:lnTo>
                  <a:lnTo>
                    <a:pt x="3" y="77"/>
                  </a:lnTo>
                  <a:lnTo>
                    <a:pt x="6" y="79"/>
                  </a:lnTo>
                  <a:lnTo>
                    <a:pt x="7" y="77"/>
                  </a:lnTo>
                  <a:lnTo>
                    <a:pt x="9" y="79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3" y="76"/>
                  </a:lnTo>
                  <a:lnTo>
                    <a:pt x="13" y="71"/>
                  </a:lnTo>
                  <a:lnTo>
                    <a:pt x="13" y="65"/>
                  </a:lnTo>
                  <a:lnTo>
                    <a:pt x="14" y="63"/>
                  </a:lnTo>
                  <a:lnTo>
                    <a:pt x="15" y="60"/>
                  </a:lnTo>
                  <a:lnTo>
                    <a:pt x="15" y="58"/>
                  </a:lnTo>
                  <a:lnTo>
                    <a:pt x="15" y="56"/>
                  </a:lnTo>
                  <a:lnTo>
                    <a:pt x="15" y="54"/>
                  </a:lnTo>
                  <a:lnTo>
                    <a:pt x="18" y="50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3" y="40"/>
                  </a:lnTo>
                  <a:lnTo>
                    <a:pt x="25" y="37"/>
                  </a:lnTo>
                  <a:lnTo>
                    <a:pt x="28" y="34"/>
                  </a:lnTo>
                  <a:lnTo>
                    <a:pt x="28" y="33"/>
                  </a:lnTo>
                  <a:lnTo>
                    <a:pt x="31" y="27"/>
                  </a:lnTo>
                  <a:lnTo>
                    <a:pt x="31" y="26"/>
                  </a:lnTo>
                  <a:lnTo>
                    <a:pt x="34" y="25"/>
                  </a:lnTo>
                  <a:lnTo>
                    <a:pt x="35" y="25"/>
                  </a:lnTo>
                  <a:lnTo>
                    <a:pt x="36" y="21"/>
                  </a:lnTo>
                  <a:lnTo>
                    <a:pt x="39" y="15"/>
                  </a:lnTo>
                  <a:lnTo>
                    <a:pt x="39" y="12"/>
                  </a:lnTo>
                  <a:lnTo>
                    <a:pt x="40" y="8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0" name="Freeform 439"/>
            <p:cNvSpPr>
              <a:spLocks/>
            </p:cNvSpPr>
            <p:nvPr/>
          </p:nvSpPr>
          <p:spPr bwMode="auto">
            <a:xfrm>
              <a:off x="6869184" y="3802248"/>
              <a:ext cx="200483" cy="175105"/>
            </a:xfrm>
            <a:custGeom>
              <a:avLst/>
              <a:gdLst>
                <a:gd name="T0" fmla="*/ 24 w 79"/>
                <a:gd name="T1" fmla="*/ 0 h 69"/>
                <a:gd name="T2" fmla="*/ 30 w 79"/>
                <a:gd name="T3" fmla="*/ 15 h 69"/>
                <a:gd name="T4" fmla="*/ 33 w 79"/>
                <a:gd name="T5" fmla="*/ 25 h 69"/>
                <a:gd name="T6" fmla="*/ 34 w 79"/>
                <a:gd name="T7" fmla="*/ 28 h 69"/>
                <a:gd name="T8" fmla="*/ 37 w 79"/>
                <a:gd name="T9" fmla="*/ 31 h 69"/>
                <a:gd name="T10" fmla="*/ 40 w 79"/>
                <a:gd name="T11" fmla="*/ 35 h 69"/>
                <a:gd name="T12" fmla="*/ 38 w 79"/>
                <a:gd name="T13" fmla="*/ 32 h 69"/>
                <a:gd name="T14" fmla="*/ 40 w 79"/>
                <a:gd name="T15" fmla="*/ 30 h 69"/>
                <a:gd name="T16" fmla="*/ 41 w 79"/>
                <a:gd name="T17" fmla="*/ 34 h 69"/>
                <a:gd name="T18" fmla="*/ 45 w 79"/>
                <a:gd name="T19" fmla="*/ 38 h 69"/>
                <a:gd name="T20" fmla="*/ 47 w 79"/>
                <a:gd name="T21" fmla="*/ 36 h 69"/>
                <a:gd name="T22" fmla="*/ 50 w 79"/>
                <a:gd name="T23" fmla="*/ 36 h 69"/>
                <a:gd name="T24" fmla="*/ 53 w 79"/>
                <a:gd name="T25" fmla="*/ 40 h 69"/>
                <a:gd name="T26" fmla="*/ 57 w 79"/>
                <a:gd name="T27" fmla="*/ 43 h 69"/>
                <a:gd name="T28" fmla="*/ 62 w 79"/>
                <a:gd name="T29" fmla="*/ 50 h 69"/>
                <a:gd name="T30" fmla="*/ 67 w 79"/>
                <a:gd name="T31" fmla="*/ 53 h 69"/>
                <a:gd name="T32" fmla="*/ 67 w 79"/>
                <a:gd name="T33" fmla="*/ 52 h 69"/>
                <a:gd name="T34" fmla="*/ 71 w 79"/>
                <a:gd name="T35" fmla="*/ 59 h 69"/>
                <a:gd name="T36" fmla="*/ 74 w 79"/>
                <a:gd name="T37" fmla="*/ 61 h 69"/>
                <a:gd name="T38" fmla="*/ 74 w 79"/>
                <a:gd name="T39" fmla="*/ 64 h 69"/>
                <a:gd name="T40" fmla="*/ 76 w 79"/>
                <a:gd name="T41" fmla="*/ 65 h 69"/>
                <a:gd name="T42" fmla="*/ 78 w 79"/>
                <a:gd name="T43" fmla="*/ 65 h 69"/>
                <a:gd name="T44" fmla="*/ 76 w 79"/>
                <a:gd name="T45" fmla="*/ 68 h 69"/>
                <a:gd name="T46" fmla="*/ 74 w 79"/>
                <a:gd name="T47" fmla="*/ 69 h 69"/>
                <a:gd name="T48" fmla="*/ 67 w 79"/>
                <a:gd name="T49" fmla="*/ 65 h 69"/>
                <a:gd name="T50" fmla="*/ 66 w 79"/>
                <a:gd name="T51" fmla="*/ 64 h 69"/>
                <a:gd name="T52" fmla="*/ 63 w 79"/>
                <a:gd name="T53" fmla="*/ 59 h 69"/>
                <a:gd name="T54" fmla="*/ 57 w 79"/>
                <a:gd name="T55" fmla="*/ 55 h 69"/>
                <a:gd name="T56" fmla="*/ 54 w 79"/>
                <a:gd name="T57" fmla="*/ 52 h 69"/>
                <a:gd name="T58" fmla="*/ 51 w 79"/>
                <a:gd name="T59" fmla="*/ 51 h 69"/>
                <a:gd name="T60" fmla="*/ 46 w 79"/>
                <a:gd name="T61" fmla="*/ 48 h 69"/>
                <a:gd name="T62" fmla="*/ 41 w 79"/>
                <a:gd name="T63" fmla="*/ 44 h 69"/>
                <a:gd name="T64" fmla="*/ 36 w 79"/>
                <a:gd name="T65" fmla="*/ 42 h 69"/>
                <a:gd name="T66" fmla="*/ 34 w 79"/>
                <a:gd name="T67" fmla="*/ 43 h 69"/>
                <a:gd name="T68" fmla="*/ 28 w 79"/>
                <a:gd name="T69" fmla="*/ 40 h 69"/>
                <a:gd name="T70" fmla="*/ 25 w 79"/>
                <a:gd name="T71" fmla="*/ 39 h 69"/>
                <a:gd name="T72" fmla="*/ 21 w 79"/>
                <a:gd name="T73" fmla="*/ 42 h 69"/>
                <a:gd name="T74" fmla="*/ 15 w 79"/>
                <a:gd name="T75" fmla="*/ 40 h 69"/>
                <a:gd name="T76" fmla="*/ 12 w 79"/>
                <a:gd name="T77" fmla="*/ 38 h 69"/>
                <a:gd name="T78" fmla="*/ 7 w 79"/>
                <a:gd name="T79" fmla="*/ 44 h 69"/>
                <a:gd name="T80" fmla="*/ 4 w 79"/>
                <a:gd name="T81" fmla="*/ 46 h 69"/>
                <a:gd name="T82" fmla="*/ 1 w 79"/>
                <a:gd name="T83" fmla="*/ 43 h 69"/>
                <a:gd name="T84" fmla="*/ 0 w 79"/>
                <a:gd name="T85" fmla="*/ 35 h 69"/>
                <a:gd name="T86" fmla="*/ 1 w 79"/>
                <a:gd name="T87" fmla="*/ 31 h 69"/>
                <a:gd name="T88" fmla="*/ 4 w 79"/>
                <a:gd name="T89" fmla="*/ 23 h 69"/>
                <a:gd name="T90" fmla="*/ 7 w 79"/>
                <a:gd name="T91" fmla="*/ 18 h 69"/>
                <a:gd name="T92" fmla="*/ 4 w 79"/>
                <a:gd name="T93" fmla="*/ 17 h 69"/>
                <a:gd name="T94" fmla="*/ 5 w 79"/>
                <a:gd name="T95" fmla="*/ 11 h 69"/>
                <a:gd name="T96" fmla="*/ 11 w 79"/>
                <a:gd name="T97" fmla="*/ 10 h 69"/>
                <a:gd name="T98" fmla="*/ 11 w 79"/>
                <a:gd name="T99" fmla="*/ 7 h 69"/>
                <a:gd name="T100" fmla="*/ 13 w 79"/>
                <a:gd name="T101" fmla="*/ 6 h 69"/>
                <a:gd name="T102" fmla="*/ 17 w 79"/>
                <a:gd name="T103" fmla="*/ 5 h 69"/>
                <a:gd name="T104" fmla="*/ 20 w 79"/>
                <a:gd name="T105" fmla="*/ 3 h 69"/>
                <a:gd name="T106" fmla="*/ 22 w 79"/>
                <a:gd name="T10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9" h="69">
                  <a:moveTo>
                    <a:pt x="22" y="0"/>
                  </a:moveTo>
                  <a:lnTo>
                    <a:pt x="24" y="0"/>
                  </a:lnTo>
                  <a:lnTo>
                    <a:pt x="26" y="2"/>
                  </a:lnTo>
                  <a:lnTo>
                    <a:pt x="30" y="15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6" y="28"/>
                  </a:lnTo>
                  <a:lnTo>
                    <a:pt x="37" y="31"/>
                  </a:lnTo>
                  <a:lnTo>
                    <a:pt x="37" y="35"/>
                  </a:lnTo>
                  <a:lnTo>
                    <a:pt x="40" y="35"/>
                  </a:lnTo>
                  <a:lnTo>
                    <a:pt x="40" y="32"/>
                  </a:lnTo>
                  <a:lnTo>
                    <a:pt x="38" y="32"/>
                  </a:lnTo>
                  <a:lnTo>
                    <a:pt x="38" y="30"/>
                  </a:lnTo>
                  <a:lnTo>
                    <a:pt x="40" y="30"/>
                  </a:lnTo>
                  <a:lnTo>
                    <a:pt x="42" y="32"/>
                  </a:lnTo>
                  <a:lnTo>
                    <a:pt x="41" y="34"/>
                  </a:lnTo>
                  <a:lnTo>
                    <a:pt x="43" y="36"/>
                  </a:lnTo>
                  <a:lnTo>
                    <a:pt x="45" y="38"/>
                  </a:lnTo>
                  <a:lnTo>
                    <a:pt x="46" y="38"/>
                  </a:lnTo>
                  <a:lnTo>
                    <a:pt x="47" y="36"/>
                  </a:lnTo>
                  <a:lnTo>
                    <a:pt x="47" y="38"/>
                  </a:lnTo>
                  <a:lnTo>
                    <a:pt x="50" y="36"/>
                  </a:lnTo>
                  <a:lnTo>
                    <a:pt x="51" y="39"/>
                  </a:lnTo>
                  <a:lnTo>
                    <a:pt x="53" y="40"/>
                  </a:lnTo>
                  <a:lnTo>
                    <a:pt x="57" y="42"/>
                  </a:lnTo>
                  <a:lnTo>
                    <a:pt x="57" y="43"/>
                  </a:lnTo>
                  <a:lnTo>
                    <a:pt x="61" y="47"/>
                  </a:lnTo>
                  <a:lnTo>
                    <a:pt x="62" y="50"/>
                  </a:lnTo>
                  <a:lnTo>
                    <a:pt x="65" y="51"/>
                  </a:lnTo>
                  <a:lnTo>
                    <a:pt x="67" y="53"/>
                  </a:lnTo>
                  <a:lnTo>
                    <a:pt x="67" y="53"/>
                  </a:lnTo>
                  <a:lnTo>
                    <a:pt x="67" y="52"/>
                  </a:lnTo>
                  <a:lnTo>
                    <a:pt x="68" y="53"/>
                  </a:lnTo>
                  <a:lnTo>
                    <a:pt x="71" y="59"/>
                  </a:lnTo>
                  <a:lnTo>
                    <a:pt x="72" y="59"/>
                  </a:lnTo>
                  <a:lnTo>
                    <a:pt x="74" y="61"/>
                  </a:lnTo>
                  <a:lnTo>
                    <a:pt x="74" y="61"/>
                  </a:lnTo>
                  <a:lnTo>
                    <a:pt x="74" y="64"/>
                  </a:lnTo>
                  <a:lnTo>
                    <a:pt x="75" y="64"/>
                  </a:lnTo>
                  <a:lnTo>
                    <a:pt x="76" y="65"/>
                  </a:lnTo>
                  <a:lnTo>
                    <a:pt x="78" y="64"/>
                  </a:lnTo>
                  <a:lnTo>
                    <a:pt x="78" y="65"/>
                  </a:lnTo>
                  <a:lnTo>
                    <a:pt x="79" y="65"/>
                  </a:lnTo>
                  <a:lnTo>
                    <a:pt x="76" y="68"/>
                  </a:lnTo>
                  <a:lnTo>
                    <a:pt x="75" y="68"/>
                  </a:lnTo>
                  <a:lnTo>
                    <a:pt x="74" y="69"/>
                  </a:lnTo>
                  <a:lnTo>
                    <a:pt x="71" y="69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6" y="64"/>
                  </a:lnTo>
                  <a:lnTo>
                    <a:pt x="65" y="61"/>
                  </a:lnTo>
                  <a:lnTo>
                    <a:pt x="63" y="59"/>
                  </a:lnTo>
                  <a:lnTo>
                    <a:pt x="61" y="59"/>
                  </a:lnTo>
                  <a:lnTo>
                    <a:pt x="57" y="55"/>
                  </a:lnTo>
                  <a:lnTo>
                    <a:pt x="54" y="53"/>
                  </a:lnTo>
                  <a:lnTo>
                    <a:pt x="54" y="52"/>
                  </a:lnTo>
                  <a:lnTo>
                    <a:pt x="51" y="52"/>
                  </a:lnTo>
                  <a:lnTo>
                    <a:pt x="51" y="51"/>
                  </a:lnTo>
                  <a:lnTo>
                    <a:pt x="47" y="51"/>
                  </a:lnTo>
                  <a:lnTo>
                    <a:pt x="46" y="48"/>
                  </a:lnTo>
                  <a:lnTo>
                    <a:pt x="42" y="44"/>
                  </a:lnTo>
                  <a:lnTo>
                    <a:pt x="41" y="44"/>
                  </a:lnTo>
                  <a:lnTo>
                    <a:pt x="38" y="43"/>
                  </a:lnTo>
                  <a:lnTo>
                    <a:pt x="36" y="42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0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5" y="39"/>
                  </a:lnTo>
                  <a:lnTo>
                    <a:pt x="24" y="40"/>
                  </a:lnTo>
                  <a:lnTo>
                    <a:pt x="21" y="42"/>
                  </a:lnTo>
                  <a:lnTo>
                    <a:pt x="18" y="42"/>
                  </a:lnTo>
                  <a:lnTo>
                    <a:pt x="15" y="40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9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4" y="46"/>
                  </a:lnTo>
                  <a:lnTo>
                    <a:pt x="1" y="46"/>
                  </a:lnTo>
                  <a:lnTo>
                    <a:pt x="1" y="43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1" y="34"/>
                  </a:lnTo>
                  <a:lnTo>
                    <a:pt x="1" y="31"/>
                  </a:lnTo>
                  <a:lnTo>
                    <a:pt x="3" y="28"/>
                  </a:lnTo>
                  <a:lnTo>
                    <a:pt x="4" y="23"/>
                  </a:lnTo>
                  <a:lnTo>
                    <a:pt x="5" y="19"/>
                  </a:lnTo>
                  <a:lnTo>
                    <a:pt x="7" y="18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20" y="3"/>
                  </a:lnTo>
                  <a:lnTo>
                    <a:pt x="21" y="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1" name="Freeform 440"/>
            <p:cNvSpPr>
              <a:spLocks/>
            </p:cNvSpPr>
            <p:nvPr/>
          </p:nvSpPr>
          <p:spPr bwMode="auto">
            <a:xfrm>
              <a:off x="7034136" y="3967201"/>
              <a:ext cx="45679" cy="53293"/>
            </a:xfrm>
            <a:custGeom>
              <a:avLst/>
              <a:gdLst>
                <a:gd name="T0" fmla="*/ 14 w 18"/>
                <a:gd name="T1" fmla="*/ 0 h 21"/>
                <a:gd name="T2" fmla="*/ 14 w 18"/>
                <a:gd name="T3" fmla="*/ 0 h 21"/>
                <a:gd name="T4" fmla="*/ 14 w 18"/>
                <a:gd name="T5" fmla="*/ 0 h 21"/>
                <a:gd name="T6" fmla="*/ 17 w 18"/>
                <a:gd name="T7" fmla="*/ 3 h 21"/>
                <a:gd name="T8" fmla="*/ 17 w 18"/>
                <a:gd name="T9" fmla="*/ 3 h 21"/>
                <a:gd name="T10" fmla="*/ 17 w 18"/>
                <a:gd name="T11" fmla="*/ 4 h 21"/>
                <a:gd name="T12" fmla="*/ 18 w 18"/>
                <a:gd name="T13" fmla="*/ 8 h 21"/>
                <a:gd name="T14" fmla="*/ 17 w 18"/>
                <a:gd name="T15" fmla="*/ 8 h 21"/>
                <a:gd name="T16" fmla="*/ 14 w 18"/>
                <a:gd name="T17" fmla="*/ 11 h 21"/>
                <a:gd name="T18" fmla="*/ 13 w 18"/>
                <a:gd name="T19" fmla="*/ 11 h 21"/>
                <a:gd name="T20" fmla="*/ 11 w 18"/>
                <a:gd name="T21" fmla="*/ 13 h 21"/>
                <a:gd name="T22" fmla="*/ 9 w 18"/>
                <a:gd name="T23" fmla="*/ 13 h 21"/>
                <a:gd name="T24" fmla="*/ 10 w 18"/>
                <a:gd name="T25" fmla="*/ 15 h 21"/>
                <a:gd name="T26" fmla="*/ 10 w 18"/>
                <a:gd name="T27" fmla="*/ 15 h 21"/>
                <a:gd name="T28" fmla="*/ 13 w 18"/>
                <a:gd name="T29" fmla="*/ 15 h 21"/>
                <a:gd name="T30" fmla="*/ 15 w 18"/>
                <a:gd name="T31" fmla="*/ 13 h 21"/>
                <a:gd name="T32" fmla="*/ 15 w 18"/>
                <a:gd name="T33" fmla="*/ 15 h 21"/>
                <a:gd name="T34" fmla="*/ 13 w 18"/>
                <a:gd name="T35" fmla="*/ 20 h 21"/>
                <a:gd name="T36" fmla="*/ 13 w 18"/>
                <a:gd name="T37" fmla="*/ 20 h 21"/>
                <a:gd name="T38" fmla="*/ 11 w 18"/>
                <a:gd name="T39" fmla="*/ 19 h 21"/>
                <a:gd name="T40" fmla="*/ 7 w 18"/>
                <a:gd name="T41" fmla="*/ 20 h 21"/>
                <a:gd name="T42" fmla="*/ 5 w 18"/>
                <a:gd name="T43" fmla="*/ 21 h 21"/>
                <a:gd name="T44" fmla="*/ 1 w 18"/>
                <a:gd name="T45" fmla="*/ 21 h 21"/>
                <a:gd name="T46" fmla="*/ 0 w 18"/>
                <a:gd name="T47" fmla="*/ 20 h 21"/>
                <a:gd name="T48" fmla="*/ 1 w 18"/>
                <a:gd name="T49" fmla="*/ 17 h 21"/>
                <a:gd name="T50" fmla="*/ 1 w 18"/>
                <a:gd name="T51" fmla="*/ 16 h 21"/>
                <a:gd name="T52" fmla="*/ 2 w 18"/>
                <a:gd name="T53" fmla="*/ 13 h 21"/>
                <a:gd name="T54" fmla="*/ 2 w 18"/>
                <a:gd name="T55" fmla="*/ 11 h 21"/>
                <a:gd name="T56" fmla="*/ 3 w 18"/>
                <a:gd name="T57" fmla="*/ 8 h 21"/>
                <a:gd name="T58" fmla="*/ 3 w 18"/>
                <a:gd name="T59" fmla="*/ 6 h 21"/>
                <a:gd name="T60" fmla="*/ 9 w 18"/>
                <a:gd name="T61" fmla="*/ 4 h 21"/>
                <a:gd name="T62" fmla="*/ 10 w 18"/>
                <a:gd name="T63" fmla="*/ 3 h 21"/>
                <a:gd name="T64" fmla="*/ 11 w 18"/>
                <a:gd name="T65" fmla="*/ 3 h 21"/>
                <a:gd name="T66" fmla="*/ 14 w 18"/>
                <a:gd name="T6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1">
                  <a:moveTo>
                    <a:pt x="14" y="0"/>
                  </a:moveTo>
                  <a:lnTo>
                    <a:pt x="14" y="0"/>
                  </a:lnTo>
                  <a:lnTo>
                    <a:pt x="14" y="0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9" y="13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3" y="15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1" y="19"/>
                  </a:lnTo>
                  <a:lnTo>
                    <a:pt x="7" y="20"/>
                  </a:lnTo>
                  <a:lnTo>
                    <a:pt x="5" y="21"/>
                  </a:lnTo>
                  <a:lnTo>
                    <a:pt x="1" y="21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3" y="8"/>
                  </a:lnTo>
                  <a:lnTo>
                    <a:pt x="3" y="6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2" name="Freeform 441"/>
            <p:cNvSpPr>
              <a:spLocks/>
            </p:cNvSpPr>
            <p:nvPr/>
          </p:nvSpPr>
          <p:spPr bwMode="auto">
            <a:xfrm>
              <a:off x="7013834" y="3992578"/>
              <a:ext cx="307068" cy="406039"/>
            </a:xfrm>
            <a:custGeom>
              <a:avLst/>
              <a:gdLst>
                <a:gd name="T0" fmla="*/ 118 w 121"/>
                <a:gd name="T1" fmla="*/ 1 h 160"/>
                <a:gd name="T2" fmla="*/ 119 w 121"/>
                <a:gd name="T3" fmla="*/ 3 h 160"/>
                <a:gd name="T4" fmla="*/ 118 w 121"/>
                <a:gd name="T5" fmla="*/ 7 h 160"/>
                <a:gd name="T6" fmla="*/ 119 w 121"/>
                <a:gd name="T7" fmla="*/ 10 h 160"/>
                <a:gd name="T8" fmla="*/ 118 w 121"/>
                <a:gd name="T9" fmla="*/ 15 h 160"/>
                <a:gd name="T10" fmla="*/ 119 w 121"/>
                <a:gd name="T11" fmla="*/ 18 h 160"/>
                <a:gd name="T12" fmla="*/ 121 w 121"/>
                <a:gd name="T13" fmla="*/ 19 h 160"/>
                <a:gd name="T14" fmla="*/ 118 w 121"/>
                <a:gd name="T15" fmla="*/ 19 h 160"/>
                <a:gd name="T16" fmla="*/ 117 w 121"/>
                <a:gd name="T17" fmla="*/ 25 h 160"/>
                <a:gd name="T18" fmla="*/ 116 w 121"/>
                <a:gd name="T19" fmla="*/ 31 h 160"/>
                <a:gd name="T20" fmla="*/ 108 w 121"/>
                <a:gd name="T21" fmla="*/ 46 h 160"/>
                <a:gd name="T22" fmla="*/ 104 w 121"/>
                <a:gd name="T23" fmla="*/ 50 h 160"/>
                <a:gd name="T24" fmla="*/ 96 w 121"/>
                <a:gd name="T25" fmla="*/ 65 h 160"/>
                <a:gd name="T26" fmla="*/ 92 w 121"/>
                <a:gd name="T27" fmla="*/ 77 h 160"/>
                <a:gd name="T28" fmla="*/ 79 w 121"/>
                <a:gd name="T29" fmla="*/ 94 h 160"/>
                <a:gd name="T30" fmla="*/ 54 w 121"/>
                <a:gd name="T31" fmla="*/ 118 h 160"/>
                <a:gd name="T32" fmla="*/ 42 w 121"/>
                <a:gd name="T33" fmla="*/ 125 h 160"/>
                <a:gd name="T34" fmla="*/ 26 w 121"/>
                <a:gd name="T35" fmla="*/ 140 h 160"/>
                <a:gd name="T36" fmla="*/ 22 w 121"/>
                <a:gd name="T37" fmla="*/ 143 h 160"/>
                <a:gd name="T38" fmla="*/ 8 w 121"/>
                <a:gd name="T39" fmla="*/ 159 h 160"/>
                <a:gd name="T40" fmla="*/ 0 w 121"/>
                <a:gd name="T41" fmla="*/ 105 h 160"/>
                <a:gd name="T42" fmla="*/ 11 w 121"/>
                <a:gd name="T43" fmla="*/ 94 h 160"/>
                <a:gd name="T44" fmla="*/ 19 w 121"/>
                <a:gd name="T45" fmla="*/ 90 h 160"/>
                <a:gd name="T46" fmla="*/ 26 w 121"/>
                <a:gd name="T47" fmla="*/ 85 h 160"/>
                <a:gd name="T48" fmla="*/ 33 w 121"/>
                <a:gd name="T49" fmla="*/ 82 h 160"/>
                <a:gd name="T50" fmla="*/ 85 w 121"/>
                <a:gd name="T51" fmla="*/ 46 h 160"/>
                <a:gd name="T52" fmla="*/ 31 w 121"/>
                <a:gd name="T53" fmla="*/ 32 h 160"/>
                <a:gd name="T54" fmla="*/ 26 w 121"/>
                <a:gd name="T55" fmla="*/ 25 h 160"/>
                <a:gd name="T56" fmla="*/ 21 w 121"/>
                <a:gd name="T57" fmla="*/ 11 h 160"/>
                <a:gd name="T58" fmla="*/ 25 w 121"/>
                <a:gd name="T59" fmla="*/ 6 h 160"/>
                <a:gd name="T60" fmla="*/ 34 w 121"/>
                <a:gd name="T61" fmla="*/ 17 h 160"/>
                <a:gd name="T62" fmla="*/ 40 w 121"/>
                <a:gd name="T63" fmla="*/ 21 h 160"/>
                <a:gd name="T64" fmla="*/ 48 w 121"/>
                <a:gd name="T65" fmla="*/ 17 h 160"/>
                <a:gd name="T66" fmla="*/ 55 w 121"/>
                <a:gd name="T67" fmla="*/ 13 h 160"/>
                <a:gd name="T68" fmla="*/ 60 w 121"/>
                <a:gd name="T69" fmla="*/ 13 h 160"/>
                <a:gd name="T70" fmla="*/ 73 w 121"/>
                <a:gd name="T71" fmla="*/ 10 h 160"/>
                <a:gd name="T72" fmla="*/ 80 w 121"/>
                <a:gd name="T73" fmla="*/ 10 h 160"/>
                <a:gd name="T74" fmla="*/ 89 w 121"/>
                <a:gd name="T75" fmla="*/ 7 h 160"/>
                <a:gd name="T76" fmla="*/ 98 w 121"/>
                <a:gd name="T77" fmla="*/ 7 h 160"/>
                <a:gd name="T78" fmla="*/ 105 w 121"/>
                <a:gd name="T79" fmla="*/ 6 h 160"/>
                <a:gd name="T80" fmla="*/ 110 w 121"/>
                <a:gd name="T81" fmla="*/ 2 h 160"/>
                <a:gd name="T82" fmla="*/ 112 w 121"/>
                <a:gd name="T83" fmla="*/ 1 h 160"/>
                <a:gd name="T84" fmla="*/ 114 w 121"/>
                <a:gd name="T8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1" h="160">
                  <a:moveTo>
                    <a:pt x="114" y="0"/>
                  </a:moveTo>
                  <a:lnTo>
                    <a:pt x="116" y="0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21" y="1"/>
                  </a:lnTo>
                  <a:lnTo>
                    <a:pt x="119" y="3"/>
                  </a:lnTo>
                  <a:lnTo>
                    <a:pt x="118" y="5"/>
                  </a:lnTo>
                  <a:lnTo>
                    <a:pt x="118" y="7"/>
                  </a:lnTo>
                  <a:lnTo>
                    <a:pt x="118" y="7"/>
                  </a:lnTo>
                  <a:lnTo>
                    <a:pt x="118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8" y="11"/>
                  </a:lnTo>
                  <a:lnTo>
                    <a:pt x="118" y="13"/>
                  </a:lnTo>
                  <a:lnTo>
                    <a:pt x="118" y="15"/>
                  </a:lnTo>
                  <a:lnTo>
                    <a:pt x="119" y="17"/>
                  </a:lnTo>
                  <a:lnTo>
                    <a:pt x="118" y="18"/>
                  </a:lnTo>
                  <a:lnTo>
                    <a:pt x="119" y="18"/>
                  </a:lnTo>
                  <a:lnTo>
                    <a:pt x="119" y="18"/>
                  </a:lnTo>
                  <a:lnTo>
                    <a:pt x="121" y="18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19" y="19"/>
                  </a:lnTo>
                  <a:lnTo>
                    <a:pt x="118" y="19"/>
                  </a:lnTo>
                  <a:lnTo>
                    <a:pt x="117" y="19"/>
                  </a:lnTo>
                  <a:lnTo>
                    <a:pt x="116" y="23"/>
                  </a:lnTo>
                  <a:lnTo>
                    <a:pt x="117" y="25"/>
                  </a:lnTo>
                  <a:lnTo>
                    <a:pt x="116" y="27"/>
                  </a:lnTo>
                  <a:lnTo>
                    <a:pt x="116" y="28"/>
                  </a:lnTo>
                  <a:lnTo>
                    <a:pt x="116" y="31"/>
                  </a:lnTo>
                  <a:lnTo>
                    <a:pt x="112" y="36"/>
                  </a:lnTo>
                  <a:lnTo>
                    <a:pt x="109" y="43"/>
                  </a:lnTo>
                  <a:lnTo>
                    <a:pt x="108" y="46"/>
                  </a:lnTo>
                  <a:lnTo>
                    <a:pt x="106" y="44"/>
                  </a:lnTo>
                  <a:lnTo>
                    <a:pt x="104" y="48"/>
                  </a:lnTo>
                  <a:lnTo>
                    <a:pt x="104" y="50"/>
                  </a:lnTo>
                  <a:lnTo>
                    <a:pt x="105" y="51"/>
                  </a:lnTo>
                  <a:lnTo>
                    <a:pt x="102" y="52"/>
                  </a:lnTo>
                  <a:lnTo>
                    <a:pt x="96" y="65"/>
                  </a:lnTo>
                  <a:lnTo>
                    <a:pt x="96" y="68"/>
                  </a:lnTo>
                  <a:lnTo>
                    <a:pt x="92" y="75"/>
                  </a:lnTo>
                  <a:lnTo>
                    <a:pt x="92" y="77"/>
                  </a:lnTo>
                  <a:lnTo>
                    <a:pt x="84" y="88"/>
                  </a:lnTo>
                  <a:lnTo>
                    <a:pt x="83" y="90"/>
                  </a:lnTo>
                  <a:lnTo>
                    <a:pt x="79" y="94"/>
                  </a:lnTo>
                  <a:lnTo>
                    <a:pt x="72" y="101"/>
                  </a:lnTo>
                  <a:lnTo>
                    <a:pt x="59" y="113"/>
                  </a:lnTo>
                  <a:lnTo>
                    <a:pt x="54" y="118"/>
                  </a:lnTo>
                  <a:lnTo>
                    <a:pt x="50" y="118"/>
                  </a:lnTo>
                  <a:lnTo>
                    <a:pt x="47" y="121"/>
                  </a:lnTo>
                  <a:lnTo>
                    <a:pt x="42" y="125"/>
                  </a:lnTo>
                  <a:lnTo>
                    <a:pt x="34" y="132"/>
                  </a:lnTo>
                  <a:lnTo>
                    <a:pt x="33" y="132"/>
                  </a:lnTo>
                  <a:lnTo>
                    <a:pt x="26" y="140"/>
                  </a:lnTo>
                  <a:lnTo>
                    <a:pt x="25" y="140"/>
                  </a:lnTo>
                  <a:lnTo>
                    <a:pt x="23" y="143"/>
                  </a:lnTo>
                  <a:lnTo>
                    <a:pt x="22" y="143"/>
                  </a:lnTo>
                  <a:lnTo>
                    <a:pt x="19" y="146"/>
                  </a:lnTo>
                  <a:lnTo>
                    <a:pt x="18" y="148"/>
                  </a:lnTo>
                  <a:lnTo>
                    <a:pt x="8" y="159"/>
                  </a:lnTo>
                  <a:lnTo>
                    <a:pt x="8" y="160"/>
                  </a:lnTo>
                  <a:lnTo>
                    <a:pt x="0" y="152"/>
                  </a:lnTo>
                  <a:lnTo>
                    <a:pt x="0" y="105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3"/>
                  </a:lnTo>
                  <a:lnTo>
                    <a:pt x="15" y="92"/>
                  </a:lnTo>
                  <a:lnTo>
                    <a:pt x="19" y="90"/>
                  </a:lnTo>
                  <a:lnTo>
                    <a:pt x="22" y="89"/>
                  </a:lnTo>
                  <a:lnTo>
                    <a:pt x="25" y="88"/>
                  </a:lnTo>
                  <a:lnTo>
                    <a:pt x="26" y="85"/>
                  </a:lnTo>
                  <a:lnTo>
                    <a:pt x="29" y="84"/>
                  </a:lnTo>
                  <a:lnTo>
                    <a:pt x="31" y="84"/>
                  </a:lnTo>
                  <a:lnTo>
                    <a:pt x="33" y="82"/>
                  </a:lnTo>
                  <a:lnTo>
                    <a:pt x="40" y="81"/>
                  </a:lnTo>
                  <a:lnTo>
                    <a:pt x="47" y="82"/>
                  </a:lnTo>
                  <a:lnTo>
                    <a:pt x="85" y="46"/>
                  </a:lnTo>
                  <a:lnTo>
                    <a:pt x="69" y="46"/>
                  </a:lnTo>
                  <a:lnTo>
                    <a:pt x="35" y="35"/>
                  </a:lnTo>
                  <a:lnTo>
                    <a:pt x="31" y="32"/>
                  </a:lnTo>
                  <a:lnTo>
                    <a:pt x="27" y="31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3" y="23"/>
                  </a:lnTo>
                  <a:lnTo>
                    <a:pt x="21" y="17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33" y="14"/>
                  </a:lnTo>
                  <a:lnTo>
                    <a:pt x="34" y="17"/>
                  </a:lnTo>
                  <a:lnTo>
                    <a:pt x="35" y="17"/>
                  </a:lnTo>
                  <a:lnTo>
                    <a:pt x="38" y="19"/>
                  </a:lnTo>
                  <a:lnTo>
                    <a:pt x="40" y="21"/>
                  </a:lnTo>
                  <a:lnTo>
                    <a:pt x="44" y="19"/>
                  </a:lnTo>
                  <a:lnTo>
                    <a:pt x="44" y="18"/>
                  </a:lnTo>
                  <a:lnTo>
                    <a:pt x="48" y="17"/>
                  </a:lnTo>
                  <a:lnTo>
                    <a:pt x="50" y="17"/>
                  </a:lnTo>
                  <a:lnTo>
                    <a:pt x="54" y="13"/>
                  </a:lnTo>
                  <a:lnTo>
                    <a:pt x="55" y="13"/>
                  </a:lnTo>
                  <a:lnTo>
                    <a:pt x="56" y="14"/>
                  </a:lnTo>
                  <a:lnTo>
                    <a:pt x="59" y="14"/>
                  </a:lnTo>
                  <a:lnTo>
                    <a:pt x="60" y="13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73" y="10"/>
                  </a:lnTo>
                  <a:lnTo>
                    <a:pt x="76" y="9"/>
                  </a:lnTo>
                  <a:lnTo>
                    <a:pt x="77" y="10"/>
                  </a:lnTo>
                  <a:lnTo>
                    <a:pt x="80" y="10"/>
                  </a:lnTo>
                  <a:lnTo>
                    <a:pt x="83" y="10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8" y="7"/>
                  </a:lnTo>
                  <a:lnTo>
                    <a:pt x="100" y="6"/>
                  </a:lnTo>
                  <a:lnTo>
                    <a:pt x="104" y="5"/>
                  </a:lnTo>
                  <a:lnTo>
                    <a:pt x="105" y="6"/>
                  </a:lnTo>
                  <a:lnTo>
                    <a:pt x="105" y="5"/>
                  </a:lnTo>
                  <a:lnTo>
                    <a:pt x="109" y="5"/>
                  </a:lnTo>
                  <a:lnTo>
                    <a:pt x="110" y="2"/>
                  </a:lnTo>
                  <a:lnTo>
                    <a:pt x="112" y="2"/>
                  </a:lnTo>
                  <a:lnTo>
                    <a:pt x="112" y="1"/>
                  </a:lnTo>
                  <a:lnTo>
                    <a:pt x="112" y="1"/>
                  </a:lnTo>
                  <a:lnTo>
                    <a:pt x="113" y="0"/>
                  </a:lnTo>
                  <a:lnTo>
                    <a:pt x="114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3" name="Freeform 442"/>
            <p:cNvSpPr>
              <a:spLocks noEditPoints="1"/>
            </p:cNvSpPr>
            <p:nvPr/>
          </p:nvSpPr>
          <p:spPr bwMode="auto">
            <a:xfrm>
              <a:off x="6724531" y="4185447"/>
              <a:ext cx="314680" cy="307068"/>
            </a:xfrm>
            <a:custGeom>
              <a:avLst/>
              <a:gdLst>
                <a:gd name="T0" fmla="*/ 4 w 124"/>
                <a:gd name="T1" fmla="*/ 79 h 121"/>
                <a:gd name="T2" fmla="*/ 0 w 124"/>
                <a:gd name="T3" fmla="*/ 79 h 121"/>
                <a:gd name="T4" fmla="*/ 45 w 124"/>
                <a:gd name="T5" fmla="*/ 0 h 121"/>
                <a:gd name="T6" fmla="*/ 49 w 124"/>
                <a:gd name="T7" fmla="*/ 1 h 121"/>
                <a:gd name="T8" fmla="*/ 50 w 124"/>
                <a:gd name="T9" fmla="*/ 9 h 121"/>
                <a:gd name="T10" fmla="*/ 56 w 124"/>
                <a:gd name="T11" fmla="*/ 12 h 121"/>
                <a:gd name="T12" fmla="*/ 61 w 124"/>
                <a:gd name="T13" fmla="*/ 12 h 121"/>
                <a:gd name="T14" fmla="*/ 69 w 124"/>
                <a:gd name="T15" fmla="*/ 13 h 121"/>
                <a:gd name="T16" fmla="*/ 77 w 124"/>
                <a:gd name="T17" fmla="*/ 20 h 121"/>
                <a:gd name="T18" fmla="*/ 81 w 124"/>
                <a:gd name="T19" fmla="*/ 22 h 121"/>
                <a:gd name="T20" fmla="*/ 87 w 124"/>
                <a:gd name="T21" fmla="*/ 24 h 121"/>
                <a:gd name="T22" fmla="*/ 93 w 124"/>
                <a:gd name="T23" fmla="*/ 24 h 121"/>
                <a:gd name="T24" fmla="*/ 97 w 124"/>
                <a:gd name="T25" fmla="*/ 24 h 121"/>
                <a:gd name="T26" fmla="*/ 100 w 124"/>
                <a:gd name="T27" fmla="*/ 17 h 121"/>
                <a:gd name="T28" fmla="*/ 106 w 124"/>
                <a:gd name="T29" fmla="*/ 17 h 121"/>
                <a:gd name="T30" fmla="*/ 112 w 124"/>
                <a:gd name="T31" fmla="*/ 14 h 121"/>
                <a:gd name="T32" fmla="*/ 115 w 124"/>
                <a:gd name="T33" fmla="*/ 18 h 121"/>
                <a:gd name="T34" fmla="*/ 122 w 124"/>
                <a:gd name="T35" fmla="*/ 18 h 121"/>
                <a:gd name="T36" fmla="*/ 114 w 124"/>
                <a:gd name="T37" fmla="*/ 29 h 121"/>
                <a:gd name="T38" fmla="*/ 122 w 124"/>
                <a:gd name="T39" fmla="*/ 84 h 121"/>
                <a:gd name="T40" fmla="*/ 118 w 124"/>
                <a:gd name="T41" fmla="*/ 89 h 121"/>
                <a:gd name="T42" fmla="*/ 115 w 124"/>
                <a:gd name="T43" fmla="*/ 91 h 121"/>
                <a:gd name="T44" fmla="*/ 112 w 124"/>
                <a:gd name="T45" fmla="*/ 93 h 121"/>
                <a:gd name="T46" fmla="*/ 107 w 124"/>
                <a:gd name="T47" fmla="*/ 96 h 121"/>
                <a:gd name="T48" fmla="*/ 104 w 124"/>
                <a:gd name="T49" fmla="*/ 97 h 121"/>
                <a:gd name="T50" fmla="*/ 103 w 124"/>
                <a:gd name="T51" fmla="*/ 101 h 121"/>
                <a:gd name="T52" fmla="*/ 102 w 124"/>
                <a:gd name="T53" fmla="*/ 105 h 121"/>
                <a:gd name="T54" fmla="*/ 100 w 124"/>
                <a:gd name="T55" fmla="*/ 110 h 121"/>
                <a:gd name="T56" fmla="*/ 94 w 124"/>
                <a:gd name="T57" fmla="*/ 120 h 121"/>
                <a:gd name="T58" fmla="*/ 90 w 124"/>
                <a:gd name="T59" fmla="*/ 121 h 121"/>
                <a:gd name="T60" fmla="*/ 74 w 124"/>
                <a:gd name="T61" fmla="*/ 109 h 121"/>
                <a:gd name="T62" fmla="*/ 74 w 124"/>
                <a:gd name="T63" fmla="*/ 106 h 121"/>
                <a:gd name="T64" fmla="*/ 29 w 124"/>
                <a:gd name="T65" fmla="*/ 77 h 121"/>
                <a:gd name="T66" fmla="*/ 28 w 124"/>
                <a:gd name="T67" fmla="*/ 66 h 121"/>
                <a:gd name="T68" fmla="*/ 32 w 124"/>
                <a:gd name="T69" fmla="*/ 60 h 121"/>
                <a:gd name="T70" fmla="*/ 35 w 124"/>
                <a:gd name="T71" fmla="*/ 56 h 121"/>
                <a:gd name="T72" fmla="*/ 37 w 124"/>
                <a:gd name="T73" fmla="*/ 52 h 121"/>
                <a:gd name="T74" fmla="*/ 41 w 124"/>
                <a:gd name="T75" fmla="*/ 51 h 121"/>
                <a:gd name="T76" fmla="*/ 41 w 124"/>
                <a:gd name="T77" fmla="*/ 47 h 121"/>
                <a:gd name="T78" fmla="*/ 45 w 124"/>
                <a:gd name="T79" fmla="*/ 41 h 121"/>
                <a:gd name="T80" fmla="*/ 43 w 124"/>
                <a:gd name="T81" fmla="*/ 37 h 121"/>
                <a:gd name="T82" fmla="*/ 43 w 124"/>
                <a:gd name="T83" fmla="*/ 35 h 121"/>
                <a:gd name="T84" fmla="*/ 39 w 124"/>
                <a:gd name="T85" fmla="*/ 30 h 121"/>
                <a:gd name="T86" fmla="*/ 36 w 124"/>
                <a:gd name="T87" fmla="*/ 25 h 121"/>
                <a:gd name="T88" fmla="*/ 33 w 124"/>
                <a:gd name="T89" fmla="*/ 22 h 121"/>
                <a:gd name="T90" fmla="*/ 33 w 124"/>
                <a:gd name="T91" fmla="*/ 20 h 121"/>
                <a:gd name="T92" fmla="*/ 31 w 124"/>
                <a:gd name="T93" fmla="*/ 16 h 121"/>
                <a:gd name="T94" fmla="*/ 31 w 124"/>
                <a:gd name="T95" fmla="*/ 16 h 121"/>
                <a:gd name="T96" fmla="*/ 33 w 124"/>
                <a:gd name="T97" fmla="*/ 13 h 121"/>
                <a:gd name="T98" fmla="*/ 36 w 124"/>
                <a:gd name="T99" fmla="*/ 9 h 121"/>
                <a:gd name="T100" fmla="*/ 41 w 124"/>
                <a:gd name="T101" fmla="*/ 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" h="121">
                  <a:moveTo>
                    <a:pt x="10" y="79"/>
                  </a:moveTo>
                  <a:lnTo>
                    <a:pt x="4" y="7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" y="79"/>
                  </a:lnTo>
                  <a:close/>
                  <a:moveTo>
                    <a:pt x="45" y="0"/>
                  </a:moveTo>
                  <a:lnTo>
                    <a:pt x="46" y="2"/>
                  </a:lnTo>
                  <a:lnTo>
                    <a:pt x="49" y="1"/>
                  </a:lnTo>
                  <a:lnTo>
                    <a:pt x="50" y="2"/>
                  </a:lnTo>
                  <a:lnTo>
                    <a:pt x="50" y="9"/>
                  </a:lnTo>
                  <a:lnTo>
                    <a:pt x="53" y="12"/>
                  </a:lnTo>
                  <a:lnTo>
                    <a:pt x="56" y="12"/>
                  </a:lnTo>
                  <a:lnTo>
                    <a:pt x="58" y="12"/>
                  </a:lnTo>
                  <a:lnTo>
                    <a:pt x="61" y="12"/>
                  </a:lnTo>
                  <a:lnTo>
                    <a:pt x="66" y="12"/>
                  </a:lnTo>
                  <a:lnTo>
                    <a:pt x="69" y="13"/>
                  </a:lnTo>
                  <a:lnTo>
                    <a:pt x="74" y="17"/>
                  </a:lnTo>
                  <a:lnTo>
                    <a:pt x="77" y="20"/>
                  </a:lnTo>
                  <a:lnTo>
                    <a:pt x="78" y="22"/>
                  </a:lnTo>
                  <a:lnTo>
                    <a:pt x="81" y="22"/>
                  </a:lnTo>
                  <a:lnTo>
                    <a:pt x="85" y="22"/>
                  </a:lnTo>
                  <a:lnTo>
                    <a:pt x="87" y="24"/>
                  </a:lnTo>
                  <a:lnTo>
                    <a:pt x="90" y="24"/>
                  </a:lnTo>
                  <a:lnTo>
                    <a:pt x="93" y="24"/>
                  </a:lnTo>
                  <a:lnTo>
                    <a:pt x="94" y="24"/>
                  </a:lnTo>
                  <a:lnTo>
                    <a:pt x="97" y="24"/>
                  </a:lnTo>
                  <a:lnTo>
                    <a:pt x="99" y="18"/>
                  </a:lnTo>
                  <a:lnTo>
                    <a:pt x="100" y="17"/>
                  </a:lnTo>
                  <a:lnTo>
                    <a:pt x="103" y="17"/>
                  </a:lnTo>
                  <a:lnTo>
                    <a:pt x="106" y="17"/>
                  </a:lnTo>
                  <a:lnTo>
                    <a:pt x="107" y="16"/>
                  </a:lnTo>
                  <a:lnTo>
                    <a:pt x="112" y="14"/>
                  </a:lnTo>
                  <a:lnTo>
                    <a:pt x="114" y="16"/>
                  </a:lnTo>
                  <a:lnTo>
                    <a:pt x="115" y="18"/>
                  </a:lnTo>
                  <a:lnTo>
                    <a:pt x="118" y="20"/>
                  </a:lnTo>
                  <a:lnTo>
                    <a:pt x="122" y="18"/>
                  </a:lnTo>
                  <a:lnTo>
                    <a:pt x="124" y="18"/>
                  </a:lnTo>
                  <a:lnTo>
                    <a:pt x="114" y="29"/>
                  </a:lnTo>
                  <a:lnTo>
                    <a:pt x="114" y="76"/>
                  </a:lnTo>
                  <a:lnTo>
                    <a:pt x="122" y="84"/>
                  </a:lnTo>
                  <a:lnTo>
                    <a:pt x="122" y="84"/>
                  </a:lnTo>
                  <a:lnTo>
                    <a:pt x="118" y="89"/>
                  </a:lnTo>
                  <a:lnTo>
                    <a:pt x="116" y="89"/>
                  </a:lnTo>
                  <a:lnTo>
                    <a:pt x="115" y="91"/>
                  </a:lnTo>
                  <a:lnTo>
                    <a:pt x="116" y="92"/>
                  </a:lnTo>
                  <a:lnTo>
                    <a:pt x="112" y="93"/>
                  </a:lnTo>
                  <a:lnTo>
                    <a:pt x="110" y="96"/>
                  </a:lnTo>
                  <a:lnTo>
                    <a:pt x="107" y="96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3" y="100"/>
                  </a:lnTo>
                  <a:lnTo>
                    <a:pt x="103" y="101"/>
                  </a:lnTo>
                  <a:lnTo>
                    <a:pt x="104" y="101"/>
                  </a:lnTo>
                  <a:lnTo>
                    <a:pt x="102" y="105"/>
                  </a:lnTo>
                  <a:lnTo>
                    <a:pt x="100" y="108"/>
                  </a:lnTo>
                  <a:lnTo>
                    <a:pt x="100" y="110"/>
                  </a:lnTo>
                  <a:lnTo>
                    <a:pt x="98" y="113"/>
                  </a:lnTo>
                  <a:lnTo>
                    <a:pt x="94" y="120"/>
                  </a:lnTo>
                  <a:lnTo>
                    <a:pt x="91" y="121"/>
                  </a:lnTo>
                  <a:lnTo>
                    <a:pt x="90" y="121"/>
                  </a:lnTo>
                  <a:lnTo>
                    <a:pt x="75" y="110"/>
                  </a:lnTo>
                  <a:lnTo>
                    <a:pt x="74" y="109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3" y="102"/>
                  </a:lnTo>
                  <a:lnTo>
                    <a:pt x="29" y="77"/>
                  </a:lnTo>
                  <a:lnTo>
                    <a:pt x="25" y="77"/>
                  </a:lnTo>
                  <a:lnTo>
                    <a:pt x="28" y="66"/>
                  </a:lnTo>
                  <a:lnTo>
                    <a:pt x="29" y="63"/>
                  </a:lnTo>
                  <a:lnTo>
                    <a:pt x="32" y="60"/>
                  </a:lnTo>
                  <a:lnTo>
                    <a:pt x="33" y="58"/>
                  </a:lnTo>
                  <a:lnTo>
                    <a:pt x="35" y="56"/>
                  </a:lnTo>
                  <a:lnTo>
                    <a:pt x="36" y="54"/>
                  </a:lnTo>
                  <a:lnTo>
                    <a:pt x="37" y="52"/>
                  </a:lnTo>
                  <a:lnTo>
                    <a:pt x="37" y="51"/>
                  </a:lnTo>
                  <a:lnTo>
                    <a:pt x="41" y="51"/>
                  </a:lnTo>
                  <a:lnTo>
                    <a:pt x="41" y="49"/>
                  </a:lnTo>
                  <a:lnTo>
                    <a:pt x="41" y="47"/>
                  </a:lnTo>
                  <a:lnTo>
                    <a:pt x="45" y="43"/>
                  </a:lnTo>
                  <a:lnTo>
                    <a:pt x="45" y="41"/>
                  </a:lnTo>
                  <a:lnTo>
                    <a:pt x="44" y="39"/>
                  </a:lnTo>
                  <a:lnTo>
                    <a:pt x="43" y="37"/>
                  </a:lnTo>
                  <a:lnTo>
                    <a:pt x="44" y="35"/>
                  </a:lnTo>
                  <a:lnTo>
                    <a:pt x="43" y="35"/>
                  </a:lnTo>
                  <a:lnTo>
                    <a:pt x="40" y="34"/>
                  </a:lnTo>
                  <a:lnTo>
                    <a:pt x="39" y="30"/>
                  </a:lnTo>
                  <a:lnTo>
                    <a:pt x="36" y="27"/>
                  </a:lnTo>
                  <a:lnTo>
                    <a:pt x="36" y="25"/>
                  </a:lnTo>
                  <a:lnTo>
                    <a:pt x="36" y="22"/>
                  </a:lnTo>
                  <a:lnTo>
                    <a:pt x="33" y="22"/>
                  </a:lnTo>
                  <a:lnTo>
                    <a:pt x="35" y="21"/>
                  </a:lnTo>
                  <a:lnTo>
                    <a:pt x="33" y="20"/>
                  </a:lnTo>
                  <a:lnTo>
                    <a:pt x="32" y="17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2" y="13"/>
                  </a:lnTo>
                  <a:lnTo>
                    <a:pt x="33" y="13"/>
                  </a:lnTo>
                  <a:lnTo>
                    <a:pt x="35" y="12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41" y="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4" name="Freeform 443"/>
            <p:cNvSpPr>
              <a:spLocks/>
            </p:cNvSpPr>
            <p:nvPr/>
          </p:nvSpPr>
          <p:spPr bwMode="auto">
            <a:xfrm>
              <a:off x="6661089" y="4226051"/>
              <a:ext cx="177642" cy="170030"/>
            </a:xfrm>
            <a:custGeom>
              <a:avLst/>
              <a:gdLst>
                <a:gd name="T0" fmla="*/ 57 w 70"/>
                <a:gd name="T1" fmla="*/ 1 h 67"/>
                <a:gd name="T2" fmla="*/ 60 w 70"/>
                <a:gd name="T3" fmla="*/ 5 h 67"/>
                <a:gd name="T4" fmla="*/ 61 w 70"/>
                <a:gd name="T5" fmla="*/ 6 h 67"/>
                <a:gd name="T6" fmla="*/ 61 w 70"/>
                <a:gd name="T7" fmla="*/ 11 h 67"/>
                <a:gd name="T8" fmla="*/ 65 w 70"/>
                <a:gd name="T9" fmla="*/ 18 h 67"/>
                <a:gd name="T10" fmla="*/ 69 w 70"/>
                <a:gd name="T11" fmla="*/ 19 h 67"/>
                <a:gd name="T12" fmla="*/ 69 w 70"/>
                <a:gd name="T13" fmla="*/ 23 h 67"/>
                <a:gd name="T14" fmla="*/ 70 w 70"/>
                <a:gd name="T15" fmla="*/ 27 h 67"/>
                <a:gd name="T16" fmla="*/ 66 w 70"/>
                <a:gd name="T17" fmla="*/ 33 h 67"/>
                <a:gd name="T18" fmla="*/ 62 w 70"/>
                <a:gd name="T19" fmla="*/ 35 h 67"/>
                <a:gd name="T20" fmla="*/ 61 w 70"/>
                <a:gd name="T21" fmla="*/ 38 h 67"/>
                <a:gd name="T22" fmla="*/ 58 w 70"/>
                <a:gd name="T23" fmla="*/ 42 h 67"/>
                <a:gd name="T24" fmla="*/ 54 w 70"/>
                <a:gd name="T25" fmla="*/ 47 h 67"/>
                <a:gd name="T26" fmla="*/ 50 w 70"/>
                <a:gd name="T27" fmla="*/ 61 h 67"/>
                <a:gd name="T28" fmla="*/ 25 w 70"/>
                <a:gd name="T29" fmla="*/ 63 h 67"/>
                <a:gd name="T30" fmla="*/ 15 w 70"/>
                <a:gd name="T31" fmla="*/ 63 h 67"/>
                <a:gd name="T32" fmla="*/ 14 w 70"/>
                <a:gd name="T33" fmla="*/ 64 h 67"/>
                <a:gd name="T34" fmla="*/ 12 w 70"/>
                <a:gd name="T35" fmla="*/ 64 h 67"/>
                <a:gd name="T36" fmla="*/ 10 w 70"/>
                <a:gd name="T37" fmla="*/ 65 h 67"/>
                <a:gd name="T38" fmla="*/ 7 w 70"/>
                <a:gd name="T39" fmla="*/ 67 h 67"/>
                <a:gd name="T40" fmla="*/ 6 w 70"/>
                <a:gd name="T41" fmla="*/ 65 h 67"/>
                <a:gd name="T42" fmla="*/ 2 w 70"/>
                <a:gd name="T43" fmla="*/ 67 h 67"/>
                <a:gd name="T44" fmla="*/ 2 w 70"/>
                <a:gd name="T45" fmla="*/ 67 h 67"/>
                <a:gd name="T46" fmla="*/ 3 w 70"/>
                <a:gd name="T47" fmla="*/ 59 h 67"/>
                <a:gd name="T48" fmla="*/ 3 w 70"/>
                <a:gd name="T49" fmla="*/ 52 h 67"/>
                <a:gd name="T50" fmla="*/ 8 w 70"/>
                <a:gd name="T51" fmla="*/ 42 h 67"/>
                <a:gd name="T52" fmla="*/ 14 w 70"/>
                <a:gd name="T53" fmla="*/ 36 h 67"/>
                <a:gd name="T54" fmla="*/ 19 w 70"/>
                <a:gd name="T55" fmla="*/ 27 h 67"/>
                <a:gd name="T56" fmla="*/ 17 w 70"/>
                <a:gd name="T57" fmla="*/ 23 h 67"/>
                <a:gd name="T58" fmla="*/ 16 w 70"/>
                <a:gd name="T59" fmla="*/ 19 h 67"/>
                <a:gd name="T60" fmla="*/ 17 w 70"/>
                <a:gd name="T61" fmla="*/ 11 h 67"/>
                <a:gd name="T62" fmla="*/ 19 w 70"/>
                <a:gd name="T63" fmla="*/ 8 h 67"/>
                <a:gd name="T64" fmla="*/ 19 w 70"/>
                <a:gd name="T65" fmla="*/ 6 h 67"/>
                <a:gd name="T66" fmla="*/ 20 w 70"/>
                <a:gd name="T67" fmla="*/ 4 h 67"/>
                <a:gd name="T68" fmla="*/ 25 w 70"/>
                <a:gd name="T69" fmla="*/ 6 h 67"/>
                <a:gd name="T70" fmla="*/ 29 w 70"/>
                <a:gd name="T71" fmla="*/ 6 h 67"/>
                <a:gd name="T72" fmla="*/ 32 w 70"/>
                <a:gd name="T73" fmla="*/ 9 h 67"/>
                <a:gd name="T74" fmla="*/ 33 w 70"/>
                <a:gd name="T75" fmla="*/ 6 h 67"/>
                <a:gd name="T76" fmla="*/ 37 w 70"/>
                <a:gd name="T77" fmla="*/ 5 h 67"/>
                <a:gd name="T78" fmla="*/ 40 w 70"/>
                <a:gd name="T79" fmla="*/ 5 h 67"/>
                <a:gd name="T80" fmla="*/ 46 w 70"/>
                <a:gd name="T81" fmla="*/ 4 h 67"/>
                <a:gd name="T82" fmla="*/ 52 w 70"/>
                <a:gd name="T83" fmla="*/ 4 h 67"/>
                <a:gd name="T84" fmla="*/ 56 w 70"/>
                <a:gd name="T8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" h="67">
                  <a:moveTo>
                    <a:pt x="56" y="0"/>
                  </a:moveTo>
                  <a:lnTo>
                    <a:pt x="57" y="1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58" y="6"/>
                  </a:lnTo>
                  <a:lnTo>
                    <a:pt x="61" y="6"/>
                  </a:lnTo>
                  <a:lnTo>
                    <a:pt x="61" y="9"/>
                  </a:lnTo>
                  <a:lnTo>
                    <a:pt x="61" y="11"/>
                  </a:lnTo>
                  <a:lnTo>
                    <a:pt x="64" y="14"/>
                  </a:lnTo>
                  <a:lnTo>
                    <a:pt x="65" y="18"/>
                  </a:lnTo>
                  <a:lnTo>
                    <a:pt x="68" y="19"/>
                  </a:lnTo>
                  <a:lnTo>
                    <a:pt x="69" y="19"/>
                  </a:lnTo>
                  <a:lnTo>
                    <a:pt x="68" y="21"/>
                  </a:lnTo>
                  <a:lnTo>
                    <a:pt x="69" y="23"/>
                  </a:lnTo>
                  <a:lnTo>
                    <a:pt x="70" y="25"/>
                  </a:lnTo>
                  <a:lnTo>
                    <a:pt x="70" y="27"/>
                  </a:lnTo>
                  <a:lnTo>
                    <a:pt x="66" y="31"/>
                  </a:lnTo>
                  <a:lnTo>
                    <a:pt x="66" y="33"/>
                  </a:lnTo>
                  <a:lnTo>
                    <a:pt x="66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1" y="38"/>
                  </a:lnTo>
                  <a:lnTo>
                    <a:pt x="60" y="40"/>
                  </a:lnTo>
                  <a:lnTo>
                    <a:pt x="58" y="42"/>
                  </a:lnTo>
                  <a:lnTo>
                    <a:pt x="57" y="44"/>
                  </a:lnTo>
                  <a:lnTo>
                    <a:pt x="54" y="47"/>
                  </a:lnTo>
                  <a:lnTo>
                    <a:pt x="53" y="50"/>
                  </a:lnTo>
                  <a:lnTo>
                    <a:pt x="50" y="61"/>
                  </a:lnTo>
                  <a:lnTo>
                    <a:pt x="3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15" y="6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0" y="64"/>
                  </a:lnTo>
                  <a:lnTo>
                    <a:pt x="10" y="65"/>
                  </a:lnTo>
                  <a:lnTo>
                    <a:pt x="10" y="67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5"/>
                  </a:lnTo>
                  <a:lnTo>
                    <a:pt x="3" y="67"/>
                  </a:lnTo>
                  <a:lnTo>
                    <a:pt x="2" y="67"/>
                  </a:lnTo>
                  <a:lnTo>
                    <a:pt x="0" y="67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3" y="59"/>
                  </a:lnTo>
                  <a:lnTo>
                    <a:pt x="3" y="55"/>
                  </a:lnTo>
                  <a:lnTo>
                    <a:pt x="3" y="52"/>
                  </a:lnTo>
                  <a:lnTo>
                    <a:pt x="4" y="51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4" y="36"/>
                  </a:lnTo>
                  <a:lnTo>
                    <a:pt x="19" y="29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7" y="23"/>
                  </a:lnTo>
                  <a:lnTo>
                    <a:pt x="16" y="22"/>
                  </a:lnTo>
                  <a:lnTo>
                    <a:pt x="16" y="19"/>
                  </a:lnTo>
                  <a:lnTo>
                    <a:pt x="17" y="15"/>
                  </a:lnTo>
                  <a:lnTo>
                    <a:pt x="17" y="11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20" y="4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7" y="5"/>
                  </a:lnTo>
                  <a:lnTo>
                    <a:pt x="29" y="6"/>
                  </a:lnTo>
                  <a:lnTo>
                    <a:pt x="29" y="8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3" y="6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40" y="5"/>
                  </a:lnTo>
                  <a:lnTo>
                    <a:pt x="43" y="4"/>
                  </a:lnTo>
                  <a:lnTo>
                    <a:pt x="46" y="4"/>
                  </a:lnTo>
                  <a:lnTo>
                    <a:pt x="49" y="5"/>
                  </a:lnTo>
                  <a:lnTo>
                    <a:pt x="52" y="4"/>
                  </a:lnTo>
                  <a:lnTo>
                    <a:pt x="53" y="1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5" name="Freeform 444"/>
            <p:cNvSpPr>
              <a:spLocks/>
            </p:cNvSpPr>
            <p:nvPr/>
          </p:nvSpPr>
          <p:spPr bwMode="auto">
            <a:xfrm>
              <a:off x="6211907" y="4015419"/>
              <a:ext cx="390813" cy="263925"/>
            </a:xfrm>
            <a:custGeom>
              <a:avLst/>
              <a:gdLst>
                <a:gd name="T0" fmla="*/ 97 w 154"/>
                <a:gd name="T1" fmla="*/ 4 h 104"/>
                <a:gd name="T2" fmla="*/ 106 w 154"/>
                <a:gd name="T3" fmla="*/ 16 h 104"/>
                <a:gd name="T4" fmla="*/ 105 w 154"/>
                <a:gd name="T5" fmla="*/ 23 h 104"/>
                <a:gd name="T6" fmla="*/ 110 w 154"/>
                <a:gd name="T7" fmla="*/ 27 h 104"/>
                <a:gd name="T8" fmla="*/ 114 w 154"/>
                <a:gd name="T9" fmla="*/ 33 h 104"/>
                <a:gd name="T10" fmla="*/ 123 w 154"/>
                <a:gd name="T11" fmla="*/ 37 h 104"/>
                <a:gd name="T12" fmla="*/ 129 w 154"/>
                <a:gd name="T13" fmla="*/ 41 h 104"/>
                <a:gd name="T14" fmla="*/ 126 w 154"/>
                <a:gd name="T15" fmla="*/ 46 h 104"/>
                <a:gd name="T16" fmla="*/ 133 w 154"/>
                <a:gd name="T17" fmla="*/ 48 h 104"/>
                <a:gd name="T18" fmla="*/ 139 w 154"/>
                <a:gd name="T19" fmla="*/ 55 h 104"/>
                <a:gd name="T20" fmla="*/ 143 w 154"/>
                <a:gd name="T21" fmla="*/ 60 h 104"/>
                <a:gd name="T22" fmla="*/ 150 w 154"/>
                <a:gd name="T23" fmla="*/ 66 h 104"/>
                <a:gd name="T24" fmla="*/ 154 w 154"/>
                <a:gd name="T25" fmla="*/ 73 h 104"/>
                <a:gd name="T26" fmla="*/ 148 w 154"/>
                <a:gd name="T27" fmla="*/ 72 h 104"/>
                <a:gd name="T28" fmla="*/ 138 w 154"/>
                <a:gd name="T29" fmla="*/ 72 h 104"/>
                <a:gd name="T30" fmla="*/ 131 w 154"/>
                <a:gd name="T31" fmla="*/ 71 h 104"/>
                <a:gd name="T32" fmla="*/ 129 w 154"/>
                <a:gd name="T33" fmla="*/ 71 h 104"/>
                <a:gd name="T34" fmla="*/ 122 w 154"/>
                <a:gd name="T35" fmla="*/ 75 h 104"/>
                <a:gd name="T36" fmla="*/ 118 w 154"/>
                <a:gd name="T37" fmla="*/ 73 h 104"/>
                <a:gd name="T38" fmla="*/ 109 w 154"/>
                <a:gd name="T39" fmla="*/ 76 h 104"/>
                <a:gd name="T40" fmla="*/ 100 w 154"/>
                <a:gd name="T41" fmla="*/ 76 h 104"/>
                <a:gd name="T42" fmla="*/ 92 w 154"/>
                <a:gd name="T43" fmla="*/ 80 h 104"/>
                <a:gd name="T44" fmla="*/ 90 w 154"/>
                <a:gd name="T45" fmla="*/ 84 h 104"/>
                <a:gd name="T46" fmla="*/ 83 w 154"/>
                <a:gd name="T47" fmla="*/ 81 h 104"/>
                <a:gd name="T48" fmla="*/ 75 w 154"/>
                <a:gd name="T49" fmla="*/ 80 h 104"/>
                <a:gd name="T50" fmla="*/ 65 w 154"/>
                <a:gd name="T51" fmla="*/ 77 h 104"/>
                <a:gd name="T52" fmla="*/ 59 w 154"/>
                <a:gd name="T53" fmla="*/ 72 h 104"/>
                <a:gd name="T54" fmla="*/ 52 w 154"/>
                <a:gd name="T55" fmla="*/ 75 h 104"/>
                <a:gd name="T56" fmla="*/ 51 w 154"/>
                <a:gd name="T57" fmla="*/ 80 h 104"/>
                <a:gd name="T58" fmla="*/ 50 w 154"/>
                <a:gd name="T59" fmla="*/ 85 h 104"/>
                <a:gd name="T60" fmla="*/ 47 w 154"/>
                <a:gd name="T61" fmla="*/ 89 h 104"/>
                <a:gd name="T62" fmla="*/ 39 w 154"/>
                <a:gd name="T63" fmla="*/ 88 h 104"/>
                <a:gd name="T64" fmla="*/ 30 w 154"/>
                <a:gd name="T65" fmla="*/ 92 h 104"/>
                <a:gd name="T66" fmla="*/ 19 w 154"/>
                <a:gd name="T67" fmla="*/ 104 h 104"/>
                <a:gd name="T68" fmla="*/ 15 w 154"/>
                <a:gd name="T69" fmla="*/ 96 h 104"/>
                <a:gd name="T70" fmla="*/ 8 w 154"/>
                <a:gd name="T71" fmla="*/ 84 h 104"/>
                <a:gd name="T72" fmla="*/ 2 w 154"/>
                <a:gd name="T73" fmla="*/ 75 h 104"/>
                <a:gd name="T74" fmla="*/ 0 w 154"/>
                <a:gd name="T75" fmla="*/ 63 h 104"/>
                <a:gd name="T76" fmla="*/ 5 w 154"/>
                <a:gd name="T77" fmla="*/ 55 h 104"/>
                <a:gd name="T78" fmla="*/ 10 w 154"/>
                <a:gd name="T79" fmla="*/ 44 h 104"/>
                <a:gd name="T80" fmla="*/ 14 w 154"/>
                <a:gd name="T81" fmla="*/ 44 h 104"/>
                <a:gd name="T82" fmla="*/ 23 w 154"/>
                <a:gd name="T83" fmla="*/ 42 h 104"/>
                <a:gd name="T84" fmla="*/ 27 w 154"/>
                <a:gd name="T85" fmla="*/ 42 h 104"/>
                <a:gd name="T86" fmla="*/ 36 w 154"/>
                <a:gd name="T87" fmla="*/ 39 h 104"/>
                <a:gd name="T88" fmla="*/ 51 w 154"/>
                <a:gd name="T89" fmla="*/ 34 h 104"/>
                <a:gd name="T90" fmla="*/ 51 w 154"/>
                <a:gd name="T91" fmla="*/ 27 h 104"/>
                <a:gd name="T92" fmla="*/ 58 w 154"/>
                <a:gd name="T93" fmla="*/ 25 h 104"/>
                <a:gd name="T94" fmla="*/ 69 w 154"/>
                <a:gd name="T95" fmla="*/ 25 h 104"/>
                <a:gd name="T96" fmla="*/ 75 w 154"/>
                <a:gd name="T97" fmla="*/ 18 h 104"/>
                <a:gd name="T98" fmla="*/ 77 w 154"/>
                <a:gd name="T99" fmla="*/ 12 h 104"/>
                <a:gd name="T100" fmla="*/ 84 w 154"/>
                <a:gd name="T101" fmla="*/ 8 h 104"/>
                <a:gd name="T102" fmla="*/ 89 w 154"/>
                <a:gd name="T103" fmla="*/ 1 h 104"/>
                <a:gd name="T104" fmla="*/ 97 w 154"/>
                <a:gd name="T10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4" h="104">
                  <a:moveTo>
                    <a:pt x="97" y="0"/>
                  </a:moveTo>
                  <a:lnTo>
                    <a:pt x="98" y="1"/>
                  </a:lnTo>
                  <a:lnTo>
                    <a:pt x="98" y="4"/>
                  </a:lnTo>
                  <a:lnTo>
                    <a:pt x="97" y="4"/>
                  </a:lnTo>
                  <a:lnTo>
                    <a:pt x="100" y="6"/>
                  </a:lnTo>
                  <a:lnTo>
                    <a:pt x="101" y="8"/>
                  </a:lnTo>
                  <a:lnTo>
                    <a:pt x="104" y="12"/>
                  </a:lnTo>
                  <a:lnTo>
                    <a:pt x="106" y="16"/>
                  </a:lnTo>
                  <a:lnTo>
                    <a:pt x="106" y="18"/>
                  </a:lnTo>
                  <a:lnTo>
                    <a:pt x="106" y="21"/>
                  </a:lnTo>
                  <a:lnTo>
                    <a:pt x="105" y="21"/>
                  </a:lnTo>
                  <a:lnTo>
                    <a:pt x="105" y="23"/>
                  </a:lnTo>
                  <a:lnTo>
                    <a:pt x="105" y="27"/>
                  </a:lnTo>
                  <a:lnTo>
                    <a:pt x="106" y="29"/>
                  </a:lnTo>
                  <a:lnTo>
                    <a:pt x="109" y="29"/>
                  </a:lnTo>
                  <a:lnTo>
                    <a:pt x="110" y="27"/>
                  </a:lnTo>
                  <a:lnTo>
                    <a:pt x="114" y="27"/>
                  </a:lnTo>
                  <a:lnTo>
                    <a:pt x="114" y="29"/>
                  </a:lnTo>
                  <a:lnTo>
                    <a:pt x="114" y="30"/>
                  </a:lnTo>
                  <a:lnTo>
                    <a:pt x="114" y="33"/>
                  </a:lnTo>
                  <a:lnTo>
                    <a:pt x="117" y="34"/>
                  </a:lnTo>
                  <a:lnTo>
                    <a:pt x="119" y="35"/>
                  </a:lnTo>
                  <a:lnTo>
                    <a:pt x="121" y="35"/>
                  </a:lnTo>
                  <a:lnTo>
                    <a:pt x="123" y="37"/>
                  </a:lnTo>
                  <a:lnTo>
                    <a:pt x="123" y="38"/>
                  </a:lnTo>
                  <a:lnTo>
                    <a:pt x="126" y="39"/>
                  </a:lnTo>
                  <a:lnTo>
                    <a:pt x="127" y="39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7" y="43"/>
                  </a:lnTo>
                  <a:lnTo>
                    <a:pt x="126" y="44"/>
                  </a:lnTo>
                  <a:lnTo>
                    <a:pt x="126" y="46"/>
                  </a:lnTo>
                  <a:lnTo>
                    <a:pt x="127" y="47"/>
                  </a:lnTo>
                  <a:lnTo>
                    <a:pt x="130" y="48"/>
                  </a:lnTo>
                  <a:lnTo>
                    <a:pt x="131" y="47"/>
                  </a:lnTo>
                  <a:lnTo>
                    <a:pt x="133" y="48"/>
                  </a:lnTo>
                  <a:lnTo>
                    <a:pt x="134" y="48"/>
                  </a:lnTo>
                  <a:lnTo>
                    <a:pt x="138" y="51"/>
                  </a:lnTo>
                  <a:lnTo>
                    <a:pt x="138" y="52"/>
                  </a:lnTo>
                  <a:lnTo>
                    <a:pt x="139" y="55"/>
                  </a:lnTo>
                  <a:lnTo>
                    <a:pt x="139" y="56"/>
                  </a:lnTo>
                  <a:lnTo>
                    <a:pt x="142" y="58"/>
                  </a:lnTo>
                  <a:lnTo>
                    <a:pt x="143" y="59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7" y="63"/>
                  </a:lnTo>
                  <a:lnTo>
                    <a:pt x="150" y="64"/>
                  </a:lnTo>
                  <a:lnTo>
                    <a:pt x="150" y="66"/>
                  </a:lnTo>
                  <a:lnTo>
                    <a:pt x="150" y="69"/>
                  </a:lnTo>
                  <a:lnTo>
                    <a:pt x="151" y="69"/>
                  </a:lnTo>
                  <a:lnTo>
                    <a:pt x="154" y="72"/>
                  </a:lnTo>
                  <a:lnTo>
                    <a:pt x="154" y="73"/>
                  </a:lnTo>
                  <a:lnTo>
                    <a:pt x="154" y="73"/>
                  </a:lnTo>
                  <a:lnTo>
                    <a:pt x="154" y="73"/>
                  </a:lnTo>
                  <a:lnTo>
                    <a:pt x="151" y="72"/>
                  </a:lnTo>
                  <a:lnTo>
                    <a:pt x="148" y="72"/>
                  </a:lnTo>
                  <a:lnTo>
                    <a:pt x="144" y="73"/>
                  </a:lnTo>
                  <a:lnTo>
                    <a:pt x="144" y="73"/>
                  </a:lnTo>
                  <a:lnTo>
                    <a:pt x="141" y="73"/>
                  </a:lnTo>
                  <a:lnTo>
                    <a:pt x="138" y="72"/>
                  </a:lnTo>
                  <a:lnTo>
                    <a:pt x="137" y="72"/>
                  </a:lnTo>
                  <a:lnTo>
                    <a:pt x="135" y="71"/>
                  </a:lnTo>
                  <a:lnTo>
                    <a:pt x="134" y="71"/>
                  </a:lnTo>
                  <a:lnTo>
                    <a:pt x="131" y="71"/>
                  </a:lnTo>
                  <a:lnTo>
                    <a:pt x="130" y="69"/>
                  </a:lnTo>
                  <a:lnTo>
                    <a:pt x="129" y="69"/>
                  </a:lnTo>
                  <a:lnTo>
                    <a:pt x="129" y="71"/>
                  </a:lnTo>
                  <a:lnTo>
                    <a:pt x="129" y="71"/>
                  </a:lnTo>
                  <a:lnTo>
                    <a:pt x="127" y="73"/>
                  </a:lnTo>
                  <a:lnTo>
                    <a:pt x="126" y="73"/>
                  </a:lnTo>
                  <a:lnTo>
                    <a:pt x="125" y="73"/>
                  </a:lnTo>
                  <a:lnTo>
                    <a:pt x="122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8" y="73"/>
                  </a:lnTo>
                  <a:lnTo>
                    <a:pt x="118" y="73"/>
                  </a:lnTo>
                  <a:lnTo>
                    <a:pt x="117" y="72"/>
                  </a:lnTo>
                  <a:lnTo>
                    <a:pt x="115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8" y="76"/>
                  </a:lnTo>
                  <a:lnTo>
                    <a:pt x="104" y="77"/>
                  </a:lnTo>
                  <a:lnTo>
                    <a:pt x="101" y="77"/>
                  </a:lnTo>
                  <a:lnTo>
                    <a:pt x="100" y="76"/>
                  </a:lnTo>
                  <a:lnTo>
                    <a:pt x="98" y="76"/>
                  </a:lnTo>
                  <a:lnTo>
                    <a:pt x="96" y="76"/>
                  </a:lnTo>
                  <a:lnTo>
                    <a:pt x="94" y="77"/>
                  </a:lnTo>
                  <a:lnTo>
                    <a:pt x="92" y="80"/>
                  </a:lnTo>
                  <a:lnTo>
                    <a:pt x="92" y="81"/>
                  </a:lnTo>
                  <a:lnTo>
                    <a:pt x="93" y="83"/>
                  </a:lnTo>
                  <a:lnTo>
                    <a:pt x="93" y="83"/>
                  </a:lnTo>
                  <a:lnTo>
                    <a:pt x="90" y="84"/>
                  </a:lnTo>
                  <a:lnTo>
                    <a:pt x="89" y="83"/>
                  </a:lnTo>
                  <a:lnTo>
                    <a:pt x="87" y="83"/>
                  </a:lnTo>
                  <a:lnTo>
                    <a:pt x="84" y="81"/>
                  </a:lnTo>
                  <a:lnTo>
                    <a:pt x="83" y="81"/>
                  </a:lnTo>
                  <a:lnTo>
                    <a:pt x="81" y="83"/>
                  </a:lnTo>
                  <a:lnTo>
                    <a:pt x="80" y="83"/>
                  </a:lnTo>
                  <a:lnTo>
                    <a:pt x="77" y="81"/>
                  </a:lnTo>
                  <a:lnTo>
                    <a:pt x="75" y="80"/>
                  </a:lnTo>
                  <a:lnTo>
                    <a:pt x="72" y="81"/>
                  </a:lnTo>
                  <a:lnTo>
                    <a:pt x="71" y="80"/>
                  </a:lnTo>
                  <a:lnTo>
                    <a:pt x="68" y="77"/>
                  </a:lnTo>
                  <a:lnTo>
                    <a:pt x="65" y="77"/>
                  </a:lnTo>
                  <a:lnTo>
                    <a:pt x="63" y="73"/>
                  </a:lnTo>
                  <a:lnTo>
                    <a:pt x="62" y="73"/>
                  </a:lnTo>
                  <a:lnTo>
                    <a:pt x="59" y="72"/>
                  </a:lnTo>
                  <a:lnTo>
                    <a:pt x="59" y="72"/>
                  </a:lnTo>
                  <a:lnTo>
                    <a:pt x="58" y="73"/>
                  </a:lnTo>
                  <a:lnTo>
                    <a:pt x="56" y="73"/>
                  </a:lnTo>
                  <a:lnTo>
                    <a:pt x="54" y="75"/>
                  </a:lnTo>
                  <a:lnTo>
                    <a:pt x="52" y="75"/>
                  </a:lnTo>
                  <a:lnTo>
                    <a:pt x="52" y="76"/>
                  </a:lnTo>
                  <a:lnTo>
                    <a:pt x="51" y="77"/>
                  </a:lnTo>
                  <a:lnTo>
                    <a:pt x="51" y="79"/>
                  </a:lnTo>
                  <a:lnTo>
                    <a:pt x="51" y="80"/>
                  </a:lnTo>
                  <a:lnTo>
                    <a:pt x="50" y="81"/>
                  </a:lnTo>
                  <a:lnTo>
                    <a:pt x="48" y="81"/>
                  </a:lnTo>
                  <a:lnTo>
                    <a:pt x="48" y="83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48" y="88"/>
                  </a:lnTo>
                  <a:lnTo>
                    <a:pt x="48" y="89"/>
                  </a:lnTo>
                  <a:lnTo>
                    <a:pt x="47" y="89"/>
                  </a:lnTo>
                  <a:lnTo>
                    <a:pt x="46" y="91"/>
                  </a:lnTo>
                  <a:lnTo>
                    <a:pt x="43" y="89"/>
                  </a:lnTo>
                  <a:lnTo>
                    <a:pt x="43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1" y="91"/>
                  </a:lnTo>
                  <a:lnTo>
                    <a:pt x="30" y="92"/>
                  </a:lnTo>
                  <a:lnTo>
                    <a:pt x="29" y="92"/>
                  </a:lnTo>
                  <a:lnTo>
                    <a:pt x="25" y="96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1"/>
                  </a:lnTo>
                  <a:lnTo>
                    <a:pt x="18" y="98"/>
                  </a:lnTo>
                  <a:lnTo>
                    <a:pt x="15" y="96"/>
                  </a:lnTo>
                  <a:lnTo>
                    <a:pt x="14" y="94"/>
                  </a:lnTo>
                  <a:lnTo>
                    <a:pt x="11" y="91"/>
                  </a:lnTo>
                  <a:lnTo>
                    <a:pt x="9" y="87"/>
                  </a:lnTo>
                  <a:lnTo>
                    <a:pt x="8" y="84"/>
                  </a:lnTo>
                  <a:lnTo>
                    <a:pt x="6" y="81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75"/>
                  </a:lnTo>
                  <a:lnTo>
                    <a:pt x="1" y="72"/>
                  </a:lnTo>
                  <a:lnTo>
                    <a:pt x="1" y="69"/>
                  </a:lnTo>
                  <a:lnTo>
                    <a:pt x="1" y="66"/>
                  </a:lnTo>
                  <a:lnTo>
                    <a:pt x="0" y="63"/>
                  </a:lnTo>
                  <a:lnTo>
                    <a:pt x="0" y="60"/>
                  </a:lnTo>
                  <a:lnTo>
                    <a:pt x="1" y="59"/>
                  </a:lnTo>
                  <a:lnTo>
                    <a:pt x="2" y="58"/>
                  </a:lnTo>
                  <a:lnTo>
                    <a:pt x="5" y="55"/>
                  </a:lnTo>
                  <a:lnTo>
                    <a:pt x="6" y="52"/>
                  </a:lnTo>
                  <a:lnTo>
                    <a:pt x="8" y="48"/>
                  </a:lnTo>
                  <a:lnTo>
                    <a:pt x="9" y="46"/>
                  </a:lnTo>
                  <a:lnTo>
                    <a:pt x="10" y="44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4" y="43"/>
                  </a:lnTo>
                  <a:lnTo>
                    <a:pt x="14" y="44"/>
                  </a:lnTo>
                  <a:lnTo>
                    <a:pt x="17" y="44"/>
                  </a:lnTo>
                  <a:lnTo>
                    <a:pt x="18" y="44"/>
                  </a:lnTo>
                  <a:lnTo>
                    <a:pt x="22" y="44"/>
                  </a:lnTo>
                  <a:lnTo>
                    <a:pt x="23" y="42"/>
                  </a:lnTo>
                  <a:lnTo>
                    <a:pt x="23" y="39"/>
                  </a:lnTo>
                  <a:lnTo>
                    <a:pt x="25" y="38"/>
                  </a:lnTo>
                  <a:lnTo>
                    <a:pt x="26" y="39"/>
                  </a:lnTo>
                  <a:lnTo>
                    <a:pt x="27" y="42"/>
                  </a:lnTo>
                  <a:lnTo>
                    <a:pt x="27" y="43"/>
                  </a:lnTo>
                  <a:lnTo>
                    <a:pt x="30" y="43"/>
                  </a:lnTo>
                  <a:lnTo>
                    <a:pt x="33" y="41"/>
                  </a:lnTo>
                  <a:lnTo>
                    <a:pt x="36" y="39"/>
                  </a:lnTo>
                  <a:lnTo>
                    <a:pt x="39" y="37"/>
                  </a:lnTo>
                  <a:lnTo>
                    <a:pt x="46" y="35"/>
                  </a:lnTo>
                  <a:lnTo>
                    <a:pt x="50" y="35"/>
                  </a:lnTo>
                  <a:lnTo>
                    <a:pt x="51" y="34"/>
                  </a:lnTo>
                  <a:lnTo>
                    <a:pt x="55" y="31"/>
                  </a:lnTo>
                  <a:lnTo>
                    <a:pt x="54" y="30"/>
                  </a:lnTo>
                  <a:lnTo>
                    <a:pt x="52" y="30"/>
                  </a:lnTo>
                  <a:lnTo>
                    <a:pt x="51" y="27"/>
                  </a:lnTo>
                  <a:lnTo>
                    <a:pt x="51" y="25"/>
                  </a:lnTo>
                  <a:lnTo>
                    <a:pt x="52" y="25"/>
                  </a:lnTo>
                  <a:lnTo>
                    <a:pt x="55" y="25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2" y="26"/>
                  </a:lnTo>
                  <a:lnTo>
                    <a:pt x="65" y="25"/>
                  </a:lnTo>
                  <a:lnTo>
                    <a:pt x="69" y="25"/>
                  </a:lnTo>
                  <a:lnTo>
                    <a:pt x="72" y="22"/>
                  </a:lnTo>
                  <a:lnTo>
                    <a:pt x="73" y="22"/>
                  </a:lnTo>
                  <a:lnTo>
                    <a:pt x="75" y="19"/>
                  </a:lnTo>
                  <a:lnTo>
                    <a:pt x="75" y="18"/>
                  </a:lnTo>
                  <a:lnTo>
                    <a:pt x="75" y="17"/>
                  </a:lnTo>
                  <a:lnTo>
                    <a:pt x="76" y="16"/>
                  </a:lnTo>
                  <a:lnTo>
                    <a:pt x="76" y="13"/>
                  </a:lnTo>
                  <a:lnTo>
                    <a:pt x="77" y="12"/>
                  </a:lnTo>
                  <a:lnTo>
                    <a:pt x="79" y="12"/>
                  </a:lnTo>
                  <a:lnTo>
                    <a:pt x="80" y="12"/>
                  </a:lnTo>
                  <a:lnTo>
                    <a:pt x="83" y="9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5"/>
                  </a:lnTo>
                  <a:lnTo>
                    <a:pt x="87" y="2"/>
                  </a:lnTo>
                  <a:lnTo>
                    <a:pt x="89" y="1"/>
                  </a:lnTo>
                  <a:lnTo>
                    <a:pt x="92" y="1"/>
                  </a:lnTo>
                  <a:lnTo>
                    <a:pt x="93" y="2"/>
                  </a:lnTo>
                  <a:lnTo>
                    <a:pt x="9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6" name="Freeform 445"/>
            <p:cNvSpPr>
              <a:spLocks/>
            </p:cNvSpPr>
            <p:nvPr/>
          </p:nvSpPr>
          <p:spPr bwMode="auto">
            <a:xfrm>
              <a:off x="6049491" y="3317538"/>
              <a:ext cx="464408" cy="433955"/>
            </a:xfrm>
            <a:custGeom>
              <a:avLst/>
              <a:gdLst>
                <a:gd name="T0" fmla="*/ 25 w 183"/>
                <a:gd name="T1" fmla="*/ 1 h 171"/>
                <a:gd name="T2" fmla="*/ 33 w 183"/>
                <a:gd name="T3" fmla="*/ 4 h 171"/>
                <a:gd name="T4" fmla="*/ 45 w 183"/>
                <a:gd name="T5" fmla="*/ 4 h 171"/>
                <a:gd name="T6" fmla="*/ 56 w 183"/>
                <a:gd name="T7" fmla="*/ 6 h 171"/>
                <a:gd name="T8" fmla="*/ 66 w 183"/>
                <a:gd name="T9" fmla="*/ 12 h 171"/>
                <a:gd name="T10" fmla="*/ 70 w 183"/>
                <a:gd name="T11" fmla="*/ 22 h 171"/>
                <a:gd name="T12" fmla="*/ 78 w 183"/>
                <a:gd name="T13" fmla="*/ 25 h 171"/>
                <a:gd name="T14" fmla="*/ 83 w 183"/>
                <a:gd name="T15" fmla="*/ 25 h 171"/>
                <a:gd name="T16" fmla="*/ 98 w 183"/>
                <a:gd name="T17" fmla="*/ 31 h 171"/>
                <a:gd name="T18" fmla="*/ 106 w 183"/>
                <a:gd name="T19" fmla="*/ 38 h 171"/>
                <a:gd name="T20" fmla="*/ 114 w 183"/>
                <a:gd name="T21" fmla="*/ 39 h 171"/>
                <a:gd name="T22" fmla="*/ 118 w 183"/>
                <a:gd name="T23" fmla="*/ 34 h 171"/>
                <a:gd name="T24" fmla="*/ 122 w 183"/>
                <a:gd name="T25" fmla="*/ 29 h 171"/>
                <a:gd name="T26" fmla="*/ 118 w 183"/>
                <a:gd name="T27" fmla="*/ 21 h 171"/>
                <a:gd name="T28" fmla="*/ 120 w 183"/>
                <a:gd name="T29" fmla="*/ 13 h 171"/>
                <a:gd name="T30" fmla="*/ 124 w 183"/>
                <a:gd name="T31" fmla="*/ 8 h 171"/>
                <a:gd name="T32" fmla="*/ 135 w 183"/>
                <a:gd name="T33" fmla="*/ 4 h 171"/>
                <a:gd name="T34" fmla="*/ 139 w 183"/>
                <a:gd name="T35" fmla="*/ 2 h 171"/>
                <a:gd name="T36" fmla="*/ 143 w 183"/>
                <a:gd name="T37" fmla="*/ 2 h 171"/>
                <a:gd name="T38" fmla="*/ 148 w 183"/>
                <a:gd name="T39" fmla="*/ 4 h 171"/>
                <a:gd name="T40" fmla="*/ 156 w 183"/>
                <a:gd name="T41" fmla="*/ 6 h 171"/>
                <a:gd name="T42" fmla="*/ 154 w 183"/>
                <a:gd name="T43" fmla="*/ 9 h 171"/>
                <a:gd name="T44" fmla="*/ 160 w 183"/>
                <a:gd name="T45" fmla="*/ 12 h 171"/>
                <a:gd name="T46" fmla="*/ 165 w 183"/>
                <a:gd name="T47" fmla="*/ 13 h 171"/>
                <a:gd name="T48" fmla="*/ 174 w 183"/>
                <a:gd name="T49" fmla="*/ 13 h 171"/>
                <a:gd name="T50" fmla="*/ 178 w 183"/>
                <a:gd name="T51" fmla="*/ 16 h 171"/>
                <a:gd name="T52" fmla="*/ 179 w 183"/>
                <a:gd name="T53" fmla="*/ 21 h 171"/>
                <a:gd name="T54" fmla="*/ 179 w 183"/>
                <a:gd name="T55" fmla="*/ 29 h 171"/>
                <a:gd name="T56" fmla="*/ 178 w 183"/>
                <a:gd name="T57" fmla="*/ 35 h 171"/>
                <a:gd name="T58" fmla="*/ 178 w 183"/>
                <a:gd name="T59" fmla="*/ 43 h 171"/>
                <a:gd name="T60" fmla="*/ 183 w 183"/>
                <a:gd name="T61" fmla="*/ 166 h 171"/>
                <a:gd name="T62" fmla="*/ 173 w 183"/>
                <a:gd name="T63" fmla="*/ 171 h 171"/>
                <a:gd name="T64" fmla="*/ 173 w 183"/>
                <a:gd name="T65" fmla="*/ 171 h 171"/>
                <a:gd name="T66" fmla="*/ 53 w 183"/>
                <a:gd name="T67" fmla="*/ 133 h 171"/>
                <a:gd name="T68" fmla="*/ 31 w 183"/>
                <a:gd name="T69" fmla="*/ 126 h 171"/>
                <a:gd name="T70" fmla="*/ 28 w 183"/>
                <a:gd name="T71" fmla="*/ 122 h 171"/>
                <a:gd name="T72" fmla="*/ 24 w 183"/>
                <a:gd name="T73" fmla="*/ 117 h 171"/>
                <a:gd name="T74" fmla="*/ 20 w 183"/>
                <a:gd name="T75" fmla="*/ 113 h 171"/>
                <a:gd name="T76" fmla="*/ 11 w 183"/>
                <a:gd name="T77" fmla="*/ 112 h 171"/>
                <a:gd name="T78" fmla="*/ 10 w 183"/>
                <a:gd name="T79" fmla="*/ 109 h 171"/>
                <a:gd name="T80" fmla="*/ 8 w 183"/>
                <a:gd name="T81" fmla="*/ 104 h 171"/>
                <a:gd name="T82" fmla="*/ 7 w 183"/>
                <a:gd name="T83" fmla="*/ 100 h 171"/>
                <a:gd name="T84" fmla="*/ 4 w 183"/>
                <a:gd name="T85" fmla="*/ 94 h 171"/>
                <a:gd name="T86" fmla="*/ 0 w 183"/>
                <a:gd name="T87" fmla="*/ 88 h 171"/>
                <a:gd name="T88" fmla="*/ 2 w 183"/>
                <a:gd name="T89" fmla="*/ 87 h 171"/>
                <a:gd name="T90" fmla="*/ 6 w 183"/>
                <a:gd name="T91" fmla="*/ 83 h 171"/>
                <a:gd name="T92" fmla="*/ 4 w 183"/>
                <a:gd name="T93" fmla="*/ 76 h 171"/>
                <a:gd name="T94" fmla="*/ 6 w 183"/>
                <a:gd name="T95" fmla="*/ 68 h 171"/>
                <a:gd name="T96" fmla="*/ 3 w 183"/>
                <a:gd name="T97" fmla="*/ 59 h 171"/>
                <a:gd name="T98" fmla="*/ 3 w 183"/>
                <a:gd name="T99" fmla="*/ 54 h 171"/>
                <a:gd name="T100" fmla="*/ 2 w 183"/>
                <a:gd name="T101" fmla="*/ 42 h 171"/>
                <a:gd name="T102" fmla="*/ 0 w 183"/>
                <a:gd name="T103" fmla="*/ 38 h 171"/>
                <a:gd name="T104" fmla="*/ 2 w 183"/>
                <a:gd name="T105" fmla="*/ 37 h 171"/>
                <a:gd name="T106" fmla="*/ 4 w 183"/>
                <a:gd name="T107" fmla="*/ 37 h 171"/>
                <a:gd name="T108" fmla="*/ 7 w 183"/>
                <a:gd name="T109" fmla="*/ 33 h 171"/>
                <a:gd name="T110" fmla="*/ 8 w 183"/>
                <a:gd name="T111" fmla="*/ 31 h 171"/>
                <a:gd name="T112" fmla="*/ 8 w 183"/>
                <a:gd name="T113" fmla="*/ 27 h 171"/>
                <a:gd name="T114" fmla="*/ 7 w 183"/>
                <a:gd name="T115" fmla="*/ 22 h 171"/>
                <a:gd name="T116" fmla="*/ 10 w 183"/>
                <a:gd name="T117" fmla="*/ 19 h 171"/>
                <a:gd name="T118" fmla="*/ 14 w 183"/>
                <a:gd name="T119" fmla="*/ 17 h 171"/>
                <a:gd name="T120" fmla="*/ 21 w 183"/>
                <a:gd name="T121" fmla="*/ 10 h 171"/>
                <a:gd name="T122" fmla="*/ 23 w 183"/>
                <a:gd name="T123" fmla="*/ 6 h 171"/>
                <a:gd name="T124" fmla="*/ 23 w 183"/>
                <a:gd name="T125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3" h="171">
                  <a:moveTo>
                    <a:pt x="23" y="0"/>
                  </a:moveTo>
                  <a:lnTo>
                    <a:pt x="25" y="1"/>
                  </a:lnTo>
                  <a:lnTo>
                    <a:pt x="27" y="4"/>
                  </a:lnTo>
                  <a:lnTo>
                    <a:pt x="33" y="4"/>
                  </a:lnTo>
                  <a:lnTo>
                    <a:pt x="41" y="2"/>
                  </a:lnTo>
                  <a:lnTo>
                    <a:pt x="45" y="4"/>
                  </a:lnTo>
                  <a:lnTo>
                    <a:pt x="52" y="5"/>
                  </a:lnTo>
                  <a:lnTo>
                    <a:pt x="56" y="6"/>
                  </a:lnTo>
                  <a:lnTo>
                    <a:pt x="64" y="8"/>
                  </a:lnTo>
                  <a:lnTo>
                    <a:pt x="66" y="12"/>
                  </a:lnTo>
                  <a:lnTo>
                    <a:pt x="66" y="16"/>
                  </a:lnTo>
                  <a:lnTo>
                    <a:pt x="70" y="22"/>
                  </a:lnTo>
                  <a:lnTo>
                    <a:pt x="74" y="25"/>
                  </a:lnTo>
                  <a:lnTo>
                    <a:pt x="78" y="25"/>
                  </a:lnTo>
                  <a:lnTo>
                    <a:pt x="79" y="23"/>
                  </a:lnTo>
                  <a:lnTo>
                    <a:pt x="83" y="25"/>
                  </a:lnTo>
                  <a:lnTo>
                    <a:pt x="93" y="29"/>
                  </a:lnTo>
                  <a:lnTo>
                    <a:pt x="98" y="31"/>
                  </a:lnTo>
                  <a:lnTo>
                    <a:pt x="102" y="34"/>
                  </a:lnTo>
                  <a:lnTo>
                    <a:pt x="106" y="38"/>
                  </a:lnTo>
                  <a:lnTo>
                    <a:pt x="111" y="39"/>
                  </a:lnTo>
                  <a:lnTo>
                    <a:pt x="114" y="39"/>
                  </a:lnTo>
                  <a:lnTo>
                    <a:pt x="118" y="35"/>
                  </a:lnTo>
                  <a:lnTo>
                    <a:pt x="118" y="34"/>
                  </a:lnTo>
                  <a:lnTo>
                    <a:pt x="120" y="31"/>
                  </a:lnTo>
                  <a:lnTo>
                    <a:pt x="122" y="29"/>
                  </a:lnTo>
                  <a:lnTo>
                    <a:pt x="120" y="23"/>
                  </a:lnTo>
                  <a:lnTo>
                    <a:pt x="118" y="21"/>
                  </a:lnTo>
                  <a:lnTo>
                    <a:pt x="119" y="14"/>
                  </a:lnTo>
                  <a:lnTo>
                    <a:pt x="120" y="13"/>
                  </a:lnTo>
                  <a:lnTo>
                    <a:pt x="120" y="10"/>
                  </a:lnTo>
                  <a:lnTo>
                    <a:pt x="124" y="8"/>
                  </a:lnTo>
                  <a:lnTo>
                    <a:pt x="128" y="5"/>
                  </a:lnTo>
                  <a:lnTo>
                    <a:pt x="135" y="4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41" y="4"/>
                  </a:lnTo>
                  <a:lnTo>
                    <a:pt x="143" y="2"/>
                  </a:lnTo>
                  <a:lnTo>
                    <a:pt x="144" y="2"/>
                  </a:lnTo>
                  <a:lnTo>
                    <a:pt x="148" y="4"/>
                  </a:lnTo>
                  <a:lnTo>
                    <a:pt x="151" y="4"/>
                  </a:lnTo>
                  <a:lnTo>
                    <a:pt x="156" y="6"/>
                  </a:lnTo>
                  <a:lnTo>
                    <a:pt x="156" y="8"/>
                  </a:lnTo>
                  <a:lnTo>
                    <a:pt x="154" y="9"/>
                  </a:lnTo>
                  <a:lnTo>
                    <a:pt x="156" y="10"/>
                  </a:lnTo>
                  <a:lnTo>
                    <a:pt x="160" y="12"/>
                  </a:lnTo>
                  <a:lnTo>
                    <a:pt x="164" y="12"/>
                  </a:lnTo>
                  <a:lnTo>
                    <a:pt x="165" y="13"/>
                  </a:lnTo>
                  <a:lnTo>
                    <a:pt x="173" y="14"/>
                  </a:lnTo>
                  <a:lnTo>
                    <a:pt x="174" y="13"/>
                  </a:lnTo>
                  <a:lnTo>
                    <a:pt x="177" y="14"/>
                  </a:lnTo>
                  <a:lnTo>
                    <a:pt x="178" y="16"/>
                  </a:lnTo>
                  <a:lnTo>
                    <a:pt x="179" y="19"/>
                  </a:lnTo>
                  <a:lnTo>
                    <a:pt x="179" y="21"/>
                  </a:lnTo>
                  <a:lnTo>
                    <a:pt x="178" y="26"/>
                  </a:lnTo>
                  <a:lnTo>
                    <a:pt x="179" y="29"/>
                  </a:lnTo>
                  <a:lnTo>
                    <a:pt x="179" y="31"/>
                  </a:lnTo>
                  <a:lnTo>
                    <a:pt x="178" y="35"/>
                  </a:lnTo>
                  <a:lnTo>
                    <a:pt x="176" y="39"/>
                  </a:lnTo>
                  <a:lnTo>
                    <a:pt x="178" y="43"/>
                  </a:lnTo>
                  <a:lnTo>
                    <a:pt x="179" y="48"/>
                  </a:lnTo>
                  <a:lnTo>
                    <a:pt x="183" y="166"/>
                  </a:lnTo>
                  <a:lnTo>
                    <a:pt x="173" y="167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77" y="122"/>
                  </a:lnTo>
                  <a:lnTo>
                    <a:pt x="53" y="133"/>
                  </a:lnTo>
                  <a:lnTo>
                    <a:pt x="52" y="130"/>
                  </a:lnTo>
                  <a:lnTo>
                    <a:pt x="31" y="126"/>
                  </a:lnTo>
                  <a:lnTo>
                    <a:pt x="29" y="123"/>
                  </a:lnTo>
                  <a:lnTo>
                    <a:pt x="28" y="122"/>
                  </a:lnTo>
                  <a:lnTo>
                    <a:pt x="27" y="121"/>
                  </a:lnTo>
                  <a:lnTo>
                    <a:pt x="24" y="117"/>
                  </a:lnTo>
                  <a:lnTo>
                    <a:pt x="23" y="114"/>
                  </a:lnTo>
                  <a:lnTo>
                    <a:pt x="20" y="113"/>
                  </a:lnTo>
                  <a:lnTo>
                    <a:pt x="16" y="112"/>
                  </a:lnTo>
                  <a:lnTo>
                    <a:pt x="11" y="112"/>
                  </a:lnTo>
                  <a:lnTo>
                    <a:pt x="10" y="110"/>
                  </a:lnTo>
                  <a:lnTo>
                    <a:pt x="10" y="109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7" y="100"/>
                  </a:lnTo>
                  <a:lnTo>
                    <a:pt x="7" y="98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87"/>
                  </a:lnTo>
                  <a:lnTo>
                    <a:pt x="4" y="84"/>
                  </a:lnTo>
                  <a:lnTo>
                    <a:pt x="6" y="83"/>
                  </a:lnTo>
                  <a:lnTo>
                    <a:pt x="6" y="79"/>
                  </a:lnTo>
                  <a:lnTo>
                    <a:pt x="4" y="76"/>
                  </a:lnTo>
                  <a:lnTo>
                    <a:pt x="4" y="75"/>
                  </a:lnTo>
                  <a:lnTo>
                    <a:pt x="6" y="68"/>
                  </a:lnTo>
                  <a:lnTo>
                    <a:pt x="4" y="64"/>
                  </a:lnTo>
                  <a:lnTo>
                    <a:pt x="3" y="59"/>
                  </a:lnTo>
                  <a:lnTo>
                    <a:pt x="4" y="58"/>
                  </a:lnTo>
                  <a:lnTo>
                    <a:pt x="3" y="54"/>
                  </a:lnTo>
                  <a:lnTo>
                    <a:pt x="3" y="46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3" y="37"/>
                  </a:lnTo>
                  <a:lnTo>
                    <a:pt x="4" y="37"/>
                  </a:lnTo>
                  <a:lnTo>
                    <a:pt x="6" y="35"/>
                  </a:lnTo>
                  <a:lnTo>
                    <a:pt x="7" y="33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8" y="27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10" y="19"/>
                  </a:lnTo>
                  <a:lnTo>
                    <a:pt x="12" y="19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21" y="10"/>
                  </a:lnTo>
                  <a:lnTo>
                    <a:pt x="24" y="6"/>
                  </a:lnTo>
                  <a:lnTo>
                    <a:pt x="23" y="6"/>
                  </a:lnTo>
                  <a:lnTo>
                    <a:pt x="21" y="1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7" name="Freeform 446"/>
            <p:cNvSpPr>
              <a:spLocks noEditPoints="1"/>
            </p:cNvSpPr>
            <p:nvPr/>
          </p:nvSpPr>
          <p:spPr bwMode="auto">
            <a:xfrm>
              <a:off x="5991124" y="3175425"/>
              <a:ext cx="119275" cy="236011"/>
            </a:xfrm>
            <a:custGeom>
              <a:avLst/>
              <a:gdLst>
                <a:gd name="T0" fmla="*/ 38 w 47"/>
                <a:gd name="T1" fmla="*/ 47 h 93"/>
                <a:gd name="T2" fmla="*/ 37 w 47"/>
                <a:gd name="T3" fmla="*/ 49 h 93"/>
                <a:gd name="T4" fmla="*/ 35 w 47"/>
                <a:gd name="T5" fmla="*/ 47 h 93"/>
                <a:gd name="T6" fmla="*/ 26 w 47"/>
                <a:gd name="T7" fmla="*/ 2 h 93"/>
                <a:gd name="T8" fmla="*/ 27 w 47"/>
                <a:gd name="T9" fmla="*/ 4 h 93"/>
                <a:gd name="T10" fmla="*/ 30 w 47"/>
                <a:gd name="T11" fmla="*/ 10 h 93"/>
                <a:gd name="T12" fmla="*/ 37 w 47"/>
                <a:gd name="T13" fmla="*/ 4 h 93"/>
                <a:gd name="T14" fmla="*/ 37 w 47"/>
                <a:gd name="T15" fmla="*/ 7 h 93"/>
                <a:gd name="T16" fmla="*/ 34 w 47"/>
                <a:gd name="T17" fmla="*/ 12 h 93"/>
                <a:gd name="T18" fmla="*/ 31 w 47"/>
                <a:gd name="T19" fmla="*/ 18 h 93"/>
                <a:gd name="T20" fmla="*/ 38 w 47"/>
                <a:gd name="T21" fmla="*/ 23 h 93"/>
                <a:gd name="T22" fmla="*/ 38 w 47"/>
                <a:gd name="T23" fmla="*/ 28 h 93"/>
                <a:gd name="T24" fmla="*/ 38 w 47"/>
                <a:gd name="T25" fmla="*/ 31 h 93"/>
                <a:gd name="T26" fmla="*/ 38 w 47"/>
                <a:gd name="T27" fmla="*/ 33 h 93"/>
                <a:gd name="T28" fmla="*/ 29 w 47"/>
                <a:gd name="T29" fmla="*/ 40 h 93"/>
                <a:gd name="T30" fmla="*/ 29 w 47"/>
                <a:gd name="T31" fmla="*/ 48 h 93"/>
                <a:gd name="T32" fmla="*/ 34 w 47"/>
                <a:gd name="T33" fmla="*/ 49 h 93"/>
                <a:gd name="T34" fmla="*/ 37 w 47"/>
                <a:gd name="T35" fmla="*/ 52 h 93"/>
                <a:gd name="T36" fmla="*/ 38 w 47"/>
                <a:gd name="T37" fmla="*/ 50 h 93"/>
                <a:gd name="T38" fmla="*/ 39 w 47"/>
                <a:gd name="T39" fmla="*/ 50 h 93"/>
                <a:gd name="T40" fmla="*/ 41 w 47"/>
                <a:gd name="T41" fmla="*/ 54 h 93"/>
                <a:gd name="T42" fmla="*/ 46 w 47"/>
                <a:gd name="T43" fmla="*/ 56 h 93"/>
                <a:gd name="T44" fmla="*/ 46 w 47"/>
                <a:gd name="T45" fmla="*/ 62 h 93"/>
                <a:gd name="T46" fmla="*/ 44 w 47"/>
                <a:gd name="T47" fmla="*/ 66 h 93"/>
                <a:gd name="T48" fmla="*/ 37 w 47"/>
                <a:gd name="T49" fmla="*/ 73 h 93"/>
                <a:gd name="T50" fmla="*/ 33 w 47"/>
                <a:gd name="T51" fmla="*/ 75 h 93"/>
                <a:gd name="T52" fmla="*/ 30 w 47"/>
                <a:gd name="T53" fmla="*/ 78 h 93"/>
                <a:gd name="T54" fmla="*/ 31 w 47"/>
                <a:gd name="T55" fmla="*/ 83 h 93"/>
                <a:gd name="T56" fmla="*/ 31 w 47"/>
                <a:gd name="T57" fmla="*/ 87 h 93"/>
                <a:gd name="T58" fmla="*/ 30 w 47"/>
                <a:gd name="T59" fmla="*/ 89 h 93"/>
                <a:gd name="T60" fmla="*/ 27 w 47"/>
                <a:gd name="T61" fmla="*/ 93 h 93"/>
                <a:gd name="T62" fmla="*/ 25 w 47"/>
                <a:gd name="T63" fmla="*/ 93 h 93"/>
                <a:gd name="T64" fmla="*/ 14 w 47"/>
                <a:gd name="T65" fmla="*/ 66 h 93"/>
                <a:gd name="T66" fmla="*/ 12 w 47"/>
                <a:gd name="T67" fmla="*/ 64 h 93"/>
                <a:gd name="T68" fmla="*/ 8 w 47"/>
                <a:gd name="T69" fmla="*/ 60 h 93"/>
                <a:gd name="T70" fmla="*/ 4 w 47"/>
                <a:gd name="T71" fmla="*/ 57 h 93"/>
                <a:gd name="T72" fmla="*/ 1 w 47"/>
                <a:gd name="T73" fmla="*/ 53 h 93"/>
                <a:gd name="T74" fmla="*/ 0 w 47"/>
                <a:gd name="T75" fmla="*/ 49 h 93"/>
                <a:gd name="T76" fmla="*/ 4 w 47"/>
                <a:gd name="T77" fmla="*/ 41 h 93"/>
                <a:gd name="T78" fmla="*/ 8 w 47"/>
                <a:gd name="T79" fmla="*/ 39 h 93"/>
                <a:gd name="T80" fmla="*/ 9 w 47"/>
                <a:gd name="T81" fmla="*/ 33 h 93"/>
                <a:gd name="T82" fmla="*/ 9 w 47"/>
                <a:gd name="T83" fmla="*/ 31 h 93"/>
                <a:gd name="T84" fmla="*/ 10 w 47"/>
                <a:gd name="T85" fmla="*/ 28 h 93"/>
                <a:gd name="T86" fmla="*/ 9 w 47"/>
                <a:gd name="T87" fmla="*/ 25 h 93"/>
                <a:gd name="T88" fmla="*/ 10 w 47"/>
                <a:gd name="T89" fmla="*/ 18 h 93"/>
                <a:gd name="T90" fmla="*/ 10 w 47"/>
                <a:gd name="T91" fmla="*/ 10 h 93"/>
                <a:gd name="T92" fmla="*/ 10 w 47"/>
                <a:gd name="T93" fmla="*/ 7 h 93"/>
                <a:gd name="T94" fmla="*/ 14 w 47"/>
                <a:gd name="T95" fmla="*/ 4 h 93"/>
                <a:gd name="T96" fmla="*/ 21 w 47"/>
                <a:gd name="T97" fmla="*/ 0 h 93"/>
                <a:gd name="T98" fmla="*/ 22 w 47"/>
                <a:gd name="T99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7" h="93">
                  <a:moveTo>
                    <a:pt x="35" y="47"/>
                  </a:moveTo>
                  <a:lnTo>
                    <a:pt x="38" y="47"/>
                  </a:lnTo>
                  <a:lnTo>
                    <a:pt x="39" y="48"/>
                  </a:lnTo>
                  <a:lnTo>
                    <a:pt x="37" y="49"/>
                  </a:lnTo>
                  <a:lnTo>
                    <a:pt x="35" y="48"/>
                  </a:lnTo>
                  <a:lnTo>
                    <a:pt x="35" y="47"/>
                  </a:lnTo>
                  <a:close/>
                  <a:moveTo>
                    <a:pt x="25" y="0"/>
                  </a:moveTo>
                  <a:lnTo>
                    <a:pt x="26" y="2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9" y="8"/>
                  </a:lnTo>
                  <a:lnTo>
                    <a:pt x="30" y="10"/>
                  </a:lnTo>
                  <a:lnTo>
                    <a:pt x="31" y="7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7"/>
                  </a:lnTo>
                  <a:lnTo>
                    <a:pt x="35" y="11"/>
                  </a:lnTo>
                  <a:lnTo>
                    <a:pt x="34" y="12"/>
                  </a:lnTo>
                  <a:lnTo>
                    <a:pt x="31" y="15"/>
                  </a:lnTo>
                  <a:lnTo>
                    <a:pt x="31" y="18"/>
                  </a:lnTo>
                  <a:lnTo>
                    <a:pt x="34" y="22"/>
                  </a:lnTo>
                  <a:lnTo>
                    <a:pt x="38" y="23"/>
                  </a:lnTo>
                  <a:lnTo>
                    <a:pt x="38" y="27"/>
                  </a:lnTo>
                  <a:lnTo>
                    <a:pt x="38" y="28"/>
                  </a:lnTo>
                  <a:lnTo>
                    <a:pt x="39" y="29"/>
                  </a:lnTo>
                  <a:lnTo>
                    <a:pt x="38" y="31"/>
                  </a:lnTo>
                  <a:lnTo>
                    <a:pt x="38" y="32"/>
                  </a:lnTo>
                  <a:lnTo>
                    <a:pt x="38" y="33"/>
                  </a:lnTo>
                  <a:lnTo>
                    <a:pt x="34" y="36"/>
                  </a:lnTo>
                  <a:lnTo>
                    <a:pt x="29" y="40"/>
                  </a:lnTo>
                  <a:lnTo>
                    <a:pt x="27" y="44"/>
                  </a:lnTo>
                  <a:lnTo>
                    <a:pt x="29" y="48"/>
                  </a:lnTo>
                  <a:lnTo>
                    <a:pt x="33" y="50"/>
                  </a:lnTo>
                  <a:lnTo>
                    <a:pt x="34" y="49"/>
                  </a:lnTo>
                  <a:lnTo>
                    <a:pt x="35" y="52"/>
                  </a:lnTo>
                  <a:lnTo>
                    <a:pt x="37" y="52"/>
                  </a:lnTo>
                  <a:lnTo>
                    <a:pt x="38" y="52"/>
                  </a:lnTo>
                  <a:lnTo>
                    <a:pt x="38" y="50"/>
                  </a:lnTo>
                  <a:lnTo>
                    <a:pt x="38" y="50"/>
                  </a:lnTo>
                  <a:lnTo>
                    <a:pt x="39" y="50"/>
                  </a:lnTo>
                  <a:lnTo>
                    <a:pt x="41" y="53"/>
                  </a:lnTo>
                  <a:lnTo>
                    <a:pt x="41" y="54"/>
                  </a:lnTo>
                  <a:lnTo>
                    <a:pt x="43" y="56"/>
                  </a:lnTo>
                  <a:lnTo>
                    <a:pt x="46" y="56"/>
                  </a:lnTo>
                  <a:lnTo>
                    <a:pt x="44" y="57"/>
                  </a:lnTo>
                  <a:lnTo>
                    <a:pt x="46" y="62"/>
                  </a:lnTo>
                  <a:lnTo>
                    <a:pt x="47" y="62"/>
                  </a:lnTo>
                  <a:lnTo>
                    <a:pt x="44" y="66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5" y="75"/>
                  </a:lnTo>
                  <a:lnTo>
                    <a:pt x="33" y="75"/>
                  </a:lnTo>
                  <a:lnTo>
                    <a:pt x="30" y="77"/>
                  </a:lnTo>
                  <a:lnTo>
                    <a:pt x="30" y="78"/>
                  </a:lnTo>
                  <a:lnTo>
                    <a:pt x="30" y="79"/>
                  </a:lnTo>
                  <a:lnTo>
                    <a:pt x="31" y="83"/>
                  </a:lnTo>
                  <a:lnTo>
                    <a:pt x="31" y="86"/>
                  </a:lnTo>
                  <a:lnTo>
                    <a:pt x="31" y="87"/>
                  </a:lnTo>
                  <a:lnTo>
                    <a:pt x="31" y="87"/>
                  </a:lnTo>
                  <a:lnTo>
                    <a:pt x="30" y="89"/>
                  </a:lnTo>
                  <a:lnTo>
                    <a:pt x="29" y="91"/>
                  </a:lnTo>
                  <a:lnTo>
                    <a:pt x="27" y="93"/>
                  </a:lnTo>
                  <a:lnTo>
                    <a:pt x="26" y="93"/>
                  </a:lnTo>
                  <a:lnTo>
                    <a:pt x="25" y="93"/>
                  </a:lnTo>
                  <a:lnTo>
                    <a:pt x="17" y="69"/>
                  </a:lnTo>
                  <a:lnTo>
                    <a:pt x="14" y="66"/>
                  </a:lnTo>
                  <a:lnTo>
                    <a:pt x="13" y="65"/>
                  </a:lnTo>
                  <a:lnTo>
                    <a:pt x="12" y="64"/>
                  </a:lnTo>
                  <a:lnTo>
                    <a:pt x="9" y="64"/>
                  </a:lnTo>
                  <a:lnTo>
                    <a:pt x="8" y="60"/>
                  </a:lnTo>
                  <a:lnTo>
                    <a:pt x="5" y="57"/>
                  </a:lnTo>
                  <a:lnTo>
                    <a:pt x="4" y="57"/>
                  </a:lnTo>
                  <a:lnTo>
                    <a:pt x="1" y="54"/>
                  </a:lnTo>
                  <a:lnTo>
                    <a:pt x="1" y="53"/>
                  </a:lnTo>
                  <a:lnTo>
                    <a:pt x="1" y="50"/>
                  </a:lnTo>
                  <a:lnTo>
                    <a:pt x="0" y="49"/>
                  </a:lnTo>
                  <a:lnTo>
                    <a:pt x="1" y="44"/>
                  </a:lnTo>
                  <a:lnTo>
                    <a:pt x="4" y="41"/>
                  </a:lnTo>
                  <a:lnTo>
                    <a:pt x="6" y="40"/>
                  </a:lnTo>
                  <a:lnTo>
                    <a:pt x="8" y="39"/>
                  </a:lnTo>
                  <a:lnTo>
                    <a:pt x="9" y="37"/>
                  </a:lnTo>
                  <a:lnTo>
                    <a:pt x="9" y="33"/>
                  </a:lnTo>
                  <a:lnTo>
                    <a:pt x="10" y="32"/>
                  </a:lnTo>
                  <a:lnTo>
                    <a:pt x="9" y="31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10" y="27"/>
                  </a:lnTo>
                  <a:lnTo>
                    <a:pt x="9" y="25"/>
                  </a:lnTo>
                  <a:lnTo>
                    <a:pt x="8" y="23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4" y="4"/>
                  </a:lnTo>
                  <a:lnTo>
                    <a:pt x="18" y="2"/>
                  </a:lnTo>
                  <a:lnTo>
                    <a:pt x="21" y="0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8" name="Freeform 447"/>
            <p:cNvSpPr>
              <a:spLocks/>
            </p:cNvSpPr>
            <p:nvPr/>
          </p:nvSpPr>
          <p:spPr bwMode="auto">
            <a:xfrm>
              <a:off x="5521640" y="3185576"/>
              <a:ext cx="606522" cy="586220"/>
            </a:xfrm>
            <a:custGeom>
              <a:avLst/>
              <a:gdLst>
                <a:gd name="T0" fmla="*/ 173 w 239"/>
                <a:gd name="T1" fmla="*/ 3 h 231"/>
                <a:gd name="T2" fmla="*/ 179 w 239"/>
                <a:gd name="T3" fmla="*/ 0 h 231"/>
                <a:gd name="T4" fmla="*/ 190 w 239"/>
                <a:gd name="T5" fmla="*/ 2 h 231"/>
                <a:gd name="T6" fmla="*/ 195 w 239"/>
                <a:gd name="T7" fmla="*/ 3 h 231"/>
                <a:gd name="T8" fmla="*/ 195 w 239"/>
                <a:gd name="T9" fmla="*/ 10 h 231"/>
                <a:gd name="T10" fmla="*/ 194 w 239"/>
                <a:gd name="T11" fmla="*/ 21 h 231"/>
                <a:gd name="T12" fmla="*/ 195 w 239"/>
                <a:gd name="T13" fmla="*/ 25 h 231"/>
                <a:gd name="T14" fmla="*/ 194 w 239"/>
                <a:gd name="T15" fmla="*/ 29 h 231"/>
                <a:gd name="T16" fmla="*/ 191 w 239"/>
                <a:gd name="T17" fmla="*/ 36 h 231"/>
                <a:gd name="T18" fmla="*/ 185 w 239"/>
                <a:gd name="T19" fmla="*/ 45 h 231"/>
                <a:gd name="T20" fmla="*/ 186 w 239"/>
                <a:gd name="T21" fmla="*/ 50 h 231"/>
                <a:gd name="T22" fmla="*/ 193 w 239"/>
                <a:gd name="T23" fmla="*/ 56 h 231"/>
                <a:gd name="T24" fmla="*/ 198 w 239"/>
                <a:gd name="T25" fmla="*/ 61 h 231"/>
                <a:gd name="T26" fmla="*/ 210 w 239"/>
                <a:gd name="T27" fmla="*/ 89 h 231"/>
                <a:gd name="T28" fmla="*/ 210 w 239"/>
                <a:gd name="T29" fmla="*/ 94 h 231"/>
                <a:gd name="T30" fmla="*/ 212 w 239"/>
                <a:gd name="T31" fmla="*/ 110 h 231"/>
                <a:gd name="T32" fmla="*/ 214 w 239"/>
                <a:gd name="T33" fmla="*/ 120 h 231"/>
                <a:gd name="T34" fmla="*/ 214 w 239"/>
                <a:gd name="T35" fmla="*/ 131 h 231"/>
                <a:gd name="T36" fmla="*/ 210 w 239"/>
                <a:gd name="T37" fmla="*/ 139 h 231"/>
                <a:gd name="T38" fmla="*/ 210 w 239"/>
                <a:gd name="T39" fmla="*/ 143 h 231"/>
                <a:gd name="T40" fmla="*/ 215 w 239"/>
                <a:gd name="T41" fmla="*/ 152 h 231"/>
                <a:gd name="T42" fmla="*/ 216 w 239"/>
                <a:gd name="T43" fmla="*/ 160 h 231"/>
                <a:gd name="T44" fmla="*/ 219 w 239"/>
                <a:gd name="T45" fmla="*/ 164 h 231"/>
                <a:gd name="T46" fmla="*/ 231 w 239"/>
                <a:gd name="T47" fmla="*/ 166 h 231"/>
                <a:gd name="T48" fmla="*/ 236 w 239"/>
                <a:gd name="T49" fmla="*/ 174 h 231"/>
                <a:gd name="T50" fmla="*/ 239 w 239"/>
                <a:gd name="T51" fmla="*/ 178 h 231"/>
                <a:gd name="T52" fmla="*/ 153 w 239"/>
                <a:gd name="T53" fmla="*/ 228 h 231"/>
                <a:gd name="T54" fmla="*/ 143 w 239"/>
                <a:gd name="T55" fmla="*/ 231 h 231"/>
                <a:gd name="T56" fmla="*/ 140 w 239"/>
                <a:gd name="T57" fmla="*/ 224 h 231"/>
                <a:gd name="T58" fmla="*/ 135 w 239"/>
                <a:gd name="T59" fmla="*/ 219 h 231"/>
                <a:gd name="T60" fmla="*/ 125 w 239"/>
                <a:gd name="T61" fmla="*/ 215 h 231"/>
                <a:gd name="T62" fmla="*/ 44 w 239"/>
                <a:gd name="T63" fmla="*/ 156 h 231"/>
                <a:gd name="T64" fmla="*/ 0 w 239"/>
                <a:gd name="T65" fmla="*/ 127 h 231"/>
                <a:gd name="T66" fmla="*/ 0 w 239"/>
                <a:gd name="T67" fmla="*/ 124 h 231"/>
                <a:gd name="T68" fmla="*/ 8 w 239"/>
                <a:gd name="T69" fmla="*/ 107 h 231"/>
                <a:gd name="T70" fmla="*/ 23 w 239"/>
                <a:gd name="T71" fmla="*/ 103 h 231"/>
                <a:gd name="T72" fmla="*/ 33 w 239"/>
                <a:gd name="T73" fmla="*/ 102 h 231"/>
                <a:gd name="T74" fmla="*/ 64 w 239"/>
                <a:gd name="T75" fmla="*/ 83 h 231"/>
                <a:gd name="T76" fmla="*/ 66 w 239"/>
                <a:gd name="T77" fmla="*/ 74 h 231"/>
                <a:gd name="T78" fmla="*/ 74 w 239"/>
                <a:gd name="T79" fmla="*/ 68 h 231"/>
                <a:gd name="T80" fmla="*/ 90 w 239"/>
                <a:gd name="T81" fmla="*/ 64 h 231"/>
                <a:gd name="T82" fmla="*/ 89 w 239"/>
                <a:gd name="T83" fmla="*/ 60 h 231"/>
                <a:gd name="T84" fmla="*/ 85 w 239"/>
                <a:gd name="T85" fmla="*/ 56 h 231"/>
                <a:gd name="T86" fmla="*/ 82 w 239"/>
                <a:gd name="T87" fmla="*/ 41 h 231"/>
                <a:gd name="T88" fmla="*/ 81 w 239"/>
                <a:gd name="T89" fmla="*/ 32 h 231"/>
                <a:gd name="T90" fmla="*/ 79 w 239"/>
                <a:gd name="T91" fmla="*/ 27 h 231"/>
                <a:gd name="T92" fmla="*/ 85 w 239"/>
                <a:gd name="T93" fmla="*/ 24 h 231"/>
                <a:gd name="T94" fmla="*/ 89 w 239"/>
                <a:gd name="T95" fmla="*/ 19 h 231"/>
                <a:gd name="T96" fmla="*/ 96 w 239"/>
                <a:gd name="T97" fmla="*/ 16 h 231"/>
                <a:gd name="T98" fmla="*/ 99 w 239"/>
                <a:gd name="T99" fmla="*/ 16 h 231"/>
                <a:gd name="T100" fmla="*/ 103 w 239"/>
                <a:gd name="T101" fmla="*/ 12 h 231"/>
                <a:gd name="T102" fmla="*/ 110 w 239"/>
                <a:gd name="T103" fmla="*/ 11 h 231"/>
                <a:gd name="T104" fmla="*/ 123 w 239"/>
                <a:gd name="T105" fmla="*/ 6 h 231"/>
                <a:gd name="T106" fmla="*/ 131 w 239"/>
                <a:gd name="T107" fmla="*/ 7 h 231"/>
                <a:gd name="T108" fmla="*/ 139 w 239"/>
                <a:gd name="T109" fmla="*/ 4 h 231"/>
                <a:gd name="T110" fmla="*/ 143 w 239"/>
                <a:gd name="T111" fmla="*/ 3 h 231"/>
                <a:gd name="T112" fmla="*/ 149 w 239"/>
                <a:gd name="T113" fmla="*/ 3 h 231"/>
                <a:gd name="T114" fmla="*/ 156 w 239"/>
                <a:gd name="T115" fmla="*/ 6 h 231"/>
                <a:gd name="T116" fmla="*/ 162 w 239"/>
                <a:gd name="T117" fmla="*/ 3 h 231"/>
                <a:gd name="T118" fmla="*/ 168 w 239"/>
                <a:gd name="T119" fmla="*/ 2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9" h="231">
                  <a:moveTo>
                    <a:pt x="170" y="0"/>
                  </a:moveTo>
                  <a:lnTo>
                    <a:pt x="173" y="0"/>
                  </a:lnTo>
                  <a:lnTo>
                    <a:pt x="173" y="3"/>
                  </a:lnTo>
                  <a:lnTo>
                    <a:pt x="177" y="3"/>
                  </a:lnTo>
                  <a:lnTo>
                    <a:pt x="179" y="2"/>
                  </a:lnTo>
                  <a:lnTo>
                    <a:pt x="179" y="0"/>
                  </a:lnTo>
                  <a:lnTo>
                    <a:pt x="182" y="2"/>
                  </a:lnTo>
                  <a:lnTo>
                    <a:pt x="185" y="3"/>
                  </a:lnTo>
                  <a:lnTo>
                    <a:pt x="190" y="2"/>
                  </a:lnTo>
                  <a:lnTo>
                    <a:pt x="191" y="3"/>
                  </a:lnTo>
                  <a:lnTo>
                    <a:pt x="195" y="2"/>
                  </a:lnTo>
                  <a:lnTo>
                    <a:pt x="195" y="3"/>
                  </a:lnTo>
                  <a:lnTo>
                    <a:pt x="195" y="3"/>
                  </a:lnTo>
                  <a:lnTo>
                    <a:pt x="195" y="6"/>
                  </a:lnTo>
                  <a:lnTo>
                    <a:pt x="195" y="10"/>
                  </a:lnTo>
                  <a:lnTo>
                    <a:pt x="195" y="14"/>
                  </a:lnTo>
                  <a:lnTo>
                    <a:pt x="193" y="19"/>
                  </a:lnTo>
                  <a:lnTo>
                    <a:pt x="194" y="21"/>
                  </a:lnTo>
                  <a:lnTo>
                    <a:pt x="195" y="23"/>
                  </a:lnTo>
                  <a:lnTo>
                    <a:pt x="195" y="24"/>
                  </a:lnTo>
                  <a:lnTo>
                    <a:pt x="195" y="25"/>
                  </a:lnTo>
                  <a:lnTo>
                    <a:pt x="194" y="27"/>
                  </a:lnTo>
                  <a:lnTo>
                    <a:pt x="195" y="28"/>
                  </a:lnTo>
                  <a:lnTo>
                    <a:pt x="194" y="29"/>
                  </a:lnTo>
                  <a:lnTo>
                    <a:pt x="194" y="33"/>
                  </a:lnTo>
                  <a:lnTo>
                    <a:pt x="193" y="35"/>
                  </a:lnTo>
                  <a:lnTo>
                    <a:pt x="191" y="36"/>
                  </a:lnTo>
                  <a:lnTo>
                    <a:pt x="189" y="37"/>
                  </a:lnTo>
                  <a:lnTo>
                    <a:pt x="186" y="40"/>
                  </a:lnTo>
                  <a:lnTo>
                    <a:pt x="185" y="45"/>
                  </a:lnTo>
                  <a:lnTo>
                    <a:pt x="186" y="46"/>
                  </a:lnTo>
                  <a:lnTo>
                    <a:pt x="186" y="49"/>
                  </a:lnTo>
                  <a:lnTo>
                    <a:pt x="186" y="50"/>
                  </a:lnTo>
                  <a:lnTo>
                    <a:pt x="189" y="53"/>
                  </a:lnTo>
                  <a:lnTo>
                    <a:pt x="190" y="53"/>
                  </a:lnTo>
                  <a:lnTo>
                    <a:pt x="193" y="56"/>
                  </a:lnTo>
                  <a:lnTo>
                    <a:pt x="194" y="60"/>
                  </a:lnTo>
                  <a:lnTo>
                    <a:pt x="197" y="60"/>
                  </a:lnTo>
                  <a:lnTo>
                    <a:pt x="198" y="61"/>
                  </a:lnTo>
                  <a:lnTo>
                    <a:pt x="199" y="62"/>
                  </a:lnTo>
                  <a:lnTo>
                    <a:pt x="202" y="65"/>
                  </a:lnTo>
                  <a:lnTo>
                    <a:pt x="210" y="89"/>
                  </a:lnTo>
                  <a:lnTo>
                    <a:pt x="208" y="90"/>
                  </a:lnTo>
                  <a:lnTo>
                    <a:pt x="208" y="94"/>
                  </a:lnTo>
                  <a:lnTo>
                    <a:pt x="210" y="94"/>
                  </a:lnTo>
                  <a:lnTo>
                    <a:pt x="211" y="98"/>
                  </a:lnTo>
                  <a:lnTo>
                    <a:pt x="211" y="106"/>
                  </a:lnTo>
                  <a:lnTo>
                    <a:pt x="212" y="110"/>
                  </a:lnTo>
                  <a:lnTo>
                    <a:pt x="211" y="111"/>
                  </a:lnTo>
                  <a:lnTo>
                    <a:pt x="212" y="116"/>
                  </a:lnTo>
                  <a:lnTo>
                    <a:pt x="214" y="120"/>
                  </a:lnTo>
                  <a:lnTo>
                    <a:pt x="212" y="127"/>
                  </a:lnTo>
                  <a:lnTo>
                    <a:pt x="212" y="128"/>
                  </a:lnTo>
                  <a:lnTo>
                    <a:pt x="214" y="131"/>
                  </a:lnTo>
                  <a:lnTo>
                    <a:pt x="214" y="135"/>
                  </a:lnTo>
                  <a:lnTo>
                    <a:pt x="212" y="136"/>
                  </a:lnTo>
                  <a:lnTo>
                    <a:pt x="210" y="139"/>
                  </a:lnTo>
                  <a:lnTo>
                    <a:pt x="208" y="140"/>
                  </a:lnTo>
                  <a:lnTo>
                    <a:pt x="208" y="140"/>
                  </a:lnTo>
                  <a:lnTo>
                    <a:pt x="210" y="143"/>
                  </a:lnTo>
                  <a:lnTo>
                    <a:pt x="212" y="146"/>
                  </a:lnTo>
                  <a:lnTo>
                    <a:pt x="215" y="150"/>
                  </a:lnTo>
                  <a:lnTo>
                    <a:pt x="215" y="152"/>
                  </a:lnTo>
                  <a:lnTo>
                    <a:pt x="216" y="154"/>
                  </a:lnTo>
                  <a:lnTo>
                    <a:pt x="216" y="156"/>
                  </a:lnTo>
                  <a:lnTo>
                    <a:pt x="216" y="160"/>
                  </a:lnTo>
                  <a:lnTo>
                    <a:pt x="218" y="161"/>
                  </a:lnTo>
                  <a:lnTo>
                    <a:pt x="218" y="162"/>
                  </a:lnTo>
                  <a:lnTo>
                    <a:pt x="219" y="164"/>
                  </a:lnTo>
                  <a:lnTo>
                    <a:pt x="224" y="164"/>
                  </a:lnTo>
                  <a:lnTo>
                    <a:pt x="228" y="165"/>
                  </a:lnTo>
                  <a:lnTo>
                    <a:pt x="231" y="166"/>
                  </a:lnTo>
                  <a:lnTo>
                    <a:pt x="232" y="169"/>
                  </a:lnTo>
                  <a:lnTo>
                    <a:pt x="235" y="173"/>
                  </a:lnTo>
                  <a:lnTo>
                    <a:pt x="236" y="174"/>
                  </a:lnTo>
                  <a:lnTo>
                    <a:pt x="237" y="175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185" y="211"/>
                  </a:lnTo>
                  <a:lnTo>
                    <a:pt x="170" y="224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48" y="229"/>
                  </a:lnTo>
                  <a:lnTo>
                    <a:pt x="143" y="231"/>
                  </a:lnTo>
                  <a:lnTo>
                    <a:pt x="140" y="229"/>
                  </a:lnTo>
                  <a:lnTo>
                    <a:pt x="139" y="227"/>
                  </a:lnTo>
                  <a:lnTo>
                    <a:pt x="140" y="224"/>
                  </a:lnTo>
                  <a:lnTo>
                    <a:pt x="140" y="221"/>
                  </a:lnTo>
                  <a:lnTo>
                    <a:pt x="139" y="220"/>
                  </a:lnTo>
                  <a:lnTo>
                    <a:pt x="135" y="219"/>
                  </a:lnTo>
                  <a:lnTo>
                    <a:pt x="133" y="216"/>
                  </a:lnTo>
                  <a:lnTo>
                    <a:pt x="129" y="215"/>
                  </a:lnTo>
                  <a:lnTo>
                    <a:pt x="125" y="215"/>
                  </a:lnTo>
                  <a:lnTo>
                    <a:pt x="123" y="214"/>
                  </a:lnTo>
                  <a:lnTo>
                    <a:pt x="122" y="207"/>
                  </a:lnTo>
                  <a:lnTo>
                    <a:pt x="44" y="156"/>
                  </a:lnTo>
                  <a:lnTo>
                    <a:pt x="44" y="156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2" y="114"/>
                  </a:lnTo>
                  <a:lnTo>
                    <a:pt x="7" y="110"/>
                  </a:lnTo>
                  <a:lnTo>
                    <a:pt x="8" y="107"/>
                  </a:lnTo>
                  <a:lnTo>
                    <a:pt x="12" y="104"/>
                  </a:lnTo>
                  <a:lnTo>
                    <a:pt x="19" y="103"/>
                  </a:lnTo>
                  <a:lnTo>
                    <a:pt x="23" y="103"/>
                  </a:lnTo>
                  <a:lnTo>
                    <a:pt x="24" y="103"/>
                  </a:lnTo>
                  <a:lnTo>
                    <a:pt x="29" y="103"/>
                  </a:lnTo>
                  <a:lnTo>
                    <a:pt x="33" y="102"/>
                  </a:lnTo>
                  <a:lnTo>
                    <a:pt x="42" y="96"/>
                  </a:lnTo>
                  <a:lnTo>
                    <a:pt x="56" y="89"/>
                  </a:lnTo>
                  <a:lnTo>
                    <a:pt x="64" y="83"/>
                  </a:lnTo>
                  <a:lnTo>
                    <a:pt x="65" y="81"/>
                  </a:lnTo>
                  <a:lnTo>
                    <a:pt x="65" y="77"/>
                  </a:lnTo>
                  <a:lnTo>
                    <a:pt x="66" y="74"/>
                  </a:lnTo>
                  <a:lnTo>
                    <a:pt x="69" y="71"/>
                  </a:lnTo>
                  <a:lnTo>
                    <a:pt x="71" y="68"/>
                  </a:lnTo>
                  <a:lnTo>
                    <a:pt x="74" y="68"/>
                  </a:lnTo>
                  <a:lnTo>
                    <a:pt x="89" y="68"/>
                  </a:lnTo>
                  <a:lnTo>
                    <a:pt x="90" y="65"/>
                  </a:lnTo>
                  <a:lnTo>
                    <a:pt x="90" y="64"/>
                  </a:lnTo>
                  <a:lnTo>
                    <a:pt x="91" y="61"/>
                  </a:lnTo>
                  <a:lnTo>
                    <a:pt x="90" y="60"/>
                  </a:lnTo>
                  <a:lnTo>
                    <a:pt x="89" y="60"/>
                  </a:lnTo>
                  <a:lnTo>
                    <a:pt x="87" y="58"/>
                  </a:lnTo>
                  <a:lnTo>
                    <a:pt x="86" y="58"/>
                  </a:lnTo>
                  <a:lnTo>
                    <a:pt x="85" y="56"/>
                  </a:lnTo>
                  <a:lnTo>
                    <a:pt x="83" y="52"/>
                  </a:lnTo>
                  <a:lnTo>
                    <a:pt x="82" y="44"/>
                  </a:lnTo>
                  <a:lnTo>
                    <a:pt x="82" y="41"/>
                  </a:lnTo>
                  <a:lnTo>
                    <a:pt x="82" y="37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1" y="31"/>
                  </a:lnTo>
                  <a:lnTo>
                    <a:pt x="79" y="28"/>
                  </a:lnTo>
                  <a:lnTo>
                    <a:pt x="79" y="27"/>
                  </a:lnTo>
                  <a:lnTo>
                    <a:pt x="78" y="25"/>
                  </a:lnTo>
                  <a:lnTo>
                    <a:pt x="81" y="25"/>
                  </a:lnTo>
                  <a:lnTo>
                    <a:pt x="85" y="24"/>
                  </a:lnTo>
                  <a:lnTo>
                    <a:pt x="87" y="21"/>
                  </a:lnTo>
                  <a:lnTo>
                    <a:pt x="87" y="20"/>
                  </a:lnTo>
                  <a:lnTo>
                    <a:pt x="89" y="19"/>
                  </a:lnTo>
                  <a:lnTo>
                    <a:pt x="93" y="18"/>
                  </a:lnTo>
                  <a:lnTo>
                    <a:pt x="95" y="18"/>
                  </a:lnTo>
                  <a:lnTo>
                    <a:pt x="96" y="16"/>
                  </a:lnTo>
                  <a:lnTo>
                    <a:pt x="98" y="16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100" y="16"/>
                  </a:lnTo>
                  <a:lnTo>
                    <a:pt x="102" y="15"/>
                  </a:lnTo>
                  <a:lnTo>
                    <a:pt x="103" y="12"/>
                  </a:lnTo>
                  <a:lnTo>
                    <a:pt x="106" y="11"/>
                  </a:lnTo>
                  <a:lnTo>
                    <a:pt x="107" y="11"/>
                  </a:lnTo>
                  <a:lnTo>
                    <a:pt x="110" y="11"/>
                  </a:lnTo>
                  <a:lnTo>
                    <a:pt x="116" y="6"/>
                  </a:lnTo>
                  <a:lnTo>
                    <a:pt x="119" y="7"/>
                  </a:lnTo>
                  <a:lnTo>
                    <a:pt x="123" y="6"/>
                  </a:lnTo>
                  <a:lnTo>
                    <a:pt x="125" y="6"/>
                  </a:lnTo>
                  <a:lnTo>
                    <a:pt x="128" y="7"/>
                  </a:lnTo>
                  <a:lnTo>
                    <a:pt x="131" y="7"/>
                  </a:lnTo>
                  <a:lnTo>
                    <a:pt x="133" y="3"/>
                  </a:lnTo>
                  <a:lnTo>
                    <a:pt x="136" y="4"/>
                  </a:lnTo>
                  <a:lnTo>
                    <a:pt x="139" y="4"/>
                  </a:lnTo>
                  <a:lnTo>
                    <a:pt x="139" y="3"/>
                  </a:lnTo>
                  <a:lnTo>
                    <a:pt x="141" y="2"/>
                  </a:lnTo>
                  <a:lnTo>
                    <a:pt x="143" y="3"/>
                  </a:lnTo>
                  <a:lnTo>
                    <a:pt x="144" y="3"/>
                  </a:lnTo>
                  <a:lnTo>
                    <a:pt x="147" y="3"/>
                  </a:lnTo>
                  <a:lnTo>
                    <a:pt x="149" y="3"/>
                  </a:lnTo>
                  <a:lnTo>
                    <a:pt x="152" y="3"/>
                  </a:lnTo>
                  <a:lnTo>
                    <a:pt x="154" y="3"/>
                  </a:lnTo>
                  <a:lnTo>
                    <a:pt x="156" y="6"/>
                  </a:lnTo>
                  <a:lnTo>
                    <a:pt x="158" y="6"/>
                  </a:lnTo>
                  <a:lnTo>
                    <a:pt x="161" y="3"/>
                  </a:lnTo>
                  <a:lnTo>
                    <a:pt x="162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8" y="2"/>
                  </a:lnTo>
                  <a:lnTo>
                    <a:pt x="168" y="0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9" name="Freeform 448"/>
            <p:cNvSpPr>
              <a:spLocks/>
            </p:cNvSpPr>
            <p:nvPr/>
          </p:nvSpPr>
          <p:spPr bwMode="auto">
            <a:xfrm>
              <a:off x="5402367" y="3223643"/>
              <a:ext cx="350209" cy="276615"/>
            </a:xfrm>
            <a:custGeom>
              <a:avLst/>
              <a:gdLst>
                <a:gd name="T0" fmla="*/ 88 w 138"/>
                <a:gd name="T1" fmla="*/ 1 h 109"/>
                <a:gd name="T2" fmla="*/ 88 w 138"/>
                <a:gd name="T3" fmla="*/ 4 h 109"/>
                <a:gd name="T4" fmla="*/ 89 w 138"/>
                <a:gd name="T5" fmla="*/ 6 h 109"/>
                <a:gd name="T6" fmla="*/ 96 w 138"/>
                <a:gd name="T7" fmla="*/ 10 h 109"/>
                <a:gd name="T8" fmla="*/ 103 w 138"/>
                <a:gd name="T9" fmla="*/ 8 h 109"/>
                <a:gd name="T10" fmla="*/ 108 w 138"/>
                <a:gd name="T11" fmla="*/ 9 h 109"/>
                <a:gd name="T12" fmla="*/ 113 w 138"/>
                <a:gd name="T13" fmla="*/ 6 h 109"/>
                <a:gd name="T14" fmla="*/ 115 w 138"/>
                <a:gd name="T15" fmla="*/ 6 h 109"/>
                <a:gd name="T16" fmla="*/ 117 w 138"/>
                <a:gd name="T17" fmla="*/ 10 h 109"/>
                <a:gd name="T18" fmla="*/ 125 w 138"/>
                <a:gd name="T19" fmla="*/ 10 h 109"/>
                <a:gd name="T20" fmla="*/ 126 w 138"/>
                <a:gd name="T21" fmla="*/ 13 h 109"/>
                <a:gd name="T22" fmla="*/ 128 w 138"/>
                <a:gd name="T23" fmla="*/ 17 h 109"/>
                <a:gd name="T24" fmla="*/ 129 w 138"/>
                <a:gd name="T25" fmla="*/ 22 h 109"/>
                <a:gd name="T26" fmla="*/ 129 w 138"/>
                <a:gd name="T27" fmla="*/ 29 h 109"/>
                <a:gd name="T28" fmla="*/ 132 w 138"/>
                <a:gd name="T29" fmla="*/ 41 h 109"/>
                <a:gd name="T30" fmla="*/ 134 w 138"/>
                <a:gd name="T31" fmla="*/ 43 h 109"/>
                <a:gd name="T32" fmla="*/ 137 w 138"/>
                <a:gd name="T33" fmla="*/ 45 h 109"/>
                <a:gd name="T34" fmla="*/ 137 w 138"/>
                <a:gd name="T35" fmla="*/ 49 h 109"/>
                <a:gd name="T36" fmla="*/ 136 w 138"/>
                <a:gd name="T37" fmla="*/ 53 h 109"/>
                <a:gd name="T38" fmla="*/ 118 w 138"/>
                <a:gd name="T39" fmla="*/ 53 h 109"/>
                <a:gd name="T40" fmla="*/ 113 w 138"/>
                <a:gd name="T41" fmla="*/ 59 h 109"/>
                <a:gd name="T42" fmla="*/ 112 w 138"/>
                <a:gd name="T43" fmla="*/ 66 h 109"/>
                <a:gd name="T44" fmla="*/ 103 w 138"/>
                <a:gd name="T45" fmla="*/ 74 h 109"/>
                <a:gd name="T46" fmla="*/ 80 w 138"/>
                <a:gd name="T47" fmla="*/ 87 h 109"/>
                <a:gd name="T48" fmla="*/ 71 w 138"/>
                <a:gd name="T49" fmla="*/ 88 h 109"/>
                <a:gd name="T50" fmla="*/ 66 w 138"/>
                <a:gd name="T51" fmla="*/ 88 h 109"/>
                <a:gd name="T52" fmla="*/ 55 w 138"/>
                <a:gd name="T53" fmla="*/ 92 h 109"/>
                <a:gd name="T54" fmla="*/ 49 w 138"/>
                <a:gd name="T55" fmla="*/ 99 h 109"/>
                <a:gd name="T56" fmla="*/ 47 w 138"/>
                <a:gd name="T57" fmla="*/ 109 h 109"/>
                <a:gd name="T58" fmla="*/ 0 w 138"/>
                <a:gd name="T59" fmla="*/ 108 h 109"/>
                <a:gd name="T60" fmla="*/ 14 w 138"/>
                <a:gd name="T61" fmla="*/ 103 h 109"/>
                <a:gd name="T62" fmla="*/ 26 w 138"/>
                <a:gd name="T63" fmla="*/ 95 h 109"/>
                <a:gd name="T64" fmla="*/ 30 w 138"/>
                <a:gd name="T65" fmla="*/ 88 h 109"/>
                <a:gd name="T66" fmla="*/ 39 w 138"/>
                <a:gd name="T67" fmla="*/ 76 h 109"/>
                <a:gd name="T68" fmla="*/ 37 w 138"/>
                <a:gd name="T69" fmla="*/ 74 h 109"/>
                <a:gd name="T70" fmla="*/ 37 w 138"/>
                <a:gd name="T71" fmla="*/ 64 h 109"/>
                <a:gd name="T72" fmla="*/ 39 w 138"/>
                <a:gd name="T73" fmla="*/ 55 h 109"/>
                <a:gd name="T74" fmla="*/ 45 w 138"/>
                <a:gd name="T75" fmla="*/ 49 h 109"/>
                <a:gd name="T76" fmla="*/ 49 w 138"/>
                <a:gd name="T77" fmla="*/ 41 h 109"/>
                <a:gd name="T78" fmla="*/ 53 w 138"/>
                <a:gd name="T79" fmla="*/ 37 h 109"/>
                <a:gd name="T80" fmla="*/ 59 w 138"/>
                <a:gd name="T81" fmla="*/ 34 h 109"/>
                <a:gd name="T82" fmla="*/ 66 w 138"/>
                <a:gd name="T83" fmla="*/ 29 h 109"/>
                <a:gd name="T84" fmla="*/ 70 w 138"/>
                <a:gd name="T85" fmla="*/ 28 h 109"/>
                <a:gd name="T86" fmla="*/ 78 w 138"/>
                <a:gd name="T87" fmla="*/ 20 h 109"/>
                <a:gd name="T88" fmla="*/ 80 w 138"/>
                <a:gd name="T89" fmla="*/ 10 h 109"/>
                <a:gd name="T90" fmla="*/ 83 w 138"/>
                <a:gd name="T91" fmla="*/ 3 h 109"/>
                <a:gd name="T92" fmla="*/ 86 w 138"/>
                <a:gd name="T93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8" h="109">
                  <a:moveTo>
                    <a:pt x="88" y="0"/>
                  </a:moveTo>
                  <a:lnTo>
                    <a:pt x="88" y="1"/>
                  </a:lnTo>
                  <a:lnTo>
                    <a:pt x="88" y="3"/>
                  </a:lnTo>
                  <a:lnTo>
                    <a:pt x="88" y="4"/>
                  </a:lnTo>
                  <a:lnTo>
                    <a:pt x="88" y="5"/>
                  </a:lnTo>
                  <a:lnTo>
                    <a:pt x="89" y="6"/>
                  </a:lnTo>
                  <a:lnTo>
                    <a:pt x="93" y="9"/>
                  </a:lnTo>
                  <a:lnTo>
                    <a:pt x="96" y="10"/>
                  </a:lnTo>
                  <a:lnTo>
                    <a:pt x="100" y="9"/>
                  </a:lnTo>
                  <a:lnTo>
                    <a:pt x="103" y="8"/>
                  </a:lnTo>
                  <a:lnTo>
                    <a:pt x="104" y="8"/>
                  </a:lnTo>
                  <a:lnTo>
                    <a:pt x="108" y="9"/>
                  </a:lnTo>
                  <a:lnTo>
                    <a:pt x="112" y="9"/>
                  </a:lnTo>
                  <a:lnTo>
                    <a:pt x="113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6" y="9"/>
                  </a:lnTo>
                  <a:lnTo>
                    <a:pt x="117" y="10"/>
                  </a:lnTo>
                  <a:lnTo>
                    <a:pt x="124" y="10"/>
                  </a:lnTo>
                  <a:lnTo>
                    <a:pt x="125" y="10"/>
                  </a:lnTo>
                  <a:lnTo>
                    <a:pt x="126" y="12"/>
                  </a:lnTo>
                  <a:lnTo>
                    <a:pt x="126" y="13"/>
                  </a:lnTo>
                  <a:lnTo>
                    <a:pt x="128" y="16"/>
                  </a:lnTo>
                  <a:lnTo>
                    <a:pt x="128" y="17"/>
                  </a:lnTo>
                  <a:lnTo>
                    <a:pt x="129" y="18"/>
                  </a:lnTo>
                  <a:lnTo>
                    <a:pt x="129" y="22"/>
                  </a:lnTo>
                  <a:lnTo>
                    <a:pt x="129" y="26"/>
                  </a:lnTo>
                  <a:lnTo>
                    <a:pt x="129" y="29"/>
                  </a:lnTo>
                  <a:lnTo>
                    <a:pt x="130" y="37"/>
                  </a:lnTo>
                  <a:lnTo>
                    <a:pt x="132" y="41"/>
                  </a:lnTo>
                  <a:lnTo>
                    <a:pt x="133" y="43"/>
                  </a:lnTo>
                  <a:lnTo>
                    <a:pt x="134" y="43"/>
                  </a:lnTo>
                  <a:lnTo>
                    <a:pt x="136" y="45"/>
                  </a:lnTo>
                  <a:lnTo>
                    <a:pt x="137" y="45"/>
                  </a:lnTo>
                  <a:lnTo>
                    <a:pt x="138" y="46"/>
                  </a:lnTo>
                  <a:lnTo>
                    <a:pt x="137" y="49"/>
                  </a:lnTo>
                  <a:lnTo>
                    <a:pt x="137" y="50"/>
                  </a:lnTo>
                  <a:lnTo>
                    <a:pt x="136" y="53"/>
                  </a:lnTo>
                  <a:lnTo>
                    <a:pt x="121" y="53"/>
                  </a:lnTo>
                  <a:lnTo>
                    <a:pt x="118" y="53"/>
                  </a:lnTo>
                  <a:lnTo>
                    <a:pt x="116" y="56"/>
                  </a:lnTo>
                  <a:lnTo>
                    <a:pt x="113" y="59"/>
                  </a:lnTo>
                  <a:lnTo>
                    <a:pt x="112" y="62"/>
                  </a:lnTo>
                  <a:lnTo>
                    <a:pt x="112" y="66"/>
                  </a:lnTo>
                  <a:lnTo>
                    <a:pt x="111" y="68"/>
                  </a:lnTo>
                  <a:lnTo>
                    <a:pt x="103" y="74"/>
                  </a:lnTo>
                  <a:lnTo>
                    <a:pt x="89" y="81"/>
                  </a:lnTo>
                  <a:lnTo>
                    <a:pt x="80" y="87"/>
                  </a:lnTo>
                  <a:lnTo>
                    <a:pt x="76" y="88"/>
                  </a:lnTo>
                  <a:lnTo>
                    <a:pt x="71" y="88"/>
                  </a:lnTo>
                  <a:lnTo>
                    <a:pt x="70" y="88"/>
                  </a:lnTo>
                  <a:lnTo>
                    <a:pt x="66" y="88"/>
                  </a:lnTo>
                  <a:lnTo>
                    <a:pt x="59" y="89"/>
                  </a:lnTo>
                  <a:lnTo>
                    <a:pt x="55" y="92"/>
                  </a:lnTo>
                  <a:lnTo>
                    <a:pt x="54" y="95"/>
                  </a:lnTo>
                  <a:lnTo>
                    <a:pt x="49" y="99"/>
                  </a:lnTo>
                  <a:lnTo>
                    <a:pt x="47" y="109"/>
                  </a:lnTo>
                  <a:lnTo>
                    <a:pt x="47" y="109"/>
                  </a:lnTo>
                  <a:lnTo>
                    <a:pt x="47" y="109"/>
                  </a:lnTo>
                  <a:lnTo>
                    <a:pt x="0" y="108"/>
                  </a:lnTo>
                  <a:lnTo>
                    <a:pt x="3" y="104"/>
                  </a:lnTo>
                  <a:lnTo>
                    <a:pt x="14" y="103"/>
                  </a:lnTo>
                  <a:lnTo>
                    <a:pt x="22" y="95"/>
                  </a:lnTo>
                  <a:lnTo>
                    <a:pt x="26" y="95"/>
                  </a:lnTo>
                  <a:lnTo>
                    <a:pt x="30" y="91"/>
                  </a:lnTo>
                  <a:lnTo>
                    <a:pt x="30" y="88"/>
                  </a:lnTo>
                  <a:lnTo>
                    <a:pt x="38" y="79"/>
                  </a:lnTo>
                  <a:lnTo>
                    <a:pt x="39" y="76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8" y="68"/>
                  </a:lnTo>
                  <a:lnTo>
                    <a:pt x="37" y="64"/>
                  </a:lnTo>
                  <a:lnTo>
                    <a:pt x="37" y="62"/>
                  </a:lnTo>
                  <a:lnTo>
                    <a:pt x="39" y="55"/>
                  </a:lnTo>
                  <a:lnTo>
                    <a:pt x="45" y="51"/>
                  </a:lnTo>
                  <a:lnTo>
                    <a:pt x="45" y="49"/>
                  </a:lnTo>
                  <a:lnTo>
                    <a:pt x="42" y="45"/>
                  </a:lnTo>
                  <a:lnTo>
                    <a:pt x="49" y="41"/>
                  </a:lnTo>
                  <a:lnTo>
                    <a:pt x="50" y="38"/>
                  </a:lnTo>
                  <a:lnTo>
                    <a:pt x="53" y="37"/>
                  </a:lnTo>
                  <a:lnTo>
                    <a:pt x="58" y="34"/>
                  </a:lnTo>
                  <a:lnTo>
                    <a:pt x="59" y="34"/>
                  </a:lnTo>
                  <a:lnTo>
                    <a:pt x="62" y="30"/>
                  </a:lnTo>
                  <a:lnTo>
                    <a:pt x="66" y="29"/>
                  </a:lnTo>
                  <a:lnTo>
                    <a:pt x="68" y="28"/>
                  </a:lnTo>
                  <a:lnTo>
                    <a:pt x="70" y="28"/>
                  </a:lnTo>
                  <a:lnTo>
                    <a:pt x="75" y="22"/>
                  </a:lnTo>
                  <a:lnTo>
                    <a:pt x="78" y="20"/>
                  </a:lnTo>
                  <a:lnTo>
                    <a:pt x="78" y="14"/>
                  </a:lnTo>
                  <a:lnTo>
                    <a:pt x="80" y="10"/>
                  </a:lnTo>
                  <a:lnTo>
                    <a:pt x="80" y="4"/>
                  </a:lnTo>
                  <a:lnTo>
                    <a:pt x="83" y="3"/>
                  </a:lnTo>
                  <a:lnTo>
                    <a:pt x="84" y="3"/>
                  </a:lnTo>
                  <a:lnTo>
                    <a:pt x="86" y="1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0" name="Freeform 449"/>
            <p:cNvSpPr>
              <a:spLocks/>
            </p:cNvSpPr>
            <p:nvPr/>
          </p:nvSpPr>
          <p:spPr bwMode="auto">
            <a:xfrm>
              <a:off x="5278017" y="3497719"/>
              <a:ext cx="243623" cy="200483"/>
            </a:xfrm>
            <a:custGeom>
              <a:avLst/>
              <a:gdLst>
                <a:gd name="T0" fmla="*/ 49 w 96"/>
                <a:gd name="T1" fmla="*/ 0 h 79"/>
                <a:gd name="T2" fmla="*/ 96 w 96"/>
                <a:gd name="T3" fmla="*/ 1 h 79"/>
                <a:gd name="T4" fmla="*/ 96 w 96"/>
                <a:gd name="T5" fmla="*/ 4 h 79"/>
                <a:gd name="T6" fmla="*/ 96 w 96"/>
                <a:gd name="T7" fmla="*/ 4 h 79"/>
                <a:gd name="T8" fmla="*/ 96 w 96"/>
                <a:gd name="T9" fmla="*/ 21 h 79"/>
                <a:gd name="T10" fmla="*/ 59 w 96"/>
                <a:gd name="T11" fmla="*/ 21 h 79"/>
                <a:gd name="T12" fmla="*/ 58 w 96"/>
                <a:gd name="T13" fmla="*/ 51 h 79"/>
                <a:gd name="T14" fmla="*/ 54 w 96"/>
                <a:gd name="T15" fmla="*/ 51 h 79"/>
                <a:gd name="T16" fmla="*/ 52 w 96"/>
                <a:gd name="T17" fmla="*/ 52 h 79"/>
                <a:gd name="T18" fmla="*/ 49 w 96"/>
                <a:gd name="T19" fmla="*/ 54 h 79"/>
                <a:gd name="T20" fmla="*/ 48 w 96"/>
                <a:gd name="T21" fmla="*/ 56 h 79"/>
                <a:gd name="T22" fmla="*/ 48 w 96"/>
                <a:gd name="T23" fmla="*/ 79 h 79"/>
                <a:gd name="T24" fmla="*/ 0 w 96"/>
                <a:gd name="T25" fmla="*/ 79 h 79"/>
                <a:gd name="T26" fmla="*/ 0 w 96"/>
                <a:gd name="T27" fmla="*/ 75 h 79"/>
                <a:gd name="T28" fmla="*/ 2 w 96"/>
                <a:gd name="T29" fmla="*/ 72 h 79"/>
                <a:gd name="T30" fmla="*/ 2 w 96"/>
                <a:gd name="T31" fmla="*/ 70 h 79"/>
                <a:gd name="T32" fmla="*/ 3 w 96"/>
                <a:gd name="T33" fmla="*/ 68 h 79"/>
                <a:gd name="T34" fmla="*/ 4 w 96"/>
                <a:gd name="T35" fmla="*/ 67 h 79"/>
                <a:gd name="T36" fmla="*/ 8 w 96"/>
                <a:gd name="T37" fmla="*/ 60 h 79"/>
                <a:gd name="T38" fmla="*/ 9 w 96"/>
                <a:gd name="T39" fmla="*/ 60 h 79"/>
                <a:gd name="T40" fmla="*/ 8 w 96"/>
                <a:gd name="T41" fmla="*/ 59 h 79"/>
                <a:gd name="T42" fmla="*/ 9 w 96"/>
                <a:gd name="T43" fmla="*/ 58 h 79"/>
                <a:gd name="T44" fmla="*/ 13 w 96"/>
                <a:gd name="T45" fmla="*/ 51 h 79"/>
                <a:gd name="T46" fmla="*/ 13 w 96"/>
                <a:gd name="T47" fmla="*/ 50 h 79"/>
                <a:gd name="T48" fmla="*/ 16 w 96"/>
                <a:gd name="T49" fmla="*/ 43 h 79"/>
                <a:gd name="T50" fmla="*/ 17 w 96"/>
                <a:gd name="T51" fmla="*/ 42 h 79"/>
                <a:gd name="T52" fmla="*/ 24 w 96"/>
                <a:gd name="T53" fmla="*/ 37 h 79"/>
                <a:gd name="T54" fmla="*/ 24 w 96"/>
                <a:gd name="T55" fmla="*/ 34 h 79"/>
                <a:gd name="T56" fmla="*/ 32 w 96"/>
                <a:gd name="T57" fmla="*/ 23 h 79"/>
                <a:gd name="T58" fmla="*/ 31 w 96"/>
                <a:gd name="T59" fmla="*/ 20 h 79"/>
                <a:gd name="T60" fmla="*/ 33 w 96"/>
                <a:gd name="T61" fmla="*/ 18 h 79"/>
                <a:gd name="T62" fmla="*/ 34 w 96"/>
                <a:gd name="T63" fmla="*/ 16 h 79"/>
                <a:gd name="T64" fmla="*/ 42 w 96"/>
                <a:gd name="T65" fmla="*/ 12 h 79"/>
                <a:gd name="T66" fmla="*/ 45 w 96"/>
                <a:gd name="T67" fmla="*/ 12 h 79"/>
                <a:gd name="T68" fmla="*/ 45 w 96"/>
                <a:gd name="T69" fmla="*/ 6 h 79"/>
                <a:gd name="T70" fmla="*/ 49 w 96"/>
                <a:gd name="T71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6" h="79">
                  <a:moveTo>
                    <a:pt x="49" y="0"/>
                  </a:moveTo>
                  <a:lnTo>
                    <a:pt x="96" y="1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96" y="21"/>
                  </a:lnTo>
                  <a:lnTo>
                    <a:pt x="59" y="21"/>
                  </a:lnTo>
                  <a:lnTo>
                    <a:pt x="58" y="51"/>
                  </a:lnTo>
                  <a:lnTo>
                    <a:pt x="54" y="51"/>
                  </a:lnTo>
                  <a:lnTo>
                    <a:pt x="52" y="52"/>
                  </a:lnTo>
                  <a:lnTo>
                    <a:pt x="49" y="54"/>
                  </a:lnTo>
                  <a:lnTo>
                    <a:pt x="48" y="56"/>
                  </a:lnTo>
                  <a:lnTo>
                    <a:pt x="48" y="79"/>
                  </a:lnTo>
                  <a:lnTo>
                    <a:pt x="0" y="79"/>
                  </a:lnTo>
                  <a:lnTo>
                    <a:pt x="0" y="75"/>
                  </a:lnTo>
                  <a:lnTo>
                    <a:pt x="2" y="72"/>
                  </a:lnTo>
                  <a:lnTo>
                    <a:pt x="2" y="70"/>
                  </a:lnTo>
                  <a:lnTo>
                    <a:pt x="3" y="68"/>
                  </a:lnTo>
                  <a:lnTo>
                    <a:pt x="4" y="67"/>
                  </a:lnTo>
                  <a:lnTo>
                    <a:pt x="8" y="60"/>
                  </a:lnTo>
                  <a:lnTo>
                    <a:pt x="9" y="60"/>
                  </a:lnTo>
                  <a:lnTo>
                    <a:pt x="8" y="59"/>
                  </a:lnTo>
                  <a:lnTo>
                    <a:pt x="9" y="58"/>
                  </a:lnTo>
                  <a:lnTo>
                    <a:pt x="13" y="51"/>
                  </a:lnTo>
                  <a:lnTo>
                    <a:pt x="13" y="50"/>
                  </a:lnTo>
                  <a:lnTo>
                    <a:pt x="16" y="43"/>
                  </a:lnTo>
                  <a:lnTo>
                    <a:pt x="17" y="42"/>
                  </a:lnTo>
                  <a:lnTo>
                    <a:pt x="24" y="37"/>
                  </a:lnTo>
                  <a:lnTo>
                    <a:pt x="24" y="34"/>
                  </a:lnTo>
                  <a:lnTo>
                    <a:pt x="32" y="23"/>
                  </a:lnTo>
                  <a:lnTo>
                    <a:pt x="31" y="20"/>
                  </a:lnTo>
                  <a:lnTo>
                    <a:pt x="33" y="18"/>
                  </a:lnTo>
                  <a:lnTo>
                    <a:pt x="34" y="16"/>
                  </a:lnTo>
                  <a:lnTo>
                    <a:pt x="42" y="12"/>
                  </a:lnTo>
                  <a:lnTo>
                    <a:pt x="45" y="12"/>
                  </a:lnTo>
                  <a:lnTo>
                    <a:pt x="45" y="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1" name="Freeform 450"/>
            <p:cNvSpPr>
              <a:spLocks/>
            </p:cNvSpPr>
            <p:nvPr/>
          </p:nvSpPr>
          <p:spPr bwMode="auto">
            <a:xfrm>
              <a:off x="5275480" y="3507870"/>
              <a:ext cx="357823" cy="393351"/>
            </a:xfrm>
            <a:custGeom>
              <a:avLst/>
              <a:gdLst>
                <a:gd name="T0" fmla="*/ 141 w 141"/>
                <a:gd name="T1" fmla="*/ 29 h 155"/>
                <a:gd name="T2" fmla="*/ 141 w 141"/>
                <a:gd name="T3" fmla="*/ 29 h 155"/>
                <a:gd name="T4" fmla="*/ 136 w 141"/>
                <a:gd name="T5" fmla="*/ 134 h 155"/>
                <a:gd name="T6" fmla="*/ 136 w 141"/>
                <a:gd name="T7" fmla="*/ 147 h 155"/>
                <a:gd name="T8" fmla="*/ 92 w 141"/>
                <a:gd name="T9" fmla="*/ 146 h 155"/>
                <a:gd name="T10" fmla="*/ 89 w 141"/>
                <a:gd name="T11" fmla="*/ 144 h 155"/>
                <a:gd name="T12" fmla="*/ 86 w 141"/>
                <a:gd name="T13" fmla="*/ 146 h 155"/>
                <a:gd name="T14" fmla="*/ 83 w 141"/>
                <a:gd name="T15" fmla="*/ 141 h 155"/>
                <a:gd name="T16" fmla="*/ 74 w 141"/>
                <a:gd name="T17" fmla="*/ 150 h 155"/>
                <a:gd name="T18" fmla="*/ 71 w 141"/>
                <a:gd name="T19" fmla="*/ 144 h 155"/>
                <a:gd name="T20" fmla="*/ 67 w 141"/>
                <a:gd name="T21" fmla="*/ 142 h 155"/>
                <a:gd name="T22" fmla="*/ 63 w 141"/>
                <a:gd name="T23" fmla="*/ 147 h 155"/>
                <a:gd name="T24" fmla="*/ 63 w 141"/>
                <a:gd name="T25" fmla="*/ 152 h 155"/>
                <a:gd name="T26" fmla="*/ 57 w 141"/>
                <a:gd name="T27" fmla="*/ 155 h 155"/>
                <a:gd name="T28" fmla="*/ 55 w 141"/>
                <a:gd name="T29" fmla="*/ 152 h 155"/>
                <a:gd name="T30" fmla="*/ 50 w 141"/>
                <a:gd name="T31" fmla="*/ 150 h 155"/>
                <a:gd name="T32" fmla="*/ 47 w 141"/>
                <a:gd name="T33" fmla="*/ 147 h 155"/>
                <a:gd name="T34" fmla="*/ 45 w 141"/>
                <a:gd name="T35" fmla="*/ 142 h 155"/>
                <a:gd name="T36" fmla="*/ 43 w 141"/>
                <a:gd name="T37" fmla="*/ 138 h 155"/>
                <a:gd name="T38" fmla="*/ 41 w 141"/>
                <a:gd name="T39" fmla="*/ 138 h 155"/>
                <a:gd name="T40" fmla="*/ 37 w 141"/>
                <a:gd name="T41" fmla="*/ 138 h 155"/>
                <a:gd name="T42" fmla="*/ 34 w 141"/>
                <a:gd name="T43" fmla="*/ 134 h 155"/>
                <a:gd name="T44" fmla="*/ 25 w 141"/>
                <a:gd name="T45" fmla="*/ 131 h 155"/>
                <a:gd name="T46" fmla="*/ 17 w 141"/>
                <a:gd name="T47" fmla="*/ 134 h 155"/>
                <a:gd name="T48" fmla="*/ 9 w 141"/>
                <a:gd name="T49" fmla="*/ 137 h 155"/>
                <a:gd name="T50" fmla="*/ 5 w 141"/>
                <a:gd name="T51" fmla="*/ 138 h 155"/>
                <a:gd name="T52" fmla="*/ 8 w 141"/>
                <a:gd name="T53" fmla="*/ 126 h 155"/>
                <a:gd name="T54" fmla="*/ 10 w 141"/>
                <a:gd name="T55" fmla="*/ 113 h 155"/>
                <a:gd name="T56" fmla="*/ 5 w 141"/>
                <a:gd name="T57" fmla="*/ 96 h 155"/>
                <a:gd name="T58" fmla="*/ 8 w 141"/>
                <a:gd name="T59" fmla="*/ 94 h 155"/>
                <a:gd name="T60" fmla="*/ 8 w 141"/>
                <a:gd name="T61" fmla="*/ 89 h 155"/>
                <a:gd name="T62" fmla="*/ 7 w 141"/>
                <a:gd name="T63" fmla="*/ 81 h 155"/>
                <a:gd name="T64" fmla="*/ 4 w 141"/>
                <a:gd name="T65" fmla="*/ 83 h 155"/>
                <a:gd name="T66" fmla="*/ 0 w 141"/>
                <a:gd name="T67" fmla="*/ 83 h 155"/>
                <a:gd name="T68" fmla="*/ 1 w 141"/>
                <a:gd name="T69" fmla="*/ 76 h 155"/>
                <a:gd name="T70" fmla="*/ 49 w 141"/>
                <a:gd name="T71" fmla="*/ 75 h 155"/>
                <a:gd name="T72" fmla="*/ 50 w 141"/>
                <a:gd name="T73" fmla="*/ 50 h 155"/>
                <a:gd name="T74" fmla="*/ 55 w 141"/>
                <a:gd name="T75" fmla="*/ 47 h 155"/>
                <a:gd name="T76" fmla="*/ 60 w 141"/>
                <a:gd name="T77" fmla="*/ 17 h 155"/>
                <a:gd name="T78" fmla="*/ 97 w 141"/>
                <a:gd name="T79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" h="155">
                  <a:moveTo>
                    <a:pt x="97" y="0"/>
                  </a:moveTo>
                  <a:lnTo>
                    <a:pt x="141" y="29"/>
                  </a:lnTo>
                  <a:lnTo>
                    <a:pt x="141" y="29"/>
                  </a:lnTo>
                  <a:lnTo>
                    <a:pt x="141" y="29"/>
                  </a:lnTo>
                  <a:lnTo>
                    <a:pt x="126" y="29"/>
                  </a:lnTo>
                  <a:lnTo>
                    <a:pt x="136" y="134"/>
                  </a:lnTo>
                  <a:lnTo>
                    <a:pt x="139" y="137"/>
                  </a:lnTo>
                  <a:lnTo>
                    <a:pt x="136" y="147"/>
                  </a:lnTo>
                  <a:lnTo>
                    <a:pt x="93" y="147"/>
                  </a:lnTo>
                  <a:lnTo>
                    <a:pt x="92" y="146"/>
                  </a:lnTo>
                  <a:lnTo>
                    <a:pt x="91" y="144"/>
                  </a:lnTo>
                  <a:lnTo>
                    <a:pt x="89" y="144"/>
                  </a:lnTo>
                  <a:lnTo>
                    <a:pt x="87" y="147"/>
                  </a:lnTo>
                  <a:lnTo>
                    <a:pt x="86" y="146"/>
                  </a:lnTo>
                  <a:lnTo>
                    <a:pt x="86" y="142"/>
                  </a:lnTo>
                  <a:lnTo>
                    <a:pt x="83" y="141"/>
                  </a:lnTo>
                  <a:lnTo>
                    <a:pt x="76" y="143"/>
                  </a:lnTo>
                  <a:lnTo>
                    <a:pt x="74" y="150"/>
                  </a:lnTo>
                  <a:lnTo>
                    <a:pt x="72" y="148"/>
                  </a:lnTo>
                  <a:lnTo>
                    <a:pt x="71" y="144"/>
                  </a:lnTo>
                  <a:lnTo>
                    <a:pt x="70" y="142"/>
                  </a:lnTo>
                  <a:lnTo>
                    <a:pt x="67" y="142"/>
                  </a:lnTo>
                  <a:lnTo>
                    <a:pt x="63" y="143"/>
                  </a:lnTo>
                  <a:lnTo>
                    <a:pt x="63" y="147"/>
                  </a:lnTo>
                  <a:lnTo>
                    <a:pt x="64" y="148"/>
                  </a:lnTo>
                  <a:lnTo>
                    <a:pt x="63" y="152"/>
                  </a:lnTo>
                  <a:lnTo>
                    <a:pt x="59" y="152"/>
                  </a:lnTo>
                  <a:lnTo>
                    <a:pt x="57" y="155"/>
                  </a:lnTo>
                  <a:lnTo>
                    <a:pt x="57" y="155"/>
                  </a:lnTo>
                  <a:lnTo>
                    <a:pt x="55" y="152"/>
                  </a:lnTo>
                  <a:lnTo>
                    <a:pt x="53" y="151"/>
                  </a:lnTo>
                  <a:lnTo>
                    <a:pt x="50" y="150"/>
                  </a:lnTo>
                  <a:lnTo>
                    <a:pt x="50" y="147"/>
                  </a:lnTo>
                  <a:lnTo>
                    <a:pt x="47" y="147"/>
                  </a:lnTo>
                  <a:lnTo>
                    <a:pt x="47" y="144"/>
                  </a:lnTo>
                  <a:lnTo>
                    <a:pt x="45" y="142"/>
                  </a:lnTo>
                  <a:lnTo>
                    <a:pt x="45" y="139"/>
                  </a:lnTo>
                  <a:lnTo>
                    <a:pt x="43" y="138"/>
                  </a:lnTo>
                  <a:lnTo>
                    <a:pt x="41" y="138"/>
                  </a:lnTo>
                  <a:lnTo>
                    <a:pt x="41" y="138"/>
                  </a:lnTo>
                  <a:lnTo>
                    <a:pt x="38" y="139"/>
                  </a:lnTo>
                  <a:lnTo>
                    <a:pt x="37" y="138"/>
                  </a:lnTo>
                  <a:lnTo>
                    <a:pt x="37" y="137"/>
                  </a:lnTo>
                  <a:lnTo>
                    <a:pt x="34" y="134"/>
                  </a:lnTo>
                  <a:lnTo>
                    <a:pt x="32" y="133"/>
                  </a:lnTo>
                  <a:lnTo>
                    <a:pt x="25" y="131"/>
                  </a:lnTo>
                  <a:lnTo>
                    <a:pt x="24" y="131"/>
                  </a:lnTo>
                  <a:lnTo>
                    <a:pt x="17" y="134"/>
                  </a:lnTo>
                  <a:lnTo>
                    <a:pt x="10" y="134"/>
                  </a:lnTo>
                  <a:lnTo>
                    <a:pt x="9" y="137"/>
                  </a:lnTo>
                  <a:lnTo>
                    <a:pt x="7" y="137"/>
                  </a:lnTo>
                  <a:lnTo>
                    <a:pt x="5" y="138"/>
                  </a:lnTo>
                  <a:lnTo>
                    <a:pt x="5" y="134"/>
                  </a:lnTo>
                  <a:lnTo>
                    <a:pt x="8" y="126"/>
                  </a:lnTo>
                  <a:lnTo>
                    <a:pt x="10" y="122"/>
                  </a:lnTo>
                  <a:lnTo>
                    <a:pt x="10" y="113"/>
                  </a:lnTo>
                  <a:lnTo>
                    <a:pt x="9" y="101"/>
                  </a:lnTo>
                  <a:lnTo>
                    <a:pt x="5" y="96"/>
                  </a:lnTo>
                  <a:lnTo>
                    <a:pt x="7" y="94"/>
                  </a:lnTo>
                  <a:lnTo>
                    <a:pt x="8" y="94"/>
                  </a:lnTo>
                  <a:lnTo>
                    <a:pt x="9" y="91"/>
                  </a:lnTo>
                  <a:lnTo>
                    <a:pt x="8" y="89"/>
                  </a:lnTo>
                  <a:lnTo>
                    <a:pt x="9" y="87"/>
                  </a:lnTo>
                  <a:lnTo>
                    <a:pt x="7" y="81"/>
                  </a:lnTo>
                  <a:lnTo>
                    <a:pt x="5" y="83"/>
                  </a:lnTo>
                  <a:lnTo>
                    <a:pt x="4" y="83"/>
                  </a:lnTo>
                  <a:lnTo>
                    <a:pt x="3" y="80"/>
                  </a:lnTo>
                  <a:lnTo>
                    <a:pt x="0" y="83"/>
                  </a:lnTo>
                  <a:lnTo>
                    <a:pt x="0" y="79"/>
                  </a:lnTo>
                  <a:lnTo>
                    <a:pt x="1" y="76"/>
                  </a:lnTo>
                  <a:lnTo>
                    <a:pt x="1" y="75"/>
                  </a:lnTo>
                  <a:lnTo>
                    <a:pt x="49" y="75"/>
                  </a:lnTo>
                  <a:lnTo>
                    <a:pt x="49" y="52"/>
                  </a:lnTo>
                  <a:lnTo>
                    <a:pt x="50" y="50"/>
                  </a:lnTo>
                  <a:lnTo>
                    <a:pt x="53" y="48"/>
                  </a:lnTo>
                  <a:lnTo>
                    <a:pt x="55" y="47"/>
                  </a:lnTo>
                  <a:lnTo>
                    <a:pt x="59" y="47"/>
                  </a:lnTo>
                  <a:lnTo>
                    <a:pt x="60" y="17"/>
                  </a:lnTo>
                  <a:lnTo>
                    <a:pt x="97" y="17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2" name="Freeform 451"/>
            <p:cNvSpPr>
              <a:spLocks/>
            </p:cNvSpPr>
            <p:nvPr/>
          </p:nvSpPr>
          <p:spPr bwMode="auto">
            <a:xfrm>
              <a:off x="5420131" y="3581464"/>
              <a:ext cx="489786" cy="456794"/>
            </a:xfrm>
            <a:custGeom>
              <a:avLst/>
              <a:gdLst>
                <a:gd name="T0" fmla="*/ 163 w 193"/>
                <a:gd name="T1" fmla="*/ 58 h 180"/>
                <a:gd name="T2" fmla="*/ 173 w 193"/>
                <a:gd name="T3" fmla="*/ 60 h 180"/>
                <a:gd name="T4" fmla="*/ 180 w 193"/>
                <a:gd name="T5" fmla="*/ 65 h 180"/>
                <a:gd name="T6" fmla="*/ 180 w 193"/>
                <a:gd name="T7" fmla="*/ 73 h 180"/>
                <a:gd name="T8" fmla="*/ 193 w 193"/>
                <a:gd name="T9" fmla="*/ 72 h 180"/>
                <a:gd name="T10" fmla="*/ 192 w 193"/>
                <a:gd name="T11" fmla="*/ 106 h 180"/>
                <a:gd name="T12" fmla="*/ 188 w 193"/>
                <a:gd name="T13" fmla="*/ 113 h 180"/>
                <a:gd name="T14" fmla="*/ 175 w 193"/>
                <a:gd name="T15" fmla="*/ 119 h 180"/>
                <a:gd name="T16" fmla="*/ 162 w 193"/>
                <a:gd name="T17" fmla="*/ 122 h 180"/>
                <a:gd name="T18" fmla="*/ 147 w 193"/>
                <a:gd name="T19" fmla="*/ 122 h 180"/>
                <a:gd name="T20" fmla="*/ 144 w 193"/>
                <a:gd name="T21" fmla="*/ 122 h 180"/>
                <a:gd name="T22" fmla="*/ 133 w 193"/>
                <a:gd name="T23" fmla="*/ 122 h 180"/>
                <a:gd name="T24" fmla="*/ 117 w 193"/>
                <a:gd name="T25" fmla="*/ 131 h 180"/>
                <a:gd name="T26" fmla="*/ 102 w 193"/>
                <a:gd name="T27" fmla="*/ 140 h 180"/>
                <a:gd name="T28" fmla="*/ 97 w 193"/>
                <a:gd name="T29" fmla="*/ 142 h 180"/>
                <a:gd name="T30" fmla="*/ 93 w 193"/>
                <a:gd name="T31" fmla="*/ 148 h 180"/>
                <a:gd name="T32" fmla="*/ 84 w 193"/>
                <a:gd name="T33" fmla="*/ 160 h 180"/>
                <a:gd name="T34" fmla="*/ 82 w 193"/>
                <a:gd name="T35" fmla="*/ 168 h 180"/>
                <a:gd name="T36" fmla="*/ 81 w 193"/>
                <a:gd name="T37" fmla="*/ 172 h 180"/>
                <a:gd name="T38" fmla="*/ 77 w 193"/>
                <a:gd name="T39" fmla="*/ 180 h 180"/>
                <a:gd name="T40" fmla="*/ 73 w 193"/>
                <a:gd name="T41" fmla="*/ 176 h 180"/>
                <a:gd name="T42" fmla="*/ 67 w 193"/>
                <a:gd name="T43" fmla="*/ 177 h 180"/>
                <a:gd name="T44" fmla="*/ 57 w 193"/>
                <a:gd name="T45" fmla="*/ 177 h 180"/>
                <a:gd name="T46" fmla="*/ 52 w 193"/>
                <a:gd name="T47" fmla="*/ 177 h 180"/>
                <a:gd name="T48" fmla="*/ 48 w 193"/>
                <a:gd name="T49" fmla="*/ 175 h 180"/>
                <a:gd name="T50" fmla="*/ 46 w 193"/>
                <a:gd name="T51" fmla="*/ 171 h 180"/>
                <a:gd name="T52" fmla="*/ 44 w 193"/>
                <a:gd name="T53" fmla="*/ 169 h 180"/>
                <a:gd name="T54" fmla="*/ 43 w 193"/>
                <a:gd name="T55" fmla="*/ 164 h 180"/>
                <a:gd name="T56" fmla="*/ 42 w 193"/>
                <a:gd name="T57" fmla="*/ 158 h 180"/>
                <a:gd name="T58" fmla="*/ 36 w 193"/>
                <a:gd name="T59" fmla="*/ 155 h 180"/>
                <a:gd name="T60" fmla="*/ 30 w 193"/>
                <a:gd name="T61" fmla="*/ 155 h 180"/>
                <a:gd name="T62" fmla="*/ 23 w 193"/>
                <a:gd name="T63" fmla="*/ 160 h 180"/>
                <a:gd name="T64" fmla="*/ 17 w 193"/>
                <a:gd name="T65" fmla="*/ 158 h 180"/>
                <a:gd name="T66" fmla="*/ 13 w 193"/>
                <a:gd name="T67" fmla="*/ 158 h 180"/>
                <a:gd name="T68" fmla="*/ 10 w 193"/>
                <a:gd name="T69" fmla="*/ 152 h 180"/>
                <a:gd name="T70" fmla="*/ 11 w 193"/>
                <a:gd name="T71" fmla="*/ 148 h 180"/>
                <a:gd name="T72" fmla="*/ 7 w 193"/>
                <a:gd name="T73" fmla="*/ 143 h 180"/>
                <a:gd name="T74" fmla="*/ 3 w 193"/>
                <a:gd name="T75" fmla="*/ 139 h 180"/>
                <a:gd name="T76" fmla="*/ 2 w 193"/>
                <a:gd name="T77" fmla="*/ 131 h 180"/>
                <a:gd name="T78" fmla="*/ 0 w 193"/>
                <a:gd name="T79" fmla="*/ 126 h 180"/>
                <a:gd name="T80" fmla="*/ 7 w 193"/>
                <a:gd name="T81" fmla="*/ 119 h 180"/>
                <a:gd name="T82" fmla="*/ 10 w 193"/>
                <a:gd name="T83" fmla="*/ 113 h 180"/>
                <a:gd name="T84" fmla="*/ 15 w 193"/>
                <a:gd name="T85" fmla="*/ 119 h 180"/>
                <a:gd name="T86" fmla="*/ 26 w 193"/>
                <a:gd name="T87" fmla="*/ 112 h 180"/>
                <a:gd name="T88" fmla="*/ 30 w 193"/>
                <a:gd name="T89" fmla="*/ 118 h 180"/>
                <a:gd name="T90" fmla="*/ 35 w 193"/>
                <a:gd name="T91" fmla="*/ 117 h 180"/>
                <a:gd name="T92" fmla="*/ 82 w 193"/>
                <a:gd name="T93" fmla="*/ 108 h 180"/>
                <a:gd name="T94" fmla="*/ 84 w 193"/>
                <a:gd name="T9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" h="180">
                  <a:moveTo>
                    <a:pt x="84" y="0"/>
                  </a:moveTo>
                  <a:lnTo>
                    <a:pt x="162" y="51"/>
                  </a:lnTo>
                  <a:lnTo>
                    <a:pt x="163" y="58"/>
                  </a:lnTo>
                  <a:lnTo>
                    <a:pt x="165" y="59"/>
                  </a:lnTo>
                  <a:lnTo>
                    <a:pt x="169" y="59"/>
                  </a:lnTo>
                  <a:lnTo>
                    <a:pt x="173" y="60"/>
                  </a:lnTo>
                  <a:lnTo>
                    <a:pt x="175" y="63"/>
                  </a:lnTo>
                  <a:lnTo>
                    <a:pt x="179" y="64"/>
                  </a:lnTo>
                  <a:lnTo>
                    <a:pt x="180" y="65"/>
                  </a:lnTo>
                  <a:lnTo>
                    <a:pt x="180" y="68"/>
                  </a:lnTo>
                  <a:lnTo>
                    <a:pt x="179" y="71"/>
                  </a:lnTo>
                  <a:lnTo>
                    <a:pt x="180" y="73"/>
                  </a:lnTo>
                  <a:lnTo>
                    <a:pt x="183" y="75"/>
                  </a:lnTo>
                  <a:lnTo>
                    <a:pt x="188" y="73"/>
                  </a:lnTo>
                  <a:lnTo>
                    <a:pt x="193" y="72"/>
                  </a:lnTo>
                  <a:lnTo>
                    <a:pt x="193" y="72"/>
                  </a:lnTo>
                  <a:lnTo>
                    <a:pt x="192" y="94"/>
                  </a:lnTo>
                  <a:lnTo>
                    <a:pt x="192" y="106"/>
                  </a:lnTo>
                  <a:lnTo>
                    <a:pt x="189" y="106"/>
                  </a:lnTo>
                  <a:lnTo>
                    <a:pt x="189" y="112"/>
                  </a:lnTo>
                  <a:lnTo>
                    <a:pt x="188" y="113"/>
                  </a:lnTo>
                  <a:lnTo>
                    <a:pt x="183" y="117"/>
                  </a:lnTo>
                  <a:lnTo>
                    <a:pt x="179" y="118"/>
                  </a:lnTo>
                  <a:lnTo>
                    <a:pt x="175" y="119"/>
                  </a:lnTo>
                  <a:lnTo>
                    <a:pt x="172" y="121"/>
                  </a:lnTo>
                  <a:lnTo>
                    <a:pt x="164" y="121"/>
                  </a:lnTo>
                  <a:lnTo>
                    <a:pt x="162" y="122"/>
                  </a:lnTo>
                  <a:lnTo>
                    <a:pt x="159" y="122"/>
                  </a:lnTo>
                  <a:lnTo>
                    <a:pt x="150" y="123"/>
                  </a:lnTo>
                  <a:lnTo>
                    <a:pt x="147" y="122"/>
                  </a:lnTo>
                  <a:lnTo>
                    <a:pt x="147" y="123"/>
                  </a:lnTo>
                  <a:lnTo>
                    <a:pt x="146" y="122"/>
                  </a:lnTo>
                  <a:lnTo>
                    <a:pt x="144" y="122"/>
                  </a:lnTo>
                  <a:lnTo>
                    <a:pt x="140" y="121"/>
                  </a:lnTo>
                  <a:lnTo>
                    <a:pt x="138" y="121"/>
                  </a:lnTo>
                  <a:lnTo>
                    <a:pt x="133" y="122"/>
                  </a:lnTo>
                  <a:lnTo>
                    <a:pt x="129" y="125"/>
                  </a:lnTo>
                  <a:lnTo>
                    <a:pt x="126" y="127"/>
                  </a:lnTo>
                  <a:lnTo>
                    <a:pt x="117" y="131"/>
                  </a:lnTo>
                  <a:lnTo>
                    <a:pt x="110" y="137"/>
                  </a:lnTo>
                  <a:lnTo>
                    <a:pt x="109" y="139"/>
                  </a:lnTo>
                  <a:lnTo>
                    <a:pt x="102" y="140"/>
                  </a:lnTo>
                  <a:lnTo>
                    <a:pt x="101" y="140"/>
                  </a:lnTo>
                  <a:lnTo>
                    <a:pt x="98" y="140"/>
                  </a:lnTo>
                  <a:lnTo>
                    <a:pt x="97" y="142"/>
                  </a:lnTo>
                  <a:lnTo>
                    <a:pt x="96" y="142"/>
                  </a:lnTo>
                  <a:lnTo>
                    <a:pt x="93" y="147"/>
                  </a:lnTo>
                  <a:lnTo>
                    <a:pt x="93" y="148"/>
                  </a:lnTo>
                  <a:lnTo>
                    <a:pt x="90" y="152"/>
                  </a:lnTo>
                  <a:lnTo>
                    <a:pt x="86" y="159"/>
                  </a:lnTo>
                  <a:lnTo>
                    <a:pt x="84" y="160"/>
                  </a:lnTo>
                  <a:lnTo>
                    <a:pt x="82" y="163"/>
                  </a:lnTo>
                  <a:lnTo>
                    <a:pt x="82" y="164"/>
                  </a:lnTo>
                  <a:lnTo>
                    <a:pt x="82" y="168"/>
                  </a:lnTo>
                  <a:lnTo>
                    <a:pt x="81" y="168"/>
                  </a:lnTo>
                  <a:lnTo>
                    <a:pt x="81" y="171"/>
                  </a:lnTo>
                  <a:lnTo>
                    <a:pt x="81" y="172"/>
                  </a:lnTo>
                  <a:lnTo>
                    <a:pt x="81" y="176"/>
                  </a:lnTo>
                  <a:lnTo>
                    <a:pt x="80" y="176"/>
                  </a:lnTo>
                  <a:lnTo>
                    <a:pt x="77" y="180"/>
                  </a:lnTo>
                  <a:lnTo>
                    <a:pt x="73" y="179"/>
                  </a:lnTo>
                  <a:lnTo>
                    <a:pt x="73" y="177"/>
                  </a:lnTo>
                  <a:lnTo>
                    <a:pt x="73" y="176"/>
                  </a:lnTo>
                  <a:lnTo>
                    <a:pt x="71" y="176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9"/>
                  </a:lnTo>
                  <a:lnTo>
                    <a:pt x="60" y="179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2" y="179"/>
                  </a:lnTo>
                  <a:lnTo>
                    <a:pt x="52" y="177"/>
                  </a:lnTo>
                  <a:lnTo>
                    <a:pt x="51" y="176"/>
                  </a:lnTo>
                  <a:lnTo>
                    <a:pt x="48" y="176"/>
                  </a:lnTo>
                  <a:lnTo>
                    <a:pt x="48" y="175"/>
                  </a:lnTo>
                  <a:lnTo>
                    <a:pt x="47" y="173"/>
                  </a:lnTo>
                  <a:lnTo>
                    <a:pt x="47" y="171"/>
                  </a:lnTo>
                  <a:lnTo>
                    <a:pt x="46" y="171"/>
                  </a:lnTo>
                  <a:lnTo>
                    <a:pt x="44" y="172"/>
                  </a:lnTo>
                  <a:lnTo>
                    <a:pt x="43" y="173"/>
                  </a:lnTo>
                  <a:lnTo>
                    <a:pt x="44" y="169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3" y="164"/>
                  </a:lnTo>
                  <a:lnTo>
                    <a:pt x="42" y="164"/>
                  </a:lnTo>
                  <a:lnTo>
                    <a:pt x="43" y="160"/>
                  </a:lnTo>
                  <a:lnTo>
                    <a:pt x="42" y="158"/>
                  </a:lnTo>
                  <a:lnTo>
                    <a:pt x="39" y="156"/>
                  </a:lnTo>
                  <a:lnTo>
                    <a:pt x="39" y="155"/>
                  </a:lnTo>
                  <a:lnTo>
                    <a:pt x="36" y="155"/>
                  </a:lnTo>
                  <a:lnTo>
                    <a:pt x="35" y="156"/>
                  </a:lnTo>
                  <a:lnTo>
                    <a:pt x="32" y="155"/>
                  </a:lnTo>
                  <a:lnTo>
                    <a:pt x="30" y="155"/>
                  </a:lnTo>
                  <a:lnTo>
                    <a:pt x="27" y="159"/>
                  </a:lnTo>
                  <a:lnTo>
                    <a:pt x="26" y="159"/>
                  </a:lnTo>
                  <a:lnTo>
                    <a:pt x="23" y="160"/>
                  </a:lnTo>
                  <a:lnTo>
                    <a:pt x="21" y="160"/>
                  </a:lnTo>
                  <a:lnTo>
                    <a:pt x="18" y="159"/>
                  </a:lnTo>
                  <a:lnTo>
                    <a:pt x="17" y="158"/>
                  </a:lnTo>
                  <a:lnTo>
                    <a:pt x="14" y="159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3" y="156"/>
                  </a:lnTo>
                  <a:lnTo>
                    <a:pt x="13" y="155"/>
                  </a:lnTo>
                  <a:lnTo>
                    <a:pt x="10" y="152"/>
                  </a:lnTo>
                  <a:lnTo>
                    <a:pt x="10" y="151"/>
                  </a:lnTo>
                  <a:lnTo>
                    <a:pt x="11" y="150"/>
                  </a:lnTo>
                  <a:lnTo>
                    <a:pt x="11" y="148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7" y="143"/>
                  </a:lnTo>
                  <a:lnTo>
                    <a:pt x="6" y="144"/>
                  </a:lnTo>
                  <a:lnTo>
                    <a:pt x="5" y="143"/>
                  </a:lnTo>
                  <a:lnTo>
                    <a:pt x="3" y="139"/>
                  </a:lnTo>
                  <a:lnTo>
                    <a:pt x="1" y="137"/>
                  </a:lnTo>
                  <a:lnTo>
                    <a:pt x="1" y="135"/>
                  </a:lnTo>
                  <a:lnTo>
                    <a:pt x="2" y="131"/>
                  </a:lnTo>
                  <a:lnTo>
                    <a:pt x="1" y="129"/>
                  </a:lnTo>
                  <a:lnTo>
                    <a:pt x="1" y="127"/>
                  </a:lnTo>
                  <a:lnTo>
                    <a:pt x="0" y="126"/>
                  </a:lnTo>
                  <a:lnTo>
                    <a:pt x="2" y="123"/>
                  </a:lnTo>
                  <a:lnTo>
                    <a:pt x="6" y="123"/>
                  </a:lnTo>
                  <a:lnTo>
                    <a:pt x="7" y="119"/>
                  </a:lnTo>
                  <a:lnTo>
                    <a:pt x="6" y="118"/>
                  </a:lnTo>
                  <a:lnTo>
                    <a:pt x="6" y="114"/>
                  </a:lnTo>
                  <a:lnTo>
                    <a:pt x="10" y="113"/>
                  </a:lnTo>
                  <a:lnTo>
                    <a:pt x="13" y="113"/>
                  </a:lnTo>
                  <a:lnTo>
                    <a:pt x="14" y="115"/>
                  </a:lnTo>
                  <a:lnTo>
                    <a:pt x="15" y="119"/>
                  </a:lnTo>
                  <a:lnTo>
                    <a:pt x="17" y="121"/>
                  </a:lnTo>
                  <a:lnTo>
                    <a:pt x="19" y="114"/>
                  </a:lnTo>
                  <a:lnTo>
                    <a:pt x="26" y="112"/>
                  </a:lnTo>
                  <a:lnTo>
                    <a:pt x="29" y="113"/>
                  </a:lnTo>
                  <a:lnTo>
                    <a:pt x="29" y="117"/>
                  </a:lnTo>
                  <a:lnTo>
                    <a:pt x="30" y="118"/>
                  </a:lnTo>
                  <a:lnTo>
                    <a:pt x="32" y="115"/>
                  </a:lnTo>
                  <a:lnTo>
                    <a:pt x="34" y="115"/>
                  </a:lnTo>
                  <a:lnTo>
                    <a:pt x="35" y="117"/>
                  </a:lnTo>
                  <a:lnTo>
                    <a:pt x="36" y="118"/>
                  </a:lnTo>
                  <a:lnTo>
                    <a:pt x="79" y="118"/>
                  </a:lnTo>
                  <a:lnTo>
                    <a:pt x="82" y="108"/>
                  </a:lnTo>
                  <a:lnTo>
                    <a:pt x="79" y="105"/>
                  </a:lnTo>
                  <a:lnTo>
                    <a:pt x="69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3" name="Freeform 452"/>
            <p:cNvSpPr>
              <a:spLocks/>
            </p:cNvSpPr>
            <p:nvPr/>
          </p:nvSpPr>
          <p:spPr bwMode="auto">
            <a:xfrm>
              <a:off x="5625689" y="3888532"/>
              <a:ext cx="228397" cy="167491"/>
            </a:xfrm>
            <a:custGeom>
              <a:avLst/>
              <a:gdLst>
                <a:gd name="T0" fmla="*/ 63 w 90"/>
                <a:gd name="T1" fmla="*/ 1 h 66"/>
                <a:gd name="T2" fmla="*/ 66 w 90"/>
                <a:gd name="T3" fmla="*/ 2 h 66"/>
                <a:gd name="T4" fmla="*/ 65 w 90"/>
                <a:gd name="T5" fmla="*/ 6 h 66"/>
                <a:gd name="T6" fmla="*/ 63 w 90"/>
                <a:gd name="T7" fmla="*/ 12 h 66"/>
                <a:gd name="T8" fmla="*/ 75 w 90"/>
                <a:gd name="T9" fmla="*/ 25 h 66"/>
                <a:gd name="T10" fmla="*/ 84 w 90"/>
                <a:gd name="T11" fmla="*/ 25 h 66"/>
                <a:gd name="T12" fmla="*/ 86 w 90"/>
                <a:gd name="T13" fmla="*/ 27 h 66"/>
                <a:gd name="T14" fmla="*/ 87 w 90"/>
                <a:gd name="T15" fmla="*/ 30 h 66"/>
                <a:gd name="T16" fmla="*/ 88 w 90"/>
                <a:gd name="T17" fmla="*/ 35 h 66"/>
                <a:gd name="T18" fmla="*/ 90 w 90"/>
                <a:gd name="T19" fmla="*/ 38 h 66"/>
                <a:gd name="T20" fmla="*/ 84 w 90"/>
                <a:gd name="T21" fmla="*/ 41 h 66"/>
                <a:gd name="T22" fmla="*/ 79 w 90"/>
                <a:gd name="T23" fmla="*/ 42 h 66"/>
                <a:gd name="T24" fmla="*/ 78 w 90"/>
                <a:gd name="T25" fmla="*/ 44 h 66"/>
                <a:gd name="T26" fmla="*/ 77 w 90"/>
                <a:gd name="T27" fmla="*/ 48 h 66"/>
                <a:gd name="T28" fmla="*/ 73 w 90"/>
                <a:gd name="T29" fmla="*/ 51 h 66"/>
                <a:gd name="T30" fmla="*/ 59 w 90"/>
                <a:gd name="T31" fmla="*/ 48 h 66"/>
                <a:gd name="T32" fmla="*/ 58 w 90"/>
                <a:gd name="T33" fmla="*/ 47 h 66"/>
                <a:gd name="T34" fmla="*/ 53 w 90"/>
                <a:gd name="T35" fmla="*/ 48 h 66"/>
                <a:gd name="T36" fmla="*/ 42 w 90"/>
                <a:gd name="T37" fmla="*/ 50 h 66"/>
                <a:gd name="T38" fmla="*/ 33 w 90"/>
                <a:gd name="T39" fmla="*/ 50 h 66"/>
                <a:gd name="T40" fmla="*/ 28 w 90"/>
                <a:gd name="T41" fmla="*/ 52 h 66"/>
                <a:gd name="T42" fmla="*/ 30 w 90"/>
                <a:gd name="T43" fmla="*/ 58 h 66"/>
                <a:gd name="T44" fmla="*/ 32 w 90"/>
                <a:gd name="T45" fmla="*/ 64 h 66"/>
                <a:gd name="T46" fmla="*/ 28 w 90"/>
                <a:gd name="T47" fmla="*/ 63 h 66"/>
                <a:gd name="T48" fmla="*/ 24 w 90"/>
                <a:gd name="T49" fmla="*/ 64 h 66"/>
                <a:gd name="T50" fmla="*/ 17 w 90"/>
                <a:gd name="T51" fmla="*/ 63 h 66"/>
                <a:gd name="T52" fmla="*/ 13 w 90"/>
                <a:gd name="T53" fmla="*/ 60 h 66"/>
                <a:gd name="T54" fmla="*/ 9 w 90"/>
                <a:gd name="T55" fmla="*/ 59 h 66"/>
                <a:gd name="T56" fmla="*/ 4 w 90"/>
                <a:gd name="T57" fmla="*/ 56 h 66"/>
                <a:gd name="T58" fmla="*/ 0 w 90"/>
                <a:gd name="T59" fmla="*/ 55 h 66"/>
                <a:gd name="T60" fmla="*/ 0 w 90"/>
                <a:gd name="T61" fmla="*/ 50 h 66"/>
                <a:gd name="T62" fmla="*/ 1 w 90"/>
                <a:gd name="T63" fmla="*/ 47 h 66"/>
                <a:gd name="T64" fmla="*/ 1 w 90"/>
                <a:gd name="T65" fmla="*/ 42 h 66"/>
                <a:gd name="T66" fmla="*/ 5 w 90"/>
                <a:gd name="T67" fmla="*/ 38 h 66"/>
                <a:gd name="T68" fmla="*/ 12 w 90"/>
                <a:gd name="T69" fmla="*/ 27 h 66"/>
                <a:gd name="T70" fmla="*/ 15 w 90"/>
                <a:gd name="T71" fmla="*/ 21 h 66"/>
                <a:gd name="T72" fmla="*/ 17 w 90"/>
                <a:gd name="T73" fmla="*/ 19 h 66"/>
                <a:gd name="T74" fmla="*/ 21 w 90"/>
                <a:gd name="T75" fmla="*/ 19 h 66"/>
                <a:gd name="T76" fmla="*/ 29 w 90"/>
                <a:gd name="T77" fmla="*/ 16 h 66"/>
                <a:gd name="T78" fmla="*/ 45 w 90"/>
                <a:gd name="T79" fmla="*/ 6 h 66"/>
                <a:gd name="T80" fmla="*/ 52 w 90"/>
                <a:gd name="T81" fmla="*/ 1 h 66"/>
                <a:gd name="T82" fmla="*/ 59 w 90"/>
                <a:gd name="T8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0" h="66">
                  <a:moveTo>
                    <a:pt x="59" y="0"/>
                  </a:moveTo>
                  <a:lnTo>
                    <a:pt x="63" y="1"/>
                  </a:lnTo>
                  <a:lnTo>
                    <a:pt x="65" y="1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5" y="6"/>
                  </a:lnTo>
                  <a:lnTo>
                    <a:pt x="63" y="9"/>
                  </a:lnTo>
                  <a:lnTo>
                    <a:pt x="63" y="12"/>
                  </a:lnTo>
                  <a:lnTo>
                    <a:pt x="75" y="19"/>
                  </a:lnTo>
                  <a:lnTo>
                    <a:pt x="75" y="25"/>
                  </a:lnTo>
                  <a:lnTo>
                    <a:pt x="79" y="27"/>
                  </a:lnTo>
                  <a:lnTo>
                    <a:pt x="84" y="25"/>
                  </a:lnTo>
                  <a:lnTo>
                    <a:pt x="86" y="26"/>
                  </a:lnTo>
                  <a:lnTo>
                    <a:pt x="86" y="27"/>
                  </a:lnTo>
                  <a:lnTo>
                    <a:pt x="87" y="27"/>
                  </a:lnTo>
                  <a:lnTo>
                    <a:pt x="87" y="30"/>
                  </a:lnTo>
                  <a:lnTo>
                    <a:pt x="86" y="33"/>
                  </a:lnTo>
                  <a:lnTo>
                    <a:pt x="88" y="35"/>
                  </a:lnTo>
                  <a:lnTo>
                    <a:pt x="90" y="35"/>
                  </a:lnTo>
                  <a:lnTo>
                    <a:pt x="90" y="38"/>
                  </a:lnTo>
                  <a:lnTo>
                    <a:pt x="87" y="41"/>
                  </a:lnTo>
                  <a:lnTo>
                    <a:pt x="84" y="41"/>
                  </a:lnTo>
                  <a:lnTo>
                    <a:pt x="81" y="42"/>
                  </a:lnTo>
                  <a:lnTo>
                    <a:pt x="79" y="42"/>
                  </a:lnTo>
                  <a:lnTo>
                    <a:pt x="77" y="43"/>
                  </a:lnTo>
                  <a:lnTo>
                    <a:pt x="78" y="44"/>
                  </a:lnTo>
                  <a:lnTo>
                    <a:pt x="75" y="47"/>
                  </a:lnTo>
                  <a:lnTo>
                    <a:pt x="77" y="48"/>
                  </a:lnTo>
                  <a:lnTo>
                    <a:pt x="73" y="50"/>
                  </a:lnTo>
                  <a:lnTo>
                    <a:pt x="73" y="51"/>
                  </a:lnTo>
                  <a:lnTo>
                    <a:pt x="61" y="47"/>
                  </a:lnTo>
                  <a:lnTo>
                    <a:pt x="59" y="48"/>
                  </a:lnTo>
                  <a:lnTo>
                    <a:pt x="59" y="48"/>
                  </a:lnTo>
                  <a:lnTo>
                    <a:pt x="58" y="47"/>
                  </a:lnTo>
                  <a:lnTo>
                    <a:pt x="55" y="48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2" y="50"/>
                  </a:lnTo>
                  <a:lnTo>
                    <a:pt x="41" y="50"/>
                  </a:lnTo>
                  <a:lnTo>
                    <a:pt x="33" y="50"/>
                  </a:lnTo>
                  <a:lnTo>
                    <a:pt x="28" y="50"/>
                  </a:lnTo>
                  <a:lnTo>
                    <a:pt x="28" y="52"/>
                  </a:lnTo>
                  <a:lnTo>
                    <a:pt x="29" y="56"/>
                  </a:lnTo>
                  <a:lnTo>
                    <a:pt x="30" y="58"/>
                  </a:lnTo>
                  <a:lnTo>
                    <a:pt x="32" y="62"/>
                  </a:lnTo>
                  <a:lnTo>
                    <a:pt x="32" y="64"/>
                  </a:lnTo>
                  <a:lnTo>
                    <a:pt x="29" y="64"/>
                  </a:lnTo>
                  <a:lnTo>
                    <a:pt x="28" y="63"/>
                  </a:lnTo>
                  <a:lnTo>
                    <a:pt x="25" y="63"/>
                  </a:lnTo>
                  <a:lnTo>
                    <a:pt x="24" y="64"/>
                  </a:lnTo>
                  <a:lnTo>
                    <a:pt x="21" y="66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3" y="60"/>
                  </a:lnTo>
                  <a:lnTo>
                    <a:pt x="11" y="60"/>
                  </a:lnTo>
                  <a:lnTo>
                    <a:pt x="9" y="59"/>
                  </a:lnTo>
                  <a:lnTo>
                    <a:pt x="8" y="59"/>
                  </a:lnTo>
                  <a:lnTo>
                    <a:pt x="4" y="56"/>
                  </a:lnTo>
                  <a:lnTo>
                    <a:pt x="0" y="54"/>
                  </a:lnTo>
                  <a:lnTo>
                    <a:pt x="0" y="55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0" y="47"/>
                  </a:lnTo>
                  <a:lnTo>
                    <a:pt x="1" y="47"/>
                  </a:lnTo>
                  <a:lnTo>
                    <a:pt x="1" y="43"/>
                  </a:lnTo>
                  <a:lnTo>
                    <a:pt x="1" y="42"/>
                  </a:lnTo>
                  <a:lnTo>
                    <a:pt x="3" y="39"/>
                  </a:lnTo>
                  <a:lnTo>
                    <a:pt x="5" y="38"/>
                  </a:lnTo>
                  <a:lnTo>
                    <a:pt x="9" y="31"/>
                  </a:lnTo>
                  <a:lnTo>
                    <a:pt x="12" y="27"/>
                  </a:lnTo>
                  <a:lnTo>
                    <a:pt x="12" y="26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17" y="19"/>
                  </a:lnTo>
                  <a:lnTo>
                    <a:pt x="20" y="19"/>
                  </a:lnTo>
                  <a:lnTo>
                    <a:pt x="21" y="19"/>
                  </a:lnTo>
                  <a:lnTo>
                    <a:pt x="28" y="18"/>
                  </a:lnTo>
                  <a:lnTo>
                    <a:pt x="29" y="16"/>
                  </a:lnTo>
                  <a:lnTo>
                    <a:pt x="36" y="10"/>
                  </a:lnTo>
                  <a:lnTo>
                    <a:pt x="45" y="6"/>
                  </a:lnTo>
                  <a:lnTo>
                    <a:pt x="48" y="4"/>
                  </a:lnTo>
                  <a:lnTo>
                    <a:pt x="52" y="1"/>
                  </a:lnTo>
                  <a:lnTo>
                    <a:pt x="57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4" name="Freeform 453"/>
            <p:cNvSpPr>
              <a:spLocks/>
            </p:cNvSpPr>
            <p:nvPr/>
          </p:nvSpPr>
          <p:spPr bwMode="auto">
            <a:xfrm>
              <a:off x="5257715" y="3840314"/>
              <a:ext cx="195407" cy="142114"/>
            </a:xfrm>
            <a:custGeom>
              <a:avLst/>
              <a:gdLst>
                <a:gd name="T0" fmla="*/ 32 w 77"/>
                <a:gd name="T1" fmla="*/ 0 h 56"/>
                <a:gd name="T2" fmla="*/ 41 w 77"/>
                <a:gd name="T3" fmla="*/ 3 h 56"/>
                <a:gd name="T4" fmla="*/ 44 w 77"/>
                <a:gd name="T5" fmla="*/ 7 h 56"/>
                <a:gd name="T6" fmla="*/ 48 w 77"/>
                <a:gd name="T7" fmla="*/ 7 h 56"/>
                <a:gd name="T8" fmla="*/ 50 w 77"/>
                <a:gd name="T9" fmla="*/ 7 h 56"/>
                <a:gd name="T10" fmla="*/ 52 w 77"/>
                <a:gd name="T11" fmla="*/ 11 h 56"/>
                <a:gd name="T12" fmla="*/ 54 w 77"/>
                <a:gd name="T13" fmla="*/ 16 h 56"/>
                <a:gd name="T14" fmla="*/ 57 w 77"/>
                <a:gd name="T15" fmla="*/ 19 h 56"/>
                <a:gd name="T16" fmla="*/ 62 w 77"/>
                <a:gd name="T17" fmla="*/ 21 h 56"/>
                <a:gd name="T18" fmla="*/ 65 w 77"/>
                <a:gd name="T19" fmla="*/ 25 h 56"/>
                <a:gd name="T20" fmla="*/ 66 w 77"/>
                <a:gd name="T21" fmla="*/ 29 h 56"/>
                <a:gd name="T22" fmla="*/ 65 w 77"/>
                <a:gd name="T23" fmla="*/ 35 h 56"/>
                <a:gd name="T24" fmla="*/ 69 w 77"/>
                <a:gd name="T25" fmla="*/ 41 h 56"/>
                <a:gd name="T26" fmla="*/ 71 w 77"/>
                <a:gd name="T27" fmla="*/ 41 h 56"/>
                <a:gd name="T28" fmla="*/ 73 w 77"/>
                <a:gd name="T29" fmla="*/ 44 h 56"/>
                <a:gd name="T30" fmla="*/ 75 w 77"/>
                <a:gd name="T31" fmla="*/ 48 h 56"/>
                <a:gd name="T32" fmla="*/ 74 w 77"/>
                <a:gd name="T33" fmla="*/ 50 h 56"/>
                <a:gd name="T34" fmla="*/ 77 w 77"/>
                <a:gd name="T35" fmla="*/ 54 h 56"/>
                <a:gd name="T36" fmla="*/ 77 w 77"/>
                <a:gd name="T37" fmla="*/ 54 h 56"/>
                <a:gd name="T38" fmla="*/ 73 w 77"/>
                <a:gd name="T39" fmla="*/ 53 h 56"/>
                <a:gd name="T40" fmla="*/ 69 w 77"/>
                <a:gd name="T41" fmla="*/ 54 h 56"/>
                <a:gd name="T42" fmla="*/ 61 w 77"/>
                <a:gd name="T43" fmla="*/ 53 h 56"/>
                <a:gd name="T44" fmla="*/ 54 w 77"/>
                <a:gd name="T45" fmla="*/ 48 h 56"/>
                <a:gd name="T46" fmla="*/ 45 w 77"/>
                <a:gd name="T47" fmla="*/ 49 h 56"/>
                <a:gd name="T48" fmla="*/ 41 w 77"/>
                <a:gd name="T49" fmla="*/ 48 h 56"/>
                <a:gd name="T50" fmla="*/ 27 w 77"/>
                <a:gd name="T51" fmla="*/ 49 h 56"/>
                <a:gd name="T52" fmla="*/ 16 w 77"/>
                <a:gd name="T53" fmla="*/ 52 h 56"/>
                <a:gd name="T54" fmla="*/ 10 w 77"/>
                <a:gd name="T55" fmla="*/ 53 h 56"/>
                <a:gd name="T56" fmla="*/ 10 w 77"/>
                <a:gd name="T57" fmla="*/ 50 h 56"/>
                <a:gd name="T58" fmla="*/ 12 w 77"/>
                <a:gd name="T59" fmla="*/ 50 h 56"/>
                <a:gd name="T60" fmla="*/ 11 w 77"/>
                <a:gd name="T61" fmla="*/ 48 h 56"/>
                <a:gd name="T62" fmla="*/ 7 w 77"/>
                <a:gd name="T63" fmla="*/ 48 h 56"/>
                <a:gd name="T64" fmla="*/ 8 w 77"/>
                <a:gd name="T65" fmla="*/ 44 h 56"/>
                <a:gd name="T66" fmla="*/ 17 w 77"/>
                <a:gd name="T67" fmla="*/ 42 h 56"/>
                <a:gd name="T68" fmla="*/ 21 w 77"/>
                <a:gd name="T69" fmla="*/ 40 h 56"/>
                <a:gd name="T70" fmla="*/ 25 w 77"/>
                <a:gd name="T71" fmla="*/ 38 h 56"/>
                <a:gd name="T72" fmla="*/ 28 w 77"/>
                <a:gd name="T73" fmla="*/ 38 h 56"/>
                <a:gd name="T74" fmla="*/ 32 w 77"/>
                <a:gd name="T75" fmla="*/ 40 h 56"/>
                <a:gd name="T76" fmla="*/ 37 w 77"/>
                <a:gd name="T77" fmla="*/ 40 h 56"/>
                <a:gd name="T78" fmla="*/ 44 w 77"/>
                <a:gd name="T79" fmla="*/ 42 h 56"/>
                <a:gd name="T80" fmla="*/ 44 w 77"/>
                <a:gd name="T81" fmla="*/ 38 h 56"/>
                <a:gd name="T82" fmla="*/ 37 w 77"/>
                <a:gd name="T83" fmla="*/ 36 h 56"/>
                <a:gd name="T84" fmla="*/ 32 w 77"/>
                <a:gd name="T85" fmla="*/ 33 h 56"/>
                <a:gd name="T86" fmla="*/ 27 w 77"/>
                <a:gd name="T87" fmla="*/ 33 h 56"/>
                <a:gd name="T88" fmla="*/ 19 w 77"/>
                <a:gd name="T89" fmla="*/ 37 h 56"/>
                <a:gd name="T90" fmla="*/ 16 w 77"/>
                <a:gd name="T91" fmla="*/ 38 h 56"/>
                <a:gd name="T92" fmla="*/ 10 w 77"/>
                <a:gd name="T93" fmla="*/ 37 h 56"/>
                <a:gd name="T94" fmla="*/ 8 w 77"/>
                <a:gd name="T95" fmla="*/ 35 h 56"/>
                <a:gd name="T96" fmla="*/ 10 w 77"/>
                <a:gd name="T97" fmla="*/ 32 h 56"/>
                <a:gd name="T98" fmla="*/ 4 w 77"/>
                <a:gd name="T99" fmla="*/ 27 h 56"/>
                <a:gd name="T100" fmla="*/ 8 w 77"/>
                <a:gd name="T101" fmla="*/ 16 h 56"/>
                <a:gd name="T102" fmla="*/ 12 w 77"/>
                <a:gd name="T103" fmla="*/ 7 h 56"/>
                <a:gd name="T104" fmla="*/ 16 w 77"/>
                <a:gd name="T105" fmla="*/ 6 h 56"/>
                <a:gd name="T106" fmla="*/ 24 w 77"/>
                <a:gd name="T10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7" h="56">
                  <a:moveTo>
                    <a:pt x="31" y="0"/>
                  </a:moveTo>
                  <a:lnTo>
                    <a:pt x="32" y="0"/>
                  </a:lnTo>
                  <a:lnTo>
                    <a:pt x="39" y="2"/>
                  </a:lnTo>
                  <a:lnTo>
                    <a:pt x="41" y="3"/>
                  </a:lnTo>
                  <a:lnTo>
                    <a:pt x="44" y="6"/>
                  </a:lnTo>
                  <a:lnTo>
                    <a:pt x="44" y="7"/>
                  </a:lnTo>
                  <a:lnTo>
                    <a:pt x="45" y="8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2" y="8"/>
                  </a:lnTo>
                  <a:lnTo>
                    <a:pt x="52" y="11"/>
                  </a:lnTo>
                  <a:lnTo>
                    <a:pt x="54" y="13"/>
                  </a:lnTo>
                  <a:lnTo>
                    <a:pt x="54" y="16"/>
                  </a:lnTo>
                  <a:lnTo>
                    <a:pt x="57" y="16"/>
                  </a:lnTo>
                  <a:lnTo>
                    <a:pt x="57" y="19"/>
                  </a:lnTo>
                  <a:lnTo>
                    <a:pt x="60" y="20"/>
                  </a:lnTo>
                  <a:lnTo>
                    <a:pt x="62" y="21"/>
                  </a:lnTo>
                  <a:lnTo>
                    <a:pt x="64" y="24"/>
                  </a:lnTo>
                  <a:lnTo>
                    <a:pt x="65" y="25"/>
                  </a:lnTo>
                  <a:lnTo>
                    <a:pt x="65" y="27"/>
                  </a:lnTo>
                  <a:lnTo>
                    <a:pt x="66" y="29"/>
                  </a:lnTo>
                  <a:lnTo>
                    <a:pt x="65" y="33"/>
                  </a:lnTo>
                  <a:lnTo>
                    <a:pt x="65" y="35"/>
                  </a:lnTo>
                  <a:lnTo>
                    <a:pt x="67" y="37"/>
                  </a:lnTo>
                  <a:lnTo>
                    <a:pt x="69" y="41"/>
                  </a:lnTo>
                  <a:lnTo>
                    <a:pt x="70" y="42"/>
                  </a:lnTo>
                  <a:lnTo>
                    <a:pt x="71" y="41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5" y="46"/>
                  </a:lnTo>
                  <a:lnTo>
                    <a:pt x="75" y="48"/>
                  </a:lnTo>
                  <a:lnTo>
                    <a:pt x="74" y="49"/>
                  </a:lnTo>
                  <a:lnTo>
                    <a:pt x="74" y="50"/>
                  </a:lnTo>
                  <a:lnTo>
                    <a:pt x="77" y="53"/>
                  </a:lnTo>
                  <a:lnTo>
                    <a:pt x="77" y="54"/>
                  </a:lnTo>
                  <a:lnTo>
                    <a:pt x="77" y="56"/>
                  </a:lnTo>
                  <a:lnTo>
                    <a:pt x="77" y="54"/>
                  </a:lnTo>
                  <a:lnTo>
                    <a:pt x="74" y="54"/>
                  </a:lnTo>
                  <a:lnTo>
                    <a:pt x="73" y="53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5" y="52"/>
                  </a:lnTo>
                  <a:lnTo>
                    <a:pt x="61" y="53"/>
                  </a:lnTo>
                  <a:lnTo>
                    <a:pt x="60" y="50"/>
                  </a:lnTo>
                  <a:lnTo>
                    <a:pt x="54" y="48"/>
                  </a:lnTo>
                  <a:lnTo>
                    <a:pt x="46" y="48"/>
                  </a:lnTo>
                  <a:lnTo>
                    <a:pt x="45" y="49"/>
                  </a:lnTo>
                  <a:lnTo>
                    <a:pt x="45" y="49"/>
                  </a:lnTo>
                  <a:lnTo>
                    <a:pt x="41" y="48"/>
                  </a:lnTo>
                  <a:lnTo>
                    <a:pt x="31" y="48"/>
                  </a:lnTo>
                  <a:lnTo>
                    <a:pt x="27" y="49"/>
                  </a:lnTo>
                  <a:lnTo>
                    <a:pt x="24" y="53"/>
                  </a:lnTo>
                  <a:lnTo>
                    <a:pt x="16" y="52"/>
                  </a:lnTo>
                  <a:lnTo>
                    <a:pt x="12" y="54"/>
                  </a:lnTo>
                  <a:lnTo>
                    <a:pt x="10" y="53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1" y="50"/>
                  </a:lnTo>
                  <a:lnTo>
                    <a:pt x="12" y="50"/>
                  </a:lnTo>
                  <a:lnTo>
                    <a:pt x="15" y="49"/>
                  </a:lnTo>
                  <a:lnTo>
                    <a:pt x="11" y="48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10" y="42"/>
                  </a:lnTo>
                  <a:lnTo>
                    <a:pt x="17" y="42"/>
                  </a:lnTo>
                  <a:lnTo>
                    <a:pt x="19" y="41"/>
                  </a:lnTo>
                  <a:lnTo>
                    <a:pt x="21" y="40"/>
                  </a:lnTo>
                  <a:lnTo>
                    <a:pt x="24" y="38"/>
                  </a:lnTo>
                  <a:lnTo>
                    <a:pt x="25" y="38"/>
                  </a:lnTo>
                  <a:lnTo>
                    <a:pt x="27" y="40"/>
                  </a:lnTo>
                  <a:lnTo>
                    <a:pt x="28" y="38"/>
                  </a:lnTo>
                  <a:lnTo>
                    <a:pt x="29" y="37"/>
                  </a:lnTo>
                  <a:lnTo>
                    <a:pt x="32" y="40"/>
                  </a:lnTo>
                  <a:lnTo>
                    <a:pt x="35" y="40"/>
                  </a:lnTo>
                  <a:lnTo>
                    <a:pt x="37" y="40"/>
                  </a:lnTo>
                  <a:lnTo>
                    <a:pt x="41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4" y="38"/>
                  </a:lnTo>
                  <a:lnTo>
                    <a:pt x="42" y="40"/>
                  </a:lnTo>
                  <a:lnTo>
                    <a:pt x="37" y="36"/>
                  </a:lnTo>
                  <a:lnTo>
                    <a:pt x="36" y="36"/>
                  </a:lnTo>
                  <a:lnTo>
                    <a:pt x="32" y="33"/>
                  </a:lnTo>
                  <a:lnTo>
                    <a:pt x="29" y="33"/>
                  </a:lnTo>
                  <a:lnTo>
                    <a:pt x="27" y="33"/>
                  </a:lnTo>
                  <a:lnTo>
                    <a:pt x="24" y="35"/>
                  </a:lnTo>
                  <a:lnTo>
                    <a:pt x="19" y="37"/>
                  </a:lnTo>
                  <a:lnTo>
                    <a:pt x="17" y="37"/>
                  </a:lnTo>
                  <a:lnTo>
                    <a:pt x="16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12" y="36"/>
                  </a:lnTo>
                  <a:lnTo>
                    <a:pt x="8" y="35"/>
                  </a:lnTo>
                  <a:lnTo>
                    <a:pt x="10" y="35"/>
                  </a:lnTo>
                  <a:lnTo>
                    <a:pt x="10" y="32"/>
                  </a:lnTo>
                  <a:lnTo>
                    <a:pt x="7" y="31"/>
                  </a:lnTo>
                  <a:lnTo>
                    <a:pt x="4" y="27"/>
                  </a:lnTo>
                  <a:lnTo>
                    <a:pt x="0" y="24"/>
                  </a:lnTo>
                  <a:lnTo>
                    <a:pt x="8" y="16"/>
                  </a:lnTo>
                  <a:lnTo>
                    <a:pt x="11" y="11"/>
                  </a:lnTo>
                  <a:lnTo>
                    <a:pt x="12" y="7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7" y="3"/>
                  </a:lnTo>
                  <a:lnTo>
                    <a:pt x="24" y="3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5" name="Freeform 454"/>
            <p:cNvSpPr>
              <a:spLocks/>
            </p:cNvSpPr>
            <p:nvPr/>
          </p:nvSpPr>
          <p:spPr bwMode="auto">
            <a:xfrm>
              <a:off x="5275480" y="3924060"/>
              <a:ext cx="96434" cy="27916"/>
            </a:xfrm>
            <a:custGeom>
              <a:avLst/>
              <a:gdLst>
                <a:gd name="T0" fmla="*/ 20 w 38"/>
                <a:gd name="T1" fmla="*/ 0 h 11"/>
                <a:gd name="T2" fmla="*/ 22 w 38"/>
                <a:gd name="T3" fmla="*/ 0 h 11"/>
                <a:gd name="T4" fmla="*/ 25 w 38"/>
                <a:gd name="T5" fmla="*/ 0 h 11"/>
                <a:gd name="T6" fmla="*/ 29 w 38"/>
                <a:gd name="T7" fmla="*/ 3 h 11"/>
                <a:gd name="T8" fmla="*/ 30 w 38"/>
                <a:gd name="T9" fmla="*/ 3 h 11"/>
                <a:gd name="T10" fmla="*/ 35 w 38"/>
                <a:gd name="T11" fmla="*/ 7 h 11"/>
                <a:gd name="T12" fmla="*/ 37 w 38"/>
                <a:gd name="T13" fmla="*/ 5 h 11"/>
                <a:gd name="T14" fmla="*/ 38 w 38"/>
                <a:gd name="T15" fmla="*/ 8 h 11"/>
                <a:gd name="T16" fmla="*/ 37 w 38"/>
                <a:gd name="T17" fmla="*/ 9 h 11"/>
                <a:gd name="T18" fmla="*/ 34 w 38"/>
                <a:gd name="T19" fmla="*/ 9 h 11"/>
                <a:gd name="T20" fmla="*/ 30 w 38"/>
                <a:gd name="T21" fmla="*/ 7 h 11"/>
                <a:gd name="T22" fmla="*/ 28 w 38"/>
                <a:gd name="T23" fmla="*/ 7 h 11"/>
                <a:gd name="T24" fmla="*/ 25 w 38"/>
                <a:gd name="T25" fmla="*/ 7 h 11"/>
                <a:gd name="T26" fmla="*/ 22 w 38"/>
                <a:gd name="T27" fmla="*/ 4 h 11"/>
                <a:gd name="T28" fmla="*/ 21 w 38"/>
                <a:gd name="T29" fmla="*/ 5 h 11"/>
                <a:gd name="T30" fmla="*/ 20 w 38"/>
                <a:gd name="T31" fmla="*/ 7 h 11"/>
                <a:gd name="T32" fmla="*/ 18 w 38"/>
                <a:gd name="T33" fmla="*/ 5 h 11"/>
                <a:gd name="T34" fmla="*/ 17 w 38"/>
                <a:gd name="T35" fmla="*/ 5 h 11"/>
                <a:gd name="T36" fmla="*/ 14 w 38"/>
                <a:gd name="T37" fmla="*/ 7 h 11"/>
                <a:gd name="T38" fmla="*/ 12 w 38"/>
                <a:gd name="T39" fmla="*/ 8 h 11"/>
                <a:gd name="T40" fmla="*/ 10 w 38"/>
                <a:gd name="T41" fmla="*/ 9 h 11"/>
                <a:gd name="T42" fmla="*/ 3 w 38"/>
                <a:gd name="T43" fmla="*/ 9 h 11"/>
                <a:gd name="T44" fmla="*/ 1 w 38"/>
                <a:gd name="T45" fmla="*/ 11 h 11"/>
                <a:gd name="T46" fmla="*/ 1 w 38"/>
                <a:gd name="T47" fmla="*/ 11 h 11"/>
                <a:gd name="T48" fmla="*/ 0 w 38"/>
                <a:gd name="T49" fmla="*/ 8 h 11"/>
                <a:gd name="T50" fmla="*/ 3 w 38"/>
                <a:gd name="T51" fmla="*/ 7 h 11"/>
                <a:gd name="T52" fmla="*/ 5 w 38"/>
                <a:gd name="T53" fmla="*/ 9 h 11"/>
                <a:gd name="T54" fmla="*/ 8 w 38"/>
                <a:gd name="T55" fmla="*/ 9 h 11"/>
                <a:gd name="T56" fmla="*/ 9 w 38"/>
                <a:gd name="T57" fmla="*/ 8 h 11"/>
                <a:gd name="T58" fmla="*/ 7 w 38"/>
                <a:gd name="T59" fmla="*/ 8 h 11"/>
                <a:gd name="T60" fmla="*/ 4 w 38"/>
                <a:gd name="T61" fmla="*/ 7 h 11"/>
                <a:gd name="T62" fmla="*/ 4 w 38"/>
                <a:gd name="T63" fmla="*/ 5 h 11"/>
                <a:gd name="T64" fmla="*/ 9 w 38"/>
                <a:gd name="T65" fmla="*/ 5 h 11"/>
                <a:gd name="T66" fmla="*/ 10 w 38"/>
                <a:gd name="T67" fmla="*/ 4 h 11"/>
                <a:gd name="T68" fmla="*/ 12 w 38"/>
                <a:gd name="T69" fmla="*/ 4 h 11"/>
                <a:gd name="T70" fmla="*/ 17 w 38"/>
                <a:gd name="T71" fmla="*/ 2 h 11"/>
                <a:gd name="T72" fmla="*/ 20 w 38"/>
                <a:gd name="T7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11">
                  <a:moveTo>
                    <a:pt x="20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5" y="7"/>
                  </a:lnTo>
                  <a:lnTo>
                    <a:pt x="37" y="5"/>
                  </a:lnTo>
                  <a:lnTo>
                    <a:pt x="38" y="8"/>
                  </a:lnTo>
                  <a:lnTo>
                    <a:pt x="37" y="9"/>
                  </a:lnTo>
                  <a:lnTo>
                    <a:pt x="34" y="9"/>
                  </a:lnTo>
                  <a:lnTo>
                    <a:pt x="30" y="7"/>
                  </a:lnTo>
                  <a:lnTo>
                    <a:pt x="28" y="7"/>
                  </a:lnTo>
                  <a:lnTo>
                    <a:pt x="25" y="7"/>
                  </a:lnTo>
                  <a:lnTo>
                    <a:pt x="22" y="4"/>
                  </a:lnTo>
                  <a:lnTo>
                    <a:pt x="21" y="5"/>
                  </a:lnTo>
                  <a:lnTo>
                    <a:pt x="20" y="7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4" y="7"/>
                  </a:lnTo>
                  <a:lnTo>
                    <a:pt x="12" y="8"/>
                  </a:lnTo>
                  <a:lnTo>
                    <a:pt x="10" y="9"/>
                  </a:lnTo>
                  <a:lnTo>
                    <a:pt x="3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3" y="7"/>
                  </a:lnTo>
                  <a:lnTo>
                    <a:pt x="5" y="9"/>
                  </a:lnTo>
                  <a:lnTo>
                    <a:pt x="8" y="9"/>
                  </a:lnTo>
                  <a:lnTo>
                    <a:pt x="9" y="8"/>
                  </a:lnTo>
                  <a:lnTo>
                    <a:pt x="7" y="8"/>
                  </a:lnTo>
                  <a:lnTo>
                    <a:pt x="4" y="7"/>
                  </a:lnTo>
                  <a:lnTo>
                    <a:pt x="4" y="5"/>
                  </a:lnTo>
                  <a:lnTo>
                    <a:pt x="9" y="5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7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6" name="Freeform 455"/>
            <p:cNvSpPr>
              <a:spLocks/>
            </p:cNvSpPr>
            <p:nvPr/>
          </p:nvSpPr>
          <p:spPr bwMode="auto">
            <a:xfrm>
              <a:off x="5283092" y="3962125"/>
              <a:ext cx="91359" cy="55830"/>
            </a:xfrm>
            <a:custGeom>
              <a:avLst/>
              <a:gdLst>
                <a:gd name="T0" fmla="*/ 21 w 36"/>
                <a:gd name="T1" fmla="*/ 0 h 22"/>
                <a:gd name="T2" fmla="*/ 31 w 36"/>
                <a:gd name="T3" fmla="*/ 0 h 22"/>
                <a:gd name="T4" fmla="*/ 35 w 36"/>
                <a:gd name="T5" fmla="*/ 1 h 22"/>
                <a:gd name="T6" fmla="*/ 35 w 36"/>
                <a:gd name="T7" fmla="*/ 5 h 22"/>
                <a:gd name="T8" fmla="*/ 35 w 36"/>
                <a:gd name="T9" fmla="*/ 6 h 22"/>
                <a:gd name="T10" fmla="*/ 35 w 36"/>
                <a:gd name="T11" fmla="*/ 10 h 22"/>
                <a:gd name="T12" fmla="*/ 36 w 36"/>
                <a:gd name="T13" fmla="*/ 12 h 22"/>
                <a:gd name="T14" fmla="*/ 35 w 36"/>
                <a:gd name="T15" fmla="*/ 14 h 22"/>
                <a:gd name="T16" fmla="*/ 34 w 36"/>
                <a:gd name="T17" fmla="*/ 15 h 22"/>
                <a:gd name="T18" fmla="*/ 30 w 36"/>
                <a:gd name="T19" fmla="*/ 15 h 22"/>
                <a:gd name="T20" fmla="*/ 26 w 36"/>
                <a:gd name="T21" fmla="*/ 18 h 22"/>
                <a:gd name="T22" fmla="*/ 25 w 36"/>
                <a:gd name="T23" fmla="*/ 18 h 22"/>
                <a:gd name="T24" fmla="*/ 23 w 36"/>
                <a:gd name="T25" fmla="*/ 21 h 22"/>
                <a:gd name="T26" fmla="*/ 19 w 36"/>
                <a:gd name="T27" fmla="*/ 22 h 22"/>
                <a:gd name="T28" fmla="*/ 19 w 36"/>
                <a:gd name="T29" fmla="*/ 21 h 22"/>
                <a:gd name="T30" fmla="*/ 19 w 36"/>
                <a:gd name="T31" fmla="*/ 19 h 22"/>
                <a:gd name="T32" fmla="*/ 14 w 36"/>
                <a:gd name="T33" fmla="*/ 19 h 22"/>
                <a:gd name="T34" fmla="*/ 17 w 36"/>
                <a:gd name="T35" fmla="*/ 17 h 22"/>
                <a:gd name="T36" fmla="*/ 15 w 36"/>
                <a:gd name="T37" fmla="*/ 17 h 22"/>
                <a:gd name="T38" fmla="*/ 17 w 36"/>
                <a:gd name="T39" fmla="*/ 15 h 22"/>
                <a:gd name="T40" fmla="*/ 15 w 36"/>
                <a:gd name="T41" fmla="*/ 14 h 22"/>
                <a:gd name="T42" fmla="*/ 14 w 36"/>
                <a:gd name="T43" fmla="*/ 14 h 22"/>
                <a:gd name="T44" fmla="*/ 13 w 36"/>
                <a:gd name="T45" fmla="*/ 13 h 22"/>
                <a:gd name="T46" fmla="*/ 19 w 36"/>
                <a:gd name="T47" fmla="*/ 13 h 22"/>
                <a:gd name="T48" fmla="*/ 19 w 36"/>
                <a:gd name="T49" fmla="*/ 13 h 22"/>
                <a:gd name="T50" fmla="*/ 17 w 36"/>
                <a:gd name="T51" fmla="*/ 10 h 22"/>
                <a:gd name="T52" fmla="*/ 14 w 36"/>
                <a:gd name="T53" fmla="*/ 12 h 22"/>
                <a:gd name="T54" fmla="*/ 10 w 36"/>
                <a:gd name="T55" fmla="*/ 13 h 22"/>
                <a:gd name="T56" fmla="*/ 9 w 36"/>
                <a:gd name="T57" fmla="*/ 12 h 22"/>
                <a:gd name="T58" fmla="*/ 9 w 36"/>
                <a:gd name="T59" fmla="*/ 12 h 22"/>
                <a:gd name="T60" fmla="*/ 6 w 36"/>
                <a:gd name="T61" fmla="*/ 10 h 22"/>
                <a:gd name="T62" fmla="*/ 4 w 36"/>
                <a:gd name="T63" fmla="*/ 9 h 22"/>
                <a:gd name="T64" fmla="*/ 6 w 36"/>
                <a:gd name="T65" fmla="*/ 8 h 22"/>
                <a:gd name="T66" fmla="*/ 5 w 36"/>
                <a:gd name="T67" fmla="*/ 6 h 22"/>
                <a:gd name="T68" fmla="*/ 1 w 36"/>
                <a:gd name="T69" fmla="*/ 6 h 22"/>
                <a:gd name="T70" fmla="*/ 0 w 36"/>
                <a:gd name="T71" fmla="*/ 5 h 22"/>
                <a:gd name="T72" fmla="*/ 0 w 36"/>
                <a:gd name="T73" fmla="*/ 5 h 22"/>
                <a:gd name="T74" fmla="*/ 2 w 36"/>
                <a:gd name="T75" fmla="*/ 6 h 22"/>
                <a:gd name="T76" fmla="*/ 6 w 36"/>
                <a:gd name="T77" fmla="*/ 4 h 22"/>
                <a:gd name="T78" fmla="*/ 14 w 36"/>
                <a:gd name="T79" fmla="*/ 5 h 22"/>
                <a:gd name="T80" fmla="*/ 17 w 36"/>
                <a:gd name="T81" fmla="*/ 1 h 22"/>
                <a:gd name="T82" fmla="*/ 21 w 36"/>
                <a:gd name="T8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" h="22">
                  <a:moveTo>
                    <a:pt x="21" y="0"/>
                  </a:moveTo>
                  <a:lnTo>
                    <a:pt x="31" y="0"/>
                  </a:lnTo>
                  <a:lnTo>
                    <a:pt x="35" y="1"/>
                  </a:lnTo>
                  <a:lnTo>
                    <a:pt x="35" y="5"/>
                  </a:lnTo>
                  <a:lnTo>
                    <a:pt x="35" y="6"/>
                  </a:lnTo>
                  <a:lnTo>
                    <a:pt x="35" y="10"/>
                  </a:lnTo>
                  <a:lnTo>
                    <a:pt x="36" y="12"/>
                  </a:lnTo>
                  <a:lnTo>
                    <a:pt x="35" y="14"/>
                  </a:lnTo>
                  <a:lnTo>
                    <a:pt x="34" y="15"/>
                  </a:lnTo>
                  <a:lnTo>
                    <a:pt x="30" y="15"/>
                  </a:lnTo>
                  <a:lnTo>
                    <a:pt x="26" y="18"/>
                  </a:lnTo>
                  <a:lnTo>
                    <a:pt x="25" y="18"/>
                  </a:lnTo>
                  <a:lnTo>
                    <a:pt x="23" y="21"/>
                  </a:lnTo>
                  <a:lnTo>
                    <a:pt x="19" y="22"/>
                  </a:lnTo>
                  <a:lnTo>
                    <a:pt x="19" y="21"/>
                  </a:lnTo>
                  <a:lnTo>
                    <a:pt x="19" y="19"/>
                  </a:lnTo>
                  <a:lnTo>
                    <a:pt x="14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7" y="15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3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7" y="10"/>
                  </a:lnTo>
                  <a:lnTo>
                    <a:pt x="14" y="12"/>
                  </a:lnTo>
                  <a:lnTo>
                    <a:pt x="10" y="13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6" y="10"/>
                  </a:lnTo>
                  <a:lnTo>
                    <a:pt x="4" y="9"/>
                  </a:lnTo>
                  <a:lnTo>
                    <a:pt x="6" y="8"/>
                  </a:lnTo>
                  <a:lnTo>
                    <a:pt x="5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6"/>
                  </a:lnTo>
                  <a:lnTo>
                    <a:pt x="6" y="4"/>
                  </a:lnTo>
                  <a:lnTo>
                    <a:pt x="14" y="5"/>
                  </a:lnTo>
                  <a:lnTo>
                    <a:pt x="17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7" name="Freeform 456"/>
            <p:cNvSpPr>
              <a:spLocks/>
            </p:cNvSpPr>
            <p:nvPr/>
          </p:nvSpPr>
          <p:spPr bwMode="auto">
            <a:xfrm>
              <a:off x="5341461" y="3962125"/>
              <a:ext cx="210634" cy="210634"/>
            </a:xfrm>
            <a:custGeom>
              <a:avLst/>
              <a:gdLst>
                <a:gd name="T0" fmla="*/ 21 w 83"/>
                <a:gd name="T1" fmla="*/ 0 h 83"/>
                <a:gd name="T2" fmla="*/ 28 w 83"/>
                <a:gd name="T3" fmla="*/ 5 h 83"/>
                <a:gd name="T4" fmla="*/ 36 w 83"/>
                <a:gd name="T5" fmla="*/ 6 h 83"/>
                <a:gd name="T6" fmla="*/ 40 w 83"/>
                <a:gd name="T7" fmla="*/ 5 h 83"/>
                <a:gd name="T8" fmla="*/ 44 w 83"/>
                <a:gd name="T9" fmla="*/ 6 h 83"/>
                <a:gd name="T10" fmla="*/ 45 w 83"/>
                <a:gd name="T11" fmla="*/ 9 h 83"/>
                <a:gd name="T12" fmla="*/ 49 w 83"/>
                <a:gd name="T13" fmla="*/ 9 h 83"/>
                <a:gd name="T14" fmla="*/ 54 w 83"/>
                <a:gd name="T15" fmla="*/ 10 h 83"/>
                <a:gd name="T16" fmla="*/ 58 w 83"/>
                <a:gd name="T17" fmla="*/ 9 h 83"/>
                <a:gd name="T18" fmla="*/ 63 w 83"/>
                <a:gd name="T19" fmla="*/ 5 h 83"/>
                <a:gd name="T20" fmla="*/ 67 w 83"/>
                <a:gd name="T21" fmla="*/ 5 h 83"/>
                <a:gd name="T22" fmla="*/ 70 w 83"/>
                <a:gd name="T23" fmla="*/ 6 h 83"/>
                <a:gd name="T24" fmla="*/ 74 w 83"/>
                <a:gd name="T25" fmla="*/ 10 h 83"/>
                <a:gd name="T26" fmla="*/ 74 w 83"/>
                <a:gd name="T27" fmla="*/ 14 h 83"/>
                <a:gd name="T28" fmla="*/ 77 w 83"/>
                <a:gd name="T29" fmla="*/ 17 h 83"/>
                <a:gd name="T30" fmla="*/ 74 w 83"/>
                <a:gd name="T31" fmla="*/ 23 h 83"/>
                <a:gd name="T32" fmla="*/ 77 w 83"/>
                <a:gd name="T33" fmla="*/ 21 h 83"/>
                <a:gd name="T34" fmla="*/ 78 w 83"/>
                <a:gd name="T35" fmla="*/ 23 h 83"/>
                <a:gd name="T36" fmla="*/ 79 w 83"/>
                <a:gd name="T37" fmla="*/ 26 h 83"/>
                <a:gd name="T38" fmla="*/ 83 w 83"/>
                <a:gd name="T39" fmla="*/ 27 h 83"/>
                <a:gd name="T40" fmla="*/ 83 w 83"/>
                <a:gd name="T41" fmla="*/ 30 h 83"/>
                <a:gd name="T42" fmla="*/ 78 w 83"/>
                <a:gd name="T43" fmla="*/ 33 h 83"/>
                <a:gd name="T44" fmla="*/ 79 w 83"/>
                <a:gd name="T45" fmla="*/ 39 h 83"/>
                <a:gd name="T46" fmla="*/ 79 w 83"/>
                <a:gd name="T47" fmla="*/ 46 h 83"/>
                <a:gd name="T48" fmla="*/ 82 w 83"/>
                <a:gd name="T49" fmla="*/ 48 h 83"/>
                <a:gd name="T50" fmla="*/ 81 w 83"/>
                <a:gd name="T51" fmla="*/ 50 h 83"/>
                <a:gd name="T52" fmla="*/ 78 w 83"/>
                <a:gd name="T53" fmla="*/ 52 h 83"/>
                <a:gd name="T54" fmla="*/ 82 w 83"/>
                <a:gd name="T55" fmla="*/ 56 h 83"/>
                <a:gd name="T56" fmla="*/ 78 w 83"/>
                <a:gd name="T57" fmla="*/ 65 h 83"/>
                <a:gd name="T58" fmla="*/ 75 w 83"/>
                <a:gd name="T59" fmla="*/ 68 h 83"/>
                <a:gd name="T60" fmla="*/ 74 w 83"/>
                <a:gd name="T61" fmla="*/ 75 h 83"/>
                <a:gd name="T62" fmla="*/ 73 w 83"/>
                <a:gd name="T63" fmla="*/ 77 h 83"/>
                <a:gd name="T64" fmla="*/ 50 w 83"/>
                <a:gd name="T65" fmla="*/ 80 h 83"/>
                <a:gd name="T66" fmla="*/ 45 w 83"/>
                <a:gd name="T67" fmla="*/ 76 h 83"/>
                <a:gd name="T68" fmla="*/ 45 w 83"/>
                <a:gd name="T69" fmla="*/ 73 h 83"/>
                <a:gd name="T70" fmla="*/ 49 w 83"/>
                <a:gd name="T71" fmla="*/ 69 h 83"/>
                <a:gd name="T72" fmla="*/ 50 w 83"/>
                <a:gd name="T73" fmla="*/ 52 h 83"/>
                <a:gd name="T74" fmla="*/ 49 w 83"/>
                <a:gd name="T75" fmla="*/ 50 h 83"/>
                <a:gd name="T76" fmla="*/ 50 w 83"/>
                <a:gd name="T77" fmla="*/ 47 h 83"/>
                <a:gd name="T78" fmla="*/ 49 w 83"/>
                <a:gd name="T79" fmla="*/ 43 h 83"/>
                <a:gd name="T80" fmla="*/ 45 w 83"/>
                <a:gd name="T81" fmla="*/ 35 h 83"/>
                <a:gd name="T82" fmla="*/ 33 w 83"/>
                <a:gd name="T83" fmla="*/ 33 h 83"/>
                <a:gd name="T84" fmla="*/ 28 w 83"/>
                <a:gd name="T85" fmla="*/ 35 h 83"/>
                <a:gd name="T86" fmla="*/ 25 w 83"/>
                <a:gd name="T87" fmla="*/ 40 h 83"/>
                <a:gd name="T88" fmla="*/ 20 w 83"/>
                <a:gd name="T89" fmla="*/ 42 h 83"/>
                <a:gd name="T90" fmla="*/ 15 w 83"/>
                <a:gd name="T91" fmla="*/ 39 h 83"/>
                <a:gd name="T92" fmla="*/ 11 w 83"/>
                <a:gd name="T93" fmla="*/ 35 h 83"/>
                <a:gd name="T94" fmla="*/ 9 w 83"/>
                <a:gd name="T95" fmla="*/ 33 h 83"/>
                <a:gd name="T96" fmla="*/ 9 w 83"/>
                <a:gd name="T97" fmla="*/ 31 h 83"/>
                <a:gd name="T98" fmla="*/ 6 w 83"/>
                <a:gd name="T99" fmla="*/ 31 h 83"/>
                <a:gd name="T100" fmla="*/ 0 w 83"/>
                <a:gd name="T101" fmla="*/ 27 h 83"/>
                <a:gd name="T102" fmla="*/ 0 w 83"/>
                <a:gd name="T103" fmla="*/ 21 h 83"/>
                <a:gd name="T104" fmla="*/ 2 w 83"/>
                <a:gd name="T105" fmla="*/ 18 h 83"/>
                <a:gd name="T106" fmla="*/ 7 w 83"/>
                <a:gd name="T107" fmla="*/ 15 h 83"/>
                <a:gd name="T108" fmla="*/ 12 w 83"/>
                <a:gd name="T109" fmla="*/ 14 h 83"/>
                <a:gd name="T110" fmla="*/ 12 w 83"/>
                <a:gd name="T111" fmla="*/ 10 h 83"/>
                <a:gd name="T112" fmla="*/ 12 w 83"/>
                <a:gd name="T113" fmla="*/ 5 h 83"/>
                <a:gd name="T114" fmla="*/ 13 w 83"/>
                <a:gd name="T11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83">
                  <a:moveTo>
                    <a:pt x="13" y="0"/>
                  </a:moveTo>
                  <a:lnTo>
                    <a:pt x="21" y="0"/>
                  </a:lnTo>
                  <a:lnTo>
                    <a:pt x="27" y="2"/>
                  </a:lnTo>
                  <a:lnTo>
                    <a:pt x="28" y="5"/>
                  </a:lnTo>
                  <a:lnTo>
                    <a:pt x="32" y="4"/>
                  </a:lnTo>
                  <a:lnTo>
                    <a:pt x="36" y="6"/>
                  </a:lnTo>
                  <a:lnTo>
                    <a:pt x="37" y="5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4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8" y="8"/>
                  </a:lnTo>
                  <a:lnTo>
                    <a:pt x="49" y="9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7" y="9"/>
                  </a:lnTo>
                  <a:lnTo>
                    <a:pt x="58" y="9"/>
                  </a:lnTo>
                  <a:lnTo>
                    <a:pt x="61" y="5"/>
                  </a:lnTo>
                  <a:lnTo>
                    <a:pt x="63" y="5"/>
                  </a:lnTo>
                  <a:lnTo>
                    <a:pt x="66" y="6"/>
                  </a:lnTo>
                  <a:lnTo>
                    <a:pt x="67" y="5"/>
                  </a:lnTo>
                  <a:lnTo>
                    <a:pt x="70" y="5"/>
                  </a:lnTo>
                  <a:lnTo>
                    <a:pt x="70" y="6"/>
                  </a:lnTo>
                  <a:lnTo>
                    <a:pt x="73" y="8"/>
                  </a:lnTo>
                  <a:lnTo>
                    <a:pt x="74" y="10"/>
                  </a:lnTo>
                  <a:lnTo>
                    <a:pt x="73" y="14"/>
                  </a:lnTo>
                  <a:lnTo>
                    <a:pt x="74" y="14"/>
                  </a:lnTo>
                  <a:lnTo>
                    <a:pt x="77" y="15"/>
                  </a:lnTo>
                  <a:lnTo>
                    <a:pt x="77" y="17"/>
                  </a:lnTo>
                  <a:lnTo>
                    <a:pt x="75" y="19"/>
                  </a:lnTo>
                  <a:lnTo>
                    <a:pt x="74" y="23"/>
                  </a:lnTo>
                  <a:lnTo>
                    <a:pt x="75" y="22"/>
                  </a:lnTo>
                  <a:lnTo>
                    <a:pt x="77" y="21"/>
                  </a:lnTo>
                  <a:lnTo>
                    <a:pt x="78" y="21"/>
                  </a:lnTo>
                  <a:lnTo>
                    <a:pt x="78" y="23"/>
                  </a:lnTo>
                  <a:lnTo>
                    <a:pt x="79" y="25"/>
                  </a:lnTo>
                  <a:lnTo>
                    <a:pt x="79" y="26"/>
                  </a:lnTo>
                  <a:lnTo>
                    <a:pt x="82" y="26"/>
                  </a:lnTo>
                  <a:lnTo>
                    <a:pt x="83" y="27"/>
                  </a:lnTo>
                  <a:lnTo>
                    <a:pt x="83" y="29"/>
                  </a:lnTo>
                  <a:lnTo>
                    <a:pt x="83" y="30"/>
                  </a:lnTo>
                  <a:lnTo>
                    <a:pt x="78" y="31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9"/>
                  </a:lnTo>
                  <a:lnTo>
                    <a:pt x="79" y="42"/>
                  </a:lnTo>
                  <a:lnTo>
                    <a:pt x="79" y="46"/>
                  </a:lnTo>
                  <a:lnTo>
                    <a:pt x="81" y="46"/>
                  </a:lnTo>
                  <a:lnTo>
                    <a:pt x="82" y="48"/>
                  </a:lnTo>
                  <a:lnTo>
                    <a:pt x="82" y="51"/>
                  </a:lnTo>
                  <a:lnTo>
                    <a:pt x="81" y="50"/>
                  </a:lnTo>
                  <a:lnTo>
                    <a:pt x="78" y="51"/>
                  </a:lnTo>
                  <a:lnTo>
                    <a:pt x="78" y="52"/>
                  </a:lnTo>
                  <a:lnTo>
                    <a:pt x="81" y="55"/>
                  </a:lnTo>
                  <a:lnTo>
                    <a:pt x="82" y="56"/>
                  </a:lnTo>
                  <a:lnTo>
                    <a:pt x="81" y="59"/>
                  </a:lnTo>
                  <a:lnTo>
                    <a:pt x="78" y="65"/>
                  </a:lnTo>
                  <a:lnTo>
                    <a:pt x="77" y="67"/>
                  </a:lnTo>
                  <a:lnTo>
                    <a:pt x="75" y="68"/>
                  </a:lnTo>
                  <a:lnTo>
                    <a:pt x="77" y="69"/>
                  </a:lnTo>
                  <a:lnTo>
                    <a:pt x="74" y="75"/>
                  </a:lnTo>
                  <a:lnTo>
                    <a:pt x="73" y="76"/>
                  </a:lnTo>
                  <a:lnTo>
                    <a:pt x="73" y="77"/>
                  </a:lnTo>
                  <a:lnTo>
                    <a:pt x="54" y="83"/>
                  </a:lnTo>
                  <a:lnTo>
                    <a:pt x="50" y="80"/>
                  </a:lnTo>
                  <a:lnTo>
                    <a:pt x="49" y="80"/>
                  </a:lnTo>
                  <a:lnTo>
                    <a:pt x="45" y="76"/>
                  </a:lnTo>
                  <a:lnTo>
                    <a:pt x="44" y="75"/>
                  </a:lnTo>
                  <a:lnTo>
                    <a:pt x="45" y="73"/>
                  </a:lnTo>
                  <a:lnTo>
                    <a:pt x="44" y="73"/>
                  </a:lnTo>
                  <a:lnTo>
                    <a:pt x="49" y="69"/>
                  </a:lnTo>
                  <a:lnTo>
                    <a:pt x="50" y="54"/>
                  </a:lnTo>
                  <a:lnTo>
                    <a:pt x="50" y="52"/>
                  </a:lnTo>
                  <a:lnTo>
                    <a:pt x="49" y="51"/>
                  </a:lnTo>
                  <a:lnTo>
                    <a:pt x="49" y="50"/>
                  </a:lnTo>
                  <a:lnTo>
                    <a:pt x="50" y="48"/>
                  </a:lnTo>
                  <a:lnTo>
                    <a:pt x="50" y="47"/>
                  </a:lnTo>
                  <a:lnTo>
                    <a:pt x="49" y="44"/>
                  </a:lnTo>
                  <a:lnTo>
                    <a:pt x="49" y="43"/>
                  </a:lnTo>
                  <a:lnTo>
                    <a:pt x="46" y="38"/>
                  </a:lnTo>
                  <a:lnTo>
                    <a:pt x="45" y="35"/>
                  </a:lnTo>
                  <a:lnTo>
                    <a:pt x="44" y="33"/>
                  </a:lnTo>
                  <a:lnTo>
                    <a:pt x="33" y="33"/>
                  </a:lnTo>
                  <a:lnTo>
                    <a:pt x="31" y="34"/>
                  </a:lnTo>
                  <a:lnTo>
                    <a:pt x="28" y="35"/>
                  </a:lnTo>
                  <a:lnTo>
                    <a:pt x="25" y="39"/>
                  </a:lnTo>
                  <a:lnTo>
                    <a:pt x="25" y="40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7" y="40"/>
                  </a:lnTo>
                  <a:lnTo>
                    <a:pt x="15" y="39"/>
                  </a:lnTo>
                  <a:lnTo>
                    <a:pt x="13" y="35"/>
                  </a:lnTo>
                  <a:lnTo>
                    <a:pt x="11" y="35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6" y="31"/>
                  </a:lnTo>
                  <a:lnTo>
                    <a:pt x="3" y="31"/>
                  </a:lnTo>
                  <a:lnTo>
                    <a:pt x="0" y="27"/>
                  </a:lnTo>
                  <a:lnTo>
                    <a:pt x="2" y="23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7" y="15"/>
                  </a:lnTo>
                  <a:lnTo>
                    <a:pt x="11" y="15"/>
                  </a:lnTo>
                  <a:lnTo>
                    <a:pt x="12" y="14"/>
                  </a:lnTo>
                  <a:lnTo>
                    <a:pt x="13" y="12"/>
                  </a:lnTo>
                  <a:lnTo>
                    <a:pt x="12" y="10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2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8" name="Freeform 457"/>
            <p:cNvSpPr>
              <a:spLocks noEditPoints="1"/>
            </p:cNvSpPr>
            <p:nvPr/>
          </p:nvSpPr>
          <p:spPr bwMode="auto">
            <a:xfrm>
              <a:off x="5389678" y="4045872"/>
              <a:ext cx="78671" cy="101510"/>
            </a:xfrm>
            <a:custGeom>
              <a:avLst/>
              <a:gdLst>
                <a:gd name="T0" fmla="*/ 5 w 31"/>
                <a:gd name="T1" fmla="*/ 31 h 40"/>
                <a:gd name="T2" fmla="*/ 6 w 31"/>
                <a:gd name="T3" fmla="*/ 31 h 40"/>
                <a:gd name="T4" fmla="*/ 8 w 31"/>
                <a:gd name="T5" fmla="*/ 32 h 40"/>
                <a:gd name="T6" fmla="*/ 8 w 31"/>
                <a:gd name="T7" fmla="*/ 34 h 40"/>
                <a:gd name="T8" fmla="*/ 8 w 31"/>
                <a:gd name="T9" fmla="*/ 34 h 40"/>
                <a:gd name="T10" fmla="*/ 5 w 31"/>
                <a:gd name="T11" fmla="*/ 32 h 40"/>
                <a:gd name="T12" fmla="*/ 5 w 31"/>
                <a:gd name="T13" fmla="*/ 31 h 40"/>
                <a:gd name="T14" fmla="*/ 5 w 31"/>
                <a:gd name="T15" fmla="*/ 31 h 40"/>
                <a:gd name="T16" fmla="*/ 14 w 31"/>
                <a:gd name="T17" fmla="*/ 0 h 40"/>
                <a:gd name="T18" fmla="*/ 25 w 31"/>
                <a:gd name="T19" fmla="*/ 0 h 40"/>
                <a:gd name="T20" fmla="*/ 26 w 31"/>
                <a:gd name="T21" fmla="*/ 2 h 40"/>
                <a:gd name="T22" fmla="*/ 27 w 31"/>
                <a:gd name="T23" fmla="*/ 5 h 40"/>
                <a:gd name="T24" fmla="*/ 30 w 31"/>
                <a:gd name="T25" fmla="*/ 10 h 40"/>
                <a:gd name="T26" fmla="*/ 30 w 31"/>
                <a:gd name="T27" fmla="*/ 11 h 40"/>
                <a:gd name="T28" fmla="*/ 31 w 31"/>
                <a:gd name="T29" fmla="*/ 14 h 40"/>
                <a:gd name="T30" fmla="*/ 31 w 31"/>
                <a:gd name="T31" fmla="*/ 15 h 40"/>
                <a:gd name="T32" fmla="*/ 30 w 31"/>
                <a:gd name="T33" fmla="*/ 17 h 40"/>
                <a:gd name="T34" fmla="*/ 30 w 31"/>
                <a:gd name="T35" fmla="*/ 18 h 40"/>
                <a:gd name="T36" fmla="*/ 31 w 31"/>
                <a:gd name="T37" fmla="*/ 19 h 40"/>
                <a:gd name="T38" fmla="*/ 31 w 31"/>
                <a:gd name="T39" fmla="*/ 21 h 40"/>
                <a:gd name="T40" fmla="*/ 30 w 31"/>
                <a:gd name="T41" fmla="*/ 36 h 40"/>
                <a:gd name="T42" fmla="*/ 25 w 31"/>
                <a:gd name="T43" fmla="*/ 40 h 40"/>
                <a:gd name="T44" fmla="*/ 23 w 31"/>
                <a:gd name="T45" fmla="*/ 39 h 40"/>
                <a:gd name="T46" fmla="*/ 19 w 31"/>
                <a:gd name="T47" fmla="*/ 39 h 40"/>
                <a:gd name="T48" fmla="*/ 13 w 31"/>
                <a:gd name="T49" fmla="*/ 36 h 40"/>
                <a:gd name="T50" fmla="*/ 10 w 31"/>
                <a:gd name="T51" fmla="*/ 35 h 40"/>
                <a:gd name="T52" fmla="*/ 10 w 31"/>
                <a:gd name="T53" fmla="*/ 34 h 40"/>
                <a:gd name="T54" fmla="*/ 9 w 31"/>
                <a:gd name="T55" fmla="*/ 32 h 40"/>
                <a:gd name="T56" fmla="*/ 8 w 31"/>
                <a:gd name="T57" fmla="*/ 30 h 40"/>
                <a:gd name="T58" fmla="*/ 9 w 31"/>
                <a:gd name="T59" fmla="*/ 29 h 40"/>
                <a:gd name="T60" fmla="*/ 9 w 31"/>
                <a:gd name="T61" fmla="*/ 29 h 40"/>
                <a:gd name="T62" fmla="*/ 6 w 31"/>
                <a:gd name="T63" fmla="*/ 29 h 40"/>
                <a:gd name="T64" fmla="*/ 4 w 31"/>
                <a:gd name="T65" fmla="*/ 26 h 40"/>
                <a:gd name="T66" fmla="*/ 4 w 31"/>
                <a:gd name="T67" fmla="*/ 23 h 40"/>
                <a:gd name="T68" fmla="*/ 2 w 31"/>
                <a:gd name="T69" fmla="*/ 19 h 40"/>
                <a:gd name="T70" fmla="*/ 0 w 31"/>
                <a:gd name="T71" fmla="*/ 19 h 40"/>
                <a:gd name="T72" fmla="*/ 0 w 31"/>
                <a:gd name="T73" fmla="*/ 17 h 40"/>
                <a:gd name="T74" fmla="*/ 1 w 31"/>
                <a:gd name="T75" fmla="*/ 14 h 40"/>
                <a:gd name="T76" fmla="*/ 0 w 31"/>
                <a:gd name="T77" fmla="*/ 13 h 40"/>
                <a:gd name="T78" fmla="*/ 0 w 31"/>
                <a:gd name="T79" fmla="*/ 11 h 40"/>
                <a:gd name="T80" fmla="*/ 1 w 31"/>
                <a:gd name="T81" fmla="*/ 9 h 40"/>
                <a:gd name="T82" fmla="*/ 1 w 31"/>
                <a:gd name="T83" fmla="*/ 9 h 40"/>
                <a:gd name="T84" fmla="*/ 2 w 31"/>
                <a:gd name="T85" fmla="*/ 9 h 40"/>
                <a:gd name="T86" fmla="*/ 6 w 31"/>
                <a:gd name="T87" fmla="*/ 7 h 40"/>
                <a:gd name="T88" fmla="*/ 6 w 31"/>
                <a:gd name="T89" fmla="*/ 6 h 40"/>
                <a:gd name="T90" fmla="*/ 9 w 31"/>
                <a:gd name="T91" fmla="*/ 2 h 40"/>
                <a:gd name="T92" fmla="*/ 12 w 31"/>
                <a:gd name="T93" fmla="*/ 1 h 40"/>
                <a:gd name="T94" fmla="*/ 14 w 31"/>
                <a:gd name="T9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" h="40">
                  <a:moveTo>
                    <a:pt x="5" y="31"/>
                  </a:moveTo>
                  <a:lnTo>
                    <a:pt x="6" y="31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5" y="32"/>
                  </a:lnTo>
                  <a:lnTo>
                    <a:pt x="5" y="31"/>
                  </a:lnTo>
                  <a:lnTo>
                    <a:pt x="5" y="31"/>
                  </a:lnTo>
                  <a:close/>
                  <a:moveTo>
                    <a:pt x="14" y="0"/>
                  </a:moveTo>
                  <a:lnTo>
                    <a:pt x="25" y="0"/>
                  </a:lnTo>
                  <a:lnTo>
                    <a:pt x="26" y="2"/>
                  </a:lnTo>
                  <a:lnTo>
                    <a:pt x="27" y="5"/>
                  </a:lnTo>
                  <a:lnTo>
                    <a:pt x="30" y="10"/>
                  </a:lnTo>
                  <a:lnTo>
                    <a:pt x="30" y="11"/>
                  </a:lnTo>
                  <a:lnTo>
                    <a:pt x="31" y="14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30" y="18"/>
                  </a:lnTo>
                  <a:lnTo>
                    <a:pt x="31" y="19"/>
                  </a:lnTo>
                  <a:lnTo>
                    <a:pt x="31" y="21"/>
                  </a:lnTo>
                  <a:lnTo>
                    <a:pt x="30" y="36"/>
                  </a:lnTo>
                  <a:lnTo>
                    <a:pt x="25" y="40"/>
                  </a:lnTo>
                  <a:lnTo>
                    <a:pt x="23" y="39"/>
                  </a:lnTo>
                  <a:lnTo>
                    <a:pt x="19" y="39"/>
                  </a:lnTo>
                  <a:lnTo>
                    <a:pt x="13" y="36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9" y="32"/>
                  </a:lnTo>
                  <a:lnTo>
                    <a:pt x="8" y="30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6" y="29"/>
                  </a:lnTo>
                  <a:lnTo>
                    <a:pt x="4" y="26"/>
                  </a:lnTo>
                  <a:lnTo>
                    <a:pt x="4" y="23"/>
                  </a:lnTo>
                  <a:lnTo>
                    <a:pt x="2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2" y="9"/>
                  </a:lnTo>
                  <a:lnTo>
                    <a:pt x="6" y="7"/>
                  </a:lnTo>
                  <a:lnTo>
                    <a:pt x="6" y="6"/>
                  </a:lnTo>
                  <a:lnTo>
                    <a:pt x="9" y="2"/>
                  </a:lnTo>
                  <a:lnTo>
                    <a:pt x="12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9" name="Freeform 458"/>
            <p:cNvSpPr>
              <a:spLocks/>
            </p:cNvSpPr>
            <p:nvPr/>
          </p:nvSpPr>
          <p:spPr bwMode="auto">
            <a:xfrm>
              <a:off x="5442971" y="4091551"/>
              <a:ext cx="119275" cy="129426"/>
            </a:xfrm>
            <a:custGeom>
              <a:avLst/>
              <a:gdLst>
                <a:gd name="T0" fmla="*/ 20 w 47"/>
                <a:gd name="T1" fmla="*/ 0 h 51"/>
                <a:gd name="T2" fmla="*/ 21 w 47"/>
                <a:gd name="T3" fmla="*/ 0 h 51"/>
                <a:gd name="T4" fmla="*/ 22 w 47"/>
                <a:gd name="T5" fmla="*/ 4 h 51"/>
                <a:gd name="T6" fmla="*/ 25 w 47"/>
                <a:gd name="T7" fmla="*/ 4 h 51"/>
                <a:gd name="T8" fmla="*/ 25 w 47"/>
                <a:gd name="T9" fmla="*/ 9 h 51"/>
                <a:gd name="T10" fmla="*/ 25 w 47"/>
                <a:gd name="T11" fmla="*/ 12 h 51"/>
                <a:gd name="T12" fmla="*/ 27 w 47"/>
                <a:gd name="T13" fmla="*/ 16 h 51"/>
                <a:gd name="T14" fmla="*/ 29 w 47"/>
                <a:gd name="T15" fmla="*/ 14 h 51"/>
                <a:gd name="T16" fmla="*/ 33 w 47"/>
                <a:gd name="T17" fmla="*/ 12 h 51"/>
                <a:gd name="T18" fmla="*/ 34 w 47"/>
                <a:gd name="T19" fmla="*/ 13 h 51"/>
                <a:gd name="T20" fmla="*/ 35 w 47"/>
                <a:gd name="T21" fmla="*/ 14 h 51"/>
                <a:gd name="T22" fmla="*/ 35 w 47"/>
                <a:gd name="T23" fmla="*/ 16 h 51"/>
                <a:gd name="T24" fmla="*/ 35 w 47"/>
                <a:gd name="T25" fmla="*/ 17 h 51"/>
                <a:gd name="T26" fmla="*/ 37 w 47"/>
                <a:gd name="T27" fmla="*/ 18 h 51"/>
                <a:gd name="T28" fmla="*/ 34 w 47"/>
                <a:gd name="T29" fmla="*/ 24 h 51"/>
                <a:gd name="T30" fmla="*/ 33 w 47"/>
                <a:gd name="T31" fmla="*/ 25 h 51"/>
                <a:gd name="T32" fmla="*/ 33 w 47"/>
                <a:gd name="T33" fmla="*/ 28 h 51"/>
                <a:gd name="T34" fmla="*/ 35 w 47"/>
                <a:gd name="T35" fmla="*/ 28 h 51"/>
                <a:gd name="T36" fmla="*/ 37 w 47"/>
                <a:gd name="T37" fmla="*/ 28 h 51"/>
                <a:gd name="T38" fmla="*/ 38 w 47"/>
                <a:gd name="T39" fmla="*/ 28 h 51"/>
                <a:gd name="T40" fmla="*/ 39 w 47"/>
                <a:gd name="T41" fmla="*/ 29 h 51"/>
                <a:gd name="T42" fmla="*/ 41 w 47"/>
                <a:gd name="T43" fmla="*/ 29 h 51"/>
                <a:gd name="T44" fmla="*/ 42 w 47"/>
                <a:gd name="T45" fmla="*/ 29 h 51"/>
                <a:gd name="T46" fmla="*/ 43 w 47"/>
                <a:gd name="T47" fmla="*/ 32 h 51"/>
                <a:gd name="T48" fmla="*/ 45 w 47"/>
                <a:gd name="T49" fmla="*/ 33 h 51"/>
                <a:gd name="T50" fmla="*/ 47 w 47"/>
                <a:gd name="T51" fmla="*/ 33 h 51"/>
                <a:gd name="T52" fmla="*/ 47 w 47"/>
                <a:gd name="T53" fmla="*/ 36 h 51"/>
                <a:gd name="T54" fmla="*/ 46 w 47"/>
                <a:gd name="T55" fmla="*/ 37 h 51"/>
                <a:gd name="T56" fmla="*/ 46 w 47"/>
                <a:gd name="T57" fmla="*/ 38 h 51"/>
                <a:gd name="T58" fmla="*/ 46 w 47"/>
                <a:gd name="T59" fmla="*/ 39 h 51"/>
                <a:gd name="T60" fmla="*/ 45 w 47"/>
                <a:gd name="T61" fmla="*/ 42 h 51"/>
                <a:gd name="T62" fmla="*/ 46 w 47"/>
                <a:gd name="T63" fmla="*/ 43 h 51"/>
                <a:gd name="T64" fmla="*/ 45 w 47"/>
                <a:gd name="T65" fmla="*/ 46 h 51"/>
                <a:gd name="T66" fmla="*/ 46 w 47"/>
                <a:gd name="T67" fmla="*/ 49 h 51"/>
                <a:gd name="T68" fmla="*/ 46 w 47"/>
                <a:gd name="T69" fmla="*/ 51 h 51"/>
                <a:gd name="T70" fmla="*/ 34 w 47"/>
                <a:gd name="T71" fmla="*/ 47 h 51"/>
                <a:gd name="T72" fmla="*/ 25 w 47"/>
                <a:gd name="T73" fmla="*/ 39 h 51"/>
                <a:gd name="T74" fmla="*/ 22 w 47"/>
                <a:gd name="T75" fmla="*/ 39 h 51"/>
                <a:gd name="T76" fmla="*/ 16 w 47"/>
                <a:gd name="T77" fmla="*/ 33 h 51"/>
                <a:gd name="T78" fmla="*/ 10 w 47"/>
                <a:gd name="T79" fmla="*/ 29 h 51"/>
                <a:gd name="T80" fmla="*/ 9 w 47"/>
                <a:gd name="T81" fmla="*/ 29 h 51"/>
                <a:gd name="T82" fmla="*/ 5 w 47"/>
                <a:gd name="T83" fmla="*/ 25 h 51"/>
                <a:gd name="T84" fmla="*/ 4 w 47"/>
                <a:gd name="T85" fmla="*/ 24 h 51"/>
                <a:gd name="T86" fmla="*/ 5 w 47"/>
                <a:gd name="T87" fmla="*/ 22 h 51"/>
                <a:gd name="T88" fmla="*/ 2 w 47"/>
                <a:gd name="T89" fmla="*/ 21 h 51"/>
                <a:gd name="T90" fmla="*/ 0 w 47"/>
                <a:gd name="T91" fmla="*/ 21 h 51"/>
                <a:gd name="T92" fmla="*/ 0 w 47"/>
                <a:gd name="T93" fmla="*/ 20 h 51"/>
                <a:gd name="T94" fmla="*/ 1 w 47"/>
                <a:gd name="T95" fmla="*/ 16 h 51"/>
                <a:gd name="T96" fmla="*/ 4 w 47"/>
                <a:gd name="T97" fmla="*/ 14 h 51"/>
                <a:gd name="T98" fmla="*/ 6 w 47"/>
                <a:gd name="T99" fmla="*/ 12 h 51"/>
                <a:gd name="T100" fmla="*/ 6 w 47"/>
                <a:gd name="T101" fmla="*/ 11 h 51"/>
                <a:gd name="T102" fmla="*/ 8 w 47"/>
                <a:gd name="T103" fmla="*/ 7 h 51"/>
                <a:gd name="T104" fmla="*/ 9 w 47"/>
                <a:gd name="T105" fmla="*/ 7 h 51"/>
                <a:gd name="T106" fmla="*/ 9 w 47"/>
                <a:gd name="T107" fmla="*/ 4 h 51"/>
                <a:gd name="T108" fmla="*/ 10 w 47"/>
                <a:gd name="T109" fmla="*/ 3 h 51"/>
                <a:gd name="T110" fmla="*/ 13 w 47"/>
                <a:gd name="T111" fmla="*/ 1 h 51"/>
                <a:gd name="T112" fmla="*/ 14 w 47"/>
                <a:gd name="T113" fmla="*/ 1 h 51"/>
                <a:gd name="T114" fmla="*/ 20 w 47"/>
                <a:gd name="T11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" h="51">
                  <a:moveTo>
                    <a:pt x="20" y="0"/>
                  </a:moveTo>
                  <a:lnTo>
                    <a:pt x="21" y="0"/>
                  </a:lnTo>
                  <a:lnTo>
                    <a:pt x="22" y="4"/>
                  </a:lnTo>
                  <a:lnTo>
                    <a:pt x="25" y="4"/>
                  </a:lnTo>
                  <a:lnTo>
                    <a:pt x="25" y="9"/>
                  </a:lnTo>
                  <a:lnTo>
                    <a:pt x="25" y="12"/>
                  </a:lnTo>
                  <a:lnTo>
                    <a:pt x="27" y="16"/>
                  </a:lnTo>
                  <a:lnTo>
                    <a:pt x="29" y="14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5" y="14"/>
                  </a:lnTo>
                  <a:lnTo>
                    <a:pt x="35" y="16"/>
                  </a:lnTo>
                  <a:lnTo>
                    <a:pt x="35" y="17"/>
                  </a:lnTo>
                  <a:lnTo>
                    <a:pt x="37" y="18"/>
                  </a:lnTo>
                  <a:lnTo>
                    <a:pt x="34" y="24"/>
                  </a:lnTo>
                  <a:lnTo>
                    <a:pt x="33" y="25"/>
                  </a:lnTo>
                  <a:lnTo>
                    <a:pt x="33" y="28"/>
                  </a:lnTo>
                  <a:lnTo>
                    <a:pt x="35" y="28"/>
                  </a:lnTo>
                  <a:lnTo>
                    <a:pt x="37" y="28"/>
                  </a:lnTo>
                  <a:lnTo>
                    <a:pt x="38" y="28"/>
                  </a:lnTo>
                  <a:lnTo>
                    <a:pt x="39" y="29"/>
                  </a:lnTo>
                  <a:lnTo>
                    <a:pt x="41" y="29"/>
                  </a:lnTo>
                  <a:lnTo>
                    <a:pt x="42" y="29"/>
                  </a:lnTo>
                  <a:lnTo>
                    <a:pt x="43" y="32"/>
                  </a:lnTo>
                  <a:lnTo>
                    <a:pt x="45" y="33"/>
                  </a:lnTo>
                  <a:lnTo>
                    <a:pt x="47" y="33"/>
                  </a:lnTo>
                  <a:lnTo>
                    <a:pt x="47" y="36"/>
                  </a:lnTo>
                  <a:lnTo>
                    <a:pt x="46" y="37"/>
                  </a:lnTo>
                  <a:lnTo>
                    <a:pt x="46" y="38"/>
                  </a:lnTo>
                  <a:lnTo>
                    <a:pt x="46" y="39"/>
                  </a:lnTo>
                  <a:lnTo>
                    <a:pt x="45" y="42"/>
                  </a:lnTo>
                  <a:lnTo>
                    <a:pt x="46" y="43"/>
                  </a:lnTo>
                  <a:lnTo>
                    <a:pt x="45" y="46"/>
                  </a:lnTo>
                  <a:lnTo>
                    <a:pt x="46" y="49"/>
                  </a:lnTo>
                  <a:lnTo>
                    <a:pt x="46" y="51"/>
                  </a:lnTo>
                  <a:lnTo>
                    <a:pt x="34" y="47"/>
                  </a:lnTo>
                  <a:lnTo>
                    <a:pt x="25" y="39"/>
                  </a:lnTo>
                  <a:lnTo>
                    <a:pt x="22" y="39"/>
                  </a:lnTo>
                  <a:lnTo>
                    <a:pt x="16" y="33"/>
                  </a:lnTo>
                  <a:lnTo>
                    <a:pt x="10" y="29"/>
                  </a:lnTo>
                  <a:lnTo>
                    <a:pt x="9" y="29"/>
                  </a:lnTo>
                  <a:lnTo>
                    <a:pt x="5" y="25"/>
                  </a:lnTo>
                  <a:lnTo>
                    <a:pt x="4" y="24"/>
                  </a:lnTo>
                  <a:lnTo>
                    <a:pt x="5" y="22"/>
                  </a:lnTo>
                  <a:lnTo>
                    <a:pt x="2" y="21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6"/>
                  </a:lnTo>
                  <a:lnTo>
                    <a:pt x="4" y="14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0" name="Freeform 459"/>
            <p:cNvSpPr>
              <a:spLocks/>
            </p:cNvSpPr>
            <p:nvPr/>
          </p:nvSpPr>
          <p:spPr bwMode="auto">
            <a:xfrm>
              <a:off x="5526716" y="4025570"/>
              <a:ext cx="185256" cy="195407"/>
            </a:xfrm>
            <a:custGeom>
              <a:avLst/>
              <a:gdLst>
                <a:gd name="T0" fmla="*/ 43 w 73"/>
                <a:gd name="T1" fmla="*/ 2 h 77"/>
                <a:gd name="T2" fmla="*/ 48 w 73"/>
                <a:gd name="T3" fmla="*/ 5 h 77"/>
                <a:gd name="T4" fmla="*/ 52 w 73"/>
                <a:gd name="T5" fmla="*/ 6 h 77"/>
                <a:gd name="T6" fmla="*/ 56 w 73"/>
                <a:gd name="T7" fmla="*/ 9 h 77"/>
                <a:gd name="T8" fmla="*/ 63 w 73"/>
                <a:gd name="T9" fmla="*/ 10 h 77"/>
                <a:gd name="T10" fmla="*/ 67 w 73"/>
                <a:gd name="T11" fmla="*/ 9 h 77"/>
                <a:gd name="T12" fmla="*/ 71 w 73"/>
                <a:gd name="T13" fmla="*/ 10 h 77"/>
                <a:gd name="T14" fmla="*/ 69 w 73"/>
                <a:gd name="T15" fmla="*/ 15 h 77"/>
                <a:gd name="T16" fmla="*/ 71 w 73"/>
                <a:gd name="T17" fmla="*/ 19 h 77"/>
                <a:gd name="T18" fmla="*/ 73 w 73"/>
                <a:gd name="T19" fmla="*/ 25 h 77"/>
                <a:gd name="T20" fmla="*/ 72 w 73"/>
                <a:gd name="T21" fmla="*/ 30 h 77"/>
                <a:gd name="T22" fmla="*/ 67 w 73"/>
                <a:gd name="T23" fmla="*/ 37 h 77"/>
                <a:gd name="T24" fmla="*/ 66 w 73"/>
                <a:gd name="T25" fmla="*/ 40 h 77"/>
                <a:gd name="T26" fmla="*/ 64 w 73"/>
                <a:gd name="T27" fmla="*/ 44 h 77"/>
                <a:gd name="T28" fmla="*/ 63 w 73"/>
                <a:gd name="T29" fmla="*/ 51 h 77"/>
                <a:gd name="T30" fmla="*/ 64 w 73"/>
                <a:gd name="T31" fmla="*/ 54 h 77"/>
                <a:gd name="T32" fmla="*/ 67 w 73"/>
                <a:gd name="T33" fmla="*/ 60 h 77"/>
                <a:gd name="T34" fmla="*/ 71 w 73"/>
                <a:gd name="T35" fmla="*/ 63 h 77"/>
                <a:gd name="T36" fmla="*/ 68 w 73"/>
                <a:gd name="T37" fmla="*/ 67 h 77"/>
                <a:gd name="T38" fmla="*/ 66 w 73"/>
                <a:gd name="T39" fmla="*/ 68 h 77"/>
                <a:gd name="T40" fmla="*/ 62 w 73"/>
                <a:gd name="T41" fmla="*/ 65 h 77"/>
                <a:gd name="T42" fmla="*/ 56 w 73"/>
                <a:gd name="T43" fmla="*/ 65 h 77"/>
                <a:gd name="T44" fmla="*/ 34 w 73"/>
                <a:gd name="T45" fmla="*/ 68 h 77"/>
                <a:gd name="T46" fmla="*/ 30 w 73"/>
                <a:gd name="T47" fmla="*/ 69 h 77"/>
                <a:gd name="T48" fmla="*/ 21 w 73"/>
                <a:gd name="T49" fmla="*/ 73 h 77"/>
                <a:gd name="T50" fmla="*/ 14 w 73"/>
                <a:gd name="T51" fmla="*/ 77 h 77"/>
                <a:gd name="T52" fmla="*/ 13 w 73"/>
                <a:gd name="T53" fmla="*/ 75 h 77"/>
                <a:gd name="T54" fmla="*/ 13 w 73"/>
                <a:gd name="T55" fmla="*/ 69 h 77"/>
                <a:gd name="T56" fmla="*/ 13 w 73"/>
                <a:gd name="T57" fmla="*/ 65 h 77"/>
                <a:gd name="T58" fmla="*/ 13 w 73"/>
                <a:gd name="T59" fmla="*/ 63 h 77"/>
                <a:gd name="T60" fmla="*/ 14 w 73"/>
                <a:gd name="T61" fmla="*/ 59 h 77"/>
                <a:gd name="T62" fmla="*/ 10 w 73"/>
                <a:gd name="T63" fmla="*/ 58 h 77"/>
                <a:gd name="T64" fmla="*/ 8 w 73"/>
                <a:gd name="T65" fmla="*/ 55 h 77"/>
                <a:gd name="T66" fmla="*/ 5 w 73"/>
                <a:gd name="T67" fmla="*/ 54 h 77"/>
                <a:gd name="T68" fmla="*/ 2 w 73"/>
                <a:gd name="T69" fmla="*/ 54 h 77"/>
                <a:gd name="T70" fmla="*/ 0 w 73"/>
                <a:gd name="T71" fmla="*/ 51 h 77"/>
                <a:gd name="T72" fmla="*/ 4 w 73"/>
                <a:gd name="T73" fmla="*/ 44 h 77"/>
                <a:gd name="T74" fmla="*/ 4 w 73"/>
                <a:gd name="T75" fmla="*/ 42 h 77"/>
                <a:gd name="T76" fmla="*/ 8 w 73"/>
                <a:gd name="T77" fmla="*/ 34 h 77"/>
                <a:gd name="T78" fmla="*/ 8 w 73"/>
                <a:gd name="T79" fmla="*/ 30 h 77"/>
                <a:gd name="T80" fmla="*/ 5 w 73"/>
                <a:gd name="T81" fmla="*/ 26 h 77"/>
                <a:gd name="T82" fmla="*/ 9 w 73"/>
                <a:gd name="T83" fmla="*/ 26 h 77"/>
                <a:gd name="T84" fmla="*/ 8 w 73"/>
                <a:gd name="T85" fmla="*/ 21 h 77"/>
                <a:gd name="T86" fmla="*/ 6 w 73"/>
                <a:gd name="T87" fmla="*/ 17 h 77"/>
                <a:gd name="T88" fmla="*/ 6 w 73"/>
                <a:gd name="T89" fmla="*/ 9 h 77"/>
                <a:gd name="T90" fmla="*/ 5 w 73"/>
                <a:gd name="T91" fmla="*/ 6 h 77"/>
                <a:gd name="T92" fmla="*/ 14 w 73"/>
                <a:gd name="T93" fmla="*/ 2 h 77"/>
                <a:gd name="T94" fmla="*/ 18 w 73"/>
                <a:gd name="T95" fmla="*/ 4 h 77"/>
                <a:gd name="T96" fmla="*/ 25 w 73"/>
                <a:gd name="T97" fmla="*/ 2 h 77"/>
                <a:gd name="T98" fmla="*/ 29 w 73"/>
                <a:gd name="T99" fmla="*/ 1 h 77"/>
                <a:gd name="T100" fmla="*/ 31 w 73"/>
                <a:gd name="T101" fmla="*/ 2 h 77"/>
                <a:gd name="T102" fmla="*/ 35 w 73"/>
                <a:gd name="T103" fmla="*/ 5 h 77"/>
                <a:gd name="T104" fmla="*/ 39 w 73"/>
                <a:gd name="T10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3" h="77">
                  <a:moveTo>
                    <a:pt x="39" y="0"/>
                  </a:moveTo>
                  <a:lnTo>
                    <a:pt x="43" y="2"/>
                  </a:lnTo>
                  <a:lnTo>
                    <a:pt x="47" y="5"/>
                  </a:lnTo>
                  <a:lnTo>
                    <a:pt x="48" y="5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5" y="8"/>
                  </a:lnTo>
                  <a:lnTo>
                    <a:pt x="56" y="9"/>
                  </a:lnTo>
                  <a:lnTo>
                    <a:pt x="60" y="12"/>
                  </a:lnTo>
                  <a:lnTo>
                    <a:pt x="63" y="10"/>
                  </a:lnTo>
                  <a:lnTo>
                    <a:pt x="64" y="9"/>
                  </a:lnTo>
                  <a:lnTo>
                    <a:pt x="67" y="9"/>
                  </a:lnTo>
                  <a:lnTo>
                    <a:pt x="68" y="10"/>
                  </a:lnTo>
                  <a:lnTo>
                    <a:pt x="71" y="10"/>
                  </a:lnTo>
                  <a:lnTo>
                    <a:pt x="71" y="12"/>
                  </a:lnTo>
                  <a:lnTo>
                    <a:pt x="69" y="15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2" y="21"/>
                  </a:lnTo>
                  <a:lnTo>
                    <a:pt x="73" y="25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69" y="31"/>
                  </a:lnTo>
                  <a:lnTo>
                    <a:pt x="67" y="37"/>
                  </a:lnTo>
                  <a:lnTo>
                    <a:pt x="67" y="39"/>
                  </a:lnTo>
                  <a:lnTo>
                    <a:pt x="66" y="40"/>
                  </a:lnTo>
                  <a:lnTo>
                    <a:pt x="66" y="43"/>
                  </a:lnTo>
                  <a:lnTo>
                    <a:pt x="64" y="44"/>
                  </a:lnTo>
                  <a:lnTo>
                    <a:pt x="64" y="50"/>
                  </a:lnTo>
                  <a:lnTo>
                    <a:pt x="63" y="51"/>
                  </a:lnTo>
                  <a:lnTo>
                    <a:pt x="63" y="52"/>
                  </a:lnTo>
                  <a:lnTo>
                    <a:pt x="64" y="54"/>
                  </a:lnTo>
                  <a:lnTo>
                    <a:pt x="67" y="58"/>
                  </a:lnTo>
                  <a:lnTo>
                    <a:pt x="67" y="60"/>
                  </a:lnTo>
                  <a:lnTo>
                    <a:pt x="69" y="62"/>
                  </a:lnTo>
                  <a:lnTo>
                    <a:pt x="71" y="63"/>
                  </a:lnTo>
                  <a:lnTo>
                    <a:pt x="71" y="67"/>
                  </a:lnTo>
                  <a:lnTo>
                    <a:pt x="68" y="67"/>
                  </a:lnTo>
                  <a:lnTo>
                    <a:pt x="67" y="67"/>
                  </a:lnTo>
                  <a:lnTo>
                    <a:pt x="66" y="68"/>
                  </a:lnTo>
                  <a:lnTo>
                    <a:pt x="64" y="65"/>
                  </a:lnTo>
                  <a:lnTo>
                    <a:pt x="62" y="65"/>
                  </a:lnTo>
                  <a:lnTo>
                    <a:pt x="62" y="68"/>
                  </a:lnTo>
                  <a:lnTo>
                    <a:pt x="56" y="65"/>
                  </a:lnTo>
                  <a:lnTo>
                    <a:pt x="50" y="68"/>
                  </a:lnTo>
                  <a:lnTo>
                    <a:pt x="34" y="68"/>
                  </a:lnTo>
                  <a:lnTo>
                    <a:pt x="30" y="68"/>
                  </a:lnTo>
                  <a:lnTo>
                    <a:pt x="30" y="69"/>
                  </a:lnTo>
                  <a:lnTo>
                    <a:pt x="22" y="72"/>
                  </a:lnTo>
                  <a:lnTo>
                    <a:pt x="21" y="73"/>
                  </a:lnTo>
                  <a:lnTo>
                    <a:pt x="18" y="73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5"/>
                  </a:lnTo>
                  <a:lnTo>
                    <a:pt x="12" y="72"/>
                  </a:lnTo>
                  <a:lnTo>
                    <a:pt x="13" y="69"/>
                  </a:lnTo>
                  <a:lnTo>
                    <a:pt x="12" y="68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3" y="63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12" y="59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4" y="54"/>
                  </a:lnTo>
                  <a:lnTo>
                    <a:pt x="2" y="54"/>
                  </a:lnTo>
                  <a:lnTo>
                    <a:pt x="0" y="54"/>
                  </a:lnTo>
                  <a:lnTo>
                    <a:pt x="0" y="51"/>
                  </a:lnTo>
                  <a:lnTo>
                    <a:pt x="1" y="50"/>
                  </a:lnTo>
                  <a:lnTo>
                    <a:pt x="4" y="44"/>
                  </a:lnTo>
                  <a:lnTo>
                    <a:pt x="2" y="43"/>
                  </a:lnTo>
                  <a:lnTo>
                    <a:pt x="4" y="42"/>
                  </a:lnTo>
                  <a:lnTo>
                    <a:pt x="5" y="40"/>
                  </a:lnTo>
                  <a:lnTo>
                    <a:pt x="8" y="34"/>
                  </a:lnTo>
                  <a:lnTo>
                    <a:pt x="9" y="31"/>
                  </a:lnTo>
                  <a:lnTo>
                    <a:pt x="8" y="30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8" y="25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8" y="21"/>
                  </a:lnTo>
                  <a:lnTo>
                    <a:pt x="6" y="21"/>
                  </a:lnTo>
                  <a:lnTo>
                    <a:pt x="6" y="17"/>
                  </a:lnTo>
                  <a:lnTo>
                    <a:pt x="6" y="14"/>
                  </a:lnTo>
                  <a:lnTo>
                    <a:pt x="6" y="9"/>
                  </a:lnTo>
                  <a:lnTo>
                    <a:pt x="5" y="8"/>
                  </a:lnTo>
                  <a:lnTo>
                    <a:pt x="5" y="6"/>
                  </a:lnTo>
                  <a:lnTo>
                    <a:pt x="10" y="5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8" y="4"/>
                  </a:lnTo>
                  <a:lnTo>
                    <a:pt x="23" y="4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1" y="2"/>
                  </a:lnTo>
                  <a:lnTo>
                    <a:pt x="31" y="4"/>
                  </a:lnTo>
                  <a:lnTo>
                    <a:pt x="35" y="5"/>
                  </a:lnTo>
                  <a:lnTo>
                    <a:pt x="38" y="1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1" name="Freeform 460"/>
            <p:cNvSpPr>
              <a:spLocks/>
            </p:cNvSpPr>
            <p:nvPr/>
          </p:nvSpPr>
          <p:spPr bwMode="auto">
            <a:xfrm>
              <a:off x="5686595" y="4007805"/>
              <a:ext cx="126887" cy="200483"/>
            </a:xfrm>
            <a:custGeom>
              <a:avLst/>
              <a:gdLst>
                <a:gd name="T0" fmla="*/ 35 w 50"/>
                <a:gd name="T1" fmla="*/ 1 h 79"/>
                <a:gd name="T2" fmla="*/ 37 w 50"/>
                <a:gd name="T3" fmla="*/ 5 h 79"/>
                <a:gd name="T4" fmla="*/ 39 w 50"/>
                <a:gd name="T5" fmla="*/ 9 h 79"/>
                <a:gd name="T6" fmla="*/ 43 w 50"/>
                <a:gd name="T7" fmla="*/ 12 h 79"/>
                <a:gd name="T8" fmla="*/ 43 w 50"/>
                <a:gd name="T9" fmla="*/ 20 h 79"/>
                <a:gd name="T10" fmla="*/ 45 w 50"/>
                <a:gd name="T11" fmla="*/ 21 h 79"/>
                <a:gd name="T12" fmla="*/ 45 w 50"/>
                <a:gd name="T13" fmla="*/ 28 h 79"/>
                <a:gd name="T14" fmla="*/ 46 w 50"/>
                <a:gd name="T15" fmla="*/ 30 h 79"/>
                <a:gd name="T16" fmla="*/ 45 w 50"/>
                <a:gd name="T17" fmla="*/ 33 h 79"/>
                <a:gd name="T18" fmla="*/ 46 w 50"/>
                <a:gd name="T19" fmla="*/ 40 h 79"/>
                <a:gd name="T20" fmla="*/ 46 w 50"/>
                <a:gd name="T21" fmla="*/ 47 h 79"/>
                <a:gd name="T22" fmla="*/ 45 w 50"/>
                <a:gd name="T23" fmla="*/ 51 h 79"/>
                <a:gd name="T24" fmla="*/ 46 w 50"/>
                <a:gd name="T25" fmla="*/ 58 h 79"/>
                <a:gd name="T26" fmla="*/ 47 w 50"/>
                <a:gd name="T27" fmla="*/ 62 h 79"/>
                <a:gd name="T28" fmla="*/ 50 w 50"/>
                <a:gd name="T29" fmla="*/ 65 h 79"/>
                <a:gd name="T30" fmla="*/ 38 w 50"/>
                <a:gd name="T31" fmla="*/ 69 h 79"/>
                <a:gd name="T32" fmla="*/ 25 w 50"/>
                <a:gd name="T33" fmla="*/ 74 h 79"/>
                <a:gd name="T34" fmla="*/ 10 w 50"/>
                <a:gd name="T35" fmla="*/ 78 h 79"/>
                <a:gd name="T36" fmla="*/ 3 w 50"/>
                <a:gd name="T37" fmla="*/ 75 h 79"/>
                <a:gd name="T38" fmla="*/ 5 w 50"/>
                <a:gd name="T39" fmla="*/ 74 h 79"/>
                <a:gd name="T40" fmla="*/ 8 w 50"/>
                <a:gd name="T41" fmla="*/ 70 h 79"/>
                <a:gd name="T42" fmla="*/ 4 w 50"/>
                <a:gd name="T43" fmla="*/ 67 h 79"/>
                <a:gd name="T44" fmla="*/ 1 w 50"/>
                <a:gd name="T45" fmla="*/ 61 h 79"/>
                <a:gd name="T46" fmla="*/ 0 w 50"/>
                <a:gd name="T47" fmla="*/ 58 h 79"/>
                <a:gd name="T48" fmla="*/ 1 w 50"/>
                <a:gd name="T49" fmla="*/ 51 h 79"/>
                <a:gd name="T50" fmla="*/ 3 w 50"/>
                <a:gd name="T51" fmla="*/ 47 h 79"/>
                <a:gd name="T52" fmla="*/ 4 w 50"/>
                <a:gd name="T53" fmla="*/ 44 h 79"/>
                <a:gd name="T54" fmla="*/ 9 w 50"/>
                <a:gd name="T55" fmla="*/ 37 h 79"/>
                <a:gd name="T56" fmla="*/ 10 w 50"/>
                <a:gd name="T57" fmla="*/ 32 h 79"/>
                <a:gd name="T58" fmla="*/ 8 w 50"/>
                <a:gd name="T59" fmla="*/ 26 h 79"/>
                <a:gd name="T60" fmla="*/ 6 w 50"/>
                <a:gd name="T61" fmla="*/ 22 h 79"/>
                <a:gd name="T62" fmla="*/ 8 w 50"/>
                <a:gd name="T63" fmla="*/ 15 h 79"/>
                <a:gd name="T64" fmla="*/ 5 w 50"/>
                <a:gd name="T65" fmla="*/ 9 h 79"/>
                <a:gd name="T66" fmla="*/ 4 w 50"/>
                <a:gd name="T67" fmla="*/ 3 h 79"/>
                <a:gd name="T68" fmla="*/ 17 w 50"/>
                <a:gd name="T69" fmla="*/ 3 h 79"/>
                <a:gd name="T70" fmla="*/ 25 w 50"/>
                <a:gd name="T71" fmla="*/ 3 h 79"/>
                <a:gd name="T72" fmla="*/ 31 w 50"/>
                <a:gd name="T73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0" h="79">
                  <a:moveTo>
                    <a:pt x="34" y="0"/>
                  </a:moveTo>
                  <a:lnTo>
                    <a:pt x="35" y="1"/>
                  </a:lnTo>
                  <a:lnTo>
                    <a:pt x="37" y="4"/>
                  </a:lnTo>
                  <a:lnTo>
                    <a:pt x="37" y="5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41" y="11"/>
                  </a:lnTo>
                  <a:lnTo>
                    <a:pt x="43" y="12"/>
                  </a:lnTo>
                  <a:lnTo>
                    <a:pt x="43" y="16"/>
                  </a:lnTo>
                  <a:lnTo>
                    <a:pt x="43" y="20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5"/>
                  </a:lnTo>
                  <a:lnTo>
                    <a:pt x="45" y="28"/>
                  </a:lnTo>
                  <a:lnTo>
                    <a:pt x="45" y="29"/>
                  </a:lnTo>
                  <a:lnTo>
                    <a:pt x="46" y="30"/>
                  </a:lnTo>
                  <a:lnTo>
                    <a:pt x="46" y="32"/>
                  </a:lnTo>
                  <a:lnTo>
                    <a:pt x="45" y="33"/>
                  </a:lnTo>
                  <a:lnTo>
                    <a:pt x="46" y="36"/>
                  </a:lnTo>
                  <a:lnTo>
                    <a:pt x="46" y="40"/>
                  </a:lnTo>
                  <a:lnTo>
                    <a:pt x="46" y="41"/>
                  </a:lnTo>
                  <a:lnTo>
                    <a:pt x="46" y="47"/>
                  </a:lnTo>
                  <a:lnTo>
                    <a:pt x="46" y="50"/>
                  </a:lnTo>
                  <a:lnTo>
                    <a:pt x="45" y="51"/>
                  </a:lnTo>
                  <a:lnTo>
                    <a:pt x="45" y="55"/>
                  </a:lnTo>
                  <a:lnTo>
                    <a:pt x="46" y="58"/>
                  </a:lnTo>
                  <a:lnTo>
                    <a:pt x="46" y="61"/>
                  </a:lnTo>
                  <a:lnTo>
                    <a:pt x="47" y="62"/>
                  </a:lnTo>
                  <a:lnTo>
                    <a:pt x="49" y="63"/>
                  </a:lnTo>
                  <a:lnTo>
                    <a:pt x="50" y="65"/>
                  </a:lnTo>
                  <a:lnTo>
                    <a:pt x="43" y="66"/>
                  </a:lnTo>
                  <a:lnTo>
                    <a:pt x="38" y="69"/>
                  </a:lnTo>
                  <a:lnTo>
                    <a:pt x="31" y="74"/>
                  </a:lnTo>
                  <a:lnTo>
                    <a:pt x="25" y="74"/>
                  </a:lnTo>
                  <a:lnTo>
                    <a:pt x="14" y="79"/>
                  </a:lnTo>
                  <a:lnTo>
                    <a:pt x="10" y="78"/>
                  </a:lnTo>
                  <a:lnTo>
                    <a:pt x="4" y="76"/>
                  </a:lnTo>
                  <a:lnTo>
                    <a:pt x="3" y="75"/>
                  </a:lnTo>
                  <a:lnTo>
                    <a:pt x="4" y="74"/>
                  </a:lnTo>
                  <a:lnTo>
                    <a:pt x="5" y="74"/>
                  </a:lnTo>
                  <a:lnTo>
                    <a:pt x="8" y="74"/>
                  </a:lnTo>
                  <a:lnTo>
                    <a:pt x="8" y="70"/>
                  </a:lnTo>
                  <a:lnTo>
                    <a:pt x="6" y="69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1" y="61"/>
                  </a:lnTo>
                  <a:lnTo>
                    <a:pt x="0" y="59"/>
                  </a:lnTo>
                  <a:lnTo>
                    <a:pt x="0" y="58"/>
                  </a:lnTo>
                  <a:lnTo>
                    <a:pt x="1" y="57"/>
                  </a:lnTo>
                  <a:lnTo>
                    <a:pt x="1" y="51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6" y="38"/>
                  </a:lnTo>
                  <a:lnTo>
                    <a:pt x="9" y="37"/>
                  </a:lnTo>
                  <a:lnTo>
                    <a:pt x="9" y="34"/>
                  </a:lnTo>
                  <a:lnTo>
                    <a:pt x="10" y="32"/>
                  </a:lnTo>
                  <a:lnTo>
                    <a:pt x="9" y="28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6" y="22"/>
                  </a:lnTo>
                  <a:lnTo>
                    <a:pt x="8" y="19"/>
                  </a:lnTo>
                  <a:lnTo>
                    <a:pt x="8" y="15"/>
                  </a:lnTo>
                  <a:lnTo>
                    <a:pt x="6" y="11"/>
                  </a:lnTo>
                  <a:lnTo>
                    <a:pt x="5" y="9"/>
                  </a:lnTo>
                  <a:lnTo>
                    <a:pt x="4" y="5"/>
                  </a:lnTo>
                  <a:lnTo>
                    <a:pt x="4" y="3"/>
                  </a:lnTo>
                  <a:lnTo>
                    <a:pt x="9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25" y="3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2" name="Freeform 461"/>
            <p:cNvSpPr>
              <a:spLocks/>
            </p:cNvSpPr>
            <p:nvPr/>
          </p:nvSpPr>
          <p:spPr bwMode="auto">
            <a:xfrm>
              <a:off x="5775415" y="4007805"/>
              <a:ext cx="60906" cy="164954"/>
            </a:xfrm>
            <a:custGeom>
              <a:avLst/>
              <a:gdLst>
                <a:gd name="T0" fmla="*/ 2 w 24"/>
                <a:gd name="T1" fmla="*/ 0 h 65"/>
                <a:gd name="T2" fmla="*/ 14 w 24"/>
                <a:gd name="T3" fmla="*/ 4 h 65"/>
                <a:gd name="T4" fmla="*/ 12 w 24"/>
                <a:gd name="T5" fmla="*/ 5 h 65"/>
                <a:gd name="T6" fmla="*/ 14 w 24"/>
                <a:gd name="T7" fmla="*/ 9 h 65"/>
                <a:gd name="T8" fmla="*/ 16 w 24"/>
                <a:gd name="T9" fmla="*/ 11 h 65"/>
                <a:gd name="T10" fmla="*/ 18 w 24"/>
                <a:gd name="T11" fmla="*/ 12 h 65"/>
                <a:gd name="T12" fmla="*/ 19 w 24"/>
                <a:gd name="T13" fmla="*/ 13 h 65"/>
                <a:gd name="T14" fmla="*/ 22 w 24"/>
                <a:gd name="T15" fmla="*/ 19 h 65"/>
                <a:gd name="T16" fmla="*/ 23 w 24"/>
                <a:gd name="T17" fmla="*/ 24 h 65"/>
                <a:gd name="T18" fmla="*/ 23 w 24"/>
                <a:gd name="T19" fmla="*/ 28 h 65"/>
                <a:gd name="T20" fmla="*/ 23 w 24"/>
                <a:gd name="T21" fmla="*/ 29 h 65"/>
                <a:gd name="T22" fmla="*/ 23 w 24"/>
                <a:gd name="T23" fmla="*/ 32 h 65"/>
                <a:gd name="T24" fmla="*/ 22 w 24"/>
                <a:gd name="T25" fmla="*/ 33 h 65"/>
                <a:gd name="T26" fmla="*/ 22 w 24"/>
                <a:gd name="T27" fmla="*/ 36 h 65"/>
                <a:gd name="T28" fmla="*/ 22 w 24"/>
                <a:gd name="T29" fmla="*/ 50 h 65"/>
                <a:gd name="T30" fmla="*/ 23 w 24"/>
                <a:gd name="T31" fmla="*/ 53 h 65"/>
                <a:gd name="T32" fmla="*/ 23 w 24"/>
                <a:gd name="T33" fmla="*/ 55 h 65"/>
                <a:gd name="T34" fmla="*/ 24 w 24"/>
                <a:gd name="T35" fmla="*/ 59 h 65"/>
                <a:gd name="T36" fmla="*/ 24 w 24"/>
                <a:gd name="T37" fmla="*/ 61 h 65"/>
                <a:gd name="T38" fmla="*/ 23 w 24"/>
                <a:gd name="T39" fmla="*/ 61 h 65"/>
                <a:gd name="T40" fmla="*/ 16 w 24"/>
                <a:gd name="T41" fmla="*/ 65 h 65"/>
                <a:gd name="T42" fmla="*/ 15 w 24"/>
                <a:gd name="T43" fmla="*/ 65 h 65"/>
                <a:gd name="T44" fmla="*/ 14 w 24"/>
                <a:gd name="T45" fmla="*/ 63 h 65"/>
                <a:gd name="T46" fmla="*/ 12 w 24"/>
                <a:gd name="T47" fmla="*/ 62 h 65"/>
                <a:gd name="T48" fmla="*/ 11 w 24"/>
                <a:gd name="T49" fmla="*/ 61 h 65"/>
                <a:gd name="T50" fmla="*/ 11 w 24"/>
                <a:gd name="T51" fmla="*/ 58 h 65"/>
                <a:gd name="T52" fmla="*/ 10 w 24"/>
                <a:gd name="T53" fmla="*/ 55 h 65"/>
                <a:gd name="T54" fmla="*/ 10 w 24"/>
                <a:gd name="T55" fmla="*/ 51 h 65"/>
                <a:gd name="T56" fmla="*/ 11 w 24"/>
                <a:gd name="T57" fmla="*/ 50 h 65"/>
                <a:gd name="T58" fmla="*/ 11 w 24"/>
                <a:gd name="T59" fmla="*/ 47 h 65"/>
                <a:gd name="T60" fmla="*/ 11 w 24"/>
                <a:gd name="T61" fmla="*/ 41 h 65"/>
                <a:gd name="T62" fmla="*/ 11 w 24"/>
                <a:gd name="T63" fmla="*/ 40 h 65"/>
                <a:gd name="T64" fmla="*/ 11 w 24"/>
                <a:gd name="T65" fmla="*/ 36 h 65"/>
                <a:gd name="T66" fmla="*/ 10 w 24"/>
                <a:gd name="T67" fmla="*/ 33 h 65"/>
                <a:gd name="T68" fmla="*/ 11 w 24"/>
                <a:gd name="T69" fmla="*/ 32 h 65"/>
                <a:gd name="T70" fmla="*/ 11 w 24"/>
                <a:gd name="T71" fmla="*/ 30 h 65"/>
                <a:gd name="T72" fmla="*/ 10 w 24"/>
                <a:gd name="T73" fmla="*/ 29 h 65"/>
                <a:gd name="T74" fmla="*/ 10 w 24"/>
                <a:gd name="T75" fmla="*/ 28 h 65"/>
                <a:gd name="T76" fmla="*/ 11 w 24"/>
                <a:gd name="T77" fmla="*/ 25 h 65"/>
                <a:gd name="T78" fmla="*/ 10 w 24"/>
                <a:gd name="T79" fmla="*/ 21 h 65"/>
                <a:gd name="T80" fmla="*/ 10 w 24"/>
                <a:gd name="T81" fmla="*/ 21 h 65"/>
                <a:gd name="T82" fmla="*/ 8 w 24"/>
                <a:gd name="T83" fmla="*/ 20 h 65"/>
                <a:gd name="T84" fmla="*/ 8 w 24"/>
                <a:gd name="T85" fmla="*/ 16 h 65"/>
                <a:gd name="T86" fmla="*/ 8 w 24"/>
                <a:gd name="T87" fmla="*/ 12 h 65"/>
                <a:gd name="T88" fmla="*/ 6 w 24"/>
                <a:gd name="T89" fmla="*/ 11 h 65"/>
                <a:gd name="T90" fmla="*/ 4 w 24"/>
                <a:gd name="T91" fmla="*/ 9 h 65"/>
                <a:gd name="T92" fmla="*/ 3 w 24"/>
                <a:gd name="T93" fmla="*/ 7 h 65"/>
                <a:gd name="T94" fmla="*/ 2 w 24"/>
                <a:gd name="T95" fmla="*/ 5 h 65"/>
                <a:gd name="T96" fmla="*/ 2 w 24"/>
                <a:gd name="T97" fmla="*/ 4 h 65"/>
                <a:gd name="T98" fmla="*/ 0 w 24"/>
                <a:gd name="T99" fmla="*/ 1 h 65"/>
                <a:gd name="T100" fmla="*/ 2 w 24"/>
                <a:gd name="T10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" h="65">
                  <a:moveTo>
                    <a:pt x="2" y="0"/>
                  </a:moveTo>
                  <a:lnTo>
                    <a:pt x="14" y="4"/>
                  </a:lnTo>
                  <a:lnTo>
                    <a:pt x="12" y="5"/>
                  </a:lnTo>
                  <a:lnTo>
                    <a:pt x="14" y="9"/>
                  </a:lnTo>
                  <a:lnTo>
                    <a:pt x="16" y="11"/>
                  </a:lnTo>
                  <a:lnTo>
                    <a:pt x="18" y="12"/>
                  </a:lnTo>
                  <a:lnTo>
                    <a:pt x="19" y="13"/>
                  </a:lnTo>
                  <a:lnTo>
                    <a:pt x="22" y="19"/>
                  </a:lnTo>
                  <a:lnTo>
                    <a:pt x="23" y="24"/>
                  </a:lnTo>
                  <a:lnTo>
                    <a:pt x="23" y="28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3"/>
                  </a:lnTo>
                  <a:lnTo>
                    <a:pt x="22" y="36"/>
                  </a:lnTo>
                  <a:lnTo>
                    <a:pt x="22" y="50"/>
                  </a:lnTo>
                  <a:lnTo>
                    <a:pt x="23" y="53"/>
                  </a:lnTo>
                  <a:lnTo>
                    <a:pt x="23" y="55"/>
                  </a:lnTo>
                  <a:lnTo>
                    <a:pt x="24" y="59"/>
                  </a:lnTo>
                  <a:lnTo>
                    <a:pt x="24" y="61"/>
                  </a:lnTo>
                  <a:lnTo>
                    <a:pt x="23" y="61"/>
                  </a:lnTo>
                  <a:lnTo>
                    <a:pt x="16" y="65"/>
                  </a:lnTo>
                  <a:lnTo>
                    <a:pt x="15" y="65"/>
                  </a:lnTo>
                  <a:lnTo>
                    <a:pt x="14" y="63"/>
                  </a:lnTo>
                  <a:lnTo>
                    <a:pt x="12" y="62"/>
                  </a:lnTo>
                  <a:lnTo>
                    <a:pt x="11" y="61"/>
                  </a:lnTo>
                  <a:lnTo>
                    <a:pt x="11" y="58"/>
                  </a:lnTo>
                  <a:lnTo>
                    <a:pt x="10" y="55"/>
                  </a:lnTo>
                  <a:lnTo>
                    <a:pt x="10" y="51"/>
                  </a:lnTo>
                  <a:lnTo>
                    <a:pt x="11" y="50"/>
                  </a:lnTo>
                  <a:lnTo>
                    <a:pt x="11" y="47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1" y="36"/>
                  </a:lnTo>
                  <a:lnTo>
                    <a:pt x="10" y="33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11" y="25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6" y="11"/>
                  </a:lnTo>
                  <a:lnTo>
                    <a:pt x="4" y="9"/>
                  </a:lnTo>
                  <a:lnTo>
                    <a:pt x="3" y="7"/>
                  </a:lnTo>
                  <a:lnTo>
                    <a:pt x="2" y="5"/>
                  </a:lnTo>
                  <a:lnTo>
                    <a:pt x="2" y="4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3" name="Freeform 462"/>
            <p:cNvSpPr>
              <a:spLocks/>
            </p:cNvSpPr>
            <p:nvPr/>
          </p:nvSpPr>
          <p:spPr bwMode="auto">
            <a:xfrm>
              <a:off x="5805868" y="3967201"/>
              <a:ext cx="96434" cy="197944"/>
            </a:xfrm>
            <a:custGeom>
              <a:avLst/>
              <a:gdLst>
                <a:gd name="T0" fmla="*/ 27 w 38"/>
                <a:gd name="T1" fmla="*/ 3 h 78"/>
                <a:gd name="T2" fmla="*/ 31 w 38"/>
                <a:gd name="T3" fmla="*/ 7 h 78"/>
                <a:gd name="T4" fmla="*/ 33 w 38"/>
                <a:gd name="T5" fmla="*/ 11 h 78"/>
                <a:gd name="T6" fmla="*/ 33 w 38"/>
                <a:gd name="T7" fmla="*/ 15 h 78"/>
                <a:gd name="T8" fmla="*/ 37 w 38"/>
                <a:gd name="T9" fmla="*/ 20 h 78"/>
                <a:gd name="T10" fmla="*/ 37 w 38"/>
                <a:gd name="T11" fmla="*/ 25 h 78"/>
                <a:gd name="T12" fmla="*/ 35 w 38"/>
                <a:gd name="T13" fmla="*/ 28 h 78"/>
                <a:gd name="T14" fmla="*/ 36 w 38"/>
                <a:gd name="T15" fmla="*/ 31 h 78"/>
                <a:gd name="T16" fmla="*/ 35 w 38"/>
                <a:gd name="T17" fmla="*/ 32 h 78"/>
                <a:gd name="T18" fmla="*/ 32 w 38"/>
                <a:gd name="T19" fmla="*/ 36 h 78"/>
                <a:gd name="T20" fmla="*/ 29 w 38"/>
                <a:gd name="T21" fmla="*/ 41 h 78"/>
                <a:gd name="T22" fmla="*/ 27 w 38"/>
                <a:gd name="T23" fmla="*/ 41 h 78"/>
                <a:gd name="T24" fmla="*/ 24 w 38"/>
                <a:gd name="T25" fmla="*/ 44 h 78"/>
                <a:gd name="T26" fmla="*/ 24 w 38"/>
                <a:gd name="T27" fmla="*/ 48 h 78"/>
                <a:gd name="T28" fmla="*/ 24 w 38"/>
                <a:gd name="T29" fmla="*/ 52 h 78"/>
                <a:gd name="T30" fmla="*/ 24 w 38"/>
                <a:gd name="T31" fmla="*/ 54 h 78"/>
                <a:gd name="T32" fmla="*/ 24 w 38"/>
                <a:gd name="T33" fmla="*/ 56 h 78"/>
                <a:gd name="T34" fmla="*/ 24 w 38"/>
                <a:gd name="T35" fmla="*/ 63 h 78"/>
                <a:gd name="T36" fmla="*/ 24 w 38"/>
                <a:gd name="T37" fmla="*/ 66 h 78"/>
                <a:gd name="T38" fmla="*/ 24 w 38"/>
                <a:gd name="T39" fmla="*/ 75 h 78"/>
                <a:gd name="T40" fmla="*/ 16 w 38"/>
                <a:gd name="T41" fmla="*/ 78 h 78"/>
                <a:gd name="T42" fmla="*/ 12 w 38"/>
                <a:gd name="T43" fmla="*/ 75 h 78"/>
                <a:gd name="T44" fmla="*/ 11 w 38"/>
                <a:gd name="T45" fmla="*/ 69 h 78"/>
                <a:gd name="T46" fmla="*/ 10 w 38"/>
                <a:gd name="T47" fmla="*/ 52 h 78"/>
                <a:gd name="T48" fmla="*/ 11 w 38"/>
                <a:gd name="T49" fmla="*/ 48 h 78"/>
                <a:gd name="T50" fmla="*/ 11 w 38"/>
                <a:gd name="T51" fmla="*/ 44 h 78"/>
                <a:gd name="T52" fmla="*/ 10 w 38"/>
                <a:gd name="T53" fmla="*/ 35 h 78"/>
                <a:gd name="T54" fmla="*/ 6 w 38"/>
                <a:gd name="T55" fmla="*/ 28 h 78"/>
                <a:gd name="T56" fmla="*/ 2 w 38"/>
                <a:gd name="T57" fmla="*/ 25 h 78"/>
                <a:gd name="T58" fmla="*/ 2 w 38"/>
                <a:gd name="T59" fmla="*/ 19 h 78"/>
                <a:gd name="T60" fmla="*/ 4 w 38"/>
                <a:gd name="T61" fmla="*/ 16 h 78"/>
                <a:gd name="T62" fmla="*/ 6 w 38"/>
                <a:gd name="T63" fmla="*/ 12 h 78"/>
                <a:gd name="T64" fmla="*/ 10 w 38"/>
                <a:gd name="T65" fmla="*/ 11 h 78"/>
                <a:gd name="T66" fmla="*/ 16 w 38"/>
                <a:gd name="T67" fmla="*/ 10 h 78"/>
                <a:gd name="T68" fmla="*/ 19 w 38"/>
                <a:gd name="T69" fmla="*/ 4 h 78"/>
                <a:gd name="T70" fmla="*/ 21 w 38"/>
                <a:gd name="T71" fmla="*/ 3 h 78"/>
                <a:gd name="T72" fmla="*/ 23 w 38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78">
                  <a:moveTo>
                    <a:pt x="23" y="0"/>
                  </a:moveTo>
                  <a:lnTo>
                    <a:pt x="27" y="3"/>
                  </a:lnTo>
                  <a:lnTo>
                    <a:pt x="28" y="6"/>
                  </a:lnTo>
                  <a:lnTo>
                    <a:pt x="31" y="7"/>
                  </a:lnTo>
                  <a:lnTo>
                    <a:pt x="33" y="10"/>
                  </a:lnTo>
                  <a:lnTo>
                    <a:pt x="33" y="11"/>
                  </a:lnTo>
                  <a:lnTo>
                    <a:pt x="33" y="12"/>
                  </a:lnTo>
                  <a:lnTo>
                    <a:pt x="33" y="15"/>
                  </a:lnTo>
                  <a:lnTo>
                    <a:pt x="37" y="17"/>
                  </a:lnTo>
                  <a:lnTo>
                    <a:pt x="37" y="20"/>
                  </a:lnTo>
                  <a:lnTo>
                    <a:pt x="38" y="24"/>
                  </a:lnTo>
                  <a:lnTo>
                    <a:pt x="37" y="25"/>
                  </a:lnTo>
                  <a:lnTo>
                    <a:pt x="35" y="25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6" y="31"/>
                  </a:lnTo>
                  <a:lnTo>
                    <a:pt x="36" y="32"/>
                  </a:lnTo>
                  <a:lnTo>
                    <a:pt x="35" y="32"/>
                  </a:lnTo>
                  <a:lnTo>
                    <a:pt x="32" y="33"/>
                  </a:lnTo>
                  <a:lnTo>
                    <a:pt x="32" y="36"/>
                  </a:lnTo>
                  <a:lnTo>
                    <a:pt x="31" y="38"/>
                  </a:lnTo>
                  <a:lnTo>
                    <a:pt x="29" y="41"/>
                  </a:lnTo>
                  <a:lnTo>
                    <a:pt x="28" y="41"/>
                  </a:lnTo>
                  <a:lnTo>
                    <a:pt x="27" y="41"/>
                  </a:lnTo>
                  <a:lnTo>
                    <a:pt x="25" y="42"/>
                  </a:lnTo>
                  <a:lnTo>
                    <a:pt x="24" y="44"/>
                  </a:lnTo>
                  <a:lnTo>
                    <a:pt x="24" y="46"/>
                  </a:lnTo>
                  <a:lnTo>
                    <a:pt x="24" y="48"/>
                  </a:lnTo>
                  <a:lnTo>
                    <a:pt x="24" y="50"/>
                  </a:lnTo>
                  <a:lnTo>
                    <a:pt x="24" y="52"/>
                  </a:lnTo>
                  <a:lnTo>
                    <a:pt x="24" y="53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24" y="56"/>
                  </a:lnTo>
                  <a:lnTo>
                    <a:pt x="24" y="58"/>
                  </a:lnTo>
                  <a:lnTo>
                    <a:pt x="24" y="63"/>
                  </a:lnTo>
                  <a:lnTo>
                    <a:pt x="24" y="65"/>
                  </a:lnTo>
                  <a:lnTo>
                    <a:pt x="24" y="66"/>
                  </a:lnTo>
                  <a:lnTo>
                    <a:pt x="24" y="73"/>
                  </a:lnTo>
                  <a:lnTo>
                    <a:pt x="24" y="75"/>
                  </a:lnTo>
                  <a:lnTo>
                    <a:pt x="24" y="75"/>
                  </a:lnTo>
                  <a:lnTo>
                    <a:pt x="16" y="78"/>
                  </a:lnTo>
                  <a:lnTo>
                    <a:pt x="12" y="77"/>
                  </a:lnTo>
                  <a:lnTo>
                    <a:pt x="12" y="75"/>
                  </a:lnTo>
                  <a:lnTo>
                    <a:pt x="11" y="71"/>
                  </a:lnTo>
                  <a:lnTo>
                    <a:pt x="11" y="69"/>
                  </a:lnTo>
                  <a:lnTo>
                    <a:pt x="10" y="66"/>
                  </a:lnTo>
                  <a:lnTo>
                    <a:pt x="10" y="52"/>
                  </a:lnTo>
                  <a:lnTo>
                    <a:pt x="10" y="49"/>
                  </a:lnTo>
                  <a:lnTo>
                    <a:pt x="11" y="48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11" y="40"/>
                  </a:lnTo>
                  <a:lnTo>
                    <a:pt x="10" y="35"/>
                  </a:lnTo>
                  <a:lnTo>
                    <a:pt x="7" y="29"/>
                  </a:lnTo>
                  <a:lnTo>
                    <a:pt x="6" y="28"/>
                  </a:lnTo>
                  <a:lnTo>
                    <a:pt x="4" y="27"/>
                  </a:lnTo>
                  <a:lnTo>
                    <a:pt x="2" y="25"/>
                  </a:lnTo>
                  <a:lnTo>
                    <a:pt x="0" y="21"/>
                  </a:lnTo>
                  <a:lnTo>
                    <a:pt x="2" y="19"/>
                  </a:lnTo>
                  <a:lnTo>
                    <a:pt x="6" y="17"/>
                  </a:lnTo>
                  <a:lnTo>
                    <a:pt x="4" y="16"/>
                  </a:lnTo>
                  <a:lnTo>
                    <a:pt x="7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3" y="10"/>
                  </a:lnTo>
                  <a:lnTo>
                    <a:pt x="16" y="10"/>
                  </a:lnTo>
                  <a:lnTo>
                    <a:pt x="19" y="7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1" y="3"/>
                  </a:lnTo>
                  <a:lnTo>
                    <a:pt x="21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4" name="Freeform 463"/>
            <p:cNvSpPr>
              <a:spLocks noEditPoints="1"/>
            </p:cNvSpPr>
            <p:nvPr/>
          </p:nvSpPr>
          <p:spPr bwMode="auto">
            <a:xfrm>
              <a:off x="6138313" y="3627143"/>
              <a:ext cx="350209" cy="499936"/>
            </a:xfrm>
            <a:custGeom>
              <a:avLst/>
              <a:gdLst>
                <a:gd name="T0" fmla="*/ 1 w 138"/>
                <a:gd name="T1" fmla="*/ 130 h 197"/>
                <a:gd name="T2" fmla="*/ 42 w 138"/>
                <a:gd name="T3" fmla="*/ 0 h 197"/>
                <a:gd name="T4" fmla="*/ 137 w 138"/>
                <a:gd name="T5" fmla="*/ 96 h 197"/>
                <a:gd name="T6" fmla="*/ 130 w 138"/>
                <a:gd name="T7" fmla="*/ 97 h 197"/>
                <a:gd name="T8" fmla="*/ 129 w 138"/>
                <a:gd name="T9" fmla="*/ 103 h 197"/>
                <a:gd name="T10" fmla="*/ 122 w 138"/>
                <a:gd name="T11" fmla="*/ 111 h 197"/>
                <a:gd name="T12" fmla="*/ 122 w 138"/>
                <a:gd name="T13" fmla="*/ 116 h 197"/>
                <a:gd name="T14" fmla="*/ 117 w 138"/>
                <a:gd name="T15" fmla="*/ 121 h 197"/>
                <a:gd name="T16" fmla="*/ 118 w 138"/>
                <a:gd name="T17" fmla="*/ 128 h 197"/>
                <a:gd name="T18" fmla="*/ 117 w 138"/>
                <a:gd name="T19" fmla="*/ 136 h 197"/>
                <a:gd name="T20" fmla="*/ 121 w 138"/>
                <a:gd name="T21" fmla="*/ 136 h 197"/>
                <a:gd name="T22" fmla="*/ 119 w 138"/>
                <a:gd name="T23" fmla="*/ 138 h 197"/>
                <a:gd name="T24" fmla="*/ 122 w 138"/>
                <a:gd name="T25" fmla="*/ 146 h 197"/>
                <a:gd name="T26" fmla="*/ 126 w 138"/>
                <a:gd name="T27" fmla="*/ 151 h 197"/>
                <a:gd name="T28" fmla="*/ 122 w 138"/>
                <a:gd name="T29" fmla="*/ 155 h 197"/>
                <a:gd name="T30" fmla="*/ 116 w 138"/>
                <a:gd name="T31" fmla="*/ 155 h 197"/>
                <a:gd name="T32" fmla="*/ 113 w 138"/>
                <a:gd name="T33" fmla="*/ 161 h 197"/>
                <a:gd name="T34" fmla="*/ 108 w 138"/>
                <a:gd name="T35" fmla="*/ 165 h 197"/>
                <a:gd name="T36" fmla="*/ 105 w 138"/>
                <a:gd name="T37" fmla="*/ 169 h 197"/>
                <a:gd name="T38" fmla="*/ 104 w 138"/>
                <a:gd name="T39" fmla="*/ 172 h 197"/>
                <a:gd name="T40" fmla="*/ 98 w 138"/>
                <a:gd name="T41" fmla="*/ 178 h 197"/>
                <a:gd name="T42" fmla="*/ 88 w 138"/>
                <a:gd name="T43" fmla="*/ 178 h 197"/>
                <a:gd name="T44" fmla="*/ 81 w 138"/>
                <a:gd name="T45" fmla="*/ 178 h 197"/>
                <a:gd name="T46" fmla="*/ 81 w 138"/>
                <a:gd name="T47" fmla="*/ 183 h 197"/>
                <a:gd name="T48" fmla="*/ 80 w 138"/>
                <a:gd name="T49" fmla="*/ 187 h 197"/>
                <a:gd name="T50" fmla="*/ 68 w 138"/>
                <a:gd name="T51" fmla="*/ 190 h 197"/>
                <a:gd name="T52" fmla="*/ 59 w 138"/>
                <a:gd name="T53" fmla="*/ 196 h 197"/>
                <a:gd name="T54" fmla="*/ 55 w 138"/>
                <a:gd name="T55" fmla="*/ 192 h 197"/>
                <a:gd name="T56" fmla="*/ 52 w 138"/>
                <a:gd name="T57" fmla="*/ 195 h 197"/>
                <a:gd name="T58" fmla="*/ 46 w 138"/>
                <a:gd name="T59" fmla="*/ 197 h 197"/>
                <a:gd name="T60" fmla="*/ 42 w 138"/>
                <a:gd name="T61" fmla="*/ 194 h 197"/>
                <a:gd name="T62" fmla="*/ 38 w 138"/>
                <a:gd name="T63" fmla="*/ 186 h 197"/>
                <a:gd name="T64" fmla="*/ 27 w 138"/>
                <a:gd name="T65" fmla="*/ 176 h 197"/>
                <a:gd name="T66" fmla="*/ 23 w 138"/>
                <a:gd name="T67" fmla="*/ 172 h 197"/>
                <a:gd name="T68" fmla="*/ 25 w 138"/>
                <a:gd name="T69" fmla="*/ 169 h 197"/>
                <a:gd name="T70" fmla="*/ 29 w 138"/>
                <a:gd name="T71" fmla="*/ 166 h 197"/>
                <a:gd name="T72" fmla="*/ 33 w 138"/>
                <a:gd name="T73" fmla="*/ 167 h 197"/>
                <a:gd name="T74" fmla="*/ 39 w 138"/>
                <a:gd name="T75" fmla="*/ 167 h 197"/>
                <a:gd name="T76" fmla="*/ 40 w 138"/>
                <a:gd name="T77" fmla="*/ 166 h 197"/>
                <a:gd name="T78" fmla="*/ 35 w 138"/>
                <a:gd name="T79" fmla="*/ 161 h 197"/>
                <a:gd name="T80" fmla="*/ 34 w 138"/>
                <a:gd name="T81" fmla="*/ 154 h 197"/>
                <a:gd name="T82" fmla="*/ 34 w 138"/>
                <a:gd name="T83" fmla="*/ 147 h 197"/>
                <a:gd name="T84" fmla="*/ 33 w 138"/>
                <a:gd name="T85" fmla="*/ 142 h 197"/>
                <a:gd name="T86" fmla="*/ 31 w 138"/>
                <a:gd name="T87" fmla="*/ 136 h 197"/>
                <a:gd name="T88" fmla="*/ 22 w 138"/>
                <a:gd name="T89" fmla="*/ 130 h 197"/>
                <a:gd name="T90" fmla="*/ 15 w 138"/>
                <a:gd name="T91" fmla="*/ 122 h 197"/>
                <a:gd name="T92" fmla="*/ 17 w 138"/>
                <a:gd name="T93" fmla="*/ 105 h 197"/>
                <a:gd name="T94" fmla="*/ 38 w 138"/>
                <a:gd name="T95" fmla="*/ 84 h 197"/>
                <a:gd name="T96" fmla="*/ 43 w 138"/>
                <a:gd name="T97" fmla="*/ 42 h 197"/>
                <a:gd name="T98" fmla="*/ 35 w 138"/>
                <a:gd name="T99" fmla="*/ 28 h 197"/>
                <a:gd name="T100" fmla="*/ 29 w 138"/>
                <a:gd name="T101" fmla="*/ 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8" h="197">
                  <a:moveTo>
                    <a:pt x="4" y="128"/>
                  </a:moveTo>
                  <a:lnTo>
                    <a:pt x="4" y="130"/>
                  </a:lnTo>
                  <a:lnTo>
                    <a:pt x="1" y="130"/>
                  </a:lnTo>
                  <a:lnTo>
                    <a:pt x="0" y="129"/>
                  </a:lnTo>
                  <a:lnTo>
                    <a:pt x="4" y="128"/>
                  </a:lnTo>
                  <a:close/>
                  <a:moveTo>
                    <a:pt x="42" y="0"/>
                  </a:moveTo>
                  <a:lnTo>
                    <a:pt x="138" y="49"/>
                  </a:lnTo>
                  <a:lnTo>
                    <a:pt x="138" y="96"/>
                  </a:lnTo>
                  <a:lnTo>
                    <a:pt x="137" y="96"/>
                  </a:lnTo>
                  <a:lnTo>
                    <a:pt x="134" y="97"/>
                  </a:lnTo>
                  <a:lnTo>
                    <a:pt x="133" y="97"/>
                  </a:lnTo>
                  <a:lnTo>
                    <a:pt x="130" y="97"/>
                  </a:lnTo>
                  <a:lnTo>
                    <a:pt x="127" y="99"/>
                  </a:lnTo>
                  <a:lnTo>
                    <a:pt x="127" y="101"/>
                  </a:lnTo>
                  <a:lnTo>
                    <a:pt x="129" y="103"/>
                  </a:lnTo>
                  <a:lnTo>
                    <a:pt x="127" y="105"/>
                  </a:lnTo>
                  <a:lnTo>
                    <a:pt x="123" y="111"/>
                  </a:lnTo>
                  <a:lnTo>
                    <a:pt x="122" y="111"/>
                  </a:lnTo>
                  <a:lnTo>
                    <a:pt x="119" y="113"/>
                  </a:lnTo>
                  <a:lnTo>
                    <a:pt x="121" y="115"/>
                  </a:lnTo>
                  <a:lnTo>
                    <a:pt x="122" y="116"/>
                  </a:lnTo>
                  <a:lnTo>
                    <a:pt x="121" y="119"/>
                  </a:lnTo>
                  <a:lnTo>
                    <a:pt x="118" y="120"/>
                  </a:lnTo>
                  <a:lnTo>
                    <a:pt x="117" y="121"/>
                  </a:lnTo>
                  <a:lnTo>
                    <a:pt x="119" y="122"/>
                  </a:lnTo>
                  <a:lnTo>
                    <a:pt x="119" y="125"/>
                  </a:lnTo>
                  <a:lnTo>
                    <a:pt x="118" y="128"/>
                  </a:lnTo>
                  <a:lnTo>
                    <a:pt x="114" y="132"/>
                  </a:lnTo>
                  <a:lnTo>
                    <a:pt x="114" y="134"/>
                  </a:lnTo>
                  <a:lnTo>
                    <a:pt x="117" y="136"/>
                  </a:lnTo>
                  <a:lnTo>
                    <a:pt x="119" y="133"/>
                  </a:lnTo>
                  <a:lnTo>
                    <a:pt x="121" y="133"/>
                  </a:lnTo>
                  <a:lnTo>
                    <a:pt x="121" y="136"/>
                  </a:lnTo>
                  <a:lnTo>
                    <a:pt x="119" y="136"/>
                  </a:lnTo>
                  <a:lnTo>
                    <a:pt x="121" y="137"/>
                  </a:lnTo>
                  <a:lnTo>
                    <a:pt x="119" y="138"/>
                  </a:lnTo>
                  <a:lnTo>
                    <a:pt x="121" y="141"/>
                  </a:lnTo>
                  <a:lnTo>
                    <a:pt x="121" y="144"/>
                  </a:lnTo>
                  <a:lnTo>
                    <a:pt x="122" y="146"/>
                  </a:lnTo>
                  <a:lnTo>
                    <a:pt x="126" y="147"/>
                  </a:lnTo>
                  <a:lnTo>
                    <a:pt x="127" y="149"/>
                  </a:lnTo>
                  <a:lnTo>
                    <a:pt x="126" y="151"/>
                  </a:lnTo>
                  <a:lnTo>
                    <a:pt x="126" y="153"/>
                  </a:lnTo>
                  <a:lnTo>
                    <a:pt x="126" y="154"/>
                  </a:lnTo>
                  <a:lnTo>
                    <a:pt x="122" y="155"/>
                  </a:lnTo>
                  <a:lnTo>
                    <a:pt x="121" y="154"/>
                  </a:lnTo>
                  <a:lnTo>
                    <a:pt x="118" y="154"/>
                  </a:lnTo>
                  <a:lnTo>
                    <a:pt x="116" y="155"/>
                  </a:lnTo>
                  <a:lnTo>
                    <a:pt x="113" y="158"/>
                  </a:lnTo>
                  <a:lnTo>
                    <a:pt x="113" y="159"/>
                  </a:lnTo>
                  <a:lnTo>
                    <a:pt x="113" y="161"/>
                  </a:lnTo>
                  <a:lnTo>
                    <a:pt x="112" y="162"/>
                  </a:lnTo>
                  <a:lnTo>
                    <a:pt x="109" y="165"/>
                  </a:lnTo>
                  <a:lnTo>
                    <a:pt x="108" y="165"/>
                  </a:lnTo>
                  <a:lnTo>
                    <a:pt x="106" y="165"/>
                  </a:lnTo>
                  <a:lnTo>
                    <a:pt x="105" y="166"/>
                  </a:lnTo>
                  <a:lnTo>
                    <a:pt x="105" y="169"/>
                  </a:lnTo>
                  <a:lnTo>
                    <a:pt x="104" y="170"/>
                  </a:lnTo>
                  <a:lnTo>
                    <a:pt x="104" y="171"/>
                  </a:lnTo>
                  <a:lnTo>
                    <a:pt x="104" y="172"/>
                  </a:lnTo>
                  <a:lnTo>
                    <a:pt x="102" y="175"/>
                  </a:lnTo>
                  <a:lnTo>
                    <a:pt x="101" y="175"/>
                  </a:lnTo>
                  <a:lnTo>
                    <a:pt x="98" y="178"/>
                  </a:lnTo>
                  <a:lnTo>
                    <a:pt x="94" y="178"/>
                  </a:lnTo>
                  <a:lnTo>
                    <a:pt x="91" y="179"/>
                  </a:lnTo>
                  <a:lnTo>
                    <a:pt x="88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1" y="178"/>
                  </a:lnTo>
                  <a:lnTo>
                    <a:pt x="80" y="178"/>
                  </a:lnTo>
                  <a:lnTo>
                    <a:pt x="80" y="180"/>
                  </a:lnTo>
                  <a:lnTo>
                    <a:pt x="81" y="183"/>
                  </a:lnTo>
                  <a:lnTo>
                    <a:pt x="83" y="183"/>
                  </a:lnTo>
                  <a:lnTo>
                    <a:pt x="84" y="184"/>
                  </a:lnTo>
                  <a:lnTo>
                    <a:pt x="80" y="187"/>
                  </a:lnTo>
                  <a:lnTo>
                    <a:pt x="79" y="188"/>
                  </a:lnTo>
                  <a:lnTo>
                    <a:pt x="75" y="188"/>
                  </a:lnTo>
                  <a:lnTo>
                    <a:pt x="68" y="190"/>
                  </a:lnTo>
                  <a:lnTo>
                    <a:pt x="65" y="192"/>
                  </a:lnTo>
                  <a:lnTo>
                    <a:pt x="62" y="194"/>
                  </a:lnTo>
                  <a:lnTo>
                    <a:pt x="59" y="196"/>
                  </a:lnTo>
                  <a:lnTo>
                    <a:pt x="56" y="196"/>
                  </a:lnTo>
                  <a:lnTo>
                    <a:pt x="56" y="195"/>
                  </a:lnTo>
                  <a:lnTo>
                    <a:pt x="55" y="192"/>
                  </a:lnTo>
                  <a:lnTo>
                    <a:pt x="54" y="191"/>
                  </a:lnTo>
                  <a:lnTo>
                    <a:pt x="52" y="192"/>
                  </a:lnTo>
                  <a:lnTo>
                    <a:pt x="52" y="195"/>
                  </a:lnTo>
                  <a:lnTo>
                    <a:pt x="51" y="197"/>
                  </a:lnTo>
                  <a:lnTo>
                    <a:pt x="47" y="197"/>
                  </a:lnTo>
                  <a:lnTo>
                    <a:pt x="46" y="197"/>
                  </a:lnTo>
                  <a:lnTo>
                    <a:pt x="43" y="197"/>
                  </a:lnTo>
                  <a:lnTo>
                    <a:pt x="43" y="196"/>
                  </a:lnTo>
                  <a:lnTo>
                    <a:pt x="42" y="194"/>
                  </a:lnTo>
                  <a:lnTo>
                    <a:pt x="42" y="192"/>
                  </a:lnTo>
                  <a:lnTo>
                    <a:pt x="39" y="188"/>
                  </a:lnTo>
                  <a:lnTo>
                    <a:pt x="38" y="186"/>
                  </a:lnTo>
                  <a:lnTo>
                    <a:pt x="37" y="184"/>
                  </a:lnTo>
                  <a:lnTo>
                    <a:pt x="31" y="179"/>
                  </a:lnTo>
                  <a:lnTo>
                    <a:pt x="27" y="176"/>
                  </a:lnTo>
                  <a:lnTo>
                    <a:pt x="26" y="175"/>
                  </a:lnTo>
                  <a:lnTo>
                    <a:pt x="25" y="174"/>
                  </a:lnTo>
                  <a:lnTo>
                    <a:pt x="23" y="172"/>
                  </a:lnTo>
                  <a:lnTo>
                    <a:pt x="23" y="171"/>
                  </a:lnTo>
                  <a:lnTo>
                    <a:pt x="23" y="170"/>
                  </a:lnTo>
                  <a:lnTo>
                    <a:pt x="25" y="169"/>
                  </a:lnTo>
                  <a:lnTo>
                    <a:pt x="25" y="166"/>
                  </a:lnTo>
                  <a:lnTo>
                    <a:pt x="26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31" y="166"/>
                  </a:lnTo>
                  <a:lnTo>
                    <a:pt x="33" y="167"/>
                  </a:lnTo>
                  <a:lnTo>
                    <a:pt x="35" y="166"/>
                  </a:lnTo>
                  <a:lnTo>
                    <a:pt x="38" y="167"/>
                  </a:lnTo>
                  <a:lnTo>
                    <a:pt x="39" y="167"/>
                  </a:lnTo>
                  <a:lnTo>
                    <a:pt x="40" y="167"/>
                  </a:lnTo>
                  <a:lnTo>
                    <a:pt x="42" y="167"/>
                  </a:lnTo>
                  <a:lnTo>
                    <a:pt x="40" y="166"/>
                  </a:lnTo>
                  <a:lnTo>
                    <a:pt x="38" y="163"/>
                  </a:lnTo>
                  <a:lnTo>
                    <a:pt x="37" y="161"/>
                  </a:lnTo>
                  <a:lnTo>
                    <a:pt x="35" y="161"/>
                  </a:lnTo>
                  <a:lnTo>
                    <a:pt x="33" y="158"/>
                  </a:lnTo>
                  <a:lnTo>
                    <a:pt x="33" y="155"/>
                  </a:lnTo>
                  <a:lnTo>
                    <a:pt x="34" y="154"/>
                  </a:lnTo>
                  <a:lnTo>
                    <a:pt x="35" y="150"/>
                  </a:lnTo>
                  <a:lnTo>
                    <a:pt x="34" y="149"/>
                  </a:lnTo>
                  <a:lnTo>
                    <a:pt x="34" y="147"/>
                  </a:lnTo>
                  <a:lnTo>
                    <a:pt x="34" y="146"/>
                  </a:lnTo>
                  <a:lnTo>
                    <a:pt x="34" y="145"/>
                  </a:lnTo>
                  <a:lnTo>
                    <a:pt x="33" y="142"/>
                  </a:lnTo>
                  <a:lnTo>
                    <a:pt x="33" y="140"/>
                  </a:lnTo>
                  <a:lnTo>
                    <a:pt x="31" y="138"/>
                  </a:lnTo>
                  <a:lnTo>
                    <a:pt x="31" y="136"/>
                  </a:lnTo>
                  <a:lnTo>
                    <a:pt x="29" y="133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1" y="126"/>
                  </a:lnTo>
                  <a:lnTo>
                    <a:pt x="17" y="122"/>
                  </a:lnTo>
                  <a:lnTo>
                    <a:pt x="15" y="122"/>
                  </a:lnTo>
                  <a:lnTo>
                    <a:pt x="15" y="108"/>
                  </a:lnTo>
                  <a:lnTo>
                    <a:pt x="15" y="105"/>
                  </a:lnTo>
                  <a:lnTo>
                    <a:pt x="17" y="105"/>
                  </a:lnTo>
                  <a:lnTo>
                    <a:pt x="18" y="105"/>
                  </a:lnTo>
                  <a:lnTo>
                    <a:pt x="18" y="104"/>
                  </a:lnTo>
                  <a:lnTo>
                    <a:pt x="38" y="84"/>
                  </a:lnTo>
                  <a:lnTo>
                    <a:pt x="38" y="67"/>
                  </a:lnTo>
                  <a:lnTo>
                    <a:pt x="40" y="45"/>
                  </a:lnTo>
                  <a:lnTo>
                    <a:pt x="43" y="42"/>
                  </a:lnTo>
                  <a:lnTo>
                    <a:pt x="43" y="38"/>
                  </a:lnTo>
                  <a:lnTo>
                    <a:pt x="35" y="29"/>
                  </a:lnTo>
                  <a:lnTo>
                    <a:pt x="35" y="28"/>
                  </a:lnTo>
                  <a:lnTo>
                    <a:pt x="35" y="24"/>
                  </a:lnTo>
                  <a:lnTo>
                    <a:pt x="30" y="8"/>
                  </a:lnTo>
                  <a:lnTo>
                    <a:pt x="29" y="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5" name="Freeform 464"/>
            <p:cNvSpPr>
              <a:spLocks/>
            </p:cNvSpPr>
            <p:nvPr/>
          </p:nvSpPr>
          <p:spPr bwMode="auto">
            <a:xfrm>
              <a:off x="5785566" y="3637294"/>
              <a:ext cx="461870" cy="355284"/>
            </a:xfrm>
            <a:custGeom>
              <a:avLst/>
              <a:gdLst>
                <a:gd name="T0" fmla="*/ 156 w 182"/>
                <a:gd name="T1" fmla="*/ 4 h 140"/>
                <a:gd name="T2" fmla="*/ 168 w 182"/>
                <a:gd name="T3" fmla="*/ 3 h 140"/>
                <a:gd name="T4" fmla="*/ 174 w 182"/>
                <a:gd name="T5" fmla="*/ 20 h 140"/>
                <a:gd name="T6" fmla="*/ 174 w 182"/>
                <a:gd name="T7" fmla="*/ 25 h 140"/>
                <a:gd name="T8" fmla="*/ 182 w 182"/>
                <a:gd name="T9" fmla="*/ 38 h 140"/>
                <a:gd name="T10" fmla="*/ 177 w 182"/>
                <a:gd name="T11" fmla="*/ 63 h 140"/>
                <a:gd name="T12" fmla="*/ 157 w 182"/>
                <a:gd name="T13" fmla="*/ 100 h 140"/>
                <a:gd name="T14" fmla="*/ 156 w 182"/>
                <a:gd name="T15" fmla="*/ 101 h 140"/>
                <a:gd name="T16" fmla="*/ 154 w 182"/>
                <a:gd name="T17" fmla="*/ 104 h 140"/>
                <a:gd name="T18" fmla="*/ 153 w 182"/>
                <a:gd name="T19" fmla="*/ 117 h 140"/>
                <a:gd name="T20" fmla="*/ 150 w 182"/>
                <a:gd name="T21" fmla="*/ 121 h 140"/>
                <a:gd name="T22" fmla="*/ 148 w 182"/>
                <a:gd name="T23" fmla="*/ 121 h 140"/>
                <a:gd name="T24" fmla="*/ 145 w 182"/>
                <a:gd name="T25" fmla="*/ 122 h 140"/>
                <a:gd name="T26" fmla="*/ 143 w 182"/>
                <a:gd name="T27" fmla="*/ 124 h 140"/>
                <a:gd name="T28" fmla="*/ 137 w 182"/>
                <a:gd name="T29" fmla="*/ 125 h 140"/>
                <a:gd name="T30" fmla="*/ 131 w 182"/>
                <a:gd name="T31" fmla="*/ 122 h 140"/>
                <a:gd name="T32" fmla="*/ 123 w 182"/>
                <a:gd name="T33" fmla="*/ 124 h 140"/>
                <a:gd name="T34" fmla="*/ 114 w 182"/>
                <a:gd name="T35" fmla="*/ 124 h 140"/>
                <a:gd name="T36" fmla="*/ 108 w 182"/>
                <a:gd name="T37" fmla="*/ 130 h 140"/>
                <a:gd name="T38" fmla="*/ 102 w 182"/>
                <a:gd name="T39" fmla="*/ 128 h 140"/>
                <a:gd name="T40" fmla="*/ 95 w 182"/>
                <a:gd name="T41" fmla="*/ 125 h 140"/>
                <a:gd name="T42" fmla="*/ 93 w 182"/>
                <a:gd name="T43" fmla="*/ 124 h 140"/>
                <a:gd name="T44" fmla="*/ 89 w 182"/>
                <a:gd name="T45" fmla="*/ 121 h 140"/>
                <a:gd name="T46" fmla="*/ 85 w 182"/>
                <a:gd name="T47" fmla="*/ 122 h 140"/>
                <a:gd name="T48" fmla="*/ 81 w 182"/>
                <a:gd name="T49" fmla="*/ 124 h 140"/>
                <a:gd name="T50" fmla="*/ 79 w 182"/>
                <a:gd name="T51" fmla="*/ 125 h 140"/>
                <a:gd name="T52" fmla="*/ 74 w 182"/>
                <a:gd name="T53" fmla="*/ 120 h 140"/>
                <a:gd name="T54" fmla="*/ 69 w 182"/>
                <a:gd name="T55" fmla="*/ 117 h 140"/>
                <a:gd name="T56" fmla="*/ 66 w 182"/>
                <a:gd name="T57" fmla="*/ 117 h 140"/>
                <a:gd name="T58" fmla="*/ 61 w 182"/>
                <a:gd name="T59" fmla="*/ 116 h 140"/>
                <a:gd name="T60" fmla="*/ 58 w 182"/>
                <a:gd name="T61" fmla="*/ 117 h 140"/>
                <a:gd name="T62" fmla="*/ 54 w 182"/>
                <a:gd name="T63" fmla="*/ 117 h 140"/>
                <a:gd name="T64" fmla="*/ 49 w 182"/>
                <a:gd name="T65" fmla="*/ 117 h 140"/>
                <a:gd name="T66" fmla="*/ 48 w 182"/>
                <a:gd name="T67" fmla="*/ 118 h 140"/>
                <a:gd name="T68" fmla="*/ 44 w 182"/>
                <a:gd name="T69" fmla="*/ 121 h 140"/>
                <a:gd name="T70" fmla="*/ 45 w 182"/>
                <a:gd name="T71" fmla="*/ 124 h 140"/>
                <a:gd name="T72" fmla="*/ 45 w 182"/>
                <a:gd name="T73" fmla="*/ 126 h 140"/>
                <a:gd name="T74" fmla="*/ 45 w 182"/>
                <a:gd name="T75" fmla="*/ 129 h 140"/>
                <a:gd name="T76" fmla="*/ 41 w 182"/>
                <a:gd name="T77" fmla="*/ 132 h 140"/>
                <a:gd name="T78" fmla="*/ 41 w 182"/>
                <a:gd name="T79" fmla="*/ 134 h 140"/>
                <a:gd name="T80" fmla="*/ 44 w 182"/>
                <a:gd name="T81" fmla="*/ 137 h 140"/>
                <a:gd name="T82" fmla="*/ 41 w 182"/>
                <a:gd name="T83" fmla="*/ 140 h 140"/>
                <a:gd name="T84" fmla="*/ 36 w 182"/>
                <a:gd name="T85" fmla="*/ 136 h 140"/>
                <a:gd name="T86" fmla="*/ 31 w 182"/>
                <a:gd name="T87" fmla="*/ 130 h 140"/>
                <a:gd name="T88" fmla="*/ 29 w 182"/>
                <a:gd name="T89" fmla="*/ 133 h 140"/>
                <a:gd name="T90" fmla="*/ 25 w 182"/>
                <a:gd name="T91" fmla="*/ 134 h 140"/>
                <a:gd name="T92" fmla="*/ 24 w 182"/>
                <a:gd name="T93" fmla="*/ 129 h 140"/>
                <a:gd name="T94" fmla="*/ 23 w 182"/>
                <a:gd name="T95" fmla="*/ 126 h 140"/>
                <a:gd name="T96" fmla="*/ 21 w 182"/>
                <a:gd name="T97" fmla="*/ 124 h 140"/>
                <a:gd name="T98" fmla="*/ 12 w 182"/>
                <a:gd name="T99" fmla="*/ 124 h 140"/>
                <a:gd name="T100" fmla="*/ 0 w 182"/>
                <a:gd name="T101" fmla="*/ 111 h 140"/>
                <a:gd name="T102" fmla="*/ 2 w 182"/>
                <a:gd name="T103" fmla="*/ 105 h 140"/>
                <a:gd name="T104" fmla="*/ 3 w 182"/>
                <a:gd name="T105" fmla="*/ 100 h 140"/>
                <a:gd name="T106" fmla="*/ 15 w 182"/>
                <a:gd name="T107" fmla="*/ 100 h 140"/>
                <a:gd name="T108" fmla="*/ 20 w 182"/>
                <a:gd name="T109" fmla="*/ 99 h 140"/>
                <a:gd name="T110" fmla="*/ 31 w 182"/>
                <a:gd name="T111" fmla="*/ 97 h 140"/>
                <a:gd name="T112" fmla="*/ 39 w 182"/>
                <a:gd name="T113" fmla="*/ 95 h 140"/>
                <a:gd name="T114" fmla="*/ 45 w 182"/>
                <a:gd name="T115" fmla="*/ 90 h 140"/>
                <a:gd name="T116" fmla="*/ 48 w 182"/>
                <a:gd name="T117" fmla="*/ 84 h 140"/>
                <a:gd name="T118" fmla="*/ 49 w 182"/>
                <a:gd name="T119" fmla="*/ 50 h 140"/>
                <a:gd name="T120" fmla="*/ 81 w 182"/>
                <a:gd name="T121" fmla="*/ 3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" h="140">
                  <a:moveTo>
                    <a:pt x="135" y="0"/>
                  </a:moveTo>
                  <a:lnTo>
                    <a:pt x="156" y="4"/>
                  </a:lnTo>
                  <a:lnTo>
                    <a:pt x="157" y="7"/>
                  </a:lnTo>
                  <a:lnTo>
                    <a:pt x="168" y="3"/>
                  </a:lnTo>
                  <a:lnTo>
                    <a:pt x="169" y="4"/>
                  </a:lnTo>
                  <a:lnTo>
                    <a:pt x="174" y="20"/>
                  </a:lnTo>
                  <a:lnTo>
                    <a:pt x="174" y="24"/>
                  </a:lnTo>
                  <a:lnTo>
                    <a:pt x="174" y="25"/>
                  </a:lnTo>
                  <a:lnTo>
                    <a:pt x="182" y="34"/>
                  </a:lnTo>
                  <a:lnTo>
                    <a:pt x="182" y="38"/>
                  </a:lnTo>
                  <a:lnTo>
                    <a:pt x="179" y="41"/>
                  </a:lnTo>
                  <a:lnTo>
                    <a:pt x="177" y="63"/>
                  </a:lnTo>
                  <a:lnTo>
                    <a:pt x="177" y="80"/>
                  </a:lnTo>
                  <a:lnTo>
                    <a:pt x="157" y="100"/>
                  </a:lnTo>
                  <a:lnTo>
                    <a:pt x="157" y="101"/>
                  </a:lnTo>
                  <a:lnTo>
                    <a:pt x="156" y="101"/>
                  </a:lnTo>
                  <a:lnTo>
                    <a:pt x="154" y="101"/>
                  </a:lnTo>
                  <a:lnTo>
                    <a:pt x="154" y="104"/>
                  </a:lnTo>
                  <a:lnTo>
                    <a:pt x="154" y="118"/>
                  </a:lnTo>
                  <a:lnTo>
                    <a:pt x="153" y="117"/>
                  </a:lnTo>
                  <a:lnTo>
                    <a:pt x="152" y="120"/>
                  </a:lnTo>
                  <a:lnTo>
                    <a:pt x="150" y="121"/>
                  </a:lnTo>
                  <a:lnTo>
                    <a:pt x="149" y="121"/>
                  </a:lnTo>
                  <a:lnTo>
                    <a:pt x="148" y="121"/>
                  </a:lnTo>
                  <a:lnTo>
                    <a:pt x="147" y="121"/>
                  </a:lnTo>
                  <a:lnTo>
                    <a:pt x="145" y="122"/>
                  </a:lnTo>
                  <a:lnTo>
                    <a:pt x="143" y="124"/>
                  </a:lnTo>
                  <a:lnTo>
                    <a:pt x="143" y="124"/>
                  </a:lnTo>
                  <a:lnTo>
                    <a:pt x="139" y="125"/>
                  </a:lnTo>
                  <a:lnTo>
                    <a:pt x="137" y="125"/>
                  </a:lnTo>
                  <a:lnTo>
                    <a:pt x="135" y="125"/>
                  </a:lnTo>
                  <a:lnTo>
                    <a:pt x="131" y="122"/>
                  </a:lnTo>
                  <a:lnTo>
                    <a:pt x="125" y="122"/>
                  </a:lnTo>
                  <a:lnTo>
                    <a:pt x="123" y="124"/>
                  </a:lnTo>
                  <a:lnTo>
                    <a:pt x="116" y="122"/>
                  </a:lnTo>
                  <a:lnTo>
                    <a:pt x="114" y="124"/>
                  </a:lnTo>
                  <a:lnTo>
                    <a:pt x="111" y="128"/>
                  </a:lnTo>
                  <a:lnTo>
                    <a:pt x="108" y="130"/>
                  </a:lnTo>
                  <a:lnTo>
                    <a:pt x="106" y="129"/>
                  </a:lnTo>
                  <a:lnTo>
                    <a:pt x="102" y="128"/>
                  </a:lnTo>
                  <a:lnTo>
                    <a:pt x="99" y="128"/>
                  </a:lnTo>
                  <a:lnTo>
                    <a:pt x="95" y="125"/>
                  </a:lnTo>
                  <a:lnTo>
                    <a:pt x="93" y="124"/>
                  </a:lnTo>
                  <a:lnTo>
                    <a:pt x="93" y="124"/>
                  </a:lnTo>
                  <a:lnTo>
                    <a:pt x="90" y="121"/>
                  </a:lnTo>
                  <a:lnTo>
                    <a:pt x="89" y="121"/>
                  </a:lnTo>
                  <a:lnTo>
                    <a:pt x="89" y="122"/>
                  </a:lnTo>
                  <a:lnTo>
                    <a:pt x="85" y="122"/>
                  </a:lnTo>
                  <a:lnTo>
                    <a:pt x="82" y="124"/>
                  </a:lnTo>
                  <a:lnTo>
                    <a:pt x="81" y="124"/>
                  </a:lnTo>
                  <a:lnTo>
                    <a:pt x="79" y="125"/>
                  </a:lnTo>
                  <a:lnTo>
                    <a:pt x="79" y="125"/>
                  </a:lnTo>
                  <a:lnTo>
                    <a:pt x="77" y="124"/>
                  </a:lnTo>
                  <a:lnTo>
                    <a:pt x="74" y="120"/>
                  </a:lnTo>
                  <a:lnTo>
                    <a:pt x="73" y="118"/>
                  </a:lnTo>
                  <a:lnTo>
                    <a:pt x="69" y="117"/>
                  </a:lnTo>
                  <a:lnTo>
                    <a:pt x="68" y="117"/>
                  </a:lnTo>
                  <a:lnTo>
                    <a:pt x="66" y="117"/>
                  </a:lnTo>
                  <a:lnTo>
                    <a:pt x="62" y="116"/>
                  </a:lnTo>
                  <a:lnTo>
                    <a:pt x="61" y="116"/>
                  </a:lnTo>
                  <a:lnTo>
                    <a:pt x="60" y="116"/>
                  </a:lnTo>
                  <a:lnTo>
                    <a:pt x="58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8"/>
                  </a:lnTo>
                  <a:lnTo>
                    <a:pt x="45" y="120"/>
                  </a:lnTo>
                  <a:lnTo>
                    <a:pt x="44" y="121"/>
                  </a:lnTo>
                  <a:lnTo>
                    <a:pt x="45" y="122"/>
                  </a:lnTo>
                  <a:lnTo>
                    <a:pt x="45" y="124"/>
                  </a:lnTo>
                  <a:lnTo>
                    <a:pt x="44" y="124"/>
                  </a:lnTo>
                  <a:lnTo>
                    <a:pt x="45" y="126"/>
                  </a:lnTo>
                  <a:lnTo>
                    <a:pt x="45" y="128"/>
                  </a:lnTo>
                  <a:lnTo>
                    <a:pt x="45" y="129"/>
                  </a:lnTo>
                  <a:lnTo>
                    <a:pt x="44" y="129"/>
                  </a:lnTo>
                  <a:lnTo>
                    <a:pt x="41" y="132"/>
                  </a:lnTo>
                  <a:lnTo>
                    <a:pt x="41" y="133"/>
                  </a:lnTo>
                  <a:lnTo>
                    <a:pt x="41" y="134"/>
                  </a:lnTo>
                  <a:lnTo>
                    <a:pt x="43" y="137"/>
                  </a:lnTo>
                  <a:lnTo>
                    <a:pt x="44" y="137"/>
                  </a:lnTo>
                  <a:lnTo>
                    <a:pt x="44" y="138"/>
                  </a:lnTo>
                  <a:lnTo>
                    <a:pt x="41" y="140"/>
                  </a:lnTo>
                  <a:lnTo>
                    <a:pt x="39" y="137"/>
                  </a:lnTo>
                  <a:lnTo>
                    <a:pt x="36" y="136"/>
                  </a:lnTo>
                  <a:lnTo>
                    <a:pt x="35" y="133"/>
                  </a:lnTo>
                  <a:lnTo>
                    <a:pt x="31" y="130"/>
                  </a:lnTo>
                  <a:lnTo>
                    <a:pt x="29" y="132"/>
                  </a:lnTo>
                  <a:lnTo>
                    <a:pt x="29" y="133"/>
                  </a:lnTo>
                  <a:lnTo>
                    <a:pt x="28" y="134"/>
                  </a:lnTo>
                  <a:lnTo>
                    <a:pt x="25" y="134"/>
                  </a:lnTo>
                  <a:lnTo>
                    <a:pt x="23" y="132"/>
                  </a:lnTo>
                  <a:lnTo>
                    <a:pt x="24" y="129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1" y="124"/>
                  </a:lnTo>
                  <a:lnTo>
                    <a:pt x="16" y="126"/>
                  </a:lnTo>
                  <a:lnTo>
                    <a:pt x="12" y="124"/>
                  </a:lnTo>
                  <a:lnTo>
                    <a:pt x="12" y="118"/>
                  </a:lnTo>
                  <a:lnTo>
                    <a:pt x="0" y="111"/>
                  </a:lnTo>
                  <a:lnTo>
                    <a:pt x="0" y="108"/>
                  </a:lnTo>
                  <a:lnTo>
                    <a:pt x="2" y="105"/>
                  </a:lnTo>
                  <a:lnTo>
                    <a:pt x="3" y="103"/>
                  </a:lnTo>
                  <a:lnTo>
                    <a:pt x="3" y="100"/>
                  </a:lnTo>
                  <a:lnTo>
                    <a:pt x="6" y="101"/>
                  </a:lnTo>
                  <a:lnTo>
                    <a:pt x="15" y="100"/>
                  </a:lnTo>
                  <a:lnTo>
                    <a:pt x="18" y="100"/>
                  </a:lnTo>
                  <a:lnTo>
                    <a:pt x="20" y="99"/>
                  </a:lnTo>
                  <a:lnTo>
                    <a:pt x="28" y="99"/>
                  </a:lnTo>
                  <a:lnTo>
                    <a:pt x="31" y="97"/>
                  </a:lnTo>
                  <a:lnTo>
                    <a:pt x="35" y="96"/>
                  </a:lnTo>
                  <a:lnTo>
                    <a:pt x="39" y="95"/>
                  </a:lnTo>
                  <a:lnTo>
                    <a:pt x="44" y="91"/>
                  </a:lnTo>
                  <a:lnTo>
                    <a:pt x="45" y="90"/>
                  </a:lnTo>
                  <a:lnTo>
                    <a:pt x="45" y="84"/>
                  </a:lnTo>
                  <a:lnTo>
                    <a:pt x="48" y="84"/>
                  </a:lnTo>
                  <a:lnTo>
                    <a:pt x="48" y="72"/>
                  </a:lnTo>
                  <a:lnTo>
                    <a:pt x="49" y="50"/>
                  </a:lnTo>
                  <a:lnTo>
                    <a:pt x="66" y="46"/>
                  </a:lnTo>
                  <a:lnTo>
                    <a:pt x="81" y="33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6" name="Freeform 465"/>
            <p:cNvSpPr>
              <a:spLocks/>
            </p:cNvSpPr>
            <p:nvPr/>
          </p:nvSpPr>
          <p:spPr bwMode="auto">
            <a:xfrm>
              <a:off x="5866774" y="3931672"/>
              <a:ext cx="345133" cy="294378"/>
            </a:xfrm>
            <a:custGeom>
              <a:avLst/>
              <a:gdLst>
                <a:gd name="T0" fmla="*/ 34 w 136"/>
                <a:gd name="T1" fmla="*/ 1 h 116"/>
                <a:gd name="T2" fmla="*/ 41 w 136"/>
                <a:gd name="T3" fmla="*/ 2 h 116"/>
                <a:gd name="T4" fmla="*/ 47 w 136"/>
                <a:gd name="T5" fmla="*/ 9 h 116"/>
                <a:gd name="T6" fmla="*/ 50 w 136"/>
                <a:gd name="T7" fmla="*/ 8 h 116"/>
                <a:gd name="T8" fmla="*/ 57 w 136"/>
                <a:gd name="T9" fmla="*/ 5 h 116"/>
                <a:gd name="T10" fmla="*/ 61 w 136"/>
                <a:gd name="T11" fmla="*/ 8 h 116"/>
                <a:gd name="T12" fmla="*/ 70 w 136"/>
                <a:gd name="T13" fmla="*/ 12 h 116"/>
                <a:gd name="T14" fmla="*/ 79 w 136"/>
                <a:gd name="T15" fmla="*/ 12 h 116"/>
                <a:gd name="T16" fmla="*/ 91 w 136"/>
                <a:gd name="T17" fmla="*/ 8 h 116"/>
                <a:gd name="T18" fmla="*/ 103 w 136"/>
                <a:gd name="T19" fmla="*/ 9 h 116"/>
                <a:gd name="T20" fmla="*/ 111 w 136"/>
                <a:gd name="T21" fmla="*/ 10 h 116"/>
                <a:gd name="T22" fmla="*/ 115 w 136"/>
                <a:gd name="T23" fmla="*/ 5 h 116"/>
                <a:gd name="T24" fmla="*/ 118 w 136"/>
                <a:gd name="T25" fmla="*/ 5 h 116"/>
                <a:gd name="T26" fmla="*/ 124 w 136"/>
                <a:gd name="T27" fmla="*/ 2 h 116"/>
                <a:gd name="T28" fmla="*/ 129 w 136"/>
                <a:gd name="T29" fmla="*/ 10 h 116"/>
                <a:gd name="T30" fmla="*/ 130 w 136"/>
                <a:gd name="T31" fmla="*/ 14 h 116"/>
                <a:gd name="T32" fmla="*/ 134 w 136"/>
                <a:gd name="T33" fmla="*/ 21 h 116"/>
                <a:gd name="T34" fmla="*/ 136 w 136"/>
                <a:gd name="T35" fmla="*/ 27 h 116"/>
                <a:gd name="T36" fmla="*/ 130 w 136"/>
                <a:gd name="T37" fmla="*/ 31 h 116"/>
                <a:gd name="T38" fmla="*/ 126 w 136"/>
                <a:gd name="T39" fmla="*/ 34 h 116"/>
                <a:gd name="T40" fmla="*/ 122 w 136"/>
                <a:gd name="T41" fmla="*/ 42 h 116"/>
                <a:gd name="T42" fmla="*/ 122 w 136"/>
                <a:gd name="T43" fmla="*/ 50 h 116"/>
                <a:gd name="T44" fmla="*/ 116 w 136"/>
                <a:gd name="T45" fmla="*/ 55 h 116"/>
                <a:gd name="T46" fmla="*/ 115 w 136"/>
                <a:gd name="T47" fmla="*/ 63 h 116"/>
                <a:gd name="T48" fmla="*/ 108 w 136"/>
                <a:gd name="T49" fmla="*/ 70 h 116"/>
                <a:gd name="T50" fmla="*/ 104 w 136"/>
                <a:gd name="T51" fmla="*/ 76 h 116"/>
                <a:gd name="T52" fmla="*/ 103 w 136"/>
                <a:gd name="T53" fmla="*/ 83 h 116"/>
                <a:gd name="T54" fmla="*/ 100 w 136"/>
                <a:gd name="T55" fmla="*/ 85 h 116"/>
                <a:gd name="T56" fmla="*/ 95 w 136"/>
                <a:gd name="T57" fmla="*/ 89 h 116"/>
                <a:gd name="T58" fmla="*/ 88 w 136"/>
                <a:gd name="T59" fmla="*/ 84 h 116"/>
                <a:gd name="T60" fmla="*/ 83 w 136"/>
                <a:gd name="T61" fmla="*/ 83 h 116"/>
                <a:gd name="T62" fmla="*/ 79 w 136"/>
                <a:gd name="T63" fmla="*/ 85 h 116"/>
                <a:gd name="T64" fmla="*/ 75 w 136"/>
                <a:gd name="T65" fmla="*/ 92 h 116"/>
                <a:gd name="T66" fmla="*/ 71 w 136"/>
                <a:gd name="T67" fmla="*/ 97 h 116"/>
                <a:gd name="T68" fmla="*/ 70 w 136"/>
                <a:gd name="T69" fmla="*/ 104 h 116"/>
                <a:gd name="T70" fmla="*/ 66 w 136"/>
                <a:gd name="T71" fmla="*/ 112 h 116"/>
                <a:gd name="T72" fmla="*/ 63 w 136"/>
                <a:gd name="T73" fmla="*/ 109 h 116"/>
                <a:gd name="T74" fmla="*/ 57 w 136"/>
                <a:gd name="T75" fmla="*/ 113 h 116"/>
                <a:gd name="T76" fmla="*/ 47 w 136"/>
                <a:gd name="T77" fmla="*/ 116 h 116"/>
                <a:gd name="T78" fmla="*/ 29 w 136"/>
                <a:gd name="T79" fmla="*/ 112 h 116"/>
                <a:gd name="T80" fmla="*/ 25 w 136"/>
                <a:gd name="T81" fmla="*/ 104 h 116"/>
                <a:gd name="T82" fmla="*/ 9 w 136"/>
                <a:gd name="T83" fmla="*/ 88 h 116"/>
                <a:gd name="T84" fmla="*/ 0 w 136"/>
                <a:gd name="T85" fmla="*/ 87 h 116"/>
                <a:gd name="T86" fmla="*/ 0 w 136"/>
                <a:gd name="T87" fmla="*/ 77 h 116"/>
                <a:gd name="T88" fmla="*/ 0 w 136"/>
                <a:gd name="T89" fmla="*/ 68 h 116"/>
                <a:gd name="T90" fmla="*/ 0 w 136"/>
                <a:gd name="T91" fmla="*/ 66 h 116"/>
                <a:gd name="T92" fmla="*/ 0 w 136"/>
                <a:gd name="T93" fmla="*/ 60 h 116"/>
                <a:gd name="T94" fmla="*/ 3 w 136"/>
                <a:gd name="T95" fmla="*/ 55 h 116"/>
                <a:gd name="T96" fmla="*/ 7 w 136"/>
                <a:gd name="T97" fmla="*/ 52 h 116"/>
                <a:gd name="T98" fmla="*/ 11 w 136"/>
                <a:gd name="T99" fmla="*/ 46 h 116"/>
                <a:gd name="T100" fmla="*/ 9 w 136"/>
                <a:gd name="T101" fmla="*/ 42 h 116"/>
                <a:gd name="T102" fmla="*/ 13 w 136"/>
                <a:gd name="T103" fmla="*/ 39 h 116"/>
                <a:gd name="T104" fmla="*/ 13 w 136"/>
                <a:gd name="T105" fmla="*/ 31 h 116"/>
                <a:gd name="T106" fmla="*/ 9 w 136"/>
                <a:gd name="T107" fmla="*/ 25 h 116"/>
                <a:gd name="T108" fmla="*/ 11 w 136"/>
                <a:gd name="T109" fmla="*/ 21 h 116"/>
                <a:gd name="T110" fmla="*/ 9 w 136"/>
                <a:gd name="T111" fmla="*/ 16 h 116"/>
                <a:gd name="T112" fmla="*/ 13 w 136"/>
                <a:gd name="T113" fmla="*/ 12 h 116"/>
                <a:gd name="T114" fmla="*/ 13 w 136"/>
                <a:gd name="T115" fmla="*/ 8 h 116"/>
                <a:gd name="T116" fmla="*/ 13 w 136"/>
                <a:gd name="T117" fmla="*/ 4 h 116"/>
                <a:gd name="T118" fmla="*/ 17 w 136"/>
                <a:gd name="T119" fmla="*/ 1 h 116"/>
                <a:gd name="T120" fmla="*/ 22 w 136"/>
                <a:gd name="T121" fmla="*/ 1 h 116"/>
                <a:gd name="T122" fmla="*/ 29 w 136"/>
                <a:gd name="T12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6" h="116">
                  <a:moveTo>
                    <a:pt x="29" y="0"/>
                  </a:moveTo>
                  <a:lnTo>
                    <a:pt x="30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41" y="2"/>
                  </a:lnTo>
                  <a:lnTo>
                    <a:pt x="42" y="4"/>
                  </a:lnTo>
                  <a:lnTo>
                    <a:pt x="45" y="8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8"/>
                  </a:lnTo>
                  <a:lnTo>
                    <a:pt x="53" y="6"/>
                  </a:lnTo>
                  <a:lnTo>
                    <a:pt x="57" y="6"/>
                  </a:lnTo>
                  <a:lnTo>
                    <a:pt x="57" y="5"/>
                  </a:lnTo>
                  <a:lnTo>
                    <a:pt x="58" y="5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9"/>
                  </a:lnTo>
                  <a:lnTo>
                    <a:pt x="67" y="12"/>
                  </a:lnTo>
                  <a:lnTo>
                    <a:pt x="70" y="12"/>
                  </a:lnTo>
                  <a:lnTo>
                    <a:pt x="74" y="13"/>
                  </a:lnTo>
                  <a:lnTo>
                    <a:pt x="76" y="14"/>
                  </a:lnTo>
                  <a:lnTo>
                    <a:pt x="79" y="12"/>
                  </a:lnTo>
                  <a:lnTo>
                    <a:pt x="82" y="8"/>
                  </a:lnTo>
                  <a:lnTo>
                    <a:pt x="84" y="6"/>
                  </a:lnTo>
                  <a:lnTo>
                    <a:pt x="91" y="8"/>
                  </a:lnTo>
                  <a:lnTo>
                    <a:pt x="93" y="6"/>
                  </a:lnTo>
                  <a:lnTo>
                    <a:pt x="99" y="6"/>
                  </a:lnTo>
                  <a:lnTo>
                    <a:pt x="103" y="9"/>
                  </a:lnTo>
                  <a:lnTo>
                    <a:pt x="105" y="9"/>
                  </a:lnTo>
                  <a:lnTo>
                    <a:pt x="108" y="10"/>
                  </a:lnTo>
                  <a:lnTo>
                    <a:pt x="111" y="10"/>
                  </a:lnTo>
                  <a:lnTo>
                    <a:pt x="111" y="8"/>
                  </a:lnTo>
                  <a:lnTo>
                    <a:pt x="113" y="6"/>
                  </a:lnTo>
                  <a:lnTo>
                    <a:pt x="115" y="5"/>
                  </a:lnTo>
                  <a:lnTo>
                    <a:pt x="116" y="5"/>
                  </a:lnTo>
                  <a:lnTo>
                    <a:pt x="117" y="5"/>
                  </a:lnTo>
                  <a:lnTo>
                    <a:pt x="118" y="5"/>
                  </a:lnTo>
                  <a:lnTo>
                    <a:pt x="120" y="4"/>
                  </a:lnTo>
                  <a:lnTo>
                    <a:pt x="121" y="1"/>
                  </a:lnTo>
                  <a:lnTo>
                    <a:pt x="124" y="2"/>
                  </a:lnTo>
                  <a:lnTo>
                    <a:pt x="128" y="6"/>
                  </a:lnTo>
                  <a:lnTo>
                    <a:pt x="129" y="10"/>
                  </a:lnTo>
                  <a:lnTo>
                    <a:pt x="129" y="10"/>
                  </a:lnTo>
                  <a:lnTo>
                    <a:pt x="129" y="10"/>
                  </a:lnTo>
                  <a:lnTo>
                    <a:pt x="130" y="13"/>
                  </a:lnTo>
                  <a:lnTo>
                    <a:pt x="130" y="14"/>
                  </a:lnTo>
                  <a:lnTo>
                    <a:pt x="130" y="18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2"/>
                  </a:lnTo>
                  <a:lnTo>
                    <a:pt x="134" y="24"/>
                  </a:lnTo>
                  <a:lnTo>
                    <a:pt x="136" y="27"/>
                  </a:lnTo>
                  <a:lnTo>
                    <a:pt x="136" y="29"/>
                  </a:lnTo>
                  <a:lnTo>
                    <a:pt x="133" y="30"/>
                  </a:lnTo>
                  <a:lnTo>
                    <a:pt x="130" y="31"/>
                  </a:lnTo>
                  <a:lnTo>
                    <a:pt x="129" y="31"/>
                  </a:lnTo>
                  <a:lnTo>
                    <a:pt x="128" y="34"/>
                  </a:lnTo>
                  <a:lnTo>
                    <a:pt x="126" y="34"/>
                  </a:lnTo>
                  <a:lnTo>
                    <a:pt x="125" y="35"/>
                  </a:lnTo>
                  <a:lnTo>
                    <a:pt x="124" y="39"/>
                  </a:lnTo>
                  <a:lnTo>
                    <a:pt x="122" y="42"/>
                  </a:lnTo>
                  <a:lnTo>
                    <a:pt x="122" y="43"/>
                  </a:lnTo>
                  <a:lnTo>
                    <a:pt x="122" y="47"/>
                  </a:lnTo>
                  <a:lnTo>
                    <a:pt x="122" y="50"/>
                  </a:lnTo>
                  <a:lnTo>
                    <a:pt x="120" y="52"/>
                  </a:lnTo>
                  <a:lnTo>
                    <a:pt x="117" y="52"/>
                  </a:lnTo>
                  <a:lnTo>
                    <a:pt x="116" y="55"/>
                  </a:lnTo>
                  <a:lnTo>
                    <a:pt x="116" y="58"/>
                  </a:lnTo>
                  <a:lnTo>
                    <a:pt x="115" y="60"/>
                  </a:lnTo>
                  <a:lnTo>
                    <a:pt x="115" y="63"/>
                  </a:lnTo>
                  <a:lnTo>
                    <a:pt x="112" y="64"/>
                  </a:lnTo>
                  <a:lnTo>
                    <a:pt x="109" y="67"/>
                  </a:lnTo>
                  <a:lnTo>
                    <a:pt x="108" y="70"/>
                  </a:lnTo>
                  <a:lnTo>
                    <a:pt x="108" y="71"/>
                  </a:lnTo>
                  <a:lnTo>
                    <a:pt x="108" y="72"/>
                  </a:lnTo>
                  <a:lnTo>
                    <a:pt x="104" y="76"/>
                  </a:lnTo>
                  <a:lnTo>
                    <a:pt x="104" y="79"/>
                  </a:lnTo>
                  <a:lnTo>
                    <a:pt x="104" y="81"/>
                  </a:lnTo>
                  <a:lnTo>
                    <a:pt x="103" y="83"/>
                  </a:lnTo>
                  <a:lnTo>
                    <a:pt x="100" y="84"/>
                  </a:lnTo>
                  <a:lnTo>
                    <a:pt x="100" y="85"/>
                  </a:lnTo>
                  <a:lnTo>
                    <a:pt x="100" y="85"/>
                  </a:lnTo>
                  <a:lnTo>
                    <a:pt x="97" y="88"/>
                  </a:lnTo>
                  <a:lnTo>
                    <a:pt x="96" y="91"/>
                  </a:lnTo>
                  <a:lnTo>
                    <a:pt x="95" y="89"/>
                  </a:lnTo>
                  <a:lnTo>
                    <a:pt x="92" y="88"/>
                  </a:lnTo>
                  <a:lnTo>
                    <a:pt x="91" y="85"/>
                  </a:lnTo>
                  <a:lnTo>
                    <a:pt x="88" y="84"/>
                  </a:lnTo>
                  <a:lnTo>
                    <a:pt x="87" y="84"/>
                  </a:lnTo>
                  <a:lnTo>
                    <a:pt x="84" y="84"/>
                  </a:lnTo>
                  <a:lnTo>
                    <a:pt x="83" y="83"/>
                  </a:lnTo>
                  <a:lnTo>
                    <a:pt x="83" y="84"/>
                  </a:lnTo>
                  <a:lnTo>
                    <a:pt x="80" y="84"/>
                  </a:lnTo>
                  <a:lnTo>
                    <a:pt x="79" y="85"/>
                  </a:lnTo>
                  <a:lnTo>
                    <a:pt x="79" y="88"/>
                  </a:lnTo>
                  <a:lnTo>
                    <a:pt x="76" y="91"/>
                  </a:lnTo>
                  <a:lnTo>
                    <a:pt x="75" y="92"/>
                  </a:lnTo>
                  <a:lnTo>
                    <a:pt x="72" y="93"/>
                  </a:lnTo>
                  <a:lnTo>
                    <a:pt x="71" y="96"/>
                  </a:lnTo>
                  <a:lnTo>
                    <a:pt x="71" y="97"/>
                  </a:lnTo>
                  <a:lnTo>
                    <a:pt x="70" y="99"/>
                  </a:lnTo>
                  <a:lnTo>
                    <a:pt x="70" y="100"/>
                  </a:lnTo>
                  <a:lnTo>
                    <a:pt x="70" y="104"/>
                  </a:lnTo>
                  <a:lnTo>
                    <a:pt x="68" y="106"/>
                  </a:lnTo>
                  <a:lnTo>
                    <a:pt x="66" y="110"/>
                  </a:lnTo>
                  <a:lnTo>
                    <a:pt x="66" y="112"/>
                  </a:lnTo>
                  <a:lnTo>
                    <a:pt x="66" y="112"/>
                  </a:lnTo>
                  <a:lnTo>
                    <a:pt x="65" y="112"/>
                  </a:lnTo>
                  <a:lnTo>
                    <a:pt x="63" y="109"/>
                  </a:lnTo>
                  <a:lnTo>
                    <a:pt x="62" y="113"/>
                  </a:lnTo>
                  <a:lnTo>
                    <a:pt x="58" y="113"/>
                  </a:lnTo>
                  <a:lnTo>
                    <a:pt x="57" y="113"/>
                  </a:lnTo>
                  <a:lnTo>
                    <a:pt x="50" y="114"/>
                  </a:lnTo>
                  <a:lnTo>
                    <a:pt x="50" y="114"/>
                  </a:lnTo>
                  <a:lnTo>
                    <a:pt x="47" y="116"/>
                  </a:lnTo>
                  <a:lnTo>
                    <a:pt x="36" y="116"/>
                  </a:lnTo>
                  <a:lnTo>
                    <a:pt x="32" y="114"/>
                  </a:lnTo>
                  <a:lnTo>
                    <a:pt x="29" y="112"/>
                  </a:lnTo>
                  <a:lnTo>
                    <a:pt x="26" y="108"/>
                  </a:lnTo>
                  <a:lnTo>
                    <a:pt x="25" y="108"/>
                  </a:lnTo>
                  <a:lnTo>
                    <a:pt x="25" y="104"/>
                  </a:lnTo>
                  <a:lnTo>
                    <a:pt x="22" y="97"/>
                  </a:lnTo>
                  <a:lnTo>
                    <a:pt x="17" y="93"/>
                  </a:lnTo>
                  <a:lnTo>
                    <a:pt x="9" y="88"/>
                  </a:lnTo>
                  <a:lnTo>
                    <a:pt x="5" y="89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0"/>
                  </a:lnTo>
                  <a:lnTo>
                    <a:pt x="0" y="79"/>
                  </a:lnTo>
                  <a:lnTo>
                    <a:pt x="0" y="77"/>
                  </a:lnTo>
                  <a:lnTo>
                    <a:pt x="0" y="72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1" y="56"/>
                  </a:lnTo>
                  <a:lnTo>
                    <a:pt x="3" y="55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7" y="52"/>
                  </a:lnTo>
                  <a:lnTo>
                    <a:pt x="8" y="50"/>
                  </a:lnTo>
                  <a:lnTo>
                    <a:pt x="8" y="47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9" y="42"/>
                  </a:lnTo>
                  <a:lnTo>
                    <a:pt x="11" y="42"/>
                  </a:lnTo>
                  <a:lnTo>
                    <a:pt x="11" y="39"/>
                  </a:lnTo>
                  <a:lnTo>
                    <a:pt x="13" y="39"/>
                  </a:lnTo>
                  <a:lnTo>
                    <a:pt x="14" y="38"/>
                  </a:lnTo>
                  <a:lnTo>
                    <a:pt x="13" y="34"/>
                  </a:lnTo>
                  <a:lnTo>
                    <a:pt x="13" y="31"/>
                  </a:lnTo>
                  <a:lnTo>
                    <a:pt x="9" y="29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9" y="18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7" name="Freeform 466"/>
            <p:cNvSpPr>
              <a:spLocks/>
            </p:cNvSpPr>
            <p:nvPr/>
          </p:nvSpPr>
          <p:spPr bwMode="auto">
            <a:xfrm>
              <a:off x="5965747" y="4342787"/>
              <a:ext cx="10151" cy="10151"/>
            </a:xfrm>
            <a:custGeom>
              <a:avLst/>
              <a:gdLst>
                <a:gd name="T0" fmla="*/ 2 w 4"/>
                <a:gd name="T1" fmla="*/ 0 h 4"/>
                <a:gd name="T2" fmla="*/ 4 w 4"/>
                <a:gd name="T3" fmla="*/ 1 h 4"/>
                <a:gd name="T4" fmla="*/ 3 w 4"/>
                <a:gd name="T5" fmla="*/ 4 h 4"/>
                <a:gd name="T6" fmla="*/ 2 w 4"/>
                <a:gd name="T7" fmla="*/ 4 h 4"/>
                <a:gd name="T8" fmla="*/ 2 w 4"/>
                <a:gd name="T9" fmla="*/ 4 h 4"/>
                <a:gd name="T10" fmla="*/ 0 w 4"/>
                <a:gd name="T11" fmla="*/ 2 h 4"/>
                <a:gd name="T12" fmla="*/ 2 w 4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lnTo>
                    <a:pt x="4" y="1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8" name="Freeform 467"/>
            <p:cNvSpPr>
              <a:spLocks/>
            </p:cNvSpPr>
            <p:nvPr/>
          </p:nvSpPr>
          <p:spPr bwMode="auto">
            <a:xfrm>
              <a:off x="6024114" y="4236202"/>
              <a:ext cx="15226" cy="22840"/>
            </a:xfrm>
            <a:custGeom>
              <a:avLst/>
              <a:gdLst>
                <a:gd name="T0" fmla="*/ 5 w 6"/>
                <a:gd name="T1" fmla="*/ 0 h 9"/>
                <a:gd name="T2" fmla="*/ 6 w 6"/>
                <a:gd name="T3" fmla="*/ 1 h 9"/>
                <a:gd name="T4" fmla="*/ 6 w 6"/>
                <a:gd name="T5" fmla="*/ 5 h 9"/>
                <a:gd name="T6" fmla="*/ 5 w 6"/>
                <a:gd name="T7" fmla="*/ 9 h 9"/>
                <a:gd name="T8" fmla="*/ 3 w 6"/>
                <a:gd name="T9" fmla="*/ 9 h 9"/>
                <a:gd name="T10" fmla="*/ 0 w 6"/>
                <a:gd name="T11" fmla="*/ 7 h 9"/>
                <a:gd name="T12" fmla="*/ 0 w 6"/>
                <a:gd name="T13" fmla="*/ 6 h 9"/>
                <a:gd name="T14" fmla="*/ 3 w 6"/>
                <a:gd name="T15" fmla="*/ 6 h 9"/>
                <a:gd name="T16" fmla="*/ 3 w 6"/>
                <a:gd name="T17" fmla="*/ 2 h 9"/>
                <a:gd name="T18" fmla="*/ 5 w 6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6" y="1"/>
                  </a:lnTo>
                  <a:lnTo>
                    <a:pt x="6" y="5"/>
                  </a:lnTo>
                  <a:lnTo>
                    <a:pt x="5" y="9"/>
                  </a:lnTo>
                  <a:lnTo>
                    <a:pt x="3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9" name="Freeform 468"/>
            <p:cNvSpPr>
              <a:spLocks/>
            </p:cNvSpPr>
            <p:nvPr/>
          </p:nvSpPr>
          <p:spPr bwMode="auto">
            <a:xfrm>
              <a:off x="6034265" y="3957050"/>
              <a:ext cx="225860" cy="345133"/>
            </a:xfrm>
            <a:custGeom>
              <a:avLst/>
              <a:gdLst>
                <a:gd name="T0" fmla="*/ 72 w 89"/>
                <a:gd name="T1" fmla="*/ 6 h 136"/>
                <a:gd name="T2" fmla="*/ 74 w 89"/>
                <a:gd name="T3" fmla="*/ 12 h 136"/>
                <a:gd name="T4" fmla="*/ 75 w 89"/>
                <a:gd name="T5" fmla="*/ 17 h 136"/>
                <a:gd name="T6" fmla="*/ 75 w 89"/>
                <a:gd name="T7" fmla="*/ 24 h 136"/>
                <a:gd name="T8" fmla="*/ 76 w 89"/>
                <a:gd name="T9" fmla="*/ 31 h 136"/>
                <a:gd name="T10" fmla="*/ 81 w 89"/>
                <a:gd name="T11" fmla="*/ 36 h 136"/>
                <a:gd name="T12" fmla="*/ 80 w 89"/>
                <a:gd name="T13" fmla="*/ 37 h 136"/>
                <a:gd name="T14" fmla="*/ 74 w 89"/>
                <a:gd name="T15" fmla="*/ 37 h 136"/>
                <a:gd name="T16" fmla="*/ 70 w 89"/>
                <a:gd name="T17" fmla="*/ 36 h 136"/>
                <a:gd name="T18" fmla="*/ 66 w 89"/>
                <a:gd name="T19" fmla="*/ 39 h 136"/>
                <a:gd name="T20" fmla="*/ 64 w 89"/>
                <a:gd name="T21" fmla="*/ 42 h 136"/>
                <a:gd name="T22" fmla="*/ 68 w 89"/>
                <a:gd name="T23" fmla="*/ 46 h 136"/>
                <a:gd name="T24" fmla="*/ 79 w 89"/>
                <a:gd name="T25" fmla="*/ 56 h 136"/>
                <a:gd name="T26" fmla="*/ 83 w 89"/>
                <a:gd name="T27" fmla="*/ 65 h 136"/>
                <a:gd name="T28" fmla="*/ 78 w 89"/>
                <a:gd name="T29" fmla="*/ 71 h 136"/>
                <a:gd name="T30" fmla="*/ 72 w 89"/>
                <a:gd name="T31" fmla="*/ 81 h 136"/>
                <a:gd name="T32" fmla="*/ 70 w 89"/>
                <a:gd name="T33" fmla="*/ 86 h 136"/>
                <a:gd name="T34" fmla="*/ 71 w 89"/>
                <a:gd name="T35" fmla="*/ 95 h 136"/>
                <a:gd name="T36" fmla="*/ 72 w 89"/>
                <a:gd name="T37" fmla="*/ 103 h 136"/>
                <a:gd name="T38" fmla="*/ 79 w 89"/>
                <a:gd name="T39" fmla="*/ 110 h 136"/>
                <a:gd name="T40" fmla="*/ 85 w 89"/>
                <a:gd name="T41" fmla="*/ 119 h 136"/>
                <a:gd name="T42" fmla="*/ 89 w 89"/>
                <a:gd name="T43" fmla="*/ 127 h 136"/>
                <a:gd name="T44" fmla="*/ 89 w 89"/>
                <a:gd name="T45" fmla="*/ 128 h 136"/>
                <a:gd name="T46" fmla="*/ 87 w 89"/>
                <a:gd name="T47" fmla="*/ 132 h 136"/>
                <a:gd name="T48" fmla="*/ 87 w 89"/>
                <a:gd name="T49" fmla="*/ 136 h 136"/>
                <a:gd name="T50" fmla="*/ 84 w 89"/>
                <a:gd name="T51" fmla="*/ 135 h 136"/>
                <a:gd name="T52" fmla="*/ 80 w 89"/>
                <a:gd name="T53" fmla="*/ 135 h 136"/>
                <a:gd name="T54" fmla="*/ 76 w 89"/>
                <a:gd name="T55" fmla="*/ 133 h 136"/>
                <a:gd name="T56" fmla="*/ 74 w 89"/>
                <a:gd name="T57" fmla="*/ 132 h 136"/>
                <a:gd name="T58" fmla="*/ 70 w 89"/>
                <a:gd name="T59" fmla="*/ 132 h 136"/>
                <a:gd name="T60" fmla="*/ 52 w 89"/>
                <a:gd name="T61" fmla="*/ 132 h 136"/>
                <a:gd name="T62" fmla="*/ 51 w 89"/>
                <a:gd name="T63" fmla="*/ 131 h 136"/>
                <a:gd name="T64" fmla="*/ 46 w 89"/>
                <a:gd name="T65" fmla="*/ 131 h 136"/>
                <a:gd name="T66" fmla="*/ 39 w 89"/>
                <a:gd name="T67" fmla="*/ 129 h 136"/>
                <a:gd name="T68" fmla="*/ 34 w 89"/>
                <a:gd name="T69" fmla="*/ 131 h 136"/>
                <a:gd name="T70" fmla="*/ 31 w 89"/>
                <a:gd name="T71" fmla="*/ 132 h 136"/>
                <a:gd name="T72" fmla="*/ 16 w 89"/>
                <a:gd name="T73" fmla="*/ 131 h 136"/>
                <a:gd name="T74" fmla="*/ 16 w 89"/>
                <a:gd name="T75" fmla="*/ 129 h 136"/>
                <a:gd name="T76" fmla="*/ 14 w 89"/>
                <a:gd name="T77" fmla="*/ 119 h 136"/>
                <a:gd name="T78" fmla="*/ 13 w 89"/>
                <a:gd name="T79" fmla="*/ 111 h 136"/>
                <a:gd name="T80" fmla="*/ 6 w 89"/>
                <a:gd name="T81" fmla="*/ 108 h 136"/>
                <a:gd name="T82" fmla="*/ 1 w 89"/>
                <a:gd name="T83" fmla="*/ 102 h 136"/>
                <a:gd name="T84" fmla="*/ 2 w 89"/>
                <a:gd name="T85" fmla="*/ 96 h 136"/>
                <a:gd name="T86" fmla="*/ 4 w 89"/>
                <a:gd name="T87" fmla="*/ 89 h 136"/>
                <a:gd name="T88" fmla="*/ 6 w 89"/>
                <a:gd name="T89" fmla="*/ 83 h 136"/>
                <a:gd name="T90" fmla="*/ 13 w 89"/>
                <a:gd name="T91" fmla="*/ 78 h 136"/>
                <a:gd name="T92" fmla="*/ 17 w 89"/>
                <a:gd name="T93" fmla="*/ 74 h 136"/>
                <a:gd name="T94" fmla="*/ 21 w 89"/>
                <a:gd name="T95" fmla="*/ 74 h 136"/>
                <a:gd name="T96" fmla="*/ 26 w 89"/>
                <a:gd name="T97" fmla="*/ 78 h 136"/>
                <a:gd name="T98" fmla="*/ 31 w 89"/>
                <a:gd name="T99" fmla="*/ 78 h 136"/>
                <a:gd name="T100" fmla="*/ 34 w 89"/>
                <a:gd name="T101" fmla="*/ 74 h 136"/>
                <a:gd name="T102" fmla="*/ 38 w 89"/>
                <a:gd name="T103" fmla="*/ 69 h 136"/>
                <a:gd name="T104" fmla="*/ 42 w 89"/>
                <a:gd name="T105" fmla="*/ 61 h 136"/>
                <a:gd name="T106" fmla="*/ 46 w 89"/>
                <a:gd name="T107" fmla="*/ 54 h 136"/>
                <a:gd name="T108" fmla="*/ 50 w 89"/>
                <a:gd name="T109" fmla="*/ 48 h 136"/>
                <a:gd name="T110" fmla="*/ 54 w 89"/>
                <a:gd name="T111" fmla="*/ 42 h 136"/>
                <a:gd name="T112" fmla="*/ 56 w 89"/>
                <a:gd name="T113" fmla="*/ 33 h 136"/>
                <a:gd name="T114" fmla="*/ 59 w 89"/>
                <a:gd name="T115" fmla="*/ 25 h 136"/>
                <a:gd name="T116" fmla="*/ 63 w 89"/>
                <a:gd name="T117" fmla="*/ 21 h 136"/>
                <a:gd name="T118" fmla="*/ 70 w 89"/>
                <a:gd name="T119" fmla="*/ 19 h 136"/>
                <a:gd name="T120" fmla="*/ 68 w 89"/>
                <a:gd name="T121" fmla="*/ 12 h 136"/>
                <a:gd name="T122" fmla="*/ 64 w 89"/>
                <a:gd name="T123" fmla="*/ 8 h 136"/>
                <a:gd name="T124" fmla="*/ 63 w 89"/>
                <a:gd name="T12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9" h="136">
                  <a:moveTo>
                    <a:pt x="63" y="0"/>
                  </a:moveTo>
                  <a:lnTo>
                    <a:pt x="70" y="3"/>
                  </a:lnTo>
                  <a:lnTo>
                    <a:pt x="72" y="6"/>
                  </a:lnTo>
                  <a:lnTo>
                    <a:pt x="72" y="8"/>
                  </a:lnTo>
                  <a:lnTo>
                    <a:pt x="74" y="10"/>
                  </a:lnTo>
                  <a:lnTo>
                    <a:pt x="74" y="12"/>
                  </a:lnTo>
                  <a:lnTo>
                    <a:pt x="75" y="15"/>
                  </a:lnTo>
                  <a:lnTo>
                    <a:pt x="75" y="16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6" y="20"/>
                  </a:lnTo>
                  <a:lnTo>
                    <a:pt x="75" y="24"/>
                  </a:lnTo>
                  <a:lnTo>
                    <a:pt x="74" y="25"/>
                  </a:lnTo>
                  <a:lnTo>
                    <a:pt x="74" y="28"/>
                  </a:lnTo>
                  <a:lnTo>
                    <a:pt x="76" y="31"/>
                  </a:lnTo>
                  <a:lnTo>
                    <a:pt x="78" y="31"/>
                  </a:lnTo>
                  <a:lnTo>
                    <a:pt x="79" y="33"/>
                  </a:lnTo>
                  <a:lnTo>
                    <a:pt x="81" y="36"/>
                  </a:lnTo>
                  <a:lnTo>
                    <a:pt x="83" y="37"/>
                  </a:lnTo>
                  <a:lnTo>
                    <a:pt x="81" y="37"/>
                  </a:lnTo>
                  <a:lnTo>
                    <a:pt x="80" y="37"/>
                  </a:lnTo>
                  <a:lnTo>
                    <a:pt x="79" y="37"/>
                  </a:lnTo>
                  <a:lnTo>
                    <a:pt x="76" y="36"/>
                  </a:lnTo>
                  <a:lnTo>
                    <a:pt x="74" y="37"/>
                  </a:lnTo>
                  <a:lnTo>
                    <a:pt x="72" y="36"/>
                  </a:lnTo>
                  <a:lnTo>
                    <a:pt x="70" y="37"/>
                  </a:lnTo>
                  <a:lnTo>
                    <a:pt x="70" y="36"/>
                  </a:lnTo>
                  <a:lnTo>
                    <a:pt x="67" y="36"/>
                  </a:lnTo>
                  <a:lnTo>
                    <a:pt x="66" y="36"/>
                  </a:lnTo>
                  <a:lnTo>
                    <a:pt x="66" y="39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4" y="42"/>
                  </a:lnTo>
                  <a:lnTo>
                    <a:pt x="66" y="44"/>
                  </a:lnTo>
                  <a:lnTo>
                    <a:pt x="67" y="45"/>
                  </a:lnTo>
                  <a:lnTo>
                    <a:pt x="68" y="46"/>
                  </a:lnTo>
                  <a:lnTo>
                    <a:pt x="72" y="49"/>
                  </a:lnTo>
                  <a:lnTo>
                    <a:pt x="78" y="54"/>
                  </a:lnTo>
                  <a:lnTo>
                    <a:pt x="79" y="56"/>
                  </a:lnTo>
                  <a:lnTo>
                    <a:pt x="80" y="58"/>
                  </a:lnTo>
                  <a:lnTo>
                    <a:pt x="83" y="62"/>
                  </a:lnTo>
                  <a:lnTo>
                    <a:pt x="83" y="65"/>
                  </a:lnTo>
                  <a:lnTo>
                    <a:pt x="80" y="67"/>
                  </a:lnTo>
                  <a:lnTo>
                    <a:pt x="79" y="69"/>
                  </a:lnTo>
                  <a:lnTo>
                    <a:pt x="78" y="71"/>
                  </a:lnTo>
                  <a:lnTo>
                    <a:pt x="76" y="75"/>
                  </a:lnTo>
                  <a:lnTo>
                    <a:pt x="75" y="78"/>
                  </a:lnTo>
                  <a:lnTo>
                    <a:pt x="72" y="81"/>
                  </a:lnTo>
                  <a:lnTo>
                    <a:pt x="71" y="82"/>
                  </a:lnTo>
                  <a:lnTo>
                    <a:pt x="70" y="83"/>
                  </a:lnTo>
                  <a:lnTo>
                    <a:pt x="70" y="86"/>
                  </a:lnTo>
                  <a:lnTo>
                    <a:pt x="71" y="89"/>
                  </a:lnTo>
                  <a:lnTo>
                    <a:pt x="71" y="92"/>
                  </a:lnTo>
                  <a:lnTo>
                    <a:pt x="71" y="95"/>
                  </a:lnTo>
                  <a:lnTo>
                    <a:pt x="72" y="98"/>
                  </a:lnTo>
                  <a:lnTo>
                    <a:pt x="72" y="103"/>
                  </a:lnTo>
                  <a:lnTo>
                    <a:pt x="72" y="103"/>
                  </a:lnTo>
                  <a:lnTo>
                    <a:pt x="76" y="104"/>
                  </a:lnTo>
                  <a:lnTo>
                    <a:pt x="78" y="107"/>
                  </a:lnTo>
                  <a:lnTo>
                    <a:pt x="79" y="110"/>
                  </a:lnTo>
                  <a:lnTo>
                    <a:pt x="81" y="114"/>
                  </a:lnTo>
                  <a:lnTo>
                    <a:pt x="84" y="117"/>
                  </a:lnTo>
                  <a:lnTo>
                    <a:pt x="85" y="119"/>
                  </a:lnTo>
                  <a:lnTo>
                    <a:pt x="88" y="121"/>
                  </a:lnTo>
                  <a:lnTo>
                    <a:pt x="89" y="124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9" y="128"/>
                  </a:lnTo>
                  <a:lnTo>
                    <a:pt x="89" y="129"/>
                  </a:lnTo>
                  <a:lnTo>
                    <a:pt x="88" y="131"/>
                  </a:lnTo>
                  <a:lnTo>
                    <a:pt x="87" y="132"/>
                  </a:lnTo>
                  <a:lnTo>
                    <a:pt x="88" y="135"/>
                  </a:lnTo>
                  <a:lnTo>
                    <a:pt x="88" y="135"/>
                  </a:lnTo>
                  <a:lnTo>
                    <a:pt x="87" y="136"/>
                  </a:lnTo>
                  <a:lnTo>
                    <a:pt x="85" y="135"/>
                  </a:lnTo>
                  <a:lnTo>
                    <a:pt x="85" y="135"/>
                  </a:lnTo>
                  <a:lnTo>
                    <a:pt x="84" y="135"/>
                  </a:lnTo>
                  <a:lnTo>
                    <a:pt x="83" y="135"/>
                  </a:lnTo>
                  <a:lnTo>
                    <a:pt x="80" y="135"/>
                  </a:lnTo>
                  <a:lnTo>
                    <a:pt x="80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6" y="133"/>
                  </a:lnTo>
                  <a:lnTo>
                    <a:pt x="75" y="135"/>
                  </a:lnTo>
                  <a:lnTo>
                    <a:pt x="75" y="133"/>
                  </a:lnTo>
                  <a:lnTo>
                    <a:pt x="74" y="132"/>
                  </a:lnTo>
                  <a:lnTo>
                    <a:pt x="72" y="133"/>
                  </a:lnTo>
                  <a:lnTo>
                    <a:pt x="71" y="132"/>
                  </a:lnTo>
                  <a:lnTo>
                    <a:pt x="70" y="132"/>
                  </a:lnTo>
                  <a:lnTo>
                    <a:pt x="70" y="132"/>
                  </a:lnTo>
                  <a:lnTo>
                    <a:pt x="68" y="132"/>
                  </a:lnTo>
                  <a:lnTo>
                    <a:pt x="52" y="132"/>
                  </a:lnTo>
                  <a:lnTo>
                    <a:pt x="52" y="131"/>
                  </a:lnTo>
                  <a:lnTo>
                    <a:pt x="51" y="131"/>
                  </a:lnTo>
                  <a:lnTo>
                    <a:pt x="51" y="131"/>
                  </a:lnTo>
                  <a:lnTo>
                    <a:pt x="47" y="131"/>
                  </a:lnTo>
                  <a:lnTo>
                    <a:pt x="47" y="131"/>
                  </a:lnTo>
                  <a:lnTo>
                    <a:pt x="46" y="131"/>
                  </a:lnTo>
                  <a:lnTo>
                    <a:pt x="43" y="131"/>
                  </a:lnTo>
                  <a:lnTo>
                    <a:pt x="43" y="131"/>
                  </a:lnTo>
                  <a:lnTo>
                    <a:pt x="39" y="129"/>
                  </a:lnTo>
                  <a:lnTo>
                    <a:pt x="38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3" y="131"/>
                  </a:lnTo>
                  <a:lnTo>
                    <a:pt x="31" y="131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17" y="132"/>
                  </a:lnTo>
                  <a:lnTo>
                    <a:pt x="16" y="131"/>
                  </a:lnTo>
                  <a:lnTo>
                    <a:pt x="14" y="131"/>
                  </a:lnTo>
                  <a:lnTo>
                    <a:pt x="13" y="132"/>
                  </a:lnTo>
                  <a:lnTo>
                    <a:pt x="16" y="129"/>
                  </a:lnTo>
                  <a:lnTo>
                    <a:pt x="13" y="128"/>
                  </a:lnTo>
                  <a:lnTo>
                    <a:pt x="14" y="124"/>
                  </a:lnTo>
                  <a:lnTo>
                    <a:pt x="14" y="119"/>
                  </a:lnTo>
                  <a:lnTo>
                    <a:pt x="12" y="116"/>
                  </a:lnTo>
                  <a:lnTo>
                    <a:pt x="12" y="112"/>
                  </a:lnTo>
                  <a:lnTo>
                    <a:pt x="13" y="111"/>
                  </a:lnTo>
                  <a:lnTo>
                    <a:pt x="12" y="108"/>
                  </a:lnTo>
                  <a:lnTo>
                    <a:pt x="8" y="110"/>
                  </a:lnTo>
                  <a:lnTo>
                    <a:pt x="6" y="108"/>
                  </a:lnTo>
                  <a:lnTo>
                    <a:pt x="5" y="108"/>
                  </a:lnTo>
                  <a:lnTo>
                    <a:pt x="4" y="102"/>
                  </a:lnTo>
                  <a:lnTo>
                    <a:pt x="1" y="102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2" y="96"/>
                  </a:lnTo>
                  <a:lnTo>
                    <a:pt x="4" y="94"/>
                  </a:lnTo>
                  <a:lnTo>
                    <a:pt x="4" y="90"/>
                  </a:lnTo>
                  <a:lnTo>
                    <a:pt x="4" y="89"/>
                  </a:lnTo>
                  <a:lnTo>
                    <a:pt x="5" y="87"/>
                  </a:lnTo>
                  <a:lnTo>
                    <a:pt x="5" y="86"/>
                  </a:lnTo>
                  <a:lnTo>
                    <a:pt x="6" y="83"/>
                  </a:lnTo>
                  <a:lnTo>
                    <a:pt x="9" y="82"/>
                  </a:lnTo>
                  <a:lnTo>
                    <a:pt x="10" y="81"/>
                  </a:lnTo>
                  <a:lnTo>
                    <a:pt x="13" y="78"/>
                  </a:lnTo>
                  <a:lnTo>
                    <a:pt x="13" y="75"/>
                  </a:lnTo>
                  <a:lnTo>
                    <a:pt x="14" y="74"/>
                  </a:lnTo>
                  <a:lnTo>
                    <a:pt x="17" y="74"/>
                  </a:lnTo>
                  <a:lnTo>
                    <a:pt x="17" y="73"/>
                  </a:lnTo>
                  <a:lnTo>
                    <a:pt x="18" y="74"/>
                  </a:lnTo>
                  <a:lnTo>
                    <a:pt x="21" y="74"/>
                  </a:lnTo>
                  <a:lnTo>
                    <a:pt x="22" y="74"/>
                  </a:lnTo>
                  <a:lnTo>
                    <a:pt x="25" y="75"/>
                  </a:lnTo>
                  <a:lnTo>
                    <a:pt x="26" y="78"/>
                  </a:lnTo>
                  <a:lnTo>
                    <a:pt x="29" y="79"/>
                  </a:lnTo>
                  <a:lnTo>
                    <a:pt x="30" y="81"/>
                  </a:lnTo>
                  <a:lnTo>
                    <a:pt x="31" y="78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7" y="73"/>
                  </a:lnTo>
                  <a:lnTo>
                    <a:pt x="38" y="71"/>
                  </a:lnTo>
                  <a:lnTo>
                    <a:pt x="38" y="69"/>
                  </a:lnTo>
                  <a:lnTo>
                    <a:pt x="38" y="66"/>
                  </a:lnTo>
                  <a:lnTo>
                    <a:pt x="42" y="62"/>
                  </a:lnTo>
                  <a:lnTo>
                    <a:pt x="42" y="61"/>
                  </a:lnTo>
                  <a:lnTo>
                    <a:pt x="42" y="60"/>
                  </a:lnTo>
                  <a:lnTo>
                    <a:pt x="43" y="57"/>
                  </a:lnTo>
                  <a:lnTo>
                    <a:pt x="46" y="54"/>
                  </a:lnTo>
                  <a:lnTo>
                    <a:pt x="49" y="53"/>
                  </a:lnTo>
                  <a:lnTo>
                    <a:pt x="49" y="50"/>
                  </a:lnTo>
                  <a:lnTo>
                    <a:pt x="50" y="48"/>
                  </a:lnTo>
                  <a:lnTo>
                    <a:pt x="50" y="45"/>
                  </a:lnTo>
                  <a:lnTo>
                    <a:pt x="51" y="42"/>
                  </a:lnTo>
                  <a:lnTo>
                    <a:pt x="54" y="42"/>
                  </a:lnTo>
                  <a:lnTo>
                    <a:pt x="56" y="40"/>
                  </a:lnTo>
                  <a:lnTo>
                    <a:pt x="56" y="37"/>
                  </a:lnTo>
                  <a:lnTo>
                    <a:pt x="56" y="33"/>
                  </a:lnTo>
                  <a:lnTo>
                    <a:pt x="56" y="32"/>
                  </a:lnTo>
                  <a:lnTo>
                    <a:pt x="58" y="29"/>
                  </a:lnTo>
                  <a:lnTo>
                    <a:pt x="59" y="25"/>
                  </a:lnTo>
                  <a:lnTo>
                    <a:pt x="60" y="24"/>
                  </a:lnTo>
                  <a:lnTo>
                    <a:pt x="62" y="24"/>
                  </a:lnTo>
                  <a:lnTo>
                    <a:pt x="63" y="21"/>
                  </a:lnTo>
                  <a:lnTo>
                    <a:pt x="64" y="21"/>
                  </a:lnTo>
                  <a:lnTo>
                    <a:pt x="67" y="20"/>
                  </a:lnTo>
                  <a:lnTo>
                    <a:pt x="70" y="19"/>
                  </a:lnTo>
                  <a:lnTo>
                    <a:pt x="70" y="17"/>
                  </a:lnTo>
                  <a:lnTo>
                    <a:pt x="68" y="14"/>
                  </a:lnTo>
                  <a:lnTo>
                    <a:pt x="68" y="12"/>
                  </a:lnTo>
                  <a:lnTo>
                    <a:pt x="68" y="11"/>
                  </a:lnTo>
                  <a:lnTo>
                    <a:pt x="66" y="11"/>
                  </a:lnTo>
                  <a:lnTo>
                    <a:pt x="64" y="8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0" name="Freeform 469"/>
            <p:cNvSpPr>
              <a:spLocks/>
            </p:cNvSpPr>
            <p:nvPr/>
          </p:nvSpPr>
          <p:spPr bwMode="auto">
            <a:xfrm>
              <a:off x="6034265" y="4284420"/>
              <a:ext cx="172567" cy="187793"/>
            </a:xfrm>
            <a:custGeom>
              <a:avLst/>
              <a:gdLst>
                <a:gd name="T0" fmla="*/ 43 w 68"/>
                <a:gd name="T1" fmla="*/ 2 h 74"/>
                <a:gd name="T2" fmla="*/ 46 w 68"/>
                <a:gd name="T3" fmla="*/ 2 h 74"/>
                <a:gd name="T4" fmla="*/ 47 w 68"/>
                <a:gd name="T5" fmla="*/ 2 h 74"/>
                <a:gd name="T6" fmla="*/ 51 w 68"/>
                <a:gd name="T7" fmla="*/ 2 h 74"/>
                <a:gd name="T8" fmla="*/ 52 w 68"/>
                <a:gd name="T9" fmla="*/ 3 h 74"/>
                <a:gd name="T10" fmla="*/ 52 w 68"/>
                <a:gd name="T11" fmla="*/ 4 h 74"/>
                <a:gd name="T12" fmla="*/ 52 w 68"/>
                <a:gd name="T13" fmla="*/ 10 h 74"/>
                <a:gd name="T14" fmla="*/ 52 w 68"/>
                <a:gd name="T15" fmla="*/ 13 h 74"/>
                <a:gd name="T16" fmla="*/ 56 w 68"/>
                <a:gd name="T17" fmla="*/ 13 h 74"/>
                <a:gd name="T18" fmla="*/ 60 w 68"/>
                <a:gd name="T19" fmla="*/ 12 h 74"/>
                <a:gd name="T20" fmla="*/ 67 w 68"/>
                <a:gd name="T21" fmla="*/ 12 h 74"/>
                <a:gd name="T22" fmla="*/ 68 w 68"/>
                <a:gd name="T23" fmla="*/ 16 h 74"/>
                <a:gd name="T24" fmla="*/ 68 w 68"/>
                <a:gd name="T25" fmla="*/ 19 h 74"/>
                <a:gd name="T26" fmla="*/ 66 w 68"/>
                <a:gd name="T27" fmla="*/ 21 h 74"/>
                <a:gd name="T28" fmla="*/ 63 w 68"/>
                <a:gd name="T29" fmla="*/ 25 h 74"/>
                <a:gd name="T30" fmla="*/ 64 w 68"/>
                <a:gd name="T31" fmla="*/ 27 h 74"/>
                <a:gd name="T32" fmla="*/ 63 w 68"/>
                <a:gd name="T33" fmla="*/ 28 h 74"/>
                <a:gd name="T34" fmla="*/ 62 w 68"/>
                <a:gd name="T35" fmla="*/ 29 h 74"/>
                <a:gd name="T36" fmla="*/ 63 w 68"/>
                <a:gd name="T37" fmla="*/ 32 h 74"/>
                <a:gd name="T38" fmla="*/ 64 w 68"/>
                <a:gd name="T39" fmla="*/ 33 h 74"/>
                <a:gd name="T40" fmla="*/ 67 w 68"/>
                <a:gd name="T41" fmla="*/ 36 h 74"/>
                <a:gd name="T42" fmla="*/ 68 w 68"/>
                <a:gd name="T43" fmla="*/ 40 h 74"/>
                <a:gd name="T44" fmla="*/ 64 w 68"/>
                <a:gd name="T45" fmla="*/ 53 h 74"/>
                <a:gd name="T46" fmla="*/ 64 w 68"/>
                <a:gd name="T47" fmla="*/ 57 h 74"/>
                <a:gd name="T48" fmla="*/ 63 w 68"/>
                <a:gd name="T49" fmla="*/ 56 h 74"/>
                <a:gd name="T50" fmla="*/ 58 w 68"/>
                <a:gd name="T51" fmla="*/ 54 h 74"/>
                <a:gd name="T52" fmla="*/ 55 w 68"/>
                <a:gd name="T53" fmla="*/ 56 h 74"/>
                <a:gd name="T54" fmla="*/ 50 w 68"/>
                <a:gd name="T55" fmla="*/ 54 h 74"/>
                <a:gd name="T56" fmla="*/ 46 w 68"/>
                <a:gd name="T57" fmla="*/ 49 h 74"/>
                <a:gd name="T58" fmla="*/ 46 w 68"/>
                <a:gd name="T59" fmla="*/ 53 h 74"/>
                <a:gd name="T60" fmla="*/ 41 w 68"/>
                <a:gd name="T61" fmla="*/ 56 h 74"/>
                <a:gd name="T62" fmla="*/ 38 w 68"/>
                <a:gd name="T63" fmla="*/ 57 h 74"/>
                <a:gd name="T64" fmla="*/ 35 w 68"/>
                <a:gd name="T65" fmla="*/ 57 h 74"/>
                <a:gd name="T66" fmla="*/ 31 w 68"/>
                <a:gd name="T67" fmla="*/ 58 h 74"/>
                <a:gd name="T68" fmla="*/ 31 w 68"/>
                <a:gd name="T69" fmla="*/ 62 h 74"/>
                <a:gd name="T70" fmla="*/ 35 w 68"/>
                <a:gd name="T71" fmla="*/ 61 h 74"/>
                <a:gd name="T72" fmla="*/ 38 w 68"/>
                <a:gd name="T73" fmla="*/ 63 h 74"/>
                <a:gd name="T74" fmla="*/ 38 w 68"/>
                <a:gd name="T75" fmla="*/ 71 h 74"/>
                <a:gd name="T76" fmla="*/ 34 w 68"/>
                <a:gd name="T77" fmla="*/ 69 h 74"/>
                <a:gd name="T78" fmla="*/ 31 w 68"/>
                <a:gd name="T79" fmla="*/ 70 h 74"/>
                <a:gd name="T80" fmla="*/ 30 w 68"/>
                <a:gd name="T81" fmla="*/ 73 h 74"/>
                <a:gd name="T82" fmla="*/ 27 w 68"/>
                <a:gd name="T83" fmla="*/ 74 h 74"/>
                <a:gd name="T84" fmla="*/ 26 w 68"/>
                <a:gd name="T85" fmla="*/ 71 h 74"/>
                <a:gd name="T86" fmla="*/ 20 w 68"/>
                <a:gd name="T87" fmla="*/ 66 h 74"/>
                <a:gd name="T88" fmla="*/ 12 w 68"/>
                <a:gd name="T89" fmla="*/ 58 h 74"/>
                <a:gd name="T90" fmla="*/ 9 w 68"/>
                <a:gd name="T91" fmla="*/ 56 h 74"/>
                <a:gd name="T92" fmla="*/ 6 w 68"/>
                <a:gd name="T93" fmla="*/ 52 h 74"/>
                <a:gd name="T94" fmla="*/ 4 w 68"/>
                <a:gd name="T95" fmla="*/ 45 h 74"/>
                <a:gd name="T96" fmla="*/ 2 w 68"/>
                <a:gd name="T97" fmla="*/ 42 h 74"/>
                <a:gd name="T98" fmla="*/ 1 w 68"/>
                <a:gd name="T99" fmla="*/ 36 h 74"/>
                <a:gd name="T100" fmla="*/ 5 w 68"/>
                <a:gd name="T101" fmla="*/ 35 h 74"/>
                <a:gd name="T102" fmla="*/ 6 w 68"/>
                <a:gd name="T103" fmla="*/ 24 h 74"/>
                <a:gd name="T104" fmla="*/ 13 w 68"/>
                <a:gd name="T105" fmla="*/ 25 h 74"/>
                <a:gd name="T106" fmla="*/ 8 w 68"/>
                <a:gd name="T107" fmla="*/ 20 h 74"/>
                <a:gd name="T108" fmla="*/ 10 w 68"/>
                <a:gd name="T109" fmla="*/ 17 h 74"/>
                <a:gd name="T110" fmla="*/ 13 w 68"/>
                <a:gd name="T111" fmla="*/ 16 h 74"/>
                <a:gd name="T112" fmla="*/ 14 w 68"/>
                <a:gd name="T113" fmla="*/ 16 h 74"/>
                <a:gd name="T114" fmla="*/ 31 w 68"/>
                <a:gd name="T115" fmla="*/ 3 h 74"/>
                <a:gd name="T116" fmla="*/ 33 w 68"/>
                <a:gd name="T117" fmla="*/ 2 h 74"/>
                <a:gd name="T118" fmla="*/ 34 w 68"/>
                <a:gd name="T119" fmla="*/ 2 h 74"/>
                <a:gd name="T120" fmla="*/ 39 w 68"/>
                <a:gd name="T12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8" h="74">
                  <a:moveTo>
                    <a:pt x="39" y="0"/>
                  </a:moveTo>
                  <a:lnTo>
                    <a:pt x="43" y="2"/>
                  </a:lnTo>
                  <a:lnTo>
                    <a:pt x="43" y="2"/>
                  </a:lnTo>
                  <a:lnTo>
                    <a:pt x="46" y="2"/>
                  </a:lnTo>
                  <a:lnTo>
                    <a:pt x="47" y="2"/>
                  </a:lnTo>
                  <a:lnTo>
                    <a:pt x="47" y="2"/>
                  </a:lnTo>
                  <a:lnTo>
                    <a:pt x="51" y="2"/>
                  </a:lnTo>
                  <a:lnTo>
                    <a:pt x="51" y="2"/>
                  </a:lnTo>
                  <a:lnTo>
                    <a:pt x="52" y="2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52" y="4"/>
                  </a:lnTo>
                  <a:lnTo>
                    <a:pt x="52" y="7"/>
                  </a:lnTo>
                  <a:lnTo>
                    <a:pt x="52" y="10"/>
                  </a:lnTo>
                  <a:lnTo>
                    <a:pt x="54" y="12"/>
                  </a:lnTo>
                  <a:lnTo>
                    <a:pt x="52" y="13"/>
                  </a:lnTo>
                  <a:lnTo>
                    <a:pt x="54" y="13"/>
                  </a:lnTo>
                  <a:lnTo>
                    <a:pt x="56" y="13"/>
                  </a:lnTo>
                  <a:lnTo>
                    <a:pt x="58" y="13"/>
                  </a:lnTo>
                  <a:lnTo>
                    <a:pt x="60" y="12"/>
                  </a:lnTo>
                  <a:lnTo>
                    <a:pt x="63" y="12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68" y="16"/>
                  </a:lnTo>
                  <a:lnTo>
                    <a:pt x="67" y="17"/>
                  </a:lnTo>
                  <a:lnTo>
                    <a:pt x="68" y="19"/>
                  </a:lnTo>
                  <a:lnTo>
                    <a:pt x="68" y="21"/>
                  </a:lnTo>
                  <a:lnTo>
                    <a:pt x="66" y="21"/>
                  </a:lnTo>
                  <a:lnTo>
                    <a:pt x="63" y="23"/>
                  </a:lnTo>
                  <a:lnTo>
                    <a:pt x="63" y="25"/>
                  </a:lnTo>
                  <a:lnTo>
                    <a:pt x="63" y="25"/>
                  </a:lnTo>
                  <a:lnTo>
                    <a:pt x="64" y="27"/>
                  </a:lnTo>
                  <a:lnTo>
                    <a:pt x="63" y="27"/>
                  </a:lnTo>
                  <a:lnTo>
                    <a:pt x="63" y="28"/>
                  </a:lnTo>
                  <a:lnTo>
                    <a:pt x="62" y="28"/>
                  </a:lnTo>
                  <a:lnTo>
                    <a:pt x="62" y="29"/>
                  </a:lnTo>
                  <a:lnTo>
                    <a:pt x="62" y="31"/>
                  </a:lnTo>
                  <a:lnTo>
                    <a:pt x="63" y="32"/>
                  </a:lnTo>
                  <a:lnTo>
                    <a:pt x="64" y="32"/>
                  </a:lnTo>
                  <a:lnTo>
                    <a:pt x="64" y="33"/>
                  </a:lnTo>
                  <a:lnTo>
                    <a:pt x="66" y="35"/>
                  </a:lnTo>
                  <a:lnTo>
                    <a:pt x="67" y="36"/>
                  </a:lnTo>
                  <a:lnTo>
                    <a:pt x="68" y="37"/>
                  </a:lnTo>
                  <a:lnTo>
                    <a:pt x="68" y="40"/>
                  </a:lnTo>
                  <a:lnTo>
                    <a:pt x="67" y="44"/>
                  </a:lnTo>
                  <a:lnTo>
                    <a:pt x="64" y="53"/>
                  </a:lnTo>
                  <a:lnTo>
                    <a:pt x="64" y="56"/>
                  </a:lnTo>
                  <a:lnTo>
                    <a:pt x="64" y="57"/>
                  </a:lnTo>
                  <a:lnTo>
                    <a:pt x="63" y="57"/>
                  </a:lnTo>
                  <a:lnTo>
                    <a:pt x="63" y="56"/>
                  </a:lnTo>
                  <a:lnTo>
                    <a:pt x="60" y="54"/>
                  </a:lnTo>
                  <a:lnTo>
                    <a:pt x="58" y="54"/>
                  </a:lnTo>
                  <a:lnTo>
                    <a:pt x="56" y="56"/>
                  </a:lnTo>
                  <a:lnTo>
                    <a:pt x="55" y="56"/>
                  </a:lnTo>
                  <a:lnTo>
                    <a:pt x="51" y="56"/>
                  </a:lnTo>
                  <a:lnTo>
                    <a:pt x="50" y="54"/>
                  </a:lnTo>
                  <a:lnTo>
                    <a:pt x="49" y="49"/>
                  </a:lnTo>
                  <a:lnTo>
                    <a:pt x="46" y="49"/>
                  </a:lnTo>
                  <a:lnTo>
                    <a:pt x="45" y="50"/>
                  </a:lnTo>
                  <a:lnTo>
                    <a:pt x="46" y="53"/>
                  </a:lnTo>
                  <a:lnTo>
                    <a:pt x="45" y="56"/>
                  </a:lnTo>
                  <a:lnTo>
                    <a:pt x="41" y="56"/>
                  </a:lnTo>
                  <a:lnTo>
                    <a:pt x="39" y="56"/>
                  </a:lnTo>
                  <a:lnTo>
                    <a:pt x="38" y="57"/>
                  </a:lnTo>
                  <a:lnTo>
                    <a:pt x="37" y="58"/>
                  </a:lnTo>
                  <a:lnTo>
                    <a:pt x="35" y="57"/>
                  </a:lnTo>
                  <a:lnTo>
                    <a:pt x="33" y="57"/>
                  </a:lnTo>
                  <a:lnTo>
                    <a:pt x="31" y="58"/>
                  </a:lnTo>
                  <a:lnTo>
                    <a:pt x="31" y="60"/>
                  </a:lnTo>
                  <a:lnTo>
                    <a:pt x="31" y="62"/>
                  </a:lnTo>
                  <a:lnTo>
                    <a:pt x="34" y="61"/>
                  </a:lnTo>
                  <a:lnTo>
                    <a:pt x="35" y="61"/>
                  </a:lnTo>
                  <a:lnTo>
                    <a:pt x="37" y="62"/>
                  </a:lnTo>
                  <a:lnTo>
                    <a:pt x="38" y="63"/>
                  </a:lnTo>
                  <a:lnTo>
                    <a:pt x="39" y="69"/>
                  </a:lnTo>
                  <a:lnTo>
                    <a:pt x="38" y="71"/>
                  </a:lnTo>
                  <a:lnTo>
                    <a:pt x="35" y="69"/>
                  </a:lnTo>
                  <a:lnTo>
                    <a:pt x="34" y="69"/>
                  </a:lnTo>
                  <a:lnTo>
                    <a:pt x="34" y="70"/>
                  </a:lnTo>
                  <a:lnTo>
                    <a:pt x="31" y="70"/>
                  </a:lnTo>
                  <a:lnTo>
                    <a:pt x="30" y="70"/>
                  </a:lnTo>
                  <a:lnTo>
                    <a:pt x="30" y="73"/>
                  </a:lnTo>
                  <a:lnTo>
                    <a:pt x="29" y="74"/>
                  </a:lnTo>
                  <a:lnTo>
                    <a:pt x="27" y="74"/>
                  </a:lnTo>
                  <a:lnTo>
                    <a:pt x="26" y="73"/>
                  </a:lnTo>
                  <a:lnTo>
                    <a:pt x="26" y="71"/>
                  </a:lnTo>
                  <a:lnTo>
                    <a:pt x="21" y="69"/>
                  </a:lnTo>
                  <a:lnTo>
                    <a:pt x="20" y="66"/>
                  </a:lnTo>
                  <a:lnTo>
                    <a:pt x="14" y="62"/>
                  </a:lnTo>
                  <a:lnTo>
                    <a:pt x="12" y="58"/>
                  </a:lnTo>
                  <a:lnTo>
                    <a:pt x="13" y="58"/>
                  </a:lnTo>
                  <a:lnTo>
                    <a:pt x="9" y="56"/>
                  </a:lnTo>
                  <a:lnTo>
                    <a:pt x="8" y="53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4" y="45"/>
                  </a:lnTo>
                  <a:lnTo>
                    <a:pt x="4" y="42"/>
                  </a:lnTo>
                  <a:lnTo>
                    <a:pt x="2" y="42"/>
                  </a:lnTo>
                  <a:lnTo>
                    <a:pt x="0" y="37"/>
                  </a:lnTo>
                  <a:lnTo>
                    <a:pt x="1" y="36"/>
                  </a:lnTo>
                  <a:lnTo>
                    <a:pt x="4" y="36"/>
                  </a:lnTo>
                  <a:lnTo>
                    <a:pt x="5" y="35"/>
                  </a:lnTo>
                  <a:lnTo>
                    <a:pt x="6" y="28"/>
                  </a:lnTo>
                  <a:lnTo>
                    <a:pt x="6" y="24"/>
                  </a:lnTo>
                  <a:lnTo>
                    <a:pt x="8" y="27"/>
                  </a:lnTo>
                  <a:lnTo>
                    <a:pt x="13" y="25"/>
                  </a:lnTo>
                  <a:lnTo>
                    <a:pt x="9" y="24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10" y="17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31" y="16"/>
                  </a:lnTo>
                  <a:lnTo>
                    <a:pt x="31" y="3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8" y="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1" name="Freeform 470"/>
            <p:cNvSpPr>
              <a:spLocks/>
            </p:cNvSpPr>
            <p:nvPr/>
          </p:nvSpPr>
          <p:spPr bwMode="auto">
            <a:xfrm>
              <a:off x="6049491" y="4289495"/>
              <a:ext cx="63444" cy="38067"/>
            </a:xfrm>
            <a:custGeom>
              <a:avLst/>
              <a:gdLst>
                <a:gd name="T0" fmla="*/ 8 w 25"/>
                <a:gd name="T1" fmla="*/ 0 h 15"/>
                <a:gd name="T2" fmla="*/ 10 w 25"/>
                <a:gd name="T3" fmla="*/ 0 h 15"/>
                <a:gd name="T4" fmla="*/ 11 w 25"/>
                <a:gd name="T5" fmla="*/ 1 h 15"/>
                <a:gd name="T6" fmla="*/ 25 w 25"/>
                <a:gd name="T7" fmla="*/ 1 h 15"/>
                <a:gd name="T8" fmla="*/ 25 w 25"/>
                <a:gd name="T9" fmla="*/ 14 h 15"/>
                <a:gd name="T10" fmla="*/ 8 w 25"/>
                <a:gd name="T11" fmla="*/ 14 h 15"/>
                <a:gd name="T12" fmla="*/ 8 w 25"/>
                <a:gd name="T13" fmla="*/ 14 h 15"/>
                <a:gd name="T14" fmla="*/ 7 w 25"/>
                <a:gd name="T15" fmla="*/ 14 h 15"/>
                <a:gd name="T16" fmla="*/ 6 w 25"/>
                <a:gd name="T17" fmla="*/ 15 h 15"/>
                <a:gd name="T18" fmla="*/ 4 w 25"/>
                <a:gd name="T19" fmla="*/ 15 h 15"/>
                <a:gd name="T20" fmla="*/ 4 w 25"/>
                <a:gd name="T21" fmla="*/ 14 h 15"/>
                <a:gd name="T22" fmla="*/ 0 w 25"/>
                <a:gd name="T23" fmla="*/ 13 h 15"/>
                <a:gd name="T24" fmla="*/ 4 w 25"/>
                <a:gd name="T25" fmla="*/ 8 h 15"/>
                <a:gd name="T26" fmla="*/ 7 w 25"/>
                <a:gd name="T27" fmla="*/ 2 h 15"/>
                <a:gd name="T28" fmla="*/ 7 w 25"/>
                <a:gd name="T29" fmla="*/ 1 h 15"/>
                <a:gd name="T30" fmla="*/ 7 w 25"/>
                <a:gd name="T31" fmla="*/ 1 h 15"/>
                <a:gd name="T32" fmla="*/ 8 w 25"/>
                <a:gd name="T3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5">
                  <a:moveTo>
                    <a:pt x="8" y="0"/>
                  </a:moveTo>
                  <a:lnTo>
                    <a:pt x="10" y="0"/>
                  </a:lnTo>
                  <a:lnTo>
                    <a:pt x="11" y="1"/>
                  </a:lnTo>
                  <a:lnTo>
                    <a:pt x="25" y="1"/>
                  </a:lnTo>
                  <a:lnTo>
                    <a:pt x="25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6" y="15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0" y="13"/>
                  </a:lnTo>
                  <a:lnTo>
                    <a:pt x="4" y="8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2" name="Freeform 471"/>
            <p:cNvSpPr>
              <a:spLocks/>
            </p:cNvSpPr>
            <p:nvPr/>
          </p:nvSpPr>
          <p:spPr bwMode="auto">
            <a:xfrm>
              <a:off x="6107860" y="4238740"/>
              <a:ext cx="230936" cy="269001"/>
            </a:xfrm>
            <a:custGeom>
              <a:avLst/>
              <a:gdLst>
                <a:gd name="T0" fmla="*/ 84 w 91"/>
                <a:gd name="T1" fmla="*/ 1 h 106"/>
                <a:gd name="T2" fmla="*/ 89 w 91"/>
                <a:gd name="T3" fmla="*/ 1 h 106"/>
                <a:gd name="T4" fmla="*/ 91 w 91"/>
                <a:gd name="T5" fmla="*/ 9 h 106"/>
                <a:gd name="T6" fmla="*/ 83 w 91"/>
                <a:gd name="T7" fmla="*/ 18 h 106"/>
                <a:gd name="T8" fmla="*/ 83 w 91"/>
                <a:gd name="T9" fmla="*/ 29 h 106"/>
                <a:gd name="T10" fmla="*/ 81 w 91"/>
                <a:gd name="T11" fmla="*/ 35 h 106"/>
                <a:gd name="T12" fmla="*/ 80 w 91"/>
                <a:gd name="T13" fmla="*/ 43 h 106"/>
                <a:gd name="T14" fmla="*/ 77 w 91"/>
                <a:gd name="T15" fmla="*/ 51 h 106"/>
                <a:gd name="T16" fmla="*/ 70 w 91"/>
                <a:gd name="T17" fmla="*/ 60 h 106"/>
                <a:gd name="T18" fmla="*/ 63 w 91"/>
                <a:gd name="T19" fmla="*/ 64 h 106"/>
                <a:gd name="T20" fmla="*/ 58 w 91"/>
                <a:gd name="T21" fmla="*/ 74 h 106"/>
                <a:gd name="T22" fmla="*/ 59 w 91"/>
                <a:gd name="T23" fmla="*/ 84 h 106"/>
                <a:gd name="T24" fmla="*/ 56 w 91"/>
                <a:gd name="T25" fmla="*/ 92 h 106"/>
                <a:gd name="T26" fmla="*/ 51 w 91"/>
                <a:gd name="T27" fmla="*/ 96 h 106"/>
                <a:gd name="T28" fmla="*/ 42 w 91"/>
                <a:gd name="T29" fmla="*/ 105 h 106"/>
                <a:gd name="T30" fmla="*/ 38 w 91"/>
                <a:gd name="T31" fmla="*/ 100 h 106"/>
                <a:gd name="T32" fmla="*/ 35 w 91"/>
                <a:gd name="T33" fmla="*/ 97 h 106"/>
                <a:gd name="T34" fmla="*/ 30 w 91"/>
                <a:gd name="T35" fmla="*/ 100 h 106"/>
                <a:gd name="T36" fmla="*/ 26 w 91"/>
                <a:gd name="T37" fmla="*/ 104 h 106"/>
                <a:gd name="T38" fmla="*/ 23 w 91"/>
                <a:gd name="T39" fmla="*/ 103 h 106"/>
                <a:gd name="T40" fmla="*/ 22 w 91"/>
                <a:gd name="T41" fmla="*/ 100 h 106"/>
                <a:gd name="T42" fmla="*/ 18 w 91"/>
                <a:gd name="T43" fmla="*/ 99 h 106"/>
                <a:gd name="T44" fmla="*/ 14 w 91"/>
                <a:gd name="T45" fmla="*/ 103 h 106"/>
                <a:gd name="T46" fmla="*/ 10 w 91"/>
                <a:gd name="T47" fmla="*/ 106 h 106"/>
                <a:gd name="T48" fmla="*/ 8 w 91"/>
                <a:gd name="T49" fmla="*/ 103 h 106"/>
                <a:gd name="T50" fmla="*/ 2 w 91"/>
                <a:gd name="T51" fmla="*/ 96 h 106"/>
                <a:gd name="T52" fmla="*/ 1 w 91"/>
                <a:gd name="T53" fmla="*/ 91 h 106"/>
                <a:gd name="T54" fmla="*/ 5 w 91"/>
                <a:gd name="T55" fmla="*/ 88 h 106"/>
                <a:gd name="T56" fmla="*/ 9 w 91"/>
                <a:gd name="T57" fmla="*/ 89 h 106"/>
                <a:gd name="T58" fmla="*/ 8 w 91"/>
                <a:gd name="T59" fmla="*/ 80 h 106"/>
                <a:gd name="T60" fmla="*/ 2 w 91"/>
                <a:gd name="T61" fmla="*/ 80 h 106"/>
                <a:gd name="T62" fmla="*/ 4 w 91"/>
                <a:gd name="T63" fmla="*/ 75 h 106"/>
                <a:gd name="T64" fmla="*/ 9 w 91"/>
                <a:gd name="T65" fmla="*/ 75 h 106"/>
                <a:gd name="T66" fmla="*/ 16 w 91"/>
                <a:gd name="T67" fmla="*/ 74 h 106"/>
                <a:gd name="T68" fmla="*/ 17 w 91"/>
                <a:gd name="T69" fmla="*/ 67 h 106"/>
                <a:gd name="T70" fmla="*/ 22 w 91"/>
                <a:gd name="T71" fmla="*/ 74 h 106"/>
                <a:gd name="T72" fmla="*/ 29 w 91"/>
                <a:gd name="T73" fmla="*/ 72 h 106"/>
                <a:gd name="T74" fmla="*/ 34 w 91"/>
                <a:gd name="T75" fmla="*/ 75 h 106"/>
                <a:gd name="T76" fmla="*/ 35 w 91"/>
                <a:gd name="T77" fmla="*/ 71 h 106"/>
                <a:gd name="T78" fmla="*/ 39 w 91"/>
                <a:gd name="T79" fmla="*/ 55 h 106"/>
                <a:gd name="T80" fmla="*/ 35 w 91"/>
                <a:gd name="T81" fmla="*/ 51 h 106"/>
                <a:gd name="T82" fmla="*/ 33 w 91"/>
                <a:gd name="T83" fmla="*/ 49 h 106"/>
                <a:gd name="T84" fmla="*/ 34 w 91"/>
                <a:gd name="T85" fmla="*/ 46 h 106"/>
                <a:gd name="T86" fmla="*/ 34 w 91"/>
                <a:gd name="T87" fmla="*/ 43 h 106"/>
                <a:gd name="T88" fmla="*/ 37 w 91"/>
                <a:gd name="T89" fmla="*/ 39 h 106"/>
                <a:gd name="T90" fmla="*/ 38 w 91"/>
                <a:gd name="T91" fmla="*/ 35 h 106"/>
                <a:gd name="T92" fmla="*/ 38 w 91"/>
                <a:gd name="T93" fmla="*/ 30 h 106"/>
                <a:gd name="T94" fmla="*/ 29 w 91"/>
                <a:gd name="T95" fmla="*/ 31 h 106"/>
                <a:gd name="T96" fmla="*/ 23 w 91"/>
                <a:gd name="T97" fmla="*/ 31 h 106"/>
                <a:gd name="T98" fmla="*/ 23 w 91"/>
                <a:gd name="T99" fmla="*/ 25 h 106"/>
                <a:gd name="T100" fmla="*/ 39 w 91"/>
                <a:gd name="T101" fmla="*/ 21 h 106"/>
                <a:gd name="T102" fmla="*/ 42 w 91"/>
                <a:gd name="T103" fmla="*/ 21 h 106"/>
                <a:gd name="T104" fmla="*/ 46 w 91"/>
                <a:gd name="T105" fmla="*/ 22 h 106"/>
                <a:gd name="T106" fmla="*/ 49 w 91"/>
                <a:gd name="T107" fmla="*/ 22 h 106"/>
                <a:gd name="T108" fmla="*/ 51 w 91"/>
                <a:gd name="T109" fmla="*/ 24 h 106"/>
                <a:gd name="T110" fmla="*/ 56 w 91"/>
                <a:gd name="T111" fmla="*/ 24 h 106"/>
                <a:gd name="T112" fmla="*/ 59 w 91"/>
                <a:gd name="T113" fmla="*/ 24 h 106"/>
                <a:gd name="T114" fmla="*/ 59 w 91"/>
                <a:gd name="T115" fmla="*/ 20 h 106"/>
                <a:gd name="T116" fmla="*/ 66 w 91"/>
                <a:gd name="T117" fmla="*/ 8 h 106"/>
                <a:gd name="T118" fmla="*/ 72 w 91"/>
                <a:gd name="T119" fmla="*/ 3 h 106"/>
                <a:gd name="T120" fmla="*/ 80 w 91"/>
                <a:gd name="T121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1" h="106">
                  <a:moveTo>
                    <a:pt x="80" y="0"/>
                  </a:moveTo>
                  <a:lnTo>
                    <a:pt x="84" y="0"/>
                  </a:lnTo>
                  <a:lnTo>
                    <a:pt x="84" y="1"/>
                  </a:lnTo>
                  <a:lnTo>
                    <a:pt x="87" y="3"/>
                  </a:lnTo>
                  <a:lnTo>
                    <a:pt x="88" y="1"/>
                  </a:lnTo>
                  <a:lnTo>
                    <a:pt x="89" y="1"/>
                  </a:lnTo>
                  <a:lnTo>
                    <a:pt x="89" y="3"/>
                  </a:lnTo>
                  <a:lnTo>
                    <a:pt x="91" y="4"/>
                  </a:lnTo>
                  <a:lnTo>
                    <a:pt x="91" y="9"/>
                  </a:lnTo>
                  <a:lnTo>
                    <a:pt x="88" y="10"/>
                  </a:lnTo>
                  <a:lnTo>
                    <a:pt x="88" y="12"/>
                  </a:lnTo>
                  <a:lnTo>
                    <a:pt x="83" y="18"/>
                  </a:lnTo>
                  <a:lnTo>
                    <a:pt x="84" y="24"/>
                  </a:lnTo>
                  <a:lnTo>
                    <a:pt x="83" y="26"/>
                  </a:lnTo>
                  <a:lnTo>
                    <a:pt x="83" y="29"/>
                  </a:lnTo>
                  <a:lnTo>
                    <a:pt x="81" y="30"/>
                  </a:lnTo>
                  <a:lnTo>
                    <a:pt x="80" y="34"/>
                  </a:lnTo>
                  <a:lnTo>
                    <a:pt x="81" y="35"/>
                  </a:lnTo>
                  <a:lnTo>
                    <a:pt x="80" y="39"/>
                  </a:lnTo>
                  <a:lnTo>
                    <a:pt x="81" y="39"/>
                  </a:lnTo>
                  <a:lnTo>
                    <a:pt x="80" y="43"/>
                  </a:lnTo>
                  <a:lnTo>
                    <a:pt x="79" y="43"/>
                  </a:lnTo>
                  <a:lnTo>
                    <a:pt x="77" y="47"/>
                  </a:lnTo>
                  <a:lnTo>
                    <a:pt x="77" y="51"/>
                  </a:lnTo>
                  <a:lnTo>
                    <a:pt x="74" y="58"/>
                  </a:lnTo>
                  <a:lnTo>
                    <a:pt x="72" y="59"/>
                  </a:lnTo>
                  <a:lnTo>
                    <a:pt x="70" y="60"/>
                  </a:lnTo>
                  <a:lnTo>
                    <a:pt x="68" y="59"/>
                  </a:lnTo>
                  <a:lnTo>
                    <a:pt x="66" y="62"/>
                  </a:lnTo>
                  <a:lnTo>
                    <a:pt x="63" y="64"/>
                  </a:lnTo>
                  <a:lnTo>
                    <a:pt x="63" y="67"/>
                  </a:lnTo>
                  <a:lnTo>
                    <a:pt x="59" y="71"/>
                  </a:lnTo>
                  <a:lnTo>
                    <a:pt x="58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59" y="84"/>
                  </a:lnTo>
                  <a:lnTo>
                    <a:pt x="58" y="87"/>
                  </a:lnTo>
                  <a:lnTo>
                    <a:pt x="58" y="89"/>
                  </a:lnTo>
                  <a:lnTo>
                    <a:pt x="56" y="92"/>
                  </a:lnTo>
                  <a:lnTo>
                    <a:pt x="54" y="93"/>
                  </a:lnTo>
                  <a:lnTo>
                    <a:pt x="52" y="95"/>
                  </a:lnTo>
                  <a:lnTo>
                    <a:pt x="51" y="96"/>
                  </a:lnTo>
                  <a:lnTo>
                    <a:pt x="46" y="101"/>
                  </a:lnTo>
                  <a:lnTo>
                    <a:pt x="45" y="104"/>
                  </a:lnTo>
                  <a:lnTo>
                    <a:pt x="42" y="105"/>
                  </a:lnTo>
                  <a:lnTo>
                    <a:pt x="39" y="103"/>
                  </a:lnTo>
                  <a:lnTo>
                    <a:pt x="38" y="101"/>
                  </a:lnTo>
                  <a:lnTo>
                    <a:pt x="38" y="100"/>
                  </a:lnTo>
                  <a:lnTo>
                    <a:pt x="39" y="97"/>
                  </a:lnTo>
                  <a:lnTo>
                    <a:pt x="39" y="96"/>
                  </a:lnTo>
                  <a:lnTo>
                    <a:pt x="35" y="97"/>
                  </a:lnTo>
                  <a:lnTo>
                    <a:pt x="33" y="100"/>
                  </a:lnTo>
                  <a:lnTo>
                    <a:pt x="31" y="100"/>
                  </a:lnTo>
                  <a:lnTo>
                    <a:pt x="30" y="100"/>
                  </a:lnTo>
                  <a:lnTo>
                    <a:pt x="30" y="103"/>
                  </a:lnTo>
                  <a:lnTo>
                    <a:pt x="29" y="104"/>
                  </a:lnTo>
                  <a:lnTo>
                    <a:pt x="26" y="104"/>
                  </a:lnTo>
                  <a:lnTo>
                    <a:pt x="26" y="103"/>
                  </a:lnTo>
                  <a:lnTo>
                    <a:pt x="26" y="101"/>
                  </a:lnTo>
                  <a:lnTo>
                    <a:pt x="23" y="103"/>
                  </a:lnTo>
                  <a:lnTo>
                    <a:pt x="22" y="103"/>
                  </a:lnTo>
                  <a:lnTo>
                    <a:pt x="22" y="103"/>
                  </a:lnTo>
                  <a:lnTo>
                    <a:pt x="22" y="100"/>
                  </a:lnTo>
                  <a:lnTo>
                    <a:pt x="21" y="99"/>
                  </a:lnTo>
                  <a:lnTo>
                    <a:pt x="20" y="99"/>
                  </a:lnTo>
                  <a:lnTo>
                    <a:pt x="18" y="99"/>
                  </a:lnTo>
                  <a:lnTo>
                    <a:pt x="17" y="100"/>
                  </a:lnTo>
                  <a:lnTo>
                    <a:pt x="16" y="100"/>
                  </a:lnTo>
                  <a:lnTo>
                    <a:pt x="14" y="103"/>
                  </a:lnTo>
                  <a:lnTo>
                    <a:pt x="13" y="103"/>
                  </a:lnTo>
                  <a:lnTo>
                    <a:pt x="12" y="103"/>
                  </a:lnTo>
                  <a:lnTo>
                    <a:pt x="10" y="106"/>
                  </a:lnTo>
                  <a:lnTo>
                    <a:pt x="9" y="106"/>
                  </a:lnTo>
                  <a:lnTo>
                    <a:pt x="8" y="105"/>
                  </a:lnTo>
                  <a:lnTo>
                    <a:pt x="8" y="103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2" y="96"/>
                  </a:lnTo>
                  <a:lnTo>
                    <a:pt x="2" y="95"/>
                  </a:lnTo>
                  <a:lnTo>
                    <a:pt x="0" y="92"/>
                  </a:lnTo>
                  <a:lnTo>
                    <a:pt x="1" y="91"/>
                  </a:lnTo>
                  <a:lnTo>
                    <a:pt x="1" y="88"/>
                  </a:lnTo>
                  <a:lnTo>
                    <a:pt x="2" y="88"/>
                  </a:lnTo>
                  <a:lnTo>
                    <a:pt x="5" y="88"/>
                  </a:lnTo>
                  <a:lnTo>
                    <a:pt x="5" y="87"/>
                  </a:lnTo>
                  <a:lnTo>
                    <a:pt x="6" y="87"/>
                  </a:lnTo>
                  <a:lnTo>
                    <a:pt x="9" y="89"/>
                  </a:lnTo>
                  <a:lnTo>
                    <a:pt x="10" y="87"/>
                  </a:lnTo>
                  <a:lnTo>
                    <a:pt x="9" y="81"/>
                  </a:lnTo>
                  <a:lnTo>
                    <a:pt x="8" y="80"/>
                  </a:lnTo>
                  <a:lnTo>
                    <a:pt x="6" y="79"/>
                  </a:lnTo>
                  <a:lnTo>
                    <a:pt x="5" y="79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6"/>
                  </a:lnTo>
                  <a:lnTo>
                    <a:pt x="4" y="75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5"/>
                  </a:lnTo>
                  <a:lnTo>
                    <a:pt x="10" y="74"/>
                  </a:lnTo>
                  <a:lnTo>
                    <a:pt x="12" y="74"/>
                  </a:lnTo>
                  <a:lnTo>
                    <a:pt x="16" y="74"/>
                  </a:lnTo>
                  <a:lnTo>
                    <a:pt x="17" y="71"/>
                  </a:lnTo>
                  <a:lnTo>
                    <a:pt x="16" y="68"/>
                  </a:lnTo>
                  <a:lnTo>
                    <a:pt x="17" y="67"/>
                  </a:lnTo>
                  <a:lnTo>
                    <a:pt x="20" y="67"/>
                  </a:lnTo>
                  <a:lnTo>
                    <a:pt x="21" y="72"/>
                  </a:lnTo>
                  <a:lnTo>
                    <a:pt x="22" y="74"/>
                  </a:lnTo>
                  <a:lnTo>
                    <a:pt x="26" y="74"/>
                  </a:lnTo>
                  <a:lnTo>
                    <a:pt x="27" y="74"/>
                  </a:lnTo>
                  <a:lnTo>
                    <a:pt x="29" y="72"/>
                  </a:lnTo>
                  <a:lnTo>
                    <a:pt x="31" y="72"/>
                  </a:lnTo>
                  <a:lnTo>
                    <a:pt x="34" y="74"/>
                  </a:lnTo>
                  <a:lnTo>
                    <a:pt x="34" y="75"/>
                  </a:lnTo>
                  <a:lnTo>
                    <a:pt x="35" y="75"/>
                  </a:lnTo>
                  <a:lnTo>
                    <a:pt x="35" y="74"/>
                  </a:lnTo>
                  <a:lnTo>
                    <a:pt x="35" y="71"/>
                  </a:lnTo>
                  <a:lnTo>
                    <a:pt x="38" y="62"/>
                  </a:lnTo>
                  <a:lnTo>
                    <a:pt x="39" y="58"/>
                  </a:lnTo>
                  <a:lnTo>
                    <a:pt x="39" y="55"/>
                  </a:lnTo>
                  <a:lnTo>
                    <a:pt x="38" y="54"/>
                  </a:lnTo>
                  <a:lnTo>
                    <a:pt x="37" y="53"/>
                  </a:lnTo>
                  <a:lnTo>
                    <a:pt x="35" y="51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3" y="49"/>
                  </a:lnTo>
                  <a:lnTo>
                    <a:pt x="33" y="47"/>
                  </a:lnTo>
                  <a:lnTo>
                    <a:pt x="33" y="46"/>
                  </a:lnTo>
                  <a:lnTo>
                    <a:pt x="34" y="46"/>
                  </a:lnTo>
                  <a:lnTo>
                    <a:pt x="34" y="45"/>
                  </a:lnTo>
                  <a:lnTo>
                    <a:pt x="35" y="45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4" y="41"/>
                  </a:lnTo>
                  <a:lnTo>
                    <a:pt x="37" y="39"/>
                  </a:lnTo>
                  <a:lnTo>
                    <a:pt x="39" y="39"/>
                  </a:lnTo>
                  <a:lnTo>
                    <a:pt x="39" y="37"/>
                  </a:lnTo>
                  <a:lnTo>
                    <a:pt x="38" y="35"/>
                  </a:lnTo>
                  <a:lnTo>
                    <a:pt x="39" y="34"/>
                  </a:lnTo>
                  <a:lnTo>
                    <a:pt x="39" y="30"/>
                  </a:lnTo>
                  <a:lnTo>
                    <a:pt x="38" y="30"/>
                  </a:lnTo>
                  <a:lnTo>
                    <a:pt x="34" y="30"/>
                  </a:lnTo>
                  <a:lnTo>
                    <a:pt x="31" y="30"/>
                  </a:lnTo>
                  <a:lnTo>
                    <a:pt x="29" y="31"/>
                  </a:lnTo>
                  <a:lnTo>
                    <a:pt x="27" y="31"/>
                  </a:lnTo>
                  <a:lnTo>
                    <a:pt x="25" y="31"/>
                  </a:lnTo>
                  <a:lnTo>
                    <a:pt x="23" y="31"/>
                  </a:lnTo>
                  <a:lnTo>
                    <a:pt x="25" y="30"/>
                  </a:lnTo>
                  <a:lnTo>
                    <a:pt x="23" y="28"/>
                  </a:lnTo>
                  <a:lnTo>
                    <a:pt x="23" y="25"/>
                  </a:lnTo>
                  <a:lnTo>
                    <a:pt x="23" y="22"/>
                  </a:lnTo>
                  <a:lnTo>
                    <a:pt x="23" y="21"/>
                  </a:lnTo>
                  <a:lnTo>
                    <a:pt x="39" y="21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2" y="21"/>
                  </a:lnTo>
                  <a:lnTo>
                    <a:pt x="43" y="22"/>
                  </a:lnTo>
                  <a:lnTo>
                    <a:pt x="45" y="21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7" y="22"/>
                  </a:lnTo>
                  <a:lnTo>
                    <a:pt x="49" y="22"/>
                  </a:lnTo>
                  <a:lnTo>
                    <a:pt x="49" y="22"/>
                  </a:lnTo>
                  <a:lnTo>
                    <a:pt x="51" y="24"/>
                  </a:lnTo>
                  <a:lnTo>
                    <a:pt x="51" y="24"/>
                  </a:lnTo>
                  <a:lnTo>
                    <a:pt x="54" y="24"/>
                  </a:lnTo>
                  <a:lnTo>
                    <a:pt x="55" y="24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58" y="25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1"/>
                  </a:lnTo>
                  <a:lnTo>
                    <a:pt x="59" y="20"/>
                  </a:lnTo>
                  <a:lnTo>
                    <a:pt x="60" y="18"/>
                  </a:lnTo>
                  <a:lnTo>
                    <a:pt x="60" y="17"/>
                  </a:lnTo>
                  <a:lnTo>
                    <a:pt x="66" y="8"/>
                  </a:lnTo>
                  <a:lnTo>
                    <a:pt x="70" y="4"/>
                  </a:lnTo>
                  <a:lnTo>
                    <a:pt x="71" y="4"/>
                  </a:lnTo>
                  <a:lnTo>
                    <a:pt x="72" y="3"/>
                  </a:lnTo>
                  <a:lnTo>
                    <a:pt x="77" y="1"/>
                  </a:lnTo>
                  <a:lnTo>
                    <a:pt x="79" y="1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3" name="Freeform 472"/>
            <p:cNvSpPr>
              <a:spLocks/>
            </p:cNvSpPr>
            <p:nvPr/>
          </p:nvSpPr>
          <p:spPr bwMode="auto">
            <a:xfrm>
              <a:off x="6130699" y="4489976"/>
              <a:ext cx="32991" cy="43142"/>
            </a:xfrm>
            <a:custGeom>
              <a:avLst/>
              <a:gdLst>
                <a:gd name="T0" fmla="*/ 9 w 13"/>
                <a:gd name="T1" fmla="*/ 0 h 17"/>
                <a:gd name="T2" fmla="*/ 11 w 13"/>
                <a:gd name="T3" fmla="*/ 0 h 17"/>
                <a:gd name="T4" fmla="*/ 12 w 13"/>
                <a:gd name="T5" fmla="*/ 0 h 17"/>
                <a:gd name="T6" fmla="*/ 13 w 13"/>
                <a:gd name="T7" fmla="*/ 1 h 17"/>
                <a:gd name="T8" fmla="*/ 13 w 13"/>
                <a:gd name="T9" fmla="*/ 4 h 17"/>
                <a:gd name="T10" fmla="*/ 11 w 13"/>
                <a:gd name="T11" fmla="*/ 6 h 17"/>
                <a:gd name="T12" fmla="*/ 8 w 13"/>
                <a:gd name="T13" fmla="*/ 7 h 17"/>
                <a:gd name="T14" fmla="*/ 8 w 13"/>
                <a:gd name="T15" fmla="*/ 9 h 17"/>
                <a:gd name="T16" fmla="*/ 8 w 13"/>
                <a:gd name="T17" fmla="*/ 13 h 17"/>
                <a:gd name="T18" fmla="*/ 7 w 13"/>
                <a:gd name="T19" fmla="*/ 14 h 17"/>
                <a:gd name="T20" fmla="*/ 4 w 13"/>
                <a:gd name="T21" fmla="*/ 15 h 17"/>
                <a:gd name="T22" fmla="*/ 1 w 13"/>
                <a:gd name="T23" fmla="*/ 17 h 17"/>
                <a:gd name="T24" fmla="*/ 1 w 13"/>
                <a:gd name="T25" fmla="*/ 15 h 17"/>
                <a:gd name="T26" fmla="*/ 3 w 13"/>
                <a:gd name="T27" fmla="*/ 13 h 17"/>
                <a:gd name="T28" fmla="*/ 1 w 13"/>
                <a:gd name="T29" fmla="*/ 9 h 17"/>
                <a:gd name="T30" fmla="*/ 0 w 13"/>
                <a:gd name="T31" fmla="*/ 7 h 17"/>
                <a:gd name="T32" fmla="*/ 1 w 13"/>
                <a:gd name="T33" fmla="*/ 7 h 17"/>
                <a:gd name="T34" fmla="*/ 3 w 13"/>
                <a:gd name="T35" fmla="*/ 4 h 17"/>
                <a:gd name="T36" fmla="*/ 4 w 13"/>
                <a:gd name="T37" fmla="*/ 4 h 17"/>
                <a:gd name="T38" fmla="*/ 5 w 13"/>
                <a:gd name="T39" fmla="*/ 4 h 17"/>
                <a:gd name="T40" fmla="*/ 7 w 13"/>
                <a:gd name="T41" fmla="*/ 1 h 17"/>
                <a:gd name="T42" fmla="*/ 8 w 13"/>
                <a:gd name="T43" fmla="*/ 1 h 17"/>
                <a:gd name="T44" fmla="*/ 9 w 13"/>
                <a:gd name="T4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" h="17">
                  <a:moveTo>
                    <a:pt x="9" y="0"/>
                  </a:moveTo>
                  <a:lnTo>
                    <a:pt x="11" y="0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4" y="15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3" y="13"/>
                  </a:lnTo>
                  <a:lnTo>
                    <a:pt x="1" y="9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4" name="Freeform 473"/>
            <p:cNvSpPr>
              <a:spLocks/>
            </p:cNvSpPr>
            <p:nvPr/>
          </p:nvSpPr>
          <p:spPr bwMode="auto">
            <a:xfrm>
              <a:off x="6656013" y="4380854"/>
              <a:ext cx="337521" cy="345133"/>
            </a:xfrm>
            <a:custGeom>
              <a:avLst/>
              <a:gdLst>
                <a:gd name="T0" fmla="*/ 101 w 133"/>
                <a:gd name="T1" fmla="*/ 29 h 136"/>
                <a:gd name="T2" fmla="*/ 102 w 133"/>
                <a:gd name="T3" fmla="*/ 33 h 136"/>
                <a:gd name="T4" fmla="*/ 117 w 133"/>
                <a:gd name="T5" fmla="*/ 44 h 136"/>
                <a:gd name="T6" fmla="*/ 114 w 133"/>
                <a:gd name="T7" fmla="*/ 56 h 136"/>
                <a:gd name="T8" fmla="*/ 116 w 133"/>
                <a:gd name="T9" fmla="*/ 66 h 136"/>
                <a:gd name="T10" fmla="*/ 121 w 133"/>
                <a:gd name="T11" fmla="*/ 73 h 136"/>
                <a:gd name="T12" fmla="*/ 118 w 133"/>
                <a:gd name="T13" fmla="*/ 75 h 136"/>
                <a:gd name="T14" fmla="*/ 120 w 133"/>
                <a:gd name="T15" fmla="*/ 83 h 136"/>
                <a:gd name="T16" fmla="*/ 118 w 133"/>
                <a:gd name="T17" fmla="*/ 91 h 136"/>
                <a:gd name="T18" fmla="*/ 120 w 133"/>
                <a:gd name="T19" fmla="*/ 95 h 136"/>
                <a:gd name="T20" fmla="*/ 121 w 133"/>
                <a:gd name="T21" fmla="*/ 100 h 136"/>
                <a:gd name="T22" fmla="*/ 122 w 133"/>
                <a:gd name="T23" fmla="*/ 107 h 136"/>
                <a:gd name="T24" fmla="*/ 131 w 133"/>
                <a:gd name="T25" fmla="*/ 114 h 136"/>
                <a:gd name="T26" fmla="*/ 131 w 133"/>
                <a:gd name="T27" fmla="*/ 116 h 136"/>
                <a:gd name="T28" fmla="*/ 127 w 133"/>
                <a:gd name="T29" fmla="*/ 118 h 136"/>
                <a:gd name="T30" fmla="*/ 121 w 133"/>
                <a:gd name="T31" fmla="*/ 122 h 136"/>
                <a:gd name="T32" fmla="*/ 116 w 133"/>
                <a:gd name="T33" fmla="*/ 124 h 136"/>
                <a:gd name="T34" fmla="*/ 109 w 133"/>
                <a:gd name="T35" fmla="*/ 125 h 136"/>
                <a:gd name="T36" fmla="*/ 104 w 133"/>
                <a:gd name="T37" fmla="*/ 124 h 136"/>
                <a:gd name="T38" fmla="*/ 101 w 133"/>
                <a:gd name="T39" fmla="*/ 125 h 136"/>
                <a:gd name="T40" fmla="*/ 95 w 133"/>
                <a:gd name="T41" fmla="*/ 129 h 136"/>
                <a:gd name="T42" fmla="*/ 91 w 133"/>
                <a:gd name="T43" fmla="*/ 127 h 136"/>
                <a:gd name="T44" fmla="*/ 88 w 133"/>
                <a:gd name="T45" fmla="*/ 128 h 136"/>
                <a:gd name="T46" fmla="*/ 81 w 133"/>
                <a:gd name="T47" fmla="*/ 129 h 136"/>
                <a:gd name="T48" fmla="*/ 77 w 133"/>
                <a:gd name="T49" fmla="*/ 127 h 136"/>
                <a:gd name="T50" fmla="*/ 75 w 133"/>
                <a:gd name="T51" fmla="*/ 125 h 136"/>
                <a:gd name="T52" fmla="*/ 60 w 133"/>
                <a:gd name="T53" fmla="*/ 127 h 136"/>
                <a:gd name="T54" fmla="*/ 58 w 133"/>
                <a:gd name="T55" fmla="*/ 111 h 136"/>
                <a:gd name="T56" fmla="*/ 51 w 133"/>
                <a:gd name="T57" fmla="*/ 104 h 136"/>
                <a:gd name="T58" fmla="*/ 48 w 133"/>
                <a:gd name="T59" fmla="*/ 103 h 136"/>
                <a:gd name="T60" fmla="*/ 46 w 133"/>
                <a:gd name="T61" fmla="*/ 103 h 136"/>
                <a:gd name="T62" fmla="*/ 43 w 133"/>
                <a:gd name="T63" fmla="*/ 102 h 136"/>
                <a:gd name="T64" fmla="*/ 42 w 133"/>
                <a:gd name="T65" fmla="*/ 102 h 136"/>
                <a:gd name="T66" fmla="*/ 37 w 133"/>
                <a:gd name="T67" fmla="*/ 97 h 136"/>
                <a:gd name="T68" fmla="*/ 30 w 133"/>
                <a:gd name="T69" fmla="*/ 94 h 136"/>
                <a:gd name="T70" fmla="*/ 26 w 133"/>
                <a:gd name="T71" fmla="*/ 91 h 136"/>
                <a:gd name="T72" fmla="*/ 21 w 133"/>
                <a:gd name="T73" fmla="*/ 90 h 136"/>
                <a:gd name="T74" fmla="*/ 13 w 133"/>
                <a:gd name="T75" fmla="*/ 78 h 136"/>
                <a:gd name="T76" fmla="*/ 0 w 133"/>
                <a:gd name="T77" fmla="*/ 43 h 136"/>
                <a:gd name="T78" fmla="*/ 12 w 133"/>
                <a:gd name="T79" fmla="*/ 39 h 136"/>
                <a:gd name="T80" fmla="*/ 18 w 133"/>
                <a:gd name="T81" fmla="*/ 33 h 136"/>
                <a:gd name="T82" fmla="*/ 19 w 133"/>
                <a:gd name="T83" fmla="*/ 25 h 136"/>
                <a:gd name="T84" fmla="*/ 16 w 133"/>
                <a:gd name="T85" fmla="*/ 23 h 136"/>
                <a:gd name="T86" fmla="*/ 14 w 133"/>
                <a:gd name="T87" fmla="*/ 19 h 136"/>
                <a:gd name="T88" fmla="*/ 18 w 133"/>
                <a:gd name="T89" fmla="*/ 20 h 136"/>
                <a:gd name="T90" fmla="*/ 19 w 133"/>
                <a:gd name="T91" fmla="*/ 15 h 136"/>
                <a:gd name="T92" fmla="*/ 18 w 133"/>
                <a:gd name="T93" fmla="*/ 8 h 136"/>
                <a:gd name="T94" fmla="*/ 14 w 133"/>
                <a:gd name="T95" fmla="*/ 3 h 136"/>
                <a:gd name="T96" fmla="*/ 17 w 133"/>
                <a:gd name="T97" fmla="*/ 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6">
                  <a:moveTo>
                    <a:pt x="56" y="0"/>
                  </a:moveTo>
                  <a:lnTo>
                    <a:pt x="100" y="25"/>
                  </a:lnTo>
                  <a:lnTo>
                    <a:pt x="101" y="29"/>
                  </a:lnTo>
                  <a:lnTo>
                    <a:pt x="101" y="31"/>
                  </a:lnTo>
                  <a:lnTo>
                    <a:pt x="101" y="32"/>
                  </a:lnTo>
                  <a:lnTo>
                    <a:pt x="102" y="33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8" y="47"/>
                  </a:lnTo>
                  <a:lnTo>
                    <a:pt x="117" y="48"/>
                  </a:lnTo>
                  <a:lnTo>
                    <a:pt x="114" y="56"/>
                  </a:lnTo>
                  <a:lnTo>
                    <a:pt x="113" y="60"/>
                  </a:lnTo>
                  <a:lnTo>
                    <a:pt x="113" y="64"/>
                  </a:lnTo>
                  <a:lnTo>
                    <a:pt x="116" y="66"/>
                  </a:lnTo>
                  <a:lnTo>
                    <a:pt x="118" y="69"/>
                  </a:lnTo>
                  <a:lnTo>
                    <a:pt x="120" y="69"/>
                  </a:lnTo>
                  <a:lnTo>
                    <a:pt x="121" y="73"/>
                  </a:lnTo>
                  <a:lnTo>
                    <a:pt x="121" y="74"/>
                  </a:lnTo>
                  <a:lnTo>
                    <a:pt x="120" y="74"/>
                  </a:lnTo>
                  <a:lnTo>
                    <a:pt x="118" y="75"/>
                  </a:lnTo>
                  <a:lnTo>
                    <a:pt x="118" y="78"/>
                  </a:lnTo>
                  <a:lnTo>
                    <a:pt x="118" y="82"/>
                  </a:lnTo>
                  <a:lnTo>
                    <a:pt x="120" y="83"/>
                  </a:lnTo>
                  <a:lnTo>
                    <a:pt x="120" y="86"/>
                  </a:lnTo>
                  <a:lnTo>
                    <a:pt x="118" y="89"/>
                  </a:lnTo>
                  <a:lnTo>
                    <a:pt x="118" y="91"/>
                  </a:lnTo>
                  <a:lnTo>
                    <a:pt x="120" y="94"/>
                  </a:lnTo>
                  <a:lnTo>
                    <a:pt x="118" y="94"/>
                  </a:lnTo>
                  <a:lnTo>
                    <a:pt x="120" y="95"/>
                  </a:lnTo>
                  <a:lnTo>
                    <a:pt x="120" y="98"/>
                  </a:lnTo>
                  <a:lnTo>
                    <a:pt x="121" y="99"/>
                  </a:lnTo>
                  <a:lnTo>
                    <a:pt x="121" y="100"/>
                  </a:lnTo>
                  <a:lnTo>
                    <a:pt x="121" y="102"/>
                  </a:lnTo>
                  <a:lnTo>
                    <a:pt x="122" y="106"/>
                  </a:lnTo>
                  <a:lnTo>
                    <a:pt x="122" y="107"/>
                  </a:lnTo>
                  <a:lnTo>
                    <a:pt x="126" y="111"/>
                  </a:lnTo>
                  <a:lnTo>
                    <a:pt x="130" y="112"/>
                  </a:lnTo>
                  <a:lnTo>
                    <a:pt x="131" y="114"/>
                  </a:lnTo>
                  <a:lnTo>
                    <a:pt x="131" y="115"/>
                  </a:lnTo>
                  <a:lnTo>
                    <a:pt x="133" y="115"/>
                  </a:lnTo>
                  <a:lnTo>
                    <a:pt x="131" y="116"/>
                  </a:lnTo>
                  <a:lnTo>
                    <a:pt x="131" y="116"/>
                  </a:lnTo>
                  <a:lnTo>
                    <a:pt x="129" y="116"/>
                  </a:lnTo>
                  <a:lnTo>
                    <a:pt x="127" y="118"/>
                  </a:lnTo>
                  <a:lnTo>
                    <a:pt x="126" y="120"/>
                  </a:lnTo>
                  <a:lnTo>
                    <a:pt x="124" y="120"/>
                  </a:lnTo>
                  <a:lnTo>
                    <a:pt x="121" y="122"/>
                  </a:lnTo>
                  <a:lnTo>
                    <a:pt x="118" y="122"/>
                  </a:lnTo>
                  <a:lnTo>
                    <a:pt x="118" y="123"/>
                  </a:lnTo>
                  <a:lnTo>
                    <a:pt x="116" y="124"/>
                  </a:lnTo>
                  <a:lnTo>
                    <a:pt x="114" y="123"/>
                  </a:lnTo>
                  <a:lnTo>
                    <a:pt x="110" y="124"/>
                  </a:lnTo>
                  <a:lnTo>
                    <a:pt x="109" y="125"/>
                  </a:lnTo>
                  <a:lnTo>
                    <a:pt x="106" y="125"/>
                  </a:lnTo>
                  <a:lnTo>
                    <a:pt x="105" y="124"/>
                  </a:lnTo>
                  <a:lnTo>
                    <a:pt x="104" y="124"/>
                  </a:lnTo>
                  <a:lnTo>
                    <a:pt x="101" y="124"/>
                  </a:lnTo>
                  <a:lnTo>
                    <a:pt x="100" y="124"/>
                  </a:lnTo>
                  <a:lnTo>
                    <a:pt x="101" y="125"/>
                  </a:lnTo>
                  <a:lnTo>
                    <a:pt x="100" y="128"/>
                  </a:lnTo>
                  <a:lnTo>
                    <a:pt x="97" y="128"/>
                  </a:lnTo>
                  <a:lnTo>
                    <a:pt x="95" y="129"/>
                  </a:lnTo>
                  <a:lnTo>
                    <a:pt x="93" y="128"/>
                  </a:lnTo>
                  <a:lnTo>
                    <a:pt x="92" y="128"/>
                  </a:lnTo>
                  <a:lnTo>
                    <a:pt x="91" y="127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8" y="128"/>
                  </a:lnTo>
                  <a:lnTo>
                    <a:pt x="85" y="129"/>
                  </a:lnTo>
                  <a:lnTo>
                    <a:pt x="81" y="131"/>
                  </a:lnTo>
                  <a:lnTo>
                    <a:pt x="81" y="129"/>
                  </a:lnTo>
                  <a:lnTo>
                    <a:pt x="80" y="128"/>
                  </a:lnTo>
                  <a:lnTo>
                    <a:pt x="79" y="128"/>
                  </a:lnTo>
                  <a:lnTo>
                    <a:pt x="77" y="127"/>
                  </a:lnTo>
                  <a:lnTo>
                    <a:pt x="76" y="127"/>
                  </a:lnTo>
                  <a:lnTo>
                    <a:pt x="76" y="125"/>
                  </a:lnTo>
                  <a:lnTo>
                    <a:pt x="75" y="125"/>
                  </a:lnTo>
                  <a:lnTo>
                    <a:pt x="73" y="127"/>
                  </a:lnTo>
                  <a:lnTo>
                    <a:pt x="72" y="127"/>
                  </a:lnTo>
                  <a:lnTo>
                    <a:pt x="60" y="127"/>
                  </a:lnTo>
                  <a:lnTo>
                    <a:pt x="58" y="136"/>
                  </a:lnTo>
                  <a:lnTo>
                    <a:pt x="59" y="116"/>
                  </a:lnTo>
                  <a:lnTo>
                    <a:pt x="58" y="111"/>
                  </a:lnTo>
                  <a:lnTo>
                    <a:pt x="54" y="107"/>
                  </a:lnTo>
                  <a:lnTo>
                    <a:pt x="52" y="106"/>
                  </a:lnTo>
                  <a:lnTo>
                    <a:pt x="51" y="104"/>
                  </a:lnTo>
                  <a:lnTo>
                    <a:pt x="51" y="104"/>
                  </a:lnTo>
                  <a:lnTo>
                    <a:pt x="50" y="104"/>
                  </a:lnTo>
                  <a:lnTo>
                    <a:pt x="48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6" y="103"/>
                  </a:lnTo>
                  <a:lnTo>
                    <a:pt x="45" y="103"/>
                  </a:lnTo>
                  <a:lnTo>
                    <a:pt x="45" y="102"/>
                  </a:lnTo>
                  <a:lnTo>
                    <a:pt x="43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39" y="99"/>
                  </a:lnTo>
                  <a:lnTo>
                    <a:pt x="39" y="98"/>
                  </a:lnTo>
                  <a:lnTo>
                    <a:pt x="37" y="97"/>
                  </a:lnTo>
                  <a:lnTo>
                    <a:pt x="37" y="97"/>
                  </a:lnTo>
                  <a:lnTo>
                    <a:pt x="35" y="97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6" y="93"/>
                  </a:lnTo>
                  <a:lnTo>
                    <a:pt x="26" y="91"/>
                  </a:lnTo>
                  <a:lnTo>
                    <a:pt x="23" y="90"/>
                  </a:lnTo>
                  <a:lnTo>
                    <a:pt x="22" y="90"/>
                  </a:lnTo>
                  <a:lnTo>
                    <a:pt x="21" y="90"/>
                  </a:lnTo>
                  <a:lnTo>
                    <a:pt x="19" y="90"/>
                  </a:lnTo>
                  <a:lnTo>
                    <a:pt x="16" y="89"/>
                  </a:lnTo>
                  <a:lnTo>
                    <a:pt x="13" y="78"/>
                  </a:lnTo>
                  <a:lnTo>
                    <a:pt x="4" y="68"/>
                  </a:lnTo>
                  <a:lnTo>
                    <a:pt x="1" y="53"/>
                  </a:lnTo>
                  <a:lnTo>
                    <a:pt x="0" y="43"/>
                  </a:lnTo>
                  <a:lnTo>
                    <a:pt x="5" y="44"/>
                  </a:lnTo>
                  <a:lnTo>
                    <a:pt x="9" y="43"/>
                  </a:lnTo>
                  <a:lnTo>
                    <a:pt x="12" y="39"/>
                  </a:lnTo>
                  <a:lnTo>
                    <a:pt x="14" y="36"/>
                  </a:lnTo>
                  <a:lnTo>
                    <a:pt x="16" y="35"/>
                  </a:lnTo>
                  <a:lnTo>
                    <a:pt x="18" y="33"/>
                  </a:lnTo>
                  <a:lnTo>
                    <a:pt x="19" y="31"/>
                  </a:lnTo>
                  <a:lnTo>
                    <a:pt x="19" y="29"/>
                  </a:lnTo>
                  <a:lnTo>
                    <a:pt x="19" y="25"/>
                  </a:lnTo>
                  <a:lnTo>
                    <a:pt x="18" y="25"/>
                  </a:lnTo>
                  <a:lnTo>
                    <a:pt x="17" y="24"/>
                  </a:lnTo>
                  <a:lnTo>
                    <a:pt x="16" y="23"/>
                  </a:lnTo>
                  <a:lnTo>
                    <a:pt x="16" y="22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6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18" y="19"/>
                  </a:lnTo>
                  <a:lnTo>
                    <a:pt x="19" y="18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7" y="7"/>
                  </a:lnTo>
                  <a:lnTo>
                    <a:pt x="16" y="6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31" y="2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5" name="Freeform 474"/>
            <p:cNvSpPr>
              <a:spLocks/>
            </p:cNvSpPr>
            <p:nvPr/>
          </p:nvSpPr>
          <p:spPr bwMode="auto">
            <a:xfrm>
              <a:off x="6645862" y="4388466"/>
              <a:ext cx="58369" cy="50755"/>
            </a:xfrm>
            <a:custGeom>
              <a:avLst/>
              <a:gdLst>
                <a:gd name="T0" fmla="*/ 18 w 23"/>
                <a:gd name="T1" fmla="*/ 0 h 20"/>
                <a:gd name="T2" fmla="*/ 20 w 23"/>
                <a:gd name="T3" fmla="*/ 3 h 20"/>
                <a:gd name="T4" fmla="*/ 21 w 23"/>
                <a:gd name="T5" fmla="*/ 4 h 20"/>
                <a:gd name="T6" fmla="*/ 22 w 23"/>
                <a:gd name="T7" fmla="*/ 5 h 20"/>
                <a:gd name="T8" fmla="*/ 22 w 23"/>
                <a:gd name="T9" fmla="*/ 7 h 20"/>
                <a:gd name="T10" fmla="*/ 23 w 23"/>
                <a:gd name="T11" fmla="*/ 11 h 20"/>
                <a:gd name="T12" fmla="*/ 23 w 23"/>
                <a:gd name="T13" fmla="*/ 12 h 20"/>
                <a:gd name="T14" fmla="*/ 23 w 23"/>
                <a:gd name="T15" fmla="*/ 15 h 20"/>
                <a:gd name="T16" fmla="*/ 22 w 23"/>
                <a:gd name="T17" fmla="*/ 16 h 20"/>
                <a:gd name="T18" fmla="*/ 22 w 23"/>
                <a:gd name="T19" fmla="*/ 17 h 20"/>
                <a:gd name="T20" fmla="*/ 21 w 23"/>
                <a:gd name="T21" fmla="*/ 17 h 20"/>
                <a:gd name="T22" fmla="*/ 20 w 23"/>
                <a:gd name="T23" fmla="*/ 17 h 20"/>
                <a:gd name="T24" fmla="*/ 18 w 23"/>
                <a:gd name="T25" fmla="*/ 16 h 20"/>
                <a:gd name="T26" fmla="*/ 18 w 23"/>
                <a:gd name="T27" fmla="*/ 16 h 20"/>
                <a:gd name="T28" fmla="*/ 17 w 23"/>
                <a:gd name="T29" fmla="*/ 15 h 20"/>
                <a:gd name="T30" fmla="*/ 17 w 23"/>
                <a:gd name="T31" fmla="*/ 13 h 20"/>
                <a:gd name="T32" fmla="*/ 16 w 23"/>
                <a:gd name="T33" fmla="*/ 13 h 20"/>
                <a:gd name="T34" fmla="*/ 14 w 23"/>
                <a:gd name="T35" fmla="*/ 12 h 20"/>
                <a:gd name="T36" fmla="*/ 13 w 23"/>
                <a:gd name="T37" fmla="*/ 12 h 20"/>
                <a:gd name="T38" fmla="*/ 14 w 23"/>
                <a:gd name="T39" fmla="*/ 15 h 20"/>
                <a:gd name="T40" fmla="*/ 12 w 23"/>
                <a:gd name="T41" fmla="*/ 19 h 20"/>
                <a:gd name="T42" fmla="*/ 12 w 23"/>
                <a:gd name="T43" fmla="*/ 19 h 20"/>
                <a:gd name="T44" fmla="*/ 10 w 23"/>
                <a:gd name="T45" fmla="*/ 20 h 20"/>
                <a:gd name="T46" fmla="*/ 9 w 23"/>
                <a:gd name="T47" fmla="*/ 19 h 20"/>
                <a:gd name="T48" fmla="*/ 8 w 23"/>
                <a:gd name="T49" fmla="*/ 19 h 20"/>
                <a:gd name="T50" fmla="*/ 8 w 23"/>
                <a:gd name="T51" fmla="*/ 20 h 20"/>
                <a:gd name="T52" fmla="*/ 5 w 23"/>
                <a:gd name="T53" fmla="*/ 19 h 20"/>
                <a:gd name="T54" fmla="*/ 4 w 23"/>
                <a:gd name="T55" fmla="*/ 17 h 20"/>
                <a:gd name="T56" fmla="*/ 2 w 23"/>
                <a:gd name="T57" fmla="*/ 16 h 20"/>
                <a:gd name="T58" fmla="*/ 1 w 23"/>
                <a:gd name="T59" fmla="*/ 16 h 20"/>
                <a:gd name="T60" fmla="*/ 0 w 23"/>
                <a:gd name="T61" fmla="*/ 17 h 20"/>
                <a:gd name="T62" fmla="*/ 0 w 23"/>
                <a:gd name="T63" fmla="*/ 15 h 20"/>
                <a:gd name="T64" fmla="*/ 2 w 23"/>
                <a:gd name="T65" fmla="*/ 8 h 20"/>
                <a:gd name="T66" fmla="*/ 4 w 23"/>
                <a:gd name="T67" fmla="*/ 5 h 20"/>
                <a:gd name="T68" fmla="*/ 6 w 23"/>
                <a:gd name="T69" fmla="*/ 3 h 20"/>
                <a:gd name="T70" fmla="*/ 8 w 23"/>
                <a:gd name="T71" fmla="*/ 3 h 20"/>
                <a:gd name="T72" fmla="*/ 9 w 23"/>
                <a:gd name="T73" fmla="*/ 3 h 20"/>
                <a:gd name="T74" fmla="*/ 12 w 23"/>
                <a:gd name="T75" fmla="*/ 1 h 20"/>
                <a:gd name="T76" fmla="*/ 13 w 23"/>
                <a:gd name="T77" fmla="*/ 1 h 20"/>
                <a:gd name="T78" fmla="*/ 13 w 23"/>
                <a:gd name="T79" fmla="*/ 3 h 20"/>
                <a:gd name="T80" fmla="*/ 16 w 23"/>
                <a:gd name="T81" fmla="*/ 3 h 20"/>
                <a:gd name="T82" fmla="*/ 16 w 23"/>
                <a:gd name="T83" fmla="*/ 1 h 20"/>
                <a:gd name="T84" fmla="*/ 16 w 23"/>
                <a:gd name="T85" fmla="*/ 0 h 20"/>
                <a:gd name="T86" fmla="*/ 18 w 23"/>
                <a:gd name="T8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" h="20">
                  <a:moveTo>
                    <a:pt x="18" y="0"/>
                  </a:moveTo>
                  <a:lnTo>
                    <a:pt x="20" y="3"/>
                  </a:lnTo>
                  <a:lnTo>
                    <a:pt x="21" y="4"/>
                  </a:lnTo>
                  <a:lnTo>
                    <a:pt x="22" y="5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2"/>
                  </a:lnTo>
                  <a:lnTo>
                    <a:pt x="23" y="15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5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4" y="15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0" y="20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5" y="19"/>
                  </a:lnTo>
                  <a:lnTo>
                    <a:pt x="4" y="17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2" y="8"/>
                  </a:lnTo>
                  <a:lnTo>
                    <a:pt x="4" y="5"/>
                  </a:lnTo>
                  <a:lnTo>
                    <a:pt x="6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3" y="3"/>
                  </a:lnTo>
                  <a:lnTo>
                    <a:pt x="16" y="3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6" name="Freeform 475"/>
            <p:cNvSpPr>
              <a:spLocks/>
            </p:cNvSpPr>
            <p:nvPr/>
          </p:nvSpPr>
          <p:spPr bwMode="auto">
            <a:xfrm>
              <a:off x="6645862" y="4418919"/>
              <a:ext cx="58369" cy="73595"/>
            </a:xfrm>
            <a:custGeom>
              <a:avLst/>
              <a:gdLst>
                <a:gd name="T0" fmla="*/ 13 w 23"/>
                <a:gd name="T1" fmla="*/ 0 h 29"/>
                <a:gd name="T2" fmla="*/ 14 w 23"/>
                <a:gd name="T3" fmla="*/ 0 h 29"/>
                <a:gd name="T4" fmla="*/ 16 w 23"/>
                <a:gd name="T5" fmla="*/ 1 h 29"/>
                <a:gd name="T6" fmla="*/ 17 w 23"/>
                <a:gd name="T7" fmla="*/ 1 h 29"/>
                <a:gd name="T8" fmla="*/ 17 w 23"/>
                <a:gd name="T9" fmla="*/ 3 h 29"/>
                <a:gd name="T10" fmla="*/ 18 w 23"/>
                <a:gd name="T11" fmla="*/ 4 h 29"/>
                <a:gd name="T12" fmla="*/ 18 w 23"/>
                <a:gd name="T13" fmla="*/ 5 h 29"/>
                <a:gd name="T14" fmla="*/ 20 w 23"/>
                <a:gd name="T15" fmla="*/ 7 h 29"/>
                <a:gd name="T16" fmla="*/ 20 w 23"/>
                <a:gd name="T17" fmla="*/ 8 h 29"/>
                <a:gd name="T18" fmla="*/ 21 w 23"/>
                <a:gd name="T19" fmla="*/ 9 h 29"/>
                <a:gd name="T20" fmla="*/ 22 w 23"/>
                <a:gd name="T21" fmla="*/ 10 h 29"/>
                <a:gd name="T22" fmla="*/ 23 w 23"/>
                <a:gd name="T23" fmla="*/ 10 h 29"/>
                <a:gd name="T24" fmla="*/ 23 w 23"/>
                <a:gd name="T25" fmla="*/ 14 h 29"/>
                <a:gd name="T26" fmla="*/ 23 w 23"/>
                <a:gd name="T27" fmla="*/ 16 h 29"/>
                <a:gd name="T28" fmla="*/ 22 w 23"/>
                <a:gd name="T29" fmla="*/ 18 h 29"/>
                <a:gd name="T30" fmla="*/ 20 w 23"/>
                <a:gd name="T31" fmla="*/ 20 h 29"/>
                <a:gd name="T32" fmla="*/ 18 w 23"/>
                <a:gd name="T33" fmla="*/ 21 h 29"/>
                <a:gd name="T34" fmla="*/ 16 w 23"/>
                <a:gd name="T35" fmla="*/ 24 h 29"/>
                <a:gd name="T36" fmla="*/ 13 w 23"/>
                <a:gd name="T37" fmla="*/ 28 h 29"/>
                <a:gd name="T38" fmla="*/ 9 w 23"/>
                <a:gd name="T39" fmla="*/ 29 h 29"/>
                <a:gd name="T40" fmla="*/ 4 w 23"/>
                <a:gd name="T41" fmla="*/ 28 h 29"/>
                <a:gd name="T42" fmla="*/ 1 w 23"/>
                <a:gd name="T43" fmla="*/ 14 h 29"/>
                <a:gd name="T44" fmla="*/ 1 w 23"/>
                <a:gd name="T45" fmla="*/ 12 h 29"/>
                <a:gd name="T46" fmla="*/ 1 w 23"/>
                <a:gd name="T47" fmla="*/ 9 h 29"/>
                <a:gd name="T48" fmla="*/ 0 w 23"/>
                <a:gd name="T49" fmla="*/ 7 h 29"/>
                <a:gd name="T50" fmla="*/ 0 w 23"/>
                <a:gd name="T51" fmla="*/ 5 h 29"/>
                <a:gd name="T52" fmla="*/ 1 w 23"/>
                <a:gd name="T53" fmla="*/ 4 h 29"/>
                <a:gd name="T54" fmla="*/ 2 w 23"/>
                <a:gd name="T55" fmla="*/ 4 h 29"/>
                <a:gd name="T56" fmla="*/ 4 w 23"/>
                <a:gd name="T57" fmla="*/ 5 h 29"/>
                <a:gd name="T58" fmla="*/ 5 w 23"/>
                <a:gd name="T59" fmla="*/ 7 h 29"/>
                <a:gd name="T60" fmla="*/ 8 w 23"/>
                <a:gd name="T61" fmla="*/ 8 h 29"/>
                <a:gd name="T62" fmla="*/ 8 w 23"/>
                <a:gd name="T63" fmla="*/ 7 h 29"/>
                <a:gd name="T64" fmla="*/ 9 w 23"/>
                <a:gd name="T65" fmla="*/ 7 h 29"/>
                <a:gd name="T66" fmla="*/ 10 w 23"/>
                <a:gd name="T67" fmla="*/ 8 h 29"/>
                <a:gd name="T68" fmla="*/ 12 w 23"/>
                <a:gd name="T69" fmla="*/ 7 h 29"/>
                <a:gd name="T70" fmla="*/ 12 w 23"/>
                <a:gd name="T71" fmla="*/ 7 h 29"/>
                <a:gd name="T72" fmla="*/ 14 w 23"/>
                <a:gd name="T73" fmla="*/ 3 h 29"/>
                <a:gd name="T74" fmla="*/ 13 w 23"/>
                <a:gd name="T7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" h="29">
                  <a:moveTo>
                    <a:pt x="13" y="0"/>
                  </a:moveTo>
                  <a:lnTo>
                    <a:pt x="14" y="0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21" y="9"/>
                  </a:lnTo>
                  <a:lnTo>
                    <a:pt x="22" y="10"/>
                  </a:lnTo>
                  <a:lnTo>
                    <a:pt x="23" y="10"/>
                  </a:lnTo>
                  <a:lnTo>
                    <a:pt x="23" y="14"/>
                  </a:lnTo>
                  <a:lnTo>
                    <a:pt x="23" y="16"/>
                  </a:lnTo>
                  <a:lnTo>
                    <a:pt x="22" y="18"/>
                  </a:lnTo>
                  <a:lnTo>
                    <a:pt x="20" y="20"/>
                  </a:lnTo>
                  <a:lnTo>
                    <a:pt x="18" y="21"/>
                  </a:lnTo>
                  <a:lnTo>
                    <a:pt x="16" y="24"/>
                  </a:lnTo>
                  <a:lnTo>
                    <a:pt x="13" y="28"/>
                  </a:lnTo>
                  <a:lnTo>
                    <a:pt x="9" y="29"/>
                  </a:lnTo>
                  <a:lnTo>
                    <a:pt x="4" y="28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4"/>
                  </a:lnTo>
                  <a:lnTo>
                    <a:pt x="2" y="4"/>
                  </a:lnTo>
                  <a:lnTo>
                    <a:pt x="4" y="5"/>
                  </a:lnTo>
                  <a:lnTo>
                    <a:pt x="5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9" y="7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4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7" name="Freeform 476"/>
            <p:cNvSpPr>
              <a:spLocks/>
            </p:cNvSpPr>
            <p:nvPr/>
          </p:nvSpPr>
          <p:spPr bwMode="auto">
            <a:xfrm>
              <a:off x="6133238" y="4190522"/>
              <a:ext cx="576069" cy="570993"/>
            </a:xfrm>
            <a:custGeom>
              <a:avLst/>
              <a:gdLst>
                <a:gd name="T0" fmla="*/ 169 w 227"/>
                <a:gd name="T1" fmla="*/ 3 h 225"/>
                <a:gd name="T2" fmla="*/ 185 w 227"/>
                <a:gd name="T3" fmla="*/ 4 h 225"/>
                <a:gd name="T4" fmla="*/ 193 w 227"/>
                <a:gd name="T5" fmla="*/ 12 h 225"/>
                <a:gd name="T6" fmla="*/ 203 w 227"/>
                <a:gd name="T7" fmla="*/ 10 h 225"/>
                <a:gd name="T8" fmla="*/ 211 w 227"/>
                <a:gd name="T9" fmla="*/ 7 h 225"/>
                <a:gd name="T10" fmla="*/ 220 w 227"/>
                <a:gd name="T11" fmla="*/ 16 h 225"/>
                <a:gd name="T12" fmla="*/ 225 w 227"/>
                <a:gd name="T13" fmla="*/ 22 h 225"/>
                <a:gd name="T14" fmla="*/ 224 w 227"/>
                <a:gd name="T15" fmla="*/ 36 h 225"/>
                <a:gd name="T16" fmla="*/ 218 w 227"/>
                <a:gd name="T17" fmla="*/ 54 h 225"/>
                <a:gd name="T18" fmla="*/ 208 w 227"/>
                <a:gd name="T19" fmla="*/ 78 h 225"/>
                <a:gd name="T20" fmla="*/ 203 w 227"/>
                <a:gd name="T21" fmla="*/ 99 h 225"/>
                <a:gd name="T22" fmla="*/ 222 w 227"/>
                <a:gd name="T23" fmla="*/ 164 h 225"/>
                <a:gd name="T24" fmla="*/ 199 w 227"/>
                <a:gd name="T25" fmla="*/ 181 h 225"/>
                <a:gd name="T26" fmla="*/ 198 w 227"/>
                <a:gd name="T27" fmla="*/ 190 h 225"/>
                <a:gd name="T28" fmla="*/ 194 w 227"/>
                <a:gd name="T29" fmla="*/ 203 h 225"/>
                <a:gd name="T30" fmla="*/ 206 w 227"/>
                <a:gd name="T31" fmla="*/ 214 h 225"/>
                <a:gd name="T32" fmla="*/ 210 w 227"/>
                <a:gd name="T33" fmla="*/ 224 h 225"/>
                <a:gd name="T34" fmla="*/ 202 w 227"/>
                <a:gd name="T35" fmla="*/ 225 h 225"/>
                <a:gd name="T36" fmla="*/ 189 w 227"/>
                <a:gd name="T37" fmla="*/ 214 h 225"/>
                <a:gd name="T38" fmla="*/ 178 w 227"/>
                <a:gd name="T39" fmla="*/ 203 h 225"/>
                <a:gd name="T40" fmla="*/ 169 w 227"/>
                <a:gd name="T41" fmla="*/ 210 h 225"/>
                <a:gd name="T42" fmla="*/ 158 w 227"/>
                <a:gd name="T43" fmla="*/ 204 h 225"/>
                <a:gd name="T44" fmla="*/ 156 w 227"/>
                <a:gd name="T45" fmla="*/ 198 h 225"/>
                <a:gd name="T46" fmla="*/ 146 w 227"/>
                <a:gd name="T47" fmla="*/ 202 h 225"/>
                <a:gd name="T48" fmla="*/ 141 w 227"/>
                <a:gd name="T49" fmla="*/ 197 h 225"/>
                <a:gd name="T50" fmla="*/ 132 w 227"/>
                <a:gd name="T51" fmla="*/ 199 h 225"/>
                <a:gd name="T52" fmla="*/ 123 w 227"/>
                <a:gd name="T53" fmla="*/ 198 h 225"/>
                <a:gd name="T54" fmla="*/ 120 w 227"/>
                <a:gd name="T55" fmla="*/ 195 h 225"/>
                <a:gd name="T56" fmla="*/ 120 w 227"/>
                <a:gd name="T57" fmla="*/ 187 h 225"/>
                <a:gd name="T58" fmla="*/ 118 w 227"/>
                <a:gd name="T59" fmla="*/ 179 h 225"/>
                <a:gd name="T60" fmla="*/ 115 w 227"/>
                <a:gd name="T61" fmla="*/ 172 h 225"/>
                <a:gd name="T62" fmla="*/ 115 w 227"/>
                <a:gd name="T63" fmla="*/ 161 h 225"/>
                <a:gd name="T64" fmla="*/ 102 w 227"/>
                <a:gd name="T65" fmla="*/ 152 h 225"/>
                <a:gd name="T66" fmla="*/ 87 w 227"/>
                <a:gd name="T67" fmla="*/ 148 h 225"/>
                <a:gd name="T68" fmla="*/ 77 w 227"/>
                <a:gd name="T69" fmla="*/ 160 h 225"/>
                <a:gd name="T70" fmla="*/ 62 w 227"/>
                <a:gd name="T71" fmla="*/ 160 h 225"/>
                <a:gd name="T72" fmla="*/ 58 w 227"/>
                <a:gd name="T73" fmla="*/ 149 h 225"/>
                <a:gd name="T74" fmla="*/ 56 w 227"/>
                <a:gd name="T75" fmla="*/ 139 h 225"/>
                <a:gd name="T76" fmla="*/ 31 w 227"/>
                <a:gd name="T77" fmla="*/ 135 h 225"/>
                <a:gd name="T78" fmla="*/ 15 w 227"/>
                <a:gd name="T79" fmla="*/ 135 h 225"/>
                <a:gd name="T80" fmla="*/ 7 w 227"/>
                <a:gd name="T81" fmla="*/ 137 h 225"/>
                <a:gd name="T82" fmla="*/ 3 w 227"/>
                <a:gd name="T83" fmla="*/ 133 h 225"/>
                <a:gd name="T84" fmla="*/ 12 w 227"/>
                <a:gd name="T85" fmla="*/ 122 h 225"/>
                <a:gd name="T86" fmla="*/ 20 w 227"/>
                <a:gd name="T87" fmla="*/ 122 h 225"/>
                <a:gd name="T88" fmla="*/ 29 w 227"/>
                <a:gd name="T89" fmla="*/ 116 h 225"/>
                <a:gd name="T90" fmla="*/ 36 w 227"/>
                <a:gd name="T91" fmla="*/ 120 h 225"/>
                <a:gd name="T92" fmla="*/ 48 w 227"/>
                <a:gd name="T93" fmla="*/ 106 h 225"/>
                <a:gd name="T94" fmla="*/ 53 w 227"/>
                <a:gd name="T95" fmla="*/ 86 h 225"/>
                <a:gd name="T96" fmla="*/ 64 w 227"/>
                <a:gd name="T97" fmla="*/ 77 h 225"/>
                <a:gd name="T98" fmla="*/ 70 w 227"/>
                <a:gd name="T99" fmla="*/ 58 h 225"/>
                <a:gd name="T100" fmla="*/ 74 w 227"/>
                <a:gd name="T101" fmla="*/ 43 h 225"/>
                <a:gd name="T102" fmla="*/ 79 w 227"/>
                <a:gd name="T103" fmla="*/ 22 h 225"/>
                <a:gd name="T104" fmla="*/ 81 w 227"/>
                <a:gd name="T105" fmla="*/ 12 h 225"/>
                <a:gd name="T106" fmla="*/ 85 w 227"/>
                <a:gd name="T107" fmla="*/ 6 h 225"/>
                <a:gd name="T108" fmla="*/ 94 w 227"/>
                <a:gd name="T109" fmla="*/ 4 h 225"/>
                <a:gd name="T110" fmla="*/ 108 w 227"/>
                <a:gd name="T111" fmla="*/ 12 h 225"/>
                <a:gd name="T112" fmla="*/ 120 w 227"/>
                <a:gd name="T113" fmla="*/ 14 h 225"/>
                <a:gd name="T114" fmla="*/ 125 w 227"/>
                <a:gd name="T115" fmla="*/ 8 h 225"/>
                <a:gd name="T116" fmla="*/ 139 w 227"/>
                <a:gd name="T117" fmla="*/ 7 h 225"/>
                <a:gd name="T118" fmla="*/ 149 w 227"/>
                <a:gd name="T119" fmla="*/ 4 h 225"/>
                <a:gd name="T120" fmla="*/ 158 w 227"/>
                <a:gd name="T121" fmla="*/ 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7" h="225">
                  <a:moveTo>
                    <a:pt x="161" y="0"/>
                  </a:moveTo>
                  <a:lnTo>
                    <a:pt x="162" y="2"/>
                  </a:lnTo>
                  <a:lnTo>
                    <a:pt x="165" y="2"/>
                  </a:lnTo>
                  <a:lnTo>
                    <a:pt x="166" y="2"/>
                  </a:lnTo>
                  <a:lnTo>
                    <a:pt x="168" y="3"/>
                  </a:lnTo>
                  <a:lnTo>
                    <a:pt x="169" y="3"/>
                  </a:lnTo>
                  <a:lnTo>
                    <a:pt x="172" y="4"/>
                  </a:lnTo>
                  <a:lnTo>
                    <a:pt x="175" y="4"/>
                  </a:lnTo>
                  <a:lnTo>
                    <a:pt x="175" y="4"/>
                  </a:lnTo>
                  <a:lnTo>
                    <a:pt x="179" y="3"/>
                  </a:lnTo>
                  <a:lnTo>
                    <a:pt x="182" y="3"/>
                  </a:lnTo>
                  <a:lnTo>
                    <a:pt x="185" y="4"/>
                  </a:lnTo>
                  <a:lnTo>
                    <a:pt x="186" y="4"/>
                  </a:lnTo>
                  <a:lnTo>
                    <a:pt x="186" y="6"/>
                  </a:lnTo>
                  <a:lnTo>
                    <a:pt x="187" y="8"/>
                  </a:lnTo>
                  <a:lnTo>
                    <a:pt x="189" y="8"/>
                  </a:lnTo>
                  <a:lnTo>
                    <a:pt x="190" y="10"/>
                  </a:lnTo>
                  <a:lnTo>
                    <a:pt x="193" y="12"/>
                  </a:lnTo>
                  <a:lnTo>
                    <a:pt x="194" y="12"/>
                  </a:lnTo>
                  <a:lnTo>
                    <a:pt x="195" y="12"/>
                  </a:lnTo>
                  <a:lnTo>
                    <a:pt x="197" y="11"/>
                  </a:lnTo>
                  <a:lnTo>
                    <a:pt x="198" y="10"/>
                  </a:lnTo>
                  <a:lnTo>
                    <a:pt x="200" y="10"/>
                  </a:lnTo>
                  <a:lnTo>
                    <a:pt x="203" y="10"/>
                  </a:lnTo>
                  <a:lnTo>
                    <a:pt x="203" y="11"/>
                  </a:lnTo>
                  <a:lnTo>
                    <a:pt x="204" y="11"/>
                  </a:lnTo>
                  <a:lnTo>
                    <a:pt x="206" y="10"/>
                  </a:lnTo>
                  <a:lnTo>
                    <a:pt x="207" y="8"/>
                  </a:lnTo>
                  <a:lnTo>
                    <a:pt x="208" y="7"/>
                  </a:lnTo>
                  <a:lnTo>
                    <a:pt x="211" y="7"/>
                  </a:lnTo>
                  <a:lnTo>
                    <a:pt x="212" y="8"/>
                  </a:lnTo>
                  <a:lnTo>
                    <a:pt x="214" y="11"/>
                  </a:lnTo>
                  <a:lnTo>
                    <a:pt x="215" y="12"/>
                  </a:lnTo>
                  <a:lnTo>
                    <a:pt x="216" y="14"/>
                  </a:lnTo>
                  <a:lnTo>
                    <a:pt x="219" y="15"/>
                  </a:lnTo>
                  <a:lnTo>
                    <a:pt x="220" y="16"/>
                  </a:lnTo>
                  <a:lnTo>
                    <a:pt x="222" y="18"/>
                  </a:lnTo>
                  <a:lnTo>
                    <a:pt x="222" y="19"/>
                  </a:lnTo>
                  <a:lnTo>
                    <a:pt x="223" y="20"/>
                  </a:lnTo>
                  <a:lnTo>
                    <a:pt x="223" y="22"/>
                  </a:lnTo>
                  <a:lnTo>
                    <a:pt x="223" y="22"/>
                  </a:lnTo>
                  <a:lnTo>
                    <a:pt x="225" y="22"/>
                  </a:lnTo>
                  <a:lnTo>
                    <a:pt x="227" y="22"/>
                  </a:lnTo>
                  <a:lnTo>
                    <a:pt x="227" y="24"/>
                  </a:lnTo>
                  <a:lnTo>
                    <a:pt x="225" y="25"/>
                  </a:lnTo>
                  <a:lnTo>
                    <a:pt x="225" y="29"/>
                  </a:lnTo>
                  <a:lnTo>
                    <a:pt x="224" y="33"/>
                  </a:lnTo>
                  <a:lnTo>
                    <a:pt x="224" y="36"/>
                  </a:lnTo>
                  <a:lnTo>
                    <a:pt x="225" y="37"/>
                  </a:lnTo>
                  <a:lnTo>
                    <a:pt x="227" y="39"/>
                  </a:lnTo>
                  <a:lnTo>
                    <a:pt x="227" y="41"/>
                  </a:lnTo>
                  <a:lnTo>
                    <a:pt x="227" y="43"/>
                  </a:lnTo>
                  <a:lnTo>
                    <a:pt x="222" y="50"/>
                  </a:lnTo>
                  <a:lnTo>
                    <a:pt x="218" y="54"/>
                  </a:lnTo>
                  <a:lnTo>
                    <a:pt x="216" y="56"/>
                  </a:lnTo>
                  <a:lnTo>
                    <a:pt x="212" y="65"/>
                  </a:lnTo>
                  <a:lnTo>
                    <a:pt x="211" y="66"/>
                  </a:lnTo>
                  <a:lnTo>
                    <a:pt x="211" y="69"/>
                  </a:lnTo>
                  <a:lnTo>
                    <a:pt x="211" y="73"/>
                  </a:lnTo>
                  <a:lnTo>
                    <a:pt x="208" y="78"/>
                  </a:lnTo>
                  <a:lnTo>
                    <a:pt x="210" y="81"/>
                  </a:lnTo>
                  <a:lnTo>
                    <a:pt x="206" y="83"/>
                  </a:lnTo>
                  <a:lnTo>
                    <a:pt x="204" y="86"/>
                  </a:lnTo>
                  <a:lnTo>
                    <a:pt x="202" y="93"/>
                  </a:lnTo>
                  <a:lnTo>
                    <a:pt x="202" y="97"/>
                  </a:lnTo>
                  <a:lnTo>
                    <a:pt x="203" y="99"/>
                  </a:lnTo>
                  <a:lnTo>
                    <a:pt x="203" y="102"/>
                  </a:lnTo>
                  <a:lnTo>
                    <a:pt x="203" y="104"/>
                  </a:lnTo>
                  <a:lnTo>
                    <a:pt x="207" y="128"/>
                  </a:lnTo>
                  <a:lnTo>
                    <a:pt x="210" y="143"/>
                  </a:lnTo>
                  <a:lnTo>
                    <a:pt x="219" y="153"/>
                  </a:lnTo>
                  <a:lnTo>
                    <a:pt x="222" y="164"/>
                  </a:lnTo>
                  <a:lnTo>
                    <a:pt x="219" y="162"/>
                  </a:lnTo>
                  <a:lnTo>
                    <a:pt x="200" y="166"/>
                  </a:lnTo>
                  <a:lnTo>
                    <a:pt x="195" y="175"/>
                  </a:lnTo>
                  <a:lnTo>
                    <a:pt x="197" y="178"/>
                  </a:lnTo>
                  <a:lnTo>
                    <a:pt x="198" y="179"/>
                  </a:lnTo>
                  <a:lnTo>
                    <a:pt x="199" y="181"/>
                  </a:lnTo>
                  <a:lnTo>
                    <a:pt x="198" y="182"/>
                  </a:lnTo>
                  <a:lnTo>
                    <a:pt x="198" y="183"/>
                  </a:lnTo>
                  <a:lnTo>
                    <a:pt x="198" y="185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90"/>
                  </a:lnTo>
                  <a:lnTo>
                    <a:pt x="197" y="191"/>
                  </a:lnTo>
                  <a:lnTo>
                    <a:pt x="197" y="191"/>
                  </a:lnTo>
                  <a:lnTo>
                    <a:pt x="197" y="193"/>
                  </a:lnTo>
                  <a:lnTo>
                    <a:pt x="194" y="195"/>
                  </a:lnTo>
                  <a:lnTo>
                    <a:pt x="194" y="197"/>
                  </a:lnTo>
                  <a:lnTo>
                    <a:pt x="194" y="203"/>
                  </a:lnTo>
                  <a:lnTo>
                    <a:pt x="194" y="206"/>
                  </a:lnTo>
                  <a:lnTo>
                    <a:pt x="195" y="207"/>
                  </a:lnTo>
                  <a:lnTo>
                    <a:pt x="199" y="211"/>
                  </a:lnTo>
                  <a:lnTo>
                    <a:pt x="199" y="212"/>
                  </a:lnTo>
                  <a:lnTo>
                    <a:pt x="200" y="214"/>
                  </a:lnTo>
                  <a:lnTo>
                    <a:pt x="206" y="214"/>
                  </a:lnTo>
                  <a:lnTo>
                    <a:pt x="206" y="214"/>
                  </a:lnTo>
                  <a:lnTo>
                    <a:pt x="206" y="212"/>
                  </a:lnTo>
                  <a:lnTo>
                    <a:pt x="204" y="211"/>
                  </a:lnTo>
                  <a:lnTo>
                    <a:pt x="207" y="211"/>
                  </a:lnTo>
                  <a:lnTo>
                    <a:pt x="210" y="211"/>
                  </a:lnTo>
                  <a:lnTo>
                    <a:pt x="210" y="224"/>
                  </a:lnTo>
                  <a:lnTo>
                    <a:pt x="210" y="225"/>
                  </a:lnTo>
                  <a:lnTo>
                    <a:pt x="207" y="224"/>
                  </a:lnTo>
                  <a:lnTo>
                    <a:pt x="207" y="224"/>
                  </a:lnTo>
                  <a:lnTo>
                    <a:pt x="206" y="224"/>
                  </a:lnTo>
                  <a:lnTo>
                    <a:pt x="204" y="224"/>
                  </a:lnTo>
                  <a:lnTo>
                    <a:pt x="202" y="225"/>
                  </a:lnTo>
                  <a:lnTo>
                    <a:pt x="200" y="225"/>
                  </a:lnTo>
                  <a:lnTo>
                    <a:pt x="198" y="223"/>
                  </a:lnTo>
                  <a:lnTo>
                    <a:pt x="197" y="220"/>
                  </a:lnTo>
                  <a:lnTo>
                    <a:pt x="194" y="218"/>
                  </a:lnTo>
                  <a:lnTo>
                    <a:pt x="191" y="215"/>
                  </a:lnTo>
                  <a:lnTo>
                    <a:pt x="189" y="214"/>
                  </a:lnTo>
                  <a:lnTo>
                    <a:pt x="185" y="211"/>
                  </a:lnTo>
                  <a:lnTo>
                    <a:pt x="182" y="210"/>
                  </a:lnTo>
                  <a:lnTo>
                    <a:pt x="181" y="208"/>
                  </a:lnTo>
                  <a:lnTo>
                    <a:pt x="179" y="207"/>
                  </a:lnTo>
                  <a:lnTo>
                    <a:pt x="179" y="203"/>
                  </a:lnTo>
                  <a:lnTo>
                    <a:pt x="178" y="203"/>
                  </a:lnTo>
                  <a:lnTo>
                    <a:pt x="178" y="203"/>
                  </a:lnTo>
                  <a:lnTo>
                    <a:pt x="175" y="203"/>
                  </a:lnTo>
                  <a:lnTo>
                    <a:pt x="175" y="207"/>
                  </a:lnTo>
                  <a:lnTo>
                    <a:pt x="174" y="208"/>
                  </a:lnTo>
                  <a:lnTo>
                    <a:pt x="172" y="210"/>
                  </a:lnTo>
                  <a:lnTo>
                    <a:pt x="169" y="210"/>
                  </a:lnTo>
                  <a:lnTo>
                    <a:pt x="169" y="208"/>
                  </a:lnTo>
                  <a:lnTo>
                    <a:pt x="166" y="208"/>
                  </a:lnTo>
                  <a:lnTo>
                    <a:pt x="164" y="207"/>
                  </a:lnTo>
                  <a:lnTo>
                    <a:pt x="161" y="206"/>
                  </a:lnTo>
                  <a:lnTo>
                    <a:pt x="160" y="206"/>
                  </a:lnTo>
                  <a:lnTo>
                    <a:pt x="158" y="204"/>
                  </a:lnTo>
                  <a:lnTo>
                    <a:pt x="157" y="204"/>
                  </a:lnTo>
                  <a:lnTo>
                    <a:pt x="157" y="203"/>
                  </a:lnTo>
                  <a:lnTo>
                    <a:pt x="157" y="202"/>
                  </a:lnTo>
                  <a:lnTo>
                    <a:pt x="156" y="200"/>
                  </a:lnTo>
                  <a:lnTo>
                    <a:pt x="156" y="199"/>
                  </a:lnTo>
                  <a:lnTo>
                    <a:pt x="156" y="198"/>
                  </a:lnTo>
                  <a:lnTo>
                    <a:pt x="152" y="199"/>
                  </a:lnTo>
                  <a:lnTo>
                    <a:pt x="152" y="200"/>
                  </a:lnTo>
                  <a:lnTo>
                    <a:pt x="149" y="200"/>
                  </a:lnTo>
                  <a:lnTo>
                    <a:pt x="148" y="200"/>
                  </a:lnTo>
                  <a:lnTo>
                    <a:pt x="146" y="202"/>
                  </a:lnTo>
                  <a:lnTo>
                    <a:pt x="146" y="202"/>
                  </a:lnTo>
                  <a:lnTo>
                    <a:pt x="145" y="200"/>
                  </a:lnTo>
                  <a:lnTo>
                    <a:pt x="145" y="199"/>
                  </a:lnTo>
                  <a:lnTo>
                    <a:pt x="145" y="198"/>
                  </a:lnTo>
                  <a:lnTo>
                    <a:pt x="143" y="198"/>
                  </a:lnTo>
                  <a:lnTo>
                    <a:pt x="141" y="198"/>
                  </a:lnTo>
                  <a:lnTo>
                    <a:pt x="141" y="197"/>
                  </a:lnTo>
                  <a:lnTo>
                    <a:pt x="141" y="197"/>
                  </a:lnTo>
                  <a:lnTo>
                    <a:pt x="139" y="197"/>
                  </a:lnTo>
                  <a:lnTo>
                    <a:pt x="136" y="198"/>
                  </a:lnTo>
                  <a:lnTo>
                    <a:pt x="135" y="199"/>
                  </a:lnTo>
                  <a:lnTo>
                    <a:pt x="133" y="199"/>
                  </a:lnTo>
                  <a:lnTo>
                    <a:pt x="132" y="199"/>
                  </a:lnTo>
                  <a:lnTo>
                    <a:pt x="131" y="199"/>
                  </a:lnTo>
                  <a:lnTo>
                    <a:pt x="128" y="199"/>
                  </a:lnTo>
                  <a:lnTo>
                    <a:pt x="127" y="199"/>
                  </a:lnTo>
                  <a:lnTo>
                    <a:pt x="125" y="198"/>
                  </a:lnTo>
                  <a:lnTo>
                    <a:pt x="124" y="198"/>
                  </a:lnTo>
                  <a:lnTo>
                    <a:pt x="123" y="198"/>
                  </a:lnTo>
                  <a:lnTo>
                    <a:pt x="123" y="198"/>
                  </a:lnTo>
                  <a:lnTo>
                    <a:pt x="121" y="199"/>
                  </a:lnTo>
                  <a:lnTo>
                    <a:pt x="120" y="199"/>
                  </a:lnTo>
                  <a:lnTo>
                    <a:pt x="120" y="198"/>
                  </a:lnTo>
                  <a:lnTo>
                    <a:pt x="120" y="197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21" y="193"/>
                  </a:lnTo>
                  <a:lnTo>
                    <a:pt x="120" y="191"/>
                  </a:lnTo>
                  <a:lnTo>
                    <a:pt x="119" y="190"/>
                  </a:lnTo>
                  <a:lnTo>
                    <a:pt x="120" y="189"/>
                  </a:lnTo>
                  <a:lnTo>
                    <a:pt x="120" y="187"/>
                  </a:lnTo>
                  <a:lnTo>
                    <a:pt x="119" y="186"/>
                  </a:lnTo>
                  <a:lnTo>
                    <a:pt x="119" y="185"/>
                  </a:lnTo>
                  <a:lnTo>
                    <a:pt x="119" y="183"/>
                  </a:lnTo>
                  <a:lnTo>
                    <a:pt x="119" y="182"/>
                  </a:lnTo>
                  <a:lnTo>
                    <a:pt x="118" y="181"/>
                  </a:lnTo>
                  <a:lnTo>
                    <a:pt x="118" y="179"/>
                  </a:lnTo>
                  <a:lnTo>
                    <a:pt x="116" y="179"/>
                  </a:lnTo>
                  <a:lnTo>
                    <a:pt x="116" y="178"/>
                  </a:lnTo>
                  <a:lnTo>
                    <a:pt x="115" y="177"/>
                  </a:lnTo>
                  <a:lnTo>
                    <a:pt x="115" y="175"/>
                  </a:lnTo>
                  <a:lnTo>
                    <a:pt x="115" y="174"/>
                  </a:lnTo>
                  <a:lnTo>
                    <a:pt x="115" y="172"/>
                  </a:lnTo>
                  <a:lnTo>
                    <a:pt x="115" y="168"/>
                  </a:lnTo>
                  <a:lnTo>
                    <a:pt x="115" y="166"/>
                  </a:lnTo>
                  <a:lnTo>
                    <a:pt x="115" y="165"/>
                  </a:lnTo>
                  <a:lnTo>
                    <a:pt x="115" y="165"/>
                  </a:lnTo>
                  <a:lnTo>
                    <a:pt x="115" y="162"/>
                  </a:lnTo>
                  <a:lnTo>
                    <a:pt x="115" y="161"/>
                  </a:lnTo>
                  <a:lnTo>
                    <a:pt x="115" y="160"/>
                  </a:lnTo>
                  <a:lnTo>
                    <a:pt x="116" y="157"/>
                  </a:lnTo>
                  <a:lnTo>
                    <a:pt x="116" y="156"/>
                  </a:lnTo>
                  <a:lnTo>
                    <a:pt x="116" y="153"/>
                  </a:lnTo>
                  <a:lnTo>
                    <a:pt x="116" y="152"/>
                  </a:lnTo>
                  <a:lnTo>
                    <a:pt x="102" y="152"/>
                  </a:lnTo>
                  <a:lnTo>
                    <a:pt x="102" y="150"/>
                  </a:lnTo>
                  <a:lnTo>
                    <a:pt x="102" y="149"/>
                  </a:lnTo>
                  <a:lnTo>
                    <a:pt x="102" y="148"/>
                  </a:lnTo>
                  <a:lnTo>
                    <a:pt x="99" y="147"/>
                  </a:lnTo>
                  <a:lnTo>
                    <a:pt x="99" y="148"/>
                  </a:lnTo>
                  <a:lnTo>
                    <a:pt x="87" y="148"/>
                  </a:lnTo>
                  <a:lnTo>
                    <a:pt x="87" y="152"/>
                  </a:lnTo>
                  <a:lnTo>
                    <a:pt x="86" y="153"/>
                  </a:lnTo>
                  <a:lnTo>
                    <a:pt x="85" y="154"/>
                  </a:lnTo>
                  <a:lnTo>
                    <a:pt x="85" y="156"/>
                  </a:lnTo>
                  <a:lnTo>
                    <a:pt x="86" y="160"/>
                  </a:lnTo>
                  <a:lnTo>
                    <a:pt x="77" y="160"/>
                  </a:lnTo>
                  <a:lnTo>
                    <a:pt x="75" y="161"/>
                  </a:lnTo>
                  <a:lnTo>
                    <a:pt x="70" y="161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4" y="161"/>
                  </a:lnTo>
                  <a:lnTo>
                    <a:pt x="62" y="160"/>
                  </a:lnTo>
                  <a:lnTo>
                    <a:pt x="62" y="156"/>
                  </a:lnTo>
                  <a:lnTo>
                    <a:pt x="61" y="154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8" y="150"/>
                  </a:lnTo>
                  <a:lnTo>
                    <a:pt x="58" y="149"/>
                  </a:lnTo>
                  <a:lnTo>
                    <a:pt x="57" y="147"/>
                  </a:lnTo>
                  <a:lnTo>
                    <a:pt x="56" y="144"/>
                  </a:lnTo>
                  <a:lnTo>
                    <a:pt x="56" y="143"/>
                  </a:lnTo>
                  <a:lnTo>
                    <a:pt x="57" y="141"/>
                  </a:lnTo>
                  <a:lnTo>
                    <a:pt x="57" y="140"/>
                  </a:lnTo>
                  <a:lnTo>
                    <a:pt x="56" y="139"/>
                  </a:lnTo>
                  <a:lnTo>
                    <a:pt x="56" y="137"/>
                  </a:lnTo>
                  <a:lnTo>
                    <a:pt x="56" y="137"/>
                  </a:lnTo>
                  <a:lnTo>
                    <a:pt x="56" y="135"/>
                  </a:lnTo>
                  <a:lnTo>
                    <a:pt x="42" y="135"/>
                  </a:lnTo>
                  <a:lnTo>
                    <a:pt x="35" y="135"/>
                  </a:lnTo>
                  <a:lnTo>
                    <a:pt x="31" y="135"/>
                  </a:lnTo>
                  <a:lnTo>
                    <a:pt x="27" y="135"/>
                  </a:lnTo>
                  <a:lnTo>
                    <a:pt x="25" y="135"/>
                  </a:lnTo>
                  <a:lnTo>
                    <a:pt x="21" y="135"/>
                  </a:lnTo>
                  <a:lnTo>
                    <a:pt x="19" y="135"/>
                  </a:lnTo>
                  <a:lnTo>
                    <a:pt x="16" y="135"/>
                  </a:lnTo>
                  <a:lnTo>
                    <a:pt x="15" y="135"/>
                  </a:lnTo>
                  <a:lnTo>
                    <a:pt x="13" y="135"/>
                  </a:lnTo>
                  <a:lnTo>
                    <a:pt x="11" y="135"/>
                  </a:lnTo>
                  <a:lnTo>
                    <a:pt x="10" y="136"/>
                  </a:lnTo>
                  <a:lnTo>
                    <a:pt x="8" y="136"/>
                  </a:lnTo>
                  <a:lnTo>
                    <a:pt x="7" y="136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6" y="136"/>
                  </a:lnTo>
                  <a:lnTo>
                    <a:pt x="2" y="136"/>
                  </a:lnTo>
                  <a:lnTo>
                    <a:pt x="0" y="135"/>
                  </a:lnTo>
                  <a:lnTo>
                    <a:pt x="3" y="133"/>
                  </a:lnTo>
                  <a:lnTo>
                    <a:pt x="6" y="132"/>
                  </a:lnTo>
                  <a:lnTo>
                    <a:pt x="7" y="131"/>
                  </a:lnTo>
                  <a:lnTo>
                    <a:pt x="7" y="127"/>
                  </a:lnTo>
                  <a:lnTo>
                    <a:pt x="7" y="125"/>
                  </a:lnTo>
                  <a:lnTo>
                    <a:pt x="10" y="124"/>
                  </a:lnTo>
                  <a:lnTo>
                    <a:pt x="12" y="122"/>
                  </a:lnTo>
                  <a:lnTo>
                    <a:pt x="13" y="122"/>
                  </a:lnTo>
                  <a:lnTo>
                    <a:pt x="16" y="120"/>
                  </a:lnTo>
                  <a:lnTo>
                    <a:pt x="16" y="122"/>
                  </a:lnTo>
                  <a:lnTo>
                    <a:pt x="16" y="123"/>
                  </a:lnTo>
                  <a:lnTo>
                    <a:pt x="19" y="123"/>
                  </a:lnTo>
                  <a:lnTo>
                    <a:pt x="20" y="122"/>
                  </a:lnTo>
                  <a:lnTo>
                    <a:pt x="20" y="119"/>
                  </a:lnTo>
                  <a:lnTo>
                    <a:pt x="21" y="119"/>
                  </a:lnTo>
                  <a:lnTo>
                    <a:pt x="23" y="119"/>
                  </a:lnTo>
                  <a:lnTo>
                    <a:pt x="25" y="116"/>
                  </a:lnTo>
                  <a:lnTo>
                    <a:pt x="29" y="115"/>
                  </a:lnTo>
                  <a:lnTo>
                    <a:pt x="29" y="116"/>
                  </a:lnTo>
                  <a:lnTo>
                    <a:pt x="28" y="119"/>
                  </a:lnTo>
                  <a:lnTo>
                    <a:pt x="28" y="120"/>
                  </a:lnTo>
                  <a:lnTo>
                    <a:pt x="29" y="122"/>
                  </a:lnTo>
                  <a:lnTo>
                    <a:pt x="32" y="124"/>
                  </a:lnTo>
                  <a:lnTo>
                    <a:pt x="35" y="123"/>
                  </a:lnTo>
                  <a:lnTo>
                    <a:pt x="36" y="120"/>
                  </a:lnTo>
                  <a:lnTo>
                    <a:pt x="41" y="115"/>
                  </a:lnTo>
                  <a:lnTo>
                    <a:pt x="42" y="114"/>
                  </a:lnTo>
                  <a:lnTo>
                    <a:pt x="44" y="112"/>
                  </a:lnTo>
                  <a:lnTo>
                    <a:pt x="46" y="111"/>
                  </a:lnTo>
                  <a:lnTo>
                    <a:pt x="48" y="108"/>
                  </a:lnTo>
                  <a:lnTo>
                    <a:pt x="48" y="106"/>
                  </a:lnTo>
                  <a:lnTo>
                    <a:pt x="49" y="103"/>
                  </a:lnTo>
                  <a:lnTo>
                    <a:pt x="49" y="97"/>
                  </a:lnTo>
                  <a:lnTo>
                    <a:pt x="49" y="95"/>
                  </a:lnTo>
                  <a:lnTo>
                    <a:pt x="48" y="93"/>
                  </a:lnTo>
                  <a:lnTo>
                    <a:pt x="49" y="90"/>
                  </a:lnTo>
                  <a:lnTo>
                    <a:pt x="53" y="86"/>
                  </a:lnTo>
                  <a:lnTo>
                    <a:pt x="53" y="83"/>
                  </a:lnTo>
                  <a:lnTo>
                    <a:pt x="56" y="81"/>
                  </a:lnTo>
                  <a:lnTo>
                    <a:pt x="58" y="78"/>
                  </a:lnTo>
                  <a:lnTo>
                    <a:pt x="60" y="79"/>
                  </a:lnTo>
                  <a:lnTo>
                    <a:pt x="62" y="78"/>
                  </a:lnTo>
                  <a:lnTo>
                    <a:pt x="64" y="77"/>
                  </a:lnTo>
                  <a:lnTo>
                    <a:pt x="67" y="70"/>
                  </a:lnTo>
                  <a:lnTo>
                    <a:pt x="67" y="66"/>
                  </a:lnTo>
                  <a:lnTo>
                    <a:pt x="69" y="62"/>
                  </a:lnTo>
                  <a:lnTo>
                    <a:pt x="70" y="62"/>
                  </a:lnTo>
                  <a:lnTo>
                    <a:pt x="71" y="58"/>
                  </a:lnTo>
                  <a:lnTo>
                    <a:pt x="70" y="58"/>
                  </a:lnTo>
                  <a:lnTo>
                    <a:pt x="71" y="54"/>
                  </a:lnTo>
                  <a:lnTo>
                    <a:pt x="70" y="53"/>
                  </a:lnTo>
                  <a:lnTo>
                    <a:pt x="71" y="49"/>
                  </a:lnTo>
                  <a:lnTo>
                    <a:pt x="73" y="48"/>
                  </a:lnTo>
                  <a:lnTo>
                    <a:pt x="73" y="45"/>
                  </a:lnTo>
                  <a:lnTo>
                    <a:pt x="74" y="43"/>
                  </a:lnTo>
                  <a:lnTo>
                    <a:pt x="73" y="37"/>
                  </a:lnTo>
                  <a:lnTo>
                    <a:pt x="78" y="31"/>
                  </a:lnTo>
                  <a:lnTo>
                    <a:pt x="78" y="29"/>
                  </a:lnTo>
                  <a:lnTo>
                    <a:pt x="81" y="28"/>
                  </a:lnTo>
                  <a:lnTo>
                    <a:pt x="81" y="23"/>
                  </a:lnTo>
                  <a:lnTo>
                    <a:pt x="79" y="22"/>
                  </a:lnTo>
                  <a:lnTo>
                    <a:pt x="79" y="19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9" y="14"/>
                  </a:lnTo>
                  <a:lnTo>
                    <a:pt x="79" y="12"/>
                  </a:lnTo>
                  <a:lnTo>
                    <a:pt x="81" y="12"/>
                  </a:lnTo>
                  <a:lnTo>
                    <a:pt x="82" y="11"/>
                  </a:lnTo>
                  <a:lnTo>
                    <a:pt x="82" y="10"/>
                  </a:lnTo>
                  <a:lnTo>
                    <a:pt x="82" y="8"/>
                  </a:lnTo>
                  <a:lnTo>
                    <a:pt x="83" y="7"/>
                  </a:lnTo>
                  <a:lnTo>
                    <a:pt x="83" y="6"/>
                  </a:lnTo>
                  <a:lnTo>
                    <a:pt x="85" y="6"/>
                  </a:lnTo>
                  <a:lnTo>
                    <a:pt x="87" y="4"/>
                  </a:lnTo>
                  <a:lnTo>
                    <a:pt x="89" y="4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3" y="4"/>
                  </a:lnTo>
                  <a:lnTo>
                    <a:pt x="94" y="4"/>
                  </a:lnTo>
                  <a:lnTo>
                    <a:pt x="96" y="8"/>
                  </a:lnTo>
                  <a:lnTo>
                    <a:pt x="99" y="8"/>
                  </a:lnTo>
                  <a:lnTo>
                    <a:pt x="102" y="11"/>
                  </a:lnTo>
                  <a:lnTo>
                    <a:pt x="103" y="12"/>
                  </a:lnTo>
                  <a:lnTo>
                    <a:pt x="106" y="11"/>
                  </a:lnTo>
                  <a:lnTo>
                    <a:pt x="108" y="12"/>
                  </a:lnTo>
                  <a:lnTo>
                    <a:pt x="111" y="14"/>
                  </a:lnTo>
                  <a:lnTo>
                    <a:pt x="112" y="14"/>
                  </a:lnTo>
                  <a:lnTo>
                    <a:pt x="114" y="12"/>
                  </a:lnTo>
                  <a:lnTo>
                    <a:pt x="115" y="12"/>
                  </a:lnTo>
                  <a:lnTo>
                    <a:pt x="118" y="14"/>
                  </a:lnTo>
                  <a:lnTo>
                    <a:pt x="120" y="14"/>
                  </a:lnTo>
                  <a:lnTo>
                    <a:pt x="121" y="15"/>
                  </a:lnTo>
                  <a:lnTo>
                    <a:pt x="124" y="14"/>
                  </a:lnTo>
                  <a:lnTo>
                    <a:pt x="124" y="14"/>
                  </a:lnTo>
                  <a:lnTo>
                    <a:pt x="123" y="12"/>
                  </a:lnTo>
                  <a:lnTo>
                    <a:pt x="123" y="11"/>
                  </a:lnTo>
                  <a:lnTo>
                    <a:pt x="125" y="8"/>
                  </a:lnTo>
                  <a:lnTo>
                    <a:pt x="127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2" y="8"/>
                  </a:lnTo>
                  <a:lnTo>
                    <a:pt x="135" y="8"/>
                  </a:lnTo>
                  <a:lnTo>
                    <a:pt x="139" y="7"/>
                  </a:lnTo>
                  <a:lnTo>
                    <a:pt x="140" y="7"/>
                  </a:lnTo>
                  <a:lnTo>
                    <a:pt x="143" y="6"/>
                  </a:lnTo>
                  <a:lnTo>
                    <a:pt x="146" y="3"/>
                  </a:lnTo>
                  <a:lnTo>
                    <a:pt x="148" y="3"/>
                  </a:lnTo>
                  <a:lnTo>
                    <a:pt x="149" y="4"/>
                  </a:lnTo>
                  <a:lnTo>
                    <a:pt x="149" y="4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3" y="6"/>
                  </a:lnTo>
                  <a:lnTo>
                    <a:pt x="156" y="4"/>
                  </a:lnTo>
                  <a:lnTo>
                    <a:pt x="157" y="4"/>
                  </a:lnTo>
                  <a:lnTo>
                    <a:pt x="158" y="4"/>
                  </a:lnTo>
                  <a:lnTo>
                    <a:pt x="160" y="2"/>
                  </a:lnTo>
                  <a:lnTo>
                    <a:pt x="160" y="2"/>
                  </a:lnTo>
                  <a:lnTo>
                    <a:pt x="160" y="0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8" name="Freeform 477"/>
            <p:cNvSpPr>
              <a:spLocks/>
            </p:cNvSpPr>
            <p:nvPr/>
          </p:nvSpPr>
          <p:spPr bwMode="auto">
            <a:xfrm>
              <a:off x="6754984" y="4639704"/>
              <a:ext cx="93897" cy="241087"/>
            </a:xfrm>
            <a:custGeom>
              <a:avLst/>
              <a:gdLst>
                <a:gd name="T0" fmla="*/ 6 w 37"/>
                <a:gd name="T1" fmla="*/ 0 h 95"/>
                <a:gd name="T2" fmla="*/ 7 w 37"/>
                <a:gd name="T3" fmla="*/ 1 h 95"/>
                <a:gd name="T4" fmla="*/ 8 w 37"/>
                <a:gd name="T5" fmla="*/ 1 h 95"/>
                <a:gd name="T6" fmla="*/ 11 w 37"/>
                <a:gd name="T7" fmla="*/ 2 h 95"/>
                <a:gd name="T8" fmla="*/ 12 w 37"/>
                <a:gd name="T9" fmla="*/ 2 h 95"/>
                <a:gd name="T10" fmla="*/ 15 w 37"/>
                <a:gd name="T11" fmla="*/ 5 h 95"/>
                <a:gd name="T12" fmla="*/ 20 w 37"/>
                <a:gd name="T13" fmla="*/ 14 h 95"/>
                <a:gd name="T14" fmla="*/ 19 w 37"/>
                <a:gd name="T15" fmla="*/ 37 h 95"/>
                <a:gd name="T16" fmla="*/ 24 w 37"/>
                <a:gd name="T17" fmla="*/ 48 h 95"/>
                <a:gd name="T18" fmla="*/ 27 w 37"/>
                <a:gd name="T19" fmla="*/ 51 h 95"/>
                <a:gd name="T20" fmla="*/ 32 w 37"/>
                <a:gd name="T21" fmla="*/ 56 h 95"/>
                <a:gd name="T22" fmla="*/ 36 w 37"/>
                <a:gd name="T23" fmla="*/ 62 h 95"/>
                <a:gd name="T24" fmla="*/ 37 w 37"/>
                <a:gd name="T25" fmla="*/ 66 h 95"/>
                <a:gd name="T26" fmla="*/ 36 w 37"/>
                <a:gd name="T27" fmla="*/ 68 h 95"/>
                <a:gd name="T28" fmla="*/ 34 w 37"/>
                <a:gd name="T29" fmla="*/ 70 h 95"/>
                <a:gd name="T30" fmla="*/ 34 w 37"/>
                <a:gd name="T31" fmla="*/ 71 h 95"/>
                <a:gd name="T32" fmla="*/ 36 w 37"/>
                <a:gd name="T33" fmla="*/ 73 h 95"/>
                <a:gd name="T34" fmla="*/ 34 w 37"/>
                <a:gd name="T35" fmla="*/ 80 h 95"/>
                <a:gd name="T36" fmla="*/ 31 w 37"/>
                <a:gd name="T37" fmla="*/ 81 h 95"/>
                <a:gd name="T38" fmla="*/ 29 w 37"/>
                <a:gd name="T39" fmla="*/ 87 h 95"/>
                <a:gd name="T40" fmla="*/ 28 w 37"/>
                <a:gd name="T41" fmla="*/ 92 h 95"/>
                <a:gd name="T42" fmla="*/ 25 w 37"/>
                <a:gd name="T43" fmla="*/ 95 h 95"/>
                <a:gd name="T44" fmla="*/ 25 w 37"/>
                <a:gd name="T45" fmla="*/ 92 h 95"/>
                <a:gd name="T46" fmla="*/ 23 w 37"/>
                <a:gd name="T47" fmla="*/ 88 h 95"/>
                <a:gd name="T48" fmla="*/ 20 w 37"/>
                <a:gd name="T49" fmla="*/ 85 h 95"/>
                <a:gd name="T50" fmla="*/ 17 w 37"/>
                <a:gd name="T51" fmla="*/ 81 h 95"/>
                <a:gd name="T52" fmla="*/ 16 w 37"/>
                <a:gd name="T53" fmla="*/ 76 h 95"/>
                <a:gd name="T54" fmla="*/ 17 w 37"/>
                <a:gd name="T55" fmla="*/ 72 h 95"/>
                <a:gd name="T56" fmla="*/ 21 w 37"/>
                <a:gd name="T57" fmla="*/ 67 h 95"/>
                <a:gd name="T58" fmla="*/ 20 w 37"/>
                <a:gd name="T59" fmla="*/ 62 h 95"/>
                <a:gd name="T60" fmla="*/ 13 w 37"/>
                <a:gd name="T61" fmla="*/ 60 h 95"/>
                <a:gd name="T62" fmla="*/ 12 w 37"/>
                <a:gd name="T63" fmla="*/ 62 h 95"/>
                <a:gd name="T64" fmla="*/ 8 w 37"/>
                <a:gd name="T65" fmla="*/ 62 h 95"/>
                <a:gd name="T66" fmla="*/ 7 w 37"/>
                <a:gd name="T67" fmla="*/ 59 h 95"/>
                <a:gd name="T68" fmla="*/ 7 w 37"/>
                <a:gd name="T69" fmla="*/ 56 h 95"/>
                <a:gd name="T70" fmla="*/ 3 w 37"/>
                <a:gd name="T71" fmla="*/ 55 h 95"/>
                <a:gd name="T72" fmla="*/ 0 w 37"/>
                <a:gd name="T73" fmla="*/ 51 h 95"/>
                <a:gd name="T74" fmla="*/ 2 w 37"/>
                <a:gd name="T75" fmla="*/ 50 h 95"/>
                <a:gd name="T76" fmla="*/ 3 w 37"/>
                <a:gd name="T77" fmla="*/ 46 h 95"/>
                <a:gd name="T78" fmla="*/ 3 w 37"/>
                <a:gd name="T79" fmla="*/ 43 h 95"/>
                <a:gd name="T80" fmla="*/ 3 w 37"/>
                <a:gd name="T81" fmla="*/ 41 h 95"/>
                <a:gd name="T82" fmla="*/ 8 w 37"/>
                <a:gd name="T83" fmla="*/ 38 h 95"/>
                <a:gd name="T84" fmla="*/ 9 w 37"/>
                <a:gd name="T85" fmla="*/ 37 h 95"/>
                <a:gd name="T86" fmla="*/ 8 w 37"/>
                <a:gd name="T87" fmla="*/ 35 h 95"/>
                <a:gd name="T88" fmla="*/ 7 w 37"/>
                <a:gd name="T89" fmla="*/ 33 h 95"/>
                <a:gd name="T90" fmla="*/ 8 w 37"/>
                <a:gd name="T91" fmla="*/ 30 h 95"/>
                <a:gd name="T92" fmla="*/ 8 w 37"/>
                <a:gd name="T93" fmla="*/ 27 h 95"/>
                <a:gd name="T94" fmla="*/ 7 w 37"/>
                <a:gd name="T95" fmla="*/ 23 h 95"/>
                <a:gd name="T96" fmla="*/ 7 w 37"/>
                <a:gd name="T97" fmla="*/ 20 h 95"/>
                <a:gd name="T98" fmla="*/ 9 w 37"/>
                <a:gd name="T99" fmla="*/ 17 h 95"/>
                <a:gd name="T100" fmla="*/ 11 w 37"/>
                <a:gd name="T101" fmla="*/ 13 h 95"/>
                <a:gd name="T102" fmla="*/ 8 w 37"/>
                <a:gd name="T103" fmla="*/ 10 h 95"/>
                <a:gd name="T104" fmla="*/ 8 w 37"/>
                <a:gd name="T105" fmla="*/ 6 h 95"/>
                <a:gd name="T106" fmla="*/ 7 w 37"/>
                <a:gd name="T107" fmla="*/ 5 h 95"/>
                <a:gd name="T108" fmla="*/ 6 w 37"/>
                <a:gd name="T109" fmla="*/ 2 h 95"/>
                <a:gd name="T110" fmla="*/ 3 w 37"/>
                <a:gd name="T11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7" h="95">
                  <a:moveTo>
                    <a:pt x="4" y="0"/>
                  </a:move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9" y="9"/>
                  </a:lnTo>
                  <a:lnTo>
                    <a:pt x="20" y="14"/>
                  </a:lnTo>
                  <a:lnTo>
                    <a:pt x="19" y="34"/>
                  </a:lnTo>
                  <a:lnTo>
                    <a:pt x="19" y="37"/>
                  </a:lnTo>
                  <a:lnTo>
                    <a:pt x="20" y="47"/>
                  </a:lnTo>
                  <a:lnTo>
                    <a:pt x="24" y="48"/>
                  </a:lnTo>
                  <a:lnTo>
                    <a:pt x="27" y="51"/>
                  </a:lnTo>
                  <a:lnTo>
                    <a:pt x="27" y="51"/>
                  </a:lnTo>
                  <a:lnTo>
                    <a:pt x="28" y="52"/>
                  </a:lnTo>
                  <a:lnTo>
                    <a:pt x="32" y="56"/>
                  </a:lnTo>
                  <a:lnTo>
                    <a:pt x="33" y="58"/>
                  </a:lnTo>
                  <a:lnTo>
                    <a:pt x="36" y="62"/>
                  </a:lnTo>
                  <a:lnTo>
                    <a:pt x="37" y="64"/>
                  </a:lnTo>
                  <a:lnTo>
                    <a:pt x="37" y="66"/>
                  </a:lnTo>
                  <a:lnTo>
                    <a:pt x="37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4" y="71"/>
                  </a:lnTo>
                  <a:lnTo>
                    <a:pt x="34" y="72"/>
                  </a:lnTo>
                  <a:lnTo>
                    <a:pt x="36" y="73"/>
                  </a:lnTo>
                  <a:lnTo>
                    <a:pt x="34" y="77"/>
                  </a:lnTo>
                  <a:lnTo>
                    <a:pt x="34" y="80"/>
                  </a:lnTo>
                  <a:lnTo>
                    <a:pt x="33" y="81"/>
                  </a:lnTo>
                  <a:lnTo>
                    <a:pt x="31" y="81"/>
                  </a:lnTo>
                  <a:lnTo>
                    <a:pt x="29" y="85"/>
                  </a:lnTo>
                  <a:lnTo>
                    <a:pt x="29" y="87"/>
                  </a:lnTo>
                  <a:lnTo>
                    <a:pt x="28" y="89"/>
                  </a:lnTo>
                  <a:lnTo>
                    <a:pt x="28" y="92"/>
                  </a:lnTo>
                  <a:lnTo>
                    <a:pt x="28" y="95"/>
                  </a:lnTo>
                  <a:lnTo>
                    <a:pt x="25" y="95"/>
                  </a:lnTo>
                  <a:lnTo>
                    <a:pt x="25" y="93"/>
                  </a:lnTo>
                  <a:lnTo>
                    <a:pt x="25" y="92"/>
                  </a:lnTo>
                  <a:lnTo>
                    <a:pt x="24" y="89"/>
                  </a:lnTo>
                  <a:lnTo>
                    <a:pt x="23" y="88"/>
                  </a:lnTo>
                  <a:lnTo>
                    <a:pt x="21" y="88"/>
                  </a:lnTo>
                  <a:lnTo>
                    <a:pt x="20" y="85"/>
                  </a:lnTo>
                  <a:lnTo>
                    <a:pt x="17" y="83"/>
                  </a:lnTo>
                  <a:lnTo>
                    <a:pt x="17" y="81"/>
                  </a:lnTo>
                  <a:lnTo>
                    <a:pt x="16" y="79"/>
                  </a:lnTo>
                  <a:lnTo>
                    <a:pt x="16" y="76"/>
                  </a:lnTo>
                  <a:lnTo>
                    <a:pt x="17" y="75"/>
                  </a:lnTo>
                  <a:lnTo>
                    <a:pt x="17" y="72"/>
                  </a:lnTo>
                  <a:lnTo>
                    <a:pt x="20" y="70"/>
                  </a:lnTo>
                  <a:lnTo>
                    <a:pt x="21" y="67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6" y="60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9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2" y="50"/>
                  </a:lnTo>
                  <a:lnTo>
                    <a:pt x="3" y="47"/>
                  </a:lnTo>
                  <a:lnTo>
                    <a:pt x="3" y="46"/>
                  </a:lnTo>
                  <a:lnTo>
                    <a:pt x="3" y="45"/>
                  </a:lnTo>
                  <a:lnTo>
                    <a:pt x="3" y="43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6" y="39"/>
                  </a:lnTo>
                  <a:lnTo>
                    <a:pt x="8" y="38"/>
                  </a:lnTo>
                  <a:lnTo>
                    <a:pt x="8" y="37"/>
                  </a:lnTo>
                  <a:lnTo>
                    <a:pt x="9" y="37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7" y="33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7" y="29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9" y="12"/>
                  </a:lnTo>
                  <a:lnTo>
                    <a:pt x="8" y="10"/>
                  </a:lnTo>
                  <a:lnTo>
                    <a:pt x="7" y="9"/>
                  </a:lnTo>
                  <a:lnTo>
                    <a:pt x="8" y="6"/>
                  </a:lnTo>
                  <a:lnTo>
                    <a:pt x="8" y="5"/>
                  </a:lnTo>
                  <a:lnTo>
                    <a:pt x="7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1"/>
                  </a:lnTo>
                  <a:lnTo>
                    <a:pt x="3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9" name="Freeform 478"/>
            <p:cNvSpPr>
              <a:spLocks/>
            </p:cNvSpPr>
            <p:nvPr/>
          </p:nvSpPr>
          <p:spPr bwMode="auto">
            <a:xfrm>
              <a:off x="6425078" y="4601637"/>
              <a:ext cx="357823" cy="304529"/>
            </a:xfrm>
            <a:custGeom>
              <a:avLst/>
              <a:gdLst>
                <a:gd name="T0" fmla="*/ 113 w 141"/>
                <a:gd name="T1" fmla="*/ 3 h 120"/>
                <a:gd name="T2" fmla="*/ 118 w 141"/>
                <a:gd name="T3" fmla="*/ 7 h 120"/>
                <a:gd name="T4" fmla="*/ 128 w 141"/>
                <a:gd name="T5" fmla="*/ 10 h 120"/>
                <a:gd name="T6" fmla="*/ 133 w 141"/>
                <a:gd name="T7" fmla="*/ 15 h 120"/>
                <a:gd name="T8" fmla="*/ 137 w 141"/>
                <a:gd name="T9" fmla="*/ 20 h 120"/>
                <a:gd name="T10" fmla="*/ 138 w 141"/>
                <a:gd name="T11" fmla="*/ 25 h 120"/>
                <a:gd name="T12" fmla="*/ 139 w 141"/>
                <a:gd name="T13" fmla="*/ 32 h 120"/>
                <a:gd name="T14" fmla="*/ 137 w 141"/>
                <a:gd name="T15" fmla="*/ 38 h 120"/>
                <a:gd name="T16" fmla="*/ 138 w 141"/>
                <a:gd name="T17" fmla="*/ 45 h 120"/>
                <a:gd name="T18" fmla="*/ 138 w 141"/>
                <a:gd name="T19" fmla="*/ 50 h 120"/>
                <a:gd name="T20" fmla="*/ 138 w 141"/>
                <a:gd name="T21" fmla="*/ 53 h 120"/>
                <a:gd name="T22" fmla="*/ 133 w 141"/>
                <a:gd name="T23" fmla="*/ 58 h 120"/>
                <a:gd name="T24" fmla="*/ 132 w 141"/>
                <a:gd name="T25" fmla="*/ 65 h 120"/>
                <a:gd name="T26" fmla="*/ 133 w 141"/>
                <a:gd name="T27" fmla="*/ 70 h 120"/>
                <a:gd name="T28" fmla="*/ 122 w 141"/>
                <a:gd name="T29" fmla="*/ 75 h 120"/>
                <a:gd name="T30" fmla="*/ 101 w 141"/>
                <a:gd name="T31" fmla="*/ 83 h 120"/>
                <a:gd name="T32" fmla="*/ 101 w 141"/>
                <a:gd name="T33" fmla="*/ 90 h 120"/>
                <a:gd name="T34" fmla="*/ 96 w 141"/>
                <a:gd name="T35" fmla="*/ 90 h 120"/>
                <a:gd name="T36" fmla="*/ 87 w 141"/>
                <a:gd name="T37" fmla="*/ 92 h 120"/>
                <a:gd name="T38" fmla="*/ 82 w 141"/>
                <a:gd name="T39" fmla="*/ 98 h 120"/>
                <a:gd name="T40" fmla="*/ 76 w 141"/>
                <a:gd name="T41" fmla="*/ 102 h 120"/>
                <a:gd name="T42" fmla="*/ 58 w 141"/>
                <a:gd name="T43" fmla="*/ 120 h 120"/>
                <a:gd name="T44" fmla="*/ 53 w 141"/>
                <a:gd name="T45" fmla="*/ 117 h 120"/>
                <a:gd name="T46" fmla="*/ 46 w 141"/>
                <a:gd name="T47" fmla="*/ 119 h 120"/>
                <a:gd name="T48" fmla="*/ 39 w 141"/>
                <a:gd name="T49" fmla="*/ 116 h 120"/>
                <a:gd name="T50" fmla="*/ 34 w 141"/>
                <a:gd name="T51" fmla="*/ 113 h 120"/>
                <a:gd name="T52" fmla="*/ 31 w 141"/>
                <a:gd name="T53" fmla="*/ 112 h 120"/>
                <a:gd name="T54" fmla="*/ 16 w 141"/>
                <a:gd name="T55" fmla="*/ 113 h 120"/>
                <a:gd name="T56" fmla="*/ 10 w 141"/>
                <a:gd name="T57" fmla="*/ 110 h 120"/>
                <a:gd name="T58" fmla="*/ 4 w 141"/>
                <a:gd name="T59" fmla="*/ 103 h 120"/>
                <a:gd name="T60" fmla="*/ 1 w 141"/>
                <a:gd name="T61" fmla="*/ 58 h 120"/>
                <a:gd name="T62" fmla="*/ 28 w 141"/>
                <a:gd name="T63" fmla="*/ 53 h 120"/>
                <a:gd name="T64" fmla="*/ 26 w 141"/>
                <a:gd name="T65" fmla="*/ 42 h 120"/>
                <a:gd name="T66" fmla="*/ 26 w 141"/>
                <a:gd name="T67" fmla="*/ 35 h 120"/>
                <a:gd name="T68" fmla="*/ 30 w 141"/>
                <a:gd name="T69" fmla="*/ 37 h 120"/>
                <a:gd name="T70" fmla="*/ 33 w 141"/>
                <a:gd name="T71" fmla="*/ 38 h 120"/>
                <a:gd name="T72" fmla="*/ 41 w 141"/>
                <a:gd name="T73" fmla="*/ 36 h 120"/>
                <a:gd name="T74" fmla="*/ 42 w 141"/>
                <a:gd name="T75" fmla="*/ 41 h 120"/>
                <a:gd name="T76" fmla="*/ 46 w 141"/>
                <a:gd name="T77" fmla="*/ 44 h 120"/>
                <a:gd name="T78" fmla="*/ 54 w 141"/>
                <a:gd name="T79" fmla="*/ 48 h 120"/>
                <a:gd name="T80" fmla="*/ 60 w 141"/>
                <a:gd name="T81" fmla="*/ 41 h 120"/>
                <a:gd name="T82" fmla="*/ 64 w 141"/>
                <a:gd name="T83" fmla="*/ 45 h 120"/>
                <a:gd name="T84" fmla="*/ 74 w 141"/>
                <a:gd name="T85" fmla="*/ 52 h 120"/>
                <a:gd name="T86" fmla="*/ 83 w 141"/>
                <a:gd name="T87" fmla="*/ 61 h 120"/>
                <a:gd name="T88" fmla="*/ 91 w 141"/>
                <a:gd name="T89" fmla="*/ 62 h 120"/>
                <a:gd name="T90" fmla="*/ 95 w 141"/>
                <a:gd name="T91" fmla="*/ 62 h 120"/>
                <a:gd name="T92" fmla="*/ 91 w 141"/>
                <a:gd name="T93" fmla="*/ 50 h 120"/>
                <a:gd name="T94" fmla="*/ 84 w 141"/>
                <a:gd name="T95" fmla="*/ 50 h 120"/>
                <a:gd name="T96" fmla="*/ 79 w 141"/>
                <a:gd name="T97" fmla="*/ 41 h 120"/>
                <a:gd name="T98" fmla="*/ 82 w 141"/>
                <a:gd name="T99" fmla="*/ 29 h 120"/>
                <a:gd name="T100" fmla="*/ 83 w 141"/>
                <a:gd name="T101" fmla="*/ 24 h 120"/>
                <a:gd name="T102" fmla="*/ 84 w 141"/>
                <a:gd name="T103" fmla="*/ 19 h 120"/>
                <a:gd name="T104" fmla="*/ 85 w 141"/>
                <a:gd name="T105" fmla="*/ 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1" h="120">
                  <a:moveTo>
                    <a:pt x="104" y="0"/>
                  </a:moveTo>
                  <a:lnTo>
                    <a:pt x="110" y="3"/>
                  </a:lnTo>
                  <a:lnTo>
                    <a:pt x="112" y="3"/>
                  </a:lnTo>
                  <a:lnTo>
                    <a:pt x="113" y="3"/>
                  </a:lnTo>
                  <a:lnTo>
                    <a:pt x="114" y="3"/>
                  </a:lnTo>
                  <a:lnTo>
                    <a:pt x="117" y="4"/>
                  </a:lnTo>
                  <a:lnTo>
                    <a:pt x="117" y="6"/>
                  </a:lnTo>
                  <a:lnTo>
                    <a:pt x="118" y="7"/>
                  </a:lnTo>
                  <a:lnTo>
                    <a:pt x="121" y="7"/>
                  </a:lnTo>
                  <a:lnTo>
                    <a:pt x="126" y="10"/>
                  </a:lnTo>
                  <a:lnTo>
                    <a:pt x="128" y="10"/>
                  </a:lnTo>
                  <a:lnTo>
                    <a:pt x="128" y="10"/>
                  </a:lnTo>
                  <a:lnTo>
                    <a:pt x="130" y="11"/>
                  </a:lnTo>
                  <a:lnTo>
                    <a:pt x="130" y="12"/>
                  </a:lnTo>
                  <a:lnTo>
                    <a:pt x="133" y="15"/>
                  </a:lnTo>
                  <a:lnTo>
                    <a:pt x="133" y="15"/>
                  </a:lnTo>
                  <a:lnTo>
                    <a:pt x="134" y="16"/>
                  </a:lnTo>
                  <a:lnTo>
                    <a:pt x="136" y="17"/>
                  </a:lnTo>
                  <a:lnTo>
                    <a:pt x="136" y="19"/>
                  </a:lnTo>
                  <a:lnTo>
                    <a:pt x="137" y="20"/>
                  </a:lnTo>
                  <a:lnTo>
                    <a:pt x="138" y="20"/>
                  </a:lnTo>
                  <a:lnTo>
                    <a:pt x="138" y="21"/>
                  </a:lnTo>
                  <a:lnTo>
                    <a:pt x="137" y="24"/>
                  </a:lnTo>
                  <a:lnTo>
                    <a:pt x="138" y="25"/>
                  </a:lnTo>
                  <a:lnTo>
                    <a:pt x="139" y="27"/>
                  </a:lnTo>
                  <a:lnTo>
                    <a:pt x="141" y="28"/>
                  </a:lnTo>
                  <a:lnTo>
                    <a:pt x="141" y="31"/>
                  </a:lnTo>
                  <a:lnTo>
                    <a:pt x="139" y="32"/>
                  </a:lnTo>
                  <a:lnTo>
                    <a:pt x="139" y="32"/>
                  </a:lnTo>
                  <a:lnTo>
                    <a:pt x="137" y="35"/>
                  </a:lnTo>
                  <a:lnTo>
                    <a:pt x="137" y="37"/>
                  </a:lnTo>
                  <a:lnTo>
                    <a:pt x="137" y="38"/>
                  </a:lnTo>
                  <a:lnTo>
                    <a:pt x="138" y="41"/>
                  </a:lnTo>
                  <a:lnTo>
                    <a:pt x="138" y="42"/>
                  </a:lnTo>
                  <a:lnTo>
                    <a:pt x="137" y="44"/>
                  </a:lnTo>
                  <a:lnTo>
                    <a:pt x="138" y="45"/>
                  </a:lnTo>
                  <a:lnTo>
                    <a:pt x="138" y="46"/>
                  </a:lnTo>
                  <a:lnTo>
                    <a:pt x="137" y="48"/>
                  </a:lnTo>
                  <a:lnTo>
                    <a:pt x="138" y="49"/>
                  </a:lnTo>
                  <a:lnTo>
                    <a:pt x="138" y="50"/>
                  </a:lnTo>
                  <a:lnTo>
                    <a:pt x="139" y="50"/>
                  </a:lnTo>
                  <a:lnTo>
                    <a:pt x="139" y="52"/>
                  </a:lnTo>
                  <a:lnTo>
                    <a:pt x="138" y="52"/>
                  </a:lnTo>
                  <a:lnTo>
                    <a:pt x="138" y="53"/>
                  </a:lnTo>
                  <a:lnTo>
                    <a:pt x="136" y="54"/>
                  </a:lnTo>
                  <a:lnTo>
                    <a:pt x="133" y="56"/>
                  </a:lnTo>
                  <a:lnTo>
                    <a:pt x="133" y="57"/>
                  </a:lnTo>
                  <a:lnTo>
                    <a:pt x="133" y="58"/>
                  </a:lnTo>
                  <a:lnTo>
                    <a:pt x="133" y="60"/>
                  </a:lnTo>
                  <a:lnTo>
                    <a:pt x="133" y="61"/>
                  </a:lnTo>
                  <a:lnTo>
                    <a:pt x="133" y="62"/>
                  </a:lnTo>
                  <a:lnTo>
                    <a:pt x="132" y="65"/>
                  </a:lnTo>
                  <a:lnTo>
                    <a:pt x="130" y="65"/>
                  </a:lnTo>
                  <a:lnTo>
                    <a:pt x="130" y="66"/>
                  </a:lnTo>
                  <a:lnTo>
                    <a:pt x="132" y="69"/>
                  </a:lnTo>
                  <a:lnTo>
                    <a:pt x="133" y="70"/>
                  </a:lnTo>
                  <a:lnTo>
                    <a:pt x="133" y="71"/>
                  </a:lnTo>
                  <a:lnTo>
                    <a:pt x="133" y="71"/>
                  </a:lnTo>
                  <a:lnTo>
                    <a:pt x="129" y="73"/>
                  </a:lnTo>
                  <a:lnTo>
                    <a:pt x="122" y="75"/>
                  </a:lnTo>
                  <a:lnTo>
                    <a:pt x="120" y="77"/>
                  </a:lnTo>
                  <a:lnTo>
                    <a:pt x="108" y="82"/>
                  </a:lnTo>
                  <a:lnTo>
                    <a:pt x="105" y="82"/>
                  </a:lnTo>
                  <a:lnTo>
                    <a:pt x="101" y="83"/>
                  </a:lnTo>
                  <a:lnTo>
                    <a:pt x="100" y="86"/>
                  </a:lnTo>
                  <a:lnTo>
                    <a:pt x="101" y="88"/>
                  </a:lnTo>
                  <a:lnTo>
                    <a:pt x="101" y="90"/>
                  </a:lnTo>
                  <a:lnTo>
                    <a:pt x="101" y="90"/>
                  </a:lnTo>
                  <a:lnTo>
                    <a:pt x="100" y="91"/>
                  </a:lnTo>
                  <a:lnTo>
                    <a:pt x="97" y="90"/>
                  </a:lnTo>
                  <a:lnTo>
                    <a:pt x="96" y="90"/>
                  </a:lnTo>
                  <a:lnTo>
                    <a:pt x="96" y="90"/>
                  </a:lnTo>
                  <a:lnTo>
                    <a:pt x="92" y="90"/>
                  </a:lnTo>
                  <a:lnTo>
                    <a:pt x="89" y="91"/>
                  </a:lnTo>
                  <a:lnTo>
                    <a:pt x="88" y="91"/>
                  </a:lnTo>
                  <a:lnTo>
                    <a:pt x="87" y="92"/>
                  </a:lnTo>
                  <a:lnTo>
                    <a:pt x="83" y="94"/>
                  </a:lnTo>
                  <a:lnTo>
                    <a:pt x="82" y="95"/>
                  </a:lnTo>
                  <a:lnTo>
                    <a:pt x="83" y="96"/>
                  </a:lnTo>
                  <a:lnTo>
                    <a:pt x="82" y="98"/>
                  </a:lnTo>
                  <a:lnTo>
                    <a:pt x="82" y="99"/>
                  </a:lnTo>
                  <a:lnTo>
                    <a:pt x="82" y="99"/>
                  </a:lnTo>
                  <a:lnTo>
                    <a:pt x="80" y="100"/>
                  </a:lnTo>
                  <a:lnTo>
                    <a:pt x="76" y="102"/>
                  </a:lnTo>
                  <a:lnTo>
                    <a:pt x="70" y="107"/>
                  </a:lnTo>
                  <a:lnTo>
                    <a:pt x="64" y="113"/>
                  </a:lnTo>
                  <a:lnTo>
                    <a:pt x="60" y="119"/>
                  </a:lnTo>
                  <a:lnTo>
                    <a:pt x="58" y="120"/>
                  </a:lnTo>
                  <a:lnTo>
                    <a:pt x="55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3" y="117"/>
                  </a:lnTo>
                  <a:lnTo>
                    <a:pt x="53" y="117"/>
                  </a:lnTo>
                  <a:lnTo>
                    <a:pt x="51" y="116"/>
                  </a:lnTo>
                  <a:lnTo>
                    <a:pt x="49" y="117"/>
                  </a:lnTo>
                  <a:lnTo>
                    <a:pt x="46" y="119"/>
                  </a:lnTo>
                  <a:lnTo>
                    <a:pt x="45" y="119"/>
                  </a:lnTo>
                  <a:lnTo>
                    <a:pt x="43" y="117"/>
                  </a:lnTo>
                  <a:lnTo>
                    <a:pt x="42" y="116"/>
                  </a:lnTo>
                  <a:lnTo>
                    <a:pt x="39" y="116"/>
                  </a:lnTo>
                  <a:lnTo>
                    <a:pt x="38" y="116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4" y="113"/>
                  </a:lnTo>
                  <a:lnTo>
                    <a:pt x="33" y="113"/>
                  </a:lnTo>
                  <a:lnTo>
                    <a:pt x="33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29" y="113"/>
                  </a:lnTo>
                  <a:lnTo>
                    <a:pt x="28" y="112"/>
                  </a:lnTo>
                  <a:lnTo>
                    <a:pt x="16" y="115"/>
                  </a:lnTo>
                  <a:lnTo>
                    <a:pt x="16" y="113"/>
                  </a:lnTo>
                  <a:lnTo>
                    <a:pt x="14" y="112"/>
                  </a:lnTo>
                  <a:lnTo>
                    <a:pt x="13" y="111"/>
                  </a:lnTo>
                  <a:lnTo>
                    <a:pt x="12" y="110"/>
                  </a:lnTo>
                  <a:lnTo>
                    <a:pt x="10" y="110"/>
                  </a:lnTo>
                  <a:lnTo>
                    <a:pt x="9" y="108"/>
                  </a:lnTo>
                  <a:lnTo>
                    <a:pt x="6" y="104"/>
                  </a:lnTo>
                  <a:lnTo>
                    <a:pt x="5" y="104"/>
                  </a:lnTo>
                  <a:lnTo>
                    <a:pt x="4" y="103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1" y="58"/>
                  </a:lnTo>
                  <a:lnTo>
                    <a:pt x="26" y="58"/>
                  </a:lnTo>
                  <a:lnTo>
                    <a:pt x="25" y="57"/>
                  </a:lnTo>
                  <a:lnTo>
                    <a:pt x="26" y="54"/>
                  </a:lnTo>
                  <a:lnTo>
                    <a:pt x="28" y="53"/>
                  </a:lnTo>
                  <a:lnTo>
                    <a:pt x="28" y="52"/>
                  </a:lnTo>
                  <a:lnTo>
                    <a:pt x="25" y="49"/>
                  </a:lnTo>
                  <a:lnTo>
                    <a:pt x="25" y="46"/>
                  </a:lnTo>
                  <a:lnTo>
                    <a:pt x="26" y="42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6" y="36"/>
                  </a:lnTo>
                  <a:lnTo>
                    <a:pt x="26" y="35"/>
                  </a:lnTo>
                  <a:lnTo>
                    <a:pt x="26" y="36"/>
                  </a:lnTo>
                  <a:lnTo>
                    <a:pt x="28" y="36"/>
                  </a:lnTo>
                  <a:lnTo>
                    <a:pt x="30" y="36"/>
                  </a:lnTo>
                  <a:lnTo>
                    <a:pt x="30" y="37"/>
                  </a:lnTo>
                  <a:lnTo>
                    <a:pt x="30" y="38"/>
                  </a:lnTo>
                  <a:lnTo>
                    <a:pt x="31" y="40"/>
                  </a:lnTo>
                  <a:lnTo>
                    <a:pt x="31" y="40"/>
                  </a:lnTo>
                  <a:lnTo>
                    <a:pt x="33" y="38"/>
                  </a:lnTo>
                  <a:lnTo>
                    <a:pt x="34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1" y="36"/>
                  </a:lnTo>
                  <a:lnTo>
                    <a:pt x="41" y="37"/>
                  </a:lnTo>
                  <a:lnTo>
                    <a:pt x="41" y="38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2" y="42"/>
                  </a:lnTo>
                  <a:lnTo>
                    <a:pt x="43" y="42"/>
                  </a:lnTo>
                  <a:lnTo>
                    <a:pt x="45" y="44"/>
                  </a:lnTo>
                  <a:lnTo>
                    <a:pt x="46" y="44"/>
                  </a:lnTo>
                  <a:lnTo>
                    <a:pt x="49" y="45"/>
                  </a:lnTo>
                  <a:lnTo>
                    <a:pt x="51" y="46"/>
                  </a:lnTo>
                  <a:lnTo>
                    <a:pt x="54" y="46"/>
                  </a:lnTo>
                  <a:lnTo>
                    <a:pt x="54" y="48"/>
                  </a:lnTo>
                  <a:lnTo>
                    <a:pt x="57" y="48"/>
                  </a:lnTo>
                  <a:lnTo>
                    <a:pt x="59" y="46"/>
                  </a:lnTo>
                  <a:lnTo>
                    <a:pt x="60" y="45"/>
                  </a:lnTo>
                  <a:lnTo>
                    <a:pt x="60" y="41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64" y="41"/>
                  </a:lnTo>
                  <a:lnTo>
                    <a:pt x="64" y="45"/>
                  </a:lnTo>
                  <a:lnTo>
                    <a:pt x="66" y="46"/>
                  </a:lnTo>
                  <a:lnTo>
                    <a:pt x="67" y="48"/>
                  </a:lnTo>
                  <a:lnTo>
                    <a:pt x="70" y="49"/>
                  </a:lnTo>
                  <a:lnTo>
                    <a:pt x="74" y="52"/>
                  </a:lnTo>
                  <a:lnTo>
                    <a:pt x="76" y="53"/>
                  </a:lnTo>
                  <a:lnTo>
                    <a:pt x="79" y="56"/>
                  </a:lnTo>
                  <a:lnTo>
                    <a:pt x="82" y="58"/>
                  </a:lnTo>
                  <a:lnTo>
                    <a:pt x="83" y="61"/>
                  </a:lnTo>
                  <a:lnTo>
                    <a:pt x="85" y="63"/>
                  </a:lnTo>
                  <a:lnTo>
                    <a:pt x="87" y="63"/>
                  </a:lnTo>
                  <a:lnTo>
                    <a:pt x="89" y="62"/>
                  </a:lnTo>
                  <a:lnTo>
                    <a:pt x="91" y="62"/>
                  </a:lnTo>
                  <a:lnTo>
                    <a:pt x="92" y="62"/>
                  </a:lnTo>
                  <a:lnTo>
                    <a:pt x="92" y="62"/>
                  </a:lnTo>
                  <a:lnTo>
                    <a:pt x="95" y="63"/>
                  </a:lnTo>
                  <a:lnTo>
                    <a:pt x="95" y="62"/>
                  </a:lnTo>
                  <a:lnTo>
                    <a:pt x="95" y="49"/>
                  </a:lnTo>
                  <a:lnTo>
                    <a:pt x="92" y="49"/>
                  </a:lnTo>
                  <a:lnTo>
                    <a:pt x="89" y="49"/>
                  </a:lnTo>
                  <a:lnTo>
                    <a:pt x="91" y="50"/>
                  </a:lnTo>
                  <a:lnTo>
                    <a:pt x="91" y="52"/>
                  </a:lnTo>
                  <a:lnTo>
                    <a:pt x="91" y="52"/>
                  </a:lnTo>
                  <a:lnTo>
                    <a:pt x="85" y="52"/>
                  </a:lnTo>
                  <a:lnTo>
                    <a:pt x="84" y="50"/>
                  </a:lnTo>
                  <a:lnTo>
                    <a:pt x="84" y="49"/>
                  </a:lnTo>
                  <a:lnTo>
                    <a:pt x="80" y="45"/>
                  </a:lnTo>
                  <a:lnTo>
                    <a:pt x="79" y="44"/>
                  </a:lnTo>
                  <a:lnTo>
                    <a:pt x="79" y="41"/>
                  </a:lnTo>
                  <a:lnTo>
                    <a:pt x="79" y="35"/>
                  </a:lnTo>
                  <a:lnTo>
                    <a:pt x="79" y="33"/>
                  </a:lnTo>
                  <a:lnTo>
                    <a:pt x="82" y="31"/>
                  </a:lnTo>
                  <a:lnTo>
                    <a:pt x="82" y="29"/>
                  </a:lnTo>
                  <a:lnTo>
                    <a:pt x="82" y="29"/>
                  </a:lnTo>
                  <a:lnTo>
                    <a:pt x="83" y="28"/>
                  </a:lnTo>
                  <a:lnTo>
                    <a:pt x="83" y="25"/>
                  </a:lnTo>
                  <a:lnTo>
                    <a:pt x="83" y="24"/>
                  </a:lnTo>
                  <a:lnTo>
                    <a:pt x="83" y="23"/>
                  </a:lnTo>
                  <a:lnTo>
                    <a:pt x="83" y="21"/>
                  </a:lnTo>
                  <a:lnTo>
                    <a:pt x="83" y="20"/>
                  </a:lnTo>
                  <a:lnTo>
                    <a:pt x="84" y="19"/>
                  </a:lnTo>
                  <a:lnTo>
                    <a:pt x="83" y="17"/>
                  </a:lnTo>
                  <a:lnTo>
                    <a:pt x="82" y="16"/>
                  </a:lnTo>
                  <a:lnTo>
                    <a:pt x="80" y="13"/>
                  </a:lnTo>
                  <a:lnTo>
                    <a:pt x="85" y="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0" name="Freeform 479"/>
            <p:cNvSpPr>
              <a:spLocks/>
            </p:cNvSpPr>
            <p:nvPr/>
          </p:nvSpPr>
          <p:spPr bwMode="auto">
            <a:xfrm>
              <a:off x="6118011" y="4533119"/>
              <a:ext cx="378125" cy="373049"/>
            </a:xfrm>
            <a:custGeom>
              <a:avLst/>
              <a:gdLst>
                <a:gd name="T0" fmla="*/ 25 w 149"/>
                <a:gd name="T1" fmla="*/ 0 h 147"/>
                <a:gd name="T2" fmla="*/ 37 w 149"/>
                <a:gd name="T3" fmla="*/ 0 h 147"/>
                <a:gd name="T4" fmla="*/ 62 w 149"/>
                <a:gd name="T5" fmla="*/ 2 h 147"/>
                <a:gd name="T6" fmla="*/ 63 w 149"/>
                <a:gd name="T7" fmla="*/ 6 h 147"/>
                <a:gd name="T8" fmla="*/ 64 w 149"/>
                <a:gd name="T9" fmla="*/ 14 h 147"/>
                <a:gd name="T10" fmla="*/ 67 w 149"/>
                <a:gd name="T11" fmla="*/ 19 h 147"/>
                <a:gd name="T12" fmla="*/ 73 w 149"/>
                <a:gd name="T13" fmla="*/ 26 h 147"/>
                <a:gd name="T14" fmla="*/ 83 w 149"/>
                <a:gd name="T15" fmla="*/ 25 h 147"/>
                <a:gd name="T16" fmla="*/ 92 w 149"/>
                <a:gd name="T17" fmla="*/ 18 h 147"/>
                <a:gd name="T18" fmla="*/ 105 w 149"/>
                <a:gd name="T19" fmla="*/ 12 h 147"/>
                <a:gd name="T20" fmla="*/ 108 w 149"/>
                <a:gd name="T21" fmla="*/ 17 h 147"/>
                <a:gd name="T22" fmla="*/ 122 w 149"/>
                <a:gd name="T23" fmla="*/ 22 h 147"/>
                <a:gd name="T24" fmla="*/ 121 w 149"/>
                <a:gd name="T25" fmla="*/ 30 h 147"/>
                <a:gd name="T26" fmla="*/ 121 w 149"/>
                <a:gd name="T27" fmla="*/ 37 h 147"/>
                <a:gd name="T28" fmla="*/ 122 w 149"/>
                <a:gd name="T29" fmla="*/ 43 h 147"/>
                <a:gd name="T30" fmla="*/ 125 w 149"/>
                <a:gd name="T31" fmla="*/ 47 h 147"/>
                <a:gd name="T32" fmla="*/ 126 w 149"/>
                <a:gd name="T33" fmla="*/ 52 h 147"/>
                <a:gd name="T34" fmla="*/ 127 w 149"/>
                <a:gd name="T35" fmla="*/ 58 h 147"/>
                <a:gd name="T36" fmla="*/ 126 w 149"/>
                <a:gd name="T37" fmla="*/ 63 h 147"/>
                <a:gd name="T38" fmla="*/ 129 w 149"/>
                <a:gd name="T39" fmla="*/ 63 h 147"/>
                <a:gd name="T40" fmla="*/ 134 w 149"/>
                <a:gd name="T41" fmla="*/ 64 h 147"/>
                <a:gd name="T42" fmla="*/ 141 w 149"/>
                <a:gd name="T43" fmla="*/ 64 h 147"/>
                <a:gd name="T44" fmla="*/ 147 w 149"/>
                <a:gd name="T45" fmla="*/ 63 h 147"/>
                <a:gd name="T46" fmla="*/ 146 w 149"/>
                <a:gd name="T47" fmla="*/ 73 h 147"/>
                <a:gd name="T48" fmla="*/ 147 w 149"/>
                <a:gd name="T49" fmla="*/ 81 h 147"/>
                <a:gd name="T50" fmla="*/ 121 w 149"/>
                <a:gd name="T51" fmla="*/ 125 h 147"/>
                <a:gd name="T52" fmla="*/ 126 w 149"/>
                <a:gd name="T53" fmla="*/ 131 h 147"/>
                <a:gd name="T54" fmla="*/ 133 w 149"/>
                <a:gd name="T55" fmla="*/ 137 h 147"/>
                <a:gd name="T56" fmla="*/ 137 w 149"/>
                <a:gd name="T57" fmla="*/ 142 h 147"/>
                <a:gd name="T58" fmla="*/ 116 w 149"/>
                <a:gd name="T59" fmla="*/ 147 h 147"/>
                <a:gd name="T60" fmla="*/ 113 w 149"/>
                <a:gd name="T61" fmla="*/ 146 h 147"/>
                <a:gd name="T62" fmla="*/ 109 w 149"/>
                <a:gd name="T63" fmla="*/ 146 h 147"/>
                <a:gd name="T64" fmla="*/ 101 w 149"/>
                <a:gd name="T65" fmla="*/ 143 h 147"/>
                <a:gd name="T66" fmla="*/ 97 w 149"/>
                <a:gd name="T67" fmla="*/ 144 h 147"/>
                <a:gd name="T68" fmla="*/ 89 w 149"/>
                <a:gd name="T69" fmla="*/ 144 h 147"/>
                <a:gd name="T70" fmla="*/ 83 w 149"/>
                <a:gd name="T71" fmla="*/ 143 h 147"/>
                <a:gd name="T72" fmla="*/ 77 w 149"/>
                <a:gd name="T73" fmla="*/ 138 h 147"/>
                <a:gd name="T74" fmla="*/ 30 w 149"/>
                <a:gd name="T75" fmla="*/ 139 h 147"/>
                <a:gd name="T76" fmla="*/ 22 w 149"/>
                <a:gd name="T77" fmla="*/ 137 h 147"/>
                <a:gd name="T78" fmla="*/ 21 w 149"/>
                <a:gd name="T79" fmla="*/ 134 h 147"/>
                <a:gd name="T80" fmla="*/ 17 w 149"/>
                <a:gd name="T81" fmla="*/ 134 h 147"/>
                <a:gd name="T82" fmla="*/ 9 w 149"/>
                <a:gd name="T83" fmla="*/ 137 h 147"/>
                <a:gd name="T84" fmla="*/ 4 w 149"/>
                <a:gd name="T85" fmla="*/ 137 h 147"/>
                <a:gd name="T86" fmla="*/ 0 w 149"/>
                <a:gd name="T87" fmla="*/ 138 h 147"/>
                <a:gd name="T88" fmla="*/ 0 w 149"/>
                <a:gd name="T89" fmla="*/ 127 h 147"/>
                <a:gd name="T90" fmla="*/ 4 w 149"/>
                <a:gd name="T91" fmla="*/ 110 h 147"/>
                <a:gd name="T92" fmla="*/ 8 w 149"/>
                <a:gd name="T93" fmla="*/ 92 h 147"/>
                <a:gd name="T94" fmla="*/ 21 w 149"/>
                <a:gd name="T95" fmla="*/ 80 h 147"/>
                <a:gd name="T96" fmla="*/ 25 w 149"/>
                <a:gd name="T97" fmla="*/ 56 h 147"/>
                <a:gd name="T98" fmla="*/ 18 w 149"/>
                <a:gd name="T99" fmla="*/ 39 h 147"/>
                <a:gd name="T100" fmla="*/ 17 w 149"/>
                <a:gd name="T101" fmla="*/ 23 h 147"/>
                <a:gd name="T102" fmla="*/ 9 w 149"/>
                <a:gd name="T103" fmla="*/ 4 h 147"/>
                <a:gd name="T104" fmla="*/ 13 w 149"/>
                <a:gd name="T105" fmla="*/ 1 h 147"/>
                <a:gd name="T106" fmla="*/ 19 w 149"/>
                <a:gd name="T10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" h="147">
                  <a:moveTo>
                    <a:pt x="19" y="0"/>
                  </a:moveTo>
                  <a:lnTo>
                    <a:pt x="21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62" y="0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3" y="5"/>
                  </a:lnTo>
                  <a:lnTo>
                    <a:pt x="63" y="6"/>
                  </a:lnTo>
                  <a:lnTo>
                    <a:pt x="62" y="8"/>
                  </a:lnTo>
                  <a:lnTo>
                    <a:pt x="62" y="9"/>
                  </a:lnTo>
                  <a:lnTo>
                    <a:pt x="63" y="12"/>
                  </a:lnTo>
                  <a:lnTo>
                    <a:pt x="64" y="14"/>
                  </a:lnTo>
                  <a:lnTo>
                    <a:pt x="64" y="15"/>
                  </a:lnTo>
                  <a:lnTo>
                    <a:pt x="64" y="17"/>
                  </a:lnTo>
                  <a:lnTo>
                    <a:pt x="66" y="17"/>
                  </a:lnTo>
                  <a:lnTo>
                    <a:pt x="67" y="19"/>
                  </a:lnTo>
                  <a:lnTo>
                    <a:pt x="68" y="21"/>
                  </a:lnTo>
                  <a:lnTo>
                    <a:pt x="68" y="25"/>
                  </a:lnTo>
                  <a:lnTo>
                    <a:pt x="70" y="26"/>
                  </a:lnTo>
                  <a:lnTo>
                    <a:pt x="73" y="26"/>
                  </a:lnTo>
                  <a:lnTo>
                    <a:pt x="75" y="26"/>
                  </a:lnTo>
                  <a:lnTo>
                    <a:pt x="76" y="26"/>
                  </a:lnTo>
                  <a:lnTo>
                    <a:pt x="81" y="26"/>
                  </a:lnTo>
                  <a:lnTo>
                    <a:pt x="83" y="25"/>
                  </a:lnTo>
                  <a:lnTo>
                    <a:pt x="92" y="25"/>
                  </a:lnTo>
                  <a:lnTo>
                    <a:pt x="91" y="21"/>
                  </a:lnTo>
                  <a:lnTo>
                    <a:pt x="91" y="19"/>
                  </a:lnTo>
                  <a:lnTo>
                    <a:pt x="92" y="18"/>
                  </a:lnTo>
                  <a:lnTo>
                    <a:pt x="93" y="17"/>
                  </a:lnTo>
                  <a:lnTo>
                    <a:pt x="93" y="13"/>
                  </a:lnTo>
                  <a:lnTo>
                    <a:pt x="105" y="13"/>
                  </a:lnTo>
                  <a:lnTo>
                    <a:pt x="105" y="12"/>
                  </a:lnTo>
                  <a:lnTo>
                    <a:pt x="108" y="13"/>
                  </a:lnTo>
                  <a:lnTo>
                    <a:pt x="108" y="14"/>
                  </a:lnTo>
                  <a:lnTo>
                    <a:pt x="108" y="15"/>
                  </a:lnTo>
                  <a:lnTo>
                    <a:pt x="108" y="17"/>
                  </a:lnTo>
                  <a:lnTo>
                    <a:pt x="122" y="17"/>
                  </a:lnTo>
                  <a:lnTo>
                    <a:pt x="122" y="18"/>
                  </a:lnTo>
                  <a:lnTo>
                    <a:pt x="122" y="21"/>
                  </a:lnTo>
                  <a:lnTo>
                    <a:pt x="122" y="22"/>
                  </a:lnTo>
                  <a:lnTo>
                    <a:pt x="121" y="25"/>
                  </a:lnTo>
                  <a:lnTo>
                    <a:pt x="121" y="26"/>
                  </a:lnTo>
                  <a:lnTo>
                    <a:pt x="121" y="27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1" y="31"/>
                  </a:lnTo>
                  <a:lnTo>
                    <a:pt x="121" y="33"/>
                  </a:lnTo>
                  <a:lnTo>
                    <a:pt x="121" y="37"/>
                  </a:lnTo>
                  <a:lnTo>
                    <a:pt x="121" y="39"/>
                  </a:lnTo>
                  <a:lnTo>
                    <a:pt x="121" y="40"/>
                  </a:lnTo>
                  <a:lnTo>
                    <a:pt x="121" y="42"/>
                  </a:lnTo>
                  <a:lnTo>
                    <a:pt x="122" y="43"/>
                  </a:lnTo>
                  <a:lnTo>
                    <a:pt x="122" y="44"/>
                  </a:lnTo>
                  <a:lnTo>
                    <a:pt x="124" y="44"/>
                  </a:lnTo>
                  <a:lnTo>
                    <a:pt x="124" y="46"/>
                  </a:lnTo>
                  <a:lnTo>
                    <a:pt x="125" y="47"/>
                  </a:lnTo>
                  <a:lnTo>
                    <a:pt x="125" y="48"/>
                  </a:lnTo>
                  <a:lnTo>
                    <a:pt x="125" y="50"/>
                  </a:lnTo>
                  <a:lnTo>
                    <a:pt x="125" y="51"/>
                  </a:lnTo>
                  <a:lnTo>
                    <a:pt x="126" y="52"/>
                  </a:lnTo>
                  <a:lnTo>
                    <a:pt x="126" y="54"/>
                  </a:lnTo>
                  <a:lnTo>
                    <a:pt x="125" y="55"/>
                  </a:lnTo>
                  <a:lnTo>
                    <a:pt x="126" y="56"/>
                  </a:lnTo>
                  <a:lnTo>
                    <a:pt x="127" y="58"/>
                  </a:lnTo>
                  <a:lnTo>
                    <a:pt x="126" y="60"/>
                  </a:lnTo>
                  <a:lnTo>
                    <a:pt x="126" y="60"/>
                  </a:lnTo>
                  <a:lnTo>
                    <a:pt x="126" y="62"/>
                  </a:lnTo>
                  <a:lnTo>
                    <a:pt x="126" y="63"/>
                  </a:lnTo>
                  <a:lnTo>
                    <a:pt x="126" y="64"/>
                  </a:lnTo>
                  <a:lnTo>
                    <a:pt x="127" y="64"/>
                  </a:lnTo>
                  <a:lnTo>
                    <a:pt x="129" y="63"/>
                  </a:lnTo>
                  <a:lnTo>
                    <a:pt x="129" y="63"/>
                  </a:lnTo>
                  <a:lnTo>
                    <a:pt x="130" y="63"/>
                  </a:lnTo>
                  <a:lnTo>
                    <a:pt x="131" y="63"/>
                  </a:lnTo>
                  <a:lnTo>
                    <a:pt x="133" y="64"/>
                  </a:lnTo>
                  <a:lnTo>
                    <a:pt x="134" y="64"/>
                  </a:lnTo>
                  <a:lnTo>
                    <a:pt x="137" y="64"/>
                  </a:lnTo>
                  <a:lnTo>
                    <a:pt x="138" y="64"/>
                  </a:lnTo>
                  <a:lnTo>
                    <a:pt x="139" y="64"/>
                  </a:lnTo>
                  <a:lnTo>
                    <a:pt x="141" y="64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7" y="62"/>
                  </a:lnTo>
                  <a:lnTo>
                    <a:pt x="147" y="63"/>
                  </a:lnTo>
                  <a:lnTo>
                    <a:pt x="146" y="63"/>
                  </a:lnTo>
                  <a:lnTo>
                    <a:pt x="146" y="64"/>
                  </a:lnTo>
                  <a:lnTo>
                    <a:pt x="147" y="69"/>
                  </a:lnTo>
                  <a:lnTo>
                    <a:pt x="146" y="73"/>
                  </a:lnTo>
                  <a:lnTo>
                    <a:pt x="146" y="76"/>
                  </a:lnTo>
                  <a:lnTo>
                    <a:pt x="149" y="79"/>
                  </a:lnTo>
                  <a:lnTo>
                    <a:pt x="149" y="80"/>
                  </a:lnTo>
                  <a:lnTo>
                    <a:pt x="147" y="81"/>
                  </a:lnTo>
                  <a:lnTo>
                    <a:pt x="146" y="84"/>
                  </a:lnTo>
                  <a:lnTo>
                    <a:pt x="147" y="85"/>
                  </a:lnTo>
                  <a:lnTo>
                    <a:pt x="122" y="85"/>
                  </a:lnTo>
                  <a:lnTo>
                    <a:pt x="121" y="125"/>
                  </a:lnTo>
                  <a:lnTo>
                    <a:pt x="121" y="126"/>
                  </a:lnTo>
                  <a:lnTo>
                    <a:pt x="124" y="129"/>
                  </a:lnTo>
                  <a:lnTo>
                    <a:pt x="125" y="130"/>
                  </a:lnTo>
                  <a:lnTo>
                    <a:pt x="126" y="131"/>
                  </a:lnTo>
                  <a:lnTo>
                    <a:pt x="127" y="131"/>
                  </a:lnTo>
                  <a:lnTo>
                    <a:pt x="130" y="135"/>
                  </a:lnTo>
                  <a:lnTo>
                    <a:pt x="131" y="137"/>
                  </a:lnTo>
                  <a:lnTo>
                    <a:pt x="133" y="137"/>
                  </a:lnTo>
                  <a:lnTo>
                    <a:pt x="134" y="138"/>
                  </a:lnTo>
                  <a:lnTo>
                    <a:pt x="135" y="139"/>
                  </a:lnTo>
                  <a:lnTo>
                    <a:pt x="137" y="140"/>
                  </a:lnTo>
                  <a:lnTo>
                    <a:pt x="137" y="142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7"/>
                  </a:lnTo>
                  <a:lnTo>
                    <a:pt x="116" y="147"/>
                  </a:lnTo>
                  <a:lnTo>
                    <a:pt x="116" y="146"/>
                  </a:lnTo>
                  <a:lnTo>
                    <a:pt x="114" y="146"/>
                  </a:lnTo>
                  <a:lnTo>
                    <a:pt x="113" y="146"/>
                  </a:lnTo>
                  <a:lnTo>
                    <a:pt x="113" y="146"/>
                  </a:lnTo>
                  <a:lnTo>
                    <a:pt x="112" y="144"/>
                  </a:lnTo>
                  <a:lnTo>
                    <a:pt x="110" y="144"/>
                  </a:lnTo>
                  <a:lnTo>
                    <a:pt x="109" y="144"/>
                  </a:lnTo>
                  <a:lnTo>
                    <a:pt x="109" y="146"/>
                  </a:lnTo>
                  <a:lnTo>
                    <a:pt x="108" y="146"/>
                  </a:lnTo>
                  <a:lnTo>
                    <a:pt x="106" y="146"/>
                  </a:lnTo>
                  <a:lnTo>
                    <a:pt x="104" y="146"/>
                  </a:lnTo>
                  <a:lnTo>
                    <a:pt x="101" y="143"/>
                  </a:lnTo>
                  <a:lnTo>
                    <a:pt x="100" y="143"/>
                  </a:lnTo>
                  <a:lnTo>
                    <a:pt x="100" y="143"/>
                  </a:lnTo>
                  <a:lnTo>
                    <a:pt x="99" y="144"/>
                  </a:lnTo>
                  <a:lnTo>
                    <a:pt x="97" y="144"/>
                  </a:lnTo>
                  <a:lnTo>
                    <a:pt x="95" y="143"/>
                  </a:lnTo>
                  <a:lnTo>
                    <a:pt x="92" y="144"/>
                  </a:lnTo>
                  <a:lnTo>
                    <a:pt x="91" y="144"/>
                  </a:lnTo>
                  <a:lnTo>
                    <a:pt x="89" y="144"/>
                  </a:lnTo>
                  <a:lnTo>
                    <a:pt x="88" y="143"/>
                  </a:lnTo>
                  <a:lnTo>
                    <a:pt x="87" y="143"/>
                  </a:lnTo>
                  <a:lnTo>
                    <a:pt x="85" y="143"/>
                  </a:lnTo>
                  <a:lnTo>
                    <a:pt x="83" y="143"/>
                  </a:lnTo>
                  <a:lnTo>
                    <a:pt x="80" y="142"/>
                  </a:lnTo>
                  <a:lnTo>
                    <a:pt x="80" y="140"/>
                  </a:lnTo>
                  <a:lnTo>
                    <a:pt x="79" y="138"/>
                  </a:lnTo>
                  <a:lnTo>
                    <a:pt x="77" y="138"/>
                  </a:lnTo>
                  <a:lnTo>
                    <a:pt x="34" y="138"/>
                  </a:lnTo>
                  <a:lnTo>
                    <a:pt x="33" y="138"/>
                  </a:lnTo>
                  <a:lnTo>
                    <a:pt x="31" y="138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5"/>
                  </a:lnTo>
                  <a:lnTo>
                    <a:pt x="21" y="134"/>
                  </a:lnTo>
                  <a:lnTo>
                    <a:pt x="21" y="134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0" y="135"/>
                  </a:lnTo>
                  <a:lnTo>
                    <a:pt x="9" y="137"/>
                  </a:lnTo>
                  <a:lnTo>
                    <a:pt x="9" y="138"/>
                  </a:lnTo>
                  <a:lnTo>
                    <a:pt x="6" y="137"/>
                  </a:lnTo>
                  <a:lnTo>
                    <a:pt x="4" y="137"/>
                  </a:lnTo>
                  <a:lnTo>
                    <a:pt x="4" y="137"/>
                  </a:lnTo>
                  <a:lnTo>
                    <a:pt x="2" y="138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7"/>
                  </a:lnTo>
                  <a:lnTo>
                    <a:pt x="0" y="133"/>
                  </a:lnTo>
                  <a:lnTo>
                    <a:pt x="0" y="127"/>
                  </a:lnTo>
                  <a:lnTo>
                    <a:pt x="0" y="123"/>
                  </a:lnTo>
                  <a:lnTo>
                    <a:pt x="0" y="119"/>
                  </a:lnTo>
                  <a:lnTo>
                    <a:pt x="4" y="115"/>
                  </a:lnTo>
                  <a:lnTo>
                    <a:pt x="4" y="110"/>
                  </a:lnTo>
                  <a:lnTo>
                    <a:pt x="6" y="106"/>
                  </a:lnTo>
                  <a:lnTo>
                    <a:pt x="6" y="97"/>
                  </a:lnTo>
                  <a:lnTo>
                    <a:pt x="8" y="96"/>
                  </a:lnTo>
                  <a:lnTo>
                    <a:pt x="8" y="92"/>
                  </a:lnTo>
                  <a:lnTo>
                    <a:pt x="14" y="87"/>
                  </a:lnTo>
                  <a:lnTo>
                    <a:pt x="14" y="84"/>
                  </a:lnTo>
                  <a:lnTo>
                    <a:pt x="19" y="80"/>
                  </a:lnTo>
                  <a:lnTo>
                    <a:pt x="21" y="80"/>
                  </a:lnTo>
                  <a:lnTo>
                    <a:pt x="26" y="71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5" y="56"/>
                  </a:lnTo>
                  <a:lnTo>
                    <a:pt x="21" y="50"/>
                  </a:lnTo>
                  <a:lnTo>
                    <a:pt x="21" y="46"/>
                  </a:lnTo>
                  <a:lnTo>
                    <a:pt x="18" y="43"/>
                  </a:lnTo>
                  <a:lnTo>
                    <a:pt x="18" y="39"/>
                  </a:lnTo>
                  <a:lnTo>
                    <a:pt x="17" y="38"/>
                  </a:lnTo>
                  <a:lnTo>
                    <a:pt x="19" y="34"/>
                  </a:lnTo>
                  <a:lnTo>
                    <a:pt x="21" y="29"/>
                  </a:lnTo>
                  <a:lnTo>
                    <a:pt x="17" y="23"/>
                  </a:lnTo>
                  <a:lnTo>
                    <a:pt x="17" y="14"/>
                  </a:lnTo>
                  <a:lnTo>
                    <a:pt x="10" y="8"/>
                  </a:lnTo>
                  <a:lnTo>
                    <a:pt x="10" y="5"/>
                  </a:lnTo>
                  <a:lnTo>
                    <a:pt x="9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7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1" name="Freeform 480"/>
            <p:cNvSpPr>
              <a:spLocks/>
            </p:cNvSpPr>
            <p:nvPr/>
          </p:nvSpPr>
          <p:spPr bwMode="auto">
            <a:xfrm>
              <a:off x="6521512" y="4830034"/>
              <a:ext cx="233473" cy="213171"/>
            </a:xfrm>
            <a:custGeom>
              <a:avLst/>
              <a:gdLst>
                <a:gd name="T0" fmla="*/ 58 w 92"/>
                <a:gd name="T1" fmla="*/ 0 h 84"/>
                <a:gd name="T2" fmla="*/ 63 w 92"/>
                <a:gd name="T3" fmla="*/ 0 h 84"/>
                <a:gd name="T4" fmla="*/ 67 w 92"/>
                <a:gd name="T5" fmla="*/ 5 h 84"/>
                <a:gd name="T6" fmla="*/ 71 w 92"/>
                <a:gd name="T7" fmla="*/ 6 h 84"/>
                <a:gd name="T8" fmla="*/ 79 w 92"/>
                <a:gd name="T9" fmla="*/ 8 h 84"/>
                <a:gd name="T10" fmla="*/ 87 w 92"/>
                <a:gd name="T11" fmla="*/ 10 h 84"/>
                <a:gd name="T12" fmla="*/ 92 w 92"/>
                <a:gd name="T13" fmla="*/ 14 h 84"/>
                <a:gd name="T14" fmla="*/ 92 w 92"/>
                <a:gd name="T15" fmla="*/ 20 h 84"/>
                <a:gd name="T16" fmla="*/ 92 w 92"/>
                <a:gd name="T17" fmla="*/ 25 h 84"/>
                <a:gd name="T18" fmla="*/ 90 w 92"/>
                <a:gd name="T19" fmla="*/ 31 h 84"/>
                <a:gd name="T20" fmla="*/ 91 w 92"/>
                <a:gd name="T21" fmla="*/ 34 h 84"/>
                <a:gd name="T22" fmla="*/ 90 w 92"/>
                <a:gd name="T23" fmla="*/ 41 h 84"/>
                <a:gd name="T24" fmla="*/ 90 w 92"/>
                <a:gd name="T25" fmla="*/ 43 h 84"/>
                <a:gd name="T26" fmla="*/ 90 w 92"/>
                <a:gd name="T27" fmla="*/ 48 h 84"/>
                <a:gd name="T28" fmla="*/ 90 w 92"/>
                <a:gd name="T29" fmla="*/ 54 h 84"/>
                <a:gd name="T30" fmla="*/ 84 w 92"/>
                <a:gd name="T31" fmla="*/ 58 h 84"/>
                <a:gd name="T32" fmla="*/ 84 w 92"/>
                <a:gd name="T33" fmla="*/ 62 h 84"/>
                <a:gd name="T34" fmla="*/ 83 w 92"/>
                <a:gd name="T35" fmla="*/ 71 h 84"/>
                <a:gd name="T36" fmla="*/ 65 w 92"/>
                <a:gd name="T37" fmla="*/ 81 h 84"/>
                <a:gd name="T38" fmla="*/ 58 w 92"/>
                <a:gd name="T39" fmla="*/ 83 h 84"/>
                <a:gd name="T40" fmla="*/ 54 w 92"/>
                <a:gd name="T41" fmla="*/ 80 h 84"/>
                <a:gd name="T42" fmla="*/ 46 w 92"/>
                <a:gd name="T43" fmla="*/ 79 h 84"/>
                <a:gd name="T44" fmla="*/ 44 w 92"/>
                <a:gd name="T45" fmla="*/ 75 h 84"/>
                <a:gd name="T46" fmla="*/ 38 w 92"/>
                <a:gd name="T47" fmla="*/ 73 h 84"/>
                <a:gd name="T48" fmla="*/ 32 w 92"/>
                <a:gd name="T49" fmla="*/ 72 h 84"/>
                <a:gd name="T50" fmla="*/ 28 w 92"/>
                <a:gd name="T51" fmla="*/ 67 h 84"/>
                <a:gd name="T52" fmla="*/ 26 w 92"/>
                <a:gd name="T53" fmla="*/ 60 h 84"/>
                <a:gd name="T54" fmla="*/ 22 w 92"/>
                <a:gd name="T55" fmla="*/ 58 h 84"/>
                <a:gd name="T56" fmla="*/ 21 w 92"/>
                <a:gd name="T57" fmla="*/ 55 h 84"/>
                <a:gd name="T58" fmla="*/ 16 w 92"/>
                <a:gd name="T59" fmla="*/ 51 h 84"/>
                <a:gd name="T60" fmla="*/ 11 w 92"/>
                <a:gd name="T61" fmla="*/ 45 h 84"/>
                <a:gd name="T62" fmla="*/ 8 w 92"/>
                <a:gd name="T63" fmla="*/ 41 h 84"/>
                <a:gd name="T64" fmla="*/ 5 w 92"/>
                <a:gd name="T65" fmla="*/ 35 h 84"/>
                <a:gd name="T66" fmla="*/ 3 w 92"/>
                <a:gd name="T67" fmla="*/ 33 h 84"/>
                <a:gd name="T68" fmla="*/ 0 w 92"/>
                <a:gd name="T69" fmla="*/ 29 h 84"/>
                <a:gd name="T70" fmla="*/ 0 w 92"/>
                <a:gd name="T71" fmla="*/ 26 h 84"/>
                <a:gd name="T72" fmla="*/ 4 w 92"/>
                <a:gd name="T73" fmla="*/ 26 h 84"/>
                <a:gd name="T74" fmla="*/ 8 w 92"/>
                <a:gd name="T75" fmla="*/ 29 h 84"/>
                <a:gd name="T76" fmla="*/ 15 w 92"/>
                <a:gd name="T77" fmla="*/ 27 h 84"/>
                <a:gd name="T78" fmla="*/ 16 w 92"/>
                <a:gd name="T79" fmla="*/ 27 h 84"/>
                <a:gd name="T80" fmla="*/ 22 w 92"/>
                <a:gd name="T81" fmla="*/ 29 h 84"/>
                <a:gd name="T82" fmla="*/ 38 w 92"/>
                <a:gd name="T83" fmla="*/ 12 h 84"/>
                <a:gd name="T84" fmla="*/ 44 w 92"/>
                <a:gd name="T85" fmla="*/ 9 h 84"/>
                <a:gd name="T86" fmla="*/ 44 w 92"/>
                <a:gd name="T87" fmla="*/ 5 h 84"/>
                <a:gd name="T88" fmla="*/ 50 w 92"/>
                <a:gd name="T89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2" h="84">
                  <a:moveTo>
                    <a:pt x="54" y="0"/>
                  </a:moveTo>
                  <a:lnTo>
                    <a:pt x="58" y="0"/>
                  </a:lnTo>
                  <a:lnTo>
                    <a:pt x="58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5"/>
                  </a:lnTo>
                  <a:lnTo>
                    <a:pt x="67" y="5"/>
                  </a:lnTo>
                  <a:lnTo>
                    <a:pt x="70" y="5"/>
                  </a:lnTo>
                  <a:lnTo>
                    <a:pt x="70" y="6"/>
                  </a:lnTo>
                  <a:lnTo>
                    <a:pt x="71" y="6"/>
                  </a:lnTo>
                  <a:lnTo>
                    <a:pt x="72" y="5"/>
                  </a:lnTo>
                  <a:lnTo>
                    <a:pt x="75" y="5"/>
                  </a:lnTo>
                  <a:lnTo>
                    <a:pt x="79" y="8"/>
                  </a:lnTo>
                  <a:lnTo>
                    <a:pt x="80" y="10"/>
                  </a:lnTo>
                  <a:lnTo>
                    <a:pt x="83" y="10"/>
                  </a:lnTo>
                  <a:lnTo>
                    <a:pt x="87" y="10"/>
                  </a:lnTo>
                  <a:lnTo>
                    <a:pt x="88" y="13"/>
                  </a:lnTo>
                  <a:lnTo>
                    <a:pt x="90" y="14"/>
                  </a:lnTo>
                  <a:lnTo>
                    <a:pt x="92" y="14"/>
                  </a:lnTo>
                  <a:lnTo>
                    <a:pt x="92" y="17"/>
                  </a:lnTo>
                  <a:lnTo>
                    <a:pt x="91" y="18"/>
                  </a:lnTo>
                  <a:lnTo>
                    <a:pt x="92" y="20"/>
                  </a:lnTo>
                  <a:lnTo>
                    <a:pt x="91" y="22"/>
                  </a:lnTo>
                  <a:lnTo>
                    <a:pt x="92" y="23"/>
                  </a:lnTo>
                  <a:lnTo>
                    <a:pt x="92" y="25"/>
                  </a:lnTo>
                  <a:lnTo>
                    <a:pt x="91" y="26"/>
                  </a:lnTo>
                  <a:lnTo>
                    <a:pt x="91" y="30"/>
                  </a:lnTo>
                  <a:lnTo>
                    <a:pt x="90" y="31"/>
                  </a:lnTo>
                  <a:lnTo>
                    <a:pt x="90" y="33"/>
                  </a:lnTo>
                  <a:lnTo>
                    <a:pt x="92" y="33"/>
                  </a:lnTo>
                  <a:lnTo>
                    <a:pt x="91" y="34"/>
                  </a:lnTo>
                  <a:lnTo>
                    <a:pt x="90" y="35"/>
                  </a:lnTo>
                  <a:lnTo>
                    <a:pt x="90" y="38"/>
                  </a:lnTo>
                  <a:lnTo>
                    <a:pt x="90" y="41"/>
                  </a:lnTo>
                  <a:lnTo>
                    <a:pt x="88" y="41"/>
                  </a:lnTo>
                  <a:lnTo>
                    <a:pt x="88" y="42"/>
                  </a:lnTo>
                  <a:lnTo>
                    <a:pt x="90" y="43"/>
                  </a:lnTo>
                  <a:lnTo>
                    <a:pt x="91" y="46"/>
                  </a:lnTo>
                  <a:lnTo>
                    <a:pt x="90" y="47"/>
                  </a:lnTo>
                  <a:lnTo>
                    <a:pt x="90" y="48"/>
                  </a:lnTo>
                  <a:lnTo>
                    <a:pt x="91" y="50"/>
                  </a:lnTo>
                  <a:lnTo>
                    <a:pt x="91" y="51"/>
                  </a:lnTo>
                  <a:lnTo>
                    <a:pt x="90" y="54"/>
                  </a:lnTo>
                  <a:lnTo>
                    <a:pt x="87" y="55"/>
                  </a:lnTo>
                  <a:lnTo>
                    <a:pt x="87" y="56"/>
                  </a:lnTo>
                  <a:lnTo>
                    <a:pt x="84" y="58"/>
                  </a:lnTo>
                  <a:lnTo>
                    <a:pt x="84" y="59"/>
                  </a:lnTo>
                  <a:lnTo>
                    <a:pt x="86" y="60"/>
                  </a:lnTo>
                  <a:lnTo>
                    <a:pt x="84" y="62"/>
                  </a:lnTo>
                  <a:lnTo>
                    <a:pt x="84" y="66"/>
                  </a:lnTo>
                  <a:lnTo>
                    <a:pt x="83" y="67"/>
                  </a:lnTo>
                  <a:lnTo>
                    <a:pt x="83" y="71"/>
                  </a:lnTo>
                  <a:lnTo>
                    <a:pt x="70" y="84"/>
                  </a:lnTo>
                  <a:lnTo>
                    <a:pt x="69" y="83"/>
                  </a:lnTo>
                  <a:lnTo>
                    <a:pt x="65" y="81"/>
                  </a:lnTo>
                  <a:lnTo>
                    <a:pt x="61" y="83"/>
                  </a:lnTo>
                  <a:lnTo>
                    <a:pt x="59" y="83"/>
                  </a:lnTo>
                  <a:lnTo>
                    <a:pt x="58" y="83"/>
                  </a:lnTo>
                  <a:lnTo>
                    <a:pt x="57" y="81"/>
                  </a:lnTo>
                  <a:lnTo>
                    <a:pt x="54" y="81"/>
                  </a:lnTo>
                  <a:lnTo>
                    <a:pt x="54" y="80"/>
                  </a:lnTo>
                  <a:lnTo>
                    <a:pt x="50" y="79"/>
                  </a:lnTo>
                  <a:lnTo>
                    <a:pt x="46" y="80"/>
                  </a:lnTo>
                  <a:lnTo>
                    <a:pt x="46" y="79"/>
                  </a:lnTo>
                  <a:lnTo>
                    <a:pt x="45" y="77"/>
                  </a:lnTo>
                  <a:lnTo>
                    <a:pt x="45" y="76"/>
                  </a:lnTo>
                  <a:lnTo>
                    <a:pt x="44" y="75"/>
                  </a:lnTo>
                  <a:lnTo>
                    <a:pt x="42" y="75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6" y="72"/>
                  </a:lnTo>
                  <a:lnTo>
                    <a:pt x="34" y="73"/>
                  </a:lnTo>
                  <a:lnTo>
                    <a:pt x="32" y="72"/>
                  </a:lnTo>
                  <a:lnTo>
                    <a:pt x="30" y="71"/>
                  </a:lnTo>
                  <a:lnTo>
                    <a:pt x="28" y="68"/>
                  </a:lnTo>
                  <a:lnTo>
                    <a:pt x="28" y="67"/>
                  </a:lnTo>
                  <a:lnTo>
                    <a:pt x="26" y="66"/>
                  </a:lnTo>
                  <a:lnTo>
                    <a:pt x="26" y="63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2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20" y="54"/>
                  </a:lnTo>
                  <a:lnTo>
                    <a:pt x="19" y="52"/>
                  </a:lnTo>
                  <a:lnTo>
                    <a:pt x="16" y="51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1" y="31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4" y="26"/>
                  </a:lnTo>
                  <a:lnTo>
                    <a:pt x="5" y="27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11" y="27"/>
                  </a:lnTo>
                  <a:lnTo>
                    <a:pt x="13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7" y="29"/>
                  </a:lnTo>
                  <a:lnTo>
                    <a:pt x="20" y="30"/>
                  </a:lnTo>
                  <a:lnTo>
                    <a:pt x="22" y="29"/>
                  </a:lnTo>
                  <a:lnTo>
                    <a:pt x="26" y="23"/>
                  </a:lnTo>
                  <a:lnTo>
                    <a:pt x="32" y="17"/>
                  </a:lnTo>
                  <a:lnTo>
                    <a:pt x="38" y="12"/>
                  </a:lnTo>
                  <a:lnTo>
                    <a:pt x="42" y="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8"/>
                  </a:lnTo>
                  <a:lnTo>
                    <a:pt x="45" y="6"/>
                  </a:lnTo>
                  <a:lnTo>
                    <a:pt x="44" y="5"/>
                  </a:lnTo>
                  <a:lnTo>
                    <a:pt x="45" y="4"/>
                  </a:lnTo>
                  <a:lnTo>
                    <a:pt x="49" y="2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2" name="Freeform 481"/>
            <p:cNvSpPr>
              <a:spLocks/>
            </p:cNvSpPr>
            <p:nvPr/>
          </p:nvSpPr>
          <p:spPr bwMode="auto">
            <a:xfrm>
              <a:off x="6359096" y="4896015"/>
              <a:ext cx="279152" cy="281690"/>
            </a:xfrm>
            <a:custGeom>
              <a:avLst/>
              <a:gdLst>
                <a:gd name="T0" fmla="*/ 64 w 110"/>
                <a:gd name="T1" fmla="*/ 1 h 111"/>
                <a:gd name="T2" fmla="*/ 64 w 110"/>
                <a:gd name="T3" fmla="*/ 4 h 111"/>
                <a:gd name="T4" fmla="*/ 68 w 110"/>
                <a:gd name="T5" fmla="*/ 8 h 111"/>
                <a:gd name="T6" fmla="*/ 71 w 110"/>
                <a:gd name="T7" fmla="*/ 11 h 111"/>
                <a:gd name="T8" fmla="*/ 73 w 110"/>
                <a:gd name="T9" fmla="*/ 16 h 111"/>
                <a:gd name="T10" fmla="*/ 76 w 110"/>
                <a:gd name="T11" fmla="*/ 19 h 111"/>
                <a:gd name="T12" fmla="*/ 83 w 110"/>
                <a:gd name="T13" fmla="*/ 26 h 111"/>
                <a:gd name="T14" fmla="*/ 86 w 110"/>
                <a:gd name="T15" fmla="*/ 30 h 111"/>
                <a:gd name="T16" fmla="*/ 86 w 110"/>
                <a:gd name="T17" fmla="*/ 33 h 111"/>
                <a:gd name="T18" fmla="*/ 90 w 110"/>
                <a:gd name="T19" fmla="*/ 37 h 111"/>
                <a:gd name="T20" fmla="*/ 92 w 110"/>
                <a:gd name="T21" fmla="*/ 42 h 111"/>
                <a:gd name="T22" fmla="*/ 98 w 110"/>
                <a:gd name="T23" fmla="*/ 47 h 111"/>
                <a:gd name="T24" fmla="*/ 104 w 110"/>
                <a:gd name="T25" fmla="*/ 47 h 111"/>
                <a:gd name="T26" fmla="*/ 109 w 110"/>
                <a:gd name="T27" fmla="*/ 50 h 111"/>
                <a:gd name="T28" fmla="*/ 110 w 110"/>
                <a:gd name="T29" fmla="*/ 54 h 111"/>
                <a:gd name="T30" fmla="*/ 106 w 110"/>
                <a:gd name="T31" fmla="*/ 55 h 111"/>
                <a:gd name="T32" fmla="*/ 105 w 110"/>
                <a:gd name="T33" fmla="*/ 59 h 111"/>
                <a:gd name="T34" fmla="*/ 100 w 110"/>
                <a:gd name="T35" fmla="*/ 61 h 111"/>
                <a:gd name="T36" fmla="*/ 94 w 110"/>
                <a:gd name="T37" fmla="*/ 61 h 111"/>
                <a:gd name="T38" fmla="*/ 89 w 110"/>
                <a:gd name="T39" fmla="*/ 65 h 111"/>
                <a:gd name="T40" fmla="*/ 86 w 110"/>
                <a:gd name="T41" fmla="*/ 69 h 111"/>
                <a:gd name="T42" fmla="*/ 80 w 110"/>
                <a:gd name="T43" fmla="*/ 74 h 111"/>
                <a:gd name="T44" fmla="*/ 81 w 110"/>
                <a:gd name="T45" fmla="*/ 79 h 111"/>
                <a:gd name="T46" fmla="*/ 77 w 110"/>
                <a:gd name="T47" fmla="*/ 80 h 111"/>
                <a:gd name="T48" fmla="*/ 75 w 110"/>
                <a:gd name="T49" fmla="*/ 84 h 111"/>
                <a:gd name="T50" fmla="*/ 71 w 110"/>
                <a:gd name="T51" fmla="*/ 87 h 111"/>
                <a:gd name="T52" fmla="*/ 67 w 110"/>
                <a:gd name="T53" fmla="*/ 92 h 111"/>
                <a:gd name="T54" fmla="*/ 65 w 110"/>
                <a:gd name="T55" fmla="*/ 97 h 111"/>
                <a:gd name="T56" fmla="*/ 61 w 110"/>
                <a:gd name="T57" fmla="*/ 99 h 111"/>
                <a:gd name="T58" fmla="*/ 56 w 110"/>
                <a:gd name="T59" fmla="*/ 97 h 111"/>
                <a:gd name="T60" fmla="*/ 50 w 110"/>
                <a:gd name="T61" fmla="*/ 99 h 111"/>
                <a:gd name="T62" fmla="*/ 43 w 110"/>
                <a:gd name="T63" fmla="*/ 94 h 111"/>
                <a:gd name="T64" fmla="*/ 32 w 110"/>
                <a:gd name="T65" fmla="*/ 96 h 111"/>
                <a:gd name="T66" fmla="*/ 25 w 110"/>
                <a:gd name="T67" fmla="*/ 105 h 111"/>
                <a:gd name="T68" fmla="*/ 19 w 110"/>
                <a:gd name="T69" fmla="*/ 109 h 111"/>
                <a:gd name="T70" fmla="*/ 13 w 110"/>
                <a:gd name="T71" fmla="*/ 111 h 111"/>
                <a:gd name="T72" fmla="*/ 6 w 110"/>
                <a:gd name="T73" fmla="*/ 108 h 111"/>
                <a:gd name="T74" fmla="*/ 5 w 110"/>
                <a:gd name="T75" fmla="*/ 95 h 111"/>
                <a:gd name="T76" fmla="*/ 0 w 110"/>
                <a:gd name="T77" fmla="*/ 88 h 111"/>
                <a:gd name="T78" fmla="*/ 2 w 110"/>
                <a:gd name="T79" fmla="*/ 51 h 111"/>
                <a:gd name="T80" fmla="*/ 23 w 110"/>
                <a:gd name="T81" fmla="*/ 8 h 111"/>
                <a:gd name="T82" fmla="*/ 40 w 110"/>
                <a:gd name="T83" fmla="*/ 5 h 111"/>
                <a:gd name="T84" fmla="*/ 42 w 110"/>
                <a:gd name="T85" fmla="*/ 7 h 111"/>
                <a:gd name="T86" fmla="*/ 42 w 110"/>
                <a:gd name="T87" fmla="*/ 9 h 111"/>
                <a:gd name="T88" fmla="*/ 48 w 110"/>
                <a:gd name="T89" fmla="*/ 4 h 111"/>
                <a:gd name="T90" fmla="*/ 55 w 110"/>
                <a:gd name="T91" fmla="*/ 3 h 111"/>
                <a:gd name="T92" fmla="*/ 61 w 110"/>
                <a:gd name="T9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0" h="111">
                  <a:moveTo>
                    <a:pt x="64" y="0"/>
                  </a:moveTo>
                  <a:lnTo>
                    <a:pt x="64" y="0"/>
                  </a:lnTo>
                  <a:lnTo>
                    <a:pt x="64" y="1"/>
                  </a:lnTo>
                  <a:lnTo>
                    <a:pt x="64" y="1"/>
                  </a:lnTo>
                  <a:lnTo>
                    <a:pt x="64" y="3"/>
                  </a:lnTo>
                  <a:lnTo>
                    <a:pt x="64" y="4"/>
                  </a:lnTo>
                  <a:lnTo>
                    <a:pt x="65" y="5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9" y="9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1" y="12"/>
                  </a:lnTo>
                  <a:lnTo>
                    <a:pt x="72" y="15"/>
                  </a:lnTo>
                  <a:lnTo>
                    <a:pt x="73" y="16"/>
                  </a:lnTo>
                  <a:lnTo>
                    <a:pt x="73" y="17"/>
                  </a:lnTo>
                  <a:lnTo>
                    <a:pt x="75" y="19"/>
                  </a:lnTo>
                  <a:lnTo>
                    <a:pt x="76" y="19"/>
                  </a:lnTo>
                  <a:lnTo>
                    <a:pt x="76" y="20"/>
                  </a:lnTo>
                  <a:lnTo>
                    <a:pt x="80" y="25"/>
                  </a:lnTo>
                  <a:lnTo>
                    <a:pt x="83" y="26"/>
                  </a:lnTo>
                  <a:lnTo>
                    <a:pt x="84" y="28"/>
                  </a:lnTo>
                  <a:lnTo>
                    <a:pt x="85" y="29"/>
                  </a:lnTo>
                  <a:lnTo>
                    <a:pt x="86" y="30"/>
                  </a:lnTo>
                  <a:lnTo>
                    <a:pt x="86" y="30"/>
                  </a:lnTo>
                  <a:lnTo>
                    <a:pt x="86" y="32"/>
                  </a:lnTo>
                  <a:lnTo>
                    <a:pt x="86" y="33"/>
                  </a:lnTo>
                  <a:lnTo>
                    <a:pt x="89" y="33"/>
                  </a:lnTo>
                  <a:lnTo>
                    <a:pt x="90" y="34"/>
                  </a:lnTo>
                  <a:lnTo>
                    <a:pt x="90" y="37"/>
                  </a:lnTo>
                  <a:lnTo>
                    <a:pt x="90" y="40"/>
                  </a:lnTo>
                  <a:lnTo>
                    <a:pt x="92" y="41"/>
                  </a:lnTo>
                  <a:lnTo>
                    <a:pt x="92" y="42"/>
                  </a:lnTo>
                  <a:lnTo>
                    <a:pt x="94" y="45"/>
                  </a:lnTo>
                  <a:lnTo>
                    <a:pt x="96" y="46"/>
                  </a:lnTo>
                  <a:lnTo>
                    <a:pt x="98" y="47"/>
                  </a:lnTo>
                  <a:lnTo>
                    <a:pt x="100" y="46"/>
                  </a:lnTo>
                  <a:lnTo>
                    <a:pt x="102" y="47"/>
                  </a:lnTo>
                  <a:lnTo>
                    <a:pt x="104" y="47"/>
                  </a:lnTo>
                  <a:lnTo>
                    <a:pt x="106" y="49"/>
                  </a:lnTo>
                  <a:lnTo>
                    <a:pt x="108" y="49"/>
                  </a:lnTo>
                  <a:lnTo>
                    <a:pt x="109" y="50"/>
                  </a:lnTo>
                  <a:lnTo>
                    <a:pt x="109" y="51"/>
                  </a:lnTo>
                  <a:lnTo>
                    <a:pt x="110" y="53"/>
                  </a:lnTo>
                  <a:lnTo>
                    <a:pt x="110" y="54"/>
                  </a:lnTo>
                  <a:lnTo>
                    <a:pt x="109" y="54"/>
                  </a:lnTo>
                  <a:lnTo>
                    <a:pt x="108" y="54"/>
                  </a:lnTo>
                  <a:lnTo>
                    <a:pt x="106" y="55"/>
                  </a:lnTo>
                  <a:lnTo>
                    <a:pt x="105" y="55"/>
                  </a:lnTo>
                  <a:lnTo>
                    <a:pt x="105" y="57"/>
                  </a:lnTo>
                  <a:lnTo>
                    <a:pt x="105" y="59"/>
                  </a:lnTo>
                  <a:lnTo>
                    <a:pt x="102" y="59"/>
                  </a:lnTo>
                  <a:lnTo>
                    <a:pt x="101" y="61"/>
                  </a:lnTo>
                  <a:lnTo>
                    <a:pt x="100" y="61"/>
                  </a:lnTo>
                  <a:lnTo>
                    <a:pt x="98" y="61"/>
                  </a:lnTo>
                  <a:lnTo>
                    <a:pt x="97" y="61"/>
                  </a:lnTo>
                  <a:lnTo>
                    <a:pt x="94" y="61"/>
                  </a:lnTo>
                  <a:lnTo>
                    <a:pt x="92" y="63"/>
                  </a:lnTo>
                  <a:lnTo>
                    <a:pt x="92" y="65"/>
                  </a:lnTo>
                  <a:lnTo>
                    <a:pt x="89" y="65"/>
                  </a:lnTo>
                  <a:lnTo>
                    <a:pt x="89" y="66"/>
                  </a:lnTo>
                  <a:lnTo>
                    <a:pt x="88" y="67"/>
                  </a:lnTo>
                  <a:lnTo>
                    <a:pt x="86" y="69"/>
                  </a:lnTo>
                  <a:lnTo>
                    <a:pt x="85" y="69"/>
                  </a:lnTo>
                  <a:lnTo>
                    <a:pt x="84" y="69"/>
                  </a:lnTo>
                  <a:lnTo>
                    <a:pt x="80" y="74"/>
                  </a:lnTo>
                  <a:lnTo>
                    <a:pt x="80" y="76"/>
                  </a:lnTo>
                  <a:lnTo>
                    <a:pt x="81" y="78"/>
                  </a:lnTo>
                  <a:lnTo>
                    <a:pt x="81" y="79"/>
                  </a:lnTo>
                  <a:lnTo>
                    <a:pt x="79" y="79"/>
                  </a:lnTo>
                  <a:lnTo>
                    <a:pt x="79" y="80"/>
                  </a:lnTo>
                  <a:lnTo>
                    <a:pt x="77" y="80"/>
                  </a:lnTo>
                  <a:lnTo>
                    <a:pt x="76" y="82"/>
                  </a:lnTo>
                  <a:lnTo>
                    <a:pt x="75" y="83"/>
                  </a:lnTo>
                  <a:lnTo>
                    <a:pt x="75" y="84"/>
                  </a:lnTo>
                  <a:lnTo>
                    <a:pt x="73" y="86"/>
                  </a:lnTo>
                  <a:lnTo>
                    <a:pt x="72" y="86"/>
                  </a:lnTo>
                  <a:lnTo>
                    <a:pt x="71" y="87"/>
                  </a:lnTo>
                  <a:lnTo>
                    <a:pt x="68" y="87"/>
                  </a:lnTo>
                  <a:lnTo>
                    <a:pt x="67" y="88"/>
                  </a:lnTo>
                  <a:lnTo>
                    <a:pt x="67" y="92"/>
                  </a:lnTo>
                  <a:lnTo>
                    <a:pt x="65" y="94"/>
                  </a:lnTo>
                  <a:lnTo>
                    <a:pt x="65" y="95"/>
                  </a:lnTo>
                  <a:lnTo>
                    <a:pt x="65" y="97"/>
                  </a:lnTo>
                  <a:lnTo>
                    <a:pt x="65" y="97"/>
                  </a:lnTo>
                  <a:lnTo>
                    <a:pt x="63" y="100"/>
                  </a:lnTo>
                  <a:lnTo>
                    <a:pt x="61" y="99"/>
                  </a:lnTo>
                  <a:lnTo>
                    <a:pt x="60" y="97"/>
                  </a:lnTo>
                  <a:lnTo>
                    <a:pt x="59" y="97"/>
                  </a:lnTo>
                  <a:lnTo>
                    <a:pt x="56" y="97"/>
                  </a:lnTo>
                  <a:lnTo>
                    <a:pt x="54" y="99"/>
                  </a:lnTo>
                  <a:lnTo>
                    <a:pt x="51" y="9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44" y="96"/>
                  </a:lnTo>
                  <a:lnTo>
                    <a:pt x="43" y="94"/>
                  </a:lnTo>
                  <a:lnTo>
                    <a:pt x="39" y="94"/>
                  </a:lnTo>
                  <a:lnTo>
                    <a:pt x="35" y="94"/>
                  </a:lnTo>
                  <a:lnTo>
                    <a:pt x="32" y="96"/>
                  </a:lnTo>
                  <a:lnTo>
                    <a:pt x="31" y="101"/>
                  </a:lnTo>
                  <a:lnTo>
                    <a:pt x="29" y="104"/>
                  </a:lnTo>
                  <a:lnTo>
                    <a:pt x="25" y="105"/>
                  </a:lnTo>
                  <a:lnTo>
                    <a:pt x="23" y="107"/>
                  </a:lnTo>
                  <a:lnTo>
                    <a:pt x="22" y="108"/>
                  </a:lnTo>
                  <a:lnTo>
                    <a:pt x="19" y="109"/>
                  </a:lnTo>
                  <a:lnTo>
                    <a:pt x="17" y="111"/>
                  </a:lnTo>
                  <a:lnTo>
                    <a:pt x="14" y="109"/>
                  </a:lnTo>
                  <a:lnTo>
                    <a:pt x="13" y="111"/>
                  </a:lnTo>
                  <a:lnTo>
                    <a:pt x="9" y="111"/>
                  </a:lnTo>
                  <a:lnTo>
                    <a:pt x="6" y="111"/>
                  </a:lnTo>
                  <a:lnTo>
                    <a:pt x="6" y="108"/>
                  </a:lnTo>
                  <a:lnTo>
                    <a:pt x="7" y="104"/>
                  </a:lnTo>
                  <a:lnTo>
                    <a:pt x="7" y="101"/>
                  </a:lnTo>
                  <a:lnTo>
                    <a:pt x="5" y="95"/>
                  </a:lnTo>
                  <a:lnTo>
                    <a:pt x="4" y="9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51"/>
                  </a:lnTo>
                  <a:lnTo>
                    <a:pt x="13" y="50"/>
                  </a:lnTo>
                  <a:lnTo>
                    <a:pt x="14" y="8"/>
                  </a:lnTo>
                  <a:lnTo>
                    <a:pt x="23" y="8"/>
                  </a:lnTo>
                  <a:lnTo>
                    <a:pt x="35" y="5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0" y="4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3" y="8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11"/>
                  </a:lnTo>
                  <a:lnTo>
                    <a:pt x="47" y="8"/>
                  </a:lnTo>
                  <a:lnTo>
                    <a:pt x="48" y="4"/>
                  </a:lnTo>
                  <a:lnTo>
                    <a:pt x="51" y="3"/>
                  </a:lnTo>
                  <a:lnTo>
                    <a:pt x="54" y="1"/>
                  </a:lnTo>
                  <a:lnTo>
                    <a:pt x="55" y="3"/>
                  </a:lnTo>
                  <a:lnTo>
                    <a:pt x="56" y="3"/>
                  </a:lnTo>
                  <a:lnTo>
                    <a:pt x="57" y="1"/>
                  </a:lnTo>
                  <a:lnTo>
                    <a:pt x="61" y="0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3" name="Freeform 482"/>
            <p:cNvSpPr>
              <a:spLocks/>
            </p:cNvSpPr>
            <p:nvPr/>
          </p:nvSpPr>
          <p:spPr bwMode="auto">
            <a:xfrm>
              <a:off x="6118011" y="4870638"/>
              <a:ext cx="403502" cy="380662"/>
            </a:xfrm>
            <a:custGeom>
              <a:avLst/>
              <a:gdLst>
                <a:gd name="T0" fmla="*/ 17 w 159"/>
                <a:gd name="T1" fmla="*/ 1 h 150"/>
                <a:gd name="T2" fmla="*/ 21 w 159"/>
                <a:gd name="T3" fmla="*/ 1 h 150"/>
                <a:gd name="T4" fmla="*/ 22 w 159"/>
                <a:gd name="T5" fmla="*/ 4 h 150"/>
                <a:gd name="T6" fmla="*/ 27 w 159"/>
                <a:gd name="T7" fmla="*/ 6 h 150"/>
                <a:gd name="T8" fmla="*/ 31 w 159"/>
                <a:gd name="T9" fmla="*/ 5 h 150"/>
                <a:gd name="T10" fmla="*/ 77 w 159"/>
                <a:gd name="T11" fmla="*/ 5 h 150"/>
                <a:gd name="T12" fmla="*/ 80 w 159"/>
                <a:gd name="T13" fmla="*/ 9 h 150"/>
                <a:gd name="T14" fmla="*/ 87 w 159"/>
                <a:gd name="T15" fmla="*/ 10 h 150"/>
                <a:gd name="T16" fmla="*/ 91 w 159"/>
                <a:gd name="T17" fmla="*/ 11 h 150"/>
                <a:gd name="T18" fmla="*/ 97 w 159"/>
                <a:gd name="T19" fmla="*/ 11 h 150"/>
                <a:gd name="T20" fmla="*/ 100 w 159"/>
                <a:gd name="T21" fmla="*/ 10 h 150"/>
                <a:gd name="T22" fmla="*/ 106 w 159"/>
                <a:gd name="T23" fmla="*/ 13 h 150"/>
                <a:gd name="T24" fmla="*/ 109 w 159"/>
                <a:gd name="T25" fmla="*/ 11 h 150"/>
                <a:gd name="T26" fmla="*/ 113 w 159"/>
                <a:gd name="T27" fmla="*/ 13 h 150"/>
                <a:gd name="T28" fmla="*/ 116 w 159"/>
                <a:gd name="T29" fmla="*/ 13 h 150"/>
                <a:gd name="T30" fmla="*/ 118 w 159"/>
                <a:gd name="T31" fmla="*/ 14 h 150"/>
                <a:gd name="T32" fmla="*/ 150 w 159"/>
                <a:gd name="T33" fmla="*/ 7 h 150"/>
                <a:gd name="T34" fmla="*/ 154 w 159"/>
                <a:gd name="T35" fmla="*/ 6 h 150"/>
                <a:gd name="T36" fmla="*/ 156 w 159"/>
                <a:gd name="T37" fmla="*/ 7 h 150"/>
                <a:gd name="T38" fmla="*/ 156 w 159"/>
                <a:gd name="T39" fmla="*/ 10 h 150"/>
                <a:gd name="T40" fmla="*/ 150 w 159"/>
                <a:gd name="T41" fmla="*/ 13 h 150"/>
                <a:gd name="T42" fmla="*/ 143 w 159"/>
                <a:gd name="T43" fmla="*/ 14 h 150"/>
                <a:gd name="T44" fmla="*/ 137 w 159"/>
                <a:gd name="T45" fmla="*/ 19 h 150"/>
                <a:gd name="T46" fmla="*/ 137 w 159"/>
                <a:gd name="T47" fmla="*/ 17 h 150"/>
                <a:gd name="T48" fmla="*/ 135 w 159"/>
                <a:gd name="T49" fmla="*/ 15 h 150"/>
                <a:gd name="T50" fmla="*/ 118 w 159"/>
                <a:gd name="T51" fmla="*/ 18 h 150"/>
                <a:gd name="T52" fmla="*/ 97 w 159"/>
                <a:gd name="T53" fmla="*/ 61 h 150"/>
                <a:gd name="T54" fmla="*/ 95 w 159"/>
                <a:gd name="T55" fmla="*/ 98 h 150"/>
                <a:gd name="T56" fmla="*/ 88 w 159"/>
                <a:gd name="T57" fmla="*/ 142 h 150"/>
                <a:gd name="T58" fmla="*/ 83 w 159"/>
                <a:gd name="T59" fmla="*/ 146 h 150"/>
                <a:gd name="T60" fmla="*/ 80 w 159"/>
                <a:gd name="T61" fmla="*/ 148 h 150"/>
                <a:gd name="T62" fmla="*/ 76 w 159"/>
                <a:gd name="T63" fmla="*/ 147 h 150"/>
                <a:gd name="T64" fmla="*/ 71 w 159"/>
                <a:gd name="T65" fmla="*/ 147 h 150"/>
                <a:gd name="T66" fmla="*/ 63 w 159"/>
                <a:gd name="T67" fmla="*/ 146 h 150"/>
                <a:gd name="T68" fmla="*/ 60 w 159"/>
                <a:gd name="T69" fmla="*/ 139 h 150"/>
                <a:gd name="T70" fmla="*/ 54 w 159"/>
                <a:gd name="T71" fmla="*/ 140 h 150"/>
                <a:gd name="T72" fmla="*/ 52 w 159"/>
                <a:gd name="T73" fmla="*/ 143 h 150"/>
                <a:gd name="T74" fmla="*/ 46 w 159"/>
                <a:gd name="T75" fmla="*/ 139 h 150"/>
                <a:gd name="T76" fmla="*/ 38 w 159"/>
                <a:gd name="T77" fmla="*/ 129 h 150"/>
                <a:gd name="T78" fmla="*/ 37 w 159"/>
                <a:gd name="T79" fmla="*/ 119 h 150"/>
                <a:gd name="T80" fmla="*/ 35 w 159"/>
                <a:gd name="T81" fmla="*/ 115 h 150"/>
                <a:gd name="T82" fmla="*/ 34 w 159"/>
                <a:gd name="T83" fmla="*/ 106 h 150"/>
                <a:gd name="T84" fmla="*/ 30 w 159"/>
                <a:gd name="T85" fmla="*/ 88 h 150"/>
                <a:gd name="T86" fmla="*/ 30 w 159"/>
                <a:gd name="T87" fmla="*/ 72 h 150"/>
                <a:gd name="T88" fmla="*/ 23 w 159"/>
                <a:gd name="T89" fmla="*/ 55 h 150"/>
                <a:gd name="T90" fmla="*/ 10 w 159"/>
                <a:gd name="T91" fmla="*/ 29 h 150"/>
                <a:gd name="T92" fmla="*/ 0 w 159"/>
                <a:gd name="T93" fmla="*/ 5 h 150"/>
                <a:gd name="T94" fmla="*/ 1 w 159"/>
                <a:gd name="T95" fmla="*/ 5 h 150"/>
                <a:gd name="T96" fmla="*/ 4 w 159"/>
                <a:gd name="T97" fmla="*/ 4 h 150"/>
                <a:gd name="T98" fmla="*/ 9 w 159"/>
                <a:gd name="T99" fmla="*/ 4 h 150"/>
                <a:gd name="T100" fmla="*/ 14 w 159"/>
                <a:gd name="T101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9" h="150">
                  <a:moveTo>
                    <a:pt x="14" y="0"/>
                  </a:moveTo>
                  <a:lnTo>
                    <a:pt x="17" y="1"/>
                  </a:lnTo>
                  <a:lnTo>
                    <a:pt x="17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5" y="6"/>
                  </a:lnTo>
                  <a:lnTo>
                    <a:pt x="27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4" y="5"/>
                  </a:lnTo>
                  <a:lnTo>
                    <a:pt x="77" y="5"/>
                  </a:lnTo>
                  <a:lnTo>
                    <a:pt x="79" y="5"/>
                  </a:lnTo>
                  <a:lnTo>
                    <a:pt x="80" y="7"/>
                  </a:lnTo>
                  <a:lnTo>
                    <a:pt x="80" y="9"/>
                  </a:lnTo>
                  <a:lnTo>
                    <a:pt x="83" y="10"/>
                  </a:lnTo>
                  <a:lnTo>
                    <a:pt x="85" y="10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89" y="11"/>
                  </a:lnTo>
                  <a:lnTo>
                    <a:pt x="91" y="11"/>
                  </a:lnTo>
                  <a:lnTo>
                    <a:pt x="92" y="11"/>
                  </a:lnTo>
                  <a:lnTo>
                    <a:pt x="95" y="10"/>
                  </a:lnTo>
                  <a:lnTo>
                    <a:pt x="97" y="11"/>
                  </a:lnTo>
                  <a:lnTo>
                    <a:pt x="99" y="11"/>
                  </a:lnTo>
                  <a:lnTo>
                    <a:pt x="100" y="10"/>
                  </a:lnTo>
                  <a:lnTo>
                    <a:pt x="100" y="10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9" y="13"/>
                  </a:lnTo>
                  <a:lnTo>
                    <a:pt x="109" y="11"/>
                  </a:lnTo>
                  <a:lnTo>
                    <a:pt x="110" y="11"/>
                  </a:lnTo>
                  <a:lnTo>
                    <a:pt x="112" y="11"/>
                  </a:lnTo>
                  <a:lnTo>
                    <a:pt x="113" y="13"/>
                  </a:lnTo>
                  <a:lnTo>
                    <a:pt x="113" y="13"/>
                  </a:lnTo>
                  <a:lnTo>
                    <a:pt x="114" y="13"/>
                  </a:lnTo>
                  <a:lnTo>
                    <a:pt x="116" y="13"/>
                  </a:lnTo>
                  <a:lnTo>
                    <a:pt x="116" y="14"/>
                  </a:lnTo>
                  <a:lnTo>
                    <a:pt x="117" y="14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49" y="6"/>
                  </a:lnTo>
                  <a:lnTo>
                    <a:pt x="150" y="7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4" y="6"/>
                  </a:lnTo>
                  <a:lnTo>
                    <a:pt x="154" y="7"/>
                  </a:lnTo>
                  <a:lnTo>
                    <a:pt x="155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9" y="10"/>
                  </a:lnTo>
                  <a:lnTo>
                    <a:pt x="156" y="10"/>
                  </a:lnTo>
                  <a:lnTo>
                    <a:pt x="152" y="11"/>
                  </a:lnTo>
                  <a:lnTo>
                    <a:pt x="151" y="13"/>
                  </a:lnTo>
                  <a:lnTo>
                    <a:pt x="150" y="13"/>
                  </a:lnTo>
                  <a:lnTo>
                    <a:pt x="149" y="11"/>
                  </a:lnTo>
                  <a:lnTo>
                    <a:pt x="146" y="13"/>
                  </a:lnTo>
                  <a:lnTo>
                    <a:pt x="143" y="14"/>
                  </a:lnTo>
                  <a:lnTo>
                    <a:pt x="142" y="18"/>
                  </a:lnTo>
                  <a:lnTo>
                    <a:pt x="138" y="21"/>
                  </a:lnTo>
                  <a:lnTo>
                    <a:pt x="137" y="19"/>
                  </a:lnTo>
                  <a:lnTo>
                    <a:pt x="137" y="18"/>
                  </a:lnTo>
                  <a:lnTo>
                    <a:pt x="138" y="18"/>
                  </a:lnTo>
                  <a:lnTo>
                    <a:pt x="137" y="17"/>
                  </a:lnTo>
                  <a:lnTo>
                    <a:pt x="137" y="15"/>
                  </a:lnTo>
                  <a:lnTo>
                    <a:pt x="135" y="14"/>
                  </a:lnTo>
                  <a:lnTo>
                    <a:pt x="135" y="15"/>
                  </a:lnTo>
                  <a:lnTo>
                    <a:pt x="133" y="15"/>
                  </a:lnTo>
                  <a:lnTo>
                    <a:pt x="130" y="15"/>
                  </a:lnTo>
                  <a:lnTo>
                    <a:pt x="118" y="18"/>
                  </a:lnTo>
                  <a:lnTo>
                    <a:pt x="109" y="18"/>
                  </a:lnTo>
                  <a:lnTo>
                    <a:pt x="108" y="60"/>
                  </a:lnTo>
                  <a:lnTo>
                    <a:pt x="97" y="61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3" y="142"/>
                  </a:lnTo>
                  <a:lnTo>
                    <a:pt x="92" y="142"/>
                  </a:lnTo>
                  <a:lnTo>
                    <a:pt x="88" y="142"/>
                  </a:lnTo>
                  <a:lnTo>
                    <a:pt x="85" y="143"/>
                  </a:lnTo>
                  <a:lnTo>
                    <a:pt x="84" y="146"/>
                  </a:lnTo>
                  <a:lnTo>
                    <a:pt x="83" y="146"/>
                  </a:lnTo>
                  <a:lnTo>
                    <a:pt x="81" y="147"/>
                  </a:lnTo>
                  <a:lnTo>
                    <a:pt x="81" y="150"/>
                  </a:lnTo>
                  <a:lnTo>
                    <a:pt x="80" y="148"/>
                  </a:lnTo>
                  <a:lnTo>
                    <a:pt x="79" y="150"/>
                  </a:lnTo>
                  <a:lnTo>
                    <a:pt x="77" y="147"/>
                  </a:lnTo>
                  <a:lnTo>
                    <a:pt x="76" y="147"/>
                  </a:lnTo>
                  <a:lnTo>
                    <a:pt x="75" y="148"/>
                  </a:lnTo>
                  <a:lnTo>
                    <a:pt x="72" y="148"/>
                  </a:lnTo>
                  <a:lnTo>
                    <a:pt x="71" y="147"/>
                  </a:lnTo>
                  <a:lnTo>
                    <a:pt x="70" y="148"/>
                  </a:lnTo>
                  <a:lnTo>
                    <a:pt x="67" y="147"/>
                  </a:lnTo>
                  <a:lnTo>
                    <a:pt x="63" y="146"/>
                  </a:lnTo>
                  <a:lnTo>
                    <a:pt x="62" y="142"/>
                  </a:lnTo>
                  <a:lnTo>
                    <a:pt x="62" y="139"/>
                  </a:lnTo>
                  <a:lnTo>
                    <a:pt x="60" y="139"/>
                  </a:lnTo>
                  <a:lnTo>
                    <a:pt x="59" y="136"/>
                  </a:lnTo>
                  <a:lnTo>
                    <a:pt x="55" y="138"/>
                  </a:lnTo>
                  <a:lnTo>
                    <a:pt x="54" y="140"/>
                  </a:lnTo>
                  <a:lnTo>
                    <a:pt x="55" y="140"/>
                  </a:lnTo>
                  <a:lnTo>
                    <a:pt x="55" y="143"/>
                  </a:lnTo>
                  <a:lnTo>
                    <a:pt x="52" y="143"/>
                  </a:lnTo>
                  <a:lnTo>
                    <a:pt x="51" y="144"/>
                  </a:lnTo>
                  <a:lnTo>
                    <a:pt x="47" y="140"/>
                  </a:lnTo>
                  <a:lnTo>
                    <a:pt x="46" y="139"/>
                  </a:lnTo>
                  <a:lnTo>
                    <a:pt x="43" y="136"/>
                  </a:lnTo>
                  <a:lnTo>
                    <a:pt x="41" y="131"/>
                  </a:lnTo>
                  <a:lnTo>
                    <a:pt x="38" y="129"/>
                  </a:lnTo>
                  <a:lnTo>
                    <a:pt x="38" y="123"/>
                  </a:lnTo>
                  <a:lnTo>
                    <a:pt x="37" y="122"/>
                  </a:lnTo>
                  <a:lnTo>
                    <a:pt x="37" y="119"/>
                  </a:lnTo>
                  <a:lnTo>
                    <a:pt x="38" y="118"/>
                  </a:lnTo>
                  <a:lnTo>
                    <a:pt x="37" y="115"/>
                  </a:lnTo>
                  <a:lnTo>
                    <a:pt x="35" y="115"/>
                  </a:lnTo>
                  <a:lnTo>
                    <a:pt x="34" y="109"/>
                  </a:lnTo>
                  <a:lnTo>
                    <a:pt x="33" y="107"/>
                  </a:lnTo>
                  <a:lnTo>
                    <a:pt x="34" y="106"/>
                  </a:lnTo>
                  <a:lnTo>
                    <a:pt x="33" y="102"/>
                  </a:lnTo>
                  <a:lnTo>
                    <a:pt x="34" y="97"/>
                  </a:lnTo>
                  <a:lnTo>
                    <a:pt x="30" y="88"/>
                  </a:lnTo>
                  <a:lnTo>
                    <a:pt x="30" y="79"/>
                  </a:lnTo>
                  <a:lnTo>
                    <a:pt x="27" y="73"/>
                  </a:lnTo>
                  <a:lnTo>
                    <a:pt x="30" y="72"/>
                  </a:lnTo>
                  <a:lnTo>
                    <a:pt x="30" y="68"/>
                  </a:lnTo>
                  <a:lnTo>
                    <a:pt x="23" y="59"/>
                  </a:lnTo>
                  <a:lnTo>
                    <a:pt x="23" y="55"/>
                  </a:lnTo>
                  <a:lnTo>
                    <a:pt x="17" y="47"/>
                  </a:lnTo>
                  <a:lnTo>
                    <a:pt x="17" y="42"/>
                  </a:lnTo>
                  <a:lnTo>
                    <a:pt x="10" y="29"/>
                  </a:lnTo>
                  <a:lnTo>
                    <a:pt x="6" y="22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9" y="5"/>
                  </a:lnTo>
                  <a:lnTo>
                    <a:pt x="9" y="4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4" name="Freeform 486"/>
            <p:cNvSpPr>
              <a:spLocks/>
            </p:cNvSpPr>
            <p:nvPr/>
          </p:nvSpPr>
          <p:spPr bwMode="auto">
            <a:xfrm>
              <a:off x="7480779" y="4969611"/>
              <a:ext cx="17765" cy="20302"/>
            </a:xfrm>
            <a:custGeom>
              <a:avLst/>
              <a:gdLst>
                <a:gd name="T0" fmla="*/ 5 w 7"/>
                <a:gd name="T1" fmla="*/ 0 h 8"/>
                <a:gd name="T2" fmla="*/ 7 w 7"/>
                <a:gd name="T3" fmla="*/ 1 h 8"/>
                <a:gd name="T4" fmla="*/ 7 w 7"/>
                <a:gd name="T5" fmla="*/ 3 h 8"/>
                <a:gd name="T6" fmla="*/ 5 w 7"/>
                <a:gd name="T7" fmla="*/ 4 h 8"/>
                <a:gd name="T8" fmla="*/ 7 w 7"/>
                <a:gd name="T9" fmla="*/ 7 h 8"/>
                <a:gd name="T10" fmla="*/ 4 w 7"/>
                <a:gd name="T11" fmla="*/ 8 h 8"/>
                <a:gd name="T12" fmla="*/ 0 w 7"/>
                <a:gd name="T13" fmla="*/ 5 h 8"/>
                <a:gd name="T14" fmla="*/ 1 w 7"/>
                <a:gd name="T15" fmla="*/ 4 h 8"/>
                <a:gd name="T16" fmla="*/ 3 w 7"/>
                <a:gd name="T17" fmla="*/ 0 h 8"/>
                <a:gd name="T18" fmla="*/ 4 w 7"/>
                <a:gd name="T19" fmla="*/ 1 h 8"/>
                <a:gd name="T20" fmla="*/ 5 w 7"/>
                <a:gd name="T2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lnTo>
                    <a:pt x="7" y="1"/>
                  </a:lnTo>
                  <a:lnTo>
                    <a:pt x="7" y="3"/>
                  </a:lnTo>
                  <a:lnTo>
                    <a:pt x="5" y="4"/>
                  </a:lnTo>
                  <a:lnTo>
                    <a:pt x="7" y="7"/>
                  </a:lnTo>
                  <a:lnTo>
                    <a:pt x="4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0"/>
                  </a:lnTo>
                  <a:lnTo>
                    <a:pt x="4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5" name="Freeform 487"/>
            <p:cNvSpPr>
              <a:spLocks/>
            </p:cNvSpPr>
            <p:nvPr/>
          </p:nvSpPr>
          <p:spPr bwMode="auto">
            <a:xfrm>
              <a:off x="7419873" y="4992449"/>
              <a:ext cx="17765" cy="20302"/>
            </a:xfrm>
            <a:custGeom>
              <a:avLst/>
              <a:gdLst>
                <a:gd name="T0" fmla="*/ 2 w 7"/>
                <a:gd name="T1" fmla="*/ 0 h 8"/>
                <a:gd name="T2" fmla="*/ 4 w 7"/>
                <a:gd name="T3" fmla="*/ 2 h 8"/>
                <a:gd name="T4" fmla="*/ 6 w 7"/>
                <a:gd name="T5" fmla="*/ 4 h 8"/>
                <a:gd name="T6" fmla="*/ 7 w 7"/>
                <a:gd name="T7" fmla="*/ 6 h 8"/>
                <a:gd name="T8" fmla="*/ 4 w 7"/>
                <a:gd name="T9" fmla="*/ 8 h 8"/>
                <a:gd name="T10" fmla="*/ 3 w 7"/>
                <a:gd name="T11" fmla="*/ 8 h 8"/>
                <a:gd name="T12" fmla="*/ 0 w 7"/>
                <a:gd name="T13" fmla="*/ 4 h 8"/>
                <a:gd name="T14" fmla="*/ 0 w 7"/>
                <a:gd name="T15" fmla="*/ 2 h 8"/>
                <a:gd name="T16" fmla="*/ 2 w 7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lnTo>
                    <a:pt x="4" y="2"/>
                  </a:lnTo>
                  <a:lnTo>
                    <a:pt x="6" y="4"/>
                  </a:lnTo>
                  <a:lnTo>
                    <a:pt x="7" y="6"/>
                  </a:lnTo>
                  <a:lnTo>
                    <a:pt x="4" y="8"/>
                  </a:lnTo>
                  <a:lnTo>
                    <a:pt x="3" y="8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6" name="Freeform 488"/>
            <p:cNvSpPr>
              <a:spLocks noEditPoints="1"/>
            </p:cNvSpPr>
            <p:nvPr/>
          </p:nvSpPr>
          <p:spPr bwMode="auto">
            <a:xfrm>
              <a:off x="7049363" y="4718373"/>
              <a:ext cx="230936" cy="428880"/>
            </a:xfrm>
            <a:custGeom>
              <a:avLst/>
              <a:gdLst>
                <a:gd name="T0" fmla="*/ 83 w 91"/>
                <a:gd name="T1" fmla="*/ 64 h 169"/>
                <a:gd name="T2" fmla="*/ 84 w 91"/>
                <a:gd name="T3" fmla="*/ 58 h 169"/>
                <a:gd name="T4" fmla="*/ 71 w 91"/>
                <a:gd name="T5" fmla="*/ 17 h 169"/>
                <a:gd name="T6" fmla="*/ 67 w 91"/>
                <a:gd name="T7" fmla="*/ 16 h 169"/>
                <a:gd name="T8" fmla="*/ 66 w 91"/>
                <a:gd name="T9" fmla="*/ 17 h 169"/>
                <a:gd name="T10" fmla="*/ 73 w 91"/>
                <a:gd name="T11" fmla="*/ 11 h 169"/>
                <a:gd name="T12" fmla="*/ 80 w 91"/>
                <a:gd name="T13" fmla="*/ 0 h 169"/>
                <a:gd name="T14" fmla="*/ 83 w 91"/>
                <a:gd name="T15" fmla="*/ 8 h 169"/>
                <a:gd name="T16" fmla="*/ 87 w 91"/>
                <a:gd name="T17" fmla="*/ 17 h 169"/>
                <a:gd name="T18" fmla="*/ 88 w 91"/>
                <a:gd name="T19" fmla="*/ 31 h 169"/>
                <a:gd name="T20" fmla="*/ 91 w 91"/>
                <a:gd name="T21" fmla="*/ 40 h 169"/>
                <a:gd name="T22" fmla="*/ 88 w 91"/>
                <a:gd name="T23" fmla="*/ 45 h 169"/>
                <a:gd name="T24" fmla="*/ 84 w 91"/>
                <a:gd name="T25" fmla="*/ 46 h 169"/>
                <a:gd name="T26" fmla="*/ 82 w 91"/>
                <a:gd name="T27" fmla="*/ 46 h 169"/>
                <a:gd name="T28" fmla="*/ 82 w 91"/>
                <a:gd name="T29" fmla="*/ 53 h 169"/>
                <a:gd name="T30" fmla="*/ 79 w 91"/>
                <a:gd name="T31" fmla="*/ 62 h 169"/>
                <a:gd name="T32" fmla="*/ 78 w 91"/>
                <a:gd name="T33" fmla="*/ 73 h 169"/>
                <a:gd name="T34" fmla="*/ 73 w 91"/>
                <a:gd name="T35" fmla="*/ 90 h 169"/>
                <a:gd name="T36" fmla="*/ 65 w 91"/>
                <a:gd name="T37" fmla="*/ 111 h 169"/>
                <a:gd name="T38" fmla="*/ 57 w 91"/>
                <a:gd name="T39" fmla="*/ 128 h 169"/>
                <a:gd name="T40" fmla="*/ 53 w 91"/>
                <a:gd name="T41" fmla="*/ 140 h 169"/>
                <a:gd name="T42" fmla="*/ 50 w 91"/>
                <a:gd name="T43" fmla="*/ 149 h 169"/>
                <a:gd name="T44" fmla="*/ 45 w 91"/>
                <a:gd name="T45" fmla="*/ 160 h 169"/>
                <a:gd name="T46" fmla="*/ 36 w 91"/>
                <a:gd name="T47" fmla="*/ 162 h 169"/>
                <a:gd name="T48" fmla="*/ 21 w 91"/>
                <a:gd name="T49" fmla="*/ 167 h 169"/>
                <a:gd name="T50" fmla="*/ 17 w 91"/>
                <a:gd name="T51" fmla="*/ 166 h 169"/>
                <a:gd name="T52" fmla="*/ 11 w 91"/>
                <a:gd name="T53" fmla="*/ 164 h 169"/>
                <a:gd name="T54" fmla="*/ 5 w 91"/>
                <a:gd name="T55" fmla="*/ 157 h 169"/>
                <a:gd name="T56" fmla="*/ 4 w 91"/>
                <a:gd name="T57" fmla="*/ 148 h 169"/>
                <a:gd name="T58" fmla="*/ 7 w 91"/>
                <a:gd name="T59" fmla="*/ 141 h 169"/>
                <a:gd name="T60" fmla="*/ 4 w 91"/>
                <a:gd name="T61" fmla="*/ 136 h 169"/>
                <a:gd name="T62" fmla="*/ 1 w 91"/>
                <a:gd name="T63" fmla="*/ 125 h 169"/>
                <a:gd name="T64" fmla="*/ 4 w 91"/>
                <a:gd name="T65" fmla="*/ 114 h 169"/>
                <a:gd name="T66" fmla="*/ 11 w 91"/>
                <a:gd name="T67" fmla="*/ 106 h 169"/>
                <a:gd name="T68" fmla="*/ 16 w 91"/>
                <a:gd name="T69" fmla="*/ 99 h 169"/>
                <a:gd name="T70" fmla="*/ 19 w 91"/>
                <a:gd name="T71" fmla="*/ 89 h 169"/>
                <a:gd name="T72" fmla="*/ 13 w 91"/>
                <a:gd name="T73" fmla="*/ 75 h 169"/>
                <a:gd name="T74" fmla="*/ 12 w 91"/>
                <a:gd name="T75" fmla="*/ 66 h 169"/>
                <a:gd name="T76" fmla="*/ 19 w 91"/>
                <a:gd name="T77" fmla="*/ 53 h 169"/>
                <a:gd name="T78" fmla="*/ 24 w 91"/>
                <a:gd name="T79" fmla="*/ 52 h 169"/>
                <a:gd name="T80" fmla="*/ 33 w 91"/>
                <a:gd name="T81" fmla="*/ 49 h 169"/>
                <a:gd name="T82" fmla="*/ 34 w 91"/>
                <a:gd name="T83" fmla="*/ 46 h 169"/>
                <a:gd name="T84" fmla="*/ 41 w 91"/>
                <a:gd name="T85" fmla="*/ 45 h 169"/>
                <a:gd name="T86" fmla="*/ 45 w 91"/>
                <a:gd name="T87" fmla="*/ 49 h 169"/>
                <a:gd name="T88" fmla="*/ 50 w 91"/>
                <a:gd name="T89" fmla="*/ 40 h 169"/>
                <a:gd name="T90" fmla="*/ 51 w 91"/>
                <a:gd name="T91" fmla="*/ 44 h 169"/>
                <a:gd name="T92" fmla="*/ 53 w 91"/>
                <a:gd name="T93" fmla="*/ 41 h 169"/>
                <a:gd name="T94" fmla="*/ 54 w 91"/>
                <a:gd name="T95" fmla="*/ 35 h 169"/>
                <a:gd name="T96" fmla="*/ 57 w 91"/>
                <a:gd name="T97" fmla="*/ 37 h 169"/>
                <a:gd name="T98" fmla="*/ 63 w 91"/>
                <a:gd name="T99" fmla="*/ 35 h 169"/>
                <a:gd name="T100" fmla="*/ 61 w 91"/>
                <a:gd name="T101" fmla="*/ 28 h 169"/>
                <a:gd name="T102" fmla="*/ 65 w 91"/>
                <a:gd name="T103" fmla="*/ 27 h 169"/>
                <a:gd name="T104" fmla="*/ 66 w 91"/>
                <a:gd name="T105" fmla="*/ 20 h 169"/>
                <a:gd name="T106" fmla="*/ 69 w 91"/>
                <a:gd name="T107" fmla="*/ 20 h 169"/>
                <a:gd name="T108" fmla="*/ 74 w 91"/>
                <a:gd name="T109" fmla="*/ 14 h 169"/>
                <a:gd name="T110" fmla="*/ 75 w 91"/>
                <a:gd name="T111" fmla="*/ 7 h 169"/>
                <a:gd name="T112" fmla="*/ 78 w 91"/>
                <a:gd name="T113" fmla="*/ 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1" h="169">
                  <a:moveTo>
                    <a:pt x="86" y="57"/>
                  </a:moveTo>
                  <a:lnTo>
                    <a:pt x="84" y="60"/>
                  </a:lnTo>
                  <a:lnTo>
                    <a:pt x="83" y="61"/>
                  </a:lnTo>
                  <a:lnTo>
                    <a:pt x="83" y="64"/>
                  </a:lnTo>
                  <a:lnTo>
                    <a:pt x="83" y="61"/>
                  </a:lnTo>
                  <a:lnTo>
                    <a:pt x="83" y="60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6" y="57"/>
                  </a:lnTo>
                  <a:close/>
                  <a:moveTo>
                    <a:pt x="71" y="15"/>
                  </a:moveTo>
                  <a:lnTo>
                    <a:pt x="71" y="16"/>
                  </a:lnTo>
                  <a:lnTo>
                    <a:pt x="71" y="17"/>
                  </a:lnTo>
                  <a:lnTo>
                    <a:pt x="70" y="16"/>
                  </a:lnTo>
                  <a:lnTo>
                    <a:pt x="71" y="15"/>
                  </a:lnTo>
                  <a:close/>
                  <a:moveTo>
                    <a:pt x="67" y="15"/>
                  </a:moveTo>
                  <a:lnTo>
                    <a:pt x="67" y="16"/>
                  </a:lnTo>
                  <a:lnTo>
                    <a:pt x="69" y="16"/>
                  </a:lnTo>
                  <a:lnTo>
                    <a:pt x="69" y="19"/>
                  </a:lnTo>
                  <a:lnTo>
                    <a:pt x="67" y="17"/>
                  </a:lnTo>
                  <a:lnTo>
                    <a:pt x="66" y="17"/>
                  </a:lnTo>
                  <a:lnTo>
                    <a:pt x="66" y="15"/>
                  </a:lnTo>
                  <a:lnTo>
                    <a:pt x="67" y="15"/>
                  </a:lnTo>
                  <a:close/>
                  <a:moveTo>
                    <a:pt x="73" y="10"/>
                  </a:moveTo>
                  <a:lnTo>
                    <a:pt x="73" y="11"/>
                  </a:lnTo>
                  <a:lnTo>
                    <a:pt x="71" y="12"/>
                  </a:lnTo>
                  <a:lnTo>
                    <a:pt x="70" y="11"/>
                  </a:lnTo>
                  <a:lnTo>
                    <a:pt x="73" y="10"/>
                  </a:lnTo>
                  <a:close/>
                  <a:moveTo>
                    <a:pt x="80" y="0"/>
                  </a:moveTo>
                  <a:lnTo>
                    <a:pt x="82" y="3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3" y="8"/>
                  </a:lnTo>
                  <a:lnTo>
                    <a:pt x="84" y="11"/>
                  </a:lnTo>
                  <a:lnTo>
                    <a:pt x="86" y="11"/>
                  </a:lnTo>
                  <a:lnTo>
                    <a:pt x="86" y="12"/>
                  </a:lnTo>
                  <a:lnTo>
                    <a:pt x="87" y="17"/>
                  </a:lnTo>
                  <a:lnTo>
                    <a:pt x="88" y="20"/>
                  </a:lnTo>
                  <a:lnTo>
                    <a:pt x="88" y="27"/>
                  </a:lnTo>
                  <a:lnTo>
                    <a:pt x="87" y="27"/>
                  </a:lnTo>
                  <a:lnTo>
                    <a:pt x="88" y="31"/>
                  </a:lnTo>
                  <a:lnTo>
                    <a:pt x="88" y="33"/>
                  </a:lnTo>
                  <a:lnTo>
                    <a:pt x="87" y="35"/>
                  </a:lnTo>
                  <a:lnTo>
                    <a:pt x="88" y="36"/>
                  </a:lnTo>
                  <a:lnTo>
                    <a:pt x="91" y="40"/>
                  </a:lnTo>
                  <a:lnTo>
                    <a:pt x="91" y="42"/>
                  </a:lnTo>
                  <a:lnTo>
                    <a:pt x="90" y="42"/>
                  </a:lnTo>
                  <a:lnTo>
                    <a:pt x="90" y="45"/>
                  </a:lnTo>
                  <a:lnTo>
                    <a:pt x="88" y="45"/>
                  </a:lnTo>
                  <a:lnTo>
                    <a:pt x="88" y="48"/>
                  </a:lnTo>
                  <a:lnTo>
                    <a:pt x="88" y="49"/>
                  </a:lnTo>
                  <a:lnTo>
                    <a:pt x="87" y="49"/>
                  </a:lnTo>
                  <a:lnTo>
                    <a:pt x="84" y="46"/>
                  </a:lnTo>
                  <a:lnTo>
                    <a:pt x="84" y="44"/>
                  </a:lnTo>
                  <a:lnTo>
                    <a:pt x="83" y="42"/>
                  </a:lnTo>
                  <a:lnTo>
                    <a:pt x="82" y="44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2" y="50"/>
                  </a:lnTo>
                  <a:lnTo>
                    <a:pt x="82" y="52"/>
                  </a:lnTo>
                  <a:lnTo>
                    <a:pt x="82" y="53"/>
                  </a:lnTo>
                  <a:lnTo>
                    <a:pt x="83" y="56"/>
                  </a:lnTo>
                  <a:lnTo>
                    <a:pt x="80" y="57"/>
                  </a:lnTo>
                  <a:lnTo>
                    <a:pt x="82" y="60"/>
                  </a:lnTo>
                  <a:lnTo>
                    <a:pt x="79" y="62"/>
                  </a:lnTo>
                  <a:lnTo>
                    <a:pt x="78" y="66"/>
                  </a:lnTo>
                  <a:lnTo>
                    <a:pt x="79" y="67"/>
                  </a:lnTo>
                  <a:lnTo>
                    <a:pt x="79" y="71"/>
                  </a:lnTo>
                  <a:lnTo>
                    <a:pt x="78" y="73"/>
                  </a:lnTo>
                  <a:lnTo>
                    <a:pt x="76" y="77"/>
                  </a:lnTo>
                  <a:lnTo>
                    <a:pt x="75" y="83"/>
                  </a:lnTo>
                  <a:lnTo>
                    <a:pt x="73" y="87"/>
                  </a:lnTo>
                  <a:lnTo>
                    <a:pt x="73" y="90"/>
                  </a:lnTo>
                  <a:lnTo>
                    <a:pt x="70" y="94"/>
                  </a:lnTo>
                  <a:lnTo>
                    <a:pt x="70" y="98"/>
                  </a:lnTo>
                  <a:lnTo>
                    <a:pt x="67" y="102"/>
                  </a:lnTo>
                  <a:lnTo>
                    <a:pt x="65" y="111"/>
                  </a:lnTo>
                  <a:lnTo>
                    <a:pt x="61" y="116"/>
                  </a:lnTo>
                  <a:lnTo>
                    <a:pt x="61" y="121"/>
                  </a:lnTo>
                  <a:lnTo>
                    <a:pt x="58" y="123"/>
                  </a:lnTo>
                  <a:lnTo>
                    <a:pt x="57" y="128"/>
                  </a:lnTo>
                  <a:lnTo>
                    <a:pt x="55" y="136"/>
                  </a:lnTo>
                  <a:lnTo>
                    <a:pt x="53" y="139"/>
                  </a:lnTo>
                  <a:lnTo>
                    <a:pt x="53" y="139"/>
                  </a:lnTo>
                  <a:lnTo>
                    <a:pt x="53" y="140"/>
                  </a:lnTo>
                  <a:lnTo>
                    <a:pt x="51" y="144"/>
                  </a:lnTo>
                  <a:lnTo>
                    <a:pt x="50" y="145"/>
                  </a:lnTo>
                  <a:lnTo>
                    <a:pt x="50" y="145"/>
                  </a:lnTo>
                  <a:lnTo>
                    <a:pt x="50" y="149"/>
                  </a:lnTo>
                  <a:lnTo>
                    <a:pt x="49" y="150"/>
                  </a:lnTo>
                  <a:lnTo>
                    <a:pt x="49" y="153"/>
                  </a:lnTo>
                  <a:lnTo>
                    <a:pt x="46" y="156"/>
                  </a:lnTo>
                  <a:lnTo>
                    <a:pt x="45" y="160"/>
                  </a:lnTo>
                  <a:lnTo>
                    <a:pt x="44" y="160"/>
                  </a:lnTo>
                  <a:lnTo>
                    <a:pt x="42" y="162"/>
                  </a:lnTo>
                  <a:lnTo>
                    <a:pt x="38" y="164"/>
                  </a:lnTo>
                  <a:lnTo>
                    <a:pt x="36" y="162"/>
                  </a:lnTo>
                  <a:lnTo>
                    <a:pt x="29" y="164"/>
                  </a:lnTo>
                  <a:lnTo>
                    <a:pt x="26" y="166"/>
                  </a:lnTo>
                  <a:lnTo>
                    <a:pt x="24" y="167"/>
                  </a:lnTo>
                  <a:lnTo>
                    <a:pt x="21" y="167"/>
                  </a:lnTo>
                  <a:lnTo>
                    <a:pt x="20" y="169"/>
                  </a:lnTo>
                  <a:lnTo>
                    <a:pt x="19" y="167"/>
                  </a:lnTo>
                  <a:lnTo>
                    <a:pt x="19" y="166"/>
                  </a:lnTo>
                  <a:lnTo>
                    <a:pt x="17" y="166"/>
                  </a:lnTo>
                  <a:lnTo>
                    <a:pt x="16" y="164"/>
                  </a:lnTo>
                  <a:lnTo>
                    <a:pt x="13" y="164"/>
                  </a:lnTo>
                  <a:lnTo>
                    <a:pt x="13" y="162"/>
                  </a:lnTo>
                  <a:lnTo>
                    <a:pt x="11" y="164"/>
                  </a:lnTo>
                  <a:lnTo>
                    <a:pt x="9" y="161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5" y="157"/>
                  </a:lnTo>
                  <a:lnTo>
                    <a:pt x="4" y="156"/>
                  </a:lnTo>
                  <a:lnTo>
                    <a:pt x="4" y="154"/>
                  </a:lnTo>
                  <a:lnTo>
                    <a:pt x="4" y="153"/>
                  </a:lnTo>
                  <a:lnTo>
                    <a:pt x="4" y="148"/>
                  </a:lnTo>
                  <a:lnTo>
                    <a:pt x="4" y="144"/>
                  </a:lnTo>
                  <a:lnTo>
                    <a:pt x="3" y="142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5" y="141"/>
                  </a:lnTo>
                  <a:lnTo>
                    <a:pt x="4" y="140"/>
                  </a:lnTo>
                  <a:lnTo>
                    <a:pt x="4" y="139"/>
                  </a:lnTo>
                  <a:lnTo>
                    <a:pt x="4" y="136"/>
                  </a:lnTo>
                  <a:lnTo>
                    <a:pt x="1" y="132"/>
                  </a:lnTo>
                  <a:lnTo>
                    <a:pt x="1" y="128"/>
                  </a:lnTo>
                  <a:lnTo>
                    <a:pt x="0" y="127"/>
                  </a:lnTo>
                  <a:lnTo>
                    <a:pt x="1" y="125"/>
                  </a:lnTo>
                  <a:lnTo>
                    <a:pt x="1" y="121"/>
                  </a:lnTo>
                  <a:lnTo>
                    <a:pt x="4" y="119"/>
                  </a:lnTo>
                  <a:lnTo>
                    <a:pt x="3" y="115"/>
                  </a:lnTo>
                  <a:lnTo>
                    <a:pt x="4" y="114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07"/>
                  </a:lnTo>
                  <a:lnTo>
                    <a:pt x="11" y="106"/>
                  </a:lnTo>
                  <a:lnTo>
                    <a:pt x="12" y="103"/>
                  </a:lnTo>
                  <a:lnTo>
                    <a:pt x="13" y="103"/>
                  </a:lnTo>
                  <a:lnTo>
                    <a:pt x="15" y="100"/>
                  </a:lnTo>
                  <a:lnTo>
                    <a:pt x="16" y="99"/>
                  </a:lnTo>
                  <a:lnTo>
                    <a:pt x="17" y="92"/>
                  </a:lnTo>
                  <a:lnTo>
                    <a:pt x="17" y="91"/>
                  </a:lnTo>
                  <a:lnTo>
                    <a:pt x="19" y="90"/>
                  </a:lnTo>
                  <a:lnTo>
                    <a:pt x="19" y="89"/>
                  </a:lnTo>
                  <a:lnTo>
                    <a:pt x="16" y="86"/>
                  </a:lnTo>
                  <a:lnTo>
                    <a:pt x="17" y="85"/>
                  </a:lnTo>
                  <a:lnTo>
                    <a:pt x="13" y="78"/>
                  </a:lnTo>
                  <a:lnTo>
                    <a:pt x="13" y="75"/>
                  </a:lnTo>
                  <a:lnTo>
                    <a:pt x="12" y="73"/>
                  </a:lnTo>
                  <a:lnTo>
                    <a:pt x="15" y="70"/>
                  </a:lnTo>
                  <a:lnTo>
                    <a:pt x="12" y="69"/>
                  </a:lnTo>
                  <a:lnTo>
                    <a:pt x="12" y="66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9" y="57"/>
                  </a:lnTo>
                  <a:lnTo>
                    <a:pt x="19" y="53"/>
                  </a:lnTo>
                  <a:lnTo>
                    <a:pt x="20" y="52"/>
                  </a:lnTo>
                  <a:lnTo>
                    <a:pt x="23" y="52"/>
                  </a:lnTo>
                  <a:lnTo>
                    <a:pt x="23" y="52"/>
                  </a:lnTo>
                  <a:lnTo>
                    <a:pt x="24" y="52"/>
                  </a:lnTo>
                  <a:lnTo>
                    <a:pt x="29" y="48"/>
                  </a:lnTo>
                  <a:lnTo>
                    <a:pt x="30" y="50"/>
                  </a:lnTo>
                  <a:lnTo>
                    <a:pt x="32" y="48"/>
                  </a:lnTo>
                  <a:lnTo>
                    <a:pt x="33" y="49"/>
                  </a:lnTo>
                  <a:lnTo>
                    <a:pt x="33" y="50"/>
                  </a:lnTo>
                  <a:lnTo>
                    <a:pt x="33" y="50"/>
                  </a:lnTo>
                  <a:lnTo>
                    <a:pt x="34" y="50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36" y="45"/>
                  </a:lnTo>
                  <a:lnTo>
                    <a:pt x="38" y="48"/>
                  </a:lnTo>
                  <a:lnTo>
                    <a:pt x="41" y="45"/>
                  </a:lnTo>
                  <a:lnTo>
                    <a:pt x="42" y="45"/>
                  </a:lnTo>
                  <a:lnTo>
                    <a:pt x="42" y="48"/>
                  </a:lnTo>
                  <a:lnTo>
                    <a:pt x="44" y="49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6"/>
                  </a:lnTo>
                  <a:lnTo>
                    <a:pt x="46" y="44"/>
                  </a:lnTo>
                  <a:lnTo>
                    <a:pt x="50" y="40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1" y="42"/>
                  </a:lnTo>
                  <a:lnTo>
                    <a:pt x="51" y="44"/>
                  </a:lnTo>
                  <a:lnTo>
                    <a:pt x="53" y="42"/>
                  </a:lnTo>
                  <a:lnTo>
                    <a:pt x="54" y="42"/>
                  </a:lnTo>
                  <a:lnTo>
                    <a:pt x="55" y="41"/>
                  </a:lnTo>
                  <a:lnTo>
                    <a:pt x="53" y="41"/>
                  </a:lnTo>
                  <a:lnTo>
                    <a:pt x="53" y="39"/>
                  </a:lnTo>
                  <a:lnTo>
                    <a:pt x="55" y="37"/>
                  </a:lnTo>
                  <a:lnTo>
                    <a:pt x="55" y="36"/>
                  </a:lnTo>
                  <a:lnTo>
                    <a:pt x="54" y="35"/>
                  </a:lnTo>
                  <a:lnTo>
                    <a:pt x="57" y="33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57" y="37"/>
                  </a:lnTo>
                  <a:lnTo>
                    <a:pt x="59" y="35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3" y="35"/>
                  </a:lnTo>
                  <a:lnTo>
                    <a:pt x="65" y="33"/>
                  </a:lnTo>
                  <a:lnTo>
                    <a:pt x="63" y="32"/>
                  </a:lnTo>
                  <a:lnTo>
                    <a:pt x="62" y="31"/>
                  </a:lnTo>
                  <a:lnTo>
                    <a:pt x="61" y="28"/>
                  </a:lnTo>
                  <a:lnTo>
                    <a:pt x="63" y="28"/>
                  </a:lnTo>
                  <a:lnTo>
                    <a:pt x="65" y="28"/>
                  </a:lnTo>
                  <a:lnTo>
                    <a:pt x="66" y="28"/>
                  </a:lnTo>
                  <a:lnTo>
                    <a:pt x="65" y="27"/>
                  </a:lnTo>
                  <a:lnTo>
                    <a:pt x="63" y="24"/>
                  </a:lnTo>
                  <a:lnTo>
                    <a:pt x="63" y="21"/>
                  </a:lnTo>
                  <a:lnTo>
                    <a:pt x="65" y="20"/>
                  </a:lnTo>
                  <a:lnTo>
                    <a:pt x="66" y="20"/>
                  </a:lnTo>
                  <a:lnTo>
                    <a:pt x="66" y="23"/>
                  </a:lnTo>
                  <a:lnTo>
                    <a:pt x="67" y="24"/>
                  </a:lnTo>
                  <a:lnTo>
                    <a:pt x="69" y="23"/>
                  </a:lnTo>
                  <a:lnTo>
                    <a:pt x="69" y="20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4" y="16"/>
                  </a:lnTo>
                  <a:lnTo>
                    <a:pt x="74" y="14"/>
                  </a:lnTo>
                  <a:lnTo>
                    <a:pt x="76" y="11"/>
                  </a:lnTo>
                  <a:lnTo>
                    <a:pt x="76" y="11"/>
                  </a:lnTo>
                  <a:lnTo>
                    <a:pt x="75" y="8"/>
                  </a:lnTo>
                  <a:lnTo>
                    <a:pt x="75" y="7"/>
                  </a:lnTo>
                  <a:lnTo>
                    <a:pt x="73" y="4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78" y="4"/>
                  </a:lnTo>
                  <a:lnTo>
                    <a:pt x="78" y="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7" name="Freeform 489"/>
            <p:cNvSpPr>
              <a:spLocks/>
            </p:cNvSpPr>
            <p:nvPr/>
          </p:nvSpPr>
          <p:spPr bwMode="auto">
            <a:xfrm>
              <a:off x="6678852" y="4672694"/>
              <a:ext cx="314680" cy="507549"/>
            </a:xfrm>
            <a:custGeom>
              <a:avLst/>
              <a:gdLst>
                <a:gd name="T0" fmla="*/ 124 w 124"/>
                <a:gd name="T1" fmla="*/ 5 h 200"/>
                <a:gd name="T2" fmla="*/ 121 w 124"/>
                <a:gd name="T3" fmla="*/ 13 h 200"/>
                <a:gd name="T4" fmla="*/ 122 w 124"/>
                <a:gd name="T5" fmla="*/ 24 h 200"/>
                <a:gd name="T6" fmla="*/ 121 w 124"/>
                <a:gd name="T7" fmla="*/ 37 h 200"/>
                <a:gd name="T8" fmla="*/ 120 w 124"/>
                <a:gd name="T9" fmla="*/ 46 h 200"/>
                <a:gd name="T10" fmla="*/ 121 w 124"/>
                <a:gd name="T11" fmla="*/ 53 h 200"/>
                <a:gd name="T12" fmla="*/ 118 w 124"/>
                <a:gd name="T13" fmla="*/ 58 h 200"/>
                <a:gd name="T14" fmla="*/ 118 w 124"/>
                <a:gd name="T15" fmla="*/ 62 h 200"/>
                <a:gd name="T16" fmla="*/ 111 w 124"/>
                <a:gd name="T17" fmla="*/ 72 h 200"/>
                <a:gd name="T18" fmla="*/ 91 w 124"/>
                <a:gd name="T19" fmla="*/ 82 h 200"/>
                <a:gd name="T20" fmla="*/ 82 w 124"/>
                <a:gd name="T21" fmla="*/ 88 h 200"/>
                <a:gd name="T22" fmla="*/ 75 w 124"/>
                <a:gd name="T23" fmla="*/ 93 h 200"/>
                <a:gd name="T24" fmla="*/ 67 w 124"/>
                <a:gd name="T25" fmla="*/ 101 h 200"/>
                <a:gd name="T26" fmla="*/ 57 w 124"/>
                <a:gd name="T27" fmla="*/ 110 h 200"/>
                <a:gd name="T28" fmla="*/ 49 w 124"/>
                <a:gd name="T29" fmla="*/ 112 h 200"/>
                <a:gd name="T30" fmla="*/ 47 w 124"/>
                <a:gd name="T31" fmla="*/ 120 h 200"/>
                <a:gd name="T32" fmla="*/ 53 w 124"/>
                <a:gd name="T33" fmla="*/ 130 h 200"/>
                <a:gd name="T34" fmla="*/ 55 w 124"/>
                <a:gd name="T35" fmla="*/ 146 h 200"/>
                <a:gd name="T36" fmla="*/ 57 w 124"/>
                <a:gd name="T37" fmla="*/ 146 h 200"/>
                <a:gd name="T38" fmla="*/ 54 w 124"/>
                <a:gd name="T39" fmla="*/ 157 h 200"/>
                <a:gd name="T40" fmla="*/ 55 w 124"/>
                <a:gd name="T41" fmla="*/ 162 h 200"/>
                <a:gd name="T42" fmla="*/ 41 w 124"/>
                <a:gd name="T43" fmla="*/ 176 h 200"/>
                <a:gd name="T44" fmla="*/ 21 w 124"/>
                <a:gd name="T45" fmla="*/ 185 h 200"/>
                <a:gd name="T46" fmla="*/ 20 w 124"/>
                <a:gd name="T47" fmla="*/ 192 h 200"/>
                <a:gd name="T48" fmla="*/ 24 w 124"/>
                <a:gd name="T49" fmla="*/ 191 h 200"/>
                <a:gd name="T50" fmla="*/ 20 w 124"/>
                <a:gd name="T51" fmla="*/ 200 h 200"/>
                <a:gd name="T52" fmla="*/ 14 w 124"/>
                <a:gd name="T53" fmla="*/ 195 h 200"/>
                <a:gd name="T54" fmla="*/ 12 w 124"/>
                <a:gd name="T55" fmla="*/ 189 h 200"/>
                <a:gd name="T56" fmla="*/ 12 w 124"/>
                <a:gd name="T57" fmla="*/ 167 h 200"/>
                <a:gd name="T58" fmla="*/ 10 w 124"/>
                <a:gd name="T59" fmla="*/ 153 h 200"/>
                <a:gd name="T60" fmla="*/ 21 w 124"/>
                <a:gd name="T61" fmla="*/ 129 h 200"/>
                <a:gd name="T62" fmla="*/ 22 w 124"/>
                <a:gd name="T63" fmla="*/ 120 h 200"/>
                <a:gd name="T64" fmla="*/ 29 w 124"/>
                <a:gd name="T65" fmla="*/ 112 h 200"/>
                <a:gd name="T66" fmla="*/ 26 w 124"/>
                <a:gd name="T67" fmla="*/ 104 h 200"/>
                <a:gd name="T68" fmla="*/ 29 w 124"/>
                <a:gd name="T69" fmla="*/ 96 h 200"/>
                <a:gd name="T70" fmla="*/ 29 w 124"/>
                <a:gd name="T71" fmla="*/ 88 h 200"/>
                <a:gd name="T72" fmla="*/ 29 w 124"/>
                <a:gd name="T73" fmla="*/ 80 h 200"/>
                <a:gd name="T74" fmla="*/ 25 w 124"/>
                <a:gd name="T75" fmla="*/ 72 h 200"/>
                <a:gd name="T76" fmla="*/ 10 w 124"/>
                <a:gd name="T77" fmla="*/ 67 h 200"/>
                <a:gd name="T78" fmla="*/ 1 w 124"/>
                <a:gd name="T79" fmla="*/ 67 h 200"/>
                <a:gd name="T80" fmla="*/ 8 w 124"/>
                <a:gd name="T81" fmla="*/ 54 h 200"/>
                <a:gd name="T82" fmla="*/ 37 w 124"/>
                <a:gd name="T83" fmla="*/ 43 h 200"/>
                <a:gd name="T84" fmla="*/ 41 w 124"/>
                <a:gd name="T85" fmla="*/ 49 h 200"/>
                <a:gd name="T86" fmla="*/ 50 w 124"/>
                <a:gd name="T87" fmla="*/ 49 h 200"/>
                <a:gd name="T88" fmla="*/ 47 w 124"/>
                <a:gd name="T89" fmla="*/ 62 h 200"/>
                <a:gd name="T90" fmla="*/ 50 w 124"/>
                <a:gd name="T91" fmla="*/ 72 h 200"/>
                <a:gd name="T92" fmla="*/ 55 w 124"/>
                <a:gd name="T93" fmla="*/ 80 h 200"/>
                <a:gd name="T94" fmla="*/ 59 w 124"/>
                <a:gd name="T95" fmla="*/ 74 h 200"/>
                <a:gd name="T96" fmla="*/ 64 w 124"/>
                <a:gd name="T97" fmla="*/ 64 h 200"/>
                <a:gd name="T98" fmla="*/ 64 w 124"/>
                <a:gd name="T99" fmla="*/ 57 h 200"/>
                <a:gd name="T100" fmla="*/ 67 w 124"/>
                <a:gd name="T101" fmla="*/ 51 h 200"/>
                <a:gd name="T102" fmla="*/ 57 w 124"/>
                <a:gd name="T103" fmla="*/ 38 h 200"/>
                <a:gd name="T104" fmla="*/ 51 w 124"/>
                <a:gd name="T105" fmla="*/ 12 h 200"/>
                <a:gd name="T106" fmla="*/ 67 w 124"/>
                <a:gd name="T107" fmla="*/ 12 h 200"/>
                <a:gd name="T108" fmla="*/ 72 w 124"/>
                <a:gd name="T109" fmla="*/ 16 h 200"/>
                <a:gd name="T110" fmla="*/ 82 w 124"/>
                <a:gd name="T111" fmla="*/ 12 h 200"/>
                <a:gd name="T112" fmla="*/ 91 w 124"/>
                <a:gd name="T113" fmla="*/ 13 h 200"/>
                <a:gd name="T114" fmla="*/ 96 w 124"/>
                <a:gd name="T115" fmla="*/ 9 h 200"/>
                <a:gd name="T116" fmla="*/ 107 w 124"/>
                <a:gd name="T117" fmla="*/ 9 h 200"/>
                <a:gd name="T118" fmla="*/ 117 w 124"/>
                <a:gd name="T119" fmla="*/ 5 h 200"/>
                <a:gd name="T120" fmla="*/ 124 w 124"/>
                <a:gd name="T12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4" h="200">
                  <a:moveTo>
                    <a:pt x="124" y="0"/>
                  </a:moveTo>
                  <a:lnTo>
                    <a:pt x="124" y="1"/>
                  </a:lnTo>
                  <a:lnTo>
                    <a:pt x="124" y="4"/>
                  </a:lnTo>
                  <a:lnTo>
                    <a:pt x="124" y="5"/>
                  </a:lnTo>
                  <a:lnTo>
                    <a:pt x="124" y="5"/>
                  </a:lnTo>
                  <a:lnTo>
                    <a:pt x="121" y="9"/>
                  </a:lnTo>
                  <a:lnTo>
                    <a:pt x="121" y="10"/>
                  </a:lnTo>
                  <a:lnTo>
                    <a:pt x="121" y="12"/>
                  </a:lnTo>
                  <a:lnTo>
                    <a:pt x="121" y="12"/>
                  </a:lnTo>
                  <a:lnTo>
                    <a:pt x="121" y="13"/>
                  </a:lnTo>
                  <a:lnTo>
                    <a:pt x="121" y="17"/>
                  </a:lnTo>
                  <a:lnTo>
                    <a:pt x="122" y="20"/>
                  </a:lnTo>
                  <a:lnTo>
                    <a:pt x="122" y="21"/>
                  </a:lnTo>
                  <a:lnTo>
                    <a:pt x="122" y="24"/>
                  </a:lnTo>
                  <a:lnTo>
                    <a:pt x="122" y="24"/>
                  </a:lnTo>
                  <a:lnTo>
                    <a:pt x="122" y="28"/>
                  </a:lnTo>
                  <a:lnTo>
                    <a:pt x="121" y="29"/>
                  </a:lnTo>
                  <a:lnTo>
                    <a:pt x="122" y="32"/>
                  </a:lnTo>
                  <a:lnTo>
                    <a:pt x="121" y="37"/>
                  </a:lnTo>
                  <a:lnTo>
                    <a:pt x="121" y="37"/>
                  </a:lnTo>
                  <a:lnTo>
                    <a:pt x="121" y="38"/>
                  </a:lnTo>
                  <a:lnTo>
                    <a:pt x="121" y="43"/>
                  </a:lnTo>
                  <a:lnTo>
                    <a:pt x="120" y="43"/>
                  </a:lnTo>
                  <a:lnTo>
                    <a:pt x="120" y="45"/>
                  </a:lnTo>
                  <a:lnTo>
                    <a:pt x="120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24" y="51"/>
                  </a:lnTo>
                  <a:lnTo>
                    <a:pt x="122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1" y="55"/>
                  </a:lnTo>
                  <a:lnTo>
                    <a:pt x="120" y="55"/>
                  </a:lnTo>
                  <a:lnTo>
                    <a:pt x="118" y="57"/>
                  </a:lnTo>
                  <a:lnTo>
                    <a:pt x="118" y="58"/>
                  </a:lnTo>
                  <a:lnTo>
                    <a:pt x="120" y="57"/>
                  </a:lnTo>
                  <a:lnTo>
                    <a:pt x="121" y="58"/>
                  </a:lnTo>
                  <a:lnTo>
                    <a:pt x="120" y="59"/>
                  </a:lnTo>
                  <a:lnTo>
                    <a:pt x="120" y="62"/>
                  </a:lnTo>
                  <a:lnTo>
                    <a:pt x="118" y="62"/>
                  </a:lnTo>
                  <a:lnTo>
                    <a:pt x="116" y="64"/>
                  </a:lnTo>
                  <a:lnTo>
                    <a:pt x="116" y="66"/>
                  </a:lnTo>
                  <a:lnTo>
                    <a:pt x="113" y="70"/>
                  </a:lnTo>
                  <a:lnTo>
                    <a:pt x="111" y="70"/>
                  </a:lnTo>
                  <a:lnTo>
                    <a:pt x="111" y="72"/>
                  </a:lnTo>
                  <a:lnTo>
                    <a:pt x="103" y="76"/>
                  </a:lnTo>
                  <a:lnTo>
                    <a:pt x="103" y="76"/>
                  </a:lnTo>
                  <a:lnTo>
                    <a:pt x="101" y="78"/>
                  </a:lnTo>
                  <a:lnTo>
                    <a:pt x="93" y="82"/>
                  </a:lnTo>
                  <a:lnTo>
                    <a:pt x="91" y="82"/>
                  </a:lnTo>
                  <a:lnTo>
                    <a:pt x="91" y="83"/>
                  </a:lnTo>
                  <a:lnTo>
                    <a:pt x="87" y="84"/>
                  </a:lnTo>
                  <a:lnTo>
                    <a:pt x="83" y="87"/>
                  </a:lnTo>
                  <a:lnTo>
                    <a:pt x="82" y="87"/>
                  </a:lnTo>
                  <a:lnTo>
                    <a:pt x="82" y="88"/>
                  </a:lnTo>
                  <a:lnTo>
                    <a:pt x="79" y="91"/>
                  </a:lnTo>
                  <a:lnTo>
                    <a:pt x="78" y="92"/>
                  </a:lnTo>
                  <a:lnTo>
                    <a:pt x="76" y="89"/>
                  </a:lnTo>
                  <a:lnTo>
                    <a:pt x="76" y="93"/>
                  </a:lnTo>
                  <a:lnTo>
                    <a:pt x="75" y="93"/>
                  </a:lnTo>
                  <a:lnTo>
                    <a:pt x="74" y="95"/>
                  </a:lnTo>
                  <a:lnTo>
                    <a:pt x="70" y="99"/>
                  </a:lnTo>
                  <a:lnTo>
                    <a:pt x="70" y="99"/>
                  </a:lnTo>
                  <a:lnTo>
                    <a:pt x="68" y="100"/>
                  </a:lnTo>
                  <a:lnTo>
                    <a:pt x="67" y="101"/>
                  </a:lnTo>
                  <a:lnTo>
                    <a:pt x="67" y="103"/>
                  </a:lnTo>
                  <a:lnTo>
                    <a:pt x="64" y="103"/>
                  </a:lnTo>
                  <a:lnTo>
                    <a:pt x="58" y="107"/>
                  </a:lnTo>
                  <a:lnTo>
                    <a:pt x="58" y="109"/>
                  </a:lnTo>
                  <a:lnTo>
                    <a:pt x="57" y="110"/>
                  </a:lnTo>
                  <a:lnTo>
                    <a:pt x="53" y="110"/>
                  </a:lnTo>
                  <a:lnTo>
                    <a:pt x="53" y="112"/>
                  </a:lnTo>
                  <a:lnTo>
                    <a:pt x="50" y="110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0" y="113"/>
                  </a:lnTo>
                  <a:lnTo>
                    <a:pt x="50" y="116"/>
                  </a:lnTo>
                  <a:lnTo>
                    <a:pt x="49" y="117"/>
                  </a:lnTo>
                  <a:lnTo>
                    <a:pt x="49" y="118"/>
                  </a:lnTo>
                  <a:lnTo>
                    <a:pt x="47" y="120"/>
                  </a:lnTo>
                  <a:lnTo>
                    <a:pt x="51" y="125"/>
                  </a:lnTo>
                  <a:lnTo>
                    <a:pt x="51" y="126"/>
                  </a:lnTo>
                  <a:lnTo>
                    <a:pt x="50" y="128"/>
                  </a:lnTo>
                  <a:lnTo>
                    <a:pt x="51" y="128"/>
                  </a:lnTo>
                  <a:lnTo>
                    <a:pt x="53" y="130"/>
                  </a:lnTo>
                  <a:lnTo>
                    <a:pt x="53" y="133"/>
                  </a:lnTo>
                  <a:lnTo>
                    <a:pt x="54" y="135"/>
                  </a:lnTo>
                  <a:lnTo>
                    <a:pt x="53" y="143"/>
                  </a:lnTo>
                  <a:lnTo>
                    <a:pt x="54" y="146"/>
                  </a:lnTo>
                  <a:lnTo>
                    <a:pt x="55" y="146"/>
                  </a:lnTo>
                  <a:lnTo>
                    <a:pt x="55" y="143"/>
                  </a:lnTo>
                  <a:lnTo>
                    <a:pt x="57" y="141"/>
                  </a:lnTo>
                  <a:lnTo>
                    <a:pt x="57" y="143"/>
                  </a:lnTo>
                  <a:lnTo>
                    <a:pt x="57" y="143"/>
                  </a:lnTo>
                  <a:lnTo>
                    <a:pt x="57" y="146"/>
                  </a:lnTo>
                  <a:lnTo>
                    <a:pt x="55" y="147"/>
                  </a:lnTo>
                  <a:lnTo>
                    <a:pt x="55" y="151"/>
                  </a:lnTo>
                  <a:lnTo>
                    <a:pt x="57" y="151"/>
                  </a:lnTo>
                  <a:lnTo>
                    <a:pt x="54" y="155"/>
                  </a:lnTo>
                  <a:lnTo>
                    <a:pt x="54" y="157"/>
                  </a:lnTo>
                  <a:lnTo>
                    <a:pt x="54" y="158"/>
                  </a:lnTo>
                  <a:lnTo>
                    <a:pt x="54" y="160"/>
                  </a:lnTo>
                  <a:lnTo>
                    <a:pt x="53" y="160"/>
                  </a:lnTo>
                  <a:lnTo>
                    <a:pt x="53" y="163"/>
                  </a:lnTo>
                  <a:lnTo>
                    <a:pt x="55" y="162"/>
                  </a:lnTo>
                  <a:lnTo>
                    <a:pt x="55" y="163"/>
                  </a:lnTo>
                  <a:lnTo>
                    <a:pt x="54" y="166"/>
                  </a:lnTo>
                  <a:lnTo>
                    <a:pt x="53" y="168"/>
                  </a:lnTo>
                  <a:lnTo>
                    <a:pt x="49" y="172"/>
                  </a:lnTo>
                  <a:lnTo>
                    <a:pt x="41" y="176"/>
                  </a:lnTo>
                  <a:lnTo>
                    <a:pt x="30" y="179"/>
                  </a:lnTo>
                  <a:lnTo>
                    <a:pt x="26" y="182"/>
                  </a:lnTo>
                  <a:lnTo>
                    <a:pt x="24" y="183"/>
                  </a:lnTo>
                  <a:lnTo>
                    <a:pt x="22" y="184"/>
                  </a:lnTo>
                  <a:lnTo>
                    <a:pt x="21" y="185"/>
                  </a:lnTo>
                  <a:lnTo>
                    <a:pt x="21" y="188"/>
                  </a:lnTo>
                  <a:lnTo>
                    <a:pt x="20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1" y="192"/>
                  </a:lnTo>
                  <a:lnTo>
                    <a:pt x="22" y="193"/>
                  </a:lnTo>
                  <a:lnTo>
                    <a:pt x="22" y="191"/>
                  </a:lnTo>
                  <a:lnTo>
                    <a:pt x="24" y="191"/>
                  </a:lnTo>
                  <a:lnTo>
                    <a:pt x="24" y="192"/>
                  </a:lnTo>
                  <a:lnTo>
                    <a:pt x="24" y="196"/>
                  </a:lnTo>
                  <a:lnTo>
                    <a:pt x="22" y="197"/>
                  </a:lnTo>
                  <a:lnTo>
                    <a:pt x="22" y="199"/>
                  </a:lnTo>
                  <a:lnTo>
                    <a:pt x="20" y="200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7"/>
                  </a:lnTo>
                  <a:lnTo>
                    <a:pt x="14" y="196"/>
                  </a:lnTo>
                  <a:lnTo>
                    <a:pt x="14" y="195"/>
                  </a:lnTo>
                  <a:lnTo>
                    <a:pt x="16" y="193"/>
                  </a:lnTo>
                  <a:lnTo>
                    <a:pt x="14" y="192"/>
                  </a:lnTo>
                  <a:lnTo>
                    <a:pt x="13" y="191"/>
                  </a:lnTo>
                  <a:lnTo>
                    <a:pt x="12" y="189"/>
                  </a:lnTo>
                  <a:lnTo>
                    <a:pt x="12" y="189"/>
                  </a:lnTo>
                  <a:lnTo>
                    <a:pt x="12" y="185"/>
                  </a:lnTo>
                  <a:lnTo>
                    <a:pt x="12" y="182"/>
                  </a:lnTo>
                  <a:lnTo>
                    <a:pt x="13" y="179"/>
                  </a:lnTo>
                  <a:lnTo>
                    <a:pt x="13" y="170"/>
                  </a:lnTo>
                  <a:lnTo>
                    <a:pt x="12" y="167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55"/>
                  </a:lnTo>
                  <a:lnTo>
                    <a:pt x="10" y="153"/>
                  </a:lnTo>
                  <a:lnTo>
                    <a:pt x="9" y="150"/>
                  </a:lnTo>
                  <a:lnTo>
                    <a:pt x="9" y="146"/>
                  </a:lnTo>
                  <a:lnTo>
                    <a:pt x="8" y="146"/>
                  </a:lnTo>
                  <a:lnTo>
                    <a:pt x="21" y="133"/>
                  </a:lnTo>
                  <a:lnTo>
                    <a:pt x="21" y="129"/>
                  </a:lnTo>
                  <a:lnTo>
                    <a:pt x="22" y="128"/>
                  </a:lnTo>
                  <a:lnTo>
                    <a:pt x="22" y="124"/>
                  </a:lnTo>
                  <a:lnTo>
                    <a:pt x="24" y="122"/>
                  </a:lnTo>
                  <a:lnTo>
                    <a:pt x="22" y="121"/>
                  </a:lnTo>
                  <a:lnTo>
                    <a:pt x="22" y="120"/>
                  </a:lnTo>
                  <a:lnTo>
                    <a:pt x="25" y="118"/>
                  </a:lnTo>
                  <a:lnTo>
                    <a:pt x="25" y="117"/>
                  </a:lnTo>
                  <a:lnTo>
                    <a:pt x="28" y="116"/>
                  </a:lnTo>
                  <a:lnTo>
                    <a:pt x="29" y="113"/>
                  </a:lnTo>
                  <a:lnTo>
                    <a:pt x="29" y="112"/>
                  </a:lnTo>
                  <a:lnTo>
                    <a:pt x="28" y="110"/>
                  </a:lnTo>
                  <a:lnTo>
                    <a:pt x="28" y="109"/>
                  </a:lnTo>
                  <a:lnTo>
                    <a:pt x="29" y="108"/>
                  </a:lnTo>
                  <a:lnTo>
                    <a:pt x="28" y="105"/>
                  </a:lnTo>
                  <a:lnTo>
                    <a:pt x="26" y="104"/>
                  </a:lnTo>
                  <a:lnTo>
                    <a:pt x="26" y="103"/>
                  </a:lnTo>
                  <a:lnTo>
                    <a:pt x="28" y="103"/>
                  </a:lnTo>
                  <a:lnTo>
                    <a:pt x="28" y="100"/>
                  </a:lnTo>
                  <a:lnTo>
                    <a:pt x="28" y="97"/>
                  </a:lnTo>
                  <a:lnTo>
                    <a:pt x="29" y="96"/>
                  </a:lnTo>
                  <a:lnTo>
                    <a:pt x="30" y="95"/>
                  </a:lnTo>
                  <a:lnTo>
                    <a:pt x="28" y="95"/>
                  </a:lnTo>
                  <a:lnTo>
                    <a:pt x="28" y="93"/>
                  </a:lnTo>
                  <a:lnTo>
                    <a:pt x="29" y="92"/>
                  </a:lnTo>
                  <a:lnTo>
                    <a:pt x="29" y="88"/>
                  </a:lnTo>
                  <a:lnTo>
                    <a:pt x="30" y="87"/>
                  </a:lnTo>
                  <a:lnTo>
                    <a:pt x="30" y="85"/>
                  </a:lnTo>
                  <a:lnTo>
                    <a:pt x="29" y="84"/>
                  </a:lnTo>
                  <a:lnTo>
                    <a:pt x="30" y="82"/>
                  </a:lnTo>
                  <a:lnTo>
                    <a:pt x="29" y="80"/>
                  </a:lnTo>
                  <a:lnTo>
                    <a:pt x="30" y="79"/>
                  </a:lnTo>
                  <a:lnTo>
                    <a:pt x="30" y="76"/>
                  </a:lnTo>
                  <a:lnTo>
                    <a:pt x="28" y="76"/>
                  </a:lnTo>
                  <a:lnTo>
                    <a:pt x="26" y="75"/>
                  </a:lnTo>
                  <a:lnTo>
                    <a:pt x="25" y="72"/>
                  </a:lnTo>
                  <a:lnTo>
                    <a:pt x="21" y="72"/>
                  </a:lnTo>
                  <a:lnTo>
                    <a:pt x="18" y="72"/>
                  </a:lnTo>
                  <a:lnTo>
                    <a:pt x="17" y="70"/>
                  </a:lnTo>
                  <a:lnTo>
                    <a:pt x="13" y="67"/>
                  </a:lnTo>
                  <a:lnTo>
                    <a:pt x="10" y="67"/>
                  </a:lnTo>
                  <a:lnTo>
                    <a:pt x="9" y="68"/>
                  </a:lnTo>
                  <a:lnTo>
                    <a:pt x="8" y="68"/>
                  </a:lnTo>
                  <a:lnTo>
                    <a:pt x="8" y="67"/>
                  </a:lnTo>
                  <a:lnTo>
                    <a:pt x="5" y="67"/>
                  </a:lnTo>
                  <a:lnTo>
                    <a:pt x="1" y="67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1" y="55"/>
                  </a:lnTo>
                  <a:lnTo>
                    <a:pt x="5" y="54"/>
                  </a:lnTo>
                  <a:lnTo>
                    <a:pt x="8" y="54"/>
                  </a:lnTo>
                  <a:lnTo>
                    <a:pt x="20" y="49"/>
                  </a:lnTo>
                  <a:lnTo>
                    <a:pt x="22" y="47"/>
                  </a:lnTo>
                  <a:lnTo>
                    <a:pt x="29" y="45"/>
                  </a:lnTo>
                  <a:lnTo>
                    <a:pt x="33" y="43"/>
                  </a:lnTo>
                  <a:lnTo>
                    <a:pt x="37" y="43"/>
                  </a:lnTo>
                  <a:lnTo>
                    <a:pt x="37" y="45"/>
                  </a:lnTo>
                  <a:lnTo>
                    <a:pt x="37" y="46"/>
                  </a:lnTo>
                  <a:lnTo>
                    <a:pt x="38" y="46"/>
                  </a:lnTo>
                  <a:lnTo>
                    <a:pt x="38" y="49"/>
                  </a:lnTo>
                  <a:lnTo>
                    <a:pt x="41" y="49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43" y="47"/>
                  </a:lnTo>
                  <a:lnTo>
                    <a:pt x="46" y="47"/>
                  </a:lnTo>
                  <a:lnTo>
                    <a:pt x="50" y="49"/>
                  </a:lnTo>
                  <a:lnTo>
                    <a:pt x="51" y="50"/>
                  </a:lnTo>
                  <a:lnTo>
                    <a:pt x="51" y="54"/>
                  </a:lnTo>
                  <a:lnTo>
                    <a:pt x="50" y="57"/>
                  </a:lnTo>
                  <a:lnTo>
                    <a:pt x="47" y="59"/>
                  </a:lnTo>
                  <a:lnTo>
                    <a:pt x="47" y="62"/>
                  </a:lnTo>
                  <a:lnTo>
                    <a:pt x="46" y="63"/>
                  </a:lnTo>
                  <a:lnTo>
                    <a:pt x="46" y="66"/>
                  </a:lnTo>
                  <a:lnTo>
                    <a:pt x="47" y="68"/>
                  </a:lnTo>
                  <a:lnTo>
                    <a:pt x="47" y="70"/>
                  </a:lnTo>
                  <a:lnTo>
                    <a:pt x="50" y="72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4" y="76"/>
                  </a:lnTo>
                  <a:lnTo>
                    <a:pt x="55" y="79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8" y="82"/>
                  </a:lnTo>
                  <a:lnTo>
                    <a:pt x="58" y="79"/>
                  </a:lnTo>
                  <a:lnTo>
                    <a:pt x="58" y="76"/>
                  </a:lnTo>
                  <a:lnTo>
                    <a:pt x="59" y="74"/>
                  </a:lnTo>
                  <a:lnTo>
                    <a:pt x="59" y="72"/>
                  </a:lnTo>
                  <a:lnTo>
                    <a:pt x="61" y="68"/>
                  </a:lnTo>
                  <a:lnTo>
                    <a:pt x="63" y="68"/>
                  </a:lnTo>
                  <a:lnTo>
                    <a:pt x="64" y="67"/>
                  </a:lnTo>
                  <a:lnTo>
                    <a:pt x="64" y="64"/>
                  </a:lnTo>
                  <a:lnTo>
                    <a:pt x="66" y="60"/>
                  </a:lnTo>
                  <a:lnTo>
                    <a:pt x="64" y="59"/>
                  </a:lnTo>
                  <a:lnTo>
                    <a:pt x="64" y="58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7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7" y="53"/>
                  </a:lnTo>
                  <a:lnTo>
                    <a:pt x="67" y="51"/>
                  </a:lnTo>
                  <a:lnTo>
                    <a:pt x="66" y="49"/>
                  </a:lnTo>
                  <a:lnTo>
                    <a:pt x="63" y="45"/>
                  </a:lnTo>
                  <a:lnTo>
                    <a:pt x="62" y="43"/>
                  </a:lnTo>
                  <a:lnTo>
                    <a:pt x="58" y="39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4" y="35"/>
                  </a:lnTo>
                  <a:lnTo>
                    <a:pt x="50" y="34"/>
                  </a:lnTo>
                  <a:lnTo>
                    <a:pt x="49" y="24"/>
                  </a:lnTo>
                  <a:lnTo>
                    <a:pt x="51" y="12"/>
                  </a:lnTo>
                  <a:lnTo>
                    <a:pt x="63" y="12"/>
                  </a:lnTo>
                  <a:lnTo>
                    <a:pt x="64" y="12"/>
                  </a:lnTo>
                  <a:lnTo>
                    <a:pt x="66" y="10"/>
                  </a:lnTo>
                  <a:lnTo>
                    <a:pt x="67" y="10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70" y="13"/>
                  </a:lnTo>
                  <a:lnTo>
                    <a:pt x="71" y="13"/>
                  </a:lnTo>
                  <a:lnTo>
                    <a:pt x="72" y="14"/>
                  </a:lnTo>
                  <a:lnTo>
                    <a:pt x="72" y="16"/>
                  </a:lnTo>
                  <a:lnTo>
                    <a:pt x="76" y="14"/>
                  </a:lnTo>
                  <a:lnTo>
                    <a:pt x="79" y="13"/>
                  </a:lnTo>
                  <a:lnTo>
                    <a:pt x="80" y="12"/>
                  </a:lnTo>
                  <a:lnTo>
                    <a:pt x="80" y="12"/>
                  </a:lnTo>
                  <a:lnTo>
                    <a:pt x="82" y="12"/>
                  </a:lnTo>
                  <a:lnTo>
                    <a:pt x="83" y="13"/>
                  </a:lnTo>
                  <a:lnTo>
                    <a:pt x="84" y="13"/>
                  </a:lnTo>
                  <a:lnTo>
                    <a:pt x="86" y="14"/>
                  </a:lnTo>
                  <a:lnTo>
                    <a:pt x="88" y="13"/>
                  </a:lnTo>
                  <a:lnTo>
                    <a:pt x="91" y="13"/>
                  </a:lnTo>
                  <a:lnTo>
                    <a:pt x="92" y="10"/>
                  </a:lnTo>
                  <a:lnTo>
                    <a:pt x="91" y="9"/>
                  </a:lnTo>
                  <a:lnTo>
                    <a:pt x="92" y="9"/>
                  </a:lnTo>
                  <a:lnTo>
                    <a:pt x="95" y="9"/>
                  </a:lnTo>
                  <a:lnTo>
                    <a:pt x="96" y="9"/>
                  </a:lnTo>
                  <a:lnTo>
                    <a:pt x="97" y="10"/>
                  </a:lnTo>
                  <a:lnTo>
                    <a:pt x="100" y="10"/>
                  </a:lnTo>
                  <a:lnTo>
                    <a:pt x="101" y="9"/>
                  </a:lnTo>
                  <a:lnTo>
                    <a:pt x="105" y="8"/>
                  </a:lnTo>
                  <a:lnTo>
                    <a:pt x="107" y="9"/>
                  </a:lnTo>
                  <a:lnTo>
                    <a:pt x="109" y="8"/>
                  </a:lnTo>
                  <a:lnTo>
                    <a:pt x="109" y="7"/>
                  </a:lnTo>
                  <a:lnTo>
                    <a:pt x="112" y="7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20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8" name="Freeform 490"/>
            <p:cNvSpPr>
              <a:spLocks/>
            </p:cNvSpPr>
            <p:nvPr/>
          </p:nvSpPr>
          <p:spPr bwMode="auto">
            <a:xfrm>
              <a:off x="6676315" y="5142177"/>
              <a:ext cx="43142" cy="48218"/>
            </a:xfrm>
            <a:custGeom>
              <a:avLst/>
              <a:gdLst>
                <a:gd name="T0" fmla="*/ 6 w 17"/>
                <a:gd name="T1" fmla="*/ 0 h 19"/>
                <a:gd name="T2" fmla="*/ 9 w 17"/>
                <a:gd name="T3" fmla="*/ 2 h 19"/>
                <a:gd name="T4" fmla="*/ 10 w 17"/>
                <a:gd name="T5" fmla="*/ 3 h 19"/>
                <a:gd name="T6" fmla="*/ 13 w 17"/>
                <a:gd name="T7" fmla="*/ 4 h 19"/>
                <a:gd name="T8" fmla="*/ 13 w 17"/>
                <a:gd name="T9" fmla="*/ 4 h 19"/>
                <a:gd name="T10" fmla="*/ 13 w 17"/>
                <a:gd name="T11" fmla="*/ 4 h 19"/>
                <a:gd name="T12" fmla="*/ 14 w 17"/>
                <a:gd name="T13" fmla="*/ 6 h 19"/>
                <a:gd name="T14" fmla="*/ 15 w 17"/>
                <a:gd name="T15" fmla="*/ 7 h 19"/>
                <a:gd name="T16" fmla="*/ 17 w 17"/>
                <a:gd name="T17" fmla="*/ 8 h 19"/>
                <a:gd name="T18" fmla="*/ 15 w 17"/>
                <a:gd name="T19" fmla="*/ 10 h 19"/>
                <a:gd name="T20" fmla="*/ 15 w 17"/>
                <a:gd name="T21" fmla="*/ 11 h 19"/>
                <a:gd name="T22" fmla="*/ 15 w 17"/>
                <a:gd name="T23" fmla="*/ 12 h 19"/>
                <a:gd name="T24" fmla="*/ 15 w 17"/>
                <a:gd name="T25" fmla="*/ 14 h 19"/>
                <a:gd name="T26" fmla="*/ 14 w 17"/>
                <a:gd name="T27" fmla="*/ 14 h 19"/>
                <a:gd name="T28" fmla="*/ 13 w 17"/>
                <a:gd name="T29" fmla="*/ 15 h 19"/>
                <a:gd name="T30" fmla="*/ 14 w 17"/>
                <a:gd name="T31" fmla="*/ 16 h 19"/>
                <a:gd name="T32" fmla="*/ 13 w 17"/>
                <a:gd name="T33" fmla="*/ 19 h 19"/>
                <a:gd name="T34" fmla="*/ 11 w 17"/>
                <a:gd name="T35" fmla="*/ 19 h 19"/>
                <a:gd name="T36" fmla="*/ 6 w 17"/>
                <a:gd name="T37" fmla="*/ 19 h 19"/>
                <a:gd name="T38" fmla="*/ 2 w 17"/>
                <a:gd name="T39" fmla="*/ 16 h 19"/>
                <a:gd name="T40" fmla="*/ 1 w 17"/>
                <a:gd name="T41" fmla="*/ 15 h 19"/>
                <a:gd name="T42" fmla="*/ 0 w 17"/>
                <a:gd name="T43" fmla="*/ 14 h 19"/>
                <a:gd name="T44" fmla="*/ 0 w 17"/>
                <a:gd name="T45" fmla="*/ 12 h 19"/>
                <a:gd name="T46" fmla="*/ 1 w 17"/>
                <a:gd name="T47" fmla="*/ 8 h 19"/>
                <a:gd name="T48" fmla="*/ 4 w 17"/>
                <a:gd name="T49" fmla="*/ 3 h 19"/>
                <a:gd name="T50" fmla="*/ 4 w 17"/>
                <a:gd name="T51" fmla="*/ 2 h 19"/>
                <a:gd name="T52" fmla="*/ 6 w 17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" h="19">
                  <a:moveTo>
                    <a:pt x="6" y="0"/>
                  </a:moveTo>
                  <a:lnTo>
                    <a:pt x="9" y="2"/>
                  </a:lnTo>
                  <a:lnTo>
                    <a:pt x="10" y="3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5" y="7"/>
                  </a:lnTo>
                  <a:lnTo>
                    <a:pt x="17" y="8"/>
                  </a:lnTo>
                  <a:lnTo>
                    <a:pt x="15" y="10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3" y="15"/>
                  </a:lnTo>
                  <a:lnTo>
                    <a:pt x="14" y="16"/>
                  </a:lnTo>
                  <a:lnTo>
                    <a:pt x="13" y="19"/>
                  </a:lnTo>
                  <a:lnTo>
                    <a:pt x="11" y="19"/>
                  </a:lnTo>
                  <a:lnTo>
                    <a:pt x="6" y="19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3"/>
                  </a:lnTo>
                  <a:lnTo>
                    <a:pt x="4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9" name="Freeform 491"/>
            <p:cNvSpPr>
              <a:spLocks noEditPoints="1"/>
            </p:cNvSpPr>
            <p:nvPr/>
          </p:nvSpPr>
          <p:spPr bwMode="auto">
            <a:xfrm>
              <a:off x="6247435" y="5030516"/>
              <a:ext cx="487247" cy="413653"/>
            </a:xfrm>
            <a:custGeom>
              <a:avLst/>
              <a:gdLst>
                <a:gd name="T0" fmla="*/ 130 w 192"/>
                <a:gd name="T1" fmla="*/ 87 h 163"/>
                <a:gd name="T2" fmla="*/ 123 w 192"/>
                <a:gd name="T3" fmla="*/ 97 h 163"/>
                <a:gd name="T4" fmla="*/ 128 w 192"/>
                <a:gd name="T5" fmla="*/ 105 h 163"/>
                <a:gd name="T6" fmla="*/ 136 w 192"/>
                <a:gd name="T7" fmla="*/ 106 h 163"/>
                <a:gd name="T8" fmla="*/ 144 w 192"/>
                <a:gd name="T9" fmla="*/ 101 h 163"/>
                <a:gd name="T10" fmla="*/ 148 w 192"/>
                <a:gd name="T11" fmla="*/ 94 h 163"/>
                <a:gd name="T12" fmla="*/ 144 w 192"/>
                <a:gd name="T13" fmla="*/ 84 h 163"/>
                <a:gd name="T14" fmla="*/ 158 w 192"/>
                <a:gd name="T15" fmla="*/ 0 h 163"/>
                <a:gd name="T16" fmla="*/ 167 w 192"/>
                <a:gd name="T17" fmla="*/ 4 h 163"/>
                <a:gd name="T18" fmla="*/ 179 w 192"/>
                <a:gd name="T19" fmla="*/ 9 h 163"/>
                <a:gd name="T20" fmla="*/ 182 w 192"/>
                <a:gd name="T21" fmla="*/ 23 h 163"/>
                <a:gd name="T22" fmla="*/ 182 w 192"/>
                <a:gd name="T23" fmla="*/ 44 h 163"/>
                <a:gd name="T24" fmla="*/ 173 w 192"/>
                <a:gd name="T25" fmla="*/ 46 h 163"/>
                <a:gd name="T26" fmla="*/ 170 w 192"/>
                <a:gd name="T27" fmla="*/ 59 h 163"/>
                <a:gd name="T28" fmla="*/ 183 w 192"/>
                <a:gd name="T29" fmla="*/ 60 h 163"/>
                <a:gd name="T30" fmla="*/ 192 w 192"/>
                <a:gd name="T31" fmla="*/ 58 h 163"/>
                <a:gd name="T32" fmla="*/ 190 w 192"/>
                <a:gd name="T33" fmla="*/ 69 h 163"/>
                <a:gd name="T34" fmla="*/ 180 w 192"/>
                <a:gd name="T35" fmla="*/ 85 h 163"/>
                <a:gd name="T36" fmla="*/ 173 w 192"/>
                <a:gd name="T37" fmla="*/ 91 h 163"/>
                <a:gd name="T38" fmla="*/ 166 w 192"/>
                <a:gd name="T39" fmla="*/ 100 h 163"/>
                <a:gd name="T40" fmla="*/ 153 w 192"/>
                <a:gd name="T41" fmla="*/ 119 h 163"/>
                <a:gd name="T42" fmla="*/ 134 w 192"/>
                <a:gd name="T43" fmla="*/ 135 h 163"/>
                <a:gd name="T44" fmla="*/ 120 w 192"/>
                <a:gd name="T45" fmla="*/ 146 h 163"/>
                <a:gd name="T46" fmla="*/ 109 w 192"/>
                <a:gd name="T47" fmla="*/ 148 h 163"/>
                <a:gd name="T48" fmla="*/ 103 w 192"/>
                <a:gd name="T49" fmla="*/ 154 h 163"/>
                <a:gd name="T50" fmla="*/ 94 w 192"/>
                <a:gd name="T51" fmla="*/ 156 h 163"/>
                <a:gd name="T52" fmla="*/ 76 w 192"/>
                <a:gd name="T53" fmla="*/ 154 h 163"/>
                <a:gd name="T54" fmla="*/ 63 w 192"/>
                <a:gd name="T55" fmla="*/ 155 h 163"/>
                <a:gd name="T56" fmla="*/ 58 w 192"/>
                <a:gd name="T57" fmla="*/ 158 h 163"/>
                <a:gd name="T58" fmla="*/ 46 w 192"/>
                <a:gd name="T59" fmla="*/ 159 h 163"/>
                <a:gd name="T60" fmla="*/ 37 w 192"/>
                <a:gd name="T61" fmla="*/ 163 h 163"/>
                <a:gd name="T62" fmla="*/ 26 w 192"/>
                <a:gd name="T63" fmla="*/ 158 h 163"/>
                <a:gd name="T64" fmla="*/ 21 w 192"/>
                <a:gd name="T65" fmla="*/ 154 h 163"/>
                <a:gd name="T66" fmla="*/ 19 w 192"/>
                <a:gd name="T67" fmla="*/ 152 h 163"/>
                <a:gd name="T68" fmla="*/ 13 w 192"/>
                <a:gd name="T69" fmla="*/ 138 h 163"/>
                <a:gd name="T70" fmla="*/ 19 w 192"/>
                <a:gd name="T71" fmla="*/ 134 h 163"/>
                <a:gd name="T72" fmla="*/ 15 w 192"/>
                <a:gd name="T73" fmla="*/ 116 h 163"/>
                <a:gd name="T74" fmla="*/ 4 w 192"/>
                <a:gd name="T75" fmla="*/ 88 h 163"/>
                <a:gd name="T76" fmla="*/ 4 w 192"/>
                <a:gd name="T77" fmla="*/ 80 h 163"/>
                <a:gd name="T78" fmla="*/ 9 w 192"/>
                <a:gd name="T79" fmla="*/ 76 h 163"/>
                <a:gd name="T80" fmla="*/ 19 w 192"/>
                <a:gd name="T81" fmla="*/ 85 h 163"/>
                <a:gd name="T82" fmla="*/ 26 w 192"/>
                <a:gd name="T83" fmla="*/ 84 h 163"/>
                <a:gd name="T84" fmla="*/ 32 w 192"/>
                <a:gd name="T85" fmla="*/ 83 h 163"/>
                <a:gd name="T86" fmla="*/ 42 w 192"/>
                <a:gd name="T87" fmla="*/ 79 h 163"/>
                <a:gd name="T88" fmla="*/ 51 w 192"/>
                <a:gd name="T89" fmla="*/ 51 h 163"/>
                <a:gd name="T90" fmla="*/ 58 w 192"/>
                <a:gd name="T91" fmla="*/ 56 h 163"/>
                <a:gd name="T92" fmla="*/ 69 w 192"/>
                <a:gd name="T93" fmla="*/ 52 h 163"/>
                <a:gd name="T94" fmla="*/ 83 w 192"/>
                <a:gd name="T95" fmla="*/ 41 h 163"/>
                <a:gd name="T96" fmla="*/ 95 w 192"/>
                <a:gd name="T97" fmla="*/ 44 h 163"/>
                <a:gd name="T98" fmla="*/ 105 w 192"/>
                <a:gd name="T99" fmla="*/ 46 h 163"/>
                <a:gd name="T100" fmla="*/ 109 w 192"/>
                <a:gd name="T101" fmla="*/ 41 h 163"/>
                <a:gd name="T102" fmla="*/ 116 w 192"/>
                <a:gd name="T103" fmla="*/ 33 h 163"/>
                <a:gd name="T104" fmla="*/ 121 w 192"/>
                <a:gd name="T105" fmla="*/ 27 h 163"/>
                <a:gd name="T106" fmla="*/ 124 w 192"/>
                <a:gd name="T107" fmla="*/ 23 h 163"/>
                <a:gd name="T108" fmla="*/ 132 w 192"/>
                <a:gd name="T109" fmla="*/ 14 h 163"/>
                <a:gd name="T110" fmla="*/ 138 w 192"/>
                <a:gd name="T111" fmla="*/ 8 h 163"/>
                <a:gd name="T112" fmla="*/ 146 w 192"/>
                <a:gd name="T113" fmla="*/ 6 h 163"/>
                <a:gd name="T114" fmla="*/ 152 w 192"/>
                <a:gd name="T115" fmla="*/ 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2" h="163">
                  <a:moveTo>
                    <a:pt x="138" y="83"/>
                  </a:moveTo>
                  <a:lnTo>
                    <a:pt x="137" y="84"/>
                  </a:lnTo>
                  <a:lnTo>
                    <a:pt x="136" y="84"/>
                  </a:lnTo>
                  <a:lnTo>
                    <a:pt x="134" y="85"/>
                  </a:lnTo>
                  <a:lnTo>
                    <a:pt x="130" y="87"/>
                  </a:lnTo>
                  <a:lnTo>
                    <a:pt x="128" y="88"/>
                  </a:lnTo>
                  <a:lnTo>
                    <a:pt x="127" y="92"/>
                  </a:lnTo>
                  <a:lnTo>
                    <a:pt x="124" y="94"/>
                  </a:lnTo>
                  <a:lnTo>
                    <a:pt x="123" y="94"/>
                  </a:lnTo>
                  <a:lnTo>
                    <a:pt x="123" y="97"/>
                  </a:lnTo>
                  <a:lnTo>
                    <a:pt x="125" y="98"/>
                  </a:lnTo>
                  <a:lnTo>
                    <a:pt x="125" y="100"/>
                  </a:lnTo>
                  <a:lnTo>
                    <a:pt x="127" y="101"/>
                  </a:lnTo>
                  <a:lnTo>
                    <a:pt x="127" y="104"/>
                  </a:lnTo>
                  <a:lnTo>
                    <a:pt x="128" y="105"/>
                  </a:lnTo>
                  <a:lnTo>
                    <a:pt x="129" y="108"/>
                  </a:lnTo>
                  <a:lnTo>
                    <a:pt x="132" y="108"/>
                  </a:lnTo>
                  <a:lnTo>
                    <a:pt x="134" y="108"/>
                  </a:lnTo>
                  <a:lnTo>
                    <a:pt x="134" y="106"/>
                  </a:lnTo>
                  <a:lnTo>
                    <a:pt x="136" y="106"/>
                  </a:lnTo>
                  <a:lnTo>
                    <a:pt x="137" y="102"/>
                  </a:lnTo>
                  <a:lnTo>
                    <a:pt x="138" y="102"/>
                  </a:lnTo>
                  <a:lnTo>
                    <a:pt x="141" y="101"/>
                  </a:lnTo>
                  <a:lnTo>
                    <a:pt x="142" y="101"/>
                  </a:lnTo>
                  <a:lnTo>
                    <a:pt x="144" y="101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5" y="97"/>
                  </a:lnTo>
                  <a:lnTo>
                    <a:pt x="145" y="96"/>
                  </a:lnTo>
                  <a:lnTo>
                    <a:pt x="148" y="94"/>
                  </a:lnTo>
                  <a:lnTo>
                    <a:pt x="150" y="93"/>
                  </a:lnTo>
                  <a:lnTo>
                    <a:pt x="149" y="91"/>
                  </a:lnTo>
                  <a:lnTo>
                    <a:pt x="148" y="85"/>
                  </a:lnTo>
                  <a:lnTo>
                    <a:pt x="145" y="84"/>
                  </a:lnTo>
                  <a:lnTo>
                    <a:pt x="144" y="84"/>
                  </a:lnTo>
                  <a:lnTo>
                    <a:pt x="141" y="83"/>
                  </a:lnTo>
                  <a:lnTo>
                    <a:pt x="141" y="83"/>
                  </a:lnTo>
                  <a:lnTo>
                    <a:pt x="140" y="83"/>
                  </a:lnTo>
                  <a:lnTo>
                    <a:pt x="138" y="83"/>
                  </a:lnTo>
                  <a:close/>
                  <a:moveTo>
                    <a:pt x="158" y="0"/>
                  </a:moveTo>
                  <a:lnTo>
                    <a:pt x="162" y="1"/>
                  </a:lnTo>
                  <a:lnTo>
                    <a:pt x="162" y="2"/>
                  </a:lnTo>
                  <a:lnTo>
                    <a:pt x="165" y="2"/>
                  </a:lnTo>
                  <a:lnTo>
                    <a:pt x="166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73" y="2"/>
                  </a:lnTo>
                  <a:lnTo>
                    <a:pt x="177" y="4"/>
                  </a:lnTo>
                  <a:lnTo>
                    <a:pt x="179" y="5"/>
                  </a:lnTo>
                  <a:lnTo>
                    <a:pt x="179" y="9"/>
                  </a:lnTo>
                  <a:lnTo>
                    <a:pt x="180" y="12"/>
                  </a:lnTo>
                  <a:lnTo>
                    <a:pt x="182" y="14"/>
                  </a:lnTo>
                  <a:lnTo>
                    <a:pt x="182" y="21"/>
                  </a:lnTo>
                  <a:lnTo>
                    <a:pt x="182" y="21"/>
                  </a:lnTo>
                  <a:lnTo>
                    <a:pt x="182" y="23"/>
                  </a:lnTo>
                  <a:lnTo>
                    <a:pt x="182" y="26"/>
                  </a:lnTo>
                  <a:lnTo>
                    <a:pt x="183" y="29"/>
                  </a:lnTo>
                  <a:lnTo>
                    <a:pt x="183" y="38"/>
                  </a:lnTo>
                  <a:lnTo>
                    <a:pt x="182" y="41"/>
                  </a:lnTo>
                  <a:lnTo>
                    <a:pt x="182" y="44"/>
                  </a:lnTo>
                  <a:lnTo>
                    <a:pt x="182" y="48"/>
                  </a:lnTo>
                  <a:lnTo>
                    <a:pt x="179" y="47"/>
                  </a:lnTo>
                  <a:lnTo>
                    <a:pt x="178" y="46"/>
                  </a:lnTo>
                  <a:lnTo>
                    <a:pt x="175" y="44"/>
                  </a:lnTo>
                  <a:lnTo>
                    <a:pt x="173" y="46"/>
                  </a:lnTo>
                  <a:lnTo>
                    <a:pt x="173" y="47"/>
                  </a:lnTo>
                  <a:lnTo>
                    <a:pt x="170" y="52"/>
                  </a:lnTo>
                  <a:lnTo>
                    <a:pt x="169" y="56"/>
                  </a:lnTo>
                  <a:lnTo>
                    <a:pt x="169" y="58"/>
                  </a:lnTo>
                  <a:lnTo>
                    <a:pt x="170" y="59"/>
                  </a:lnTo>
                  <a:lnTo>
                    <a:pt x="171" y="60"/>
                  </a:lnTo>
                  <a:lnTo>
                    <a:pt x="175" y="63"/>
                  </a:lnTo>
                  <a:lnTo>
                    <a:pt x="180" y="63"/>
                  </a:lnTo>
                  <a:lnTo>
                    <a:pt x="182" y="63"/>
                  </a:lnTo>
                  <a:lnTo>
                    <a:pt x="183" y="60"/>
                  </a:lnTo>
                  <a:lnTo>
                    <a:pt x="182" y="59"/>
                  </a:lnTo>
                  <a:lnTo>
                    <a:pt x="183" y="58"/>
                  </a:lnTo>
                  <a:lnTo>
                    <a:pt x="186" y="58"/>
                  </a:lnTo>
                  <a:lnTo>
                    <a:pt x="190" y="59"/>
                  </a:lnTo>
                  <a:lnTo>
                    <a:pt x="192" y="58"/>
                  </a:lnTo>
                  <a:lnTo>
                    <a:pt x="192" y="59"/>
                  </a:lnTo>
                  <a:lnTo>
                    <a:pt x="191" y="60"/>
                  </a:lnTo>
                  <a:lnTo>
                    <a:pt x="191" y="62"/>
                  </a:lnTo>
                  <a:lnTo>
                    <a:pt x="190" y="66"/>
                  </a:lnTo>
                  <a:lnTo>
                    <a:pt x="190" y="69"/>
                  </a:lnTo>
                  <a:lnTo>
                    <a:pt x="188" y="72"/>
                  </a:lnTo>
                  <a:lnTo>
                    <a:pt x="187" y="77"/>
                  </a:lnTo>
                  <a:lnTo>
                    <a:pt x="184" y="79"/>
                  </a:lnTo>
                  <a:lnTo>
                    <a:pt x="184" y="81"/>
                  </a:lnTo>
                  <a:lnTo>
                    <a:pt x="180" y="85"/>
                  </a:lnTo>
                  <a:lnTo>
                    <a:pt x="180" y="85"/>
                  </a:lnTo>
                  <a:lnTo>
                    <a:pt x="179" y="87"/>
                  </a:lnTo>
                  <a:lnTo>
                    <a:pt x="177" y="87"/>
                  </a:lnTo>
                  <a:lnTo>
                    <a:pt x="175" y="89"/>
                  </a:lnTo>
                  <a:lnTo>
                    <a:pt x="173" y="91"/>
                  </a:lnTo>
                  <a:lnTo>
                    <a:pt x="171" y="93"/>
                  </a:lnTo>
                  <a:lnTo>
                    <a:pt x="169" y="96"/>
                  </a:lnTo>
                  <a:lnTo>
                    <a:pt x="169" y="97"/>
                  </a:lnTo>
                  <a:lnTo>
                    <a:pt x="167" y="100"/>
                  </a:lnTo>
                  <a:lnTo>
                    <a:pt x="166" y="100"/>
                  </a:lnTo>
                  <a:lnTo>
                    <a:pt x="163" y="104"/>
                  </a:lnTo>
                  <a:lnTo>
                    <a:pt x="159" y="112"/>
                  </a:lnTo>
                  <a:lnTo>
                    <a:pt x="155" y="116"/>
                  </a:lnTo>
                  <a:lnTo>
                    <a:pt x="154" y="118"/>
                  </a:lnTo>
                  <a:lnTo>
                    <a:pt x="153" y="119"/>
                  </a:lnTo>
                  <a:lnTo>
                    <a:pt x="150" y="122"/>
                  </a:lnTo>
                  <a:lnTo>
                    <a:pt x="149" y="122"/>
                  </a:lnTo>
                  <a:lnTo>
                    <a:pt x="149" y="122"/>
                  </a:lnTo>
                  <a:lnTo>
                    <a:pt x="136" y="135"/>
                  </a:lnTo>
                  <a:lnTo>
                    <a:pt x="134" y="135"/>
                  </a:lnTo>
                  <a:lnTo>
                    <a:pt x="134" y="135"/>
                  </a:lnTo>
                  <a:lnTo>
                    <a:pt x="133" y="138"/>
                  </a:lnTo>
                  <a:lnTo>
                    <a:pt x="124" y="143"/>
                  </a:lnTo>
                  <a:lnTo>
                    <a:pt x="123" y="146"/>
                  </a:lnTo>
                  <a:lnTo>
                    <a:pt x="120" y="146"/>
                  </a:lnTo>
                  <a:lnTo>
                    <a:pt x="120" y="147"/>
                  </a:lnTo>
                  <a:lnTo>
                    <a:pt x="116" y="148"/>
                  </a:lnTo>
                  <a:lnTo>
                    <a:pt x="113" y="150"/>
                  </a:lnTo>
                  <a:lnTo>
                    <a:pt x="111" y="150"/>
                  </a:lnTo>
                  <a:lnTo>
                    <a:pt x="109" y="148"/>
                  </a:lnTo>
                  <a:lnTo>
                    <a:pt x="105" y="148"/>
                  </a:lnTo>
                  <a:lnTo>
                    <a:pt x="103" y="150"/>
                  </a:lnTo>
                  <a:lnTo>
                    <a:pt x="101" y="152"/>
                  </a:lnTo>
                  <a:lnTo>
                    <a:pt x="103" y="154"/>
                  </a:lnTo>
                  <a:lnTo>
                    <a:pt x="103" y="154"/>
                  </a:lnTo>
                  <a:lnTo>
                    <a:pt x="99" y="154"/>
                  </a:lnTo>
                  <a:lnTo>
                    <a:pt x="96" y="152"/>
                  </a:lnTo>
                  <a:lnTo>
                    <a:pt x="94" y="152"/>
                  </a:lnTo>
                  <a:lnTo>
                    <a:pt x="92" y="155"/>
                  </a:lnTo>
                  <a:lnTo>
                    <a:pt x="94" y="156"/>
                  </a:lnTo>
                  <a:lnTo>
                    <a:pt x="92" y="156"/>
                  </a:lnTo>
                  <a:lnTo>
                    <a:pt x="87" y="155"/>
                  </a:lnTo>
                  <a:lnTo>
                    <a:pt x="86" y="154"/>
                  </a:lnTo>
                  <a:lnTo>
                    <a:pt x="79" y="152"/>
                  </a:lnTo>
                  <a:lnTo>
                    <a:pt x="76" y="154"/>
                  </a:lnTo>
                  <a:lnTo>
                    <a:pt x="76" y="155"/>
                  </a:lnTo>
                  <a:lnTo>
                    <a:pt x="74" y="155"/>
                  </a:lnTo>
                  <a:lnTo>
                    <a:pt x="71" y="154"/>
                  </a:lnTo>
                  <a:lnTo>
                    <a:pt x="65" y="154"/>
                  </a:lnTo>
                  <a:lnTo>
                    <a:pt x="63" y="155"/>
                  </a:lnTo>
                  <a:lnTo>
                    <a:pt x="62" y="156"/>
                  </a:lnTo>
                  <a:lnTo>
                    <a:pt x="61" y="156"/>
                  </a:lnTo>
                  <a:lnTo>
                    <a:pt x="59" y="156"/>
                  </a:lnTo>
                  <a:lnTo>
                    <a:pt x="58" y="158"/>
                  </a:lnTo>
                  <a:lnTo>
                    <a:pt x="58" y="158"/>
                  </a:lnTo>
                  <a:lnTo>
                    <a:pt x="55" y="159"/>
                  </a:lnTo>
                  <a:lnTo>
                    <a:pt x="53" y="159"/>
                  </a:lnTo>
                  <a:lnTo>
                    <a:pt x="50" y="158"/>
                  </a:lnTo>
                  <a:lnTo>
                    <a:pt x="46" y="158"/>
                  </a:lnTo>
                  <a:lnTo>
                    <a:pt x="46" y="159"/>
                  </a:lnTo>
                  <a:lnTo>
                    <a:pt x="44" y="159"/>
                  </a:lnTo>
                  <a:lnTo>
                    <a:pt x="41" y="162"/>
                  </a:lnTo>
                  <a:lnTo>
                    <a:pt x="38" y="162"/>
                  </a:lnTo>
                  <a:lnTo>
                    <a:pt x="38" y="163"/>
                  </a:lnTo>
                  <a:lnTo>
                    <a:pt x="37" y="163"/>
                  </a:lnTo>
                  <a:lnTo>
                    <a:pt x="36" y="163"/>
                  </a:lnTo>
                  <a:lnTo>
                    <a:pt x="29" y="160"/>
                  </a:lnTo>
                  <a:lnTo>
                    <a:pt x="28" y="162"/>
                  </a:lnTo>
                  <a:lnTo>
                    <a:pt x="28" y="159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8"/>
                  </a:lnTo>
                  <a:lnTo>
                    <a:pt x="24" y="156"/>
                  </a:lnTo>
                  <a:lnTo>
                    <a:pt x="24" y="155"/>
                  </a:lnTo>
                  <a:lnTo>
                    <a:pt x="21" y="154"/>
                  </a:lnTo>
                  <a:lnTo>
                    <a:pt x="19" y="156"/>
                  </a:lnTo>
                  <a:lnTo>
                    <a:pt x="19" y="158"/>
                  </a:lnTo>
                  <a:lnTo>
                    <a:pt x="17" y="156"/>
                  </a:lnTo>
                  <a:lnTo>
                    <a:pt x="17" y="155"/>
                  </a:lnTo>
                  <a:lnTo>
                    <a:pt x="19" y="152"/>
                  </a:lnTo>
                  <a:lnTo>
                    <a:pt x="17" y="150"/>
                  </a:lnTo>
                  <a:lnTo>
                    <a:pt x="20" y="147"/>
                  </a:lnTo>
                  <a:lnTo>
                    <a:pt x="17" y="143"/>
                  </a:lnTo>
                  <a:lnTo>
                    <a:pt x="15" y="141"/>
                  </a:lnTo>
                  <a:lnTo>
                    <a:pt x="13" y="138"/>
                  </a:lnTo>
                  <a:lnTo>
                    <a:pt x="13" y="135"/>
                  </a:lnTo>
                  <a:lnTo>
                    <a:pt x="15" y="134"/>
                  </a:lnTo>
                  <a:lnTo>
                    <a:pt x="16" y="135"/>
                  </a:lnTo>
                  <a:lnTo>
                    <a:pt x="17" y="135"/>
                  </a:lnTo>
                  <a:lnTo>
                    <a:pt x="19" y="134"/>
                  </a:lnTo>
                  <a:lnTo>
                    <a:pt x="19" y="130"/>
                  </a:lnTo>
                  <a:lnTo>
                    <a:pt x="17" y="126"/>
                  </a:lnTo>
                  <a:lnTo>
                    <a:pt x="17" y="125"/>
                  </a:lnTo>
                  <a:lnTo>
                    <a:pt x="15" y="118"/>
                  </a:lnTo>
                  <a:lnTo>
                    <a:pt x="15" y="116"/>
                  </a:lnTo>
                  <a:lnTo>
                    <a:pt x="11" y="112"/>
                  </a:lnTo>
                  <a:lnTo>
                    <a:pt x="9" y="105"/>
                  </a:lnTo>
                  <a:lnTo>
                    <a:pt x="7" y="98"/>
                  </a:lnTo>
                  <a:lnTo>
                    <a:pt x="7" y="94"/>
                  </a:lnTo>
                  <a:lnTo>
                    <a:pt x="4" y="88"/>
                  </a:lnTo>
                  <a:lnTo>
                    <a:pt x="0" y="85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77"/>
                  </a:lnTo>
                  <a:lnTo>
                    <a:pt x="3" y="77"/>
                  </a:lnTo>
                  <a:lnTo>
                    <a:pt x="4" y="75"/>
                  </a:lnTo>
                  <a:lnTo>
                    <a:pt x="8" y="73"/>
                  </a:lnTo>
                  <a:lnTo>
                    <a:pt x="9" y="76"/>
                  </a:lnTo>
                  <a:lnTo>
                    <a:pt x="11" y="76"/>
                  </a:lnTo>
                  <a:lnTo>
                    <a:pt x="11" y="79"/>
                  </a:lnTo>
                  <a:lnTo>
                    <a:pt x="12" y="83"/>
                  </a:lnTo>
                  <a:lnTo>
                    <a:pt x="16" y="84"/>
                  </a:lnTo>
                  <a:lnTo>
                    <a:pt x="19" y="85"/>
                  </a:lnTo>
                  <a:lnTo>
                    <a:pt x="20" y="84"/>
                  </a:lnTo>
                  <a:lnTo>
                    <a:pt x="21" y="85"/>
                  </a:lnTo>
                  <a:lnTo>
                    <a:pt x="24" y="85"/>
                  </a:lnTo>
                  <a:lnTo>
                    <a:pt x="25" y="84"/>
                  </a:lnTo>
                  <a:lnTo>
                    <a:pt x="26" y="84"/>
                  </a:lnTo>
                  <a:lnTo>
                    <a:pt x="28" y="87"/>
                  </a:lnTo>
                  <a:lnTo>
                    <a:pt x="29" y="85"/>
                  </a:lnTo>
                  <a:lnTo>
                    <a:pt x="30" y="87"/>
                  </a:lnTo>
                  <a:lnTo>
                    <a:pt x="30" y="84"/>
                  </a:lnTo>
                  <a:lnTo>
                    <a:pt x="32" y="83"/>
                  </a:lnTo>
                  <a:lnTo>
                    <a:pt x="33" y="83"/>
                  </a:lnTo>
                  <a:lnTo>
                    <a:pt x="34" y="80"/>
                  </a:lnTo>
                  <a:lnTo>
                    <a:pt x="37" y="79"/>
                  </a:lnTo>
                  <a:lnTo>
                    <a:pt x="41" y="79"/>
                  </a:lnTo>
                  <a:lnTo>
                    <a:pt x="42" y="79"/>
                  </a:lnTo>
                  <a:lnTo>
                    <a:pt x="44" y="35"/>
                  </a:lnTo>
                  <a:lnTo>
                    <a:pt x="48" y="38"/>
                  </a:lnTo>
                  <a:lnTo>
                    <a:pt x="49" y="42"/>
                  </a:lnTo>
                  <a:lnTo>
                    <a:pt x="51" y="48"/>
                  </a:lnTo>
                  <a:lnTo>
                    <a:pt x="51" y="51"/>
                  </a:lnTo>
                  <a:lnTo>
                    <a:pt x="50" y="55"/>
                  </a:lnTo>
                  <a:lnTo>
                    <a:pt x="50" y="58"/>
                  </a:lnTo>
                  <a:lnTo>
                    <a:pt x="53" y="58"/>
                  </a:lnTo>
                  <a:lnTo>
                    <a:pt x="57" y="58"/>
                  </a:lnTo>
                  <a:lnTo>
                    <a:pt x="58" y="56"/>
                  </a:lnTo>
                  <a:lnTo>
                    <a:pt x="61" y="58"/>
                  </a:lnTo>
                  <a:lnTo>
                    <a:pt x="63" y="56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9" y="52"/>
                  </a:lnTo>
                  <a:lnTo>
                    <a:pt x="73" y="51"/>
                  </a:lnTo>
                  <a:lnTo>
                    <a:pt x="75" y="48"/>
                  </a:lnTo>
                  <a:lnTo>
                    <a:pt x="76" y="43"/>
                  </a:lnTo>
                  <a:lnTo>
                    <a:pt x="79" y="41"/>
                  </a:lnTo>
                  <a:lnTo>
                    <a:pt x="83" y="41"/>
                  </a:lnTo>
                  <a:lnTo>
                    <a:pt x="87" y="41"/>
                  </a:lnTo>
                  <a:lnTo>
                    <a:pt x="88" y="43"/>
                  </a:lnTo>
                  <a:lnTo>
                    <a:pt x="90" y="43"/>
                  </a:lnTo>
                  <a:lnTo>
                    <a:pt x="94" y="46"/>
                  </a:lnTo>
                  <a:lnTo>
                    <a:pt x="95" y="44"/>
                  </a:lnTo>
                  <a:lnTo>
                    <a:pt x="98" y="46"/>
                  </a:lnTo>
                  <a:lnTo>
                    <a:pt x="100" y="44"/>
                  </a:lnTo>
                  <a:lnTo>
                    <a:pt x="103" y="44"/>
                  </a:lnTo>
                  <a:lnTo>
                    <a:pt x="104" y="44"/>
                  </a:lnTo>
                  <a:lnTo>
                    <a:pt x="105" y="46"/>
                  </a:lnTo>
                  <a:lnTo>
                    <a:pt x="107" y="47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1"/>
                  </a:lnTo>
                  <a:lnTo>
                    <a:pt x="111" y="39"/>
                  </a:lnTo>
                  <a:lnTo>
                    <a:pt x="111" y="35"/>
                  </a:lnTo>
                  <a:lnTo>
                    <a:pt x="112" y="34"/>
                  </a:lnTo>
                  <a:lnTo>
                    <a:pt x="115" y="34"/>
                  </a:lnTo>
                  <a:lnTo>
                    <a:pt x="116" y="33"/>
                  </a:lnTo>
                  <a:lnTo>
                    <a:pt x="117" y="33"/>
                  </a:lnTo>
                  <a:lnTo>
                    <a:pt x="119" y="31"/>
                  </a:lnTo>
                  <a:lnTo>
                    <a:pt x="119" y="30"/>
                  </a:lnTo>
                  <a:lnTo>
                    <a:pt x="120" y="29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6"/>
                  </a:lnTo>
                  <a:lnTo>
                    <a:pt x="125" y="26"/>
                  </a:lnTo>
                  <a:lnTo>
                    <a:pt x="125" y="25"/>
                  </a:lnTo>
                  <a:lnTo>
                    <a:pt x="124" y="23"/>
                  </a:lnTo>
                  <a:lnTo>
                    <a:pt x="124" y="21"/>
                  </a:lnTo>
                  <a:lnTo>
                    <a:pt x="128" y="16"/>
                  </a:lnTo>
                  <a:lnTo>
                    <a:pt x="129" y="16"/>
                  </a:lnTo>
                  <a:lnTo>
                    <a:pt x="130" y="16"/>
                  </a:lnTo>
                  <a:lnTo>
                    <a:pt x="132" y="14"/>
                  </a:lnTo>
                  <a:lnTo>
                    <a:pt x="133" y="13"/>
                  </a:lnTo>
                  <a:lnTo>
                    <a:pt x="133" y="12"/>
                  </a:lnTo>
                  <a:lnTo>
                    <a:pt x="136" y="12"/>
                  </a:lnTo>
                  <a:lnTo>
                    <a:pt x="136" y="10"/>
                  </a:lnTo>
                  <a:lnTo>
                    <a:pt x="138" y="8"/>
                  </a:lnTo>
                  <a:lnTo>
                    <a:pt x="141" y="8"/>
                  </a:lnTo>
                  <a:lnTo>
                    <a:pt x="142" y="8"/>
                  </a:lnTo>
                  <a:lnTo>
                    <a:pt x="144" y="8"/>
                  </a:lnTo>
                  <a:lnTo>
                    <a:pt x="145" y="8"/>
                  </a:lnTo>
                  <a:lnTo>
                    <a:pt x="146" y="6"/>
                  </a:lnTo>
                  <a:lnTo>
                    <a:pt x="149" y="6"/>
                  </a:lnTo>
                  <a:lnTo>
                    <a:pt x="149" y="4"/>
                  </a:lnTo>
                  <a:lnTo>
                    <a:pt x="149" y="2"/>
                  </a:lnTo>
                  <a:lnTo>
                    <a:pt x="150" y="2"/>
                  </a:lnTo>
                  <a:lnTo>
                    <a:pt x="152" y="1"/>
                  </a:lnTo>
                  <a:lnTo>
                    <a:pt x="153" y="1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0" name="Freeform 492"/>
            <p:cNvSpPr>
              <a:spLocks/>
            </p:cNvSpPr>
            <p:nvPr/>
          </p:nvSpPr>
          <p:spPr bwMode="auto">
            <a:xfrm>
              <a:off x="6559579" y="5241148"/>
              <a:ext cx="68520" cy="63444"/>
            </a:xfrm>
            <a:custGeom>
              <a:avLst/>
              <a:gdLst>
                <a:gd name="T0" fmla="*/ 15 w 27"/>
                <a:gd name="T1" fmla="*/ 0 h 25"/>
                <a:gd name="T2" fmla="*/ 17 w 27"/>
                <a:gd name="T3" fmla="*/ 0 h 25"/>
                <a:gd name="T4" fmla="*/ 18 w 27"/>
                <a:gd name="T5" fmla="*/ 0 h 25"/>
                <a:gd name="T6" fmla="*/ 18 w 27"/>
                <a:gd name="T7" fmla="*/ 0 h 25"/>
                <a:gd name="T8" fmla="*/ 21 w 27"/>
                <a:gd name="T9" fmla="*/ 1 h 25"/>
                <a:gd name="T10" fmla="*/ 22 w 27"/>
                <a:gd name="T11" fmla="*/ 1 h 25"/>
                <a:gd name="T12" fmla="*/ 25 w 27"/>
                <a:gd name="T13" fmla="*/ 2 h 25"/>
                <a:gd name="T14" fmla="*/ 26 w 27"/>
                <a:gd name="T15" fmla="*/ 8 h 25"/>
                <a:gd name="T16" fmla="*/ 27 w 27"/>
                <a:gd name="T17" fmla="*/ 10 h 25"/>
                <a:gd name="T18" fmla="*/ 25 w 27"/>
                <a:gd name="T19" fmla="*/ 11 h 25"/>
                <a:gd name="T20" fmla="*/ 22 w 27"/>
                <a:gd name="T21" fmla="*/ 13 h 25"/>
                <a:gd name="T22" fmla="*/ 22 w 27"/>
                <a:gd name="T23" fmla="*/ 14 h 25"/>
                <a:gd name="T24" fmla="*/ 23 w 27"/>
                <a:gd name="T25" fmla="*/ 15 h 25"/>
                <a:gd name="T26" fmla="*/ 23 w 27"/>
                <a:gd name="T27" fmla="*/ 17 h 25"/>
                <a:gd name="T28" fmla="*/ 21 w 27"/>
                <a:gd name="T29" fmla="*/ 18 h 25"/>
                <a:gd name="T30" fmla="*/ 19 w 27"/>
                <a:gd name="T31" fmla="*/ 18 h 25"/>
                <a:gd name="T32" fmla="*/ 18 w 27"/>
                <a:gd name="T33" fmla="*/ 18 h 25"/>
                <a:gd name="T34" fmla="*/ 15 w 27"/>
                <a:gd name="T35" fmla="*/ 19 h 25"/>
                <a:gd name="T36" fmla="*/ 14 w 27"/>
                <a:gd name="T37" fmla="*/ 19 h 25"/>
                <a:gd name="T38" fmla="*/ 13 w 27"/>
                <a:gd name="T39" fmla="*/ 23 h 25"/>
                <a:gd name="T40" fmla="*/ 11 w 27"/>
                <a:gd name="T41" fmla="*/ 23 h 25"/>
                <a:gd name="T42" fmla="*/ 11 w 27"/>
                <a:gd name="T43" fmla="*/ 25 h 25"/>
                <a:gd name="T44" fmla="*/ 9 w 27"/>
                <a:gd name="T45" fmla="*/ 25 h 25"/>
                <a:gd name="T46" fmla="*/ 6 w 27"/>
                <a:gd name="T47" fmla="*/ 25 h 25"/>
                <a:gd name="T48" fmla="*/ 5 w 27"/>
                <a:gd name="T49" fmla="*/ 22 h 25"/>
                <a:gd name="T50" fmla="*/ 4 w 27"/>
                <a:gd name="T51" fmla="*/ 21 h 25"/>
                <a:gd name="T52" fmla="*/ 4 w 27"/>
                <a:gd name="T53" fmla="*/ 18 h 25"/>
                <a:gd name="T54" fmla="*/ 2 w 27"/>
                <a:gd name="T55" fmla="*/ 17 h 25"/>
                <a:gd name="T56" fmla="*/ 2 w 27"/>
                <a:gd name="T57" fmla="*/ 15 h 25"/>
                <a:gd name="T58" fmla="*/ 0 w 27"/>
                <a:gd name="T59" fmla="*/ 14 h 25"/>
                <a:gd name="T60" fmla="*/ 0 w 27"/>
                <a:gd name="T61" fmla="*/ 11 h 25"/>
                <a:gd name="T62" fmla="*/ 1 w 27"/>
                <a:gd name="T63" fmla="*/ 11 h 25"/>
                <a:gd name="T64" fmla="*/ 4 w 27"/>
                <a:gd name="T65" fmla="*/ 9 h 25"/>
                <a:gd name="T66" fmla="*/ 5 w 27"/>
                <a:gd name="T67" fmla="*/ 5 h 25"/>
                <a:gd name="T68" fmla="*/ 7 w 27"/>
                <a:gd name="T69" fmla="*/ 4 h 25"/>
                <a:gd name="T70" fmla="*/ 11 w 27"/>
                <a:gd name="T71" fmla="*/ 2 h 25"/>
                <a:gd name="T72" fmla="*/ 13 w 27"/>
                <a:gd name="T73" fmla="*/ 1 h 25"/>
                <a:gd name="T74" fmla="*/ 14 w 27"/>
                <a:gd name="T75" fmla="*/ 1 h 25"/>
                <a:gd name="T76" fmla="*/ 15 w 27"/>
                <a:gd name="T7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" h="25">
                  <a:moveTo>
                    <a:pt x="15" y="0"/>
                  </a:moveTo>
                  <a:lnTo>
                    <a:pt x="17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5" y="2"/>
                  </a:lnTo>
                  <a:lnTo>
                    <a:pt x="26" y="8"/>
                  </a:lnTo>
                  <a:lnTo>
                    <a:pt x="27" y="10"/>
                  </a:lnTo>
                  <a:lnTo>
                    <a:pt x="25" y="11"/>
                  </a:lnTo>
                  <a:lnTo>
                    <a:pt x="22" y="13"/>
                  </a:lnTo>
                  <a:lnTo>
                    <a:pt x="22" y="14"/>
                  </a:lnTo>
                  <a:lnTo>
                    <a:pt x="23" y="15"/>
                  </a:lnTo>
                  <a:lnTo>
                    <a:pt x="23" y="17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3" y="23"/>
                  </a:lnTo>
                  <a:lnTo>
                    <a:pt x="11" y="23"/>
                  </a:lnTo>
                  <a:lnTo>
                    <a:pt x="11" y="25"/>
                  </a:lnTo>
                  <a:lnTo>
                    <a:pt x="9" y="25"/>
                  </a:lnTo>
                  <a:lnTo>
                    <a:pt x="6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4" y="9"/>
                  </a:lnTo>
                  <a:lnTo>
                    <a:pt x="5" y="5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1" name="Freeform 592"/>
            <p:cNvSpPr>
              <a:spLocks noEditPoints="1"/>
            </p:cNvSpPr>
            <p:nvPr/>
          </p:nvSpPr>
          <p:spPr bwMode="auto">
            <a:xfrm>
              <a:off x="6650938" y="4451911"/>
              <a:ext cx="50755" cy="7614"/>
            </a:xfrm>
            <a:custGeom>
              <a:avLst/>
              <a:gdLst>
                <a:gd name="T0" fmla="*/ 2 w 20"/>
                <a:gd name="T1" fmla="*/ 3 h 3"/>
                <a:gd name="T2" fmla="*/ 2 w 20"/>
                <a:gd name="T3" fmla="*/ 3 h 3"/>
                <a:gd name="T4" fmla="*/ 2 w 20"/>
                <a:gd name="T5" fmla="*/ 1 h 3"/>
                <a:gd name="T6" fmla="*/ 18 w 20"/>
                <a:gd name="T7" fmla="*/ 0 h 3"/>
                <a:gd name="T8" fmla="*/ 19 w 20"/>
                <a:gd name="T9" fmla="*/ 3 h 3"/>
                <a:gd name="T10" fmla="*/ 19 w 20"/>
                <a:gd name="T11" fmla="*/ 1 h 3"/>
                <a:gd name="T12" fmla="*/ 18 w 20"/>
                <a:gd name="T13" fmla="*/ 0 h 3"/>
                <a:gd name="T14" fmla="*/ 0 w 20"/>
                <a:gd name="T15" fmla="*/ 1 h 3"/>
                <a:gd name="T16" fmla="*/ 2 w 20"/>
                <a:gd name="T17" fmla="*/ 1 h 3"/>
                <a:gd name="T18" fmla="*/ 2 w 20"/>
                <a:gd name="T19" fmla="*/ 0 h 3"/>
                <a:gd name="T20" fmla="*/ 7 w 20"/>
                <a:gd name="T21" fmla="*/ 0 h 3"/>
                <a:gd name="T22" fmla="*/ 8 w 20"/>
                <a:gd name="T23" fmla="*/ 1 h 3"/>
                <a:gd name="T24" fmla="*/ 8 w 20"/>
                <a:gd name="T25" fmla="*/ 0 h 3"/>
                <a:gd name="T26" fmla="*/ 20 w 20"/>
                <a:gd name="T27" fmla="*/ 0 h 3"/>
                <a:gd name="T28" fmla="*/ 20 w 20"/>
                <a:gd name="T29" fmla="*/ 3 h 3"/>
                <a:gd name="T30" fmla="*/ 18 w 20"/>
                <a:gd name="T31" fmla="*/ 0 h 3"/>
                <a:gd name="T32" fmla="*/ 19 w 20"/>
                <a:gd name="T33" fmla="*/ 0 h 3"/>
                <a:gd name="T34" fmla="*/ 19 w 20"/>
                <a:gd name="T35" fmla="*/ 3 h 3"/>
                <a:gd name="T36" fmla="*/ 18 w 20"/>
                <a:gd name="T37" fmla="*/ 3 h 3"/>
                <a:gd name="T38" fmla="*/ 14 w 20"/>
                <a:gd name="T39" fmla="*/ 0 h 3"/>
                <a:gd name="T40" fmla="*/ 15 w 20"/>
                <a:gd name="T41" fmla="*/ 0 h 3"/>
                <a:gd name="T42" fmla="*/ 15 w 20"/>
                <a:gd name="T43" fmla="*/ 3 h 3"/>
                <a:gd name="T44" fmla="*/ 14 w 20"/>
                <a:gd name="T45" fmla="*/ 3 h 3"/>
                <a:gd name="T46" fmla="*/ 11 w 20"/>
                <a:gd name="T47" fmla="*/ 0 h 3"/>
                <a:gd name="T48" fmla="*/ 11 w 20"/>
                <a:gd name="T49" fmla="*/ 3 h 3"/>
                <a:gd name="T50" fmla="*/ 12 w 20"/>
                <a:gd name="T51" fmla="*/ 1 h 3"/>
                <a:gd name="T52" fmla="*/ 12 w 20"/>
                <a:gd name="T53" fmla="*/ 1 h 3"/>
                <a:gd name="T54" fmla="*/ 11 w 20"/>
                <a:gd name="T55" fmla="*/ 3 h 3"/>
                <a:gd name="T56" fmla="*/ 10 w 20"/>
                <a:gd name="T57" fmla="*/ 1 h 3"/>
                <a:gd name="T58" fmla="*/ 8 w 20"/>
                <a:gd name="T59" fmla="*/ 0 h 3"/>
                <a:gd name="T60" fmla="*/ 10 w 20"/>
                <a:gd name="T61" fmla="*/ 0 h 3"/>
                <a:gd name="T62" fmla="*/ 8 w 20"/>
                <a:gd name="T63" fmla="*/ 1 h 3"/>
                <a:gd name="T64" fmla="*/ 8 w 20"/>
                <a:gd name="T65" fmla="*/ 3 h 3"/>
                <a:gd name="T66" fmla="*/ 8 w 20"/>
                <a:gd name="T67" fmla="*/ 1 h 3"/>
                <a:gd name="T68" fmla="*/ 7 w 20"/>
                <a:gd name="T69" fmla="*/ 1 h 3"/>
                <a:gd name="T70" fmla="*/ 7 w 20"/>
                <a:gd name="T71" fmla="*/ 0 h 3"/>
                <a:gd name="T72" fmla="*/ 3 w 20"/>
                <a:gd name="T73" fmla="*/ 1 h 3"/>
                <a:gd name="T74" fmla="*/ 4 w 20"/>
                <a:gd name="T75" fmla="*/ 3 h 3"/>
                <a:gd name="T76" fmla="*/ 6 w 20"/>
                <a:gd name="T77" fmla="*/ 0 h 3"/>
                <a:gd name="T78" fmla="*/ 6 w 20"/>
                <a:gd name="T79" fmla="*/ 3 h 3"/>
                <a:gd name="T80" fmla="*/ 4 w 20"/>
                <a:gd name="T81" fmla="*/ 3 h 3"/>
                <a:gd name="T82" fmla="*/ 3 w 20"/>
                <a:gd name="T83" fmla="*/ 0 h 3"/>
                <a:gd name="T84" fmla="*/ 2 w 20"/>
                <a:gd name="T85" fmla="*/ 0 h 3"/>
                <a:gd name="T86" fmla="*/ 2 w 20"/>
                <a:gd name="T87" fmla="*/ 1 h 3"/>
                <a:gd name="T88" fmla="*/ 3 w 20"/>
                <a:gd name="T89" fmla="*/ 1 h 3"/>
                <a:gd name="T90" fmla="*/ 2 w 20"/>
                <a:gd name="T91" fmla="*/ 3 h 3"/>
                <a:gd name="T92" fmla="*/ 0 w 20"/>
                <a:gd name="T9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" h="3">
                  <a:moveTo>
                    <a:pt x="0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  <a:moveTo>
                    <a:pt x="18" y="0"/>
                  </a:moveTo>
                  <a:lnTo>
                    <a:pt x="18" y="3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8" y="0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close/>
                  <a:moveTo>
                    <a:pt x="7" y="0"/>
                  </a:moveTo>
                  <a:lnTo>
                    <a:pt x="7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7" y="0"/>
                  </a:lnTo>
                  <a:close/>
                  <a:moveTo>
                    <a:pt x="20" y="0"/>
                  </a:moveTo>
                  <a:lnTo>
                    <a:pt x="20" y="0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0"/>
                  </a:lnTo>
                  <a:close/>
                  <a:moveTo>
                    <a:pt x="16" y="0"/>
                  </a:moveTo>
                  <a:lnTo>
                    <a:pt x="18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6" y="3"/>
                  </a:lnTo>
                  <a:lnTo>
                    <a:pt x="16" y="0"/>
                  </a:lnTo>
                  <a:close/>
                  <a:moveTo>
                    <a:pt x="14" y="0"/>
                  </a:moveTo>
                  <a:lnTo>
                    <a:pt x="14" y="0"/>
                  </a:lnTo>
                  <a:lnTo>
                    <a:pt x="15" y="3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4" y="0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0"/>
                  </a:lnTo>
                  <a:close/>
                  <a:moveTo>
                    <a:pt x="10" y="0"/>
                  </a:moveTo>
                  <a:lnTo>
                    <a:pt x="11" y="0"/>
                  </a:lnTo>
                  <a:lnTo>
                    <a:pt x="11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1"/>
                  </a:lnTo>
                  <a:lnTo>
                    <a:pt x="10" y="0"/>
                  </a:lnTo>
                  <a:close/>
                  <a:moveTo>
                    <a:pt x="7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0"/>
                  </a:lnTo>
                  <a:close/>
                  <a:moveTo>
                    <a:pt x="3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0"/>
                  </a:lnTo>
                  <a:close/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165" name="자유형: 도형 164">
            <a:extLst>
              <a:ext uri="{FF2B5EF4-FFF2-40B4-BE49-F238E27FC236}">
                <a16:creationId xmlns:a16="http://schemas.microsoft.com/office/drawing/2014/main" id="{AC3E79D5-39F2-4AB4-AB20-6AF8CAEA8978}"/>
              </a:ext>
            </a:extLst>
          </p:cNvPr>
          <p:cNvSpPr/>
          <p:nvPr/>
        </p:nvSpPr>
        <p:spPr>
          <a:xfrm>
            <a:off x="2568613" y="2371897"/>
            <a:ext cx="6252588" cy="2263940"/>
          </a:xfrm>
          <a:custGeom>
            <a:avLst/>
            <a:gdLst>
              <a:gd name="connsiteX0" fmla="*/ 5792695 w 6230546"/>
              <a:gd name="connsiteY0" fmla="*/ 356955 h 2348651"/>
              <a:gd name="connsiteX1" fmla="*/ 6051775 w 6230546"/>
              <a:gd name="connsiteY1" fmla="*/ 478875 h 2348651"/>
              <a:gd name="connsiteX2" fmla="*/ 6227035 w 6230546"/>
              <a:gd name="connsiteY2" fmla="*/ 402675 h 2348651"/>
              <a:gd name="connsiteX3" fmla="*/ 6150835 w 6230546"/>
              <a:gd name="connsiteY3" fmla="*/ 585555 h 2348651"/>
              <a:gd name="connsiteX4" fmla="*/ 5937475 w 6230546"/>
              <a:gd name="connsiteY4" fmla="*/ 661755 h 2348651"/>
              <a:gd name="connsiteX5" fmla="*/ 5983195 w 6230546"/>
              <a:gd name="connsiteY5" fmla="*/ 806535 h 2348651"/>
              <a:gd name="connsiteX6" fmla="*/ 5906995 w 6230546"/>
              <a:gd name="connsiteY6" fmla="*/ 1141815 h 2348651"/>
              <a:gd name="connsiteX7" fmla="*/ 5564095 w 6230546"/>
              <a:gd name="connsiteY7" fmla="*/ 1088475 h 2348651"/>
              <a:gd name="connsiteX8" fmla="*/ 5686015 w 6230546"/>
              <a:gd name="connsiteY8" fmla="*/ 1149435 h 2348651"/>
              <a:gd name="connsiteX9" fmla="*/ 5586955 w 6230546"/>
              <a:gd name="connsiteY9" fmla="*/ 1957155 h 2348651"/>
              <a:gd name="connsiteX10" fmla="*/ 5244055 w 6230546"/>
              <a:gd name="connsiteY10" fmla="*/ 2345775 h 2348651"/>
              <a:gd name="connsiteX11" fmla="*/ 4847815 w 6230546"/>
              <a:gd name="connsiteY11" fmla="*/ 2132415 h 2348651"/>
              <a:gd name="connsiteX12" fmla="*/ 4710655 w 6230546"/>
              <a:gd name="connsiteY12" fmla="*/ 2101935 h 2348651"/>
              <a:gd name="connsiteX13" fmla="*/ 3659095 w 6230546"/>
              <a:gd name="connsiteY13" fmla="*/ 2200995 h 2348651"/>
              <a:gd name="connsiteX14" fmla="*/ 2531335 w 6230546"/>
              <a:gd name="connsiteY14" fmla="*/ 1751415 h 2348651"/>
              <a:gd name="connsiteX15" fmla="*/ 2173195 w 6230546"/>
              <a:gd name="connsiteY15" fmla="*/ 1736175 h 2348651"/>
              <a:gd name="connsiteX16" fmla="*/ 1441675 w 6230546"/>
              <a:gd name="connsiteY16" fmla="*/ 730335 h 2348651"/>
              <a:gd name="connsiteX17" fmla="*/ 771115 w 6230546"/>
              <a:gd name="connsiteY17" fmla="*/ 539835 h 2348651"/>
              <a:gd name="connsiteX18" fmla="*/ 39595 w 6230546"/>
              <a:gd name="connsiteY18" fmla="*/ 379815 h 2348651"/>
              <a:gd name="connsiteX19" fmla="*/ 115795 w 6230546"/>
              <a:gd name="connsiteY19" fmla="*/ 242655 h 2348651"/>
              <a:gd name="connsiteX20" fmla="*/ 268195 w 6230546"/>
              <a:gd name="connsiteY20" fmla="*/ 90255 h 2348651"/>
              <a:gd name="connsiteX21" fmla="*/ 443455 w 6230546"/>
              <a:gd name="connsiteY21" fmla="*/ 29295 h 2348651"/>
              <a:gd name="connsiteX22" fmla="*/ 786355 w 6230546"/>
              <a:gd name="connsiteY22" fmla="*/ 570315 h 2348651"/>
              <a:gd name="connsiteX0" fmla="*/ 5792695 w 6247136"/>
              <a:gd name="connsiteY0" fmla="*/ 356955 h 2348651"/>
              <a:gd name="connsiteX1" fmla="*/ 6227035 w 6247136"/>
              <a:gd name="connsiteY1" fmla="*/ 402675 h 2348651"/>
              <a:gd name="connsiteX2" fmla="*/ 6150835 w 6247136"/>
              <a:gd name="connsiteY2" fmla="*/ 585555 h 2348651"/>
              <a:gd name="connsiteX3" fmla="*/ 5937475 w 6247136"/>
              <a:gd name="connsiteY3" fmla="*/ 661755 h 2348651"/>
              <a:gd name="connsiteX4" fmla="*/ 5983195 w 6247136"/>
              <a:gd name="connsiteY4" fmla="*/ 806535 h 2348651"/>
              <a:gd name="connsiteX5" fmla="*/ 5906995 w 6247136"/>
              <a:gd name="connsiteY5" fmla="*/ 1141815 h 2348651"/>
              <a:gd name="connsiteX6" fmla="*/ 5564095 w 6247136"/>
              <a:gd name="connsiteY6" fmla="*/ 1088475 h 2348651"/>
              <a:gd name="connsiteX7" fmla="*/ 5686015 w 6247136"/>
              <a:gd name="connsiteY7" fmla="*/ 1149435 h 2348651"/>
              <a:gd name="connsiteX8" fmla="*/ 5586955 w 6247136"/>
              <a:gd name="connsiteY8" fmla="*/ 1957155 h 2348651"/>
              <a:gd name="connsiteX9" fmla="*/ 5244055 w 6247136"/>
              <a:gd name="connsiteY9" fmla="*/ 2345775 h 2348651"/>
              <a:gd name="connsiteX10" fmla="*/ 4847815 w 6247136"/>
              <a:gd name="connsiteY10" fmla="*/ 2132415 h 2348651"/>
              <a:gd name="connsiteX11" fmla="*/ 4710655 w 6247136"/>
              <a:gd name="connsiteY11" fmla="*/ 2101935 h 2348651"/>
              <a:gd name="connsiteX12" fmla="*/ 3659095 w 6247136"/>
              <a:gd name="connsiteY12" fmla="*/ 2200995 h 2348651"/>
              <a:gd name="connsiteX13" fmla="*/ 2531335 w 6247136"/>
              <a:gd name="connsiteY13" fmla="*/ 1751415 h 2348651"/>
              <a:gd name="connsiteX14" fmla="*/ 2173195 w 6247136"/>
              <a:gd name="connsiteY14" fmla="*/ 1736175 h 2348651"/>
              <a:gd name="connsiteX15" fmla="*/ 1441675 w 6247136"/>
              <a:gd name="connsiteY15" fmla="*/ 730335 h 2348651"/>
              <a:gd name="connsiteX16" fmla="*/ 771115 w 6247136"/>
              <a:gd name="connsiteY16" fmla="*/ 539835 h 2348651"/>
              <a:gd name="connsiteX17" fmla="*/ 39595 w 6247136"/>
              <a:gd name="connsiteY17" fmla="*/ 379815 h 2348651"/>
              <a:gd name="connsiteX18" fmla="*/ 115795 w 6247136"/>
              <a:gd name="connsiteY18" fmla="*/ 242655 h 2348651"/>
              <a:gd name="connsiteX19" fmla="*/ 268195 w 6247136"/>
              <a:gd name="connsiteY19" fmla="*/ 90255 h 2348651"/>
              <a:gd name="connsiteX20" fmla="*/ 443455 w 6247136"/>
              <a:gd name="connsiteY20" fmla="*/ 29295 h 2348651"/>
              <a:gd name="connsiteX21" fmla="*/ 786355 w 6247136"/>
              <a:gd name="connsiteY21" fmla="*/ 570315 h 2348651"/>
              <a:gd name="connsiteX0" fmla="*/ 6227035 w 6247136"/>
              <a:gd name="connsiteY0" fmla="*/ 402675 h 2348651"/>
              <a:gd name="connsiteX1" fmla="*/ 6150835 w 6247136"/>
              <a:gd name="connsiteY1" fmla="*/ 585555 h 2348651"/>
              <a:gd name="connsiteX2" fmla="*/ 5937475 w 6247136"/>
              <a:gd name="connsiteY2" fmla="*/ 661755 h 2348651"/>
              <a:gd name="connsiteX3" fmla="*/ 5983195 w 6247136"/>
              <a:gd name="connsiteY3" fmla="*/ 806535 h 2348651"/>
              <a:gd name="connsiteX4" fmla="*/ 5906995 w 6247136"/>
              <a:gd name="connsiteY4" fmla="*/ 1141815 h 2348651"/>
              <a:gd name="connsiteX5" fmla="*/ 5564095 w 6247136"/>
              <a:gd name="connsiteY5" fmla="*/ 1088475 h 2348651"/>
              <a:gd name="connsiteX6" fmla="*/ 5686015 w 6247136"/>
              <a:gd name="connsiteY6" fmla="*/ 1149435 h 2348651"/>
              <a:gd name="connsiteX7" fmla="*/ 5586955 w 6247136"/>
              <a:gd name="connsiteY7" fmla="*/ 1957155 h 2348651"/>
              <a:gd name="connsiteX8" fmla="*/ 5244055 w 6247136"/>
              <a:gd name="connsiteY8" fmla="*/ 2345775 h 2348651"/>
              <a:gd name="connsiteX9" fmla="*/ 4847815 w 6247136"/>
              <a:gd name="connsiteY9" fmla="*/ 2132415 h 2348651"/>
              <a:gd name="connsiteX10" fmla="*/ 4710655 w 6247136"/>
              <a:gd name="connsiteY10" fmla="*/ 2101935 h 2348651"/>
              <a:gd name="connsiteX11" fmla="*/ 3659095 w 6247136"/>
              <a:gd name="connsiteY11" fmla="*/ 2200995 h 2348651"/>
              <a:gd name="connsiteX12" fmla="*/ 2531335 w 6247136"/>
              <a:gd name="connsiteY12" fmla="*/ 1751415 h 2348651"/>
              <a:gd name="connsiteX13" fmla="*/ 2173195 w 6247136"/>
              <a:gd name="connsiteY13" fmla="*/ 1736175 h 2348651"/>
              <a:gd name="connsiteX14" fmla="*/ 1441675 w 6247136"/>
              <a:gd name="connsiteY14" fmla="*/ 730335 h 2348651"/>
              <a:gd name="connsiteX15" fmla="*/ 771115 w 6247136"/>
              <a:gd name="connsiteY15" fmla="*/ 539835 h 2348651"/>
              <a:gd name="connsiteX16" fmla="*/ 39595 w 6247136"/>
              <a:gd name="connsiteY16" fmla="*/ 379815 h 2348651"/>
              <a:gd name="connsiteX17" fmla="*/ 115795 w 6247136"/>
              <a:gd name="connsiteY17" fmla="*/ 242655 h 2348651"/>
              <a:gd name="connsiteX18" fmla="*/ 268195 w 6247136"/>
              <a:gd name="connsiteY18" fmla="*/ 90255 h 2348651"/>
              <a:gd name="connsiteX19" fmla="*/ 443455 w 6247136"/>
              <a:gd name="connsiteY19" fmla="*/ 29295 h 2348651"/>
              <a:gd name="connsiteX20" fmla="*/ 786355 w 6247136"/>
              <a:gd name="connsiteY20" fmla="*/ 570315 h 2348651"/>
              <a:gd name="connsiteX0" fmla="*/ 6227035 w 6247136"/>
              <a:gd name="connsiteY0" fmla="*/ 402675 h 2348651"/>
              <a:gd name="connsiteX1" fmla="*/ 6150835 w 6247136"/>
              <a:gd name="connsiteY1" fmla="*/ 585555 h 2348651"/>
              <a:gd name="connsiteX2" fmla="*/ 5937475 w 6247136"/>
              <a:gd name="connsiteY2" fmla="*/ 661755 h 2348651"/>
              <a:gd name="connsiteX3" fmla="*/ 5983195 w 6247136"/>
              <a:gd name="connsiteY3" fmla="*/ 806535 h 2348651"/>
              <a:gd name="connsiteX4" fmla="*/ 5839262 w 6247136"/>
              <a:gd name="connsiteY4" fmla="*/ 1082549 h 2348651"/>
              <a:gd name="connsiteX5" fmla="*/ 5564095 w 6247136"/>
              <a:gd name="connsiteY5" fmla="*/ 1088475 h 2348651"/>
              <a:gd name="connsiteX6" fmla="*/ 5686015 w 6247136"/>
              <a:gd name="connsiteY6" fmla="*/ 1149435 h 2348651"/>
              <a:gd name="connsiteX7" fmla="*/ 5586955 w 6247136"/>
              <a:gd name="connsiteY7" fmla="*/ 1957155 h 2348651"/>
              <a:gd name="connsiteX8" fmla="*/ 5244055 w 6247136"/>
              <a:gd name="connsiteY8" fmla="*/ 2345775 h 2348651"/>
              <a:gd name="connsiteX9" fmla="*/ 4847815 w 6247136"/>
              <a:gd name="connsiteY9" fmla="*/ 2132415 h 2348651"/>
              <a:gd name="connsiteX10" fmla="*/ 4710655 w 6247136"/>
              <a:gd name="connsiteY10" fmla="*/ 2101935 h 2348651"/>
              <a:gd name="connsiteX11" fmla="*/ 3659095 w 6247136"/>
              <a:gd name="connsiteY11" fmla="*/ 2200995 h 2348651"/>
              <a:gd name="connsiteX12" fmla="*/ 2531335 w 6247136"/>
              <a:gd name="connsiteY12" fmla="*/ 1751415 h 2348651"/>
              <a:gd name="connsiteX13" fmla="*/ 2173195 w 6247136"/>
              <a:gd name="connsiteY13" fmla="*/ 1736175 h 2348651"/>
              <a:gd name="connsiteX14" fmla="*/ 1441675 w 6247136"/>
              <a:gd name="connsiteY14" fmla="*/ 730335 h 2348651"/>
              <a:gd name="connsiteX15" fmla="*/ 771115 w 6247136"/>
              <a:gd name="connsiteY15" fmla="*/ 539835 h 2348651"/>
              <a:gd name="connsiteX16" fmla="*/ 39595 w 6247136"/>
              <a:gd name="connsiteY16" fmla="*/ 379815 h 2348651"/>
              <a:gd name="connsiteX17" fmla="*/ 115795 w 6247136"/>
              <a:gd name="connsiteY17" fmla="*/ 242655 h 2348651"/>
              <a:gd name="connsiteX18" fmla="*/ 268195 w 6247136"/>
              <a:gd name="connsiteY18" fmla="*/ 90255 h 2348651"/>
              <a:gd name="connsiteX19" fmla="*/ 443455 w 6247136"/>
              <a:gd name="connsiteY19" fmla="*/ 29295 h 2348651"/>
              <a:gd name="connsiteX20" fmla="*/ 786355 w 6247136"/>
              <a:gd name="connsiteY20" fmla="*/ 570315 h 2348651"/>
              <a:gd name="connsiteX0" fmla="*/ 6227035 w 6247136"/>
              <a:gd name="connsiteY0" fmla="*/ 323706 h 2269682"/>
              <a:gd name="connsiteX1" fmla="*/ 6150835 w 6247136"/>
              <a:gd name="connsiteY1" fmla="*/ 506586 h 2269682"/>
              <a:gd name="connsiteX2" fmla="*/ 5937475 w 6247136"/>
              <a:gd name="connsiteY2" fmla="*/ 582786 h 2269682"/>
              <a:gd name="connsiteX3" fmla="*/ 5983195 w 6247136"/>
              <a:gd name="connsiteY3" fmla="*/ 727566 h 2269682"/>
              <a:gd name="connsiteX4" fmla="*/ 5839262 w 6247136"/>
              <a:gd name="connsiteY4" fmla="*/ 1003580 h 2269682"/>
              <a:gd name="connsiteX5" fmla="*/ 5564095 w 6247136"/>
              <a:gd name="connsiteY5" fmla="*/ 1009506 h 2269682"/>
              <a:gd name="connsiteX6" fmla="*/ 5686015 w 6247136"/>
              <a:gd name="connsiteY6" fmla="*/ 1070466 h 2269682"/>
              <a:gd name="connsiteX7" fmla="*/ 5586955 w 6247136"/>
              <a:gd name="connsiteY7" fmla="*/ 1878186 h 2269682"/>
              <a:gd name="connsiteX8" fmla="*/ 5244055 w 6247136"/>
              <a:gd name="connsiteY8" fmla="*/ 2266806 h 2269682"/>
              <a:gd name="connsiteX9" fmla="*/ 4847815 w 6247136"/>
              <a:gd name="connsiteY9" fmla="*/ 2053446 h 2269682"/>
              <a:gd name="connsiteX10" fmla="*/ 4710655 w 6247136"/>
              <a:gd name="connsiteY10" fmla="*/ 2022966 h 2269682"/>
              <a:gd name="connsiteX11" fmla="*/ 3659095 w 6247136"/>
              <a:gd name="connsiteY11" fmla="*/ 2122026 h 2269682"/>
              <a:gd name="connsiteX12" fmla="*/ 2531335 w 6247136"/>
              <a:gd name="connsiteY12" fmla="*/ 1672446 h 2269682"/>
              <a:gd name="connsiteX13" fmla="*/ 2173195 w 6247136"/>
              <a:gd name="connsiteY13" fmla="*/ 1657206 h 2269682"/>
              <a:gd name="connsiteX14" fmla="*/ 1441675 w 6247136"/>
              <a:gd name="connsiteY14" fmla="*/ 651366 h 2269682"/>
              <a:gd name="connsiteX15" fmla="*/ 771115 w 6247136"/>
              <a:gd name="connsiteY15" fmla="*/ 460866 h 2269682"/>
              <a:gd name="connsiteX16" fmla="*/ 39595 w 6247136"/>
              <a:gd name="connsiteY16" fmla="*/ 300846 h 2269682"/>
              <a:gd name="connsiteX17" fmla="*/ 115795 w 6247136"/>
              <a:gd name="connsiteY17" fmla="*/ 163686 h 2269682"/>
              <a:gd name="connsiteX18" fmla="*/ 268195 w 6247136"/>
              <a:gd name="connsiteY18" fmla="*/ 11286 h 2269682"/>
              <a:gd name="connsiteX19" fmla="*/ 786355 w 6247136"/>
              <a:gd name="connsiteY19" fmla="*/ 491346 h 2269682"/>
              <a:gd name="connsiteX0" fmla="*/ 6227035 w 6247136"/>
              <a:gd name="connsiteY0" fmla="*/ 317964 h 2263940"/>
              <a:gd name="connsiteX1" fmla="*/ 6150835 w 6247136"/>
              <a:gd name="connsiteY1" fmla="*/ 500844 h 2263940"/>
              <a:gd name="connsiteX2" fmla="*/ 5937475 w 6247136"/>
              <a:gd name="connsiteY2" fmla="*/ 577044 h 2263940"/>
              <a:gd name="connsiteX3" fmla="*/ 5983195 w 6247136"/>
              <a:gd name="connsiteY3" fmla="*/ 721824 h 2263940"/>
              <a:gd name="connsiteX4" fmla="*/ 5839262 w 6247136"/>
              <a:gd name="connsiteY4" fmla="*/ 997838 h 2263940"/>
              <a:gd name="connsiteX5" fmla="*/ 5564095 w 6247136"/>
              <a:gd name="connsiteY5" fmla="*/ 1003764 h 2263940"/>
              <a:gd name="connsiteX6" fmla="*/ 5686015 w 6247136"/>
              <a:gd name="connsiteY6" fmla="*/ 1064724 h 2263940"/>
              <a:gd name="connsiteX7" fmla="*/ 5586955 w 6247136"/>
              <a:gd name="connsiteY7" fmla="*/ 1872444 h 2263940"/>
              <a:gd name="connsiteX8" fmla="*/ 5244055 w 6247136"/>
              <a:gd name="connsiteY8" fmla="*/ 2261064 h 2263940"/>
              <a:gd name="connsiteX9" fmla="*/ 4847815 w 6247136"/>
              <a:gd name="connsiteY9" fmla="*/ 2047704 h 2263940"/>
              <a:gd name="connsiteX10" fmla="*/ 4710655 w 6247136"/>
              <a:gd name="connsiteY10" fmla="*/ 2017224 h 2263940"/>
              <a:gd name="connsiteX11" fmla="*/ 3659095 w 6247136"/>
              <a:gd name="connsiteY11" fmla="*/ 2116284 h 2263940"/>
              <a:gd name="connsiteX12" fmla="*/ 2531335 w 6247136"/>
              <a:gd name="connsiteY12" fmla="*/ 1666704 h 2263940"/>
              <a:gd name="connsiteX13" fmla="*/ 2173195 w 6247136"/>
              <a:gd name="connsiteY13" fmla="*/ 1651464 h 2263940"/>
              <a:gd name="connsiteX14" fmla="*/ 1441675 w 6247136"/>
              <a:gd name="connsiteY14" fmla="*/ 645624 h 2263940"/>
              <a:gd name="connsiteX15" fmla="*/ 771115 w 6247136"/>
              <a:gd name="connsiteY15" fmla="*/ 455124 h 2263940"/>
              <a:gd name="connsiteX16" fmla="*/ 39595 w 6247136"/>
              <a:gd name="connsiteY16" fmla="*/ 295104 h 2263940"/>
              <a:gd name="connsiteX17" fmla="*/ 115795 w 6247136"/>
              <a:gd name="connsiteY17" fmla="*/ 157944 h 2263940"/>
              <a:gd name="connsiteX18" fmla="*/ 268195 w 6247136"/>
              <a:gd name="connsiteY18" fmla="*/ 5544 h 2263940"/>
              <a:gd name="connsiteX19" fmla="*/ 862555 w 6247136"/>
              <a:gd name="connsiteY19" fmla="*/ 367070 h 2263940"/>
              <a:gd name="connsiteX0" fmla="*/ 6227035 w 6247136"/>
              <a:gd name="connsiteY0" fmla="*/ 317964 h 2263940"/>
              <a:gd name="connsiteX1" fmla="*/ 6150835 w 6247136"/>
              <a:gd name="connsiteY1" fmla="*/ 500844 h 2263940"/>
              <a:gd name="connsiteX2" fmla="*/ 5937475 w 6247136"/>
              <a:gd name="connsiteY2" fmla="*/ 577044 h 2263940"/>
              <a:gd name="connsiteX3" fmla="*/ 5983195 w 6247136"/>
              <a:gd name="connsiteY3" fmla="*/ 721824 h 2263940"/>
              <a:gd name="connsiteX4" fmla="*/ 5839262 w 6247136"/>
              <a:gd name="connsiteY4" fmla="*/ 997838 h 2263940"/>
              <a:gd name="connsiteX5" fmla="*/ 5564095 w 6247136"/>
              <a:gd name="connsiteY5" fmla="*/ 1003764 h 2263940"/>
              <a:gd name="connsiteX6" fmla="*/ 5686015 w 6247136"/>
              <a:gd name="connsiteY6" fmla="*/ 1064724 h 2263940"/>
              <a:gd name="connsiteX7" fmla="*/ 5586955 w 6247136"/>
              <a:gd name="connsiteY7" fmla="*/ 1872444 h 2263940"/>
              <a:gd name="connsiteX8" fmla="*/ 5244055 w 6247136"/>
              <a:gd name="connsiteY8" fmla="*/ 2261064 h 2263940"/>
              <a:gd name="connsiteX9" fmla="*/ 4847815 w 6247136"/>
              <a:gd name="connsiteY9" fmla="*/ 2047704 h 2263940"/>
              <a:gd name="connsiteX10" fmla="*/ 4710655 w 6247136"/>
              <a:gd name="connsiteY10" fmla="*/ 2017224 h 2263940"/>
              <a:gd name="connsiteX11" fmla="*/ 3659095 w 6247136"/>
              <a:gd name="connsiteY11" fmla="*/ 2116284 h 2263940"/>
              <a:gd name="connsiteX12" fmla="*/ 2531335 w 6247136"/>
              <a:gd name="connsiteY12" fmla="*/ 1666704 h 2263940"/>
              <a:gd name="connsiteX13" fmla="*/ 2173195 w 6247136"/>
              <a:gd name="connsiteY13" fmla="*/ 1651464 h 2263940"/>
              <a:gd name="connsiteX14" fmla="*/ 1441675 w 6247136"/>
              <a:gd name="connsiteY14" fmla="*/ 645624 h 2263940"/>
              <a:gd name="connsiteX15" fmla="*/ 771115 w 6247136"/>
              <a:gd name="connsiteY15" fmla="*/ 455124 h 2263940"/>
              <a:gd name="connsiteX16" fmla="*/ 39595 w 6247136"/>
              <a:gd name="connsiteY16" fmla="*/ 295104 h 2263940"/>
              <a:gd name="connsiteX17" fmla="*/ 115795 w 6247136"/>
              <a:gd name="connsiteY17" fmla="*/ 157944 h 2263940"/>
              <a:gd name="connsiteX18" fmla="*/ 268195 w 6247136"/>
              <a:gd name="connsiteY18" fmla="*/ 5544 h 2263940"/>
              <a:gd name="connsiteX0" fmla="*/ 6227035 w 6247136"/>
              <a:gd name="connsiteY0" fmla="*/ 317964 h 2263940"/>
              <a:gd name="connsiteX1" fmla="*/ 6150835 w 6247136"/>
              <a:gd name="connsiteY1" fmla="*/ 500844 h 2263940"/>
              <a:gd name="connsiteX2" fmla="*/ 5937475 w 6247136"/>
              <a:gd name="connsiteY2" fmla="*/ 577044 h 2263940"/>
              <a:gd name="connsiteX3" fmla="*/ 5983195 w 6247136"/>
              <a:gd name="connsiteY3" fmla="*/ 721824 h 2263940"/>
              <a:gd name="connsiteX4" fmla="*/ 5839262 w 6247136"/>
              <a:gd name="connsiteY4" fmla="*/ 997838 h 2263940"/>
              <a:gd name="connsiteX5" fmla="*/ 5564095 w 6247136"/>
              <a:gd name="connsiteY5" fmla="*/ 1003764 h 2263940"/>
              <a:gd name="connsiteX6" fmla="*/ 5686015 w 6247136"/>
              <a:gd name="connsiteY6" fmla="*/ 1064724 h 2263940"/>
              <a:gd name="connsiteX7" fmla="*/ 5586955 w 6247136"/>
              <a:gd name="connsiteY7" fmla="*/ 1872444 h 2263940"/>
              <a:gd name="connsiteX8" fmla="*/ 5244055 w 6247136"/>
              <a:gd name="connsiteY8" fmla="*/ 2261064 h 2263940"/>
              <a:gd name="connsiteX9" fmla="*/ 4847815 w 6247136"/>
              <a:gd name="connsiteY9" fmla="*/ 2047704 h 2263940"/>
              <a:gd name="connsiteX10" fmla="*/ 4710655 w 6247136"/>
              <a:gd name="connsiteY10" fmla="*/ 2017224 h 2263940"/>
              <a:gd name="connsiteX11" fmla="*/ 3659095 w 6247136"/>
              <a:gd name="connsiteY11" fmla="*/ 2116284 h 2263940"/>
              <a:gd name="connsiteX12" fmla="*/ 2531335 w 6247136"/>
              <a:gd name="connsiteY12" fmla="*/ 1666704 h 2263940"/>
              <a:gd name="connsiteX13" fmla="*/ 2173195 w 6247136"/>
              <a:gd name="connsiteY13" fmla="*/ 1651464 h 2263940"/>
              <a:gd name="connsiteX14" fmla="*/ 1441675 w 6247136"/>
              <a:gd name="connsiteY14" fmla="*/ 645624 h 2263940"/>
              <a:gd name="connsiteX15" fmla="*/ 771115 w 6247136"/>
              <a:gd name="connsiteY15" fmla="*/ 455124 h 2263940"/>
              <a:gd name="connsiteX16" fmla="*/ 39595 w 6247136"/>
              <a:gd name="connsiteY16" fmla="*/ 295104 h 2263940"/>
              <a:gd name="connsiteX17" fmla="*/ 115795 w 6247136"/>
              <a:gd name="connsiteY17" fmla="*/ 157944 h 2263940"/>
              <a:gd name="connsiteX18" fmla="*/ 268195 w 6247136"/>
              <a:gd name="connsiteY18" fmla="*/ 5544 h 2263940"/>
              <a:gd name="connsiteX0" fmla="*/ 6227035 w 6247136"/>
              <a:gd name="connsiteY0" fmla="*/ 317964 h 2263940"/>
              <a:gd name="connsiteX1" fmla="*/ 6150835 w 6247136"/>
              <a:gd name="connsiteY1" fmla="*/ 500844 h 2263940"/>
              <a:gd name="connsiteX2" fmla="*/ 5937475 w 6247136"/>
              <a:gd name="connsiteY2" fmla="*/ 577044 h 2263940"/>
              <a:gd name="connsiteX3" fmla="*/ 5983195 w 6247136"/>
              <a:gd name="connsiteY3" fmla="*/ 721824 h 2263940"/>
              <a:gd name="connsiteX4" fmla="*/ 5839262 w 6247136"/>
              <a:gd name="connsiteY4" fmla="*/ 997838 h 2263940"/>
              <a:gd name="connsiteX5" fmla="*/ 5564095 w 6247136"/>
              <a:gd name="connsiteY5" fmla="*/ 1003764 h 2263940"/>
              <a:gd name="connsiteX6" fmla="*/ 5686015 w 6247136"/>
              <a:gd name="connsiteY6" fmla="*/ 1064724 h 2263940"/>
              <a:gd name="connsiteX7" fmla="*/ 5586955 w 6247136"/>
              <a:gd name="connsiteY7" fmla="*/ 1872444 h 2263940"/>
              <a:gd name="connsiteX8" fmla="*/ 5244055 w 6247136"/>
              <a:gd name="connsiteY8" fmla="*/ 2261064 h 2263940"/>
              <a:gd name="connsiteX9" fmla="*/ 4847815 w 6247136"/>
              <a:gd name="connsiteY9" fmla="*/ 2047704 h 2263940"/>
              <a:gd name="connsiteX10" fmla="*/ 4710655 w 6247136"/>
              <a:gd name="connsiteY10" fmla="*/ 2017224 h 2263940"/>
              <a:gd name="connsiteX11" fmla="*/ 3659095 w 6247136"/>
              <a:gd name="connsiteY11" fmla="*/ 2116284 h 2263940"/>
              <a:gd name="connsiteX12" fmla="*/ 2531335 w 6247136"/>
              <a:gd name="connsiteY12" fmla="*/ 1666704 h 2263940"/>
              <a:gd name="connsiteX13" fmla="*/ 2173195 w 6247136"/>
              <a:gd name="connsiteY13" fmla="*/ 1651464 h 2263940"/>
              <a:gd name="connsiteX14" fmla="*/ 1441675 w 6247136"/>
              <a:gd name="connsiteY14" fmla="*/ 730291 h 2263940"/>
              <a:gd name="connsiteX15" fmla="*/ 771115 w 6247136"/>
              <a:gd name="connsiteY15" fmla="*/ 455124 h 2263940"/>
              <a:gd name="connsiteX16" fmla="*/ 39595 w 6247136"/>
              <a:gd name="connsiteY16" fmla="*/ 295104 h 2263940"/>
              <a:gd name="connsiteX17" fmla="*/ 115795 w 6247136"/>
              <a:gd name="connsiteY17" fmla="*/ 157944 h 2263940"/>
              <a:gd name="connsiteX18" fmla="*/ 268195 w 6247136"/>
              <a:gd name="connsiteY18" fmla="*/ 5544 h 2263940"/>
              <a:gd name="connsiteX0" fmla="*/ 6231273 w 6251374"/>
              <a:gd name="connsiteY0" fmla="*/ 317964 h 2263940"/>
              <a:gd name="connsiteX1" fmla="*/ 6155073 w 6251374"/>
              <a:gd name="connsiteY1" fmla="*/ 500844 h 2263940"/>
              <a:gd name="connsiteX2" fmla="*/ 5941713 w 6251374"/>
              <a:gd name="connsiteY2" fmla="*/ 577044 h 2263940"/>
              <a:gd name="connsiteX3" fmla="*/ 5987433 w 6251374"/>
              <a:gd name="connsiteY3" fmla="*/ 721824 h 2263940"/>
              <a:gd name="connsiteX4" fmla="*/ 5843500 w 6251374"/>
              <a:gd name="connsiteY4" fmla="*/ 997838 h 2263940"/>
              <a:gd name="connsiteX5" fmla="*/ 5568333 w 6251374"/>
              <a:gd name="connsiteY5" fmla="*/ 1003764 h 2263940"/>
              <a:gd name="connsiteX6" fmla="*/ 5690253 w 6251374"/>
              <a:gd name="connsiteY6" fmla="*/ 1064724 h 2263940"/>
              <a:gd name="connsiteX7" fmla="*/ 5591193 w 6251374"/>
              <a:gd name="connsiteY7" fmla="*/ 1872444 h 2263940"/>
              <a:gd name="connsiteX8" fmla="*/ 5248293 w 6251374"/>
              <a:gd name="connsiteY8" fmla="*/ 2261064 h 2263940"/>
              <a:gd name="connsiteX9" fmla="*/ 4852053 w 6251374"/>
              <a:gd name="connsiteY9" fmla="*/ 2047704 h 2263940"/>
              <a:gd name="connsiteX10" fmla="*/ 4714893 w 6251374"/>
              <a:gd name="connsiteY10" fmla="*/ 2017224 h 2263940"/>
              <a:gd name="connsiteX11" fmla="*/ 3663333 w 6251374"/>
              <a:gd name="connsiteY11" fmla="*/ 2116284 h 2263940"/>
              <a:gd name="connsiteX12" fmla="*/ 2535573 w 6251374"/>
              <a:gd name="connsiteY12" fmla="*/ 1666704 h 2263940"/>
              <a:gd name="connsiteX13" fmla="*/ 2177433 w 6251374"/>
              <a:gd name="connsiteY13" fmla="*/ 1651464 h 2263940"/>
              <a:gd name="connsiteX14" fmla="*/ 1445913 w 6251374"/>
              <a:gd name="connsiteY14" fmla="*/ 730291 h 2263940"/>
              <a:gd name="connsiteX15" fmla="*/ 834620 w 6251374"/>
              <a:gd name="connsiteY15" fmla="*/ 378924 h 2263940"/>
              <a:gd name="connsiteX16" fmla="*/ 43833 w 6251374"/>
              <a:gd name="connsiteY16" fmla="*/ 295104 h 2263940"/>
              <a:gd name="connsiteX17" fmla="*/ 120033 w 6251374"/>
              <a:gd name="connsiteY17" fmla="*/ 157944 h 2263940"/>
              <a:gd name="connsiteX18" fmla="*/ 272433 w 6251374"/>
              <a:gd name="connsiteY18" fmla="*/ 5544 h 2263940"/>
              <a:gd name="connsiteX0" fmla="*/ 6232487 w 6252588"/>
              <a:gd name="connsiteY0" fmla="*/ 317964 h 2263940"/>
              <a:gd name="connsiteX1" fmla="*/ 6156287 w 6252588"/>
              <a:gd name="connsiteY1" fmla="*/ 500844 h 2263940"/>
              <a:gd name="connsiteX2" fmla="*/ 5942927 w 6252588"/>
              <a:gd name="connsiteY2" fmla="*/ 577044 h 2263940"/>
              <a:gd name="connsiteX3" fmla="*/ 5988647 w 6252588"/>
              <a:gd name="connsiteY3" fmla="*/ 721824 h 2263940"/>
              <a:gd name="connsiteX4" fmla="*/ 5844714 w 6252588"/>
              <a:gd name="connsiteY4" fmla="*/ 997838 h 2263940"/>
              <a:gd name="connsiteX5" fmla="*/ 5569547 w 6252588"/>
              <a:gd name="connsiteY5" fmla="*/ 1003764 h 2263940"/>
              <a:gd name="connsiteX6" fmla="*/ 5691467 w 6252588"/>
              <a:gd name="connsiteY6" fmla="*/ 1064724 h 2263940"/>
              <a:gd name="connsiteX7" fmla="*/ 5592407 w 6252588"/>
              <a:gd name="connsiteY7" fmla="*/ 1872444 h 2263940"/>
              <a:gd name="connsiteX8" fmla="*/ 5249507 w 6252588"/>
              <a:gd name="connsiteY8" fmla="*/ 2261064 h 2263940"/>
              <a:gd name="connsiteX9" fmla="*/ 4853267 w 6252588"/>
              <a:gd name="connsiteY9" fmla="*/ 2047704 h 2263940"/>
              <a:gd name="connsiteX10" fmla="*/ 4716107 w 6252588"/>
              <a:gd name="connsiteY10" fmla="*/ 2017224 h 2263940"/>
              <a:gd name="connsiteX11" fmla="*/ 3664547 w 6252588"/>
              <a:gd name="connsiteY11" fmla="*/ 2116284 h 2263940"/>
              <a:gd name="connsiteX12" fmla="*/ 2536787 w 6252588"/>
              <a:gd name="connsiteY12" fmla="*/ 1666704 h 2263940"/>
              <a:gd name="connsiteX13" fmla="*/ 2178647 w 6252588"/>
              <a:gd name="connsiteY13" fmla="*/ 1651464 h 2263940"/>
              <a:gd name="connsiteX14" fmla="*/ 1447127 w 6252588"/>
              <a:gd name="connsiteY14" fmla="*/ 730291 h 2263940"/>
              <a:gd name="connsiteX15" fmla="*/ 852767 w 6252588"/>
              <a:gd name="connsiteY15" fmla="*/ 328124 h 2263940"/>
              <a:gd name="connsiteX16" fmla="*/ 45047 w 6252588"/>
              <a:gd name="connsiteY16" fmla="*/ 295104 h 2263940"/>
              <a:gd name="connsiteX17" fmla="*/ 121247 w 6252588"/>
              <a:gd name="connsiteY17" fmla="*/ 157944 h 2263940"/>
              <a:gd name="connsiteX18" fmla="*/ 273647 w 6252588"/>
              <a:gd name="connsiteY18" fmla="*/ 5544 h 226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252588" h="2263940">
                <a:moveTo>
                  <a:pt x="6232487" y="317964"/>
                </a:moveTo>
                <a:cubicBezTo>
                  <a:pt x="6292177" y="356064"/>
                  <a:pt x="6204547" y="457664"/>
                  <a:pt x="6156287" y="500844"/>
                </a:cubicBezTo>
                <a:cubicBezTo>
                  <a:pt x="6108027" y="544024"/>
                  <a:pt x="5970867" y="540214"/>
                  <a:pt x="5942927" y="577044"/>
                </a:cubicBezTo>
                <a:cubicBezTo>
                  <a:pt x="5914987" y="613874"/>
                  <a:pt x="6005016" y="651692"/>
                  <a:pt x="5988647" y="721824"/>
                </a:cubicBezTo>
                <a:cubicBezTo>
                  <a:pt x="5972278" y="791956"/>
                  <a:pt x="5914564" y="950848"/>
                  <a:pt x="5844714" y="997838"/>
                </a:cubicBezTo>
                <a:cubicBezTo>
                  <a:pt x="5774864" y="1044828"/>
                  <a:pt x="5595088" y="992616"/>
                  <a:pt x="5569547" y="1003764"/>
                </a:cubicBezTo>
                <a:cubicBezTo>
                  <a:pt x="5544006" y="1014912"/>
                  <a:pt x="5687657" y="919944"/>
                  <a:pt x="5691467" y="1064724"/>
                </a:cubicBezTo>
                <a:cubicBezTo>
                  <a:pt x="5695277" y="1209504"/>
                  <a:pt x="5666067" y="1673054"/>
                  <a:pt x="5592407" y="1872444"/>
                </a:cubicBezTo>
                <a:cubicBezTo>
                  <a:pt x="5518747" y="2071834"/>
                  <a:pt x="5372697" y="2231854"/>
                  <a:pt x="5249507" y="2261064"/>
                </a:cubicBezTo>
                <a:cubicBezTo>
                  <a:pt x="5126317" y="2290274"/>
                  <a:pt x="4942167" y="2088344"/>
                  <a:pt x="4853267" y="2047704"/>
                </a:cubicBezTo>
                <a:cubicBezTo>
                  <a:pt x="4764367" y="2007064"/>
                  <a:pt x="4914227" y="2005794"/>
                  <a:pt x="4716107" y="2017224"/>
                </a:cubicBezTo>
                <a:cubicBezTo>
                  <a:pt x="4517987" y="2028654"/>
                  <a:pt x="4027767" y="2174704"/>
                  <a:pt x="3664547" y="2116284"/>
                </a:cubicBezTo>
                <a:cubicBezTo>
                  <a:pt x="3301327" y="2057864"/>
                  <a:pt x="2784437" y="1744174"/>
                  <a:pt x="2536787" y="1666704"/>
                </a:cubicBezTo>
                <a:cubicBezTo>
                  <a:pt x="2289137" y="1589234"/>
                  <a:pt x="2360257" y="1807533"/>
                  <a:pt x="2178647" y="1651464"/>
                </a:cubicBezTo>
                <a:cubicBezTo>
                  <a:pt x="1997037" y="1495395"/>
                  <a:pt x="1668107" y="950848"/>
                  <a:pt x="1447127" y="730291"/>
                </a:cubicBezTo>
                <a:cubicBezTo>
                  <a:pt x="1226147" y="509734"/>
                  <a:pt x="1086447" y="400655"/>
                  <a:pt x="852767" y="328124"/>
                </a:cubicBezTo>
                <a:cubicBezTo>
                  <a:pt x="619087" y="255593"/>
                  <a:pt x="166967" y="323467"/>
                  <a:pt x="45047" y="295104"/>
                </a:cubicBezTo>
                <a:cubicBezTo>
                  <a:pt x="-76873" y="266741"/>
                  <a:pt x="83147" y="206204"/>
                  <a:pt x="121247" y="157944"/>
                </a:cubicBezTo>
                <a:cubicBezTo>
                  <a:pt x="159347" y="109684"/>
                  <a:pt x="149187" y="-29310"/>
                  <a:pt x="273647" y="5544"/>
                </a:cubicBezTo>
              </a:path>
            </a:pathLst>
          </a:custGeom>
          <a:noFill/>
          <a:ln w="57150"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" name="자유형: 도형 153">
            <a:extLst>
              <a:ext uri="{FF2B5EF4-FFF2-40B4-BE49-F238E27FC236}">
                <a16:creationId xmlns:a16="http://schemas.microsoft.com/office/drawing/2014/main" id="{CC4E356A-196D-4EC0-91D2-C7FA7ECE160B}"/>
              </a:ext>
            </a:extLst>
          </p:cNvPr>
          <p:cNvSpPr/>
          <p:nvPr/>
        </p:nvSpPr>
        <p:spPr>
          <a:xfrm>
            <a:off x="8382000" y="2636520"/>
            <a:ext cx="419100" cy="137160"/>
          </a:xfrm>
          <a:custGeom>
            <a:avLst/>
            <a:gdLst>
              <a:gd name="connsiteX0" fmla="*/ 0 w 419100"/>
              <a:gd name="connsiteY0" fmla="*/ 0 h 137160"/>
              <a:gd name="connsiteX1" fmla="*/ 297180 w 419100"/>
              <a:gd name="connsiteY1" fmla="*/ 137160 h 137160"/>
              <a:gd name="connsiteX2" fmla="*/ 419100 w 419100"/>
              <a:gd name="connsiteY2" fmla="*/ 83820 h 13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9100" h="137160">
                <a:moveTo>
                  <a:pt x="0" y="0"/>
                </a:moveTo>
                <a:lnTo>
                  <a:pt x="297180" y="137160"/>
                </a:lnTo>
                <a:lnTo>
                  <a:pt x="419100" y="83820"/>
                </a:lnTo>
              </a:path>
            </a:pathLst>
          </a:custGeom>
          <a:noFill/>
          <a:ln w="57150"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3" name="Group 202"/>
          <p:cNvGrpSpPr/>
          <p:nvPr/>
        </p:nvGrpSpPr>
        <p:grpSpPr>
          <a:xfrm>
            <a:off x="341708" y="151356"/>
            <a:ext cx="11393548" cy="900000"/>
            <a:chOff x="336176" y="147918"/>
            <a:chExt cx="11393548" cy="900000"/>
          </a:xfrm>
        </p:grpSpPr>
        <p:sp>
          <p:nvSpPr>
            <p:cNvPr id="207" name="Rectangle 206"/>
            <p:cNvSpPr/>
            <p:nvPr/>
          </p:nvSpPr>
          <p:spPr>
            <a:xfrm>
              <a:off x="336176" y="147918"/>
              <a:ext cx="2700000" cy="900000"/>
            </a:xfrm>
            <a:prstGeom prst="rect">
              <a:avLst/>
            </a:prstGeom>
            <a:solidFill>
              <a:srgbClr val="0033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800" b="1" dirty="0">
                  <a:solidFill>
                    <a:prstClr val="white"/>
                  </a:solidFill>
                  <a:latin typeface="Arial" pitchFamily="34" charset="0"/>
                  <a:cs typeface="Arial" pitchFamily="34" charset="0"/>
                </a:rPr>
                <a:t>1_FE-MED</a:t>
              </a:r>
            </a:p>
          </p:txBody>
        </p:sp>
        <p:sp>
          <p:nvSpPr>
            <p:cNvPr id="223" name="Rectangle 222"/>
            <p:cNvSpPr/>
            <p:nvPr/>
          </p:nvSpPr>
          <p:spPr>
            <a:xfrm>
              <a:off x="3089724" y="147918"/>
              <a:ext cx="8640000" cy="672815"/>
            </a:xfrm>
            <a:prstGeom prst="rect">
              <a:avLst/>
            </a:prstGeom>
            <a:solidFill>
              <a:srgbClr val="E6EE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4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[OCEAN Alliance] Asia-Med Service 2 (MED2) </a:t>
              </a:r>
            </a:p>
            <a:p>
              <a:pPr algn="ctr"/>
              <a:r>
                <a:rPr lang="en-US" altLang="ko-KR" sz="24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(Med Club Express(MEX) / AEM2 / WM2 / MEX1)</a:t>
              </a:r>
            </a:p>
          </p:txBody>
        </p:sp>
      </p:grpSp>
      <p:sp>
        <p:nvSpPr>
          <p:cNvPr id="167" name="Oval 166"/>
          <p:cNvSpPr/>
          <p:nvPr/>
        </p:nvSpPr>
        <p:spPr>
          <a:xfrm flipH="1" flipV="1">
            <a:off x="8449505" y="2926962"/>
            <a:ext cx="86441" cy="74094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>
              <a:latin typeface="Arial" pitchFamily="34" charset="0"/>
              <a:cs typeface="Arial" pitchFamily="34" charset="0"/>
            </a:endParaRPr>
          </a:p>
        </p:txBody>
      </p:sp>
      <p:sp>
        <p:nvSpPr>
          <p:cNvPr id="170" name="자유형: 도형 169">
            <a:extLst>
              <a:ext uri="{FF2B5EF4-FFF2-40B4-BE49-F238E27FC236}">
                <a16:creationId xmlns:a16="http://schemas.microsoft.com/office/drawing/2014/main" id="{0F3B7646-BA48-4F18-9F2B-C19A64DCD485}"/>
              </a:ext>
            </a:extLst>
          </p:cNvPr>
          <p:cNvSpPr/>
          <p:nvPr/>
        </p:nvSpPr>
        <p:spPr>
          <a:xfrm>
            <a:off x="2820246" y="2391513"/>
            <a:ext cx="5927514" cy="2365223"/>
          </a:xfrm>
          <a:custGeom>
            <a:avLst/>
            <a:gdLst>
              <a:gd name="connsiteX0" fmla="*/ 0 w 5402648"/>
              <a:gd name="connsiteY0" fmla="*/ 190500 h 2097356"/>
              <a:gd name="connsiteX1" fmla="*/ 731520 w 5402648"/>
              <a:gd name="connsiteY1" fmla="*/ 137160 h 2097356"/>
              <a:gd name="connsiteX2" fmla="*/ 1013460 w 5402648"/>
              <a:gd name="connsiteY2" fmla="*/ 205740 h 2097356"/>
              <a:gd name="connsiteX3" fmla="*/ 784860 w 5402648"/>
              <a:gd name="connsiteY3" fmla="*/ 388620 h 2097356"/>
              <a:gd name="connsiteX4" fmla="*/ 1188720 w 5402648"/>
              <a:gd name="connsiteY4" fmla="*/ 929640 h 2097356"/>
              <a:gd name="connsiteX5" fmla="*/ 1470660 w 5402648"/>
              <a:gd name="connsiteY5" fmla="*/ 1409700 h 2097356"/>
              <a:gd name="connsiteX6" fmla="*/ 2232660 w 5402648"/>
              <a:gd name="connsiteY6" fmla="*/ 1028700 h 2097356"/>
              <a:gd name="connsiteX7" fmla="*/ 2164080 w 5402648"/>
              <a:gd name="connsiteY7" fmla="*/ 784860 h 2097356"/>
              <a:gd name="connsiteX8" fmla="*/ 1996440 w 5402648"/>
              <a:gd name="connsiteY8" fmla="*/ 739140 h 2097356"/>
              <a:gd name="connsiteX9" fmla="*/ 2179320 w 5402648"/>
              <a:gd name="connsiteY9" fmla="*/ 777240 h 2097356"/>
              <a:gd name="connsiteX10" fmla="*/ 2872740 w 5402648"/>
              <a:gd name="connsiteY10" fmla="*/ 1691640 h 2097356"/>
              <a:gd name="connsiteX11" fmla="*/ 4091940 w 5402648"/>
              <a:gd name="connsiteY11" fmla="*/ 1676400 h 2097356"/>
              <a:gd name="connsiteX12" fmla="*/ 4274820 w 5402648"/>
              <a:gd name="connsiteY12" fmla="*/ 1859280 h 2097356"/>
              <a:gd name="connsiteX13" fmla="*/ 4495800 w 5402648"/>
              <a:gd name="connsiteY13" fmla="*/ 2087880 h 2097356"/>
              <a:gd name="connsiteX14" fmla="*/ 4937760 w 5402648"/>
              <a:gd name="connsiteY14" fmla="*/ 1516380 h 2097356"/>
              <a:gd name="connsiteX15" fmla="*/ 5052060 w 5402648"/>
              <a:gd name="connsiteY15" fmla="*/ 723900 h 2097356"/>
              <a:gd name="connsiteX16" fmla="*/ 5402580 w 5402648"/>
              <a:gd name="connsiteY16" fmla="*/ 358140 h 2097356"/>
              <a:gd name="connsiteX17" fmla="*/ 5021580 w 5402648"/>
              <a:gd name="connsiteY17" fmla="*/ 0 h 2097356"/>
              <a:gd name="connsiteX0" fmla="*/ 0 w 5402781"/>
              <a:gd name="connsiteY0" fmla="*/ 190500 h 2097356"/>
              <a:gd name="connsiteX1" fmla="*/ 731520 w 5402781"/>
              <a:gd name="connsiteY1" fmla="*/ 137160 h 2097356"/>
              <a:gd name="connsiteX2" fmla="*/ 1013460 w 5402781"/>
              <a:gd name="connsiteY2" fmla="*/ 205740 h 2097356"/>
              <a:gd name="connsiteX3" fmla="*/ 784860 w 5402781"/>
              <a:gd name="connsiteY3" fmla="*/ 388620 h 2097356"/>
              <a:gd name="connsiteX4" fmla="*/ 1188720 w 5402781"/>
              <a:gd name="connsiteY4" fmla="*/ 929640 h 2097356"/>
              <a:gd name="connsiteX5" fmla="*/ 1470660 w 5402781"/>
              <a:gd name="connsiteY5" fmla="*/ 1409700 h 2097356"/>
              <a:gd name="connsiteX6" fmla="*/ 2232660 w 5402781"/>
              <a:gd name="connsiteY6" fmla="*/ 1028700 h 2097356"/>
              <a:gd name="connsiteX7" fmla="*/ 2164080 w 5402781"/>
              <a:gd name="connsiteY7" fmla="*/ 784860 h 2097356"/>
              <a:gd name="connsiteX8" fmla="*/ 1996440 w 5402781"/>
              <a:gd name="connsiteY8" fmla="*/ 739140 h 2097356"/>
              <a:gd name="connsiteX9" fmla="*/ 2179320 w 5402781"/>
              <a:gd name="connsiteY9" fmla="*/ 777240 h 2097356"/>
              <a:gd name="connsiteX10" fmla="*/ 2872740 w 5402781"/>
              <a:gd name="connsiteY10" fmla="*/ 1691640 h 2097356"/>
              <a:gd name="connsiteX11" fmla="*/ 4091940 w 5402781"/>
              <a:gd name="connsiteY11" fmla="*/ 1676400 h 2097356"/>
              <a:gd name="connsiteX12" fmla="*/ 4274820 w 5402781"/>
              <a:gd name="connsiteY12" fmla="*/ 1859280 h 2097356"/>
              <a:gd name="connsiteX13" fmla="*/ 4495800 w 5402781"/>
              <a:gd name="connsiteY13" fmla="*/ 2087880 h 2097356"/>
              <a:gd name="connsiteX14" fmla="*/ 4937760 w 5402781"/>
              <a:gd name="connsiteY14" fmla="*/ 1516380 h 2097356"/>
              <a:gd name="connsiteX15" fmla="*/ 5238326 w 5402781"/>
              <a:gd name="connsiteY15" fmla="*/ 833967 h 2097356"/>
              <a:gd name="connsiteX16" fmla="*/ 5402580 w 5402781"/>
              <a:gd name="connsiteY16" fmla="*/ 358140 h 2097356"/>
              <a:gd name="connsiteX17" fmla="*/ 5021580 w 5402781"/>
              <a:gd name="connsiteY17" fmla="*/ 0 h 2097356"/>
              <a:gd name="connsiteX0" fmla="*/ 0 w 5402580"/>
              <a:gd name="connsiteY0" fmla="*/ 190500 h 2097356"/>
              <a:gd name="connsiteX1" fmla="*/ 731520 w 5402580"/>
              <a:gd name="connsiteY1" fmla="*/ 137160 h 2097356"/>
              <a:gd name="connsiteX2" fmla="*/ 1013460 w 5402580"/>
              <a:gd name="connsiteY2" fmla="*/ 205740 h 2097356"/>
              <a:gd name="connsiteX3" fmla="*/ 784860 w 5402580"/>
              <a:gd name="connsiteY3" fmla="*/ 388620 h 2097356"/>
              <a:gd name="connsiteX4" fmla="*/ 1188720 w 5402580"/>
              <a:gd name="connsiteY4" fmla="*/ 929640 h 2097356"/>
              <a:gd name="connsiteX5" fmla="*/ 1470660 w 5402580"/>
              <a:gd name="connsiteY5" fmla="*/ 1409700 h 2097356"/>
              <a:gd name="connsiteX6" fmla="*/ 2232660 w 5402580"/>
              <a:gd name="connsiteY6" fmla="*/ 1028700 h 2097356"/>
              <a:gd name="connsiteX7" fmla="*/ 2164080 w 5402580"/>
              <a:gd name="connsiteY7" fmla="*/ 784860 h 2097356"/>
              <a:gd name="connsiteX8" fmla="*/ 1996440 w 5402580"/>
              <a:gd name="connsiteY8" fmla="*/ 739140 h 2097356"/>
              <a:gd name="connsiteX9" fmla="*/ 2179320 w 5402580"/>
              <a:gd name="connsiteY9" fmla="*/ 777240 h 2097356"/>
              <a:gd name="connsiteX10" fmla="*/ 2872740 w 5402580"/>
              <a:gd name="connsiteY10" fmla="*/ 1691640 h 2097356"/>
              <a:gd name="connsiteX11" fmla="*/ 4091940 w 5402580"/>
              <a:gd name="connsiteY11" fmla="*/ 1676400 h 2097356"/>
              <a:gd name="connsiteX12" fmla="*/ 4274820 w 5402580"/>
              <a:gd name="connsiteY12" fmla="*/ 1859280 h 2097356"/>
              <a:gd name="connsiteX13" fmla="*/ 4495800 w 5402580"/>
              <a:gd name="connsiteY13" fmla="*/ 2087880 h 2097356"/>
              <a:gd name="connsiteX14" fmla="*/ 4937760 w 5402580"/>
              <a:gd name="connsiteY14" fmla="*/ 1516380 h 2097356"/>
              <a:gd name="connsiteX15" fmla="*/ 5402580 w 5402580"/>
              <a:gd name="connsiteY15" fmla="*/ 358140 h 2097356"/>
              <a:gd name="connsiteX16" fmla="*/ 5021580 w 5402580"/>
              <a:gd name="connsiteY16" fmla="*/ 0 h 2097356"/>
              <a:gd name="connsiteX0" fmla="*/ 0 w 5927514"/>
              <a:gd name="connsiteY0" fmla="*/ 1570 h 2365626"/>
              <a:gd name="connsiteX1" fmla="*/ 1256454 w 5927514"/>
              <a:gd name="connsiteY1" fmla="*/ 405430 h 2365626"/>
              <a:gd name="connsiteX2" fmla="*/ 1538394 w 5927514"/>
              <a:gd name="connsiteY2" fmla="*/ 474010 h 2365626"/>
              <a:gd name="connsiteX3" fmla="*/ 1309794 w 5927514"/>
              <a:gd name="connsiteY3" fmla="*/ 656890 h 2365626"/>
              <a:gd name="connsiteX4" fmla="*/ 1713654 w 5927514"/>
              <a:gd name="connsiteY4" fmla="*/ 1197910 h 2365626"/>
              <a:gd name="connsiteX5" fmla="*/ 1995594 w 5927514"/>
              <a:gd name="connsiteY5" fmla="*/ 1677970 h 2365626"/>
              <a:gd name="connsiteX6" fmla="*/ 2757594 w 5927514"/>
              <a:gd name="connsiteY6" fmla="*/ 1296970 h 2365626"/>
              <a:gd name="connsiteX7" fmla="*/ 2689014 w 5927514"/>
              <a:gd name="connsiteY7" fmla="*/ 1053130 h 2365626"/>
              <a:gd name="connsiteX8" fmla="*/ 2521374 w 5927514"/>
              <a:gd name="connsiteY8" fmla="*/ 1007410 h 2365626"/>
              <a:gd name="connsiteX9" fmla="*/ 2704254 w 5927514"/>
              <a:gd name="connsiteY9" fmla="*/ 1045510 h 2365626"/>
              <a:gd name="connsiteX10" fmla="*/ 3397674 w 5927514"/>
              <a:gd name="connsiteY10" fmla="*/ 1959910 h 2365626"/>
              <a:gd name="connsiteX11" fmla="*/ 4616874 w 5927514"/>
              <a:gd name="connsiteY11" fmla="*/ 1944670 h 2365626"/>
              <a:gd name="connsiteX12" fmla="*/ 4799754 w 5927514"/>
              <a:gd name="connsiteY12" fmla="*/ 2127550 h 2365626"/>
              <a:gd name="connsiteX13" fmla="*/ 5020734 w 5927514"/>
              <a:gd name="connsiteY13" fmla="*/ 2356150 h 2365626"/>
              <a:gd name="connsiteX14" fmla="*/ 5462694 w 5927514"/>
              <a:gd name="connsiteY14" fmla="*/ 1784650 h 2365626"/>
              <a:gd name="connsiteX15" fmla="*/ 5927514 w 5927514"/>
              <a:gd name="connsiteY15" fmla="*/ 626410 h 2365626"/>
              <a:gd name="connsiteX16" fmla="*/ 5546514 w 5927514"/>
              <a:gd name="connsiteY16" fmla="*/ 268270 h 2365626"/>
              <a:gd name="connsiteX0" fmla="*/ 0 w 5927514"/>
              <a:gd name="connsiteY0" fmla="*/ 1411 h 2365467"/>
              <a:gd name="connsiteX1" fmla="*/ 536787 w 5927514"/>
              <a:gd name="connsiteY1" fmla="*/ 447605 h 2365467"/>
              <a:gd name="connsiteX2" fmla="*/ 1538394 w 5927514"/>
              <a:gd name="connsiteY2" fmla="*/ 473851 h 2365467"/>
              <a:gd name="connsiteX3" fmla="*/ 1309794 w 5927514"/>
              <a:gd name="connsiteY3" fmla="*/ 656731 h 2365467"/>
              <a:gd name="connsiteX4" fmla="*/ 1713654 w 5927514"/>
              <a:gd name="connsiteY4" fmla="*/ 1197751 h 2365467"/>
              <a:gd name="connsiteX5" fmla="*/ 1995594 w 5927514"/>
              <a:gd name="connsiteY5" fmla="*/ 1677811 h 2365467"/>
              <a:gd name="connsiteX6" fmla="*/ 2757594 w 5927514"/>
              <a:gd name="connsiteY6" fmla="*/ 1296811 h 2365467"/>
              <a:gd name="connsiteX7" fmla="*/ 2689014 w 5927514"/>
              <a:gd name="connsiteY7" fmla="*/ 1052971 h 2365467"/>
              <a:gd name="connsiteX8" fmla="*/ 2521374 w 5927514"/>
              <a:gd name="connsiteY8" fmla="*/ 1007251 h 2365467"/>
              <a:gd name="connsiteX9" fmla="*/ 2704254 w 5927514"/>
              <a:gd name="connsiteY9" fmla="*/ 1045351 h 2365467"/>
              <a:gd name="connsiteX10" fmla="*/ 3397674 w 5927514"/>
              <a:gd name="connsiteY10" fmla="*/ 1959751 h 2365467"/>
              <a:gd name="connsiteX11" fmla="*/ 4616874 w 5927514"/>
              <a:gd name="connsiteY11" fmla="*/ 1944511 h 2365467"/>
              <a:gd name="connsiteX12" fmla="*/ 4799754 w 5927514"/>
              <a:gd name="connsiteY12" fmla="*/ 2127391 h 2365467"/>
              <a:gd name="connsiteX13" fmla="*/ 5020734 w 5927514"/>
              <a:gd name="connsiteY13" fmla="*/ 2355991 h 2365467"/>
              <a:gd name="connsiteX14" fmla="*/ 5462694 w 5927514"/>
              <a:gd name="connsiteY14" fmla="*/ 1784491 h 2365467"/>
              <a:gd name="connsiteX15" fmla="*/ 5927514 w 5927514"/>
              <a:gd name="connsiteY15" fmla="*/ 626251 h 2365467"/>
              <a:gd name="connsiteX16" fmla="*/ 5546514 w 5927514"/>
              <a:gd name="connsiteY16" fmla="*/ 268111 h 2365467"/>
              <a:gd name="connsiteX0" fmla="*/ 0 w 5927514"/>
              <a:gd name="connsiteY0" fmla="*/ 1520 h 2365576"/>
              <a:gd name="connsiteX1" fmla="*/ 536787 w 5927514"/>
              <a:gd name="connsiteY1" fmla="*/ 447714 h 2365576"/>
              <a:gd name="connsiteX2" fmla="*/ 1309794 w 5927514"/>
              <a:gd name="connsiteY2" fmla="*/ 656840 h 2365576"/>
              <a:gd name="connsiteX3" fmla="*/ 1713654 w 5927514"/>
              <a:gd name="connsiteY3" fmla="*/ 1197860 h 2365576"/>
              <a:gd name="connsiteX4" fmla="*/ 1995594 w 5927514"/>
              <a:gd name="connsiteY4" fmla="*/ 1677920 h 2365576"/>
              <a:gd name="connsiteX5" fmla="*/ 2757594 w 5927514"/>
              <a:gd name="connsiteY5" fmla="*/ 1296920 h 2365576"/>
              <a:gd name="connsiteX6" fmla="*/ 2689014 w 5927514"/>
              <a:gd name="connsiteY6" fmla="*/ 1053080 h 2365576"/>
              <a:gd name="connsiteX7" fmla="*/ 2521374 w 5927514"/>
              <a:gd name="connsiteY7" fmla="*/ 1007360 h 2365576"/>
              <a:gd name="connsiteX8" fmla="*/ 2704254 w 5927514"/>
              <a:gd name="connsiteY8" fmla="*/ 1045460 h 2365576"/>
              <a:gd name="connsiteX9" fmla="*/ 3397674 w 5927514"/>
              <a:gd name="connsiteY9" fmla="*/ 1959860 h 2365576"/>
              <a:gd name="connsiteX10" fmla="*/ 4616874 w 5927514"/>
              <a:gd name="connsiteY10" fmla="*/ 1944620 h 2365576"/>
              <a:gd name="connsiteX11" fmla="*/ 4799754 w 5927514"/>
              <a:gd name="connsiteY11" fmla="*/ 2127500 h 2365576"/>
              <a:gd name="connsiteX12" fmla="*/ 5020734 w 5927514"/>
              <a:gd name="connsiteY12" fmla="*/ 2356100 h 2365576"/>
              <a:gd name="connsiteX13" fmla="*/ 5462694 w 5927514"/>
              <a:gd name="connsiteY13" fmla="*/ 1784600 h 2365576"/>
              <a:gd name="connsiteX14" fmla="*/ 5927514 w 5927514"/>
              <a:gd name="connsiteY14" fmla="*/ 626360 h 2365576"/>
              <a:gd name="connsiteX15" fmla="*/ 5546514 w 5927514"/>
              <a:gd name="connsiteY15" fmla="*/ 268220 h 2365576"/>
              <a:gd name="connsiteX0" fmla="*/ 0 w 5927514"/>
              <a:gd name="connsiteY0" fmla="*/ 1167 h 2365223"/>
              <a:gd name="connsiteX1" fmla="*/ 536787 w 5927514"/>
              <a:gd name="connsiteY1" fmla="*/ 447361 h 2365223"/>
              <a:gd name="connsiteX2" fmla="*/ 1309794 w 5927514"/>
              <a:gd name="connsiteY2" fmla="*/ 656487 h 2365223"/>
              <a:gd name="connsiteX3" fmla="*/ 1713654 w 5927514"/>
              <a:gd name="connsiteY3" fmla="*/ 1197507 h 2365223"/>
              <a:gd name="connsiteX4" fmla="*/ 1995594 w 5927514"/>
              <a:gd name="connsiteY4" fmla="*/ 1677567 h 2365223"/>
              <a:gd name="connsiteX5" fmla="*/ 2757594 w 5927514"/>
              <a:gd name="connsiteY5" fmla="*/ 1296567 h 2365223"/>
              <a:gd name="connsiteX6" fmla="*/ 2689014 w 5927514"/>
              <a:gd name="connsiteY6" fmla="*/ 1052727 h 2365223"/>
              <a:gd name="connsiteX7" fmla="*/ 2521374 w 5927514"/>
              <a:gd name="connsiteY7" fmla="*/ 1007007 h 2365223"/>
              <a:gd name="connsiteX8" fmla="*/ 2704254 w 5927514"/>
              <a:gd name="connsiteY8" fmla="*/ 1045107 h 2365223"/>
              <a:gd name="connsiteX9" fmla="*/ 3397674 w 5927514"/>
              <a:gd name="connsiteY9" fmla="*/ 1959507 h 2365223"/>
              <a:gd name="connsiteX10" fmla="*/ 4616874 w 5927514"/>
              <a:gd name="connsiteY10" fmla="*/ 1944267 h 2365223"/>
              <a:gd name="connsiteX11" fmla="*/ 4799754 w 5927514"/>
              <a:gd name="connsiteY11" fmla="*/ 2127147 h 2365223"/>
              <a:gd name="connsiteX12" fmla="*/ 5020734 w 5927514"/>
              <a:gd name="connsiteY12" fmla="*/ 2355747 h 2365223"/>
              <a:gd name="connsiteX13" fmla="*/ 5462694 w 5927514"/>
              <a:gd name="connsiteY13" fmla="*/ 1784247 h 2365223"/>
              <a:gd name="connsiteX14" fmla="*/ 5927514 w 5927514"/>
              <a:gd name="connsiteY14" fmla="*/ 626007 h 2365223"/>
              <a:gd name="connsiteX15" fmla="*/ 5546514 w 5927514"/>
              <a:gd name="connsiteY15" fmla="*/ 267867 h 2365223"/>
              <a:gd name="connsiteX0" fmla="*/ 0 w 5927514"/>
              <a:gd name="connsiteY0" fmla="*/ 1167 h 2365223"/>
              <a:gd name="connsiteX1" fmla="*/ 536787 w 5927514"/>
              <a:gd name="connsiteY1" fmla="*/ 447361 h 2365223"/>
              <a:gd name="connsiteX2" fmla="*/ 1309794 w 5927514"/>
              <a:gd name="connsiteY2" fmla="*/ 656487 h 2365223"/>
              <a:gd name="connsiteX3" fmla="*/ 1713654 w 5927514"/>
              <a:gd name="connsiteY3" fmla="*/ 1197507 h 2365223"/>
              <a:gd name="connsiteX4" fmla="*/ 1995594 w 5927514"/>
              <a:gd name="connsiteY4" fmla="*/ 1677567 h 2365223"/>
              <a:gd name="connsiteX5" fmla="*/ 2757594 w 5927514"/>
              <a:gd name="connsiteY5" fmla="*/ 1296567 h 2365223"/>
              <a:gd name="connsiteX6" fmla="*/ 2689014 w 5927514"/>
              <a:gd name="connsiteY6" fmla="*/ 1052727 h 2365223"/>
              <a:gd name="connsiteX7" fmla="*/ 2704254 w 5927514"/>
              <a:gd name="connsiteY7" fmla="*/ 1045107 h 2365223"/>
              <a:gd name="connsiteX8" fmla="*/ 3397674 w 5927514"/>
              <a:gd name="connsiteY8" fmla="*/ 1959507 h 2365223"/>
              <a:gd name="connsiteX9" fmla="*/ 4616874 w 5927514"/>
              <a:gd name="connsiteY9" fmla="*/ 1944267 h 2365223"/>
              <a:gd name="connsiteX10" fmla="*/ 4799754 w 5927514"/>
              <a:gd name="connsiteY10" fmla="*/ 2127147 h 2365223"/>
              <a:gd name="connsiteX11" fmla="*/ 5020734 w 5927514"/>
              <a:gd name="connsiteY11" fmla="*/ 2355747 h 2365223"/>
              <a:gd name="connsiteX12" fmla="*/ 5462694 w 5927514"/>
              <a:gd name="connsiteY12" fmla="*/ 1784247 h 2365223"/>
              <a:gd name="connsiteX13" fmla="*/ 5927514 w 5927514"/>
              <a:gd name="connsiteY13" fmla="*/ 626007 h 2365223"/>
              <a:gd name="connsiteX14" fmla="*/ 5546514 w 5927514"/>
              <a:gd name="connsiteY14" fmla="*/ 267867 h 2365223"/>
              <a:gd name="connsiteX0" fmla="*/ 0 w 5927514"/>
              <a:gd name="connsiteY0" fmla="*/ 1167 h 2365223"/>
              <a:gd name="connsiteX1" fmla="*/ 536787 w 5927514"/>
              <a:gd name="connsiteY1" fmla="*/ 447361 h 2365223"/>
              <a:gd name="connsiteX2" fmla="*/ 1309794 w 5927514"/>
              <a:gd name="connsiteY2" fmla="*/ 656487 h 2365223"/>
              <a:gd name="connsiteX3" fmla="*/ 1713654 w 5927514"/>
              <a:gd name="connsiteY3" fmla="*/ 1197507 h 2365223"/>
              <a:gd name="connsiteX4" fmla="*/ 1995594 w 5927514"/>
              <a:gd name="connsiteY4" fmla="*/ 1677567 h 2365223"/>
              <a:gd name="connsiteX5" fmla="*/ 2757594 w 5927514"/>
              <a:gd name="connsiteY5" fmla="*/ 1296567 h 2365223"/>
              <a:gd name="connsiteX6" fmla="*/ 2689014 w 5927514"/>
              <a:gd name="connsiteY6" fmla="*/ 1052727 h 2365223"/>
              <a:gd name="connsiteX7" fmla="*/ 3397674 w 5927514"/>
              <a:gd name="connsiteY7" fmla="*/ 1959507 h 2365223"/>
              <a:gd name="connsiteX8" fmla="*/ 4616874 w 5927514"/>
              <a:gd name="connsiteY8" fmla="*/ 1944267 h 2365223"/>
              <a:gd name="connsiteX9" fmla="*/ 4799754 w 5927514"/>
              <a:gd name="connsiteY9" fmla="*/ 2127147 h 2365223"/>
              <a:gd name="connsiteX10" fmla="*/ 5020734 w 5927514"/>
              <a:gd name="connsiteY10" fmla="*/ 2355747 h 2365223"/>
              <a:gd name="connsiteX11" fmla="*/ 5462694 w 5927514"/>
              <a:gd name="connsiteY11" fmla="*/ 1784247 h 2365223"/>
              <a:gd name="connsiteX12" fmla="*/ 5927514 w 5927514"/>
              <a:gd name="connsiteY12" fmla="*/ 626007 h 2365223"/>
              <a:gd name="connsiteX13" fmla="*/ 5546514 w 5927514"/>
              <a:gd name="connsiteY13" fmla="*/ 267867 h 2365223"/>
              <a:gd name="connsiteX0" fmla="*/ 0 w 5927514"/>
              <a:gd name="connsiteY0" fmla="*/ 1167 h 2365223"/>
              <a:gd name="connsiteX1" fmla="*/ 536787 w 5927514"/>
              <a:gd name="connsiteY1" fmla="*/ 447361 h 2365223"/>
              <a:gd name="connsiteX2" fmla="*/ 1309794 w 5927514"/>
              <a:gd name="connsiteY2" fmla="*/ 656487 h 2365223"/>
              <a:gd name="connsiteX3" fmla="*/ 1713654 w 5927514"/>
              <a:gd name="connsiteY3" fmla="*/ 1197507 h 2365223"/>
              <a:gd name="connsiteX4" fmla="*/ 1995594 w 5927514"/>
              <a:gd name="connsiteY4" fmla="*/ 1677567 h 2365223"/>
              <a:gd name="connsiteX5" fmla="*/ 2757594 w 5927514"/>
              <a:gd name="connsiteY5" fmla="*/ 1296567 h 2365223"/>
              <a:gd name="connsiteX6" fmla="*/ 3397674 w 5927514"/>
              <a:gd name="connsiteY6" fmla="*/ 1959507 h 2365223"/>
              <a:gd name="connsiteX7" fmla="*/ 4616874 w 5927514"/>
              <a:gd name="connsiteY7" fmla="*/ 1944267 h 2365223"/>
              <a:gd name="connsiteX8" fmla="*/ 4799754 w 5927514"/>
              <a:gd name="connsiteY8" fmla="*/ 2127147 h 2365223"/>
              <a:gd name="connsiteX9" fmla="*/ 5020734 w 5927514"/>
              <a:gd name="connsiteY9" fmla="*/ 2355747 h 2365223"/>
              <a:gd name="connsiteX10" fmla="*/ 5462694 w 5927514"/>
              <a:gd name="connsiteY10" fmla="*/ 1784247 h 2365223"/>
              <a:gd name="connsiteX11" fmla="*/ 5927514 w 5927514"/>
              <a:gd name="connsiteY11" fmla="*/ 626007 h 2365223"/>
              <a:gd name="connsiteX12" fmla="*/ 5546514 w 5927514"/>
              <a:gd name="connsiteY12" fmla="*/ 267867 h 2365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5927514" h="2365223">
                <a:moveTo>
                  <a:pt x="0" y="1167"/>
                </a:moveTo>
                <a:cubicBezTo>
                  <a:pt x="281305" y="-26773"/>
                  <a:pt x="250754" y="456674"/>
                  <a:pt x="536787" y="447361"/>
                </a:cubicBezTo>
                <a:cubicBezTo>
                  <a:pt x="822820" y="438048"/>
                  <a:pt x="1113650" y="531463"/>
                  <a:pt x="1309794" y="656487"/>
                </a:cubicBezTo>
                <a:cubicBezTo>
                  <a:pt x="1505938" y="781511"/>
                  <a:pt x="1599354" y="1027327"/>
                  <a:pt x="1713654" y="1197507"/>
                </a:cubicBezTo>
                <a:cubicBezTo>
                  <a:pt x="1827954" y="1367687"/>
                  <a:pt x="1821604" y="1661057"/>
                  <a:pt x="1995594" y="1677567"/>
                </a:cubicBezTo>
                <a:cubicBezTo>
                  <a:pt x="2169584" y="1694077"/>
                  <a:pt x="2523914" y="1249577"/>
                  <a:pt x="2757594" y="1296567"/>
                </a:cubicBezTo>
                <a:cubicBezTo>
                  <a:pt x="2991274" y="1343557"/>
                  <a:pt x="3087794" y="1851557"/>
                  <a:pt x="3397674" y="1959507"/>
                </a:cubicBezTo>
                <a:cubicBezTo>
                  <a:pt x="3707554" y="2067457"/>
                  <a:pt x="4383194" y="1916327"/>
                  <a:pt x="4616874" y="1944267"/>
                </a:cubicBezTo>
                <a:cubicBezTo>
                  <a:pt x="4850554" y="1972207"/>
                  <a:pt x="4732444" y="2058567"/>
                  <a:pt x="4799754" y="2127147"/>
                </a:cubicBezTo>
                <a:cubicBezTo>
                  <a:pt x="4867064" y="2195727"/>
                  <a:pt x="4910244" y="2412897"/>
                  <a:pt x="5020734" y="2355747"/>
                </a:cubicBezTo>
                <a:cubicBezTo>
                  <a:pt x="5131224" y="2298597"/>
                  <a:pt x="5311564" y="2072537"/>
                  <a:pt x="5462694" y="1784247"/>
                </a:cubicBezTo>
                <a:cubicBezTo>
                  <a:pt x="5613824" y="1495957"/>
                  <a:pt x="5913544" y="878737"/>
                  <a:pt x="5927514" y="626007"/>
                </a:cubicBezTo>
                <a:cubicBezTo>
                  <a:pt x="5922434" y="505357"/>
                  <a:pt x="5734474" y="386612"/>
                  <a:pt x="5546514" y="267867"/>
                </a:cubicBezTo>
              </a:path>
            </a:pathLst>
          </a:cu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05" name="Group 404"/>
          <p:cNvGrpSpPr/>
          <p:nvPr/>
        </p:nvGrpSpPr>
        <p:grpSpPr>
          <a:xfrm>
            <a:off x="1701327" y="2417475"/>
            <a:ext cx="1019833" cy="139668"/>
            <a:chOff x="9165538" y="3026720"/>
            <a:chExt cx="297308" cy="40717"/>
          </a:xfrm>
        </p:grpSpPr>
        <p:sp>
          <p:nvSpPr>
            <p:cNvPr id="406" name="Oval 405"/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07" name="Rectangle 406"/>
            <p:cNvSpPr/>
            <p:nvPr/>
          </p:nvSpPr>
          <p:spPr>
            <a:xfrm>
              <a:off x="9165538" y="3026720"/>
              <a:ext cx="256732" cy="4071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Barcelona</a:t>
              </a:r>
            </a:p>
          </p:txBody>
        </p:sp>
      </p:grpSp>
      <p:grpSp>
        <p:nvGrpSpPr>
          <p:cNvPr id="302" name="Group 301"/>
          <p:cNvGrpSpPr/>
          <p:nvPr/>
        </p:nvGrpSpPr>
        <p:grpSpPr>
          <a:xfrm>
            <a:off x="1778917" y="2579382"/>
            <a:ext cx="876189" cy="202269"/>
            <a:chOff x="9207414" y="3034883"/>
            <a:chExt cx="255432" cy="58967"/>
          </a:xfrm>
        </p:grpSpPr>
        <p:sp>
          <p:nvSpPr>
            <p:cNvPr id="303" name="Oval 302"/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4" name="Rectangle 303"/>
            <p:cNvSpPr/>
            <p:nvPr/>
          </p:nvSpPr>
          <p:spPr>
            <a:xfrm>
              <a:off x="9207414" y="3034883"/>
              <a:ext cx="241935" cy="589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Valencia</a:t>
              </a:r>
            </a:p>
          </p:txBody>
        </p:sp>
      </p:grpSp>
      <p:grpSp>
        <p:nvGrpSpPr>
          <p:cNvPr id="204" name="Group 203"/>
          <p:cNvGrpSpPr/>
          <p:nvPr/>
        </p:nvGrpSpPr>
        <p:grpSpPr>
          <a:xfrm>
            <a:off x="2443846" y="2256943"/>
            <a:ext cx="609976" cy="156826"/>
            <a:chOff x="9340914" y="3021542"/>
            <a:chExt cx="177824" cy="45719"/>
          </a:xfrm>
        </p:grpSpPr>
        <p:sp>
          <p:nvSpPr>
            <p:cNvPr id="205" name="Oval 204"/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6" name="Rectangle 205"/>
            <p:cNvSpPr/>
            <p:nvPr/>
          </p:nvSpPr>
          <p:spPr>
            <a:xfrm>
              <a:off x="9340914" y="3021542"/>
              <a:ext cx="177824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Fos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164" name="그룹 163"/>
          <p:cNvGrpSpPr/>
          <p:nvPr/>
        </p:nvGrpSpPr>
        <p:grpSpPr>
          <a:xfrm>
            <a:off x="8753052" y="2610853"/>
            <a:ext cx="848258" cy="142798"/>
            <a:chOff x="8753052" y="2610853"/>
            <a:chExt cx="848258" cy="142798"/>
          </a:xfrm>
        </p:grpSpPr>
        <p:sp>
          <p:nvSpPr>
            <p:cNvPr id="152" name="Oval 151"/>
            <p:cNvSpPr/>
            <p:nvPr/>
          </p:nvSpPr>
          <p:spPr>
            <a:xfrm flipH="1" flipV="1">
              <a:off x="8753052" y="2661632"/>
              <a:ext cx="86441" cy="74094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3" name="Rectangle 152"/>
            <p:cNvSpPr/>
            <p:nvPr/>
          </p:nvSpPr>
          <p:spPr>
            <a:xfrm>
              <a:off x="8860393" y="2610853"/>
              <a:ext cx="740917" cy="142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rgbClr val="00B05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Busan</a:t>
              </a:r>
            </a:p>
          </p:txBody>
        </p:sp>
      </p:grpSp>
      <p:grpSp>
        <p:nvGrpSpPr>
          <p:cNvPr id="166" name="Group 165"/>
          <p:cNvGrpSpPr/>
          <p:nvPr/>
        </p:nvGrpSpPr>
        <p:grpSpPr>
          <a:xfrm>
            <a:off x="7563624" y="2956003"/>
            <a:ext cx="1020550" cy="237708"/>
            <a:chOff x="7563624" y="2956003"/>
            <a:chExt cx="1020550" cy="237708"/>
          </a:xfrm>
        </p:grpSpPr>
        <p:sp>
          <p:nvSpPr>
            <p:cNvPr id="162" name="Oval 161"/>
            <p:cNvSpPr/>
            <p:nvPr/>
          </p:nvSpPr>
          <p:spPr>
            <a:xfrm flipH="1" flipV="1">
              <a:off x="8497733" y="3039596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63" name="Rectangle 162"/>
            <p:cNvSpPr/>
            <p:nvPr/>
          </p:nvSpPr>
          <p:spPr>
            <a:xfrm>
              <a:off x="7563624" y="2956003"/>
              <a:ext cx="871373" cy="2377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Ningbo</a:t>
              </a:r>
            </a:p>
          </p:txBody>
        </p:sp>
      </p:grpSp>
      <p:sp>
        <p:nvSpPr>
          <p:cNvPr id="168" name="Rectangle 167"/>
          <p:cNvSpPr/>
          <p:nvPr/>
        </p:nvSpPr>
        <p:spPr>
          <a:xfrm>
            <a:off x="7567705" y="2802137"/>
            <a:ext cx="867292" cy="21057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r"/>
            <a:r>
              <a: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rPr>
              <a:t>Shanghai</a:t>
            </a:r>
          </a:p>
        </p:txBody>
      </p:sp>
      <p:grpSp>
        <p:nvGrpSpPr>
          <p:cNvPr id="269" name="Group 268"/>
          <p:cNvGrpSpPr/>
          <p:nvPr/>
        </p:nvGrpSpPr>
        <p:grpSpPr>
          <a:xfrm>
            <a:off x="7758501" y="4529446"/>
            <a:ext cx="1046120" cy="218193"/>
            <a:chOff x="9437646" y="3035075"/>
            <a:chExt cx="304971" cy="63609"/>
          </a:xfrm>
        </p:grpSpPr>
        <p:sp>
          <p:nvSpPr>
            <p:cNvPr id="270" name="Oval 269"/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5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1" name="Rectangle 270"/>
            <p:cNvSpPr/>
            <p:nvPr/>
          </p:nvSpPr>
          <p:spPr>
            <a:xfrm>
              <a:off x="9475438" y="3035075"/>
              <a:ext cx="267179" cy="6360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Singapore</a:t>
              </a:r>
            </a:p>
          </p:txBody>
        </p:sp>
      </p:grpSp>
      <p:grpSp>
        <p:nvGrpSpPr>
          <p:cNvPr id="217" name="Group 216"/>
          <p:cNvGrpSpPr/>
          <p:nvPr/>
        </p:nvGrpSpPr>
        <p:grpSpPr>
          <a:xfrm>
            <a:off x="7591225" y="4246532"/>
            <a:ext cx="1073884" cy="270315"/>
            <a:chOff x="9437646" y="2988099"/>
            <a:chExt cx="313065" cy="78804"/>
          </a:xfrm>
        </p:grpSpPr>
        <p:sp>
          <p:nvSpPr>
            <p:cNvPr id="218" name="Oval 217"/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9" name="Rectangle 218"/>
            <p:cNvSpPr/>
            <p:nvPr/>
          </p:nvSpPr>
          <p:spPr>
            <a:xfrm>
              <a:off x="9440103" y="2988099"/>
              <a:ext cx="310608" cy="4088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Port </a:t>
              </a:r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Klang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220" name="Group 219"/>
          <p:cNvGrpSpPr/>
          <p:nvPr/>
        </p:nvGrpSpPr>
        <p:grpSpPr>
          <a:xfrm>
            <a:off x="7426503" y="2552468"/>
            <a:ext cx="978249" cy="229184"/>
            <a:chOff x="7426503" y="2552468"/>
            <a:chExt cx="978249" cy="229184"/>
          </a:xfrm>
        </p:grpSpPr>
        <p:sp>
          <p:nvSpPr>
            <p:cNvPr id="221" name="Oval 220"/>
            <p:cNvSpPr/>
            <p:nvPr/>
          </p:nvSpPr>
          <p:spPr>
            <a:xfrm flipH="1" flipV="1">
              <a:off x="8318311" y="2616861"/>
              <a:ext cx="86441" cy="74094"/>
            </a:xfrm>
            <a:prstGeom prst="ellipse">
              <a:avLst/>
            </a:prstGeom>
            <a:solidFill>
              <a:srgbClr val="BC9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2" name="Rectangle 221"/>
            <p:cNvSpPr/>
            <p:nvPr/>
          </p:nvSpPr>
          <p:spPr>
            <a:xfrm>
              <a:off x="7426503" y="2552468"/>
              <a:ext cx="872441" cy="22918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rgbClr val="BC900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Qingdao</a:t>
              </a:r>
            </a:p>
          </p:txBody>
        </p:sp>
      </p:grp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B97BD798-0AC3-4A7D-A6E7-1C09EA7F6B18}"/>
              </a:ext>
            </a:extLst>
          </p:cNvPr>
          <p:cNvGrpSpPr/>
          <p:nvPr/>
        </p:nvGrpSpPr>
        <p:grpSpPr>
          <a:xfrm>
            <a:off x="6281702" y="3209410"/>
            <a:ext cx="1881824" cy="217116"/>
            <a:chOff x="6281702" y="3209410"/>
            <a:chExt cx="1881824" cy="217116"/>
          </a:xfrm>
        </p:grpSpPr>
        <p:sp>
          <p:nvSpPr>
            <p:cNvPr id="239" name="Oval 159">
              <a:extLst>
                <a:ext uri="{FF2B5EF4-FFF2-40B4-BE49-F238E27FC236}">
                  <a16:creationId xmlns:a16="http://schemas.microsoft.com/office/drawing/2014/main" id="{A609E8CE-0BF6-468E-BD0B-934CD6DB53F3}"/>
                </a:ext>
              </a:extLst>
            </p:cNvPr>
            <p:cNvSpPr/>
            <p:nvPr/>
          </p:nvSpPr>
          <p:spPr>
            <a:xfrm flipH="1" flipV="1">
              <a:off x="8077085" y="3328754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0" name="Rectangle 160">
              <a:extLst>
                <a:ext uri="{FF2B5EF4-FFF2-40B4-BE49-F238E27FC236}">
                  <a16:creationId xmlns:a16="http://schemas.microsoft.com/office/drawing/2014/main" id="{984ECF85-0865-49E2-B710-B659C8BA3F85}"/>
                </a:ext>
              </a:extLst>
            </p:cNvPr>
            <p:cNvSpPr/>
            <p:nvPr/>
          </p:nvSpPr>
          <p:spPr>
            <a:xfrm>
              <a:off x="6281702" y="3209410"/>
              <a:ext cx="1864741" cy="21711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Guangzhou (</a:t>
              </a:r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Nansha</a:t>
              </a:r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)</a:t>
              </a:r>
            </a:p>
          </p:txBody>
        </p:sp>
      </p:grpSp>
      <p:grpSp>
        <p:nvGrpSpPr>
          <p:cNvPr id="241" name="Group 169">
            <a:extLst>
              <a:ext uri="{FF2B5EF4-FFF2-40B4-BE49-F238E27FC236}">
                <a16:creationId xmlns:a16="http://schemas.microsoft.com/office/drawing/2014/main" id="{AA28BD1D-E578-4E4E-8283-D07CD2539903}"/>
              </a:ext>
            </a:extLst>
          </p:cNvPr>
          <p:cNvGrpSpPr/>
          <p:nvPr/>
        </p:nvGrpSpPr>
        <p:grpSpPr>
          <a:xfrm>
            <a:off x="6591358" y="3399583"/>
            <a:ext cx="1705400" cy="250928"/>
            <a:chOff x="6591358" y="3399583"/>
            <a:chExt cx="1705400" cy="250928"/>
          </a:xfrm>
        </p:grpSpPr>
        <p:sp>
          <p:nvSpPr>
            <p:cNvPr id="242" name="Oval 157">
              <a:extLst>
                <a:ext uri="{FF2B5EF4-FFF2-40B4-BE49-F238E27FC236}">
                  <a16:creationId xmlns:a16="http://schemas.microsoft.com/office/drawing/2014/main" id="{EC8AA025-9A43-4DB4-9C98-B179798DB33C}"/>
                </a:ext>
              </a:extLst>
            </p:cNvPr>
            <p:cNvSpPr/>
            <p:nvPr/>
          </p:nvSpPr>
          <p:spPr>
            <a:xfrm flipH="1" flipV="1">
              <a:off x="8210317" y="3399583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3" name="Rectangle 158">
              <a:extLst>
                <a:ext uri="{FF2B5EF4-FFF2-40B4-BE49-F238E27FC236}">
                  <a16:creationId xmlns:a16="http://schemas.microsoft.com/office/drawing/2014/main" id="{B979A1A0-2760-43F8-92CF-9D063150C6D2}"/>
                </a:ext>
              </a:extLst>
            </p:cNvPr>
            <p:cNvSpPr/>
            <p:nvPr/>
          </p:nvSpPr>
          <p:spPr>
            <a:xfrm>
              <a:off x="6591358" y="3479048"/>
              <a:ext cx="1644772" cy="17146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Shenzhen</a:t>
              </a:r>
              <a:r>
                <a:rPr lang="en-US" sz="1400" b="1" dirty="0">
                  <a:solidFill>
                    <a:prstClr val="black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(</a:t>
              </a:r>
              <a:r>
                <a:rPr lang="en-US" sz="1400" b="1" dirty="0" err="1">
                  <a:solidFill>
                    <a:prstClr val="black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Shekou</a:t>
              </a:r>
              <a:r>
                <a:rPr lang="en-US" sz="1400" b="1" dirty="0">
                  <a:solidFill>
                    <a:prstClr val="black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)</a:t>
              </a:r>
              <a:endPara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244" name="Group 319">
            <a:extLst>
              <a:ext uri="{FF2B5EF4-FFF2-40B4-BE49-F238E27FC236}">
                <a16:creationId xmlns:a16="http://schemas.microsoft.com/office/drawing/2014/main" id="{3A233B59-CA1B-416D-830B-ACF2417E3294}"/>
              </a:ext>
            </a:extLst>
          </p:cNvPr>
          <p:cNvGrpSpPr/>
          <p:nvPr/>
        </p:nvGrpSpPr>
        <p:grpSpPr>
          <a:xfrm>
            <a:off x="8343894" y="3326407"/>
            <a:ext cx="1321477" cy="318001"/>
            <a:chOff x="8497733" y="3039596"/>
            <a:chExt cx="1321477" cy="318001"/>
          </a:xfrm>
        </p:grpSpPr>
        <p:sp>
          <p:nvSpPr>
            <p:cNvPr id="245" name="Oval 320">
              <a:extLst>
                <a:ext uri="{FF2B5EF4-FFF2-40B4-BE49-F238E27FC236}">
                  <a16:creationId xmlns:a16="http://schemas.microsoft.com/office/drawing/2014/main" id="{E44A60DF-9F14-4563-A1EA-041C8D54E974}"/>
                </a:ext>
              </a:extLst>
            </p:cNvPr>
            <p:cNvSpPr/>
            <p:nvPr/>
          </p:nvSpPr>
          <p:spPr>
            <a:xfrm flipH="1" flipV="1">
              <a:off x="8497733" y="3039596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6" name="Rectangle 321">
              <a:extLst>
                <a:ext uri="{FF2B5EF4-FFF2-40B4-BE49-F238E27FC236}">
                  <a16:creationId xmlns:a16="http://schemas.microsoft.com/office/drawing/2014/main" id="{C12A776E-44B3-4FFE-943D-B299AF14B872}"/>
                </a:ext>
              </a:extLst>
            </p:cNvPr>
            <p:cNvSpPr/>
            <p:nvPr/>
          </p:nvSpPr>
          <p:spPr>
            <a:xfrm>
              <a:off x="8991981" y="3181008"/>
              <a:ext cx="827229" cy="17658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Xiamen</a:t>
              </a:r>
            </a:p>
          </p:txBody>
        </p:sp>
      </p:grpSp>
      <p:cxnSp>
        <p:nvCxnSpPr>
          <p:cNvPr id="247" name="직선 연결선 246">
            <a:extLst>
              <a:ext uri="{FF2B5EF4-FFF2-40B4-BE49-F238E27FC236}">
                <a16:creationId xmlns:a16="http://schemas.microsoft.com/office/drawing/2014/main" id="{F7D55C06-A485-4F05-9A59-28241E10360C}"/>
              </a:ext>
            </a:extLst>
          </p:cNvPr>
          <p:cNvCxnSpPr>
            <a:cxnSpLocks/>
          </p:cNvCxnSpPr>
          <p:nvPr/>
        </p:nvCxnSpPr>
        <p:spPr>
          <a:xfrm>
            <a:off x="8380764" y="3362401"/>
            <a:ext cx="611634" cy="18459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5" name="Group 389">
            <a:extLst>
              <a:ext uri="{FF2B5EF4-FFF2-40B4-BE49-F238E27FC236}">
                <a16:creationId xmlns:a16="http://schemas.microsoft.com/office/drawing/2014/main" id="{C6B41FEB-480A-446F-BE98-309C24735842}"/>
              </a:ext>
            </a:extLst>
          </p:cNvPr>
          <p:cNvGrpSpPr/>
          <p:nvPr/>
        </p:nvGrpSpPr>
        <p:grpSpPr>
          <a:xfrm>
            <a:off x="2966235" y="2795013"/>
            <a:ext cx="984655" cy="272535"/>
            <a:chOff x="9337655" y="3045473"/>
            <a:chExt cx="287053" cy="79451"/>
          </a:xfrm>
        </p:grpSpPr>
        <p:sp>
          <p:nvSpPr>
            <p:cNvPr id="236" name="Oval 390">
              <a:extLst>
                <a:ext uri="{FF2B5EF4-FFF2-40B4-BE49-F238E27FC236}">
                  <a16:creationId xmlns:a16="http://schemas.microsoft.com/office/drawing/2014/main" id="{BE2D8815-5322-4FED-914C-88AD785DE9F5}"/>
                </a:ext>
              </a:extLst>
            </p:cNvPr>
            <p:cNvSpPr/>
            <p:nvPr/>
          </p:nvSpPr>
          <p:spPr>
            <a:xfrm flipH="1" flipV="1">
              <a:off x="9437646" y="304547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BC8F00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7" name="Rectangle 391">
              <a:extLst>
                <a:ext uri="{FF2B5EF4-FFF2-40B4-BE49-F238E27FC236}">
                  <a16:creationId xmlns:a16="http://schemas.microsoft.com/office/drawing/2014/main" id="{FAE64E25-DE64-48F9-8B83-84F638148C30}"/>
                </a:ext>
              </a:extLst>
            </p:cNvPr>
            <p:cNvSpPr/>
            <p:nvPr/>
          </p:nvSpPr>
          <p:spPr>
            <a:xfrm>
              <a:off x="9337655" y="3064885"/>
              <a:ext cx="287053" cy="6003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lvl="0">
                <a:defRPr/>
              </a:pPr>
              <a:r>
                <a:rPr lang="en-US" altLang="ko-KR" sz="1400" b="1" dirty="0" err="1">
                  <a:solidFill>
                    <a:schemeClr val="tx1"/>
                  </a:solidFill>
                  <a:latin typeface="Arial"/>
                </a:rPr>
                <a:t>Marxaxlokk</a:t>
              </a:r>
              <a:endParaRPr lang="en-US" altLang="ko-KR" sz="1400" b="1" dirty="0">
                <a:solidFill>
                  <a:schemeClr val="tx1"/>
                </a:solidFill>
                <a:latin typeface="Arial"/>
              </a:endParaRPr>
            </a:p>
          </p:txBody>
        </p:sp>
      </p:grpSp>
      <p:grpSp>
        <p:nvGrpSpPr>
          <p:cNvPr id="251" name="그룹 250">
            <a:extLst>
              <a:ext uri="{FF2B5EF4-FFF2-40B4-BE49-F238E27FC236}">
                <a16:creationId xmlns:a16="http://schemas.microsoft.com/office/drawing/2014/main" id="{4639E5A5-01F1-4FF1-BFF6-BD0E55161252}"/>
              </a:ext>
            </a:extLst>
          </p:cNvPr>
          <p:cNvGrpSpPr/>
          <p:nvPr/>
        </p:nvGrpSpPr>
        <p:grpSpPr>
          <a:xfrm>
            <a:off x="6066607" y="3767848"/>
            <a:ext cx="197643" cy="261610"/>
            <a:chOff x="1477817" y="2788120"/>
            <a:chExt cx="197643" cy="261610"/>
          </a:xfrm>
        </p:grpSpPr>
        <p:sp>
          <p:nvSpPr>
            <p:cNvPr id="252" name="타원 251">
              <a:extLst>
                <a:ext uri="{FF2B5EF4-FFF2-40B4-BE49-F238E27FC236}">
                  <a16:creationId xmlns:a16="http://schemas.microsoft.com/office/drawing/2014/main" id="{91965103-0630-427F-B5DC-203799CCB08E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CBDFC57F-2CE0-405E-8DF3-8BE66389E978}"/>
                </a:ext>
              </a:extLst>
            </p:cNvPr>
            <p:cNvSpPr txBox="1"/>
            <p:nvPr/>
          </p:nvSpPr>
          <p:spPr>
            <a:xfrm>
              <a:off x="1553777" y="278812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2</a:t>
              </a:r>
              <a:endParaRPr lang="ko-KR" altLang="en-US" sz="1100" b="1" dirty="0">
                <a:solidFill>
                  <a:schemeClr val="bg1"/>
                </a:solidFill>
                <a:latin typeface="Arial" pitchFamily="34" charset="0"/>
                <a:ea typeface="HY견고딕" pitchFamily="18" charset="-127"/>
                <a:cs typeface="Arial" pitchFamily="34" charset="0"/>
              </a:endParaRPr>
            </a:p>
          </p:txBody>
        </p:sp>
      </p:grpSp>
      <p:sp>
        <p:nvSpPr>
          <p:cNvPr id="227" name="이등변 삼각형 226">
            <a:extLst>
              <a:ext uri="{FF2B5EF4-FFF2-40B4-BE49-F238E27FC236}">
                <a16:creationId xmlns:a16="http://schemas.microsoft.com/office/drawing/2014/main" id="{00026A04-68CD-4F47-9B17-E9CDCE4B9F78}"/>
              </a:ext>
            </a:extLst>
          </p:cNvPr>
          <p:cNvSpPr/>
          <p:nvPr/>
        </p:nvSpPr>
        <p:spPr>
          <a:xfrm rot="9103279">
            <a:off x="5806785" y="3947146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28" name="Table 205">
            <a:extLst>
              <a:ext uri="{FF2B5EF4-FFF2-40B4-BE49-F238E27FC236}">
                <a16:creationId xmlns:a16="http://schemas.microsoft.com/office/drawing/2014/main" id="{6A0245DA-6992-4B5C-9170-23ED1C5F2FE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753634" y="5166000"/>
          <a:ext cx="8684732" cy="15867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9599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51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60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7063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55089"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Carriers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Dur</a:t>
                      </a:r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Freq.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Ships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Rotation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316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OCEAN Alliance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altLang="ko-KR" sz="1200" b="1" i="0" u="none" strike="noStrike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11 x 15,277 teu</a:t>
                      </a:r>
                      <a:endParaRPr lang="pt-BR" altLang="ko-KR" sz="1200" b="1" i="0" u="none" strike="noStrike" dirty="0">
                        <a:solidFill>
                          <a:schemeClr val="tx1"/>
                        </a:solidFill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dirty="0">
                          <a:solidFill>
                            <a:srgbClr val="BC8F00"/>
                          </a:solidFill>
                          <a:effectLst/>
                          <a:latin typeface="Arial"/>
                        </a:rPr>
                        <a:t> Qingdao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</a:t>
                      </a:r>
                      <a:r>
                        <a:rPr lang="en-US" altLang="ko-KR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/>
                        </a:rPr>
                        <a:t>Busan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Shanghai, Ningbo, Xiamen,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Nansha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Shekou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</a:t>
                      </a:r>
                      <a:b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</a:b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 Singapore, Valencia, Barcelona,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Fos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Marsaxlokk, Port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Klang</a:t>
                      </a:r>
                      <a:b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</a:b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 </a:t>
                      </a:r>
                      <a:r>
                        <a:rPr lang="en-US" altLang="ko-KR" sz="1200" b="1" i="0" u="none" strike="noStrike" dirty="0">
                          <a:solidFill>
                            <a:srgbClr val="BC8F00"/>
                          </a:solidFill>
                          <a:effectLst/>
                          <a:latin typeface="Arial"/>
                        </a:rPr>
                        <a:t>Qingdao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29" name="표 228">
            <a:extLst>
              <a:ext uri="{FF2B5EF4-FFF2-40B4-BE49-F238E27FC236}">
                <a16:creationId xmlns:a16="http://schemas.microsoft.com/office/drawing/2014/main" id="{093F52C7-0287-4700-9486-87989D6901F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9766800" y="1029600"/>
          <a:ext cx="1963806" cy="11067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125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12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704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Terminal</a:t>
                      </a: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BNCT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Weekly throughput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5,300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Schedule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Fri ~ Sat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B3339F88-6130-4BDF-9810-59ABD1C04EA1}"/>
              </a:ext>
            </a:extLst>
          </p:cNvPr>
          <p:cNvGrpSpPr/>
          <p:nvPr/>
        </p:nvGrpSpPr>
        <p:grpSpPr>
          <a:xfrm>
            <a:off x="8580404" y="2387809"/>
            <a:ext cx="197643" cy="261610"/>
            <a:chOff x="1477817" y="2788600"/>
            <a:chExt cx="197643" cy="261610"/>
          </a:xfrm>
        </p:grpSpPr>
        <p:sp>
          <p:nvSpPr>
            <p:cNvPr id="225" name="타원 224">
              <a:extLst>
                <a:ext uri="{FF2B5EF4-FFF2-40B4-BE49-F238E27FC236}">
                  <a16:creationId xmlns:a16="http://schemas.microsoft.com/office/drawing/2014/main" id="{70B681D8-3C9E-478C-8B3E-37C34346B001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3494B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4DE6DFFA-7A7A-48B3-91F1-72385839488D}"/>
                </a:ext>
              </a:extLst>
            </p:cNvPr>
            <p:cNvSpPr txBox="1"/>
            <p:nvPr/>
          </p:nvSpPr>
          <p:spPr>
            <a:xfrm>
              <a:off x="1548397" y="278860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1</a:t>
              </a:r>
              <a:endParaRPr lang="ko-KR" altLang="en-US" sz="1100" b="1" dirty="0">
                <a:solidFill>
                  <a:schemeClr val="bg1"/>
                </a:solidFill>
                <a:latin typeface="Arial" pitchFamily="34" charset="0"/>
                <a:ea typeface="HY견고딕" pitchFamily="18" charset="-127"/>
                <a:cs typeface="Arial" pitchFamily="34" charset="0"/>
              </a:endParaRPr>
            </a:p>
          </p:txBody>
        </p:sp>
      </p:grpSp>
      <p:sp>
        <p:nvSpPr>
          <p:cNvPr id="231" name="이등변 삼각형 230">
            <a:extLst>
              <a:ext uri="{FF2B5EF4-FFF2-40B4-BE49-F238E27FC236}">
                <a16:creationId xmlns:a16="http://schemas.microsoft.com/office/drawing/2014/main" id="{1206641B-59FB-4FA9-93AD-C5CDDEB31CC2}"/>
              </a:ext>
            </a:extLst>
          </p:cNvPr>
          <p:cNvSpPr/>
          <p:nvPr/>
        </p:nvSpPr>
        <p:spPr>
          <a:xfrm rot="11010580">
            <a:off x="5527376" y="4215576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2" name="이등변 삼각형 231">
            <a:extLst>
              <a:ext uri="{FF2B5EF4-FFF2-40B4-BE49-F238E27FC236}">
                <a16:creationId xmlns:a16="http://schemas.microsoft.com/office/drawing/2014/main" id="{4A03D34D-210B-4D54-B6AC-523AD4FF040A}"/>
              </a:ext>
            </a:extLst>
          </p:cNvPr>
          <p:cNvSpPr/>
          <p:nvPr/>
        </p:nvSpPr>
        <p:spPr>
          <a:xfrm rot="16200000">
            <a:off x="2810910" y="2588321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0177435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92729" y="-980531"/>
            <a:ext cx="8392671" cy="7419187"/>
            <a:chOff x="5252640" y="899069"/>
            <a:chExt cx="5141471" cy="4545100"/>
          </a:xfrm>
        </p:grpSpPr>
        <p:sp>
          <p:nvSpPr>
            <p:cNvPr id="3" name="Freeform 88"/>
            <p:cNvSpPr>
              <a:spLocks/>
            </p:cNvSpPr>
            <p:nvPr/>
          </p:nvSpPr>
          <p:spPr bwMode="auto">
            <a:xfrm>
              <a:off x="5849010" y="3287085"/>
              <a:ext cx="63444" cy="63444"/>
            </a:xfrm>
            <a:custGeom>
              <a:avLst/>
              <a:gdLst>
                <a:gd name="T0" fmla="*/ 14 w 25"/>
                <a:gd name="T1" fmla="*/ 0 h 25"/>
                <a:gd name="T2" fmla="*/ 18 w 25"/>
                <a:gd name="T3" fmla="*/ 1 h 25"/>
                <a:gd name="T4" fmla="*/ 20 w 25"/>
                <a:gd name="T5" fmla="*/ 3 h 25"/>
                <a:gd name="T6" fmla="*/ 23 w 25"/>
                <a:gd name="T7" fmla="*/ 5 h 25"/>
                <a:gd name="T8" fmla="*/ 25 w 25"/>
                <a:gd name="T9" fmla="*/ 9 h 25"/>
                <a:gd name="T10" fmla="*/ 25 w 25"/>
                <a:gd name="T11" fmla="*/ 13 h 25"/>
                <a:gd name="T12" fmla="*/ 25 w 25"/>
                <a:gd name="T13" fmla="*/ 17 h 25"/>
                <a:gd name="T14" fmla="*/ 23 w 25"/>
                <a:gd name="T15" fmla="*/ 21 h 25"/>
                <a:gd name="T16" fmla="*/ 20 w 25"/>
                <a:gd name="T17" fmla="*/ 24 h 25"/>
                <a:gd name="T18" fmla="*/ 18 w 25"/>
                <a:gd name="T19" fmla="*/ 25 h 25"/>
                <a:gd name="T20" fmla="*/ 14 w 25"/>
                <a:gd name="T21" fmla="*/ 25 h 25"/>
                <a:gd name="T22" fmla="*/ 8 w 25"/>
                <a:gd name="T23" fmla="*/ 25 h 25"/>
                <a:gd name="T24" fmla="*/ 6 w 25"/>
                <a:gd name="T25" fmla="*/ 24 h 25"/>
                <a:gd name="T26" fmla="*/ 3 w 25"/>
                <a:gd name="T27" fmla="*/ 21 h 25"/>
                <a:gd name="T28" fmla="*/ 0 w 25"/>
                <a:gd name="T29" fmla="*/ 17 h 25"/>
                <a:gd name="T30" fmla="*/ 0 w 25"/>
                <a:gd name="T31" fmla="*/ 13 h 25"/>
                <a:gd name="T32" fmla="*/ 0 w 25"/>
                <a:gd name="T33" fmla="*/ 9 h 25"/>
                <a:gd name="T34" fmla="*/ 3 w 25"/>
                <a:gd name="T35" fmla="*/ 5 h 25"/>
                <a:gd name="T36" fmla="*/ 6 w 25"/>
                <a:gd name="T37" fmla="*/ 3 h 25"/>
                <a:gd name="T38" fmla="*/ 8 w 25"/>
                <a:gd name="T39" fmla="*/ 1 h 25"/>
                <a:gd name="T40" fmla="*/ 14 w 25"/>
                <a:gd name="T4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18" y="1"/>
                  </a:lnTo>
                  <a:lnTo>
                    <a:pt x="20" y="3"/>
                  </a:lnTo>
                  <a:lnTo>
                    <a:pt x="23" y="5"/>
                  </a:lnTo>
                  <a:lnTo>
                    <a:pt x="25" y="9"/>
                  </a:lnTo>
                  <a:lnTo>
                    <a:pt x="25" y="13"/>
                  </a:lnTo>
                  <a:lnTo>
                    <a:pt x="25" y="17"/>
                  </a:lnTo>
                  <a:lnTo>
                    <a:pt x="23" y="21"/>
                  </a:lnTo>
                  <a:lnTo>
                    <a:pt x="20" y="24"/>
                  </a:lnTo>
                  <a:lnTo>
                    <a:pt x="18" y="25"/>
                  </a:lnTo>
                  <a:lnTo>
                    <a:pt x="14" y="25"/>
                  </a:lnTo>
                  <a:lnTo>
                    <a:pt x="8" y="25"/>
                  </a:lnTo>
                  <a:lnTo>
                    <a:pt x="6" y="24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3" y="5"/>
                  </a:lnTo>
                  <a:lnTo>
                    <a:pt x="6" y="3"/>
                  </a:lnTo>
                  <a:lnTo>
                    <a:pt x="8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" name="Freeform 89"/>
            <p:cNvSpPr>
              <a:spLocks noEditPoints="1"/>
            </p:cNvSpPr>
            <p:nvPr/>
          </p:nvSpPr>
          <p:spPr bwMode="auto">
            <a:xfrm>
              <a:off x="5816020" y="3256632"/>
              <a:ext cx="131963" cy="126887"/>
            </a:xfrm>
            <a:custGeom>
              <a:avLst/>
              <a:gdLst>
                <a:gd name="T0" fmla="*/ 27 w 52"/>
                <a:gd name="T1" fmla="*/ 12 h 50"/>
                <a:gd name="T2" fmla="*/ 21 w 52"/>
                <a:gd name="T3" fmla="*/ 13 h 50"/>
                <a:gd name="T4" fmla="*/ 19 w 52"/>
                <a:gd name="T5" fmla="*/ 15 h 50"/>
                <a:gd name="T6" fmla="*/ 16 w 52"/>
                <a:gd name="T7" fmla="*/ 17 h 50"/>
                <a:gd name="T8" fmla="*/ 13 w 52"/>
                <a:gd name="T9" fmla="*/ 21 h 50"/>
                <a:gd name="T10" fmla="*/ 13 w 52"/>
                <a:gd name="T11" fmla="*/ 25 h 50"/>
                <a:gd name="T12" fmla="*/ 13 w 52"/>
                <a:gd name="T13" fmla="*/ 29 h 50"/>
                <a:gd name="T14" fmla="*/ 16 w 52"/>
                <a:gd name="T15" fmla="*/ 33 h 50"/>
                <a:gd name="T16" fmla="*/ 19 w 52"/>
                <a:gd name="T17" fmla="*/ 36 h 50"/>
                <a:gd name="T18" fmla="*/ 21 w 52"/>
                <a:gd name="T19" fmla="*/ 37 h 50"/>
                <a:gd name="T20" fmla="*/ 27 w 52"/>
                <a:gd name="T21" fmla="*/ 37 h 50"/>
                <a:gd name="T22" fmla="*/ 31 w 52"/>
                <a:gd name="T23" fmla="*/ 37 h 50"/>
                <a:gd name="T24" fmla="*/ 33 w 52"/>
                <a:gd name="T25" fmla="*/ 36 h 50"/>
                <a:gd name="T26" fmla="*/ 36 w 52"/>
                <a:gd name="T27" fmla="*/ 33 h 50"/>
                <a:gd name="T28" fmla="*/ 38 w 52"/>
                <a:gd name="T29" fmla="*/ 29 h 50"/>
                <a:gd name="T30" fmla="*/ 38 w 52"/>
                <a:gd name="T31" fmla="*/ 25 h 50"/>
                <a:gd name="T32" fmla="*/ 38 w 52"/>
                <a:gd name="T33" fmla="*/ 21 h 50"/>
                <a:gd name="T34" fmla="*/ 36 w 52"/>
                <a:gd name="T35" fmla="*/ 17 h 50"/>
                <a:gd name="T36" fmla="*/ 33 w 52"/>
                <a:gd name="T37" fmla="*/ 15 h 50"/>
                <a:gd name="T38" fmla="*/ 31 w 52"/>
                <a:gd name="T39" fmla="*/ 13 h 50"/>
                <a:gd name="T40" fmla="*/ 27 w 52"/>
                <a:gd name="T41" fmla="*/ 12 h 50"/>
                <a:gd name="T42" fmla="*/ 27 w 52"/>
                <a:gd name="T43" fmla="*/ 0 h 50"/>
                <a:gd name="T44" fmla="*/ 38 w 52"/>
                <a:gd name="T45" fmla="*/ 3 h 50"/>
                <a:gd name="T46" fmla="*/ 48 w 52"/>
                <a:gd name="T47" fmla="*/ 12 h 50"/>
                <a:gd name="T48" fmla="*/ 52 w 52"/>
                <a:gd name="T49" fmla="*/ 25 h 50"/>
                <a:gd name="T50" fmla="*/ 48 w 52"/>
                <a:gd name="T51" fmla="*/ 38 h 50"/>
                <a:gd name="T52" fmla="*/ 38 w 52"/>
                <a:gd name="T53" fmla="*/ 46 h 50"/>
                <a:gd name="T54" fmla="*/ 27 w 52"/>
                <a:gd name="T55" fmla="*/ 50 h 50"/>
                <a:gd name="T56" fmla="*/ 13 w 52"/>
                <a:gd name="T57" fmla="*/ 46 h 50"/>
                <a:gd name="T58" fmla="*/ 4 w 52"/>
                <a:gd name="T59" fmla="*/ 38 h 50"/>
                <a:gd name="T60" fmla="*/ 0 w 52"/>
                <a:gd name="T61" fmla="*/ 25 h 50"/>
                <a:gd name="T62" fmla="*/ 4 w 52"/>
                <a:gd name="T63" fmla="*/ 12 h 50"/>
                <a:gd name="T64" fmla="*/ 13 w 52"/>
                <a:gd name="T65" fmla="*/ 3 h 50"/>
                <a:gd name="T66" fmla="*/ 27 w 52"/>
                <a:gd name="T6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0">
                  <a:moveTo>
                    <a:pt x="27" y="12"/>
                  </a:moveTo>
                  <a:lnTo>
                    <a:pt x="21" y="13"/>
                  </a:lnTo>
                  <a:lnTo>
                    <a:pt x="19" y="15"/>
                  </a:lnTo>
                  <a:lnTo>
                    <a:pt x="16" y="17"/>
                  </a:lnTo>
                  <a:lnTo>
                    <a:pt x="13" y="21"/>
                  </a:lnTo>
                  <a:lnTo>
                    <a:pt x="13" y="25"/>
                  </a:lnTo>
                  <a:lnTo>
                    <a:pt x="13" y="29"/>
                  </a:lnTo>
                  <a:lnTo>
                    <a:pt x="16" y="33"/>
                  </a:lnTo>
                  <a:lnTo>
                    <a:pt x="19" y="36"/>
                  </a:lnTo>
                  <a:lnTo>
                    <a:pt x="21" y="37"/>
                  </a:lnTo>
                  <a:lnTo>
                    <a:pt x="27" y="37"/>
                  </a:lnTo>
                  <a:lnTo>
                    <a:pt x="31" y="37"/>
                  </a:lnTo>
                  <a:lnTo>
                    <a:pt x="33" y="36"/>
                  </a:lnTo>
                  <a:lnTo>
                    <a:pt x="36" y="33"/>
                  </a:lnTo>
                  <a:lnTo>
                    <a:pt x="38" y="29"/>
                  </a:lnTo>
                  <a:lnTo>
                    <a:pt x="38" y="25"/>
                  </a:lnTo>
                  <a:lnTo>
                    <a:pt x="38" y="21"/>
                  </a:lnTo>
                  <a:lnTo>
                    <a:pt x="36" y="17"/>
                  </a:lnTo>
                  <a:lnTo>
                    <a:pt x="33" y="15"/>
                  </a:lnTo>
                  <a:lnTo>
                    <a:pt x="31" y="13"/>
                  </a:lnTo>
                  <a:lnTo>
                    <a:pt x="27" y="12"/>
                  </a:lnTo>
                  <a:close/>
                  <a:moveTo>
                    <a:pt x="27" y="0"/>
                  </a:moveTo>
                  <a:lnTo>
                    <a:pt x="38" y="3"/>
                  </a:lnTo>
                  <a:lnTo>
                    <a:pt x="48" y="12"/>
                  </a:lnTo>
                  <a:lnTo>
                    <a:pt x="52" y="25"/>
                  </a:lnTo>
                  <a:lnTo>
                    <a:pt x="48" y="38"/>
                  </a:lnTo>
                  <a:lnTo>
                    <a:pt x="38" y="46"/>
                  </a:lnTo>
                  <a:lnTo>
                    <a:pt x="27" y="50"/>
                  </a:lnTo>
                  <a:lnTo>
                    <a:pt x="13" y="46"/>
                  </a:lnTo>
                  <a:lnTo>
                    <a:pt x="4" y="38"/>
                  </a:lnTo>
                  <a:lnTo>
                    <a:pt x="0" y="25"/>
                  </a:lnTo>
                  <a:lnTo>
                    <a:pt x="4" y="12"/>
                  </a:lnTo>
                  <a:lnTo>
                    <a:pt x="13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" name="Freeform 90"/>
            <p:cNvSpPr>
              <a:spLocks noEditPoints="1"/>
            </p:cNvSpPr>
            <p:nvPr/>
          </p:nvSpPr>
          <p:spPr bwMode="auto">
            <a:xfrm>
              <a:off x="5783029" y="3223641"/>
              <a:ext cx="197944" cy="192869"/>
            </a:xfrm>
            <a:custGeom>
              <a:avLst/>
              <a:gdLst>
                <a:gd name="T0" fmla="*/ 40 w 78"/>
                <a:gd name="T1" fmla="*/ 13 h 76"/>
                <a:gd name="T2" fmla="*/ 26 w 78"/>
                <a:gd name="T3" fmla="*/ 16 h 76"/>
                <a:gd name="T4" fmla="*/ 17 w 78"/>
                <a:gd name="T5" fmla="*/ 25 h 76"/>
                <a:gd name="T6" fmla="*/ 13 w 78"/>
                <a:gd name="T7" fmla="*/ 38 h 76"/>
                <a:gd name="T8" fmla="*/ 17 w 78"/>
                <a:gd name="T9" fmla="*/ 51 h 76"/>
                <a:gd name="T10" fmla="*/ 26 w 78"/>
                <a:gd name="T11" fmla="*/ 59 h 76"/>
                <a:gd name="T12" fmla="*/ 40 w 78"/>
                <a:gd name="T13" fmla="*/ 63 h 76"/>
                <a:gd name="T14" fmla="*/ 51 w 78"/>
                <a:gd name="T15" fmla="*/ 59 h 76"/>
                <a:gd name="T16" fmla="*/ 61 w 78"/>
                <a:gd name="T17" fmla="*/ 51 h 76"/>
                <a:gd name="T18" fmla="*/ 65 w 78"/>
                <a:gd name="T19" fmla="*/ 38 h 76"/>
                <a:gd name="T20" fmla="*/ 61 w 78"/>
                <a:gd name="T21" fmla="*/ 25 h 76"/>
                <a:gd name="T22" fmla="*/ 51 w 78"/>
                <a:gd name="T23" fmla="*/ 16 h 76"/>
                <a:gd name="T24" fmla="*/ 40 w 78"/>
                <a:gd name="T25" fmla="*/ 13 h 76"/>
                <a:gd name="T26" fmla="*/ 40 w 78"/>
                <a:gd name="T27" fmla="*/ 0 h 76"/>
                <a:gd name="T28" fmla="*/ 54 w 78"/>
                <a:gd name="T29" fmla="*/ 3 h 76"/>
                <a:gd name="T30" fmla="*/ 66 w 78"/>
                <a:gd name="T31" fmla="*/ 10 h 76"/>
                <a:gd name="T32" fmla="*/ 74 w 78"/>
                <a:gd name="T33" fmla="*/ 24 h 76"/>
                <a:gd name="T34" fmla="*/ 78 w 78"/>
                <a:gd name="T35" fmla="*/ 38 h 76"/>
                <a:gd name="T36" fmla="*/ 74 w 78"/>
                <a:gd name="T37" fmla="*/ 53 h 76"/>
                <a:gd name="T38" fmla="*/ 66 w 78"/>
                <a:gd name="T39" fmla="*/ 64 h 76"/>
                <a:gd name="T40" fmla="*/ 54 w 78"/>
                <a:gd name="T41" fmla="*/ 72 h 76"/>
                <a:gd name="T42" fmla="*/ 40 w 78"/>
                <a:gd name="T43" fmla="*/ 76 h 76"/>
                <a:gd name="T44" fmla="*/ 24 w 78"/>
                <a:gd name="T45" fmla="*/ 72 h 76"/>
                <a:gd name="T46" fmla="*/ 12 w 78"/>
                <a:gd name="T47" fmla="*/ 64 h 76"/>
                <a:gd name="T48" fmla="*/ 4 w 78"/>
                <a:gd name="T49" fmla="*/ 53 h 76"/>
                <a:gd name="T50" fmla="*/ 0 w 78"/>
                <a:gd name="T51" fmla="*/ 38 h 76"/>
                <a:gd name="T52" fmla="*/ 4 w 78"/>
                <a:gd name="T53" fmla="*/ 24 h 76"/>
                <a:gd name="T54" fmla="*/ 12 w 78"/>
                <a:gd name="T55" fmla="*/ 10 h 76"/>
                <a:gd name="T56" fmla="*/ 24 w 78"/>
                <a:gd name="T57" fmla="*/ 3 h 76"/>
                <a:gd name="T58" fmla="*/ 40 w 78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8" h="76">
                  <a:moveTo>
                    <a:pt x="40" y="13"/>
                  </a:moveTo>
                  <a:lnTo>
                    <a:pt x="26" y="16"/>
                  </a:lnTo>
                  <a:lnTo>
                    <a:pt x="17" y="25"/>
                  </a:lnTo>
                  <a:lnTo>
                    <a:pt x="13" y="38"/>
                  </a:lnTo>
                  <a:lnTo>
                    <a:pt x="17" y="51"/>
                  </a:lnTo>
                  <a:lnTo>
                    <a:pt x="26" y="59"/>
                  </a:lnTo>
                  <a:lnTo>
                    <a:pt x="40" y="63"/>
                  </a:lnTo>
                  <a:lnTo>
                    <a:pt x="51" y="59"/>
                  </a:lnTo>
                  <a:lnTo>
                    <a:pt x="61" y="51"/>
                  </a:lnTo>
                  <a:lnTo>
                    <a:pt x="65" y="38"/>
                  </a:lnTo>
                  <a:lnTo>
                    <a:pt x="61" y="25"/>
                  </a:lnTo>
                  <a:lnTo>
                    <a:pt x="51" y="16"/>
                  </a:lnTo>
                  <a:lnTo>
                    <a:pt x="40" y="13"/>
                  </a:lnTo>
                  <a:close/>
                  <a:moveTo>
                    <a:pt x="40" y="0"/>
                  </a:moveTo>
                  <a:lnTo>
                    <a:pt x="54" y="3"/>
                  </a:lnTo>
                  <a:lnTo>
                    <a:pt x="66" y="10"/>
                  </a:lnTo>
                  <a:lnTo>
                    <a:pt x="74" y="24"/>
                  </a:lnTo>
                  <a:lnTo>
                    <a:pt x="78" y="38"/>
                  </a:lnTo>
                  <a:lnTo>
                    <a:pt x="74" y="53"/>
                  </a:lnTo>
                  <a:lnTo>
                    <a:pt x="66" y="64"/>
                  </a:lnTo>
                  <a:lnTo>
                    <a:pt x="54" y="72"/>
                  </a:lnTo>
                  <a:lnTo>
                    <a:pt x="40" y="76"/>
                  </a:lnTo>
                  <a:lnTo>
                    <a:pt x="24" y="72"/>
                  </a:lnTo>
                  <a:lnTo>
                    <a:pt x="12" y="64"/>
                  </a:lnTo>
                  <a:lnTo>
                    <a:pt x="4" y="53"/>
                  </a:lnTo>
                  <a:lnTo>
                    <a:pt x="0" y="38"/>
                  </a:lnTo>
                  <a:lnTo>
                    <a:pt x="4" y="24"/>
                  </a:lnTo>
                  <a:lnTo>
                    <a:pt x="12" y="10"/>
                  </a:lnTo>
                  <a:lnTo>
                    <a:pt x="24" y="3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" name="Freeform 335"/>
            <p:cNvSpPr>
              <a:spLocks/>
            </p:cNvSpPr>
            <p:nvPr/>
          </p:nvSpPr>
          <p:spPr bwMode="auto">
            <a:xfrm>
              <a:off x="7122958" y="4738675"/>
              <a:ext cx="10151" cy="15226"/>
            </a:xfrm>
            <a:custGeom>
              <a:avLst/>
              <a:gdLst>
                <a:gd name="T0" fmla="*/ 3 w 4"/>
                <a:gd name="T1" fmla="*/ 0 h 6"/>
                <a:gd name="T2" fmla="*/ 4 w 4"/>
                <a:gd name="T3" fmla="*/ 2 h 6"/>
                <a:gd name="T4" fmla="*/ 1 w 4"/>
                <a:gd name="T5" fmla="*/ 6 h 6"/>
                <a:gd name="T6" fmla="*/ 0 w 4"/>
                <a:gd name="T7" fmla="*/ 4 h 6"/>
                <a:gd name="T8" fmla="*/ 1 w 4"/>
                <a:gd name="T9" fmla="*/ 3 h 6"/>
                <a:gd name="T10" fmla="*/ 1 w 4"/>
                <a:gd name="T11" fmla="*/ 0 h 6"/>
                <a:gd name="T12" fmla="*/ 3 w 4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lnTo>
                    <a:pt x="4" y="2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" name="Freeform 336"/>
            <p:cNvSpPr>
              <a:spLocks noEditPoints="1"/>
            </p:cNvSpPr>
            <p:nvPr/>
          </p:nvSpPr>
          <p:spPr bwMode="auto">
            <a:xfrm>
              <a:off x="7067128" y="4695534"/>
              <a:ext cx="45679" cy="38067"/>
            </a:xfrm>
            <a:custGeom>
              <a:avLst/>
              <a:gdLst>
                <a:gd name="T0" fmla="*/ 4 w 18"/>
                <a:gd name="T1" fmla="*/ 13 h 15"/>
                <a:gd name="T2" fmla="*/ 5 w 18"/>
                <a:gd name="T3" fmla="*/ 13 h 15"/>
                <a:gd name="T4" fmla="*/ 6 w 18"/>
                <a:gd name="T5" fmla="*/ 15 h 15"/>
                <a:gd name="T6" fmla="*/ 5 w 18"/>
                <a:gd name="T7" fmla="*/ 15 h 15"/>
                <a:gd name="T8" fmla="*/ 4 w 18"/>
                <a:gd name="T9" fmla="*/ 13 h 15"/>
                <a:gd name="T10" fmla="*/ 4 w 18"/>
                <a:gd name="T11" fmla="*/ 13 h 15"/>
                <a:gd name="T12" fmla="*/ 17 w 18"/>
                <a:gd name="T13" fmla="*/ 11 h 15"/>
                <a:gd name="T14" fmla="*/ 18 w 18"/>
                <a:gd name="T15" fmla="*/ 13 h 15"/>
                <a:gd name="T16" fmla="*/ 17 w 18"/>
                <a:gd name="T17" fmla="*/ 15 h 15"/>
                <a:gd name="T18" fmla="*/ 16 w 18"/>
                <a:gd name="T19" fmla="*/ 13 h 15"/>
                <a:gd name="T20" fmla="*/ 13 w 18"/>
                <a:gd name="T21" fmla="*/ 12 h 15"/>
                <a:gd name="T22" fmla="*/ 16 w 18"/>
                <a:gd name="T23" fmla="*/ 12 h 15"/>
                <a:gd name="T24" fmla="*/ 17 w 18"/>
                <a:gd name="T25" fmla="*/ 11 h 15"/>
                <a:gd name="T26" fmla="*/ 1 w 18"/>
                <a:gd name="T27" fmla="*/ 0 h 15"/>
                <a:gd name="T28" fmla="*/ 2 w 18"/>
                <a:gd name="T29" fmla="*/ 1 h 15"/>
                <a:gd name="T30" fmla="*/ 4 w 18"/>
                <a:gd name="T31" fmla="*/ 3 h 15"/>
                <a:gd name="T32" fmla="*/ 4 w 18"/>
                <a:gd name="T33" fmla="*/ 4 h 15"/>
                <a:gd name="T34" fmla="*/ 4 w 18"/>
                <a:gd name="T35" fmla="*/ 7 h 15"/>
                <a:gd name="T36" fmla="*/ 2 w 18"/>
                <a:gd name="T37" fmla="*/ 8 h 15"/>
                <a:gd name="T38" fmla="*/ 2 w 18"/>
                <a:gd name="T39" fmla="*/ 8 h 15"/>
                <a:gd name="T40" fmla="*/ 1 w 18"/>
                <a:gd name="T41" fmla="*/ 8 h 15"/>
                <a:gd name="T42" fmla="*/ 1 w 18"/>
                <a:gd name="T43" fmla="*/ 5 h 15"/>
                <a:gd name="T44" fmla="*/ 0 w 18"/>
                <a:gd name="T45" fmla="*/ 4 h 15"/>
                <a:gd name="T46" fmla="*/ 1 w 18"/>
                <a:gd name="T4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5">
                  <a:moveTo>
                    <a:pt x="4" y="13"/>
                  </a:moveTo>
                  <a:lnTo>
                    <a:pt x="5" y="13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4" y="13"/>
                  </a:lnTo>
                  <a:lnTo>
                    <a:pt x="4" y="13"/>
                  </a:lnTo>
                  <a:close/>
                  <a:moveTo>
                    <a:pt x="17" y="11"/>
                  </a:moveTo>
                  <a:lnTo>
                    <a:pt x="18" y="13"/>
                  </a:lnTo>
                  <a:lnTo>
                    <a:pt x="17" y="15"/>
                  </a:lnTo>
                  <a:lnTo>
                    <a:pt x="16" y="13"/>
                  </a:lnTo>
                  <a:lnTo>
                    <a:pt x="13" y="12"/>
                  </a:lnTo>
                  <a:lnTo>
                    <a:pt x="16" y="12"/>
                  </a:lnTo>
                  <a:lnTo>
                    <a:pt x="17" y="11"/>
                  </a:lnTo>
                  <a:close/>
                  <a:moveTo>
                    <a:pt x="1" y="0"/>
                  </a:moveTo>
                  <a:lnTo>
                    <a:pt x="2" y="1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5"/>
                  </a:lnTo>
                  <a:lnTo>
                    <a:pt x="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" name="Freeform 337"/>
            <p:cNvSpPr>
              <a:spLocks noEditPoints="1"/>
            </p:cNvSpPr>
            <p:nvPr/>
          </p:nvSpPr>
          <p:spPr bwMode="auto">
            <a:xfrm>
              <a:off x="7163562" y="4495052"/>
              <a:ext cx="286766" cy="157340"/>
            </a:xfrm>
            <a:custGeom>
              <a:avLst/>
              <a:gdLst>
                <a:gd name="T0" fmla="*/ 4 w 113"/>
                <a:gd name="T1" fmla="*/ 61 h 62"/>
                <a:gd name="T2" fmla="*/ 4 w 113"/>
                <a:gd name="T3" fmla="*/ 62 h 62"/>
                <a:gd name="T4" fmla="*/ 4 w 113"/>
                <a:gd name="T5" fmla="*/ 61 h 62"/>
                <a:gd name="T6" fmla="*/ 4 w 113"/>
                <a:gd name="T7" fmla="*/ 61 h 62"/>
                <a:gd name="T8" fmla="*/ 1 w 113"/>
                <a:gd name="T9" fmla="*/ 55 h 62"/>
                <a:gd name="T10" fmla="*/ 4 w 113"/>
                <a:gd name="T11" fmla="*/ 57 h 62"/>
                <a:gd name="T12" fmla="*/ 4 w 113"/>
                <a:gd name="T13" fmla="*/ 57 h 62"/>
                <a:gd name="T14" fmla="*/ 4 w 113"/>
                <a:gd name="T15" fmla="*/ 57 h 62"/>
                <a:gd name="T16" fmla="*/ 1 w 113"/>
                <a:gd name="T17" fmla="*/ 58 h 62"/>
                <a:gd name="T18" fmla="*/ 0 w 113"/>
                <a:gd name="T19" fmla="*/ 57 h 62"/>
                <a:gd name="T20" fmla="*/ 1 w 113"/>
                <a:gd name="T21" fmla="*/ 55 h 62"/>
                <a:gd name="T22" fmla="*/ 110 w 113"/>
                <a:gd name="T23" fmla="*/ 0 h 62"/>
                <a:gd name="T24" fmla="*/ 113 w 113"/>
                <a:gd name="T25" fmla="*/ 2 h 62"/>
                <a:gd name="T26" fmla="*/ 113 w 113"/>
                <a:gd name="T27" fmla="*/ 3 h 62"/>
                <a:gd name="T28" fmla="*/ 110 w 113"/>
                <a:gd name="T29" fmla="*/ 4 h 62"/>
                <a:gd name="T30" fmla="*/ 109 w 113"/>
                <a:gd name="T31" fmla="*/ 2 h 62"/>
                <a:gd name="T32" fmla="*/ 110 w 113"/>
                <a:gd name="T3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62">
                  <a:moveTo>
                    <a:pt x="4" y="61"/>
                  </a:moveTo>
                  <a:lnTo>
                    <a:pt x="4" y="62"/>
                  </a:lnTo>
                  <a:lnTo>
                    <a:pt x="4" y="61"/>
                  </a:lnTo>
                  <a:lnTo>
                    <a:pt x="4" y="61"/>
                  </a:lnTo>
                  <a:close/>
                  <a:moveTo>
                    <a:pt x="1" y="55"/>
                  </a:move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1" y="58"/>
                  </a:lnTo>
                  <a:lnTo>
                    <a:pt x="0" y="57"/>
                  </a:lnTo>
                  <a:lnTo>
                    <a:pt x="1" y="55"/>
                  </a:lnTo>
                  <a:close/>
                  <a:moveTo>
                    <a:pt x="110" y="0"/>
                  </a:moveTo>
                  <a:lnTo>
                    <a:pt x="113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09" y="2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" name="Freeform 338"/>
            <p:cNvSpPr>
              <a:spLocks noEditPoints="1"/>
            </p:cNvSpPr>
            <p:nvPr/>
          </p:nvSpPr>
          <p:spPr bwMode="auto">
            <a:xfrm>
              <a:off x="8549171" y="3931672"/>
              <a:ext cx="63444" cy="220785"/>
            </a:xfrm>
            <a:custGeom>
              <a:avLst/>
              <a:gdLst>
                <a:gd name="T0" fmla="*/ 24 w 25"/>
                <a:gd name="T1" fmla="*/ 80 h 87"/>
                <a:gd name="T2" fmla="*/ 25 w 25"/>
                <a:gd name="T3" fmla="*/ 84 h 87"/>
                <a:gd name="T4" fmla="*/ 23 w 25"/>
                <a:gd name="T5" fmla="*/ 84 h 87"/>
                <a:gd name="T6" fmla="*/ 21 w 25"/>
                <a:gd name="T7" fmla="*/ 81 h 87"/>
                <a:gd name="T8" fmla="*/ 21 w 25"/>
                <a:gd name="T9" fmla="*/ 76 h 87"/>
                <a:gd name="T10" fmla="*/ 21 w 25"/>
                <a:gd name="T11" fmla="*/ 79 h 87"/>
                <a:gd name="T12" fmla="*/ 21 w 25"/>
                <a:gd name="T13" fmla="*/ 76 h 87"/>
                <a:gd name="T14" fmla="*/ 20 w 25"/>
                <a:gd name="T15" fmla="*/ 72 h 87"/>
                <a:gd name="T16" fmla="*/ 17 w 25"/>
                <a:gd name="T17" fmla="*/ 72 h 87"/>
                <a:gd name="T18" fmla="*/ 19 w 25"/>
                <a:gd name="T19" fmla="*/ 71 h 87"/>
                <a:gd name="T20" fmla="*/ 21 w 25"/>
                <a:gd name="T21" fmla="*/ 67 h 87"/>
                <a:gd name="T22" fmla="*/ 20 w 25"/>
                <a:gd name="T23" fmla="*/ 70 h 87"/>
                <a:gd name="T24" fmla="*/ 20 w 25"/>
                <a:gd name="T25" fmla="*/ 66 h 87"/>
                <a:gd name="T26" fmla="*/ 16 w 25"/>
                <a:gd name="T27" fmla="*/ 66 h 87"/>
                <a:gd name="T28" fmla="*/ 15 w 25"/>
                <a:gd name="T29" fmla="*/ 67 h 87"/>
                <a:gd name="T30" fmla="*/ 11 w 25"/>
                <a:gd name="T31" fmla="*/ 55 h 87"/>
                <a:gd name="T32" fmla="*/ 8 w 25"/>
                <a:gd name="T33" fmla="*/ 56 h 87"/>
                <a:gd name="T34" fmla="*/ 7 w 25"/>
                <a:gd name="T35" fmla="*/ 35 h 87"/>
                <a:gd name="T36" fmla="*/ 7 w 25"/>
                <a:gd name="T37" fmla="*/ 41 h 87"/>
                <a:gd name="T38" fmla="*/ 4 w 25"/>
                <a:gd name="T39" fmla="*/ 39 h 87"/>
                <a:gd name="T40" fmla="*/ 7 w 25"/>
                <a:gd name="T41" fmla="*/ 35 h 87"/>
                <a:gd name="T42" fmla="*/ 3 w 25"/>
                <a:gd name="T43" fmla="*/ 29 h 87"/>
                <a:gd name="T44" fmla="*/ 2 w 25"/>
                <a:gd name="T45" fmla="*/ 26 h 87"/>
                <a:gd name="T46" fmla="*/ 10 w 25"/>
                <a:gd name="T47" fmla="*/ 18 h 87"/>
                <a:gd name="T48" fmla="*/ 7 w 25"/>
                <a:gd name="T49" fmla="*/ 22 h 87"/>
                <a:gd name="T50" fmla="*/ 8 w 25"/>
                <a:gd name="T51" fmla="*/ 26 h 87"/>
                <a:gd name="T52" fmla="*/ 6 w 25"/>
                <a:gd name="T53" fmla="*/ 29 h 87"/>
                <a:gd name="T54" fmla="*/ 6 w 25"/>
                <a:gd name="T55" fmla="*/ 24 h 87"/>
                <a:gd name="T56" fmla="*/ 6 w 25"/>
                <a:gd name="T57" fmla="*/ 18 h 87"/>
                <a:gd name="T58" fmla="*/ 10 w 25"/>
                <a:gd name="T59" fmla="*/ 0 h 87"/>
                <a:gd name="T60" fmla="*/ 10 w 25"/>
                <a:gd name="T61" fmla="*/ 4 h 87"/>
                <a:gd name="T62" fmla="*/ 11 w 25"/>
                <a:gd name="T63" fmla="*/ 8 h 87"/>
                <a:gd name="T64" fmla="*/ 10 w 25"/>
                <a:gd name="T65" fmla="*/ 10 h 87"/>
                <a:gd name="T66" fmla="*/ 7 w 25"/>
                <a:gd name="T67" fmla="*/ 16 h 87"/>
                <a:gd name="T68" fmla="*/ 8 w 25"/>
                <a:gd name="T69" fmla="*/ 10 h 87"/>
                <a:gd name="T70" fmla="*/ 8 w 25"/>
                <a:gd name="T71" fmla="*/ 6 h 87"/>
                <a:gd name="T72" fmla="*/ 10 w 25"/>
                <a:gd name="T7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" h="87">
                  <a:moveTo>
                    <a:pt x="23" y="79"/>
                  </a:moveTo>
                  <a:lnTo>
                    <a:pt x="24" y="80"/>
                  </a:lnTo>
                  <a:lnTo>
                    <a:pt x="24" y="83"/>
                  </a:lnTo>
                  <a:lnTo>
                    <a:pt x="25" y="84"/>
                  </a:lnTo>
                  <a:lnTo>
                    <a:pt x="24" y="87"/>
                  </a:lnTo>
                  <a:lnTo>
                    <a:pt x="23" y="84"/>
                  </a:lnTo>
                  <a:lnTo>
                    <a:pt x="21" y="83"/>
                  </a:lnTo>
                  <a:lnTo>
                    <a:pt x="21" y="81"/>
                  </a:lnTo>
                  <a:lnTo>
                    <a:pt x="23" y="79"/>
                  </a:lnTo>
                  <a:close/>
                  <a:moveTo>
                    <a:pt x="21" y="76"/>
                  </a:moveTo>
                  <a:lnTo>
                    <a:pt x="23" y="76"/>
                  </a:lnTo>
                  <a:lnTo>
                    <a:pt x="21" y="79"/>
                  </a:lnTo>
                  <a:lnTo>
                    <a:pt x="20" y="77"/>
                  </a:lnTo>
                  <a:lnTo>
                    <a:pt x="21" y="76"/>
                  </a:lnTo>
                  <a:close/>
                  <a:moveTo>
                    <a:pt x="19" y="71"/>
                  </a:moveTo>
                  <a:lnTo>
                    <a:pt x="20" y="72"/>
                  </a:lnTo>
                  <a:lnTo>
                    <a:pt x="19" y="74"/>
                  </a:lnTo>
                  <a:lnTo>
                    <a:pt x="17" y="72"/>
                  </a:lnTo>
                  <a:lnTo>
                    <a:pt x="16" y="71"/>
                  </a:lnTo>
                  <a:lnTo>
                    <a:pt x="19" y="71"/>
                  </a:lnTo>
                  <a:close/>
                  <a:moveTo>
                    <a:pt x="20" y="66"/>
                  </a:moveTo>
                  <a:lnTo>
                    <a:pt x="21" y="67"/>
                  </a:lnTo>
                  <a:lnTo>
                    <a:pt x="21" y="68"/>
                  </a:lnTo>
                  <a:lnTo>
                    <a:pt x="20" y="70"/>
                  </a:lnTo>
                  <a:lnTo>
                    <a:pt x="19" y="68"/>
                  </a:lnTo>
                  <a:lnTo>
                    <a:pt x="20" y="66"/>
                  </a:lnTo>
                  <a:close/>
                  <a:moveTo>
                    <a:pt x="14" y="64"/>
                  </a:moveTo>
                  <a:lnTo>
                    <a:pt x="16" y="66"/>
                  </a:lnTo>
                  <a:lnTo>
                    <a:pt x="16" y="68"/>
                  </a:lnTo>
                  <a:lnTo>
                    <a:pt x="15" y="67"/>
                  </a:lnTo>
                  <a:lnTo>
                    <a:pt x="14" y="64"/>
                  </a:lnTo>
                  <a:close/>
                  <a:moveTo>
                    <a:pt x="11" y="55"/>
                  </a:moveTo>
                  <a:lnTo>
                    <a:pt x="11" y="56"/>
                  </a:lnTo>
                  <a:lnTo>
                    <a:pt x="8" y="56"/>
                  </a:lnTo>
                  <a:lnTo>
                    <a:pt x="11" y="55"/>
                  </a:lnTo>
                  <a:close/>
                  <a:moveTo>
                    <a:pt x="7" y="35"/>
                  </a:moveTo>
                  <a:lnTo>
                    <a:pt x="8" y="38"/>
                  </a:lnTo>
                  <a:lnTo>
                    <a:pt x="7" y="41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37"/>
                  </a:lnTo>
                  <a:lnTo>
                    <a:pt x="7" y="35"/>
                  </a:lnTo>
                  <a:close/>
                  <a:moveTo>
                    <a:pt x="2" y="26"/>
                  </a:moveTo>
                  <a:lnTo>
                    <a:pt x="3" y="29"/>
                  </a:lnTo>
                  <a:lnTo>
                    <a:pt x="0" y="27"/>
                  </a:lnTo>
                  <a:lnTo>
                    <a:pt x="2" y="26"/>
                  </a:lnTo>
                  <a:close/>
                  <a:moveTo>
                    <a:pt x="10" y="18"/>
                  </a:moveTo>
                  <a:lnTo>
                    <a:pt x="10" y="18"/>
                  </a:lnTo>
                  <a:lnTo>
                    <a:pt x="8" y="20"/>
                  </a:lnTo>
                  <a:lnTo>
                    <a:pt x="7" y="22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6" y="30"/>
                  </a:lnTo>
                  <a:lnTo>
                    <a:pt x="6" y="29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18"/>
                  </a:lnTo>
                  <a:lnTo>
                    <a:pt x="10" y="18"/>
                  </a:lnTo>
                  <a:close/>
                  <a:moveTo>
                    <a:pt x="10" y="0"/>
                  </a:moveTo>
                  <a:lnTo>
                    <a:pt x="11" y="2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8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8" y="10"/>
                  </a:lnTo>
                  <a:lnTo>
                    <a:pt x="7" y="9"/>
                  </a:lnTo>
                  <a:lnTo>
                    <a:pt x="8" y="6"/>
                  </a:lnTo>
                  <a:lnTo>
                    <a:pt x="8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" name="Freeform 339"/>
            <p:cNvSpPr>
              <a:spLocks noEditPoints="1"/>
            </p:cNvSpPr>
            <p:nvPr/>
          </p:nvSpPr>
          <p:spPr bwMode="auto">
            <a:xfrm>
              <a:off x="10125109" y="3868230"/>
              <a:ext cx="35528" cy="73595"/>
            </a:xfrm>
            <a:custGeom>
              <a:avLst/>
              <a:gdLst>
                <a:gd name="T0" fmla="*/ 3 w 14"/>
                <a:gd name="T1" fmla="*/ 24 h 29"/>
                <a:gd name="T2" fmla="*/ 5 w 14"/>
                <a:gd name="T3" fmla="*/ 24 h 29"/>
                <a:gd name="T4" fmla="*/ 2 w 14"/>
                <a:gd name="T5" fmla="*/ 27 h 29"/>
                <a:gd name="T6" fmla="*/ 1 w 14"/>
                <a:gd name="T7" fmla="*/ 29 h 29"/>
                <a:gd name="T8" fmla="*/ 0 w 14"/>
                <a:gd name="T9" fmla="*/ 27 h 29"/>
                <a:gd name="T10" fmla="*/ 1 w 14"/>
                <a:gd name="T11" fmla="*/ 26 h 29"/>
                <a:gd name="T12" fmla="*/ 1 w 14"/>
                <a:gd name="T13" fmla="*/ 24 h 29"/>
                <a:gd name="T14" fmla="*/ 3 w 14"/>
                <a:gd name="T15" fmla="*/ 24 h 29"/>
                <a:gd name="T16" fmla="*/ 9 w 14"/>
                <a:gd name="T17" fmla="*/ 16 h 29"/>
                <a:gd name="T18" fmla="*/ 10 w 14"/>
                <a:gd name="T19" fmla="*/ 17 h 29"/>
                <a:gd name="T20" fmla="*/ 9 w 14"/>
                <a:gd name="T21" fmla="*/ 17 h 29"/>
                <a:gd name="T22" fmla="*/ 6 w 14"/>
                <a:gd name="T23" fmla="*/ 17 h 29"/>
                <a:gd name="T24" fmla="*/ 9 w 14"/>
                <a:gd name="T25" fmla="*/ 16 h 29"/>
                <a:gd name="T26" fmla="*/ 13 w 14"/>
                <a:gd name="T27" fmla="*/ 0 h 29"/>
                <a:gd name="T28" fmla="*/ 14 w 14"/>
                <a:gd name="T29" fmla="*/ 1 h 29"/>
                <a:gd name="T30" fmla="*/ 13 w 14"/>
                <a:gd name="T31" fmla="*/ 2 h 29"/>
                <a:gd name="T32" fmla="*/ 13 w 14"/>
                <a:gd name="T33" fmla="*/ 5 h 29"/>
                <a:gd name="T34" fmla="*/ 11 w 14"/>
                <a:gd name="T35" fmla="*/ 1 h 29"/>
                <a:gd name="T36" fmla="*/ 13 w 14"/>
                <a:gd name="T3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" h="29">
                  <a:moveTo>
                    <a:pt x="3" y="24"/>
                  </a:moveTo>
                  <a:lnTo>
                    <a:pt x="5" y="24"/>
                  </a:lnTo>
                  <a:lnTo>
                    <a:pt x="2" y="27"/>
                  </a:lnTo>
                  <a:lnTo>
                    <a:pt x="1" y="29"/>
                  </a:ln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3" y="24"/>
                  </a:lnTo>
                  <a:close/>
                  <a:moveTo>
                    <a:pt x="9" y="16"/>
                  </a:moveTo>
                  <a:lnTo>
                    <a:pt x="10" y="17"/>
                  </a:lnTo>
                  <a:lnTo>
                    <a:pt x="9" y="17"/>
                  </a:lnTo>
                  <a:lnTo>
                    <a:pt x="6" y="17"/>
                  </a:lnTo>
                  <a:lnTo>
                    <a:pt x="9" y="16"/>
                  </a:lnTo>
                  <a:close/>
                  <a:moveTo>
                    <a:pt x="13" y="0"/>
                  </a:moveTo>
                  <a:lnTo>
                    <a:pt x="14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" name="Freeform 340"/>
            <p:cNvSpPr>
              <a:spLocks noEditPoints="1"/>
            </p:cNvSpPr>
            <p:nvPr/>
          </p:nvSpPr>
          <p:spPr bwMode="auto">
            <a:xfrm>
              <a:off x="6435229" y="899069"/>
              <a:ext cx="3958882" cy="2124093"/>
            </a:xfrm>
            <a:custGeom>
              <a:avLst/>
              <a:gdLst>
                <a:gd name="T0" fmla="*/ 1431 w 1560"/>
                <a:gd name="T1" fmla="*/ 645 h 837"/>
                <a:gd name="T2" fmla="*/ 1209 w 1560"/>
                <a:gd name="T3" fmla="*/ 533 h 837"/>
                <a:gd name="T4" fmla="*/ 1315 w 1560"/>
                <a:gd name="T5" fmla="*/ 646 h 837"/>
                <a:gd name="T6" fmla="*/ 1269 w 1560"/>
                <a:gd name="T7" fmla="*/ 526 h 837"/>
                <a:gd name="T8" fmla="*/ 83 w 1560"/>
                <a:gd name="T9" fmla="*/ 433 h 837"/>
                <a:gd name="T10" fmla="*/ 276 w 1560"/>
                <a:gd name="T11" fmla="*/ 337 h 837"/>
                <a:gd name="T12" fmla="*/ 280 w 1560"/>
                <a:gd name="T13" fmla="*/ 309 h 837"/>
                <a:gd name="T14" fmla="*/ 258 w 1560"/>
                <a:gd name="T15" fmla="*/ 287 h 837"/>
                <a:gd name="T16" fmla="*/ 205 w 1560"/>
                <a:gd name="T17" fmla="*/ 255 h 837"/>
                <a:gd name="T18" fmla="*/ 400 w 1560"/>
                <a:gd name="T19" fmla="*/ 197 h 837"/>
                <a:gd name="T20" fmla="*/ 469 w 1560"/>
                <a:gd name="T21" fmla="*/ 145 h 837"/>
                <a:gd name="T22" fmla="*/ 292 w 1560"/>
                <a:gd name="T23" fmla="*/ 100 h 837"/>
                <a:gd name="T24" fmla="*/ 229 w 1560"/>
                <a:gd name="T25" fmla="*/ 225 h 837"/>
                <a:gd name="T26" fmla="*/ 205 w 1560"/>
                <a:gd name="T27" fmla="*/ 171 h 837"/>
                <a:gd name="T28" fmla="*/ 974 w 1560"/>
                <a:gd name="T29" fmla="*/ 103 h 837"/>
                <a:gd name="T30" fmla="*/ 513 w 1560"/>
                <a:gd name="T31" fmla="*/ 58 h 837"/>
                <a:gd name="T32" fmla="*/ 1199 w 1560"/>
                <a:gd name="T33" fmla="*/ 42 h 837"/>
                <a:gd name="T34" fmla="*/ 956 w 1560"/>
                <a:gd name="T35" fmla="*/ 36 h 837"/>
                <a:gd name="T36" fmla="*/ 143 w 1560"/>
                <a:gd name="T37" fmla="*/ 4 h 837"/>
                <a:gd name="T38" fmla="*/ 600 w 1560"/>
                <a:gd name="T39" fmla="*/ 16 h 837"/>
                <a:gd name="T40" fmla="*/ 691 w 1560"/>
                <a:gd name="T41" fmla="*/ 55 h 837"/>
                <a:gd name="T42" fmla="*/ 710 w 1560"/>
                <a:gd name="T43" fmla="*/ 112 h 837"/>
                <a:gd name="T44" fmla="*/ 844 w 1560"/>
                <a:gd name="T45" fmla="*/ 82 h 837"/>
                <a:gd name="T46" fmla="*/ 926 w 1560"/>
                <a:gd name="T47" fmla="*/ 108 h 837"/>
                <a:gd name="T48" fmla="*/ 1022 w 1560"/>
                <a:gd name="T49" fmla="*/ 53 h 837"/>
                <a:gd name="T50" fmla="*/ 1188 w 1560"/>
                <a:gd name="T51" fmla="*/ 57 h 837"/>
                <a:gd name="T52" fmla="*/ 1314 w 1560"/>
                <a:gd name="T53" fmla="*/ 51 h 837"/>
                <a:gd name="T54" fmla="*/ 1472 w 1560"/>
                <a:gd name="T55" fmla="*/ 37 h 837"/>
                <a:gd name="T56" fmla="*/ 1544 w 1560"/>
                <a:gd name="T57" fmla="*/ 67 h 837"/>
                <a:gd name="T58" fmla="*/ 1486 w 1560"/>
                <a:gd name="T59" fmla="*/ 107 h 837"/>
                <a:gd name="T60" fmla="*/ 1509 w 1560"/>
                <a:gd name="T61" fmla="*/ 188 h 837"/>
                <a:gd name="T62" fmla="*/ 1484 w 1560"/>
                <a:gd name="T63" fmla="*/ 317 h 837"/>
                <a:gd name="T64" fmla="*/ 1454 w 1560"/>
                <a:gd name="T65" fmla="*/ 413 h 837"/>
                <a:gd name="T66" fmla="*/ 1435 w 1560"/>
                <a:gd name="T67" fmla="*/ 538 h 837"/>
                <a:gd name="T68" fmla="*/ 1397 w 1560"/>
                <a:gd name="T69" fmla="*/ 282 h 837"/>
                <a:gd name="T70" fmla="*/ 1342 w 1560"/>
                <a:gd name="T71" fmla="*/ 311 h 837"/>
                <a:gd name="T72" fmla="*/ 1288 w 1560"/>
                <a:gd name="T73" fmla="*/ 379 h 837"/>
                <a:gd name="T74" fmla="*/ 1193 w 1560"/>
                <a:gd name="T75" fmla="*/ 521 h 837"/>
                <a:gd name="T76" fmla="*/ 1278 w 1560"/>
                <a:gd name="T77" fmla="*/ 613 h 837"/>
                <a:gd name="T78" fmla="*/ 1211 w 1560"/>
                <a:gd name="T79" fmla="*/ 734 h 837"/>
                <a:gd name="T80" fmla="*/ 1186 w 1560"/>
                <a:gd name="T81" fmla="*/ 666 h 837"/>
                <a:gd name="T82" fmla="*/ 1098 w 1560"/>
                <a:gd name="T83" fmla="*/ 575 h 837"/>
                <a:gd name="T84" fmla="*/ 1019 w 1560"/>
                <a:gd name="T85" fmla="*/ 645 h 837"/>
                <a:gd name="T86" fmla="*/ 804 w 1560"/>
                <a:gd name="T87" fmla="*/ 626 h 837"/>
                <a:gd name="T88" fmla="*/ 663 w 1560"/>
                <a:gd name="T89" fmla="*/ 679 h 837"/>
                <a:gd name="T90" fmla="*/ 491 w 1560"/>
                <a:gd name="T91" fmla="*/ 604 h 837"/>
                <a:gd name="T92" fmla="*/ 400 w 1560"/>
                <a:gd name="T93" fmla="*/ 671 h 837"/>
                <a:gd name="T94" fmla="*/ 246 w 1560"/>
                <a:gd name="T95" fmla="*/ 712 h 837"/>
                <a:gd name="T96" fmla="*/ 241 w 1560"/>
                <a:gd name="T97" fmla="*/ 834 h 837"/>
                <a:gd name="T98" fmla="*/ 170 w 1560"/>
                <a:gd name="T99" fmla="*/ 717 h 837"/>
                <a:gd name="T100" fmla="*/ 22 w 1560"/>
                <a:gd name="T101" fmla="*/ 553 h 837"/>
                <a:gd name="T102" fmla="*/ 20 w 1560"/>
                <a:gd name="T103" fmla="*/ 340 h 837"/>
                <a:gd name="T104" fmla="*/ 118 w 1560"/>
                <a:gd name="T105" fmla="*/ 375 h 837"/>
                <a:gd name="T106" fmla="*/ 76 w 1560"/>
                <a:gd name="T107" fmla="*/ 447 h 837"/>
                <a:gd name="T108" fmla="*/ 153 w 1560"/>
                <a:gd name="T109" fmla="*/ 368 h 837"/>
                <a:gd name="T110" fmla="*/ 242 w 1560"/>
                <a:gd name="T111" fmla="*/ 345 h 837"/>
                <a:gd name="T112" fmla="*/ 353 w 1560"/>
                <a:gd name="T113" fmla="*/ 321 h 837"/>
                <a:gd name="T114" fmla="*/ 386 w 1560"/>
                <a:gd name="T115" fmla="*/ 249 h 837"/>
                <a:gd name="T116" fmla="*/ 437 w 1560"/>
                <a:gd name="T117" fmla="*/ 326 h 837"/>
                <a:gd name="T118" fmla="*/ 409 w 1560"/>
                <a:gd name="T119" fmla="*/ 234 h 837"/>
                <a:gd name="T120" fmla="*/ 496 w 1560"/>
                <a:gd name="T121" fmla="*/ 267 h 837"/>
                <a:gd name="T122" fmla="*/ 495 w 1560"/>
                <a:gd name="T123" fmla="*/ 166 h 837"/>
                <a:gd name="T124" fmla="*/ 530 w 1560"/>
                <a:gd name="T125" fmla="*/ 75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0" h="837">
                  <a:moveTo>
                    <a:pt x="241" y="834"/>
                  </a:moveTo>
                  <a:lnTo>
                    <a:pt x="243" y="837"/>
                  </a:lnTo>
                  <a:lnTo>
                    <a:pt x="241" y="834"/>
                  </a:lnTo>
                  <a:lnTo>
                    <a:pt x="241" y="834"/>
                  </a:lnTo>
                  <a:close/>
                  <a:moveTo>
                    <a:pt x="390" y="767"/>
                  </a:moveTo>
                  <a:lnTo>
                    <a:pt x="394" y="768"/>
                  </a:lnTo>
                  <a:lnTo>
                    <a:pt x="376" y="770"/>
                  </a:lnTo>
                  <a:lnTo>
                    <a:pt x="390" y="767"/>
                  </a:lnTo>
                  <a:close/>
                  <a:moveTo>
                    <a:pt x="1389" y="716"/>
                  </a:moveTo>
                  <a:lnTo>
                    <a:pt x="1389" y="718"/>
                  </a:lnTo>
                  <a:lnTo>
                    <a:pt x="1386" y="720"/>
                  </a:lnTo>
                  <a:lnTo>
                    <a:pt x="1385" y="718"/>
                  </a:lnTo>
                  <a:lnTo>
                    <a:pt x="1388" y="717"/>
                  </a:lnTo>
                  <a:lnTo>
                    <a:pt x="1389" y="716"/>
                  </a:lnTo>
                  <a:close/>
                  <a:moveTo>
                    <a:pt x="1376" y="707"/>
                  </a:moveTo>
                  <a:lnTo>
                    <a:pt x="1377" y="708"/>
                  </a:lnTo>
                  <a:lnTo>
                    <a:pt x="1378" y="708"/>
                  </a:lnTo>
                  <a:lnTo>
                    <a:pt x="1380" y="708"/>
                  </a:lnTo>
                  <a:lnTo>
                    <a:pt x="1381" y="708"/>
                  </a:lnTo>
                  <a:lnTo>
                    <a:pt x="1380" y="709"/>
                  </a:lnTo>
                  <a:lnTo>
                    <a:pt x="1377" y="713"/>
                  </a:lnTo>
                  <a:lnTo>
                    <a:pt x="1376" y="713"/>
                  </a:lnTo>
                  <a:lnTo>
                    <a:pt x="1376" y="718"/>
                  </a:lnTo>
                  <a:lnTo>
                    <a:pt x="1376" y="722"/>
                  </a:lnTo>
                  <a:lnTo>
                    <a:pt x="1373" y="720"/>
                  </a:lnTo>
                  <a:lnTo>
                    <a:pt x="1373" y="718"/>
                  </a:lnTo>
                  <a:lnTo>
                    <a:pt x="1373" y="716"/>
                  </a:lnTo>
                  <a:lnTo>
                    <a:pt x="1375" y="712"/>
                  </a:lnTo>
                  <a:lnTo>
                    <a:pt x="1375" y="709"/>
                  </a:lnTo>
                  <a:lnTo>
                    <a:pt x="1376" y="707"/>
                  </a:lnTo>
                  <a:lnTo>
                    <a:pt x="1376" y="707"/>
                  </a:lnTo>
                  <a:close/>
                  <a:moveTo>
                    <a:pt x="1401" y="682"/>
                  </a:moveTo>
                  <a:lnTo>
                    <a:pt x="1402" y="684"/>
                  </a:lnTo>
                  <a:lnTo>
                    <a:pt x="1402" y="687"/>
                  </a:lnTo>
                  <a:lnTo>
                    <a:pt x="1400" y="688"/>
                  </a:lnTo>
                  <a:lnTo>
                    <a:pt x="1397" y="688"/>
                  </a:lnTo>
                  <a:lnTo>
                    <a:pt x="1396" y="691"/>
                  </a:lnTo>
                  <a:lnTo>
                    <a:pt x="1393" y="695"/>
                  </a:lnTo>
                  <a:lnTo>
                    <a:pt x="1392" y="696"/>
                  </a:lnTo>
                  <a:lnTo>
                    <a:pt x="1390" y="696"/>
                  </a:lnTo>
                  <a:lnTo>
                    <a:pt x="1389" y="696"/>
                  </a:lnTo>
                  <a:lnTo>
                    <a:pt x="1389" y="697"/>
                  </a:lnTo>
                  <a:lnTo>
                    <a:pt x="1388" y="699"/>
                  </a:lnTo>
                  <a:lnTo>
                    <a:pt x="1389" y="701"/>
                  </a:lnTo>
                  <a:lnTo>
                    <a:pt x="1386" y="704"/>
                  </a:lnTo>
                  <a:lnTo>
                    <a:pt x="1386" y="705"/>
                  </a:lnTo>
                  <a:lnTo>
                    <a:pt x="1385" y="707"/>
                  </a:lnTo>
                  <a:lnTo>
                    <a:pt x="1385" y="704"/>
                  </a:lnTo>
                  <a:lnTo>
                    <a:pt x="1385" y="701"/>
                  </a:lnTo>
                  <a:lnTo>
                    <a:pt x="1386" y="701"/>
                  </a:lnTo>
                  <a:lnTo>
                    <a:pt x="1385" y="700"/>
                  </a:lnTo>
                  <a:lnTo>
                    <a:pt x="1385" y="699"/>
                  </a:lnTo>
                  <a:lnTo>
                    <a:pt x="1386" y="697"/>
                  </a:lnTo>
                  <a:lnTo>
                    <a:pt x="1388" y="695"/>
                  </a:lnTo>
                  <a:lnTo>
                    <a:pt x="1388" y="693"/>
                  </a:lnTo>
                  <a:lnTo>
                    <a:pt x="1388" y="693"/>
                  </a:lnTo>
                  <a:lnTo>
                    <a:pt x="1390" y="692"/>
                  </a:lnTo>
                  <a:lnTo>
                    <a:pt x="1390" y="690"/>
                  </a:lnTo>
                  <a:lnTo>
                    <a:pt x="1390" y="688"/>
                  </a:lnTo>
                  <a:lnTo>
                    <a:pt x="1390" y="687"/>
                  </a:lnTo>
                  <a:lnTo>
                    <a:pt x="1392" y="687"/>
                  </a:lnTo>
                  <a:lnTo>
                    <a:pt x="1392" y="688"/>
                  </a:lnTo>
                  <a:lnTo>
                    <a:pt x="1393" y="688"/>
                  </a:lnTo>
                  <a:lnTo>
                    <a:pt x="1396" y="687"/>
                  </a:lnTo>
                  <a:lnTo>
                    <a:pt x="1397" y="687"/>
                  </a:lnTo>
                  <a:lnTo>
                    <a:pt x="1397" y="686"/>
                  </a:lnTo>
                  <a:lnTo>
                    <a:pt x="1400" y="683"/>
                  </a:lnTo>
                  <a:lnTo>
                    <a:pt x="1401" y="682"/>
                  </a:lnTo>
                  <a:close/>
                  <a:moveTo>
                    <a:pt x="1418" y="666"/>
                  </a:moveTo>
                  <a:lnTo>
                    <a:pt x="1415" y="670"/>
                  </a:lnTo>
                  <a:lnTo>
                    <a:pt x="1414" y="672"/>
                  </a:lnTo>
                  <a:lnTo>
                    <a:pt x="1414" y="674"/>
                  </a:lnTo>
                  <a:lnTo>
                    <a:pt x="1413" y="675"/>
                  </a:lnTo>
                  <a:lnTo>
                    <a:pt x="1411" y="678"/>
                  </a:lnTo>
                  <a:lnTo>
                    <a:pt x="1409" y="680"/>
                  </a:lnTo>
                  <a:lnTo>
                    <a:pt x="1407" y="680"/>
                  </a:lnTo>
                  <a:lnTo>
                    <a:pt x="1407" y="676"/>
                  </a:lnTo>
                  <a:lnTo>
                    <a:pt x="1410" y="675"/>
                  </a:lnTo>
                  <a:lnTo>
                    <a:pt x="1410" y="674"/>
                  </a:lnTo>
                  <a:lnTo>
                    <a:pt x="1411" y="672"/>
                  </a:lnTo>
                  <a:lnTo>
                    <a:pt x="1411" y="671"/>
                  </a:lnTo>
                  <a:lnTo>
                    <a:pt x="1413" y="670"/>
                  </a:lnTo>
                  <a:lnTo>
                    <a:pt x="1414" y="667"/>
                  </a:lnTo>
                  <a:lnTo>
                    <a:pt x="1417" y="667"/>
                  </a:lnTo>
                  <a:lnTo>
                    <a:pt x="1418" y="666"/>
                  </a:lnTo>
                  <a:close/>
                  <a:moveTo>
                    <a:pt x="1429" y="649"/>
                  </a:moveTo>
                  <a:lnTo>
                    <a:pt x="1429" y="649"/>
                  </a:lnTo>
                  <a:lnTo>
                    <a:pt x="1429" y="653"/>
                  </a:lnTo>
                  <a:lnTo>
                    <a:pt x="1427" y="654"/>
                  </a:lnTo>
                  <a:lnTo>
                    <a:pt x="1427" y="653"/>
                  </a:lnTo>
                  <a:lnTo>
                    <a:pt x="1427" y="650"/>
                  </a:lnTo>
                  <a:lnTo>
                    <a:pt x="1429" y="649"/>
                  </a:lnTo>
                  <a:close/>
                  <a:moveTo>
                    <a:pt x="1430" y="643"/>
                  </a:moveTo>
                  <a:lnTo>
                    <a:pt x="1431" y="643"/>
                  </a:lnTo>
                  <a:lnTo>
                    <a:pt x="1431" y="645"/>
                  </a:lnTo>
                  <a:lnTo>
                    <a:pt x="1430" y="645"/>
                  </a:lnTo>
                  <a:lnTo>
                    <a:pt x="1430" y="643"/>
                  </a:lnTo>
                  <a:lnTo>
                    <a:pt x="1430" y="643"/>
                  </a:lnTo>
                  <a:close/>
                  <a:moveTo>
                    <a:pt x="1431" y="640"/>
                  </a:moveTo>
                  <a:lnTo>
                    <a:pt x="1432" y="640"/>
                  </a:lnTo>
                  <a:lnTo>
                    <a:pt x="1432" y="641"/>
                  </a:lnTo>
                  <a:lnTo>
                    <a:pt x="1431" y="640"/>
                  </a:lnTo>
                  <a:close/>
                  <a:moveTo>
                    <a:pt x="1432" y="634"/>
                  </a:moveTo>
                  <a:lnTo>
                    <a:pt x="1432" y="636"/>
                  </a:lnTo>
                  <a:lnTo>
                    <a:pt x="1432" y="638"/>
                  </a:lnTo>
                  <a:lnTo>
                    <a:pt x="1431" y="636"/>
                  </a:lnTo>
                  <a:lnTo>
                    <a:pt x="1432" y="634"/>
                  </a:lnTo>
                  <a:close/>
                  <a:moveTo>
                    <a:pt x="1432" y="628"/>
                  </a:moveTo>
                  <a:lnTo>
                    <a:pt x="1434" y="629"/>
                  </a:lnTo>
                  <a:lnTo>
                    <a:pt x="1432" y="629"/>
                  </a:lnTo>
                  <a:lnTo>
                    <a:pt x="1432" y="628"/>
                  </a:lnTo>
                  <a:lnTo>
                    <a:pt x="1432" y="628"/>
                  </a:lnTo>
                  <a:close/>
                  <a:moveTo>
                    <a:pt x="1438" y="611"/>
                  </a:moveTo>
                  <a:lnTo>
                    <a:pt x="1438" y="611"/>
                  </a:lnTo>
                  <a:lnTo>
                    <a:pt x="1438" y="613"/>
                  </a:lnTo>
                  <a:lnTo>
                    <a:pt x="1436" y="615"/>
                  </a:lnTo>
                  <a:lnTo>
                    <a:pt x="1436" y="615"/>
                  </a:lnTo>
                  <a:lnTo>
                    <a:pt x="1436" y="612"/>
                  </a:lnTo>
                  <a:lnTo>
                    <a:pt x="1438" y="611"/>
                  </a:lnTo>
                  <a:close/>
                  <a:moveTo>
                    <a:pt x="1434" y="608"/>
                  </a:moveTo>
                  <a:lnTo>
                    <a:pt x="1435" y="608"/>
                  </a:lnTo>
                  <a:lnTo>
                    <a:pt x="1435" y="609"/>
                  </a:lnTo>
                  <a:lnTo>
                    <a:pt x="1435" y="609"/>
                  </a:lnTo>
                  <a:lnTo>
                    <a:pt x="1434" y="609"/>
                  </a:lnTo>
                  <a:lnTo>
                    <a:pt x="1434" y="608"/>
                  </a:lnTo>
                  <a:close/>
                  <a:moveTo>
                    <a:pt x="1438" y="603"/>
                  </a:moveTo>
                  <a:lnTo>
                    <a:pt x="1439" y="604"/>
                  </a:lnTo>
                  <a:lnTo>
                    <a:pt x="1440" y="605"/>
                  </a:lnTo>
                  <a:lnTo>
                    <a:pt x="1439" y="605"/>
                  </a:lnTo>
                  <a:lnTo>
                    <a:pt x="1438" y="605"/>
                  </a:lnTo>
                  <a:lnTo>
                    <a:pt x="1438" y="604"/>
                  </a:lnTo>
                  <a:lnTo>
                    <a:pt x="1438" y="603"/>
                  </a:lnTo>
                  <a:close/>
                  <a:moveTo>
                    <a:pt x="1438" y="595"/>
                  </a:moveTo>
                  <a:lnTo>
                    <a:pt x="1438" y="596"/>
                  </a:lnTo>
                  <a:lnTo>
                    <a:pt x="1438" y="597"/>
                  </a:lnTo>
                  <a:lnTo>
                    <a:pt x="1439" y="600"/>
                  </a:lnTo>
                  <a:lnTo>
                    <a:pt x="1438" y="601"/>
                  </a:lnTo>
                  <a:lnTo>
                    <a:pt x="1436" y="600"/>
                  </a:lnTo>
                  <a:lnTo>
                    <a:pt x="1438" y="597"/>
                  </a:lnTo>
                  <a:lnTo>
                    <a:pt x="1438" y="595"/>
                  </a:lnTo>
                  <a:close/>
                  <a:moveTo>
                    <a:pt x="1442" y="568"/>
                  </a:moveTo>
                  <a:lnTo>
                    <a:pt x="1446" y="571"/>
                  </a:lnTo>
                  <a:lnTo>
                    <a:pt x="1447" y="574"/>
                  </a:lnTo>
                  <a:lnTo>
                    <a:pt x="1446" y="575"/>
                  </a:lnTo>
                  <a:lnTo>
                    <a:pt x="1444" y="576"/>
                  </a:lnTo>
                  <a:lnTo>
                    <a:pt x="1446" y="579"/>
                  </a:lnTo>
                  <a:lnTo>
                    <a:pt x="1443" y="582"/>
                  </a:lnTo>
                  <a:lnTo>
                    <a:pt x="1442" y="583"/>
                  </a:lnTo>
                  <a:lnTo>
                    <a:pt x="1442" y="584"/>
                  </a:lnTo>
                  <a:lnTo>
                    <a:pt x="1442" y="587"/>
                  </a:lnTo>
                  <a:lnTo>
                    <a:pt x="1440" y="587"/>
                  </a:lnTo>
                  <a:lnTo>
                    <a:pt x="1439" y="586"/>
                  </a:lnTo>
                  <a:lnTo>
                    <a:pt x="1438" y="586"/>
                  </a:lnTo>
                  <a:lnTo>
                    <a:pt x="1436" y="584"/>
                  </a:lnTo>
                  <a:lnTo>
                    <a:pt x="1438" y="584"/>
                  </a:lnTo>
                  <a:lnTo>
                    <a:pt x="1438" y="583"/>
                  </a:lnTo>
                  <a:lnTo>
                    <a:pt x="1436" y="580"/>
                  </a:lnTo>
                  <a:lnTo>
                    <a:pt x="1436" y="579"/>
                  </a:lnTo>
                  <a:lnTo>
                    <a:pt x="1438" y="579"/>
                  </a:lnTo>
                  <a:lnTo>
                    <a:pt x="1439" y="578"/>
                  </a:lnTo>
                  <a:lnTo>
                    <a:pt x="1442" y="576"/>
                  </a:lnTo>
                  <a:lnTo>
                    <a:pt x="1442" y="574"/>
                  </a:lnTo>
                  <a:lnTo>
                    <a:pt x="1442" y="570"/>
                  </a:lnTo>
                  <a:lnTo>
                    <a:pt x="1442" y="568"/>
                  </a:lnTo>
                  <a:close/>
                  <a:moveTo>
                    <a:pt x="1435" y="566"/>
                  </a:moveTo>
                  <a:lnTo>
                    <a:pt x="1438" y="568"/>
                  </a:lnTo>
                  <a:lnTo>
                    <a:pt x="1438" y="570"/>
                  </a:lnTo>
                  <a:lnTo>
                    <a:pt x="1435" y="570"/>
                  </a:lnTo>
                  <a:lnTo>
                    <a:pt x="1434" y="568"/>
                  </a:lnTo>
                  <a:lnTo>
                    <a:pt x="1434" y="567"/>
                  </a:lnTo>
                  <a:lnTo>
                    <a:pt x="1435" y="566"/>
                  </a:lnTo>
                  <a:close/>
                  <a:moveTo>
                    <a:pt x="1447" y="566"/>
                  </a:moveTo>
                  <a:lnTo>
                    <a:pt x="1448" y="567"/>
                  </a:lnTo>
                  <a:lnTo>
                    <a:pt x="1448" y="568"/>
                  </a:lnTo>
                  <a:lnTo>
                    <a:pt x="1447" y="570"/>
                  </a:lnTo>
                  <a:lnTo>
                    <a:pt x="1447" y="570"/>
                  </a:lnTo>
                  <a:lnTo>
                    <a:pt x="1444" y="568"/>
                  </a:lnTo>
                  <a:lnTo>
                    <a:pt x="1444" y="567"/>
                  </a:lnTo>
                  <a:lnTo>
                    <a:pt x="1447" y="566"/>
                  </a:lnTo>
                  <a:close/>
                  <a:moveTo>
                    <a:pt x="25" y="532"/>
                  </a:moveTo>
                  <a:lnTo>
                    <a:pt x="26" y="534"/>
                  </a:lnTo>
                  <a:lnTo>
                    <a:pt x="26" y="536"/>
                  </a:lnTo>
                  <a:lnTo>
                    <a:pt x="24" y="534"/>
                  </a:lnTo>
                  <a:lnTo>
                    <a:pt x="25" y="532"/>
                  </a:lnTo>
                  <a:close/>
                  <a:moveTo>
                    <a:pt x="1211" y="526"/>
                  </a:moveTo>
                  <a:lnTo>
                    <a:pt x="1211" y="528"/>
                  </a:lnTo>
                  <a:lnTo>
                    <a:pt x="1211" y="528"/>
                  </a:lnTo>
                  <a:lnTo>
                    <a:pt x="1211" y="530"/>
                  </a:lnTo>
                  <a:lnTo>
                    <a:pt x="1210" y="530"/>
                  </a:lnTo>
                  <a:lnTo>
                    <a:pt x="1209" y="533"/>
                  </a:lnTo>
                  <a:lnTo>
                    <a:pt x="1207" y="532"/>
                  </a:lnTo>
                  <a:lnTo>
                    <a:pt x="1206" y="529"/>
                  </a:lnTo>
                  <a:lnTo>
                    <a:pt x="1209" y="526"/>
                  </a:lnTo>
                  <a:lnTo>
                    <a:pt x="1211" y="526"/>
                  </a:lnTo>
                  <a:close/>
                  <a:moveTo>
                    <a:pt x="1211" y="521"/>
                  </a:moveTo>
                  <a:lnTo>
                    <a:pt x="1213" y="522"/>
                  </a:lnTo>
                  <a:lnTo>
                    <a:pt x="1213" y="524"/>
                  </a:lnTo>
                  <a:lnTo>
                    <a:pt x="1211" y="525"/>
                  </a:lnTo>
                  <a:lnTo>
                    <a:pt x="1210" y="524"/>
                  </a:lnTo>
                  <a:lnTo>
                    <a:pt x="1211" y="522"/>
                  </a:lnTo>
                  <a:lnTo>
                    <a:pt x="1211" y="522"/>
                  </a:lnTo>
                  <a:lnTo>
                    <a:pt x="1211" y="521"/>
                  </a:lnTo>
                  <a:close/>
                  <a:moveTo>
                    <a:pt x="1209" y="521"/>
                  </a:moveTo>
                  <a:lnTo>
                    <a:pt x="1209" y="521"/>
                  </a:lnTo>
                  <a:lnTo>
                    <a:pt x="1209" y="524"/>
                  </a:lnTo>
                  <a:lnTo>
                    <a:pt x="1209" y="525"/>
                  </a:lnTo>
                  <a:lnTo>
                    <a:pt x="1207" y="522"/>
                  </a:lnTo>
                  <a:lnTo>
                    <a:pt x="1207" y="521"/>
                  </a:lnTo>
                  <a:lnTo>
                    <a:pt x="1209" y="521"/>
                  </a:lnTo>
                  <a:close/>
                  <a:moveTo>
                    <a:pt x="1264" y="515"/>
                  </a:moveTo>
                  <a:lnTo>
                    <a:pt x="1265" y="516"/>
                  </a:lnTo>
                  <a:lnTo>
                    <a:pt x="1267" y="518"/>
                  </a:lnTo>
                  <a:lnTo>
                    <a:pt x="1271" y="520"/>
                  </a:lnTo>
                  <a:lnTo>
                    <a:pt x="1272" y="522"/>
                  </a:lnTo>
                  <a:lnTo>
                    <a:pt x="1272" y="526"/>
                  </a:lnTo>
                  <a:lnTo>
                    <a:pt x="1273" y="529"/>
                  </a:lnTo>
                  <a:lnTo>
                    <a:pt x="1278" y="532"/>
                  </a:lnTo>
                  <a:lnTo>
                    <a:pt x="1278" y="534"/>
                  </a:lnTo>
                  <a:lnTo>
                    <a:pt x="1280" y="534"/>
                  </a:lnTo>
                  <a:lnTo>
                    <a:pt x="1282" y="537"/>
                  </a:lnTo>
                  <a:lnTo>
                    <a:pt x="1285" y="541"/>
                  </a:lnTo>
                  <a:lnTo>
                    <a:pt x="1286" y="545"/>
                  </a:lnTo>
                  <a:lnTo>
                    <a:pt x="1284" y="541"/>
                  </a:lnTo>
                  <a:lnTo>
                    <a:pt x="1281" y="538"/>
                  </a:lnTo>
                  <a:lnTo>
                    <a:pt x="1281" y="540"/>
                  </a:lnTo>
                  <a:lnTo>
                    <a:pt x="1281" y="541"/>
                  </a:lnTo>
                  <a:lnTo>
                    <a:pt x="1282" y="541"/>
                  </a:lnTo>
                  <a:lnTo>
                    <a:pt x="1282" y="543"/>
                  </a:lnTo>
                  <a:lnTo>
                    <a:pt x="1285" y="546"/>
                  </a:lnTo>
                  <a:lnTo>
                    <a:pt x="1288" y="547"/>
                  </a:lnTo>
                  <a:lnTo>
                    <a:pt x="1288" y="550"/>
                  </a:lnTo>
                  <a:lnTo>
                    <a:pt x="1288" y="553"/>
                  </a:lnTo>
                  <a:lnTo>
                    <a:pt x="1289" y="557"/>
                  </a:lnTo>
                  <a:lnTo>
                    <a:pt x="1288" y="557"/>
                  </a:lnTo>
                  <a:lnTo>
                    <a:pt x="1288" y="558"/>
                  </a:lnTo>
                  <a:lnTo>
                    <a:pt x="1288" y="561"/>
                  </a:lnTo>
                  <a:lnTo>
                    <a:pt x="1289" y="562"/>
                  </a:lnTo>
                  <a:lnTo>
                    <a:pt x="1290" y="566"/>
                  </a:lnTo>
                  <a:lnTo>
                    <a:pt x="1293" y="568"/>
                  </a:lnTo>
                  <a:lnTo>
                    <a:pt x="1294" y="570"/>
                  </a:lnTo>
                  <a:lnTo>
                    <a:pt x="1296" y="571"/>
                  </a:lnTo>
                  <a:lnTo>
                    <a:pt x="1296" y="574"/>
                  </a:lnTo>
                  <a:lnTo>
                    <a:pt x="1296" y="574"/>
                  </a:lnTo>
                  <a:lnTo>
                    <a:pt x="1297" y="575"/>
                  </a:lnTo>
                  <a:lnTo>
                    <a:pt x="1297" y="574"/>
                  </a:lnTo>
                  <a:lnTo>
                    <a:pt x="1298" y="574"/>
                  </a:lnTo>
                  <a:lnTo>
                    <a:pt x="1299" y="576"/>
                  </a:lnTo>
                  <a:lnTo>
                    <a:pt x="1299" y="579"/>
                  </a:lnTo>
                  <a:lnTo>
                    <a:pt x="1302" y="580"/>
                  </a:lnTo>
                  <a:lnTo>
                    <a:pt x="1303" y="584"/>
                  </a:lnTo>
                  <a:lnTo>
                    <a:pt x="1307" y="590"/>
                  </a:lnTo>
                  <a:lnTo>
                    <a:pt x="1309" y="592"/>
                  </a:lnTo>
                  <a:lnTo>
                    <a:pt x="1311" y="599"/>
                  </a:lnTo>
                  <a:lnTo>
                    <a:pt x="1315" y="603"/>
                  </a:lnTo>
                  <a:lnTo>
                    <a:pt x="1315" y="605"/>
                  </a:lnTo>
                  <a:lnTo>
                    <a:pt x="1318" y="605"/>
                  </a:lnTo>
                  <a:lnTo>
                    <a:pt x="1318" y="608"/>
                  </a:lnTo>
                  <a:lnTo>
                    <a:pt x="1321" y="612"/>
                  </a:lnTo>
                  <a:lnTo>
                    <a:pt x="1322" y="613"/>
                  </a:lnTo>
                  <a:lnTo>
                    <a:pt x="1322" y="615"/>
                  </a:lnTo>
                  <a:lnTo>
                    <a:pt x="1325" y="618"/>
                  </a:lnTo>
                  <a:lnTo>
                    <a:pt x="1326" y="621"/>
                  </a:lnTo>
                  <a:lnTo>
                    <a:pt x="1330" y="624"/>
                  </a:lnTo>
                  <a:lnTo>
                    <a:pt x="1331" y="626"/>
                  </a:lnTo>
                  <a:lnTo>
                    <a:pt x="1332" y="630"/>
                  </a:lnTo>
                  <a:lnTo>
                    <a:pt x="1331" y="629"/>
                  </a:lnTo>
                  <a:lnTo>
                    <a:pt x="1330" y="626"/>
                  </a:lnTo>
                  <a:lnTo>
                    <a:pt x="1327" y="625"/>
                  </a:lnTo>
                  <a:lnTo>
                    <a:pt x="1325" y="624"/>
                  </a:lnTo>
                  <a:lnTo>
                    <a:pt x="1323" y="620"/>
                  </a:lnTo>
                  <a:lnTo>
                    <a:pt x="1321" y="618"/>
                  </a:lnTo>
                  <a:lnTo>
                    <a:pt x="1318" y="618"/>
                  </a:lnTo>
                  <a:lnTo>
                    <a:pt x="1315" y="618"/>
                  </a:lnTo>
                  <a:lnTo>
                    <a:pt x="1314" y="618"/>
                  </a:lnTo>
                  <a:lnTo>
                    <a:pt x="1313" y="618"/>
                  </a:lnTo>
                  <a:lnTo>
                    <a:pt x="1313" y="620"/>
                  </a:lnTo>
                  <a:lnTo>
                    <a:pt x="1313" y="622"/>
                  </a:lnTo>
                  <a:lnTo>
                    <a:pt x="1311" y="624"/>
                  </a:lnTo>
                  <a:lnTo>
                    <a:pt x="1313" y="626"/>
                  </a:lnTo>
                  <a:lnTo>
                    <a:pt x="1313" y="629"/>
                  </a:lnTo>
                  <a:lnTo>
                    <a:pt x="1313" y="633"/>
                  </a:lnTo>
                  <a:lnTo>
                    <a:pt x="1314" y="636"/>
                  </a:lnTo>
                  <a:lnTo>
                    <a:pt x="1314" y="640"/>
                  </a:lnTo>
                  <a:lnTo>
                    <a:pt x="1314" y="643"/>
                  </a:lnTo>
                  <a:lnTo>
                    <a:pt x="1315" y="646"/>
                  </a:lnTo>
                  <a:lnTo>
                    <a:pt x="1317" y="650"/>
                  </a:lnTo>
                  <a:lnTo>
                    <a:pt x="1318" y="654"/>
                  </a:lnTo>
                  <a:lnTo>
                    <a:pt x="1319" y="655"/>
                  </a:lnTo>
                  <a:lnTo>
                    <a:pt x="1322" y="657"/>
                  </a:lnTo>
                  <a:lnTo>
                    <a:pt x="1325" y="659"/>
                  </a:lnTo>
                  <a:lnTo>
                    <a:pt x="1326" y="662"/>
                  </a:lnTo>
                  <a:lnTo>
                    <a:pt x="1326" y="665"/>
                  </a:lnTo>
                  <a:lnTo>
                    <a:pt x="1330" y="667"/>
                  </a:lnTo>
                  <a:lnTo>
                    <a:pt x="1331" y="667"/>
                  </a:lnTo>
                  <a:lnTo>
                    <a:pt x="1332" y="666"/>
                  </a:lnTo>
                  <a:lnTo>
                    <a:pt x="1334" y="668"/>
                  </a:lnTo>
                  <a:lnTo>
                    <a:pt x="1335" y="671"/>
                  </a:lnTo>
                  <a:lnTo>
                    <a:pt x="1336" y="674"/>
                  </a:lnTo>
                  <a:lnTo>
                    <a:pt x="1336" y="676"/>
                  </a:lnTo>
                  <a:lnTo>
                    <a:pt x="1336" y="679"/>
                  </a:lnTo>
                  <a:lnTo>
                    <a:pt x="1336" y="680"/>
                  </a:lnTo>
                  <a:lnTo>
                    <a:pt x="1336" y="682"/>
                  </a:lnTo>
                  <a:lnTo>
                    <a:pt x="1335" y="680"/>
                  </a:lnTo>
                  <a:lnTo>
                    <a:pt x="1335" y="678"/>
                  </a:lnTo>
                  <a:lnTo>
                    <a:pt x="1332" y="675"/>
                  </a:lnTo>
                  <a:lnTo>
                    <a:pt x="1332" y="674"/>
                  </a:lnTo>
                  <a:lnTo>
                    <a:pt x="1334" y="672"/>
                  </a:lnTo>
                  <a:lnTo>
                    <a:pt x="1332" y="671"/>
                  </a:lnTo>
                  <a:lnTo>
                    <a:pt x="1331" y="671"/>
                  </a:lnTo>
                  <a:lnTo>
                    <a:pt x="1331" y="672"/>
                  </a:lnTo>
                  <a:lnTo>
                    <a:pt x="1326" y="672"/>
                  </a:lnTo>
                  <a:lnTo>
                    <a:pt x="1325" y="672"/>
                  </a:lnTo>
                  <a:lnTo>
                    <a:pt x="1325" y="670"/>
                  </a:lnTo>
                  <a:lnTo>
                    <a:pt x="1323" y="670"/>
                  </a:lnTo>
                  <a:lnTo>
                    <a:pt x="1322" y="672"/>
                  </a:lnTo>
                  <a:lnTo>
                    <a:pt x="1321" y="675"/>
                  </a:lnTo>
                  <a:lnTo>
                    <a:pt x="1322" y="679"/>
                  </a:lnTo>
                  <a:lnTo>
                    <a:pt x="1323" y="680"/>
                  </a:lnTo>
                  <a:lnTo>
                    <a:pt x="1322" y="683"/>
                  </a:lnTo>
                  <a:lnTo>
                    <a:pt x="1323" y="686"/>
                  </a:lnTo>
                  <a:lnTo>
                    <a:pt x="1319" y="684"/>
                  </a:lnTo>
                  <a:lnTo>
                    <a:pt x="1318" y="680"/>
                  </a:lnTo>
                  <a:lnTo>
                    <a:pt x="1315" y="679"/>
                  </a:lnTo>
                  <a:lnTo>
                    <a:pt x="1314" y="675"/>
                  </a:lnTo>
                  <a:lnTo>
                    <a:pt x="1315" y="671"/>
                  </a:lnTo>
                  <a:lnTo>
                    <a:pt x="1315" y="667"/>
                  </a:lnTo>
                  <a:lnTo>
                    <a:pt x="1315" y="665"/>
                  </a:lnTo>
                  <a:lnTo>
                    <a:pt x="1313" y="661"/>
                  </a:lnTo>
                  <a:lnTo>
                    <a:pt x="1311" y="658"/>
                  </a:lnTo>
                  <a:lnTo>
                    <a:pt x="1310" y="655"/>
                  </a:lnTo>
                  <a:lnTo>
                    <a:pt x="1309" y="651"/>
                  </a:lnTo>
                  <a:lnTo>
                    <a:pt x="1309" y="646"/>
                  </a:lnTo>
                  <a:lnTo>
                    <a:pt x="1307" y="642"/>
                  </a:lnTo>
                  <a:lnTo>
                    <a:pt x="1307" y="641"/>
                  </a:lnTo>
                  <a:lnTo>
                    <a:pt x="1303" y="636"/>
                  </a:lnTo>
                  <a:lnTo>
                    <a:pt x="1301" y="633"/>
                  </a:lnTo>
                  <a:lnTo>
                    <a:pt x="1301" y="630"/>
                  </a:lnTo>
                  <a:lnTo>
                    <a:pt x="1301" y="628"/>
                  </a:lnTo>
                  <a:lnTo>
                    <a:pt x="1299" y="624"/>
                  </a:lnTo>
                  <a:lnTo>
                    <a:pt x="1298" y="620"/>
                  </a:lnTo>
                  <a:lnTo>
                    <a:pt x="1299" y="617"/>
                  </a:lnTo>
                  <a:lnTo>
                    <a:pt x="1298" y="616"/>
                  </a:lnTo>
                  <a:lnTo>
                    <a:pt x="1298" y="612"/>
                  </a:lnTo>
                  <a:lnTo>
                    <a:pt x="1297" y="608"/>
                  </a:lnTo>
                  <a:lnTo>
                    <a:pt x="1296" y="605"/>
                  </a:lnTo>
                  <a:lnTo>
                    <a:pt x="1293" y="601"/>
                  </a:lnTo>
                  <a:lnTo>
                    <a:pt x="1293" y="600"/>
                  </a:lnTo>
                  <a:lnTo>
                    <a:pt x="1294" y="599"/>
                  </a:lnTo>
                  <a:lnTo>
                    <a:pt x="1292" y="596"/>
                  </a:lnTo>
                  <a:lnTo>
                    <a:pt x="1289" y="595"/>
                  </a:lnTo>
                  <a:lnTo>
                    <a:pt x="1289" y="592"/>
                  </a:lnTo>
                  <a:lnTo>
                    <a:pt x="1288" y="590"/>
                  </a:lnTo>
                  <a:lnTo>
                    <a:pt x="1288" y="587"/>
                  </a:lnTo>
                  <a:lnTo>
                    <a:pt x="1288" y="583"/>
                  </a:lnTo>
                  <a:lnTo>
                    <a:pt x="1285" y="579"/>
                  </a:lnTo>
                  <a:lnTo>
                    <a:pt x="1282" y="578"/>
                  </a:lnTo>
                  <a:lnTo>
                    <a:pt x="1277" y="572"/>
                  </a:lnTo>
                  <a:lnTo>
                    <a:pt x="1278" y="571"/>
                  </a:lnTo>
                  <a:lnTo>
                    <a:pt x="1277" y="570"/>
                  </a:lnTo>
                  <a:lnTo>
                    <a:pt x="1274" y="568"/>
                  </a:lnTo>
                  <a:lnTo>
                    <a:pt x="1273" y="565"/>
                  </a:lnTo>
                  <a:lnTo>
                    <a:pt x="1272" y="559"/>
                  </a:lnTo>
                  <a:lnTo>
                    <a:pt x="1271" y="555"/>
                  </a:lnTo>
                  <a:lnTo>
                    <a:pt x="1271" y="554"/>
                  </a:lnTo>
                  <a:lnTo>
                    <a:pt x="1271" y="550"/>
                  </a:lnTo>
                  <a:lnTo>
                    <a:pt x="1268" y="546"/>
                  </a:lnTo>
                  <a:lnTo>
                    <a:pt x="1265" y="543"/>
                  </a:lnTo>
                  <a:lnTo>
                    <a:pt x="1265" y="540"/>
                  </a:lnTo>
                  <a:lnTo>
                    <a:pt x="1263" y="538"/>
                  </a:lnTo>
                  <a:lnTo>
                    <a:pt x="1264" y="534"/>
                  </a:lnTo>
                  <a:lnTo>
                    <a:pt x="1265" y="533"/>
                  </a:lnTo>
                  <a:lnTo>
                    <a:pt x="1267" y="536"/>
                  </a:lnTo>
                  <a:lnTo>
                    <a:pt x="1269" y="536"/>
                  </a:lnTo>
                  <a:lnTo>
                    <a:pt x="1271" y="534"/>
                  </a:lnTo>
                  <a:lnTo>
                    <a:pt x="1271" y="532"/>
                  </a:lnTo>
                  <a:lnTo>
                    <a:pt x="1268" y="532"/>
                  </a:lnTo>
                  <a:lnTo>
                    <a:pt x="1268" y="530"/>
                  </a:lnTo>
                  <a:lnTo>
                    <a:pt x="1269" y="529"/>
                  </a:lnTo>
                  <a:lnTo>
                    <a:pt x="1271" y="529"/>
                  </a:lnTo>
                  <a:lnTo>
                    <a:pt x="1269" y="526"/>
                  </a:lnTo>
                  <a:lnTo>
                    <a:pt x="1268" y="528"/>
                  </a:lnTo>
                  <a:lnTo>
                    <a:pt x="1268" y="528"/>
                  </a:lnTo>
                  <a:lnTo>
                    <a:pt x="1268" y="525"/>
                  </a:lnTo>
                  <a:lnTo>
                    <a:pt x="1267" y="524"/>
                  </a:lnTo>
                  <a:lnTo>
                    <a:pt x="1263" y="521"/>
                  </a:lnTo>
                  <a:lnTo>
                    <a:pt x="1259" y="518"/>
                  </a:lnTo>
                  <a:lnTo>
                    <a:pt x="1261" y="517"/>
                  </a:lnTo>
                  <a:lnTo>
                    <a:pt x="1263" y="518"/>
                  </a:lnTo>
                  <a:lnTo>
                    <a:pt x="1264" y="518"/>
                  </a:lnTo>
                  <a:lnTo>
                    <a:pt x="1264" y="517"/>
                  </a:lnTo>
                  <a:lnTo>
                    <a:pt x="1264" y="516"/>
                  </a:lnTo>
                  <a:lnTo>
                    <a:pt x="1264" y="515"/>
                  </a:lnTo>
                  <a:close/>
                  <a:moveTo>
                    <a:pt x="1198" y="511"/>
                  </a:moveTo>
                  <a:lnTo>
                    <a:pt x="1198" y="512"/>
                  </a:lnTo>
                  <a:lnTo>
                    <a:pt x="1197" y="513"/>
                  </a:lnTo>
                  <a:lnTo>
                    <a:pt x="1198" y="515"/>
                  </a:lnTo>
                  <a:lnTo>
                    <a:pt x="1197" y="516"/>
                  </a:lnTo>
                  <a:lnTo>
                    <a:pt x="1195" y="515"/>
                  </a:lnTo>
                  <a:lnTo>
                    <a:pt x="1195" y="516"/>
                  </a:lnTo>
                  <a:lnTo>
                    <a:pt x="1195" y="516"/>
                  </a:lnTo>
                  <a:lnTo>
                    <a:pt x="1194" y="516"/>
                  </a:lnTo>
                  <a:lnTo>
                    <a:pt x="1193" y="515"/>
                  </a:lnTo>
                  <a:lnTo>
                    <a:pt x="1193" y="513"/>
                  </a:lnTo>
                  <a:lnTo>
                    <a:pt x="1195" y="512"/>
                  </a:lnTo>
                  <a:lnTo>
                    <a:pt x="1197" y="511"/>
                  </a:lnTo>
                  <a:lnTo>
                    <a:pt x="1198" y="511"/>
                  </a:lnTo>
                  <a:close/>
                  <a:moveTo>
                    <a:pt x="1203" y="509"/>
                  </a:moveTo>
                  <a:lnTo>
                    <a:pt x="1205" y="509"/>
                  </a:lnTo>
                  <a:lnTo>
                    <a:pt x="1207" y="509"/>
                  </a:lnTo>
                  <a:lnTo>
                    <a:pt x="1209" y="509"/>
                  </a:lnTo>
                  <a:lnTo>
                    <a:pt x="1209" y="511"/>
                  </a:lnTo>
                  <a:lnTo>
                    <a:pt x="1207" y="512"/>
                  </a:lnTo>
                  <a:lnTo>
                    <a:pt x="1207" y="513"/>
                  </a:lnTo>
                  <a:lnTo>
                    <a:pt x="1209" y="512"/>
                  </a:lnTo>
                  <a:lnTo>
                    <a:pt x="1209" y="511"/>
                  </a:lnTo>
                  <a:lnTo>
                    <a:pt x="1211" y="511"/>
                  </a:lnTo>
                  <a:lnTo>
                    <a:pt x="1211" y="512"/>
                  </a:lnTo>
                  <a:lnTo>
                    <a:pt x="1210" y="513"/>
                  </a:lnTo>
                  <a:lnTo>
                    <a:pt x="1210" y="515"/>
                  </a:lnTo>
                  <a:lnTo>
                    <a:pt x="1210" y="516"/>
                  </a:lnTo>
                  <a:lnTo>
                    <a:pt x="1210" y="517"/>
                  </a:lnTo>
                  <a:lnTo>
                    <a:pt x="1209" y="518"/>
                  </a:lnTo>
                  <a:lnTo>
                    <a:pt x="1206" y="518"/>
                  </a:lnTo>
                  <a:lnTo>
                    <a:pt x="1205" y="516"/>
                  </a:lnTo>
                  <a:lnTo>
                    <a:pt x="1203" y="516"/>
                  </a:lnTo>
                  <a:lnTo>
                    <a:pt x="1203" y="517"/>
                  </a:lnTo>
                  <a:lnTo>
                    <a:pt x="1202" y="518"/>
                  </a:lnTo>
                  <a:lnTo>
                    <a:pt x="1202" y="518"/>
                  </a:lnTo>
                  <a:lnTo>
                    <a:pt x="1199" y="515"/>
                  </a:lnTo>
                  <a:lnTo>
                    <a:pt x="1199" y="513"/>
                  </a:lnTo>
                  <a:lnTo>
                    <a:pt x="1202" y="512"/>
                  </a:lnTo>
                  <a:lnTo>
                    <a:pt x="1202" y="509"/>
                  </a:lnTo>
                  <a:lnTo>
                    <a:pt x="1203" y="509"/>
                  </a:lnTo>
                  <a:close/>
                  <a:moveTo>
                    <a:pt x="1530" y="453"/>
                  </a:moveTo>
                  <a:lnTo>
                    <a:pt x="1533" y="454"/>
                  </a:lnTo>
                  <a:lnTo>
                    <a:pt x="1535" y="455"/>
                  </a:lnTo>
                  <a:lnTo>
                    <a:pt x="1536" y="455"/>
                  </a:lnTo>
                  <a:lnTo>
                    <a:pt x="1539" y="457"/>
                  </a:lnTo>
                  <a:lnTo>
                    <a:pt x="1542" y="459"/>
                  </a:lnTo>
                  <a:lnTo>
                    <a:pt x="1543" y="459"/>
                  </a:lnTo>
                  <a:lnTo>
                    <a:pt x="1540" y="461"/>
                  </a:lnTo>
                  <a:lnTo>
                    <a:pt x="1539" y="459"/>
                  </a:lnTo>
                  <a:lnTo>
                    <a:pt x="1535" y="458"/>
                  </a:lnTo>
                  <a:lnTo>
                    <a:pt x="1533" y="455"/>
                  </a:lnTo>
                  <a:lnTo>
                    <a:pt x="1530" y="455"/>
                  </a:lnTo>
                  <a:lnTo>
                    <a:pt x="1529" y="454"/>
                  </a:lnTo>
                  <a:lnTo>
                    <a:pt x="1530" y="453"/>
                  </a:lnTo>
                  <a:close/>
                  <a:moveTo>
                    <a:pt x="1509" y="443"/>
                  </a:moveTo>
                  <a:lnTo>
                    <a:pt x="1511" y="445"/>
                  </a:lnTo>
                  <a:lnTo>
                    <a:pt x="1510" y="445"/>
                  </a:lnTo>
                  <a:lnTo>
                    <a:pt x="1510" y="446"/>
                  </a:lnTo>
                  <a:lnTo>
                    <a:pt x="1513" y="449"/>
                  </a:lnTo>
                  <a:lnTo>
                    <a:pt x="1515" y="450"/>
                  </a:lnTo>
                  <a:lnTo>
                    <a:pt x="1515" y="451"/>
                  </a:lnTo>
                  <a:lnTo>
                    <a:pt x="1519" y="454"/>
                  </a:lnTo>
                  <a:lnTo>
                    <a:pt x="1522" y="455"/>
                  </a:lnTo>
                  <a:lnTo>
                    <a:pt x="1523" y="458"/>
                  </a:lnTo>
                  <a:lnTo>
                    <a:pt x="1522" y="458"/>
                  </a:lnTo>
                  <a:lnTo>
                    <a:pt x="1519" y="458"/>
                  </a:lnTo>
                  <a:lnTo>
                    <a:pt x="1518" y="455"/>
                  </a:lnTo>
                  <a:lnTo>
                    <a:pt x="1517" y="457"/>
                  </a:lnTo>
                  <a:lnTo>
                    <a:pt x="1515" y="457"/>
                  </a:lnTo>
                  <a:lnTo>
                    <a:pt x="1514" y="454"/>
                  </a:lnTo>
                  <a:lnTo>
                    <a:pt x="1511" y="454"/>
                  </a:lnTo>
                  <a:lnTo>
                    <a:pt x="1510" y="451"/>
                  </a:lnTo>
                  <a:lnTo>
                    <a:pt x="1510" y="450"/>
                  </a:lnTo>
                  <a:lnTo>
                    <a:pt x="1509" y="449"/>
                  </a:lnTo>
                  <a:lnTo>
                    <a:pt x="1506" y="449"/>
                  </a:lnTo>
                  <a:lnTo>
                    <a:pt x="1505" y="447"/>
                  </a:lnTo>
                  <a:lnTo>
                    <a:pt x="1505" y="446"/>
                  </a:lnTo>
                  <a:lnTo>
                    <a:pt x="1506" y="445"/>
                  </a:lnTo>
                  <a:lnTo>
                    <a:pt x="1508" y="445"/>
                  </a:lnTo>
                  <a:lnTo>
                    <a:pt x="1509" y="443"/>
                  </a:lnTo>
                  <a:close/>
                  <a:moveTo>
                    <a:pt x="80" y="433"/>
                  </a:moveTo>
                  <a:lnTo>
                    <a:pt x="83" y="433"/>
                  </a:lnTo>
                  <a:lnTo>
                    <a:pt x="83" y="434"/>
                  </a:lnTo>
                  <a:lnTo>
                    <a:pt x="81" y="436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1" y="438"/>
                  </a:lnTo>
                  <a:lnTo>
                    <a:pt x="81" y="437"/>
                  </a:lnTo>
                  <a:lnTo>
                    <a:pt x="79" y="436"/>
                  </a:lnTo>
                  <a:lnTo>
                    <a:pt x="79" y="434"/>
                  </a:lnTo>
                  <a:lnTo>
                    <a:pt x="80" y="433"/>
                  </a:lnTo>
                  <a:close/>
                  <a:moveTo>
                    <a:pt x="143" y="395"/>
                  </a:moveTo>
                  <a:lnTo>
                    <a:pt x="145" y="397"/>
                  </a:lnTo>
                  <a:lnTo>
                    <a:pt x="146" y="399"/>
                  </a:lnTo>
                  <a:lnTo>
                    <a:pt x="145" y="399"/>
                  </a:lnTo>
                  <a:lnTo>
                    <a:pt x="143" y="397"/>
                  </a:lnTo>
                  <a:lnTo>
                    <a:pt x="143" y="396"/>
                  </a:lnTo>
                  <a:lnTo>
                    <a:pt x="143" y="395"/>
                  </a:lnTo>
                  <a:close/>
                  <a:moveTo>
                    <a:pt x="1302" y="390"/>
                  </a:moveTo>
                  <a:lnTo>
                    <a:pt x="1302" y="392"/>
                  </a:lnTo>
                  <a:lnTo>
                    <a:pt x="1301" y="393"/>
                  </a:lnTo>
                  <a:lnTo>
                    <a:pt x="1299" y="393"/>
                  </a:lnTo>
                  <a:lnTo>
                    <a:pt x="1299" y="392"/>
                  </a:lnTo>
                  <a:lnTo>
                    <a:pt x="1301" y="391"/>
                  </a:lnTo>
                  <a:lnTo>
                    <a:pt x="1302" y="390"/>
                  </a:lnTo>
                  <a:close/>
                  <a:moveTo>
                    <a:pt x="401" y="368"/>
                  </a:moveTo>
                  <a:lnTo>
                    <a:pt x="404" y="368"/>
                  </a:lnTo>
                  <a:lnTo>
                    <a:pt x="405" y="370"/>
                  </a:lnTo>
                  <a:lnTo>
                    <a:pt x="407" y="368"/>
                  </a:lnTo>
                  <a:lnTo>
                    <a:pt x="409" y="370"/>
                  </a:lnTo>
                  <a:lnTo>
                    <a:pt x="409" y="372"/>
                  </a:lnTo>
                  <a:lnTo>
                    <a:pt x="409" y="372"/>
                  </a:lnTo>
                  <a:lnTo>
                    <a:pt x="407" y="374"/>
                  </a:lnTo>
                  <a:lnTo>
                    <a:pt x="404" y="372"/>
                  </a:lnTo>
                  <a:lnTo>
                    <a:pt x="404" y="371"/>
                  </a:lnTo>
                  <a:lnTo>
                    <a:pt x="403" y="370"/>
                  </a:lnTo>
                  <a:lnTo>
                    <a:pt x="401" y="368"/>
                  </a:lnTo>
                  <a:close/>
                  <a:moveTo>
                    <a:pt x="1446" y="355"/>
                  </a:moveTo>
                  <a:lnTo>
                    <a:pt x="1447" y="355"/>
                  </a:lnTo>
                  <a:lnTo>
                    <a:pt x="1450" y="358"/>
                  </a:lnTo>
                  <a:lnTo>
                    <a:pt x="1451" y="362"/>
                  </a:lnTo>
                  <a:lnTo>
                    <a:pt x="1451" y="365"/>
                  </a:lnTo>
                  <a:lnTo>
                    <a:pt x="1450" y="365"/>
                  </a:lnTo>
                  <a:lnTo>
                    <a:pt x="1447" y="367"/>
                  </a:lnTo>
                  <a:lnTo>
                    <a:pt x="1446" y="368"/>
                  </a:lnTo>
                  <a:lnTo>
                    <a:pt x="1444" y="371"/>
                  </a:lnTo>
                  <a:lnTo>
                    <a:pt x="1444" y="374"/>
                  </a:lnTo>
                  <a:lnTo>
                    <a:pt x="1443" y="374"/>
                  </a:lnTo>
                  <a:lnTo>
                    <a:pt x="1444" y="376"/>
                  </a:lnTo>
                  <a:lnTo>
                    <a:pt x="1444" y="379"/>
                  </a:lnTo>
                  <a:lnTo>
                    <a:pt x="1444" y="379"/>
                  </a:lnTo>
                  <a:lnTo>
                    <a:pt x="1442" y="376"/>
                  </a:lnTo>
                  <a:lnTo>
                    <a:pt x="1442" y="375"/>
                  </a:lnTo>
                  <a:lnTo>
                    <a:pt x="1443" y="374"/>
                  </a:lnTo>
                  <a:lnTo>
                    <a:pt x="1442" y="371"/>
                  </a:lnTo>
                  <a:lnTo>
                    <a:pt x="1442" y="370"/>
                  </a:lnTo>
                  <a:lnTo>
                    <a:pt x="1440" y="366"/>
                  </a:lnTo>
                  <a:lnTo>
                    <a:pt x="1440" y="363"/>
                  </a:lnTo>
                  <a:lnTo>
                    <a:pt x="1440" y="363"/>
                  </a:lnTo>
                  <a:lnTo>
                    <a:pt x="1439" y="365"/>
                  </a:lnTo>
                  <a:lnTo>
                    <a:pt x="1438" y="365"/>
                  </a:lnTo>
                  <a:lnTo>
                    <a:pt x="1439" y="362"/>
                  </a:lnTo>
                  <a:lnTo>
                    <a:pt x="1439" y="362"/>
                  </a:lnTo>
                  <a:lnTo>
                    <a:pt x="1443" y="358"/>
                  </a:lnTo>
                  <a:lnTo>
                    <a:pt x="1443" y="358"/>
                  </a:lnTo>
                  <a:lnTo>
                    <a:pt x="1444" y="357"/>
                  </a:lnTo>
                  <a:lnTo>
                    <a:pt x="1446" y="355"/>
                  </a:lnTo>
                  <a:close/>
                  <a:moveTo>
                    <a:pt x="216" y="349"/>
                  </a:moveTo>
                  <a:lnTo>
                    <a:pt x="218" y="349"/>
                  </a:lnTo>
                  <a:lnTo>
                    <a:pt x="217" y="350"/>
                  </a:lnTo>
                  <a:lnTo>
                    <a:pt x="214" y="350"/>
                  </a:lnTo>
                  <a:lnTo>
                    <a:pt x="214" y="351"/>
                  </a:lnTo>
                  <a:lnTo>
                    <a:pt x="213" y="351"/>
                  </a:lnTo>
                  <a:lnTo>
                    <a:pt x="213" y="350"/>
                  </a:lnTo>
                  <a:lnTo>
                    <a:pt x="216" y="349"/>
                  </a:lnTo>
                  <a:close/>
                  <a:moveTo>
                    <a:pt x="245" y="349"/>
                  </a:moveTo>
                  <a:lnTo>
                    <a:pt x="246" y="350"/>
                  </a:lnTo>
                  <a:lnTo>
                    <a:pt x="245" y="351"/>
                  </a:lnTo>
                  <a:lnTo>
                    <a:pt x="242" y="351"/>
                  </a:lnTo>
                  <a:lnTo>
                    <a:pt x="243" y="349"/>
                  </a:lnTo>
                  <a:lnTo>
                    <a:pt x="245" y="349"/>
                  </a:lnTo>
                  <a:close/>
                  <a:moveTo>
                    <a:pt x="250" y="347"/>
                  </a:moveTo>
                  <a:lnTo>
                    <a:pt x="250" y="349"/>
                  </a:lnTo>
                  <a:lnTo>
                    <a:pt x="249" y="351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9" y="347"/>
                  </a:lnTo>
                  <a:lnTo>
                    <a:pt x="250" y="347"/>
                  </a:lnTo>
                  <a:close/>
                  <a:moveTo>
                    <a:pt x="261" y="336"/>
                  </a:moveTo>
                  <a:lnTo>
                    <a:pt x="262" y="337"/>
                  </a:lnTo>
                  <a:lnTo>
                    <a:pt x="262" y="338"/>
                  </a:lnTo>
                  <a:lnTo>
                    <a:pt x="261" y="338"/>
                  </a:lnTo>
                  <a:lnTo>
                    <a:pt x="259" y="337"/>
                  </a:lnTo>
                  <a:lnTo>
                    <a:pt x="261" y="336"/>
                  </a:lnTo>
                  <a:close/>
                  <a:moveTo>
                    <a:pt x="275" y="336"/>
                  </a:moveTo>
                  <a:lnTo>
                    <a:pt x="278" y="337"/>
                  </a:lnTo>
                  <a:lnTo>
                    <a:pt x="276" y="337"/>
                  </a:lnTo>
                  <a:lnTo>
                    <a:pt x="274" y="338"/>
                  </a:lnTo>
                  <a:lnTo>
                    <a:pt x="272" y="340"/>
                  </a:lnTo>
                  <a:lnTo>
                    <a:pt x="271" y="340"/>
                  </a:lnTo>
                  <a:lnTo>
                    <a:pt x="272" y="337"/>
                  </a:lnTo>
                  <a:lnTo>
                    <a:pt x="275" y="336"/>
                  </a:lnTo>
                  <a:close/>
                  <a:moveTo>
                    <a:pt x="250" y="336"/>
                  </a:moveTo>
                  <a:lnTo>
                    <a:pt x="251" y="336"/>
                  </a:lnTo>
                  <a:lnTo>
                    <a:pt x="250" y="337"/>
                  </a:lnTo>
                  <a:lnTo>
                    <a:pt x="249" y="337"/>
                  </a:lnTo>
                  <a:lnTo>
                    <a:pt x="249" y="337"/>
                  </a:lnTo>
                  <a:lnTo>
                    <a:pt x="250" y="336"/>
                  </a:lnTo>
                  <a:close/>
                  <a:moveTo>
                    <a:pt x="254" y="336"/>
                  </a:moveTo>
                  <a:lnTo>
                    <a:pt x="257" y="336"/>
                  </a:lnTo>
                  <a:lnTo>
                    <a:pt x="257" y="338"/>
                  </a:lnTo>
                  <a:lnTo>
                    <a:pt x="255" y="338"/>
                  </a:lnTo>
                  <a:lnTo>
                    <a:pt x="254" y="337"/>
                  </a:lnTo>
                  <a:lnTo>
                    <a:pt x="253" y="336"/>
                  </a:lnTo>
                  <a:lnTo>
                    <a:pt x="254" y="336"/>
                  </a:lnTo>
                  <a:close/>
                  <a:moveTo>
                    <a:pt x="188" y="329"/>
                  </a:moveTo>
                  <a:lnTo>
                    <a:pt x="192" y="329"/>
                  </a:lnTo>
                  <a:lnTo>
                    <a:pt x="201" y="333"/>
                  </a:lnTo>
                  <a:lnTo>
                    <a:pt x="203" y="336"/>
                  </a:lnTo>
                  <a:lnTo>
                    <a:pt x="203" y="338"/>
                  </a:lnTo>
                  <a:lnTo>
                    <a:pt x="201" y="341"/>
                  </a:lnTo>
                  <a:lnTo>
                    <a:pt x="203" y="338"/>
                  </a:lnTo>
                  <a:lnTo>
                    <a:pt x="201" y="336"/>
                  </a:lnTo>
                  <a:lnTo>
                    <a:pt x="200" y="337"/>
                  </a:lnTo>
                  <a:lnTo>
                    <a:pt x="200" y="341"/>
                  </a:lnTo>
                  <a:lnTo>
                    <a:pt x="197" y="343"/>
                  </a:lnTo>
                  <a:lnTo>
                    <a:pt x="195" y="346"/>
                  </a:lnTo>
                  <a:lnTo>
                    <a:pt x="192" y="347"/>
                  </a:lnTo>
                  <a:lnTo>
                    <a:pt x="191" y="349"/>
                  </a:lnTo>
                  <a:lnTo>
                    <a:pt x="188" y="349"/>
                  </a:lnTo>
                  <a:lnTo>
                    <a:pt x="189" y="347"/>
                  </a:lnTo>
                  <a:lnTo>
                    <a:pt x="187" y="346"/>
                  </a:lnTo>
                  <a:lnTo>
                    <a:pt x="187" y="346"/>
                  </a:lnTo>
                  <a:lnTo>
                    <a:pt x="186" y="343"/>
                  </a:lnTo>
                  <a:lnTo>
                    <a:pt x="184" y="341"/>
                  </a:lnTo>
                  <a:lnTo>
                    <a:pt x="184" y="336"/>
                  </a:lnTo>
                  <a:lnTo>
                    <a:pt x="186" y="330"/>
                  </a:lnTo>
                  <a:lnTo>
                    <a:pt x="188" y="329"/>
                  </a:lnTo>
                  <a:close/>
                  <a:moveTo>
                    <a:pt x="292" y="326"/>
                  </a:moveTo>
                  <a:lnTo>
                    <a:pt x="290" y="329"/>
                  </a:lnTo>
                  <a:lnTo>
                    <a:pt x="290" y="328"/>
                  </a:lnTo>
                  <a:lnTo>
                    <a:pt x="292" y="326"/>
                  </a:lnTo>
                  <a:close/>
                  <a:moveTo>
                    <a:pt x="283" y="318"/>
                  </a:moveTo>
                  <a:lnTo>
                    <a:pt x="284" y="321"/>
                  </a:lnTo>
                  <a:lnTo>
                    <a:pt x="288" y="322"/>
                  </a:lnTo>
                  <a:lnTo>
                    <a:pt x="288" y="325"/>
                  </a:lnTo>
                  <a:lnTo>
                    <a:pt x="284" y="322"/>
                  </a:lnTo>
                  <a:lnTo>
                    <a:pt x="282" y="320"/>
                  </a:lnTo>
                  <a:lnTo>
                    <a:pt x="283" y="318"/>
                  </a:lnTo>
                  <a:close/>
                  <a:moveTo>
                    <a:pt x="279" y="316"/>
                  </a:moveTo>
                  <a:lnTo>
                    <a:pt x="280" y="317"/>
                  </a:lnTo>
                  <a:lnTo>
                    <a:pt x="279" y="318"/>
                  </a:lnTo>
                  <a:lnTo>
                    <a:pt x="279" y="318"/>
                  </a:lnTo>
                  <a:lnTo>
                    <a:pt x="279" y="316"/>
                  </a:lnTo>
                  <a:close/>
                  <a:moveTo>
                    <a:pt x="359" y="309"/>
                  </a:moveTo>
                  <a:lnTo>
                    <a:pt x="361" y="311"/>
                  </a:lnTo>
                  <a:lnTo>
                    <a:pt x="361" y="313"/>
                  </a:lnTo>
                  <a:lnTo>
                    <a:pt x="359" y="315"/>
                  </a:lnTo>
                  <a:lnTo>
                    <a:pt x="358" y="313"/>
                  </a:lnTo>
                  <a:lnTo>
                    <a:pt x="358" y="313"/>
                  </a:lnTo>
                  <a:lnTo>
                    <a:pt x="358" y="312"/>
                  </a:lnTo>
                  <a:lnTo>
                    <a:pt x="358" y="311"/>
                  </a:lnTo>
                  <a:lnTo>
                    <a:pt x="359" y="309"/>
                  </a:lnTo>
                  <a:close/>
                  <a:moveTo>
                    <a:pt x="1398" y="297"/>
                  </a:moveTo>
                  <a:lnTo>
                    <a:pt x="1398" y="297"/>
                  </a:lnTo>
                  <a:lnTo>
                    <a:pt x="1398" y="299"/>
                  </a:lnTo>
                  <a:lnTo>
                    <a:pt x="1397" y="300"/>
                  </a:lnTo>
                  <a:lnTo>
                    <a:pt x="1397" y="299"/>
                  </a:lnTo>
                  <a:lnTo>
                    <a:pt x="1397" y="297"/>
                  </a:lnTo>
                  <a:lnTo>
                    <a:pt x="1398" y="297"/>
                  </a:lnTo>
                  <a:close/>
                  <a:moveTo>
                    <a:pt x="275" y="293"/>
                  </a:moveTo>
                  <a:lnTo>
                    <a:pt x="276" y="293"/>
                  </a:lnTo>
                  <a:lnTo>
                    <a:pt x="279" y="296"/>
                  </a:lnTo>
                  <a:lnTo>
                    <a:pt x="280" y="297"/>
                  </a:lnTo>
                  <a:lnTo>
                    <a:pt x="283" y="299"/>
                  </a:lnTo>
                  <a:lnTo>
                    <a:pt x="286" y="301"/>
                  </a:lnTo>
                  <a:lnTo>
                    <a:pt x="288" y="301"/>
                  </a:lnTo>
                  <a:lnTo>
                    <a:pt x="291" y="305"/>
                  </a:lnTo>
                  <a:lnTo>
                    <a:pt x="295" y="308"/>
                  </a:lnTo>
                  <a:lnTo>
                    <a:pt x="295" y="312"/>
                  </a:lnTo>
                  <a:lnTo>
                    <a:pt x="293" y="313"/>
                  </a:lnTo>
                  <a:lnTo>
                    <a:pt x="292" y="313"/>
                  </a:lnTo>
                  <a:lnTo>
                    <a:pt x="291" y="315"/>
                  </a:lnTo>
                  <a:lnTo>
                    <a:pt x="287" y="315"/>
                  </a:lnTo>
                  <a:lnTo>
                    <a:pt x="286" y="313"/>
                  </a:lnTo>
                  <a:lnTo>
                    <a:pt x="287" y="312"/>
                  </a:lnTo>
                  <a:lnTo>
                    <a:pt x="286" y="309"/>
                  </a:lnTo>
                  <a:lnTo>
                    <a:pt x="286" y="308"/>
                  </a:lnTo>
                  <a:lnTo>
                    <a:pt x="283" y="308"/>
                  </a:lnTo>
                  <a:lnTo>
                    <a:pt x="282" y="308"/>
                  </a:lnTo>
                  <a:lnTo>
                    <a:pt x="282" y="311"/>
                  </a:lnTo>
                  <a:lnTo>
                    <a:pt x="280" y="309"/>
                  </a:lnTo>
                  <a:lnTo>
                    <a:pt x="279" y="308"/>
                  </a:lnTo>
                  <a:lnTo>
                    <a:pt x="276" y="307"/>
                  </a:lnTo>
                  <a:lnTo>
                    <a:pt x="272" y="301"/>
                  </a:lnTo>
                  <a:lnTo>
                    <a:pt x="271" y="300"/>
                  </a:lnTo>
                  <a:lnTo>
                    <a:pt x="272" y="300"/>
                  </a:lnTo>
                  <a:lnTo>
                    <a:pt x="274" y="301"/>
                  </a:lnTo>
                  <a:lnTo>
                    <a:pt x="275" y="301"/>
                  </a:lnTo>
                  <a:lnTo>
                    <a:pt x="275" y="300"/>
                  </a:lnTo>
                  <a:lnTo>
                    <a:pt x="274" y="299"/>
                  </a:lnTo>
                  <a:lnTo>
                    <a:pt x="272" y="297"/>
                  </a:lnTo>
                  <a:lnTo>
                    <a:pt x="274" y="296"/>
                  </a:lnTo>
                  <a:lnTo>
                    <a:pt x="274" y="295"/>
                  </a:lnTo>
                  <a:lnTo>
                    <a:pt x="275" y="293"/>
                  </a:lnTo>
                  <a:close/>
                  <a:moveTo>
                    <a:pt x="1397" y="292"/>
                  </a:moveTo>
                  <a:lnTo>
                    <a:pt x="1398" y="293"/>
                  </a:lnTo>
                  <a:lnTo>
                    <a:pt x="1398" y="295"/>
                  </a:lnTo>
                  <a:lnTo>
                    <a:pt x="1397" y="296"/>
                  </a:lnTo>
                  <a:lnTo>
                    <a:pt x="1394" y="293"/>
                  </a:lnTo>
                  <a:lnTo>
                    <a:pt x="1394" y="292"/>
                  </a:lnTo>
                  <a:lnTo>
                    <a:pt x="1397" y="292"/>
                  </a:lnTo>
                  <a:close/>
                  <a:moveTo>
                    <a:pt x="214" y="280"/>
                  </a:moveTo>
                  <a:lnTo>
                    <a:pt x="216" y="282"/>
                  </a:lnTo>
                  <a:lnTo>
                    <a:pt x="216" y="283"/>
                  </a:lnTo>
                  <a:lnTo>
                    <a:pt x="218" y="283"/>
                  </a:lnTo>
                  <a:lnTo>
                    <a:pt x="220" y="286"/>
                  </a:lnTo>
                  <a:lnTo>
                    <a:pt x="218" y="287"/>
                  </a:lnTo>
                  <a:lnTo>
                    <a:pt x="220" y="288"/>
                  </a:lnTo>
                  <a:lnTo>
                    <a:pt x="220" y="290"/>
                  </a:lnTo>
                  <a:lnTo>
                    <a:pt x="218" y="290"/>
                  </a:lnTo>
                  <a:lnTo>
                    <a:pt x="217" y="287"/>
                  </a:lnTo>
                  <a:lnTo>
                    <a:pt x="214" y="287"/>
                  </a:lnTo>
                  <a:lnTo>
                    <a:pt x="214" y="284"/>
                  </a:lnTo>
                  <a:lnTo>
                    <a:pt x="213" y="284"/>
                  </a:lnTo>
                  <a:lnTo>
                    <a:pt x="212" y="284"/>
                  </a:lnTo>
                  <a:lnTo>
                    <a:pt x="211" y="283"/>
                  </a:lnTo>
                  <a:lnTo>
                    <a:pt x="209" y="282"/>
                  </a:lnTo>
                  <a:lnTo>
                    <a:pt x="212" y="280"/>
                  </a:lnTo>
                  <a:lnTo>
                    <a:pt x="214" y="280"/>
                  </a:lnTo>
                  <a:close/>
                  <a:moveTo>
                    <a:pt x="502" y="259"/>
                  </a:moveTo>
                  <a:lnTo>
                    <a:pt x="503" y="259"/>
                  </a:lnTo>
                  <a:lnTo>
                    <a:pt x="504" y="262"/>
                  </a:lnTo>
                  <a:lnTo>
                    <a:pt x="503" y="263"/>
                  </a:lnTo>
                  <a:lnTo>
                    <a:pt x="502" y="262"/>
                  </a:lnTo>
                  <a:lnTo>
                    <a:pt x="502" y="259"/>
                  </a:lnTo>
                  <a:close/>
                  <a:moveTo>
                    <a:pt x="498" y="253"/>
                  </a:moveTo>
                  <a:lnTo>
                    <a:pt x="500" y="255"/>
                  </a:lnTo>
                  <a:lnTo>
                    <a:pt x="500" y="262"/>
                  </a:lnTo>
                  <a:lnTo>
                    <a:pt x="499" y="263"/>
                  </a:lnTo>
                  <a:lnTo>
                    <a:pt x="499" y="263"/>
                  </a:lnTo>
                  <a:lnTo>
                    <a:pt x="499" y="259"/>
                  </a:lnTo>
                  <a:lnTo>
                    <a:pt x="498" y="257"/>
                  </a:lnTo>
                  <a:lnTo>
                    <a:pt x="498" y="253"/>
                  </a:lnTo>
                  <a:lnTo>
                    <a:pt x="498" y="253"/>
                  </a:lnTo>
                  <a:close/>
                  <a:moveTo>
                    <a:pt x="495" y="247"/>
                  </a:moveTo>
                  <a:lnTo>
                    <a:pt x="496" y="249"/>
                  </a:lnTo>
                  <a:lnTo>
                    <a:pt x="496" y="251"/>
                  </a:lnTo>
                  <a:lnTo>
                    <a:pt x="495" y="250"/>
                  </a:lnTo>
                  <a:lnTo>
                    <a:pt x="494" y="247"/>
                  </a:lnTo>
                  <a:lnTo>
                    <a:pt x="495" y="247"/>
                  </a:lnTo>
                  <a:close/>
                  <a:moveTo>
                    <a:pt x="216" y="224"/>
                  </a:moveTo>
                  <a:lnTo>
                    <a:pt x="218" y="224"/>
                  </a:lnTo>
                  <a:lnTo>
                    <a:pt x="220" y="225"/>
                  </a:lnTo>
                  <a:lnTo>
                    <a:pt x="226" y="226"/>
                  </a:lnTo>
                  <a:lnTo>
                    <a:pt x="230" y="226"/>
                  </a:lnTo>
                  <a:lnTo>
                    <a:pt x="232" y="228"/>
                  </a:lnTo>
                  <a:lnTo>
                    <a:pt x="230" y="229"/>
                  </a:lnTo>
                  <a:lnTo>
                    <a:pt x="228" y="230"/>
                  </a:lnTo>
                  <a:lnTo>
                    <a:pt x="226" y="230"/>
                  </a:lnTo>
                  <a:lnTo>
                    <a:pt x="229" y="230"/>
                  </a:lnTo>
                  <a:lnTo>
                    <a:pt x="230" y="230"/>
                  </a:lnTo>
                  <a:lnTo>
                    <a:pt x="232" y="232"/>
                  </a:lnTo>
                  <a:lnTo>
                    <a:pt x="230" y="237"/>
                  </a:lnTo>
                  <a:lnTo>
                    <a:pt x="228" y="238"/>
                  </a:lnTo>
                  <a:lnTo>
                    <a:pt x="225" y="238"/>
                  </a:lnTo>
                  <a:lnTo>
                    <a:pt x="225" y="238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40"/>
                  </a:lnTo>
                  <a:lnTo>
                    <a:pt x="230" y="241"/>
                  </a:lnTo>
                  <a:lnTo>
                    <a:pt x="229" y="242"/>
                  </a:lnTo>
                  <a:lnTo>
                    <a:pt x="229" y="245"/>
                  </a:lnTo>
                  <a:lnTo>
                    <a:pt x="230" y="251"/>
                  </a:lnTo>
                  <a:lnTo>
                    <a:pt x="232" y="254"/>
                  </a:lnTo>
                  <a:lnTo>
                    <a:pt x="233" y="261"/>
                  </a:lnTo>
                  <a:lnTo>
                    <a:pt x="234" y="263"/>
                  </a:lnTo>
                  <a:lnTo>
                    <a:pt x="236" y="268"/>
                  </a:lnTo>
                  <a:lnTo>
                    <a:pt x="241" y="274"/>
                  </a:lnTo>
                  <a:lnTo>
                    <a:pt x="243" y="279"/>
                  </a:lnTo>
                  <a:lnTo>
                    <a:pt x="246" y="279"/>
                  </a:lnTo>
                  <a:lnTo>
                    <a:pt x="247" y="282"/>
                  </a:lnTo>
                  <a:lnTo>
                    <a:pt x="251" y="284"/>
                  </a:lnTo>
                  <a:lnTo>
                    <a:pt x="254" y="284"/>
                  </a:lnTo>
                  <a:lnTo>
                    <a:pt x="255" y="287"/>
                  </a:lnTo>
                  <a:lnTo>
                    <a:pt x="257" y="288"/>
                  </a:lnTo>
                  <a:lnTo>
                    <a:pt x="258" y="287"/>
                  </a:lnTo>
                  <a:lnTo>
                    <a:pt x="261" y="290"/>
                  </a:lnTo>
                  <a:lnTo>
                    <a:pt x="261" y="291"/>
                  </a:lnTo>
                  <a:lnTo>
                    <a:pt x="261" y="292"/>
                  </a:lnTo>
                  <a:lnTo>
                    <a:pt x="259" y="293"/>
                  </a:lnTo>
                  <a:lnTo>
                    <a:pt x="258" y="293"/>
                  </a:lnTo>
                  <a:lnTo>
                    <a:pt x="257" y="293"/>
                  </a:lnTo>
                  <a:lnTo>
                    <a:pt x="257" y="295"/>
                  </a:lnTo>
                  <a:lnTo>
                    <a:pt x="257" y="295"/>
                  </a:lnTo>
                  <a:lnTo>
                    <a:pt x="259" y="295"/>
                  </a:lnTo>
                  <a:lnTo>
                    <a:pt x="259" y="297"/>
                  </a:lnTo>
                  <a:lnTo>
                    <a:pt x="259" y="299"/>
                  </a:lnTo>
                  <a:lnTo>
                    <a:pt x="258" y="300"/>
                  </a:lnTo>
                  <a:lnTo>
                    <a:pt x="257" y="299"/>
                  </a:lnTo>
                  <a:lnTo>
                    <a:pt x="255" y="296"/>
                  </a:lnTo>
                  <a:lnTo>
                    <a:pt x="255" y="296"/>
                  </a:lnTo>
                  <a:lnTo>
                    <a:pt x="254" y="295"/>
                  </a:lnTo>
                  <a:lnTo>
                    <a:pt x="251" y="293"/>
                  </a:lnTo>
                  <a:lnTo>
                    <a:pt x="251" y="295"/>
                  </a:lnTo>
                  <a:lnTo>
                    <a:pt x="251" y="295"/>
                  </a:lnTo>
                  <a:lnTo>
                    <a:pt x="253" y="297"/>
                  </a:lnTo>
                  <a:lnTo>
                    <a:pt x="253" y="299"/>
                  </a:lnTo>
                  <a:lnTo>
                    <a:pt x="251" y="299"/>
                  </a:lnTo>
                  <a:lnTo>
                    <a:pt x="249" y="297"/>
                  </a:lnTo>
                  <a:lnTo>
                    <a:pt x="247" y="295"/>
                  </a:lnTo>
                  <a:lnTo>
                    <a:pt x="246" y="296"/>
                  </a:lnTo>
                  <a:lnTo>
                    <a:pt x="246" y="297"/>
                  </a:lnTo>
                  <a:lnTo>
                    <a:pt x="245" y="297"/>
                  </a:lnTo>
                  <a:lnTo>
                    <a:pt x="243" y="295"/>
                  </a:lnTo>
                  <a:lnTo>
                    <a:pt x="243" y="293"/>
                  </a:lnTo>
                  <a:lnTo>
                    <a:pt x="241" y="292"/>
                  </a:lnTo>
                  <a:lnTo>
                    <a:pt x="238" y="292"/>
                  </a:lnTo>
                  <a:lnTo>
                    <a:pt x="238" y="292"/>
                  </a:lnTo>
                  <a:lnTo>
                    <a:pt x="238" y="293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1" y="299"/>
                  </a:lnTo>
                  <a:lnTo>
                    <a:pt x="239" y="299"/>
                  </a:lnTo>
                  <a:lnTo>
                    <a:pt x="237" y="297"/>
                  </a:lnTo>
                  <a:lnTo>
                    <a:pt x="237" y="295"/>
                  </a:lnTo>
                  <a:lnTo>
                    <a:pt x="236" y="293"/>
                  </a:lnTo>
                  <a:lnTo>
                    <a:pt x="234" y="292"/>
                  </a:lnTo>
                  <a:lnTo>
                    <a:pt x="234" y="295"/>
                  </a:lnTo>
                  <a:lnTo>
                    <a:pt x="232" y="293"/>
                  </a:lnTo>
                  <a:lnTo>
                    <a:pt x="229" y="293"/>
                  </a:lnTo>
                  <a:lnTo>
                    <a:pt x="226" y="293"/>
                  </a:lnTo>
                  <a:lnTo>
                    <a:pt x="224" y="292"/>
                  </a:lnTo>
                  <a:lnTo>
                    <a:pt x="222" y="291"/>
                  </a:lnTo>
                  <a:lnTo>
                    <a:pt x="222" y="290"/>
                  </a:lnTo>
                  <a:lnTo>
                    <a:pt x="224" y="291"/>
                  </a:lnTo>
                  <a:lnTo>
                    <a:pt x="225" y="290"/>
                  </a:lnTo>
                  <a:lnTo>
                    <a:pt x="225" y="288"/>
                  </a:lnTo>
                  <a:lnTo>
                    <a:pt x="222" y="287"/>
                  </a:lnTo>
                  <a:lnTo>
                    <a:pt x="222" y="286"/>
                  </a:lnTo>
                  <a:lnTo>
                    <a:pt x="224" y="284"/>
                  </a:lnTo>
                  <a:lnTo>
                    <a:pt x="225" y="283"/>
                  </a:lnTo>
                  <a:lnTo>
                    <a:pt x="226" y="283"/>
                  </a:lnTo>
                  <a:lnTo>
                    <a:pt x="226" y="282"/>
                  </a:lnTo>
                  <a:lnTo>
                    <a:pt x="226" y="282"/>
                  </a:lnTo>
                  <a:lnTo>
                    <a:pt x="224" y="282"/>
                  </a:lnTo>
                  <a:lnTo>
                    <a:pt x="222" y="283"/>
                  </a:lnTo>
                  <a:lnTo>
                    <a:pt x="220" y="280"/>
                  </a:lnTo>
                  <a:lnTo>
                    <a:pt x="217" y="278"/>
                  </a:lnTo>
                  <a:lnTo>
                    <a:pt x="217" y="275"/>
                  </a:lnTo>
                  <a:lnTo>
                    <a:pt x="217" y="274"/>
                  </a:lnTo>
                  <a:lnTo>
                    <a:pt x="217" y="272"/>
                  </a:lnTo>
                  <a:lnTo>
                    <a:pt x="216" y="275"/>
                  </a:lnTo>
                  <a:lnTo>
                    <a:pt x="216" y="276"/>
                  </a:lnTo>
                  <a:lnTo>
                    <a:pt x="214" y="278"/>
                  </a:lnTo>
                  <a:lnTo>
                    <a:pt x="213" y="278"/>
                  </a:lnTo>
                  <a:lnTo>
                    <a:pt x="212" y="275"/>
                  </a:lnTo>
                  <a:lnTo>
                    <a:pt x="211" y="272"/>
                  </a:lnTo>
                  <a:lnTo>
                    <a:pt x="211" y="271"/>
                  </a:lnTo>
                  <a:lnTo>
                    <a:pt x="212" y="268"/>
                  </a:lnTo>
                  <a:lnTo>
                    <a:pt x="211" y="271"/>
                  </a:lnTo>
                  <a:lnTo>
                    <a:pt x="211" y="272"/>
                  </a:lnTo>
                  <a:lnTo>
                    <a:pt x="211" y="276"/>
                  </a:lnTo>
                  <a:lnTo>
                    <a:pt x="209" y="279"/>
                  </a:lnTo>
                  <a:lnTo>
                    <a:pt x="207" y="279"/>
                  </a:lnTo>
                  <a:lnTo>
                    <a:pt x="205" y="280"/>
                  </a:lnTo>
                  <a:lnTo>
                    <a:pt x="204" y="279"/>
                  </a:lnTo>
                  <a:lnTo>
                    <a:pt x="200" y="276"/>
                  </a:lnTo>
                  <a:lnTo>
                    <a:pt x="200" y="275"/>
                  </a:lnTo>
                  <a:lnTo>
                    <a:pt x="197" y="272"/>
                  </a:lnTo>
                  <a:lnTo>
                    <a:pt x="196" y="271"/>
                  </a:lnTo>
                  <a:lnTo>
                    <a:pt x="197" y="268"/>
                  </a:lnTo>
                  <a:lnTo>
                    <a:pt x="196" y="265"/>
                  </a:lnTo>
                  <a:lnTo>
                    <a:pt x="196" y="263"/>
                  </a:lnTo>
                  <a:lnTo>
                    <a:pt x="199" y="261"/>
                  </a:lnTo>
                  <a:lnTo>
                    <a:pt x="200" y="259"/>
                  </a:lnTo>
                  <a:lnTo>
                    <a:pt x="201" y="261"/>
                  </a:lnTo>
                  <a:lnTo>
                    <a:pt x="204" y="261"/>
                  </a:lnTo>
                  <a:lnTo>
                    <a:pt x="205" y="261"/>
                  </a:lnTo>
                  <a:lnTo>
                    <a:pt x="207" y="261"/>
                  </a:lnTo>
                  <a:lnTo>
                    <a:pt x="205" y="258"/>
                  </a:lnTo>
                  <a:lnTo>
                    <a:pt x="205" y="255"/>
                  </a:lnTo>
                  <a:lnTo>
                    <a:pt x="207" y="254"/>
                  </a:lnTo>
                  <a:lnTo>
                    <a:pt x="208" y="254"/>
                  </a:lnTo>
                  <a:lnTo>
                    <a:pt x="209" y="254"/>
                  </a:lnTo>
                  <a:lnTo>
                    <a:pt x="207" y="254"/>
                  </a:lnTo>
                  <a:lnTo>
                    <a:pt x="205" y="251"/>
                  </a:lnTo>
                  <a:lnTo>
                    <a:pt x="205" y="250"/>
                  </a:lnTo>
                  <a:lnTo>
                    <a:pt x="208" y="249"/>
                  </a:lnTo>
                  <a:lnTo>
                    <a:pt x="207" y="247"/>
                  </a:lnTo>
                  <a:lnTo>
                    <a:pt x="205" y="247"/>
                  </a:lnTo>
                  <a:lnTo>
                    <a:pt x="204" y="250"/>
                  </a:lnTo>
                  <a:lnTo>
                    <a:pt x="203" y="250"/>
                  </a:lnTo>
                  <a:lnTo>
                    <a:pt x="203" y="247"/>
                  </a:lnTo>
                  <a:lnTo>
                    <a:pt x="205" y="246"/>
                  </a:lnTo>
                  <a:lnTo>
                    <a:pt x="205" y="245"/>
                  </a:lnTo>
                  <a:lnTo>
                    <a:pt x="201" y="246"/>
                  </a:lnTo>
                  <a:lnTo>
                    <a:pt x="200" y="247"/>
                  </a:lnTo>
                  <a:lnTo>
                    <a:pt x="199" y="246"/>
                  </a:lnTo>
                  <a:lnTo>
                    <a:pt x="199" y="243"/>
                  </a:lnTo>
                  <a:lnTo>
                    <a:pt x="201" y="240"/>
                  </a:lnTo>
                  <a:lnTo>
                    <a:pt x="203" y="240"/>
                  </a:lnTo>
                  <a:lnTo>
                    <a:pt x="205" y="240"/>
                  </a:lnTo>
                  <a:lnTo>
                    <a:pt x="205" y="238"/>
                  </a:lnTo>
                  <a:lnTo>
                    <a:pt x="205" y="237"/>
                  </a:lnTo>
                  <a:lnTo>
                    <a:pt x="203" y="237"/>
                  </a:lnTo>
                  <a:lnTo>
                    <a:pt x="203" y="234"/>
                  </a:lnTo>
                  <a:lnTo>
                    <a:pt x="203" y="233"/>
                  </a:lnTo>
                  <a:lnTo>
                    <a:pt x="204" y="230"/>
                  </a:lnTo>
                  <a:lnTo>
                    <a:pt x="207" y="228"/>
                  </a:lnTo>
                  <a:lnTo>
                    <a:pt x="208" y="226"/>
                  </a:lnTo>
                  <a:lnTo>
                    <a:pt x="212" y="226"/>
                  </a:lnTo>
                  <a:lnTo>
                    <a:pt x="216" y="224"/>
                  </a:lnTo>
                  <a:close/>
                  <a:moveTo>
                    <a:pt x="428" y="212"/>
                  </a:moveTo>
                  <a:lnTo>
                    <a:pt x="430" y="212"/>
                  </a:lnTo>
                  <a:lnTo>
                    <a:pt x="432" y="212"/>
                  </a:lnTo>
                  <a:lnTo>
                    <a:pt x="432" y="215"/>
                  </a:lnTo>
                  <a:lnTo>
                    <a:pt x="430" y="217"/>
                  </a:lnTo>
                  <a:lnTo>
                    <a:pt x="428" y="217"/>
                  </a:lnTo>
                  <a:lnTo>
                    <a:pt x="426" y="220"/>
                  </a:lnTo>
                  <a:lnTo>
                    <a:pt x="425" y="221"/>
                  </a:lnTo>
                  <a:lnTo>
                    <a:pt x="423" y="224"/>
                  </a:lnTo>
                  <a:lnTo>
                    <a:pt x="421" y="224"/>
                  </a:lnTo>
                  <a:lnTo>
                    <a:pt x="420" y="222"/>
                  </a:lnTo>
                  <a:lnTo>
                    <a:pt x="420" y="220"/>
                  </a:lnTo>
                  <a:lnTo>
                    <a:pt x="421" y="218"/>
                  </a:lnTo>
                  <a:lnTo>
                    <a:pt x="424" y="217"/>
                  </a:lnTo>
                  <a:lnTo>
                    <a:pt x="423" y="215"/>
                  </a:lnTo>
                  <a:lnTo>
                    <a:pt x="425" y="212"/>
                  </a:lnTo>
                  <a:lnTo>
                    <a:pt x="428" y="212"/>
                  </a:lnTo>
                  <a:close/>
                  <a:moveTo>
                    <a:pt x="391" y="204"/>
                  </a:moveTo>
                  <a:lnTo>
                    <a:pt x="392" y="204"/>
                  </a:lnTo>
                  <a:lnTo>
                    <a:pt x="394" y="205"/>
                  </a:lnTo>
                  <a:lnTo>
                    <a:pt x="392" y="207"/>
                  </a:lnTo>
                  <a:lnTo>
                    <a:pt x="392" y="208"/>
                  </a:lnTo>
                  <a:lnTo>
                    <a:pt x="394" y="209"/>
                  </a:lnTo>
                  <a:lnTo>
                    <a:pt x="394" y="212"/>
                  </a:lnTo>
                  <a:lnTo>
                    <a:pt x="392" y="212"/>
                  </a:lnTo>
                  <a:lnTo>
                    <a:pt x="391" y="211"/>
                  </a:lnTo>
                  <a:lnTo>
                    <a:pt x="390" y="211"/>
                  </a:lnTo>
                  <a:lnTo>
                    <a:pt x="388" y="208"/>
                  </a:lnTo>
                  <a:lnTo>
                    <a:pt x="388" y="204"/>
                  </a:lnTo>
                  <a:lnTo>
                    <a:pt x="391" y="204"/>
                  </a:lnTo>
                  <a:close/>
                  <a:moveTo>
                    <a:pt x="355" y="197"/>
                  </a:moveTo>
                  <a:lnTo>
                    <a:pt x="357" y="197"/>
                  </a:lnTo>
                  <a:lnTo>
                    <a:pt x="358" y="200"/>
                  </a:lnTo>
                  <a:lnTo>
                    <a:pt x="359" y="203"/>
                  </a:lnTo>
                  <a:lnTo>
                    <a:pt x="362" y="204"/>
                  </a:lnTo>
                  <a:lnTo>
                    <a:pt x="363" y="207"/>
                  </a:lnTo>
                  <a:lnTo>
                    <a:pt x="363" y="208"/>
                  </a:lnTo>
                  <a:lnTo>
                    <a:pt x="361" y="208"/>
                  </a:lnTo>
                  <a:lnTo>
                    <a:pt x="358" y="211"/>
                  </a:lnTo>
                  <a:lnTo>
                    <a:pt x="357" y="212"/>
                  </a:lnTo>
                  <a:lnTo>
                    <a:pt x="355" y="213"/>
                  </a:lnTo>
                  <a:lnTo>
                    <a:pt x="354" y="212"/>
                  </a:lnTo>
                  <a:lnTo>
                    <a:pt x="353" y="213"/>
                  </a:lnTo>
                  <a:lnTo>
                    <a:pt x="353" y="211"/>
                  </a:lnTo>
                  <a:lnTo>
                    <a:pt x="351" y="211"/>
                  </a:lnTo>
                  <a:lnTo>
                    <a:pt x="351" y="212"/>
                  </a:lnTo>
                  <a:lnTo>
                    <a:pt x="351" y="213"/>
                  </a:lnTo>
                  <a:lnTo>
                    <a:pt x="350" y="213"/>
                  </a:lnTo>
                  <a:lnTo>
                    <a:pt x="349" y="212"/>
                  </a:lnTo>
                  <a:lnTo>
                    <a:pt x="349" y="208"/>
                  </a:lnTo>
                  <a:lnTo>
                    <a:pt x="349" y="205"/>
                  </a:lnTo>
                  <a:lnTo>
                    <a:pt x="347" y="204"/>
                  </a:lnTo>
                  <a:lnTo>
                    <a:pt x="346" y="201"/>
                  </a:lnTo>
                  <a:lnTo>
                    <a:pt x="349" y="200"/>
                  </a:lnTo>
                  <a:lnTo>
                    <a:pt x="351" y="200"/>
                  </a:lnTo>
                  <a:lnTo>
                    <a:pt x="353" y="197"/>
                  </a:lnTo>
                  <a:lnTo>
                    <a:pt x="355" y="197"/>
                  </a:lnTo>
                  <a:close/>
                  <a:moveTo>
                    <a:pt x="401" y="197"/>
                  </a:moveTo>
                  <a:lnTo>
                    <a:pt x="404" y="197"/>
                  </a:lnTo>
                  <a:lnTo>
                    <a:pt x="407" y="199"/>
                  </a:lnTo>
                  <a:lnTo>
                    <a:pt x="407" y="200"/>
                  </a:lnTo>
                  <a:lnTo>
                    <a:pt x="405" y="200"/>
                  </a:lnTo>
                  <a:lnTo>
                    <a:pt x="403" y="200"/>
                  </a:lnTo>
                  <a:lnTo>
                    <a:pt x="400" y="197"/>
                  </a:lnTo>
                  <a:lnTo>
                    <a:pt x="401" y="197"/>
                  </a:lnTo>
                  <a:close/>
                  <a:moveTo>
                    <a:pt x="432" y="192"/>
                  </a:moveTo>
                  <a:lnTo>
                    <a:pt x="433" y="195"/>
                  </a:lnTo>
                  <a:lnTo>
                    <a:pt x="436" y="197"/>
                  </a:lnTo>
                  <a:lnTo>
                    <a:pt x="436" y="201"/>
                  </a:lnTo>
                  <a:lnTo>
                    <a:pt x="438" y="204"/>
                  </a:lnTo>
                  <a:lnTo>
                    <a:pt x="438" y="205"/>
                  </a:lnTo>
                  <a:lnTo>
                    <a:pt x="436" y="207"/>
                  </a:lnTo>
                  <a:lnTo>
                    <a:pt x="434" y="205"/>
                  </a:lnTo>
                  <a:lnTo>
                    <a:pt x="432" y="205"/>
                  </a:lnTo>
                  <a:lnTo>
                    <a:pt x="430" y="204"/>
                  </a:lnTo>
                  <a:lnTo>
                    <a:pt x="428" y="204"/>
                  </a:lnTo>
                  <a:lnTo>
                    <a:pt x="428" y="203"/>
                  </a:lnTo>
                  <a:lnTo>
                    <a:pt x="429" y="199"/>
                  </a:lnTo>
                  <a:lnTo>
                    <a:pt x="429" y="196"/>
                  </a:lnTo>
                  <a:lnTo>
                    <a:pt x="432" y="192"/>
                  </a:lnTo>
                  <a:close/>
                  <a:moveTo>
                    <a:pt x="396" y="188"/>
                  </a:moveTo>
                  <a:lnTo>
                    <a:pt x="396" y="188"/>
                  </a:lnTo>
                  <a:lnTo>
                    <a:pt x="395" y="190"/>
                  </a:lnTo>
                  <a:lnTo>
                    <a:pt x="395" y="191"/>
                  </a:lnTo>
                  <a:lnTo>
                    <a:pt x="396" y="192"/>
                  </a:lnTo>
                  <a:lnTo>
                    <a:pt x="394" y="193"/>
                  </a:lnTo>
                  <a:lnTo>
                    <a:pt x="392" y="192"/>
                  </a:lnTo>
                  <a:lnTo>
                    <a:pt x="390" y="195"/>
                  </a:lnTo>
                  <a:lnTo>
                    <a:pt x="390" y="193"/>
                  </a:lnTo>
                  <a:lnTo>
                    <a:pt x="391" y="190"/>
                  </a:lnTo>
                  <a:lnTo>
                    <a:pt x="395" y="188"/>
                  </a:lnTo>
                  <a:lnTo>
                    <a:pt x="396" y="188"/>
                  </a:lnTo>
                  <a:close/>
                  <a:moveTo>
                    <a:pt x="462" y="162"/>
                  </a:moveTo>
                  <a:lnTo>
                    <a:pt x="465" y="163"/>
                  </a:lnTo>
                  <a:lnTo>
                    <a:pt x="463" y="163"/>
                  </a:lnTo>
                  <a:lnTo>
                    <a:pt x="461" y="163"/>
                  </a:lnTo>
                  <a:lnTo>
                    <a:pt x="459" y="163"/>
                  </a:lnTo>
                  <a:lnTo>
                    <a:pt x="462" y="162"/>
                  </a:lnTo>
                  <a:close/>
                  <a:moveTo>
                    <a:pt x="446" y="161"/>
                  </a:moveTo>
                  <a:lnTo>
                    <a:pt x="448" y="162"/>
                  </a:lnTo>
                  <a:lnTo>
                    <a:pt x="446" y="165"/>
                  </a:lnTo>
                  <a:lnTo>
                    <a:pt x="444" y="163"/>
                  </a:lnTo>
                  <a:lnTo>
                    <a:pt x="444" y="162"/>
                  </a:lnTo>
                  <a:lnTo>
                    <a:pt x="445" y="161"/>
                  </a:lnTo>
                  <a:lnTo>
                    <a:pt x="446" y="161"/>
                  </a:lnTo>
                  <a:close/>
                  <a:moveTo>
                    <a:pt x="453" y="159"/>
                  </a:moveTo>
                  <a:lnTo>
                    <a:pt x="455" y="159"/>
                  </a:lnTo>
                  <a:lnTo>
                    <a:pt x="454" y="161"/>
                  </a:lnTo>
                  <a:lnTo>
                    <a:pt x="453" y="162"/>
                  </a:lnTo>
                  <a:lnTo>
                    <a:pt x="450" y="162"/>
                  </a:lnTo>
                  <a:lnTo>
                    <a:pt x="450" y="161"/>
                  </a:lnTo>
                  <a:lnTo>
                    <a:pt x="451" y="159"/>
                  </a:lnTo>
                  <a:lnTo>
                    <a:pt x="453" y="159"/>
                  </a:lnTo>
                  <a:close/>
                  <a:moveTo>
                    <a:pt x="480" y="158"/>
                  </a:moveTo>
                  <a:lnTo>
                    <a:pt x="482" y="159"/>
                  </a:lnTo>
                  <a:lnTo>
                    <a:pt x="484" y="161"/>
                  </a:lnTo>
                  <a:lnTo>
                    <a:pt x="483" y="162"/>
                  </a:lnTo>
                  <a:lnTo>
                    <a:pt x="482" y="162"/>
                  </a:lnTo>
                  <a:lnTo>
                    <a:pt x="480" y="158"/>
                  </a:lnTo>
                  <a:close/>
                  <a:moveTo>
                    <a:pt x="473" y="154"/>
                  </a:moveTo>
                  <a:lnTo>
                    <a:pt x="475" y="155"/>
                  </a:lnTo>
                  <a:lnTo>
                    <a:pt x="473" y="157"/>
                  </a:lnTo>
                  <a:lnTo>
                    <a:pt x="471" y="157"/>
                  </a:lnTo>
                  <a:lnTo>
                    <a:pt x="471" y="155"/>
                  </a:lnTo>
                  <a:lnTo>
                    <a:pt x="471" y="154"/>
                  </a:lnTo>
                  <a:lnTo>
                    <a:pt x="473" y="154"/>
                  </a:lnTo>
                  <a:close/>
                  <a:moveTo>
                    <a:pt x="413" y="149"/>
                  </a:moveTo>
                  <a:lnTo>
                    <a:pt x="415" y="150"/>
                  </a:lnTo>
                  <a:lnTo>
                    <a:pt x="415" y="151"/>
                  </a:lnTo>
                  <a:lnTo>
                    <a:pt x="416" y="153"/>
                  </a:lnTo>
                  <a:lnTo>
                    <a:pt x="413" y="154"/>
                  </a:lnTo>
                  <a:lnTo>
                    <a:pt x="412" y="153"/>
                  </a:lnTo>
                  <a:lnTo>
                    <a:pt x="412" y="151"/>
                  </a:lnTo>
                  <a:lnTo>
                    <a:pt x="411" y="151"/>
                  </a:lnTo>
                  <a:lnTo>
                    <a:pt x="411" y="150"/>
                  </a:lnTo>
                  <a:lnTo>
                    <a:pt x="413" y="149"/>
                  </a:lnTo>
                  <a:close/>
                  <a:moveTo>
                    <a:pt x="462" y="145"/>
                  </a:moveTo>
                  <a:lnTo>
                    <a:pt x="463" y="146"/>
                  </a:lnTo>
                  <a:lnTo>
                    <a:pt x="463" y="146"/>
                  </a:lnTo>
                  <a:lnTo>
                    <a:pt x="462" y="147"/>
                  </a:lnTo>
                  <a:lnTo>
                    <a:pt x="461" y="149"/>
                  </a:lnTo>
                  <a:lnTo>
                    <a:pt x="462" y="149"/>
                  </a:lnTo>
                  <a:lnTo>
                    <a:pt x="461" y="150"/>
                  </a:lnTo>
                  <a:lnTo>
                    <a:pt x="459" y="149"/>
                  </a:lnTo>
                  <a:lnTo>
                    <a:pt x="459" y="147"/>
                  </a:lnTo>
                  <a:lnTo>
                    <a:pt x="462" y="145"/>
                  </a:lnTo>
                  <a:close/>
                  <a:moveTo>
                    <a:pt x="226" y="143"/>
                  </a:moveTo>
                  <a:lnTo>
                    <a:pt x="228" y="145"/>
                  </a:lnTo>
                  <a:lnTo>
                    <a:pt x="228" y="146"/>
                  </a:lnTo>
                  <a:lnTo>
                    <a:pt x="224" y="147"/>
                  </a:lnTo>
                  <a:lnTo>
                    <a:pt x="224" y="149"/>
                  </a:lnTo>
                  <a:lnTo>
                    <a:pt x="222" y="150"/>
                  </a:lnTo>
                  <a:lnTo>
                    <a:pt x="221" y="147"/>
                  </a:lnTo>
                  <a:lnTo>
                    <a:pt x="222" y="146"/>
                  </a:lnTo>
                  <a:lnTo>
                    <a:pt x="224" y="146"/>
                  </a:lnTo>
                  <a:lnTo>
                    <a:pt x="226" y="143"/>
                  </a:lnTo>
                  <a:close/>
                  <a:moveTo>
                    <a:pt x="466" y="143"/>
                  </a:move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7" y="146"/>
                  </a:lnTo>
                  <a:lnTo>
                    <a:pt x="466" y="146"/>
                  </a:lnTo>
                  <a:lnTo>
                    <a:pt x="466" y="145"/>
                  </a:lnTo>
                  <a:lnTo>
                    <a:pt x="466" y="143"/>
                  </a:lnTo>
                  <a:close/>
                  <a:moveTo>
                    <a:pt x="473" y="142"/>
                  </a:moveTo>
                  <a:lnTo>
                    <a:pt x="474" y="143"/>
                  </a:lnTo>
                  <a:lnTo>
                    <a:pt x="474" y="145"/>
                  </a:lnTo>
                  <a:lnTo>
                    <a:pt x="471" y="146"/>
                  </a:lnTo>
                  <a:lnTo>
                    <a:pt x="471" y="146"/>
                  </a:lnTo>
                  <a:lnTo>
                    <a:pt x="470" y="146"/>
                  </a:lnTo>
                  <a:lnTo>
                    <a:pt x="471" y="145"/>
                  </a:lnTo>
                  <a:lnTo>
                    <a:pt x="470" y="143"/>
                  </a:lnTo>
                  <a:lnTo>
                    <a:pt x="471" y="142"/>
                  </a:lnTo>
                  <a:lnTo>
                    <a:pt x="473" y="142"/>
                  </a:lnTo>
                  <a:close/>
                  <a:moveTo>
                    <a:pt x="462" y="136"/>
                  </a:moveTo>
                  <a:lnTo>
                    <a:pt x="465" y="136"/>
                  </a:lnTo>
                  <a:lnTo>
                    <a:pt x="465" y="137"/>
                  </a:lnTo>
                  <a:lnTo>
                    <a:pt x="463" y="140"/>
                  </a:lnTo>
                  <a:lnTo>
                    <a:pt x="462" y="138"/>
                  </a:lnTo>
                  <a:lnTo>
                    <a:pt x="459" y="137"/>
                  </a:lnTo>
                  <a:lnTo>
                    <a:pt x="459" y="137"/>
                  </a:lnTo>
                  <a:lnTo>
                    <a:pt x="461" y="136"/>
                  </a:lnTo>
                  <a:lnTo>
                    <a:pt x="462" y="136"/>
                  </a:lnTo>
                  <a:close/>
                  <a:moveTo>
                    <a:pt x="471" y="128"/>
                  </a:moveTo>
                  <a:lnTo>
                    <a:pt x="475" y="128"/>
                  </a:lnTo>
                  <a:lnTo>
                    <a:pt x="477" y="129"/>
                  </a:lnTo>
                  <a:lnTo>
                    <a:pt x="477" y="130"/>
                  </a:lnTo>
                  <a:lnTo>
                    <a:pt x="474" y="130"/>
                  </a:lnTo>
                  <a:lnTo>
                    <a:pt x="475" y="132"/>
                  </a:lnTo>
                  <a:lnTo>
                    <a:pt x="475" y="133"/>
                  </a:lnTo>
                  <a:lnTo>
                    <a:pt x="474" y="133"/>
                  </a:lnTo>
                  <a:lnTo>
                    <a:pt x="473" y="133"/>
                  </a:lnTo>
                  <a:lnTo>
                    <a:pt x="470" y="132"/>
                  </a:lnTo>
                  <a:lnTo>
                    <a:pt x="469" y="132"/>
                  </a:lnTo>
                  <a:lnTo>
                    <a:pt x="467" y="129"/>
                  </a:lnTo>
                  <a:lnTo>
                    <a:pt x="469" y="129"/>
                  </a:lnTo>
                  <a:lnTo>
                    <a:pt x="470" y="130"/>
                  </a:lnTo>
                  <a:lnTo>
                    <a:pt x="471" y="130"/>
                  </a:lnTo>
                  <a:lnTo>
                    <a:pt x="470" y="128"/>
                  </a:lnTo>
                  <a:lnTo>
                    <a:pt x="471" y="128"/>
                  </a:lnTo>
                  <a:close/>
                  <a:moveTo>
                    <a:pt x="425" y="118"/>
                  </a:moveTo>
                  <a:lnTo>
                    <a:pt x="425" y="120"/>
                  </a:lnTo>
                  <a:lnTo>
                    <a:pt x="425" y="121"/>
                  </a:lnTo>
                  <a:lnTo>
                    <a:pt x="426" y="122"/>
                  </a:lnTo>
                  <a:lnTo>
                    <a:pt x="426" y="124"/>
                  </a:lnTo>
                  <a:lnTo>
                    <a:pt x="425" y="125"/>
                  </a:lnTo>
                  <a:lnTo>
                    <a:pt x="426" y="128"/>
                  </a:lnTo>
                  <a:lnTo>
                    <a:pt x="425" y="130"/>
                  </a:lnTo>
                  <a:lnTo>
                    <a:pt x="425" y="129"/>
                  </a:lnTo>
                  <a:lnTo>
                    <a:pt x="424" y="126"/>
                  </a:lnTo>
                  <a:lnTo>
                    <a:pt x="424" y="126"/>
                  </a:lnTo>
                  <a:lnTo>
                    <a:pt x="423" y="126"/>
                  </a:lnTo>
                  <a:lnTo>
                    <a:pt x="421" y="126"/>
                  </a:lnTo>
                  <a:lnTo>
                    <a:pt x="420" y="122"/>
                  </a:lnTo>
                  <a:lnTo>
                    <a:pt x="421" y="124"/>
                  </a:lnTo>
                  <a:lnTo>
                    <a:pt x="423" y="124"/>
                  </a:lnTo>
                  <a:lnTo>
                    <a:pt x="423" y="122"/>
                  </a:lnTo>
                  <a:lnTo>
                    <a:pt x="421" y="120"/>
                  </a:lnTo>
                  <a:lnTo>
                    <a:pt x="421" y="118"/>
                  </a:lnTo>
                  <a:lnTo>
                    <a:pt x="423" y="118"/>
                  </a:lnTo>
                  <a:lnTo>
                    <a:pt x="425" y="118"/>
                  </a:lnTo>
                  <a:close/>
                  <a:moveTo>
                    <a:pt x="413" y="107"/>
                  </a:moveTo>
                  <a:lnTo>
                    <a:pt x="415" y="108"/>
                  </a:lnTo>
                  <a:lnTo>
                    <a:pt x="416" y="109"/>
                  </a:lnTo>
                  <a:lnTo>
                    <a:pt x="419" y="109"/>
                  </a:lnTo>
                  <a:lnTo>
                    <a:pt x="417" y="111"/>
                  </a:lnTo>
                  <a:lnTo>
                    <a:pt x="416" y="111"/>
                  </a:lnTo>
                  <a:lnTo>
                    <a:pt x="413" y="109"/>
                  </a:lnTo>
                  <a:lnTo>
                    <a:pt x="412" y="108"/>
                  </a:lnTo>
                  <a:lnTo>
                    <a:pt x="413" y="107"/>
                  </a:lnTo>
                  <a:close/>
                  <a:moveTo>
                    <a:pt x="423" y="104"/>
                  </a:moveTo>
                  <a:lnTo>
                    <a:pt x="424" y="105"/>
                  </a:lnTo>
                  <a:lnTo>
                    <a:pt x="426" y="105"/>
                  </a:lnTo>
                  <a:lnTo>
                    <a:pt x="426" y="107"/>
                  </a:lnTo>
                  <a:lnTo>
                    <a:pt x="425" y="108"/>
                  </a:lnTo>
                  <a:lnTo>
                    <a:pt x="423" y="107"/>
                  </a:lnTo>
                  <a:lnTo>
                    <a:pt x="420" y="108"/>
                  </a:lnTo>
                  <a:lnTo>
                    <a:pt x="419" y="107"/>
                  </a:lnTo>
                  <a:lnTo>
                    <a:pt x="420" y="104"/>
                  </a:lnTo>
                  <a:lnTo>
                    <a:pt x="423" y="104"/>
                  </a:lnTo>
                  <a:close/>
                  <a:moveTo>
                    <a:pt x="786" y="103"/>
                  </a:moveTo>
                  <a:lnTo>
                    <a:pt x="787" y="103"/>
                  </a:lnTo>
                  <a:lnTo>
                    <a:pt x="790" y="105"/>
                  </a:lnTo>
                  <a:lnTo>
                    <a:pt x="791" y="107"/>
                  </a:lnTo>
                  <a:lnTo>
                    <a:pt x="791" y="108"/>
                  </a:lnTo>
                  <a:lnTo>
                    <a:pt x="790" y="107"/>
                  </a:lnTo>
                  <a:lnTo>
                    <a:pt x="790" y="108"/>
                  </a:lnTo>
                  <a:lnTo>
                    <a:pt x="786" y="108"/>
                  </a:lnTo>
                  <a:lnTo>
                    <a:pt x="786" y="107"/>
                  </a:lnTo>
                  <a:lnTo>
                    <a:pt x="785" y="105"/>
                  </a:lnTo>
                  <a:lnTo>
                    <a:pt x="785" y="104"/>
                  </a:lnTo>
                  <a:lnTo>
                    <a:pt x="786" y="103"/>
                  </a:lnTo>
                  <a:close/>
                  <a:moveTo>
                    <a:pt x="291" y="99"/>
                  </a:moveTo>
                  <a:lnTo>
                    <a:pt x="292" y="100"/>
                  </a:lnTo>
                  <a:lnTo>
                    <a:pt x="292" y="103"/>
                  </a:lnTo>
                  <a:lnTo>
                    <a:pt x="293" y="104"/>
                  </a:lnTo>
                  <a:lnTo>
                    <a:pt x="295" y="104"/>
                  </a:lnTo>
                  <a:lnTo>
                    <a:pt x="296" y="105"/>
                  </a:lnTo>
                  <a:lnTo>
                    <a:pt x="299" y="105"/>
                  </a:lnTo>
                  <a:lnTo>
                    <a:pt x="300" y="107"/>
                  </a:lnTo>
                  <a:lnTo>
                    <a:pt x="299" y="109"/>
                  </a:lnTo>
                  <a:lnTo>
                    <a:pt x="299" y="113"/>
                  </a:lnTo>
                  <a:lnTo>
                    <a:pt x="300" y="113"/>
                  </a:lnTo>
                  <a:lnTo>
                    <a:pt x="301" y="113"/>
                  </a:lnTo>
                  <a:lnTo>
                    <a:pt x="301" y="117"/>
                  </a:lnTo>
                  <a:lnTo>
                    <a:pt x="301" y="118"/>
                  </a:lnTo>
                  <a:lnTo>
                    <a:pt x="300" y="121"/>
                  </a:lnTo>
                  <a:lnTo>
                    <a:pt x="301" y="122"/>
                  </a:lnTo>
                  <a:lnTo>
                    <a:pt x="301" y="124"/>
                  </a:lnTo>
                  <a:lnTo>
                    <a:pt x="299" y="125"/>
                  </a:lnTo>
                  <a:lnTo>
                    <a:pt x="297" y="124"/>
                  </a:lnTo>
                  <a:lnTo>
                    <a:pt x="296" y="125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87" y="133"/>
                  </a:lnTo>
                  <a:lnTo>
                    <a:pt x="283" y="136"/>
                  </a:lnTo>
                  <a:lnTo>
                    <a:pt x="282" y="136"/>
                  </a:lnTo>
                  <a:lnTo>
                    <a:pt x="278" y="138"/>
                  </a:lnTo>
                  <a:lnTo>
                    <a:pt x="274" y="143"/>
                  </a:lnTo>
                  <a:lnTo>
                    <a:pt x="268" y="147"/>
                  </a:lnTo>
                  <a:lnTo>
                    <a:pt x="267" y="147"/>
                  </a:lnTo>
                  <a:lnTo>
                    <a:pt x="266" y="151"/>
                  </a:lnTo>
                  <a:lnTo>
                    <a:pt x="265" y="155"/>
                  </a:lnTo>
                  <a:lnTo>
                    <a:pt x="261" y="157"/>
                  </a:lnTo>
                  <a:lnTo>
                    <a:pt x="261" y="161"/>
                  </a:lnTo>
                  <a:lnTo>
                    <a:pt x="259" y="162"/>
                  </a:lnTo>
                  <a:lnTo>
                    <a:pt x="258" y="165"/>
                  </a:lnTo>
                  <a:lnTo>
                    <a:pt x="254" y="168"/>
                  </a:lnTo>
                  <a:lnTo>
                    <a:pt x="253" y="170"/>
                  </a:lnTo>
                  <a:lnTo>
                    <a:pt x="253" y="167"/>
                  </a:lnTo>
                  <a:lnTo>
                    <a:pt x="251" y="170"/>
                  </a:lnTo>
                  <a:lnTo>
                    <a:pt x="251" y="171"/>
                  </a:lnTo>
                  <a:lnTo>
                    <a:pt x="254" y="172"/>
                  </a:lnTo>
                  <a:lnTo>
                    <a:pt x="253" y="174"/>
                  </a:lnTo>
                  <a:lnTo>
                    <a:pt x="250" y="175"/>
                  </a:lnTo>
                  <a:lnTo>
                    <a:pt x="250" y="176"/>
                  </a:lnTo>
                  <a:lnTo>
                    <a:pt x="250" y="178"/>
                  </a:lnTo>
                  <a:lnTo>
                    <a:pt x="250" y="180"/>
                  </a:lnTo>
                  <a:lnTo>
                    <a:pt x="249" y="182"/>
                  </a:lnTo>
                  <a:lnTo>
                    <a:pt x="247" y="180"/>
                  </a:lnTo>
                  <a:lnTo>
                    <a:pt x="245" y="180"/>
                  </a:lnTo>
                  <a:lnTo>
                    <a:pt x="246" y="182"/>
                  </a:lnTo>
                  <a:lnTo>
                    <a:pt x="247" y="183"/>
                  </a:lnTo>
                  <a:lnTo>
                    <a:pt x="246" y="184"/>
                  </a:lnTo>
                  <a:lnTo>
                    <a:pt x="243" y="183"/>
                  </a:lnTo>
                  <a:lnTo>
                    <a:pt x="241" y="182"/>
                  </a:lnTo>
                  <a:lnTo>
                    <a:pt x="239" y="182"/>
                  </a:lnTo>
                  <a:lnTo>
                    <a:pt x="239" y="186"/>
                  </a:lnTo>
                  <a:lnTo>
                    <a:pt x="241" y="186"/>
                  </a:lnTo>
                  <a:lnTo>
                    <a:pt x="242" y="186"/>
                  </a:lnTo>
                  <a:lnTo>
                    <a:pt x="241" y="188"/>
                  </a:lnTo>
                  <a:lnTo>
                    <a:pt x="239" y="188"/>
                  </a:lnTo>
                  <a:lnTo>
                    <a:pt x="237" y="187"/>
                  </a:lnTo>
                  <a:lnTo>
                    <a:pt x="236" y="187"/>
                  </a:lnTo>
                  <a:lnTo>
                    <a:pt x="238" y="191"/>
                  </a:lnTo>
                  <a:lnTo>
                    <a:pt x="239" y="192"/>
                  </a:lnTo>
                  <a:lnTo>
                    <a:pt x="239" y="195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9" y="200"/>
                  </a:lnTo>
                  <a:lnTo>
                    <a:pt x="239" y="201"/>
                  </a:lnTo>
                  <a:lnTo>
                    <a:pt x="239" y="203"/>
                  </a:lnTo>
                  <a:lnTo>
                    <a:pt x="237" y="201"/>
                  </a:lnTo>
                  <a:lnTo>
                    <a:pt x="236" y="201"/>
                  </a:lnTo>
                  <a:lnTo>
                    <a:pt x="234" y="199"/>
                  </a:lnTo>
                  <a:lnTo>
                    <a:pt x="233" y="197"/>
                  </a:lnTo>
                  <a:lnTo>
                    <a:pt x="233" y="199"/>
                  </a:lnTo>
                  <a:lnTo>
                    <a:pt x="234" y="201"/>
                  </a:lnTo>
                  <a:lnTo>
                    <a:pt x="237" y="205"/>
                  </a:lnTo>
                  <a:lnTo>
                    <a:pt x="238" y="209"/>
                  </a:lnTo>
                  <a:lnTo>
                    <a:pt x="237" y="211"/>
                  </a:lnTo>
                  <a:lnTo>
                    <a:pt x="236" y="209"/>
                  </a:lnTo>
                  <a:lnTo>
                    <a:pt x="236" y="208"/>
                  </a:lnTo>
                  <a:lnTo>
                    <a:pt x="234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0" y="207"/>
                  </a:lnTo>
                  <a:lnTo>
                    <a:pt x="230" y="208"/>
                  </a:lnTo>
                  <a:lnTo>
                    <a:pt x="232" y="208"/>
                  </a:lnTo>
                  <a:lnTo>
                    <a:pt x="234" y="208"/>
                  </a:lnTo>
                  <a:lnTo>
                    <a:pt x="236" y="212"/>
                  </a:lnTo>
                  <a:lnTo>
                    <a:pt x="237" y="213"/>
                  </a:lnTo>
                  <a:lnTo>
                    <a:pt x="237" y="215"/>
                  </a:lnTo>
                  <a:lnTo>
                    <a:pt x="236" y="217"/>
                  </a:lnTo>
                  <a:lnTo>
                    <a:pt x="236" y="220"/>
                  </a:lnTo>
                  <a:lnTo>
                    <a:pt x="234" y="222"/>
                  </a:lnTo>
                  <a:lnTo>
                    <a:pt x="233" y="224"/>
                  </a:lnTo>
                  <a:lnTo>
                    <a:pt x="232" y="225"/>
                  </a:lnTo>
                  <a:lnTo>
                    <a:pt x="229" y="225"/>
                  </a:lnTo>
                  <a:lnTo>
                    <a:pt x="226" y="224"/>
                  </a:lnTo>
                  <a:lnTo>
                    <a:pt x="225" y="221"/>
                  </a:lnTo>
                  <a:lnTo>
                    <a:pt x="225" y="221"/>
                  </a:lnTo>
                  <a:lnTo>
                    <a:pt x="224" y="222"/>
                  </a:lnTo>
                  <a:lnTo>
                    <a:pt x="225" y="224"/>
                  </a:lnTo>
                  <a:lnTo>
                    <a:pt x="224" y="225"/>
                  </a:lnTo>
                  <a:lnTo>
                    <a:pt x="221" y="224"/>
                  </a:lnTo>
                  <a:lnTo>
                    <a:pt x="220" y="222"/>
                  </a:lnTo>
                  <a:lnTo>
                    <a:pt x="217" y="222"/>
                  </a:lnTo>
                  <a:lnTo>
                    <a:pt x="214" y="224"/>
                  </a:lnTo>
                  <a:lnTo>
                    <a:pt x="212" y="225"/>
                  </a:lnTo>
                  <a:lnTo>
                    <a:pt x="208" y="225"/>
                  </a:lnTo>
                  <a:lnTo>
                    <a:pt x="208" y="224"/>
                  </a:lnTo>
                  <a:lnTo>
                    <a:pt x="208" y="224"/>
                  </a:lnTo>
                  <a:lnTo>
                    <a:pt x="208" y="221"/>
                  </a:lnTo>
                  <a:lnTo>
                    <a:pt x="208" y="220"/>
                  </a:lnTo>
                  <a:lnTo>
                    <a:pt x="209" y="217"/>
                  </a:lnTo>
                  <a:lnTo>
                    <a:pt x="213" y="216"/>
                  </a:lnTo>
                  <a:lnTo>
                    <a:pt x="213" y="215"/>
                  </a:lnTo>
                  <a:lnTo>
                    <a:pt x="214" y="215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7" y="215"/>
                  </a:lnTo>
                  <a:lnTo>
                    <a:pt x="216" y="213"/>
                  </a:lnTo>
                  <a:lnTo>
                    <a:pt x="214" y="213"/>
                  </a:lnTo>
                  <a:lnTo>
                    <a:pt x="212" y="213"/>
                  </a:lnTo>
                  <a:lnTo>
                    <a:pt x="208" y="216"/>
                  </a:lnTo>
                  <a:lnTo>
                    <a:pt x="207" y="217"/>
                  </a:lnTo>
                  <a:lnTo>
                    <a:pt x="207" y="218"/>
                  </a:lnTo>
                  <a:lnTo>
                    <a:pt x="205" y="218"/>
                  </a:lnTo>
                  <a:lnTo>
                    <a:pt x="203" y="218"/>
                  </a:lnTo>
                  <a:lnTo>
                    <a:pt x="200" y="216"/>
                  </a:lnTo>
                  <a:lnTo>
                    <a:pt x="201" y="215"/>
                  </a:lnTo>
                  <a:lnTo>
                    <a:pt x="203" y="215"/>
                  </a:lnTo>
                  <a:lnTo>
                    <a:pt x="204" y="213"/>
                  </a:lnTo>
                  <a:lnTo>
                    <a:pt x="203" y="212"/>
                  </a:lnTo>
                  <a:lnTo>
                    <a:pt x="204" y="211"/>
                  </a:lnTo>
                  <a:lnTo>
                    <a:pt x="205" y="208"/>
                  </a:lnTo>
                  <a:lnTo>
                    <a:pt x="207" y="209"/>
                  </a:lnTo>
                  <a:lnTo>
                    <a:pt x="207" y="208"/>
                  </a:lnTo>
                  <a:lnTo>
                    <a:pt x="208" y="208"/>
                  </a:lnTo>
                  <a:lnTo>
                    <a:pt x="207" y="207"/>
                  </a:lnTo>
                  <a:lnTo>
                    <a:pt x="207" y="205"/>
                  </a:lnTo>
                  <a:lnTo>
                    <a:pt x="208" y="204"/>
                  </a:lnTo>
                  <a:lnTo>
                    <a:pt x="208" y="203"/>
                  </a:lnTo>
                  <a:lnTo>
                    <a:pt x="209" y="201"/>
                  </a:lnTo>
                  <a:lnTo>
                    <a:pt x="212" y="201"/>
                  </a:lnTo>
                  <a:lnTo>
                    <a:pt x="213" y="203"/>
                  </a:lnTo>
                  <a:lnTo>
                    <a:pt x="216" y="203"/>
                  </a:lnTo>
                  <a:lnTo>
                    <a:pt x="217" y="204"/>
                  </a:lnTo>
                  <a:lnTo>
                    <a:pt x="220" y="205"/>
                  </a:lnTo>
                  <a:lnTo>
                    <a:pt x="218" y="204"/>
                  </a:lnTo>
                  <a:lnTo>
                    <a:pt x="218" y="203"/>
                  </a:lnTo>
                  <a:lnTo>
                    <a:pt x="217" y="203"/>
                  </a:lnTo>
                  <a:lnTo>
                    <a:pt x="214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1" y="199"/>
                  </a:lnTo>
                  <a:lnTo>
                    <a:pt x="212" y="197"/>
                  </a:lnTo>
                  <a:lnTo>
                    <a:pt x="214" y="197"/>
                  </a:lnTo>
                  <a:lnTo>
                    <a:pt x="214" y="196"/>
                  </a:lnTo>
                  <a:lnTo>
                    <a:pt x="212" y="196"/>
                  </a:lnTo>
                  <a:lnTo>
                    <a:pt x="209" y="196"/>
                  </a:lnTo>
                  <a:lnTo>
                    <a:pt x="208" y="196"/>
                  </a:lnTo>
                  <a:lnTo>
                    <a:pt x="209" y="195"/>
                  </a:lnTo>
                  <a:lnTo>
                    <a:pt x="211" y="193"/>
                  </a:lnTo>
                  <a:lnTo>
                    <a:pt x="213" y="193"/>
                  </a:lnTo>
                  <a:lnTo>
                    <a:pt x="216" y="192"/>
                  </a:lnTo>
                  <a:lnTo>
                    <a:pt x="216" y="192"/>
                  </a:lnTo>
                  <a:lnTo>
                    <a:pt x="216" y="191"/>
                  </a:lnTo>
                  <a:lnTo>
                    <a:pt x="213" y="192"/>
                  </a:lnTo>
                  <a:lnTo>
                    <a:pt x="212" y="191"/>
                  </a:lnTo>
                  <a:lnTo>
                    <a:pt x="211" y="191"/>
                  </a:lnTo>
                  <a:lnTo>
                    <a:pt x="209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3" y="186"/>
                  </a:lnTo>
                  <a:lnTo>
                    <a:pt x="216" y="186"/>
                  </a:lnTo>
                  <a:lnTo>
                    <a:pt x="217" y="186"/>
                  </a:lnTo>
                  <a:lnTo>
                    <a:pt x="218" y="183"/>
                  </a:lnTo>
                  <a:lnTo>
                    <a:pt x="217" y="183"/>
                  </a:lnTo>
                  <a:lnTo>
                    <a:pt x="216" y="184"/>
                  </a:lnTo>
                  <a:lnTo>
                    <a:pt x="213" y="184"/>
                  </a:lnTo>
                  <a:lnTo>
                    <a:pt x="213" y="183"/>
                  </a:lnTo>
                  <a:lnTo>
                    <a:pt x="212" y="183"/>
                  </a:lnTo>
                  <a:lnTo>
                    <a:pt x="211" y="184"/>
                  </a:lnTo>
                  <a:lnTo>
                    <a:pt x="209" y="184"/>
                  </a:lnTo>
                  <a:lnTo>
                    <a:pt x="209" y="183"/>
                  </a:lnTo>
                  <a:lnTo>
                    <a:pt x="209" y="180"/>
                  </a:lnTo>
                  <a:lnTo>
                    <a:pt x="209" y="179"/>
                  </a:lnTo>
                  <a:lnTo>
                    <a:pt x="209" y="179"/>
                  </a:lnTo>
                  <a:lnTo>
                    <a:pt x="208" y="179"/>
                  </a:lnTo>
                  <a:lnTo>
                    <a:pt x="205" y="178"/>
                  </a:lnTo>
                  <a:lnTo>
                    <a:pt x="205" y="175"/>
                  </a:lnTo>
                  <a:lnTo>
                    <a:pt x="205" y="171"/>
                  </a:lnTo>
                  <a:lnTo>
                    <a:pt x="207" y="171"/>
                  </a:lnTo>
                  <a:lnTo>
                    <a:pt x="207" y="172"/>
                  </a:lnTo>
                  <a:lnTo>
                    <a:pt x="208" y="174"/>
                  </a:lnTo>
                  <a:lnTo>
                    <a:pt x="211" y="175"/>
                  </a:lnTo>
                  <a:lnTo>
                    <a:pt x="212" y="174"/>
                  </a:lnTo>
                  <a:lnTo>
                    <a:pt x="213" y="171"/>
                  </a:lnTo>
                  <a:lnTo>
                    <a:pt x="213" y="170"/>
                  </a:lnTo>
                  <a:lnTo>
                    <a:pt x="213" y="168"/>
                  </a:lnTo>
                  <a:lnTo>
                    <a:pt x="216" y="167"/>
                  </a:lnTo>
                  <a:lnTo>
                    <a:pt x="218" y="167"/>
                  </a:lnTo>
                  <a:lnTo>
                    <a:pt x="221" y="168"/>
                  </a:lnTo>
                  <a:lnTo>
                    <a:pt x="222" y="167"/>
                  </a:lnTo>
                  <a:lnTo>
                    <a:pt x="222" y="165"/>
                  </a:lnTo>
                  <a:lnTo>
                    <a:pt x="222" y="163"/>
                  </a:lnTo>
                  <a:lnTo>
                    <a:pt x="221" y="162"/>
                  </a:lnTo>
                  <a:lnTo>
                    <a:pt x="220" y="163"/>
                  </a:lnTo>
                  <a:lnTo>
                    <a:pt x="218" y="163"/>
                  </a:lnTo>
                  <a:lnTo>
                    <a:pt x="218" y="161"/>
                  </a:lnTo>
                  <a:lnTo>
                    <a:pt x="218" y="158"/>
                  </a:lnTo>
                  <a:lnTo>
                    <a:pt x="220" y="157"/>
                  </a:lnTo>
                  <a:lnTo>
                    <a:pt x="224" y="157"/>
                  </a:lnTo>
                  <a:lnTo>
                    <a:pt x="225" y="155"/>
                  </a:lnTo>
                  <a:lnTo>
                    <a:pt x="224" y="155"/>
                  </a:lnTo>
                  <a:lnTo>
                    <a:pt x="224" y="154"/>
                  </a:lnTo>
                  <a:lnTo>
                    <a:pt x="224" y="151"/>
                  </a:lnTo>
                  <a:lnTo>
                    <a:pt x="225" y="150"/>
                  </a:lnTo>
                  <a:lnTo>
                    <a:pt x="228" y="149"/>
                  </a:lnTo>
                  <a:lnTo>
                    <a:pt x="228" y="147"/>
                  </a:lnTo>
                  <a:lnTo>
                    <a:pt x="229" y="146"/>
                  </a:lnTo>
                  <a:lnTo>
                    <a:pt x="232" y="146"/>
                  </a:lnTo>
                  <a:lnTo>
                    <a:pt x="233" y="145"/>
                  </a:lnTo>
                  <a:lnTo>
                    <a:pt x="234" y="143"/>
                  </a:lnTo>
                  <a:lnTo>
                    <a:pt x="232" y="142"/>
                  </a:lnTo>
                  <a:lnTo>
                    <a:pt x="232" y="141"/>
                  </a:lnTo>
                  <a:lnTo>
                    <a:pt x="234" y="140"/>
                  </a:lnTo>
                  <a:lnTo>
                    <a:pt x="236" y="137"/>
                  </a:lnTo>
                  <a:lnTo>
                    <a:pt x="237" y="137"/>
                  </a:lnTo>
                  <a:lnTo>
                    <a:pt x="237" y="138"/>
                  </a:lnTo>
                  <a:lnTo>
                    <a:pt x="237" y="140"/>
                  </a:lnTo>
                  <a:lnTo>
                    <a:pt x="237" y="141"/>
                  </a:lnTo>
                  <a:lnTo>
                    <a:pt x="237" y="141"/>
                  </a:lnTo>
                  <a:lnTo>
                    <a:pt x="238" y="140"/>
                  </a:lnTo>
                  <a:lnTo>
                    <a:pt x="239" y="138"/>
                  </a:lnTo>
                  <a:lnTo>
                    <a:pt x="239" y="138"/>
                  </a:lnTo>
                  <a:lnTo>
                    <a:pt x="239" y="137"/>
                  </a:lnTo>
                  <a:lnTo>
                    <a:pt x="238" y="134"/>
                  </a:lnTo>
                  <a:lnTo>
                    <a:pt x="238" y="133"/>
                  </a:lnTo>
                  <a:lnTo>
                    <a:pt x="239" y="132"/>
                  </a:lnTo>
                  <a:lnTo>
                    <a:pt x="241" y="132"/>
                  </a:lnTo>
                  <a:lnTo>
                    <a:pt x="245" y="130"/>
                  </a:lnTo>
                  <a:lnTo>
                    <a:pt x="249" y="130"/>
                  </a:lnTo>
                  <a:lnTo>
                    <a:pt x="250" y="132"/>
                  </a:lnTo>
                  <a:lnTo>
                    <a:pt x="251" y="134"/>
                  </a:lnTo>
                  <a:lnTo>
                    <a:pt x="251" y="133"/>
                  </a:lnTo>
                  <a:lnTo>
                    <a:pt x="251" y="130"/>
                  </a:lnTo>
                  <a:lnTo>
                    <a:pt x="251" y="129"/>
                  </a:lnTo>
                  <a:lnTo>
                    <a:pt x="253" y="129"/>
                  </a:lnTo>
                  <a:lnTo>
                    <a:pt x="253" y="130"/>
                  </a:lnTo>
                  <a:lnTo>
                    <a:pt x="254" y="132"/>
                  </a:lnTo>
                  <a:lnTo>
                    <a:pt x="257" y="130"/>
                  </a:lnTo>
                  <a:lnTo>
                    <a:pt x="258" y="126"/>
                  </a:lnTo>
                  <a:lnTo>
                    <a:pt x="259" y="125"/>
                  </a:lnTo>
                  <a:lnTo>
                    <a:pt x="262" y="126"/>
                  </a:lnTo>
                  <a:lnTo>
                    <a:pt x="263" y="126"/>
                  </a:lnTo>
                  <a:lnTo>
                    <a:pt x="265" y="125"/>
                  </a:lnTo>
                  <a:lnTo>
                    <a:pt x="268" y="122"/>
                  </a:lnTo>
                  <a:lnTo>
                    <a:pt x="270" y="121"/>
                  </a:lnTo>
                  <a:lnTo>
                    <a:pt x="271" y="120"/>
                  </a:lnTo>
                  <a:lnTo>
                    <a:pt x="271" y="118"/>
                  </a:lnTo>
                  <a:lnTo>
                    <a:pt x="271" y="117"/>
                  </a:lnTo>
                  <a:lnTo>
                    <a:pt x="274" y="117"/>
                  </a:lnTo>
                  <a:lnTo>
                    <a:pt x="274" y="116"/>
                  </a:lnTo>
                  <a:lnTo>
                    <a:pt x="272" y="113"/>
                  </a:lnTo>
                  <a:lnTo>
                    <a:pt x="272" y="112"/>
                  </a:lnTo>
                  <a:lnTo>
                    <a:pt x="274" y="109"/>
                  </a:lnTo>
                  <a:lnTo>
                    <a:pt x="275" y="108"/>
                  </a:lnTo>
                  <a:lnTo>
                    <a:pt x="276" y="107"/>
                  </a:lnTo>
                  <a:lnTo>
                    <a:pt x="278" y="107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3" y="101"/>
                  </a:lnTo>
                  <a:lnTo>
                    <a:pt x="284" y="100"/>
                  </a:lnTo>
                  <a:lnTo>
                    <a:pt x="287" y="101"/>
                  </a:lnTo>
                  <a:lnTo>
                    <a:pt x="288" y="103"/>
                  </a:lnTo>
                  <a:lnTo>
                    <a:pt x="288" y="101"/>
                  </a:lnTo>
                  <a:lnTo>
                    <a:pt x="291" y="99"/>
                  </a:lnTo>
                  <a:close/>
                  <a:moveTo>
                    <a:pt x="977" y="99"/>
                  </a:moveTo>
                  <a:lnTo>
                    <a:pt x="978" y="101"/>
                  </a:lnTo>
                  <a:lnTo>
                    <a:pt x="980" y="103"/>
                  </a:lnTo>
                  <a:lnTo>
                    <a:pt x="978" y="104"/>
                  </a:lnTo>
                  <a:lnTo>
                    <a:pt x="976" y="105"/>
                  </a:lnTo>
                  <a:lnTo>
                    <a:pt x="976" y="105"/>
                  </a:lnTo>
                  <a:lnTo>
                    <a:pt x="973" y="105"/>
                  </a:lnTo>
                  <a:lnTo>
                    <a:pt x="972" y="103"/>
                  </a:lnTo>
                  <a:lnTo>
                    <a:pt x="974" y="103"/>
                  </a:lnTo>
                  <a:lnTo>
                    <a:pt x="976" y="101"/>
                  </a:lnTo>
                  <a:lnTo>
                    <a:pt x="977" y="99"/>
                  </a:lnTo>
                  <a:lnTo>
                    <a:pt x="977" y="99"/>
                  </a:lnTo>
                  <a:close/>
                  <a:moveTo>
                    <a:pt x="1232" y="84"/>
                  </a:moveTo>
                  <a:lnTo>
                    <a:pt x="1235" y="86"/>
                  </a:lnTo>
                  <a:lnTo>
                    <a:pt x="1235" y="88"/>
                  </a:lnTo>
                  <a:lnTo>
                    <a:pt x="1235" y="90"/>
                  </a:lnTo>
                  <a:lnTo>
                    <a:pt x="1234" y="88"/>
                  </a:lnTo>
                  <a:lnTo>
                    <a:pt x="1232" y="86"/>
                  </a:lnTo>
                  <a:lnTo>
                    <a:pt x="1232" y="84"/>
                  </a:lnTo>
                  <a:lnTo>
                    <a:pt x="1232" y="84"/>
                  </a:lnTo>
                  <a:close/>
                  <a:moveTo>
                    <a:pt x="1228" y="82"/>
                  </a:moveTo>
                  <a:lnTo>
                    <a:pt x="1230" y="83"/>
                  </a:lnTo>
                  <a:lnTo>
                    <a:pt x="1230" y="86"/>
                  </a:lnTo>
                  <a:lnTo>
                    <a:pt x="1230" y="86"/>
                  </a:lnTo>
                  <a:lnTo>
                    <a:pt x="1228" y="87"/>
                  </a:lnTo>
                  <a:lnTo>
                    <a:pt x="1227" y="86"/>
                  </a:lnTo>
                  <a:lnTo>
                    <a:pt x="1226" y="83"/>
                  </a:lnTo>
                  <a:lnTo>
                    <a:pt x="1227" y="83"/>
                  </a:lnTo>
                  <a:lnTo>
                    <a:pt x="1228" y="82"/>
                  </a:lnTo>
                  <a:close/>
                  <a:moveTo>
                    <a:pt x="1232" y="80"/>
                  </a:moveTo>
                  <a:lnTo>
                    <a:pt x="1234" y="80"/>
                  </a:lnTo>
                  <a:lnTo>
                    <a:pt x="1235" y="83"/>
                  </a:lnTo>
                  <a:lnTo>
                    <a:pt x="1235" y="84"/>
                  </a:lnTo>
                  <a:lnTo>
                    <a:pt x="1234" y="84"/>
                  </a:lnTo>
                  <a:lnTo>
                    <a:pt x="1232" y="82"/>
                  </a:lnTo>
                  <a:lnTo>
                    <a:pt x="1232" y="80"/>
                  </a:lnTo>
                  <a:close/>
                  <a:moveTo>
                    <a:pt x="706" y="78"/>
                  </a:moveTo>
                  <a:lnTo>
                    <a:pt x="707" y="79"/>
                  </a:lnTo>
                  <a:lnTo>
                    <a:pt x="707" y="80"/>
                  </a:lnTo>
                  <a:lnTo>
                    <a:pt x="708" y="83"/>
                  </a:lnTo>
                  <a:lnTo>
                    <a:pt x="710" y="84"/>
                  </a:lnTo>
                  <a:lnTo>
                    <a:pt x="710" y="88"/>
                  </a:lnTo>
                  <a:lnTo>
                    <a:pt x="711" y="90"/>
                  </a:lnTo>
                  <a:lnTo>
                    <a:pt x="711" y="91"/>
                  </a:lnTo>
                  <a:lnTo>
                    <a:pt x="710" y="92"/>
                  </a:lnTo>
                  <a:lnTo>
                    <a:pt x="710" y="93"/>
                  </a:lnTo>
                  <a:lnTo>
                    <a:pt x="708" y="95"/>
                  </a:lnTo>
                  <a:lnTo>
                    <a:pt x="707" y="93"/>
                  </a:lnTo>
                  <a:lnTo>
                    <a:pt x="704" y="93"/>
                  </a:lnTo>
                  <a:lnTo>
                    <a:pt x="698" y="92"/>
                  </a:lnTo>
                  <a:lnTo>
                    <a:pt x="695" y="92"/>
                  </a:lnTo>
                  <a:lnTo>
                    <a:pt x="694" y="91"/>
                  </a:lnTo>
                  <a:lnTo>
                    <a:pt x="694" y="90"/>
                  </a:lnTo>
                  <a:lnTo>
                    <a:pt x="696" y="90"/>
                  </a:lnTo>
                  <a:lnTo>
                    <a:pt x="698" y="88"/>
                  </a:lnTo>
                  <a:lnTo>
                    <a:pt x="696" y="87"/>
                  </a:lnTo>
                  <a:lnTo>
                    <a:pt x="695" y="86"/>
                  </a:lnTo>
                  <a:lnTo>
                    <a:pt x="694" y="83"/>
                  </a:lnTo>
                  <a:lnTo>
                    <a:pt x="695" y="82"/>
                  </a:lnTo>
                  <a:lnTo>
                    <a:pt x="698" y="82"/>
                  </a:lnTo>
                  <a:lnTo>
                    <a:pt x="702" y="79"/>
                  </a:lnTo>
                  <a:lnTo>
                    <a:pt x="706" y="78"/>
                  </a:lnTo>
                  <a:close/>
                  <a:moveTo>
                    <a:pt x="1235" y="78"/>
                  </a:moveTo>
                  <a:lnTo>
                    <a:pt x="1236" y="78"/>
                  </a:lnTo>
                  <a:lnTo>
                    <a:pt x="1236" y="80"/>
                  </a:lnTo>
                  <a:lnTo>
                    <a:pt x="1236" y="82"/>
                  </a:lnTo>
                  <a:lnTo>
                    <a:pt x="1235" y="82"/>
                  </a:lnTo>
                  <a:lnTo>
                    <a:pt x="1235" y="79"/>
                  </a:lnTo>
                  <a:lnTo>
                    <a:pt x="1235" y="78"/>
                  </a:lnTo>
                  <a:close/>
                  <a:moveTo>
                    <a:pt x="818" y="70"/>
                  </a:moveTo>
                  <a:lnTo>
                    <a:pt x="818" y="72"/>
                  </a:lnTo>
                  <a:lnTo>
                    <a:pt x="818" y="75"/>
                  </a:lnTo>
                  <a:lnTo>
                    <a:pt x="816" y="75"/>
                  </a:lnTo>
                  <a:lnTo>
                    <a:pt x="815" y="74"/>
                  </a:lnTo>
                  <a:lnTo>
                    <a:pt x="814" y="74"/>
                  </a:lnTo>
                  <a:lnTo>
                    <a:pt x="814" y="72"/>
                  </a:lnTo>
                  <a:lnTo>
                    <a:pt x="814" y="71"/>
                  </a:lnTo>
                  <a:lnTo>
                    <a:pt x="818" y="70"/>
                  </a:lnTo>
                  <a:close/>
                  <a:moveTo>
                    <a:pt x="534" y="67"/>
                  </a:moveTo>
                  <a:lnTo>
                    <a:pt x="536" y="70"/>
                  </a:lnTo>
                  <a:lnTo>
                    <a:pt x="536" y="70"/>
                  </a:lnTo>
                  <a:lnTo>
                    <a:pt x="536" y="71"/>
                  </a:lnTo>
                  <a:lnTo>
                    <a:pt x="536" y="71"/>
                  </a:lnTo>
                  <a:lnTo>
                    <a:pt x="534" y="72"/>
                  </a:lnTo>
                  <a:lnTo>
                    <a:pt x="533" y="74"/>
                  </a:lnTo>
                  <a:lnTo>
                    <a:pt x="530" y="74"/>
                  </a:lnTo>
                  <a:lnTo>
                    <a:pt x="529" y="74"/>
                  </a:lnTo>
                  <a:lnTo>
                    <a:pt x="527" y="74"/>
                  </a:lnTo>
                  <a:lnTo>
                    <a:pt x="527" y="72"/>
                  </a:lnTo>
                  <a:lnTo>
                    <a:pt x="524" y="72"/>
                  </a:lnTo>
                  <a:lnTo>
                    <a:pt x="524" y="72"/>
                  </a:lnTo>
                  <a:lnTo>
                    <a:pt x="524" y="70"/>
                  </a:lnTo>
                  <a:lnTo>
                    <a:pt x="527" y="71"/>
                  </a:lnTo>
                  <a:lnTo>
                    <a:pt x="528" y="70"/>
                  </a:lnTo>
                  <a:lnTo>
                    <a:pt x="528" y="68"/>
                  </a:lnTo>
                  <a:lnTo>
                    <a:pt x="529" y="68"/>
                  </a:lnTo>
                  <a:lnTo>
                    <a:pt x="530" y="70"/>
                  </a:lnTo>
                  <a:lnTo>
                    <a:pt x="532" y="70"/>
                  </a:lnTo>
                  <a:lnTo>
                    <a:pt x="532" y="70"/>
                  </a:lnTo>
                  <a:lnTo>
                    <a:pt x="532" y="68"/>
                  </a:lnTo>
                  <a:lnTo>
                    <a:pt x="533" y="67"/>
                  </a:lnTo>
                  <a:lnTo>
                    <a:pt x="534" y="67"/>
                  </a:lnTo>
                  <a:close/>
                  <a:moveTo>
                    <a:pt x="512" y="58"/>
                  </a:moveTo>
                  <a:lnTo>
                    <a:pt x="513" y="58"/>
                  </a:lnTo>
                  <a:lnTo>
                    <a:pt x="513" y="59"/>
                  </a:lnTo>
                  <a:lnTo>
                    <a:pt x="511" y="61"/>
                  </a:lnTo>
                  <a:lnTo>
                    <a:pt x="509" y="61"/>
                  </a:lnTo>
                  <a:lnTo>
                    <a:pt x="508" y="61"/>
                  </a:lnTo>
                  <a:lnTo>
                    <a:pt x="511" y="59"/>
                  </a:lnTo>
                  <a:lnTo>
                    <a:pt x="512" y="58"/>
                  </a:lnTo>
                  <a:close/>
                  <a:moveTo>
                    <a:pt x="523" y="55"/>
                  </a:moveTo>
                  <a:lnTo>
                    <a:pt x="524" y="55"/>
                  </a:lnTo>
                  <a:lnTo>
                    <a:pt x="524" y="58"/>
                  </a:lnTo>
                  <a:lnTo>
                    <a:pt x="524" y="58"/>
                  </a:lnTo>
                  <a:lnTo>
                    <a:pt x="524" y="61"/>
                  </a:lnTo>
                  <a:lnTo>
                    <a:pt x="523" y="61"/>
                  </a:lnTo>
                  <a:lnTo>
                    <a:pt x="523" y="59"/>
                  </a:lnTo>
                  <a:lnTo>
                    <a:pt x="521" y="58"/>
                  </a:lnTo>
                  <a:lnTo>
                    <a:pt x="520" y="59"/>
                  </a:lnTo>
                  <a:lnTo>
                    <a:pt x="519" y="61"/>
                  </a:lnTo>
                  <a:lnTo>
                    <a:pt x="519" y="59"/>
                  </a:lnTo>
                  <a:lnTo>
                    <a:pt x="520" y="58"/>
                  </a:lnTo>
                  <a:lnTo>
                    <a:pt x="521" y="55"/>
                  </a:lnTo>
                  <a:lnTo>
                    <a:pt x="523" y="55"/>
                  </a:lnTo>
                  <a:close/>
                  <a:moveTo>
                    <a:pt x="530" y="50"/>
                  </a:moveTo>
                  <a:lnTo>
                    <a:pt x="532" y="51"/>
                  </a:lnTo>
                  <a:lnTo>
                    <a:pt x="532" y="53"/>
                  </a:lnTo>
                  <a:lnTo>
                    <a:pt x="534" y="53"/>
                  </a:lnTo>
                  <a:lnTo>
                    <a:pt x="534" y="54"/>
                  </a:lnTo>
                  <a:lnTo>
                    <a:pt x="533" y="55"/>
                  </a:lnTo>
                  <a:lnTo>
                    <a:pt x="532" y="55"/>
                  </a:lnTo>
                  <a:lnTo>
                    <a:pt x="532" y="53"/>
                  </a:lnTo>
                  <a:lnTo>
                    <a:pt x="530" y="51"/>
                  </a:lnTo>
                  <a:lnTo>
                    <a:pt x="530" y="50"/>
                  </a:lnTo>
                  <a:close/>
                  <a:moveTo>
                    <a:pt x="1309" y="47"/>
                  </a:moveTo>
                  <a:lnTo>
                    <a:pt x="1307" y="50"/>
                  </a:lnTo>
                  <a:lnTo>
                    <a:pt x="1306" y="51"/>
                  </a:lnTo>
                  <a:lnTo>
                    <a:pt x="1306" y="50"/>
                  </a:lnTo>
                  <a:lnTo>
                    <a:pt x="1306" y="49"/>
                  </a:lnTo>
                  <a:lnTo>
                    <a:pt x="1309" y="47"/>
                  </a:lnTo>
                  <a:close/>
                  <a:moveTo>
                    <a:pt x="530" y="47"/>
                  </a:moveTo>
                  <a:lnTo>
                    <a:pt x="532" y="47"/>
                  </a:lnTo>
                  <a:lnTo>
                    <a:pt x="530" y="50"/>
                  </a:lnTo>
                  <a:lnTo>
                    <a:pt x="528" y="50"/>
                  </a:lnTo>
                  <a:lnTo>
                    <a:pt x="528" y="49"/>
                  </a:lnTo>
                  <a:lnTo>
                    <a:pt x="528" y="47"/>
                  </a:lnTo>
                  <a:lnTo>
                    <a:pt x="530" y="47"/>
                  </a:lnTo>
                  <a:close/>
                  <a:moveTo>
                    <a:pt x="454" y="47"/>
                  </a:moveTo>
                  <a:lnTo>
                    <a:pt x="455" y="47"/>
                  </a:lnTo>
                  <a:lnTo>
                    <a:pt x="457" y="49"/>
                  </a:lnTo>
                  <a:lnTo>
                    <a:pt x="457" y="51"/>
                  </a:lnTo>
                  <a:lnTo>
                    <a:pt x="457" y="53"/>
                  </a:lnTo>
                  <a:lnTo>
                    <a:pt x="454" y="54"/>
                  </a:lnTo>
                  <a:lnTo>
                    <a:pt x="453" y="54"/>
                  </a:lnTo>
                  <a:lnTo>
                    <a:pt x="453" y="53"/>
                  </a:lnTo>
                  <a:lnTo>
                    <a:pt x="453" y="50"/>
                  </a:lnTo>
                  <a:lnTo>
                    <a:pt x="453" y="47"/>
                  </a:lnTo>
                  <a:lnTo>
                    <a:pt x="454" y="47"/>
                  </a:lnTo>
                  <a:close/>
                  <a:moveTo>
                    <a:pt x="1286" y="45"/>
                  </a:moveTo>
                  <a:lnTo>
                    <a:pt x="1289" y="45"/>
                  </a:lnTo>
                  <a:lnTo>
                    <a:pt x="1292" y="46"/>
                  </a:lnTo>
                  <a:lnTo>
                    <a:pt x="1293" y="46"/>
                  </a:lnTo>
                  <a:lnTo>
                    <a:pt x="1293" y="45"/>
                  </a:lnTo>
                  <a:lnTo>
                    <a:pt x="1296" y="47"/>
                  </a:lnTo>
                  <a:lnTo>
                    <a:pt x="1297" y="49"/>
                  </a:lnTo>
                  <a:lnTo>
                    <a:pt x="1296" y="50"/>
                  </a:lnTo>
                  <a:lnTo>
                    <a:pt x="1298" y="53"/>
                  </a:lnTo>
                  <a:lnTo>
                    <a:pt x="1298" y="55"/>
                  </a:lnTo>
                  <a:lnTo>
                    <a:pt x="1297" y="57"/>
                  </a:lnTo>
                  <a:lnTo>
                    <a:pt x="1294" y="58"/>
                  </a:lnTo>
                  <a:lnTo>
                    <a:pt x="1292" y="57"/>
                  </a:lnTo>
                  <a:lnTo>
                    <a:pt x="1289" y="54"/>
                  </a:lnTo>
                  <a:lnTo>
                    <a:pt x="1286" y="54"/>
                  </a:lnTo>
                  <a:lnTo>
                    <a:pt x="1284" y="54"/>
                  </a:lnTo>
                  <a:lnTo>
                    <a:pt x="1282" y="53"/>
                  </a:lnTo>
                  <a:lnTo>
                    <a:pt x="1282" y="49"/>
                  </a:lnTo>
                  <a:lnTo>
                    <a:pt x="1284" y="47"/>
                  </a:lnTo>
                  <a:lnTo>
                    <a:pt x="1285" y="47"/>
                  </a:lnTo>
                  <a:lnTo>
                    <a:pt x="1285" y="46"/>
                  </a:lnTo>
                  <a:lnTo>
                    <a:pt x="1286" y="46"/>
                  </a:lnTo>
                  <a:lnTo>
                    <a:pt x="1286" y="45"/>
                  </a:lnTo>
                  <a:close/>
                  <a:moveTo>
                    <a:pt x="1192" y="43"/>
                  </a:moveTo>
                  <a:lnTo>
                    <a:pt x="1193" y="43"/>
                  </a:lnTo>
                  <a:lnTo>
                    <a:pt x="1194" y="46"/>
                  </a:lnTo>
                  <a:lnTo>
                    <a:pt x="1193" y="46"/>
                  </a:lnTo>
                  <a:lnTo>
                    <a:pt x="1192" y="46"/>
                  </a:lnTo>
                  <a:lnTo>
                    <a:pt x="1190" y="45"/>
                  </a:lnTo>
                  <a:lnTo>
                    <a:pt x="1192" y="43"/>
                  </a:lnTo>
                  <a:close/>
                  <a:moveTo>
                    <a:pt x="1210" y="42"/>
                  </a:moveTo>
                  <a:lnTo>
                    <a:pt x="1211" y="43"/>
                  </a:lnTo>
                  <a:lnTo>
                    <a:pt x="1211" y="45"/>
                  </a:lnTo>
                  <a:lnTo>
                    <a:pt x="1210" y="45"/>
                  </a:lnTo>
                  <a:lnTo>
                    <a:pt x="1209" y="43"/>
                  </a:lnTo>
                  <a:lnTo>
                    <a:pt x="1210" y="42"/>
                  </a:lnTo>
                  <a:close/>
                  <a:moveTo>
                    <a:pt x="1201" y="41"/>
                  </a:moveTo>
                  <a:lnTo>
                    <a:pt x="1203" y="42"/>
                  </a:lnTo>
                  <a:lnTo>
                    <a:pt x="1202" y="43"/>
                  </a:lnTo>
                  <a:lnTo>
                    <a:pt x="1201" y="43"/>
                  </a:lnTo>
                  <a:lnTo>
                    <a:pt x="1199" y="42"/>
                  </a:lnTo>
                  <a:lnTo>
                    <a:pt x="1201" y="41"/>
                  </a:lnTo>
                  <a:close/>
                  <a:moveTo>
                    <a:pt x="516" y="37"/>
                  </a:moveTo>
                  <a:lnTo>
                    <a:pt x="516" y="38"/>
                  </a:lnTo>
                  <a:lnTo>
                    <a:pt x="516" y="41"/>
                  </a:lnTo>
                  <a:lnTo>
                    <a:pt x="515" y="42"/>
                  </a:lnTo>
                  <a:lnTo>
                    <a:pt x="515" y="43"/>
                  </a:lnTo>
                  <a:lnTo>
                    <a:pt x="513" y="46"/>
                  </a:lnTo>
                  <a:lnTo>
                    <a:pt x="511" y="47"/>
                  </a:lnTo>
                  <a:lnTo>
                    <a:pt x="511" y="46"/>
                  </a:lnTo>
                  <a:lnTo>
                    <a:pt x="511" y="45"/>
                  </a:lnTo>
                  <a:lnTo>
                    <a:pt x="509" y="46"/>
                  </a:lnTo>
                  <a:lnTo>
                    <a:pt x="508" y="47"/>
                  </a:lnTo>
                  <a:lnTo>
                    <a:pt x="507" y="49"/>
                  </a:lnTo>
                  <a:lnTo>
                    <a:pt x="505" y="49"/>
                  </a:lnTo>
                  <a:lnTo>
                    <a:pt x="505" y="46"/>
                  </a:lnTo>
                  <a:lnTo>
                    <a:pt x="508" y="42"/>
                  </a:lnTo>
                  <a:lnTo>
                    <a:pt x="511" y="41"/>
                  </a:lnTo>
                  <a:lnTo>
                    <a:pt x="513" y="39"/>
                  </a:lnTo>
                  <a:lnTo>
                    <a:pt x="515" y="38"/>
                  </a:lnTo>
                  <a:lnTo>
                    <a:pt x="516" y="37"/>
                  </a:lnTo>
                  <a:close/>
                  <a:moveTo>
                    <a:pt x="465" y="29"/>
                  </a:moveTo>
                  <a:lnTo>
                    <a:pt x="467" y="30"/>
                  </a:lnTo>
                  <a:lnTo>
                    <a:pt x="467" y="32"/>
                  </a:lnTo>
                  <a:lnTo>
                    <a:pt x="466" y="32"/>
                  </a:lnTo>
                  <a:lnTo>
                    <a:pt x="465" y="30"/>
                  </a:lnTo>
                  <a:lnTo>
                    <a:pt x="465" y="29"/>
                  </a:lnTo>
                  <a:close/>
                  <a:moveTo>
                    <a:pt x="897" y="26"/>
                  </a:moveTo>
                  <a:lnTo>
                    <a:pt x="898" y="28"/>
                  </a:lnTo>
                  <a:lnTo>
                    <a:pt x="901" y="30"/>
                  </a:lnTo>
                  <a:lnTo>
                    <a:pt x="903" y="30"/>
                  </a:lnTo>
                  <a:lnTo>
                    <a:pt x="906" y="30"/>
                  </a:lnTo>
                  <a:lnTo>
                    <a:pt x="910" y="34"/>
                  </a:lnTo>
                  <a:lnTo>
                    <a:pt x="910" y="36"/>
                  </a:lnTo>
                  <a:lnTo>
                    <a:pt x="908" y="36"/>
                  </a:lnTo>
                  <a:lnTo>
                    <a:pt x="906" y="33"/>
                  </a:lnTo>
                  <a:lnTo>
                    <a:pt x="903" y="33"/>
                  </a:lnTo>
                  <a:lnTo>
                    <a:pt x="901" y="32"/>
                  </a:lnTo>
                  <a:lnTo>
                    <a:pt x="898" y="32"/>
                  </a:lnTo>
                  <a:lnTo>
                    <a:pt x="897" y="30"/>
                  </a:lnTo>
                  <a:lnTo>
                    <a:pt x="895" y="28"/>
                  </a:lnTo>
                  <a:lnTo>
                    <a:pt x="897" y="26"/>
                  </a:lnTo>
                  <a:close/>
                  <a:moveTo>
                    <a:pt x="113" y="21"/>
                  </a:moveTo>
                  <a:lnTo>
                    <a:pt x="116" y="25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18" y="29"/>
                  </a:lnTo>
                  <a:lnTo>
                    <a:pt x="118" y="32"/>
                  </a:lnTo>
                  <a:lnTo>
                    <a:pt x="114" y="30"/>
                  </a:lnTo>
                  <a:lnTo>
                    <a:pt x="113" y="32"/>
                  </a:lnTo>
                  <a:lnTo>
                    <a:pt x="110" y="32"/>
                  </a:lnTo>
                  <a:lnTo>
                    <a:pt x="110" y="30"/>
                  </a:lnTo>
                  <a:lnTo>
                    <a:pt x="108" y="29"/>
                  </a:lnTo>
                  <a:lnTo>
                    <a:pt x="109" y="28"/>
                  </a:lnTo>
                  <a:lnTo>
                    <a:pt x="112" y="28"/>
                  </a:lnTo>
                  <a:lnTo>
                    <a:pt x="112" y="26"/>
                  </a:lnTo>
                  <a:lnTo>
                    <a:pt x="112" y="22"/>
                  </a:lnTo>
                  <a:lnTo>
                    <a:pt x="113" y="21"/>
                  </a:lnTo>
                  <a:close/>
                  <a:moveTo>
                    <a:pt x="172" y="20"/>
                  </a:moveTo>
                  <a:lnTo>
                    <a:pt x="174" y="20"/>
                  </a:lnTo>
                  <a:lnTo>
                    <a:pt x="176" y="22"/>
                  </a:lnTo>
                  <a:lnTo>
                    <a:pt x="175" y="24"/>
                  </a:lnTo>
                  <a:lnTo>
                    <a:pt x="174" y="22"/>
                  </a:lnTo>
                  <a:lnTo>
                    <a:pt x="171" y="22"/>
                  </a:lnTo>
                  <a:lnTo>
                    <a:pt x="172" y="20"/>
                  </a:lnTo>
                  <a:close/>
                  <a:moveTo>
                    <a:pt x="104" y="17"/>
                  </a:moveTo>
                  <a:lnTo>
                    <a:pt x="106" y="18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08" y="24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3" y="22"/>
                  </a:lnTo>
                  <a:lnTo>
                    <a:pt x="104" y="21"/>
                  </a:lnTo>
                  <a:lnTo>
                    <a:pt x="104" y="17"/>
                  </a:lnTo>
                  <a:close/>
                  <a:moveTo>
                    <a:pt x="958" y="16"/>
                  </a:moveTo>
                  <a:lnTo>
                    <a:pt x="960" y="16"/>
                  </a:lnTo>
                  <a:lnTo>
                    <a:pt x="964" y="17"/>
                  </a:lnTo>
                  <a:lnTo>
                    <a:pt x="965" y="16"/>
                  </a:lnTo>
                  <a:lnTo>
                    <a:pt x="968" y="16"/>
                  </a:lnTo>
                  <a:lnTo>
                    <a:pt x="969" y="18"/>
                  </a:lnTo>
                  <a:lnTo>
                    <a:pt x="973" y="18"/>
                  </a:lnTo>
                  <a:lnTo>
                    <a:pt x="976" y="20"/>
                  </a:lnTo>
                  <a:lnTo>
                    <a:pt x="981" y="22"/>
                  </a:lnTo>
                  <a:lnTo>
                    <a:pt x="983" y="26"/>
                  </a:lnTo>
                  <a:lnTo>
                    <a:pt x="985" y="29"/>
                  </a:lnTo>
                  <a:lnTo>
                    <a:pt x="986" y="30"/>
                  </a:lnTo>
                  <a:lnTo>
                    <a:pt x="985" y="33"/>
                  </a:lnTo>
                  <a:lnTo>
                    <a:pt x="982" y="32"/>
                  </a:lnTo>
                  <a:lnTo>
                    <a:pt x="978" y="33"/>
                  </a:lnTo>
                  <a:lnTo>
                    <a:pt x="976" y="34"/>
                  </a:lnTo>
                  <a:lnTo>
                    <a:pt x="970" y="34"/>
                  </a:lnTo>
                  <a:lnTo>
                    <a:pt x="968" y="34"/>
                  </a:lnTo>
                  <a:lnTo>
                    <a:pt x="962" y="34"/>
                  </a:lnTo>
                  <a:lnTo>
                    <a:pt x="960" y="33"/>
                  </a:lnTo>
                  <a:lnTo>
                    <a:pt x="956" y="36"/>
                  </a:lnTo>
                  <a:lnTo>
                    <a:pt x="953" y="38"/>
                  </a:lnTo>
                  <a:lnTo>
                    <a:pt x="952" y="39"/>
                  </a:lnTo>
                  <a:lnTo>
                    <a:pt x="951" y="39"/>
                  </a:lnTo>
                  <a:lnTo>
                    <a:pt x="951" y="37"/>
                  </a:lnTo>
                  <a:lnTo>
                    <a:pt x="953" y="34"/>
                  </a:lnTo>
                  <a:lnTo>
                    <a:pt x="954" y="29"/>
                  </a:lnTo>
                  <a:lnTo>
                    <a:pt x="954" y="24"/>
                  </a:lnTo>
                  <a:lnTo>
                    <a:pt x="954" y="22"/>
                  </a:lnTo>
                  <a:lnTo>
                    <a:pt x="957" y="18"/>
                  </a:lnTo>
                  <a:lnTo>
                    <a:pt x="958" y="16"/>
                  </a:lnTo>
                  <a:close/>
                  <a:moveTo>
                    <a:pt x="179" y="13"/>
                  </a:moveTo>
                  <a:lnTo>
                    <a:pt x="182" y="13"/>
                  </a:lnTo>
                  <a:lnTo>
                    <a:pt x="182" y="17"/>
                  </a:lnTo>
                  <a:lnTo>
                    <a:pt x="180" y="21"/>
                  </a:lnTo>
                  <a:lnTo>
                    <a:pt x="178" y="20"/>
                  </a:lnTo>
                  <a:lnTo>
                    <a:pt x="175" y="18"/>
                  </a:lnTo>
                  <a:lnTo>
                    <a:pt x="172" y="17"/>
                  </a:lnTo>
                  <a:lnTo>
                    <a:pt x="172" y="16"/>
                  </a:lnTo>
                  <a:lnTo>
                    <a:pt x="176" y="13"/>
                  </a:lnTo>
                  <a:lnTo>
                    <a:pt x="179" y="13"/>
                  </a:lnTo>
                  <a:close/>
                  <a:moveTo>
                    <a:pt x="135" y="12"/>
                  </a:moveTo>
                  <a:lnTo>
                    <a:pt x="137" y="13"/>
                  </a:lnTo>
                  <a:lnTo>
                    <a:pt x="137" y="14"/>
                  </a:lnTo>
                  <a:lnTo>
                    <a:pt x="137" y="17"/>
                  </a:lnTo>
                  <a:lnTo>
                    <a:pt x="135" y="16"/>
                  </a:lnTo>
                  <a:lnTo>
                    <a:pt x="135" y="14"/>
                  </a:lnTo>
                  <a:lnTo>
                    <a:pt x="135" y="12"/>
                  </a:lnTo>
                  <a:close/>
                  <a:moveTo>
                    <a:pt x="129" y="12"/>
                  </a:moveTo>
                  <a:lnTo>
                    <a:pt x="132" y="14"/>
                  </a:lnTo>
                  <a:lnTo>
                    <a:pt x="133" y="14"/>
                  </a:lnTo>
                  <a:lnTo>
                    <a:pt x="133" y="16"/>
                  </a:lnTo>
                  <a:lnTo>
                    <a:pt x="132" y="18"/>
                  </a:lnTo>
                  <a:lnTo>
                    <a:pt x="130" y="21"/>
                  </a:lnTo>
                  <a:lnTo>
                    <a:pt x="126" y="20"/>
                  </a:lnTo>
                  <a:lnTo>
                    <a:pt x="125" y="18"/>
                  </a:lnTo>
                  <a:lnTo>
                    <a:pt x="128" y="17"/>
                  </a:lnTo>
                  <a:lnTo>
                    <a:pt x="128" y="16"/>
                  </a:lnTo>
                  <a:lnTo>
                    <a:pt x="126" y="13"/>
                  </a:lnTo>
                  <a:lnTo>
                    <a:pt x="128" y="12"/>
                  </a:lnTo>
                  <a:lnTo>
                    <a:pt x="129" y="12"/>
                  </a:lnTo>
                  <a:close/>
                  <a:moveTo>
                    <a:pt x="143" y="9"/>
                  </a:moveTo>
                  <a:lnTo>
                    <a:pt x="145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3" y="14"/>
                  </a:lnTo>
                  <a:lnTo>
                    <a:pt x="141" y="13"/>
                  </a:lnTo>
                  <a:lnTo>
                    <a:pt x="139" y="12"/>
                  </a:lnTo>
                  <a:lnTo>
                    <a:pt x="141" y="11"/>
                  </a:lnTo>
                  <a:lnTo>
                    <a:pt x="142" y="9"/>
                  </a:lnTo>
                  <a:lnTo>
                    <a:pt x="143" y="9"/>
                  </a:lnTo>
                  <a:close/>
                  <a:moveTo>
                    <a:pt x="941" y="7"/>
                  </a:moveTo>
                  <a:lnTo>
                    <a:pt x="943" y="7"/>
                  </a:lnTo>
                  <a:lnTo>
                    <a:pt x="944" y="11"/>
                  </a:lnTo>
                  <a:lnTo>
                    <a:pt x="948" y="13"/>
                  </a:lnTo>
                  <a:lnTo>
                    <a:pt x="948" y="16"/>
                  </a:lnTo>
                  <a:lnTo>
                    <a:pt x="947" y="17"/>
                  </a:lnTo>
                  <a:lnTo>
                    <a:pt x="945" y="20"/>
                  </a:lnTo>
                  <a:lnTo>
                    <a:pt x="947" y="21"/>
                  </a:lnTo>
                  <a:lnTo>
                    <a:pt x="945" y="21"/>
                  </a:lnTo>
                  <a:lnTo>
                    <a:pt x="943" y="21"/>
                  </a:lnTo>
                  <a:lnTo>
                    <a:pt x="941" y="17"/>
                  </a:lnTo>
                  <a:lnTo>
                    <a:pt x="939" y="17"/>
                  </a:lnTo>
                  <a:lnTo>
                    <a:pt x="939" y="16"/>
                  </a:lnTo>
                  <a:lnTo>
                    <a:pt x="939" y="14"/>
                  </a:lnTo>
                  <a:lnTo>
                    <a:pt x="937" y="12"/>
                  </a:lnTo>
                  <a:lnTo>
                    <a:pt x="936" y="9"/>
                  </a:lnTo>
                  <a:lnTo>
                    <a:pt x="939" y="8"/>
                  </a:lnTo>
                  <a:lnTo>
                    <a:pt x="941" y="7"/>
                  </a:lnTo>
                  <a:close/>
                  <a:moveTo>
                    <a:pt x="135" y="5"/>
                  </a:moveTo>
                  <a:lnTo>
                    <a:pt x="138" y="5"/>
                  </a:lnTo>
                  <a:lnTo>
                    <a:pt x="138" y="7"/>
                  </a:lnTo>
                  <a:lnTo>
                    <a:pt x="137" y="9"/>
                  </a:lnTo>
                  <a:lnTo>
                    <a:pt x="135" y="11"/>
                  </a:lnTo>
                  <a:lnTo>
                    <a:pt x="134" y="9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5" y="5"/>
                  </a:lnTo>
                  <a:close/>
                  <a:moveTo>
                    <a:pt x="154" y="5"/>
                  </a:moveTo>
                  <a:lnTo>
                    <a:pt x="157" y="7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3"/>
                  </a:lnTo>
                  <a:lnTo>
                    <a:pt x="159" y="16"/>
                  </a:lnTo>
                  <a:lnTo>
                    <a:pt x="159" y="17"/>
                  </a:lnTo>
                  <a:lnTo>
                    <a:pt x="157" y="17"/>
                  </a:lnTo>
                  <a:lnTo>
                    <a:pt x="153" y="18"/>
                  </a:lnTo>
                  <a:lnTo>
                    <a:pt x="151" y="18"/>
                  </a:lnTo>
                  <a:lnTo>
                    <a:pt x="150" y="16"/>
                  </a:lnTo>
                  <a:lnTo>
                    <a:pt x="149" y="13"/>
                  </a:lnTo>
                  <a:lnTo>
                    <a:pt x="147" y="9"/>
                  </a:lnTo>
                  <a:lnTo>
                    <a:pt x="147" y="8"/>
                  </a:lnTo>
                  <a:lnTo>
                    <a:pt x="150" y="7"/>
                  </a:lnTo>
                  <a:lnTo>
                    <a:pt x="153" y="5"/>
                  </a:lnTo>
                  <a:lnTo>
                    <a:pt x="154" y="5"/>
                  </a:lnTo>
                  <a:close/>
                  <a:moveTo>
                    <a:pt x="143" y="4"/>
                  </a:moveTo>
                  <a:lnTo>
                    <a:pt x="142" y="5"/>
                  </a:lnTo>
                  <a:lnTo>
                    <a:pt x="142" y="7"/>
                  </a:lnTo>
                  <a:lnTo>
                    <a:pt x="141" y="8"/>
                  </a:lnTo>
                  <a:lnTo>
                    <a:pt x="141" y="5"/>
                  </a:lnTo>
                  <a:lnTo>
                    <a:pt x="143" y="4"/>
                  </a:lnTo>
                  <a:close/>
                  <a:moveTo>
                    <a:pt x="147" y="4"/>
                  </a:moveTo>
                  <a:lnTo>
                    <a:pt x="149" y="5"/>
                  </a:lnTo>
                  <a:lnTo>
                    <a:pt x="147" y="7"/>
                  </a:lnTo>
                  <a:lnTo>
                    <a:pt x="146" y="7"/>
                  </a:lnTo>
                  <a:lnTo>
                    <a:pt x="145" y="7"/>
                  </a:lnTo>
                  <a:lnTo>
                    <a:pt x="145" y="5"/>
                  </a:lnTo>
                  <a:lnTo>
                    <a:pt x="146" y="5"/>
                  </a:lnTo>
                  <a:lnTo>
                    <a:pt x="146" y="4"/>
                  </a:lnTo>
                  <a:lnTo>
                    <a:pt x="147" y="4"/>
                  </a:lnTo>
                  <a:close/>
                  <a:moveTo>
                    <a:pt x="596" y="3"/>
                  </a:moveTo>
                  <a:lnTo>
                    <a:pt x="599" y="4"/>
                  </a:lnTo>
                  <a:lnTo>
                    <a:pt x="600" y="7"/>
                  </a:lnTo>
                  <a:lnTo>
                    <a:pt x="599" y="9"/>
                  </a:lnTo>
                  <a:lnTo>
                    <a:pt x="598" y="11"/>
                  </a:lnTo>
                  <a:lnTo>
                    <a:pt x="596" y="9"/>
                  </a:lnTo>
                  <a:lnTo>
                    <a:pt x="598" y="8"/>
                  </a:lnTo>
                  <a:lnTo>
                    <a:pt x="595" y="5"/>
                  </a:lnTo>
                  <a:lnTo>
                    <a:pt x="595" y="4"/>
                  </a:lnTo>
                  <a:lnTo>
                    <a:pt x="596" y="3"/>
                  </a:lnTo>
                  <a:close/>
                  <a:moveTo>
                    <a:pt x="128" y="1"/>
                  </a:moveTo>
                  <a:lnTo>
                    <a:pt x="129" y="3"/>
                  </a:lnTo>
                  <a:lnTo>
                    <a:pt x="129" y="5"/>
                  </a:lnTo>
                  <a:lnTo>
                    <a:pt x="130" y="8"/>
                  </a:lnTo>
                  <a:lnTo>
                    <a:pt x="129" y="8"/>
                  </a:lnTo>
                  <a:lnTo>
                    <a:pt x="126" y="8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8" y="1"/>
                  </a:lnTo>
                  <a:close/>
                  <a:moveTo>
                    <a:pt x="135" y="1"/>
                  </a:moveTo>
                  <a:lnTo>
                    <a:pt x="138" y="1"/>
                  </a:lnTo>
                  <a:lnTo>
                    <a:pt x="139" y="4"/>
                  </a:lnTo>
                  <a:lnTo>
                    <a:pt x="139" y="5"/>
                  </a:lnTo>
                  <a:lnTo>
                    <a:pt x="137" y="4"/>
                  </a:lnTo>
                  <a:lnTo>
                    <a:pt x="135" y="3"/>
                  </a:lnTo>
                  <a:lnTo>
                    <a:pt x="135" y="1"/>
                  </a:lnTo>
                  <a:close/>
                  <a:moveTo>
                    <a:pt x="132" y="1"/>
                  </a:moveTo>
                  <a:lnTo>
                    <a:pt x="133" y="4"/>
                  </a:lnTo>
                  <a:lnTo>
                    <a:pt x="134" y="5"/>
                  </a:lnTo>
                  <a:lnTo>
                    <a:pt x="133" y="7"/>
                  </a:lnTo>
                  <a:lnTo>
                    <a:pt x="132" y="7"/>
                  </a:lnTo>
                  <a:lnTo>
                    <a:pt x="130" y="4"/>
                  </a:lnTo>
                  <a:lnTo>
                    <a:pt x="130" y="1"/>
                  </a:lnTo>
                  <a:lnTo>
                    <a:pt x="132" y="1"/>
                  </a:lnTo>
                  <a:close/>
                  <a:moveTo>
                    <a:pt x="313" y="0"/>
                  </a:moveTo>
                  <a:lnTo>
                    <a:pt x="315" y="1"/>
                  </a:lnTo>
                  <a:lnTo>
                    <a:pt x="316" y="3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0" y="3"/>
                  </a:lnTo>
                  <a:lnTo>
                    <a:pt x="317" y="5"/>
                  </a:lnTo>
                  <a:lnTo>
                    <a:pt x="316" y="5"/>
                  </a:lnTo>
                  <a:lnTo>
                    <a:pt x="315" y="4"/>
                  </a:lnTo>
                  <a:lnTo>
                    <a:pt x="312" y="3"/>
                  </a:lnTo>
                  <a:lnTo>
                    <a:pt x="311" y="3"/>
                  </a:lnTo>
                  <a:lnTo>
                    <a:pt x="312" y="1"/>
                  </a:lnTo>
                  <a:lnTo>
                    <a:pt x="313" y="0"/>
                  </a:lnTo>
                  <a:close/>
                  <a:moveTo>
                    <a:pt x="563" y="0"/>
                  </a:moveTo>
                  <a:lnTo>
                    <a:pt x="566" y="0"/>
                  </a:lnTo>
                  <a:lnTo>
                    <a:pt x="569" y="3"/>
                  </a:lnTo>
                  <a:lnTo>
                    <a:pt x="571" y="1"/>
                  </a:lnTo>
                  <a:lnTo>
                    <a:pt x="573" y="1"/>
                  </a:lnTo>
                  <a:lnTo>
                    <a:pt x="574" y="4"/>
                  </a:lnTo>
                  <a:lnTo>
                    <a:pt x="577" y="5"/>
                  </a:lnTo>
                  <a:lnTo>
                    <a:pt x="581" y="3"/>
                  </a:lnTo>
                  <a:lnTo>
                    <a:pt x="582" y="3"/>
                  </a:lnTo>
                  <a:lnTo>
                    <a:pt x="582" y="5"/>
                  </a:lnTo>
                  <a:lnTo>
                    <a:pt x="583" y="7"/>
                  </a:lnTo>
                  <a:lnTo>
                    <a:pt x="586" y="8"/>
                  </a:lnTo>
                  <a:lnTo>
                    <a:pt x="586" y="9"/>
                  </a:lnTo>
                  <a:lnTo>
                    <a:pt x="584" y="11"/>
                  </a:lnTo>
                  <a:lnTo>
                    <a:pt x="584" y="12"/>
                  </a:lnTo>
                  <a:lnTo>
                    <a:pt x="583" y="13"/>
                  </a:lnTo>
                  <a:lnTo>
                    <a:pt x="583" y="16"/>
                  </a:lnTo>
                  <a:lnTo>
                    <a:pt x="581" y="20"/>
                  </a:lnTo>
                  <a:lnTo>
                    <a:pt x="578" y="20"/>
                  </a:lnTo>
                  <a:lnTo>
                    <a:pt x="577" y="24"/>
                  </a:lnTo>
                  <a:lnTo>
                    <a:pt x="578" y="24"/>
                  </a:lnTo>
                  <a:lnTo>
                    <a:pt x="584" y="21"/>
                  </a:lnTo>
                  <a:lnTo>
                    <a:pt x="587" y="16"/>
                  </a:lnTo>
                  <a:lnTo>
                    <a:pt x="590" y="16"/>
                  </a:lnTo>
                  <a:lnTo>
                    <a:pt x="590" y="18"/>
                  </a:lnTo>
                  <a:lnTo>
                    <a:pt x="588" y="21"/>
                  </a:lnTo>
                  <a:lnTo>
                    <a:pt x="588" y="22"/>
                  </a:lnTo>
                  <a:lnTo>
                    <a:pt x="590" y="22"/>
                  </a:lnTo>
                  <a:lnTo>
                    <a:pt x="592" y="18"/>
                  </a:lnTo>
                  <a:lnTo>
                    <a:pt x="595" y="18"/>
                  </a:lnTo>
                  <a:lnTo>
                    <a:pt x="596" y="18"/>
                  </a:lnTo>
                  <a:lnTo>
                    <a:pt x="599" y="18"/>
                  </a:lnTo>
                  <a:lnTo>
                    <a:pt x="599" y="16"/>
                  </a:lnTo>
                  <a:lnTo>
                    <a:pt x="600" y="16"/>
                  </a:lnTo>
                  <a:lnTo>
                    <a:pt x="603" y="17"/>
                  </a:lnTo>
                  <a:lnTo>
                    <a:pt x="604" y="16"/>
                  </a:lnTo>
                  <a:lnTo>
                    <a:pt x="607" y="18"/>
                  </a:lnTo>
                  <a:lnTo>
                    <a:pt x="607" y="21"/>
                  </a:lnTo>
                  <a:lnTo>
                    <a:pt x="608" y="25"/>
                  </a:lnTo>
                  <a:lnTo>
                    <a:pt x="608" y="26"/>
                  </a:lnTo>
                  <a:lnTo>
                    <a:pt x="608" y="29"/>
                  </a:lnTo>
                  <a:lnTo>
                    <a:pt x="606" y="32"/>
                  </a:lnTo>
                  <a:lnTo>
                    <a:pt x="609" y="37"/>
                  </a:lnTo>
                  <a:lnTo>
                    <a:pt x="608" y="39"/>
                  </a:lnTo>
                  <a:lnTo>
                    <a:pt x="607" y="39"/>
                  </a:lnTo>
                  <a:lnTo>
                    <a:pt x="604" y="42"/>
                  </a:lnTo>
                  <a:lnTo>
                    <a:pt x="607" y="42"/>
                  </a:lnTo>
                  <a:lnTo>
                    <a:pt x="611" y="41"/>
                  </a:lnTo>
                  <a:lnTo>
                    <a:pt x="613" y="38"/>
                  </a:lnTo>
                  <a:lnTo>
                    <a:pt x="617" y="38"/>
                  </a:lnTo>
                  <a:lnTo>
                    <a:pt x="619" y="34"/>
                  </a:lnTo>
                  <a:lnTo>
                    <a:pt x="619" y="30"/>
                  </a:lnTo>
                  <a:lnTo>
                    <a:pt x="617" y="28"/>
                  </a:lnTo>
                  <a:lnTo>
                    <a:pt x="616" y="28"/>
                  </a:lnTo>
                  <a:lnTo>
                    <a:pt x="615" y="26"/>
                  </a:lnTo>
                  <a:lnTo>
                    <a:pt x="615" y="24"/>
                  </a:lnTo>
                  <a:lnTo>
                    <a:pt x="615" y="24"/>
                  </a:lnTo>
                  <a:lnTo>
                    <a:pt x="617" y="24"/>
                  </a:lnTo>
                  <a:lnTo>
                    <a:pt x="619" y="24"/>
                  </a:lnTo>
                  <a:lnTo>
                    <a:pt x="620" y="24"/>
                  </a:lnTo>
                  <a:lnTo>
                    <a:pt x="624" y="22"/>
                  </a:lnTo>
                  <a:lnTo>
                    <a:pt x="627" y="20"/>
                  </a:lnTo>
                  <a:lnTo>
                    <a:pt x="628" y="20"/>
                  </a:lnTo>
                  <a:lnTo>
                    <a:pt x="632" y="20"/>
                  </a:lnTo>
                  <a:lnTo>
                    <a:pt x="632" y="17"/>
                  </a:lnTo>
                  <a:lnTo>
                    <a:pt x="635" y="16"/>
                  </a:lnTo>
                  <a:lnTo>
                    <a:pt x="636" y="16"/>
                  </a:lnTo>
                  <a:lnTo>
                    <a:pt x="637" y="14"/>
                  </a:lnTo>
                  <a:lnTo>
                    <a:pt x="640" y="13"/>
                  </a:lnTo>
                  <a:lnTo>
                    <a:pt x="641" y="14"/>
                  </a:lnTo>
                  <a:lnTo>
                    <a:pt x="644" y="14"/>
                  </a:lnTo>
                  <a:lnTo>
                    <a:pt x="644" y="16"/>
                  </a:lnTo>
                  <a:lnTo>
                    <a:pt x="642" y="17"/>
                  </a:lnTo>
                  <a:lnTo>
                    <a:pt x="644" y="18"/>
                  </a:lnTo>
                  <a:lnTo>
                    <a:pt x="649" y="18"/>
                  </a:lnTo>
                  <a:lnTo>
                    <a:pt x="649" y="20"/>
                  </a:lnTo>
                  <a:lnTo>
                    <a:pt x="652" y="20"/>
                  </a:lnTo>
                  <a:lnTo>
                    <a:pt x="661" y="25"/>
                  </a:lnTo>
                  <a:lnTo>
                    <a:pt x="662" y="25"/>
                  </a:lnTo>
                  <a:lnTo>
                    <a:pt x="663" y="28"/>
                  </a:lnTo>
                  <a:lnTo>
                    <a:pt x="663" y="30"/>
                  </a:lnTo>
                  <a:lnTo>
                    <a:pt x="667" y="34"/>
                  </a:lnTo>
                  <a:lnTo>
                    <a:pt x="669" y="34"/>
                  </a:lnTo>
                  <a:lnTo>
                    <a:pt x="669" y="33"/>
                  </a:lnTo>
                  <a:lnTo>
                    <a:pt x="670" y="32"/>
                  </a:lnTo>
                  <a:lnTo>
                    <a:pt x="670" y="30"/>
                  </a:lnTo>
                  <a:lnTo>
                    <a:pt x="669" y="29"/>
                  </a:lnTo>
                  <a:lnTo>
                    <a:pt x="666" y="29"/>
                  </a:lnTo>
                  <a:lnTo>
                    <a:pt x="666" y="26"/>
                  </a:lnTo>
                  <a:lnTo>
                    <a:pt x="669" y="25"/>
                  </a:lnTo>
                  <a:lnTo>
                    <a:pt x="670" y="25"/>
                  </a:lnTo>
                  <a:lnTo>
                    <a:pt x="671" y="28"/>
                  </a:lnTo>
                  <a:lnTo>
                    <a:pt x="673" y="29"/>
                  </a:lnTo>
                  <a:lnTo>
                    <a:pt x="673" y="30"/>
                  </a:lnTo>
                  <a:lnTo>
                    <a:pt x="677" y="34"/>
                  </a:lnTo>
                  <a:lnTo>
                    <a:pt x="677" y="37"/>
                  </a:lnTo>
                  <a:lnTo>
                    <a:pt x="679" y="37"/>
                  </a:lnTo>
                  <a:lnTo>
                    <a:pt x="681" y="37"/>
                  </a:lnTo>
                  <a:lnTo>
                    <a:pt x="681" y="37"/>
                  </a:lnTo>
                  <a:lnTo>
                    <a:pt x="682" y="37"/>
                  </a:lnTo>
                  <a:lnTo>
                    <a:pt x="685" y="39"/>
                  </a:lnTo>
                  <a:lnTo>
                    <a:pt x="685" y="42"/>
                  </a:lnTo>
                  <a:lnTo>
                    <a:pt x="686" y="45"/>
                  </a:lnTo>
                  <a:lnTo>
                    <a:pt x="686" y="46"/>
                  </a:lnTo>
                  <a:lnTo>
                    <a:pt x="685" y="46"/>
                  </a:lnTo>
                  <a:lnTo>
                    <a:pt x="685" y="45"/>
                  </a:lnTo>
                  <a:lnTo>
                    <a:pt x="683" y="43"/>
                  </a:lnTo>
                  <a:lnTo>
                    <a:pt x="683" y="43"/>
                  </a:lnTo>
                  <a:lnTo>
                    <a:pt x="682" y="45"/>
                  </a:lnTo>
                  <a:lnTo>
                    <a:pt x="679" y="43"/>
                  </a:lnTo>
                  <a:lnTo>
                    <a:pt x="675" y="41"/>
                  </a:lnTo>
                  <a:lnTo>
                    <a:pt x="673" y="41"/>
                  </a:lnTo>
                  <a:lnTo>
                    <a:pt x="673" y="42"/>
                  </a:lnTo>
                  <a:lnTo>
                    <a:pt x="674" y="45"/>
                  </a:lnTo>
                  <a:lnTo>
                    <a:pt x="677" y="45"/>
                  </a:lnTo>
                  <a:lnTo>
                    <a:pt x="678" y="45"/>
                  </a:lnTo>
                  <a:lnTo>
                    <a:pt x="678" y="46"/>
                  </a:lnTo>
                  <a:lnTo>
                    <a:pt x="679" y="49"/>
                  </a:lnTo>
                  <a:lnTo>
                    <a:pt x="681" y="50"/>
                  </a:lnTo>
                  <a:lnTo>
                    <a:pt x="681" y="49"/>
                  </a:lnTo>
                  <a:lnTo>
                    <a:pt x="682" y="46"/>
                  </a:lnTo>
                  <a:lnTo>
                    <a:pt x="683" y="46"/>
                  </a:lnTo>
                  <a:lnTo>
                    <a:pt x="685" y="49"/>
                  </a:lnTo>
                  <a:lnTo>
                    <a:pt x="686" y="49"/>
                  </a:lnTo>
                  <a:lnTo>
                    <a:pt x="687" y="49"/>
                  </a:lnTo>
                  <a:lnTo>
                    <a:pt x="689" y="49"/>
                  </a:lnTo>
                  <a:lnTo>
                    <a:pt x="689" y="50"/>
                  </a:lnTo>
                  <a:lnTo>
                    <a:pt x="689" y="51"/>
                  </a:lnTo>
                  <a:lnTo>
                    <a:pt x="691" y="55"/>
                  </a:lnTo>
                  <a:lnTo>
                    <a:pt x="691" y="59"/>
                  </a:lnTo>
                  <a:lnTo>
                    <a:pt x="691" y="65"/>
                  </a:lnTo>
                  <a:lnTo>
                    <a:pt x="690" y="68"/>
                  </a:lnTo>
                  <a:lnTo>
                    <a:pt x="689" y="68"/>
                  </a:lnTo>
                  <a:lnTo>
                    <a:pt x="687" y="70"/>
                  </a:lnTo>
                  <a:lnTo>
                    <a:pt x="689" y="72"/>
                  </a:lnTo>
                  <a:lnTo>
                    <a:pt x="686" y="75"/>
                  </a:lnTo>
                  <a:lnTo>
                    <a:pt x="687" y="76"/>
                  </a:lnTo>
                  <a:lnTo>
                    <a:pt x="689" y="78"/>
                  </a:lnTo>
                  <a:lnTo>
                    <a:pt x="689" y="80"/>
                  </a:lnTo>
                  <a:lnTo>
                    <a:pt x="686" y="82"/>
                  </a:lnTo>
                  <a:lnTo>
                    <a:pt x="685" y="84"/>
                  </a:lnTo>
                  <a:lnTo>
                    <a:pt x="685" y="86"/>
                  </a:lnTo>
                  <a:lnTo>
                    <a:pt x="683" y="88"/>
                  </a:lnTo>
                  <a:lnTo>
                    <a:pt x="682" y="91"/>
                  </a:lnTo>
                  <a:lnTo>
                    <a:pt x="682" y="92"/>
                  </a:lnTo>
                  <a:lnTo>
                    <a:pt x="681" y="93"/>
                  </a:lnTo>
                  <a:lnTo>
                    <a:pt x="679" y="95"/>
                  </a:lnTo>
                  <a:lnTo>
                    <a:pt x="677" y="97"/>
                  </a:lnTo>
                  <a:lnTo>
                    <a:pt x="674" y="97"/>
                  </a:lnTo>
                  <a:lnTo>
                    <a:pt x="677" y="99"/>
                  </a:lnTo>
                  <a:lnTo>
                    <a:pt x="678" y="99"/>
                  </a:lnTo>
                  <a:lnTo>
                    <a:pt x="679" y="96"/>
                  </a:lnTo>
                  <a:lnTo>
                    <a:pt x="681" y="96"/>
                  </a:lnTo>
                  <a:lnTo>
                    <a:pt x="682" y="100"/>
                  </a:lnTo>
                  <a:lnTo>
                    <a:pt x="679" y="104"/>
                  </a:lnTo>
                  <a:lnTo>
                    <a:pt x="678" y="107"/>
                  </a:lnTo>
                  <a:lnTo>
                    <a:pt x="677" y="112"/>
                  </a:lnTo>
                  <a:lnTo>
                    <a:pt x="678" y="115"/>
                  </a:lnTo>
                  <a:lnTo>
                    <a:pt x="678" y="117"/>
                  </a:lnTo>
                  <a:lnTo>
                    <a:pt x="677" y="122"/>
                  </a:lnTo>
                  <a:lnTo>
                    <a:pt x="673" y="122"/>
                  </a:lnTo>
                  <a:lnTo>
                    <a:pt x="673" y="122"/>
                  </a:lnTo>
                  <a:lnTo>
                    <a:pt x="670" y="122"/>
                  </a:lnTo>
                  <a:lnTo>
                    <a:pt x="670" y="124"/>
                  </a:lnTo>
                  <a:lnTo>
                    <a:pt x="670" y="125"/>
                  </a:lnTo>
                  <a:lnTo>
                    <a:pt x="671" y="130"/>
                  </a:lnTo>
                  <a:lnTo>
                    <a:pt x="671" y="133"/>
                  </a:lnTo>
                  <a:lnTo>
                    <a:pt x="669" y="134"/>
                  </a:lnTo>
                  <a:lnTo>
                    <a:pt x="667" y="137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7" y="145"/>
                  </a:lnTo>
                  <a:lnTo>
                    <a:pt x="667" y="146"/>
                  </a:lnTo>
                  <a:lnTo>
                    <a:pt x="670" y="147"/>
                  </a:lnTo>
                  <a:lnTo>
                    <a:pt x="667" y="154"/>
                  </a:lnTo>
                  <a:lnTo>
                    <a:pt x="666" y="155"/>
                  </a:lnTo>
                  <a:lnTo>
                    <a:pt x="666" y="158"/>
                  </a:lnTo>
                  <a:lnTo>
                    <a:pt x="666" y="155"/>
                  </a:lnTo>
                  <a:lnTo>
                    <a:pt x="669" y="155"/>
                  </a:lnTo>
                  <a:lnTo>
                    <a:pt x="671" y="154"/>
                  </a:lnTo>
                  <a:lnTo>
                    <a:pt x="671" y="151"/>
                  </a:lnTo>
                  <a:lnTo>
                    <a:pt x="671" y="150"/>
                  </a:lnTo>
                  <a:lnTo>
                    <a:pt x="673" y="149"/>
                  </a:lnTo>
                  <a:lnTo>
                    <a:pt x="675" y="149"/>
                  </a:lnTo>
                  <a:lnTo>
                    <a:pt x="677" y="147"/>
                  </a:lnTo>
                  <a:lnTo>
                    <a:pt x="675" y="147"/>
                  </a:lnTo>
                  <a:lnTo>
                    <a:pt x="671" y="143"/>
                  </a:lnTo>
                  <a:lnTo>
                    <a:pt x="670" y="141"/>
                  </a:lnTo>
                  <a:lnTo>
                    <a:pt x="671" y="138"/>
                  </a:lnTo>
                  <a:lnTo>
                    <a:pt x="675" y="137"/>
                  </a:lnTo>
                  <a:lnTo>
                    <a:pt x="679" y="137"/>
                  </a:lnTo>
                  <a:lnTo>
                    <a:pt x="683" y="134"/>
                  </a:lnTo>
                  <a:lnTo>
                    <a:pt x="685" y="134"/>
                  </a:lnTo>
                  <a:lnTo>
                    <a:pt x="686" y="133"/>
                  </a:lnTo>
                  <a:lnTo>
                    <a:pt x="685" y="130"/>
                  </a:lnTo>
                  <a:lnTo>
                    <a:pt x="689" y="128"/>
                  </a:lnTo>
                  <a:lnTo>
                    <a:pt x="690" y="125"/>
                  </a:lnTo>
                  <a:lnTo>
                    <a:pt x="689" y="122"/>
                  </a:lnTo>
                  <a:lnTo>
                    <a:pt x="689" y="121"/>
                  </a:lnTo>
                  <a:lnTo>
                    <a:pt x="691" y="122"/>
                  </a:lnTo>
                  <a:lnTo>
                    <a:pt x="694" y="122"/>
                  </a:lnTo>
                  <a:lnTo>
                    <a:pt x="696" y="120"/>
                  </a:lnTo>
                  <a:lnTo>
                    <a:pt x="695" y="117"/>
                  </a:lnTo>
                  <a:lnTo>
                    <a:pt x="699" y="115"/>
                  </a:lnTo>
                  <a:lnTo>
                    <a:pt x="699" y="112"/>
                  </a:lnTo>
                  <a:lnTo>
                    <a:pt x="698" y="111"/>
                  </a:lnTo>
                  <a:lnTo>
                    <a:pt x="694" y="112"/>
                  </a:lnTo>
                  <a:lnTo>
                    <a:pt x="694" y="115"/>
                  </a:lnTo>
                  <a:lnTo>
                    <a:pt x="690" y="117"/>
                  </a:lnTo>
                  <a:lnTo>
                    <a:pt x="687" y="116"/>
                  </a:lnTo>
                  <a:lnTo>
                    <a:pt x="686" y="112"/>
                  </a:lnTo>
                  <a:lnTo>
                    <a:pt x="687" y="109"/>
                  </a:lnTo>
                  <a:lnTo>
                    <a:pt x="687" y="105"/>
                  </a:lnTo>
                  <a:lnTo>
                    <a:pt x="690" y="104"/>
                  </a:lnTo>
                  <a:lnTo>
                    <a:pt x="692" y="104"/>
                  </a:lnTo>
                  <a:lnTo>
                    <a:pt x="696" y="107"/>
                  </a:lnTo>
                  <a:lnTo>
                    <a:pt x="698" y="104"/>
                  </a:lnTo>
                  <a:lnTo>
                    <a:pt x="698" y="101"/>
                  </a:lnTo>
                  <a:lnTo>
                    <a:pt x="702" y="100"/>
                  </a:lnTo>
                  <a:lnTo>
                    <a:pt x="702" y="103"/>
                  </a:lnTo>
                  <a:lnTo>
                    <a:pt x="700" y="104"/>
                  </a:lnTo>
                  <a:lnTo>
                    <a:pt x="700" y="107"/>
                  </a:lnTo>
                  <a:lnTo>
                    <a:pt x="707" y="112"/>
                  </a:lnTo>
                  <a:lnTo>
                    <a:pt x="710" y="112"/>
                  </a:lnTo>
                  <a:lnTo>
                    <a:pt x="712" y="111"/>
                  </a:lnTo>
                  <a:lnTo>
                    <a:pt x="716" y="109"/>
                  </a:lnTo>
                  <a:lnTo>
                    <a:pt x="719" y="108"/>
                  </a:lnTo>
                  <a:lnTo>
                    <a:pt x="717" y="105"/>
                  </a:lnTo>
                  <a:lnTo>
                    <a:pt x="714" y="101"/>
                  </a:lnTo>
                  <a:lnTo>
                    <a:pt x="714" y="100"/>
                  </a:lnTo>
                  <a:lnTo>
                    <a:pt x="715" y="100"/>
                  </a:lnTo>
                  <a:lnTo>
                    <a:pt x="720" y="104"/>
                  </a:lnTo>
                  <a:lnTo>
                    <a:pt x="721" y="104"/>
                  </a:lnTo>
                  <a:lnTo>
                    <a:pt x="724" y="107"/>
                  </a:lnTo>
                  <a:lnTo>
                    <a:pt x="724" y="108"/>
                  </a:lnTo>
                  <a:lnTo>
                    <a:pt x="724" y="111"/>
                  </a:lnTo>
                  <a:lnTo>
                    <a:pt x="727" y="113"/>
                  </a:lnTo>
                  <a:lnTo>
                    <a:pt x="728" y="117"/>
                  </a:lnTo>
                  <a:lnTo>
                    <a:pt x="728" y="118"/>
                  </a:lnTo>
                  <a:lnTo>
                    <a:pt x="728" y="117"/>
                  </a:lnTo>
                  <a:lnTo>
                    <a:pt x="731" y="115"/>
                  </a:lnTo>
                  <a:lnTo>
                    <a:pt x="732" y="115"/>
                  </a:lnTo>
                  <a:lnTo>
                    <a:pt x="733" y="112"/>
                  </a:lnTo>
                  <a:lnTo>
                    <a:pt x="732" y="112"/>
                  </a:lnTo>
                  <a:lnTo>
                    <a:pt x="731" y="113"/>
                  </a:lnTo>
                  <a:lnTo>
                    <a:pt x="728" y="112"/>
                  </a:lnTo>
                  <a:lnTo>
                    <a:pt x="727" y="109"/>
                  </a:lnTo>
                  <a:lnTo>
                    <a:pt x="729" y="107"/>
                  </a:lnTo>
                  <a:lnTo>
                    <a:pt x="732" y="105"/>
                  </a:lnTo>
                  <a:lnTo>
                    <a:pt x="733" y="103"/>
                  </a:lnTo>
                  <a:lnTo>
                    <a:pt x="735" y="103"/>
                  </a:lnTo>
                  <a:lnTo>
                    <a:pt x="736" y="101"/>
                  </a:lnTo>
                  <a:lnTo>
                    <a:pt x="741" y="100"/>
                  </a:lnTo>
                  <a:lnTo>
                    <a:pt x="749" y="99"/>
                  </a:lnTo>
                  <a:lnTo>
                    <a:pt x="758" y="99"/>
                  </a:lnTo>
                  <a:lnTo>
                    <a:pt x="765" y="95"/>
                  </a:lnTo>
                  <a:lnTo>
                    <a:pt x="769" y="95"/>
                  </a:lnTo>
                  <a:lnTo>
                    <a:pt x="773" y="96"/>
                  </a:lnTo>
                  <a:lnTo>
                    <a:pt x="771" y="97"/>
                  </a:lnTo>
                  <a:lnTo>
                    <a:pt x="771" y="99"/>
                  </a:lnTo>
                  <a:lnTo>
                    <a:pt x="770" y="101"/>
                  </a:lnTo>
                  <a:lnTo>
                    <a:pt x="771" y="105"/>
                  </a:lnTo>
                  <a:lnTo>
                    <a:pt x="774" y="108"/>
                  </a:lnTo>
                  <a:lnTo>
                    <a:pt x="785" y="109"/>
                  </a:lnTo>
                  <a:lnTo>
                    <a:pt x="787" y="109"/>
                  </a:lnTo>
                  <a:lnTo>
                    <a:pt x="787" y="109"/>
                  </a:lnTo>
                  <a:lnTo>
                    <a:pt x="791" y="109"/>
                  </a:lnTo>
                  <a:lnTo>
                    <a:pt x="794" y="109"/>
                  </a:lnTo>
                  <a:lnTo>
                    <a:pt x="802" y="109"/>
                  </a:lnTo>
                  <a:lnTo>
                    <a:pt x="807" y="105"/>
                  </a:lnTo>
                  <a:lnTo>
                    <a:pt x="808" y="107"/>
                  </a:lnTo>
                  <a:lnTo>
                    <a:pt x="811" y="107"/>
                  </a:lnTo>
                  <a:lnTo>
                    <a:pt x="812" y="104"/>
                  </a:lnTo>
                  <a:lnTo>
                    <a:pt x="811" y="103"/>
                  </a:lnTo>
                  <a:lnTo>
                    <a:pt x="814" y="101"/>
                  </a:lnTo>
                  <a:lnTo>
                    <a:pt x="816" y="103"/>
                  </a:lnTo>
                  <a:lnTo>
                    <a:pt x="819" y="101"/>
                  </a:lnTo>
                  <a:lnTo>
                    <a:pt x="820" y="103"/>
                  </a:lnTo>
                  <a:lnTo>
                    <a:pt x="821" y="104"/>
                  </a:lnTo>
                  <a:lnTo>
                    <a:pt x="823" y="101"/>
                  </a:lnTo>
                  <a:lnTo>
                    <a:pt x="821" y="100"/>
                  </a:lnTo>
                  <a:lnTo>
                    <a:pt x="820" y="97"/>
                  </a:lnTo>
                  <a:lnTo>
                    <a:pt x="820" y="95"/>
                  </a:lnTo>
                  <a:lnTo>
                    <a:pt x="819" y="93"/>
                  </a:lnTo>
                  <a:lnTo>
                    <a:pt x="816" y="93"/>
                  </a:lnTo>
                  <a:lnTo>
                    <a:pt x="816" y="90"/>
                  </a:lnTo>
                  <a:lnTo>
                    <a:pt x="815" y="90"/>
                  </a:lnTo>
                  <a:lnTo>
                    <a:pt x="814" y="87"/>
                  </a:lnTo>
                  <a:lnTo>
                    <a:pt x="812" y="86"/>
                  </a:lnTo>
                  <a:lnTo>
                    <a:pt x="812" y="82"/>
                  </a:lnTo>
                  <a:lnTo>
                    <a:pt x="814" y="80"/>
                  </a:lnTo>
                  <a:lnTo>
                    <a:pt x="814" y="82"/>
                  </a:lnTo>
                  <a:lnTo>
                    <a:pt x="815" y="82"/>
                  </a:lnTo>
                  <a:lnTo>
                    <a:pt x="818" y="80"/>
                  </a:lnTo>
                  <a:lnTo>
                    <a:pt x="816" y="79"/>
                  </a:lnTo>
                  <a:lnTo>
                    <a:pt x="816" y="76"/>
                  </a:lnTo>
                  <a:lnTo>
                    <a:pt x="818" y="76"/>
                  </a:lnTo>
                  <a:lnTo>
                    <a:pt x="821" y="79"/>
                  </a:lnTo>
                  <a:lnTo>
                    <a:pt x="823" y="78"/>
                  </a:lnTo>
                  <a:lnTo>
                    <a:pt x="823" y="76"/>
                  </a:lnTo>
                  <a:lnTo>
                    <a:pt x="824" y="78"/>
                  </a:lnTo>
                  <a:lnTo>
                    <a:pt x="827" y="78"/>
                  </a:lnTo>
                  <a:lnTo>
                    <a:pt x="828" y="76"/>
                  </a:lnTo>
                  <a:lnTo>
                    <a:pt x="829" y="75"/>
                  </a:lnTo>
                  <a:lnTo>
                    <a:pt x="832" y="78"/>
                  </a:lnTo>
                  <a:lnTo>
                    <a:pt x="833" y="78"/>
                  </a:lnTo>
                  <a:lnTo>
                    <a:pt x="835" y="80"/>
                  </a:lnTo>
                  <a:lnTo>
                    <a:pt x="836" y="79"/>
                  </a:lnTo>
                  <a:lnTo>
                    <a:pt x="836" y="76"/>
                  </a:lnTo>
                  <a:lnTo>
                    <a:pt x="839" y="78"/>
                  </a:lnTo>
                  <a:lnTo>
                    <a:pt x="840" y="79"/>
                  </a:lnTo>
                  <a:lnTo>
                    <a:pt x="839" y="80"/>
                  </a:lnTo>
                  <a:lnTo>
                    <a:pt x="837" y="83"/>
                  </a:lnTo>
                  <a:lnTo>
                    <a:pt x="839" y="83"/>
                  </a:lnTo>
                  <a:lnTo>
                    <a:pt x="841" y="83"/>
                  </a:lnTo>
                  <a:lnTo>
                    <a:pt x="841" y="83"/>
                  </a:lnTo>
                  <a:lnTo>
                    <a:pt x="841" y="82"/>
                  </a:lnTo>
                  <a:lnTo>
                    <a:pt x="843" y="82"/>
                  </a:lnTo>
                  <a:lnTo>
                    <a:pt x="844" y="82"/>
                  </a:lnTo>
                  <a:lnTo>
                    <a:pt x="844" y="79"/>
                  </a:lnTo>
                  <a:lnTo>
                    <a:pt x="843" y="78"/>
                  </a:lnTo>
                  <a:lnTo>
                    <a:pt x="843" y="76"/>
                  </a:lnTo>
                  <a:lnTo>
                    <a:pt x="845" y="76"/>
                  </a:lnTo>
                  <a:lnTo>
                    <a:pt x="848" y="76"/>
                  </a:lnTo>
                  <a:lnTo>
                    <a:pt x="849" y="76"/>
                  </a:lnTo>
                  <a:lnTo>
                    <a:pt x="850" y="76"/>
                  </a:lnTo>
                  <a:lnTo>
                    <a:pt x="854" y="76"/>
                  </a:lnTo>
                  <a:lnTo>
                    <a:pt x="854" y="78"/>
                  </a:lnTo>
                  <a:lnTo>
                    <a:pt x="854" y="82"/>
                  </a:lnTo>
                  <a:lnTo>
                    <a:pt x="856" y="79"/>
                  </a:lnTo>
                  <a:lnTo>
                    <a:pt x="856" y="79"/>
                  </a:lnTo>
                  <a:lnTo>
                    <a:pt x="858" y="78"/>
                  </a:lnTo>
                  <a:lnTo>
                    <a:pt x="860" y="80"/>
                  </a:lnTo>
                  <a:lnTo>
                    <a:pt x="861" y="80"/>
                  </a:lnTo>
                  <a:lnTo>
                    <a:pt x="862" y="79"/>
                  </a:lnTo>
                  <a:lnTo>
                    <a:pt x="865" y="82"/>
                  </a:lnTo>
                  <a:lnTo>
                    <a:pt x="866" y="86"/>
                  </a:lnTo>
                  <a:lnTo>
                    <a:pt x="868" y="83"/>
                  </a:lnTo>
                  <a:lnTo>
                    <a:pt x="869" y="82"/>
                  </a:lnTo>
                  <a:lnTo>
                    <a:pt x="870" y="83"/>
                  </a:lnTo>
                  <a:lnTo>
                    <a:pt x="869" y="86"/>
                  </a:lnTo>
                  <a:lnTo>
                    <a:pt x="870" y="87"/>
                  </a:lnTo>
                  <a:lnTo>
                    <a:pt x="872" y="88"/>
                  </a:lnTo>
                  <a:lnTo>
                    <a:pt x="873" y="88"/>
                  </a:lnTo>
                  <a:lnTo>
                    <a:pt x="874" y="91"/>
                  </a:lnTo>
                  <a:lnTo>
                    <a:pt x="875" y="90"/>
                  </a:lnTo>
                  <a:lnTo>
                    <a:pt x="875" y="90"/>
                  </a:lnTo>
                  <a:lnTo>
                    <a:pt x="877" y="92"/>
                  </a:lnTo>
                  <a:lnTo>
                    <a:pt x="875" y="93"/>
                  </a:lnTo>
                  <a:lnTo>
                    <a:pt x="875" y="96"/>
                  </a:lnTo>
                  <a:lnTo>
                    <a:pt x="878" y="93"/>
                  </a:lnTo>
                  <a:lnTo>
                    <a:pt x="881" y="93"/>
                  </a:lnTo>
                  <a:lnTo>
                    <a:pt x="881" y="95"/>
                  </a:lnTo>
                  <a:lnTo>
                    <a:pt x="877" y="99"/>
                  </a:lnTo>
                  <a:lnTo>
                    <a:pt x="877" y="103"/>
                  </a:lnTo>
                  <a:lnTo>
                    <a:pt x="881" y="103"/>
                  </a:lnTo>
                  <a:lnTo>
                    <a:pt x="882" y="101"/>
                  </a:lnTo>
                  <a:lnTo>
                    <a:pt x="883" y="100"/>
                  </a:lnTo>
                  <a:lnTo>
                    <a:pt x="885" y="101"/>
                  </a:lnTo>
                  <a:lnTo>
                    <a:pt x="885" y="104"/>
                  </a:lnTo>
                  <a:lnTo>
                    <a:pt x="886" y="103"/>
                  </a:lnTo>
                  <a:lnTo>
                    <a:pt x="889" y="105"/>
                  </a:lnTo>
                  <a:lnTo>
                    <a:pt x="889" y="109"/>
                  </a:lnTo>
                  <a:lnTo>
                    <a:pt x="891" y="108"/>
                  </a:lnTo>
                  <a:lnTo>
                    <a:pt x="891" y="111"/>
                  </a:lnTo>
                  <a:lnTo>
                    <a:pt x="893" y="109"/>
                  </a:lnTo>
                  <a:lnTo>
                    <a:pt x="894" y="111"/>
                  </a:lnTo>
                  <a:lnTo>
                    <a:pt x="891" y="115"/>
                  </a:lnTo>
                  <a:lnTo>
                    <a:pt x="889" y="116"/>
                  </a:lnTo>
                  <a:lnTo>
                    <a:pt x="886" y="115"/>
                  </a:lnTo>
                  <a:lnTo>
                    <a:pt x="882" y="113"/>
                  </a:lnTo>
                  <a:lnTo>
                    <a:pt x="877" y="113"/>
                  </a:lnTo>
                  <a:lnTo>
                    <a:pt x="879" y="115"/>
                  </a:lnTo>
                  <a:lnTo>
                    <a:pt x="879" y="117"/>
                  </a:lnTo>
                  <a:lnTo>
                    <a:pt x="885" y="117"/>
                  </a:lnTo>
                  <a:lnTo>
                    <a:pt x="885" y="120"/>
                  </a:lnTo>
                  <a:lnTo>
                    <a:pt x="890" y="122"/>
                  </a:lnTo>
                  <a:lnTo>
                    <a:pt x="894" y="124"/>
                  </a:lnTo>
                  <a:lnTo>
                    <a:pt x="897" y="122"/>
                  </a:lnTo>
                  <a:lnTo>
                    <a:pt x="897" y="120"/>
                  </a:lnTo>
                  <a:lnTo>
                    <a:pt x="895" y="117"/>
                  </a:lnTo>
                  <a:lnTo>
                    <a:pt x="894" y="116"/>
                  </a:lnTo>
                  <a:lnTo>
                    <a:pt x="895" y="116"/>
                  </a:lnTo>
                  <a:lnTo>
                    <a:pt x="898" y="118"/>
                  </a:lnTo>
                  <a:lnTo>
                    <a:pt x="901" y="120"/>
                  </a:lnTo>
                  <a:lnTo>
                    <a:pt x="902" y="121"/>
                  </a:lnTo>
                  <a:lnTo>
                    <a:pt x="899" y="121"/>
                  </a:lnTo>
                  <a:lnTo>
                    <a:pt x="895" y="125"/>
                  </a:lnTo>
                  <a:lnTo>
                    <a:pt x="897" y="126"/>
                  </a:lnTo>
                  <a:lnTo>
                    <a:pt x="898" y="126"/>
                  </a:lnTo>
                  <a:lnTo>
                    <a:pt x="899" y="125"/>
                  </a:lnTo>
                  <a:lnTo>
                    <a:pt x="902" y="125"/>
                  </a:lnTo>
                  <a:lnTo>
                    <a:pt x="908" y="133"/>
                  </a:lnTo>
                  <a:lnTo>
                    <a:pt x="911" y="133"/>
                  </a:lnTo>
                  <a:lnTo>
                    <a:pt x="914" y="137"/>
                  </a:lnTo>
                  <a:lnTo>
                    <a:pt x="919" y="137"/>
                  </a:lnTo>
                  <a:lnTo>
                    <a:pt x="923" y="141"/>
                  </a:lnTo>
                  <a:lnTo>
                    <a:pt x="926" y="142"/>
                  </a:lnTo>
                  <a:lnTo>
                    <a:pt x="927" y="141"/>
                  </a:lnTo>
                  <a:lnTo>
                    <a:pt x="926" y="138"/>
                  </a:lnTo>
                  <a:lnTo>
                    <a:pt x="927" y="138"/>
                  </a:lnTo>
                  <a:lnTo>
                    <a:pt x="929" y="140"/>
                  </a:lnTo>
                  <a:lnTo>
                    <a:pt x="929" y="142"/>
                  </a:lnTo>
                  <a:lnTo>
                    <a:pt x="931" y="143"/>
                  </a:lnTo>
                  <a:lnTo>
                    <a:pt x="932" y="143"/>
                  </a:lnTo>
                  <a:lnTo>
                    <a:pt x="933" y="141"/>
                  </a:lnTo>
                  <a:lnTo>
                    <a:pt x="931" y="129"/>
                  </a:lnTo>
                  <a:lnTo>
                    <a:pt x="928" y="124"/>
                  </a:lnTo>
                  <a:lnTo>
                    <a:pt x="926" y="116"/>
                  </a:lnTo>
                  <a:lnTo>
                    <a:pt x="924" y="109"/>
                  </a:lnTo>
                  <a:lnTo>
                    <a:pt x="923" y="107"/>
                  </a:lnTo>
                  <a:lnTo>
                    <a:pt x="922" y="104"/>
                  </a:lnTo>
                  <a:lnTo>
                    <a:pt x="924" y="105"/>
                  </a:lnTo>
                  <a:lnTo>
                    <a:pt x="926" y="108"/>
                  </a:lnTo>
                  <a:lnTo>
                    <a:pt x="928" y="111"/>
                  </a:lnTo>
                  <a:lnTo>
                    <a:pt x="931" y="112"/>
                  </a:lnTo>
                  <a:lnTo>
                    <a:pt x="933" y="115"/>
                  </a:lnTo>
                  <a:lnTo>
                    <a:pt x="939" y="115"/>
                  </a:lnTo>
                  <a:lnTo>
                    <a:pt x="948" y="113"/>
                  </a:lnTo>
                  <a:lnTo>
                    <a:pt x="949" y="115"/>
                  </a:lnTo>
                  <a:lnTo>
                    <a:pt x="952" y="113"/>
                  </a:lnTo>
                  <a:lnTo>
                    <a:pt x="953" y="116"/>
                  </a:lnTo>
                  <a:lnTo>
                    <a:pt x="954" y="115"/>
                  </a:lnTo>
                  <a:lnTo>
                    <a:pt x="952" y="112"/>
                  </a:lnTo>
                  <a:lnTo>
                    <a:pt x="953" y="111"/>
                  </a:lnTo>
                  <a:lnTo>
                    <a:pt x="951" y="109"/>
                  </a:lnTo>
                  <a:lnTo>
                    <a:pt x="952" y="108"/>
                  </a:lnTo>
                  <a:lnTo>
                    <a:pt x="952" y="105"/>
                  </a:lnTo>
                  <a:lnTo>
                    <a:pt x="960" y="103"/>
                  </a:lnTo>
                  <a:lnTo>
                    <a:pt x="961" y="103"/>
                  </a:lnTo>
                  <a:lnTo>
                    <a:pt x="964" y="103"/>
                  </a:lnTo>
                  <a:lnTo>
                    <a:pt x="966" y="104"/>
                  </a:lnTo>
                  <a:lnTo>
                    <a:pt x="970" y="104"/>
                  </a:lnTo>
                  <a:lnTo>
                    <a:pt x="973" y="107"/>
                  </a:lnTo>
                  <a:lnTo>
                    <a:pt x="976" y="108"/>
                  </a:lnTo>
                  <a:lnTo>
                    <a:pt x="977" y="111"/>
                  </a:lnTo>
                  <a:lnTo>
                    <a:pt x="981" y="111"/>
                  </a:lnTo>
                  <a:lnTo>
                    <a:pt x="982" y="113"/>
                  </a:lnTo>
                  <a:lnTo>
                    <a:pt x="987" y="113"/>
                  </a:lnTo>
                  <a:lnTo>
                    <a:pt x="983" y="111"/>
                  </a:lnTo>
                  <a:lnTo>
                    <a:pt x="983" y="109"/>
                  </a:lnTo>
                  <a:lnTo>
                    <a:pt x="987" y="111"/>
                  </a:lnTo>
                  <a:lnTo>
                    <a:pt x="989" y="109"/>
                  </a:lnTo>
                  <a:lnTo>
                    <a:pt x="986" y="108"/>
                  </a:lnTo>
                  <a:lnTo>
                    <a:pt x="989" y="105"/>
                  </a:lnTo>
                  <a:lnTo>
                    <a:pt x="986" y="104"/>
                  </a:lnTo>
                  <a:lnTo>
                    <a:pt x="983" y="105"/>
                  </a:lnTo>
                  <a:lnTo>
                    <a:pt x="981" y="104"/>
                  </a:lnTo>
                  <a:lnTo>
                    <a:pt x="981" y="101"/>
                  </a:lnTo>
                  <a:lnTo>
                    <a:pt x="980" y="99"/>
                  </a:lnTo>
                  <a:lnTo>
                    <a:pt x="981" y="97"/>
                  </a:lnTo>
                  <a:lnTo>
                    <a:pt x="982" y="99"/>
                  </a:lnTo>
                  <a:lnTo>
                    <a:pt x="985" y="97"/>
                  </a:lnTo>
                  <a:lnTo>
                    <a:pt x="983" y="95"/>
                  </a:lnTo>
                  <a:lnTo>
                    <a:pt x="985" y="95"/>
                  </a:lnTo>
                  <a:lnTo>
                    <a:pt x="989" y="97"/>
                  </a:lnTo>
                  <a:lnTo>
                    <a:pt x="989" y="100"/>
                  </a:lnTo>
                  <a:lnTo>
                    <a:pt x="991" y="99"/>
                  </a:lnTo>
                  <a:lnTo>
                    <a:pt x="993" y="100"/>
                  </a:lnTo>
                  <a:lnTo>
                    <a:pt x="994" y="100"/>
                  </a:lnTo>
                  <a:lnTo>
                    <a:pt x="993" y="97"/>
                  </a:lnTo>
                  <a:lnTo>
                    <a:pt x="995" y="96"/>
                  </a:lnTo>
                  <a:lnTo>
                    <a:pt x="997" y="97"/>
                  </a:lnTo>
                  <a:lnTo>
                    <a:pt x="998" y="95"/>
                  </a:lnTo>
                  <a:lnTo>
                    <a:pt x="994" y="91"/>
                  </a:lnTo>
                  <a:lnTo>
                    <a:pt x="991" y="91"/>
                  </a:lnTo>
                  <a:lnTo>
                    <a:pt x="989" y="87"/>
                  </a:lnTo>
                  <a:lnTo>
                    <a:pt x="989" y="84"/>
                  </a:lnTo>
                  <a:lnTo>
                    <a:pt x="987" y="83"/>
                  </a:lnTo>
                  <a:lnTo>
                    <a:pt x="985" y="84"/>
                  </a:lnTo>
                  <a:lnTo>
                    <a:pt x="982" y="83"/>
                  </a:lnTo>
                  <a:lnTo>
                    <a:pt x="986" y="82"/>
                  </a:lnTo>
                  <a:lnTo>
                    <a:pt x="985" y="79"/>
                  </a:lnTo>
                  <a:lnTo>
                    <a:pt x="985" y="79"/>
                  </a:lnTo>
                  <a:lnTo>
                    <a:pt x="983" y="76"/>
                  </a:lnTo>
                  <a:lnTo>
                    <a:pt x="987" y="76"/>
                  </a:lnTo>
                  <a:lnTo>
                    <a:pt x="989" y="71"/>
                  </a:lnTo>
                  <a:lnTo>
                    <a:pt x="983" y="72"/>
                  </a:lnTo>
                  <a:lnTo>
                    <a:pt x="981" y="75"/>
                  </a:lnTo>
                  <a:lnTo>
                    <a:pt x="981" y="78"/>
                  </a:lnTo>
                  <a:lnTo>
                    <a:pt x="977" y="76"/>
                  </a:lnTo>
                  <a:lnTo>
                    <a:pt x="974" y="72"/>
                  </a:lnTo>
                  <a:lnTo>
                    <a:pt x="976" y="70"/>
                  </a:lnTo>
                  <a:lnTo>
                    <a:pt x="976" y="67"/>
                  </a:lnTo>
                  <a:lnTo>
                    <a:pt x="980" y="66"/>
                  </a:lnTo>
                  <a:lnTo>
                    <a:pt x="982" y="66"/>
                  </a:lnTo>
                  <a:lnTo>
                    <a:pt x="986" y="62"/>
                  </a:lnTo>
                  <a:lnTo>
                    <a:pt x="986" y="61"/>
                  </a:lnTo>
                  <a:lnTo>
                    <a:pt x="985" y="58"/>
                  </a:lnTo>
                  <a:lnTo>
                    <a:pt x="982" y="58"/>
                  </a:lnTo>
                  <a:lnTo>
                    <a:pt x="980" y="57"/>
                  </a:lnTo>
                  <a:lnTo>
                    <a:pt x="976" y="57"/>
                  </a:lnTo>
                  <a:lnTo>
                    <a:pt x="973" y="54"/>
                  </a:lnTo>
                  <a:lnTo>
                    <a:pt x="977" y="53"/>
                  </a:lnTo>
                  <a:lnTo>
                    <a:pt x="981" y="51"/>
                  </a:lnTo>
                  <a:lnTo>
                    <a:pt x="986" y="54"/>
                  </a:lnTo>
                  <a:lnTo>
                    <a:pt x="991" y="53"/>
                  </a:lnTo>
                  <a:lnTo>
                    <a:pt x="999" y="53"/>
                  </a:lnTo>
                  <a:lnTo>
                    <a:pt x="1014" y="51"/>
                  </a:lnTo>
                  <a:lnTo>
                    <a:pt x="1015" y="50"/>
                  </a:lnTo>
                  <a:lnTo>
                    <a:pt x="1026" y="50"/>
                  </a:lnTo>
                  <a:lnTo>
                    <a:pt x="1030" y="51"/>
                  </a:lnTo>
                  <a:lnTo>
                    <a:pt x="1033" y="50"/>
                  </a:lnTo>
                  <a:lnTo>
                    <a:pt x="1039" y="50"/>
                  </a:lnTo>
                  <a:lnTo>
                    <a:pt x="1036" y="51"/>
                  </a:lnTo>
                  <a:lnTo>
                    <a:pt x="1028" y="55"/>
                  </a:lnTo>
                  <a:lnTo>
                    <a:pt x="1026" y="54"/>
                  </a:lnTo>
                  <a:lnTo>
                    <a:pt x="1024" y="54"/>
                  </a:lnTo>
                  <a:lnTo>
                    <a:pt x="1022" y="53"/>
                  </a:lnTo>
                  <a:lnTo>
                    <a:pt x="1020" y="58"/>
                  </a:lnTo>
                  <a:lnTo>
                    <a:pt x="1023" y="61"/>
                  </a:lnTo>
                  <a:lnTo>
                    <a:pt x="1020" y="62"/>
                  </a:lnTo>
                  <a:lnTo>
                    <a:pt x="1020" y="63"/>
                  </a:lnTo>
                  <a:lnTo>
                    <a:pt x="1023" y="65"/>
                  </a:lnTo>
                  <a:lnTo>
                    <a:pt x="1026" y="62"/>
                  </a:lnTo>
                  <a:lnTo>
                    <a:pt x="1027" y="59"/>
                  </a:lnTo>
                  <a:lnTo>
                    <a:pt x="1032" y="55"/>
                  </a:lnTo>
                  <a:lnTo>
                    <a:pt x="1040" y="53"/>
                  </a:lnTo>
                  <a:lnTo>
                    <a:pt x="1041" y="57"/>
                  </a:lnTo>
                  <a:lnTo>
                    <a:pt x="1041" y="63"/>
                  </a:lnTo>
                  <a:lnTo>
                    <a:pt x="1041" y="65"/>
                  </a:lnTo>
                  <a:lnTo>
                    <a:pt x="1040" y="61"/>
                  </a:lnTo>
                  <a:lnTo>
                    <a:pt x="1037" y="58"/>
                  </a:lnTo>
                  <a:lnTo>
                    <a:pt x="1037" y="55"/>
                  </a:lnTo>
                  <a:lnTo>
                    <a:pt x="1035" y="58"/>
                  </a:lnTo>
                  <a:lnTo>
                    <a:pt x="1033" y="57"/>
                  </a:lnTo>
                  <a:lnTo>
                    <a:pt x="1035" y="61"/>
                  </a:lnTo>
                  <a:lnTo>
                    <a:pt x="1037" y="62"/>
                  </a:lnTo>
                  <a:lnTo>
                    <a:pt x="1039" y="67"/>
                  </a:lnTo>
                  <a:lnTo>
                    <a:pt x="1036" y="71"/>
                  </a:lnTo>
                  <a:lnTo>
                    <a:pt x="1035" y="70"/>
                  </a:lnTo>
                  <a:lnTo>
                    <a:pt x="1033" y="71"/>
                  </a:lnTo>
                  <a:lnTo>
                    <a:pt x="1036" y="74"/>
                  </a:lnTo>
                  <a:lnTo>
                    <a:pt x="1036" y="75"/>
                  </a:lnTo>
                  <a:lnTo>
                    <a:pt x="1037" y="76"/>
                  </a:lnTo>
                  <a:lnTo>
                    <a:pt x="1039" y="76"/>
                  </a:lnTo>
                  <a:lnTo>
                    <a:pt x="1041" y="74"/>
                  </a:lnTo>
                  <a:lnTo>
                    <a:pt x="1041" y="71"/>
                  </a:lnTo>
                  <a:lnTo>
                    <a:pt x="1044" y="67"/>
                  </a:lnTo>
                  <a:lnTo>
                    <a:pt x="1043" y="65"/>
                  </a:lnTo>
                  <a:lnTo>
                    <a:pt x="1044" y="62"/>
                  </a:lnTo>
                  <a:lnTo>
                    <a:pt x="1043" y="50"/>
                  </a:lnTo>
                  <a:lnTo>
                    <a:pt x="1047" y="46"/>
                  </a:lnTo>
                  <a:lnTo>
                    <a:pt x="1053" y="45"/>
                  </a:lnTo>
                  <a:lnTo>
                    <a:pt x="1060" y="43"/>
                  </a:lnTo>
                  <a:lnTo>
                    <a:pt x="1066" y="43"/>
                  </a:lnTo>
                  <a:lnTo>
                    <a:pt x="1074" y="46"/>
                  </a:lnTo>
                  <a:lnTo>
                    <a:pt x="1078" y="51"/>
                  </a:lnTo>
                  <a:lnTo>
                    <a:pt x="1078" y="54"/>
                  </a:lnTo>
                  <a:lnTo>
                    <a:pt x="1076" y="55"/>
                  </a:lnTo>
                  <a:lnTo>
                    <a:pt x="1072" y="53"/>
                  </a:lnTo>
                  <a:lnTo>
                    <a:pt x="1072" y="54"/>
                  </a:lnTo>
                  <a:lnTo>
                    <a:pt x="1072" y="55"/>
                  </a:lnTo>
                  <a:lnTo>
                    <a:pt x="1072" y="58"/>
                  </a:lnTo>
                  <a:lnTo>
                    <a:pt x="1072" y="61"/>
                  </a:lnTo>
                  <a:lnTo>
                    <a:pt x="1070" y="62"/>
                  </a:lnTo>
                  <a:lnTo>
                    <a:pt x="1072" y="63"/>
                  </a:lnTo>
                  <a:lnTo>
                    <a:pt x="1074" y="61"/>
                  </a:lnTo>
                  <a:lnTo>
                    <a:pt x="1078" y="61"/>
                  </a:lnTo>
                  <a:lnTo>
                    <a:pt x="1081" y="58"/>
                  </a:lnTo>
                  <a:lnTo>
                    <a:pt x="1082" y="62"/>
                  </a:lnTo>
                  <a:lnTo>
                    <a:pt x="1084" y="65"/>
                  </a:lnTo>
                  <a:lnTo>
                    <a:pt x="1084" y="67"/>
                  </a:lnTo>
                  <a:lnTo>
                    <a:pt x="1085" y="68"/>
                  </a:lnTo>
                  <a:lnTo>
                    <a:pt x="1086" y="66"/>
                  </a:lnTo>
                  <a:lnTo>
                    <a:pt x="1086" y="65"/>
                  </a:lnTo>
                  <a:lnTo>
                    <a:pt x="1089" y="62"/>
                  </a:lnTo>
                  <a:lnTo>
                    <a:pt x="1091" y="63"/>
                  </a:lnTo>
                  <a:lnTo>
                    <a:pt x="1093" y="67"/>
                  </a:lnTo>
                  <a:lnTo>
                    <a:pt x="1091" y="68"/>
                  </a:lnTo>
                  <a:lnTo>
                    <a:pt x="1091" y="71"/>
                  </a:lnTo>
                  <a:lnTo>
                    <a:pt x="1091" y="72"/>
                  </a:lnTo>
                  <a:lnTo>
                    <a:pt x="1094" y="71"/>
                  </a:lnTo>
                  <a:lnTo>
                    <a:pt x="1095" y="68"/>
                  </a:lnTo>
                  <a:lnTo>
                    <a:pt x="1095" y="68"/>
                  </a:lnTo>
                  <a:lnTo>
                    <a:pt x="1097" y="70"/>
                  </a:lnTo>
                  <a:lnTo>
                    <a:pt x="1097" y="67"/>
                  </a:lnTo>
                  <a:lnTo>
                    <a:pt x="1099" y="63"/>
                  </a:lnTo>
                  <a:lnTo>
                    <a:pt x="1101" y="62"/>
                  </a:lnTo>
                  <a:lnTo>
                    <a:pt x="1102" y="62"/>
                  </a:lnTo>
                  <a:lnTo>
                    <a:pt x="1107" y="66"/>
                  </a:lnTo>
                  <a:lnTo>
                    <a:pt x="1114" y="67"/>
                  </a:lnTo>
                  <a:lnTo>
                    <a:pt x="1116" y="71"/>
                  </a:lnTo>
                  <a:lnTo>
                    <a:pt x="1116" y="74"/>
                  </a:lnTo>
                  <a:lnTo>
                    <a:pt x="1113" y="76"/>
                  </a:lnTo>
                  <a:lnTo>
                    <a:pt x="1110" y="79"/>
                  </a:lnTo>
                  <a:lnTo>
                    <a:pt x="1114" y="76"/>
                  </a:lnTo>
                  <a:lnTo>
                    <a:pt x="1118" y="76"/>
                  </a:lnTo>
                  <a:lnTo>
                    <a:pt x="1122" y="78"/>
                  </a:lnTo>
                  <a:lnTo>
                    <a:pt x="1126" y="76"/>
                  </a:lnTo>
                  <a:lnTo>
                    <a:pt x="1128" y="74"/>
                  </a:lnTo>
                  <a:lnTo>
                    <a:pt x="1131" y="72"/>
                  </a:lnTo>
                  <a:lnTo>
                    <a:pt x="1136" y="68"/>
                  </a:lnTo>
                  <a:lnTo>
                    <a:pt x="1139" y="67"/>
                  </a:lnTo>
                  <a:lnTo>
                    <a:pt x="1141" y="63"/>
                  </a:lnTo>
                  <a:lnTo>
                    <a:pt x="1145" y="63"/>
                  </a:lnTo>
                  <a:lnTo>
                    <a:pt x="1155" y="58"/>
                  </a:lnTo>
                  <a:lnTo>
                    <a:pt x="1159" y="57"/>
                  </a:lnTo>
                  <a:lnTo>
                    <a:pt x="1161" y="58"/>
                  </a:lnTo>
                  <a:lnTo>
                    <a:pt x="1161" y="57"/>
                  </a:lnTo>
                  <a:lnTo>
                    <a:pt x="1166" y="53"/>
                  </a:lnTo>
                  <a:lnTo>
                    <a:pt x="1169" y="53"/>
                  </a:lnTo>
                  <a:lnTo>
                    <a:pt x="1176" y="53"/>
                  </a:lnTo>
                  <a:lnTo>
                    <a:pt x="1188" y="57"/>
                  </a:lnTo>
                  <a:lnTo>
                    <a:pt x="1192" y="62"/>
                  </a:lnTo>
                  <a:lnTo>
                    <a:pt x="1197" y="65"/>
                  </a:lnTo>
                  <a:lnTo>
                    <a:pt x="1201" y="68"/>
                  </a:lnTo>
                  <a:lnTo>
                    <a:pt x="1203" y="74"/>
                  </a:lnTo>
                  <a:lnTo>
                    <a:pt x="1203" y="75"/>
                  </a:lnTo>
                  <a:lnTo>
                    <a:pt x="1205" y="76"/>
                  </a:lnTo>
                  <a:lnTo>
                    <a:pt x="1205" y="80"/>
                  </a:lnTo>
                  <a:lnTo>
                    <a:pt x="1207" y="84"/>
                  </a:lnTo>
                  <a:lnTo>
                    <a:pt x="1207" y="87"/>
                  </a:lnTo>
                  <a:lnTo>
                    <a:pt x="1206" y="90"/>
                  </a:lnTo>
                  <a:lnTo>
                    <a:pt x="1209" y="90"/>
                  </a:lnTo>
                  <a:lnTo>
                    <a:pt x="1211" y="86"/>
                  </a:lnTo>
                  <a:lnTo>
                    <a:pt x="1214" y="86"/>
                  </a:lnTo>
                  <a:lnTo>
                    <a:pt x="1215" y="87"/>
                  </a:lnTo>
                  <a:lnTo>
                    <a:pt x="1215" y="86"/>
                  </a:lnTo>
                  <a:lnTo>
                    <a:pt x="1219" y="86"/>
                  </a:lnTo>
                  <a:lnTo>
                    <a:pt x="1222" y="87"/>
                  </a:lnTo>
                  <a:lnTo>
                    <a:pt x="1223" y="90"/>
                  </a:lnTo>
                  <a:lnTo>
                    <a:pt x="1223" y="87"/>
                  </a:lnTo>
                  <a:lnTo>
                    <a:pt x="1222" y="83"/>
                  </a:lnTo>
                  <a:lnTo>
                    <a:pt x="1224" y="83"/>
                  </a:lnTo>
                  <a:lnTo>
                    <a:pt x="1226" y="87"/>
                  </a:lnTo>
                  <a:lnTo>
                    <a:pt x="1230" y="90"/>
                  </a:lnTo>
                  <a:lnTo>
                    <a:pt x="1231" y="95"/>
                  </a:lnTo>
                  <a:lnTo>
                    <a:pt x="1232" y="95"/>
                  </a:lnTo>
                  <a:lnTo>
                    <a:pt x="1236" y="99"/>
                  </a:lnTo>
                  <a:lnTo>
                    <a:pt x="1236" y="97"/>
                  </a:lnTo>
                  <a:lnTo>
                    <a:pt x="1235" y="93"/>
                  </a:lnTo>
                  <a:lnTo>
                    <a:pt x="1232" y="92"/>
                  </a:lnTo>
                  <a:lnTo>
                    <a:pt x="1232" y="91"/>
                  </a:lnTo>
                  <a:lnTo>
                    <a:pt x="1235" y="92"/>
                  </a:lnTo>
                  <a:lnTo>
                    <a:pt x="1236" y="92"/>
                  </a:lnTo>
                  <a:lnTo>
                    <a:pt x="1239" y="93"/>
                  </a:lnTo>
                  <a:lnTo>
                    <a:pt x="1243" y="99"/>
                  </a:lnTo>
                  <a:lnTo>
                    <a:pt x="1242" y="95"/>
                  </a:lnTo>
                  <a:lnTo>
                    <a:pt x="1238" y="88"/>
                  </a:lnTo>
                  <a:lnTo>
                    <a:pt x="1238" y="83"/>
                  </a:lnTo>
                  <a:lnTo>
                    <a:pt x="1238" y="79"/>
                  </a:lnTo>
                  <a:lnTo>
                    <a:pt x="1240" y="75"/>
                  </a:lnTo>
                  <a:lnTo>
                    <a:pt x="1245" y="75"/>
                  </a:lnTo>
                  <a:lnTo>
                    <a:pt x="1247" y="74"/>
                  </a:lnTo>
                  <a:lnTo>
                    <a:pt x="1252" y="71"/>
                  </a:lnTo>
                  <a:lnTo>
                    <a:pt x="1251" y="70"/>
                  </a:lnTo>
                  <a:lnTo>
                    <a:pt x="1252" y="68"/>
                  </a:lnTo>
                  <a:lnTo>
                    <a:pt x="1253" y="68"/>
                  </a:lnTo>
                  <a:lnTo>
                    <a:pt x="1256" y="71"/>
                  </a:lnTo>
                  <a:lnTo>
                    <a:pt x="1259" y="72"/>
                  </a:lnTo>
                  <a:lnTo>
                    <a:pt x="1261" y="71"/>
                  </a:lnTo>
                  <a:lnTo>
                    <a:pt x="1265" y="68"/>
                  </a:lnTo>
                  <a:lnTo>
                    <a:pt x="1267" y="70"/>
                  </a:lnTo>
                  <a:lnTo>
                    <a:pt x="1271" y="67"/>
                  </a:lnTo>
                  <a:lnTo>
                    <a:pt x="1276" y="68"/>
                  </a:lnTo>
                  <a:lnTo>
                    <a:pt x="1278" y="67"/>
                  </a:lnTo>
                  <a:lnTo>
                    <a:pt x="1278" y="66"/>
                  </a:lnTo>
                  <a:lnTo>
                    <a:pt x="1280" y="68"/>
                  </a:lnTo>
                  <a:lnTo>
                    <a:pt x="1281" y="70"/>
                  </a:lnTo>
                  <a:lnTo>
                    <a:pt x="1282" y="67"/>
                  </a:lnTo>
                  <a:lnTo>
                    <a:pt x="1285" y="63"/>
                  </a:lnTo>
                  <a:lnTo>
                    <a:pt x="1284" y="62"/>
                  </a:lnTo>
                  <a:lnTo>
                    <a:pt x="1284" y="58"/>
                  </a:lnTo>
                  <a:lnTo>
                    <a:pt x="1284" y="55"/>
                  </a:lnTo>
                  <a:lnTo>
                    <a:pt x="1285" y="54"/>
                  </a:lnTo>
                  <a:lnTo>
                    <a:pt x="1289" y="55"/>
                  </a:lnTo>
                  <a:lnTo>
                    <a:pt x="1290" y="58"/>
                  </a:lnTo>
                  <a:lnTo>
                    <a:pt x="1292" y="59"/>
                  </a:lnTo>
                  <a:lnTo>
                    <a:pt x="1294" y="59"/>
                  </a:lnTo>
                  <a:lnTo>
                    <a:pt x="1297" y="62"/>
                  </a:lnTo>
                  <a:lnTo>
                    <a:pt x="1297" y="65"/>
                  </a:lnTo>
                  <a:lnTo>
                    <a:pt x="1299" y="68"/>
                  </a:lnTo>
                  <a:lnTo>
                    <a:pt x="1301" y="70"/>
                  </a:lnTo>
                  <a:lnTo>
                    <a:pt x="1305" y="68"/>
                  </a:lnTo>
                  <a:lnTo>
                    <a:pt x="1310" y="70"/>
                  </a:lnTo>
                  <a:lnTo>
                    <a:pt x="1311" y="70"/>
                  </a:lnTo>
                  <a:lnTo>
                    <a:pt x="1313" y="70"/>
                  </a:lnTo>
                  <a:lnTo>
                    <a:pt x="1317" y="75"/>
                  </a:lnTo>
                  <a:lnTo>
                    <a:pt x="1317" y="78"/>
                  </a:lnTo>
                  <a:lnTo>
                    <a:pt x="1318" y="79"/>
                  </a:lnTo>
                  <a:lnTo>
                    <a:pt x="1322" y="79"/>
                  </a:lnTo>
                  <a:lnTo>
                    <a:pt x="1325" y="78"/>
                  </a:lnTo>
                  <a:lnTo>
                    <a:pt x="1327" y="78"/>
                  </a:lnTo>
                  <a:lnTo>
                    <a:pt x="1327" y="76"/>
                  </a:lnTo>
                  <a:lnTo>
                    <a:pt x="1330" y="74"/>
                  </a:lnTo>
                  <a:lnTo>
                    <a:pt x="1331" y="75"/>
                  </a:lnTo>
                  <a:lnTo>
                    <a:pt x="1332" y="74"/>
                  </a:lnTo>
                  <a:lnTo>
                    <a:pt x="1331" y="71"/>
                  </a:lnTo>
                  <a:lnTo>
                    <a:pt x="1332" y="71"/>
                  </a:lnTo>
                  <a:lnTo>
                    <a:pt x="1331" y="68"/>
                  </a:lnTo>
                  <a:lnTo>
                    <a:pt x="1331" y="67"/>
                  </a:lnTo>
                  <a:lnTo>
                    <a:pt x="1328" y="65"/>
                  </a:lnTo>
                  <a:lnTo>
                    <a:pt x="1326" y="63"/>
                  </a:lnTo>
                  <a:lnTo>
                    <a:pt x="1325" y="59"/>
                  </a:lnTo>
                  <a:lnTo>
                    <a:pt x="1321" y="55"/>
                  </a:lnTo>
                  <a:lnTo>
                    <a:pt x="1319" y="55"/>
                  </a:lnTo>
                  <a:lnTo>
                    <a:pt x="1318" y="53"/>
                  </a:lnTo>
                  <a:lnTo>
                    <a:pt x="1314" y="51"/>
                  </a:lnTo>
                  <a:lnTo>
                    <a:pt x="1311" y="53"/>
                  </a:lnTo>
                  <a:lnTo>
                    <a:pt x="1310" y="53"/>
                  </a:lnTo>
                  <a:lnTo>
                    <a:pt x="1310" y="50"/>
                  </a:lnTo>
                  <a:lnTo>
                    <a:pt x="1311" y="49"/>
                  </a:lnTo>
                  <a:lnTo>
                    <a:pt x="1309" y="45"/>
                  </a:lnTo>
                  <a:lnTo>
                    <a:pt x="1309" y="42"/>
                  </a:lnTo>
                  <a:lnTo>
                    <a:pt x="1307" y="41"/>
                  </a:lnTo>
                  <a:lnTo>
                    <a:pt x="1306" y="38"/>
                  </a:lnTo>
                  <a:lnTo>
                    <a:pt x="1302" y="36"/>
                  </a:lnTo>
                  <a:lnTo>
                    <a:pt x="1302" y="34"/>
                  </a:lnTo>
                  <a:lnTo>
                    <a:pt x="1307" y="34"/>
                  </a:lnTo>
                  <a:lnTo>
                    <a:pt x="1310" y="34"/>
                  </a:lnTo>
                  <a:lnTo>
                    <a:pt x="1317" y="34"/>
                  </a:lnTo>
                  <a:lnTo>
                    <a:pt x="1322" y="34"/>
                  </a:lnTo>
                  <a:lnTo>
                    <a:pt x="1322" y="33"/>
                  </a:lnTo>
                  <a:lnTo>
                    <a:pt x="1325" y="32"/>
                  </a:lnTo>
                  <a:lnTo>
                    <a:pt x="1327" y="33"/>
                  </a:lnTo>
                  <a:lnTo>
                    <a:pt x="1330" y="33"/>
                  </a:lnTo>
                  <a:lnTo>
                    <a:pt x="1331" y="33"/>
                  </a:lnTo>
                  <a:lnTo>
                    <a:pt x="1331" y="30"/>
                  </a:lnTo>
                  <a:lnTo>
                    <a:pt x="1334" y="30"/>
                  </a:lnTo>
                  <a:lnTo>
                    <a:pt x="1335" y="32"/>
                  </a:lnTo>
                  <a:lnTo>
                    <a:pt x="1336" y="32"/>
                  </a:lnTo>
                  <a:lnTo>
                    <a:pt x="1338" y="29"/>
                  </a:lnTo>
                  <a:lnTo>
                    <a:pt x="1339" y="30"/>
                  </a:lnTo>
                  <a:lnTo>
                    <a:pt x="1340" y="28"/>
                  </a:lnTo>
                  <a:lnTo>
                    <a:pt x="1350" y="25"/>
                  </a:lnTo>
                  <a:lnTo>
                    <a:pt x="1351" y="28"/>
                  </a:lnTo>
                  <a:lnTo>
                    <a:pt x="1351" y="25"/>
                  </a:lnTo>
                  <a:lnTo>
                    <a:pt x="1352" y="24"/>
                  </a:lnTo>
                  <a:lnTo>
                    <a:pt x="1353" y="24"/>
                  </a:lnTo>
                  <a:lnTo>
                    <a:pt x="1356" y="24"/>
                  </a:lnTo>
                  <a:lnTo>
                    <a:pt x="1359" y="24"/>
                  </a:lnTo>
                  <a:lnTo>
                    <a:pt x="1360" y="25"/>
                  </a:lnTo>
                  <a:lnTo>
                    <a:pt x="1365" y="25"/>
                  </a:lnTo>
                  <a:lnTo>
                    <a:pt x="1367" y="24"/>
                  </a:lnTo>
                  <a:lnTo>
                    <a:pt x="1368" y="25"/>
                  </a:lnTo>
                  <a:lnTo>
                    <a:pt x="1369" y="26"/>
                  </a:lnTo>
                  <a:lnTo>
                    <a:pt x="1372" y="25"/>
                  </a:lnTo>
                  <a:lnTo>
                    <a:pt x="1375" y="24"/>
                  </a:lnTo>
                  <a:lnTo>
                    <a:pt x="1382" y="26"/>
                  </a:lnTo>
                  <a:lnTo>
                    <a:pt x="1385" y="28"/>
                  </a:lnTo>
                  <a:lnTo>
                    <a:pt x="1386" y="28"/>
                  </a:lnTo>
                  <a:lnTo>
                    <a:pt x="1386" y="26"/>
                  </a:lnTo>
                  <a:lnTo>
                    <a:pt x="1389" y="26"/>
                  </a:lnTo>
                  <a:lnTo>
                    <a:pt x="1390" y="28"/>
                  </a:lnTo>
                  <a:lnTo>
                    <a:pt x="1389" y="29"/>
                  </a:lnTo>
                  <a:lnTo>
                    <a:pt x="1390" y="29"/>
                  </a:lnTo>
                  <a:lnTo>
                    <a:pt x="1394" y="29"/>
                  </a:lnTo>
                  <a:lnTo>
                    <a:pt x="1402" y="29"/>
                  </a:lnTo>
                  <a:lnTo>
                    <a:pt x="1409" y="34"/>
                  </a:lnTo>
                  <a:lnTo>
                    <a:pt x="1409" y="36"/>
                  </a:lnTo>
                  <a:lnTo>
                    <a:pt x="1406" y="34"/>
                  </a:lnTo>
                  <a:lnTo>
                    <a:pt x="1402" y="33"/>
                  </a:lnTo>
                  <a:lnTo>
                    <a:pt x="1402" y="33"/>
                  </a:lnTo>
                  <a:lnTo>
                    <a:pt x="1409" y="36"/>
                  </a:lnTo>
                  <a:lnTo>
                    <a:pt x="1413" y="36"/>
                  </a:lnTo>
                  <a:lnTo>
                    <a:pt x="1413" y="34"/>
                  </a:lnTo>
                  <a:lnTo>
                    <a:pt x="1417" y="34"/>
                  </a:lnTo>
                  <a:lnTo>
                    <a:pt x="1419" y="34"/>
                  </a:lnTo>
                  <a:lnTo>
                    <a:pt x="1419" y="32"/>
                  </a:lnTo>
                  <a:lnTo>
                    <a:pt x="1421" y="32"/>
                  </a:lnTo>
                  <a:lnTo>
                    <a:pt x="1423" y="33"/>
                  </a:lnTo>
                  <a:lnTo>
                    <a:pt x="1425" y="34"/>
                  </a:lnTo>
                  <a:lnTo>
                    <a:pt x="1426" y="34"/>
                  </a:lnTo>
                  <a:lnTo>
                    <a:pt x="1426" y="33"/>
                  </a:lnTo>
                  <a:lnTo>
                    <a:pt x="1427" y="33"/>
                  </a:lnTo>
                  <a:lnTo>
                    <a:pt x="1430" y="34"/>
                  </a:lnTo>
                  <a:lnTo>
                    <a:pt x="1430" y="36"/>
                  </a:lnTo>
                  <a:lnTo>
                    <a:pt x="1434" y="37"/>
                  </a:lnTo>
                  <a:lnTo>
                    <a:pt x="1436" y="36"/>
                  </a:lnTo>
                  <a:lnTo>
                    <a:pt x="1447" y="37"/>
                  </a:lnTo>
                  <a:lnTo>
                    <a:pt x="1446" y="36"/>
                  </a:lnTo>
                  <a:lnTo>
                    <a:pt x="1450" y="36"/>
                  </a:lnTo>
                  <a:lnTo>
                    <a:pt x="1451" y="37"/>
                  </a:lnTo>
                  <a:lnTo>
                    <a:pt x="1452" y="38"/>
                  </a:lnTo>
                  <a:lnTo>
                    <a:pt x="1452" y="36"/>
                  </a:lnTo>
                  <a:lnTo>
                    <a:pt x="1452" y="36"/>
                  </a:lnTo>
                  <a:lnTo>
                    <a:pt x="1456" y="37"/>
                  </a:lnTo>
                  <a:lnTo>
                    <a:pt x="1456" y="37"/>
                  </a:lnTo>
                  <a:lnTo>
                    <a:pt x="1457" y="39"/>
                  </a:lnTo>
                  <a:lnTo>
                    <a:pt x="1461" y="38"/>
                  </a:lnTo>
                  <a:lnTo>
                    <a:pt x="1461" y="38"/>
                  </a:lnTo>
                  <a:lnTo>
                    <a:pt x="1460" y="37"/>
                  </a:lnTo>
                  <a:lnTo>
                    <a:pt x="1464" y="37"/>
                  </a:lnTo>
                  <a:lnTo>
                    <a:pt x="1465" y="38"/>
                  </a:lnTo>
                  <a:lnTo>
                    <a:pt x="1464" y="39"/>
                  </a:lnTo>
                  <a:lnTo>
                    <a:pt x="1467" y="42"/>
                  </a:lnTo>
                  <a:lnTo>
                    <a:pt x="1471" y="43"/>
                  </a:lnTo>
                  <a:lnTo>
                    <a:pt x="1473" y="42"/>
                  </a:lnTo>
                  <a:lnTo>
                    <a:pt x="1469" y="41"/>
                  </a:lnTo>
                  <a:lnTo>
                    <a:pt x="1467" y="39"/>
                  </a:lnTo>
                  <a:lnTo>
                    <a:pt x="1467" y="38"/>
                  </a:lnTo>
                  <a:lnTo>
                    <a:pt x="1469" y="37"/>
                  </a:lnTo>
                  <a:lnTo>
                    <a:pt x="1472" y="37"/>
                  </a:lnTo>
                  <a:lnTo>
                    <a:pt x="1477" y="39"/>
                  </a:lnTo>
                  <a:lnTo>
                    <a:pt x="1477" y="42"/>
                  </a:lnTo>
                  <a:lnTo>
                    <a:pt x="1479" y="43"/>
                  </a:lnTo>
                  <a:lnTo>
                    <a:pt x="1480" y="41"/>
                  </a:lnTo>
                  <a:lnTo>
                    <a:pt x="1479" y="41"/>
                  </a:lnTo>
                  <a:lnTo>
                    <a:pt x="1481" y="41"/>
                  </a:lnTo>
                  <a:lnTo>
                    <a:pt x="1483" y="42"/>
                  </a:lnTo>
                  <a:lnTo>
                    <a:pt x="1481" y="43"/>
                  </a:lnTo>
                  <a:lnTo>
                    <a:pt x="1484" y="46"/>
                  </a:lnTo>
                  <a:lnTo>
                    <a:pt x="1488" y="53"/>
                  </a:lnTo>
                  <a:lnTo>
                    <a:pt x="1492" y="54"/>
                  </a:lnTo>
                  <a:lnTo>
                    <a:pt x="1493" y="57"/>
                  </a:lnTo>
                  <a:lnTo>
                    <a:pt x="1494" y="59"/>
                  </a:lnTo>
                  <a:lnTo>
                    <a:pt x="1496" y="61"/>
                  </a:lnTo>
                  <a:lnTo>
                    <a:pt x="1496" y="62"/>
                  </a:lnTo>
                  <a:lnTo>
                    <a:pt x="1496" y="65"/>
                  </a:lnTo>
                  <a:lnTo>
                    <a:pt x="1498" y="66"/>
                  </a:lnTo>
                  <a:lnTo>
                    <a:pt x="1500" y="63"/>
                  </a:lnTo>
                  <a:lnTo>
                    <a:pt x="1504" y="65"/>
                  </a:lnTo>
                  <a:lnTo>
                    <a:pt x="1505" y="67"/>
                  </a:lnTo>
                  <a:lnTo>
                    <a:pt x="1508" y="68"/>
                  </a:lnTo>
                  <a:lnTo>
                    <a:pt x="1508" y="67"/>
                  </a:lnTo>
                  <a:lnTo>
                    <a:pt x="1506" y="66"/>
                  </a:lnTo>
                  <a:lnTo>
                    <a:pt x="1506" y="65"/>
                  </a:lnTo>
                  <a:lnTo>
                    <a:pt x="1508" y="62"/>
                  </a:lnTo>
                  <a:lnTo>
                    <a:pt x="1509" y="63"/>
                  </a:lnTo>
                  <a:lnTo>
                    <a:pt x="1510" y="66"/>
                  </a:lnTo>
                  <a:lnTo>
                    <a:pt x="1513" y="68"/>
                  </a:lnTo>
                  <a:lnTo>
                    <a:pt x="1511" y="67"/>
                  </a:lnTo>
                  <a:lnTo>
                    <a:pt x="1510" y="63"/>
                  </a:lnTo>
                  <a:lnTo>
                    <a:pt x="1510" y="61"/>
                  </a:lnTo>
                  <a:lnTo>
                    <a:pt x="1509" y="59"/>
                  </a:lnTo>
                  <a:lnTo>
                    <a:pt x="1506" y="61"/>
                  </a:lnTo>
                  <a:lnTo>
                    <a:pt x="1502" y="61"/>
                  </a:lnTo>
                  <a:lnTo>
                    <a:pt x="1502" y="59"/>
                  </a:lnTo>
                  <a:lnTo>
                    <a:pt x="1504" y="58"/>
                  </a:lnTo>
                  <a:lnTo>
                    <a:pt x="1504" y="55"/>
                  </a:lnTo>
                  <a:lnTo>
                    <a:pt x="1498" y="51"/>
                  </a:lnTo>
                  <a:lnTo>
                    <a:pt x="1497" y="50"/>
                  </a:lnTo>
                  <a:lnTo>
                    <a:pt x="1496" y="47"/>
                  </a:lnTo>
                  <a:lnTo>
                    <a:pt x="1494" y="47"/>
                  </a:lnTo>
                  <a:lnTo>
                    <a:pt x="1490" y="50"/>
                  </a:lnTo>
                  <a:lnTo>
                    <a:pt x="1490" y="49"/>
                  </a:lnTo>
                  <a:lnTo>
                    <a:pt x="1493" y="46"/>
                  </a:lnTo>
                  <a:lnTo>
                    <a:pt x="1494" y="43"/>
                  </a:lnTo>
                  <a:lnTo>
                    <a:pt x="1497" y="38"/>
                  </a:lnTo>
                  <a:lnTo>
                    <a:pt x="1500" y="38"/>
                  </a:lnTo>
                  <a:lnTo>
                    <a:pt x="1498" y="39"/>
                  </a:lnTo>
                  <a:lnTo>
                    <a:pt x="1501" y="43"/>
                  </a:lnTo>
                  <a:lnTo>
                    <a:pt x="1504" y="45"/>
                  </a:lnTo>
                  <a:lnTo>
                    <a:pt x="1504" y="43"/>
                  </a:lnTo>
                  <a:lnTo>
                    <a:pt x="1501" y="42"/>
                  </a:lnTo>
                  <a:lnTo>
                    <a:pt x="1501" y="39"/>
                  </a:lnTo>
                  <a:lnTo>
                    <a:pt x="1502" y="39"/>
                  </a:lnTo>
                  <a:lnTo>
                    <a:pt x="1505" y="38"/>
                  </a:lnTo>
                  <a:lnTo>
                    <a:pt x="1505" y="36"/>
                  </a:lnTo>
                  <a:lnTo>
                    <a:pt x="1502" y="36"/>
                  </a:lnTo>
                  <a:lnTo>
                    <a:pt x="1504" y="36"/>
                  </a:lnTo>
                  <a:lnTo>
                    <a:pt x="1505" y="34"/>
                  </a:lnTo>
                  <a:lnTo>
                    <a:pt x="1508" y="34"/>
                  </a:lnTo>
                  <a:lnTo>
                    <a:pt x="1509" y="30"/>
                  </a:lnTo>
                  <a:lnTo>
                    <a:pt x="1511" y="30"/>
                  </a:lnTo>
                  <a:lnTo>
                    <a:pt x="1513" y="33"/>
                  </a:lnTo>
                  <a:lnTo>
                    <a:pt x="1514" y="32"/>
                  </a:lnTo>
                  <a:lnTo>
                    <a:pt x="1515" y="33"/>
                  </a:lnTo>
                  <a:lnTo>
                    <a:pt x="1515" y="33"/>
                  </a:lnTo>
                  <a:lnTo>
                    <a:pt x="1518" y="36"/>
                  </a:lnTo>
                  <a:lnTo>
                    <a:pt x="1522" y="36"/>
                  </a:lnTo>
                  <a:lnTo>
                    <a:pt x="1523" y="36"/>
                  </a:lnTo>
                  <a:lnTo>
                    <a:pt x="1530" y="37"/>
                  </a:lnTo>
                  <a:lnTo>
                    <a:pt x="1530" y="39"/>
                  </a:lnTo>
                  <a:lnTo>
                    <a:pt x="1530" y="41"/>
                  </a:lnTo>
                  <a:lnTo>
                    <a:pt x="1531" y="39"/>
                  </a:lnTo>
                  <a:lnTo>
                    <a:pt x="1533" y="38"/>
                  </a:lnTo>
                  <a:lnTo>
                    <a:pt x="1534" y="38"/>
                  </a:lnTo>
                  <a:lnTo>
                    <a:pt x="1534" y="41"/>
                  </a:lnTo>
                  <a:lnTo>
                    <a:pt x="1536" y="39"/>
                  </a:lnTo>
                  <a:lnTo>
                    <a:pt x="1538" y="37"/>
                  </a:lnTo>
                  <a:lnTo>
                    <a:pt x="1540" y="38"/>
                  </a:lnTo>
                  <a:lnTo>
                    <a:pt x="1540" y="39"/>
                  </a:lnTo>
                  <a:lnTo>
                    <a:pt x="1539" y="41"/>
                  </a:lnTo>
                  <a:lnTo>
                    <a:pt x="1539" y="42"/>
                  </a:lnTo>
                  <a:lnTo>
                    <a:pt x="1540" y="49"/>
                  </a:lnTo>
                  <a:lnTo>
                    <a:pt x="1540" y="53"/>
                  </a:lnTo>
                  <a:lnTo>
                    <a:pt x="1540" y="54"/>
                  </a:lnTo>
                  <a:lnTo>
                    <a:pt x="1543" y="53"/>
                  </a:lnTo>
                  <a:lnTo>
                    <a:pt x="1544" y="55"/>
                  </a:lnTo>
                  <a:lnTo>
                    <a:pt x="1547" y="57"/>
                  </a:lnTo>
                  <a:lnTo>
                    <a:pt x="1547" y="59"/>
                  </a:lnTo>
                  <a:lnTo>
                    <a:pt x="1546" y="61"/>
                  </a:lnTo>
                  <a:lnTo>
                    <a:pt x="1543" y="61"/>
                  </a:lnTo>
                  <a:lnTo>
                    <a:pt x="1538" y="61"/>
                  </a:lnTo>
                  <a:lnTo>
                    <a:pt x="1544" y="62"/>
                  </a:lnTo>
                  <a:lnTo>
                    <a:pt x="1546" y="65"/>
                  </a:lnTo>
                  <a:lnTo>
                    <a:pt x="1544" y="67"/>
                  </a:lnTo>
                  <a:lnTo>
                    <a:pt x="1542" y="67"/>
                  </a:lnTo>
                  <a:lnTo>
                    <a:pt x="1539" y="71"/>
                  </a:lnTo>
                  <a:lnTo>
                    <a:pt x="1539" y="70"/>
                  </a:lnTo>
                  <a:lnTo>
                    <a:pt x="1536" y="72"/>
                  </a:lnTo>
                  <a:lnTo>
                    <a:pt x="1533" y="72"/>
                  </a:lnTo>
                  <a:lnTo>
                    <a:pt x="1530" y="74"/>
                  </a:lnTo>
                  <a:lnTo>
                    <a:pt x="1534" y="74"/>
                  </a:lnTo>
                  <a:lnTo>
                    <a:pt x="1535" y="75"/>
                  </a:lnTo>
                  <a:lnTo>
                    <a:pt x="1536" y="76"/>
                  </a:lnTo>
                  <a:lnTo>
                    <a:pt x="1539" y="75"/>
                  </a:lnTo>
                  <a:lnTo>
                    <a:pt x="1539" y="75"/>
                  </a:lnTo>
                  <a:lnTo>
                    <a:pt x="1540" y="76"/>
                  </a:lnTo>
                  <a:lnTo>
                    <a:pt x="1542" y="80"/>
                  </a:lnTo>
                  <a:lnTo>
                    <a:pt x="1540" y="82"/>
                  </a:lnTo>
                  <a:lnTo>
                    <a:pt x="1539" y="84"/>
                  </a:lnTo>
                  <a:lnTo>
                    <a:pt x="1543" y="82"/>
                  </a:lnTo>
                  <a:lnTo>
                    <a:pt x="1546" y="82"/>
                  </a:lnTo>
                  <a:lnTo>
                    <a:pt x="1548" y="84"/>
                  </a:lnTo>
                  <a:lnTo>
                    <a:pt x="1548" y="86"/>
                  </a:lnTo>
                  <a:lnTo>
                    <a:pt x="1550" y="90"/>
                  </a:lnTo>
                  <a:lnTo>
                    <a:pt x="1547" y="91"/>
                  </a:lnTo>
                  <a:lnTo>
                    <a:pt x="1548" y="92"/>
                  </a:lnTo>
                  <a:lnTo>
                    <a:pt x="1550" y="95"/>
                  </a:lnTo>
                  <a:lnTo>
                    <a:pt x="1547" y="96"/>
                  </a:lnTo>
                  <a:lnTo>
                    <a:pt x="1547" y="97"/>
                  </a:lnTo>
                  <a:lnTo>
                    <a:pt x="1547" y="100"/>
                  </a:lnTo>
                  <a:lnTo>
                    <a:pt x="1547" y="97"/>
                  </a:lnTo>
                  <a:lnTo>
                    <a:pt x="1550" y="97"/>
                  </a:lnTo>
                  <a:lnTo>
                    <a:pt x="1551" y="99"/>
                  </a:lnTo>
                  <a:lnTo>
                    <a:pt x="1551" y="101"/>
                  </a:lnTo>
                  <a:lnTo>
                    <a:pt x="1554" y="101"/>
                  </a:lnTo>
                  <a:lnTo>
                    <a:pt x="1554" y="103"/>
                  </a:lnTo>
                  <a:lnTo>
                    <a:pt x="1555" y="101"/>
                  </a:lnTo>
                  <a:lnTo>
                    <a:pt x="1556" y="100"/>
                  </a:lnTo>
                  <a:lnTo>
                    <a:pt x="1558" y="100"/>
                  </a:lnTo>
                  <a:lnTo>
                    <a:pt x="1560" y="101"/>
                  </a:lnTo>
                  <a:lnTo>
                    <a:pt x="1560" y="104"/>
                  </a:lnTo>
                  <a:lnTo>
                    <a:pt x="1558" y="104"/>
                  </a:lnTo>
                  <a:lnTo>
                    <a:pt x="1556" y="103"/>
                  </a:lnTo>
                  <a:lnTo>
                    <a:pt x="1555" y="105"/>
                  </a:lnTo>
                  <a:lnTo>
                    <a:pt x="1558" y="107"/>
                  </a:lnTo>
                  <a:lnTo>
                    <a:pt x="1559" y="107"/>
                  </a:lnTo>
                  <a:lnTo>
                    <a:pt x="1560" y="109"/>
                  </a:lnTo>
                  <a:lnTo>
                    <a:pt x="1560" y="112"/>
                  </a:lnTo>
                  <a:lnTo>
                    <a:pt x="1558" y="113"/>
                  </a:lnTo>
                  <a:lnTo>
                    <a:pt x="1555" y="109"/>
                  </a:lnTo>
                  <a:lnTo>
                    <a:pt x="1554" y="108"/>
                  </a:lnTo>
                  <a:lnTo>
                    <a:pt x="1555" y="113"/>
                  </a:lnTo>
                  <a:lnTo>
                    <a:pt x="1554" y="115"/>
                  </a:lnTo>
                  <a:lnTo>
                    <a:pt x="1552" y="115"/>
                  </a:lnTo>
                  <a:lnTo>
                    <a:pt x="1552" y="113"/>
                  </a:lnTo>
                  <a:lnTo>
                    <a:pt x="1550" y="113"/>
                  </a:lnTo>
                  <a:lnTo>
                    <a:pt x="1548" y="113"/>
                  </a:lnTo>
                  <a:lnTo>
                    <a:pt x="1543" y="112"/>
                  </a:lnTo>
                  <a:lnTo>
                    <a:pt x="1540" y="113"/>
                  </a:lnTo>
                  <a:lnTo>
                    <a:pt x="1538" y="113"/>
                  </a:lnTo>
                  <a:lnTo>
                    <a:pt x="1539" y="112"/>
                  </a:lnTo>
                  <a:lnTo>
                    <a:pt x="1538" y="111"/>
                  </a:lnTo>
                  <a:lnTo>
                    <a:pt x="1536" y="109"/>
                  </a:lnTo>
                  <a:lnTo>
                    <a:pt x="1536" y="113"/>
                  </a:lnTo>
                  <a:lnTo>
                    <a:pt x="1535" y="113"/>
                  </a:lnTo>
                  <a:lnTo>
                    <a:pt x="1535" y="113"/>
                  </a:lnTo>
                  <a:lnTo>
                    <a:pt x="1536" y="116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3" y="116"/>
                  </a:lnTo>
                  <a:lnTo>
                    <a:pt x="1527" y="117"/>
                  </a:lnTo>
                  <a:lnTo>
                    <a:pt x="1526" y="116"/>
                  </a:lnTo>
                  <a:lnTo>
                    <a:pt x="1526" y="115"/>
                  </a:lnTo>
                  <a:lnTo>
                    <a:pt x="1526" y="112"/>
                  </a:lnTo>
                  <a:lnTo>
                    <a:pt x="1525" y="112"/>
                  </a:lnTo>
                  <a:lnTo>
                    <a:pt x="1519" y="108"/>
                  </a:lnTo>
                  <a:lnTo>
                    <a:pt x="1518" y="107"/>
                  </a:lnTo>
                  <a:lnTo>
                    <a:pt x="1519" y="105"/>
                  </a:lnTo>
                  <a:lnTo>
                    <a:pt x="1515" y="104"/>
                  </a:lnTo>
                  <a:lnTo>
                    <a:pt x="1514" y="107"/>
                  </a:lnTo>
                  <a:lnTo>
                    <a:pt x="1510" y="108"/>
                  </a:lnTo>
                  <a:lnTo>
                    <a:pt x="1509" y="109"/>
                  </a:lnTo>
                  <a:lnTo>
                    <a:pt x="1508" y="111"/>
                  </a:lnTo>
                  <a:lnTo>
                    <a:pt x="1506" y="107"/>
                  </a:lnTo>
                  <a:lnTo>
                    <a:pt x="1505" y="105"/>
                  </a:lnTo>
                  <a:lnTo>
                    <a:pt x="1506" y="107"/>
                  </a:lnTo>
                  <a:lnTo>
                    <a:pt x="1506" y="112"/>
                  </a:lnTo>
                  <a:lnTo>
                    <a:pt x="1506" y="115"/>
                  </a:lnTo>
                  <a:lnTo>
                    <a:pt x="1506" y="117"/>
                  </a:lnTo>
                  <a:lnTo>
                    <a:pt x="1501" y="124"/>
                  </a:lnTo>
                  <a:lnTo>
                    <a:pt x="1500" y="124"/>
                  </a:lnTo>
                  <a:lnTo>
                    <a:pt x="1500" y="118"/>
                  </a:lnTo>
                  <a:lnTo>
                    <a:pt x="1497" y="118"/>
                  </a:lnTo>
                  <a:lnTo>
                    <a:pt x="1494" y="120"/>
                  </a:lnTo>
                  <a:lnTo>
                    <a:pt x="1489" y="115"/>
                  </a:lnTo>
                  <a:lnTo>
                    <a:pt x="1489" y="113"/>
                  </a:lnTo>
                  <a:lnTo>
                    <a:pt x="1488" y="108"/>
                  </a:lnTo>
                  <a:lnTo>
                    <a:pt x="1486" y="107"/>
                  </a:lnTo>
                  <a:lnTo>
                    <a:pt x="1485" y="105"/>
                  </a:lnTo>
                  <a:lnTo>
                    <a:pt x="1484" y="104"/>
                  </a:lnTo>
                  <a:lnTo>
                    <a:pt x="1483" y="104"/>
                  </a:lnTo>
                  <a:lnTo>
                    <a:pt x="1484" y="107"/>
                  </a:lnTo>
                  <a:lnTo>
                    <a:pt x="1484" y="108"/>
                  </a:lnTo>
                  <a:lnTo>
                    <a:pt x="1485" y="111"/>
                  </a:lnTo>
                  <a:lnTo>
                    <a:pt x="1484" y="112"/>
                  </a:lnTo>
                  <a:lnTo>
                    <a:pt x="1480" y="109"/>
                  </a:lnTo>
                  <a:lnTo>
                    <a:pt x="1477" y="107"/>
                  </a:lnTo>
                  <a:lnTo>
                    <a:pt x="1477" y="107"/>
                  </a:lnTo>
                  <a:lnTo>
                    <a:pt x="1479" y="109"/>
                  </a:lnTo>
                  <a:lnTo>
                    <a:pt x="1477" y="111"/>
                  </a:lnTo>
                  <a:lnTo>
                    <a:pt x="1479" y="112"/>
                  </a:lnTo>
                  <a:lnTo>
                    <a:pt x="1481" y="112"/>
                  </a:lnTo>
                  <a:lnTo>
                    <a:pt x="1483" y="113"/>
                  </a:lnTo>
                  <a:lnTo>
                    <a:pt x="1481" y="116"/>
                  </a:lnTo>
                  <a:lnTo>
                    <a:pt x="1479" y="117"/>
                  </a:lnTo>
                  <a:lnTo>
                    <a:pt x="1477" y="118"/>
                  </a:lnTo>
                  <a:lnTo>
                    <a:pt x="1480" y="118"/>
                  </a:lnTo>
                  <a:lnTo>
                    <a:pt x="1486" y="126"/>
                  </a:lnTo>
                  <a:lnTo>
                    <a:pt x="1490" y="128"/>
                  </a:lnTo>
                  <a:lnTo>
                    <a:pt x="1493" y="126"/>
                  </a:lnTo>
                  <a:lnTo>
                    <a:pt x="1496" y="128"/>
                  </a:lnTo>
                  <a:lnTo>
                    <a:pt x="1497" y="132"/>
                  </a:lnTo>
                  <a:lnTo>
                    <a:pt x="1497" y="132"/>
                  </a:lnTo>
                  <a:lnTo>
                    <a:pt x="1494" y="129"/>
                  </a:lnTo>
                  <a:lnTo>
                    <a:pt x="1493" y="129"/>
                  </a:lnTo>
                  <a:lnTo>
                    <a:pt x="1494" y="133"/>
                  </a:lnTo>
                  <a:lnTo>
                    <a:pt x="1498" y="134"/>
                  </a:lnTo>
                  <a:lnTo>
                    <a:pt x="1500" y="138"/>
                  </a:lnTo>
                  <a:lnTo>
                    <a:pt x="1501" y="141"/>
                  </a:lnTo>
                  <a:lnTo>
                    <a:pt x="1501" y="146"/>
                  </a:lnTo>
                  <a:lnTo>
                    <a:pt x="1500" y="153"/>
                  </a:lnTo>
                  <a:lnTo>
                    <a:pt x="1501" y="158"/>
                  </a:lnTo>
                  <a:lnTo>
                    <a:pt x="1501" y="161"/>
                  </a:lnTo>
                  <a:lnTo>
                    <a:pt x="1501" y="163"/>
                  </a:lnTo>
                  <a:lnTo>
                    <a:pt x="1498" y="167"/>
                  </a:lnTo>
                  <a:lnTo>
                    <a:pt x="1498" y="170"/>
                  </a:lnTo>
                  <a:lnTo>
                    <a:pt x="1497" y="171"/>
                  </a:lnTo>
                  <a:lnTo>
                    <a:pt x="1497" y="170"/>
                  </a:lnTo>
                  <a:lnTo>
                    <a:pt x="1497" y="168"/>
                  </a:lnTo>
                  <a:lnTo>
                    <a:pt x="1490" y="172"/>
                  </a:lnTo>
                  <a:lnTo>
                    <a:pt x="1489" y="171"/>
                  </a:lnTo>
                  <a:lnTo>
                    <a:pt x="1486" y="172"/>
                  </a:lnTo>
                  <a:lnTo>
                    <a:pt x="1485" y="172"/>
                  </a:lnTo>
                  <a:lnTo>
                    <a:pt x="1484" y="170"/>
                  </a:lnTo>
                  <a:lnTo>
                    <a:pt x="1481" y="170"/>
                  </a:lnTo>
                  <a:lnTo>
                    <a:pt x="1479" y="166"/>
                  </a:lnTo>
                  <a:lnTo>
                    <a:pt x="1476" y="165"/>
                  </a:lnTo>
                  <a:lnTo>
                    <a:pt x="1472" y="163"/>
                  </a:lnTo>
                  <a:lnTo>
                    <a:pt x="1471" y="162"/>
                  </a:lnTo>
                  <a:lnTo>
                    <a:pt x="1468" y="163"/>
                  </a:lnTo>
                  <a:lnTo>
                    <a:pt x="1467" y="166"/>
                  </a:lnTo>
                  <a:lnTo>
                    <a:pt x="1464" y="166"/>
                  </a:lnTo>
                  <a:lnTo>
                    <a:pt x="1467" y="167"/>
                  </a:lnTo>
                  <a:lnTo>
                    <a:pt x="1469" y="167"/>
                  </a:lnTo>
                  <a:lnTo>
                    <a:pt x="1471" y="165"/>
                  </a:lnTo>
                  <a:lnTo>
                    <a:pt x="1477" y="167"/>
                  </a:lnTo>
                  <a:lnTo>
                    <a:pt x="1479" y="170"/>
                  </a:lnTo>
                  <a:lnTo>
                    <a:pt x="1476" y="171"/>
                  </a:lnTo>
                  <a:lnTo>
                    <a:pt x="1473" y="170"/>
                  </a:lnTo>
                  <a:lnTo>
                    <a:pt x="1471" y="170"/>
                  </a:lnTo>
                  <a:lnTo>
                    <a:pt x="1471" y="172"/>
                  </a:lnTo>
                  <a:lnTo>
                    <a:pt x="1468" y="170"/>
                  </a:lnTo>
                  <a:lnTo>
                    <a:pt x="1467" y="171"/>
                  </a:lnTo>
                  <a:lnTo>
                    <a:pt x="1467" y="171"/>
                  </a:lnTo>
                  <a:lnTo>
                    <a:pt x="1468" y="174"/>
                  </a:lnTo>
                  <a:lnTo>
                    <a:pt x="1472" y="175"/>
                  </a:lnTo>
                  <a:lnTo>
                    <a:pt x="1471" y="179"/>
                  </a:lnTo>
                  <a:lnTo>
                    <a:pt x="1472" y="183"/>
                  </a:lnTo>
                  <a:lnTo>
                    <a:pt x="1475" y="184"/>
                  </a:lnTo>
                  <a:lnTo>
                    <a:pt x="1473" y="183"/>
                  </a:lnTo>
                  <a:lnTo>
                    <a:pt x="1473" y="178"/>
                  </a:lnTo>
                  <a:lnTo>
                    <a:pt x="1475" y="178"/>
                  </a:lnTo>
                  <a:lnTo>
                    <a:pt x="1477" y="178"/>
                  </a:lnTo>
                  <a:lnTo>
                    <a:pt x="1477" y="176"/>
                  </a:lnTo>
                  <a:lnTo>
                    <a:pt x="1481" y="172"/>
                  </a:lnTo>
                  <a:lnTo>
                    <a:pt x="1483" y="172"/>
                  </a:lnTo>
                  <a:lnTo>
                    <a:pt x="1484" y="174"/>
                  </a:lnTo>
                  <a:lnTo>
                    <a:pt x="1484" y="175"/>
                  </a:lnTo>
                  <a:lnTo>
                    <a:pt x="1488" y="180"/>
                  </a:lnTo>
                  <a:lnTo>
                    <a:pt x="1490" y="180"/>
                  </a:lnTo>
                  <a:lnTo>
                    <a:pt x="1493" y="183"/>
                  </a:lnTo>
                  <a:lnTo>
                    <a:pt x="1497" y="183"/>
                  </a:lnTo>
                  <a:lnTo>
                    <a:pt x="1497" y="180"/>
                  </a:lnTo>
                  <a:lnTo>
                    <a:pt x="1497" y="179"/>
                  </a:lnTo>
                  <a:lnTo>
                    <a:pt x="1498" y="179"/>
                  </a:lnTo>
                  <a:lnTo>
                    <a:pt x="1504" y="184"/>
                  </a:lnTo>
                  <a:lnTo>
                    <a:pt x="1505" y="187"/>
                  </a:lnTo>
                  <a:lnTo>
                    <a:pt x="1504" y="186"/>
                  </a:lnTo>
                  <a:lnTo>
                    <a:pt x="1502" y="188"/>
                  </a:lnTo>
                  <a:lnTo>
                    <a:pt x="1508" y="192"/>
                  </a:lnTo>
                  <a:lnTo>
                    <a:pt x="1509" y="192"/>
                  </a:lnTo>
                  <a:lnTo>
                    <a:pt x="1509" y="191"/>
                  </a:lnTo>
                  <a:lnTo>
                    <a:pt x="1509" y="188"/>
                  </a:lnTo>
                  <a:lnTo>
                    <a:pt x="1511" y="191"/>
                  </a:lnTo>
                  <a:lnTo>
                    <a:pt x="1517" y="197"/>
                  </a:lnTo>
                  <a:lnTo>
                    <a:pt x="1515" y="196"/>
                  </a:lnTo>
                  <a:lnTo>
                    <a:pt x="1514" y="196"/>
                  </a:lnTo>
                  <a:lnTo>
                    <a:pt x="1513" y="197"/>
                  </a:lnTo>
                  <a:lnTo>
                    <a:pt x="1514" y="200"/>
                  </a:lnTo>
                  <a:lnTo>
                    <a:pt x="1513" y="201"/>
                  </a:lnTo>
                  <a:lnTo>
                    <a:pt x="1511" y="204"/>
                  </a:lnTo>
                  <a:lnTo>
                    <a:pt x="1513" y="205"/>
                  </a:lnTo>
                  <a:lnTo>
                    <a:pt x="1515" y="204"/>
                  </a:lnTo>
                  <a:lnTo>
                    <a:pt x="1515" y="201"/>
                  </a:lnTo>
                  <a:lnTo>
                    <a:pt x="1517" y="201"/>
                  </a:lnTo>
                  <a:lnTo>
                    <a:pt x="1518" y="201"/>
                  </a:lnTo>
                  <a:lnTo>
                    <a:pt x="1519" y="200"/>
                  </a:lnTo>
                  <a:lnTo>
                    <a:pt x="1521" y="203"/>
                  </a:lnTo>
                  <a:lnTo>
                    <a:pt x="1526" y="207"/>
                  </a:lnTo>
                  <a:lnTo>
                    <a:pt x="1531" y="208"/>
                  </a:lnTo>
                  <a:lnTo>
                    <a:pt x="1535" y="211"/>
                  </a:lnTo>
                  <a:lnTo>
                    <a:pt x="1533" y="212"/>
                  </a:lnTo>
                  <a:lnTo>
                    <a:pt x="1536" y="217"/>
                  </a:lnTo>
                  <a:lnTo>
                    <a:pt x="1539" y="217"/>
                  </a:lnTo>
                  <a:lnTo>
                    <a:pt x="1542" y="222"/>
                  </a:lnTo>
                  <a:lnTo>
                    <a:pt x="1542" y="229"/>
                  </a:lnTo>
                  <a:lnTo>
                    <a:pt x="1540" y="230"/>
                  </a:lnTo>
                  <a:lnTo>
                    <a:pt x="1540" y="232"/>
                  </a:lnTo>
                  <a:lnTo>
                    <a:pt x="1543" y="233"/>
                  </a:lnTo>
                  <a:lnTo>
                    <a:pt x="1544" y="236"/>
                  </a:lnTo>
                  <a:lnTo>
                    <a:pt x="1543" y="236"/>
                  </a:lnTo>
                  <a:lnTo>
                    <a:pt x="1542" y="234"/>
                  </a:lnTo>
                  <a:lnTo>
                    <a:pt x="1533" y="234"/>
                  </a:lnTo>
                  <a:lnTo>
                    <a:pt x="1530" y="233"/>
                  </a:lnTo>
                  <a:lnTo>
                    <a:pt x="1529" y="234"/>
                  </a:lnTo>
                  <a:lnTo>
                    <a:pt x="1526" y="233"/>
                  </a:lnTo>
                  <a:lnTo>
                    <a:pt x="1526" y="232"/>
                  </a:lnTo>
                  <a:lnTo>
                    <a:pt x="1525" y="230"/>
                  </a:lnTo>
                  <a:lnTo>
                    <a:pt x="1523" y="232"/>
                  </a:lnTo>
                  <a:lnTo>
                    <a:pt x="1525" y="233"/>
                  </a:lnTo>
                  <a:lnTo>
                    <a:pt x="1521" y="236"/>
                  </a:lnTo>
                  <a:lnTo>
                    <a:pt x="1518" y="236"/>
                  </a:lnTo>
                  <a:lnTo>
                    <a:pt x="1517" y="237"/>
                  </a:lnTo>
                  <a:lnTo>
                    <a:pt x="1519" y="237"/>
                  </a:lnTo>
                  <a:lnTo>
                    <a:pt x="1515" y="241"/>
                  </a:lnTo>
                  <a:lnTo>
                    <a:pt x="1513" y="241"/>
                  </a:lnTo>
                  <a:lnTo>
                    <a:pt x="1513" y="243"/>
                  </a:lnTo>
                  <a:lnTo>
                    <a:pt x="1514" y="243"/>
                  </a:lnTo>
                  <a:lnTo>
                    <a:pt x="1510" y="249"/>
                  </a:lnTo>
                  <a:lnTo>
                    <a:pt x="1509" y="250"/>
                  </a:lnTo>
                  <a:lnTo>
                    <a:pt x="1509" y="249"/>
                  </a:lnTo>
                  <a:lnTo>
                    <a:pt x="1508" y="249"/>
                  </a:lnTo>
                  <a:lnTo>
                    <a:pt x="1508" y="253"/>
                  </a:lnTo>
                  <a:lnTo>
                    <a:pt x="1509" y="255"/>
                  </a:lnTo>
                  <a:lnTo>
                    <a:pt x="1506" y="258"/>
                  </a:lnTo>
                  <a:lnTo>
                    <a:pt x="1505" y="257"/>
                  </a:lnTo>
                  <a:lnTo>
                    <a:pt x="1505" y="259"/>
                  </a:lnTo>
                  <a:lnTo>
                    <a:pt x="1505" y="261"/>
                  </a:lnTo>
                  <a:lnTo>
                    <a:pt x="1502" y="263"/>
                  </a:lnTo>
                  <a:lnTo>
                    <a:pt x="1501" y="265"/>
                  </a:lnTo>
                  <a:lnTo>
                    <a:pt x="1502" y="266"/>
                  </a:lnTo>
                  <a:lnTo>
                    <a:pt x="1501" y="267"/>
                  </a:lnTo>
                  <a:lnTo>
                    <a:pt x="1501" y="268"/>
                  </a:lnTo>
                  <a:lnTo>
                    <a:pt x="1500" y="268"/>
                  </a:lnTo>
                  <a:lnTo>
                    <a:pt x="1497" y="268"/>
                  </a:lnTo>
                  <a:lnTo>
                    <a:pt x="1498" y="271"/>
                  </a:lnTo>
                  <a:lnTo>
                    <a:pt x="1498" y="272"/>
                  </a:lnTo>
                  <a:lnTo>
                    <a:pt x="1497" y="275"/>
                  </a:lnTo>
                  <a:lnTo>
                    <a:pt x="1497" y="276"/>
                  </a:lnTo>
                  <a:lnTo>
                    <a:pt x="1497" y="278"/>
                  </a:lnTo>
                  <a:lnTo>
                    <a:pt x="1496" y="279"/>
                  </a:lnTo>
                  <a:lnTo>
                    <a:pt x="1494" y="278"/>
                  </a:lnTo>
                  <a:lnTo>
                    <a:pt x="1493" y="278"/>
                  </a:lnTo>
                  <a:lnTo>
                    <a:pt x="1494" y="279"/>
                  </a:lnTo>
                  <a:lnTo>
                    <a:pt x="1497" y="282"/>
                  </a:lnTo>
                  <a:lnTo>
                    <a:pt x="1496" y="284"/>
                  </a:lnTo>
                  <a:lnTo>
                    <a:pt x="1493" y="284"/>
                  </a:lnTo>
                  <a:lnTo>
                    <a:pt x="1493" y="286"/>
                  </a:lnTo>
                  <a:lnTo>
                    <a:pt x="1494" y="286"/>
                  </a:lnTo>
                  <a:lnTo>
                    <a:pt x="1496" y="290"/>
                  </a:lnTo>
                  <a:lnTo>
                    <a:pt x="1494" y="291"/>
                  </a:lnTo>
                  <a:lnTo>
                    <a:pt x="1496" y="292"/>
                  </a:lnTo>
                  <a:lnTo>
                    <a:pt x="1493" y="296"/>
                  </a:lnTo>
                  <a:lnTo>
                    <a:pt x="1494" y="299"/>
                  </a:lnTo>
                  <a:lnTo>
                    <a:pt x="1492" y="303"/>
                  </a:lnTo>
                  <a:lnTo>
                    <a:pt x="1492" y="308"/>
                  </a:lnTo>
                  <a:lnTo>
                    <a:pt x="1490" y="311"/>
                  </a:lnTo>
                  <a:lnTo>
                    <a:pt x="1490" y="312"/>
                  </a:lnTo>
                  <a:lnTo>
                    <a:pt x="1492" y="313"/>
                  </a:lnTo>
                  <a:lnTo>
                    <a:pt x="1492" y="315"/>
                  </a:lnTo>
                  <a:lnTo>
                    <a:pt x="1492" y="316"/>
                  </a:lnTo>
                  <a:lnTo>
                    <a:pt x="1494" y="320"/>
                  </a:lnTo>
                  <a:lnTo>
                    <a:pt x="1494" y="322"/>
                  </a:lnTo>
                  <a:lnTo>
                    <a:pt x="1493" y="321"/>
                  </a:lnTo>
                  <a:lnTo>
                    <a:pt x="1490" y="322"/>
                  </a:lnTo>
                  <a:lnTo>
                    <a:pt x="1488" y="320"/>
                  </a:lnTo>
                  <a:lnTo>
                    <a:pt x="1486" y="321"/>
                  </a:lnTo>
                  <a:lnTo>
                    <a:pt x="1484" y="317"/>
                  </a:lnTo>
                  <a:lnTo>
                    <a:pt x="1484" y="316"/>
                  </a:lnTo>
                  <a:lnTo>
                    <a:pt x="1484" y="316"/>
                  </a:lnTo>
                  <a:lnTo>
                    <a:pt x="1481" y="316"/>
                  </a:lnTo>
                  <a:lnTo>
                    <a:pt x="1480" y="316"/>
                  </a:lnTo>
                  <a:lnTo>
                    <a:pt x="1479" y="313"/>
                  </a:lnTo>
                  <a:lnTo>
                    <a:pt x="1473" y="311"/>
                  </a:lnTo>
                  <a:lnTo>
                    <a:pt x="1469" y="309"/>
                  </a:lnTo>
                  <a:lnTo>
                    <a:pt x="1465" y="312"/>
                  </a:lnTo>
                  <a:lnTo>
                    <a:pt x="1464" y="311"/>
                  </a:lnTo>
                  <a:lnTo>
                    <a:pt x="1461" y="312"/>
                  </a:lnTo>
                  <a:lnTo>
                    <a:pt x="1459" y="315"/>
                  </a:lnTo>
                  <a:lnTo>
                    <a:pt x="1456" y="315"/>
                  </a:lnTo>
                  <a:lnTo>
                    <a:pt x="1456" y="320"/>
                  </a:lnTo>
                  <a:lnTo>
                    <a:pt x="1454" y="321"/>
                  </a:lnTo>
                  <a:lnTo>
                    <a:pt x="1452" y="320"/>
                  </a:lnTo>
                  <a:lnTo>
                    <a:pt x="1454" y="322"/>
                  </a:lnTo>
                  <a:lnTo>
                    <a:pt x="1452" y="325"/>
                  </a:lnTo>
                  <a:lnTo>
                    <a:pt x="1452" y="328"/>
                  </a:lnTo>
                  <a:lnTo>
                    <a:pt x="1452" y="329"/>
                  </a:lnTo>
                  <a:lnTo>
                    <a:pt x="1451" y="336"/>
                  </a:lnTo>
                  <a:lnTo>
                    <a:pt x="1450" y="337"/>
                  </a:lnTo>
                  <a:lnTo>
                    <a:pt x="1448" y="336"/>
                  </a:lnTo>
                  <a:lnTo>
                    <a:pt x="1446" y="328"/>
                  </a:lnTo>
                  <a:lnTo>
                    <a:pt x="1446" y="325"/>
                  </a:lnTo>
                  <a:lnTo>
                    <a:pt x="1443" y="324"/>
                  </a:lnTo>
                  <a:lnTo>
                    <a:pt x="1442" y="321"/>
                  </a:lnTo>
                  <a:lnTo>
                    <a:pt x="1442" y="324"/>
                  </a:lnTo>
                  <a:lnTo>
                    <a:pt x="1438" y="329"/>
                  </a:lnTo>
                  <a:lnTo>
                    <a:pt x="1436" y="330"/>
                  </a:lnTo>
                  <a:lnTo>
                    <a:pt x="1436" y="333"/>
                  </a:lnTo>
                  <a:lnTo>
                    <a:pt x="1439" y="333"/>
                  </a:lnTo>
                  <a:lnTo>
                    <a:pt x="1436" y="338"/>
                  </a:lnTo>
                  <a:lnTo>
                    <a:pt x="1434" y="336"/>
                  </a:lnTo>
                  <a:lnTo>
                    <a:pt x="1432" y="336"/>
                  </a:lnTo>
                  <a:lnTo>
                    <a:pt x="1431" y="334"/>
                  </a:lnTo>
                  <a:lnTo>
                    <a:pt x="1430" y="334"/>
                  </a:lnTo>
                  <a:lnTo>
                    <a:pt x="1429" y="338"/>
                  </a:lnTo>
                  <a:lnTo>
                    <a:pt x="1427" y="338"/>
                  </a:lnTo>
                  <a:lnTo>
                    <a:pt x="1426" y="337"/>
                  </a:lnTo>
                  <a:lnTo>
                    <a:pt x="1423" y="337"/>
                  </a:lnTo>
                  <a:lnTo>
                    <a:pt x="1423" y="338"/>
                  </a:lnTo>
                  <a:lnTo>
                    <a:pt x="1425" y="341"/>
                  </a:lnTo>
                  <a:lnTo>
                    <a:pt x="1423" y="342"/>
                  </a:lnTo>
                  <a:lnTo>
                    <a:pt x="1423" y="343"/>
                  </a:lnTo>
                  <a:lnTo>
                    <a:pt x="1422" y="346"/>
                  </a:lnTo>
                  <a:lnTo>
                    <a:pt x="1425" y="349"/>
                  </a:lnTo>
                  <a:lnTo>
                    <a:pt x="1426" y="351"/>
                  </a:lnTo>
                  <a:lnTo>
                    <a:pt x="1425" y="351"/>
                  </a:lnTo>
                  <a:lnTo>
                    <a:pt x="1425" y="353"/>
                  </a:lnTo>
                  <a:lnTo>
                    <a:pt x="1427" y="354"/>
                  </a:lnTo>
                  <a:lnTo>
                    <a:pt x="1429" y="355"/>
                  </a:lnTo>
                  <a:lnTo>
                    <a:pt x="1430" y="358"/>
                  </a:lnTo>
                  <a:lnTo>
                    <a:pt x="1429" y="358"/>
                  </a:lnTo>
                  <a:lnTo>
                    <a:pt x="1427" y="359"/>
                  </a:lnTo>
                  <a:lnTo>
                    <a:pt x="1430" y="361"/>
                  </a:lnTo>
                  <a:lnTo>
                    <a:pt x="1431" y="362"/>
                  </a:lnTo>
                  <a:lnTo>
                    <a:pt x="1431" y="363"/>
                  </a:lnTo>
                  <a:lnTo>
                    <a:pt x="1429" y="362"/>
                  </a:lnTo>
                  <a:lnTo>
                    <a:pt x="1427" y="362"/>
                  </a:lnTo>
                  <a:lnTo>
                    <a:pt x="1427" y="363"/>
                  </a:lnTo>
                  <a:lnTo>
                    <a:pt x="1430" y="366"/>
                  </a:lnTo>
                  <a:lnTo>
                    <a:pt x="1431" y="365"/>
                  </a:lnTo>
                  <a:lnTo>
                    <a:pt x="1431" y="367"/>
                  </a:lnTo>
                  <a:lnTo>
                    <a:pt x="1430" y="370"/>
                  </a:lnTo>
                  <a:lnTo>
                    <a:pt x="1430" y="372"/>
                  </a:lnTo>
                  <a:lnTo>
                    <a:pt x="1429" y="374"/>
                  </a:lnTo>
                  <a:lnTo>
                    <a:pt x="1430" y="378"/>
                  </a:lnTo>
                  <a:lnTo>
                    <a:pt x="1429" y="379"/>
                  </a:lnTo>
                  <a:lnTo>
                    <a:pt x="1430" y="382"/>
                  </a:lnTo>
                  <a:lnTo>
                    <a:pt x="1430" y="383"/>
                  </a:lnTo>
                  <a:lnTo>
                    <a:pt x="1430" y="386"/>
                  </a:lnTo>
                  <a:lnTo>
                    <a:pt x="1432" y="390"/>
                  </a:lnTo>
                  <a:lnTo>
                    <a:pt x="1431" y="391"/>
                  </a:lnTo>
                  <a:lnTo>
                    <a:pt x="1432" y="392"/>
                  </a:lnTo>
                  <a:lnTo>
                    <a:pt x="1435" y="395"/>
                  </a:lnTo>
                  <a:lnTo>
                    <a:pt x="1439" y="399"/>
                  </a:lnTo>
                  <a:lnTo>
                    <a:pt x="1442" y="400"/>
                  </a:lnTo>
                  <a:lnTo>
                    <a:pt x="1442" y="399"/>
                  </a:lnTo>
                  <a:lnTo>
                    <a:pt x="1443" y="397"/>
                  </a:lnTo>
                  <a:lnTo>
                    <a:pt x="1440" y="393"/>
                  </a:lnTo>
                  <a:lnTo>
                    <a:pt x="1439" y="392"/>
                  </a:lnTo>
                  <a:lnTo>
                    <a:pt x="1442" y="391"/>
                  </a:lnTo>
                  <a:lnTo>
                    <a:pt x="1444" y="391"/>
                  </a:lnTo>
                  <a:lnTo>
                    <a:pt x="1448" y="393"/>
                  </a:lnTo>
                  <a:lnTo>
                    <a:pt x="1450" y="393"/>
                  </a:lnTo>
                  <a:lnTo>
                    <a:pt x="1451" y="395"/>
                  </a:lnTo>
                  <a:lnTo>
                    <a:pt x="1451" y="396"/>
                  </a:lnTo>
                  <a:lnTo>
                    <a:pt x="1451" y="397"/>
                  </a:lnTo>
                  <a:lnTo>
                    <a:pt x="1452" y="400"/>
                  </a:lnTo>
                  <a:lnTo>
                    <a:pt x="1451" y="401"/>
                  </a:lnTo>
                  <a:lnTo>
                    <a:pt x="1452" y="404"/>
                  </a:lnTo>
                  <a:lnTo>
                    <a:pt x="1451" y="404"/>
                  </a:lnTo>
                  <a:lnTo>
                    <a:pt x="1450" y="407"/>
                  </a:lnTo>
                  <a:lnTo>
                    <a:pt x="1451" y="411"/>
                  </a:lnTo>
                  <a:lnTo>
                    <a:pt x="1454" y="413"/>
                  </a:lnTo>
                  <a:lnTo>
                    <a:pt x="1452" y="417"/>
                  </a:lnTo>
                  <a:lnTo>
                    <a:pt x="1455" y="420"/>
                  </a:lnTo>
                  <a:lnTo>
                    <a:pt x="1456" y="418"/>
                  </a:lnTo>
                  <a:lnTo>
                    <a:pt x="1456" y="417"/>
                  </a:lnTo>
                  <a:lnTo>
                    <a:pt x="1459" y="416"/>
                  </a:lnTo>
                  <a:lnTo>
                    <a:pt x="1459" y="415"/>
                  </a:lnTo>
                  <a:lnTo>
                    <a:pt x="1460" y="416"/>
                  </a:lnTo>
                  <a:lnTo>
                    <a:pt x="1463" y="417"/>
                  </a:lnTo>
                  <a:lnTo>
                    <a:pt x="1461" y="422"/>
                  </a:lnTo>
                  <a:lnTo>
                    <a:pt x="1467" y="426"/>
                  </a:lnTo>
                  <a:lnTo>
                    <a:pt x="1469" y="430"/>
                  </a:lnTo>
                  <a:lnTo>
                    <a:pt x="1468" y="433"/>
                  </a:lnTo>
                  <a:lnTo>
                    <a:pt x="1468" y="436"/>
                  </a:lnTo>
                  <a:lnTo>
                    <a:pt x="1467" y="436"/>
                  </a:lnTo>
                  <a:lnTo>
                    <a:pt x="1463" y="434"/>
                  </a:lnTo>
                  <a:lnTo>
                    <a:pt x="1460" y="433"/>
                  </a:lnTo>
                  <a:lnTo>
                    <a:pt x="1460" y="429"/>
                  </a:lnTo>
                  <a:lnTo>
                    <a:pt x="1460" y="426"/>
                  </a:lnTo>
                  <a:lnTo>
                    <a:pt x="1461" y="424"/>
                  </a:lnTo>
                  <a:lnTo>
                    <a:pt x="1460" y="421"/>
                  </a:lnTo>
                  <a:lnTo>
                    <a:pt x="1459" y="422"/>
                  </a:lnTo>
                  <a:lnTo>
                    <a:pt x="1460" y="424"/>
                  </a:lnTo>
                  <a:lnTo>
                    <a:pt x="1460" y="425"/>
                  </a:lnTo>
                  <a:lnTo>
                    <a:pt x="1457" y="426"/>
                  </a:lnTo>
                  <a:lnTo>
                    <a:pt x="1455" y="429"/>
                  </a:lnTo>
                  <a:lnTo>
                    <a:pt x="1456" y="430"/>
                  </a:lnTo>
                  <a:lnTo>
                    <a:pt x="1459" y="430"/>
                  </a:lnTo>
                  <a:lnTo>
                    <a:pt x="1459" y="433"/>
                  </a:lnTo>
                  <a:lnTo>
                    <a:pt x="1456" y="436"/>
                  </a:lnTo>
                  <a:lnTo>
                    <a:pt x="1457" y="440"/>
                  </a:lnTo>
                  <a:lnTo>
                    <a:pt x="1457" y="440"/>
                  </a:lnTo>
                  <a:lnTo>
                    <a:pt x="1457" y="449"/>
                  </a:lnTo>
                  <a:lnTo>
                    <a:pt x="1459" y="450"/>
                  </a:lnTo>
                  <a:lnTo>
                    <a:pt x="1459" y="453"/>
                  </a:lnTo>
                  <a:lnTo>
                    <a:pt x="1465" y="461"/>
                  </a:lnTo>
                  <a:lnTo>
                    <a:pt x="1467" y="461"/>
                  </a:lnTo>
                  <a:lnTo>
                    <a:pt x="1471" y="467"/>
                  </a:lnTo>
                  <a:lnTo>
                    <a:pt x="1473" y="468"/>
                  </a:lnTo>
                  <a:lnTo>
                    <a:pt x="1472" y="470"/>
                  </a:lnTo>
                  <a:lnTo>
                    <a:pt x="1472" y="474"/>
                  </a:lnTo>
                  <a:lnTo>
                    <a:pt x="1465" y="476"/>
                  </a:lnTo>
                  <a:lnTo>
                    <a:pt x="1464" y="475"/>
                  </a:lnTo>
                  <a:lnTo>
                    <a:pt x="1460" y="478"/>
                  </a:lnTo>
                  <a:lnTo>
                    <a:pt x="1459" y="476"/>
                  </a:lnTo>
                  <a:lnTo>
                    <a:pt x="1460" y="478"/>
                  </a:lnTo>
                  <a:lnTo>
                    <a:pt x="1457" y="483"/>
                  </a:lnTo>
                  <a:lnTo>
                    <a:pt x="1457" y="486"/>
                  </a:lnTo>
                  <a:lnTo>
                    <a:pt x="1456" y="487"/>
                  </a:lnTo>
                  <a:lnTo>
                    <a:pt x="1457" y="490"/>
                  </a:lnTo>
                  <a:lnTo>
                    <a:pt x="1456" y="495"/>
                  </a:lnTo>
                  <a:lnTo>
                    <a:pt x="1459" y="501"/>
                  </a:lnTo>
                  <a:lnTo>
                    <a:pt x="1461" y="504"/>
                  </a:lnTo>
                  <a:lnTo>
                    <a:pt x="1461" y="507"/>
                  </a:lnTo>
                  <a:lnTo>
                    <a:pt x="1465" y="508"/>
                  </a:lnTo>
                  <a:lnTo>
                    <a:pt x="1467" y="511"/>
                  </a:lnTo>
                  <a:lnTo>
                    <a:pt x="1464" y="511"/>
                  </a:lnTo>
                  <a:lnTo>
                    <a:pt x="1463" y="509"/>
                  </a:lnTo>
                  <a:lnTo>
                    <a:pt x="1461" y="511"/>
                  </a:lnTo>
                  <a:lnTo>
                    <a:pt x="1459" y="513"/>
                  </a:lnTo>
                  <a:lnTo>
                    <a:pt x="1457" y="512"/>
                  </a:lnTo>
                  <a:lnTo>
                    <a:pt x="1454" y="516"/>
                  </a:lnTo>
                  <a:lnTo>
                    <a:pt x="1451" y="513"/>
                  </a:lnTo>
                  <a:lnTo>
                    <a:pt x="1450" y="516"/>
                  </a:lnTo>
                  <a:lnTo>
                    <a:pt x="1452" y="517"/>
                  </a:lnTo>
                  <a:lnTo>
                    <a:pt x="1454" y="517"/>
                  </a:lnTo>
                  <a:lnTo>
                    <a:pt x="1454" y="520"/>
                  </a:lnTo>
                  <a:lnTo>
                    <a:pt x="1454" y="521"/>
                  </a:lnTo>
                  <a:lnTo>
                    <a:pt x="1455" y="524"/>
                  </a:lnTo>
                  <a:lnTo>
                    <a:pt x="1455" y="525"/>
                  </a:lnTo>
                  <a:lnTo>
                    <a:pt x="1454" y="525"/>
                  </a:lnTo>
                  <a:lnTo>
                    <a:pt x="1455" y="528"/>
                  </a:lnTo>
                  <a:lnTo>
                    <a:pt x="1454" y="529"/>
                  </a:lnTo>
                  <a:lnTo>
                    <a:pt x="1455" y="530"/>
                  </a:lnTo>
                  <a:lnTo>
                    <a:pt x="1456" y="529"/>
                  </a:lnTo>
                  <a:lnTo>
                    <a:pt x="1459" y="532"/>
                  </a:lnTo>
                  <a:lnTo>
                    <a:pt x="1457" y="533"/>
                  </a:lnTo>
                  <a:lnTo>
                    <a:pt x="1456" y="537"/>
                  </a:lnTo>
                  <a:lnTo>
                    <a:pt x="1457" y="540"/>
                  </a:lnTo>
                  <a:lnTo>
                    <a:pt x="1457" y="543"/>
                  </a:lnTo>
                  <a:lnTo>
                    <a:pt x="1456" y="546"/>
                  </a:lnTo>
                  <a:lnTo>
                    <a:pt x="1456" y="547"/>
                  </a:lnTo>
                  <a:lnTo>
                    <a:pt x="1456" y="549"/>
                  </a:lnTo>
                  <a:lnTo>
                    <a:pt x="1454" y="551"/>
                  </a:lnTo>
                  <a:lnTo>
                    <a:pt x="1454" y="554"/>
                  </a:lnTo>
                  <a:lnTo>
                    <a:pt x="1452" y="554"/>
                  </a:lnTo>
                  <a:lnTo>
                    <a:pt x="1451" y="559"/>
                  </a:lnTo>
                  <a:lnTo>
                    <a:pt x="1448" y="566"/>
                  </a:lnTo>
                  <a:lnTo>
                    <a:pt x="1450" y="563"/>
                  </a:lnTo>
                  <a:lnTo>
                    <a:pt x="1448" y="561"/>
                  </a:lnTo>
                  <a:lnTo>
                    <a:pt x="1448" y="558"/>
                  </a:lnTo>
                  <a:lnTo>
                    <a:pt x="1448" y="557"/>
                  </a:lnTo>
                  <a:lnTo>
                    <a:pt x="1443" y="557"/>
                  </a:lnTo>
                  <a:lnTo>
                    <a:pt x="1440" y="553"/>
                  </a:lnTo>
                  <a:lnTo>
                    <a:pt x="1440" y="549"/>
                  </a:lnTo>
                  <a:lnTo>
                    <a:pt x="1435" y="538"/>
                  </a:lnTo>
                  <a:lnTo>
                    <a:pt x="1432" y="533"/>
                  </a:lnTo>
                  <a:lnTo>
                    <a:pt x="1434" y="534"/>
                  </a:lnTo>
                  <a:lnTo>
                    <a:pt x="1436" y="533"/>
                  </a:lnTo>
                  <a:lnTo>
                    <a:pt x="1436" y="530"/>
                  </a:lnTo>
                  <a:lnTo>
                    <a:pt x="1435" y="532"/>
                  </a:lnTo>
                  <a:lnTo>
                    <a:pt x="1432" y="532"/>
                  </a:lnTo>
                  <a:lnTo>
                    <a:pt x="1427" y="529"/>
                  </a:lnTo>
                  <a:lnTo>
                    <a:pt x="1419" y="513"/>
                  </a:lnTo>
                  <a:lnTo>
                    <a:pt x="1410" y="503"/>
                  </a:lnTo>
                  <a:lnTo>
                    <a:pt x="1410" y="500"/>
                  </a:lnTo>
                  <a:lnTo>
                    <a:pt x="1407" y="496"/>
                  </a:lnTo>
                  <a:lnTo>
                    <a:pt x="1401" y="486"/>
                  </a:lnTo>
                  <a:lnTo>
                    <a:pt x="1394" y="474"/>
                  </a:lnTo>
                  <a:lnTo>
                    <a:pt x="1389" y="462"/>
                  </a:lnTo>
                  <a:lnTo>
                    <a:pt x="1389" y="457"/>
                  </a:lnTo>
                  <a:lnTo>
                    <a:pt x="1386" y="451"/>
                  </a:lnTo>
                  <a:lnTo>
                    <a:pt x="1385" y="443"/>
                  </a:lnTo>
                  <a:lnTo>
                    <a:pt x="1382" y="440"/>
                  </a:lnTo>
                  <a:lnTo>
                    <a:pt x="1384" y="434"/>
                  </a:lnTo>
                  <a:lnTo>
                    <a:pt x="1386" y="432"/>
                  </a:lnTo>
                  <a:lnTo>
                    <a:pt x="1386" y="428"/>
                  </a:lnTo>
                  <a:lnTo>
                    <a:pt x="1389" y="426"/>
                  </a:lnTo>
                  <a:lnTo>
                    <a:pt x="1388" y="425"/>
                  </a:lnTo>
                  <a:lnTo>
                    <a:pt x="1388" y="424"/>
                  </a:lnTo>
                  <a:lnTo>
                    <a:pt x="1388" y="418"/>
                  </a:lnTo>
                  <a:lnTo>
                    <a:pt x="1384" y="412"/>
                  </a:lnTo>
                  <a:lnTo>
                    <a:pt x="1381" y="412"/>
                  </a:lnTo>
                  <a:lnTo>
                    <a:pt x="1381" y="411"/>
                  </a:lnTo>
                  <a:lnTo>
                    <a:pt x="1382" y="408"/>
                  </a:lnTo>
                  <a:lnTo>
                    <a:pt x="1388" y="411"/>
                  </a:lnTo>
                  <a:lnTo>
                    <a:pt x="1390" y="408"/>
                  </a:lnTo>
                  <a:lnTo>
                    <a:pt x="1389" y="405"/>
                  </a:lnTo>
                  <a:lnTo>
                    <a:pt x="1389" y="401"/>
                  </a:lnTo>
                  <a:lnTo>
                    <a:pt x="1394" y="400"/>
                  </a:lnTo>
                  <a:lnTo>
                    <a:pt x="1396" y="401"/>
                  </a:lnTo>
                  <a:lnTo>
                    <a:pt x="1394" y="399"/>
                  </a:lnTo>
                  <a:lnTo>
                    <a:pt x="1397" y="391"/>
                  </a:lnTo>
                  <a:lnTo>
                    <a:pt x="1396" y="387"/>
                  </a:lnTo>
                  <a:lnTo>
                    <a:pt x="1396" y="382"/>
                  </a:lnTo>
                  <a:lnTo>
                    <a:pt x="1394" y="379"/>
                  </a:lnTo>
                  <a:lnTo>
                    <a:pt x="1397" y="378"/>
                  </a:lnTo>
                  <a:lnTo>
                    <a:pt x="1397" y="375"/>
                  </a:lnTo>
                  <a:lnTo>
                    <a:pt x="1396" y="374"/>
                  </a:lnTo>
                  <a:lnTo>
                    <a:pt x="1397" y="370"/>
                  </a:lnTo>
                  <a:lnTo>
                    <a:pt x="1398" y="370"/>
                  </a:lnTo>
                  <a:lnTo>
                    <a:pt x="1396" y="367"/>
                  </a:lnTo>
                  <a:lnTo>
                    <a:pt x="1396" y="365"/>
                  </a:lnTo>
                  <a:lnTo>
                    <a:pt x="1397" y="365"/>
                  </a:lnTo>
                  <a:lnTo>
                    <a:pt x="1397" y="359"/>
                  </a:lnTo>
                  <a:lnTo>
                    <a:pt x="1396" y="358"/>
                  </a:lnTo>
                  <a:lnTo>
                    <a:pt x="1397" y="357"/>
                  </a:lnTo>
                  <a:lnTo>
                    <a:pt x="1400" y="355"/>
                  </a:lnTo>
                  <a:lnTo>
                    <a:pt x="1401" y="354"/>
                  </a:lnTo>
                  <a:lnTo>
                    <a:pt x="1400" y="350"/>
                  </a:lnTo>
                  <a:lnTo>
                    <a:pt x="1401" y="345"/>
                  </a:lnTo>
                  <a:lnTo>
                    <a:pt x="1400" y="343"/>
                  </a:lnTo>
                  <a:lnTo>
                    <a:pt x="1398" y="342"/>
                  </a:lnTo>
                  <a:lnTo>
                    <a:pt x="1401" y="338"/>
                  </a:lnTo>
                  <a:lnTo>
                    <a:pt x="1401" y="336"/>
                  </a:lnTo>
                  <a:lnTo>
                    <a:pt x="1400" y="336"/>
                  </a:lnTo>
                  <a:lnTo>
                    <a:pt x="1398" y="333"/>
                  </a:lnTo>
                  <a:lnTo>
                    <a:pt x="1400" y="332"/>
                  </a:lnTo>
                  <a:lnTo>
                    <a:pt x="1400" y="329"/>
                  </a:lnTo>
                  <a:lnTo>
                    <a:pt x="1402" y="328"/>
                  </a:lnTo>
                  <a:lnTo>
                    <a:pt x="1402" y="328"/>
                  </a:lnTo>
                  <a:lnTo>
                    <a:pt x="1405" y="325"/>
                  </a:lnTo>
                  <a:lnTo>
                    <a:pt x="1405" y="324"/>
                  </a:lnTo>
                  <a:lnTo>
                    <a:pt x="1407" y="320"/>
                  </a:lnTo>
                  <a:lnTo>
                    <a:pt x="1409" y="321"/>
                  </a:lnTo>
                  <a:lnTo>
                    <a:pt x="1411" y="318"/>
                  </a:lnTo>
                  <a:lnTo>
                    <a:pt x="1413" y="318"/>
                  </a:lnTo>
                  <a:lnTo>
                    <a:pt x="1413" y="317"/>
                  </a:lnTo>
                  <a:lnTo>
                    <a:pt x="1413" y="316"/>
                  </a:lnTo>
                  <a:lnTo>
                    <a:pt x="1410" y="316"/>
                  </a:lnTo>
                  <a:lnTo>
                    <a:pt x="1409" y="317"/>
                  </a:lnTo>
                  <a:lnTo>
                    <a:pt x="1406" y="316"/>
                  </a:lnTo>
                  <a:lnTo>
                    <a:pt x="1407" y="311"/>
                  </a:lnTo>
                  <a:lnTo>
                    <a:pt x="1409" y="308"/>
                  </a:lnTo>
                  <a:lnTo>
                    <a:pt x="1407" y="307"/>
                  </a:lnTo>
                  <a:lnTo>
                    <a:pt x="1406" y="304"/>
                  </a:lnTo>
                  <a:lnTo>
                    <a:pt x="1405" y="304"/>
                  </a:lnTo>
                  <a:lnTo>
                    <a:pt x="1405" y="305"/>
                  </a:lnTo>
                  <a:lnTo>
                    <a:pt x="1404" y="305"/>
                  </a:lnTo>
                  <a:lnTo>
                    <a:pt x="1404" y="299"/>
                  </a:lnTo>
                  <a:lnTo>
                    <a:pt x="1404" y="297"/>
                  </a:lnTo>
                  <a:lnTo>
                    <a:pt x="1404" y="296"/>
                  </a:lnTo>
                  <a:lnTo>
                    <a:pt x="1404" y="293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1"/>
                  </a:lnTo>
                  <a:lnTo>
                    <a:pt x="1398" y="287"/>
                  </a:lnTo>
                  <a:lnTo>
                    <a:pt x="1398" y="286"/>
                  </a:lnTo>
                  <a:lnTo>
                    <a:pt x="1397" y="284"/>
                  </a:lnTo>
                  <a:lnTo>
                    <a:pt x="1397" y="282"/>
                  </a:lnTo>
                  <a:lnTo>
                    <a:pt x="1396" y="279"/>
                  </a:lnTo>
                  <a:lnTo>
                    <a:pt x="1396" y="276"/>
                  </a:lnTo>
                  <a:lnTo>
                    <a:pt x="1398" y="274"/>
                  </a:lnTo>
                  <a:lnTo>
                    <a:pt x="1401" y="274"/>
                  </a:lnTo>
                  <a:lnTo>
                    <a:pt x="1404" y="274"/>
                  </a:lnTo>
                  <a:lnTo>
                    <a:pt x="1402" y="272"/>
                  </a:lnTo>
                  <a:lnTo>
                    <a:pt x="1405" y="271"/>
                  </a:lnTo>
                  <a:lnTo>
                    <a:pt x="1404" y="271"/>
                  </a:lnTo>
                  <a:lnTo>
                    <a:pt x="1401" y="271"/>
                  </a:lnTo>
                  <a:lnTo>
                    <a:pt x="1400" y="270"/>
                  </a:lnTo>
                  <a:lnTo>
                    <a:pt x="1397" y="270"/>
                  </a:lnTo>
                  <a:lnTo>
                    <a:pt x="1393" y="267"/>
                  </a:lnTo>
                  <a:lnTo>
                    <a:pt x="1393" y="268"/>
                  </a:lnTo>
                  <a:lnTo>
                    <a:pt x="1389" y="268"/>
                  </a:lnTo>
                  <a:lnTo>
                    <a:pt x="1388" y="271"/>
                  </a:lnTo>
                  <a:lnTo>
                    <a:pt x="1385" y="271"/>
                  </a:lnTo>
                  <a:lnTo>
                    <a:pt x="1381" y="274"/>
                  </a:lnTo>
                  <a:lnTo>
                    <a:pt x="1382" y="275"/>
                  </a:lnTo>
                  <a:lnTo>
                    <a:pt x="1382" y="276"/>
                  </a:lnTo>
                  <a:lnTo>
                    <a:pt x="1385" y="279"/>
                  </a:lnTo>
                  <a:lnTo>
                    <a:pt x="1385" y="282"/>
                  </a:lnTo>
                  <a:lnTo>
                    <a:pt x="1385" y="283"/>
                  </a:lnTo>
                  <a:lnTo>
                    <a:pt x="1385" y="286"/>
                  </a:lnTo>
                  <a:lnTo>
                    <a:pt x="1388" y="287"/>
                  </a:lnTo>
                  <a:lnTo>
                    <a:pt x="1388" y="288"/>
                  </a:lnTo>
                  <a:lnTo>
                    <a:pt x="1389" y="290"/>
                  </a:lnTo>
                  <a:lnTo>
                    <a:pt x="1390" y="295"/>
                  </a:lnTo>
                  <a:lnTo>
                    <a:pt x="1394" y="296"/>
                  </a:lnTo>
                  <a:lnTo>
                    <a:pt x="1393" y="299"/>
                  </a:lnTo>
                  <a:lnTo>
                    <a:pt x="1396" y="300"/>
                  </a:lnTo>
                  <a:lnTo>
                    <a:pt x="1394" y="301"/>
                  </a:lnTo>
                  <a:lnTo>
                    <a:pt x="1393" y="300"/>
                  </a:lnTo>
                  <a:lnTo>
                    <a:pt x="1392" y="299"/>
                  </a:lnTo>
                  <a:lnTo>
                    <a:pt x="1388" y="299"/>
                  </a:lnTo>
                  <a:lnTo>
                    <a:pt x="1386" y="300"/>
                  </a:lnTo>
                  <a:lnTo>
                    <a:pt x="1385" y="304"/>
                  </a:lnTo>
                  <a:lnTo>
                    <a:pt x="1386" y="305"/>
                  </a:lnTo>
                  <a:lnTo>
                    <a:pt x="1386" y="309"/>
                  </a:lnTo>
                  <a:lnTo>
                    <a:pt x="1385" y="309"/>
                  </a:lnTo>
                  <a:lnTo>
                    <a:pt x="1385" y="311"/>
                  </a:lnTo>
                  <a:lnTo>
                    <a:pt x="1386" y="311"/>
                  </a:lnTo>
                  <a:lnTo>
                    <a:pt x="1386" y="313"/>
                  </a:lnTo>
                  <a:lnTo>
                    <a:pt x="1384" y="315"/>
                  </a:lnTo>
                  <a:lnTo>
                    <a:pt x="1385" y="316"/>
                  </a:lnTo>
                  <a:lnTo>
                    <a:pt x="1384" y="318"/>
                  </a:lnTo>
                  <a:lnTo>
                    <a:pt x="1384" y="324"/>
                  </a:lnTo>
                  <a:lnTo>
                    <a:pt x="1382" y="325"/>
                  </a:lnTo>
                  <a:lnTo>
                    <a:pt x="1382" y="326"/>
                  </a:lnTo>
                  <a:lnTo>
                    <a:pt x="1381" y="328"/>
                  </a:lnTo>
                  <a:lnTo>
                    <a:pt x="1380" y="332"/>
                  </a:lnTo>
                  <a:lnTo>
                    <a:pt x="1378" y="329"/>
                  </a:lnTo>
                  <a:lnTo>
                    <a:pt x="1377" y="326"/>
                  </a:lnTo>
                  <a:lnTo>
                    <a:pt x="1378" y="324"/>
                  </a:lnTo>
                  <a:lnTo>
                    <a:pt x="1377" y="322"/>
                  </a:lnTo>
                  <a:lnTo>
                    <a:pt x="1376" y="322"/>
                  </a:lnTo>
                  <a:lnTo>
                    <a:pt x="1375" y="324"/>
                  </a:lnTo>
                  <a:lnTo>
                    <a:pt x="1375" y="326"/>
                  </a:lnTo>
                  <a:lnTo>
                    <a:pt x="1373" y="326"/>
                  </a:lnTo>
                  <a:lnTo>
                    <a:pt x="1372" y="322"/>
                  </a:lnTo>
                  <a:lnTo>
                    <a:pt x="1371" y="322"/>
                  </a:lnTo>
                  <a:lnTo>
                    <a:pt x="1369" y="320"/>
                  </a:lnTo>
                  <a:lnTo>
                    <a:pt x="1367" y="322"/>
                  </a:lnTo>
                  <a:lnTo>
                    <a:pt x="1367" y="321"/>
                  </a:lnTo>
                  <a:lnTo>
                    <a:pt x="1367" y="320"/>
                  </a:lnTo>
                  <a:lnTo>
                    <a:pt x="1368" y="318"/>
                  </a:lnTo>
                  <a:lnTo>
                    <a:pt x="1368" y="317"/>
                  </a:lnTo>
                  <a:lnTo>
                    <a:pt x="1368" y="316"/>
                  </a:lnTo>
                  <a:lnTo>
                    <a:pt x="1368" y="316"/>
                  </a:lnTo>
                  <a:lnTo>
                    <a:pt x="1368" y="313"/>
                  </a:lnTo>
                  <a:lnTo>
                    <a:pt x="1367" y="312"/>
                  </a:lnTo>
                  <a:lnTo>
                    <a:pt x="1368" y="311"/>
                  </a:lnTo>
                  <a:lnTo>
                    <a:pt x="1367" y="308"/>
                  </a:lnTo>
                  <a:lnTo>
                    <a:pt x="1367" y="308"/>
                  </a:lnTo>
                  <a:lnTo>
                    <a:pt x="1367" y="307"/>
                  </a:lnTo>
                  <a:lnTo>
                    <a:pt x="1367" y="304"/>
                  </a:lnTo>
                  <a:lnTo>
                    <a:pt x="1364" y="301"/>
                  </a:lnTo>
                  <a:lnTo>
                    <a:pt x="1364" y="300"/>
                  </a:lnTo>
                  <a:lnTo>
                    <a:pt x="1363" y="300"/>
                  </a:lnTo>
                  <a:lnTo>
                    <a:pt x="1361" y="303"/>
                  </a:lnTo>
                  <a:lnTo>
                    <a:pt x="1360" y="303"/>
                  </a:lnTo>
                  <a:lnTo>
                    <a:pt x="1360" y="307"/>
                  </a:lnTo>
                  <a:lnTo>
                    <a:pt x="1359" y="309"/>
                  </a:lnTo>
                  <a:lnTo>
                    <a:pt x="1357" y="309"/>
                  </a:lnTo>
                  <a:lnTo>
                    <a:pt x="1356" y="305"/>
                  </a:lnTo>
                  <a:lnTo>
                    <a:pt x="1356" y="305"/>
                  </a:lnTo>
                  <a:lnTo>
                    <a:pt x="1355" y="307"/>
                  </a:lnTo>
                  <a:lnTo>
                    <a:pt x="1353" y="304"/>
                  </a:lnTo>
                  <a:lnTo>
                    <a:pt x="1351" y="304"/>
                  </a:lnTo>
                  <a:lnTo>
                    <a:pt x="1351" y="305"/>
                  </a:lnTo>
                  <a:lnTo>
                    <a:pt x="1350" y="305"/>
                  </a:lnTo>
                  <a:lnTo>
                    <a:pt x="1348" y="307"/>
                  </a:lnTo>
                  <a:lnTo>
                    <a:pt x="1347" y="308"/>
                  </a:lnTo>
                  <a:lnTo>
                    <a:pt x="1347" y="309"/>
                  </a:lnTo>
                  <a:lnTo>
                    <a:pt x="1343" y="309"/>
                  </a:lnTo>
                  <a:lnTo>
                    <a:pt x="1342" y="311"/>
                  </a:lnTo>
                  <a:lnTo>
                    <a:pt x="1339" y="311"/>
                  </a:lnTo>
                  <a:lnTo>
                    <a:pt x="1338" y="312"/>
                  </a:lnTo>
                  <a:lnTo>
                    <a:pt x="1335" y="311"/>
                  </a:lnTo>
                  <a:lnTo>
                    <a:pt x="1332" y="315"/>
                  </a:lnTo>
                  <a:lnTo>
                    <a:pt x="1331" y="316"/>
                  </a:lnTo>
                  <a:lnTo>
                    <a:pt x="1331" y="318"/>
                  </a:lnTo>
                  <a:lnTo>
                    <a:pt x="1330" y="321"/>
                  </a:lnTo>
                  <a:lnTo>
                    <a:pt x="1330" y="322"/>
                  </a:lnTo>
                  <a:lnTo>
                    <a:pt x="1331" y="322"/>
                  </a:lnTo>
                  <a:lnTo>
                    <a:pt x="1331" y="326"/>
                  </a:lnTo>
                  <a:lnTo>
                    <a:pt x="1334" y="329"/>
                  </a:lnTo>
                  <a:lnTo>
                    <a:pt x="1332" y="332"/>
                  </a:lnTo>
                  <a:lnTo>
                    <a:pt x="1331" y="340"/>
                  </a:lnTo>
                  <a:lnTo>
                    <a:pt x="1334" y="342"/>
                  </a:lnTo>
                  <a:lnTo>
                    <a:pt x="1331" y="343"/>
                  </a:lnTo>
                  <a:lnTo>
                    <a:pt x="1332" y="343"/>
                  </a:lnTo>
                  <a:lnTo>
                    <a:pt x="1332" y="346"/>
                  </a:lnTo>
                  <a:lnTo>
                    <a:pt x="1330" y="349"/>
                  </a:lnTo>
                  <a:lnTo>
                    <a:pt x="1330" y="353"/>
                  </a:lnTo>
                  <a:lnTo>
                    <a:pt x="1327" y="355"/>
                  </a:lnTo>
                  <a:lnTo>
                    <a:pt x="1327" y="358"/>
                  </a:lnTo>
                  <a:lnTo>
                    <a:pt x="1326" y="362"/>
                  </a:lnTo>
                  <a:lnTo>
                    <a:pt x="1328" y="365"/>
                  </a:lnTo>
                  <a:lnTo>
                    <a:pt x="1327" y="366"/>
                  </a:lnTo>
                  <a:lnTo>
                    <a:pt x="1330" y="370"/>
                  </a:lnTo>
                  <a:lnTo>
                    <a:pt x="1328" y="371"/>
                  </a:lnTo>
                  <a:lnTo>
                    <a:pt x="1328" y="374"/>
                  </a:lnTo>
                  <a:lnTo>
                    <a:pt x="1330" y="374"/>
                  </a:lnTo>
                  <a:lnTo>
                    <a:pt x="1331" y="374"/>
                  </a:lnTo>
                  <a:lnTo>
                    <a:pt x="1334" y="374"/>
                  </a:lnTo>
                  <a:lnTo>
                    <a:pt x="1332" y="372"/>
                  </a:lnTo>
                  <a:lnTo>
                    <a:pt x="1334" y="371"/>
                  </a:lnTo>
                  <a:lnTo>
                    <a:pt x="1336" y="372"/>
                  </a:lnTo>
                  <a:lnTo>
                    <a:pt x="1338" y="372"/>
                  </a:lnTo>
                  <a:lnTo>
                    <a:pt x="1336" y="372"/>
                  </a:lnTo>
                  <a:lnTo>
                    <a:pt x="1338" y="371"/>
                  </a:lnTo>
                  <a:lnTo>
                    <a:pt x="1339" y="372"/>
                  </a:lnTo>
                  <a:lnTo>
                    <a:pt x="1340" y="374"/>
                  </a:lnTo>
                  <a:lnTo>
                    <a:pt x="1342" y="375"/>
                  </a:lnTo>
                  <a:lnTo>
                    <a:pt x="1340" y="375"/>
                  </a:lnTo>
                  <a:lnTo>
                    <a:pt x="1343" y="378"/>
                  </a:lnTo>
                  <a:lnTo>
                    <a:pt x="1342" y="379"/>
                  </a:lnTo>
                  <a:lnTo>
                    <a:pt x="1340" y="379"/>
                  </a:lnTo>
                  <a:lnTo>
                    <a:pt x="1339" y="379"/>
                  </a:lnTo>
                  <a:lnTo>
                    <a:pt x="1338" y="379"/>
                  </a:lnTo>
                  <a:lnTo>
                    <a:pt x="1336" y="380"/>
                  </a:lnTo>
                  <a:lnTo>
                    <a:pt x="1335" y="380"/>
                  </a:lnTo>
                  <a:lnTo>
                    <a:pt x="1336" y="382"/>
                  </a:lnTo>
                  <a:lnTo>
                    <a:pt x="1334" y="386"/>
                  </a:lnTo>
                  <a:lnTo>
                    <a:pt x="1332" y="384"/>
                  </a:lnTo>
                  <a:lnTo>
                    <a:pt x="1332" y="383"/>
                  </a:lnTo>
                  <a:lnTo>
                    <a:pt x="1331" y="382"/>
                  </a:lnTo>
                  <a:lnTo>
                    <a:pt x="1328" y="382"/>
                  </a:lnTo>
                  <a:lnTo>
                    <a:pt x="1327" y="382"/>
                  </a:lnTo>
                  <a:lnTo>
                    <a:pt x="1326" y="382"/>
                  </a:lnTo>
                  <a:lnTo>
                    <a:pt x="1326" y="383"/>
                  </a:lnTo>
                  <a:lnTo>
                    <a:pt x="1326" y="386"/>
                  </a:lnTo>
                  <a:lnTo>
                    <a:pt x="1326" y="386"/>
                  </a:lnTo>
                  <a:lnTo>
                    <a:pt x="1325" y="387"/>
                  </a:lnTo>
                  <a:lnTo>
                    <a:pt x="1323" y="388"/>
                  </a:lnTo>
                  <a:lnTo>
                    <a:pt x="1325" y="390"/>
                  </a:lnTo>
                  <a:lnTo>
                    <a:pt x="1323" y="391"/>
                  </a:lnTo>
                  <a:lnTo>
                    <a:pt x="1321" y="391"/>
                  </a:lnTo>
                  <a:lnTo>
                    <a:pt x="1318" y="387"/>
                  </a:lnTo>
                  <a:lnTo>
                    <a:pt x="1317" y="387"/>
                  </a:lnTo>
                  <a:lnTo>
                    <a:pt x="1318" y="390"/>
                  </a:lnTo>
                  <a:lnTo>
                    <a:pt x="1317" y="391"/>
                  </a:lnTo>
                  <a:lnTo>
                    <a:pt x="1317" y="392"/>
                  </a:lnTo>
                  <a:lnTo>
                    <a:pt x="1315" y="393"/>
                  </a:lnTo>
                  <a:lnTo>
                    <a:pt x="1311" y="395"/>
                  </a:lnTo>
                  <a:lnTo>
                    <a:pt x="1310" y="396"/>
                  </a:lnTo>
                  <a:lnTo>
                    <a:pt x="1307" y="392"/>
                  </a:lnTo>
                  <a:lnTo>
                    <a:pt x="1306" y="392"/>
                  </a:lnTo>
                  <a:lnTo>
                    <a:pt x="1305" y="391"/>
                  </a:lnTo>
                  <a:lnTo>
                    <a:pt x="1305" y="390"/>
                  </a:lnTo>
                  <a:lnTo>
                    <a:pt x="1307" y="390"/>
                  </a:lnTo>
                  <a:lnTo>
                    <a:pt x="1307" y="388"/>
                  </a:lnTo>
                  <a:lnTo>
                    <a:pt x="1307" y="387"/>
                  </a:lnTo>
                  <a:lnTo>
                    <a:pt x="1311" y="387"/>
                  </a:lnTo>
                  <a:lnTo>
                    <a:pt x="1315" y="383"/>
                  </a:lnTo>
                  <a:lnTo>
                    <a:pt x="1315" y="382"/>
                  </a:lnTo>
                  <a:lnTo>
                    <a:pt x="1313" y="382"/>
                  </a:lnTo>
                  <a:lnTo>
                    <a:pt x="1311" y="384"/>
                  </a:lnTo>
                  <a:lnTo>
                    <a:pt x="1309" y="383"/>
                  </a:lnTo>
                  <a:lnTo>
                    <a:pt x="1307" y="382"/>
                  </a:lnTo>
                  <a:lnTo>
                    <a:pt x="1306" y="380"/>
                  </a:lnTo>
                  <a:lnTo>
                    <a:pt x="1303" y="380"/>
                  </a:lnTo>
                  <a:lnTo>
                    <a:pt x="1299" y="379"/>
                  </a:lnTo>
                  <a:lnTo>
                    <a:pt x="1297" y="379"/>
                  </a:lnTo>
                  <a:lnTo>
                    <a:pt x="1298" y="382"/>
                  </a:lnTo>
                  <a:lnTo>
                    <a:pt x="1296" y="382"/>
                  </a:lnTo>
                  <a:lnTo>
                    <a:pt x="1294" y="380"/>
                  </a:lnTo>
                  <a:lnTo>
                    <a:pt x="1294" y="379"/>
                  </a:lnTo>
                  <a:lnTo>
                    <a:pt x="1292" y="380"/>
                  </a:lnTo>
                  <a:lnTo>
                    <a:pt x="1288" y="379"/>
                  </a:lnTo>
                  <a:lnTo>
                    <a:pt x="1285" y="380"/>
                  </a:lnTo>
                  <a:lnTo>
                    <a:pt x="1284" y="378"/>
                  </a:lnTo>
                  <a:lnTo>
                    <a:pt x="1280" y="378"/>
                  </a:lnTo>
                  <a:lnTo>
                    <a:pt x="1277" y="382"/>
                  </a:lnTo>
                  <a:lnTo>
                    <a:pt x="1276" y="382"/>
                  </a:lnTo>
                  <a:lnTo>
                    <a:pt x="1276" y="383"/>
                  </a:lnTo>
                  <a:lnTo>
                    <a:pt x="1278" y="386"/>
                  </a:lnTo>
                  <a:lnTo>
                    <a:pt x="1276" y="387"/>
                  </a:lnTo>
                  <a:lnTo>
                    <a:pt x="1274" y="386"/>
                  </a:lnTo>
                  <a:lnTo>
                    <a:pt x="1273" y="388"/>
                  </a:lnTo>
                  <a:lnTo>
                    <a:pt x="1276" y="390"/>
                  </a:lnTo>
                  <a:lnTo>
                    <a:pt x="1277" y="388"/>
                  </a:lnTo>
                  <a:lnTo>
                    <a:pt x="1278" y="390"/>
                  </a:lnTo>
                  <a:lnTo>
                    <a:pt x="1278" y="391"/>
                  </a:lnTo>
                  <a:lnTo>
                    <a:pt x="1273" y="393"/>
                  </a:lnTo>
                  <a:lnTo>
                    <a:pt x="1272" y="391"/>
                  </a:lnTo>
                  <a:lnTo>
                    <a:pt x="1268" y="391"/>
                  </a:lnTo>
                  <a:lnTo>
                    <a:pt x="1267" y="392"/>
                  </a:lnTo>
                  <a:lnTo>
                    <a:pt x="1268" y="393"/>
                  </a:lnTo>
                  <a:lnTo>
                    <a:pt x="1265" y="393"/>
                  </a:lnTo>
                  <a:lnTo>
                    <a:pt x="1264" y="395"/>
                  </a:lnTo>
                  <a:lnTo>
                    <a:pt x="1263" y="395"/>
                  </a:lnTo>
                  <a:lnTo>
                    <a:pt x="1263" y="393"/>
                  </a:lnTo>
                  <a:lnTo>
                    <a:pt x="1257" y="393"/>
                  </a:lnTo>
                  <a:lnTo>
                    <a:pt x="1256" y="395"/>
                  </a:lnTo>
                  <a:lnTo>
                    <a:pt x="1251" y="393"/>
                  </a:lnTo>
                  <a:lnTo>
                    <a:pt x="1248" y="395"/>
                  </a:lnTo>
                  <a:lnTo>
                    <a:pt x="1248" y="396"/>
                  </a:lnTo>
                  <a:lnTo>
                    <a:pt x="1252" y="399"/>
                  </a:lnTo>
                  <a:lnTo>
                    <a:pt x="1249" y="400"/>
                  </a:lnTo>
                  <a:lnTo>
                    <a:pt x="1248" y="403"/>
                  </a:lnTo>
                  <a:lnTo>
                    <a:pt x="1247" y="400"/>
                  </a:lnTo>
                  <a:lnTo>
                    <a:pt x="1244" y="400"/>
                  </a:lnTo>
                  <a:lnTo>
                    <a:pt x="1245" y="397"/>
                  </a:lnTo>
                  <a:lnTo>
                    <a:pt x="1244" y="396"/>
                  </a:lnTo>
                  <a:lnTo>
                    <a:pt x="1243" y="397"/>
                  </a:lnTo>
                  <a:lnTo>
                    <a:pt x="1240" y="399"/>
                  </a:lnTo>
                  <a:lnTo>
                    <a:pt x="1239" y="399"/>
                  </a:lnTo>
                  <a:lnTo>
                    <a:pt x="1236" y="400"/>
                  </a:lnTo>
                  <a:lnTo>
                    <a:pt x="1234" y="400"/>
                  </a:lnTo>
                  <a:lnTo>
                    <a:pt x="1230" y="401"/>
                  </a:lnTo>
                  <a:lnTo>
                    <a:pt x="1227" y="401"/>
                  </a:lnTo>
                  <a:lnTo>
                    <a:pt x="1223" y="405"/>
                  </a:lnTo>
                  <a:lnTo>
                    <a:pt x="1220" y="405"/>
                  </a:lnTo>
                  <a:lnTo>
                    <a:pt x="1218" y="404"/>
                  </a:lnTo>
                  <a:lnTo>
                    <a:pt x="1217" y="404"/>
                  </a:lnTo>
                  <a:lnTo>
                    <a:pt x="1217" y="407"/>
                  </a:lnTo>
                  <a:lnTo>
                    <a:pt x="1213" y="409"/>
                  </a:lnTo>
                  <a:lnTo>
                    <a:pt x="1211" y="412"/>
                  </a:lnTo>
                  <a:lnTo>
                    <a:pt x="1209" y="415"/>
                  </a:lnTo>
                  <a:lnTo>
                    <a:pt x="1209" y="417"/>
                  </a:lnTo>
                  <a:lnTo>
                    <a:pt x="1211" y="421"/>
                  </a:lnTo>
                  <a:lnTo>
                    <a:pt x="1211" y="426"/>
                  </a:lnTo>
                  <a:lnTo>
                    <a:pt x="1207" y="430"/>
                  </a:lnTo>
                  <a:lnTo>
                    <a:pt x="1206" y="434"/>
                  </a:lnTo>
                  <a:lnTo>
                    <a:pt x="1206" y="437"/>
                  </a:lnTo>
                  <a:lnTo>
                    <a:pt x="1206" y="442"/>
                  </a:lnTo>
                  <a:lnTo>
                    <a:pt x="1207" y="443"/>
                  </a:lnTo>
                  <a:lnTo>
                    <a:pt x="1207" y="446"/>
                  </a:lnTo>
                  <a:lnTo>
                    <a:pt x="1206" y="446"/>
                  </a:lnTo>
                  <a:lnTo>
                    <a:pt x="1205" y="447"/>
                  </a:lnTo>
                  <a:lnTo>
                    <a:pt x="1205" y="450"/>
                  </a:lnTo>
                  <a:lnTo>
                    <a:pt x="1203" y="450"/>
                  </a:lnTo>
                  <a:lnTo>
                    <a:pt x="1205" y="454"/>
                  </a:lnTo>
                  <a:lnTo>
                    <a:pt x="1202" y="457"/>
                  </a:lnTo>
                  <a:lnTo>
                    <a:pt x="1202" y="459"/>
                  </a:lnTo>
                  <a:lnTo>
                    <a:pt x="1199" y="463"/>
                  </a:lnTo>
                  <a:lnTo>
                    <a:pt x="1199" y="466"/>
                  </a:lnTo>
                  <a:lnTo>
                    <a:pt x="1198" y="467"/>
                  </a:lnTo>
                  <a:lnTo>
                    <a:pt x="1197" y="471"/>
                  </a:lnTo>
                  <a:lnTo>
                    <a:pt x="1197" y="471"/>
                  </a:lnTo>
                  <a:lnTo>
                    <a:pt x="1194" y="476"/>
                  </a:lnTo>
                  <a:lnTo>
                    <a:pt x="1195" y="482"/>
                  </a:lnTo>
                  <a:lnTo>
                    <a:pt x="1194" y="483"/>
                  </a:lnTo>
                  <a:lnTo>
                    <a:pt x="1195" y="486"/>
                  </a:lnTo>
                  <a:lnTo>
                    <a:pt x="1193" y="488"/>
                  </a:lnTo>
                  <a:lnTo>
                    <a:pt x="1193" y="491"/>
                  </a:lnTo>
                  <a:lnTo>
                    <a:pt x="1190" y="493"/>
                  </a:lnTo>
                  <a:lnTo>
                    <a:pt x="1192" y="495"/>
                  </a:lnTo>
                  <a:lnTo>
                    <a:pt x="1190" y="496"/>
                  </a:lnTo>
                  <a:lnTo>
                    <a:pt x="1190" y="499"/>
                  </a:lnTo>
                  <a:lnTo>
                    <a:pt x="1186" y="501"/>
                  </a:lnTo>
                  <a:lnTo>
                    <a:pt x="1186" y="505"/>
                  </a:lnTo>
                  <a:lnTo>
                    <a:pt x="1182" y="509"/>
                  </a:lnTo>
                  <a:lnTo>
                    <a:pt x="1182" y="511"/>
                  </a:lnTo>
                  <a:lnTo>
                    <a:pt x="1181" y="515"/>
                  </a:lnTo>
                  <a:lnTo>
                    <a:pt x="1180" y="517"/>
                  </a:lnTo>
                  <a:lnTo>
                    <a:pt x="1178" y="518"/>
                  </a:lnTo>
                  <a:lnTo>
                    <a:pt x="1180" y="521"/>
                  </a:lnTo>
                  <a:lnTo>
                    <a:pt x="1182" y="522"/>
                  </a:lnTo>
                  <a:lnTo>
                    <a:pt x="1184" y="521"/>
                  </a:lnTo>
                  <a:lnTo>
                    <a:pt x="1186" y="524"/>
                  </a:lnTo>
                  <a:lnTo>
                    <a:pt x="1189" y="524"/>
                  </a:lnTo>
                  <a:lnTo>
                    <a:pt x="1192" y="521"/>
                  </a:lnTo>
                  <a:lnTo>
                    <a:pt x="1193" y="521"/>
                  </a:lnTo>
                  <a:lnTo>
                    <a:pt x="1195" y="520"/>
                  </a:lnTo>
                  <a:lnTo>
                    <a:pt x="1197" y="520"/>
                  </a:lnTo>
                  <a:lnTo>
                    <a:pt x="1199" y="518"/>
                  </a:lnTo>
                  <a:lnTo>
                    <a:pt x="1199" y="525"/>
                  </a:lnTo>
                  <a:lnTo>
                    <a:pt x="1202" y="529"/>
                  </a:lnTo>
                  <a:lnTo>
                    <a:pt x="1202" y="532"/>
                  </a:lnTo>
                  <a:lnTo>
                    <a:pt x="1202" y="536"/>
                  </a:lnTo>
                  <a:lnTo>
                    <a:pt x="1205" y="538"/>
                  </a:lnTo>
                  <a:lnTo>
                    <a:pt x="1207" y="536"/>
                  </a:lnTo>
                  <a:lnTo>
                    <a:pt x="1207" y="536"/>
                  </a:lnTo>
                  <a:lnTo>
                    <a:pt x="1209" y="536"/>
                  </a:lnTo>
                  <a:lnTo>
                    <a:pt x="1210" y="533"/>
                  </a:lnTo>
                  <a:lnTo>
                    <a:pt x="1211" y="532"/>
                  </a:lnTo>
                  <a:lnTo>
                    <a:pt x="1213" y="533"/>
                  </a:lnTo>
                  <a:lnTo>
                    <a:pt x="1214" y="532"/>
                  </a:lnTo>
                  <a:lnTo>
                    <a:pt x="1217" y="533"/>
                  </a:lnTo>
                  <a:lnTo>
                    <a:pt x="1215" y="533"/>
                  </a:lnTo>
                  <a:lnTo>
                    <a:pt x="1214" y="536"/>
                  </a:lnTo>
                  <a:lnTo>
                    <a:pt x="1215" y="538"/>
                  </a:lnTo>
                  <a:lnTo>
                    <a:pt x="1214" y="538"/>
                  </a:lnTo>
                  <a:lnTo>
                    <a:pt x="1211" y="541"/>
                  </a:lnTo>
                  <a:lnTo>
                    <a:pt x="1213" y="542"/>
                  </a:lnTo>
                  <a:lnTo>
                    <a:pt x="1218" y="541"/>
                  </a:lnTo>
                  <a:lnTo>
                    <a:pt x="1220" y="540"/>
                  </a:lnTo>
                  <a:lnTo>
                    <a:pt x="1220" y="536"/>
                  </a:lnTo>
                  <a:lnTo>
                    <a:pt x="1220" y="533"/>
                  </a:lnTo>
                  <a:lnTo>
                    <a:pt x="1222" y="532"/>
                  </a:lnTo>
                  <a:lnTo>
                    <a:pt x="1223" y="534"/>
                  </a:lnTo>
                  <a:lnTo>
                    <a:pt x="1223" y="538"/>
                  </a:lnTo>
                  <a:lnTo>
                    <a:pt x="1223" y="541"/>
                  </a:lnTo>
                  <a:lnTo>
                    <a:pt x="1224" y="540"/>
                  </a:lnTo>
                  <a:lnTo>
                    <a:pt x="1226" y="537"/>
                  </a:lnTo>
                  <a:lnTo>
                    <a:pt x="1224" y="533"/>
                  </a:lnTo>
                  <a:lnTo>
                    <a:pt x="1224" y="530"/>
                  </a:lnTo>
                  <a:lnTo>
                    <a:pt x="1223" y="528"/>
                  </a:lnTo>
                  <a:lnTo>
                    <a:pt x="1222" y="524"/>
                  </a:lnTo>
                  <a:lnTo>
                    <a:pt x="1224" y="524"/>
                  </a:lnTo>
                  <a:lnTo>
                    <a:pt x="1226" y="525"/>
                  </a:lnTo>
                  <a:lnTo>
                    <a:pt x="1226" y="526"/>
                  </a:lnTo>
                  <a:lnTo>
                    <a:pt x="1227" y="528"/>
                  </a:lnTo>
                  <a:lnTo>
                    <a:pt x="1228" y="528"/>
                  </a:lnTo>
                  <a:lnTo>
                    <a:pt x="1230" y="526"/>
                  </a:lnTo>
                  <a:lnTo>
                    <a:pt x="1231" y="526"/>
                  </a:lnTo>
                  <a:lnTo>
                    <a:pt x="1234" y="524"/>
                  </a:lnTo>
                  <a:lnTo>
                    <a:pt x="1238" y="526"/>
                  </a:lnTo>
                  <a:lnTo>
                    <a:pt x="1240" y="526"/>
                  </a:lnTo>
                  <a:lnTo>
                    <a:pt x="1242" y="528"/>
                  </a:lnTo>
                  <a:lnTo>
                    <a:pt x="1243" y="530"/>
                  </a:lnTo>
                  <a:lnTo>
                    <a:pt x="1244" y="532"/>
                  </a:lnTo>
                  <a:lnTo>
                    <a:pt x="1247" y="532"/>
                  </a:lnTo>
                  <a:lnTo>
                    <a:pt x="1248" y="533"/>
                  </a:lnTo>
                  <a:lnTo>
                    <a:pt x="1253" y="536"/>
                  </a:lnTo>
                  <a:lnTo>
                    <a:pt x="1255" y="537"/>
                  </a:lnTo>
                  <a:lnTo>
                    <a:pt x="1256" y="537"/>
                  </a:lnTo>
                  <a:lnTo>
                    <a:pt x="1257" y="540"/>
                  </a:lnTo>
                  <a:lnTo>
                    <a:pt x="1259" y="540"/>
                  </a:lnTo>
                  <a:lnTo>
                    <a:pt x="1261" y="543"/>
                  </a:lnTo>
                  <a:lnTo>
                    <a:pt x="1260" y="545"/>
                  </a:lnTo>
                  <a:lnTo>
                    <a:pt x="1260" y="547"/>
                  </a:lnTo>
                  <a:lnTo>
                    <a:pt x="1259" y="547"/>
                  </a:lnTo>
                  <a:lnTo>
                    <a:pt x="1260" y="550"/>
                  </a:lnTo>
                  <a:lnTo>
                    <a:pt x="1263" y="550"/>
                  </a:lnTo>
                  <a:lnTo>
                    <a:pt x="1265" y="554"/>
                  </a:lnTo>
                  <a:lnTo>
                    <a:pt x="1265" y="557"/>
                  </a:lnTo>
                  <a:lnTo>
                    <a:pt x="1264" y="558"/>
                  </a:lnTo>
                  <a:lnTo>
                    <a:pt x="1264" y="561"/>
                  </a:lnTo>
                  <a:lnTo>
                    <a:pt x="1267" y="563"/>
                  </a:lnTo>
                  <a:lnTo>
                    <a:pt x="1268" y="563"/>
                  </a:lnTo>
                  <a:lnTo>
                    <a:pt x="1271" y="562"/>
                  </a:lnTo>
                  <a:lnTo>
                    <a:pt x="1271" y="565"/>
                  </a:lnTo>
                  <a:lnTo>
                    <a:pt x="1269" y="566"/>
                  </a:lnTo>
                  <a:lnTo>
                    <a:pt x="1269" y="568"/>
                  </a:lnTo>
                  <a:lnTo>
                    <a:pt x="1272" y="570"/>
                  </a:lnTo>
                  <a:lnTo>
                    <a:pt x="1271" y="571"/>
                  </a:lnTo>
                  <a:lnTo>
                    <a:pt x="1271" y="572"/>
                  </a:lnTo>
                  <a:lnTo>
                    <a:pt x="1271" y="575"/>
                  </a:lnTo>
                  <a:lnTo>
                    <a:pt x="1269" y="578"/>
                  </a:lnTo>
                  <a:lnTo>
                    <a:pt x="1271" y="578"/>
                  </a:lnTo>
                  <a:lnTo>
                    <a:pt x="1271" y="580"/>
                  </a:lnTo>
                  <a:lnTo>
                    <a:pt x="1271" y="580"/>
                  </a:lnTo>
                  <a:lnTo>
                    <a:pt x="1272" y="582"/>
                  </a:lnTo>
                  <a:lnTo>
                    <a:pt x="1269" y="583"/>
                  </a:lnTo>
                  <a:lnTo>
                    <a:pt x="1272" y="590"/>
                  </a:lnTo>
                  <a:lnTo>
                    <a:pt x="1271" y="591"/>
                  </a:lnTo>
                  <a:lnTo>
                    <a:pt x="1272" y="595"/>
                  </a:lnTo>
                  <a:lnTo>
                    <a:pt x="1272" y="596"/>
                  </a:lnTo>
                  <a:lnTo>
                    <a:pt x="1272" y="599"/>
                  </a:lnTo>
                  <a:lnTo>
                    <a:pt x="1274" y="607"/>
                  </a:lnTo>
                  <a:lnTo>
                    <a:pt x="1276" y="607"/>
                  </a:lnTo>
                  <a:lnTo>
                    <a:pt x="1278" y="605"/>
                  </a:lnTo>
                  <a:lnTo>
                    <a:pt x="1278" y="607"/>
                  </a:lnTo>
                  <a:lnTo>
                    <a:pt x="1277" y="609"/>
                  </a:lnTo>
                  <a:lnTo>
                    <a:pt x="1276" y="611"/>
                  </a:lnTo>
                  <a:lnTo>
                    <a:pt x="1277" y="613"/>
                  </a:lnTo>
                  <a:lnTo>
                    <a:pt x="1278" y="613"/>
                  </a:lnTo>
                  <a:lnTo>
                    <a:pt x="1281" y="616"/>
                  </a:lnTo>
                  <a:lnTo>
                    <a:pt x="1281" y="621"/>
                  </a:lnTo>
                  <a:lnTo>
                    <a:pt x="1281" y="622"/>
                  </a:lnTo>
                  <a:lnTo>
                    <a:pt x="1281" y="624"/>
                  </a:lnTo>
                  <a:lnTo>
                    <a:pt x="1282" y="629"/>
                  </a:lnTo>
                  <a:lnTo>
                    <a:pt x="1284" y="629"/>
                  </a:lnTo>
                  <a:lnTo>
                    <a:pt x="1284" y="632"/>
                  </a:lnTo>
                  <a:lnTo>
                    <a:pt x="1284" y="633"/>
                  </a:lnTo>
                  <a:lnTo>
                    <a:pt x="1284" y="637"/>
                  </a:lnTo>
                  <a:lnTo>
                    <a:pt x="1285" y="640"/>
                  </a:lnTo>
                  <a:lnTo>
                    <a:pt x="1285" y="642"/>
                  </a:lnTo>
                  <a:lnTo>
                    <a:pt x="1281" y="646"/>
                  </a:lnTo>
                  <a:lnTo>
                    <a:pt x="1281" y="649"/>
                  </a:lnTo>
                  <a:lnTo>
                    <a:pt x="1280" y="653"/>
                  </a:lnTo>
                  <a:lnTo>
                    <a:pt x="1280" y="657"/>
                  </a:lnTo>
                  <a:lnTo>
                    <a:pt x="1281" y="657"/>
                  </a:lnTo>
                  <a:lnTo>
                    <a:pt x="1280" y="661"/>
                  </a:lnTo>
                  <a:lnTo>
                    <a:pt x="1278" y="663"/>
                  </a:lnTo>
                  <a:lnTo>
                    <a:pt x="1278" y="666"/>
                  </a:lnTo>
                  <a:lnTo>
                    <a:pt x="1276" y="670"/>
                  </a:lnTo>
                  <a:lnTo>
                    <a:pt x="1277" y="670"/>
                  </a:lnTo>
                  <a:lnTo>
                    <a:pt x="1277" y="671"/>
                  </a:lnTo>
                  <a:lnTo>
                    <a:pt x="1276" y="674"/>
                  </a:lnTo>
                  <a:lnTo>
                    <a:pt x="1277" y="679"/>
                  </a:lnTo>
                  <a:lnTo>
                    <a:pt x="1274" y="682"/>
                  </a:lnTo>
                  <a:lnTo>
                    <a:pt x="1274" y="686"/>
                  </a:lnTo>
                  <a:lnTo>
                    <a:pt x="1276" y="686"/>
                  </a:lnTo>
                  <a:lnTo>
                    <a:pt x="1276" y="688"/>
                  </a:lnTo>
                  <a:lnTo>
                    <a:pt x="1273" y="691"/>
                  </a:lnTo>
                  <a:lnTo>
                    <a:pt x="1273" y="693"/>
                  </a:lnTo>
                  <a:lnTo>
                    <a:pt x="1271" y="696"/>
                  </a:lnTo>
                  <a:lnTo>
                    <a:pt x="1271" y="699"/>
                  </a:lnTo>
                  <a:lnTo>
                    <a:pt x="1268" y="701"/>
                  </a:lnTo>
                  <a:lnTo>
                    <a:pt x="1265" y="712"/>
                  </a:lnTo>
                  <a:lnTo>
                    <a:pt x="1264" y="712"/>
                  </a:lnTo>
                  <a:lnTo>
                    <a:pt x="1264" y="715"/>
                  </a:lnTo>
                  <a:lnTo>
                    <a:pt x="1264" y="716"/>
                  </a:lnTo>
                  <a:lnTo>
                    <a:pt x="1264" y="717"/>
                  </a:lnTo>
                  <a:lnTo>
                    <a:pt x="1261" y="720"/>
                  </a:lnTo>
                  <a:lnTo>
                    <a:pt x="1261" y="721"/>
                  </a:lnTo>
                  <a:lnTo>
                    <a:pt x="1259" y="722"/>
                  </a:lnTo>
                  <a:lnTo>
                    <a:pt x="1259" y="726"/>
                  </a:lnTo>
                  <a:lnTo>
                    <a:pt x="1257" y="726"/>
                  </a:lnTo>
                  <a:lnTo>
                    <a:pt x="1259" y="729"/>
                  </a:lnTo>
                  <a:lnTo>
                    <a:pt x="1256" y="733"/>
                  </a:lnTo>
                  <a:lnTo>
                    <a:pt x="1256" y="733"/>
                  </a:lnTo>
                  <a:lnTo>
                    <a:pt x="1255" y="732"/>
                  </a:lnTo>
                  <a:lnTo>
                    <a:pt x="1255" y="734"/>
                  </a:lnTo>
                  <a:lnTo>
                    <a:pt x="1255" y="737"/>
                  </a:lnTo>
                  <a:lnTo>
                    <a:pt x="1252" y="738"/>
                  </a:lnTo>
                  <a:lnTo>
                    <a:pt x="1253" y="740"/>
                  </a:lnTo>
                  <a:lnTo>
                    <a:pt x="1249" y="745"/>
                  </a:lnTo>
                  <a:lnTo>
                    <a:pt x="1247" y="747"/>
                  </a:lnTo>
                  <a:lnTo>
                    <a:pt x="1245" y="747"/>
                  </a:lnTo>
                  <a:lnTo>
                    <a:pt x="1245" y="749"/>
                  </a:lnTo>
                  <a:lnTo>
                    <a:pt x="1242" y="750"/>
                  </a:lnTo>
                  <a:lnTo>
                    <a:pt x="1239" y="753"/>
                  </a:lnTo>
                  <a:lnTo>
                    <a:pt x="1238" y="751"/>
                  </a:lnTo>
                  <a:lnTo>
                    <a:pt x="1236" y="753"/>
                  </a:lnTo>
                  <a:lnTo>
                    <a:pt x="1232" y="750"/>
                  </a:lnTo>
                  <a:lnTo>
                    <a:pt x="1228" y="749"/>
                  </a:lnTo>
                  <a:lnTo>
                    <a:pt x="1228" y="745"/>
                  </a:lnTo>
                  <a:lnTo>
                    <a:pt x="1227" y="743"/>
                  </a:lnTo>
                  <a:lnTo>
                    <a:pt x="1224" y="745"/>
                  </a:lnTo>
                  <a:lnTo>
                    <a:pt x="1222" y="743"/>
                  </a:lnTo>
                  <a:lnTo>
                    <a:pt x="1222" y="745"/>
                  </a:lnTo>
                  <a:lnTo>
                    <a:pt x="1222" y="747"/>
                  </a:lnTo>
                  <a:lnTo>
                    <a:pt x="1219" y="749"/>
                  </a:lnTo>
                  <a:lnTo>
                    <a:pt x="1219" y="753"/>
                  </a:lnTo>
                  <a:lnTo>
                    <a:pt x="1218" y="754"/>
                  </a:lnTo>
                  <a:lnTo>
                    <a:pt x="1217" y="758"/>
                  </a:lnTo>
                  <a:lnTo>
                    <a:pt x="1215" y="757"/>
                  </a:lnTo>
                  <a:lnTo>
                    <a:pt x="1213" y="758"/>
                  </a:lnTo>
                  <a:lnTo>
                    <a:pt x="1211" y="761"/>
                  </a:lnTo>
                  <a:lnTo>
                    <a:pt x="1211" y="761"/>
                  </a:lnTo>
                  <a:lnTo>
                    <a:pt x="1210" y="761"/>
                  </a:lnTo>
                  <a:lnTo>
                    <a:pt x="1209" y="758"/>
                  </a:lnTo>
                  <a:lnTo>
                    <a:pt x="1209" y="758"/>
                  </a:lnTo>
                  <a:lnTo>
                    <a:pt x="1209" y="757"/>
                  </a:lnTo>
                  <a:lnTo>
                    <a:pt x="1209" y="755"/>
                  </a:lnTo>
                  <a:lnTo>
                    <a:pt x="1209" y="755"/>
                  </a:lnTo>
                  <a:lnTo>
                    <a:pt x="1207" y="753"/>
                  </a:lnTo>
                  <a:lnTo>
                    <a:pt x="1207" y="753"/>
                  </a:lnTo>
                  <a:lnTo>
                    <a:pt x="1209" y="751"/>
                  </a:lnTo>
                  <a:lnTo>
                    <a:pt x="1213" y="751"/>
                  </a:lnTo>
                  <a:lnTo>
                    <a:pt x="1213" y="751"/>
                  </a:lnTo>
                  <a:lnTo>
                    <a:pt x="1213" y="750"/>
                  </a:lnTo>
                  <a:lnTo>
                    <a:pt x="1213" y="749"/>
                  </a:lnTo>
                  <a:lnTo>
                    <a:pt x="1213" y="747"/>
                  </a:lnTo>
                  <a:lnTo>
                    <a:pt x="1214" y="746"/>
                  </a:lnTo>
                  <a:lnTo>
                    <a:pt x="1213" y="743"/>
                  </a:lnTo>
                  <a:lnTo>
                    <a:pt x="1213" y="741"/>
                  </a:lnTo>
                  <a:lnTo>
                    <a:pt x="1211" y="741"/>
                  </a:lnTo>
                  <a:lnTo>
                    <a:pt x="1211" y="737"/>
                  </a:lnTo>
                  <a:lnTo>
                    <a:pt x="1211" y="734"/>
                  </a:lnTo>
                  <a:lnTo>
                    <a:pt x="1211" y="732"/>
                  </a:lnTo>
                  <a:lnTo>
                    <a:pt x="1211" y="729"/>
                  </a:lnTo>
                  <a:lnTo>
                    <a:pt x="1210" y="728"/>
                  </a:lnTo>
                  <a:lnTo>
                    <a:pt x="1209" y="726"/>
                  </a:lnTo>
                  <a:lnTo>
                    <a:pt x="1209" y="724"/>
                  </a:lnTo>
                  <a:lnTo>
                    <a:pt x="1206" y="720"/>
                  </a:lnTo>
                  <a:lnTo>
                    <a:pt x="1205" y="718"/>
                  </a:lnTo>
                  <a:lnTo>
                    <a:pt x="1205" y="717"/>
                  </a:lnTo>
                  <a:lnTo>
                    <a:pt x="1207" y="716"/>
                  </a:lnTo>
                  <a:lnTo>
                    <a:pt x="1209" y="716"/>
                  </a:lnTo>
                  <a:lnTo>
                    <a:pt x="1209" y="715"/>
                  </a:lnTo>
                  <a:lnTo>
                    <a:pt x="1210" y="713"/>
                  </a:lnTo>
                  <a:lnTo>
                    <a:pt x="1211" y="709"/>
                  </a:lnTo>
                  <a:lnTo>
                    <a:pt x="1213" y="709"/>
                  </a:lnTo>
                  <a:lnTo>
                    <a:pt x="1215" y="709"/>
                  </a:lnTo>
                  <a:lnTo>
                    <a:pt x="1217" y="711"/>
                  </a:lnTo>
                  <a:lnTo>
                    <a:pt x="1223" y="712"/>
                  </a:lnTo>
                  <a:lnTo>
                    <a:pt x="1224" y="712"/>
                  </a:lnTo>
                  <a:lnTo>
                    <a:pt x="1226" y="712"/>
                  </a:lnTo>
                  <a:lnTo>
                    <a:pt x="1227" y="711"/>
                  </a:lnTo>
                  <a:lnTo>
                    <a:pt x="1227" y="709"/>
                  </a:lnTo>
                  <a:lnTo>
                    <a:pt x="1226" y="708"/>
                  </a:lnTo>
                  <a:lnTo>
                    <a:pt x="1226" y="707"/>
                  </a:lnTo>
                  <a:lnTo>
                    <a:pt x="1226" y="705"/>
                  </a:lnTo>
                  <a:lnTo>
                    <a:pt x="1226" y="704"/>
                  </a:lnTo>
                  <a:lnTo>
                    <a:pt x="1226" y="703"/>
                  </a:lnTo>
                  <a:lnTo>
                    <a:pt x="1227" y="700"/>
                  </a:lnTo>
                  <a:lnTo>
                    <a:pt x="1227" y="700"/>
                  </a:lnTo>
                  <a:lnTo>
                    <a:pt x="1227" y="697"/>
                  </a:lnTo>
                  <a:lnTo>
                    <a:pt x="1226" y="696"/>
                  </a:lnTo>
                  <a:lnTo>
                    <a:pt x="1227" y="696"/>
                  </a:lnTo>
                  <a:lnTo>
                    <a:pt x="1228" y="695"/>
                  </a:lnTo>
                  <a:lnTo>
                    <a:pt x="1227" y="693"/>
                  </a:lnTo>
                  <a:lnTo>
                    <a:pt x="1227" y="692"/>
                  </a:lnTo>
                  <a:lnTo>
                    <a:pt x="1227" y="691"/>
                  </a:lnTo>
                  <a:lnTo>
                    <a:pt x="1227" y="690"/>
                  </a:lnTo>
                  <a:lnTo>
                    <a:pt x="1228" y="690"/>
                  </a:lnTo>
                  <a:lnTo>
                    <a:pt x="1228" y="688"/>
                  </a:lnTo>
                  <a:lnTo>
                    <a:pt x="1228" y="687"/>
                  </a:lnTo>
                  <a:lnTo>
                    <a:pt x="1227" y="684"/>
                  </a:lnTo>
                  <a:lnTo>
                    <a:pt x="1227" y="682"/>
                  </a:lnTo>
                  <a:lnTo>
                    <a:pt x="1227" y="682"/>
                  </a:lnTo>
                  <a:lnTo>
                    <a:pt x="1228" y="680"/>
                  </a:lnTo>
                  <a:lnTo>
                    <a:pt x="1228" y="680"/>
                  </a:lnTo>
                  <a:lnTo>
                    <a:pt x="1227" y="679"/>
                  </a:lnTo>
                  <a:lnTo>
                    <a:pt x="1227" y="678"/>
                  </a:lnTo>
                  <a:lnTo>
                    <a:pt x="1227" y="678"/>
                  </a:lnTo>
                  <a:lnTo>
                    <a:pt x="1226" y="676"/>
                  </a:lnTo>
                  <a:lnTo>
                    <a:pt x="1227" y="674"/>
                  </a:lnTo>
                  <a:lnTo>
                    <a:pt x="1227" y="672"/>
                  </a:lnTo>
                  <a:lnTo>
                    <a:pt x="1226" y="671"/>
                  </a:lnTo>
                  <a:lnTo>
                    <a:pt x="1226" y="670"/>
                  </a:lnTo>
                  <a:lnTo>
                    <a:pt x="1226" y="670"/>
                  </a:lnTo>
                  <a:lnTo>
                    <a:pt x="1227" y="667"/>
                  </a:lnTo>
                  <a:lnTo>
                    <a:pt x="1228" y="667"/>
                  </a:lnTo>
                  <a:lnTo>
                    <a:pt x="1230" y="666"/>
                  </a:lnTo>
                  <a:lnTo>
                    <a:pt x="1230" y="665"/>
                  </a:lnTo>
                  <a:lnTo>
                    <a:pt x="1230" y="662"/>
                  </a:lnTo>
                  <a:lnTo>
                    <a:pt x="1228" y="661"/>
                  </a:lnTo>
                  <a:lnTo>
                    <a:pt x="1227" y="659"/>
                  </a:lnTo>
                  <a:lnTo>
                    <a:pt x="1227" y="658"/>
                  </a:lnTo>
                  <a:lnTo>
                    <a:pt x="1224" y="655"/>
                  </a:lnTo>
                  <a:lnTo>
                    <a:pt x="1224" y="654"/>
                  </a:lnTo>
                  <a:lnTo>
                    <a:pt x="1226" y="653"/>
                  </a:lnTo>
                  <a:lnTo>
                    <a:pt x="1224" y="651"/>
                  </a:lnTo>
                  <a:lnTo>
                    <a:pt x="1223" y="650"/>
                  </a:lnTo>
                  <a:lnTo>
                    <a:pt x="1222" y="650"/>
                  </a:lnTo>
                  <a:lnTo>
                    <a:pt x="1220" y="649"/>
                  </a:lnTo>
                  <a:lnTo>
                    <a:pt x="1218" y="647"/>
                  </a:lnTo>
                  <a:lnTo>
                    <a:pt x="1217" y="649"/>
                  </a:lnTo>
                  <a:lnTo>
                    <a:pt x="1215" y="649"/>
                  </a:lnTo>
                  <a:lnTo>
                    <a:pt x="1214" y="650"/>
                  </a:lnTo>
                  <a:lnTo>
                    <a:pt x="1214" y="653"/>
                  </a:lnTo>
                  <a:lnTo>
                    <a:pt x="1213" y="653"/>
                  </a:lnTo>
                  <a:lnTo>
                    <a:pt x="1211" y="653"/>
                  </a:lnTo>
                  <a:lnTo>
                    <a:pt x="1210" y="655"/>
                  </a:lnTo>
                  <a:lnTo>
                    <a:pt x="1209" y="655"/>
                  </a:lnTo>
                  <a:lnTo>
                    <a:pt x="1206" y="655"/>
                  </a:lnTo>
                  <a:lnTo>
                    <a:pt x="1206" y="657"/>
                  </a:lnTo>
                  <a:lnTo>
                    <a:pt x="1206" y="659"/>
                  </a:lnTo>
                  <a:lnTo>
                    <a:pt x="1205" y="661"/>
                  </a:lnTo>
                  <a:lnTo>
                    <a:pt x="1203" y="662"/>
                  </a:lnTo>
                  <a:lnTo>
                    <a:pt x="1203" y="663"/>
                  </a:lnTo>
                  <a:lnTo>
                    <a:pt x="1202" y="665"/>
                  </a:lnTo>
                  <a:lnTo>
                    <a:pt x="1201" y="666"/>
                  </a:lnTo>
                  <a:lnTo>
                    <a:pt x="1198" y="666"/>
                  </a:lnTo>
                  <a:lnTo>
                    <a:pt x="1197" y="666"/>
                  </a:lnTo>
                  <a:lnTo>
                    <a:pt x="1195" y="666"/>
                  </a:lnTo>
                  <a:lnTo>
                    <a:pt x="1194" y="667"/>
                  </a:lnTo>
                  <a:lnTo>
                    <a:pt x="1193" y="667"/>
                  </a:lnTo>
                  <a:lnTo>
                    <a:pt x="1192" y="666"/>
                  </a:lnTo>
                  <a:lnTo>
                    <a:pt x="1192" y="665"/>
                  </a:lnTo>
                  <a:lnTo>
                    <a:pt x="1189" y="665"/>
                  </a:lnTo>
                  <a:lnTo>
                    <a:pt x="1188" y="666"/>
                  </a:lnTo>
                  <a:lnTo>
                    <a:pt x="1186" y="666"/>
                  </a:lnTo>
                  <a:lnTo>
                    <a:pt x="1185" y="665"/>
                  </a:lnTo>
                  <a:lnTo>
                    <a:pt x="1184" y="662"/>
                  </a:lnTo>
                  <a:lnTo>
                    <a:pt x="1182" y="662"/>
                  </a:lnTo>
                  <a:lnTo>
                    <a:pt x="1180" y="659"/>
                  </a:lnTo>
                  <a:lnTo>
                    <a:pt x="1180" y="657"/>
                  </a:lnTo>
                  <a:lnTo>
                    <a:pt x="1181" y="657"/>
                  </a:lnTo>
                  <a:lnTo>
                    <a:pt x="1181" y="654"/>
                  </a:lnTo>
                  <a:lnTo>
                    <a:pt x="1180" y="653"/>
                  </a:lnTo>
                  <a:lnTo>
                    <a:pt x="1180" y="650"/>
                  </a:lnTo>
                  <a:lnTo>
                    <a:pt x="1178" y="650"/>
                  </a:lnTo>
                  <a:lnTo>
                    <a:pt x="1177" y="649"/>
                  </a:lnTo>
                  <a:lnTo>
                    <a:pt x="1177" y="647"/>
                  </a:lnTo>
                  <a:lnTo>
                    <a:pt x="1178" y="646"/>
                  </a:lnTo>
                  <a:lnTo>
                    <a:pt x="1178" y="645"/>
                  </a:lnTo>
                  <a:lnTo>
                    <a:pt x="1178" y="643"/>
                  </a:lnTo>
                  <a:lnTo>
                    <a:pt x="1177" y="645"/>
                  </a:lnTo>
                  <a:lnTo>
                    <a:pt x="1176" y="645"/>
                  </a:lnTo>
                  <a:lnTo>
                    <a:pt x="1174" y="645"/>
                  </a:lnTo>
                  <a:lnTo>
                    <a:pt x="1173" y="646"/>
                  </a:lnTo>
                  <a:lnTo>
                    <a:pt x="1172" y="645"/>
                  </a:lnTo>
                  <a:lnTo>
                    <a:pt x="1170" y="645"/>
                  </a:lnTo>
                  <a:lnTo>
                    <a:pt x="1169" y="645"/>
                  </a:lnTo>
                  <a:lnTo>
                    <a:pt x="1169" y="643"/>
                  </a:lnTo>
                  <a:lnTo>
                    <a:pt x="1166" y="642"/>
                  </a:lnTo>
                  <a:lnTo>
                    <a:pt x="1165" y="641"/>
                  </a:lnTo>
                  <a:lnTo>
                    <a:pt x="1165" y="641"/>
                  </a:lnTo>
                  <a:lnTo>
                    <a:pt x="1164" y="641"/>
                  </a:lnTo>
                  <a:lnTo>
                    <a:pt x="1163" y="640"/>
                  </a:lnTo>
                  <a:lnTo>
                    <a:pt x="1163" y="638"/>
                  </a:lnTo>
                  <a:lnTo>
                    <a:pt x="1161" y="638"/>
                  </a:lnTo>
                  <a:lnTo>
                    <a:pt x="1160" y="637"/>
                  </a:lnTo>
                  <a:lnTo>
                    <a:pt x="1160" y="636"/>
                  </a:lnTo>
                  <a:lnTo>
                    <a:pt x="1159" y="634"/>
                  </a:lnTo>
                  <a:lnTo>
                    <a:pt x="1157" y="634"/>
                  </a:lnTo>
                  <a:lnTo>
                    <a:pt x="1157" y="636"/>
                  </a:lnTo>
                  <a:lnTo>
                    <a:pt x="1156" y="636"/>
                  </a:lnTo>
                  <a:lnTo>
                    <a:pt x="1155" y="636"/>
                  </a:lnTo>
                  <a:lnTo>
                    <a:pt x="1155" y="637"/>
                  </a:lnTo>
                  <a:lnTo>
                    <a:pt x="1152" y="636"/>
                  </a:lnTo>
                  <a:lnTo>
                    <a:pt x="1152" y="636"/>
                  </a:lnTo>
                  <a:lnTo>
                    <a:pt x="1151" y="634"/>
                  </a:lnTo>
                  <a:lnTo>
                    <a:pt x="1148" y="634"/>
                  </a:lnTo>
                  <a:lnTo>
                    <a:pt x="1147" y="634"/>
                  </a:lnTo>
                  <a:lnTo>
                    <a:pt x="1148" y="633"/>
                  </a:lnTo>
                  <a:lnTo>
                    <a:pt x="1148" y="632"/>
                  </a:lnTo>
                  <a:lnTo>
                    <a:pt x="1147" y="632"/>
                  </a:lnTo>
                  <a:lnTo>
                    <a:pt x="1145" y="633"/>
                  </a:lnTo>
                  <a:lnTo>
                    <a:pt x="1143" y="633"/>
                  </a:lnTo>
                  <a:lnTo>
                    <a:pt x="1141" y="633"/>
                  </a:lnTo>
                  <a:lnTo>
                    <a:pt x="1140" y="633"/>
                  </a:lnTo>
                  <a:lnTo>
                    <a:pt x="1139" y="633"/>
                  </a:lnTo>
                  <a:lnTo>
                    <a:pt x="1138" y="633"/>
                  </a:lnTo>
                  <a:lnTo>
                    <a:pt x="1138" y="632"/>
                  </a:lnTo>
                  <a:lnTo>
                    <a:pt x="1135" y="630"/>
                  </a:lnTo>
                  <a:lnTo>
                    <a:pt x="1132" y="628"/>
                  </a:lnTo>
                  <a:lnTo>
                    <a:pt x="1131" y="625"/>
                  </a:lnTo>
                  <a:lnTo>
                    <a:pt x="1131" y="624"/>
                  </a:lnTo>
                  <a:lnTo>
                    <a:pt x="1131" y="622"/>
                  </a:lnTo>
                  <a:lnTo>
                    <a:pt x="1130" y="621"/>
                  </a:lnTo>
                  <a:lnTo>
                    <a:pt x="1128" y="621"/>
                  </a:lnTo>
                  <a:lnTo>
                    <a:pt x="1128" y="618"/>
                  </a:lnTo>
                  <a:lnTo>
                    <a:pt x="1127" y="617"/>
                  </a:lnTo>
                  <a:lnTo>
                    <a:pt x="1127" y="616"/>
                  </a:lnTo>
                  <a:lnTo>
                    <a:pt x="1126" y="613"/>
                  </a:lnTo>
                  <a:lnTo>
                    <a:pt x="1122" y="611"/>
                  </a:lnTo>
                  <a:lnTo>
                    <a:pt x="1119" y="607"/>
                  </a:lnTo>
                  <a:lnTo>
                    <a:pt x="1119" y="605"/>
                  </a:lnTo>
                  <a:lnTo>
                    <a:pt x="1118" y="604"/>
                  </a:lnTo>
                  <a:lnTo>
                    <a:pt x="1116" y="604"/>
                  </a:lnTo>
                  <a:lnTo>
                    <a:pt x="1116" y="604"/>
                  </a:lnTo>
                  <a:lnTo>
                    <a:pt x="1116" y="603"/>
                  </a:lnTo>
                  <a:lnTo>
                    <a:pt x="1116" y="601"/>
                  </a:lnTo>
                  <a:lnTo>
                    <a:pt x="1115" y="600"/>
                  </a:lnTo>
                  <a:lnTo>
                    <a:pt x="1114" y="599"/>
                  </a:lnTo>
                  <a:lnTo>
                    <a:pt x="1114" y="599"/>
                  </a:lnTo>
                  <a:lnTo>
                    <a:pt x="1113" y="596"/>
                  </a:lnTo>
                  <a:lnTo>
                    <a:pt x="1111" y="595"/>
                  </a:lnTo>
                  <a:lnTo>
                    <a:pt x="1110" y="592"/>
                  </a:lnTo>
                  <a:lnTo>
                    <a:pt x="1107" y="591"/>
                  </a:lnTo>
                  <a:lnTo>
                    <a:pt x="1107" y="590"/>
                  </a:lnTo>
                  <a:lnTo>
                    <a:pt x="1109" y="588"/>
                  </a:lnTo>
                  <a:lnTo>
                    <a:pt x="1107" y="587"/>
                  </a:lnTo>
                  <a:lnTo>
                    <a:pt x="1105" y="587"/>
                  </a:lnTo>
                  <a:lnTo>
                    <a:pt x="1105" y="586"/>
                  </a:lnTo>
                  <a:lnTo>
                    <a:pt x="1105" y="584"/>
                  </a:lnTo>
                  <a:lnTo>
                    <a:pt x="1103" y="583"/>
                  </a:lnTo>
                  <a:lnTo>
                    <a:pt x="1103" y="582"/>
                  </a:lnTo>
                  <a:lnTo>
                    <a:pt x="1103" y="580"/>
                  </a:lnTo>
                  <a:lnTo>
                    <a:pt x="1102" y="579"/>
                  </a:lnTo>
                  <a:lnTo>
                    <a:pt x="1102" y="579"/>
                  </a:lnTo>
                  <a:lnTo>
                    <a:pt x="1101" y="578"/>
                  </a:lnTo>
                  <a:lnTo>
                    <a:pt x="1099" y="578"/>
                  </a:lnTo>
                  <a:lnTo>
                    <a:pt x="1098" y="578"/>
                  </a:lnTo>
                  <a:lnTo>
                    <a:pt x="1097" y="576"/>
                  </a:lnTo>
                  <a:lnTo>
                    <a:pt x="1098" y="575"/>
                  </a:lnTo>
                  <a:lnTo>
                    <a:pt x="1097" y="574"/>
                  </a:lnTo>
                  <a:lnTo>
                    <a:pt x="1095" y="574"/>
                  </a:lnTo>
                  <a:lnTo>
                    <a:pt x="1094" y="575"/>
                  </a:lnTo>
                  <a:lnTo>
                    <a:pt x="1094" y="574"/>
                  </a:lnTo>
                  <a:lnTo>
                    <a:pt x="1093" y="574"/>
                  </a:lnTo>
                  <a:lnTo>
                    <a:pt x="1093" y="572"/>
                  </a:lnTo>
                  <a:lnTo>
                    <a:pt x="1093" y="571"/>
                  </a:lnTo>
                  <a:lnTo>
                    <a:pt x="1091" y="570"/>
                  </a:lnTo>
                  <a:lnTo>
                    <a:pt x="1090" y="570"/>
                  </a:lnTo>
                  <a:lnTo>
                    <a:pt x="1089" y="570"/>
                  </a:lnTo>
                  <a:lnTo>
                    <a:pt x="1087" y="568"/>
                  </a:lnTo>
                  <a:lnTo>
                    <a:pt x="1087" y="568"/>
                  </a:lnTo>
                  <a:lnTo>
                    <a:pt x="1085" y="568"/>
                  </a:lnTo>
                  <a:lnTo>
                    <a:pt x="1085" y="568"/>
                  </a:lnTo>
                  <a:lnTo>
                    <a:pt x="1084" y="568"/>
                  </a:lnTo>
                  <a:lnTo>
                    <a:pt x="1084" y="571"/>
                  </a:lnTo>
                  <a:lnTo>
                    <a:pt x="1082" y="571"/>
                  </a:lnTo>
                  <a:lnTo>
                    <a:pt x="1080" y="570"/>
                  </a:lnTo>
                  <a:lnTo>
                    <a:pt x="1080" y="570"/>
                  </a:lnTo>
                  <a:lnTo>
                    <a:pt x="1078" y="570"/>
                  </a:lnTo>
                  <a:lnTo>
                    <a:pt x="1076" y="570"/>
                  </a:lnTo>
                  <a:lnTo>
                    <a:pt x="1074" y="568"/>
                  </a:lnTo>
                  <a:lnTo>
                    <a:pt x="1073" y="567"/>
                  </a:lnTo>
                  <a:lnTo>
                    <a:pt x="1069" y="567"/>
                  </a:lnTo>
                  <a:lnTo>
                    <a:pt x="1068" y="566"/>
                  </a:lnTo>
                  <a:lnTo>
                    <a:pt x="1066" y="566"/>
                  </a:lnTo>
                  <a:lnTo>
                    <a:pt x="1065" y="566"/>
                  </a:lnTo>
                  <a:lnTo>
                    <a:pt x="1064" y="566"/>
                  </a:lnTo>
                  <a:lnTo>
                    <a:pt x="1061" y="566"/>
                  </a:lnTo>
                  <a:lnTo>
                    <a:pt x="1060" y="568"/>
                  </a:lnTo>
                  <a:lnTo>
                    <a:pt x="1059" y="568"/>
                  </a:lnTo>
                  <a:lnTo>
                    <a:pt x="1059" y="568"/>
                  </a:lnTo>
                  <a:lnTo>
                    <a:pt x="1056" y="568"/>
                  </a:lnTo>
                  <a:lnTo>
                    <a:pt x="1055" y="568"/>
                  </a:lnTo>
                  <a:lnTo>
                    <a:pt x="1052" y="568"/>
                  </a:lnTo>
                  <a:lnTo>
                    <a:pt x="1051" y="570"/>
                  </a:lnTo>
                  <a:lnTo>
                    <a:pt x="1048" y="570"/>
                  </a:lnTo>
                  <a:lnTo>
                    <a:pt x="1047" y="572"/>
                  </a:lnTo>
                  <a:lnTo>
                    <a:pt x="1045" y="572"/>
                  </a:lnTo>
                  <a:lnTo>
                    <a:pt x="1044" y="572"/>
                  </a:lnTo>
                  <a:lnTo>
                    <a:pt x="1043" y="572"/>
                  </a:lnTo>
                  <a:lnTo>
                    <a:pt x="1041" y="572"/>
                  </a:lnTo>
                  <a:lnTo>
                    <a:pt x="1040" y="574"/>
                  </a:lnTo>
                  <a:lnTo>
                    <a:pt x="1037" y="574"/>
                  </a:lnTo>
                  <a:lnTo>
                    <a:pt x="1036" y="575"/>
                  </a:lnTo>
                  <a:lnTo>
                    <a:pt x="1036" y="576"/>
                  </a:lnTo>
                  <a:lnTo>
                    <a:pt x="1033" y="579"/>
                  </a:lnTo>
                  <a:lnTo>
                    <a:pt x="1033" y="580"/>
                  </a:lnTo>
                  <a:lnTo>
                    <a:pt x="1032" y="582"/>
                  </a:lnTo>
                  <a:lnTo>
                    <a:pt x="1032" y="583"/>
                  </a:lnTo>
                  <a:lnTo>
                    <a:pt x="1032" y="584"/>
                  </a:lnTo>
                  <a:lnTo>
                    <a:pt x="1032" y="587"/>
                  </a:lnTo>
                  <a:lnTo>
                    <a:pt x="1032" y="588"/>
                  </a:lnTo>
                  <a:lnTo>
                    <a:pt x="1033" y="588"/>
                  </a:lnTo>
                  <a:lnTo>
                    <a:pt x="1036" y="587"/>
                  </a:lnTo>
                  <a:lnTo>
                    <a:pt x="1037" y="586"/>
                  </a:lnTo>
                  <a:lnTo>
                    <a:pt x="1040" y="586"/>
                  </a:lnTo>
                  <a:lnTo>
                    <a:pt x="1041" y="590"/>
                  </a:lnTo>
                  <a:lnTo>
                    <a:pt x="1043" y="591"/>
                  </a:lnTo>
                  <a:lnTo>
                    <a:pt x="1044" y="592"/>
                  </a:lnTo>
                  <a:lnTo>
                    <a:pt x="1044" y="595"/>
                  </a:lnTo>
                  <a:lnTo>
                    <a:pt x="1044" y="596"/>
                  </a:lnTo>
                  <a:lnTo>
                    <a:pt x="1044" y="599"/>
                  </a:lnTo>
                  <a:lnTo>
                    <a:pt x="1043" y="600"/>
                  </a:lnTo>
                  <a:lnTo>
                    <a:pt x="1041" y="601"/>
                  </a:lnTo>
                  <a:lnTo>
                    <a:pt x="1040" y="604"/>
                  </a:lnTo>
                  <a:lnTo>
                    <a:pt x="1039" y="605"/>
                  </a:lnTo>
                  <a:lnTo>
                    <a:pt x="1037" y="608"/>
                  </a:lnTo>
                  <a:lnTo>
                    <a:pt x="1037" y="611"/>
                  </a:lnTo>
                  <a:lnTo>
                    <a:pt x="1039" y="612"/>
                  </a:lnTo>
                  <a:lnTo>
                    <a:pt x="1039" y="613"/>
                  </a:lnTo>
                  <a:lnTo>
                    <a:pt x="1039" y="616"/>
                  </a:lnTo>
                  <a:lnTo>
                    <a:pt x="1040" y="617"/>
                  </a:lnTo>
                  <a:lnTo>
                    <a:pt x="1040" y="620"/>
                  </a:lnTo>
                  <a:lnTo>
                    <a:pt x="1039" y="621"/>
                  </a:lnTo>
                  <a:lnTo>
                    <a:pt x="1037" y="622"/>
                  </a:lnTo>
                  <a:lnTo>
                    <a:pt x="1039" y="624"/>
                  </a:lnTo>
                  <a:lnTo>
                    <a:pt x="1039" y="628"/>
                  </a:lnTo>
                  <a:lnTo>
                    <a:pt x="1039" y="629"/>
                  </a:lnTo>
                  <a:lnTo>
                    <a:pt x="1039" y="632"/>
                  </a:lnTo>
                  <a:lnTo>
                    <a:pt x="1040" y="632"/>
                  </a:lnTo>
                  <a:lnTo>
                    <a:pt x="1040" y="633"/>
                  </a:lnTo>
                  <a:lnTo>
                    <a:pt x="1041" y="632"/>
                  </a:lnTo>
                  <a:lnTo>
                    <a:pt x="1043" y="633"/>
                  </a:lnTo>
                  <a:lnTo>
                    <a:pt x="1043" y="634"/>
                  </a:lnTo>
                  <a:lnTo>
                    <a:pt x="1043" y="637"/>
                  </a:lnTo>
                  <a:lnTo>
                    <a:pt x="1040" y="640"/>
                  </a:lnTo>
                  <a:lnTo>
                    <a:pt x="1036" y="640"/>
                  </a:lnTo>
                  <a:lnTo>
                    <a:pt x="1033" y="642"/>
                  </a:lnTo>
                  <a:lnTo>
                    <a:pt x="1028" y="647"/>
                  </a:lnTo>
                  <a:lnTo>
                    <a:pt x="1027" y="647"/>
                  </a:lnTo>
                  <a:lnTo>
                    <a:pt x="1024" y="646"/>
                  </a:lnTo>
                  <a:lnTo>
                    <a:pt x="1022" y="645"/>
                  </a:lnTo>
                  <a:lnTo>
                    <a:pt x="1019" y="646"/>
                  </a:lnTo>
                  <a:lnTo>
                    <a:pt x="1019" y="645"/>
                  </a:lnTo>
                  <a:lnTo>
                    <a:pt x="1018" y="645"/>
                  </a:lnTo>
                  <a:lnTo>
                    <a:pt x="1016" y="645"/>
                  </a:lnTo>
                  <a:lnTo>
                    <a:pt x="1015" y="643"/>
                  </a:lnTo>
                  <a:lnTo>
                    <a:pt x="1010" y="642"/>
                  </a:lnTo>
                  <a:lnTo>
                    <a:pt x="1006" y="643"/>
                  </a:lnTo>
                  <a:lnTo>
                    <a:pt x="1006" y="645"/>
                  </a:lnTo>
                  <a:lnTo>
                    <a:pt x="1003" y="646"/>
                  </a:lnTo>
                  <a:lnTo>
                    <a:pt x="1002" y="646"/>
                  </a:lnTo>
                  <a:lnTo>
                    <a:pt x="1001" y="645"/>
                  </a:lnTo>
                  <a:lnTo>
                    <a:pt x="998" y="646"/>
                  </a:lnTo>
                  <a:lnTo>
                    <a:pt x="997" y="645"/>
                  </a:lnTo>
                  <a:lnTo>
                    <a:pt x="995" y="643"/>
                  </a:lnTo>
                  <a:lnTo>
                    <a:pt x="993" y="642"/>
                  </a:lnTo>
                  <a:lnTo>
                    <a:pt x="990" y="641"/>
                  </a:lnTo>
                  <a:lnTo>
                    <a:pt x="986" y="642"/>
                  </a:lnTo>
                  <a:lnTo>
                    <a:pt x="986" y="642"/>
                  </a:lnTo>
                  <a:lnTo>
                    <a:pt x="983" y="642"/>
                  </a:lnTo>
                  <a:lnTo>
                    <a:pt x="982" y="643"/>
                  </a:lnTo>
                  <a:lnTo>
                    <a:pt x="981" y="646"/>
                  </a:lnTo>
                  <a:lnTo>
                    <a:pt x="980" y="647"/>
                  </a:lnTo>
                  <a:lnTo>
                    <a:pt x="977" y="649"/>
                  </a:lnTo>
                  <a:lnTo>
                    <a:pt x="976" y="651"/>
                  </a:lnTo>
                  <a:lnTo>
                    <a:pt x="976" y="653"/>
                  </a:lnTo>
                  <a:lnTo>
                    <a:pt x="974" y="654"/>
                  </a:lnTo>
                  <a:lnTo>
                    <a:pt x="972" y="657"/>
                  </a:lnTo>
                  <a:lnTo>
                    <a:pt x="966" y="657"/>
                  </a:lnTo>
                  <a:lnTo>
                    <a:pt x="965" y="657"/>
                  </a:lnTo>
                  <a:lnTo>
                    <a:pt x="962" y="659"/>
                  </a:lnTo>
                  <a:lnTo>
                    <a:pt x="960" y="659"/>
                  </a:lnTo>
                  <a:lnTo>
                    <a:pt x="956" y="662"/>
                  </a:lnTo>
                  <a:lnTo>
                    <a:pt x="953" y="665"/>
                  </a:lnTo>
                  <a:lnTo>
                    <a:pt x="952" y="665"/>
                  </a:lnTo>
                  <a:lnTo>
                    <a:pt x="951" y="663"/>
                  </a:lnTo>
                  <a:lnTo>
                    <a:pt x="948" y="663"/>
                  </a:lnTo>
                  <a:lnTo>
                    <a:pt x="947" y="665"/>
                  </a:lnTo>
                  <a:lnTo>
                    <a:pt x="944" y="665"/>
                  </a:lnTo>
                  <a:lnTo>
                    <a:pt x="936" y="665"/>
                  </a:lnTo>
                  <a:lnTo>
                    <a:pt x="932" y="663"/>
                  </a:lnTo>
                  <a:lnTo>
                    <a:pt x="927" y="663"/>
                  </a:lnTo>
                  <a:lnTo>
                    <a:pt x="924" y="663"/>
                  </a:lnTo>
                  <a:lnTo>
                    <a:pt x="923" y="662"/>
                  </a:lnTo>
                  <a:lnTo>
                    <a:pt x="920" y="661"/>
                  </a:lnTo>
                  <a:lnTo>
                    <a:pt x="919" y="661"/>
                  </a:lnTo>
                  <a:lnTo>
                    <a:pt x="918" y="659"/>
                  </a:lnTo>
                  <a:lnTo>
                    <a:pt x="916" y="655"/>
                  </a:lnTo>
                  <a:lnTo>
                    <a:pt x="915" y="654"/>
                  </a:lnTo>
                  <a:lnTo>
                    <a:pt x="912" y="654"/>
                  </a:lnTo>
                  <a:lnTo>
                    <a:pt x="908" y="654"/>
                  </a:lnTo>
                  <a:lnTo>
                    <a:pt x="904" y="653"/>
                  </a:lnTo>
                  <a:lnTo>
                    <a:pt x="902" y="650"/>
                  </a:lnTo>
                  <a:lnTo>
                    <a:pt x="898" y="650"/>
                  </a:lnTo>
                  <a:lnTo>
                    <a:pt x="894" y="649"/>
                  </a:lnTo>
                  <a:lnTo>
                    <a:pt x="891" y="647"/>
                  </a:lnTo>
                  <a:lnTo>
                    <a:pt x="889" y="649"/>
                  </a:lnTo>
                  <a:lnTo>
                    <a:pt x="885" y="649"/>
                  </a:lnTo>
                  <a:lnTo>
                    <a:pt x="883" y="650"/>
                  </a:lnTo>
                  <a:lnTo>
                    <a:pt x="878" y="650"/>
                  </a:lnTo>
                  <a:lnTo>
                    <a:pt x="874" y="651"/>
                  </a:lnTo>
                  <a:lnTo>
                    <a:pt x="873" y="654"/>
                  </a:lnTo>
                  <a:lnTo>
                    <a:pt x="872" y="654"/>
                  </a:lnTo>
                  <a:lnTo>
                    <a:pt x="870" y="654"/>
                  </a:lnTo>
                  <a:lnTo>
                    <a:pt x="868" y="654"/>
                  </a:lnTo>
                  <a:lnTo>
                    <a:pt x="866" y="655"/>
                  </a:lnTo>
                  <a:lnTo>
                    <a:pt x="862" y="654"/>
                  </a:lnTo>
                  <a:lnTo>
                    <a:pt x="862" y="655"/>
                  </a:lnTo>
                  <a:lnTo>
                    <a:pt x="860" y="655"/>
                  </a:lnTo>
                  <a:lnTo>
                    <a:pt x="857" y="654"/>
                  </a:lnTo>
                  <a:lnTo>
                    <a:pt x="853" y="653"/>
                  </a:lnTo>
                  <a:lnTo>
                    <a:pt x="852" y="651"/>
                  </a:lnTo>
                  <a:lnTo>
                    <a:pt x="850" y="649"/>
                  </a:lnTo>
                  <a:lnTo>
                    <a:pt x="849" y="649"/>
                  </a:lnTo>
                  <a:lnTo>
                    <a:pt x="847" y="647"/>
                  </a:lnTo>
                  <a:lnTo>
                    <a:pt x="848" y="646"/>
                  </a:lnTo>
                  <a:lnTo>
                    <a:pt x="847" y="643"/>
                  </a:lnTo>
                  <a:lnTo>
                    <a:pt x="845" y="642"/>
                  </a:lnTo>
                  <a:lnTo>
                    <a:pt x="845" y="640"/>
                  </a:lnTo>
                  <a:lnTo>
                    <a:pt x="844" y="638"/>
                  </a:lnTo>
                  <a:lnTo>
                    <a:pt x="844" y="637"/>
                  </a:lnTo>
                  <a:lnTo>
                    <a:pt x="843" y="636"/>
                  </a:lnTo>
                  <a:lnTo>
                    <a:pt x="841" y="634"/>
                  </a:lnTo>
                  <a:lnTo>
                    <a:pt x="836" y="634"/>
                  </a:lnTo>
                  <a:lnTo>
                    <a:pt x="833" y="634"/>
                  </a:lnTo>
                  <a:lnTo>
                    <a:pt x="832" y="633"/>
                  </a:lnTo>
                  <a:lnTo>
                    <a:pt x="829" y="633"/>
                  </a:lnTo>
                  <a:lnTo>
                    <a:pt x="828" y="632"/>
                  </a:lnTo>
                  <a:lnTo>
                    <a:pt x="827" y="630"/>
                  </a:lnTo>
                  <a:lnTo>
                    <a:pt x="823" y="630"/>
                  </a:lnTo>
                  <a:lnTo>
                    <a:pt x="819" y="630"/>
                  </a:lnTo>
                  <a:lnTo>
                    <a:pt x="816" y="630"/>
                  </a:lnTo>
                  <a:lnTo>
                    <a:pt x="816" y="629"/>
                  </a:lnTo>
                  <a:lnTo>
                    <a:pt x="812" y="628"/>
                  </a:lnTo>
                  <a:lnTo>
                    <a:pt x="810" y="626"/>
                  </a:lnTo>
                  <a:lnTo>
                    <a:pt x="808" y="625"/>
                  </a:lnTo>
                  <a:lnTo>
                    <a:pt x="806" y="625"/>
                  </a:lnTo>
                  <a:lnTo>
                    <a:pt x="804" y="626"/>
                  </a:lnTo>
                  <a:lnTo>
                    <a:pt x="804" y="629"/>
                  </a:lnTo>
                  <a:lnTo>
                    <a:pt x="804" y="630"/>
                  </a:lnTo>
                  <a:lnTo>
                    <a:pt x="804" y="633"/>
                  </a:lnTo>
                  <a:lnTo>
                    <a:pt x="803" y="632"/>
                  </a:lnTo>
                  <a:lnTo>
                    <a:pt x="800" y="633"/>
                  </a:lnTo>
                  <a:lnTo>
                    <a:pt x="799" y="634"/>
                  </a:lnTo>
                  <a:lnTo>
                    <a:pt x="799" y="637"/>
                  </a:lnTo>
                  <a:lnTo>
                    <a:pt x="798" y="640"/>
                  </a:lnTo>
                  <a:lnTo>
                    <a:pt x="796" y="645"/>
                  </a:lnTo>
                  <a:lnTo>
                    <a:pt x="798" y="647"/>
                  </a:lnTo>
                  <a:lnTo>
                    <a:pt x="802" y="649"/>
                  </a:lnTo>
                  <a:lnTo>
                    <a:pt x="803" y="650"/>
                  </a:lnTo>
                  <a:lnTo>
                    <a:pt x="804" y="651"/>
                  </a:lnTo>
                  <a:lnTo>
                    <a:pt x="806" y="653"/>
                  </a:lnTo>
                  <a:lnTo>
                    <a:pt x="804" y="657"/>
                  </a:lnTo>
                  <a:lnTo>
                    <a:pt x="804" y="661"/>
                  </a:lnTo>
                  <a:lnTo>
                    <a:pt x="807" y="662"/>
                  </a:lnTo>
                  <a:lnTo>
                    <a:pt x="808" y="663"/>
                  </a:lnTo>
                  <a:lnTo>
                    <a:pt x="806" y="667"/>
                  </a:lnTo>
                  <a:lnTo>
                    <a:pt x="802" y="667"/>
                  </a:lnTo>
                  <a:lnTo>
                    <a:pt x="799" y="667"/>
                  </a:lnTo>
                  <a:lnTo>
                    <a:pt x="799" y="667"/>
                  </a:lnTo>
                  <a:lnTo>
                    <a:pt x="796" y="667"/>
                  </a:lnTo>
                  <a:lnTo>
                    <a:pt x="795" y="667"/>
                  </a:lnTo>
                  <a:lnTo>
                    <a:pt x="790" y="667"/>
                  </a:lnTo>
                  <a:lnTo>
                    <a:pt x="789" y="667"/>
                  </a:lnTo>
                  <a:lnTo>
                    <a:pt x="786" y="666"/>
                  </a:lnTo>
                  <a:lnTo>
                    <a:pt x="785" y="666"/>
                  </a:lnTo>
                  <a:lnTo>
                    <a:pt x="782" y="666"/>
                  </a:lnTo>
                  <a:lnTo>
                    <a:pt x="779" y="667"/>
                  </a:lnTo>
                  <a:lnTo>
                    <a:pt x="777" y="668"/>
                  </a:lnTo>
                  <a:lnTo>
                    <a:pt x="775" y="670"/>
                  </a:lnTo>
                  <a:lnTo>
                    <a:pt x="771" y="667"/>
                  </a:lnTo>
                  <a:lnTo>
                    <a:pt x="769" y="666"/>
                  </a:lnTo>
                  <a:lnTo>
                    <a:pt x="764" y="662"/>
                  </a:lnTo>
                  <a:lnTo>
                    <a:pt x="762" y="661"/>
                  </a:lnTo>
                  <a:lnTo>
                    <a:pt x="762" y="659"/>
                  </a:lnTo>
                  <a:lnTo>
                    <a:pt x="761" y="657"/>
                  </a:lnTo>
                  <a:lnTo>
                    <a:pt x="757" y="657"/>
                  </a:lnTo>
                  <a:lnTo>
                    <a:pt x="756" y="658"/>
                  </a:lnTo>
                  <a:lnTo>
                    <a:pt x="753" y="658"/>
                  </a:lnTo>
                  <a:lnTo>
                    <a:pt x="753" y="658"/>
                  </a:lnTo>
                  <a:lnTo>
                    <a:pt x="750" y="659"/>
                  </a:lnTo>
                  <a:lnTo>
                    <a:pt x="749" y="657"/>
                  </a:lnTo>
                  <a:lnTo>
                    <a:pt x="748" y="655"/>
                  </a:lnTo>
                  <a:lnTo>
                    <a:pt x="746" y="654"/>
                  </a:lnTo>
                  <a:lnTo>
                    <a:pt x="746" y="654"/>
                  </a:lnTo>
                  <a:lnTo>
                    <a:pt x="744" y="655"/>
                  </a:lnTo>
                  <a:lnTo>
                    <a:pt x="741" y="655"/>
                  </a:lnTo>
                  <a:lnTo>
                    <a:pt x="740" y="655"/>
                  </a:lnTo>
                  <a:lnTo>
                    <a:pt x="737" y="655"/>
                  </a:lnTo>
                  <a:lnTo>
                    <a:pt x="733" y="657"/>
                  </a:lnTo>
                  <a:lnTo>
                    <a:pt x="732" y="657"/>
                  </a:lnTo>
                  <a:lnTo>
                    <a:pt x="731" y="659"/>
                  </a:lnTo>
                  <a:lnTo>
                    <a:pt x="728" y="661"/>
                  </a:lnTo>
                  <a:lnTo>
                    <a:pt x="724" y="659"/>
                  </a:lnTo>
                  <a:lnTo>
                    <a:pt x="724" y="661"/>
                  </a:lnTo>
                  <a:lnTo>
                    <a:pt x="724" y="662"/>
                  </a:lnTo>
                  <a:lnTo>
                    <a:pt x="725" y="663"/>
                  </a:lnTo>
                  <a:lnTo>
                    <a:pt x="724" y="665"/>
                  </a:lnTo>
                  <a:lnTo>
                    <a:pt x="723" y="666"/>
                  </a:lnTo>
                  <a:lnTo>
                    <a:pt x="720" y="667"/>
                  </a:lnTo>
                  <a:lnTo>
                    <a:pt x="719" y="668"/>
                  </a:lnTo>
                  <a:lnTo>
                    <a:pt x="719" y="671"/>
                  </a:lnTo>
                  <a:lnTo>
                    <a:pt x="716" y="672"/>
                  </a:lnTo>
                  <a:lnTo>
                    <a:pt x="715" y="674"/>
                  </a:lnTo>
                  <a:lnTo>
                    <a:pt x="715" y="676"/>
                  </a:lnTo>
                  <a:lnTo>
                    <a:pt x="711" y="678"/>
                  </a:lnTo>
                  <a:lnTo>
                    <a:pt x="708" y="680"/>
                  </a:lnTo>
                  <a:lnTo>
                    <a:pt x="708" y="682"/>
                  </a:lnTo>
                  <a:lnTo>
                    <a:pt x="703" y="682"/>
                  </a:lnTo>
                  <a:lnTo>
                    <a:pt x="700" y="683"/>
                  </a:lnTo>
                  <a:lnTo>
                    <a:pt x="699" y="687"/>
                  </a:lnTo>
                  <a:lnTo>
                    <a:pt x="699" y="687"/>
                  </a:lnTo>
                  <a:lnTo>
                    <a:pt x="698" y="687"/>
                  </a:lnTo>
                  <a:lnTo>
                    <a:pt x="695" y="686"/>
                  </a:lnTo>
                  <a:lnTo>
                    <a:pt x="694" y="686"/>
                  </a:lnTo>
                  <a:lnTo>
                    <a:pt x="692" y="686"/>
                  </a:lnTo>
                  <a:lnTo>
                    <a:pt x="690" y="684"/>
                  </a:lnTo>
                  <a:lnTo>
                    <a:pt x="687" y="682"/>
                  </a:lnTo>
                  <a:lnTo>
                    <a:pt x="686" y="682"/>
                  </a:lnTo>
                  <a:lnTo>
                    <a:pt x="685" y="679"/>
                  </a:lnTo>
                  <a:lnTo>
                    <a:pt x="686" y="676"/>
                  </a:lnTo>
                  <a:lnTo>
                    <a:pt x="685" y="676"/>
                  </a:lnTo>
                  <a:lnTo>
                    <a:pt x="682" y="678"/>
                  </a:lnTo>
                  <a:lnTo>
                    <a:pt x="681" y="679"/>
                  </a:lnTo>
                  <a:lnTo>
                    <a:pt x="678" y="680"/>
                  </a:lnTo>
                  <a:lnTo>
                    <a:pt x="673" y="680"/>
                  </a:lnTo>
                  <a:lnTo>
                    <a:pt x="671" y="682"/>
                  </a:lnTo>
                  <a:lnTo>
                    <a:pt x="670" y="683"/>
                  </a:lnTo>
                  <a:lnTo>
                    <a:pt x="669" y="682"/>
                  </a:lnTo>
                  <a:lnTo>
                    <a:pt x="666" y="680"/>
                  </a:lnTo>
                  <a:lnTo>
                    <a:pt x="665" y="680"/>
                  </a:lnTo>
                  <a:lnTo>
                    <a:pt x="665" y="680"/>
                  </a:lnTo>
                  <a:lnTo>
                    <a:pt x="663" y="679"/>
                  </a:lnTo>
                  <a:lnTo>
                    <a:pt x="662" y="678"/>
                  </a:lnTo>
                  <a:lnTo>
                    <a:pt x="662" y="675"/>
                  </a:lnTo>
                  <a:lnTo>
                    <a:pt x="663" y="675"/>
                  </a:lnTo>
                  <a:lnTo>
                    <a:pt x="663" y="674"/>
                  </a:lnTo>
                  <a:lnTo>
                    <a:pt x="661" y="672"/>
                  </a:lnTo>
                  <a:lnTo>
                    <a:pt x="661" y="672"/>
                  </a:lnTo>
                  <a:lnTo>
                    <a:pt x="657" y="671"/>
                  </a:lnTo>
                  <a:lnTo>
                    <a:pt x="656" y="670"/>
                  </a:lnTo>
                  <a:lnTo>
                    <a:pt x="654" y="670"/>
                  </a:lnTo>
                  <a:lnTo>
                    <a:pt x="653" y="667"/>
                  </a:lnTo>
                  <a:lnTo>
                    <a:pt x="650" y="663"/>
                  </a:lnTo>
                  <a:lnTo>
                    <a:pt x="648" y="661"/>
                  </a:lnTo>
                  <a:lnTo>
                    <a:pt x="644" y="661"/>
                  </a:lnTo>
                  <a:lnTo>
                    <a:pt x="640" y="661"/>
                  </a:lnTo>
                  <a:lnTo>
                    <a:pt x="636" y="661"/>
                  </a:lnTo>
                  <a:lnTo>
                    <a:pt x="635" y="662"/>
                  </a:lnTo>
                  <a:lnTo>
                    <a:pt x="636" y="663"/>
                  </a:lnTo>
                  <a:lnTo>
                    <a:pt x="635" y="665"/>
                  </a:lnTo>
                  <a:lnTo>
                    <a:pt x="633" y="665"/>
                  </a:lnTo>
                  <a:lnTo>
                    <a:pt x="631" y="665"/>
                  </a:lnTo>
                  <a:lnTo>
                    <a:pt x="628" y="666"/>
                  </a:lnTo>
                  <a:lnTo>
                    <a:pt x="625" y="665"/>
                  </a:lnTo>
                  <a:lnTo>
                    <a:pt x="624" y="665"/>
                  </a:lnTo>
                  <a:lnTo>
                    <a:pt x="621" y="666"/>
                  </a:lnTo>
                  <a:lnTo>
                    <a:pt x="620" y="666"/>
                  </a:lnTo>
                  <a:lnTo>
                    <a:pt x="617" y="663"/>
                  </a:lnTo>
                  <a:lnTo>
                    <a:pt x="615" y="663"/>
                  </a:lnTo>
                  <a:lnTo>
                    <a:pt x="615" y="662"/>
                  </a:lnTo>
                  <a:lnTo>
                    <a:pt x="615" y="659"/>
                  </a:lnTo>
                  <a:lnTo>
                    <a:pt x="612" y="658"/>
                  </a:lnTo>
                  <a:lnTo>
                    <a:pt x="609" y="659"/>
                  </a:lnTo>
                  <a:lnTo>
                    <a:pt x="611" y="662"/>
                  </a:lnTo>
                  <a:lnTo>
                    <a:pt x="611" y="662"/>
                  </a:lnTo>
                  <a:lnTo>
                    <a:pt x="611" y="663"/>
                  </a:lnTo>
                  <a:lnTo>
                    <a:pt x="608" y="665"/>
                  </a:lnTo>
                  <a:lnTo>
                    <a:pt x="606" y="666"/>
                  </a:lnTo>
                  <a:lnTo>
                    <a:pt x="577" y="629"/>
                  </a:lnTo>
                  <a:lnTo>
                    <a:pt x="556" y="613"/>
                  </a:lnTo>
                  <a:lnTo>
                    <a:pt x="554" y="611"/>
                  </a:lnTo>
                  <a:lnTo>
                    <a:pt x="556" y="611"/>
                  </a:lnTo>
                  <a:lnTo>
                    <a:pt x="558" y="608"/>
                  </a:lnTo>
                  <a:lnTo>
                    <a:pt x="558" y="607"/>
                  </a:lnTo>
                  <a:lnTo>
                    <a:pt x="557" y="605"/>
                  </a:lnTo>
                  <a:lnTo>
                    <a:pt x="554" y="607"/>
                  </a:lnTo>
                  <a:lnTo>
                    <a:pt x="552" y="607"/>
                  </a:lnTo>
                  <a:lnTo>
                    <a:pt x="549" y="609"/>
                  </a:lnTo>
                  <a:lnTo>
                    <a:pt x="548" y="609"/>
                  </a:lnTo>
                  <a:lnTo>
                    <a:pt x="545" y="612"/>
                  </a:lnTo>
                  <a:lnTo>
                    <a:pt x="545" y="615"/>
                  </a:lnTo>
                  <a:lnTo>
                    <a:pt x="542" y="616"/>
                  </a:lnTo>
                  <a:lnTo>
                    <a:pt x="542" y="617"/>
                  </a:lnTo>
                  <a:lnTo>
                    <a:pt x="540" y="620"/>
                  </a:lnTo>
                  <a:lnTo>
                    <a:pt x="536" y="620"/>
                  </a:lnTo>
                  <a:lnTo>
                    <a:pt x="534" y="621"/>
                  </a:lnTo>
                  <a:lnTo>
                    <a:pt x="534" y="624"/>
                  </a:lnTo>
                  <a:lnTo>
                    <a:pt x="533" y="624"/>
                  </a:lnTo>
                  <a:lnTo>
                    <a:pt x="532" y="624"/>
                  </a:lnTo>
                  <a:lnTo>
                    <a:pt x="527" y="622"/>
                  </a:lnTo>
                  <a:lnTo>
                    <a:pt x="524" y="622"/>
                  </a:lnTo>
                  <a:lnTo>
                    <a:pt x="523" y="625"/>
                  </a:lnTo>
                  <a:lnTo>
                    <a:pt x="521" y="625"/>
                  </a:lnTo>
                  <a:lnTo>
                    <a:pt x="520" y="622"/>
                  </a:lnTo>
                  <a:lnTo>
                    <a:pt x="520" y="620"/>
                  </a:lnTo>
                  <a:lnTo>
                    <a:pt x="521" y="618"/>
                  </a:lnTo>
                  <a:lnTo>
                    <a:pt x="523" y="616"/>
                  </a:lnTo>
                  <a:lnTo>
                    <a:pt x="521" y="616"/>
                  </a:lnTo>
                  <a:lnTo>
                    <a:pt x="519" y="617"/>
                  </a:lnTo>
                  <a:lnTo>
                    <a:pt x="517" y="617"/>
                  </a:lnTo>
                  <a:lnTo>
                    <a:pt x="513" y="615"/>
                  </a:lnTo>
                  <a:lnTo>
                    <a:pt x="511" y="615"/>
                  </a:lnTo>
                  <a:lnTo>
                    <a:pt x="511" y="616"/>
                  </a:lnTo>
                  <a:lnTo>
                    <a:pt x="512" y="617"/>
                  </a:lnTo>
                  <a:lnTo>
                    <a:pt x="511" y="618"/>
                  </a:lnTo>
                  <a:lnTo>
                    <a:pt x="509" y="618"/>
                  </a:lnTo>
                  <a:lnTo>
                    <a:pt x="508" y="616"/>
                  </a:lnTo>
                  <a:lnTo>
                    <a:pt x="507" y="612"/>
                  </a:lnTo>
                  <a:lnTo>
                    <a:pt x="503" y="609"/>
                  </a:lnTo>
                  <a:lnTo>
                    <a:pt x="503" y="609"/>
                  </a:lnTo>
                  <a:lnTo>
                    <a:pt x="503" y="612"/>
                  </a:lnTo>
                  <a:lnTo>
                    <a:pt x="503" y="615"/>
                  </a:lnTo>
                  <a:lnTo>
                    <a:pt x="502" y="615"/>
                  </a:lnTo>
                  <a:lnTo>
                    <a:pt x="502" y="612"/>
                  </a:lnTo>
                  <a:lnTo>
                    <a:pt x="499" y="612"/>
                  </a:lnTo>
                  <a:lnTo>
                    <a:pt x="499" y="615"/>
                  </a:lnTo>
                  <a:lnTo>
                    <a:pt x="498" y="615"/>
                  </a:lnTo>
                  <a:lnTo>
                    <a:pt x="496" y="613"/>
                  </a:lnTo>
                  <a:lnTo>
                    <a:pt x="494" y="615"/>
                  </a:lnTo>
                  <a:lnTo>
                    <a:pt x="492" y="615"/>
                  </a:lnTo>
                  <a:lnTo>
                    <a:pt x="491" y="612"/>
                  </a:lnTo>
                  <a:lnTo>
                    <a:pt x="492" y="612"/>
                  </a:lnTo>
                  <a:lnTo>
                    <a:pt x="492" y="611"/>
                  </a:lnTo>
                  <a:lnTo>
                    <a:pt x="492" y="608"/>
                  </a:lnTo>
                  <a:lnTo>
                    <a:pt x="492" y="607"/>
                  </a:lnTo>
                  <a:lnTo>
                    <a:pt x="492" y="605"/>
                  </a:lnTo>
                  <a:lnTo>
                    <a:pt x="491" y="604"/>
                  </a:lnTo>
                  <a:lnTo>
                    <a:pt x="490" y="601"/>
                  </a:lnTo>
                  <a:lnTo>
                    <a:pt x="488" y="600"/>
                  </a:lnTo>
                  <a:lnTo>
                    <a:pt x="487" y="599"/>
                  </a:lnTo>
                  <a:lnTo>
                    <a:pt x="487" y="596"/>
                  </a:lnTo>
                  <a:lnTo>
                    <a:pt x="484" y="596"/>
                  </a:lnTo>
                  <a:lnTo>
                    <a:pt x="482" y="597"/>
                  </a:lnTo>
                  <a:lnTo>
                    <a:pt x="479" y="597"/>
                  </a:lnTo>
                  <a:lnTo>
                    <a:pt x="477" y="595"/>
                  </a:lnTo>
                  <a:lnTo>
                    <a:pt x="473" y="595"/>
                  </a:lnTo>
                  <a:lnTo>
                    <a:pt x="470" y="593"/>
                  </a:lnTo>
                  <a:lnTo>
                    <a:pt x="469" y="595"/>
                  </a:lnTo>
                  <a:lnTo>
                    <a:pt x="466" y="595"/>
                  </a:lnTo>
                  <a:lnTo>
                    <a:pt x="465" y="596"/>
                  </a:lnTo>
                  <a:lnTo>
                    <a:pt x="463" y="597"/>
                  </a:lnTo>
                  <a:lnTo>
                    <a:pt x="461" y="599"/>
                  </a:lnTo>
                  <a:lnTo>
                    <a:pt x="459" y="599"/>
                  </a:lnTo>
                  <a:lnTo>
                    <a:pt x="461" y="600"/>
                  </a:lnTo>
                  <a:lnTo>
                    <a:pt x="461" y="603"/>
                  </a:lnTo>
                  <a:lnTo>
                    <a:pt x="457" y="603"/>
                  </a:lnTo>
                  <a:lnTo>
                    <a:pt x="455" y="603"/>
                  </a:lnTo>
                  <a:lnTo>
                    <a:pt x="454" y="604"/>
                  </a:lnTo>
                  <a:lnTo>
                    <a:pt x="451" y="605"/>
                  </a:lnTo>
                  <a:lnTo>
                    <a:pt x="450" y="605"/>
                  </a:lnTo>
                  <a:lnTo>
                    <a:pt x="449" y="605"/>
                  </a:lnTo>
                  <a:lnTo>
                    <a:pt x="444" y="609"/>
                  </a:lnTo>
                  <a:lnTo>
                    <a:pt x="441" y="611"/>
                  </a:lnTo>
                  <a:lnTo>
                    <a:pt x="440" y="612"/>
                  </a:lnTo>
                  <a:lnTo>
                    <a:pt x="437" y="611"/>
                  </a:lnTo>
                  <a:lnTo>
                    <a:pt x="436" y="611"/>
                  </a:lnTo>
                  <a:lnTo>
                    <a:pt x="434" y="611"/>
                  </a:lnTo>
                  <a:lnTo>
                    <a:pt x="434" y="613"/>
                  </a:lnTo>
                  <a:lnTo>
                    <a:pt x="432" y="613"/>
                  </a:lnTo>
                  <a:lnTo>
                    <a:pt x="430" y="615"/>
                  </a:lnTo>
                  <a:lnTo>
                    <a:pt x="430" y="616"/>
                  </a:lnTo>
                  <a:lnTo>
                    <a:pt x="429" y="617"/>
                  </a:lnTo>
                  <a:lnTo>
                    <a:pt x="428" y="617"/>
                  </a:lnTo>
                  <a:lnTo>
                    <a:pt x="426" y="617"/>
                  </a:lnTo>
                  <a:lnTo>
                    <a:pt x="424" y="618"/>
                  </a:lnTo>
                  <a:lnTo>
                    <a:pt x="421" y="618"/>
                  </a:lnTo>
                  <a:lnTo>
                    <a:pt x="419" y="620"/>
                  </a:lnTo>
                  <a:lnTo>
                    <a:pt x="417" y="621"/>
                  </a:lnTo>
                  <a:lnTo>
                    <a:pt x="415" y="621"/>
                  </a:lnTo>
                  <a:lnTo>
                    <a:pt x="412" y="622"/>
                  </a:lnTo>
                  <a:lnTo>
                    <a:pt x="409" y="622"/>
                  </a:lnTo>
                  <a:lnTo>
                    <a:pt x="405" y="624"/>
                  </a:lnTo>
                  <a:lnTo>
                    <a:pt x="404" y="626"/>
                  </a:lnTo>
                  <a:lnTo>
                    <a:pt x="403" y="628"/>
                  </a:lnTo>
                  <a:lnTo>
                    <a:pt x="401" y="625"/>
                  </a:lnTo>
                  <a:lnTo>
                    <a:pt x="400" y="625"/>
                  </a:lnTo>
                  <a:lnTo>
                    <a:pt x="397" y="626"/>
                  </a:lnTo>
                  <a:lnTo>
                    <a:pt x="397" y="628"/>
                  </a:lnTo>
                  <a:lnTo>
                    <a:pt x="397" y="629"/>
                  </a:lnTo>
                  <a:lnTo>
                    <a:pt x="395" y="628"/>
                  </a:lnTo>
                  <a:lnTo>
                    <a:pt x="392" y="628"/>
                  </a:lnTo>
                  <a:lnTo>
                    <a:pt x="391" y="626"/>
                  </a:lnTo>
                  <a:lnTo>
                    <a:pt x="390" y="626"/>
                  </a:lnTo>
                  <a:lnTo>
                    <a:pt x="388" y="628"/>
                  </a:lnTo>
                  <a:lnTo>
                    <a:pt x="386" y="629"/>
                  </a:lnTo>
                  <a:lnTo>
                    <a:pt x="384" y="629"/>
                  </a:lnTo>
                  <a:lnTo>
                    <a:pt x="386" y="632"/>
                  </a:lnTo>
                  <a:lnTo>
                    <a:pt x="386" y="633"/>
                  </a:lnTo>
                  <a:lnTo>
                    <a:pt x="387" y="634"/>
                  </a:lnTo>
                  <a:lnTo>
                    <a:pt x="390" y="633"/>
                  </a:lnTo>
                  <a:lnTo>
                    <a:pt x="391" y="636"/>
                  </a:lnTo>
                  <a:lnTo>
                    <a:pt x="388" y="636"/>
                  </a:lnTo>
                  <a:lnTo>
                    <a:pt x="387" y="637"/>
                  </a:lnTo>
                  <a:lnTo>
                    <a:pt x="387" y="638"/>
                  </a:lnTo>
                  <a:lnTo>
                    <a:pt x="390" y="638"/>
                  </a:lnTo>
                  <a:lnTo>
                    <a:pt x="392" y="640"/>
                  </a:lnTo>
                  <a:lnTo>
                    <a:pt x="394" y="638"/>
                  </a:lnTo>
                  <a:lnTo>
                    <a:pt x="396" y="638"/>
                  </a:lnTo>
                  <a:lnTo>
                    <a:pt x="397" y="641"/>
                  </a:lnTo>
                  <a:lnTo>
                    <a:pt x="400" y="641"/>
                  </a:lnTo>
                  <a:lnTo>
                    <a:pt x="400" y="643"/>
                  </a:lnTo>
                  <a:lnTo>
                    <a:pt x="399" y="645"/>
                  </a:lnTo>
                  <a:lnTo>
                    <a:pt x="396" y="643"/>
                  </a:lnTo>
                  <a:lnTo>
                    <a:pt x="392" y="643"/>
                  </a:lnTo>
                  <a:lnTo>
                    <a:pt x="390" y="646"/>
                  </a:lnTo>
                  <a:lnTo>
                    <a:pt x="387" y="650"/>
                  </a:lnTo>
                  <a:lnTo>
                    <a:pt x="387" y="653"/>
                  </a:lnTo>
                  <a:lnTo>
                    <a:pt x="388" y="653"/>
                  </a:lnTo>
                  <a:lnTo>
                    <a:pt x="390" y="655"/>
                  </a:lnTo>
                  <a:lnTo>
                    <a:pt x="387" y="658"/>
                  </a:lnTo>
                  <a:lnTo>
                    <a:pt x="387" y="661"/>
                  </a:lnTo>
                  <a:lnTo>
                    <a:pt x="384" y="661"/>
                  </a:lnTo>
                  <a:lnTo>
                    <a:pt x="384" y="662"/>
                  </a:lnTo>
                  <a:lnTo>
                    <a:pt x="386" y="663"/>
                  </a:lnTo>
                  <a:lnTo>
                    <a:pt x="386" y="665"/>
                  </a:lnTo>
                  <a:lnTo>
                    <a:pt x="388" y="665"/>
                  </a:lnTo>
                  <a:lnTo>
                    <a:pt x="390" y="666"/>
                  </a:lnTo>
                  <a:lnTo>
                    <a:pt x="392" y="667"/>
                  </a:lnTo>
                  <a:lnTo>
                    <a:pt x="392" y="668"/>
                  </a:lnTo>
                  <a:lnTo>
                    <a:pt x="395" y="670"/>
                  </a:lnTo>
                  <a:lnTo>
                    <a:pt x="399" y="670"/>
                  </a:lnTo>
                  <a:lnTo>
                    <a:pt x="400" y="671"/>
                  </a:lnTo>
                  <a:lnTo>
                    <a:pt x="400" y="680"/>
                  </a:lnTo>
                  <a:lnTo>
                    <a:pt x="399" y="683"/>
                  </a:lnTo>
                  <a:lnTo>
                    <a:pt x="395" y="684"/>
                  </a:lnTo>
                  <a:lnTo>
                    <a:pt x="392" y="683"/>
                  </a:lnTo>
                  <a:lnTo>
                    <a:pt x="388" y="682"/>
                  </a:lnTo>
                  <a:lnTo>
                    <a:pt x="387" y="682"/>
                  </a:lnTo>
                  <a:lnTo>
                    <a:pt x="387" y="684"/>
                  </a:lnTo>
                  <a:lnTo>
                    <a:pt x="386" y="687"/>
                  </a:lnTo>
                  <a:lnTo>
                    <a:pt x="383" y="687"/>
                  </a:lnTo>
                  <a:lnTo>
                    <a:pt x="379" y="686"/>
                  </a:lnTo>
                  <a:lnTo>
                    <a:pt x="375" y="686"/>
                  </a:lnTo>
                  <a:lnTo>
                    <a:pt x="374" y="684"/>
                  </a:lnTo>
                  <a:lnTo>
                    <a:pt x="372" y="686"/>
                  </a:lnTo>
                  <a:lnTo>
                    <a:pt x="370" y="684"/>
                  </a:lnTo>
                  <a:lnTo>
                    <a:pt x="369" y="682"/>
                  </a:lnTo>
                  <a:lnTo>
                    <a:pt x="370" y="680"/>
                  </a:lnTo>
                  <a:lnTo>
                    <a:pt x="371" y="679"/>
                  </a:lnTo>
                  <a:lnTo>
                    <a:pt x="369" y="678"/>
                  </a:lnTo>
                  <a:lnTo>
                    <a:pt x="366" y="676"/>
                  </a:lnTo>
                  <a:lnTo>
                    <a:pt x="365" y="679"/>
                  </a:lnTo>
                  <a:lnTo>
                    <a:pt x="362" y="678"/>
                  </a:lnTo>
                  <a:lnTo>
                    <a:pt x="361" y="679"/>
                  </a:lnTo>
                  <a:lnTo>
                    <a:pt x="361" y="682"/>
                  </a:lnTo>
                  <a:lnTo>
                    <a:pt x="357" y="682"/>
                  </a:lnTo>
                  <a:lnTo>
                    <a:pt x="357" y="680"/>
                  </a:lnTo>
                  <a:lnTo>
                    <a:pt x="353" y="678"/>
                  </a:lnTo>
                  <a:lnTo>
                    <a:pt x="350" y="678"/>
                  </a:lnTo>
                  <a:lnTo>
                    <a:pt x="350" y="680"/>
                  </a:lnTo>
                  <a:lnTo>
                    <a:pt x="347" y="678"/>
                  </a:lnTo>
                  <a:lnTo>
                    <a:pt x="346" y="679"/>
                  </a:lnTo>
                  <a:lnTo>
                    <a:pt x="346" y="680"/>
                  </a:lnTo>
                  <a:lnTo>
                    <a:pt x="344" y="682"/>
                  </a:lnTo>
                  <a:lnTo>
                    <a:pt x="344" y="686"/>
                  </a:lnTo>
                  <a:lnTo>
                    <a:pt x="341" y="688"/>
                  </a:lnTo>
                  <a:lnTo>
                    <a:pt x="338" y="687"/>
                  </a:lnTo>
                  <a:lnTo>
                    <a:pt x="337" y="684"/>
                  </a:lnTo>
                  <a:lnTo>
                    <a:pt x="333" y="684"/>
                  </a:lnTo>
                  <a:lnTo>
                    <a:pt x="332" y="682"/>
                  </a:lnTo>
                  <a:lnTo>
                    <a:pt x="329" y="683"/>
                  </a:lnTo>
                  <a:lnTo>
                    <a:pt x="329" y="687"/>
                  </a:lnTo>
                  <a:lnTo>
                    <a:pt x="328" y="688"/>
                  </a:lnTo>
                  <a:lnTo>
                    <a:pt x="326" y="688"/>
                  </a:lnTo>
                  <a:lnTo>
                    <a:pt x="326" y="686"/>
                  </a:lnTo>
                  <a:lnTo>
                    <a:pt x="325" y="684"/>
                  </a:lnTo>
                  <a:lnTo>
                    <a:pt x="322" y="684"/>
                  </a:lnTo>
                  <a:lnTo>
                    <a:pt x="320" y="682"/>
                  </a:lnTo>
                  <a:lnTo>
                    <a:pt x="318" y="679"/>
                  </a:lnTo>
                  <a:lnTo>
                    <a:pt x="316" y="679"/>
                  </a:lnTo>
                  <a:lnTo>
                    <a:pt x="313" y="675"/>
                  </a:lnTo>
                  <a:lnTo>
                    <a:pt x="312" y="675"/>
                  </a:lnTo>
                  <a:lnTo>
                    <a:pt x="311" y="674"/>
                  </a:lnTo>
                  <a:lnTo>
                    <a:pt x="308" y="674"/>
                  </a:lnTo>
                  <a:lnTo>
                    <a:pt x="304" y="675"/>
                  </a:lnTo>
                  <a:lnTo>
                    <a:pt x="301" y="674"/>
                  </a:lnTo>
                  <a:lnTo>
                    <a:pt x="300" y="670"/>
                  </a:lnTo>
                  <a:lnTo>
                    <a:pt x="297" y="670"/>
                  </a:lnTo>
                  <a:lnTo>
                    <a:pt x="296" y="672"/>
                  </a:lnTo>
                  <a:lnTo>
                    <a:pt x="293" y="672"/>
                  </a:lnTo>
                  <a:lnTo>
                    <a:pt x="293" y="674"/>
                  </a:lnTo>
                  <a:lnTo>
                    <a:pt x="291" y="675"/>
                  </a:lnTo>
                  <a:lnTo>
                    <a:pt x="291" y="674"/>
                  </a:lnTo>
                  <a:lnTo>
                    <a:pt x="290" y="674"/>
                  </a:lnTo>
                  <a:lnTo>
                    <a:pt x="290" y="676"/>
                  </a:lnTo>
                  <a:lnTo>
                    <a:pt x="287" y="678"/>
                  </a:lnTo>
                  <a:lnTo>
                    <a:pt x="286" y="676"/>
                  </a:lnTo>
                  <a:lnTo>
                    <a:pt x="287" y="674"/>
                  </a:lnTo>
                  <a:lnTo>
                    <a:pt x="288" y="672"/>
                  </a:lnTo>
                  <a:lnTo>
                    <a:pt x="284" y="671"/>
                  </a:lnTo>
                  <a:lnTo>
                    <a:pt x="282" y="670"/>
                  </a:lnTo>
                  <a:lnTo>
                    <a:pt x="280" y="671"/>
                  </a:lnTo>
                  <a:lnTo>
                    <a:pt x="282" y="672"/>
                  </a:lnTo>
                  <a:lnTo>
                    <a:pt x="282" y="675"/>
                  </a:lnTo>
                  <a:lnTo>
                    <a:pt x="279" y="675"/>
                  </a:lnTo>
                  <a:lnTo>
                    <a:pt x="276" y="676"/>
                  </a:lnTo>
                  <a:lnTo>
                    <a:pt x="275" y="679"/>
                  </a:lnTo>
                  <a:lnTo>
                    <a:pt x="274" y="679"/>
                  </a:lnTo>
                  <a:lnTo>
                    <a:pt x="271" y="682"/>
                  </a:lnTo>
                  <a:lnTo>
                    <a:pt x="270" y="684"/>
                  </a:lnTo>
                  <a:lnTo>
                    <a:pt x="271" y="686"/>
                  </a:lnTo>
                  <a:lnTo>
                    <a:pt x="271" y="690"/>
                  </a:lnTo>
                  <a:lnTo>
                    <a:pt x="267" y="690"/>
                  </a:lnTo>
                  <a:lnTo>
                    <a:pt x="265" y="690"/>
                  </a:lnTo>
                  <a:lnTo>
                    <a:pt x="267" y="699"/>
                  </a:lnTo>
                  <a:lnTo>
                    <a:pt x="266" y="700"/>
                  </a:lnTo>
                  <a:lnTo>
                    <a:pt x="266" y="704"/>
                  </a:lnTo>
                  <a:lnTo>
                    <a:pt x="262" y="704"/>
                  </a:lnTo>
                  <a:lnTo>
                    <a:pt x="258" y="701"/>
                  </a:lnTo>
                  <a:lnTo>
                    <a:pt x="258" y="700"/>
                  </a:lnTo>
                  <a:lnTo>
                    <a:pt x="251" y="693"/>
                  </a:lnTo>
                  <a:lnTo>
                    <a:pt x="250" y="696"/>
                  </a:lnTo>
                  <a:lnTo>
                    <a:pt x="250" y="699"/>
                  </a:lnTo>
                  <a:lnTo>
                    <a:pt x="246" y="703"/>
                  </a:lnTo>
                  <a:lnTo>
                    <a:pt x="245" y="704"/>
                  </a:lnTo>
                  <a:lnTo>
                    <a:pt x="245" y="709"/>
                  </a:lnTo>
                  <a:lnTo>
                    <a:pt x="246" y="712"/>
                  </a:lnTo>
                  <a:lnTo>
                    <a:pt x="246" y="718"/>
                  </a:lnTo>
                  <a:lnTo>
                    <a:pt x="243" y="724"/>
                  </a:lnTo>
                  <a:lnTo>
                    <a:pt x="249" y="725"/>
                  </a:lnTo>
                  <a:lnTo>
                    <a:pt x="250" y="728"/>
                  </a:lnTo>
                  <a:lnTo>
                    <a:pt x="250" y="730"/>
                  </a:lnTo>
                  <a:lnTo>
                    <a:pt x="254" y="733"/>
                  </a:lnTo>
                  <a:lnTo>
                    <a:pt x="255" y="732"/>
                  </a:lnTo>
                  <a:lnTo>
                    <a:pt x="262" y="734"/>
                  </a:lnTo>
                  <a:lnTo>
                    <a:pt x="267" y="738"/>
                  </a:lnTo>
                  <a:lnTo>
                    <a:pt x="272" y="747"/>
                  </a:lnTo>
                  <a:lnTo>
                    <a:pt x="268" y="747"/>
                  </a:lnTo>
                  <a:lnTo>
                    <a:pt x="267" y="749"/>
                  </a:lnTo>
                  <a:lnTo>
                    <a:pt x="272" y="751"/>
                  </a:lnTo>
                  <a:lnTo>
                    <a:pt x="275" y="750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4"/>
                  </a:lnTo>
                  <a:lnTo>
                    <a:pt x="278" y="755"/>
                  </a:lnTo>
                  <a:lnTo>
                    <a:pt x="276" y="755"/>
                  </a:lnTo>
                  <a:lnTo>
                    <a:pt x="276" y="755"/>
                  </a:lnTo>
                  <a:lnTo>
                    <a:pt x="278" y="757"/>
                  </a:lnTo>
                  <a:lnTo>
                    <a:pt x="276" y="758"/>
                  </a:lnTo>
                  <a:lnTo>
                    <a:pt x="276" y="758"/>
                  </a:lnTo>
                  <a:lnTo>
                    <a:pt x="276" y="759"/>
                  </a:lnTo>
                  <a:lnTo>
                    <a:pt x="275" y="759"/>
                  </a:lnTo>
                  <a:lnTo>
                    <a:pt x="274" y="759"/>
                  </a:lnTo>
                  <a:lnTo>
                    <a:pt x="272" y="759"/>
                  </a:lnTo>
                  <a:lnTo>
                    <a:pt x="270" y="759"/>
                  </a:lnTo>
                  <a:lnTo>
                    <a:pt x="274" y="761"/>
                  </a:lnTo>
                  <a:lnTo>
                    <a:pt x="274" y="762"/>
                  </a:lnTo>
                  <a:lnTo>
                    <a:pt x="274" y="763"/>
                  </a:lnTo>
                  <a:lnTo>
                    <a:pt x="272" y="762"/>
                  </a:lnTo>
                  <a:lnTo>
                    <a:pt x="271" y="762"/>
                  </a:lnTo>
                  <a:lnTo>
                    <a:pt x="270" y="762"/>
                  </a:lnTo>
                  <a:lnTo>
                    <a:pt x="268" y="762"/>
                  </a:lnTo>
                  <a:lnTo>
                    <a:pt x="270" y="763"/>
                  </a:lnTo>
                  <a:lnTo>
                    <a:pt x="270" y="763"/>
                  </a:lnTo>
                  <a:lnTo>
                    <a:pt x="268" y="765"/>
                  </a:lnTo>
                  <a:lnTo>
                    <a:pt x="267" y="765"/>
                  </a:lnTo>
                  <a:lnTo>
                    <a:pt x="266" y="766"/>
                  </a:lnTo>
                  <a:lnTo>
                    <a:pt x="265" y="765"/>
                  </a:lnTo>
                  <a:lnTo>
                    <a:pt x="265" y="766"/>
                  </a:lnTo>
                  <a:lnTo>
                    <a:pt x="263" y="767"/>
                  </a:lnTo>
                  <a:lnTo>
                    <a:pt x="262" y="766"/>
                  </a:lnTo>
                  <a:lnTo>
                    <a:pt x="262" y="766"/>
                  </a:lnTo>
                  <a:lnTo>
                    <a:pt x="261" y="767"/>
                  </a:lnTo>
                  <a:lnTo>
                    <a:pt x="261" y="768"/>
                  </a:lnTo>
                  <a:lnTo>
                    <a:pt x="259" y="771"/>
                  </a:lnTo>
                  <a:lnTo>
                    <a:pt x="258" y="772"/>
                  </a:lnTo>
                  <a:lnTo>
                    <a:pt x="258" y="775"/>
                  </a:lnTo>
                  <a:lnTo>
                    <a:pt x="257" y="776"/>
                  </a:lnTo>
                  <a:lnTo>
                    <a:pt x="257" y="780"/>
                  </a:lnTo>
                  <a:lnTo>
                    <a:pt x="255" y="782"/>
                  </a:lnTo>
                  <a:lnTo>
                    <a:pt x="254" y="784"/>
                  </a:lnTo>
                  <a:lnTo>
                    <a:pt x="255" y="788"/>
                  </a:lnTo>
                  <a:lnTo>
                    <a:pt x="258" y="788"/>
                  </a:lnTo>
                  <a:lnTo>
                    <a:pt x="259" y="788"/>
                  </a:lnTo>
                  <a:lnTo>
                    <a:pt x="261" y="790"/>
                  </a:lnTo>
                  <a:lnTo>
                    <a:pt x="263" y="791"/>
                  </a:lnTo>
                  <a:lnTo>
                    <a:pt x="263" y="795"/>
                  </a:lnTo>
                  <a:lnTo>
                    <a:pt x="266" y="796"/>
                  </a:lnTo>
                  <a:lnTo>
                    <a:pt x="267" y="795"/>
                  </a:lnTo>
                  <a:lnTo>
                    <a:pt x="268" y="795"/>
                  </a:lnTo>
                  <a:lnTo>
                    <a:pt x="267" y="797"/>
                  </a:lnTo>
                  <a:lnTo>
                    <a:pt x="267" y="799"/>
                  </a:lnTo>
                  <a:lnTo>
                    <a:pt x="266" y="799"/>
                  </a:lnTo>
                  <a:lnTo>
                    <a:pt x="265" y="800"/>
                  </a:lnTo>
                  <a:lnTo>
                    <a:pt x="267" y="800"/>
                  </a:lnTo>
                  <a:lnTo>
                    <a:pt x="267" y="801"/>
                  </a:lnTo>
                  <a:lnTo>
                    <a:pt x="267" y="804"/>
                  </a:lnTo>
                  <a:lnTo>
                    <a:pt x="268" y="807"/>
                  </a:lnTo>
                  <a:lnTo>
                    <a:pt x="270" y="809"/>
                  </a:lnTo>
                  <a:lnTo>
                    <a:pt x="271" y="812"/>
                  </a:lnTo>
                  <a:lnTo>
                    <a:pt x="275" y="818"/>
                  </a:lnTo>
                  <a:lnTo>
                    <a:pt x="282" y="822"/>
                  </a:lnTo>
                  <a:lnTo>
                    <a:pt x="283" y="824"/>
                  </a:lnTo>
                  <a:lnTo>
                    <a:pt x="283" y="824"/>
                  </a:lnTo>
                  <a:lnTo>
                    <a:pt x="278" y="829"/>
                  </a:lnTo>
                  <a:lnTo>
                    <a:pt x="275" y="830"/>
                  </a:lnTo>
                  <a:lnTo>
                    <a:pt x="274" y="833"/>
                  </a:lnTo>
                  <a:lnTo>
                    <a:pt x="268" y="832"/>
                  </a:lnTo>
                  <a:lnTo>
                    <a:pt x="267" y="829"/>
                  </a:lnTo>
                  <a:lnTo>
                    <a:pt x="262" y="825"/>
                  </a:lnTo>
                  <a:lnTo>
                    <a:pt x="258" y="825"/>
                  </a:lnTo>
                  <a:lnTo>
                    <a:pt x="257" y="829"/>
                  </a:lnTo>
                  <a:lnTo>
                    <a:pt x="259" y="830"/>
                  </a:lnTo>
                  <a:lnTo>
                    <a:pt x="262" y="833"/>
                  </a:lnTo>
                  <a:lnTo>
                    <a:pt x="261" y="837"/>
                  </a:lnTo>
                  <a:lnTo>
                    <a:pt x="257" y="836"/>
                  </a:lnTo>
                  <a:lnTo>
                    <a:pt x="253" y="836"/>
                  </a:lnTo>
                  <a:lnTo>
                    <a:pt x="246" y="832"/>
                  </a:lnTo>
                  <a:lnTo>
                    <a:pt x="241" y="833"/>
                  </a:lnTo>
                  <a:lnTo>
                    <a:pt x="241" y="834"/>
                  </a:lnTo>
                  <a:lnTo>
                    <a:pt x="241" y="834"/>
                  </a:lnTo>
                  <a:lnTo>
                    <a:pt x="233" y="834"/>
                  </a:lnTo>
                  <a:lnTo>
                    <a:pt x="232" y="834"/>
                  </a:lnTo>
                  <a:lnTo>
                    <a:pt x="226" y="836"/>
                  </a:lnTo>
                  <a:lnTo>
                    <a:pt x="222" y="837"/>
                  </a:lnTo>
                  <a:lnTo>
                    <a:pt x="222" y="837"/>
                  </a:lnTo>
                  <a:lnTo>
                    <a:pt x="221" y="836"/>
                  </a:lnTo>
                  <a:lnTo>
                    <a:pt x="216" y="832"/>
                  </a:lnTo>
                  <a:lnTo>
                    <a:pt x="213" y="832"/>
                  </a:lnTo>
                  <a:lnTo>
                    <a:pt x="212" y="833"/>
                  </a:lnTo>
                  <a:lnTo>
                    <a:pt x="211" y="833"/>
                  </a:lnTo>
                  <a:lnTo>
                    <a:pt x="208" y="832"/>
                  </a:lnTo>
                  <a:lnTo>
                    <a:pt x="207" y="833"/>
                  </a:lnTo>
                  <a:lnTo>
                    <a:pt x="205" y="833"/>
                  </a:lnTo>
                  <a:lnTo>
                    <a:pt x="204" y="830"/>
                  </a:lnTo>
                  <a:lnTo>
                    <a:pt x="203" y="830"/>
                  </a:lnTo>
                  <a:lnTo>
                    <a:pt x="203" y="830"/>
                  </a:lnTo>
                  <a:lnTo>
                    <a:pt x="204" y="830"/>
                  </a:lnTo>
                  <a:lnTo>
                    <a:pt x="203" y="828"/>
                  </a:lnTo>
                  <a:lnTo>
                    <a:pt x="204" y="826"/>
                  </a:lnTo>
                  <a:lnTo>
                    <a:pt x="201" y="822"/>
                  </a:lnTo>
                  <a:lnTo>
                    <a:pt x="201" y="817"/>
                  </a:lnTo>
                  <a:lnTo>
                    <a:pt x="200" y="816"/>
                  </a:lnTo>
                  <a:lnTo>
                    <a:pt x="197" y="812"/>
                  </a:lnTo>
                  <a:lnTo>
                    <a:pt x="195" y="812"/>
                  </a:lnTo>
                  <a:lnTo>
                    <a:pt x="193" y="811"/>
                  </a:lnTo>
                  <a:lnTo>
                    <a:pt x="191" y="808"/>
                  </a:lnTo>
                  <a:lnTo>
                    <a:pt x="189" y="808"/>
                  </a:lnTo>
                  <a:lnTo>
                    <a:pt x="188" y="808"/>
                  </a:lnTo>
                  <a:lnTo>
                    <a:pt x="187" y="808"/>
                  </a:lnTo>
                  <a:lnTo>
                    <a:pt x="184" y="804"/>
                  </a:lnTo>
                  <a:lnTo>
                    <a:pt x="183" y="804"/>
                  </a:lnTo>
                  <a:lnTo>
                    <a:pt x="180" y="804"/>
                  </a:lnTo>
                  <a:lnTo>
                    <a:pt x="180" y="803"/>
                  </a:lnTo>
                  <a:lnTo>
                    <a:pt x="178" y="801"/>
                  </a:lnTo>
                  <a:lnTo>
                    <a:pt x="176" y="800"/>
                  </a:lnTo>
                  <a:lnTo>
                    <a:pt x="176" y="799"/>
                  </a:lnTo>
                  <a:lnTo>
                    <a:pt x="174" y="799"/>
                  </a:lnTo>
                  <a:lnTo>
                    <a:pt x="172" y="795"/>
                  </a:lnTo>
                  <a:lnTo>
                    <a:pt x="164" y="790"/>
                  </a:lnTo>
                  <a:lnTo>
                    <a:pt x="162" y="790"/>
                  </a:lnTo>
                  <a:lnTo>
                    <a:pt x="157" y="786"/>
                  </a:lnTo>
                  <a:lnTo>
                    <a:pt x="153" y="787"/>
                  </a:lnTo>
                  <a:lnTo>
                    <a:pt x="150" y="784"/>
                  </a:lnTo>
                  <a:lnTo>
                    <a:pt x="150" y="782"/>
                  </a:lnTo>
                  <a:lnTo>
                    <a:pt x="146" y="779"/>
                  </a:lnTo>
                  <a:lnTo>
                    <a:pt x="145" y="779"/>
                  </a:lnTo>
                  <a:lnTo>
                    <a:pt x="142" y="779"/>
                  </a:lnTo>
                  <a:lnTo>
                    <a:pt x="143" y="778"/>
                  </a:lnTo>
                  <a:lnTo>
                    <a:pt x="146" y="776"/>
                  </a:lnTo>
                  <a:lnTo>
                    <a:pt x="145" y="775"/>
                  </a:lnTo>
                  <a:lnTo>
                    <a:pt x="145" y="774"/>
                  </a:lnTo>
                  <a:lnTo>
                    <a:pt x="147" y="775"/>
                  </a:lnTo>
                  <a:lnTo>
                    <a:pt x="149" y="776"/>
                  </a:lnTo>
                  <a:lnTo>
                    <a:pt x="150" y="776"/>
                  </a:lnTo>
                  <a:lnTo>
                    <a:pt x="153" y="776"/>
                  </a:lnTo>
                  <a:lnTo>
                    <a:pt x="153" y="772"/>
                  </a:lnTo>
                  <a:lnTo>
                    <a:pt x="151" y="772"/>
                  </a:lnTo>
                  <a:lnTo>
                    <a:pt x="151" y="770"/>
                  </a:lnTo>
                  <a:lnTo>
                    <a:pt x="154" y="767"/>
                  </a:lnTo>
                  <a:lnTo>
                    <a:pt x="154" y="766"/>
                  </a:lnTo>
                  <a:lnTo>
                    <a:pt x="155" y="766"/>
                  </a:lnTo>
                  <a:lnTo>
                    <a:pt x="157" y="766"/>
                  </a:lnTo>
                  <a:lnTo>
                    <a:pt x="158" y="765"/>
                  </a:lnTo>
                  <a:lnTo>
                    <a:pt x="159" y="763"/>
                  </a:lnTo>
                  <a:lnTo>
                    <a:pt x="159" y="763"/>
                  </a:lnTo>
                  <a:lnTo>
                    <a:pt x="157" y="762"/>
                  </a:lnTo>
                  <a:lnTo>
                    <a:pt x="157" y="761"/>
                  </a:lnTo>
                  <a:lnTo>
                    <a:pt x="155" y="762"/>
                  </a:lnTo>
                  <a:lnTo>
                    <a:pt x="153" y="761"/>
                  </a:lnTo>
                  <a:lnTo>
                    <a:pt x="151" y="757"/>
                  </a:lnTo>
                  <a:lnTo>
                    <a:pt x="155" y="757"/>
                  </a:lnTo>
                  <a:lnTo>
                    <a:pt x="158" y="757"/>
                  </a:lnTo>
                  <a:lnTo>
                    <a:pt x="160" y="755"/>
                  </a:lnTo>
                  <a:lnTo>
                    <a:pt x="158" y="755"/>
                  </a:lnTo>
                  <a:lnTo>
                    <a:pt x="158" y="754"/>
                  </a:lnTo>
                  <a:lnTo>
                    <a:pt x="159" y="753"/>
                  </a:lnTo>
                  <a:lnTo>
                    <a:pt x="166" y="749"/>
                  </a:lnTo>
                  <a:lnTo>
                    <a:pt x="167" y="747"/>
                  </a:lnTo>
                  <a:lnTo>
                    <a:pt x="166" y="746"/>
                  </a:lnTo>
                  <a:lnTo>
                    <a:pt x="163" y="746"/>
                  </a:lnTo>
                  <a:lnTo>
                    <a:pt x="160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2"/>
                  </a:lnTo>
                  <a:lnTo>
                    <a:pt x="159" y="742"/>
                  </a:lnTo>
                  <a:lnTo>
                    <a:pt x="162" y="737"/>
                  </a:lnTo>
                  <a:lnTo>
                    <a:pt x="167" y="737"/>
                  </a:lnTo>
                  <a:lnTo>
                    <a:pt x="170" y="736"/>
                  </a:lnTo>
                  <a:lnTo>
                    <a:pt x="170" y="733"/>
                  </a:lnTo>
                  <a:lnTo>
                    <a:pt x="171" y="728"/>
                  </a:lnTo>
                  <a:lnTo>
                    <a:pt x="170" y="725"/>
                  </a:lnTo>
                  <a:lnTo>
                    <a:pt x="167" y="722"/>
                  </a:lnTo>
                  <a:lnTo>
                    <a:pt x="167" y="717"/>
                  </a:lnTo>
                  <a:lnTo>
                    <a:pt x="170" y="717"/>
                  </a:lnTo>
                  <a:lnTo>
                    <a:pt x="172" y="715"/>
                  </a:lnTo>
                  <a:lnTo>
                    <a:pt x="172" y="711"/>
                  </a:lnTo>
                  <a:lnTo>
                    <a:pt x="171" y="711"/>
                  </a:lnTo>
                  <a:lnTo>
                    <a:pt x="170" y="708"/>
                  </a:lnTo>
                  <a:lnTo>
                    <a:pt x="167" y="709"/>
                  </a:lnTo>
                  <a:lnTo>
                    <a:pt x="164" y="708"/>
                  </a:lnTo>
                  <a:lnTo>
                    <a:pt x="160" y="707"/>
                  </a:lnTo>
                  <a:lnTo>
                    <a:pt x="158" y="707"/>
                  </a:lnTo>
                  <a:lnTo>
                    <a:pt x="157" y="705"/>
                  </a:lnTo>
                  <a:lnTo>
                    <a:pt x="153" y="705"/>
                  </a:lnTo>
                  <a:lnTo>
                    <a:pt x="149" y="704"/>
                  </a:lnTo>
                  <a:lnTo>
                    <a:pt x="147" y="707"/>
                  </a:lnTo>
                  <a:lnTo>
                    <a:pt x="146" y="704"/>
                  </a:lnTo>
                  <a:lnTo>
                    <a:pt x="142" y="701"/>
                  </a:lnTo>
                  <a:lnTo>
                    <a:pt x="139" y="696"/>
                  </a:lnTo>
                  <a:lnTo>
                    <a:pt x="138" y="696"/>
                  </a:lnTo>
                  <a:lnTo>
                    <a:pt x="134" y="699"/>
                  </a:lnTo>
                  <a:lnTo>
                    <a:pt x="132" y="699"/>
                  </a:lnTo>
                  <a:lnTo>
                    <a:pt x="129" y="699"/>
                  </a:lnTo>
                  <a:lnTo>
                    <a:pt x="125" y="697"/>
                  </a:lnTo>
                  <a:lnTo>
                    <a:pt x="124" y="700"/>
                  </a:lnTo>
                  <a:lnTo>
                    <a:pt x="118" y="695"/>
                  </a:lnTo>
                  <a:lnTo>
                    <a:pt x="117" y="691"/>
                  </a:lnTo>
                  <a:lnTo>
                    <a:pt x="117" y="688"/>
                  </a:lnTo>
                  <a:lnTo>
                    <a:pt x="114" y="687"/>
                  </a:lnTo>
                  <a:lnTo>
                    <a:pt x="114" y="684"/>
                  </a:lnTo>
                  <a:lnTo>
                    <a:pt x="112" y="683"/>
                  </a:lnTo>
                  <a:lnTo>
                    <a:pt x="105" y="684"/>
                  </a:lnTo>
                  <a:lnTo>
                    <a:pt x="101" y="679"/>
                  </a:lnTo>
                  <a:lnTo>
                    <a:pt x="103" y="676"/>
                  </a:lnTo>
                  <a:lnTo>
                    <a:pt x="100" y="675"/>
                  </a:lnTo>
                  <a:lnTo>
                    <a:pt x="99" y="670"/>
                  </a:lnTo>
                  <a:lnTo>
                    <a:pt x="96" y="670"/>
                  </a:lnTo>
                  <a:lnTo>
                    <a:pt x="93" y="671"/>
                  </a:lnTo>
                  <a:lnTo>
                    <a:pt x="87" y="671"/>
                  </a:lnTo>
                  <a:lnTo>
                    <a:pt x="81" y="668"/>
                  </a:lnTo>
                  <a:lnTo>
                    <a:pt x="79" y="671"/>
                  </a:lnTo>
                  <a:lnTo>
                    <a:pt x="80" y="672"/>
                  </a:lnTo>
                  <a:lnTo>
                    <a:pt x="76" y="674"/>
                  </a:lnTo>
                  <a:lnTo>
                    <a:pt x="75" y="674"/>
                  </a:lnTo>
                  <a:lnTo>
                    <a:pt x="75" y="670"/>
                  </a:lnTo>
                  <a:lnTo>
                    <a:pt x="72" y="667"/>
                  </a:lnTo>
                  <a:lnTo>
                    <a:pt x="72" y="663"/>
                  </a:lnTo>
                  <a:lnTo>
                    <a:pt x="70" y="661"/>
                  </a:lnTo>
                  <a:lnTo>
                    <a:pt x="70" y="657"/>
                  </a:lnTo>
                  <a:lnTo>
                    <a:pt x="71" y="655"/>
                  </a:lnTo>
                  <a:lnTo>
                    <a:pt x="74" y="658"/>
                  </a:lnTo>
                  <a:lnTo>
                    <a:pt x="80" y="657"/>
                  </a:lnTo>
                  <a:lnTo>
                    <a:pt x="81" y="653"/>
                  </a:lnTo>
                  <a:lnTo>
                    <a:pt x="83" y="651"/>
                  </a:lnTo>
                  <a:lnTo>
                    <a:pt x="80" y="650"/>
                  </a:lnTo>
                  <a:lnTo>
                    <a:pt x="80" y="647"/>
                  </a:lnTo>
                  <a:lnTo>
                    <a:pt x="76" y="643"/>
                  </a:lnTo>
                  <a:lnTo>
                    <a:pt x="72" y="642"/>
                  </a:lnTo>
                  <a:lnTo>
                    <a:pt x="71" y="638"/>
                  </a:lnTo>
                  <a:lnTo>
                    <a:pt x="68" y="637"/>
                  </a:lnTo>
                  <a:lnTo>
                    <a:pt x="66" y="633"/>
                  </a:lnTo>
                  <a:lnTo>
                    <a:pt x="64" y="629"/>
                  </a:lnTo>
                  <a:lnTo>
                    <a:pt x="62" y="626"/>
                  </a:lnTo>
                  <a:lnTo>
                    <a:pt x="62" y="622"/>
                  </a:lnTo>
                  <a:lnTo>
                    <a:pt x="59" y="620"/>
                  </a:lnTo>
                  <a:lnTo>
                    <a:pt x="60" y="617"/>
                  </a:lnTo>
                  <a:lnTo>
                    <a:pt x="59" y="615"/>
                  </a:lnTo>
                  <a:lnTo>
                    <a:pt x="54" y="613"/>
                  </a:lnTo>
                  <a:lnTo>
                    <a:pt x="53" y="613"/>
                  </a:lnTo>
                  <a:lnTo>
                    <a:pt x="51" y="611"/>
                  </a:lnTo>
                  <a:lnTo>
                    <a:pt x="47" y="612"/>
                  </a:lnTo>
                  <a:lnTo>
                    <a:pt x="45" y="615"/>
                  </a:lnTo>
                  <a:lnTo>
                    <a:pt x="42" y="611"/>
                  </a:lnTo>
                  <a:lnTo>
                    <a:pt x="39" y="611"/>
                  </a:lnTo>
                  <a:lnTo>
                    <a:pt x="37" y="612"/>
                  </a:lnTo>
                  <a:lnTo>
                    <a:pt x="34" y="608"/>
                  </a:lnTo>
                  <a:lnTo>
                    <a:pt x="31" y="609"/>
                  </a:lnTo>
                  <a:lnTo>
                    <a:pt x="30" y="608"/>
                  </a:lnTo>
                  <a:lnTo>
                    <a:pt x="29" y="608"/>
                  </a:lnTo>
                  <a:lnTo>
                    <a:pt x="29" y="605"/>
                  </a:lnTo>
                  <a:lnTo>
                    <a:pt x="26" y="603"/>
                  </a:lnTo>
                  <a:lnTo>
                    <a:pt x="26" y="599"/>
                  </a:lnTo>
                  <a:lnTo>
                    <a:pt x="25" y="599"/>
                  </a:lnTo>
                  <a:lnTo>
                    <a:pt x="24" y="595"/>
                  </a:lnTo>
                  <a:lnTo>
                    <a:pt x="24" y="593"/>
                  </a:lnTo>
                  <a:lnTo>
                    <a:pt x="24" y="592"/>
                  </a:lnTo>
                  <a:lnTo>
                    <a:pt x="22" y="591"/>
                  </a:lnTo>
                  <a:lnTo>
                    <a:pt x="22" y="590"/>
                  </a:lnTo>
                  <a:lnTo>
                    <a:pt x="22" y="588"/>
                  </a:lnTo>
                  <a:lnTo>
                    <a:pt x="20" y="587"/>
                  </a:lnTo>
                  <a:lnTo>
                    <a:pt x="21" y="584"/>
                  </a:lnTo>
                  <a:lnTo>
                    <a:pt x="21" y="583"/>
                  </a:lnTo>
                  <a:lnTo>
                    <a:pt x="24" y="580"/>
                  </a:lnTo>
                  <a:lnTo>
                    <a:pt x="24" y="579"/>
                  </a:lnTo>
                  <a:lnTo>
                    <a:pt x="17" y="568"/>
                  </a:lnTo>
                  <a:lnTo>
                    <a:pt x="18" y="559"/>
                  </a:lnTo>
                  <a:lnTo>
                    <a:pt x="20" y="559"/>
                  </a:lnTo>
                  <a:lnTo>
                    <a:pt x="21" y="555"/>
                  </a:lnTo>
                  <a:lnTo>
                    <a:pt x="22" y="553"/>
                  </a:lnTo>
                  <a:lnTo>
                    <a:pt x="22" y="553"/>
                  </a:lnTo>
                  <a:lnTo>
                    <a:pt x="22" y="551"/>
                  </a:lnTo>
                  <a:lnTo>
                    <a:pt x="21" y="550"/>
                  </a:lnTo>
                  <a:lnTo>
                    <a:pt x="21" y="550"/>
                  </a:lnTo>
                  <a:lnTo>
                    <a:pt x="22" y="547"/>
                  </a:lnTo>
                  <a:lnTo>
                    <a:pt x="21" y="545"/>
                  </a:lnTo>
                  <a:lnTo>
                    <a:pt x="21" y="543"/>
                  </a:lnTo>
                  <a:lnTo>
                    <a:pt x="22" y="543"/>
                  </a:lnTo>
                  <a:lnTo>
                    <a:pt x="24" y="546"/>
                  </a:lnTo>
                  <a:lnTo>
                    <a:pt x="25" y="545"/>
                  </a:lnTo>
                  <a:lnTo>
                    <a:pt x="25" y="542"/>
                  </a:lnTo>
                  <a:lnTo>
                    <a:pt x="26" y="542"/>
                  </a:lnTo>
                  <a:lnTo>
                    <a:pt x="29" y="543"/>
                  </a:lnTo>
                  <a:lnTo>
                    <a:pt x="31" y="541"/>
                  </a:lnTo>
                  <a:lnTo>
                    <a:pt x="33" y="538"/>
                  </a:lnTo>
                  <a:lnTo>
                    <a:pt x="34" y="538"/>
                  </a:lnTo>
                  <a:lnTo>
                    <a:pt x="37" y="540"/>
                  </a:lnTo>
                  <a:lnTo>
                    <a:pt x="39" y="538"/>
                  </a:lnTo>
                  <a:lnTo>
                    <a:pt x="37" y="534"/>
                  </a:lnTo>
                  <a:lnTo>
                    <a:pt x="35" y="534"/>
                  </a:lnTo>
                  <a:lnTo>
                    <a:pt x="34" y="536"/>
                  </a:lnTo>
                  <a:lnTo>
                    <a:pt x="31" y="536"/>
                  </a:lnTo>
                  <a:lnTo>
                    <a:pt x="30" y="533"/>
                  </a:lnTo>
                  <a:lnTo>
                    <a:pt x="26" y="533"/>
                  </a:lnTo>
                  <a:lnTo>
                    <a:pt x="24" y="529"/>
                  </a:lnTo>
                  <a:lnTo>
                    <a:pt x="25" y="528"/>
                  </a:lnTo>
                  <a:lnTo>
                    <a:pt x="27" y="530"/>
                  </a:lnTo>
                  <a:lnTo>
                    <a:pt x="27" y="528"/>
                  </a:lnTo>
                  <a:lnTo>
                    <a:pt x="26" y="526"/>
                  </a:lnTo>
                  <a:lnTo>
                    <a:pt x="27" y="525"/>
                  </a:lnTo>
                  <a:lnTo>
                    <a:pt x="25" y="525"/>
                  </a:lnTo>
                  <a:lnTo>
                    <a:pt x="25" y="526"/>
                  </a:lnTo>
                  <a:lnTo>
                    <a:pt x="24" y="526"/>
                  </a:lnTo>
                  <a:lnTo>
                    <a:pt x="22" y="528"/>
                  </a:lnTo>
                  <a:lnTo>
                    <a:pt x="22" y="528"/>
                  </a:lnTo>
                  <a:lnTo>
                    <a:pt x="21" y="528"/>
                  </a:lnTo>
                  <a:lnTo>
                    <a:pt x="21" y="528"/>
                  </a:lnTo>
                  <a:lnTo>
                    <a:pt x="21" y="525"/>
                  </a:lnTo>
                  <a:lnTo>
                    <a:pt x="26" y="520"/>
                  </a:lnTo>
                  <a:lnTo>
                    <a:pt x="29" y="518"/>
                  </a:lnTo>
                  <a:lnTo>
                    <a:pt x="33" y="513"/>
                  </a:lnTo>
                  <a:lnTo>
                    <a:pt x="35" y="508"/>
                  </a:lnTo>
                  <a:lnTo>
                    <a:pt x="38" y="501"/>
                  </a:lnTo>
                  <a:lnTo>
                    <a:pt x="43" y="493"/>
                  </a:lnTo>
                  <a:lnTo>
                    <a:pt x="46" y="486"/>
                  </a:lnTo>
                  <a:lnTo>
                    <a:pt x="46" y="482"/>
                  </a:lnTo>
                  <a:lnTo>
                    <a:pt x="41" y="476"/>
                  </a:lnTo>
                  <a:lnTo>
                    <a:pt x="38" y="475"/>
                  </a:lnTo>
                  <a:lnTo>
                    <a:pt x="31" y="467"/>
                  </a:lnTo>
                  <a:lnTo>
                    <a:pt x="33" y="463"/>
                  </a:lnTo>
                  <a:lnTo>
                    <a:pt x="35" y="461"/>
                  </a:lnTo>
                  <a:lnTo>
                    <a:pt x="35" y="457"/>
                  </a:lnTo>
                  <a:lnTo>
                    <a:pt x="31" y="454"/>
                  </a:lnTo>
                  <a:lnTo>
                    <a:pt x="30" y="451"/>
                  </a:lnTo>
                  <a:lnTo>
                    <a:pt x="30" y="447"/>
                  </a:lnTo>
                  <a:lnTo>
                    <a:pt x="30" y="446"/>
                  </a:lnTo>
                  <a:lnTo>
                    <a:pt x="30" y="445"/>
                  </a:lnTo>
                  <a:lnTo>
                    <a:pt x="26" y="443"/>
                  </a:lnTo>
                  <a:lnTo>
                    <a:pt x="25" y="442"/>
                  </a:lnTo>
                  <a:lnTo>
                    <a:pt x="25" y="438"/>
                  </a:lnTo>
                  <a:lnTo>
                    <a:pt x="27" y="436"/>
                  </a:lnTo>
                  <a:lnTo>
                    <a:pt x="25" y="436"/>
                  </a:lnTo>
                  <a:lnTo>
                    <a:pt x="25" y="433"/>
                  </a:lnTo>
                  <a:lnTo>
                    <a:pt x="25" y="425"/>
                  </a:lnTo>
                  <a:lnTo>
                    <a:pt x="27" y="425"/>
                  </a:lnTo>
                  <a:lnTo>
                    <a:pt x="22" y="412"/>
                  </a:lnTo>
                  <a:lnTo>
                    <a:pt x="17" y="404"/>
                  </a:lnTo>
                  <a:lnTo>
                    <a:pt x="16" y="400"/>
                  </a:lnTo>
                  <a:lnTo>
                    <a:pt x="13" y="397"/>
                  </a:lnTo>
                  <a:lnTo>
                    <a:pt x="16" y="392"/>
                  </a:lnTo>
                  <a:lnTo>
                    <a:pt x="17" y="388"/>
                  </a:lnTo>
                  <a:lnTo>
                    <a:pt x="18" y="384"/>
                  </a:lnTo>
                  <a:lnTo>
                    <a:pt x="17" y="383"/>
                  </a:lnTo>
                  <a:lnTo>
                    <a:pt x="12" y="379"/>
                  </a:lnTo>
                  <a:lnTo>
                    <a:pt x="10" y="378"/>
                  </a:lnTo>
                  <a:lnTo>
                    <a:pt x="9" y="375"/>
                  </a:lnTo>
                  <a:lnTo>
                    <a:pt x="6" y="372"/>
                  </a:lnTo>
                  <a:lnTo>
                    <a:pt x="4" y="372"/>
                  </a:lnTo>
                  <a:lnTo>
                    <a:pt x="2" y="367"/>
                  </a:lnTo>
                  <a:lnTo>
                    <a:pt x="1" y="365"/>
                  </a:lnTo>
                  <a:lnTo>
                    <a:pt x="1" y="361"/>
                  </a:lnTo>
                  <a:lnTo>
                    <a:pt x="2" y="358"/>
                  </a:lnTo>
                  <a:lnTo>
                    <a:pt x="0" y="358"/>
                  </a:lnTo>
                  <a:lnTo>
                    <a:pt x="2" y="357"/>
                  </a:lnTo>
                  <a:lnTo>
                    <a:pt x="5" y="355"/>
                  </a:lnTo>
                  <a:lnTo>
                    <a:pt x="5" y="355"/>
                  </a:lnTo>
                  <a:lnTo>
                    <a:pt x="6" y="354"/>
                  </a:lnTo>
                  <a:lnTo>
                    <a:pt x="6" y="350"/>
                  </a:lnTo>
                  <a:lnTo>
                    <a:pt x="9" y="347"/>
                  </a:lnTo>
                  <a:lnTo>
                    <a:pt x="13" y="347"/>
                  </a:lnTo>
                  <a:lnTo>
                    <a:pt x="14" y="345"/>
                  </a:lnTo>
                  <a:lnTo>
                    <a:pt x="14" y="341"/>
                  </a:lnTo>
                  <a:lnTo>
                    <a:pt x="16" y="341"/>
                  </a:lnTo>
                  <a:lnTo>
                    <a:pt x="18" y="342"/>
                  </a:lnTo>
                  <a:lnTo>
                    <a:pt x="20" y="340"/>
                  </a:lnTo>
                  <a:lnTo>
                    <a:pt x="20" y="337"/>
                  </a:lnTo>
                  <a:lnTo>
                    <a:pt x="20" y="337"/>
                  </a:lnTo>
                  <a:lnTo>
                    <a:pt x="22" y="338"/>
                  </a:lnTo>
                  <a:lnTo>
                    <a:pt x="24" y="338"/>
                  </a:lnTo>
                  <a:lnTo>
                    <a:pt x="24" y="341"/>
                  </a:lnTo>
                  <a:lnTo>
                    <a:pt x="25" y="342"/>
                  </a:lnTo>
                  <a:lnTo>
                    <a:pt x="25" y="340"/>
                  </a:lnTo>
                  <a:lnTo>
                    <a:pt x="26" y="338"/>
                  </a:lnTo>
                  <a:lnTo>
                    <a:pt x="27" y="338"/>
                  </a:lnTo>
                  <a:lnTo>
                    <a:pt x="29" y="338"/>
                  </a:lnTo>
                  <a:lnTo>
                    <a:pt x="26" y="336"/>
                  </a:lnTo>
                  <a:lnTo>
                    <a:pt x="26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4"/>
                  </a:lnTo>
                  <a:lnTo>
                    <a:pt x="29" y="334"/>
                  </a:lnTo>
                  <a:lnTo>
                    <a:pt x="27" y="333"/>
                  </a:lnTo>
                  <a:lnTo>
                    <a:pt x="27" y="332"/>
                  </a:lnTo>
                  <a:lnTo>
                    <a:pt x="30" y="332"/>
                  </a:lnTo>
                  <a:lnTo>
                    <a:pt x="33" y="333"/>
                  </a:lnTo>
                  <a:lnTo>
                    <a:pt x="34" y="336"/>
                  </a:lnTo>
                  <a:lnTo>
                    <a:pt x="35" y="336"/>
                  </a:lnTo>
                  <a:lnTo>
                    <a:pt x="37" y="336"/>
                  </a:lnTo>
                  <a:lnTo>
                    <a:pt x="38" y="336"/>
                  </a:lnTo>
                  <a:lnTo>
                    <a:pt x="38" y="337"/>
                  </a:lnTo>
                  <a:lnTo>
                    <a:pt x="39" y="338"/>
                  </a:lnTo>
                  <a:lnTo>
                    <a:pt x="41" y="340"/>
                  </a:lnTo>
                  <a:lnTo>
                    <a:pt x="38" y="341"/>
                  </a:lnTo>
                  <a:lnTo>
                    <a:pt x="37" y="340"/>
                  </a:lnTo>
                  <a:lnTo>
                    <a:pt x="34" y="341"/>
                  </a:lnTo>
                  <a:lnTo>
                    <a:pt x="31" y="338"/>
                  </a:lnTo>
                  <a:lnTo>
                    <a:pt x="31" y="337"/>
                  </a:lnTo>
                  <a:lnTo>
                    <a:pt x="30" y="338"/>
                  </a:lnTo>
                  <a:lnTo>
                    <a:pt x="30" y="341"/>
                  </a:lnTo>
                  <a:lnTo>
                    <a:pt x="31" y="343"/>
                  </a:lnTo>
                  <a:lnTo>
                    <a:pt x="33" y="342"/>
                  </a:lnTo>
                  <a:lnTo>
                    <a:pt x="34" y="342"/>
                  </a:lnTo>
                  <a:lnTo>
                    <a:pt x="34" y="345"/>
                  </a:lnTo>
                  <a:lnTo>
                    <a:pt x="35" y="343"/>
                  </a:lnTo>
                  <a:lnTo>
                    <a:pt x="38" y="343"/>
                  </a:lnTo>
                  <a:lnTo>
                    <a:pt x="38" y="345"/>
                  </a:lnTo>
                  <a:lnTo>
                    <a:pt x="39" y="345"/>
                  </a:lnTo>
                  <a:lnTo>
                    <a:pt x="39" y="343"/>
                  </a:lnTo>
                  <a:lnTo>
                    <a:pt x="41" y="345"/>
                  </a:lnTo>
                  <a:lnTo>
                    <a:pt x="41" y="345"/>
                  </a:lnTo>
                  <a:lnTo>
                    <a:pt x="41" y="346"/>
                  </a:lnTo>
                  <a:lnTo>
                    <a:pt x="42" y="345"/>
                  </a:lnTo>
                  <a:lnTo>
                    <a:pt x="43" y="343"/>
                  </a:lnTo>
                  <a:lnTo>
                    <a:pt x="45" y="343"/>
                  </a:lnTo>
                  <a:lnTo>
                    <a:pt x="43" y="345"/>
                  </a:lnTo>
                  <a:lnTo>
                    <a:pt x="43" y="346"/>
                  </a:lnTo>
                  <a:lnTo>
                    <a:pt x="45" y="346"/>
                  </a:lnTo>
                  <a:lnTo>
                    <a:pt x="46" y="347"/>
                  </a:lnTo>
                  <a:lnTo>
                    <a:pt x="45" y="347"/>
                  </a:lnTo>
                  <a:lnTo>
                    <a:pt x="43" y="350"/>
                  </a:lnTo>
                  <a:lnTo>
                    <a:pt x="46" y="350"/>
                  </a:lnTo>
                  <a:lnTo>
                    <a:pt x="47" y="347"/>
                  </a:lnTo>
                  <a:lnTo>
                    <a:pt x="46" y="345"/>
                  </a:lnTo>
                  <a:lnTo>
                    <a:pt x="47" y="345"/>
                  </a:lnTo>
                  <a:lnTo>
                    <a:pt x="50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0" y="342"/>
                  </a:lnTo>
                  <a:lnTo>
                    <a:pt x="50" y="342"/>
                  </a:lnTo>
                  <a:lnTo>
                    <a:pt x="53" y="343"/>
                  </a:lnTo>
                  <a:lnTo>
                    <a:pt x="54" y="345"/>
                  </a:lnTo>
                  <a:lnTo>
                    <a:pt x="58" y="345"/>
                  </a:lnTo>
                  <a:lnTo>
                    <a:pt x="60" y="346"/>
                  </a:lnTo>
                  <a:lnTo>
                    <a:pt x="62" y="345"/>
                  </a:lnTo>
                  <a:lnTo>
                    <a:pt x="62" y="343"/>
                  </a:lnTo>
                  <a:lnTo>
                    <a:pt x="64" y="345"/>
                  </a:lnTo>
                  <a:lnTo>
                    <a:pt x="67" y="346"/>
                  </a:lnTo>
                  <a:lnTo>
                    <a:pt x="67" y="345"/>
                  </a:lnTo>
                  <a:lnTo>
                    <a:pt x="70" y="346"/>
                  </a:lnTo>
                  <a:lnTo>
                    <a:pt x="81" y="353"/>
                  </a:lnTo>
                  <a:lnTo>
                    <a:pt x="91" y="358"/>
                  </a:lnTo>
                  <a:lnTo>
                    <a:pt x="92" y="361"/>
                  </a:lnTo>
                  <a:lnTo>
                    <a:pt x="95" y="361"/>
                  </a:lnTo>
                  <a:lnTo>
                    <a:pt x="97" y="365"/>
                  </a:lnTo>
                  <a:lnTo>
                    <a:pt x="99" y="366"/>
                  </a:lnTo>
                  <a:lnTo>
                    <a:pt x="99" y="365"/>
                  </a:lnTo>
                  <a:lnTo>
                    <a:pt x="99" y="363"/>
                  </a:lnTo>
                  <a:lnTo>
                    <a:pt x="100" y="363"/>
                  </a:lnTo>
                  <a:lnTo>
                    <a:pt x="103" y="366"/>
                  </a:lnTo>
                  <a:lnTo>
                    <a:pt x="105" y="366"/>
                  </a:lnTo>
                  <a:lnTo>
                    <a:pt x="108" y="368"/>
                  </a:lnTo>
                  <a:lnTo>
                    <a:pt x="109" y="368"/>
                  </a:lnTo>
                  <a:lnTo>
                    <a:pt x="108" y="366"/>
                  </a:lnTo>
                  <a:lnTo>
                    <a:pt x="106" y="365"/>
                  </a:lnTo>
                  <a:lnTo>
                    <a:pt x="108" y="365"/>
                  </a:lnTo>
                  <a:lnTo>
                    <a:pt x="110" y="367"/>
                  </a:lnTo>
                  <a:lnTo>
                    <a:pt x="110" y="370"/>
                  </a:lnTo>
                  <a:lnTo>
                    <a:pt x="116" y="372"/>
                  </a:lnTo>
                  <a:lnTo>
                    <a:pt x="116" y="374"/>
                  </a:lnTo>
                  <a:lnTo>
                    <a:pt x="118" y="375"/>
                  </a:lnTo>
                  <a:lnTo>
                    <a:pt x="118" y="374"/>
                  </a:lnTo>
                  <a:lnTo>
                    <a:pt x="121" y="375"/>
                  </a:lnTo>
                  <a:lnTo>
                    <a:pt x="122" y="378"/>
                  </a:lnTo>
                  <a:lnTo>
                    <a:pt x="124" y="380"/>
                  </a:lnTo>
                  <a:lnTo>
                    <a:pt x="125" y="382"/>
                  </a:lnTo>
                  <a:lnTo>
                    <a:pt x="128" y="384"/>
                  </a:lnTo>
                  <a:lnTo>
                    <a:pt x="128" y="384"/>
                  </a:lnTo>
                  <a:lnTo>
                    <a:pt x="129" y="384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9" y="393"/>
                  </a:lnTo>
                  <a:lnTo>
                    <a:pt x="128" y="396"/>
                  </a:lnTo>
                  <a:lnTo>
                    <a:pt x="128" y="397"/>
                  </a:lnTo>
                  <a:lnTo>
                    <a:pt x="125" y="400"/>
                  </a:lnTo>
                  <a:lnTo>
                    <a:pt x="125" y="403"/>
                  </a:lnTo>
                  <a:lnTo>
                    <a:pt x="120" y="408"/>
                  </a:lnTo>
                  <a:lnTo>
                    <a:pt x="117" y="411"/>
                  </a:lnTo>
                  <a:lnTo>
                    <a:pt x="113" y="411"/>
                  </a:lnTo>
                  <a:lnTo>
                    <a:pt x="112" y="412"/>
                  </a:lnTo>
                  <a:lnTo>
                    <a:pt x="108" y="412"/>
                  </a:lnTo>
                  <a:lnTo>
                    <a:pt x="106" y="413"/>
                  </a:lnTo>
                  <a:lnTo>
                    <a:pt x="101" y="413"/>
                  </a:lnTo>
                  <a:lnTo>
                    <a:pt x="95" y="413"/>
                  </a:lnTo>
                  <a:lnTo>
                    <a:pt x="91" y="412"/>
                  </a:lnTo>
                  <a:lnTo>
                    <a:pt x="88" y="411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1" y="411"/>
                  </a:lnTo>
                  <a:lnTo>
                    <a:pt x="80" y="409"/>
                  </a:lnTo>
                  <a:lnTo>
                    <a:pt x="79" y="409"/>
                  </a:lnTo>
                  <a:lnTo>
                    <a:pt x="78" y="411"/>
                  </a:lnTo>
                  <a:lnTo>
                    <a:pt x="74" y="408"/>
                  </a:lnTo>
                  <a:lnTo>
                    <a:pt x="74" y="405"/>
                  </a:lnTo>
                  <a:lnTo>
                    <a:pt x="72" y="407"/>
                  </a:lnTo>
                  <a:lnTo>
                    <a:pt x="70" y="407"/>
                  </a:lnTo>
                  <a:lnTo>
                    <a:pt x="71" y="405"/>
                  </a:lnTo>
                  <a:lnTo>
                    <a:pt x="67" y="405"/>
                  </a:lnTo>
                  <a:lnTo>
                    <a:pt x="66" y="407"/>
                  </a:lnTo>
                  <a:lnTo>
                    <a:pt x="63" y="407"/>
                  </a:lnTo>
                  <a:lnTo>
                    <a:pt x="63" y="405"/>
                  </a:lnTo>
                  <a:lnTo>
                    <a:pt x="63" y="404"/>
                  </a:lnTo>
                  <a:lnTo>
                    <a:pt x="64" y="404"/>
                  </a:lnTo>
                  <a:lnTo>
                    <a:pt x="63" y="401"/>
                  </a:lnTo>
                  <a:lnTo>
                    <a:pt x="62" y="403"/>
                  </a:lnTo>
                  <a:lnTo>
                    <a:pt x="58" y="403"/>
                  </a:lnTo>
                  <a:lnTo>
                    <a:pt x="56" y="401"/>
                  </a:lnTo>
                  <a:lnTo>
                    <a:pt x="55" y="401"/>
                  </a:lnTo>
                  <a:lnTo>
                    <a:pt x="54" y="401"/>
                  </a:lnTo>
                  <a:lnTo>
                    <a:pt x="49" y="397"/>
                  </a:lnTo>
                  <a:lnTo>
                    <a:pt x="49" y="395"/>
                  </a:lnTo>
                  <a:lnTo>
                    <a:pt x="45" y="395"/>
                  </a:lnTo>
                  <a:lnTo>
                    <a:pt x="45" y="395"/>
                  </a:lnTo>
                  <a:lnTo>
                    <a:pt x="42" y="395"/>
                  </a:lnTo>
                  <a:lnTo>
                    <a:pt x="42" y="395"/>
                  </a:lnTo>
                  <a:lnTo>
                    <a:pt x="45" y="396"/>
                  </a:lnTo>
                  <a:lnTo>
                    <a:pt x="45" y="400"/>
                  </a:lnTo>
                  <a:lnTo>
                    <a:pt x="47" y="401"/>
                  </a:lnTo>
                  <a:lnTo>
                    <a:pt x="49" y="404"/>
                  </a:lnTo>
                  <a:lnTo>
                    <a:pt x="53" y="404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49" y="408"/>
                  </a:lnTo>
                  <a:lnTo>
                    <a:pt x="50" y="408"/>
                  </a:lnTo>
                  <a:lnTo>
                    <a:pt x="54" y="408"/>
                  </a:lnTo>
                  <a:lnTo>
                    <a:pt x="55" y="407"/>
                  </a:lnTo>
                  <a:lnTo>
                    <a:pt x="56" y="408"/>
                  </a:lnTo>
                  <a:lnTo>
                    <a:pt x="55" y="408"/>
                  </a:lnTo>
                  <a:lnTo>
                    <a:pt x="55" y="409"/>
                  </a:lnTo>
                  <a:lnTo>
                    <a:pt x="58" y="409"/>
                  </a:lnTo>
                  <a:lnTo>
                    <a:pt x="56" y="411"/>
                  </a:lnTo>
                  <a:lnTo>
                    <a:pt x="55" y="412"/>
                  </a:lnTo>
                  <a:lnTo>
                    <a:pt x="54" y="413"/>
                  </a:lnTo>
                  <a:lnTo>
                    <a:pt x="56" y="413"/>
                  </a:lnTo>
                  <a:lnTo>
                    <a:pt x="58" y="412"/>
                  </a:lnTo>
                  <a:lnTo>
                    <a:pt x="59" y="412"/>
                  </a:lnTo>
                  <a:lnTo>
                    <a:pt x="60" y="413"/>
                  </a:lnTo>
                  <a:lnTo>
                    <a:pt x="62" y="413"/>
                  </a:lnTo>
                  <a:lnTo>
                    <a:pt x="67" y="415"/>
                  </a:lnTo>
                  <a:lnTo>
                    <a:pt x="70" y="418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0" y="422"/>
                  </a:lnTo>
                  <a:lnTo>
                    <a:pt x="71" y="422"/>
                  </a:lnTo>
                  <a:lnTo>
                    <a:pt x="71" y="425"/>
                  </a:lnTo>
                  <a:lnTo>
                    <a:pt x="71" y="428"/>
                  </a:lnTo>
                  <a:lnTo>
                    <a:pt x="70" y="429"/>
                  </a:lnTo>
                  <a:lnTo>
                    <a:pt x="68" y="430"/>
                  </a:lnTo>
                  <a:lnTo>
                    <a:pt x="71" y="432"/>
                  </a:lnTo>
                  <a:lnTo>
                    <a:pt x="71" y="434"/>
                  </a:lnTo>
                  <a:lnTo>
                    <a:pt x="74" y="437"/>
                  </a:lnTo>
                  <a:lnTo>
                    <a:pt x="74" y="440"/>
                  </a:lnTo>
                  <a:lnTo>
                    <a:pt x="76" y="441"/>
                  </a:lnTo>
                  <a:lnTo>
                    <a:pt x="76" y="443"/>
                  </a:lnTo>
                  <a:lnTo>
                    <a:pt x="76" y="446"/>
                  </a:lnTo>
                  <a:lnTo>
                    <a:pt x="76" y="447"/>
                  </a:lnTo>
                  <a:lnTo>
                    <a:pt x="76" y="449"/>
                  </a:lnTo>
                  <a:lnTo>
                    <a:pt x="78" y="451"/>
                  </a:lnTo>
                  <a:lnTo>
                    <a:pt x="83" y="453"/>
                  </a:lnTo>
                  <a:lnTo>
                    <a:pt x="84" y="451"/>
                  </a:lnTo>
                  <a:lnTo>
                    <a:pt x="85" y="451"/>
                  </a:lnTo>
                  <a:lnTo>
                    <a:pt x="87" y="453"/>
                  </a:lnTo>
                  <a:lnTo>
                    <a:pt x="89" y="454"/>
                  </a:lnTo>
                  <a:lnTo>
                    <a:pt x="89" y="458"/>
                  </a:lnTo>
                  <a:lnTo>
                    <a:pt x="91" y="458"/>
                  </a:lnTo>
                  <a:lnTo>
                    <a:pt x="95" y="458"/>
                  </a:lnTo>
                  <a:lnTo>
                    <a:pt x="96" y="459"/>
                  </a:lnTo>
                  <a:lnTo>
                    <a:pt x="100" y="459"/>
                  </a:lnTo>
                  <a:lnTo>
                    <a:pt x="101" y="462"/>
                  </a:lnTo>
                  <a:lnTo>
                    <a:pt x="103" y="462"/>
                  </a:lnTo>
                  <a:lnTo>
                    <a:pt x="105" y="459"/>
                  </a:lnTo>
                  <a:lnTo>
                    <a:pt x="108" y="459"/>
                  </a:lnTo>
                  <a:lnTo>
                    <a:pt x="109" y="458"/>
                  </a:lnTo>
                  <a:lnTo>
                    <a:pt x="109" y="454"/>
                  </a:lnTo>
                  <a:lnTo>
                    <a:pt x="106" y="453"/>
                  </a:lnTo>
                  <a:lnTo>
                    <a:pt x="108" y="451"/>
                  </a:lnTo>
                  <a:lnTo>
                    <a:pt x="108" y="451"/>
                  </a:lnTo>
                  <a:lnTo>
                    <a:pt x="105" y="450"/>
                  </a:lnTo>
                  <a:lnTo>
                    <a:pt x="105" y="447"/>
                  </a:lnTo>
                  <a:lnTo>
                    <a:pt x="103" y="449"/>
                  </a:lnTo>
                  <a:lnTo>
                    <a:pt x="101" y="449"/>
                  </a:lnTo>
                  <a:lnTo>
                    <a:pt x="100" y="450"/>
                  </a:lnTo>
                  <a:lnTo>
                    <a:pt x="96" y="449"/>
                  </a:lnTo>
                  <a:lnTo>
                    <a:pt x="95" y="446"/>
                  </a:lnTo>
                  <a:lnTo>
                    <a:pt x="91" y="445"/>
                  </a:lnTo>
                  <a:lnTo>
                    <a:pt x="91" y="442"/>
                  </a:lnTo>
                  <a:lnTo>
                    <a:pt x="89" y="438"/>
                  </a:lnTo>
                  <a:lnTo>
                    <a:pt x="91" y="438"/>
                  </a:lnTo>
                  <a:lnTo>
                    <a:pt x="93" y="437"/>
                  </a:lnTo>
                  <a:lnTo>
                    <a:pt x="92" y="436"/>
                  </a:lnTo>
                  <a:lnTo>
                    <a:pt x="92" y="434"/>
                  </a:lnTo>
                  <a:lnTo>
                    <a:pt x="92" y="433"/>
                  </a:lnTo>
                  <a:lnTo>
                    <a:pt x="92" y="432"/>
                  </a:lnTo>
                  <a:lnTo>
                    <a:pt x="95" y="432"/>
                  </a:lnTo>
                  <a:lnTo>
                    <a:pt x="97" y="433"/>
                  </a:lnTo>
                  <a:lnTo>
                    <a:pt x="101" y="434"/>
                  </a:lnTo>
                  <a:lnTo>
                    <a:pt x="103" y="437"/>
                  </a:lnTo>
                  <a:lnTo>
                    <a:pt x="105" y="438"/>
                  </a:lnTo>
                  <a:lnTo>
                    <a:pt x="109" y="438"/>
                  </a:lnTo>
                  <a:lnTo>
                    <a:pt x="109" y="440"/>
                  </a:lnTo>
                  <a:lnTo>
                    <a:pt x="112" y="441"/>
                  </a:lnTo>
                  <a:lnTo>
                    <a:pt x="120" y="443"/>
                  </a:lnTo>
                  <a:lnTo>
                    <a:pt x="122" y="447"/>
                  </a:lnTo>
                  <a:lnTo>
                    <a:pt x="124" y="445"/>
                  </a:lnTo>
                  <a:lnTo>
                    <a:pt x="126" y="443"/>
                  </a:lnTo>
                  <a:lnTo>
                    <a:pt x="126" y="441"/>
                  </a:lnTo>
                  <a:lnTo>
                    <a:pt x="128" y="441"/>
                  </a:lnTo>
                  <a:lnTo>
                    <a:pt x="130" y="438"/>
                  </a:lnTo>
                  <a:lnTo>
                    <a:pt x="126" y="434"/>
                  </a:lnTo>
                  <a:lnTo>
                    <a:pt x="121" y="429"/>
                  </a:lnTo>
                  <a:lnTo>
                    <a:pt x="120" y="425"/>
                  </a:lnTo>
                  <a:lnTo>
                    <a:pt x="121" y="422"/>
                  </a:lnTo>
                  <a:lnTo>
                    <a:pt x="124" y="420"/>
                  </a:lnTo>
                  <a:lnTo>
                    <a:pt x="126" y="417"/>
                  </a:lnTo>
                  <a:lnTo>
                    <a:pt x="128" y="413"/>
                  </a:lnTo>
                  <a:lnTo>
                    <a:pt x="129" y="412"/>
                  </a:lnTo>
                  <a:lnTo>
                    <a:pt x="132" y="412"/>
                  </a:lnTo>
                  <a:lnTo>
                    <a:pt x="135" y="408"/>
                  </a:lnTo>
                  <a:lnTo>
                    <a:pt x="138" y="403"/>
                  </a:lnTo>
                  <a:lnTo>
                    <a:pt x="139" y="401"/>
                  </a:lnTo>
                  <a:lnTo>
                    <a:pt x="143" y="401"/>
                  </a:lnTo>
                  <a:lnTo>
                    <a:pt x="145" y="404"/>
                  </a:lnTo>
                  <a:lnTo>
                    <a:pt x="149" y="403"/>
                  </a:lnTo>
                  <a:lnTo>
                    <a:pt x="153" y="404"/>
                  </a:lnTo>
                  <a:lnTo>
                    <a:pt x="154" y="405"/>
                  </a:lnTo>
                  <a:lnTo>
                    <a:pt x="153" y="408"/>
                  </a:lnTo>
                  <a:lnTo>
                    <a:pt x="157" y="405"/>
                  </a:lnTo>
                  <a:lnTo>
                    <a:pt x="159" y="407"/>
                  </a:lnTo>
                  <a:lnTo>
                    <a:pt x="159" y="411"/>
                  </a:lnTo>
                  <a:lnTo>
                    <a:pt x="162" y="412"/>
                  </a:lnTo>
                  <a:lnTo>
                    <a:pt x="160" y="407"/>
                  </a:lnTo>
                  <a:lnTo>
                    <a:pt x="159" y="404"/>
                  </a:lnTo>
                  <a:lnTo>
                    <a:pt x="160" y="403"/>
                  </a:lnTo>
                  <a:lnTo>
                    <a:pt x="160" y="397"/>
                  </a:lnTo>
                  <a:lnTo>
                    <a:pt x="160" y="396"/>
                  </a:lnTo>
                  <a:lnTo>
                    <a:pt x="160" y="395"/>
                  </a:lnTo>
                  <a:lnTo>
                    <a:pt x="160" y="393"/>
                  </a:lnTo>
                  <a:lnTo>
                    <a:pt x="160" y="392"/>
                  </a:lnTo>
                  <a:lnTo>
                    <a:pt x="160" y="391"/>
                  </a:lnTo>
                  <a:lnTo>
                    <a:pt x="160" y="390"/>
                  </a:lnTo>
                  <a:lnTo>
                    <a:pt x="159" y="388"/>
                  </a:lnTo>
                  <a:lnTo>
                    <a:pt x="157" y="386"/>
                  </a:lnTo>
                  <a:lnTo>
                    <a:pt x="153" y="387"/>
                  </a:lnTo>
                  <a:lnTo>
                    <a:pt x="151" y="383"/>
                  </a:lnTo>
                  <a:lnTo>
                    <a:pt x="153" y="380"/>
                  </a:lnTo>
                  <a:lnTo>
                    <a:pt x="153" y="375"/>
                  </a:lnTo>
                  <a:lnTo>
                    <a:pt x="154" y="374"/>
                  </a:lnTo>
                  <a:lnTo>
                    <a:pt x="153" y="372"/>
                  </a:lnTo>
                  <a:lnTo>
                    <a:pt x="153" y="370"/>
                  </a:lnTo>
                  <a:lnTo>
                    <a:pt x="154" y="370"/>
                  </a:lnTo>
                  <a:lnTo>
                    <a:pt x="153" y="368"/>
                  </a:lnTo>
                  <a:lnTo>
                    <a:pt x="153" y="366"/>
                  </a:lnTo>
                  <a:lnTo>
                    <a:pt x="151" y="361"/>
                  </a:lnTo>
                  <a:lnTo>
                    <a:pt x="147" y="358"/>
                  </a:lnTo>
                  <a:lnTo>
                    <a:pt x="142" y="353"/>
                  </a:lnTo>
                  <a:lnTo>
                    <a:pt x="142" y="351"/>
                  </a:lnTo>
                  <a:lnTo>
                    <a:pt x="145" y="351"/>
                  </a:lnTo>
                  <a:lnTo>
                    <a:pt x="149" y="355"/>
                  </a:lnTo>
                  <a:lnTo>
                    <a:pt x="151" y="355"/>
                  </a:lnTo>
                  <a:lnTo>
                    <a:pt x="154" y="354"/>
                  </a:lnTo>
                  <a:lnTo>
                    <a:pt x="158" y="354"/>
                  </a:lnTo>
                  <a:lnTo>
                    <a:pt x="164" y="354"/>
                  </a:lnTo>
                  <a:lnTo>
                    <a:pt x="167" y="357"/>
                  </a:lnTo>
                  <a:lnTo>
                    <a:pt x="167" y="358"/>
                  </a:lnTo>
                  <a:lnTo>
                    <a:pt x="170" y="361"/>
                  </a:lnTo>
                  <a:lnTo>
                    <a:pt x="172" y="362"/>
                  </a:lnTo>
                  <a:lnTo>
                    <a:pt x="174" y="363"/>
                  </a:lnTo>
                  <a:lnTo>
                    <a:pt x="176" y="367"/>
                  </a:lnTo>
                  <a:lnTo>
                    <a:pt x="176" y="370"/>
                  </a:lnTo>
                  <a:lnTo>
                    <a:pt x="172" y="370"/>
                  </a:lnTo>
                  <a:lnTo>
                    <a:pt x="171" y="371"/>
                  </a:lnTo>
                  <a:lnTo>
                    <a:pt x="167" y="371"/>
                  </a:lnTo>
                  <a:lnTo>
                    <a:pt x="166" y="372"/>
                  </a:lnTo>
                  <a:lnTo>
                    <a:pt x="166" y="374"/>
                  </a:lnTo>
                  <a:lnTo>
                    <a:pt x="166" y="375"/>
                  </a:lnTo>
                  <a:lnTo>
                    <a:pt x="164" y="375"/>
                  </a:lnTo>
                  <a:lnTo>
                    <a:pt x="163" y="376"/>
                  </a:lnTo>
                  <a:lnTo>
                    <a:pt x="163" y="379"/>
                  </a:lnTo>
                  <a:lnTo>
                    <a:pt x="164" y="380"/>
                  </a:lnTo>
                  <a:lnTo>
                    <a:pt x="170" y="384"/>
                  </a:lnTo>
                  <a:lnTo>
                    <a:pt x="175" y="391"/>
                  </a:lnTo>
                  <a:lnTo>
                    <a:pt x="176" y="391"/>
                  </a:lnTo>
                  <a:lnTo>
                    <a:pt x="180" y="388"/>
                  </a:lnTo>
                  <a:lnTo>
                    <a:pt x="182" y="391"/>
                  </a:lnTo>
                  <a:lnTo>
                    <a:pt x="183" y="390"/>
                  </a:lnTo>
                  <a:lnTo>
                    <a:pt x="184" y="390"/>
                  </a:lnTo>
                  <a:lnTo>
                    <a:pt x="186" y="388"/>
                  </a:lnTo>
                  <a:lnTo>
                    <a:pt x="189" y="387"/>
                  </a:lnTo>
                  <a:lnTo>
                    <a:pt x="191" y="384"/>
                  </a:lnTo>
                  <a:lnTo>
                    <a:pt x="189" y="380"/>
                  </a:lnTo>
                  <a:lnTo>
                    <a:pt x="191" y="378"/>
                  </a:lnTo>
                  <a:lnTo>
                    <a:pt x="191" y="375"/>
                  </a:lnTo>
                  <a:lnTo>
                    <a:pt x="189" y="374"/>
                  </a:lnTo>
                  <a:lnTo>
                    <a:pt x="191" y="372"/>
                  </a:lnTo>
                  <a:lnTo>
                    <a:pt x="196" y="371"/>
                  </a:lnTo>
                  <a:lnTo>
                    <a:pt x="197" y="370"/>
                  </a:lnTo>
                  <a:lnTo>
                    <a:pt x="201" y="371"/>
                  </a:lnTo>
                  <a:lnTo>
                    <a:pt x="201" y="370"/>
                  </a:lnTo>
                  <a:lnTo>
                    <a:pt x="197" y="367"/>
                  </a:lnTo>
                  <a:lnTo>
                    <a:pt x="197" y="366"/>
                  </a:lnTo>
                  <a:lnTo>
                    <a:pt x="197" y="366"/>
                  </a:lnTo>
                  <a:lnTo>
                    <a:pt x="200" y="367"/>
                  </a:lnTo>
                  <a:lnTo>
                    <a:pt x="201" y="366"/>
                  </a:lnTo>
                  <a:lnTo>
                    <a:pt x="207" y="361"/>
                  </a:lnTo>
                  <a:lnTo>
                    <a:pt x="208" y="361"/>
                  </a:lnTo>
                  <a:lnTo>
                    <a:pt x="212" y="354"/>
                  </a:lnTo>
                  <a:lnTo>
                    <a:pt x="212" y="353"/>
                  </a:lnTo>
                  <a:lnTo>
                    <a:pt x="213" y="353"/>
                  </a:lnTo>
                  <a:lnTo>
                    <a:pt x="216" y="353"/>
                  </a:lnTo>
                  <a:lnTo>
                    <a:pt x="220" y="351"/>
                  </a:lnTo>
                  <a:lnTo>
                    <a:pt x="220" y="350"/>
                  </a:lnTo>
                  <a:lnTo>
                    <a:pt x="225" y="349"/>
                  </a:lnTo>
                  <a:lnTo>
                    <a:pt x="225" y="350"/>
                  </a:lnTo>
                  <a:lnTo>
                    <a:pt x="226" y="350"/>
                  </a:lnTo>
                  <a:lnTo>
                    <a:pt x="226" y="351"/>
                  </a:lnTo>
                  <a:lnTo>
                    <a:pt x="225" y="353"/>
                  </a:lnTo>
                  <a:lnTo>
                    <a:pt x="226" y="354"/>
                  </a:lnTo>
                  <a:lnTo>
                    <a:pt x="229" y="351"/>
                  </a:lnTo>
                  <a:lnTo>
                    <a:pt x="230" y="350"/>
                  </a:lnTo>
                  <a:lnTo>
                    <a:pt x="229" y="349"/>
                  </a:lnTo>
                  <a:lnTo>
                    <a:pt x="226" y="347"/>
                  </a:lnTo>
                  <a:lnTo>
                    <a:pt x="226" y="346"/>
                  </a:lnTo>
                  <a:lnTo>
                    <a:pt x="230" y="342"/>
                  </a:lnTo>
                  <a:lnTo>
                    <a:pt x="232" y="342"/>
                  </a:lnTo>
                  <a:lnTo>
                    <a:pt x="232" y="343"/>
                  </a:lnTo>
                  <a:lnTo>
                    <a:pt x="232" y="343"/>
                  </a:lnTo>
                  <a:lnTo>
                    <a:pt x="230" y="345"/>
                  </a:lnTo>
                  <a:lnTo>
                    <a:pt x="233" y="347"/>
                  </a:lnTo>
                  <a:lnTo>
                    <a:pt x="234" y="347"/>
                  </a:lnTo>
                  <a:lnTo>
                    <a:pt x="236" y="345"/>
                  </a:lnTo>
                  <a:lnTo>
                    <a:pt x="234" y="343"/>
                  </a:lnTo>
                  <a:lnTo>
                    <a:pt x="234" y="342"/>
                  </a:lnTo>
                  <a:lnTo>
                    <a:pt x="233" y="341"/>
                  </a:lnTo>
                  <a:lnTo>
                    <a:pt x="234" y="340"/>
                  </a:lnTo>
                  <a:lnTo>
                    <a:pt x="241" y="337"/>
                  </a:lnTo>
                  <a:lnTo>
                    <a:pt x="245" y="336"/>
                  </a:lnTo>
                  <a:lnTo>
                    <a:pt x="246" y="337"/>
                  </a:lnTo>
                  <a:lnTo>
                    <a:pt x="243" y="338"/>
                  </a:lnTo>
                  <a:lnTo>
                    <a:pt x="241" y="338"/>
                  </a:lnTo>
                  <a:lnTo>
                    <a:pt x="237" y="340"/>
                  </a:lnTo>
                  <a:lnTo>
                    <a:pt x="238" y="341"/>
                  </a:lnTo>
                  <a:lnTo>
                    <a:pt x="239" y="342"/>
                  </a:lnTo>
                  <a:lnTo>
                    <a:pt x="241" y="341"/>
                  </a:lnTo>
                  <a:lnTo>
                    <a:pt x="243" y="343"/>
                  </a:lnTo>
                  <a:lnTo>
                    <a:pt x="242" y="345"/>
                  </a:lnTo>
                  <a:lnTo>
                    <a:pt x="242" y="345"/>
                  </a:lnTo>
                  <a:lnTo>
                    <a:pt x="243" y="347"/>
                  </a:lnTo>
                  <a:lnTo>
                    <a:pt x="242" y="349"/>
                  </a:lnTo>
                  <a:lnTo>
                    <a:pt x="239" y="350"/>
                  </a:lnTo>
                  <a:lnTo>
                    <a:pt x="237" y="351"/>
                  </a:lnTo>
                  <a:lnTo>
                    <a:pt x="238" y="354"/>
                  </a:lnTo>
                  <a:lnTo>
                    <a:pt x="239" y="354"/>
                  </a:lnTo>
                  <a:lnTo>
                    <a:pt x="241" y="354"/>
                  </a:lnTo>
                  <a:lnTo>
                    <a:pt x="243" y="354"/>
                  </a:lnTo>
                  <a:lnTo>
                    <a:pt x="245" y="353"/>
                  </a:lnTo>
                  <a:lnTo>
                    <a:pt x="247" y="354"/>
                  </a:lnTo>
                  <a:lnTo>
                    <a:pt x="247" y="357"/>
                  </a:lnTo>
                  <a:lnTo>
                    <a:pt x="249" y="354"/>
                  </a:lnTo>
                  <a:lnTo>
                    <a:pt x="250" y="350"/>
                  </a:lnTo>
                  <a:lnTo>
                    <a:pt x="251" y="350"/>
                  </a:lnTo>
                  <a:lnTo>
                    <a:pt x="253" y="351"/>
                  </a:lnTo>
                  <a:lnTo>
                    <a:pt x="255" y="354"/>
                  </a:lnTo>
                  <a:lnTo>
                    <a:pt x="255" y="353"/>
                  </a:lnTo>
                  <a:lnTo>
                    <a:pt x="255" y="351"/>
                  </a:lnTo>
                  <a:lnTo>
                    <a:pt x="255" y="350"/>
                  </a:lnTo>
                  <a:lnTo>
                    <a:pt x="254" y="349"/>
                  </a:lnTo>
                  <a:lnTo>
                    <a:pt x="254" y="347"/>
                  </a:lnTo>
                  <a:lnTo>
                    <a:pt x="255" y="345"/>
                  </a:lnTo>
                  <a:lnTo>
                    <a:pt x="258" y="345"/>
                  </a:lnTo>
                  <a:lnTo>
                    <a:pt x="259" y="343"/>
                  </a:lnTo>
                  <a:lnTo>
                    <a:pt x="262" y="341"/>
                  </a:lnTo>
                  <a:lnTo>
                    <a:pt x="263" y="342"/>
                  </a:lnTo>
                  <a:lnTo>
                    <a:pt x="265" y="342"/>
                  </a:lnTo>
                  <a:lnTo>
                    <a:pt x="266" y="342"/>
                  </a:lnTo>
                  <a:lnTo>
                    <a:pt x="267" y="342"/>
                  </a:lnTo>
                  <a:lnTo>
                    <a:pt x="272" y="342"/>
                  </a:lnTo>
                  <a:lnTo>
                    <a:pt x="275" y="341"/>
                  </a:lnTo>
                  <a:lnTo>
                    <a:pt x="275" y="340"/>
                  </a:lnTo>
                  <a:lnTo>
                    <a:pt x="276" y="338"/>
                  </a:lnTo>
                  <a:lnTo>
                    <a:pt x="279" y="338"/>
                  </a:lnTo>
                  <a:lnTo>
                    <a:pt x="279" y="337"/>
                  </a:lnTo>
                  <a:lnTo>
                    <a:pt x="282" y="336"/>
                  </a:lnTo>
                  <a:lnTo>
                    <a:pt x="283" y="334"/>
                  </a:lnTo>
                  <a:lnTo>
                    <a:pt x="287" y="332"/>
                  </a:lnTo>
                  <a:lnTo>
                    <a:pt x="288" y="332"/>
                  </a:lnTo>
                  <a:lnTo>
                    <a:pt x="290" y="330"/>
                  </a:lnTo>
                  <a:lnTo>
                    <a:pt x="290" y="332"/>
                  </a:lnTo>
                  <a:lnTo>
                    <a:pt x="288" y="333"/>
                  </a:lnTo>
                  <a:lnTo>
                    <a:pt x="290" y="334"/>
                  </a:lnTo>
                  <a:lnTo>
                    <a:pt x="292" y="337"/>
                  </a:lnTo>
                  <a:lnTo>
                    <a:pt x="292" y="338"/>
                  </a:lnTo>
                  <a:lnTo>
                    <a:pt x="291" y="340"/>
                  </a:lnTo>
                  <a:lnTo>
                    <a:pt x="291" y="342"/>
                  </a:lnTo>
                  <a:lnTo>
                    <a:pt x="291" y="343"/>
                  </a:lnTo>
                  <a:lnTo>
                    <a:pt x="292" y="345"/>
                  </a:lnTo>
                  <a:lnTo>
                    <a:pt x="299" y="346"/>
                  </a:lnTo>
                  <a:lnTo>
                    <a:pt x="300" y="345"/>
                  </a:lnTo>
                  <a:lnTo>
                    <a:pt x="300" y="343"/>
                  </a:lnTo>
                  <a:lnTo>
                    <a:pt x="299" y="342"/>
                  </a:lnTo>
                  <a:lnTo>
                    <a:pt x="296" y="340"/>
                  </a:lnTo>
                  <a:lnTo>
                    <a:pt x="296" y="338"/>
                  </a:lnTo>
                  <a:lnTo>
                    <a:pt x="299" y="337"/>
                  </a:lnTo>
                  <a:lnTo>
                    <a:pt x="301" y="338"/>
                  </a:lnTo>
                  <a:lnTo>
                    <a:pt x="304" y="337"/>
                  </a:lnTo>
                  <a:lnTo>
                    <a:pt x="304" y="333"/>
                  </a:lnTo>
                  <a:lnTo>
                    <a:pt x="307" y="332"/>
                  </a:lnTo>
                  <a:lnTo>
                    <a:pt x="308" y="333"/>
                  </a:lnTo>
                  <a:lnTo>
                    <a:pt x="311" y="334"/>
                  </a:lnTo>
                  <a:lnTo>
                    <a:pt x="308" y="330"/>
                  </a:lnTo>
                  <a:lnTo>
                    <a:pt x="304" y="329"/>
                  </a:lnTo>
                  <a:lnTo>
                    <a:pt x="304" y="328"/>
                  </a:lnTo>
                  <a:lnTo>
                    <a:pt x="303" y="324"/>
                  </a:lnTo>
                  <a:lnTo>
                    <a:pt x="301" y="324"/>
                  </a:lnTo>
                  <a:lnTo>
                    <a:pt x="300" y="325"/>
                  </a:lnTo>
                  <a:lnTo>
                    <a:pt x="299" y="324"/>
                  </a:lnTo>
                  <a:lnTo>
                    <a:pt x="299" y="318"/>
                  </a:lnTo>
                  <a:lnTo>
                    <a:pt x="296" y="318"/>
                  </a:lnTo>
                  <a:lnTo>
                    <a:pt x="295" y="316"/>
                  </a:lnTo>
                  <a:lnTo>
                    <a:pt x="295" y="315"/>
                  </a:lnTo>
                  <a:lnTo>
                    <a:pt x="297" y="313"/>
                  </a:lnTo>
                  <a:lnTo>
                    <a:pt x="297" y="312"/>
                  </a:lnTo>
                  <a:lnTo>
                    <a:pt x="296" y="309"/>
                  </a:lnTo>
                  <a:lnTo>
                    <a:pt x="297" y="308"/>
                  </a:lnTo>
                  <a:lnTo>
                    <a:pt x="300" y="308"/>
                  </a:lnTo>
                  <a:lnTo>
                    <a:pt x="300" y="308"/>
                  </a:lnTo>
                  <a:lnTo>
                    <a:pt x="303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16" y="308"/>
                  </a:lnTo>
                  <a:lnTo>
                    <a:pt x="328" y="309"/>
                  </a:lnTo>
                  <a:lnTo>
                    <a:pt x="330" y="311"/>
                  </a:lnTo>
                  <a:lnTo>
                    <a:pt x="338" y="315"/>
                  </a:lnTo>
                  <a:lnTo>
                    <a:pt x="340" y="316"/>
                  </a:lnTo>
                  <a:lnTo>
                    <a:pt x="338" y="317"/>
                  </a:lnTo>
                  <a:lnTo>
                    <a:pt x="340" y="320"/>
                  </a:lnTo>
                  <a:lnTo>
                    <a:pt x="341" y="317"/>
                  </a:lnTo>
                  <a:lnTo>
                    <a:pt x="345" y="316"/>
                  </a:lnTo>
                  <a:lnTo>
                    <a:pt x="347" y="318"/>
                  </a:lnTo>
                  <a:lnTo>
                    <a:pt x="349" y="318"/>
                  </a:lnTo>
                  <a:lnTo>
                    <a:pt x="349" y="320"/>
                  </a:lnTo>
                  <a:lnTo>
                    <a:pt x="353" y="321"/>
                  </a:lnTo>
                  <a:lnTo>
                    <a:pt x="359" y="325"/>
                  </a:lnTo>
                  <a:lnTo>
                    <a:pt x="366" y="325"/>
                  </a:lnTo>
                  <a:lnTo>
                    <a:pt x="369" y="328"/>
                  </a:lnTo>
                  <a:lnTo>
                    <a:pt x="370" y="330"/>
                  </a:lnTo>
                  <a:lnTo>
                    <a:pt x="374" y="332"/>
                  </a:lnTo>
                  <a:lnTo>
                    <a:pt x="376" y="334"/>
                  </a:lnTo>
                  <a:lnTo>
                    <a:pt x="379" y="340"/>
                  </a:lnTo>
                  <a:lnTo>
                    <a:pt x="382" y="340"/>
                  </a:lnTo>
                  <a:lnTo>
                    <a:pt x="382" y="338"/>
                  </a:lnTo>
                  <a:lnTo>
                    <a:pt x="382" y="334"/>
                  </a:lnTo>
                  <a:lnTo>
                    <a:pt x="383" y="334"/>
                  </a:lnTo>
                  <a:lnTo>
                    <a:pt x="383" y="333"/>
                  </a:lnTo>
                  <a:lnTo>
                    <a:pt x="382" y="330"/>
                  </a:lnTo>
                  <a:lnTo>
                    <a:pt x="383" y="329"/>
                  </a:lnTo>
                  <a:lnTo>
                    <a:pt x="383" y="322"/>
                  </a:lnTo>
                  <a:lnTo>
                    <a:pt x="384" y="321"/>
                  </a:lnTo>
                  <a:lnTo>
                    <a:pt x="383" y="321"/>
                  </a:lnTo>
                  <a:lnTo>
                    <a:pt x="382" y="320"/>
                  </a:lnTo>
                  <a:lnTo>
                    <a:pt x="380" y="320"/>
                  </a:lnTo>
                  <a:lnTo>
                    <a:pt x="378" y="321"/>
                  </a:lnTo>
                  <a:lnTo>
                    <a:pt x="376" y="321"/>
                  </a:lnTo>
                  <a:lnTo>
                    <a:pt x="371" y="315"/>
                  </a:lnTo>
                  <a:lnTo>
                    <a:pt x="370" y="315"/>
                  </a:lnTo>
                  <a:lnTo>
                    <a:pt x="367" y="313"/>
                  </a:lnTo>
                  <a:lnTo>
                    <a:pt x="367" y="308"/>
                  </a:lnTo>
                  <a:lnTo>
                    <a:pt x="367" y="307"/>
                  </a:lnTo>
                  <a:lnTo>
                    <a:pt x="365" y="311"/>
                  </a:lnTo>
                  <a:lnTo>
                    <a:pt x="362" y="309"/>
                  </a:lnTo>
                  <a:lnTo>
                    <a:pt x="359" y="308"/>
                  </a:lnTo>
                  <a:lnTo>
                    <a:pt x="357" y="307"/>
                  </a:lnTo>
                  <a:lnTo>
                    <a:pt x="355" y="309"/>
                  </a:lnTo>
                  <a:lnTo>
                    <a:pt x="355" y="305"/>
                  </a:lnTo>
                  <a:lnTo>
                    <a:pt x="353" y="304"/>
                  </a:lnTo>
                  <a:lnTo>
                    <a:pt x="351" y="299"/>
                  </a:lnTo>
                  <a:lnTo>
                    <a:pt x="351" y="296"/>
                  </a:lnTo>
                  <a:lnTo>
                    <a:pt x="353" y="297"/>
                  </a:lnTo>
                  <a:lnTo>
                    <a:pt x="354" y="296"/>
                  </a:lnTo>
                  <a:lnTo>
                    <a:pt x="354" y="293"/>
                  </a:lnTo>
                  <a:lnTo>
                    <a:pt x="351" y="291"/>
                  </a:lnTo>
                  <a:lnTo>
                    <a:pt x="351" y="288"/>
                  </a:lnTo>
                  <a:lnTo>
                    <a:pt x="353" y="286"/>
                  </a:lnTo>
                  <a:lnTo>
                    <a:pt x="354" y="286"/>
                  </a:lnTo>
                  <a:lnTo>
                    <a:pt x="353" y="284"/>
                  </a:lnTo>
                  <a:lnTo>
                    <a:pt x="349" y="284"/>
                  </a:lnTo>
                  <a:lnTo>
                    <a:pt x="347" y="279"/>
                  </a:lnTo>
                  <a:lnTo>
                    <a:pt x="346" y="278"/>
                  </a:lnTo>
                  <a:lnTo>
                    <a:pt x="345" y="279"/>
                  </a:lnTo>
                  <a:lnTo>
                    <a:pt x="342" y="276"/>
                  </a:lnTo>
                  <a:lnTo>
                    <a:pt x="342" y="272"/>
                  </a:lnTo>
                  <a:lnTo>
                    <a:pt x="344" y="270"/>
                  </a:lnTo>
                  <a:lnTo>
                    <a:pt x="342" y="268"/>
                  </a:lnTo>
                  <a:lnTo>
                    <a:pt x="341" y="266"/>
                  </a:lnTo>
                  <a:lnTo>
                    <a:pt x="344" y="265"/>
                  </a:lnTo>
                  <a:lnTo>
                    <a:pt x="347" y="258"/>
                  </a:lnTo>
                  <a:lnTo>
                    <a:pt x="350" y="257"/>
                  </a:lnTo>
                  <a:lnTo>
                    <a:pt x="350" y="255"/>
                  </a:lnTo>
                  <a:lnTo>
                    <a:pt x="349" y="253"/>
                  </a:lnTo>
                  <a:lnTo>
                    <a:pt x="349" y="250"/>
                  </a:lnTo>
                  <a:lnTo>
                    <a:pt x="351" y="247"/>
                  </a:lnTo>
                  <a:lnTo>
                    <a:pt x="349" y="245"/>
                  </a:lnTo>
                  <a:lnTo>
                    <a:pt x="349" y="241"/>
                  </a:lnTo>
                  <a:lnTo>
                    <a:pt x="350" y="240"/>
                  </a:lnTo>
                  <a:lnTo>
                    <a:pt x="349" y="237"/>
                  </a:lnTo>
                  <a:lnTo>
                    <a:pt x="349" y="234"/>
                  </a:lnTo>
                  <a:lnTo>
                    <a:pt x="347" y="233"/>
                  </a:lnTo>
                  <a:lnTo>
                    <a:pt x="349" y="229"/>
                  </a:lnTo>
                  <a:lnTo>
                    <a:pt x="349" y="228"/>
                  </a:lnTo>
                  <a:lnTo>
                    <a:pt x="347" y="225"/>
                  </a:lnTo>
                  <a:lnTo>
                    <a:pt x="347" y="221"/>
                  </a:lnTo>
                  <a:lnTo>
                    <a:pt x="347" y="216"/>
                  </a:lnTo>
                  <a:lnTo>
                    <a:pt x="350" y="216"/>
                  </a:lnTo>
                  <a:lnTo>
                    <a:pt x="351" y="216"/>
                  </a:lnTo>
                  <a:lnTo>
                    <a:pt x="351" y="217"/>
                  </a:lnTo>
                  <a:lnTo>
                    <a:pt x="351" y="218"/>
                  </a:lnTo>
                  <a:lnTo>
                    <a:pt x="354" y="217"/>
                  </a:lnTo>
                  <a:lnTo>
                    <a:pt x="358" y="217"/>
                  </a:lnTo>
                  <a:lnTo>
                    <a:pt x="361" y="216"/>
                  </a:lnTo>
                  <a:lnTo>
                    <a:pt x="362" y="216"/>
                  </a:lnTo>
                  <a:lnTo>
                    <a:pt x="365" y="217"/>
                  </a:lnTo>
                  <a:lnTo>
                    <a:pt x="366" y="216"/>
                  </a:lnTo>
                  <a:lnTo>
                    <a:pt x="369" y="216"/>
                  </a:lnTo>
                  <a:lnTo>
                    <a:pt x="376" y="218"/>
                  </a:lnTo>
                  <a:lnTo>
                    <a:pt x="379" y="218"/>
                  </a:lnTo>
                  <a:lnTo>
                    <a:pt x="382" y="220"/>
                  </a:lnTo>
                  <a:lnTo>
                    <a:pt x="383" y="221"/>
                  </a:lnTo>
                  <a:lnTo>
                    <a:pt x="380" y="222"/>
                  </a:lnTo>
                  <a:lnTo>
                    <a:pt x="382" y="225"/>
                  </a:lnTo>
                  <a:lnTo>
                    <a:pt x="382" y="228"/>
                  </a:lnTo>
                  <a:lnTo>
                    <a:pt x="383" y="229"/>
                  </a:lnTo>
                  <a:lnTo>
                    <a:pt x="383" y="233"/>
                  </a:lnTo>
                  <a:lnTo>
                    <a:pt x="384" y="237"/>
                  </a:lnTo>
                  <a:lnTo>
                    <a:pt x="384" y="243"/>
                  </a:lnTo>
                  <a:lnTo>
                    <a:pt x="386" y="245"/>
                  </a:lnTo>
                  <a:lnTo>
                    <a:pt x="384" y="247"/>
                  </a:lnTo>
                  <a:lnTo>
                    <a:pt x="386" y="249"/>
                  </a:lnTo>
                  <a:lnTo>
                    <a:pt x="386" y="251"/>
                  </a:lnTo>
                  <a:lnTo>
                    <a:pt x="383" y="251"/>
                  </a:lnTo>
                  <a:lnTo>
                    <a:pt x="384" y="254"/>
                  </a:lnTo>
                  <a:lnTo>
                    <a:pt x="387" y="257"/>
                  </a:lnTo>
                  <a:lnTo>
                    <a:pt x="388" y="261"/>
                  </a:lnTo>
                  <a:lnTo>
                    <a:pt x="391" y="261"/>
                  </a:lnTo>
                  <a:lnTo>
                    <a:pt x="391" y="262"/>
                  </a:lnTo>
                  <a:lnTo>
                    <a:pt x="394" y="261"/>
                  </a:lnTo>
                  <a:lnTo>
                    <a:pt x="395" y="262"/>
                  </a:lnTo>
                  <a:lnTo>
                    <a:pt x="395" y="266"/>
                  </a:lnTo>
                  <a:lnTo>
                    <a:pt x="399" y="268"/>
                  </a:lnTo>
                  <a:lnTo>
                    <a:pt x="400" y="271"/>
                  </a:lnTo>
                  <a:lnTo>
                    <a:pt x="400" y="278"/>
                  </a:lnTo>
                  <a:lnTo>
                    <a:pt x="403" y="280"/>
                  </a:lnTo>
                  <a:lnTo>
                    <a:pt x="403" y="282"/>
                  </a:lnTo>
                  <a:lnTo>
                    <a:pt x="401" y="283"/>
                  </a:lnTo>
                  <a:lnTo>
                    <a:pt x="404" y="286"/>
                  </a:lnTo>
                  <a:lnTo>
                    <a:pt x="404" y="290"/>
                  </a:lnTo>
                  <a:lnTo>
                    <a:pt x="408" y="295"/>
                  </a:lnTo>
                  <a:lnTo>
                    <a:pt x="407" y="297"/>
                  </a:lnTo>
                  <a:lnTo>
                    <a:pt x="408" y="300"/>
                  </a:lnTo>
                  <a:lnTo>
                    <a:pt x="411" y="303"/>
                  </a:lnTo>
                  <a:lnTo>
                    <a:pt x="409" y="304"/>
                  </a:lnTo>
                  <a:lnTo>
                    <a:pt x="411" y="305"/>
                  </a:lnTo>
                  <a:lnTo>
                    <a:pt x="412" y="311"/>
                  </a:lnTo>
                  <a:lnTo>
                    <a:pt x="417" y="317"/>
                  </a:lnTo>
                  <a:lnTo>
                    <a:pt x="421" y="318"/>
                  </a:lnTo>
                  <a:lnTo>
                    <a:pt x="423" y="320"/>
                  </a:lnTo>
                  <a:lnTo>
                    <a:pt x="424" y="320"/>
                  </a:lnTo>
                  <a:lnTo>
                    <a:pt x="428" y="324"/>
                  </a:lnTo>
                  <a:lnTo>
                    <a:pt x="428" y="325"/>
                  </a:lnTo>
                  <a:lnTo>
                    <a:pt x="426" y="325"/>
                  </a:lnTo>
                  <a:lnTo>
                    <a:pt x="426" y="328"/>
                  </a:lnTo>
                  <a:lnTo>
                    <a:pt x="425" y="330"/>
                  </a:lnTo>
                  <a:lnTo>
                    <a:pt x="428" y="336"/>
                  </a:lnTo>
                  <a:lnTo>
                    <a:pt x="430" y="338"/>
                  </a:lnTo>
                  <a:lnTo>
                    <a:pt x="430" y="342"/>
                  </a:lnTo>
                  <a:lnTo>
                    <a:pt x="428" y="343"/>
                  </a:lnTo>
                  <a:lnTo>
                    <a:pt x="428" y="345"/>
                  </a:lnTo>
                  <a:lnTo>
                    <a:pt x="426" y="346"/>
                  </a:lnTo>
                  <a:lnTo>
                    <a:pt x="428" y="349"/>
                  </a:lnTo>
                  <a:lnTo>
                    <a:pt x="428" y="353"/>
                  </a:lnTo>
                  <a:lnTo>
                    <a:pt x="425" y="354"/>
                  </a:lnTo>
                  <a:lnTo>
                    <a:pt x="425" y="355"/>
                  </a:lnTo>
                  <a:lnTo>
                    <a:pt x="428" y="355"/>
                  </a:lnTo>
                  <a:lnTo>
                    <a:pt x="428" y="357"/>
                  </a:lnTo>
                  <a:lnTo>
                    <a:pt x="425" y="358"/>
                  </a:lnTo>
                  <a:lnTo>
                    <a:pt x="425" y="363"/>
                  </a:lnTo>
                  <a:lnTo>
                    <a:pt x="424" y="365"/>
                  </a:lnTo>
                  <a:lnTo>
                    <a:pt x="421" y="363"/>
                  </a:lnTo>
                  <a:lnTo>
                    <a:pt x="421" y="365"/>
                  </a:lnTo>
                  <a:lnTo>
                    <a:pt x="423" y="367"/>
                  </a:lnTo>
                  <a:lnTo>
                    <a:pt x="424" y="370"/>
                  </a:lnTo>
                  <a:lnTo>
                    <a:pt x="421" y="370"/>
                  </a:lnTo>
                  <a:lnTo>
                    <a:pt x="419" y="372"/>
                  </a:lnTo>
                  <a:lnTo>
                    <a:pt x="415" y="372"/>
                  </a:lnTo>
                  <a:lnTo>
                    <a:pt x="412" y="371"/>
                  </a:lnTo>
                  <a:lnTo>
                    <a:pt x="416" y="368"/>
                  </a:lnTo>
                  <a:lnTo>
                    <a:pt x="416" y="367"/>
                  </a:lnTo>
                  <a:lnTo>
                    <a:pt x="413" y="367"/>
                  </a:lnTo>
                  <a:lnTo>
                    <a:pt x="413" y="368"/>
                  </a:lnTo>
                  <a:lnTo>
                    <a:pt x="411" y="368"/>
                  </a:lnTo>
                  <a:lnTo>
                    <a:pt x="405" y="366"/>
                  </a:lnTo>
                  <a:lnTo>
                    <a:pt x="405" y="367"/>
                  </a:lnTo>
                  <a:lnTo>
                    <a:pt x="397" y="368"/>
                  </a:lnTo>
                  <a:lnTo>
                    <a:pt x="395" y="368"/>
                  </a:lnTo>
                  <a:lnTo>
                    <a:pt x="392" y="371"/>
                  </a:lnTo>
                  <a:lnTo>
                    <a:pt x="395" y="372"/>
                  </a:lnTo>
                  <a:lnTo>
                    <a:pt x="395" y="372"/>
                  </a:lnTo>
                  <a:lnTo>
                    <a:pt x="396" y="371"/>
                  </a:lnTo>
                  <a:lnTo>
                    <a:pt x="400" y="370"/>
                  </a:lnTo>
                  <a:lnTo>
                    <a:pt x="401" y="372"/>
                  </a:lnTo>
                  <a:lnTo>
                    <a:pt x="404" y="375"/>
                  </a:lnTo>
                  <a:lnTo>
                    <a:pt x="413" y="376"/>
                  </a:lnTo>
                  <a:lnTo>
                    <a:pt x="417" y="378"/>
                  </a:lnTo>
                  <a:lnTo>
                    <a:pt x="421" y="376"/>
                  </a:lnTo>
                  <a:lnTo>
                    <a:pt x="425" y="376"/>
                  </a:lnTo>
                  <a:lnTo>
                    <a:pt x="426" y="378"/>
                  </a:lnTo>
                  <a:lnTo>
                    <a:pt x="430" y="379"/>
                  </a:lnTo>
                  <a:lnTo>
                    <a:pt x="434" y="378"/>
                  </a:lnTo>
                  <a:lnTo>
                    <a:pt x="434" y="375"/>
                  </a:lnTo>
                  <a:lnTo>
                    <a:pt x="433" y="372"/>
                  </a:lnTo>
                  <a:lnTo>
                    <a:pt x="433" y="370"/>
                  </a:lnTo>
                  <a:lnTo>
                    <a:pt x="434" y="368"/>
                  </a:lnTo>
                  <a:lnTo>
                    <a:pt x="437" y="367"/>
                  </a:lnTo>
                  <a:lnTo>
                    <a:pt x="437" y="366"/>
                  </a:lnTo>
                  <a:lnTo>
                    <a:pt x="440" y="362"/>
                  </a:lnTo>
                  <a:lnTo>
                    <a:pt x="441" y="359"/>
                  </a:lnTo>
                  <a:lnTo>
                    <a:pt x="442" y="354"/>
                  </a:lnTo>
                  <a:lnTo>
                    <a:pt x="441" y="351"/>
                  </a:lnTo>
                  <a:lnTo>
                    <a:pt x="441" y="347"/>
                  </a:lnTo>
                  <a:lnTo>
                    <a:pt x="445" y="341"/>
                  </a:lnTo>
                  <a:lnTo>
                    <a:pt x="445" y="338"/>
                  </a:lnTo>
                  <a:lnTo>
                    <a:pt x="441" y="329"/>
                  </a:lnTo>
                  <a:lnTo>
                    <a:pt x="437" y="326"/>
                  </a:lnTo>
                  <a:lnTo>
                    <a:pt x="436" y="325"/>
                  </a:lnTo>
                  <a:lnTo>
                    <a:pt x="434" y="318"/>
                  </a:lnTo>
                  <a:lnTo>
                    <a:pt x="438" y="315"/>
                  </a:lnTo>
                  <a:lnTo>
                    <a:pt x="441" y="312"/>
                  </a:lnTo>
                  <a:lnTo>
                    <a:pt x="444" y="312"/>
                  </a:lnTo>
                  <a:lnTo>
                    <a:pt x="449" y="307"/>
                  </a:lnTo>
                  <a:lnTo>
                    <a:pt x="451" y="307"/>
                  </a:lnTo>
                  <a:lnTo>
                    <a:pt x="455" y="311"/>
                  </a:lnTo>
                  <a:lnTo>
                    <a:pt x="455" y="313"/>
                  </a:lnTo>
                  <a:lnTo>
                    <a:pt x="459" y="316"/>
                  </a:lnTo>
                  <a:lnTo>
                    <a:pt x="461" y="317"/>
                  </a:lnTo>
                  <a:lnTo>
                    <a:pt x="461" y="317"/>
                  </a:lnTo>
                  <a:lnTo>
                    <a:pt x="465" y="321"/>
                  </a:lnTo>
                  <a:lnTo>
                    <a:pt x="463" y="324"/>
                  </a:lnTo>
                  <a:lnTo>
                    <a:pt x="466" y="325"/>
                  </a:lnTo>
                  <a:lnTo>
                    <a:pt x="466" y="328"/>
                  </a:lnTo>
                  <a:lnTo>
                    <a:pt x="469" y="330"/>
                  </a:lnTo>
                  <a:lnTo>
                    <a:pt x="469" y="334"/>
                  </a:lnTo>
                  <a:lnTo>
                    <a:pt x="469" y="334"/>
                  </a:lnTo>
                  <a:lnTo>
                    <a:pt x="470" y="337"/>
                  </a:lnTo>
                  <a:lnTo>
                    <a:pt x="473" y="338"/>
                  </a:lnTo>
                  <a:lnTo>
                    <a:pt x="475" y="340"/>
                  </a:lnTo>
                  <a:lnTo>
                    <a:pt x="479" y="340"/>
                  </a:lnTo>
                  <a:lnTo>
                    <a:pt x="480" y="338"/>
                  </a:lnTo>
                  <a:lnTo>
                    <a:pt x="484" y="338"/>
                  </a:lnTo>
                  <a:lnTo>
                    <a:pt x="486" y="337"/>
                  </a:lnTo>
                  <a:lnTo>
                    <a:pt x="487" y="336"/>
                  </a:lnTo>
                  <a:lnTo>
                    <a:pt x="486" y="336"/>
                  </a:lnTo>
                  <a:lnTo>
                    <a:pt x="483" y="336"/>
                  </a:lnTo>
                  <a:lnTo>
                    <a:pt x="482" y="334"/>
                  </a:lnTo>
                  <a:lnTo>
                    <a:pt x="480" y="337"/>
                  </a:lnTo>
                  <a:lnTo>
                    <a:pt x="477" y="337"/>
                  </a:lnTo>
                  <a:lnTo>
                    <a:pt x="475" y="336"/>
                  </a:lnTo>
                  <a:lnTo>
                    <a:pt x="473" y="336"/>
                  </a:lnTo>
                  <a:lnTo>
                    <a:pt x="471" y="333"/>
                  </a:lnTo>
                  <a:lnTo>
                    <a:pt x="473" y="332"/>
                  </a:lnTo>
                  <a:lnTo>
                    <a:pt x="470" y="330"/>
                  </a:lnTo>
                  <a:lnTo>
                    <a:pt x="469" y="326"/>
                  </a:lnTo>
                  <a:lnTo>
                    <a:pt x="469" y="322"/>
                  </a:lnTo>
                  <a:lnTo>
                    <a:pt x="471" y="322"/>
                  </a:lnTo>
                  <a:lnTo>
                    <a:pt x="474" y="321"/>
                  </a:lnTo>
                  <a:lnTo>
                    <a:pt x="471" y="320"/>
                  </a:lnTo>
                  <a:lnTo>
                    <a:pt x="471" y="317"/>
                  </a:lnTo>
                  <a:lnTo>
                    <a:pt x="470" y="317"/>
                  </a:lnTo>
                  <a:lnTo>
                    <a:pt x="470" y="315"/>
                  </a:lnTo>
                  <a:lnTo>
                    <a:pt x="466" y="313"/>
                  </a:lnTo>
                  <a:lnTo>
                    <a:pt x="466" y="311"/>
                  </a:lnTo>
                  <a:lnTo>
                    <a:pt x="463" y="308"/>
                  </a:lnTo>
                  <a:lnTo>
                    <a:pt x="459" y="308"/>
                  </a:lnTo>
                  <a:lnTo>
                    <a:pt x="453" y="305"/>
                  </a:lnTo>
                  <a:lnTo>
                    <a:pt x="451" y="303"/>
                  </a:lnTo>
                  <a:lnTo>
                    <a:pt x="449" y="304"/>
                  </a:lnTo>
                  <a:lnTo>
                    <a:pt x="445" y="301"/>
                  </a:lnTo>
                  <a:lnTo>
                    <a:pt x="444" y="301"/>
                  </a:lnTo>
                  <a:lnTo>
                    <a:pt x="440" y="301"/>
                  </a:lnTo>
                  <a:lnTo>
                    <a:pt x="437" y="304"/>
                  </a:lnTo>
                  <a:lnTo>
                    <a:pt x="437" y="307"/>
                  </a:lnTo>
                  <a:lnTo>
                    <a:pt x="434" y="308"/>
                  </a:lnTo>
                  <a:lnTo>
                    <a:pt x="430" y="307"/>
                  </a:lnTo>
                  <a:lnTo>
                    <a:pt x="428" y="309"/>
                  </a:lnTo>
                  <a:lnTo>
                    <a:pt x="424" y="308"/>
                  </a:lnTo>
                  <a:lnTo>
                    <a:pt x="423" y="307"/>
                  </a:lnTo>
                  <a:lnTo>
                    <a:pt x="423" y="304"/>
                  </a:lnTo>
                  <a:lnTo>
                    <a:pt x="423" y="301"/>
                  </a:lnTo>
                  <a:lnTo>
                    <a:pt x="419" y="296"/>
                  </a:lnTo>
                  <a:lnTo>
                    <a:pt x="417" y="293"/>
                  </a:lnTo>
                  <a:lnTo>
                    <a:pt x="417" y="288"/>
                  </a:lnTo>
                  <a:lnTo>
                    <a:pt x="415" y="284"/>
                  </a:lnTo>
                  <a:lnTo>
                    <a:pt x="415" y="282"/>
                  </a:lnTo>
                  <a:lnTo>
                    <a:pt x="416" y="274"/>
                  </a:lnTo>
                  <a:lnTo>
                    <a:pt x="413" y="268"/>
                  </a:lnTo>
                  <a:lnTo>
                    <a:pt x="411" y="266"/>
                  </a:lnTo>
                  <a:lnTo>
                    <a:pt x="408" y="266"/>
                  </a:lnTo>
                  <a:lnTo>
                    <a:pt x="407" y="263"/>
                  </a:lnTo>
                  <a:lnTo>
                    <a:pt x="401" y="258"/>
                  </a:lnTo>
                  <a:lnTo>
                    <a:pt x="397" y="255"/>
                  </a:lnTo>
                  <a:lnTo>
                    <a:pt x="396" y="253"/>
                  </a:lnTo>
                  <a:lnTo>
                    <a:pt x="399" y="247"/>
                  </a:lnTo>
                  <a:lnTo>
                    <a:pt x="397" y="245"/>
                  </a:lnTo>
                  <a:lnTo>
                    <a:pt x="396" y="242"/>
                  </a:lnTo>
                  <a:lnTo>
                    <a:pt x="396" y="241"/>
                  </a:lnTo>
                  <a:lnTo>
                    <a:pt x="399" y="238"/>
                  </a:lnTo>
                  <a:lnTo>
                    <a:pt x="403" y="234"/>
                  </a:lnTo>
                  <a:lnTo>
                    <a:pt x="404" y="229"/>
                  </a:lnTo>
                  <a:lnTo>
                    <a:pt x="401" y="222"/>
                  </a:lnTo>
                  <a:lnTo>
                    <a:pt x="397" y="213"/>
                  </a:lnTo>
                  <a:lnTo>
                    <a:pt x="399" y="212"/>
                  </a:lnTo>
                  <a:lnTo>
                    <a:pt x="401" y="215"/>
                  </a:lnTo>
                  <a:lnTo>
                    <a:pt x="403" y="217"/>
                  </a:lnTo>
                  <a:lnTo>
                    <a:pt x="404" y="218"/>
                  </a:lnTo>
                  <a:lnTo>
                    <a:pt x="405" y="220"/>
                  </a:lnTo>
                  <a:lnTo>
                    <a:pt x="405" y="224"/>
                  </a:lnTo>
                  <a:lnTo>
                    <a:pt x="408" y="225"/>
                  </a:lnTo>
                  <a:lnTo>
                    <a:pt x="408" y="230"/>
                  </a:lnTo>
                  <a:lnTo>
                    <a:pt x="409" y="234"/>
                  </a:lnTo>
                  <a:lnTo>
                    <a:pt x="408" y="237"/>
                  </a:lnTo>
                  <a:lnTo>
                    <a:pt x="409" y="240"/>
                  </a:lnTo>
                  <a:lnTo>
                    <a:pt x="413" y="242"/>
                  </a:lnTo>
                  <a:lnTo>
                    <a:pt x="413" y="245"/>
                  </a:lnTo>
                  <a:lnTo>
                    <a:pt x="416" y="246"/>
                  </a:lnTo>
                  <a:lnTo>
                    <a:pt x="416" y="249"/>
                  </a:lnTo>
                  <a:lnTo>
                    <a:pt x="413" y="250"/>
                  </a:lnTo>
                  <a:lnTo>
                    <a:pt x="415" y="251"/>
                  </a:lnTo>
                  <a:lnTo>
                    <a:pt x="417" y="251"/>
                  </a:lnTo>
                  <a:lnTo>
                    <a:pt x="421" y="253"/>
                  </a:lnTo>
                  <a:lnTo>
                    <a:pt x="425" y="253"/>
                  </a:lnTo>
                  <a:lnTo>
                    <a:pt x="428" y="251"/>
                  </a:lnTo>
                  <a:lnTo>
                    <a:pt x="429" y="254"/>
                  </a:lnTo>
                  <a:lnTo>
                    <a:pt x="430" y="255"/>
                  </a:lnTo>
                  <a:lnTo>
                    <a:pt x="432" y="253"/>
                  </a:lnTo>
                  <a:lnTo>
                    <a:pt x="436" y="253"/>
                  </a:lnTo>
                  <a:lnTo>
                    <a:pt x="437" y="251"/>
                  </a:lnTo>
                  <a:lnTo>
                    <a:pt x="440" y="251"/>
                  </a:lnTo>
                  <a:lnTo>
                    <a:pt x="442" y="255"/>
                  </a:lnTo>
                  <a:lnTo>
                    <a:pt x="445" y="255"/>
                  </a:lnTo>
                  <a:lnTo>
                    <a:pt x="448" y="258"/>
                  </a:lnTo>
                  <a:lnTo>
                    <a:pt x="453" y="257"/>
                  </a:lnTo>
                  <a:lnTo>
                    <a:pt x="454" y="254"/>
                  </a:lnTo>
                  <a:lnTo>
                    <a:pt x="453" y="255"/>
                  </a:lnTo>
                  <a:lnTo>
                    <a:pt x="448" y="255"/>
                  </a:lnTo>
                  <a:lnTo>
                    <a:pt x="448" y="253"/>
                  </a:lnTo>
                  <a:lnTo>
                    <a:pt x="445" y="253"/>
                  </a:lnTo>
                  <a:lnTo>
                    <a:pt x="444" y="249"/>
                  </a:lnTo>
                  <a:lnTo>
                    <a:pt x="440" y="249"/>
                  </a:lnTo>
                  <a:lnTo>
                    <a:pt x="440" y="247"/>
                  </a:lnTo>
                  <a:lnTo>
                    <a:pt x="438" y="247"/>
                  </a:lnTo>
                  <a:lnTo>
                    <a:pt x="437" y="249"/>
                  </a:lnTo>
                  <a:lnTo>
                    <a:pt x="432" y="249"/>
                  </a:lnTo>
                  <a:lnTo>
                    <a:pt x="429" y="246"/>
                  </a:lnTo>
                  <a:lnTo>
                    <a:pt x="425" y="246"/>
                  </a:lnTo>
                  <a:lnTo>
                    <a:pt x="421" y="242"/>
                  </a:lnTo>
                  <a:lnTo>
                    <a:pt x="420" y="240"/>
                  </a:lnTo>
                  <a:lnTo>
                    <a:pt x="419" y="240"/>
                  </a:lnTo>
                  <a:lnTo>
                    <a:pt x="415" y="234"/>
                  </a:lnTo>
                  <a:lnTo>
                    <a:pt x="417" y="233"/>
                  </a:lnTo>
                  <a:lnTo>
                    <a:pt x="419" y="232"/>
                  </a:lnTo>
                  <a:lnTo>
                    <a:pt x="421" y="230"/>
                  </a:lnTo>
                  <a:lnTo>
                    <a:pt x="423" y="230"/>
                  </a:lnTo>
                  <a:lnTo>
                    <a:pt x="426" y="233"/>
                  </a:lnTo>
                  <a:lnTo>
                    <a:pt x="432" y="236"/>
                  </a:lnTo>
                  <a:lnTo>
                    <a:pt x="434" y="236"/>
                  </a:lnTo>
                  <a:lnTo>
                    <a:pt x="437" y="230"/>
                  </a:lnTo>
                  <a:lnTo>
                    <a:pt x="436" y="226"/>
                  </a:lnTo>
                  <a:lnTo>
                    <a:pt x="430" y="225"/>
                  </a:lnTo>
                  <a:lnTo>
                    <a:pt x="426" y="228"/>
                  </a:lnTo>
                  <a:lnTo>
                    <a:pt x="425" y="225"/>
                  </a:lnTo>
                  <a:lnTo>
                    <a:pt x="426" y="224"/>
                  </a:lnTo>
                  <a:lnTo>
                    <a:pt x="428" y="225"/>
                  </a:lnTo>
                  <a:lnTo>
                    <a:pt x="429" y="224"/>
                  </a:lnTo>
                  <a:lnTo>
                    <a:pt x="429" y="221"/>
                  </a:lnTo>
                  <a:lnTo>
                    <a:pt x="432" y="217"/>
                  </a:lnTo>
                  <a:lnTo>
                    <a:pt x="434" y="216"/>
                  </a:lnTo>
                  <a:lnTo>
                    <a:pt x="437" y="216"/>
                  </a:lnTo>
                  <a:lnTo>
                    <a:pt x="445" y="216"/>
                  </a:lnTo>
                  <a:lnTo>
                    <a:pt x="448" y="220"/>
                  </a:lnTo>
                  <a:lnTo>
                    <a:pt x="451" y="221"/>
                  </a:lnTo>
                  <a:lnTo>
                    <a:pt x="458" y="222"/>
                  </a:lnTo>
                  <a:lnTo>
                    <a:pt x="458" y="225"/>
                  </a:lnTo>
                  <a:lnTo>
                    <a:pt x="461" y="226"/>
                  </a:lnTo>
                  <a:lnTo>
                    <a:pt x="466" y="230"/>
                  </a:lnTo>
                  <a:lnTo>
                    <a:pt x="470" y="232"/>
                  </a:lnTo>
                  <a:lnTo>
                    <a:pt x="475" y="230"/>
                  </a:lnTo>
                  <a:lnTo>
                    <a:pt x="480" y="228"/>
                  </a:lnTo>
                  <a:lnTo>
                    <a:pt x="483" y="229"/>
                  </a:lnTo>
                  <a:lnTo>
                    <a:pt x="483" y="229"/>
                  </a:lnTo>
                  <a:lnTo>
                    <a:pt x="486" y="229"/>
                  </a:lnTo>
                  <a:lnTo>
                    <a:pt x="486" y="233"/>
                  </a:lnTo>
                  <a:lnTo>
                    <a:pt x="486" y="236"/>
                  </a:lnTo>
                  <a:lnTo>
                    <a:pt x="486" y="237"/>
                  </a:lnTo>
                  <a:lnTo>
                    <a:pt x="483" y="240"/>
                  </a:lnTo>
                  <a:lnTo>
                    <a:pt x="482" y="242"/>
                  </a:lnTo>
                  <a:lnTo>
                    <a:pt x="484" y="245"/>
                  </a:lnTo>
                  <a:lnTo>
                    <a:pt x="484" y="249"/>
                  </a:lnTo>
                  <a:lnTo>
                    <a:pt x="488" y="253"/>
                  </a:lnTo>
                  <a:lnTo>
                    <a:pt x="488" y="255"/>
                  </a:lnTo>
                  <a:lnTo>
                    <a:pt x="487" y="257"/>
                  </a:lnTo>
                  <a:lnTo>
                    <a:pt x="487" y="265"/>
                  </a:lnTo>
                  <a:lnTo>
                    <a:pt x="490" y="265"/>
                  </a:lnTo>
                  <a:lnTo>
                    <a:pt x="490" y="262"/>
                  </a:lnTo>
                  <a:lnTo>
                    <a:pt x="490" y="261"/>
                  </a:lnTo>
                  <a:lnTo>
                    <a:pt x="491" y="258"/>
                  </a:lnTo>
                  <a:lnTo>
                    <a:pt x="490" y="255"/>
                  </a:lnTo>
                  <a:lnTo>
                    <a:pt x="492" y="254"/>
                  </a:lnTo>
                  <a:lnTo>
                    <a:pt x="494" y="251"/>
                  </a:lnTo>
                  <a:lnTo>
                    <a:pt x="495" y="253"/>
                  </a:lnTo>
                  <a:lnTo>
                    <a:pt x="496" y="257"/>
                  </a:lnTo>
                  <a:lnTo>
                    <a:pt x="498" y="262"/>
                  </a:lnTo>
                  <a:lnTo>
                    <a:pt x="498" y="263"/>
                  </a:lnTo>
                  <a:lnTo>
                    <a:pt x="496" y="265"/>
                  </a:lnTo>
                  <a:lnTo>
                    <a:pt x="496" y="267"/>
                  </a:lnTo>
                  <a:lnTo>
                    <a:pt x="495" y="268"/>
                  </a:lnTo>
                  <a:lnTo>
                    <a:pt x="499" y="271"/>
                  </a:lnTo>
                  <a:lnTo>
                    <a:pt x="503" y="271"/>
                  </a:lnTo>
                  <a:lnTo>
                    <a:pt x="507" y="272"/>
                  </a:lnTo>
                  <a:lnTo>
                    <a:pt x="509" y="275"/>
                  </a:lnTo>
                  <a:lnTo>
                    <a:pt x="508" y="278"/>
                  </a:lnTo>
                  <a:lnTo>
                    <a:pt x="511" y="279"/>
                  </a:lnTo>
                  <a:lnTo>
                    <a:pt x="516" y="279"/>
                  </a:lnTo>
                  <a:lnTo>
                    <a:pt x="521" y="284"/>
                  </a:lnTo>
                  <a:lnTo>
                    <a:pt x="520" y="283"/>
                  </a:lnTo>
                  <a:lnTo>
                    <a:pt x="520" y="279"/>
                  </a:lnTo>
                  <a:lnTo>
                    <a:pt x="524" y="275"/>
                  </a:lnTo>
                  <a:lnTo>
                    <a:pt x="527" y="275"/>
                  </a:lnTo>
                  <a:lnTo>
                    <a:pt x="532" y="279"/>
                  </a:lnTo>
                  <a:lnTo>
                    <a:pt x="536" y="279"/>
                  </a:lnTo>
                  <a:lnTo>
                    <a:pt x="537" y="282"/>
                  </a:lnTo>
                  <a:lnTo>
                    <a:pt x="538" y="287"/>
                  </a:lnTo>
                  <a:lnTo>
                    <a:pt x="538" y="282"/>
                  </a:lnTo>
                  <a:lnTo>
                    <a:pt x="537" y="279"/>
                  </a:lnTo>
                  <a:lnTo>
                    <a:pt x="534" y="279"/>
                  </a:lnTo>
                  <a:lnTo>
                    <a:pt x="530" y="278"/>
                  </a:lnTo>
                  <a:lnTo>
                    <a:pt x="527" y="274"/>
                  </a:lnTo>
                  <a:lnTo>
                    <a:pt x="523" y="275"/>
                  </a:lnTo>
                  <a:lnTo>
                    <a:pt x="519" y="278"/>
                  </a:lnTo>
                  <a:lnTo>
                    <a:pt x="517" y="278"/>
                  </a:lnTo>
                  <a:lnTo>
                    <a:pt x="516" y="278"/>
                  </a:lnTo>
                  <a:lnTo>
                    <a:pt x="512" y="276"/>
                  </a:lnTo>
                  <a:lnTo>
                    <a:pt x="508" y="271"/>
                  </a:lnTo>
                  <a:lnTo>
                    <a:pt x="505" y="270"/>
                  </a:lnTo>
                  <a:lnTo>
                    <a:pt x="502" y="270"/>
                  </a:lnTo>
                  <a:lnTo>
                    <a:pt x="499" y="266"/>
                  </a:lnTo>
                  <a:lnTo>
                    <a:pt x="502" y="267"/>
                  </a:lnTo>
                  <a:lnTo>
                    <a:pt x="503" y="266"/>
                  </a:lnTo>
                  <a:lnTo>
                    <a:pt x="505" y="261"/>
                  </a:lnTo>
                  <a:lnTo>
                    <a:pt x="504" y="259"/>
                  </a:lnTo>
                  <a:lnTo>
                    <a:pt x="502" y="255"/>
                  </a:lnTo>
                  <a:lnTo>
                    <a:pt x="500" y="250"/>
                  </a:lnTo>
                  <a:lnTo>
                    <a:pt x="496" y="245"/>
                  </a:lnTo>
                  <a:lnTo>
                    <a:pt x="494" y="243"/>
                  </a:lnTo>
                  <a:lnTo>
                    <a:pt x="491" y="241"/>
                  </a:lnTo>
                  <a:lnTo>
                    <a:pt x="492" y="238"/>
                  </a:lnTo>
                  <a:lnTo>
                    <a:pt x="491" y="236"/>
                  </a:lnTo>
                  <a:lnTo>
                    <a:pt x="491" y="229"/>
                  </a:lnTo>
                  <a:lnTo>
                    <a:pt x="488" y="226"/>
                  </a:lnTo>
                  <a:lnTo>
                    <a:pt x="487" y="226"/>
                  </a:lnTo>
                  <a:lnTo>
                    <a:pt x="482" y="224"/>
                  </a:lnTo>
                  <a:lnTo>
                    <a:pt x="477" y="224"/>
                  </a:lnTo>
                  <a:lnTo>
                    <a:pt x="474" y="220"/>
                  </a:lnTo>
                  <a:lnTo>
                    <a:pt x="471" y="218"/>
                  </a:lnTo>
                  <a:lnTo>
                    <a:pt x="471" y="215"/>
                  </a:lnTo>
                  <a:lnTo>
                    <a:pt x="470" y="213"/>
                  </a:lnTo>
                  <a:lnTo>
                    <a:pt x="470" y="212"/>
                  </a:lnTo>
                  <a:lnTo>
                    <a:pt x="467" y="213"/>
                  </a:lnTo>
                  <a:lnTo>
                    <a:pt x="458" y="213"/>
                  </a:lnTo>
                  <a:lnTo>
                    <a:pt x="455" y="213"/>
                  </a:lnTo>
                  <a:lnTo>
                    <a:pt x="453" y="211"/>
                  </a:lnTo>
                  <a:lnTo>
                    <a:pt x="451" y="208"/>
                  </a:lnTo>
                  <a:lnTo>
                    <a:pt x="451" y="208"/>
                  </a:lnTo>
                  <a:lnTo>
                    <a:pt x="450" y="205"/>
                  </a:lnTo>
                  <a:lnTo>
                    <a:pt x="450" y="201"/>
                  </a:lnTo>
                  <a:lnTo>
                    <a:pt x="448" y="196"/>
                  </a:lnTo>
                  <a:lnTo>
                    <a:pt x="444" y="193"/>
                  </a:lnTo>
                  <a:lnTo>
                    <a:pt x="444" y="192"/>
                  </a:lnTo>
                  <a:lnTo>
                    <a:pt x="444" y="191"/>
                  </a:lnTo>
                  <a:lnTo>
                    <a:pt x="441" y="190"/>
                  </a:lnTo>
                  <a:lnTo>
                    <a:pt x="440" y="188"/>
                  </a:lnTo>
                  <a:lnTo>
                    <a:pt x="441" y="186"/>
                  </a:lnTo>
                  <a:lnTo>
                    <a:pt x="441" y="183"/>
                  </a:lnTo>
                  <a:lnTo>
                    <a:pt x="438" y="182"/>
                  </a:lnTo>
                  <a:lnTo>
                    <a:pt x="440" y="180"/>
                  </a:lnTo>
                  <a:lnTo>
                    <a:pt x="444" y="180"/>
                  </a:lnTo>
                  <a:lnTo>
                    <a:pt x="446" y="176"/>
                  </a:lnTo>
                  <a:lnTo>
                    <a:pt x="449" y="176"/>
                  </a:lnTo>
                  <a:lnTo>
                    <a:pt x="455" y="175"/>
                  </a:lnTo>
                  <a:lnTo>
                    <a:pt x="465" y="172"/>
                  </a:lnTo>
                  <a:lnTo>
                    <a:pt x="467" y="170"/>
                  </a:lnTo>
                  <a:lnTo>
                    <a:pt x="471" y="168"/>
                  </a:lnTo>
                  <a:lnTo>
                    <a:pt x="473" y="170"/>
                  </a:lnTo>
                  <a:lnTo>
                    <a:pt x="477" y="168"/>
                  </a:lnTo>
                  <a:lnTo>
                    <a:pt x="478" y="166"/>
                  </a:lnTo>
                  <a:lnTo>
                    <a:pt x="482" y="165"/>
                  </a:lnTo>
                  <a:lnTo>
                    <a:pt x="490" y="161"/>
                  </a:lnTo>
                  <a:lnTo>
                    <a:pt x="491" y="162"/>
                  </a:lnTo>
                  <a:lnTo>
                    <a:pt x="490" y="165"/>
                  </a:lnTo>
                  <a:lnTo>
                    <a:pt x="490" y="166"/>
                  </a:lnTo>
                  <a:lnTo>
                    <a:pt x="488" y="167"/>
                  </a:lnTo>
                  <a:lnTo>
                    <a:pt x="486" y="172"/>
                  </a:lnTo>
                  <a:lnTo>
                    <a:pt x="486" y="174"/>
                  </a:lnTo>
                  <a:lnTo>
                    <a:pt x="491" y="178"/>
                  </a:lnTo>
                  <a:lnTo>
                    <a:pt x="495" y="178"/>
                  </a:lnTo>
                  <a:lnTo>
                    <a:pt x="492" y="178"/>
                  </a:lnTo>
                  <a:lnTo>
                    <a:pt x="488" y="172"/>
                  </a:lnTo>
                  <a:lnTo>
                    <a:pt x="488" y="171"/>
                  </a:lnTo>
                  <a:lnTo>
                    <a:pt x="490" y="168"/>
                  </a:lnTo>
                  <a:lnTo>
                    <a:pt x="495" y="166"/>
                  </a:lnTo>
                  <a:lnTo>
                    <a:pt x="496" y="162"/>
                  </a:lnTo>
                  <a:lnTo>
                    <a:pt x="495" y="158"/>
                  </a:lnTo>
                  <a:lnTo>
                    <a:pt x="492" y="158"/>
                  </a:lnTo>
                  <a:lnTo>
                    <a:pt x="488" y="155"/>
                  </a:lnTo>
                  <a:lnTo>
                    <a:pt x="490" y="154"/>
                  </a:lnTo>
                  <a:lnTo>
                    <a:pt x="486" y="154"/>
                  </a:lnTo>
                  <a:lnTo>
                    <a:pt x="484" y="155"/>
                  </a:lnTo>
                  <a:lnTo>
                    <a:pt x="483" y="154"/>
                  </a:lnTo>
                  <a:lnTo>
                    <a:pt x="482" y="150"/>
                  </a:lnTo>
                  <a:lnTo>
                    <a:pt x="478" y="151"/>
                  </a:lnTo>
                  <a:lnTo>
                    <a:pt x="477" y="151"/>
                  </a:lnTo>
                  <a:lnTo>
                    <a:pt x="473" y="149"/>
                  </a:lnTo>
                  <a:lnTo>
                    <a:pt x="474" y="147"/>
                  </a:lnTo>
                  <a:lnTo>
                    <a:pt x="475" y="146"/>
                  </a:lnTo>
                  <a:lnTo>
                    <a:pt x="477" y="145"/>
                  </a:lnTo>
                  <a:lnTo>
                    <a:pt x="478" y="147"/>
                  </a:lnTo>
                  <a:lnTo>
                    <a:pt x="480" y="147"/>
                  </a:lnTo>
                  <a:lnTo>
                    <a:pt x="483" y="146"/>
                  </a:lnTo>
                  <a:lnTo>
                    <a:pt x="483" y="145"/>
                  </a:lnTo>
                  <a:lnTo>
                    <a:pt x="482" y="145"/>
                  </a:lnTo>
                  <a:lnTo>
                    <a:pt x="479" y="146"/>
                  </a:lnTo>
                  <a:lnTo>
                    <a:pt x="477" y="143"/>
                  </a:lnTo>
                  <a:lnTo>
                    <a:pt x="477" y="141"/>
                  </a:lnTo>
                  <a:lnTo>
                    <a:pt x="474" y="141"/>
                  </a:lnTo>
                  <a:lnTo>
                    <a:pt x="470" y="140"/>
                  </a:lnTo>
                  <a:lnTo>
                    <a:pt x="467" y="141"/>
                  </a:lnTo>
                  <a:lnTo>
                    <a:pt x="466" y="138"/>
                  </a:lnTo>
                  <a:lnTo>
                    <a:pt x="467" y="137"/>
                  </a:lnTo>
                  <a:lnTo>
                    <a:pt x="467" y="134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3"/>
                  </a:lnTo>
                  <a:lnTo>
                    <a:pt x="470" y="137"/>
                  </a:lnTo>
                  <a:lnTo>
                    <a:pt x="473" y="136"/>
                  </a:lnTo>
                  <a:lnTo>
                    <a:pt x="475" y="140"/>
                  </a:lnTo>
                  <a:lnTo>
                    <a:pt x="475" y="137"/>
                  </a:lnTo>
                  <a:lnTo>
                    <a:pt x="475" y="136"/>
                  </a:lnTo>
                  <a:lnTo>
                    <a:pt x="478" y="134"/>
                  </a:lnTo>
                  <a:lnTo>
                    <a:pt x="478" y="129"/>
                  </a:lnTo>
                  <a:lnTo>
                    <a:pt x="477" y="128"/>
                  </a:lnTo>
                  <a:lnTo>
                    <a:pt x="477" y="126"/>
                  </a:lnTo>
                  <a:lnTo>
                    <a:pt x="479" y="128"/>
                  </a:lnTo>
                  <a:lnTo>
                    <a:pt x="480" y="125"/>
                  </a:lnTo>
                  <a:lnTo>
                    <a:pt x="475" y="124"/>
                  </a:lnTo>
                  <a:lnTo>
                    <a:pt x="474" y="126"/>
                  </a:lnTo>
                  <a:lnTo>
                    <a:pt x="471" y="126"/>
                  </a:lnTo>
                  <a:lnTo>
                    <a:pt x="471" y="124"/>
                  </a:lnTo>
                  <a:lnTo>
                    <a:pt x="474" y="121"/>
                  </a:lnTo>
                  <a:lnTo>
                    <a:pt x="478" y="121"/>
                  </a:lnTo>
                  <a:lnTo>
                    <a:pt x="480" y="120"/>
                  </a:lnTo>
                  <a:lnTo>
                    <a:pt x="480" y="118"/>
                  </a:lnTo>
                  <a:lnTo>
                    <a:pt x="483" y="116"/>
                  </a:lnTo>
                  <a:lnTo>
                    <a:pt x="483" y="113"/>
                  </a:lnTo>
                  <a:lnTo>
                    <a:pt x="483" y="112"/>
                  </a:lnTo>
                  <a:lnTo>
                    <a:pt x="483" y="112"/>
                  </a:lnTo>
                  <a:lnTo>
                    <a:pt x="486" y="108"/>
                  </a:lnTo>
                  <a:lnTo>
                    <a:pt x="487" y="108"/>
                  </a:lnTo>
                  <a:lnTo>
                    <a:pt x="487" y="109"/>
                  </a:lnTo>
                  <a:lnTo>
                    <a:pt x="488" y="109"/>
                  </a:lnTo>
                  <a:lnTo>
                    <a:pt x="490" y="107"/>
                  </a:lnTo>
                  <a:lnTo>
                    <a:pt x="491" y="107"/>
                  </a:lnTo>
                  <a:lnTo>
                    <a:pt x="490" y="105"/>
                  </a:lnTo>
                  <a:lnTo>
                    <a:pt x="490" y="104"/>
                  </a:lnTo>
                  <a:lnTo>
                    <a:pt x="494" y="103"/>
                  </a:lnTo>
                  <a:lnTo>
                    <a:pt x="495" y="101"/>
                  </a:lnTo>
                  <a:lnTo>
                    <a:pt x="495" y="100"/>
                  </a:lnTo>
                  <a:lnTo>
                    <a:pt x="496" y="100"/>
                  </a:lnTo>
                  <a:lnTo>
                    <a:pt x="499" y="100"/>
                  </a:lnTo>
                  <a:lnTo>
                    <a:pt x="503" y="100"/>
                  </a:lnTo>
                  <a:lnTo>
                    <a:pt x="502" y="97"/>
                  </a:lnTo>
                  <a:lnTo>
                    <a:pt x="502" y="96"/>
                  </a:lnTo>
                  <a:lnTo>
                    <a:pt x="507" y="95"/>
                  </a:lnTo>
                  <a:lnTo>
                    <a:pt x="509" y="93"/>
                  </a:lnTo>
                  <a:lnTo>
                    <a:pt x="511" y="91"/>
                  </a:lnTo>
                  <a:lnTo>
                    <a:pt x="517" y="88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3" y="88"/>
                  </a:lnTo>
                  <a:lnTo>
                    <a:pt x="512" y="87"/>
                  </a:lnTo>
                  <a:lnTo>
                    <a:pt x="509" y="90"/>
                  </a:lnTo>
                  <a:lnTo>
                    <a:pt x="507" y="88"/>
                  </a:lnTo>
                  <a:lnTo>
                    <a:pt x="507" y="83"/>
                  </a:lnTo>
                  <a:lnTo>
                    <a:pt x="509" y="82"/>
                  </a:lnTo>
                  <a:lnTo>
                    <a:pt x="509" y="80"/>
                  </a:lnTo>
                  <a:lnTo>
                    <a:pt x="511" y="80"/>
                  </a:lnTo>
                  <a:lnTo>
                    <a:pt x="511" y="82"/>
                  </a:lnTo>
                  <a:lnTo>
                    <a:pt x="512" y="82"/>
                  </a:lnTo>
                  <a:lnTo>
                    <a:pt x="513" y="80"/>
                  </a:lnTo>
                  <a:lnTo>
                    <a:pt x="511" y="78"/>
                  </a:lnTo>
                  <a:lnTo>
                    <a:pt x="513" y="78"/>
                  </a:lnTo>
                  <a:lnTo>
                    <a:pt x="516" y="79"/>
                  </a:lnTo>
                  <a:lnTo>
                    <a:pt x="519" y="79"/>
                  </a:lnTo>
                  <a:lnTo>
                    <a:pt x="521" y="76"/>
                  </a:lnTo>
                  <a:lnTo>
                    <a:pt x="524" y="78"/>
                  </a:lnTo>
                  <a:lnTo>
                    <a:pt x="530" y="75"/>
                  </a:lnTo>
                  <a:lnTo>
                    <a:pt x="533" y="75"/>
                  </a:lnTo>
                  <a:lnTo>
                    <a:pt x="533" y="78"/>
                  </a:lnTo>
                  <a:lnTo>
                    <a:pt x="532" y="83"/>
                  </a:lnTo>
                  <a:lnTo>
                    <a:pt x="532" y="84"/>
                  </a:lnTo>
                  <a:lnTo>
                    <a:pt x="533" y="86"/>
                  </a:lnTo>
                  <a:lnTo>
                    <a:pt x="534" y="83"/>
                  </a:lnTo>
                  <a:lnTo>
                    <a:pt x="537" y="79"/>
                  </a:lnTo>
                  <a:lnTo>
                    <a:pt x="536" y="76"/>
                  </a:lnTo>
                  <a:lnTo>
                    <a:pt x="537" y="76"/>
                  </a:lnTo>
                  <a:lnTo>
                    <a:pt x="538" y="78"/>
                  </a:lnTo>
                  <a:lnTo>
                    <a:pt x="540" y="82"/>
                  </a:lnTo>
                  <a:lnTo>
                    <a:pt x="541" y="82"/>
                  </a:lnTo>
                  <a:lnTo>
                    <a:pt x="542" y="79"/>
                  </a:lnTo>
                  <a:lnTo>
                    <a:pt x="541" y="76"/>
                  </a:lnTo>
                  <a:lnTo>
                    <a:pt x="542" y="75"/>
                  </a:lnTo>
                  <a:lnTo>
                    <a:pt x="544" y="75"/>
                  </a:lnTo>
                  <a:lnTo>
                    <a:pt x="544" y="78"/>
                  </a:lnTo>
                  <a:lnTo>
                    <a:pt x="548" y="75"/>
                  </a:lnTo>
                  <a:lnTo>
                    <a:pt x="548" y="74"/>
                  </a:lnTo>
                  <a:lnTo>
                    <a:pt x="546" y="72"/>
                  </a:lnTo>
                  <a:lnTo>
                    <a:pt x="549" y="72"/>
                  </a:lnTo>
                  <a:lnTo>
                    <a:pt x="550" y="71"/>
                  </a:lnTo>
                  <a:lnTo>
                    <a:pt x="548" y="70"/>
                  </a:lnTo>
                  <a:lnTo>
                    <a:pt x="550" y="67"/>
                  </a:lnTo>
                  <a:lnTo>
                    <a:pt x="554" y="67"/>
                  </a:lnTo>
                  <a:lnTo>
                    <a:pt x="556" y="66"/>
                  </a:lnTo>
                  <a:lnTo>
                    <a:pt x="557" y="66"/>
                  </a:lnTo>
                  <a:lnTo>
                    <a:pt x="557" y="67"/>
                  </a:lnTo>
                  <a:lnTo>
                    <a:pt x="558" y="68"/>
                  </a:lnTo>
                  <a:lnTo>
                    <a:pt x="562" y="68"/>
                  </a:lnTo>
                  <a:lnTo>
                    <a:pt x="562" y="72"/>
                  </a:lnTo>
                  <a:lnTo>
                    <a:pt x="563" y="74"/>
                  </a:lnTo>
                  <a:lnTo>
                    <a:pt x="561" y="79"/>
                  </a:lnTo>
                  <a:lnTo>
                    <a:pt x="565" y="78"/>
                  </a:lnTo>
                  <a:lnTo>
                    <a:pt x="567" y="72"/>
                  </a:lnTo>
                  <a:lnTo>
                    <a:pt x="565" y="67"/>
                  </a:lnTo>
                  <a:lnTo>
                    <a:pt x="561" y="66"/>
                  </a:lnTo>
                  <a:lnTo>
                    <a:pt x="559" y="63"/>
                  </a:lnTo>
                  <a:lnTo>
                    <a:pt x="557" y="65"/>
                  </a:lnTo>
                  <a:lnTo>
                    <a:pt x="556" y="63"/>
                  </a:lnTo>
                  <a:lnTo>
                    <a:pt x="553" y="63"/>
                  </a:lnTo>
                  <a:lnTo>
                    <a:pt x="552" y="62"/>
                  </a:lnTo>
                  <a:lnTo>
                    <a:pt x="549" y="61"/>
                  </a:lnTo>
                  <a:lnTo>
                    <a:pt x="549" y="61"/>
                  </a:lnTo>
                  <a:lnTo>
                    <a:pt x="550" y="58"/>
                  </a:lnTo>
                  <a:lnTo>
                    <a:pt x="556" y="58"/>
                  </a:lnTo>
                  <a:lnTo>
                    <a:pt x="557" y="57"/>
                  </a:lnTo>
                  <a:lnTo>
                    <a:pt x="559" y="57"/>
                  </a:lnTo>
                  <a:lnTo>
                    <a:pt x="562" y="57"/>
                  </a:lnTo>
                  <a:lnTo>
                    <a:pt x="563" y="55"/>
                  </a:lnTo>
                  <a:lnTo>
                    <a:pt x="566" y="57"/>
                  </a:lnTo>
                  <a:lnTo>
                    <a:pt x="571" y="55"/>
                  </a:lnTo>
                  <a:lnTo>
                    <a:pt x="574" y="57"/>
                  </a:lnTo>
                  <a:lnTo>
                    <a:pt x="575" y="55"/>
                  </a:lnTo>
                  <a:lnTo>
                    <a:pt x="578" y="57"/>
                  </a:lnTo>
                  <a:lnTo>
                    <a:pt x="579" y="55"/>
                  </a:lnTo>
                  <a:lnTo>
                    <a:pt x="579" y="54"/>
                  </a:lnTo>
                  <a:lnTo>
                    <a:pt x="575" y="53"/>
                  </a:lnTo>
                  <a:lnTo>
                    <a:pt x="571" y="51"/>
                  </a:lnTo>
                  <a:lnTo>
                    <a:pt x="569" y="53"/>
                  </a:lnTo>
                  <a:lnTo>
                    <a:pt x="563" y="53"/>
                  </a:lnTo>
                  <a:lnTo>
                    <a:pt x="563" y="51"/>
                  </a:lnTo>
                  <a:lnTo>
                    <a:pt x="563" y="47"/>
                  </a:lnTo>
                  <a:lnTo>
                    <a:pt x="566" y="46"/>
                  </a:lnTo>
                  <a:lnTo>
                    <a:pt x="563" y="45"/>
                  </a:lnTo>
                  <a:lnTo>
                    <a:pt x="561" y="41"/>
                  </a:lnTo>
                  <a:lnTo>
                    <a:pt x="558" y="42"/>
                  </a:lnTo>
                  <a:lnTo>
                    <a:pt x="556" y="38"/>
                  </a:lnTo>
                  <a:lnTo>
                    <a:pt x="556" y="36"/>
                  </a:lnTo>
                  <a:lnTo>
                    <a:pt x="558" y="36"/>
                  </a:lnTo>
                  <a:lnTo>
                    <a:pt x="558" y="33"/>
                  </a:lnTo>
                  <a:lnTo>
                    <a:pt x="554" y="30"/>
                  </a:lnTo>
                  <a:lnTo>
                    <a:pt x="556" y="20"/>
                  </a:lnTo>
                  <a:lnTo>
                    <a:pt x="558" y="17"/>
                  </a:lnTo>
                  <a:lnTo>
                    <a:pt x="557" y="13"/>
                  </a:lnTo>
                  <a:lnTo>
                    <a:pt x="557" y="9"/>
                  </a:lnTo>
                  <a:lnTo>
                    <a:pt x="559" y="8"/>
                  </a:lnTo>
                  <a:lnTo>
                    <a:pt x="558" y="5"/>
                  </a:lnTo>
                  <a:lnTo>
                    <a:pt x="559" y="4"/>
                  </a:lnTo>
                  <a:lnTo>
                    <a:pt x="561" y="3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" name="Freeform 342"/>
            <p:cNvSpPr>
              <a:spLocks noEditPoints="1"/>
            </p:cNvSpPr>
            <p:nvPr/>
          </p:nvSpPr>
          <p:spPr bwMode="auto">
            <a:xfrm>
              <a:off x="7597516" y="2335432"/>
              <a:ext cx="1959139" cy="1446514"/>
            </a:xfrm>
            <a:custGeom>
              <a:avLst/>
              <a:gdLst>
                <a:gd name="T0" fmla="*/ 578 w 772"/>
                <a:gd name="T1" fmla="*/ 566 h 570"/>
                <a:gd name="T2" fmla="*/ 573 w 772"/>
                <a:gd name="T3" fmla="*/ 547 h 570"/>
                <a:gd name="T4" fmla="*/ 658 w 772"/>
                <a:gd name="T5" fmla="*/ 497 h 570"/>
                <a:gd name="T6" fmla="*/ 708 w 772"/>
                <a:gd name="T7" fmla="*/ 488 h 570"/>
                <a:gd name="T8" fmla="*/ 702 w 772"/>
                <a:gd name="T9" fmla="*/ 514 h 570"/>
                <a:gd name="T10" fmla="*/ 697 w 772"/>
                <a:gd name="T11" fmla="*/ 483 h 570"/>
                <a:gd name="T12" fmla="*/ 701 w 772"/>
                <a:gd name="T13" fmla="*/ 400 h 570"/>
                <a:gd name="T14" fmla="*/ 687 w 772"/>
                <a:gd name="T15" fmla="*/ 378 h 570"/>
                <a:gd name="T16" fmla="*/ 627 w 772"/>
                <a:gd name="T17" fmla="*/ 2 h 570"/>
                <a:gd name="T18" fmla="*/ 639 w 772"/>
                <a:gd name="T19" fmla="*/ 10 h 570"/>
                <a:gd name="T20" fmla="*/ 649 w 772"/>
                <a:gd name="T21" fmla="*/ 25 h 570"/>
                <a:gd name="T22" fmla="*/ 668 w 772"/>
                <a:gd name="T23" fmla="*/ 47 h 570"/>
                <a:gd name="T24" fmla="*/ 683 w 772"/>
                <a:gd name="T25" fmla="*/ 67 h 570"/>
                <a:gd name="T26" fmla="*/ 699 w 772"/>
                <a:gd name="T27" fmla="*/ 68 h 570"/>
                <a:gd name="T28" fmla="*/ 715 w 772"/>
                <a:gd name="T29" fmla="*/ 80 h 570"/>
                <a:gd name="T30" fmla="*/ 722 w 772"/>
                <a:gd name="T31" fmla="*/ 93 h 570"/>
                <a:gd name="T32" fmla="*/ 744 w 772"/>
                <a:gd name="T33" fmla="*/ 99 h 570"/>
                <a:gd name="T34" fmla="*/ 760 w 772"/>
                <a:gd name="T35" fmla="*/ 81 h 570"/>
                <a:gd name="T36" fmla="*/ 769 w 772"/>
                <a:gd name="T37" fmla="*/ 101 h 570"/>
                <a:gd name="T38" fmla="*/ 770 w 772"/>
                <a:gd name="T39" fmla="*/ 121 h 570"/>
                <a:gd name="T40" fmla="*/ 768 w 772"/>
                <a:gd name="T41" fmla="*/ 139 h 570"/>
                <a:gd name="T42" fmla="*/ 749 w 772"/>
                <a:gd name="T43" fmla="*/ 150 h 570"/>
                <a:gd name="T44" fmla="*/ 755 w 772"/>
                <a:gd name="T45" fmla="*/ 181 h 570"/>
                <a:gd name="T46" fmla="*/ 697 w 772"/>
                <a:gd name="T47" fmla="*/ 246 h 570"/>
                <a:gd name="T48" fmla="*/ 669 w 772"/>
                <a:gd name="T49" fmla="*/ 262 h 570"/>
                <a:gd name="T50" fmla="*/ 669 w 772"/>
                <a:gd name="T51" fmla="*/ 256 h 570"/>
                <a:gd name="T52" fmla="*/ 669 w 772"/>
                <a:gd name="T53" fmla="*/ 237 h 570"/>
                <a:gd name="T54" fmla="*/ 643 w 772"/>
                <a:gd name="T55" fmla="*/ 246 h 570"/>
                <a:gd name="T56" fmla="*/ 622 w 772"/>
                <a:gd name="T57" fmla="*/ 267 h 570"/>
                <a:gd name="T58" fmla="*/ 639 w 772"/>
                <a:gd name="T59" fmla="*/ 283 h 570"/>
                <a:gd name="T60" fmla="*/ 657 w 772"/>
                <a:gd name="T61" fmla="*/ 283 h 570"/>
                <a:gd name="T62" fmla="*/ 685 w 772"/>
                <a:gd name="T63" fmla="*/ 288 h 570"/>
                <a:gd name="T64" fmla="*/ 669 w 772"/>
                <a:gd name="T65" fmla="*/ 300 h 570"/>
                <a:gd name="T66" fmla="*/ 655 w 772"/>
                <a:gd name="T67" fmla="*/ 317 h 570"/>
                <a:gd name="T68" fmla="*/ 674 w 772"/>
                <a:gd name="T69" fmla="*/ 354 h 570"/>
                <a:gd name="T70" fmla="*/ 681 w 772"/>
                <a:gd name="T71" fmla="*/ 374 h 570"/>
                <a:gd name="T72" fmla="*/ 660 w 772"/>
                <a:gd name="T73" fmla="*/ 371 h 570"/>
                <a:gd name="T74" fmla="*/ 690 w 772"/>
                <a:gd name="T75" fmla="*/ 393 h 570"/>
                <a:gd name="T76" fmla="*/ 689 w 772"/>
                <a:gd name="T77" fmla="*/ 399 h 570"/>
                <a:gd name="T78" fmla="*/ 699 w 772"/>
                <a:gd name="T79" fmla="*/ 408 h 570"/>
                <a:gd name="T80" fmla="*/ 697 w 772"/>
                <a:gd name="T81" fmla="*/ 420 h 570"/>
                <a:gd name="T82" fmla="*/ 691 w 772"/>
                <a:gd name="T83" fmla="*/ 433 h 570"/>
                <a:gd name="T84" fmla="*/ 689 w 772"/>
                <a:gd name="T85" fmla="*/ 447 h 570"/>
                <a:gd name="T86" fmla="*/ 681 w 772"/>
                <a:gd name="T87" fmla="*/ 458 h 570"/>
                <a:gd name="T88" fmla="*/ 681 w 772"/>
                <a:gd name="T89" fmla="*/ 471 h 570"/>
                <a:gd name="T90" fmla="*/ 673 w 772"/>
                <a:gd name="T91" fmla="*/ 475 h 570"/>
                <a:gd name="T92" fmla="*/ 665 w 772"/>
                <a:gd name="T93" fmla="*/ 487 h 570"/>
                <a:gd name="T94" fmla="*/ 656 w 772"/>
                <a:gd name="T95" fmla="*/ 495 h 570"/>
                <a:gd name="T96" fmla="*/ 641 w 772"/>
                <a:gd name="T97" fmla="*/ 508 h 570"/>
                <a:gd name="T98" fmla="*/ 624 w 772"/>
                <a:gd name="T99" fmla="*/ 513 h 570"/>
                <a:gd name="T100" fmla="*/ 612 w 772"/>
                <a:gd name="T101" fmla="*/ 517 h 570"/>
                <a:gd name="T102" fmla="*/ 590 w 772"/>
                <a:gd name="T103" fmla="*/ 526 h 570"/>
                <a:gd name="T104" fmla="*/ 581 w 772"/>
                <a:gd name="T105" fmla="*/ 530 h 570"/>
                <a:gd name="T106" fmla="*/ 577 w 772"/>
                <a:gd name="T107" fmla="*/ 539 h 570"/>
                <a:gd name="T108" fmla="*/ 564 w 772"/>
                <a:gd name="T109" fmla="*/ 525 h 570"/>
                <a:gd name="T110" fmla="*/ 474 w 772"/>
                <a:gd name="T111" fmla="*/ 537 h 570"/>
                <a:gd name="T112" fmla="*/ 554 w 772"/>
                <a:gd name="T113" fmla="*/ 80 h 570"/>
                <a:gd name="T114" fmla="*/ 582 w 772"/>
                <a:gd name="T115" fmla="*/ 67 h 570"/>
                <a:gd name="T116" fmla="*/ 581 w 772"/>
                <a:gd name="T117" fmla="*/ 39 h 570"/>
                <a:gd name="T118" fmla="*/ 574 w 772"/>
                <a:gd name="T119" fmla="*/ 21 h 570"/>
                <a:gd name="T120" fmla="*/ 590 w 772"/>
                <a:gd name="T121" fmla="*/ 4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72" h="570">
                  <a:moveTo>
                    <a:pt x="586" y="545"/>
                  </a:moveTo>
                  <a:lnTo>
                    <a:pt x="589" y="545"/>
                  </a:lnTo>
                  <a:lnTo>
                    <a:pt x="590" y="547"/>
                  </a:lnTo>
                  <a:lnTo>
                    <a:pt x="591" y="550"/>
                  </a:lnTo>
                  <a:lnTo>
                    <a:pt x="590" y="553"/>
                  </a:lnTo>
                  <a:lnTo>
                    <a:pt x="589" y="554"/>
                  </a:lnTo>
                  <a:lnTo>
                    <a:pt x="589" y="555"/>
                  </a:lnTo>
                  <a:lnTo>
                    <a:pt x="587" y="559"/>
                  </a:lnTo>
                  <a:lnTo>
                    <a:pt x="587" y="560"/>
                  </a:lnTo>
                  <a:lnTo>
                    <a:pt x="586" y="563"/>
                  </a:lnTo>
                  <a:lnTo>
                    <a:pt x="583" y="563"/>
                  </a:lnTo>
                  <a:lnTo>
                    <a:pt x="583" y="564"/>
                  </a:lnTo>
                  <a:lnTo>
                    <a:pt x="582" y="567"/>
                  </a:lnTo>
                  <a:lnTo>
                    <a:pt x="579" y="566"/>
                  </a:lnTo>
                  <a:lnTo>
                    <a:pt x="578" y="566"/>
                  </a:lnTo>
                  <a:lnTo>
                    <a:pt x="577" y="568"/>
                  </a:lnTo>
                  <a:lnTo>
                    <a:pt x="575" y="570"/>
                  </a:lnTo>
                  <a:lnTo>
                    <a:pt x="574" y="568"/>
                  </a:lnTo>
                  <a:lnTo>
                    <a:pt x="572" y="568"/>
                  </a:lnTo>
                  <a:lnTo>
                    <a:pt x="570" y="567"/>
                  </a:lnTo>
                  <a:lnTo>
                    <a:pt x="568" y="567"/>
                  </a:lnTo>
                  <a:lnTo>
                    <a:pt x="566" y="564"/>
                  </a:lnTo>
                  <a:lnTo>
                    <a:pt x="566" y="563"/>
                  </a:lnTo>
                  <a:lnTo>
                    <a:pt x="565" y="560"/>
                  </a:lnTo>
                  <a:lnTo>
                    <a:pt x="565" y="556"/>
                  </a:lnTo>
                  <a:lnTo>
                    <a:pt x="564" y="555"/>
                  </a:lnTo>
                  <a:lnTo>
                    <a:pt x="566" y="551"/>
                  </a:lnTo>
                  <a:lnTo>
                    <a:pt x="570" y="550"/>
                  </a:lnTo>
                  <a:lnTo>
                    <a:pt x="570" y="547"/>
                  </a:lnTo>
                  <a:lnTo>
                    <a:pt x="573" y="547"/>
                  </a:lnTo>
                  <a:lnTo>
                    <a:pt x="575" y="546"/>
                  </a:lnTo>
                  <a:lnTo>
                    <a:pt x="577" y="546"/>
                  </a:lnTo>
                  <a:lnTo>
                    <a:pt x="579" y="545"/>
                  </a:lnTo>
                  <a:lnTo>
                    <a:pt x="579" y="545"/>
                  </a:lnTo>
                  <a:lnTo>
                    <a:pt x="582" y="545"/>
                  </a:lnTo>
                  <a:lnTo>
                    <a:pt x="583" y="546"/>
                  </a:lnTo>
                  <a:lnTo>
                    <a:pt x="586" y="545"/>
                  </a:lnTo>
                  <a:close/>
                  <a:moveTo>
                    <a:pt x="585" y="531"/>
                  </a:moveTo>
                  <a:lnTo>
                    <a:pt x="587" y="533"/>
                  </a:lnTo>
                  <a:lnTo>
                    <a:pt x="587" y="534"/>
                  </a:lnTo>
                  <a:lnTo>
                    <a:pt x="585" y="533"/>
                  </a:lnTo>
                  <a:lnTo>
                    <a:pt x="583" y="534"/>
                  </a:lnTo>
                  <a:lnTo>
                    <a:pt x="582" y="533"/>
                  </a:lnTo>
                  <a:lnTo>
                    <a:pt x="585" y="531"/>
                  </a:lnTo>
                  <a:close/>
                  <a:moveTo>
                    <a:pt x="658" y="497"/>
                  </a:moveTo>
                  <a:lnTo>
                    <a:pt x="660" y="499"/>
                  </a:lnTo>
                  <a:lnTo>
                    <a:pt x="658" y="500"/>
                  </a:lnTo>
                  <a:lnTo>
                    <a:pt x="657" y="500"/>
                  </a:lnTo>
                  <a:lnTo>
                    <a:pt x="656" y="499"/>
                  </a:lnTo>
                  <a:lnTo>
                    <a:pt x="658" y="497"/>
                  </a:lnTo>
                  <a:close/>
                  <a:moveTo>
                    <a:pt x="706" y="470"/>
                  </a:moveTo>
                  <a:lnTo>
                    <a:pt x="708" y="470"/>
                  </a:lnTo>
                  <a:lnTo>
                    <a:pt x="710" y="472"/>
                  </a:lnTo>
                  <a:lnTo>
                    <a:pt x="710" y="472"/>
                  </a:lnTo>
                  <a:lnTo>
                    <a:pt x="712" y="475"/>
                  </a:lnTo>
                  <a:lnTo>
                    <a:pt x="712" y="476"/>
                  </a:lnTo>
                  <a:lnTo>
                    <a:pt x="711" y="476"/>
                  </a:lnTo>
                  <a:lnTo>
                    <a:pt x="711" y="480"/>
                  </a:lnTo>
                  <a:lnTo>
                    <a:pt x="710" y="485"/>
                  </a:lnTo>
                  <a:lnTo>
                    <a:pt x="708" y="488"/>
                  </a:lnTo>
                  <a:lnTo>
                    <a:pt x="710" y="492"/>
                  </a:lnTo>
                  <a:lnTo>
                    <a:pt x="710" y="495"/>
                  </a:lnTo>
                  <a:lnTo>
                    <a:pt x="708" y="500"/>
                  </a:lnTo>
                  <a:lnTo>
                    <a:pt x="710" y="500"/>
                  </a:lnTo>
                  <a:lnTo>
                    <a:pt x="708" y="501"/>
                  </a:lnTo>
                  <a:lnTo>
                    <a:pt x="708" y="504"/>
                  </a:lnTo>
                  <a:lnTo>
                    <a:pt x="706" y="508"/>
                  </a:lnTo>
                  <a:lnTo>
                    <a:pt x="703" y="510"/>
                  </a:lnTo>
                  <a:lnTo>
                    <a:pt x="705" y="514"/>
                  </a:lnTo>
                  <a:lnTo>
                    <a:pt x="705" y="517"/>
                  </a:lnTo>
                  <a:lnTo>
                    <a:pt x="705" y="520"/>
                  </a:lnTo>
                  <a:lnTo>
                    <a:pt x="703" y="518"/>
                  </a:lnTo>
                  <a:lnTo>
                    <a:pt x="702" y="520"/>
                  </a:lnTo>
                  <a:lnTo>
                    <a:pt x="702" y="517"/>
                  </a:lnTo>
                  <a:lnTo>
                    <a:pt x="702" y="514"/>
                  </a:lnTo>
                  <a:lnTo>
                    <a:pt x="699" y="512"/>
                  </a:lnTo>
                  <a:lnTo>
                    <a:pt x="697" y="510"/>
                  </a:lnTo>
                  <a:lnTo>
                    <a:pt x="697" y="509"/>
                  </a:lnTo>
                  <a:lnTo>
                    <a:pt x="695" y="509"/>
                  </a:lnTo>
                  <a:lnTo>
                    <a:pt x="694" y="508"/>
                  </a:lnTo>
                  <a:lnTo>
                    <a:pt x="694" y="505"/>
                  </a:lnTo>
                  <a:lnTo>
                    <a:pt x="694" y="505"/>
                  </a:lnTo>
                  <a:lnTo>
                    <a:pt x="694" y="504"/>
                  </a:lnTo>
                  <a:lnTo>
                    <a:pt x="693" y="504"/>
                  </a:lnTo>
                  <a:lnTo>
                    <a:pt x="693" y="499"/>
                  </a:lnTo>
                  <a:lnTo>
                    <a:pt x="693" y="495"/>
                  </a:lnTo>
                  <a:lnTo>
                    <a:pt x="691" y="493"/>
                  </a:lnTo>
                  <a:lnTo>
                    <a:pt x="693" y="492"/>
                  </a:lnTo>
                  <a:lnTo>
                    <a:pt x="694" y="488"/>
                  </a:lnTo>
                  <a:lnTo>
                    <a:pt x="697" y="483"/>
                  </a:lnTo>
                  <a:lnTo>
                    <a:pt x="697" y="483"/>
                  </a:lnTo>
                  <a:lnTo>
                    <a:pt x="698" y="480"/>
                  </a:lnTo>
                  <a:lnTo>
                    <a:pt x="697" y="479"/>
                  </a:lnTo>
                  <a:lnTo>
                    <a:pt x="699" y="475"/>
                  </a:lnTo>
                  <a:lnTo>
                    <a:pt x="702" y="472"/>
                  </a:lnTo>
                  <a:lnTo>
                    <a:pt x="705" y="472"/>
                  </a:lnTo>
                  <a:lnTo>
                    <a:pt x="703" y="470"/>
                  </a:lnTo>
                  <a:lnTo>
                    <a:pt x="706" y="470"/>
                  </a:lnTo>
                  <a:close/>
                  <a:moveTo>
                    <a:pt x="682" y="467"/>
                  </a:moveTo>
                  <a:lnTo>
                    <a:pt x="683" y="468"/>
                  </a:lnTo>
                  <a:lnTo>
                    <a:pt x="683" y="470"/>
                  </a:lnTo>
                  <a:lnTo>
                    <a:pt x="682" y="471"/>
                  </a:lnTo>
                  <a:lnTo>
                    <a:pt x="682" y="468"/>
                  </a:lnTo>
                  <a:lnTo>
                    <a:pt x="682" y="467"/>
                  </a:lnTo>
                  <a:close/>
                  <a:moveTo>
                    <a:pt x="701" y="400"/>
                  </a:moveTo>
                  <a:lnTo>
                    <a:pt x="701" y="400"/>
                  </a:lnTo>
                  <a:lnTo>
                    <a:pt x="702" y="400"/>
                  </a:lnTo>
                  <a:lnTo>
                    <a:pt x="705" y="401"/>
                  </a:lnTo>
                  <a:lnTo>
                    <a:pt x="705" y="403"/>
                  </a:lnTo>
                  <a:lnTo>
                    <a:pt x="703" y="403"/>
                  </a:lnTo>
                  <a:lnTo>
                    <a:pt x="701" y="401"/>
                  </a:lnTo>
                  <a:lnTo>
                    <a:pt x="701" y="400"/>
                  </a:lnTo>
                  <a:close/>
                  <a:moveTo>
                    <a:pt x="687" y="376"/>
                  </a:moveTo>
                  <a:lnTo>
                    <a:pt x="690" y="376"/>
                  </a:lnTo>
                  <a:lnTo>
                    <a:pt x="691" y="378"/>
                  </a:lnTo>
                  <a:lnTo>
                    <a:pt x="693" y="378"/>
                  </a:lnTo>
                  <a:lnTo>
                    <a:pt x="693" y="380"/>
                  </a:lnTo>
                  <a:lnTo>
                    <a:pt x="690" y="379"/>
                  </a:lnTo>
                  <a:lnTo>
                    <a:pt x="689" y="379"/>
                  </a:lnTo>
                  <a:lnTo>
                    <a:pt x="687" y="378"/>
                  </a:lnTo>
                  <a:lnTo>
                    <a:pt x="687" y="376"/>
                  </a:lnTo>
                  <a:close/>
                  <a:moveTo>
                    <a:pt x="607" y="0"/>
                  </a:moveTo>
                  <a:lnTo>
                    <a:pt x="608" y="0"/>
                  </a:lnTo>
                  <a:lnTo>
                    <a:pt x="610" y="0"/>
                  </a:lnTo>
                  <a:lnTo>
                    <a:pt x="611" y="1"/>
                  </a:lnTo>
                  <a:lnTo>
                    <a:pt x="615" y="1"/>
                  </a:lnTo>
                  <a:lnTo>
                    <a:pt x="616" y="2"/>
                  </a:lnTo>
                  <a:lnTo>
                    <a:pt x="618" y="4"/>
                  </a:lnTo>
                  <a:lnTo>
                    <a:pt x="620" y="4"/>
                  </a:lnTo>
                  <a:lnTo>
                    <a:pt x="622" y="4"/>
                  </a:lnTo>
                  <a:lnTo>
                    <a:pt x="622" y="4"/>
                  </a:lnTo>
                  <a:lnTo>
                    <a:pt x="624" y="5"/>
                  </a:lnTo>
                  <a:lnTo>
                    <a:pt x="626" y="5"/>
                  </a:lnTo>
                  <a:lnTo>
                    <a:pt x="626" y="2"/>
                  </a:lnTo>
                  <a:lnTo>
                    <a:pt x="627" y="2"/>
                  </a:lnTo>
                  <a:lnTo>
                    <a:pt x="627" y="2"/>
                  </a:lnTo>
                  <a:lnTo>
                    <a:pt x="629" y="2"/>
                  </a:lnTo>
                  <a:lnTo>
                    <a:pt x="629" y="2"/>
                  </a:lnTo>
                  <a:lnTo>
                    <a:pt x="631" y="4"/>
                  </a:lnTo>
                  <a:lnTo>
                    <a:pt x="632" y="4"/>
                  </a:lnTo>
                  <a:lnTo>
                    <a:pt x="633" y="4"/>
                  </a:lnTo>
                  <a:lnTo>
                    <a:pt x="635" y="5"/>
                  </a:lnTo>
                  <a:lnTo>
                    <a:pt x="635" y="6"/>
                  </a:lnTo>
                  <a:lnTo>
                    <a:pt x="635" y="8"/>
                  </a:lnTo>
                  <a:lnTo>
                    <a:pt x="636" y="8"/>
                  </a:lnTo>
                  <a:lnTo>
                    <a:pt x="636" y="9"/>
                  </a:lnTo>
                  <a:lnTo>
                    <a:pt x="637" y="8"/>
                  </a:lnTo>
                  <a:lnTo>
                    <a:pt x="639" y="8"/>
                  </a:lnTo>
                  <a:lnTo>
                    <a:pt x="640" y="9"/>
                  </a:lnTo>
                  <a:lnTo>
                    <a:pt x="639" y="10"/>
                  </a:lnTo>
                  <a:lnTo>
                    <a:pt x="640" y="12"/>
                  </a:lnTo>
                  <a:lnTo>
                    <a:pt x="641" y="12"/>
                  </a:lnTo>
                  <a:lnTo>
                    <a:pt x="643" y="12"/>
                  </a:lnTo>
                  <a:lnTo>
                    <a:pt x="644" y="13"/>
                  </a:lnTo>
                  <a:lnTo>
                    <a:pt x="644" y="13"/>
                  </a:lnTo>
                  <a:lnTo>
                    <a:pt x="645" y="14"/>
                  </a:lnTo>
                  <a:lnTo>
                    <a:pt x="645" y="16"/>
                  </a:lnTo>
                  <a:lnTo>
                    <a:pt x="645" y="17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1"/>
                  </a:lnTo>
                  <a:lnTo>
                    <a:pt x="649" y="21"/>
                  </a:lnTo>
                  <a:lnTo>
                    <a:pt x="651" y="22"/>
                  </a:lnTo>
                  <a:lnTo>
                    <a:pt x="649" y="24"/>
                  </a:lnTo>
                  <a:lnTo>
                    <a:pt x="649" y="25"/>
                  </a:lnTo>
                  <a:lnTo>
                    <a:pt x="652" y="26"/>
                  </a:lnTo>
                  <a:lnTo>
                    <a:pt x="653" y="29"/>
                  </a:lnTo>
                  <a:lnTo>
                    <a:pt x="655" y="30"/>
                  </a:lnTo>
                  <a:lnTo>
                    <a:pt x="656" y="33"/>
                  </a:lnTo>
                  <a:lnTo>
                    <a:pt x="656" y="33"/>
                  </a:lnTo>
                  <a:lnTo>
                    <a:pt x="657" y="34"/>
                  </a:lnTo>
                  <a:lnTo>
                    <a:pt x="658" y="35"/>
                  </a:lnTo>
                  <a:lnTo>
                    <a:pt x="658" y="37"/>
                  </a:lnTo>
                  <a:lnTo>
                    <a:pt x="658" y="38"/>
                  </a:lnTo>
                  <a:lnTo>
                    <a:pt x="658" y="38"/>
                  </a:lnTo>
                  <a:lnTo>
                    <a:pt x="660" y="38"/>
                  </a:lnTo>
                  <a:lnTo>
                    <a:pt x="661" y="39"/>
                  </a:lnTo>
                  <a:lnTo>
                    <a:pt x="661" y="41"/>
                  </a:lnTo>
                  <a:lnTo>
                    <a:pt x="664" y="45"/>
                  </a:lnTo>
                  <a:lnTo>
                    <a:pt x="668" y="47"/>
                  </a:lnTo>
                  <a:lnTo>
                    <a:pt x="669" y="50"/>
                  </a:lnTo>
                  <a:lnTo>
                    <a:pt x="669" y="51"/>
                  </a:lnTo>
                  <a:lnTo>
                    <a:pt x="670" y="52"/>
                  </a:lnTo>
                  <a:lnTo>
                    <a:pt x="670" y="55"/>
                  </a:lnTo>
                  <a:lnTo>
                    <a:pt x="672" y="55"/>
                  </a:lnTo>
                  <a:lnTo>
                    <a:pt x="673" y="56"/>
                  </a:lnTo>
                  <a:lnTo>
                    <a:pt x="673" y="58"/>
                  </a:lnTo>
                  <a:lnTo>
                    <a:pt x="673" y="59"/>
                  </a:lnTo>
                  <a:lnTo>
                    <a:pt x="674" y="62"/>
                  </a:lnTo>
                  <a:lnTo>
                    <a:pt x="677" y="64"/>
                  </a:lnTo>
                  <a:lnTo>
                    <a:pt x="680" y="66"/>
                  </a:lnTo>
                  <a:lnTo>
                    <a:pt x="680" y="67"/>
                  </a:lnTo>
                  <a:lnTo>
                    <a:pt x="681" y="67"/>
                  </a:lnTo>
                  <a:lnTo>
                    <a:pt x="682" y="67"/>
                  </a:lnTo>
                  <a:lnTo>
                    <a:pt x="683" y="67"/>
                  </a:lnTo>
                  <a:lnTo>
                    <a:pt x="685" y="67"/>
                  </a:lnTo>
                  <a:lnTo>
                    <a:pt x="687" y="67"/>
                  </a:lnTo>
                  <a:lnTo>
                    <a:pt x="689" y="66"/>
                  </a:lnTo>
                  <a:lnTo>
                    <a:pt x="690" y="66"/>
                  </a:lnTo>
                  <a:lnTo>
                    <a:pt x="690" y="67"/>
                  </a:lnTo>
                  <a:lnTo>
                    <a:pt x="689" y="68"/>
                  </a:lnTo>
                  <a:lnTo>
                    <a:pt x="690" y="68"/>
                  </a:lnTo>
                  <a:lnTo>
                    <a:pt x="693" y="68"/>
                  </a:lnTo>
                  <a:lnTo>
                    <a:pt x="694" y="70"/>
                  </a:lnTo>
                  <a:lnTo>
                    <a:pt x="694" y="70"/>
                  </a:lnTo>
                  <a:lnTo>
                    <a:pt x="697" y="71"/>
                  </a:lnTo>
                  <a:lnTo>
                    <a:pt x="697" y="70"/>
                  </a:lnTo>
                  <a:lnTo>
                    <a:pt x="698" y="70"/>
                  </a:lnTo>
                  <a:lnTo>
                    <a:pt x="699" y="70"/>
                  </a:lnTo>
                  <a:lnTo>
                    <a:pt x="699" y="68"/>
                  </a:lnTo>
                  <a:lnTo>
                    <a:pt x="701" y="68"/>
                  </a:lnTo>
                  <a:lnTo>
                    <a:pt x="702" y="70"/>
                  </a:lnTo>
                  <a:lnTo>
                    <a:pt x="702" y="71"/>
                  </a:lnTo>
                  <a:lnTo>
                    <a:pt x="703" y="72"/>
                  </a:lnTo>
                  <a:lnTo>
                    <a:pt x="705" y="72"/>
                  </a:lnTo>
                  <a:lnTo>
                    <a:pt x="705" y="74"/>
                  </a:lnTo>
                  <a:lnTo>
                    <a:pt x="706" y="75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8" y="76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2" y="79"/>
                  </a:lnTo>
                  <a:lnTo>
                    <a:pt x="714" y="79"/>
                  </a:lnTo>
                  <a:lnTo>
                    <a:pt x="715" y="80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9" y="79"/>
                  </a:lnTo>
                  <a:lnTo>
                    <a:pt x="720" y="77"/>
                  </a:lnTo>
                  <a:lnTo>
                    <a:pt x="720" y="79"/>
                  </a:lnTo>
                  <a:lnTo>
                    <a:pt x="720" y="80"/>
                  </a:lnTo>
                  <a:lnTo>
                    <a:pt x="719" y="81"/>
                  </a:lnTo>
                  <a:lnTo>
                    <a:pt x="719" y="83"/>
                  </a:lnTo>
                  <a:lnTo>
                    <a:pt x="720" y="84"/>
                  </a:lnTo>
                  <a:lnTo>
                    <a:pt x="722" y="84"/>
                  </a:lnTo>
                  <a:lnTo>
                    <a:pt x="722" y="87"/>
                  </a:lnTo>
                  <a:lnTo>
                    <a:pt x="723" y="88"/>
                  </a:lnTo>
                  <a:lnTo>
                    <a:pt x="723" y="91"/>
                  </a:lnTo>
                  <a:lnTo>
                    <a:pt x="722" y="91"/>
                  </a:lnTo>
                  <a:lnTo>
                    <a:pt x="722" y="93"/>
                  </a:lnTo>
                  <a:lnTo>
                    <a:pt x="724" y="96"/>
                  </a:lnTo>
                  <a:lnTo>
                    <a:pt x="726" y="96"/>
                  </a:lnTo>
                  <a:lnTo>
                    <a:pt x="727" y="99"/>
                  </a:lnTo>
                  <a:lnTo>
                    <a:pt x="728" y="100"/>
                  </a:lnTo>
                  <a:lnTo>
                    <a:pt x="730" y="100"/>
                  </a:lnTo>
                  <a:lnTo>
                    <a:pt x="731" y="99"/>
                  </a:lnTo>
                  <a:lnTo>
                    <a:pt x="734" y="99"/>
                  </a:lnTo>
                  <a:lnTo>
                    <a:pt x="734" y="100"/>
                  </a:lnTo>
                  <a:lnTo>
                    <a:pt x="735" y="101"/>
                  </a:lnTo>
                  <a:lnTo>
                    <a:pt x="736" y="101"/>
                  </a:lnTo>
                  <a:lnTo>
                    <a:pt x="737" y="100"/>
                  </a:lnTo>
                  <a:lnTo>
                    <a:pt x="739" y="100"/>
                  </a:lnTo>
                  <a:lnTo>
                    <a:pt x="740" y="100"/>
                  </a:lnTo>
                  <a:lnTo>
                    <a:pt x="743" y="100"/>
                  </a:lnTo>
                  <a:lnTo>
                    <a:pt x="744" y="99"/>
                  </a:lnTo>
                  <a:lnTo>
                    <a:pt x="745" y="97"/>
                  </a:lnTo>
                  <a:lnTo>
                    <a:pt x="745" y="96"/>
                  </a:lnTo>
                  <a:lnTo>
                    <a:pt x="747" y="95"/>
                  </a:lnTo>
                  <a:lnTo>
                    <a:pt x="748" y="93"/>
                  </a:lnTo>
                  <a:lnTo>
                    <a:pt x="748" y="91"/>
                  </a:lnTo>
                  <a:lnTo>
                    <a:pt x="748" y="89"/>
                  </a:lnTo>
                  <a:lnTo>
                    <a:pt x="751" y="89"/>
                  </a:lnTo>
                  <a:lnTo>
                    <a:pt x="752" y="89"/>
                  </a:lnTo>
                  <a:lnTo>
                    <a:pt x="753" y="87"/>
                  </a:lnTo>
                  <a:lnTo>
                    <a:pt x="755" y="87"/>
                  </a:lnTo>
                  <a:lnTo>
                    <a:pt x="756" y="87"/>
                  </a:lnTo>
                  <a:lnTo>
                    <a:pt x="756" y="84"/>
                  </a:lnTo>
                  <a:lnTo>
                    <a:pt x="757" y="83"/>
                  </a:lnTo>
                  <a:lnTo>
                    <a:pt x="759" y="83"/>
                  </a:lnTo>
                  <a:lnTo>
                    <a:pt x="760" y="81"/>
                  </a:lnTo>
                  <a:lnTo>
                    <a:pt x="762" y="83"/>
                  </a:lnTo>
                  <a:lnTo>
                    <a:pt x="764" y="84"/>
                  </a:lnTo>
                  <a:lnTo>
                    <a:pt x="765" y="84"/>
                  </a:lnTo>
                  <a:lnTo>
                    <a:pt x="766" y="85"/>
                  </a:lnTo>
                  <a:lnTo>
                    <a:pt x="768" y="87"/>
                  </a:lnTo>
                  <a:lnTo>
                    <a:pt x="766" y="88"/>
                  </a:lnTo>
                  <a:lnTo>
                    <a:pt x="766" y="89"/>
                  </a:lnTo>
                  <a:lnTo>
                    <a:pt x="769" y="92"/>
                  </a:lnTo>
                  <a:lnTo>
                    <a:pt x="769" y="93"/>
                  </a:lnTo>
                  <a:lnTo>
                    <a:pt x="770" y="95"/>
                  </a:lnTo>
                  <a:lnTo>
                    <a:pt x="772" y="96"/>
                  </a:lnTo>
                  <a:lnTo>
                    <a:pt x="772" y="99"/>
                  </a:lnTo>
                  <a:lnTo>
                    <a:pt x="772" y="100"/>
                  </a:lnTo>
                  <a:lnTo>
                    <a:pt x="770" y="101"/>
                  </a:lnTo>
                  <a:lnTo>
                    <a:pt x="769" y="101"/>
                  </a:lnTo>
                  <a:lnTo>
                    <a:pt x="768" y="104"/>
                  </a:lnTo>
                  <a:lnTo>
                    <a:pt x="768" y="104"/>
                  </a:lnTo>
                  <a:lnTo>
                    <a:pt x="768" y="105"/>
                  </a:lnTo>
                  <a:lnTo>
                    <a:pt x="769" y="106"/>
                  </a:lnTo>
                  <a:lnTo>
                    <a:pt x="769" y="108"/>
                  </a:lnTo>
                  <a:lnTo>
                    <a:pt x="768" y="110"/>
                  </a:lnTo>
                  <a:lnTo>
                    <a:pt x="769" y="112"/>
                  </a:lnTo>
                  <a:lnTo>
                    <a:pt x="769" y="112"/>
                  </a:lnTo>
                  <a:lnTo>
                    <a:pt x="769" y="113"/>
                  </a:lnTo>
                  <a:lnTo>
                    <a:pt x="770" y="114"/>
                  </a:lnTo>
                  <a:lnTo>
                    <a:pt x="770" y="114"/>
                  </a:lnTo>
                  <a:lnTo>
                    <a:pt x="769" y="116"/>
                  </a:lnTo>
                  <a:lnTo>
                    <a:pt x="769" y="116"/>
                  </a:lnTo>
                  <a:lnTo>
                    <a:pt x="769" y="118"/>
                  </a:lnTo>
                  <a:lnTo>
                    <a:pt x="770" y="121"/>
                  </a:lnTo>
                  <a:lnTo>
                    <a:pt x="770" y="122"/>
                  </a:lnTo>
                  <a:lnTo>
                    <a:pt x="770" y="124"/>
                  </a:lnTo>
                  <a:lnTo>
                    <a:pt x="769" y="124"/>
                  </a:lnTo>
                  <a:lnTo>
                    <a:pt x="769" y="125"/>
                  </a:lnTo>
                  <a:lnTo>
                    <a:pt x="769" y="126"/>
                  </a:lnTo>
                  <a:lnTo>
                    <a:pt x="769" y="127"/>
                  </a:lnTo>
                  <a:lnTo>
                    <a:pt x="770" y="129"/>
                  </a:lnTo>
                  <a:lnTo>
                    <a:pt x="769" y="130"/>
                  </a:lnTo>
                  <a:lnTo>
                    <a:pt x="768" y="130"/>
                  </a:lnTo>
                  <a:lnTo>
                    <a:pt x="769" y="131"/>
                  </a:lnTo>
                  <a:lnTo>
                    <a:pt x="769" y="134"/>
                  </a:lnTo>
                  <a:lnTo>
                    <a:pt x="769" y="134"/>
                  </a:lnTo>
                  <a:lnTo>
                    <a:pt x="768" y="137"/>
                  </a:lnTo>
                  <a:lnTo>
                    <a:pt x="768" y="138"/>
                  </a:lnTo>
                  <a:lnTo>
                    <a:pt x="768" y="139"/>
                  </a:lnTo>
                  <a:lnTo>
                    <a:pt x="768" y="141"/>
                  </a:lnTo>
                  <a:lnTo>
                    <a:pt x="768" y="142"/>
                  </a:lnTo>
                  <a:lnTo>
                    <a:pt x="769" y="143"/>
                  </a:lnTo>
                  <a:lnTo>
                    <a:pt x="769" y="145"/>
                  </a:lnTo>
                  <a:lnTo>
                    <a:pt x="768" y="146"/>
                  </a:lnTo>
                  <a:lnTo>
                    <a:pt x="766" y="146"/>
                  </a:lnTo>
                  <a:lnTo>
                    <a:pt x="765" y="146"/>
                  </a:lnTo>
                  <a:lnTo>
                    <a:pt x="759" y="145"/>
                  </a:lnTo>
                  <a:lnTo>
                    <a:pt x="757" y="143"/>
                  </a:lnTo>
                  <a:lnTo>
                    <a:pt x="755" y="143"/>
                  </a:lnTo>
                  <a:lnTo>
                    <a:pt x="753" y="143"/>
                  </a:lnTo>
                  <a:lnTo>
                    <a:pt x="752" y="147"/>
                  </a:lnTo>
                  <a:lnTo>
                    <a:pt x="751" y="149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7" y="151"/>
                  </a:lnTo>
                  <a:lnTo>
                    <a:pt x="747" y="152"/>
                  </a:lnTo>
                  <a:lnTo>
                    <a:pt x="748" y="154"/>
                  </a:lnTo>
                  <a:lnTo>
                    <a:pt x="751" y="158"/>
                  </a:lnTo>
                  <a:lnTo>
                    <a:pt x="751" y="160"/>
                  </a:lnTo>
                  <a:lnTo>
                    <a:pt x="752" y="162"/>
                  </a:lnTo>
                  <a:lnTo>
                    <a:pt x="753" y="163"/>
                  </a:lnTo>
                  <a:lnTo>
                    <a:pt x="753" y="166"/>
                  </a:lnTo>
                  <a:lnTo>
                    <a:pt x="753" y="168"/>
                  </a:lnTo>
                  <a:lnTo>
                    <a:pt x="753" y="171"/>
                  </a:lnTo>
                  <a:lnTo>
                    <a:pt x="753" y="175"/>
                  </a:lnTo>
                  <a:lnTo>
                    <a:pt x="755" y="175"/>
                  </a:lnTo>
                  <a:lnTo>
                    <a:pt x="755" y="177"/>
                  </a:lnTo>
                  <a:lnTo>
                    <a:pt x="756" y="180"/>
                  </a:lnTo>
                  <a:lnTo>
                    <a:pt x="755" y="181"/>
                  </a:lnTo>
                  <a:lnTo>
                    <a:pt x="755" y="183"/>
                  </a:lnTo>
                  <a:lnTo>
                    <a:pt x="755" y="184"/>
                  </a:lnTo>
                  <a:lnTo>
                    <a:pt x="755" y="185"/>
                  </a:lnTo>
                  <a:lnTo>
                    <a:pt x="755" y="185"/>
                  </a:lnTo>
                  <a:lnTo>
                    <a:pt x="751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91"/>
                  </a:lnTo>
                  <a:lnTo>
                    <a:pt x="751" y="192"/>
                  </a:lnTo>
                  <a:lnTo>
                    <a:pt x="740" y="201"/>
                  </a:lnTo>
                  <a:lnTo>
                    <a:pt x="737" y="218"/>
                  </a:lnTo>
                  <a:lnTo>
                    <a:pt x="703" y="243"/>
                  </a:lnTo>
                  <a:lnTo>
                    <a:pt x="697" y="246"/>
                  </a:lnTo>
                  <a:lnTo>
                    <a:pt x="697" y="246"/>
                  </a:lnTo>
                  <a:lnTo>
                    <a:pt x="695" y="243"/>
                  </a:lnTo>
                  <a:lnTo>
                    <a:pt x="693" y="247"/>
                  </a:lnTo>
                  <a:lnTo>
                    <a:pt x="690" y="247"/>
                  </a:lnTo>
                  <a:lnTo>
                    <a:pt x="689" y="249"/>
                  </a:lnTo>
                  <a:lnTo>
                    <a:pt x="687" y="247"/>
                  </a:lnTo>
                  <a:lnTo>
                    <a:pt x="683" y="250"/>
                  </a:lnTo>
                  <a:lnTo>
                    <a:pt x="681" y="250"/>
                  </a:lnTo>
                  <a:lnTo>
                    <a:pt x="681" y="251"/>
                  </a:lnTo>
                  <a:lnTo>
                    <a:pt x="680" y="251"/>
                  </a:lnTo>
                  <a:lnTo>
                    <a:pt x="674" y="255"/>
                  </a:lnTo>
                  <a:lnTo>
                    <a:pt x="672" y="258"/>
                  </a:lnTo>
                  <a:lnTo>
                    <a:pt x="672" y="260"/>
                  </a:lnTo>
                  <a:lnTo>
                    <a:pt x="672" y="260"/>
                  </a:lnTo>
                  <a:lnTo>
                    <a:pt x="669" y="262"/>
                  </a:lnTo>
                  <a:lnTo>
                    <a:pt x="666" y="266"/>
                  </a:lnTo>
                  <a:lnTo>
                    <a:pt x="665" y="266"/>
                  </a:lnTo>
                  <a:lnTo>
                    <a:pt x="664" y="267"/>
                  </a:lnTo>
                  <a:lnTo>
                    <a:pt x="662" y="267"/>
                  </a:lnTo>
                  <a:lnTo>
                    <a:pt x="662" y="266"/>
                  </a:lnTo>
                  <a:lnTo>
                    <a:pt x="660" y="264"/>
                  </a:lnTo>
                  <a:lnTo>
                    <a:pt x="661" y="262"/>
                  </a:lnTo>
                  <a:lnTo>
                    <a:pt x="662" y="262"/>
                  </a:lnTo>
                  <a:lnTo>
                    <a:pt x="664" y="260"/>
                  </a:lnTo>
                  <a:lnTo>
                    <a:pt x="666" y="260"/>
                  </a:lnTo>
                  <a:lnTo>
                    <a:pt x="668" y="260"/>
                  </a:lnTo>
                  <a:lnTo>
                    <a:pt x="668" y="259"/>
                  </a:lnTo>
                  <a:lnTo>
                    <a:pt x="666" y="259"/>
                  </a:lnTo>
                  <a:lnTo>
                    <a:pt x="666" y="258"/>
                  </a:lnTo>
                  <a:lnTo>
                    <a:pt x="669" y="256"/>
                  </a:lnTo>
                  <a:lnTo>
                    <a:pt x="670" y="254"/>
                  </a:lnTo>
                  <a:lnTo>
                    <a:pt x="668" y="256"/>
                  </a:lnTo>
                  <a:lnTo>
                    <a:pt x="665" y="256"/>
                  </a:lnTo>
                  <a:lnTo>
                    <a:pt x="664" y="255"/>
                  </a:lnTo>
                  <a:lnTo>
                    <a:pt x="664" y="254"/>
                  </a:lnTo>
                  <a:lnTo>
                    <a:pt x="665" y="254"/>
                  </a:lnTo>
                  <a:lnTo>
                    <a:pt x="665" y="252"/>
                  </a:lnTo>
                  <a:lnTo>
                    <a:pt x="662" y="250"/>
                  </a:lnTo>
                  <a:lnTo>
                    <a:pt x="662" y="246"/>
                  </a:lnTo>
                  <a:lnTo>
                    <a:pt x="662" y="246"/>
                  </a:lnTo>
                  <a:lnTo>
                    <a:pt x="665" y="246"/>
                  </a:lnTo>
                  <a:lnTo>
                    <a:pt x="665" y="242"/>
                  </a:lnTo>
                  <a:lnTo>
                    <a:pt x="668" y="239"/>
                  </a:lnTo>
                  <a:lnTo>
                    <a:pt x="668" y="238"/>
                  </a:lnTo>
                  <a:lnTo>
                    <a:pt x="669" y="237"/>
                  </a:lnTo>
                  <a:lnTo>
                    <a:pt x="669" y="235"/>
                  </a:lnTo>
                  <a:lnTo>
                    <a:pt x="664" y="231"/>
                  </a:lnTo>
                  <a:lnTo>
                    <a:pt x="660" y="227"/>
                  </a:lnTo>
                  <a:lnTo>
                    <a:pt x="660" y="230"/>
                  </a:lnTo>
                  <a:lnTo>
                    <a:pt x="657" y="230"/>
                  </a:lnTo>
                  <a:lnTo>
                    <a:pt x="656" y="229"/>
                  </a:lnTo>
                  <a:lnTo>
                    <a:pt x="653" y="229"/>
                  </a:lnTo>
                  <a:lnTo>
                    <a:pt x="652" y="231"/>
                  </a:lnTo>
                  <a:lnTo>
                    <a:pt x="651" y="233"/>
                  </a:lnTo>
                  <a:lnTo>
                    <a:pt x="651" y="235"/>
                  </a:lnTo>
                  <a:lnTo>
                    <a:pt x="648" y="238"/>
                  </a:lnTo>
                  <a:lnTo>
                    <a:pt x="648" y="242"/>
                  </a:lnTo>
                  <a:lnTo>
                    <a:pt x="647" y="242"/>
                  </a:lnTo>
                  <a:lnTo>
                    <a:pt x="644" y="246"/>
                  </a:lnTo>
                  <a:lnTo>
                    <a:pt x="643" y="246"/>
                  </a:lnTo>
                  <a:lnTo>
                    <a:pt x="637" y="249"/>
                  </a:lnTo>
                  <a:lnTo>
                    <a:pt x="636" y="254"/>
                  </a:lnTo>
                  <a:lnTo>
                    <a:pt x="636" y="255"/>
                  </a:lnTo>
                  <a:lnTo>
                    <a:pt x="636" y="256"/>
                  </a:lnTo>
                  <a:lnTo>
                    <a:pt x="637" y="259"/>
                  </a:lnTo>
                  <a:lnTo>
                    <a:pt x="635" y="259"/>
                  </a:lnTo>
                  <a:lnTo>
                    <a:pt x="636" y="260"/>
                  </a:lnTo>
                  <a:lnTo>
                    <a:pt x="635" y="263"/>
                  </a:lnTo>
                  <a:lnTo>
                    <a:pt x="632" y="263"/>
                  </a:lnTo>
                  <a:lnTo>
                    <a:pt x="628" y="263"/>
                  </a:lnTo>
                  <a:lnTo>
                    <a:pt x="623" y="262"/>
                  </a:lnTo>
                  <a:lnTo>
                    <a:pt x="623" y="263"/>
                  </a:lnTo>
                  <a:lnTo>
                    <a:pt x="622" y="263"/>
                  </a:lnTo>
                  <a:lnTo>
                    <a:pt x="622" y="266"/>
                  </a:lnTo>
                  <a:lnTo>
                    <a:pt x="622" y="267"/>
                  </a:lnTo>
                  <a:lnTo>
                    <a:pt x="622" y="268"/>
                  </a:lnTo>
                  <a:lnTo>
                    <a:pt x="620" y="270"/>
                  </a:lnTo>
                  <a:lnTo>
                    <a:pt x="622" y="272"/>
                  </a:lnTo>
                  <a:lnTo>
                    <a:pt x="622" y="275"/>
                  </a:lnTo>
                  <a:lnTo>
                    <a:pt x="624" y="276"/>
                  </a:lnTo>
                  <a:lnTo>
                    <a:pt x="628" y="279"/>
                  </a:lnTo>
                  <a:lnTo>
                    <a:pt x="628" y="280"/>
                  </a:lnTo>
                  <a:lnTo>
                    <a:pt x="631" y="284"/>
                  </a:lnTo>
                  <a:lnTo>
                    <a:pt x="631" y="283"/>
                  </a:lnTo>
                  <a:lnTo>
                    <a:pt x="631" y="284"/>
                  </a:lnTo>
                  <a:lnTo>
                    <a:pt x="632" y="283"/>
                  </a:lnTo>
                  <a:lnTo>
                    <a:pt x="633" y="283"/>
                  </a:lnTo>
                  <a:lnTo>
                    <a:pt x="633" y="283"/>
                  </a:lnTo>
                  <a:lnTo>
                    <a:pt x="635" y="283"/>
                  </a:lnTo>
                  <a:lnTo>
                    <a:pt x="639" y="283"/>
                  </a:lnTo>
                  <a:lnTo>
                    <a:pt x="639" y="285"/>
                  </a:lnTo>
                  <a:lnTo>
                    <a:pt x="639" y="288"/>
                  </a:lnTo>
                  <a:lnTo>
                    <a:pt x="641" y="295"/>
                  </a:lnTo>
                  <a:lnTo>
                    <a:pt x="645" y="295"/>
                  </a:lnTo>
                  <a:lnTo>
                    <a:pt x="647" y="293"/>
                  </a:lnTo>
                  <a:lnTo>
                    <a:pt x="649" y="293"/>
                  </a:lnTo>
                  <a:lnTo>
                    <a:pt x="651" y="293"/>
                  </a:lnTo>
                  <a:lnTo>
                    <a:pt x="652" y="291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53" y="288"/>
                  </a:lnTo>
                  <a:lnTo>
                    <a:pt x="655" y="287"/>
                  </a:lnTo>
                  <a:lnTo>
                    <a:pt x="655" y="284"/>
                  </a:lnTo>
                  <a:lnTo>
                    <a:pt x="655" y="283"/>
                  </a:lnTo>
                  <a:lnTo>
                    <a:pt x="657" y="283"/>
                  </a:lnTo>
                  <a:lnTo>
                    <a:pt x="662" y="280"/>
                  </a:lnTo>
                  <a:lnTo>
                    <a:pt x="664" y="281"/>
                  </a:lnTo>
                  <a:lnTo>
                    <a:pt x="665" y="283"/>
                  </a:lnTo>
                  <a:lnTo>
                    <a:pt x="666" y="284"/>
                  </a:lnTo>
                  <a:lnTo>
                    <a:pt x="668" y="285"/>
                  </a:lnTo>
                  <a:lnTo>
                    <a:pt x="669" y="287"/>
                  </a:lnTo>
                  <a:lnTo>
                    <a:pt x="677" y="285"/>
                  </a:lnTo>
                  <a:lnTo>
                    <a:pt x="677" y="285"/>
                  </a:lnTo>
                  <a:lnTo>
                    <a:pt x="680" y="285"/>
                  </a:lnTo>
                  <a:lnTo>
                    <a:pt x="680" y="285"/>
                  </a:lnTo>
                  <a:lnTo>
                    <a:pt x="683" y="285"/>
                  </a:lnTo>
                  <a:lnTo>
                    <a:pt x="686" y="285"/>
                  </a:lnTo>
                  <a:lnTo>
                    <a:pt x="687" y="285"/>
                  </a:lnTo>
                  <a:lnTo>
                    <a:pt x="685" y="287"/>
                  </a:lnTo>
                  <a:lnTo>
                    <a:pt x="685" y="288"/>
                  </a:lnTo>
                  <a:lnTo>
                    <a:pt x="686" y="291"/>
                  </a:lnTo>
                  <a:lnTo>
                    <a:pt x="685" y="291"/>
                  </a:lnTo>
                  <a:lnTo>
                    <a:pt x="683" y="292"/>
                  </a:lnTo>
                  <a:lnTo>
                    <a:pt x="683" y="295"/>
                  </a:lnTo>
                  <a:lnTo>
                    <a:pt x="686" y="295"/>
                  </a:lnTo>
                  <a:lnTo>
                    <a:pt x="686" y="296"/>
                  </a:lnTo>
                  <a:lnTo>
                    <a:pt x="683" y="299"/>
                  </a:lnTo>
                  <a:lnTo>
                    <a:pt x="680" y="296"/>
                  </a:lnTo>
                  <a:lnTo>
                    <a:pt x="680" y="295"/>
                  </a:lnTo>
                  <a:lnTo>
                    <a:pt x="678" y="296"/>
                  </a:lnTo>
                  <a:lnTo>
                    <a:pt x="678" y="295"/>
                  </a:lnTo>
                  <a:lnTo>
                    <a:pt x="676" y="299"/>
                  </a:lnTo>
                  <a:lnTo>
                    <a:pt x="674" y="299"/>
                  </a:lnTo>
                  <a:lnTo>
                    <a:pt x="672" y="300"/>
                  </a:lnTo>
                  <a:lnTo>
                    <a:pt x="669" y="300"/>
                  </a:lnTo>
                  <a:lnTo>
                    <a:pt x="669" y="301"/>
                  </a:lnTo>
                  <a:lnTo>
                    <a:pt x="666" y="300"/>
                  </a:lnTo>
                  <a:lnTo>
                    <a:pt x="664" y="300"/>
                  </a:lnTo>
                  <a:lnTo>
                    <a:pt x="666" y="301"/>
                  </a:lnTo>
                  <a:lnTo>
                    <a:pt x="668" y="304"/>
                  </a:lnTo>
                  <a:lnTo>
                    <a:pt x="664" y="304"/>
                  </a:lnTo>
                  <a:lnTo>
                    <a:pt x="664" y="306"/>
                  </a:lnTo>
                  <a:lnTo>
                    <a:pt x="661" y="306"/>
                  </a:lnTo>
                  <a:lnTo>
                    <a:pt x="658" y="309"/>
                  </a:lnTo>
                  <a:lnTo>
                    <a:pt x="660" y="310"/>
                  </a:lnTo>
                  <a:lnTo>
                    <a:pt x="662" y="312"/>
                  </a:lnTo>
                  <a:lnTo>
                    <a:pt x="660" y="314"/>
                  </a:lnTo>
                  <a:lnTo>
                    <a:pt x="658" y="313"/>
                  </a:lnTo>
                  <a:lnTo>
                    <a:pt x="657" y="317"/>
                  </a:lnTo>
                  <a:lnTo>
                    <a:pt x="655" y="317"/>
                  </a:lnTo>
                  <a:lnTo>
                    <a:pt x="655" y="317"/>
                  </a:lnTo>
                  <a:lnTo>
                    <a:pt x="653" y="320"/>
                  </a:lnTo>
                  <a:lnTo>
                    <a:pt x="655" y="322"/>
                  </a:lnTo>
                  <a:lnTo>
                    <a:pt x="653" y="326"/>
                  </a:lnTo>
                  <a:lnTo>
                    <a:pt x="653" y="333"/>
                  </a:lnTo>
                  <a:lnTo>
                    <a:pt x="655" y="333"/>
                  </a:lnTo>
                  <a:lnTo>
                    <a:pt x="661" y="335"/>
                  </a:lnTo>
                  <a:lnTo>
                    <a:pt x="661" y="337"/>
                  </a:lnTo>
                  <a:lnTo>
                    <a:pt x="662" y="337"/>
                  </a:lnTo>
                  <a:lnTo>
                    <a:pt x="669" y="339"/>
                  </a:lnTo>
                  <a:lnTo>
                    <a:pt x="673" y="347"/>
                  </a:lnTo>
                  <a:lnTo>
                    <a:pt x="673" y="347"/>
                  </a:lnTo>
                  <a:lnTo>
                    <a:pt x="672" y="350"/>
                  </a:lnTo>
                  <a:lnTo>
                    <a:pt x="674" y="351"/>
                  </a:lnTo>
                  <a:lnTo>
                    <a:pt x="674" y="354"/>
                  </a:lnTo>
                  <a:lnTo>
                    <a:pt x="680" y="358"/>
                  </a:lnTo>
                  <a:lnTo>
                    <a:pt x="680" y="360"/>
                  </a:lnTo>
                  <a:lnTo>
                    <a:pt x="682" y="366"/>
                  </a:lnTo>
                  <a:lnTo>
                    <a:pt x="685" y="366"/>
                  </a:lnTo>
                  <a:lnTo>
                    <a:pt x="687" y="366"/>
                  </a:lnTo>
                  <a:lnTo>
                    <a:pt x="689" y="367"/>
                  </a:lnTo>
                  <a:lnTo>
                    <a:pt x="689" y="368"/>
                  </a:lnTo>
                  <a:lnTo>
                    <a:pt x="691" y="371"/>
                  </a:lnTo>
                  <a:lnTo>
                    <a:pt x="693" y="372"/>
                  </a:lnTo>
                  <a:lnTo>
                    <a:pt x="694" y="375"/>
                  </a:lnTo>
                  <a:lnTo>
                    <a:pt x="693" y="376"/>
                  </a:lnTo>
                  <a:lnTo>
                    <a:pt x="687" y="375"/>
                  </a:lnTo>
                  <a:lnTo>
                    <a:pt x="685" y="376"/>
                  </a:lnTo>
                  <a:lnTo>
                    <a:pt x="682" y="374"/>
                  </a:lnTo>
                  <a:lnTo>
                    <a:pt x="681" y="374"/>
                  </a:lnTo>
                  <a:lnTo>
                    <a:pt x="678" y="372"/>
                  </a:lnTo>
                  <a:lnTo>
                    <a:pt x="674" y="372"/>
                  </a:lnTo>
                  <a:lnTo>
                    <a:pt x="673" y="374"/>
                  </a:lnTo>
                  <a:lnTo>
                    <a:pt x="670" y="374"/>
                  </a:lnTo>
                  <a:lnTo>
                    <a:pt x="669" y="372"/>
                  </a:lnTo>
                  <a:lnTo>
                    <a:pt x="668" y="368"/>
                  </a:lnTo>
                  <a:lnTo>
                    <a:pt x="664" y="370"/>
                  </a:lnTo>
                  <a:lnTo>
                    <a:pt x="662" y="370"/>
                  </a:lnTo>
                  <a:lnTo>
                    <a:pt x="661" y="370"/>
                  </a:lnTo>
                  <a:lnTo>
                    <a:pt x="660" y="370"/>
                  </a:lnTo>
                  <a:lnTo>
                    <a:pt x="658" y="370"/>
                  </a:lnTo>
                  <a:lnTo>
                    <a:pt x="657" y="371"/>
                  </a:lnTo>
                  <a:lnTo>
                    <a:pt x="655" y="376"/>
                  </a:lnTo>
                  <a:lnTo>
                    <a:pt x="657" y="372"/>
                  </a:lnTo>
                  <a:lnTo>
                    <a:pt x="660" y="371"/>
                  </a:lnTo>
                  <a:lnTo>
                    <a:pt x="662" y="371"/>
                  </a:lnTo>
                  <a:lnTo>
                    <a:pt x="665" y="371"/>
                  </a:lnTo>
                  <a:lnTo>
                    <a:pt x="666" y="371"/>
                  </a:lnTo>
                  <a:lnTo>
                    <a:pt x="666" y="372"/>
                  </a:lnTo>
                  <a:lnTo>
                    <a:pt x="670" y="375"/>
                  </a:lnTo>
                  <a:lnTo>
                    <a:pt x="672" y="375"/>
                  </a:lnTo>
                  <a:lnTo>
                    <a:pt x="676" y="372"/>
                  </a:lnTo>
                  <a:lnTo>
                    <a:pt x="678" y="372"/>
                  </a:lnTo>
                  <a:lnTo>
                    <a:pt x="682" y="378"/>
                  </a:lnTo>
                  <a:lnTo>
                    <a:pt x="686" y="380"/>
                  </a:lnTo>
                  <a:lnTo>
                    <a:pt x="693" y="384"/>
                  </a:lnTo>
                  <a:lnTo>
                    <a:pt x="695" y="388"/>
                  </a:lnTo>
                  <a:lnTo>
                    <a:pt x="695" y="389"/>
                  </a:lnTo>
                  <a:lnTo>
                    <a:pt x="693" y="391"/>
                  </a:lnTo>
                  <a:lnTo>
                    <a:pt x="690" y="393"/>
                  </a:lnTo>
                  <a:lnTo>
                    <a:pt x="687" y="393"/>
                  </a:lnTo>
                  <a:lnTo>
                    <a:pt x="687" y="395"/>
                  </a:lnTo>
                  <a:lnTo>
                    <a:pt x="686" y="396"/>
                  </a:lnTo>
                  <a:lnTo>
                    <a:pt x="685" y="397"/>
                  </a:lnTo>
                  <a:lnTo>
                    <a:pt x="682" y="396"/>
                  </a:lnTo>
                  <a:lnTo>
                    <a:pt x="681" y="397"/>
                  </a:lnTo>
                  <a:lnTo>
                    <a:pt x="678" y="397"/>
                  </a:lnTo>
                  <a:lnTo>
                    <a:pt x="676" y="400"/>
                  </a:lnTo>
                  <a:lnTo>
                    <a:pt x="676" y="403"/>
                  </a:lnTo>
                  <a:lnTo>
                    <a:pt x="677" y="400"/>
                  </a:lnTo>
                  <a:lnTo>
                    <a:pt x="678" y="399"/>
                  </a:lnTo>
                  <a:lnTo>
                    <a:pt x="681" y="397"/>
                  </a:lnTo>
                  <a:lnTo>
                    <a:pt x="683" y="401"/>
                  </a:lnTo>
                  <a:lnTo>
                    <a:pt x="686" y="401"/>
                  </a:lnTo>
                  <a:lnTo>
                    <a:pt x="689" y="399"/>
                  </a:lnTo>
                  <a:lnTo>
                    <a:pt x="691" y="399"/>
                  </a:lnTo>
                  <a:lnTo>
                    <a:pt x="695" y="404"/>
                  </a:lnTo>
                  <a:lnTo>
                    <a:pt x="697" y="403"/>
                  </a:lnTo>
                  <a:lnTo>
                    <a:pt x="698" y="404"/>
                  </a:lnTo>
                  <a:lnTo>
                    <a:pt x="699" y="404"/>
                  </a:lnTo>
                  <a:lnTo>
                    <a:pt x="701" y="405"/>
                  </a:lnTo>
                  <a:lnTo>
                    <a:pt x="695" y="409"/>
                  </a:lnTo>
                  <a:lnTo>
                    <a:pt x="691" y="410"/>
                  </a:lnTo>
                  <a:lnTo>
                    <a:pt x="691" y="413"/>
                  </a:lnTo>
                  <a:lnTo>
                    <a:pt x="693" y="413"/>
                  </a:lnTo>
                  <a:lnTo>
                    <a:pt x="697" y="410"/>
                  </a:lnTo>
                  <a:lnTo>
                    <a:pt x="699" y="410"/>
                  </a:lnTo>
                  <a:lnTo>
                    <a:pt x="699" y="409"/>
                  </a:lnTo>
                  <a:lnTo>
                    <a:pt x="698" y="409"/>
                  </a:lnTo>
                  <a:lnTo>
                    <a:pt x="699" y="408"/>
                  </a:lnTo>
                  <a:lnTo>
                    <a:pt x="701" y="408"/>
                  </a:lnTo>
                  <a:lnTo>
                    <a:pt x="702" y="412"/>
                  </a:lnTo>
                  <a:lnTo>
                    <a:pt x="702" y="413"/>
                  </a:lnTo>
                  <a:lnTo>
                    <a:pt x="701" y="414"/>
                  </a:lnTo>
                  <a:lnTo>
                    <a:pt x="701" y="413"/>
                  </a:lnTo>
                  <a:lnTo>
                    <a:pt x="699" y="413"/>
                  </a:lnTo>
                  <a:lnTo>
                    <a:pt x="699" y="414"/>
                  </a:lnTo>
                  <a:lnTo>
                    <a:pt x="698" y="414"/>
                  </a:lnTo>
                  <a:lnTo>
                    <a:pt x="695" y="414"/>
                  </a:lnTo>
                  <a:lnTo>
                    <a:pt x="693" y="416"/>
                  </a:lnTo>
                  <a:lnTo>
                    <a:pt x="693" y="417"/>
                  </a:lnTo>
                  <a:lnTo>
                    <a:pt x="697" y="417"/>
                  </a:lnTo>
                  <a:lnTo>
                    <a:pt x="698" y="418"/>
                  </a:lnTo>
                  <a:lnTo>
                    <a:pt x="698" y="420"/>
                  </a:lnTo>
                  <a:lnTo>
                    <a:pt x="697" y="420"/>
                  </a:lnTo>
                  <a:lnTo>
                    <a:pt x="695" y="421"/>
                  </a:lnTo>
                  <a:lnTo>
                    <a:pt x="697" y="421"/>
                  </a:lnTo>
                  <a:lnTo>
                    <a:pt x="698" y="422"/>
                  </a:lnTo>
                  <a:lnTo>
                    <a:pt x="697" y="424"/>
                  </a:lnTo>
                  <a:lnTo>
                    <a:pt x="695" y="424"/>
                  </a:lnTo>
                  <a:lnTo>
                    <a:pt x="694" y="424"/>
                  </a:lnTo>
                  <a:lnTo>
                    <a:pt x="695" y="425"/>
                  </a:lnTo>
                  <a:lnTo>
                    <a:pt x="698" y="425"/>
                  </a:lnTo>
                  <a:lnTo>
                    <a:pt x="699" y="428"/>
                  </a:lnTo>
                  <a:lnTo>
                    <a:pt x="697" y="429"/>
                  </a:lnTo>
                  <a:lnTo>
                    <a:pt x="697" y="431"/>
                  </a:lnTo>
                  <a:lnTo>
                    <a:pt x="695" y="430"/>
                  </a:lnTo>
                  <a:lnTo>
                    <a:pt x="695" y="429"/>
                  </a:lnTo>
                  <a:lnTo>
                    <a:pt x="694" y="429"/>
                  </a:lnTo>
                  <a:lnTo>
                    <a:pt x="691" y="433"/>
                  </a:lnTo>
                  <a:lnTo>
                    <a:pt x="690" y="434"/>
                  </a:lnTo>
                  <a:lnTo>
                    <a:pt x="687" y="433"/>
                  </a:lnTo>
                  <a:lnTo>
                    <a:pt x="690" y="434"/>
                  </a:lnTo>
                  <a:lnTo>
                    <a:pt x="690" y="435"/>
                  </a:lnTo>
                  <a:lnTo>
                    <a:pt x="690" y="437"/>
                  </a:lnTo>
                  <a:lnTo>
                    <a:pt x="689" y="438"/>
                  </a:lnTo>
                  <a:lnTo>
                    <a:pt x="689" y="439"/>
                  </a:lnTo>
                  <a:lnTo>
                    <a:pt x="690" y="441"/>
                  </a:lnTo>
                  <a:lnTo>
                    <a:pt x="689" y="442"/>
                  </a:lnTo>
                  <a:lnTo>
                    <a:pt x="689" y="443"/>
                  </a:lnTo>
                  <a:lnTo>
                    <a:pt x="687" y="445"/>
                  </a:lnTo>
                  <a:lnTo>
                    <a:pt x="686" y="443"/>
                  </a:lnTo>
                  <a:lnTo>
                    <a:pt x="685" y="445"/>
                  </a:lnTo>
                  <a:lnTo>
                    <a:pt x="687" y="445"/>
                  </a:lnTo>
                  <a:lnTo>
                    <a:pt x="689" y="447"/>
                  </a:lnTo>
                  <a:lnTo>
                    <a:pt x="686" y="447"/>
                  </a:lnTo>
                  <a:lnTo>
                    <a:pt x="686" y="449"/>
                  </a:lnTo>
                  <a:lnTo>
                    <a:pt x="682" y="451"/>
                  </a:lnTo>
                  <a:lnTo>
                    <a:pt x="681" y="451"/>
                  </a:lnTo>
                  <a:lnTo>
                    <a:pt x="681" y="449"/>
                  </a:lnTo>
                  <a:lnTo>
                    <a:pt x="680" y="449"/>
                  </a:lnTo>
                  <a:lnTo>
                    <a:pt x="680" y="449"/>
                  </a:lnTo>
                  <a:lnTo>
                    <a:pt x="678" y="451"/>
                  </a:lnTo>
                  <a:lnTo>
                    <a:pt x="677" y="451"/>
                  </a:lnTo>
                  <a:lnTo>
                    <a:pt x="678" y="453"/>
                  </a:lnTo>
                  <a:lnTo>
                    <a:pt x="677" y="453"/>
                  </a:lnTo>
                  <a:lnTo>
                    <a:pt x="680" y="453"/>
                  </a:lnTo>
                  <a:lnTo>
                    <a:pt x="681" y="455"/>
                  </a:lnTo>
                  <a:lnTo>
                    <a:pt x="678" y="455"/>
                  </a:lnTo>
                  <a:lnTo>
                    <a:pt x="681" y="458"/>
                  </a:lnTo>
                  <a:lnTo>
                    <a:pt x="682" y="456"/>
                  </a:lnTo>
                  <a:lnTo>
                    <a:pt x="683" y="458"/>
                  </a:lnTo>
                  <a:lnTo>
                    <a:pt x="680" y="459"/>
                  </a:lnTo>
                  <a:lnTo>
                    <a:pt x="677" y="462"/>
                  </a:lnTo>
                  <a:lnTo>
                    <a:pt x="677" y="463"/>
                  </a:lnTo>
                  <a:lnTo>
                    <a:pt x="678" y="462"/>
                  </a:lnTo>
                  <a:lnTo>
                    <a:pt x="680" y="462"/>
                  </a:lnTo>
                  <a:lnTo>
                    <a:pt x="681" y="463"/>
                  </a:lnTo>
                  <a:lnTo>
                    <a:pt x="678" y="466"/>
                  </a:lnTo>
                  <a:lnTo>
                    <a:pt x="680" y="466"/>
                  </a:lnTo>
                  <a:lnTo>
                    <a:pt x="680" y="468"/>
                  </a:lnTo>
                  <a:lnTo>
                    <a:pt x="678" y="468"/>
                  </a:lnTo>
                  <a:lnTo>
                    <a:pt x="678" y="470"/>
                  </a:lnTo>
                  <a:lnTo>
                    <a:pt x="680" y="470"/>
                  </a:lnTo>
                  <a:lnTo>
                    <a:pt x="681" y="471"/>
                  </a:lnTo>
                  <a:lnTo>
                    <a:pt x="681" y="474"/>
                  </a:lnTo>
                  <a:lnTo>
                    <a:pt x="680" y="472"/>
                  </a:lnTo>
                  <a:lnTo>
                    <a:pt x="678" y="472"/>
                  </a:lnTo>
                  <a:lnTo>
                    <a:pt x="678" y="471"/>
                  </a:lnTo>
                  <a:lnTo>
                    <a:pt x="677" y="470"/>
                  </a:lnTo>
                  <a:lnTo>
                    <a:pt x="676" y="471"/>
                  </a:lnTo>
                  <a:lnTo>
                    <a:pt x="674" y="471"/>
                  </a:lnTo>
                  <a:lnTo>
                    <a:pt x="674" y="472"/>
                  </a:lnTo>
                  <a:lnTo>
                    <a:pt x="676" y="474"/>
                  </a:lnTo>
                  <a:lnTo>
                    <a:pt x="676" y="476"/>
                  </a:lnTo>
                  <a:lnTo>
                    <a:pt x="676" y="475"/>
                  </a:lnTo>
                  <a:lnTo>
                    <a:pt x="674" y="475"/>
                  </a:lnTo>
                  <a:lnTo>
                    <a:pt x="673" y="474"/>
                  </a:lnTo>
                  <a:lnTo>
                    <a:pt x="672" y="474"/>
                  </a:lnTo>
                  <a:lnTo>
                    <a:pt x="673" y="475"/>
                  </a:lnTo>
                  <a:lnTo>
                    <a:pt x="673" y="478"/>
                  </a:lnTo>
                  <a:lnTo>
                    <a:pt x="674" y="478"/>
                  </a:lnTo>
                  <a:lnTo>
                    <a:pt x="674" y="478"/>
                  </a:lnTo>
                  <a:lnTo>
                    <a:pt x="673" y="479"/>
                  </a:lnTo>
                  <a:lnTo>
                    <a:pt x="672" y="478"/>
                  </a:lnTo>
                  <a:lnTo>
                    <a:pt x="670" y="479"/>
                  </a:lnTo>
                  <a:lnTo>
                    <a:pt x="672" y="480"/>
                  </a:lnTo>
                  <a:lnTo>
                    <a:pt x="673" y="481"/>
                  </a:lnTo>
                  <a:lnTo>
                    <a:pt x="673" y="483"/>
                  </a:lnTo>
                  <a:lnTo>
                    <a:pt x="669" y="481"/>
                  </a:lnTo>
                  <a:lnTo>
                    <a:pt x="668" y="483"/>
                  </a:lnTo>
                  <a:lnTo>
                    <a:pt x="668" y="481"/>
                  </a:lnTo>
                  <a:lnTo>
                    <a:pt x="665" y="484"/>
                  </a:lnTo>
                  <a:lnTo>
                    <a:pt x="661" y="484"/>
                  </a:lnTo>
                  <a:lnTo>
                    <a:pt x="665" y="487"/>
                  </a:lnTo>
                  <a:lnTo>
                    <a:pt x="666" y="485"/>
                  </a:lnTo>
                  <a:lnTo>
                    <a:pt x="668" y="487"/>
                  </a:lnTo>
                  <a:lnTo>
                    <a:pt x="668" y="488"/>
                  </a:lnTo>
                  <a:lnTo>
                    <a:pt x="666" y="488"/>
                  </a:lnTo>
                  <a:lnTo>
                    <a:pt x="665" y="491"/>
                  </a:lnTo>
                  <a:lnTo>
                    <a:pt x="664" y="489"/>
                  </a:lnTo>
                  <a:lnTo>
                    <a:pt x="662" y="492"/>
                  </a:lnTo>
                  <a:lnTo>
                    <a:pt x="662" y="492"/>
                  </a:lnTo>
                  <a:lnTo>
                    <a:pt x="662" y="491"/>
                  </a:lnTo>
                  <a:lnTo>
                    <a:pt x="661" y="491"/>
                  </a:lnTo>
                  <a:lnTo>
                    <a:pt x="661" y="493"/>
                  </a:lnTo>
                  <a:lnTo>
                    <a:pt x="660" y="493"/>
                  </a:lnTo>
                  <a:lnTo>
                    <a:pt x="658" y="496"/>
                  </a:lnTo>
                  <a:lnTo>
                    <a:pt x="657" y="496"/>
                  </a:lnTo>
                  <a:lnTo>
                    <a:pt x="656" y="495"/>
                  </a:lnTo>
                  <a:lnTo>
                    <a:pt x="653" y="495"/>
                  </a:lnTo>
                  <a:lnTo>
                    <a:pt x="653" y="496"/>
                  </a:lnTo>
                  <a:lnTo>
                    <a:pt x="652" y="496"/>
                  </a:lnTo>
                  <a:lnTo>
                    <a:pt x="652" y="499"/>
                  </a:lnTo>
                  <a:lnTo>
                    <a:pt x="652" y="501"/>
                  </a:lnTo>
                  <a:lnTo>
                    <a:pt x="651" y="503"/>
                  </a:lnTo>
                  <a:lnTo>
                    <a:pt x="652" y="504"/>
                  </a:lnTo>
                  <a:lnTo>
                    <a:pt x="649" y="505"/>
                  </a:lnTo>
                  <a:lnTo>
                    <a:pt x="648" y="504"/>
                  </a:lnTo>
                  <a:lnTo>
                    <a:pt x="648" y="505"/>
                  </a:lnTo>
                  <a:lnTo>
                    <a:pt x="648" y="504"/>
                  </a:lnTo>
                  <a:lnTo>
                    <a:pt x="647" y="505"/>
                  </a:lnTo>
                  <a:lnTo>
                    <a:pt x="645" y="506"/>
                  </a:lnTo>
                  <a:lnTo>
                    <a:pt x="643" y="506"/>
                  </a:lnTo>
                  <a:lnTo>
                    <a:pt x="641" y="508"/>
                  </a:lnTo>
                  <a:lnTo>
                    <a:pt x="640" y="508"/>
                  </a:lnTo>
                  <a:lnTo>
                    <a:pt x="640" y="508"/>
                  </a:lnTo>
                  <a:lnTo>
                    <a:pt x="639" y="508"/>
                  </a:lnTo>
                  <a:lnTo>
                    <a:pt x="639" y="509"/>
                  </a:lnTo>
                  <a:lnTo>
                    <a:pt x="637" y="510"/>
                  </a:lnTo>
                  <a:lnTo>
                    <a:pt x="635" y="508"/>
                  </a:lnTo>
                  <a:lnTo>
                    <a:pt x="635" y="506"/>
                  </a:lnTo>
                  <a:lnTo>
                    <a:pt x="633" y="508"/>
                  </a:lnTo>
                  <a:lnTo>
                    <a:pt x="632" y="509"/>
                  </a:lnTo>
                  <a:lnTo>
                    <a:pt x="632" y="510"/>
                  </a:lnTo>
                  <a:lnTo>
                    <a:pt x="629" y="510"/>
                  </a:lnTo>
                  <a:lnTo>
                    <a:pt x="628" y="509"/>
                  </a:lnTo>
                  <a:lnTo>
                    <a:pt x="627" y="510"/>
                  </a:lnTo>
                  <a:lnTo>
                    <a:pt x="624" y="512"/>
                  </a:lnTo>
                  <a:lnTo>
                    <a:pt x="624" y="513"/>
                  </a:lnTo>
                  <a:lnTo>
                    <a:pt x="620" y="516"/>
                  </a:lnTo>
                  <a:lnTo>
                    <a:pt x="620" y="514"/>
                  </a:lnTo>
                  <a:lnTo>
                    <a:pt x="622" y="514"/>
                  </a:lnTo>
                  <a:lnTo>
                    <a:pt x="623" y="512"/>
                  </a:lnTo>
                  <a:lnTo>
                    <a:pt x="622" y="513"/>
                  </a:lnTo>
                  <a:lnTo>
                    <a:pt x="619" y="510"/>
                  </a:lnTo>
                  <a:lnTo>
                    <a:pt x="618" y="509"/>
                  </a:lnTo>
                  <a:lnTo>
                    <a:pt x="615" y="508"/>
                  </a:lnTo>
                  <a:lnTo>
                    <a:pt x="614" y="506"/>
                  </a:lnTo>
                  <a:lnTo>
                    <a:pt x="615" y="508"/>
                  </a:lnTo>
                  <a:lnTo>
                    <a:pt x="615" y="509"/>
                  </a:lnTo>
                  <a:lnTo>
                    <a:pt x="615" y="512"/>
                  </a:lnTo>
                  <a:lnTo>
                    <a:pt x="615" y="514"/>
                  </a:lnTo>
                  <a:lnTo>
                    <a:pt x="614" y="516"/>
                  </a:lnTo>
                  <a:lnTo>
                    <a:pt x="612" y="517"/>
                  </a:lnTo>
                  <a:lnTo>
                    <a:pt x="611" y="518"/>
                  </a:lnTo>
                  <a:lnTo>
                    <a:pt x="611" y="517"/>
                  </a:lnTo>
                  <a:lnTo>
                    <a:pt x="610" y="517"/>
                  </a:lnTo>
                  <a:lnTo>
                    <a:pt x="610" y="517"/>
                  </a:lnTo>
                  <a:lnTo>
                    <a:pt x="608" y="520"/>
                  </a:lnTo>
                  <a:lnTo>
                    <a:pt x="606" y="522"/>
                  </a:lnTo>
                  <a:lnTo>
                    <a:pt x="603" y="524"/>
                  </a:lnTo>
                  <a:lnTo>
                    <a:pt x="602" y="524"/>
                  </a:lnTo>
                  <a:lnTo>
                    <a:pt x="599" y="522"/>
                  </a:lnTo>
                  <a:lnTo>
                    <a:pt x="597" y="524"/>
                  </a:lnTo>
                  <a:lnTo>
                    <a:pt x="595" y="524"/>
                  </a:lnTo>
                  <a:lnTo>
                    <a:pt x="597" y="525"/>
                  </a:lnTo>
                  <a:lnTo>
                    <a:pt x="594" y="526"/>
                  </a:lnTo>
                  <a:lnTo>
                    <a:pt x="591" y="526"/>
                  </a:lnTo>
                  <a:lnTo>
                    <a:pt x="590" y="526"/>
                  </a:lnTo>
                  <a:lnTo>
                    <a:pt x="589" y="528"/>
                  </a:lnTo>
                  <a:lnTo>
                    <a:pt x="586" y="529"/>
                  </a:lnTo>
                  <a:lnTo>
                    <a:pt x="585" y="530"/>
                  </a:lnTo>
                  <a:lnTo>
                    <a:pt x="585" y="529"/>
                  </a:lnTo>
                  <a:lnTo>
                    <a:pt x="585" y="529"/>
                  </a:lnTo>
                  <a:lnTo>
                    <a:pt x="583" y="529"/>
                  </a:lnTo>
                  <a:lnTo>
                    <a:pt x="583" y="528"/>
                  </a:lnTo>
                  <a:lnTo>
                    <a:pt x="585" y="528"/>
                  </a:lnTo>
                  <a:lnTo>
                    <a:pt x="583" y="528"/>
                  </a:lnTo>
                  <a:lnTo>
                    <a:pt x="583" y="526"/>
                  </a:lnTo>
                  <a:lnTo>
                    <a:pt x="582" y="526"/>
                  </a:lnTo>
                  <a:lnTo>
                    <a:pt x="582" y="528"/>
                  </a:lnTo>
                  <a:lnTo>
                    <a:pt x="581" y="528"/>
                  </a:lnTo>
                  <a:lnTo>
                    <a:pt x="582" y="529"/>
                  </a:lnTo>
                  <a:lnTo>
                    <a:pt x="581" y="530"/>
                  </a:lnTo>
                  <a:lnTo>
                    <a:pt x="579" y="531"/>
                  </a:lnTo>
                  <a:lnTo>
                    <a:pt x="579" y="533"/>
                  </a:lnTo>
                  <a:lnTo>
                    <a:pt x="579" y="534"/>
                  </a:lnTo>
                  <a:lnTo>
                    <a:pt x="581" y="534"/>
                  </a:lnTo>
                  <a:lnTo>
                    <a:pt x="582" y="537"/>
                  </a:lnTo>
                  <a:lnTo>
                    <a:pt x="582" y="538"/>
                  </a:lnTo>
                  <a:lnTo>
                    <a:pt x="583" y="538"/>
                  </a:lnTo>
                  <a:lnTo>
                    <a:pt x="585" y="539"/>
                  </a:lnTo>
                  <a:lnTo>
                    <a:pt x="582" y="541"/>
                  </a:lnTo>
                  <a:lnTo>
                    <a:pt x="581" y="541"/>
                  </a:lnTo>
                  <a:lnTo>
                    <a:pt x="581" y="541"/>
                  </a:lnTo>
                  <a:lnTo>
                    <a:pt x="578" y="541"/>
                  </a:lnTo>
                  <a:lnTo>
                    <a:pt x="577" y="542"/>
                  </a:lnTo>
                  <a:lnTo>
                    <a:pt x="577" y="542"/>
                  </a:lnTo>
                  <a:lnTo>
                    <a:pt x="577" y="539"/>
                  </a:lnTo>
                  <a:lnTo>
                    <a:pt x="577" y="538"/>
                  </a:lnTo>
                  <a:lnTo>
                    <a:pt x="574" y="538"/>
                  </a:lnTo>
                  <a:lnTo>
                    <a:pt x="572" y="534"/>
                  </a:lnTo>
                  <a:lnTo>
                    <a:pt x="572" y="533"/>
                  </a:lnTo>
                  <a:lnTo>
                    <a:pt x="574" y="530"/>
                  </a:lnTo>
                  <a:lnTo>
                    <a:pt x="574" y="528"/>
                  </a:lnTo>
                  <a:lnTo>
                    <a:pt x="575" y="528"/>
                  </a:lnTo>
                  <a:lnTo>
                    <a:pt x="575" y="528"/>
                  </a:lnTo>
                  <a:lnTo>
                    <a:pt x="574" y="526"/>
                  </a:lnTo>
                  <a:lnTo>
                    <a:pt x="573" y="528"/>
                  </a:lnTo>
                  <a:lnTo>
                    <a:pt x="572" y="525"/>
                  </a:lnTo>
                  <a:lnTo>
                    <a:pt x="570" y="528"/>
                  </a:lnTo>
                  <a:lnTo>
                    <a:pt x="568" y="528"/>
                  </a:lnTo>
                  <a:lnTo>
                    <a:pt x="566" y="528"/>
                  </a:lnTo>
                  <a:lnTo>
                    <a:pt x="564" y="525"/>
                  </a:lnTo>
                  <a:lnTo>
                    <a:pt x="562" y="526"/>
                  </a:lnTo>
                  <a:lnTo>
                    <a:pt x="561" y="524"/>
                  </a:lnTo>
                  <a:lnTo>
                    <a:pt x="560" y="521"/>
                  </a:lnTo>
                  <a:lnTo>
                    <a:pt x="558" y="524"/>
                  </a:lnTo>
                  <a:lnTo>
                    <a:pt x="558" y="525"/>
                  </a:lnTo>
                  <a:lnTo>
                    <a:pt x="557" y="526"/>
                  </a:lnTo>
                  <a:lnTo>
                    <a:pt x="556" y="525"/>
                  </a:lnTo>
                  <a:lnTo>
                    <a:pt x="554" y="526"/>
                  </a:lnTo>
                  <a:lnTo>
                    <a:pt x="554" y="525"/>
                  </a:lnTo>
                  <a:lnTo>
                    <a:pt x="554" y="526"/>
                  </a:lnTo>
                  <a:lnTo>
                    <a:pt x="553" y="525"/>
                  </a:lnTo>
                  <a:lnTo>
                    <a:pt x="552" y="525"/>
                  </a:lnTo>
                  <a:lnTo>
                    <a:pt x="540" y="526"/>
                  </a:lnTo>
                  <a:lnTo>
                    <a:pt x="515" y="517"/>
                  </a:lnTo>
                  <a:lnTo>
                    <a:pt x="474" y="537"/>
                  </a:lnTo>
                  <a:lnTo>
                    <a:pt x="444" y="528"/>
                  </a:lnTo>
                  <a:lnTo>
                    <a:pt x="375" y="476"/>
                  </a:lnTo>
                  <a:lnTo>
                    <a:pt x="228" y="463"/>
                  </a:lnTo>
                  <a:lnTo>
                    <a:pt x="150" y="389"/>
                  </a:lnTo>
                  <a:lnTo>
                    <a:pt x="0" y="325"/>
                  </a:lnTo>
                  <a:lnTo>
                    <a:pt x="12" y="199"/>
                  </a:lnTo>
                  <a:lnTo>
                    <a:pt x="111" y="146"/>
                  </a:lnTo>
                  <a:lnTo>
                    <a:pt x="224" y="122"/>
                  </a:lnTo>
                  <a:lnTo>
                    <a:pt x="233" y="120"/>
                  </a:lnTo>
                  <a:lnTo>
                    <a:pt x="237" y="120"/>
                  </a:lnTo>
                  <a:lnTo>
                    <a:pt x="240" y="121"/>
                  </a:lnTo>
                  <a:lnTo>
                    <a:pt x="241" y="121"/>
                  </a:lnTo>
                  <a:lnTo>
                    <a:pt x="346" y="124"/>
                  </a:lnTo>
                  <a:lnTo>
                    <a:pt x="532" y="104"/>
                  </a:lnTo>
                  <a:lnTo>
                    <a:pt x="554" y="80"/>
                  </a:lnTo>
                  <a:lnTo>
                    <a:pt x="560" y="79"/>
                  </a:lnTo>
                  <a:lnTo>
                    <a:pt x="561" y="79"/>
                  </a:lnTo>
                  <a:lnTo>
                    <a:pt x="561" y="80"/>
                  </a:lnTo>
                  <a:lnTo>
                    <a:pt x="564" y="79"/>
                  </a:lnTo>
                  <a:lnTo>
                    <a:pt x="566" y="80"/>
                  </a:lnTo>
                  <a:lnTo>
                    <a:pt x="569" y="81"/>
                  </a:lnTo>
                  <a:lnTo>
                    <a:pt x="570" y="81"/>
                  </a:lnTo>
                  <a:lnTo>
                    <a:pt x="575" y="76"/>
                  </a:lnTo>
                  <a:lnTo>
                    <a:pt x="578" y="74"/>
                  </a:lnTo>
                  <a:lnTo>
                    <a:pt x="582" y="74"/>
                  </a:lnTo>
                  <a:lnTo>
                    <a:pt x="585" y="71"/>
                  </a:lnTo>
                  <a:lnTo>
                    <a:pt x="585" y="68"/>
                  </a:lnTo>
                  <a:lnTo>
                    <a:pt x="585" y="67"/>
                  </a:lnTo>
                  <a:lnTo>
                    <a:pt x="583" y="66"/>
                  </a:lnTo>
                  <a:lnTo>
                    <a:pt x="582" y="67"/>
                  </a:lnTo>
                  <a:lnTo>
                    <a:pt x="582" y="66"/>
                  </a:lnTo>
                  <a:lnTo>
                    <a:pt x="581" y="66"/>
                  </a:lnTo>
                  <a:lnTo>
                    <a:pt x="581" y="63"/>
                  </a:lnTo>
                  <a:lnTo>
                    <a:pt x="581" y="62"/>
                  </a:lnTo>
                  <a:lnTo>
                    <a:pt x="581" y="58"/>
                  </a:lnTo>
                  <a:lnTo>
                    <a:pt x="579" y="56"/>
                  </a:lnTo>
                  <a:lnTo>
                    <a:pt x="581" y="55"/>
                  </a:lnTo>
                  <a:lnTo>
                    <a:pt x="582" y="54"/>
                  </a:lnTo>
                  <a:lnTo>
                    <a:pt x="582" y="51"/>
                  </a:lnTo>
                  <a:lnTo>
                    <a:pt x="581" y="50"/>
                  </a:lnTo>
                  <a:lnTo>
                    <a:pt x="581" y="47"/>
                  </a:lnTo>
                  <a:lnTo>
                    <a:pt x="581" y="46"/>
                  </a:lnTo>
                  <a:lnTo>
                    <a:pt x="579" y="45"/>
                  </a:lnTo>
                  <a:lnTo>
                    <a:pt x="579" y="42"/>
                  </a:lnTo>
                  <a:lnTo>
                    <a:pt x="581" y="39"/>
                  </a:lnTo>
                  <a:lnTo>
                    <a:pt x="582" y="38"/>
                  </a:lnTo>
                  <a:lnTo>
                    <a:pt x="583" y="35"/>
                  </a:lnTo>
                  <a:lnTo>
                    <a:pt x="585" y="34"/>
                  </a:lnTo>
                  <a:lnTo>
                    <a:pt x="586" y="33"/>
                  </a:lnTo>
                  <a:lnTo>
                    <a:pt x="586" y="30"/>
                  </a:lnTo>
                  <a:lnTo>
                    <a:pt x="586" y="29"/>
                  </a:lnTo>
                  <a:lnTo>
                    <a:pt x="586" y="26"/>
                  </a:lnTo>
                  <a:lnTo>
                    <a:pt x="585" y="25"/>
                  </a:lnTo>
                  <a:lnTo>
                    <a:pt x="583" y="24"/>
                  </a:lnTo>
                  <a:lnTo>
                    <a:pt x="582" y="20"/>
                  </a:lnTo>
                  <a:lnTo>
                    <a:pt x="579" y="20"/>
                  </a:lnTo>
                  <a:lnTo>
                    <a:pt x="578" y="21"/>
                  </a:lnTo>
                  <a:lnTo>
                    <a:pt x="575" y="22"/>
                  </a:lnTo>
                  <a:lnTo>
                    <a:pt x="574" y="22"/>
                  </a:lnTo>
                  <a:lnTo>
                    <a:pt x="574" y="21"/>
                  </a:lnTo>
                  <a:lnTo>
                    <a:pt x="574" y="18"/>
                  </a:lnTo>
                  <a:lnTo>
                    <a:pt x="574" y="17"/>
                  </a:lnTo>
                  <a:lnTo>
                    <a:pt x="574" y="16"/>
                  </a:lnTo>
                  <a:lnTo>
                    <a:pt x="575" y="14"/>
                  </a:lnTo>
                  <a:lnTo>
                    <a:pt x="575" y="13"/>
                  </a:lnTo>
                  <a:lnTo>
                    <a:pt x="578" y="10"/>
                  </a:lnTo>
                  <a:lnTo>
                    <a:pt x="578" y="9"/>
                  </a:lnTo>
                  <a:lnTo>
                    <a:pt x="579" y="8"/>
                  </a:lnTo>
                  <a:lnTo>
                    <a:pt x="582" y="8"/>
                  </a:lnTo>
                  <a:lnTo>
                    <a:pt x="583" y="6"/>
                  </a:lnTo>
                  <a:lnTo>
                    <a:pt x="585" y="6"/>
                  </a:lnTo>
                  <a:lnTo>
                    <a:pt x="586" y="6"/>
                  </a:lnTo>
                  <a:lnTo>
                    <a:pt x="587" y="6"/>
                  </a:lnTo>
                  <a:lnTo>
                    <a:pt x="589" y="6"/>
                  </a:lnTo>
                  <a:lnTo>
                    <a:pt x="590" y="4"/>
                  </a:lnTo>
                  <a:lnTo>
                    <a:pt x="593" y="4"/>
                  </a:lnTo>
                  <a:lnTo>
                    <a:pt x="594" y="2"/>
                  </a:lnTo>
                  <a:lnTo>
                    <a:pt x="597" y="2"/>
                  </a:lnTo>
                  <a:lnTo>
                    <a:pt x="598" y="2"/>
                  </a:lnTo>
                  <a:lnTo>
                    <a:pt x="601" y="2"/>
                  </a:lnTo>
                  <a:lnTo>
                    <a:pt x="601" y="2"/>
                  </a:lnTo>
                  <a:lnTo>
                    <a:pt x="602" y="2"/>
                  </a:lnTo>
                  <a:lnTo>
                    <a:pt x="603" y="0"/>
                  </a:lnTo>
                  <a:lnTo>
                    <a:pt x="606" y="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" name="Freeform 344"/>
            <p:cNvSpPr>
              <a:spLocks noEditPoints="1"/>
            </p:cNvSpPr>
            <p:nvPr/>
          </p:nvSpPr>
          <p:spPr bwMode="auto">
            <a:xfrm>
              <a:off x="9462759" y="2657725"/>
              <a:ext cx="474559" cy="913588"/>
            </a:xfrm>
            <a:custGeom>
              <a:avLst/>
              <a:gdLst>
                <a:gd name="T0" fmla="*/ 4 w 187"/>
                <a:gd name="T1" fmla="*/ 357 h 360"/>
                <a:gd name="T2" fmla="*/ 46 w 187"/>
                <a:gd name="T3" fmla="*/ 324 h 360"/>
                <a:gd name="T4" fmla="*/ 54 w 187"/>
                <a:gd name="T5" fmla="*/ 306 h 360"/>
                <a:gd name="T6" fmla="*/ 55 w 187"/>
                <a:gd name="T7" fmla="*/ 299 h 360"/>
                <a:gd name="T8" fmla="*/ 67 w 187"/>
                <a:gd name="T9" fmla="*/ 266 h 360"/>
                <a:gd name="T10" fmla="*/ 70 w 187"/>
                <a:gd name="T11" fmla="*/ 264 h 360"/>
                <a:gd name="T12" fmla="*/ 54 w 187"/>
                <a:gd name="T13" fmla="*/ 233 h 360"/>
                <a:gd name="T14" fmla="*/ 51 w 187"/>
                <a:gd name="T15" fmla="*/ 232 h 360"/>
                <a:gd name="T16" fmla="*/ 39 w 187"/>
                <a:gd name="T17" fmla="*/ 227 h 360"/>
                <a:gd name="T18" fmla="*/ 42 w 187"/>
                <a:gd name="T19" fmla="*/ 222 h 360"/>
                <a:gd name="T20" fmla="*/ 103 w 187"/>
                <a:gd name="T21" fmla="*/ 207 h 360"/>
                <a:gd name="T22" fmla="*/ 85 w 187"/>
                <a:gd name="T23" fmla="*/ 220 h 360"/>
                <a:gd name="T24" fmla="*/ 79 w 187"/>
                <a:gd name="T25" fmla="*/ 220 h 360"/>
                <a:gd name="T26" fmla="*/ 87 w 187"/>
                <a:gd name="T27" fmla="*/ 208 h 360"/>
                <a:gd name="T28" fmla="*/ 103 w 187"/>
                <a:gd name="T29" fmla="*/ 198 h 360"/>
                <a:gd name="T30" fmla="*/ 76 w 187"/>
                <a:gd name="T31" fmla="*/ 174 h 360"/>
                <a:gd name="T32" fmla="*/ 129 w 187"/>
                <a:gd name="T33" fmla="*/ 133 h 360"/>
                <a:gd name="T34" fmla="*/ 128 w 187"/>
                <a:gd name="T35" fmla="*/ 139 h 360"/>
                <a:gd name="T36" fmla="*/ 147 w 187"/>
                <a:gd name="T37" fmla="*/ 79 h 360"/>
                <a:gd name="T38" fmla="*/ 163 w 187"/>
                <a:gd name="T39" fmla="*/ 111 h 360"/>
                <a:gd name="T40" fmla="*/ 164 w 187"/>
                <a:gd name="T41" fmla="*/ 129 h 360"/>
                <a:gd name="T42" fmla="*/ 162 w 187"/>
                <a:gd name="T43" fmla="*/ 166 h 360"/>
                <a:gd name="T44" fmla="*/ 158 w 187"/>
                <a:gd name="T45" fmla="*/ 189 h 360"/>
                <a:gd name="T46" fmla="*/ 153 w 187"/>
                <a:gd name="T47" fmla="*/ 181 h 360"/>
                <a:gd name="T48" fmla="*/ 141 w 187"/>
                <a:gd name="T49" fmla="*/ 190 h 360"/>
                <a:gd name="T50" fmla="*/ 129 w 187"/>
                <a:gd name="T51" fmla="*/ 193 h 360"/>
                <a:gd name="T52" fmla="*/ 120 w 187"/>
                <a:gd name="T53" fmla="*/ 194 h 360"/>
                <a:gd name="T54" fmla="*/ 118 w 187"/>
                <a:gd name="T55" fmla="*/ 207 h 360"/>
                <a:gd name="T56" fmla="*/ 105 w 187"/>
                <a:gd name="T57" fmla="*/ 202 h 360"/>
                <a:gd name="T58" fmla="*/ 92 w 187"/>
                <a:gd name="T59" fmla="*/ 200 h 360"/>
                <a:gd name="T60" fmla="*/ 74 w 187"/>
                <a:gd name="T61" fmla="*/ 206 h 360"/>
                <a:gd name="T62" fmla="*/ 66 w 187"/>
                <a:gd name="T63" fmla="*/ 214 h 360"/>
                <a:gd name="T64" fmla="*/ 74 w 187"/>
                <a:gd name="T65" fmla="*/ 224 h 360"/>
                <a:gd name="T66" fmla="*/ 68 w 187"/>
                <a:gd name="T67" fmla="*/ 248 h 360"/>
                <a:gd name="T68" fmla="*/ 64 w 187"/>
                <a:gd name="T69" fmla="*/ 245 h 360"/>
                <a:gd name="T70" fmla="*/ 59 w 187"/>
                <a:gd name="T71" fmla="*/ 249 h 360"/>
                <a:gd name="T72" fmla="*/ 52 w 187"/>
                <a:gd name="T73" fmla="*/ 222 h 360"/>
                <a:gd name="T74" fmla="*/ 51 w 187"/>
                <a:gd name="T75" fmla="*/ 228 h 360"/>
                <a:gd name="T76" fmla="*/ 49 w 187"/>
                <a:gd name="T77" fmla="*/ 227 h 360"/>
                <a:gd name="T78" fmla="*/ 56 w 187"/>
                <a:gd name="T79" fmla="*/ 211 h 360"/>
                <a:gd name="T80" fmla="*/ 67 w 187"/>
                <a:gd name="T81" fmla="*/ 195 h 360"/>
                <a:gd name="T82" fmla="*/ 92 w 187"/>
                <a:gd name="T83" fmla="*/ 181 h 360"/>
                <a:gd name="T84" fmla="*/ 108 w 187"/>
                <a:gd name="T85" fmla="*/ 179 h 360"/>
                <a:gd name="T86" fmla="*/ 113 w 187"/>
                <a:gd name="T87" fmla="*/ 161 h 360"/>
                <a:gd name="T88" fmla="*/ 114 w 187"/>
                <a:gd name="T89" fmla="*/ 153 h 360"/>
                <a:gd name="T90" fmla="*/ 135 w 187"/>
                <a:gd name="T91" fmla="*/ 139 h 360"/>
                <a:gd name="T92" fmla="*/ 133 w 187"/>
                <a:gd name="T93" fmla="*/ 102 h 360"/>
                <a:gd name="T94" fmla="*/ 135 w 187"/>
                <a:gd name="T95" fmla="*/ 82 h 360"/>
                <a:gd name="T96" fmla="*/ 145 w 187"/>
                <a:gd name="T97" fmla="*/ 83 h 360"/>
                <a:gd name="T98" fmla="*/ 120 w 187"/>
                <a:gd name="T99" fmla="*/ 62 h 360"/>
                <a:gd name="T100" fmla="*/ 139 w 187"/>
                <a:gd name="T101" fmla="*/ 6 h 360"/>
                <a:gd name="T102" fmla="*/ 167 w 187"/>
                <a:gd name="T103" fmla="*/ 25 h 360"/>
                <a:gd name="T104" fmla="*/ 179 w 187"/>
                <a:gd name="T105" fmla="*/ 31 h 360"/>
                <a:gd name="T106" fmla="*/ 184 w 187"/>
                <a:gd name="T107" fmla="*/ 37 h 360"/>
                <a:gd name="T108" fmla="*/ 166 w 187"/>
                <a:gd name="T109" fmla="*/ 48 h 360"/>
                <a:gd name="T110" fmla="*/ 149 w 187"/>
                <a:gd name="T111" fmla="*/ 53 h 360"/>
                <a:gd name="T112" fmla="*/ 129 w 187"/>
                <a:gd name="T113" fmla="*/ 58 h 360"/>
                <a:gd name="T114" fmla="*/ 137 w 187"/>
                <a:gd name="T115" fmla="*/ 69 h 360"/>
                <a:gd name="T116" fmla="*/ 124 w 187"/>
                <a:gd name="T117" fmla="*/ 62 h 360"/>
                <a:gd name="T118" fmla="*/ 128 w 187"/>
                <a:gd name="T119" fmla="*/ 47 h 360"/>
                <a:gd name="T120" fmla="*/ 135 w 187"/>
                <a:gd name="T121" fmla="*/ 39 h 360"/>
                <a:gd name="T122" fmla="*/ 133 w 187"/>
                <a:gd name="T123" fmla="*/ 18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360">
                  <a:moveTo>
                    <a:pt x="2" y="358"/>
                  </a:moveTo>
                  <a:lnTo>
                    <a:pt x="2" y="360"/>
                  </a:lnTo>
                  <a:lnTo>
                    <a:pt x="2" y="360"/>
                  </a:lnTo>
                  <a:lnTo>
                    <a:pt x="0" y="360"/>
                  </a:lnTo>
                  <a:lnTo>
                    <a:pt x="1" y="358"/>
                  </a:lnTo>
                  <a:lnTo>
                    <a:pt x="2" y="358"/>
                  </a:lnTo>
                  <a:close/>
                  <a:moveTo>
                    <a:pt x="5" y="356"/>
                  </a:moveTo>
                  <a:lnTo>
                    <a:pt x="6" y="357"/>
                  </a:lnTo>
                  <a:lnTo>
                    <a:pt x="6" y="360"/>
                  </a:lnTo>
                  <a:lnTo>
                    <a:pt x="5" y="358"/>
                  </a:lnTo>
                  <a:lnTo>
                    <a:pt x="4" y="357"/>
                  </a:lnTo>
                  <a:lnTo>
                    <a:pt x="5" y="356"/>
                  </a:lnTo>
                  <a:close/>
                  <a:moveTo>
                    <a:pt x="16" y="349"/>
                  </a:moveTo>
                  <a:lnTo>
                    <a:pt x="18" y="351"/>
                  </a:lnTo>
                  <a:lnTo>
                    <a:pt x="18" y="353"/>
                  </a:lnTo>
                  <a:lnTo>
                    <a:pt x="16" y="353"/>
                  </a:lnTo>
                  <a:lnTo>
                    <a:pt x="16" y="352"/>
                  </a:lnTo>
                  <a:lnTo>
                    <a:pt x="16" y="349"/>
                  </a:lnTo>
                  <a:close/>
                  <a:moveTo>
                    <a:pt x="46" y="319"/>
                  </a:moveTo>
                  <a:lnTo>
                    <a:pt x="46" y="320"/>
                  </a:lnTo>
                  <a:lnTo>
                    <a:pt x="46" y="323"/>
                  </a:lnTo>
                  <a:lnTo>
                    <a:pt x="46" y="324"/>
                  </a:lnTo>
                  <a:lnTo>
                    <a:pt x="42" y="326"/>
                  </a:lnTo>
                  <a:lnTo>
                    <a:pt x="42" y="328"/>
                  </a:lnTo>
                  <a:lnTo>
                    <a:pt x="41" y="328"/>
                  </a:lnTo>
                  <a:lnTo>
                    <a:pt x="41" y="326"/>
                  </a:lnTo>
                  <a:lnTo>
                    <a:pt x="42" y="324"/>
                  </a:lnTo>
                  <a:lnTo>
                    <a:pt x="43" y="323"/>
                  </a:lnTo>
                  <a:lnTo>
                    <a:pt x="42" y="322"/>
                  </a:lnTo>
                  <a:lnTo>
                    <a:pt x="45" y="320"/>
                  </a:lnTo>
                  <a:lnTo>
                    <a:pt x="46" y="319"/>
                  </a:lnTo>
                  <a:close/>
                  <a:moveTo>
                    <a:pt x="52" y="304"/>
                  </a:moveTo>
                  <a:lnTo>
                    <a:pt x="54" y="306"/>
                  </a:lnTo>
                  <a:lnTo>
                    <a:pt x="54" y="308"/>
                  </a:lnTo>
                  <a:lnTo>
                    <a:pt x="52" y="308"/>
                  </a:lnTo>
                  <a:lnTo>
                    <a:pt x="51" y="307"/>
                  </a:lnTo>
                  <a:lnTo>
                    <a:pt x="51" y="306"/>
                  </a:lnTo>
                  <a:lnTo>
                    <a:pt x="52" y="304"/>
                  </a:lnTo>
                  <a:close/>
                  <a:moveTo>
                    <a:pt x="60" y="294"/>
                  </a:moveTo>
                  <a:lnTo>
                    <a:pt x="59" y="297"/>
                  </a:lnTo>
                  <a:lnTo>
                    <a:pt x="58" y="298"/>
                  </a:lnTo>
                  <a:lnTo>
                    <a:pt x="58" y="299"/>
                  </a:lnTo>
                  <a:lnTo>
                    <a:pt x="56" y="301"/>
                  </a:lnTo>
                  <a:lnTo>
                    <a:pt x="55" y="299"/>
                  </a:lnTo>
                  <a:lnTo>
                    <a:pt x="54" y="299"/>
                  </a:lnTo>
                  <a:lnTo>
                    <a:pt x="54" y="299"/>
                  </a:lnTo>
                  <a:lnTo>
                    <a:pt x="54" y="298"/>
                  </a:lnTo>
                  <a:lnTo>
                    <a:pt x="56" y="297"/>
                  </a:lnTo>
                  <a:lnTo>
                    <a:pt x="56" y="297"/>
                  </a:lnTo>
                  <a:lnTo>
                    <a:pt x="58" y="295"/>
                  </a:lnTo>
                  <a:lnTo>
                    <a:pt x="59" y="295"/>
                  </a:lnTo>
                  <a:lnTo>
                    <a:pt x="59" y="295"/>
                  </a:lnTo>
                  <a:lnTo>
                    <a:pt x="60" y="294"/>
                  </a:lnTo>
                  <a:close/>
                  <a:moveTo>
                    <a:pt x="66" y="264"/>
                  </a:moveTo>
                  <a:lnTo>
                    <a:pt x="67" y="266"/>
                  </a:lnTo>
                  <a:lnTo>
                    <a:pt x="68" y="268"/>
                  </a:lnTo>
                  <a:lnTo>
                    <a:pt x="67" y="269"/>
                  </a:lnTo>
                  <a:lnTo>
                    <a:pt x="66" y="268"/>
                  </a:lnTo>
                  <a:lnTo>
                    <a:pt x="64" y="266"/>
                  </a:lnTo>
                  <a:lnTo>
                    <a:pt x="64" y="265"/>
                  </a:lnTo>
                  <a:lnTo>
                    <a:pt x="66" y="264"/>
                  </a:lnTo>
                  <a:close/>
                  <a:moveTo>
                    <a:pt x="70" y="258"/>
                  </a:moveTo>
                  <a:lnTo>
                    <a:pt x="71" y="258"/>
                  </a:lnTo>
                  <a:lnTo>
                    <a:pt x="71" y="261"/>
                  </a:lnTo>
                  <a:lnTo>
                    <a:pt x="70" y="262"/>
                  </a:lnTo>
                  <a:lnTo>
                    <a:pt x="70" y="264"/>
                  </a:lnTo>
                  <a:lnTo>
                    <a:pt x="70" y="260"/>
                  </a:lnTo>
                  <a:lnTo>
                    <a:pt x="70" y="258"/>
                  </a:lnTo>
                  <a:close/>
                  <a:moveTo>
                    <a:pt x="52" y="237"/>
                  </a:moveTo>
                  <a:lnTo>
                    <a:pt x="54" y="237"/>
                  </a:lnTo>
                  <a:lnTo>
                    <a:pt x="52" y="239"/>
                  </a:lnTo>
                  <a:lnTo>
                    <a:pt x="52" y="237"/>
                  </a:lnTo>
                  <a:lnTo>
                    <a:pt x="52" y="237"/>
                  </a:lnTo>
                  <a:close/>
                  <a:moveTo>
                    <a:pt x="55" y="232"/>
                  </a:moveTo>
                  <a:lnTo>
                    <a:pt x="55" y="232"/>
                  </a:lnTo>
                  <a:lnTo>
                    <a:pt x="55" y="233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5" y="232"/>
                  </a:lnTo>
                  <a:close/>
                  <a:moveTo>
                    <a:pt x="51" y="232"/>
                  </a:moveTo>
                  <a:lnTo>
                    <a:pt x="51" y="232"/>
                  </a:lnTo>
                  <a:lnTo>
                    <a:pt x="51" y="232"/>
                  </a:lnTo>
                  <a:lnTo>
                    <a:pt x="52" y="235"/>
                  </a:lnTo>
                  <a:lnTo>
                    <a:pt x="52" y="236"/>
                  </a:lnTo>
                  <a:lnTo>
                    <a:pt x="51" y="236"/>
                  </a:lnTo>
                  <a:lnTo>
                    <a:pt x="51" y="235"/>
                  </a:lnTo>
                  <a:lnTo>
                    <a:pt x="50" y="232"/>
                  </a:lnTo>
                  <a:lnTo>
                    <a:pt x="51" y="232"/>
                  </a:lnTo>
                  <a:close/>
                  <a:moveTo>
                    <a:pt x="37" y="228"/>
                  </a:moveTo>
                  <a:lnTo>
                    <a:pt x="37" y="229"/>
                  </a:lnTo>
                  <a:lnTo>
                    <a:pt x="38" y="229"/>
                  </a:lnTo>
                  <a:lnTo>
                    <a:pt x="39" y="232"/>
                  </a:lnTo>
                  <a:lnTo>
                    <a:pt x="38" y="233"/>
                  </a:lnTo>
                  <a:lnTo>
                    <a:pt x="37" y="232"/>
                  </a:lnTo>
                  <a:lnTo>
                    <a:pt x="35" y="229"/>
                  </a:lnTo>
                  <a:lnTo>
                    <a:pt x="35" y="228"/>
                  </a:lnTo>
                  <a:lnTo>
                    <a:pt x="37" y="228"/>
                  </a:lnTo>
                  <a:close/>
                  <a:moveTo>
                    <a:pt x="38" y="227"/>
                  </a:moveTo>
                  <a:lnTo>
                    <a:pt x="39" y="227"/>
                  </a:lnTo>
                  <a:lnTo>
                    <a:pt x="38" y="228"/>
                  </a:lnTo>
                  <a:lnTo>
                    <a:pt x="38" y="227"/>
                  </a:lnTo>
                  <a:close/>
                  <a:moveTo>
                    <a:pt x="41" y="226"/>
                  </a:moveTo>
                  <a:lnTo>
                    <a:pt x="41" y="226"/>
                  </a:lnTo>
                  <a:lnTo>
                    <a:pt x="39" y="226"/>
                  </a:lnTo>
                  <a:lnTo>
                    <a:pt x="41" y="226"/>
                  </a:lnTo>
                  <a:close/>
                  <a:moveTo>
                    <a:pt x="41" y="224"/>
                  </a:moveTo>
                  <a:lnTo>
                    <a:pt x="42" y="224"/>
                  </a:lnTo>
                  <a:lnTo>
                    <a:pt x="41" y="224"/>
                  </a:lnTo>
                  <a:lnTo>
                    <a:pt x="41" y="224"/>
                  </a:lnTo>
                  <a:close/>
                  <a:moveTo>
                    <a:pt x="42" y="222"/>
                  </a:moveTo>
                  <a:lnTo>
                    <a:pt x="43" y="223"/>
                  </a:lnTo>
                  <a:lnTo>
                    <a:pt x="42" y="223"/>
                  </a:lnTo>
                  <a:lnTo>
                    <a:pt x="41" y="223"/>
                  </a:lnTo>
                  <a:lnTo>
                    <a:pt x="41" y="222"/>
                  </a:lnTo>
                  <a:lnTo>
                    <a:pt x="42" y="222"/>
                  </a:lnTo>
                  <a:close/>
                  <a:moveTo>
                    <a:pt x="92" y="203"/>
                  </a:moveTo>
                  <a:lnTo>
                    <a:pt x="96" y="203"/>
                  </a:lnTo>
                  <a:lnTo>
                    <a:pt x="97" y="204"/>
                  </a:lnTo>
                  <a:lnTo>
                    <a:pt x="99" y="204"/>
                  </a:lnTo>
                  <a:lnTo>
                    <a:pt x="101" y="206"/>
                  </a:lnTo>
                  <a:lnTo>
                    <a:pt x="103" y="207"/>
                  </a:lnTo>
                  <a:lnTo>
                    <a:pt x="103" y="208"/>
                  </a:lnTo>
                  <a:lnTo>
                    <a:pt x="103" y="210"/>
                  </a:lnTo>
                  <a:lnTo>
                    <a:pt x="100" y="212"/>
                  </a:lnTo>
                  <a:lnTo>
                    <a:pt x="99" y="216"/>
                  </a:lnTo>
                  <a:lnTo>
                    <a:pt x="97" y="218"/>
                  </a:lnTo>
                  <a:lnTo>
                    <a:pt x="96" y="216"/>
                  </a:lnTo>
                  <a:lnTo>
                    <a:pt x="93" y="214"/>
                  </a:lnTo>
                  <a:lnTo>
                    <a:pt x="91" y="214"/>
                  </a:lnTo>
                  <a:lnTo>
                    <a:pt x="89" y="215"/>
                  </a:lnTo>
                  <a:lnTo>
                    <a:pt x="87" y="216"/>
                  </a:lnTo>
                  <a:lnTo>
                    <a:pt x="85" y="220"/>
                  </a:lnTo>
                  <a:lnTo>
                    <a:pt x="85" y="222"/>
                  </a:lnTo>
                  <a:lnTo>
                    <a:pt x="87" y="224"/>
                  </a:lnTo>
                  <a:lnTo>
                    <a:pt x="87" y="226"/>
                  </a:lnTo>
                  <a:lnTo>
                    <a:pt x="87" y="226"/>
                  </a:lnTo>
                  <a:lnTo>
                    <a:pt x="84" y="226"/>
                  </a:lnTo>
                  <a:lnTo>
                    <a:pt x="84" y="227"/>
                  </a:lnTo>
                  <a:lnTo>
                    <a:pt x="83" y="226"/>
                  </a:lnTo>
                  <a:lnTo>
                    <a:pt x="83" y="224"/>
                  </a:lnTo>
                  <a:lnTo>
                    <a:pt x="80" y="224"/>
                  </a:lnTo>
                  <a:lnTo>
                    <a:pt x="79" y="222"/>
                  </a:lnTo>
                  <a:lnTo>
                    <a:pt x="79" y="220"/>
                  </a:lnTo>
                  <a:lnTo>
                    <a:pt x="79" y="219"/>
                  </a:lnTo>
                  <a:lnTo>
                    <a:pt x="79" y="218"/>
                  </a:lnTo>
                  <a:lnTo>
                    <a:pt x="75" y="216"/>
                  </a:lnTo>
                  <a:lnTo>
                    <a:pt x="76" y="214"/>
                  </a:lnTo>
                  <a:lnTo>
                    <a:pt x="78" y="211"/>
                  </a:lnTo>
                  <a:lnTo>
                    <a:pt x="78" y="210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3" y="210"/>
                  </a:lnTo>
                  <a:lnTo>
                    <a:pt x="84" y="210"/>
                  </a:lnTo>
                  <a:lnTo>
                    <a:pt x="87" y="208"/>
                  </a:lnTo>
                  <a:lnTo>
                    <a:pt x="88" y="208"/>
                  </a:lnTo>
                  <a:lnTo>
                    <a:pt x="89" y="206"/>
                  </a:lnTo>
                  <a:lnTo>
                    <a:pt x="89" y="204"/>
                  </a:lnTo>
                  <a:lnTo>
                    <a:pt x="92" y="203"/>
                  </a:lnTo>
                  <a:close/>
                  <a:moveTo>
                    <a:pt x="96" y="199"/>
                  </a:moveTo>
                  <a:lnTo>
                    <a:pt x="97" y="199"/>
                  </a:lnTo>
                  <a:lnTo>
                    <a:pt x="97" y="200"/>
                  </a:lnTo>
                  <a:lnTo>
                    <a:pt x="96" y="202"/>
                  </a:lnTo>
                  <a:lnTo>
                    <a:pt x="93" y="200"/>
                  </a:lnTo>
                  <a:lnTo>
                    <a:pt x="96" y="199"/>
                  </a:lnTo>
                  <a:close/>
                  <a:moveTo>
                    <a:pt x="103" y="198"/>
                  </a:moveTo>
                  <a:lnTo>
                    <a:pt x="104" y="199"/>
                  </a:lnTo>
                  <a:lnTo>
                    <a:pt x="104" y="200"/>
                  </a:lnTo>
                  <a:lnTo>
                    <a:pt x="104" y="202"/>
                  </a:lnTo>
                  <a:lnTo>
                    <a:pt x="104" y="203"/>
                  </a:lnTo>
                  <a:lnTo>
                    <a:pt x="103" y="203"/>
                  </a:lnTo>
                  <a:lnTo>
                    <a:pt x="101" y="200"/>
                  </a:lnTo>
                  <a:lnTo>
                    <a:pt x="101" y="199"/>
                  </a:lnTo>
                  <a:lnTo>
                    <a:pt x="103" y="198"/>
                  </a:lnTo>
                  <a:lnTo>
                    <a:pt x="103" y="198"/>
                  </a:lnTo>
                  <a:close/>
                  <a:moveTo>
                    <a:pt x="75" y="173"/>
                  </a:moveTo>
                  <a:lnTo>
                    <a:pt x="76" y="174"/>
                  </a:lnTo>
                  <a:lnTo>
                    <a:pt x="75" y="175"/>
                  </a:lnTo>
                  <a:lnTo>
                    <a:pt x="75" y="174"/>
                  </a:lnTo>
                  <a:lnTo>
                    <a:pt x="75" y="173"/>
                  </a:lnTo>
                  <a:close/>
                  <a:moveTo>
                    <a:pt x="79" y="170"/>
                  </a:moveTo>
                  <a:lnTo>
                    <a:pt x="79" y="173"/>
                  </a:lnTo>
                  <a:lnTo>
                    <a:pt x="78" y="173"/>
                  </a:lnTo>
                  <a:lnTo>
                    <a:pt x="78" y="173"/>
                  </a:lnTo>
                  <a:lnTo>
                    <a:pt x="76" y="173"/>
                  </a:lnTo>
                  <a:lnTo>
                    <a:pt x="78" y="172"/>
                  </a:lnTo>
                  <a:lnTo>
                    <a:pt x="79" y="170"/>
                  </a:lnTo>
                  <a:close/>
                  <a:moveTo>
                    <a:pt x="129" y="133"/>
                  </a:moveTo>
                  <a:lnTo>
                    <a:pt x="129" y="135"/>
                  </a:lnTo>
                  <a:lnTo>
                    <a:pt x="129" y="136"/>
                  </a:lnTo>
                  <a:lnTo>
                    <a:pt x="132" y="137"/>
                  </a:lnTo>
                  <a:lnTo>
                    <a:pt x="132" y="139"/>
                  </a:lnTo>
                  <a:lnTo>
                    <a:pt x="130" y="141"/>
                  </a:lnTo>
                  <a:lnTo>
                    <a:pt x="129" y="143"/>
                  </a:lnTo>
                  <a:lnTo>
                    <a:pt x="129" y="143"/>
                  </a:lnTo>
                  <a:lnTo>
                    <a:pt x="129" y="140"/>
                  </a:lnTo>
                  <a:lnTo>
                    <a:pt x="129" y="139"/>
                  </a:lnTo>
                  <a:lnTo>
                    <a:pt x="129" y="139"/>
                  </a:lnTo>
                  <a:lnTo>
                    <a:pt x="128" y="139"/>
                  </a:lnTo>
                  <a:lnTo>
                    <a:pt x="128" y="137"/>
                  </a:lnTo>
                  <a:lnTo>
                    <a:pt x="129" y="133"/>
                  </a:lnTo>
                  <a:lnTo>
                    <a:pt x="129" y="133"/>
                  </a:lnTo>
                  <a:close/>
                  <a:moveTo>
                    <a:pt x="141" y="74"/>
                  </a:moveTo>
                  <a:lnTo>
                    <a:pt x="142" y="74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6" y="75"/>
                  </a:lnTo>
                  <a:lnTo>
                    <a:pt x="147" y="75"/>
                  </a:lnTo>
                  <a:lnTo>
                    <a:pt x="147" y="77"/>
                  </a:lnTo>
                  <a:lnTo>
                    <a:pt x="147" y="79"/>
                  </a:lnTo>
                  <a:lnTo>
                    <a:pt x="149" y="83"/>
                  </a:lnTo>
                  <a:lnTo>
                    <a:pt x="150" y="86"/>
                  </a:lnTo>
                  <a:lnTo>
                    <a:pt x="155" y="91"/>
                  </a:lnTo>
                  <a:lnTo>
                    <a:pt x="157" y="94"/>
                  </a:lnTo>
                  <a:lnTo>
                    <a:pt x="158" y="98"/>
                  </a:lnTo>
                  <a:lnTo>
                    <a:pt x="158" y="99"/>
                  </a:lnTo>
                  <a:lnTo>
                    <a:pt x="159" y="99"/>
                  </a:lnTo>
                  <a:lnTo>
                    <a:pt x="162" y="103"/>
                  </a:lnTo>
                  <a:lnTo>
                    <a:pt x="163" y="107"/>
                  </a:lnTo>
                  <a:lnTo>
                    <a:pt x="163" y="110"/>
                  </a:lnTo>
                  <a:lnTo>
                    <a:pt x="163" y="111"/>
                  </a:lnTo>
                  <a:lnTo>
                    <a:pt x="163" y="114"/>
                  </a:lnTo>
                  <a:lnTo>
                    <a:pt x="164" y="115"/>
                  </a:lnTo>
                  <a:lnTo>
                    <a:pt x="163" y="116"/>
                  </a:lnTo>
                  <a:lnTo>
                    <a:pt x="163" y="118"/>
                  </a:lnTo>
                  <a:lnTo>
                    <a:pt x="163" y="119"/>
                  </a:lnTo>
                  <a:lnTo>
                    <a:pt x="163" y="120"/>
                  </a:lnTo>
                  <a:lnTo>
                    <a:pt x="163" y="122"/>
                  </a:lnTo>
                  <a:lnTo>
                    <a:pt x="163" y="124"/>
                  </a:lnTo>
                  <a:lnTo>
                    <a:pt x="164" y="124"/>
                  </a:lnTo>
                  <a:lnTo>
                    <a:pt x="164" y="127"/>
                  </a:lnTo>
                  <a:lnTo>
                    <a:pt x="164" y="129"/>
                  </a:lnTo>
                  <a:lnTo>
                    <a:pt x="164" y="131"/>
                  </a:lnTo>
                  <a:lnTo>
                    <a:pt x="163" y="128"/>
                  </a:lnTo>
                  <a:lnTo>
                    <a:pt x="162" y="128"/>
                  </a:lnTo>
                  <a:lnTo>
                    <a:pt x="158" y="131"/>
                  </a:lnTo>
                  <a:lnTo>
                    <a:pt x="158" y="135"/>
                  </a:lnTo>
                  <a:lnTo>
                    <a:pt x="158" y="137"/>
                  </a:lnTo>
                  <a:lnTo>
                    <a:pt x="160" y="141"/>
                  </a:lnTo>
                  <a:lnTo>
                    <a:pt x="162" y="149"/>
                  </a:lnTo>
                  <a:lnTo>
                    <a:pt x="162" y="154"/>
                  </a:lnTo>
                  <a:lnTo>
                    <a:pt x="162" y="161"/>
                  </a:lnTo>
                  <a:lnTo>
                    <a:pt x="162" y="166"/>
                  </a:lnTo>
                  <a:lnTo>
                    <a:pt x="163" y="169"/>
                  </a:lnTo>
                  <a:lnTo>
                    <a:pt x="166" y="173"/>
                  </a:lnTo>
                  <a:lnTo>
                    <a:pt x="167" y="174"/>
                  </a:lnTo>
                  <a:lnTo>
                    <a:pt x="167" y="175"/>
                  </a:lnTo>
                  <a:lnTo>
                    <a:pt x="164" y="178"/>
                  </a:lnTo>
                  <a:lnTo>
                    <a:pt x="166" y="179"/>
                  </a:lnTo>
                  <a:lnTo>
                    <a:pt x="164" y="183"/>
                  </a:lnTo>
                  <a:lnTo>
                    <a:pt x="162" y="186"/>
                  </a:lnTo>
                  <a:lnTo>
                    <a:pt x="160" y="186"/>
                  </a:lnTo>
                  <a:lnTo>
                    <a:pt x="159" y="187"/>
                  </a:lnTo>
                  <a:lnTo>
                    <a:pt x="158" y="189"/>
                  </a:lnTo>
                  <a:lnTo>
                    <a:pt x="157" y="189"/>
                  </a:lnTo>
                  <a:lnTo>
                    <a:pt x="157" y="182"/>
                  </a:lnTo>
                  <a:lnTo>
                    <a:pt x="157" y="178"/>
                  </a:lnTo>
                  <a:lnTo>
                    <a:pt x="158" y="177"/>
                  </a:lnTo>
                  <a:lnTo>
                    <a:pt x="158" y="175"/>
                  </a:lnTo>
                  <a:lnTo>
                    <a:pt x="155" y="175"/>
                  </a:lnTo>
                  <a:lnTo>
                    <a:pt x="154" y="175"/>
                  </a:lnTo>
                  <a:lnTo>
                    <a:pt x="153" y="178"/>
                  </a:lnTo>
                  <a:lnTo>
                    <a:pt x="154" y="179"/>
                  </a:lnTo>
                  <a:lnTo>
                    <a:pt x="154" y="181"/>
                  </a:lnTo>
                  <a:lnTo>
                    <a:pt x="153" y="181"/>
                  </a:lnTo>
                  <a:lnTo>
                    <a:pt x="149" y="183"/>
                  </a:lnTo>
                  <a:lnTo>
                    <a:pt x="149" y="186"/>
                  </a:lnTo>
                  <a:lnTo>
                    <a:pt x="150" y="190"/>
                  </a:lnTo>
                  <a:lnTo>
                    <a:pt x="147" y="193"/>
                  </a:lnTo>
                  <a:lnTo>
                    <a:pt x="146" y="193"/>
                  </a:lnTo>
                  <a:lnTo>
                    <a:pt x="145" y="191"/>
                  </a:lnTo>
                  <a:lnTo>
                    <a:pt x="146" y="189"/>
                  </a:lnTo>
                  <a:lnTo>
                    <a:pt x="146" y="186"/>
                  </a:lnTo>
                  <a:lnTo>
                    <a:pt x="143" y="186"/>
                  </a:lnTo>
                  <a:lnTo>
                    <a:pt x="141" y="187"/>
                  </a:lnTo>
                  <a:lnTo>
                    <a:pt x="141" y="190"/>
                  </a:lnTo>
                  <a:lnTo>
                    <a:pt x="141" y="193"/>
                  </a:lnTo>
                  <a:lnTo>
                    <a:pt x="142" y="194"/>
                  </a:lnTo>
                  <a:lnTo>
                    <a:pt x="138" y="194"/>
                  </a:lnTo>
                  <a:lnTo>
                    <a:pt x="133" y="193"/>
                  </a:lnTo>
                  <a:lnTo>
                    <a:pt x="130" y="195"/>
                  </a:lnTo>
                  <a:lnTo>
                    <a:pt x="128" y="195"/>
                  </a:lnTo>
                  <a:lnTo>
                    <a:pt x="128" y="195"/>
                  </a:lnTo>
                  <a:lnTo>
                    <a:pt x="128" y="194"/>
                  </a:lnTo>
                  <a:lnTo>
                    <a:pt x="130" y="194"/>
                  </a:lnTo>
                  <a:lnTo>
                    <a:pt x="130" y="193"/>
                  </a:lnTo>
                  <a:lnTo>
                    <a:pt x="129" y="193"/>
                  </a:lnTo>
                  <a:lnTo>
                    <a:pt x="128" y="193"/>
                  </a:lnTo>
                  <a:lnTo>
                    <a:pt x="126" y="193"/>
                  </a:lnTo>
                  <a:lnTo>
                    <a:pt x="125" y="191"/>
                  </a:lnTo>
                  <a:lnTo>
                    <a:pt x="125" y="193"/>
                  </a:lnTo>
                  <a:lnTo>
                    <a:pt x="124" y="193"/>
                  </a:lnTo>
                  <a:lnTo>
                    <a:pt x="122" y="193"/>
                  </a:lnTo>
                  <a:lnTo>
                    <a:pt x="122" y="190"/>
                  </a:lnTo>
                  <a:lnTo>
                    <a:pt x="124" y="189"/>
                  </a:lnTo>
                  <a:lnTo>
                    <a:pt x="122" y="189"/>
                  </a:lnTo>
                  <a:lnTo>
                    <a:pt x="121" y="190"/>
                  </a:lnTo>
                  <a:lnTo>
                    <a:pt x="120" y="194"/>
                  </a:lnTo>
                  <a:lnTo>
                    <a:pt x="121" y="195"/>
                  </a:lnTo>
                  <a:lnTo>
                    <a:pt x="125" y="197"/>
                  </a:lnTo>
                  <a:lnTo>
                    <a:pt x="125" y="199"/>
                  </a:lnTo>
                  <a:lnTo>
                    <a:pt x="126" y="199"/>
                  </a:lnTo>
                  <a:lnTo>
                    <a:pt x="125" y="200"/>
                  </a:lnTo>
                  <a:lnTo>
                    <a:pt x="124" y="200"/>
                  </a:lnTo>
                  <a:lnTo>
                    <a:pt x="121" y="202"/>
                  </a:lnTo>
                  <a:lnTo>
                    <a:pt x="120" y="204"/>
                  </a:lnTo>
                  <a:lnTo>
                    <a:pt x="120" y="206"/>
                  </a:lnTo>
                  <a:lnTo>
                    <a:pt x="120" y="207"/>
                  </a:lnTo>
                  <a:lnTo>
                    <a:pt x="118" y="207"/>
                  </a:lnTo>
                  <a:lnTo>
                    <a:pt x="118" y="210"/>
                  </a:lnTo>
                  <a:lnTo>
                    <a:pt x="116" y="214"/>
                  </a:lnTo>
                  <a:lnTo>
                    <a:pt x="114" y="214"/>
                  </a:lnTo>
                  <a:lnTo>
                    <a:pt x="112" y="214"/>
                  </a:lnTo>
                  <a:lnTo>
                    <a:pt x="109" y="211"/>
                  </a:lnTo>
                  <a:lnTo>
                    <a:pt x="106" y="210"/>
                  </a:lnTo>
                  <a:lnTo>
                    <a:pt x="106" y="207"/>
                  </a:lnTo>
                  <a:lnTo>
                    <a:pt x="106" y="206"/>
                  </a:lnTo>
                  <a:lnTo>
                    <a:pt x="106" y="204"/>
                  </a:lnTo>
                  <a:lnTo>
                    <a:pt x="106" y="202"/>
                  </a:lnTo>
                  <a:lnTo>
                    <a:pt x="105" y="202"/>
                  </a:lnTo>
                  <a:lnTo>
                    <a:pt x="105" y="199"/>
                  </a:lnTo>
                  <a:lnTo>
                    <a:pt x="106" y="197"/>
                  </a:lnTo>
                  <a:lnTo>
                    <a:pt x="106" y="195"/>
                  </a:lnTo>
                  <a:lnTo>
                    <a:pt x="106" y="194"/>
                  </a:lnTo>
                  <a:lnTo>
                    <a:pt x="104" y="194"/>
                  </a:lnTo>
                  <a:lnTo>
                    <a:pt x="101" y="194"/>
                  </a:lnTo>
                  <a:lnTo>
                    <a:pt x="97" y="195"/>
                  </a:lnTo>
                  <a:lnTo>
                    <a:pt x="95" y="197"/>
                  </a:lnTo>
                  <a:lnTo>
                    <a:pt x="95" y="198"/>
                  </a:lnTo>
                  <a:lnTo>
                    <a:pt x="92" y="199"/>
                  </a:lnTo>
                  <a:lnTo>
                    <a:pt x="92" y="200"/>
                  </a:lnTo>
                  <a:lnTo>
                    <a:pt x="91" y="200"/>
                  </a:lnTo>
                  <a:lnTo>
                    <a:pt x="89" y="200"/>
                  </a:lnTo>
                  <a:lnTo>
                    <a:pt x="87" y="200"/>
                  </a:lnTo>
                  <a:lnTo>
                    <a:pt x="84" y="202"/>
                  </a:lnTo>
                  <a:lnTo>
                    <a:pt x="80" y="203"/>
                  </a:lnTo>
                  <a:lnTo>
                    <a:pt x="78" y="203"/>
                  </a:lnTo>
                  <a:lnTo>
                    <a:pt x="76" y="203"/>
                  </a:lnTo>
                  <a:lnTo>
                    <a:pt x="75" y="202"/>
                  </a:lnTo>
                  <a:lnTo>
                    <a:pt x="74" y="202"/>
                  </a:lnTo>
                  <a:lnTo>
                    <a:pt x="72" y="203"/>
                  </a:lnTo>
                  <a:lnTo>
                    <a:pt x="74" y="206"/>
                  </a:lnTo>
                  <a:lnTo>
                    <a:pt x="74" y="207"/>
                  </a:lnTo>
                  <a:lnTo>
                    <a:pt x="74" y="210"/>
                  </a:lnTo>
                  <a:lnTo>
                    <a:pt x="72" y="210"/>
                  </a:lnTo>
                  <a:lnTo>
                    <a:pt x="71" y="210"/>
                  </a:lnTo>
                  <a:lnTo>
                    <a:pt x="67" y="208"/>
                  </a:lnTo>
                  <a:lnTo>
                    <a:pt x="64" y="208"/>
                  </a:lnTo>
                  <a:lnTo>
                    <a:pt x="60" y="211"/>
                  </a:lnTo>
                  <a:lnTo>
                    <a:pt x="60" y="211"/>
                  </a:lnTo>
                  <a:lnTo>
                    <a:pt x="63" y="215"/>
                  </a:lnTo>
                  <a:lnTo>
                    <a:pt x="64" y="215"/>
                  </a:lnTo>
                  <a:lnTo>
                    <a:pt x="66" y="214"/>
                  </a:lnTo>
                  <a:lnTo>
                    <a:pt x="66" y="214"/>
                  </a:lnTo>
                  <a:lnTo>
                    <a:pt x="68" y="214"/>
                  </a:lnTo>
                  <a:lnTo>
                    <a:pt x="70" y="214"/>
                  </a:lnTo>
                  <a:lnTo>
                    <a:pt x="70" y="218"/>
                  </a:lnTo>
                  <a:lnTo>
                    <a:pt x="70" y="219"/>
                  </a:lnTo>
                  <a:lnTo>
                    <a:pt x="67" y="220"/>
                  </a:lnTo>
                  <a:lnTo>
                    <a:pt x="68" y="220"/>
                  </a:lnTo>
                  <a:lnTo>
                    <a:pt x="72" y="220"/>
                  </a:lnTo>
                  <a:lnTo>
                    <a:pt x="72" y="222"/>
                  </a:lnTo>
                  <a:lnTo>
                    <a:pt x="74" y="223"/>
                  </a:lnTo>
                  <a:lnTo>
                    <a:pt x="74" y="224"/>
                  </a:lnTo>
                  <a:lnTo>
                    <a:pt x="74" y="226"/>
                  </a:lnTo>
                  <a:lnTo>
                    <a:pt x="75" y="227"/>
                  </a:lnTo>
                  <a:lnTo>
                    <a:pt x="72" y="229"/>
                  </a:lnTo>
                  <a:lnTo>
                    <a:pt x="71" y="231"/>
                  </a:lnTo>
                  <a:lnTo>
                    <a:pt x="71" y="235"/>
                  </a:lnTo>
                  <a:lnTo>
                    <a:pt x="71" y="241"/>
                  </a:lnTo>
                  <a:lnTo>
                    <a:pt x="72" y="243"/>
                  </a:lnTo>
                  <a:lnTo>
                    <a:pt x="72" y="247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68" y="248"/>
                  </a:lnTo>
                  <a:lnTo>
                    <a:pt x="67" y="249"/>
                  </a:lnTo>
                  <a:lnTo>
                    <a:pt x="68" y="251"/>
                  </a:lnTo>
                  <a:lnTo>
                    <a:pt x="70" y="252"/>
                  </a:lnTo>
                  <a:lnTo>
                    <a:pt x="67" y="256"/>
                  </a:lnTo>
                  <a:lnTo>
                    <a:pt x="66" y="257"/>
                  </a:lnTo>
                  <a:lnTo>
                    <a:pt x="66" y="254"/>
                  </a:lnTo>
                  <a:lnTo>
                    <a:pt x="66" y="253"/>
                  </a:lnTo>
                  <a:lnTo>
                    <a:pt x="64" y="251"/>
                  </a:lnTo>
                  <a:lnTo>
                    <a:pt x="63" y="248"/>
                  </a:lnTo>
                  <a:lnTo>
                    <a:pt x="63" y="247"/>
                  </a:lnTo>
                  <a:lnTo>
                    <a:pt x="64" y="245"/>
                  </a:lnTo>
                  <a:lnTo>
                    <a:pt x="63" y="245"/>
                  </a:lnTo>
                  <a:lnTo>
                    <a:pt x="62" y="247"/>
                  </a:lnTo>
                  <a:lnTo>
                    <a:pt x="62" y="251"/>
                  </a:lnTo>
                  <a:lnTo>
                    <a:pt x="63" y="253"/>
                  </a:lnTo>
                  <a:lnTo>
                    <a:pt x="63" y="254"/>
                  </a:lnTo>
                  <a:lnTo>
                    <a:pt x="63" y="254"/>
                  </a:lnTo>
                  <a:lnTo>
                    <a:pt x="60" y="254"/>
                  </a:lnTo>
                  <a:lnTo>
                    <a:pt x="59" y="254"/>
                  </a:lnTo>
                  <a:lnTo>
                    <a:pt x="58" y="252"/>
                  </a:lnTo>
                  <a:lnTo>
                    <a:pt x="59" y="251"/>
                  </a:lnTo>
                  <a:lnTo>
                    <a:pt x="59" y="249"/>
                  </a:lnTo>
                  <a:lnTo>
                    <a:pt x="56" y="247"/>
                  </a:lnTo>
                  <a:lnTo>
                    <a:pt x="56" y="243"/>
                  </a:lnTo>
                  <a:lnTo>
                    <a:pt x="54" y="240"/>
                  </a:lnTo>
                  <a:lnTo>
                    <a:pt x="54" y="239"/>
                  </a:lnTo>
                  <a:lnTo>
                    <a:pt x="55" y="237"/>
                  </a:lnTo>
                  <a:lnTo>
                    <a:pt x="58" y="235"/>
                  </a:lnTo>
                  <a:lnTo>
                    <a:pt x="58" y="229"/>
                  </a:lnTo>
                  <a:lnTo>
                    <a:pt x="56" y="229"/>
                  </a:lnTo>
                  <a:lnTo>
                    <a:pt x="56" y="227"/>
                  </a:lnTo>
                  <a:lnTo>
                    <a:pt x="54" y="223"/>
                  </a:lnTo>
                  <a:lnTo>
                    <a:pt x="52" y="222"/>
                  </a:lnTo>
                  <a:lnTo>
                    <a:pt x="51" y="223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7"/>
                  </a:lnTo>
                  <a:lnTo>
                    <a:pt x="52" y="227"/>
                  </a:lnTo>
                  <a:lnTo>
                    <a:pt x="54" y="228"/>
                  </a:lnTo>
                  <a:lnTo>
                    <a:pt x="54" y="229"/>
                  </a:lnTo>
                  <a:lnTo>
                    <a:pt x="52" y="231"/>
                  </a:lnTo>
                  <a:lnTo>
                    <a:pt x="51" y="229"/>
                  </a:lnTo>
                  <a:lnTo>
                    <a:pt x="52" y="229"/>
                  </a:lnTo>
                  <a:lnTo>
                    <a:pt x="51" y="228"/>
                  </a:lnTo>
                  <a:lnTo>
                    <a:pt x="50" y="229"/>
                  </a:lnTo>
                  <a:lnTo>
                    <a:pt x="49" y="231"/>
                  </a:lnTo>
                  <a:lnTo>
                    <a:pt x="47" y="231"/>
                  </a:lnTo>
                  <a:lnTo>
                    <a:pt x="49" y="229"/>
                  </a:lnTo>
                  <a:lnTo>
                    <a:pt x="49" y="228"/>
                  </a:lnTo>
                  <a:lnTo>
                    <a:pt x="47" y="228"/>
                  </a:lnTo>
                  <a:lnTo>
                    <a:pt x="46" y="226"/>
                  </a:lnTo>
                  <a:lnTo>
                    <a:pt x="47" y="224"/>
                  </a:lnTo>
                  <a:lnTo>
                    <a:pt x="47" y="226"/>
                  </a:lnTo>
                  <a:lnTo>
                    <a:pt x="49" y="227"/>
                  </a:lnTo>
                  <a:lnTo>
                    <a:pt x="49" y="227"/>
                  </a:lnTo>
                  <a:lnTo>
                    <a:pt x="47" y="223"/>
                  </a:lnTo>
                  <a:lnTo>
                    <a:pt x="47" y="222"/>
                  </a:lnTo>
                  <a:lnTo>
                    <a:pt x="46" y="222"/>
                  </a:lnTo>
                  <a:lnTo>
                    <a:pt x="45" y="222"/>
                  </a:lnTo>
                  <a:lnTo>
                    <a:pt x="47" y="220"/>
                  </a:lnTo>
                  <a:lnTo>
                    <a:pt x="49" y="220"/>
                  </a:lnTo>
                  <a:lnTo>
                    <a:pt x="50" y="218"/>
                  </a:lnTo>
                  <a:lnTo>
                    <a:pt x="52" y="216"/>
                  </a:lnTo>
                  <a:lnTo>
                    <a:pt x="54" y="215"/>
                  </a:lnTo>
                  <a:lnTo>
                    <a:pt x="54" y="214"/>
                  </a:lnTo>
                  <a:lnTo>
                    <a:pt x="56" y="211"/>
                  </a:lnTo>
                  <a:lnTo>
                    <a:pt x="59" y="211"/>
                  </a:lnTo>
                  <a:lnTo>
                    <a:pt x="59" y="210"/>
                  </a:lnTo>
                  <a:lnTo>
                    <a:pt x="59" y="208"/>
                  </a:lnTo>
                  <a:lnTo>
                    <a:pt x="58" y="208"/>
                  </a:lnTo>
                  <a:lnTo>
                    <a:pt x="56" y="204"/>
                  </a:lnTo>
                  <a:lnTo>
                    <a:pt x="58" y="203"/>
                  </a:lnTo>
                  <a:lnTo>
                    <a:pt x="62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6" y="197"/>
                  </a:lnTo>
                  <a:lnTo>
                    <a:pt x="67" y="195"/>
                  </a:lnTo>
                  <a:lnTo>
                    <a:pt x="71" y="191"/>
                  </a:lnTo>
                  <a:lnTo>
                    <a:pt x="71" y="190"/>
                  </a:lnTo>
                  <a:lnTo>
                    <a:pt x="72" y="189"/>
                  </a:lnTo>
                  <a:lnTo>
                    <a:pt x="74" y="186"/>
                  </a:lnTo>
                  <a:lnTo>
                    <a:pt x="78" y="183"/>
                  </a:lnTo>
                  <a:lnTo>
                    <a:pt x="80" y="183"/>
                  </a:lnTo>
                  <a:lnTo>
                    <a:pt x="81" y="183"/>
                  </a:lnTo>
                  <a:lnTo>
                    <a:pt x="84" y="182"/>
                  </a:lnTo>
                  <a:lnTo>
                    <a:pt x="87" y="182"/>
                  </a:lnTo>
                  <a:lnTo>
                    <a:pt x="89" y="181"/>
                  </a:lnTo>
                  <a:lnTo>
                    <a:pt x="92" y="181"/>
                  </a:lnTo>
                  <a:lnTo>
                    <a:pt x="97" y="178"/>
                  </a:lnTo>
                  <a:lnTo>
                    <a:pt x="99" y="179"/>
                  </a:lnTo>
                  <a:lnTo>
                    <a:pt x="100" y="179"/>
                  </a:lnTo>
                  <a:lnTo>
                    <a:pt x="101" y="178"/>
                  </a:lnTo>
                  <a:lnTo>
                    <a:pt x="103" y="178"/>
                  </a:lnTo>
                  <a:lnTo>
                    <a:pt x="103" y="181"/>
                  </a:lnTo>
                  <a:lnTo>
                    <a:pt x="104" y="181"/>
                  </a:lnTo>
                  <a:lnTo>
                    <a:pt x="105" y="179"/>
                  </a:lnTo>
                  <a:lnTo>
                    <a:pt x="106" y="181"/>
                  </a:lnTo>
                  <a:lnTo>
                    <a:pt x="108" y="179"/>
                  </a:lnTo>
                  <a:lnTo>
                    <a:pt x="108" y="179"/>
                  </a:lnTo>
                  <a:lnTo>
                    <a:pt x="109" y="179"/>
                  </a:lnTo>
                  <a:lnTo>
                    <a:pt x="109" y="177"/>
                  </a:lnTo>
                  <a:lnTo>
                    <a:pt x="109" y="177"/>
                  </a:lnTo>
                  <a:lnTo>
                    <a:pt x="109" y="175"/>
                  </a:lnTo>
                  <a:lnTo>
                    <a:pt x="109" y="174"/>
                  </a:lnTo>
                  <a:lnTo>
                    <a:pt x="108" y="173"/>
                  </a:lnTo>
                  <a:lnTo>
                    <a:pt x="109" y="169"/>
                  </a:lnTo>
                  <a:lnTo>
                    <a:pt x="109" y="168"/>
                  </a:lnTo>
                  <a:lnTo>
                    <a:pt x="109" y="166"/>
                  </a:lnTo>
                  <a:lnTo>
                    <a:pt x="112" y="164"/>
                  </a:lnTo>
                  <a:lnTo>
                    <a:pt x="113" y="161"/>
                  </a:lnTo>
                  <a:lnTo>
                    <a:pt x="112" y="156"/>
                  </a:lnTo>
                  <a:lnTo>
                    <a:pt x="110" y="153"/>
                  </a:lnTo>
                  <a:lnTo>
                    <a:pt x="112" y="150"/>
                  </a:lnTo>
                  <a:lnTo>
                    <a:pt x="113" y="149"/>
                  </a:lnTo>
                  <a:lnTo>
                    <a:pt x="116" y="148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9"/>
                  </a:lnTo>
                  <a:lnTo>
                    <a:pt x="117" y="150"/>
                  </a:lnTo>
                  <a:lnTo>
                    <a:pt x="116" y="152"/>
                  </a:lnTo>
                  <a:lnTo>
                    <a:pt x="114" y="153"/>
                  </a:lnTo>
                  <a:lnTo>
                    <a:pt x="114" y="154"/>
                  </a:lnTo>
                  <a:lnTo>
                    <a:pt x="117" y="157"/>
                  </a:lnTo>
                  <a:lnTo>
                    <a:pt x="121" y="160"/>
                  </a:lnTo>
                  <a:lnTo>
                    <a:pt x="121" y="157"/>
                  </a:lnTo>
                  <a:lnTo>
                    <a:pt x="124" y="156"/>
                  </a:lnTo>
                  <a:lnTo>
                    <a:pt x="129" y="153"/>
                  </a:lnTo>
                  <a:lnTo>
                    <a:pt x="133" y="150"/>
                  </a:lnTo>
                  <a:lnTo>
                    <a:pt x="133" y="148"/>
                  </a:lnTo>
                  <a:lnTo>
                    <a:pt x="134" y="145"/>
                  </a:lnTo>
                  <a:lnTo>
                    <a:pt x="134" y="141"/>
                  </a:lnTo>
                  <a:lnTo>
                    <a:pt x="135" y="139"/>
                  </a:lnTo>
                  <a:lnTo>
                    <a:pt x="138" y="136"/>
                  </a:lnTo>
                  <a:lnTo>
                    <a:pt x="139" y="133"/>
                  </a:lnTo>
                  <a:lnTo>
                    <a:pt x="138" y="129"/>
                  </a:lnTo>
                  <a:lnTo>
                    <a:pt x="141" y="122"/>
                  </a:lnTo>
                  <a:lnTo>
                    <a:pt x="141" y="116"/>
                  </a:lnTo>
                  <a:lnTo>
                    <a:pt x="141" y="112"/>
                  </a:lnTo>
                  <a:lnTo>
                    <a:pt x="139" y="107"/>
                  </a:lnTo>
                  <a:lnTo>
                    <a:pt x="138" y="102"/>
                  </a:lnTo>
                  <a:lnTo>
                    <a:pt x="135" y="103"/>
                  </a:lnTo>
                  <a:lnTo>
                    <a:pt x="134" y="104"/>
                  </a:lnTo>
                  <a:lnTo>
                    <a:pt x="133" y="102"/>
                  </a:lnTo>
                  <a:lnTo>
                    <a:pt x="133" y="100"/>
                  </a:lnTo>
                  <a:lnTo>
                    <a:pt x="134" y="100"/>
                  </a:lnTo>
                  <a:lnTo>
                    <a:pt x="137" y="100"/>
                  </a:lnTo>
                  <a:lnTo>
                    <a:pt x="137" y="97"/>
                  </a:lnTo>
                  <a:lnTo>
                    <a:pt x="137" y="95"/>
                  </a:lnTo>
                  <a:lnTo>
                    <a:pt x="133" y="93"/>
                  </a:lnTo>
                  <a:lnTo>
                    <a:pt x="133" y="90"/>
                  </a:lnTo>
                  <a:lnTo>
                    <a:pt x="135" y="89"/>
                  </a:lnTo>
                  <a:lnTo>
                    <a:pt x="137" y="87"/>
                  </a:lnTo>
                  <a:lnTo>
                    <a:pt x="137" y="86"/>
                  </a:lnTo>
                  <a:lnTo>
                    <a:pt x="135" y="82"/>
                  </a:lnTo>
                  <a:lnTo>
                    <a:pt x="135" y="81"/>
                  </a:lnTo>
                  <a:lnTo>
                    <a:pt x="137" y="81"/>
                  </a:lnTo>
                  <a:lnTo>
                    <a:pt x="138" y="81"/>
                  </a:lnTo>
                  <a:lnTo>
                    <a:pt x="139" y="82"/>
                  </a:lnTo>
                  <a:lnTo>
                    <a:pt x="139" y="85"/>
                  </a:lnTo>
                  <a:lnTo>
                    <a:pt x="139" y="86"/>
                  </a:lnTo>
                  <a:lnTo>
                    <a:pt x="142" y="87"/>
                  </a:lnTo>
                  <a:lnTo>
                    <a:pt x="143" y="86"/>
                  </a:lnTo>
                  <a:lnTo>
                    <a:pt x="142" y="83"/>
                  </a:lnTo>
                  <a:lnTo>
                    <a:pt x="142" y="83"/>
                  </a:lnTo>
                  <a:lnTo>
                    <a:pt x="145" y="83"/>
                  </a:lnTo>
                  <a:lnTo>
                    <a:pt x="146" y="83"/>
                  </a:lnTo>
                  <a:lnTo>
                    <a:pt x="146" y="81"/>
                  </a:lnTo>
                  <a:lnTo>
                    <a:pt x="145" y="78"/>
                  </a:lnTo>
                  <a:lnTo>
                    <a:pt x="142" y="81"/>
                  </a:lnTo>
                  <a:lnTo>
                    <a:pt x="142" y="81"/>
                  </a:lnTo>
                  <a:lnTo>
                    <a:pt x="141" y="79"/>
                  </a:lnTo>
                  <a:lnTo>
                    <a:pt x="141" y="78"/>
                  </a:lnTo>
                  <a:lnTo>
                    <a:pt x="142" y="75"/>
                  </a:lnTo>
                  <a:lnTo>
                    <a:pt x="141" y="74"/>
                  </a:lnTo>
                  <a:close/>
                  <a:moveTo>
                    <a:pt x="120" y="60"/>
                  </a:moveTo>
                  <a:lnTo>
                    <a:pt x="120" y="62"/>
                  </a:lnTo>
                  <a:lnTo>
                    <a:pt x="120" y="64"/>
                  </a:lnTo>
                  <a:lnTo>
                    <a:pt x="118" y="65"/>
                  </a:lnTo>
                  <a:lnTo>
                    <a:pt x="117" y="64"/>
                  </a:lnTo>
                  <a:lnTo>
                    <a:pt x="117" y="62"/>
                  </a:lnTo>
                  <a:lnTo>
                    <a:pt x="118" y="61"/>
                  </a:lnTo>
                  <a:lnTo>
                    <a:pt x="120" y="60"/>
                  </a:lnTo>
                  <a:close/>
                  <a:moveTo>
                    <a:pt x="129" y="0"/>
                  </a:moveTo>
                  <a:lnTo>
                    <a:pt x="132" y="0"/>
                  </a:lnTo>
                  <a:lnTo>
                    <a:pt x="133" y="3"/>
                  </a:lnTo>
                  <a:lnTo>
                    <a:pt x="137" y="6"/>
                  </a:lnTo>
                  <a:lnTo>
                    <a:pt x="139" y="6"/>
                  </a:lnTo>
                  <a:lnTo>
                    <a:pt x="142" y="10"/>
                  </a:lnTo>
                  <a:lnTo>
                    <a:pt x="147" y="15"/>
                  </a:lnTo>
                  <a:lnTo>
                    <a:pt x="150" y="16"/>
                  </a:lnTo>
                  <a:lnTo>
                    <a:pt x="151" y="19"/>
                  </a:lnTo>
                  <a:lnTo>
                    <a:pt x="153" y="19"/>
                  </a:lnTo>
                  <a:lnTo>
                    <a:pt x="155" y="22"/>
                  </a:lnTo>
                  <a:lnTo>
                    <a:pt x="159" y="23"/>
                  </a:lnTo>
                  <a:lnTo>
                    <a:pt x="162" y="23"/>
                  </a:lnTo>
                  <a:lnTo>
                    <a:pt x="164" y="25"/>
                  </a:lnTo>
                  <a:lnTo>
                    <a:pt x="166" y="25"/>
                  </a:lnTo>
                  <a:lnTo>
                    <a:pt x="167" y="25"/>
                  </a:lnTo>
                  <a:lnTo>
                    <a:pt x="170" y="25"/>
                  </a:lnTo>
                  <a:lnTo>
                    <a:pt x="174" y="23"/>
                  </a:lnTo>
                  <a:lnTo>
                    <a:pt x="175" y="20"/>
                  </a:lnTo>
                  <a:lnTo>
                    <a:pt x="176" y="18"/>
                  </a:lnTo>
                  <a:lnTo>
                    <a:pt x="176" y="18"/>
                  </a:lnTo>
                  <a:lnTo>
                    <a:pt x="176" y="19"/>
                  </a:lnTo>
                  <a:lnTo>
                    <a:pt x="176" y="20"/>
                  </a:lnTo>
                  <a:lnTo>
                    <a:pt x="176" y="24"/>
                  </a:lnTo>
                  <a:lnTo>
                    <a:pt x="176" y="27"/>
                  </a:lnTo>
                  <a:lnTo>
                    <a:pt x="176" y="28"/>
                  </a:lnTo>
                  <a:lnTo>
                    <a:pt x="179" y="31"/>
                  </a:lnTo>
                  <a:lnTo>
                    <a:pt x="182" y="32"/>
                  </a:lnTo>
                  <a:lnTo>
                    <a:pt x="182" y="35"/>
                  </a:lnTo>
                  <a:lnTo>
                    <a:pt x="182" y="36"/>
                  </a:lnTo>
                  <a:lnTo>
                    <a:pt x="183" y="36"/>
                  </a:lnTo>
                  <a:lnTo>
                    <a:pt x="184" y="33"/>
                  </a:lnTo>
                  <a:lnTo>
                    <a:pt x="185" y="32"/>
                  </a:lnTo>
                  <a:lnTo>
                    <a:pt x="187" y="32"/>
                  </a:lnTo>
                  <a:lnTo>
                    <a:pt x="187" y="33"/>
                  </a:lnTo>
                  <a:lnTo>
                    <a:pt x="185" y="35"/>
                  </a:lnTo>
                  <a:lnTo>
                    <a:pt x="185" y="36"/>
                  </a:lnTo>
                  <a:lnTo>
                    <a:pt x="184" y="37"/>
                  </a:lnTo>
                  <a:lnTo>
                    <a:pt x="182" y="39"/>
                  </a:lnTo>
                  <a:lnTo>
                    <a:pt x="182" y="40"/>
                  </a:lnTo>
                  <a:lnTo>
                    <a:pt x="180" y="41"/>
                  </a:lnTo>
                  <a:lnTo>
                    <a:pt x="179" y="41"/>
                  </a:lnTo>
                  <a:lnTo>
                    <a:pt x="178" y="41"/>
                  </a:lnTo>
                  <a:lnTo>
                    <a:pt x="176" y="43"/>
                  </a:lnTo>
                  <a:lnTo>
                    <a:pt x="176" y="44"/>
                  </a:lnTo>
                  <a:lnTo>
                    <a:pt x="174" y="44"/>
                  </a:lnTo>
                  <a:lnTo>
                    <a:pt x="171" y="43"/>
                  </a:lnTo>
                  <a:lnTo>
                    <a:pt x="170" y="44"/>
                  </a:lnTo>
                  <a:lnTo>
                    <a:pt x="166" y="48"/>
                  </a:lnTo>
                  <a:lnTo>
                    <a:pt x="164" y="53"/>
                  </a:lnTo>
                  <a:lnTo>
                    <a:pt x="164" y="57"/>
                  </a:lnTo>
                  <a:lnTo>
                    <a:pt x="164" y="60"/>
                  </a:lnTo>
                  <a:lnTo>
                    <a:pt x="164" y="61"/>
                  </a:lnTo>
                  <a:lnTo>
                    <a:pt x="164" y="64"/>
                  </a:lnTo>
                  <a:lnTo>
                    <a:pt x="163" y="62"/>
                  </a:lnTo>
                  <a:lnTo>
                    <a:pt x="162" y="61"/>
                  </a:lnTo>
                  <a:lnTo>
                    <a:pt x="158" y="60"/>
                  </a:lnTo>
                  <a:lnTo>
                    <a:pt x="154" y="58"/>
                  </a:lnTo>
                  <a:lnTo>
                    <a:pt x="151" y="54"/>
                  </a:lnTo>
                  <a:lnTo>
                    <a:pt x="149" y="53"/>
                  </a:lnTo>
                  <a:lnTo>
                    <a:pt x="147" y="53"/>
                  </a:lnTo>
                  <a:lnTo>
                    <a:pt x="145" y="53"/>
                  </a:lnTo>
                  <a:lnTo>
                    <a:pt x="145" y="52"/>
                  </a:lnTo>
                  <a:lnTo>
                    <a:pt x="142" y="52"/>
                  </a:lnTo>
                  <a:lnTo>
                    <a:pt x="139" y="53"/>
                  </a:lnTo>
                  <a:lnTo>
                    <a:pt x="137" y="57"/>
                  </a:lnTo>
                  <a:lnTo>
                    <a:pt x="135" y="57"/>
                  </a:lnTo>
                  <a:lnTo>
                    <a:pt x="133" y="54"/>
                  </a:lnTo>
                  <a:lnTo>
                    <a:pt x="130" y="54"/>
                  </a:lnTo>
                  <a:lnTo>
                    <a:pt x="129" y="56"/>
                  </a:lnTo>
                  <a:lnTo>
                    <a:pt x="129" y="58"/>
                  </a:lnTo>
                  <a:lnTo>
                    <a:pt x="130" y="61"/>
                  </a:lnTo>
                  <a:lnTo>
                    <a:pt x="133" y="62"/>
                  </a:lnTo>
                  <a:lnTo>
                    <a:pt x="135" y="61"/>
                  </a:lnTo>
                  <a:lnTo>
                    <a:pt x="138" y="65"/>
                  </a:lnTo>
                  <a:lnTo>
                    <a:pt x="141" y="65"/>
                  </a:lnTo>
                  <a:lnTo>
                    <a:pt x="143" y="65"/>
                  </a:lnTo>
                  <a:lnTo>
                    <a:pt x="145" y="66"/>
                  </a:lnTo>
                  <a:lnTo>
                    <a:pt x="142" y="69"/>
                  </a:lnTo>
                  <a:lnTo>
                    <a:pt x="142" y="70"/>
                  </a:lnTo>
                  <a:lnTo>
                    <a:pt x="141" y="69"/>
                  </a:lnTo>
                  <a:lnTo>
                    <a:pt x="137" y="69"/>
                  </a:lnTo>
                  <a:lnTo>
                    <a:pt x="135" y="70"/>
                  </a:lnTo>
                  <a:lnTo>
                    <a:pt x="135" y="72"/>
                  </a:lnTo>
                  <a:lnTo>
                    <a:pt x="135" y="74"/>
                  </a:lnTo>
                  <a:lnTo>
                    <a:pt x="133" y="77"/>
                  </a:lnTo>
                  <a:lnTo>
                    <a:pt x="130" y="75"/>
                  </a:lnTo>
                  <a:lnTo>
                    <a:pt x="129" y="74"/>
                  </a:lnTo>
                  <a:lnTo>
                    <a:pt x="130" y="73"/>
                  </a:lnTo>
                  <a:lnTo>
                    <a:pt x="129" y="69"/>
                  </a:lnTo>
                  <a:lnTo>
                    <a:pt x="128" y="65"/>
                  </a:lnTo>
                  <a:lnTo>
                    <a:pt x="126" y="64"/>
                  </a:lnTo>
                  <a:lnTo>
                    <a:pt x="124" y="62"/>
                  </a:lnTo>
                  <a:lnTo>
                    <a:pt x="122" y="62"/>
                  </a:lnTo>
                  <a:lnTo>
                    <a:pt x="122" y="60"/>
                  </a:lnTo>
                  <a:lnTo>
                    <a:pt x="122" y="57"/>
                  </a:lnTo>
                  <a:lnTo>
                    <a:pt x="122" y="54"/>
                  </a:lnTo>
                  <a:lnTo>
                    <a:pt x="124" y="53"/>
                  </a:lnTo>
                  <a:lnTo>
                    <a:pt x="125" y="52"/>
                  </a:lnTo>
                  <a:lnTo>
                    <a:pt x="125" y="50"/>
                  </a:lnTo>
                  <a:lnTo>
                    <a:pt x="126" y="50"/>
                  </a:lnTo>
                  <a:lnTo>
                    <a:pt x="128" y="48"/>
                  </a:lnTo>
                  <a:lnTo>
                    <a:pt x="129" y="47"/>
                  </a:lnTo>
                  <a:lnTo>
                    <a:pt x="128" y="47"/>
                  </a:lnTo>
                  <a:lnTo>
                    <a:pt x="126" y="44"/>
                  </a:lnTo>
                  <a:lnTo>
                    <a:pt x="125" y="44"/>
                  </a:lnTo>
                  <a:lnTo>
                    <a:pt x="124" y="44"/>
                  </a:lnTo>
                  <a:lnTo>
                    <a:pt x="125" y="41"/>
                  </a:lnTo>
                  <a:lnTo>
                    <a:pt x="126" y="41"/>
                  </a:lnTo>
                  <a:lnTo>
                    <a:pt x="130" y="43"/>
                  </a:lnTo>
                  <a:lnTo>
                    <a:pt x="134" y="44"/>
                  </a:lnTo>
                  <a:lnTo>
                    <a:pt x="135" y="43"/>
                  </a:lnTo>
                  <a:lnTo>
                    <a:pt x="135" y="41"/>
                  </a:lnTo>
                  <a:lnTo>
                    <a:pt x="137" y="40"/>
                  </a:lnTo>
                  <a:lnTo>
                    <a:pt x="135" y="39"/>
                  </a:lnTo>
                  <a:lnTo>
                    <a:pt x="134" y="37"/>
                  </a:lnTo>
                  <a:lnTo>
                    <a:pt x="134" y="37"/>
                  </a:lnTo>
                  <a:lnTo>
                    <a:pt x="133" y="35"/>
                  </a:lnTo>
                  <a:lnTo>
                    <a:pt x="133" y="32"/>
                  </a:lnTo>
                  <a:lnTo>
                    <a:pt x="134" y="31"/>
                  </a:lnTo>
                  <a:lnTo>
                    <a:pt x="135" y="31"/>
                  </a:lnTo>
                  <a:lnTo>
                    <a:pt x="135" y="29"/>
                  </a:lnTo>
                  <a:lnTo>
                    <a:pt x="134" y="27"/>
                  </a:lnTo>
                  <a:lnTo>
                    <a:pt x="133" y="23"/>
                  </a:lnTo>
                  <a:lnTo>
                    <a:pt x="134" y="22"/>
                  </a:lnTo>
                  <a:lnTo>
                    <a:pt x="133" y="18"/>
                  </a:lnTo>
                  <a:lnTo>
                    <a:pt x="133" y="15"/>
                  </a:lnTo>
                  <a:lnTo>
                    <a:pt x="129" y="8"/>
                  </a:lnTo>
                  <a:lnTo>
                    <a:pt x="128" y="6"/>
                  </a:lnTo>
                  <a:lnTo>
                    <a:pt x="126" y="4"/>
                  </a:lnTo>
                  <a:lnTo>
                    <a:pt x="128" y="3"/>
                  </a:lnTo>
                  <a:lnTo>
                    <a:pt x="129" y="3"/>
                  </a:lnTo>
                  <a:lnTo>
                    <a:pt x="130" y="2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" name="Freeform 345"/>
            <p:cNvSpPr>
              <a:spLocks noEditPoints="1"/>
            </p:cNvSpPr>
            <p:nvPr/>
          </p:nvSpPr>
          <p:spPr bwMode="auto">
            <a:xfrm>
              <a:off x="9424692" y="3005396"/>
              <a:ext cx="137038" cy="218246"/>
            </a:xfrm>
            <a:custGeom>
              <a:avLst/>
              <a:gdLst>
                <a:gd name="T0" fmla="*/ 28 w 54"/>
                <a:gd name="T1" fmla="*/ 81 h 86"/>
                <a:gd name="T2" fmla="*/ 27 w 54"/>
                <a:gd name="T3" fmla="*/ 85 h 86"/>
                <a:gd name="T4" fmla="*/ 20 w 54"/>
                <a:gd name="T5" fmla="*/ 86 h 86"/>
                <a:gd name="T6" fmla="*/ 20 w 54"/>
                <a:gd name="T7" fmla="*/ 82 h 86"/>
                <a:gd name="T8" fmla="*/ 52 w 54"/>
                <a:gd name="T9" fmla="*/ 70 h 86"/>
                <a:gd name="T10" fmla="*/ 53 w 54"/>
                <a:gd name="T11" fmla="*/ 71 h 86"/>
                <a:gd name="T12" fmla="*/ 52 w 54"/>
                <a:gd name="T13" fmla="*/ 73 h 86"/>
                <a:gd name="T14" fmla="*/ 52 w 54"/>
                <a:gd name="T15" fmla="*/ 70 h 86"/>
                <a:gd name="T16" fmla="*/ 19 w 54"/>
                <a:gd name="T17" fmla="*/ 67 h 86"/>
                <a:gd name="T18" fmla="*/ 17 w 54"/>
                <a:gd name="T19" fmla="*/ 69 h 86"/>
                <a:gd name="T20" fmla="*/ 16 w 54"/>
                <a:gd name="T21" fmla="*/ 69 h 86"/>
                <a:gd name="T22" fmla="*/ 17 w 54"/>
                <a:gd name="T23" fmla="*/ 67 h 86"/>
                <a:gd name="T24" fmla="*/ 54 w 54"/>
                <a:gd name="T25" fmla="*/ 63 h 86"/>
                <a:gd name="T26" fmla="*/ 54 w 54"/>
                <a:gd name="T27" fmla="*/ 66 h 86"/>
                <a:gd name="T28" fmla="*/ 53 w 54"/>
                <a:gd name="T29" fmla="*/ 69 h 86"/>
                <a:gd name="T30" fmla="*/ 52 w 54"/>
                <a:gd name="T31" fmla="*/ 65 h 86"/>
                <a:gd name="T32" fmla="*/ 54 w 54"/>
                <a:gd name="T33" fmla="*/ 63 h 86"/>
                <a:gd name="T34" fmla="*/ 36 w 54"/>
                <a:gd name="T35" fmla="*/ 62 h 86"/>
                <a:gd name="T36" fmla="*/ 33 w 54"/>
                <a:gd name="T37" fmla="*/ 61 h 86"/>
                <a:gd name="T38" fmla="*/ 44 w 54"/>
                <a:gd name="T39" fmla="*/ 57 h 86"/>
                <a:gd name="T40" fmla="*/ 45 w 54"/>
                <a:gd name="T41" fmla="*/ 60 h 86"/>
                <a:gd name="T42" fmla="*/ 42 w 54"/>
                <a:gd name="T43" fmla="*/ 62 h 86"/>
                <a:gd name="T44" fmla="*/ 42 w 54"/>
                <a:gd name="T45" fmla="*/ 58 h 86"/>
                <a:gd name="T46" fmla="*/ 27 w 54"/>
                <a:gd name="T47" fmla="*/ 0 h 86"/>
                <a:gd name="T48" fmla="*/ 37 w 54"/>
                <a:gd name="T49" fmla="*/ 15 h 86"/>
                <a:gd name="T50" fmla="*/ 44 w 54"/>
                <a:gd name="T51" fmla="*/ 28 h 86"/>
                <a:gd name="T52" fmla="*/ 48 w 54"/>
                <a:gd name="T53" fmla="*/ 38 h 86"/>
                <a:gd name="T54" fmla="*/ 49 w 54"/>
                <a:gd name="T55" fmla="*/ 41 h 86"/>
                <a:gd name="T56" fmla="*/ 50 w 54"/>
                <a:gd name="T57" fmla="*/ 49 h 86"/>
                <a:gd name="T58" fmla="*/ 49 w 54"/>
                <a:gd name="T59" fmla="*/ 52 h 86"/>
                <a:gd name="T60" fmla="*/ 44 w 54"/>
                <a:gd name="T61" fmla="*/ 56 h 86"/>
                <a:gd name="T62" fmla="*/ 41 w 54"/>
                <a:gd name="T63" fmla="*/ 60 h 86"/>
                <a:gd name="T64" fmla="*/ 39 w 54"/>
                <a:gd name="T65" fmla="*/ 60 h 86"/>
                <a:gd name="T66" fmla="*/ 36 w 54"/>
                <a:gd name="T67" fmla="*/ 58 h 86"/>
                <a:gd name="T68" fmla="*/ 33 w 54"/>
                <a:gd name="T69" fmla="*/ 60 h 86"/>
                <a:gd name="T70" fmla="*/ 31 w 54"/>
                <a:gd name="T71" fmla="*/ 60 h 86"/>
                <a:gd name="T72" fmla="*/ 23 w 54"/>
                <a:gd name="T73" fmla="*/ 66 h 86"/>
                <a:gd name="T74" fmla="*/ 23 w 54"/>
                <a:gd name="T75" fmla="*/ 67 h 86"/>
                <a:gd name="T76" fmla="*/ 20 w 54"/>
                <a:gd name="T77" fmla="*/ 67 h 86"/>
                <a:gd name="T78" fmla="*/ 19 w 54"/>
                <a:gd name="T79" fmla="*/ 63 h 86"/>
                <a:gd name="T80" fmla="*/ 15 w 54"/>
                <a:gd name="T81" fmla="*/ 58 h 86"/>
                <a:gd name="T82" fmla="*/ 15 w 54"/>
                <a:gd name="T83" fmla="*/ 56 h 86"/>
                <a:gd name="T84" fmla="*/ 16 w 54"/>
                <a:gd name="T85" fmla="*/ 53 h 86"/>
                <a:gd name="T86" fmla="*/ 15 w 54"/>
                <a:gd name="T87" fmla="*/ 49 h 86"/>
                <a:gd name="T88" fmla="*/ 19 w 54"/>
                <a:gd name="T89" fmla="*/ 45 h 86"/>
                <a:gd name="T90" fmla="*/ 16 w 54"/>
                <a:gd name="T91" fmla="*/ 42 h 86"/>
                <a:gd name="T92" fmla="*/ 14 w 54"/>
                <a:gd name="T93" fmla="*/ 36 h 86"/>
                <a:gd name="T94" fmla="*/ 12 w 54"/>
                <a:gd name="T95" fmla="*/ 33 h 86"/>
                <a:gd name="T96" fmla="*/ 8 w 54"/>
                <a:gd name="T97" fmla="*/ 28 h 86"/>
                <a:gd name="T98" fmla="*/ 11 w 54"/>
                <a:gd name="T99" fmla="*/ 27 h 86"/>
                <a:gd name="T100" fmla="*/ 16 w 54"/>
                <a:gd name="T101" fmla="*/ 29 h 86"/>
                <a:gd name="T102" fmla="*/ 14 w 54"/>
                <a:gd name="T103" fmla="*/ 24 h 86"/>
                <a:gd name="T104" fmla="*/ 12 w 54"/>
                <a:gd name="T105" fmla="*/ 23 h 86"/>
                <a:gd name="T106" fmla="*/ 4 w 54"/>
                <a:gd name="T107" fmla="*/ 15 h 86"/>
                <a:gd name="T108" fmla="*/ 3 w 54"/>
                <a:gd name="T109" fmla="*/ 13 h 86"/>
                <a:gd name="T110" fmla="*/ 0 w 54"/>
                <a:gd name="T111" fmla="*/ 15 h 86"/>
                <a:gd name="T112" fmla="*/ 6 w 54"/>
                <a:gd name="T113" fmla="*/ 8 h 86"/>
                <a:gd name="T114" fmla="*/ 14 w 54"/>
                <a:gd name="T115" fmla="*/ 3 h 86"/>
                <a:gd name="T116" fmla="*/ 27 w 54"/>
                <a:gd name="T1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" h="86">
                  <a:moveTo>
                    <a:pt x="25" y="81"/>
                  </a:moveTo>
                  <a:lnTo>
                    <a:pt x="28" y="81"/>
                  </a:lnTo>
                  <a:lnTo>
                    <a:pt x="28" y="82"/>
                  </a:lnTo>
                  <a:lnTo>
                    <a:pt x="27" y="85"/>
                  </a:lnTo>
                  <a:lnTo>
                    <a:pt x="21" y="86"/>
                  </a:lnTo>
                  <a:lnTo>
                    <a:pt x="20" y="86"/>
                  </a:lnTo>
                  <a:lnTo>
                    <a:pt x="19" y="83"/>
                  </a:lnTo>
                  <a:lnTo>
                    <a:pt x="20" y="82"/>
                  </a:lnTo>
                  <a:lnTo>
                    <a:pt x="25" y="81"/>
                  </a:lnTo>
                  <a:close/>
                  <a:moveTo>
                    <a:pt x="52" y="70"/>
                  </a:moveTo>
                  <a:lnTo>
                    <a:pt x="54" y="70"/>
                  </a:lnTo>
                  <a:lnTo>
                    <a:pt x="53" y="71"/>
                  </a:lnTo>
                  <a:lnTo>
                    <a:pt x="53" y="73"/>
                  </a:lnTo>
                  <a:lnTo>
                    <a:pt x="52" y="73"/>
                  </a:lnTo>
                  <a:lnTo>
                    <a:pt x="52" y="71"/>
                  </a:lnTo>
                  <a:lnTo>
                    <a:pt x="52" y="70"/>
                  </a:lnTo>
                  <a:close/>
                  <a:moveTo>
                    <a:pt x="17" y="66"/>
                  </a:moveTo>
                  <a:lnTo>
                    <a:pt x="19" y="67"/>
                  </a:lnTo>
                  <a:lnTo>
                    <a:pt x="19" y="69"/>
                  </a:lnTo>
                  <a:lnTo>
                    <a:pt x="17" y="69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6" y="67"/>
                  </a:lnTo>
                  <a:lnTo>
                    <a:pt x="17" y="67"/>
                  </a:lnTo>
                  <a:lnTo>
                    <a:pt x="17" y="66"/>
                  </a:lnTo>
                  <a:close/>
                  <a:moveTo>
                    <a:pt x="54" y="63"/>
                  </a:moveTo>
                  <a:lnTo>
                    <a:pt x="54" y="63"/>
                  </a:lnTo>
                  <a:lnTo>
                    <a:pt x="54" y="66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2" y="67"/>
                  </a:lnTo>
                  <a:lnTo>
                    <a:pt x="52" y="65"/>
                  </a:lnTo>
                  <a:lnTo>
                    <a:pt x="53" y="63"/>
                  </a:lnTo>
                  <a:lnTo>
                    <a:pt x="54" y="63"/>
                  </a:lnTo>
                  <a:close/>
                  <a:moveTo>
                    <a:pt x="35" y="61"/>
                  </a:moveTo>
                  <a:lnTo>
                    <a:pt x="36" y="62"/>
                  </a:lnTo>
                  <a:lnTo>
                    <a:pt x="35" y="62"/>
                  </a:lnTo>
                  <a:lnTo>
                    <a:pt x="33" y="61"/>
                  </a:lnTo>
                  <a:lnTo>
                    <a:pt x="35" y="61"/>
                  </a:lnTo>
                  <a:close/>
                  <a:moveTo>
                    <a:pt x="44" y="57"/>
                  </a:moveTo>
                  <a:lnTo>
                    <a:pt x="45" y="58"/>
                  </a:lnTo>
                  <a:lnTo>
                    <a:pt x="45" y="60"/>
                  </a:lnTo>
                  <a:lnTo>
                    <a:pt x="44" y="61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2" y="58"/>
                  </a:lnTo>
                  <a:lnTo>
                    <a:pt x="44" y="57"/>
                  </a:lnTo>
                  <a:close/>
                  <a:moveTo>
                    <a:pt x="27" y="0"/>
                  </a:moveTo>
                  <a:lnTo>
                    <a:pt x="31" y="8"/>
                  </a:lnTo>
                  <a:lnTo>
                    <a:pt x="37" y="15"/>
                  </a:lnTo>
                  <a:lnTo>
                    <a:pt x="44" y="23"/>
                  </a:lnTo>
                  <a:lnTo>
                    <a:pt x="44" y="28"/>
                  </a:lnTo>
                  <a:lnTo>
                    <a:pt x="46" y="31"/>
                  </a:lnTo>
                  <a:lnTo>
                    <a:pt x="48" y="38"/>
                  </a:lnTo>
                  <a:lnTo>
                    <a:pt x="48" y="41"/>
                  </a:lnTo>
                  <a:lnTo>
                    <a:pt x="49" y="41"/>
                  </a:lnTo>
                  <a:lnTo>
                    <a:pt x="49" y="41"/>
                  </a:lnTo>
                  <a:lnTo>
                    <a:pt x="50" y="49"/>
                  </a:lnTo>
                  <a:lnTo>
                    <a:pt x="48" y="50"/>
                  </a:lnTo>
                  <a:lnTo>
                    <a:pt x="49" y="52"/>
                  </a:lnTo>
                  <a:lnTo>
                    <a:pt x="46" y="56"/>
                  </a:lnTo>
                  <a:lnTo>
                    <a:pt x="44" y="56"/>
                  </a:lnTo>
                  <a:lnTo>
                    <a:pt x="40" y="58"/>
                  </a:lnTo>
                  <a:lnTo>
                    <a:pt x="41" y="60"/>
                  </a:lnTo>
                  <a:lnTo>
                    <a:pt x="40" y="61"/>
                  </a:lnTo>
                  <a:lnTo>
                    <a:pt x="39" y="60"/>
                  </a:lnTo>
                  <a:lnTo>
                    <a:pt x="37" y="61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3" y="60"/>
                  </a:lnTo>
                  <a:lnTo>
                    <a:pt x="32" y="58"/>
                  </a:lnTo>
                  <a:lnTo>
                    <a:pt x="31" y="60"/>
                  </a:lnTo>
                  <a:lnTo>
                    <a:pt x="25" y="63"/>
                  </a:lnTo>
                  <a:lnTo>
                    <a:pt x="23" y="66"/>
                  </a:lnTo>
                  <a:lnTo>
                    <a:pt x="23" y="65"/>
                  </a:lnTo>
                  <a:lnTo>
                    <a:pt x="23" y="67"/>
                  </a:lnTo>
                  <a:lnTo>
                    <a:pt x="20" y="69"/>
                  </a:lnTo>
                  <a:lnTo>
                    <a:pt x="20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7" y="63"/>
                  </a:lnTo>
                  <a:lnTo>
                    <a:pt x="15" y="58"/>
                  </a:lnTo>
                  <a:lnTo>
                    <a:pt x="16" y="58"/>
                  </a:lnTo>
                  <a:lnTo>
                    <a:pt x="15" y="56"/>
                  </a:lnTo>
                  <a:lnTo>
                    <a:pt x="15" y="53"/>
                  </a:lnTo>
                  <a:lnTo>
                    <a:pt x="16" y="53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9" y="45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4" y="41"/>
                  </a:lnTo>
                  <a:lnTo>
                    <a:pt x="14" y="36"/>
                  </a:lnTo>
                  <a:lnTo>
                    <a:pt x="14" y="33"/>
                  </a:lnTo>
                  <a:lnTo>
                    <a:pt x="12" y="33"/>
                  </a:lnTo>
                  <a:lnTo>
                    <a:pt x="7" y="32"/>
                  </a:lnTo>
                  <a:lnTo>
                    <a:pt x="8" y="28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2" y="28"/>
                  </a:lnTo>
                  <a:lnTo>
                    <a:pt x="16" y="29"/>
                  </a:lnTo>
                  <a:lnTo>
                    <a:pt x="15" y="27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2" y="23"/>
                  </a:lnTo>
                  <a:lnTo>
                    <a:pt x="10" y="19"/>
                  </a:lnTo>
                  <a:lnTo>
                    <a:pt x="4" y="15"/>
                  </a:lnTo>
                  <a:lnTo>
                    <a:pt x="7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6" y="8"/>
                  </a:lnTo>
                  <a:lnTo>
                    <a:pt x="10" y="7"/>
                  </a:lnTo>
                  <a:lnTo>
                    <a:pt x="14" y="3"/>
                  </a:lnTo>
                  <a:lnTo>
                    <a:pt x="21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" name="Freeform 346"/>
            <p:cNvSpPr>
              <a:spLocks/>
            </p:cNvSpPr>
            <p:nvPr/>
          </p:nvSpPr>
          <p:spPr bwMode="auto">
            <a:xfrm>
              <a:off x="9366324" y="2804914"/>
              <a:ext cx="142114" cy="243623"/>
            </a:xfrm>
            <a:custGeom>
              <a:avLst/>
              <a:gdLst>
                <a:gd name="T0" fmla="*/ 48 w 56"/>
                <a:gd name="T1" fmla="*/ 2 h 96"/>
                <a:gd name="T2" fmla="*/ 50 w 56"/>
                <a:gd name="T3" fmla="*/ 6 h 96"/>
                <a:gd name="T4" fmla="*/ 56 w 56"/>
                <a:gd name="T5" fmla="*/ 10 h 96"/>
                <a:gd name="T6" fmla="*/ 51 w 56"/>
                <a:gd name="T7" fmla="*/ 14 h 96"/>
                <a:gd name="T8" fmla="*/ 50 w 56"/>
                <a:gd name="T9" fmla="*/ 16 h 96"/>
                <a:gd name="T10" fmla="*/ 48 w 56"/>
                <a:gd name="T11" fmla="*/ 25 h 96"/>
                <a:gd name="T12" fmla="*/ 51 w 56"/>
                <a:gd name="T13" fmla="*/ 35 h 96"/>
                <a:gd name="T14" fmla="*/ 52 w 56"/>
                <a:gd name="T15" fmla="*/ 39 h 96"/>
                <a:gd name="T16" fmla="*/ 50 w 56"/>
                <a:gd name="T17" fmla="*/ 41 h 96"/>
                <a:gd name="T18" fmla="*/ 44 w 56"/>
                <a:gd name="T19" fmla="*/ 49 h 96"/>
                <a:gd name="T20" fmla="*/ 42 w 56"/>
                <a:gd name="T21" fmla="*/ 53 h 96"/>
                <a:gd name="T22" fmla="*/ 38 w 56"/>
                <a:gd name="T23" fmla="*/ 54 h 96"/>
                <a:gd name="T24" fmla="*/ 34 w 56"/>
                <a:gd name="T25" fmla="*/ 58 h 96"/>
                <a:gd name="T26" fmla="*/ 34 w 56"/>
                <a:gd name="T27" fmla="*/ 64 h 96"/>
                <a:gd name="T28" fmla="*/ 34 w 56"/>
                <a:gd name="T29" fmla="*/ 69 h 96"/>
                <a:gd name="T30" fmla="*/ 39 w 56"/>
                <a:gd name="T31" fmla="*/ 71 h 96"/>
                <a:gd name="T32" fmla="*/ 50 w 56"/>
                <a:gd name="T33" fmla="*/ 79 h 96"/>
                <a:gd name="T34" fmla="*/ 37 w 56"/>
                <a:gd name="T35" fmla="*/ 82 h 96"/>
                <a:gd name="T36" fmla="*/ 29 w 56"/>
                <a:gd name="T37" fmla="*/ 87 h 96"/>
                <a:gd name="T38" fmla="*/ 23 w 56"/>
                <a:gd name="T39" fmla="*/ 94 h 96"/>
                <a:gd name="T40" fmla="*/ 19 w 56"/>
                <a:gd name="T41" fmla="*/ 91 h 96"/>
                <a:gd name="T42" fmla="*/ 18 w 56"/>
                <a:gd name="T43" fmla="*/ 95 h 96"/>
                <a:gd name="T44" fmla="*/ 14 w 56"/>
                <a:gd name="T45" fmla="*/ 96 h 96"/>
                <a:gd name="T46" fmla="*/ 15 w 56"/>
                <a:gd name="T47" fmla="*/ 91 h 96"/>
                <a:gd name="T48" fmla="*/ 11 w 56"/>
                <a:gd name="T49" fmla="*/ 92 h 96"/>
                <a:gd name="T50" fmla="*/ 10 w 56"/>
                <a:gd name="T51" fmla="*/ 90 h 96"/>
                <a:gd name="T52" fmla="*/ 13 w 56"/>
                <a:gd name="T53" fmla="*/ 81 h 96"/>
                <a:gd name="T54" fmla="*/ 18 w 56"/>
                <a:gd name="T55" fmla="*/ 79 h 96"/>
                <a:gd name="T56" fmla="*/ 11 w 56"/>
                <a:gd name="T57" fmla="*/ 79 h 96"/>
                <a:gd name="T58" fmla="*/ 10 w 56"/>
                <a:gd name="T59" fmla="*/ 73 h 96"/>
                <a:gd name="T60" fmla="*/ 11 w 56"/>
                <a:gd name="T61" fmla="*/ 66 h 96"/>
                <a:gd name="T62" fmla="*/ 14 w 56"/>
                <a:gd name="T63" fmla="*/ 64 h 96"/>
                <a:gd name="T64" fmla="*/ 11 w 56"/>
                <a:gd name="T65" fmla="*/ 65 h 96"/>
                <a:gd name="T66" fmla="*/ 6 w 56"/>
                <a:gd name="T67" fmla="*/ 64 h 96"/>
                <a:gd name="T68" fmla="*/ 4 w 56"/>
                <a:gd name="T69" fmla="*/ 65 h 96"/>
                <a:gd name="T70" fmla="*/ 1 w 56"/>
                <a:gd name="T71" fmla="*/ 61 h 96"/>
                <a:gd name="T72" fmla="*/ 0 w 56"/>
                <a:gd name="T73" fmla="*/ 61 h 96"/>
                <a:gd name="T74" fmla="*/ 2 w 56"/>
                <a:gd name="T75" fmla="*/ 52 h 96"/>
                <a:gd name="T76" fmla="*/ 4 w 56"/>
                <a:gd name="T77" fmla="*/ 46 h 96"/>
                <a:gd name="T78" fmla="*/ 9 w 56"/>
                <a:gd name="T79" fmla="*/ 40 h 96"/>
                <a:gd name="T80" fmla="*/ 13 w 56"/>
                <a:gd name="T81" fmla="*/ 33 h 96"/>
                <a:gd name="T82" fmla="*/ 14 w 56"/>
                <a:gd name="T83" fmla="*/ 31 h 96"/>
                <a:gd name="T84" fmla="*/ 17 w 56"/>
                <a:gd name="T85" fmla="*/ 24 h 96"/>
                <a:gd name="T86" fmla="*/ 21 w 56"/>
                <a:gd name="T87" fmla="*/ 28 h 96"/>
                <a:gd name="T88" fmla="*/ 25 w 56"/>
                <a:gd name="T89" fmla="*/ 28 h 96"/>
                <a:gd name="T90" fmla="*/ 31 w 56"/>
                <a:gd name="T91" fmla="*/ 29 h 96"/>
                <a:gd name="T92" fmla="*/ 37 w 56"/>
                <a:gd name="T93" fmla="*/ 27 h 96"/>
                <a:gd name="T94" fmla="*/ 34 w 56"/>
                <a:gd name="T95" fmla="*/ 23 h 96"/>
                <a:gd name="T96" fmla="*/ 33 w 56"/>
                <a:gd name="T97" fmla="*/ 19 h 96"/>
                <a:gd name="T98" fmla="*/ 40 w 56"/>
                <a:gd name="T99" fmla="*/ 15 h 96"/>
                <a:gd name="T100" fmla="*/ 42 w 56"/>
                <a:gd name="T101" fmla="*/ 10 h 96"/>
                <a:gd name="T102" fmla="*/ 46 w 56"/>
                <a:gd name="T103" fmla="*/ 7 h 96"/>
                <a:gd name="T104" fmla="*/ 44 w 56"/>
                <a:gd name="T105" fmla="*/ 3 h 96"/>
                <a:gd name="T106" fmla="*/ 47 w 56"/>
                <a:gd name="T10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96">
                  <a:moveTo>
                    <a:pt x="47" y="0"/>
                  </a:moveTo>
                  <a:lnTo>
                    <a:pt x="48" y="2"/>
                  </a:lnTo>
                  <a:lnTo>
                    <a:pt x="48" y="4"/>
                  </a:lnTo>
                  <a:lnTo>
                    <a:pt x="50" y="6"/>
                  </a:lnTo>
                  <a:lnTo>
                    <a:pt x="54" y="6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1" y="14"/>
                  </a:lnTo>
                  <a:lnTo>
                    <a:pt x="50" y="14"/>
                  </a:lnTo>
                  <a:lnTo>
                    <a:pt x="50" y="16"/>
                  </a:lnTo>
                  <a:lnTo>
                    <a:pt x="48" y="23"/>
                  </a:lnTo>
                  <a:lnTo>
                    <a:pt x="48" y="25"/>
                  </a:lnTo>
                  <a:lnTo>
                    <a:pt x="51" y="28"/>
                  </a:lnTo>
                  <a:lnTo>
                    <a:pt x="51" y="35"/>
                  </a:lnTo>
                  <a:lnTo>
                    <a:pt x="54" y="36"/>
                  </a:lnTo>
                  <a:lnTo>
                    <a:pt x="52" y="39"/>
                  </a:lnTo>
                  <a:lnTo>
                    <a:pt x="48" y="41"/>
                  </a:lnTo>
                  <a:lnTo>
                    <a:pt x="50" y="41"/>
                  </a:lnTo>
                  <a:lnTo>
                    <a:pt x="43" y="48"/>
                  </a:lnTo>
                  <a:lnTo>
                    <a:pt x="44" y="49"/>
                  </a:lnTo>
                  <a:lnTo>
                    <a:pt x="43" y="52"/>
                  </a:lnTo>
                  <a:lnTo>
                    <a:pt x="42" y="53"/>
                  </a:lnTo>
                  <a:lnTo>
                    <a:pt x="39" y="53"/>
                  </a:lnTo>
                  <a:lnTo>
                    <a:pt x="38" y="54"/>
                  </a:lnTo>
                  <a:lnTo>
                    <a:pt x="37" y="57"/>
                  </a:lnTo>
                  <a:lnTo>
                    <a:pt x="34" y="58"/>
                  </a:lnTo>
                  <a:lnTo>
                    <a:pt x="34" y="61"/>
                  </a:lnTo>
                  <a:lnTo>
                    <a:pt x="34" y="64"/>
                  </a:lnTo>
                  <a:lnTo>
                    <a:pt x="33" y="65"/>
                  </a:lnTo>
                  <a:lnTo>
                    <a:pt x="34" y="69"/>
                  </a:lnTo>
                  <a:lnTo>
                    <a:pt x="38" y="69"/>
                  </a:lnTo>
                  <a:lnTo>
                    <a:pt x="39" y="71"/>
                  </a:lnTo>
                  <a:lnTo>
                    <a:pt x="48" y="77"/>
                  </a:lnTo>
                  <a:lnTo>
                    <a:pt x="50" y="79"/>
                  </a:lnTo>
                  <a:lnTo>
                    <a:pt x="44" y="82"/>
                  </a:lnTo>
                  <a:lnTo>
                    <a:pt x="37" y="82"/>
                  </a:lnTo>
                  <a:lnTo>
                    <a:pt x="33" y="86"/>
                  </a:lnTo>
                  <a:lnTo>
                    <a:pt x="29" y="87"/>
                  </a:lnTo>
                  <a:lnTo>
                    <a:pt x="25" y="91"/>
                  </a:lnTo>
                  <a:lnTo>
                    <a:pt x="23" y="94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21" y="92"/>
                  </a:lnTo>
                  <a:lnTo>
                    <a:pt x="18" y="95"/>
                  </a:lnTo>
                  <a:lnTo>
                    <a:pt x="17" y="95"/>
                  </a:lnTo>
                  <a:lnTo>
                    <a:pt x="14" y="96"/>
                  </a:lnTo>
                  <a:lnTo>
                    <a:pt x="13" y="95"/>
                  </a:lnTo>
                  <a:lnTo>
                    <a:pt x="15" y="91"/>
                  </a:lnTo>
                  <a:lnTo>
                    <a:pt x="13" y="91"/>
                  </a:lnTo>
                  <a:lnTo>
                    <a:pt x="11" y="92"/>
                  </a:lnTo>
                  <a:lnTo>
                    <a:pt x="10" y="91"/>
                  </a:lnTo>
                  <a:lnTo>
                    <a:pt x="10" y="90"/>
                  </a:lnTo>
                  <a:lnTo>
                    <a:pt x="10" y="85"/>
                  </a:lnTo>
                  <a:lnTo>
                    <a:pt x="13" y="81"/>
                  </a:lnTo>
                  <a:lnTo>
                    <a:pt x="15" y="81"/>
                  </a:lnTo>
                  <a:lnTo>
                    <a:pt x="18" y="79"/>
                  </a:lnTo>
                  <a:lnTo>
                    <a:pt x="15" y="79"/>
                  </a:lnTo>
                  <a:lnTo>
                    <a:pt x="11" y="79"/>
                  </a:lnTo>
                  <a:lnTo>
                    <a:pt x="10" y="79"/>
                  </a:lnTo>
                  <a:lnTo>
                    <a:pt x="10" y="73"/>
                  </a:lnTo>
                  <a:lnTo>
                    <a:pt x="13" y="69"/>
                  </a:lnTo>
                  <a:lnTo>
                    <a:pt x="11" y="66"/>
                  </a:lnTo>
                  <a:lnTo>
                    <a:pt x="13" y="65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1" y="65"/>
                  </a:lnTo>
                  <a:lnTo>
                    <a:pt x="8" y="65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4" y="65"/>
                  </a:lnTo>
                  <a:lnTo>
                    <a:pt x="1" y="65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2" y="52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8" y="44"/>
                  </a:lnTo>
                  <a:lnTo>
                    <a:pt x="9" y="40"/>
                  </a:lnTo>
                  <a:lnTo>
                    <a:pt x="11" y="39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4" y="27"/>
                  </a:lnTo>
                  <a:lnTo>
                    <a:pt x="17" y="24"/>
                  </a:lnTo>
                  <a:lnTo>
                    <a:pt x="18" y="27"/>
                  </a:lnTo>
                  <a:lnTo>
                    <a:pt x="21" y="28"/>
                  </a:lnTo>
                  <a:lnTo>
                    <a:pt x="22" y="29"/>
                  </a:lnTo>
                  <a:lnTo>
                    <a:pt x="25" y="28"/>
                  </a:lnTo>
                  <a:lnTo>
                    <a:pt x="27" y="29"/>
                  </a:lnTo>
                  <a:lnTo>
                    <a:pt x="31" y="29"/>
                  </a:lnTo>
                  <a:lnTo>
                    <a:pt x="35" y="29"/>
                  </a:lnTo>
                  <a:lnTo>
                    <a:pt x="37" y="27"/>
                  </a:lnTo>
                  <a:lnTo>
                    <a:pt x="37" y="24"/>
                  </a:lnTo>
                  <a:lnTo>
                    <a:pt x="34" y="23"/>
                  </a:lnTo>
                  <a:lnTo>
                    <a:pt x="31" y="20"/>
                  </a:lnTo>
                  <a:lnTo>
                    <a:pt x="33" y="19"/>
                  </a:lnTo>
                  <a:lnTo>
                    <a:pt x="35" y="19"/>
                  </a:lnTo>
                  <a:lnTo>
                    <a:pt x="40" y="15"/>
                  </a:lnTo>
                  <a:lnTo>
                    <a:pt x="40" y="12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7"/>
                  </a:lnTo>
                  <a:lnTo>
                    <a:pt x="44" y="6"/>
                  </a:lnTo>
                  <a:lnTo>
                    <a:pt x="44" y="3"/>
                  </a:lnTo>
                  <a:lnTo>
                    <a:pt x="44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6" name="Freeform 347"/>
            <p:cNvSpPr>
              <a:spLocks/>
            </p:cNvSpPr>
            <p:nvPr/>
          </p:nvSpPr>
          <p:spPr bwMode="auto">
            <a:xfrm>
              <a:off x="8209113" y="2485158"/>
              <a:ext cx="926278" cy="436492"/>
            </a:xfrm>
            <a:custGeom>
              <a:avLst/>
              <a:gdLst>
                <a:gd name="T0" fmla="*/ 117 w 365"/>
                <a:gd name="T1" fmla="*/ 5 h 172"/>
                <a:gd name="T2" fmla="*/ 133 w 365"/>
                <a:gd name="T3" fmla="*/ 8 h 172"/>
                <a:gd name="T4" fmla="*/ 145 w 365"/>
                <a:gd name="T5" fmla="*/ 13 h 172"/>
                <a:gd name="T6" fmla="*/ 150 w 365"/>
                <a:gd name="T7" fmla="*/ 24 h 172"/>
                <a:gd name="T8" fmla="*/ 163 w 365"/>
                <a:gd name="T9" fmla="*/ 30 h 172"/>
                <a:gd name="T10" fmla="*/ 174 w 365"/>
                <a:gd name="T11" fmla="*/ 29 h 172"/>
                <a:gd name="T12" fmla="*/ 192 w 365"/>
                <a:gd name="T13" fmla="*/ 22 h 172"/>
                <a:gd name="T14" fmla="*/ 213 w 365"/>
                <a:gd name="T15" fmla="*/ 29 h 172"/>
                <a:gd name="T16" fmla="*/ 224 w 365"/>
                <a:gd name="T17" fmla="*/ 37 h 172"/>
                <a:gd name="T18" fmla="*/ 248 w 365"/>
                <a:gd name="T19" fmla="*/ 40 h 172"/>
                <a:gd name="T20" fmla="*/ 261 w 365"/>
                <a:gd name="T21" fmla="*/ 34 h 172"/>
                <a:gd name="T22" fmla="*/ 277 w 365"/>
                <a:gd name="T23" fmla="*/ 28 h 172"/>
                <a:gd name="T24" fmla="*/ 284 w 365"/>
                <a:gd name="T25" fmla="*/ 17 h 172"/>
                <a:gd name="T26" fmla="*/ 298 w 365"/>
                <a:gd name="T27" fmla="*/ 20 h 172"/>
                <a:gd name="T28" fmla="*/ 307 w 365"/>
                <a:gd name="T29" fmla="*/ 18 h 172"/>
                <a:gd name="T30" fmla="*/ 313 w 365"/>
                <a:gd name="T31" fmla="*/ 46 h 172"/>
                <a:gd name="T32" fmla="*/ 329 w 365"/>
                <a:gd name="T33" fmla="*/ 57 h 172"/>
                <a:gd name="T34" fmla="*/ 342 w 365"/>
                <a:gd name="T35" fmla="*/ 50 h 172"/>
                <a:gd name="T36" fmla="*/ 363 w 365"/>
                <a:gd name="T37" fmla="*/ 66 h 172"/>
                <a:gd name="T38" fmla="*/ 363 w 365"/>
                <a:gd name="T39" fmla="*/ 75 h 172"/>
                <a:gd name="T40" fmla="*/ 350 w 365"/>
                <a:gd name="T41" fmla="*/ 74 h 172"/>
                <a:gd name="T42" fmla="*/ 340 w 365"/>
                <a:gd name="T43" fmla="*/ 82 h 172"/>
                <a:gd name="T44" fmla="*/ 333 w 365"/>
                <a:gd name="T45" fmla="*/ 91 h 172"/>
                <a:gd name="T46" fmla="*/ 319 w 365"/>
                <a:gd name="T47" fmla="*/ 99 h 172"/>
                <a:gd name="T48" fmla="*/ 308 w 365"/>
                <a:gd name="T49" fmla="*/ 112 h 172"/>
                <a:gd name="T50" fmla="*/ 292 w 365"/>
                <a:gd name="T51" fmla="*/ 107 h 172"/>
                <a:gd name="T52" fmla="*/ 283 w 365"/>
                <a:gd name="T53" fmla="*/ 121 h 172"/>
                <a:gd name="T54" fmla="*/ 284 w 365"/>
                <a:gd name="T55" fmla="*/ 140 h 172"/>
                <a:gd name="T56" fmla="*/ 269 w 365"/>
                <a:gd name="T57" fmla="*/ 153 h 172"/>
                <a:gd name="T58" fmla="*/ 241 w 365"/>
                <a:gd name="T59" fmla="*/ 161 h 172"/>
                <a:gd name="T60" fmla="*/ 217 w 365"/>
                <a:gd name="T61" fmla="*/ 171 h 172"/>
                <a:gd name="T62" fmla="*/ 200 w 365"/>
                <a:gd name="T63" fmla="*/ 168 h 172"/>
                <a:gd name="T64" fmla="*/ 163 w 365"/>
                <a:gd name="T65" fmla="*/ 157 h 172"/>
                <a:gd name="T66" fmla="*/ 140 w 365"/>
                <a:gd name="T67" fmla="*/ 161 h 172"/>
                <a:gd name="T68" fmla="*/ 115 w 365"/>
                <a:gd name="T69" fmla="*/ 155 h 172"/>
                <a:gd name="T70" fmla="*/ 107 w 365"/>
                <a:gd name="T71" fmla="*/ 140 h 172"/>
                <a:gd name="T72" fmla="*/ 101 w 365"/>
                <a:gd name="T73" fmla="*/ 136 h 172"/>
                <a:gd name="T74" fmla="*/ 86 w 365"/>
                <a:gd name="T75" fmla="*/ 130 h 172"/>
                <a:gd name="T76" fmla="*/ 69 w 365"/>
                <a:gd name="T77" fmla="*/ 125 h 172"/>
                <a:gd name="T78" fmla="*/ 46 w 365"/>
                <a:gd name="T79" fmla="*/ 115 h 172"/>
                <a:gd name="T80" fmla="*/ 47 w 365"/>
                <a:gd name="T81" fmla="*/ 104 h 172"/>
                <a:gd name="T82" fmla="*/ 41 w 365"/>
                <a:gd name="T83" fmla="*/ 92 h 172"/>
                <a:gd name="T84" fmla="*/ 33 w 365"/>
                <a:gd name="T85" fmla="*/ 83 h 172"/>
                <a:gd name="T86" fmla="*/ 25 w 365"/>
                <a:gd name="T87" fmla="*/ 82 h 172"/>
                <a:gd name="T88" fmla="*/ 16 w 365"/>
                <a:gd name="T89" fmla="*/ 83 h 172"/>
                <a:gd name="T90" fmla="*/ 8 w 365"/>
                <a:gd name="T91" fmla="*/ 75 h 172"/>
                <a:gd name="T92" fmla="*/ 3 w 365"/>
                <a:gd name="T93" fmla="*/ 67 h 172"/>
                <a:gd name="T94" fmla="*/ 0 w 365"/>
                <a:gd name="T95" fmla="*/ 63 h 172"/>
                <a:gd name="T96" fmla="*/ 12 w 365"/>
                <a:gd name="T97" fmla="*/ 53 h 172"/>
                <a:gd name="T98" fmla="*/ 21 w 365"/>
                <a:gd name="T99" fmla="*/ 42 h 172"/>
                <a:gd name="T100" fmla="*/ 25 w 365"/>
                <a:gd name="T101" fmla="*/ 34 h 172"/>
                <a:gd name="T102" fmla="*/ 41 w 365"/>
                <a:gd name="T103" fmla="*/ 30 h 172"/>
                <a:gd name="T104" fmla="*/ 50 w 365"/>
                <a:gd name="T105" fmla="*/ 32 h 172"/>
                <a:gd name="T106" fmla="*/ 62 w 365"/>
                <a:gd name="T107" fmla="*/ 32 h 172"/>
                <a:gd name="T108" fmla="*/ 76 w 365"/>
                <a:gd name="T109" fmla="*/ 45 h 172"/>
                <a:gd name="T110" fmla="*/ 90 w 365"/>
                <a:gd name="T111" fmla="*/ 42 h 172"/>
                <a:gd name="T112" fmla="*/ 103 w 365"/>
                <a:gd name="T113" fmla="*/ 42 h 172"/>
                <a:gd name="T114" fmla="*/ 107 w 365"/>
                <a:gd name="T115" fmla="*/ 28 h 172"/>
                <a:gd name="T116" fmla="*/ 99 w 365"/>
                <a:gd name="T117" fmla="*/ 15 h 172"/>
                <a:gd name="T118" fmla="*/ 105 w 365"/>
                <a:gd name="T119" fmla="*/ 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5" h="172">
                  <a:moveTo>
                    <a:pt x="107" y="0"/>
                  </a:moveTo>
                  <a:lnTo>
                    <a:pt x="109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7" y="4"/>
                  </a:lnTo>
                  <a:lnTo>
                    <a:pt x="117" y="5"/>
                  </a:lnTo>
                  <a:lnTo>
                    <a:pt x="120" y="5"/>
                  </a:lnTo>
                  <a:lnTo>
                    <a:pt x="124" y="5"/>
                  </a:lnTo>
                  <a:lnTo>
                    <a:pt x="128" y="5"/>
                  </a:lnTo>
                  <a:lnTo>
                    <a:pt x="129" y="7"/>
                  </a:lnTo>
                  <a:lnTo>
                    <a:pt x="130" y="8"/>
                  </a:lnTo>
                  <a:lnTo>
                    <a:pt x="133" y="8"/>
                  </a:lnTo>
                  <a:lnTo>
                    <a:pt x="134" y="9"/>
                  </a:lnTo>
                  <a:lnTo>
                    <a:pt x="137" y="9"/>
                  </a:lnTo>
                  <a:lnTo>
                    <a:pt x="142" y="9"/>
                  </a:lnTo>
                  <a:lnTo>
                    <a:pt x="144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6" y="15"/>
                  </a:lnTo>
                  <a:lnTo>
                    <a:pt x="146" y="17"/>
                  </a:lnTo>
                  <a:lnTo>
                    <a:pt x="148" y="18"/>
                  </a:lnTo>
                  <a:lnTo>
                    <a:pt x="149" y="21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3" y="26"/>
                  </a:lnTo>
                  <a:lnTo>
                    <a:pt x="154" y="28"/>
                  </a:lnTo>
                  <a:lnTo>
                    <a:pt x="158" y="29"/>
                  </a:lnTo>
                  <a:lnTo>
                    <a:pt x="161" y="30"/>
                  </a:lnTo>
                  <a:lnTo>
                    <a:pt x="163" y="30"/>
                  </a:lnTo>
                  <a:lnTo>
                    <a:pt x="163" y="29"/>
                  </a:lnTo>
                  <a:lnTo>
                    <a:pt x="167" y="30"/>
                  </a:lnTo>
                  <a:lnTo>
                    <a:pt x="169" y="29"/>
                  </a:lnTo>
                  <a:lnTo>
                    <a:pt x="171" y="29"/>
                  </a:lnTo>
                  <a:lnTo>
                    <a:pt x="173" y="29"/>
                  </a:lnTo>
                  <a:lnTo>
                    <a:pt x="174" y="29"/>
                  </a:lnTo>
                  <a:lnTo>
                    <a:pt x="175" y="26"/>
                  </a:lnTo>
                  <a:lnTo>
                    <a:pt x="179" y="25"/>
                  </a:lnTo>
                  <a:lnTo>
                    <a:pt x="184" y="25"/>
                  </a:lnTo>
                  <a:lnTo>
                    <a:pt x="186" y="24"/>
                  </a:lnTo>
                  <a:lnTo>
                    <a:pt x="190" y="24"/>
                  </a:lnTo>
                  <a:lnTo>
                    <a:pt x="192" y="22"/>
                  </a:lnTo>
                  <a:lnTo>
                    <a:pt x="195" y="24"/>
                  </a:lnTo>
                  <a:lnTo>
                    <a:pt x="199" y="25"/>
                  </a:lnTo>
                  <a:lnTo>
                    <a:pt x="203" y="25"/>
                  </a:lnTo>
                  <a:lnTo>
                    <a:pt x="205" y="28"/>
                  </a:lnTo>
                  <a:lnTo>
                    <a:pt x="209" y="29"/>
                  </a:lnTo>
                  <a:lnTo>
                    <a:pt x="213" y="29"/>
                  </a:lnTo>
                  <a:lnTo>
                    <a:pt x="216" y="29"/>
                  </a:lnTo>
                  <a:lnTo>
                    <a:pt x="217" y="30"/>
                  </a:lnTo>
                  <a:lnTo>
                    <a:pt x="219" y="34"/>
                  </a:lnTo>
                  <a:lnTo>
                    <a:pt x="220" y="36"/>
                  </a:lnTo>
                  <a:lnTo>
                    <a:pt x="221" y="36"/>
                  </a:lnTo>
                  <a:lnTo>
                    <a:pt x="224" y="37"/>
                  </a:lnTo>
                  <a:lnTo>
                    <a:pt x="225" y="38"/>
                  </a:lnTo>
                  <a:lnTo>
                    <a:pt x="228" y="38"/>
                  </a:lnTo>
                  <a:lnTo>
                    <a:pt x="233" y="38"/>
                  </a:lnTo>
                  <a:lnTo>
                    <a:pt x="237" y="40"/>
                  </a:lnTo>
                  <a:lnTo>
                    <a:pt x="245" y="40"/>
                  </a:lnTo>
                  <a:lnTo>
                    <a:pt x="248" y="40"/>
                  </a:lnTo>
                  <a:lnTo>
                    <a:pt x="249" y="38"/>
                  </a:lnTo>
                  <a:lnTo>
                    <a:pt x="252" y="38"/>
                  </a:lnTo>
                  <a:lnTo>
                    <a:pt x="253" y="40"/>
                  </a:lnTo>
                  <a:lnTo>
                    <a:pt x="254" y="40"/>
                  </a:lnTo>
                  <a:lnTo>
                    <a:pt x="257" y="37"/>
                  </a:lnTo>
                  <a:lnTo>
                    <a:pt x="261" y="34"/>
                  </a:lnTo>
                  <a:lnTo>
                    <a:pt x="263" y="34"/>
                  </a:lnTo>
                  <a:lnTo>
                    <a:pt x="266" y="32"/>
                  </a:lnTo>
                  <a:lnTo>
                    <a:pt x="267" y="32"/>
                  </a:lnTo>
                  <a:lnTo>
                    <a:pt x="273" y="32"/>
                  </a:lnTo>
                  <a:lnTo>
                    <a:pt x="275" y="29"/>
                  </a:lnTo>
                  <a:lnTo>
                    <a:pt x="277" y="28"/>
                  </a:lnTo>
                  <a:lnTo>
                    <a:pt x="277" y="26"/>
                  </a:lnTo>
                  <a:lnTo>
                    <a:pt x="278" y="24"/>
                  </a:lnTo>
                  <a:lnTo>
                    <a:pt x="281" y="22"/>
                  </a:lnTo>
                  <a:lnTo>
                    <a:pt x="282" y="21"/>
                  </a:lnTo>
                  <a:lnTo>
                    <a:pt x="283" y="18"/>
                  </a:lnTo>
                  <a:lnTo>
                    <a:pt x="284" y="17"/>
                  </a:lnTo>
                  <a:lnTo>
                    <a:pt x="287" y="17"/>
                  </a:lnTo>
                  <a:lnTo>
                    <a:pt x="287" y="17"/>
                  </a:lnTo>
                  <a:lnTo>
                    <a:pt x="291" y="16"/>
                  </a:lnTo>
                  <a:lnTo>
                    <a:pt x="294" y="17"/>
                  </a:lnTo>
                  <a:lnTo>
                    <a:pt x="296" y="18"/>
                  </a:lnTo>
                  <a:lnTo>
                    <a:pt x="298" y="20"/>
                  </a:lnTo>
                  <a:lnTo>
                    <a:pt x="299" y="21"/>
                  </a:lnTo>
                  <a:lnTo>
                    <a:pt x="302" y="20"/>
                  </a:lnTo>
                  <a:lnTo>
                    <a:pt x="303" y="21"/>
                  </a:lnTo>
                  <a:lnTo>
                    <a:pt x="304" y="21"/>
                  </a:lnTo>
                  <a:lnTo>
                    <a:pt x="307" y="20"/>
                  </a:lnTo>
                  <a:lnTo>
                    <a:pt x="307" y="18"/>
                  </a:lnTo>
                  <a:lnTo>
                    <a:pt x="311" y="17"/>
                  </a:lnTo>
                  <a:lnTo>
                    <a:pt x="316" y="18"/>
                  </a:lnTo>
                  <a:lnTo>
                    <a:pt x="317" y="20"/>
                  </a:lnTo>
                  <a:lnTo>
                    <a:pt x="315" y="38"/>
                  </a:lnTo>
                  <a:lnTo>
                    <a:pt x="315" y="42"/>
                  </a:lnTo>
                  <a:lnTo>
                    <a:pt x="313" y="46"/>
                  </a:lnTo>
                  <a:lnTo>
                    <a:pt x="315" y="49"/>
                  </a:lnTo>
                  <a:lnTo>
                    <a:pt x="312" y="53"/>
                  </a:lnTo>
                  <a:lnTo>
                    <a:pt x="315" y="57"/>
                  </a:lnTo>
                  <a:lnTo>
                    <a:pt x="320" y="59"/>
                  </a:lnTo>
                  <a:lnTo>
                    <a:pt x="324" y="57"/>
                  </a:lnTo>
                  <a:lnTo>
                    <a:pt x="329" y="57"/>
                  </a:lnTo>
                  <a:lnTo>
                    <a:pt x="334" y="58"/>
                  </a:lnTo>
                  <a:lnTo>
                    <a:pt x="336" y="61"/>
                  </a:lnTo>
                  <a:lnTo>
                    <a:pt x="340" y="55"/>
                  </a:lnTo>
                  <a:lnTo>
                    <a:pt x="338" y="53"/>
                  </a:lnTo>
                  <a:lnTo>
                    <a:pt x="338" y="51"/>
                  </a:lnTo>
                  <a:lnTo>
                    <a:pt x="342" y="50"/>
                  </a:lnTo>
                  <a:lnTo>
                    <a:pt x="344" y="49"/>
                  </a:lnTo>
                  <a:lnTo>
                    <a:pt x="349" y="50"/>
                  </a:lnTo>
                  <a:lnTo>
                    <a:pt x="352" y="54"/>
                  </a:lnTo>
                  <a:lnTo>
                    <a:pt x="356" y="58"/>
                  </a:lnTo>
                  <a:lnTo>
                    <a:pt x="360" y="62"/>
                  </a:lnTo>
                  <a:lnTo>
                    <a:pt x="363" y="66"/>
                  </a:lnTo>
                  <a:lnTo>
                    <a:pt x="363" y="67"/>
                  </a:lnTo>
                  <a:lnTo>
                    <a:pt x="365" y="68"/>
                  </a:lnTo>
                  <a:lnTo>
                    <a:pt x="365" y="71"/>
                  </a:lnTo>
                  <a:lnTo>
                    <a:pt x="363" y="72"/>
                  </a:lnTo>
                  <a:lnTo>
                    <a:pt x="363" y="74"/>
                  </a:lnTo>
                  <a:lnTo>
                    <a:pt x="363" y="75"/>
                  </a:lnTo>
                  <a:lnTo>
                    <a:pt x="361" y="75"/>
                  </a:lnTo>
                  <a:lnTo>
                    <a:pt x="360" y="74"/>
                  </a:lnTo>
                  <a:lnTo>
                    <a:pt x="357" y="74"/>
                  </a:lnTo>
                  <a:lnTo>
                    <a:pt x="356" y="75"/>
                  </a:lnTo>
                  <a:lnTo>
                    <a:pt x="353" y="74"/>
                  </a:lnTo>
                  <a:lnTo>
                    <a:pt x="350" y="74"/>
                  </a:lnTo>
                  <a:lnTo>
                    <a:pt x="349" y="78"/>
                  </a:lnTo>
                  <a:lnTo>
                    <a:pt x="345" y="80"/>
                  </a:lnTo>
                  <a:lnTo>
                    <a:pt x="344" y="80"/>
                  </a:lnTo>
                  <a:lnTo>
                    <a:pt x="341" y="79"/>
                  </a:lnTo>
                  <a:lnTo>
                    <a:pt x="341" y="80"/>
                  </a:lnTo>
                  <a:lnTo>
                    <a:pt x="340" y="82"/>
                  </a:lnTo>
                  <a:lnTo>
                    <a:pt x="340" y="83"/>
                  </a:lnTo>
                  <a:lnTo>
                    <a:pt x="338" y="83"/>
                  </a:lnTo>
                  <a:lnTo>
                    <a:pt x="337" y="83"/>
                  </a:lnTo>
                  <a:lnTo>
                    <a:pt x="336" y="84"/>
                  </a:lnTo>
                  <a:lnTo>
                    <a:pt x="333" y="88"/>
                  </a:lnTo>
                  <a:lnTo>
                    <a:pt x="333" y="91"/>
                  </a:lnTo>
                  <a:lnTo>
                    <a:pt x="333" y="93"/>
                  </a:lnTo>
                  <a:lnTo>
                    <a:pt x="332" y="95"/>
                  </a:lnTo>
                  <a:lnTo>
                    <a:pt x="329" y="96"/>
                  </a:lnTo>
                  <a:lnTo>
                    <a:pt x="324" y="100"/>
                  </a:lnTo>
                  <a:lnTo>
                    <a:pt x="321" y="100"/>
                  </a:lnTo>
                  <a:lnTo>
                    <a:pt x="319" y="99"/>
                  </a:lnTo>
                  <a:lnTo>
                    <a:pt x="317" y="100"/>
                  </a:lnTo>
                  <a:lnTo>
                    <a:pt x="315" y="105"/>
                  </a:lnTo>
                  <a:lnTo>
                    <a:pt x="312" y="107"/>
                  </a:lnTo>
                  <a:lnTo>
                    <a:pt x="309" y="108"/>
                  </a:lnTo>
                  <a:lnTo>
                    <a:pt x="308" y="111"/>
                  </a:lnTo>
                  <a:lnTo>
                    <a:pt x="308" y="112"/>
                  </a:lnTo>
                  <a:lnTo>
                    <a:pt x="307" y="112"/>
                  </a:lnTo>
                  <a:lnTo>
                    <a:pt x="304" y="111"/>
                  </a:lnTo>
                  <a:lnTo>
                    <a:pt x="302" y="111"/>
                  </a:lnTo>
                  <a:lnTo>
                    <a:pt x="298" y="109"/>
                  </a:lnTo>
                  <a:lnTo>
                    <a:pt x="295" y="107"/>
                  </a:lnTo>
                  <a:lnTo>
                    <a:pt x="292" y="107"/>
                  </a:lnTo>
                  <a:lnTo>
                    <a:pt x="287" y="108"/>
                  </a:lnTo>
                  <a:lnTo>
                    <a:pt x="284" y="109"/>
                  </a:lnTo>
                  <a:lnTo>
                    <a:pt x="283" y="112"/>
                  </a:lnTo>
                  <a:lnTo>
                    <a:pt x="283" y="117"/>
                  </a:lnTo>
                  <a:lnTo>
                    <a:pt x="283" y="120"/>
                  </a:lnTo>
                  <a:lnTo>
                    <a:pt x="283" y="121"/>
                  </a:lnTo>
                  <a:lnTo>
                    <a:pt x="288" y="125"/>
                  </a:lnTo>
                  <a:lnTo>
                    <a:pt x="292" y="128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90" y="134"/>
                  </a:lnTo>
                  <a:lnTo>
                    <a:pt x="284" y="140"/>
                  </a:lnTo>
                  <a:lnTo>
                    <a:pt x="282" y="145"/>
                  </a:lnTo>
                  <a:lnTo>
                    <a:pt x="281" y="149"/>
                  </a:lnTo>
                  <a:lnTo>
                    <a:pt x="278" y="149"/>
                  </a:lnTo>
                  <a:lnTo>
                    <a:pt x="274" y="150"/>
                  </a:lnTo>
                  <a:lnTo>
                    <a:pt x="271" y="150"/>
                  </a:lnTo>
                  <a:lnTo>
                    <a:pt x="269" y="153"/>
                  </a:lnTo>
                  <a:lnTo>
                    <a:pt x="265" y="155"/>
                  </a:lnTo>
                  <a:lnTo>
                    <a:pt x="262" y="155"/>
                  </a:lnTo>
                  <a:lnTo>
                    <a:pt x="257" y="155"/>
                  </a:lnTo>
                  <a:lnTo>
                    <a:pt x="254" y="157"/>
                  </a:lnTo>
                  <a:lnTo>
                    <a:pt x="250" y="158"/>
                  </a:lnTo>
                  <a:lnTo>
                    <a:pt x="241" y="161"/>
                  </a:lnTo>
                  <a:lnTo>
                    <a:pt x="234" y="163"/>
                  </a:lnTo>
                  <a:lnTo>
                    <a:pt x="232" y="167"/>
                  </a:lnTo>
                  <a:lnTo>
                    <a:pt x="227" y="171"/>
                  </a:lnTo>
                  <a:lnTo>
                    <a:pt x="224" y="172"/>
                  </a:lnTo>
                  <a:lnTo>
                    <a:pt x="221" y="172"/>
                  </a:lnTo>
                  <a:lnTo>
                    <a:pt x="217" y="171"/>
                  </a:lnTo>
                  <a:lnTo>
                    <a:pt x="217" y="170"/>
                  </a:lnTo>
                  <a:lnTo>
                    <a:pt x="217" y="168"/>
                  </a:lnTo>
                  <a:lnTo>
                    <a:pt x="212" y="170"/>
                  </a:lnTo>
                  <a:lnTo>
                    <a:pt x="208" y="171"/>
                  </a:lnTo>
                  <a:lnTo>
                    <a:pt x="204" y="168"/>
                  </a:lnTo>
                  <a:lnTo>
                    <a:pt x="200" y="168"/>
                  </a:lnTo>
                  <a:lnTo>
                    <a:pt x="194" y="166"/>
                  </a:lnTo>
                  <a:lnTo>
                    <a:pt x="186" y="162"/>
                  </a:lnTo>
                  <a:lnTo>
                    <a:pt x="182" y="158"/>
                  </a:lnTo>
                  <a:lnTo>
                    <a:pt x="179" y="158"/>
                  </a:lnTo>
                  <a:lnTo>
                    <a:pt x="170" y="157"/>
                  </a:lnTo>
                  <a:lnTo>
                    <a:pt x="163" y="157"/>
                  </a:lnTo>
                  <a:lnTo>
                    <a:pt x="161" y="157"/>
                  </a:lnTo>
                  <a:lnTo>
                    <a:pt x="159" y="158"/>
                  </a:lnTo>
                  <a:lnTo>
                    <a:pt x="159" y="159"/>
                  </a:lnTo>
                  <a:lnTo>
                    <a:pt x="155" y="161"/>
                  </a:lnTo>
                  <a:lnTo>
                    <a:pt x="149" y="161"/>
                  </a:lnTo>
                  <a:lnTo>
                    <a:pt x="140" y="161"/>
                  </a:lnTo>
                  <a:lnTo>
                    <a:pt x="133" y="161"/>
                  </a:lnTo>
                  <a:lnTo>
                    <a:pt x="126" y="161"/>
                  </a:lnTo>
                  <a:lnTo>
                    <a:pt x="122" y="161"/>
                  </a:lnTo>
                  <a:lnTo>
                    <a:pt x="120" y="161"/>
                  </a:lnTo>
                  <a:lnTo>
                    <a:pt x="119" y="161"/>
                  </a:lnTo>
                  <a:lnTo>
                    <a:pt x="115" y="155"/>
                  </a:lnTo>
                  <a:lnTo>
                    <a:pt x="115" y="153"/>
                  </a:lnTo>
                  <a:lnTo>
                    <a:pt x="112" y="149"/>
                  </a:lnTo>
                  <a:lnTo>
                    <a:pt x="109" y="146"/>
                  </a:lnTo>
                  <a:lnTo>
                    <a:pt x="108" y="143"/>
                  </a:lnTo>
                  <a:lnTo>
                    <a:pt x="108" y="141"/>
                  </a:lnTo>
                  <a:lnTo>
                    <a:pt x="107" y="140"/>
                  </a:lnTo>
                  <a:lnTo>
                    <a:pt x="104" y="140"/>
                  </a:lnTo>
                  <a:lnTo>
                    <a:pt x="104" y="138"/>
                  </a:lnTo>
                  <a:lnTo>
                    <a:pt x="103" y="137"/>
                  </a:lnTo>
                  <a:lnTo>
                    <a:pt x="103" y="136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97" y="136"/>
                  </a:lnTo>
                  <a:lnTo>
                    <a:pt x="95" y="134"/>
                  </a:lnTo>
                  <a:lnTo>
                    <a:pt x="91" y="130"/>
                  </a:lnTo>
                  <a:lnTo>
                    <a:pt x="88" y="130"/>
                  </a:lnTo>
                  <a:lnTo>
                    <a:pt x="88" y="130"/>
                  </a:lnTo>
                  <a:lnTo>
                    <a:pt x="86" y="130"/>
                  </a:lnTo>
                  <a:lnTo>
                    <a:pt x="84" y="129"/>
                  </a:lnTo>
                  <a:lnTo>
                    <a:pt x="80" y="126"/>
                  </a:lnTo>
                  <a:lnTo>
                    <a:pt x="72" y="124"/>
                  </a:lnTo>
                  <a:lnTo>
                    <a:pt x="72" y="125"/>
                  </a:lnTo>
                  <a:lnTo>
                    <a:pt x="71" y="125"/>
                  </a:lnTo>
                  <a:lnTo>
                    <a:pt x="69" y="125"/>
                  </a:lnTo>
                  <a:lnTo>
                    <a:pt x="63" y="126"/>
                  </a:lnTo>
                  <a:lnTo>
                    <a:pt x="51" y="124"/>
                  </a:lnTo>
                  <a:lnTo>
                    <a:pt x="49" y="122"/>
                  </a:lnTo>
                  <a:lnTo>
                    <a:pt x="46" y="117"/>
                  </a:lnTo>
                  <a:lnTo>
                    <a:pt x="46" y="116"/>
                  </a:lnTo>
                  <a:lnTo>
                    <a:pt x="46" y="115"/>
                  </a:lnTo>
                  <a:lnTo>
                    <a:pt x="46" y="113"/>
                  </a:lnTo>
                  <a:lnTo>
                    <a:pt x="47" y="112"/>
                  </a:lnTo>
                  <a:lnTo>
                    <a:pt x="49" y="109"/>
                  </a:lnTo>
                  <a:lnTo>
                    <a:pt x="47" y="108"/>
                  </a:lnTo>
                  <a:lnTo>
                    <a:pt x="46" y="105"/>
                  </a:lnTo>
                  <a:lnTo>
                    <a:pt x="47" y="104"/>
                  </a:lnTo>
                  <a:lnTo>
                    <a:pt x="47" y="101"/>
                  </a:lnTo>
                  <a:lnTo>
                    <a:pt x="46" y="100"/>
                  </a:lnTo>
                  <a:lnTo>
                    <a:pt x="45" y="97"/>
                  </a:lnTo>
                  <a:lnTo>
                    <a:pt x="43" y="96"/>
                  </a:lnTo>
                  <a:lnTo>
                    <a:pt x="41" y="95"/>
                  </a:lnTo>
                  <a:lnTo>
                    <a:pt x="41" y="92"/>
                  </a:lnTo>
                  <a:lnTo>
                    <a:pt x="40" y="91"/>
                  </a:lnTo>
                  <a:lnTo>
                    <a:pt x="38" y="88"/>
                  </a:lnTo>
                  <a:lnTo>
                    <a:pt x="38" y="87"/>
                  </a:lnTo>
                  <a:lnTo>
                    <a:pt x="37" y="86"/>
                  </a:lnTo>
                  <a:lnTo>
                    <a:pt x="34" y="83"/>
                  </a:lnTo>
                  <a:lnTo>
                    <a:pt x="33" y="83"/>
                  </a:lnTo>
                  <a:lnTo>
                    <a:pt x="32" y="82"/>
                  </a:lnTo>
                  <a:lnTo>
                    <a:pt x="30" y="80"/>
                  </a:lnTo>
                  <a:lnTo>
                    <a:pt x="29" y="80"/>
                  </a:lnTo>
                  <a:lnTo>
                    <a:pt x="28" y="82"/>
                  </a:lnTo>
                  <a:lnTo>
                    <a:pt x="26" y="83"/>
                  </a:lnTo>
                  <a:lnTo>
                    <a:pt x="25" y="82"/>
                  </a:lnTo>
                  <a:lnTo>
                    <a:pt x="22" y="80"/>
                  </a:lnTo>
                  <a:lnTo>
                    <a:pt x="22" y="79"/>
                  </a:lnTo>
                  <a:lnTo>
                    <a:pt x="20" y="79"/>
                  </a:lnTo>
                  <a:lnTo>
                    <a:pt x="17" y="80"/>
                  </a:lnTo>
                  <a:lnTo>
                    <a:pt x="17" y="82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6"/>
                  </a:lnTo>
                  <a:lnTo>
                    <a:pt x="8" y="75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0" y="62"/>
                  </a:lnTo>
                  <a:lnTo>
                    <a:pt x="1" y="58"/>
                  </a:lnTo>
                  <a:lnTo>
                    <a:pt x="4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12" y="53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7" y="47"/>
                  </a:lnTo>
                  <a:lnTo>
                    <a:pt x="20" y="46"/>
                  </a:lnTo>
                  <a:lnTo>
                    <a:pt x="20" y="43"/>
                  </a:lnTo>
                  <a:lnTo>
                    <a:pt x="21" y="42"/>
                  </a:lnTo>
                  <a:lnTo>
                    <a:pt x="24" y="41"/>
                  </a:lnTo>
                  <a:lnTo>
                    <a:pt x="25" y="40"/>
                  </a:lnTo>
                  <a:lnTo>
                    <a:pt x="26" y="38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9" y="36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8" y="30"/>
                  </a:lnTo>
                  <a:lnTo>
                    <a:pt x="41" y="30"/>
                  </a:lnTo>
                  <a:lnTo>
                    <a:pt x="42" y="30"/>
                  </a:lnTo>
                  <a:lnTo>
                    <a:pt x="45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9" y="30"/>
                  </a:lnTo>
                  <a:lnTo>
                    <a:pt x="50" y="32"/>
                  </a:lnTo>
                  <a:lnTo>
                    <a:pt x="51" y="34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7" y="33"/>
                  </a:lnTo>
                  <a:lnTo>
                    <a:pt x="58" y="32"/>
                  </a:lnTo>
                  <a:lnTo>
                    <a:pt x="62" y="32"/>
                  </a:lnTo>
                  <a:lnTo>
                    <a:pt x="63" y="34"/>
                  </a:lnTo>
                  <a:lnTo>
                    <a:pt x="63" y="36"/>
                  </a:lnTo>
                  <a:lnTo>
                    <a:pt x="65" y="37"/>
                  </a:lnTo>
                  <a:lnTo>
                    <a:pt x="70" y="41"/>
                  </a:lnTo>
                  <a:lnTo>
                    <a:pt x="72" y="42"/>
                  </a:lnTo>
                  <a:lnTo>
                    <a:pt x="76" y="45"/>
                  </a:lnTo>
                  <a:lnTo>
                    <a:pt x="78" y="43"/>
                  </a:lnTo>
                  <a:lnTo>
                    <a:pt x="80" y="42"/>
                  </a:lnTo>
                  <a:lnTo>
                    <a:pt x="83" y="41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90" y="42"/>
                  </a:lnTo>
                  <a:lnTo>
                    <a:pt x="91" y="42"/>
                  </a:lnTo>
                  <a:lnTo>
                    <a:pt x="96" y="42"/>
                  </a:lnTo>
                  <a:lnTo>
                    <a:pt x="97" y="4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103" y="42"/>
                  </a:lnTo>
                  <a:lnTo>
                    <a:pt x="107" y="42"/>
                  </a:lnTo>
                  <a:lnTo>
                    <a:pt x="109" y="38"/>
                  </a:lnTo>
                  <a:lnTo>
                    <a:pt x="108" y="37"/>
                  </a:lnTo>
                  <a:lnTo>
                    <a:pt x="105" y="36"/>
                  </a:lnTo>
                  <a:lnTo>
                    <a:pt x="105" y="32"/>
                  </a:lnTo>
                  <a:lnTo>
                    <a:pt x="107" y="28"/>
                  </a:lnTo>
                  <a:lnTo>
                    <a:pt x="105" y="26"/>
                  </a:lnTo>
                  <a:lnTo>
                    <a:pt x="104" y="25"/>
                  </a:lnTo>
                  <a:lnTo>
                    <a:pt x="103" y="24"/>
                  </a:lnTo>
                  <a:lnTo>
                    <a:pt x="99" y="22"/>
                  </a:lnTo>
                  <a:lnTo>
                    <a:pt x="97" y="20"/>
                  </a:lnTo>
                  <a:lnTo>
                    <a:pt x="99" y="15"/>
                  </a:lnTo>
                  <a:lnTo>
                    <a:pt x="100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4" y="7"/>
                  </a:lnTo>
                  <a:lnTo>
                    <a:pt x="105" y="8"/>
                  </a:lnTo>
                  <a:lnTo>
                    <a:pt x="105" y="5"/>
                  </a:lnTo>
                  <a:lnTo>
                    <a:pt x="105" y="4"/>
                  </a:lnTo>
                  <a:lnTo>
                    <a:pt x="105" y="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7" name="Freeform 348"/>
            <p:cNvSpPr>
              <a:spLocks/>
            </p:cNvSpPr>
            <p:nvPr/>
          </p:nvSpPr>
          <p:spPr bwMode="auto">
            <a:xfrm>
              <a:off x="7051901" y="2403950"/>
              <a:ext cx="1144524" cy="601446"/>
            </a:xfrm>
            <a:custGeom>
              <a:avLst/>
              <a:gdLst>
                <a:gd name="T0" fmla="*/ 245 w 451"/>
                <a:gd name="T1" fmla="*/ 7 h 237"/>
                <a:gd name="T2" fmla="*/ 249 w 451"/>
                <a:gd name="T3" fmla="*/ 22 h 237"/>
                <a:gd name="T4" fmla="*/ 260 w 451"/>
                <a:gd name="T5" fmla="*/ 19 h 237"/>
                <a:gd name="T6" fmla="*/ 268 w 451"/>
                <a:gd name="T7" fmla="*/ 22 h 237"/>
                <a:gd name="T8" fmla="*/ 278 w 451"/>
                <a:gd name="T9" fmla="*/ 32 h 237"/>
                <a:gd name="T10" fmla="*/ 297 w 451"/>
                <a:gd name="T11" fmla="*/ 27 h 237"/>
                <a:gd name="T12" fmla="*/ 314 w 451"/>
                <a:gd name="T13" fmla="*/ 12 h 237"/>
                <a:gd name="T14" fmla="*/ 368 w 451"/>
                <a:gd name="T15" fmla="*/ 70 h 237"/>
                <a:gd name="T16" fmla="*/ 377 w 451"/>
                <a:gd name="T17" fmla="*/ 73 h 237"/>
                <a:gd name="T18" fmla="*/ 392 w 451"/>
                <a:gd name="T19" fmla="*/ 69 h 237"/>
                <a:gd name="T20" fmla="*/ 414 w 451"/>
                <a:gd name="T21" fmla="*/ 78 h 237"/>
                <a:gd name="T22" fmla="*/ 422 w 451"/>
                <a:gd name="T23" fmla="*/ 87 h 237"/>
                <a:gd name="T24" fmla="*/ 442 w 451"/>
                <a:gd name="T25" fmla="*/ 83 h 237"/>
                <a:gd name="T26" fmla="*/ 447 w 451"/>
                <a:gd name="T27" fmla="*/ 97 h 237"/>
                <a:gd name="T28" fmla="*/ 439 w 451"/>
                <a:gd name="T29" fmla="*/ 122 h 237"/>
                <a:gd name="T30" fmla="*/ 428 w 451"/>
                <a:gd name="T31" fmla="*/ 131 h 237"/>
                <a:gd name="T32" fmla="*/ 409 w 451"/>
                <a:gd name="T33" fmla="*/ 148 h 237"/>
                <a:gd name="T34" fmla="*/ 406 w 451"/>
                <a:gd name="T35" fmla="*/ 162 h 237"/>
                <a:gd name="T36" fmla="*/ 384 w 451"/>
                <a:gd name="T37" fmla="*/ 168 h 237"/>
                <a:gd name="T38" fmla="*/ 393 w 451"/>
                <a:gd name="T39" fmla="*/ 181 h 237"/>
                <a:gd name="T40" fmla="*/ 398 w 451"/>
                <a:gd name="T41" fmla="*/ 202 h 237"/>
                <a:gd name="T42" fmla="*/ 369 w 451"/>
                <a:gd name="T43" fmla="*/ 199 h 237"/>
                <a:gd name="T44" fmla="*/ 332 w 451"/>
                <a:gd name="T45" fmla="*/ 200 h 237"/>
                <a:gd name="T46" fmla="*/ 319 w 451"/>
                <a:gd name="T47" fmla="*/ 208 h 237"/>
                <a:gd name="T48" fmla="*/ 289 w 451"/>
                <a:gd name="T49" fmla="*/ 214 h 237"/>
                <a:gd name="T50" fmla="*/ 268 w 451"/>
                <a:gd name="T51" fmla="*/ 236 h 237"/>
                <a:gd name="T52" fmla="*/ 230 w 451"/>
                <a:gd name="T53" fmla="*/ 206 h 237"/>
                <a:gd name="T54" fmla="*/ 126 w 451"/>
                <a:gd name="T55" fmla="*/ 236 h 237"/>
                <a:gd name="T56" fmla="*/ 81 w 451"/>
                <a:gd name="T57" fmla="*/ 225 h 237"/>
                <a:gd name="T58" fmla="*/ 74 w 451"/>
                <a:gd name="T59" fmla="*/ 216 h 237"/>
                <a:gd name="T60" fmla="*/ 65 w 451"/>
                <a:gd name="T61" fmla="*/ 208 h 237"/>
                <a:gd name="T62" fmla="*/ 53 w 451"/>
                <a:gd name="T63" fmla="*/ 194 h 237"/>
                <a:gd name="T64" fmla="*/ 62 w 451"/>
                <a:gd name="T65" fmla="*/ 190 h 237"/>
                <a:gd name="T66" fmla="*/ 60 w 451"/>
                <a:gd name="T67" fmla="*/ 182 h 237"/>
                <a:gd name="T68" fmla="*/ 73 w 451"/>
                <a:gd name="T69" fmla="*/ 175 h 237"/>
                <a:gd name="T70" fmla="*/ 79 w 451"/>
                <a:gd name="T71" fmla="*/ 174 h 237"/>
                <a:gd name="T72" fmla="*/ 79 w 451"/>
                <a:gd name="T73" fmla="*/ 160 h 237"/>
                <a:gd name="T74" fmla="*/ 70 w 451"/>
                <a:gd name="T75" fmla="*/ 152 h 237"/>
                <a:gd name="T76" fmla="*/ 62 w 451"/>
                <a:gd name="T77" fmla="*/ 154 h 237"/>
                <a:gd name="T78" fmla="*/ 52 w 451"/>
                <a:gd name="T79" fmla="*/ 154 h 237"/>
                <a:gd name="T80" fmla="*/ 41 w 451"/>
                <a:gd name="T81" fmla="*/ 160 h 237"/>
                <a:gd name="T82" fmla="*/ 29 w 451"/>
                <a:gd name="T83" fmla="*/ 158 h 237"/>
                <a:gd name="T84" fmla="*/ 7 w 451"/>
                <a:gd name="T85" fmla="*/ 135 h 237"/>
                <a:gd name="T86" fmla="*/ 7 w 451"/>
                <a:gd name="T87" fmla="*/ 103 h 237"/>
                <a:gd name="T88" fmla="*/ 24 w 451"/>
                <a:gd name="T89" fmla="*/ 97 h 237"/>
                <a:gd name="T90" fmla="*/ 39 w 451"/>
                <a:gd name="T91" fmla="*/ 82 h 237"/>
                <a:gd name="T92" fmla="*/ 47 w 451"/>
                <a:gd name="T93" fmla="*/ 83 h 237"/>
                <a:gd name="T94" fmla="*/ 58 w 451"/>
                <a:gd name="T95" fmla="*/ 81 h 237"/>
                <a:gd name="T96" fmla="*/ 79 w 451"/>
                <a:gd name="T97" fmla="*/ 91 h 237"/>
                <a:gd name="T98" fmla="*/ 94 w 451"/>
                <a:gd name="T99" fmla="*/ 91 h 237"/>
                <a:gd name="T100" fmla="*/ 107 w 451"/>
                <a:gd name="T101" fmla="*/ 85 h 237"/>
                <a:gd name="T102" fmla="*/ 126 w 451"/>
                <a:gd name="T103" fmla="*/ 85 h 237"/>
                <a:gd name="T104" fmla="*/ 140 w 451"/>
                <a:gd name="T105" fmla="*/ 94 h 237"/>
                <a:gd name="T106" fmla="*/ 157 w 451"/>
                <a:gd name="T107" fmla="*/ 78 h 237"/>
                <a:gd name="T108" fmla="*/ 141 w 451"/>
                <a:gd name="T109" fmla="*/ 69 h 237"/>
                <a:gd name="T110" fmla="*/ 149 w 451"/>
                <a:gd name="T111" fmla="*/ 50 h 237"/>
                <a:gd name="T112" fmla="*/ 147 w 451"/>
                <a:gd name="T113" fmla="*/ 45 h 237"/>
                <a:gd name="T114" fmla="*/ 141 w 451"/>
                <a:gd name="T115" fmla="*/ 36 h 237"/>
                <a:gd name="T116" fmla="*/ 154 w 451"/>
                <a:gd name="T117" fmla="*/ 33 h 237"/>
                <a:gd name="T118" fmla="*/ 174 w 451"/>
                <a:gd name="T119" fmla="*/ 28 h 237"/>
                <a:gd name="T120" fmla="*/ 189 w 451"/>
                <a:gd name="T121" fmla="*/ 20 h 237"/>
                <a:gd name="T122" fmla="*/ 207 w 451"/>
                <a:gd name="T123" fmla="*/ 12 h 237"/>
                <a:gd name="T124" fmla="*/ 220 w 451"/>
                <a:gd name="T125" fmla="*/ 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1" h="237">
                  <a:moveTo>
                    <a:pt x="227" y="0"/>
                  </a:moveTo>
                  <a:lnTo>
                    <a:pt x="230" y="2"/>
                  </a:lnTo>
                  <a:lnTo>
                    <a:pt x="234" y="2"/>
                  </a:lnTo>
                  <a:lnTo>
                    <a:pt x="236" y="4"/>
                  </a:lnTo>
                  <a:lnTo>
                    <a:pt x="239" y="4"/>
                  </a:lnTo>
                  <a:lnTo>
                    <a:pt x="241" y="3"/>
                  </a:lnTo>
                  <a:lnTo>
                    <a:pt x="244" y="3"/>
                  </a:lnTo>
                  <a:lnTo>
                    <a:pt x="244" y="6"/>
                  </a:lnTo>
                  <a:lnTo>
                    <a:pt x="245" y="7"/>
                  </a:lnTo>
                  <a:lnTo>
                    <a:pt x="247" y="8"/>
                  </a:lnTo>
                  <a:lnTo>
                    <a:pt x="248" y="11"/>
                  </a:lnTo>
                  <a:lnTo>
                    <a:pt x="249" y="12"/>
                  </a:lnTo>
                  <a:lnTo>
                    <a:pt x="249" y="14"/>
                  </a:lnTo>
                  <a:lnTo>
                    <a:pt x="249" y="15"/>
                  </a:lnTo>
                  <a:lnTo>
                    <a:pt x="249" y="18"/>
                  </a:lnTo>
                  <a:lnTo>
                    <a:pt x="249" y="19"/>
                  </a:lnTo>
                  <a:lnTo>
                    <a:pt x="248" y="19"/>
                  </a:lnTo>
                  <a:lnTo>
                    <a:pt x="249" y="22"/>
                  </a:lnTo>
                  <a:lnTo>
                    <a:pt x="251" y="22"/>
                  </a:lnTo>
                  <a:lnTo>
                    <a:pt x="253" y="20"/>
                  </a:lnTo>
                  <a:lnTo>
                    <a:pt x="255" y="22"/>
                  </a:lnTo>
                  <a:lnTo>
                    <a:pt x="256" y="22"/>
                  </a:lnTo>
                  <a:lnTo>
                    <a:pt x="256" y="19"/>
                  </a:lnTo>
                  <a:lnTo>
                    <a:pt x="259" y="19"/>
                  </a:lnTo>
                  <a:lnTo>
                    <a:pt x="259" y="22"/>
                  </a:lnTo>
                  <a:lnTo>
                    <a:pt x="260" y="22"/>
                  </a:lnTo>
                  <a:lnTo>
                    <a:pt x="260" y="19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4" y="19"/>
                  </a:lnTo>
                  <a:lnTo>
                    <a:pt x="265" y="23"/>
                  </a:lnTo>
                  <a:lnTo>
                    <a:pt x="266" y="25"/>
                  </a:lnTo>
                  <a:lnTo>
                    <a:pt x="268" y="25"/>
                  </a:lnTo>
                  <a:lnTo>
                    <a:pt x="269" y="24"/>
                  </a:lnTo>
                  <a:lnTo>
                    <a:pt x="268" y="23"/>
                  </a:lnTo>
                  <a:lnTo>
                    <a:pt x="268" y="22"/>
                  </a:lnTo>
                  <a:lnTo>
                    <a:pt x="270" y="22"/>
                  </a:lnTo>
                  <a:lnTo>
                    <a:pt x="274" y="24"/>
                  </a:lnTo>
                  <a:lnTo>
                    <a:pt x="276" y="24"/>
                  </a:lnTo>
                  <a:lnTo>
                    <a:pt x="278" y="23"/>
                  </a:lnTo>
                  <a:lnTo>
                    <a:pt x="280" y="23"/>
                  </a:lnTo>
                  <a:lnTo>
                    <a:pt x="278" y="25"/>
                  </a:lnTo>
                  <a:lnTo>
                    <a:pt x="277" y="27"/>
                  </a:lnTo>
                  <a:lnTo>
                    <a:pt x="277" y="29"/>
                  </a:lnTo>
                  <a:lnTo>
                    <a:pt x="278" y="32"/>
                  </a:lnTo>
                  <a:lnTo>
                    <a:pt x="280" y="32"/>
                  </a:lnTo>
                  <a:lnTo>
                    <a:pt x="281" y="29"/>
                  </a:lnTo>
                  <a:lnTo>
                    <a:pt x="284" y="29"/>
                  </a:lnTo>
                  <a:lnTo>
                    <a:pt x="289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28"/>
                  </a:lnTo>
                  <a:lnTo>
                    <a:pt x="293" y="27"/>
                  </a:lnTo>
                  <a:lnTo>
                    <a:pt x="297" y="27"/>
                  </a:lnTo>
                  <a:lnTo>
                    <a:pt x="299" y="24"/>
                  </a:lnTo>
                  <a:lnTo>
                    <a:pt x="299" y="23"/>
                  </a:lnTo>
                  <a:lnTo>
                    <a:pt x="302" y="22"/>
                  </a:lnTo>
                  <a:lnTo>
                    <a:pt x="302" y="19"/>
                  </a:lnTo>
                  <a:lnTo>
                    <a:pt x="305" y="16"/>
                  </a:lnTo>
                  <a:lnTo>
                    <a:pt x="306" y="16"/>
                  </a:lnTo>
                  <a:lnTo>
                    <a:pt x="309" y="14"/>
                  </a:lnTo>
                  <a:lnTo>
                    <a:pt x="311" y="14"/>
                  </a:lnTo>
                  <a:lnTo>
                    <a:pt x="314" y="12"/>
                  </a:lnTo>
                  <a:lnTo>
                    <a:pt x="315" y="14"/>
                  </a:lnTo>
                  <a:lnTo>
                    <a:pt x="315" y="15"/>
                  </a:lnTo>
                  <a:lnTo>
                    <a:pt x="313" y="18"/>
                  </a:lnTo>
                  <a:lnTo>
                    <a:pt x="311" y="18"/>
                  </a:lnTo>
                  <a:lnTo>
                    <a:pt x="313" y="20"/>
                  </a:lnTo>
                  <a:lnTo>
                    <a:pt x="334" y="36"/>
                  </a:lnTo>
                  <a:lnTo>
                    <a:pt x="363" y="73"/>
                  </a:lnTo>
                  <a:lnTo>
                    <a:pt x="365" y="72"/>
                  </a:lnTo>
                  <a:lnTo>
                    <a:pt x="368" y="70"/>
                  </a:lnTo>
                  <a:lnTo>
                    <a:pt x="368" y="69"/>
                  </a:lnTo>
                  <a:lnTo>
                    <a:pt x="368" y="69"/>
                  </a:lnTo>
                  <a:lnTo>
                    <a:pt x="366" y="66"/>
                  </a:lnTo>
                  <a:lnTo>
                    <a:pt x="369" y="65"/>
                  </a:lnTo>
                  <a:lnTo>
                    <a:pt x="372" y="66"/>
                  </a:lnTo>
                  <a:lnTo>
                    <a:pt x="372" y="69"/>
                  </a:lnTo>
                  <a:lnTo>
                    <a:pt x="372" y="70"/>
                  </a:lnTo>
                  <a:lnTo>
                    <a:pt x="374" y="70"/>
                  </a:lnTo>
                  <a:lnTo>
                    <a:pt x="377" y="73"/>
                  </a:lnTo>
                  <a:lnTo>
                    <a:pt x="378" y="73"/>
                  </a:lnTo>
                  <a:lnTo>
                    <a:pt x="381" y="72"/>
                  </a:lnTo>
                  <a:lnTo>
                    <a:pt x="382" y="72"/>
                  </a:lnTo>
                  <a:lnTo>
                    <a:pt x="385" y="73"/>
                  </a:lnTo>
                  <a:lnTo>
                    <a:pt x="388" y="72"/>
                  </a:lnTo>
                  <a:lnTo>
                    <a:pt x="390" y="72"/>
                  </a:lnTo>
                  <a:lnTo>
                    <a:pt x="392" y="72"/>
                  </a:lnTo>
                  <a:lnTo>
                    <a:pt x="393" y="70"/>
                  </a:lnTo>
                  <a:lnTo>
                    <a:pt x="392" y="69"/>
                  </a:lnTo>
                  <a:lnTo>
                    <a:pt x="393" y="68"/>
                  </a:lnTo>
                  <a:lnTo>
                    <a:pt x="397" y="68"/>
                  </a:lnTo>
                  <a:lnTo>
                    <a:pt x="401" y="68"/>
                  </a:lnTo>
                  <a:lnTo>
                    <a:pt x="405" y="68"/>
                  </a:lnTo>
                  <a:lnTo>
                    <a:pt x="407" y="70"/>
                  </a:lnTo>
                  <a:lnTo>
                    <a:pt x="410" y="74"/>
                  </a:lnTo>
                  <a:lnTo>
                    <a:pt x="411" y="77"/>
                  </a:lnTo>
                  <a:lnTo>
                    <a:pt x="413" y="77"/>
                  </a:lnTo>
                  <a:lnTo>
                    <a:pt x="414" y="78"/>
                  </a:lnTo>
                  <a:lnTo>
                    <a:pt x="418" y="79"/>
                  </a:lnTo>
                  <a:lnTo>
                    <a:pt x="418" y="79"/>
                  </a:lnTo>
                  <a:lnTo>
                    <a:pt x="420" y="81"/>
                  </a:lnTo>
                  <a:lnTo>
                    <a:pt x="420" y="82"/>
                  </a:lnTo>
                  <a:lnTo>
                    <a:pt x="419" y="82"/>
                  </a:lnTo>
                  <a:lnTo>
                    <a:pt x="419" y="85"/>
                  </a:lnTo>
                  <a:lnTo>
                    <a:pt x="420" y="86"/>
                  </a:lnTo>
                  <a:lnTo>
                    <a:pt x="422" y="87"/>
                  </a:lnTo>
                  <a:lnTo>
                    <a:pt x="422" y="87"/>
                  </a:lnTo>
                  <a:lnTo>
                    <a:pt x="423" y="87"/>
                  </a:lnTo>
                  <a:lnTo>
                    <a:pt x="426" y="89"/>
                  </a:lnTo>
                  <a:lnTo>
                    <a:pt x="427" y="90"/>
                  </a:lnTo>
                  <a:lnTo>
                    <a:pt x="428" y="89"/>
                  </a:lnTo>
                  <a:lnTo>
                    <a:pt x="430" y="87"/>
                  </a:lnTo>
                  <a:lnTo>
                    <a:pt x="435" y="87"/>
                  </a:lnTo>
                  <a:lnTo>
                    <a:pt x="438" y="86"/>
                  </a:lnTo>
                  <a:lnTo>
                    <a:pt x="439" y="85"/>
                  </a:lnTo>
                  <a:lnTo>
                    <a:pt x="442" y="83"/>
                  </a:lnTo>
                  <a:lnTo>
                    <a:pt x="443" y="83"/>
                  </a:lnTo>
                  <a:lnTo>
                    <a:pt x="442" y="86"/>
                  </a:lnTo>
                  <a:lnTo>
                    <a:pt x="443" y="89"/>
                  </a:lnTo>
                  <a:lnTo>
                    <a:pt x="444" y="89"/>
                  </a:lnTo>
                  <a:lnTo>
                    <a:pt x="447" y="91"/>
                  </a:lnTo>
                  <a:lnTo>
                    <a:pt x="449" y="93"/>
                  </a:lnTo>
                  <a:lnTo>
                    <a:pt x="451" y="94"/>
                  </a:lnTo>
                  <a:lnTo>
                    <a:pt x="448" y="95"/>
                  </a:lnTo>
                  <a:lnTo>
                    <a:pt x="447" y="97"/>
                  </a:lnTo>
                  <a:lnTo>
                    <a:pt x="444" y="100"/>
                  </a:lnTo>
                  <a:lnTo>
                    <a:pt x="444" y="102"/>
                  </a:lnTo>
                  <a:lnTo>
                    <a:pt x="444" y="103"/>
                  </a:lnTo>
                  <a:lnTo>
                    <a:pt x="443" y="106"/>
                  </a:lnTo>
                  <a:lnTo>
                    <a:pt x="439" y="107"/>
                  </a:lnTo>
                  <a:lnTo>
                    <a:pt x="438" y="108"/>
                  </a:lnTo>
                  <a:lnTo>
                    <a:pt x="436" y="111"/>
                  </a:lnTo>
                  <a:lnTo>
                    <a:pt x="438" y="116"/>
                  </a:lnTo>
                  <a:lnTo>
                    <a:pt x="439" y="122"/>
                  </a:lnTo>
                  <a:lnTo>
                    <a:pt x="442" y="124"/>
                  </a:lnTo>
                  <a:lnTo>
                    <a:pt x="442" y="125"/>
                  </a:lnTo>
                  <a:lnTo>
                    <a:pt x="438" y="129"/>
                  </a:lnTo>
                  <a:lnTo>
                    <a:pt x="436" y="129"/>
                  </a:lnTo>
                  <a:lnTo>
                    <a:pt x="434" y="132"/>
                  </a:lnTo>
                  <a:lnTo>
                    <a:pt x="432" y="133"/>
                  </a:lnTo>
                  <a:lnTo>
                    <a:pt x="431" y="132"/>
                  </a:lnTo>
                  <a:lnTo>
                    <a:pt x="430" y="131"/>
                  </a:lnTo>
                  <a:lnTo>
                    <a:pt x="428" y="131"/>
                  </a:lnTo>
                  <a:lnTo>
                    <a:pt x="423" y="132"/>
                  </a:lnTo>
                  <a:lnTo>
                    <a:pt x="420" y="132"/>
                  </a:lnTo>
                  <a:lnTo>
                    <a:pt x="415" y="131"/>
                  </a:lnTo>
                  <a:lnTo>
                    <a:pt x="413" y="129"/>
                  </a:lnTo>
                  <a:lnTo>
                    <a:pt x="411" y="131"/>
                  </a:lnTo>
                  <a:lnTo>
                    <a:pt x="411" y="136"/>
                  </a:lnTo>
                  <a:lnTo>
                    <a:pt x="410" y="139"/>
                  </a:lnTo>
                  <a:lnTo>
                    <a:pt x="410" y="141"/>
                  </a:lnTo>
                  <a:lnTo>
                    <a:pt x="409" y="148"/>
                  </a:lnTo>
                  <a:lnTo>
                    <a:pt x="409" y="153"/>
                  </a:lnTo>
                  <a:lnTo>
                    <a:pt x="407" y="156"/>
                  </a:lnTo>
                  <a:lnTo>
                    <a:pt x="409" y="157"/>
                  </a:lnTo>
                  <a:lnTo>
                    <a:pt x="411" y="157"/>
                  </a:lnTo>
                  <a:lnTo>
                    <a:pt x="411" y="160"/>
                  </a:lnTo>
                  <a:lnTo>
                    <a:pt x="410" y="162"/>
                  </a:lnTo>
                  <a:lnTo>
                    <a:pt x="409" y="162"/>
                  </a:lnTo>
                  <a:lnTo>
                    <a:pt x="407" y="162"/>
                  </a:lnTo>
                  <a:lnTo>
                    <a:pt x="406" y="162"/>
                  </a:lnTo>
                  <a:lnTo>
                    <a:pt x="405" y="161"/>
                  </a:lnTo>
                  <a:lnTo>
                    <a:pt x="403" y="162"/>
                  </a:lnTo>
                  <a:lnTo>
                    <a:pt x="399" y="162"/>
                  </a:lnTo>
                  <a:lnTo>
                    <a:pt x="394" y="164"/>
                  </a:lnTo>
                  <a:lnTo>
                    <a:pt x="392" y="165"/>
                  </a:lnTo>
                  <a:lnTo>
                    <a:pt x="389" y="165"/>
                  </a:lnTo>
                  <a:lnTo>
                    <a:pt x="388" y="165"/>
                  </a:lnTo>
                  <a:lnTo>
                    <a:pt x="386" y="165"/>
                  </a:lnTo>
                  <a:lnTo>
                    <a:pt x="384" y="168"/>
                  </a:lnTo>
                  <a:lnTo>
                    <a:pt x="384" y="169"/>
                  </a:lnTo>
                  <a:lnTo>
                    <a:pt x="386" y="170"/>
                  </a:lnTo>
                  <a:lnTo>
                    <a:pt x="389" y="170"/>
                  </a:lnTo>
                  <a:lnTo>
                    <a:pt x="392" y="170"/>
                  </a:lnTo>
                  <a:lnTo>
                    <a:pt x="392" y="172"/>
                  </a:lnTo>
                  <a:lnTo>
                    <a:pt x="390" y="174"/>
                  </a:lnTo>
                  <a:lnTo>
                    <a:pt x="392" y="177"/>
                  </a:lnTo>
                  <a:lnTo>
                    <a:pt x="392" y="179"/>
                  </a:lnTo>
                  <a:lnTo>
                    <a:pt x="393" y="181"/>
                  </a:lnTo>
                  <a:lnTo>
                    <a:pt x="393" y="183"/>
                  </a:lnTo>
                  <a:lnTo>
                    <a:pt x="395" y="186"/>
                  </a:lnTo>
                  <a:lnTo>
                    <a:pt x="395" y="189"/>
                  </a:lnTo>
                  <a:lnTo>
                    <a:pt x="398" y="190"/>
                  </a:lnTo>
                  <a:lnTo>
                    <a:pt x="399" y="195"/>
                  </a:lnTo>
                  <a:lnTo>
                    <a:pt x="398" y="197"/>
                  </a:lnTo>
                  <a:lnTo>
                    <a:pt x="397" y="199"/>
                  </a:lnTo>
                  <a:lnTo>
                    <a:pt x="399" y="200"/>
                  </a:lnTo>
                  <a:lnTo>
                    <a:pt x="398" y="202"/>
                  </a:lnTo>
                  <a:lnTo>
                    <a:pt x="398" y="203"/>
                  </a:lnTo>
                  <a:lnTo>
                    <a:pt x="395" y="204"/>
                  </a:lnTo>
                  <a:lnTo>
                    <a:pt x="395" y="207"/>
                  </a:lnTo>
                  <a:lnTo>
                    <a:pt x="393" y="208"/>
                  </a:lnTo>
                  <a:lnTo>
                    <a:pt x="388" y="207"/>
                  </a:lnTo>
                  <a:lnTo>
                    <a:pt x="382" y="202"/>
                  </a:lnTo>
                  <a:lnTo>
                    <a:pt x="381" y="202"/>
                  </a:lnTo>
                  <a:lnTo>
                    <a:pt x="376" y="200"/>
                  </a:lnTo>
                  <a:lnTo>
                    <a:pt x="369" y="199"/>
                  </a:lnTo>
                  <a:lnTo>
                    <a:pt x="365" y="200"/>
                  </a:lnTo>
                  <a:lnTo>
                    <a:pt x="359" y="199"/>
                  </a:lnTo>
                  <a:lnTo>
                    <a:pt x="353" y="200"/>
                  </a:lnTo>
                  <a:lnTo>
                    <a:pt x="351" y="200"/>
                  </a:lnTo>
                  <a:lnTo>
                    <a:pt x="348" y="200"/>
                  </a:lnTo>
                  <a:lnTo>
                    <a:pt x="345" y="202"/>
                  </a:lnTo>
                  <a:lnTo>
                    <a:pt x="343" y="203"/>
                  </a:lnTo>
                  <a:lnTo>
                    <a:pt x="336" y="202"/>
                  </a:lnTo>
                  <a:lnTo>
                    <a:pt x="332" y="200"/>
                  </a:lnTo>
                  <a:lnTo>
                    <a:pt x="330" y="199"/>
                  </a:lnTo>
                  <a:lnTo>
                    <a:pt x="326" y="199"/>
                  </a:lnTo>
                  <a:lnTo>
                    <a:pt x="324" y="200"/>
                  </a:lnTo>
                  <a:lnTo>
                    <a:pt x="322" y="200"/>
                  </a:lnTo>
                  <a:lnTo>
                    <a:pt x="319" y="199"/>
                  </a:lnTo>
                  <a:lnTo>
                    <a:pt x="318" y="200"/>
                  </a:lnTo>
                  <a:lnTo>
                    <a:pt x="318" y="203"/>
                  </a:lnTo>
                  <a:lnTo>
                    <a:pt x="319" y="206"/>
                  </a:lnTo>
                  <a:lnTo>
                    <a:pt x="319" y="208"/>
                  </a:lnTo>
                  <a:lnTo>
                    <a:pt x="315" y="210"/>
                  </a:lnTo>
                  <a:lnTo>
                    <a:pt x="309" y="210"/>
                  </a:lnTo>
                  <a:lnTo>
                    <a:pt x="299" y="208"/>
                  </a:lnTo>
                  <a:lnTo>
                    <a:pt x="297" y="207"/>
                  </a:lnTo>
                  <a:lnTo>
                    <a:pt x="293" y="207"/>
                  </a:lnTo>
                  <a:lnTo>
                    <a:pt x="291" y="210"/>
                  </a:lnTo>
                  <a:lnTo>
                    <a:pt x="291" y="211"/>
                  </a:lnTo>
                  <a:lnTo>
                    <a:pt x="289" y="212"/>
                  </a:lnTo>
                  <a:lnTo>
                    <a:pt x="289" y="214"/>
                  </a:lnTo>
                  <a:lnTo>
                    <a:pt x="289" y="214"/>
                  </a:lnTo>
                  <a:lnTo>
                    <a:pt x="286" y="216"/>
                  </a:lnTo>
                  <a:lnTo>
                    <a:pt x="284" y="218"/>
                  </a:lnTo>
                  <a:lnTo>
                    <a:pt x="280" y="223"/>
                  </a:lnTo>
                  <a:lnTo>
                    <a:pt x="278" y="225"/>
                  </a:lnTo>
                  <a:lnTo>
                    <a:pt x="276" y="228"/>
                  </a:lnTo>
                  <a:lnTo>
                    <a:pt x="274" y="232"/>
                  </a:lnTo>
                  <a:lnTo>
                    <a:pt x="269" y="236"/>
                  </a:lnTo>
                  <a:lnTo>
                    <a:pt x="268" y="236"/>
                  </a:lnTo>
                  <a:lnTo>
                    <a:pt x="262" y="233"/>
                  </a:lnTo>
                  <a:lnTo>
                    <a:pt x="259" y="232"/>
                  </a:lnTo>
                  <a:lnTo>
                    <a:pt x="255" y="233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3" y="222"/>
                  </a:lnTo>
                  <a:lnTo>
                    <a:pt x="234" y="222"/>
                  </a:lnTo>
                  <a:lnTo>
                    <a:pt x="234" y="204"/>
                  </a:lnTo>
                  <a:lnTo>
                    <a:pt x="230" y="206"/>
                  </a:lnTo>
                  <a:lnTo>
                    <a:pt x="227" y="198"/>
                  </a:lnTo>
                  <a:lnTo>
                    <a:pt x="220" y="194"/>
                  </a:lnTo>
                  <a:lnTo>
                    <a:pt x="201" y="194"/>
                  </a:lnTo>
                  <a:lnTo>
                    <a:pt x="183" y="195"/>
                  </a:lnTo>
                  <a:lnTo>
                    <a:pt x="173" y="190"/>
                  </a:lnTo>
                  <a:lnTo>
                    <a:pt x="166" y="187"/>
                  </a:lnTo>
                  <a:lnTo>
                    <a:pt x="147" y="174"/>
                  </a:lnTo>
                  <a:lnTo>
                    <a:pt x="116" y="179"/>
                  </a:lnTo>
                  <a:lnTo>
                    <a:pt x="126" y="236"/>
                  </a:lnTo>
                  <a:lnTo>
                    <a:pt x="124" y="236"/>
                  </a:lnTo>
                  <a:lnTo>
                    <a:pt x="119" y="237"/>
                  </a:lnTo>
                  <a:lnTo>
                    <a:pt x="111" y="228"/>
                  </a:lnTo>
                  <a:lnTo>
                    <a:pt x="103" y="224"/>
                  </a:lnTo>
                  <a:lnTo>
                    <a:pt x="95" y="223"/>
                  </a:lnTo>
                  <a:lnTo>
                    <a:pt x="90" y="224"/>
                  </a:lnTo>
                  <a:lnTo>
                    <a:pt x="82" y="231"/>
                  </a:lnTo>
                  <a:lnTo>
                    <a:pt x="82" y="228"/>
                  </a:lnTo>
                  <a:lnTo>
                    <a:pt x="81" y="225"/>
                  </a:lnTo>
                  <a:lnTo>
                    <a:pt x="82" y="222"/>
                  </a:lnTo>
                  <a:lnTo>
                    <a:pt x="83" y="219"/>
                  </a:lnTo>
                  <a:lnTo>
                    <a:pt x="83" y="218"/>
                  </a:lnTo>
                  <a:lnTo>
                    <a:pt x="83" y="216"/>
                  </a:lnTo>
                  <a:lnTo>
                    <a:pt x="82" y="216"/>
                  </a:lnTo>
                  <a:lnTo>
                    <a:pt x="79" y="216"/>
                  </a:lnTo>
                  <a:lnTo>
                    <a:pt x="78" y="215"/>
                  </a:lnTo>
                  <a:lnTo>
                    <a:pt x="75" y="215"/>
                  </a:lnTo>
                  <a:lnTo>
                    <a:pt x="74" y="216"/>
                  </a:lnTo>
                  <a:lnTo>
                    <a:pt x="73" y="215"/>
                  </a:lnTo>
                  <a:lnTo>
                    <a:pt x="72" y="214"/>
                  </a:lnTo>
                  <a:lnTo>
                    <a:pt x="72" y="212"/>
                  </a:lnTo>
                  <a:lnTo>
                    <a:pt x="70" y="211"/>
                  </a:lnTo>
                  <a:lnTo>
                    <a:pt x="69" y="210"/>
                  </a:lnTo>
                  <a:lnTo>
                    <a:pt x="69" y="210"/>
                  </a:lnTo>
                  <a:lnTo>
                    <a:pt x="66" y="211"/>
                  </a:lnTo>
                  <a:lnTo>
                    <a:pt x="65" y="211"/>
                  </a:lnTo>
                  <a:lnTo>
                    <a:pt x="65" y="208"/>
                  </a:lnTo>
                  <a:lnTo>
                    <a:pt x="65" y="206"/>
                  </a:lnTo>
                  <a:lnTo>
                    <a:pt x="62" y="202"/>
                  </a:lnTo>
                  <a:lnTo>
                    <a:pt x="61" y="200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58" y="197"/>
                  </a:lnTo>
                  <a:lnTo>
                    <a:pt x="57" y="195"/>
                  </a:lnTo>
                  <a:lnTo>
                    <a:pt x="56" y="194"/>
                  </a:lnTo>
                  <a:lnTo>
                    <a:pt x="53" y="194"/>
                  </a:lnTo>
                  <a:lnTo>
                    <a:pt x="52" y="193"/>
                  </a:lnTo>
                  <a:lnTo>
                    <a:pt x="52" y="191"/>
                  </a:lnTo>
                  <a:lnTo>
                    <a:pt x="53" y="190"/>
                  </a:lnTo>
                  <a:lnTo>
                    <a:pt x="54" y="190"/>
                  </a:lnTo>
                  <a:lnTo>
                    <a:pt x="57" y="190"/>
                  </a:lnTo>
                  <a:lnTo>
                    <a:pt x="58" y="190"/>
                  </a:lnTo>
                  <a:lnTo>
                    <a:pt x="60" y="190"/>
                  </a:lnTo>
                  <a:lnTo>
                    <a:pt x="61" y="191"/>
                  </a:lnTo>
                  <a:lnTo>
                    <a:pt x="62" y="190"/>
                  </a:lnTo>
                  <a:lnTo>
                    <a:pt x="64" y="189"/>
                  </a:lnTo>
                  <a:lnTo>
                    <a:pt x="65" y="190"/>
                  </a:lnTo>
                  <a:lnTo>
                    <a:pt x="66" y="190"/>
                  </a:lnTo>
                  <a:lnTo>
                    <a:pt x="65" y="189"/>
                  </a:lnTo>
                  <a:lnTo>
                    <a:pt x="64" y="189"/>
                  </a:lnTo>
                  <a:lnTo>
                    <a:pt x="62" y="189"/>
                  </a:lnTo>
                  <a:lnTo>
                    <a:pt x="62" y="186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1" y="182"/>
                  </a:lnTo>
                  <a:lnTo>
                    <a:pt x="61" y="179"/>
                  </a:lnTo>
                  <a:lnTo>
                    <a:pt x="61" y="178"/>
                  </a:lnTo>
                  <a:lnTo>
                    <a:pt x="62" y="177"/>
                  </a:lnTo>
                  <a:lnTo>
                    <a:pt x="65" y="177"/>
                  </a:lnTo>
                  <a:lnTo>
                    <a:pt x="66" y="175"/>
                  </a:lnTo>
                  <a:lnTo>
                    <a:pt x="69" y="177"/>
                  </a:lnTo>
                  <a:lnTo>
                    <a:pt x="70" y="175"/>
                  </a:lnTo>
                  <a:lnTo>
                    <a:pt x="73" y="175"/>
                  </a:lnTo>
                  <a:lnTo>
                    <a:pt x="74" y="177"/>
                  </a:lnTo>
                  <a:lnTo>
                    <a:pt x="74" y="175"/>
                  </a:lnTo>
                  <a:lnTo>
                    <a:pt x="77" y="175"/>
                  </a:lnTo>
                  <a:lnTo>
                    <a:pt x="78" y="178"/>
                  </a:lnTo>
                  <a:lnTo>
                    <a:pt x="81" y="178"/>
                  </a:lnTo>
                  <a:lnTo>
                    <a:pt x="82" y="177"/>
                  </a:lnTo>
                  <a:lnTo>
                    <a:pt x="83" y="175"/>
                  </a:lnTo>
                  <a:lnTo>
                    <a:pt x="81" y="175"/>
                  </a:lnTo>
                  <a:lnTo>
                    <a:pt x="79" y="174"/>
                  </a:lnTo>
                  <a:lnTo>
                    <a:pt x="78" y="172"/>
                  </a:lnTo>
                  <a:lnTo>
                    <a:pt x="78" y="169"/>
                  </a:lnTo>
                  <a:lnTo>
                    <a:pt x="79" y="168"/>
                  </a:lnTo>
                  <a:lnTo>
                    <a:pt x="81" y="168"/>
                  </a:lnTo>
                  <a:lnTo>
                    <a:pt x="79" y="166"/>
                  </a:lnTo>
                  <a:lnTo>
                    <a:pt x="79" y="165"/>
                  </a:lnTo>
                  <a:lnTo>
                    <a:pt x="78" y="164"/>
                  </a:lnTo>
                  <a:lnTo>
                    <a:pt x="79" y="162"/>
                  </a:lnTo>
                  <a:lnTo>
                    <a:pt x="79" y="160"/>
                  </a:lnTo>
                  <a:lnTo>
                    <a:pt x="78" y="158"/>
                  </a:lnTo>
                  <a:lnTo>
                    <a:pt x="78" y="157"/>
                  </a:lnTo>
                  <a:lnTo>
                    <a:pt x="78" y="156"/>
                  </a:lnTo>
                  <a:lnTo>
                    <a:pt x="78" y="154"/>
                  </a:lnTo>
                  <a:lnTo>
                    <a:pt x="77" y="154"/>
                  </a:lnTo>
                  <a:lnTo>
                    <a:pt x="75" y="153"/>
                  </a:lnTo>
                  <a:lnTo>
                    <a:pt x="75" y="152"/>
                  </a:lnTo>
                  <a:lnTo>
                    <a:pt x="72" y="152"/>
                  </a:lnTo>
                  <a:lnTo>
                    <a:pt x="70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8" y="153"/>
                  </a:lnTo>
                  <a:lnTo>
                    <a:pt x="68" y="154"/>
                  </a:lnTo>
                  <a:lnTo>
                    <a:pt x="66" y="154"/>
                  </a:lnTo>
                  <a:lnTo>
                    <a:pt x="64" y="154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4"/>
                  </a:lnTo>
                  <a:lnTo>
                    <a:pt x="61" y="153"/>
                  </a:lnTo>
                  <a:lnTo>
                    <a:pt x="61" y="150"/>
                  </a:lnTo>
                  <a:lnTo>
                    <a:pt x="60" y="150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7" y="150"/>
                  </a:lnTo>
                  <a:lnTo>
                    <a:pt x="53" y="150"/>
                  </a:lnTo>
                  <a:lnTo>
                    <a:pt x="52" y="152"/>
                  </a:lnTo>
                  <a:lnTo>
                    <a:pt x="52" y="154"/>
                  </a:lnTo>
                  <a:lnTo>
                    <a:pt x="50" y="154"/>
                  </a:lnTo>
                  <a:lnTo>
                    <a:pt x="50" y="153"/>
                  </a:lnTo>
                  <a:lnTo>
                    <a:pt x="49" y="153"/>
                  </a:lnTo>
                  <a:lnTo>
                    <a:pt x="48" y="156"/>
                  </a:lnTo>
                  <a:lnTo>
                    <a:pt x="47" y="156"/>
                  </a:lnTo>
                  <a:lnTo>
                    <a:pt x="45" y="157"/>
                  </a:lnTo>
                  <a:lnTo>
                    <a:pt x="44" y="158"/>
                  </a:lnTo>
                  <a:lnTo>
                    <a:pt x="43" y="158"/>
                  </a:lnTo>
                  <a:lnTo>
                    <a:pt x="41" y="160"/>
                  </a:lnTo>
                  <a:lnTo>
                    <a:pt x="41" y="161"/>
                  </a:lnTo>
                  <a:lnTo>
                    <a:pt x="40" y="160"/>
                  </a:lnTo>
                  <a:lnTo>
                    <a:pt x="39" y="160"/>
                  </a:lnTo>
                  <a:lnTo>
                    <a:pt x="39" y="161"/>
                  </a:lnTo>
                  <a:lnTo>
                    <a:pt x="36" y="161"/>
                  </a:lnTo>
                  <a:lnTo>
                    <a:pt x="36" y="160"/>
                  </a:lnTo>
                  <a:lnTo>
                    <a:pt x="35" y="160"/>
                  </a:lnTo>
                  <a:lnTo>
                    <a:pt x="32" y="157"/>
                  </a:lnTo>
                  <a:lnTo>
                    <a:pt x="29" y="158"/>
                  </a:lnTo>
                  <a:lnTo>
                    <a:pt x="24" y="156"/>
                  </a:lnTo>
                  <a:lnTo>
                    <a:pt x="25" y="154"/>
                  </a:lnTo>
                  <a:lnTo>
                    <a:pt x="29" y="154"/>
                  </a:lnTo>
                  <a:lnTo>
                    <a:pt x="24" y="145"/>
                  </a:lnTo>
                  <a:lnTo>
                    <a:pt x="19" y="141"/>
                  </a:lnTo>
                  <a:lnTo>
                    <a:pt x="12" y="139"/>
                  </a:lnTo>
                  <a:lnTo>
                    <a:pt x="11" y="140"/>
                  </a:lnTo>
                  <a:lnTo>
                    <a:pt x="7" y="137"/>
                  </a:lnTo>
                  <a:lnTo>
                    <a:pt x="7" y="135"/>
                  </a:lnTo>
                  <a:lnTo>
                    <a:pt x="6" y="132"/>
                  </a:lnTo>
                  <a:lnTo>
                    <a:pt x="0" y="131"/>
                  </a:lnTo>
                  <a:lnTo>
                    <a:pt x="3" y="125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2" y="111"/>
                  </a:lnTo>
                  <a:lnTo>
                    <a:pt x="3" y="110"/>
                  </a:lnTo>
                  <a:lnTo>
                    <a:pt x="7" y="106"/>
                  </a:lnTo>
                  <a:lnTo>
                    <a:pt x="7" y="103"/>
                  </a:lnTo>
                  <a:lnTo>
                    <a:pt x="8" y="100"/>
                  </a:lnTo>
                  <a:lnTo>
                    <a:pt x="15" y="107"/>
                  </a:lnTo>
                  <a:lnTo>
                    <a:pt x="15" y="108"/>
                  </a:lnTo>
                  <a:lnTo>
                    <a:pt x="19" y="111"/>
                  </a:lnTo>
                  <a:lnTo>
                    <a:pt x="23" y="111"/>
                  </a:lnTo>
                  <a:lnTo>
                    <a:pt x="23" y="107"/>
                  </a:lnTo>
                  <a:lnTo>
                    <a:pt x="24" y="106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8" y="97"/>
                  </a:lnTo>
                  <a:lnTo>
                    <a:pt x="28" y="93"/>
                  </a:lnTo>
                  <a:lnTo>
                    <a:pt x="27" y="91"/>
                  </a:lnTo>
                  <a:lnTo>
                    <a:pt x="28" y="89"/>
                  </a:lnTo>
                  <a:lnTo>
                    <a:pt x="31" y="86"/>
                  </a:lnTo>
                  <a:lnTo>
                    <a:pt x="32" y="86"/>
                  </a:lnTo>
                  <a:lnTo>
                    <a:pt x="33" y="83"/>
                  </a:lnTo>
                  <a:lnTo>
                    <a:pt x="36" y="82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7" y="78"/>
                  </a:lnTo>
                  <a:lnTo>
                    <a:pt x="39" y="77"/>
                  </a:lnTo>
                  <a:lnTo>
                    <a:pt x="41" y="78"/>
                  </a:lnTo>
                  <a:lnTo>
                    <a:pt x="45" y="79"/>
                  </a:lnTo>
                  <a:lnTo>
                    <a:pt x="44" y="81"/>
                  </a:lnTo>
                  <a:lnTo>
                    <a:pt x="43" y="83"/>
                  </a:lnTo>
                  <a:lnTo>
                    <a:pt x="44" y="85"/>
                  </a:lnTo>
                  <a:lnTo>
                    <a:pt x="47" y="83"/>
                  </a:lnTo>
                  <a:lnTo>
                    <a:pt x="47" y="81"/>
                  </a:lnTo>
                  <a:lnTo>
                    <a:pt x="48" y="81"/>
                  </a:lnTo>
                  <a:lnTo>
                    <a:pt x="48" y="82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4" y="77"/>
                  </a:lnTo>
                  <a:lnTo>
                    <a:pt x="57" y="77"/>
                  </a:lnTo>
                  <a:lnTo>
                    <a:pt x="58" y="81"/>
                  </a:lnTo>
                  <a:lnTo>
                    <a:pt x="61" y="82"/>
                  </a:lnTo>
                  <a:lnTo>
                    <a:pt x="65" y="81"/>
                  </a:lnTo>
                  <a:lnTo>
                    <a:pt x="68" y="81"/>
                  </a:lnTo>
                  <a:lnTo>
                    <a:pt x="69" y="82"/>
                  </a:lnTo>
                  <a:lnTo>
                    <a:pt x="70" y="82"/>
                  </a:lnTo>
                  <a:lnTo>
                    <a:pt x="73" y="86"/>
                  </a:lnTo>
                  <a:lnTo>
                    <a:pt x="75" y="86"/>
                  </a:lnTo>
                  <a:lnTo>
                    <a:pt x="77" y="89"/>
                  </a:lnTo>
                  <a:lnTo>
                    <a:pt x="79" y="91"/>
                  </a:lnTo>
                  <a:lnTo>
                    <a:pt x="82" y="91"/>
                  </a:lnTo>
                  <a:lnTo>
                    <a:pt x="83" y="93"/>
                  </a:lnTo>
                  <a:lnTo>
                    <a:pt x="83" y="95"/>
                  </a:lnTo>
                  <a:lnTo>
                    <a:pt x="85" y="95"/>
                  </a:lnTo>
                  <a:lnTo>
                    <a:pt x="86" y="94"/>
                  </a:lnTo>
                  <a:lnTo>
                    <a:pt x="86" y="90"/>
                  </a:lnTo>
                  <a:lnTo>
                    <a:pt x="89" y="89"/>
                  </a:lnTo>
                  <a:lnTo>
                    <a:pt x="90" y="91"/>
                  </a:lnTo>
                  <a:lnTo>
                    <a:pt x="94" y="91"/>
                  </a:lnTo>
                  <a:lnTo>
                    <a:pt x="95" y="94"/>
                  </a:lnTo>
                  <a:lnTo>
                    <a:pt x="98" y="95"/>
                  </a:lnTo>
                  <a:lnTo>
                    <a:pt x="101" y="93"/>
                  </a:lnTo>
                  <a:lnTo>
                    <a:pt x="101" y="89"/>
                  </a:lnTo>
                  <a:lnTo>
                    <a:pt x="103" y="87"/>
                  </a:lnTo>
                  <a:lnTo>
                    <a:pt x="103" y="86"/>
                  </a:lnTo>
                  <a:lnTo>
                    <a:pt x="104" y="85"/>
                  </a:lnTo>
                  <a:lnTo>
                    <a:pt x="107" y="87"/>
                  </a:lnTo>
                  <a:lnTo>
                    <a:pt x="107" y="85"/>
                  </a:lnTo>
                  <a:lnTo>
                    <a:pt x="110" y="85"/>
                  </a:lnTo>
                  <a:lnTo>
                    <a:pt x="114" y="87"/>
                  </a:lnTo>
                  <a:lnTo>
                    <a:pt x="114" y="89"/>
                  </a:lnTo>
                  <a:lnTo>
                    <a:pt x="118" y="89"/>
                  </a:lnTo>
                  <a:lnTo>
                    <a:pt x="118" y="86"/>
                  </a:lnTo>
                  <a:lnTo>
                    <a:pt x="119" y="85"/>
                  </a:lnTo>
                  <a:lnTo>
                    <a:pt x="122" y="86"/>
                  </a:lnTo>
                  <a:lnTo>
                    <a:pt x="123" y="83"/>
                  </a:lnTo>
                  <a:lnTo>
                    <a:pt x="126" y="85"/>
                  </a:lnTo>
                  <a:lnTo>
                    <a:pt x="128" y="86"/>
                  </a:lnTo>
                  <a:lnTo>
                    <a:pt x="127" y="87"/>
                  </a:lnTo>
                  <a:lnTo>
                    <a:pt x="126" y="89"/>
                  </a:lnTo>
                  <a:lnTo>
                    <a:pt x="127" y="91"/>
                  </a:lnTo>
                  <a:lnTo>
                    <a:pt x="129" y="93"/>
                  </a:lnTo>
                  <a:lnTo>
                    <a:pt x="131" y="91"/>
                  </a:lnTo>
                  <a:lnTo>
                    <a:pt x="132" y="93"/>
                  </a:lnTo>
                  <a:lnTo>
                    <a:pt x="136" y="93"/>
                  </a:lnTo>
                  <a:lnTo>
                    <a:pt x="140" y="94"/>
                  </a:lnTo>
                  <a:lnTo>
                    <a:pt x="143" y="94"/>
                  </a:lnTo>
                  <a:lnTo>
                    <a:pt x="144" y="91"/>
                  </a:lnTo>
                  <a:lnTo>
                    <a:pt x="144" y="89"/>
                  </a:lnTo>
                  <a:lnTo>
                    <a:pt x="145" y="89"/>
                  </a:lnTo>
                  <a:lnTo>
                    <a:pt x="149" y="90"/>
                  </a:lnTo>
                  <a:lnTo>
                    <a:pt x="152" y="91"/>
                  </a:lnTo>
                  <a:lnTo>
                    <a:pt x="156" y="90"/>
                  </a:lnTo>
                  <a:lnTo>
                    <a:pt x="157" y="87"/>
                  </a:lnTo>
                  <a:lnTo>
                    <a:pt x="157" y="78"/>
                  </a:lnTo>
                  <a:lnTo>
                    <a:pt x="156" y="77"/>
                  </a:lnTo>
                  <a:lnTo>
                    <a:pt x="152" y="77"/>
                  </a:lnTo>
                  <a:lnTo>
                    <a:pt x="149" y="75"/>
                  </a:lnTo>
                  <a:lnTo>
                    <a:pt x="149" y="74"/>
                  </a:lnTo>
                  <a:lnTo>
                    <a:pt x="147" y="73"/>
                  </a:lnTo>
                  <a:lnTo>
                    <a:pt x="145" y="72"/>
                  </a:lnTo>
                  <a:lnTo>
                    <a:pt x="143" y="72"/>
                  </a:lnTo>
                  <a:lnTo>
                    <a:pt x="143" y="70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44" y="68"/>
                  </a:lnTo>
                  <a:lnTo>
                    <a:pt x="144" y="65"/>
                  </a:lnTo>
                  <a:lnTo>
                    <a:pt x="147" y="62"/>
                  </a:lnTo>
                  <a:lnTo>
                    <a:pt x="145" y="60"/>
                  </a:lnTo>
                  <a:lnTo>
                    <a:pt x="144" y="60"/>
                  </a:lnTo>
                  <a:lnTo>
                    <a:pt x="144" y="57"/>
                  </a:lnTo>
                  <a:lnTo>
                    <a:pt x="147" y="53"/>
                  </a:lnTo>
                  <a:lnTo>
                    <a:pt x="149" y="50"/>
                  </a:lnTo>
                  <a:lnTo>
                    <a:pt x="153" y="50"/>
                  </a:lnTo>
                  <a:lnTo>
                    <a:pt x="156" y="52"/>
                  </a:lnTo>
                  <a:lnTo>
                    <a:pt x="157" y="50"/>
                  </a:lnTo>
                  <a:lnTo>
                    <a:pt x="157" y="48"/>
                  </a:lnTo>
                  <a:lnTo>
                    <a:pt x="154" y="48"/>
                  </a:lnTo>
                  <a:lnTo>
                    <a:pt x="153" y="45"/>
                  </a:lnTo>
                  <a:lnTo>
                    <a:pt x="151" y="45"/>
                  </a:lnTo>
                  <a:lnTo>
                    <a:pt x="149" y="47"/>
                  </a:lnTo>
                  <a:lnTo>
                    <a:pt x="147" y="45"/>
                  </a:lnTo>
                  <a:lnTo>
                    <a:pt x="144" y="45"/>
                  </a:lnTo>
                  <a:lnTo>
                    <a:pt x="144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47" y="40"/>
                  </a:lnTo>
                  <a:lnTo>
                    <a:pt x="144" y="41"/>
                  </a:lnTo>
                  <a:lnTo>
                    <a:pt x="143" y="40"/>
                  </a:lnTo>
                  <a:lnTo>
                    <a:pt x="143" y="39"/>
                  </a:lnTo>
                  <a:lnTo>
                    <a:pt x="141" y="36"/>
                  </a:lnTo>
                  <a:lnTo>
                    <a:pt x="143" y="36"/>
                  </a:lnTo>
                  <a:lnTo>
                    <a:pt x="145" y="35"/>
                  </a:lnTo>
                  <a:lnTo>
                    <a:pt x="147" y="33"/>
                  </a:lnTo>
                  <a:lnTo>
                    <a:pt x="148" y="33"/>
                  </a:lnTo>
                  <a:lnTo>
                    <a:pt x="149" y="35"/>
                  </a:lnTo>
                  <a:lnTo>
                    <a:pt x="152" y="35"/>
                  </a:lnTo>
                  <a:lnTo>
                    <a:pt x="154" y="36"/>
                  </a:lnTo>
                  <a:lnTo>
                    <a:pt x="154" y="35"/>
                  </a:lnTo>
                  <a:lnTo>
                    <a:pt x="154" y="33"/>
                  </a:lnTo>
                  <a:lnTo>
                    <a:pt x="157" y="32"/>
                  </a:lnTo>
                  <a:lnTo>
                    <a:pt x="158" y="32"/>
                  </a:lnTo>
                  <a:lnTo>
                    <a:pt x="160" y="35"/>
                  </a:lnTo>
                  <a:lnTo>
                    <a:pt x="161" y="33"/>
                  </a:lnTo>
                  <a:lnTo>
                    <a:pt x="162" y="31"/>
                  </a:lnTo>
                  <a:lnTo>
                    <a:pt x="166" y="29"/>
                  </a:lnTo>
                  <a:lnTo>
                    <a:pt x="169" y="29"/>
                  </a:lnTo>
                  <a:lnTo>
                    <a:pt x="172" y="28"/>
                  </a:lnTo>
                  <a:lnTo>
                    <a:pt x="174" y="28"/>
                  </a:lnTo>
                  <a:lnTo>
                    <a:pt x="176" y="27"/>
                  </a:lnTo>
                  <a:lnTo>
                    <a:pt x="178" y="25"/>
                  </a:lnTo>
                  <a:lnTo>
                    <a:pt x="181" y="25"/>
                  </a:lnTo>
                  <a:lnTo>
                    <a:pt x="183" y="24"/>
                  </a:lnTo>
                  <a:lnTo>
                    <a:pt x="185" y="24"/>
                  </a:lnTo>
                  <a:lnTo>
                    <a:pt x="186" y="24"/>
                  </a:lnTo>
                  <a:lnTo>
                    <a:pt x="187" y="23"/>
                  </a:lnTo>
                  <a:lnTo>
                    <a:pt x="187" y="22"/>
                  </a:lnTo>
                  <a:lnTo>
                    <a:pt x="189" y="20"/>
                  </a:lnTo>
                  <a:lnTo>
                    <a:pt x="191" y="20"/>
                  </a:lnTo>
                  <a:lnTo>
                    <a:pt x="191" y="18"/>
                  </a:lnTo>
                  <a:lnTo>
                    <a:pt x="193" y="18"/>
                  </a:lnTo>
                  <a:lnTo>
                    <a:pt x="194" y="18"/>
                  </a:lnTo>
                  <a:lnTo>
                    <a:pt x="197" y="19"/>
                  </a:lnTo>
                  <a:lnTo>
                    <a:pt x="198" y="18"/>
                  </a:lnTo>
                  <a:lnTo>
                    <a:pt x="201" y="16"/>
                  </a:lnTo>
                  <a:lnTo>
                    <a:pt x="206" y="12"/>
                  </a:lnTo>
                  <a:lnTo>
                    <a:pt x="207" y="12"/>
                  </a:lnTo>
                  <a:lnTo>
                    <a:pt x="208" y="12"/>
                  </a:lnTo>
                  <a:lnTo>
                    <a:pt x="211" y="11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8" y="10"/>
                  </a:lnTo>
                  <a:lnTo>
                    <a:pt x="218" y="7"/>
                  </a:lnTo>
                  <a:lnTo>
                    <a:pt x="216" y="6"/>
                  </a:lnTo>
                  <a:lnTo>
                    <a:pt x="218" y="6"/>
                  </a:lnTo>
                  <a:lnTo>
                    <a:pt x="220" y="4"/>
                  </a:lnTo>
                  <a:lnTo>
                    <a:pt x="222" y="3"/>
                  </a:lnTo>
                  <a:lnTo>
                    <a:pt x="223" y="2"/>
                  </a:lnTo>
                  <a:lnTo>
                    <a:pt x="226" y="2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" name="Freeform 349"/>
            <p:cNvSpPr>
              <a:spLocks/>
            </p:cNvSpPr>
            <p:nvPr/>
          </p:nvSpPr>
          <p:spPr bwMode="auto">
            <a:xfrm>
              <a:off x="7346280" y="2845518"/>
              <a:ext cx="484710" cy="301992"/>
            </a:xfrm>
            <a:custGeom>
              <a:avLst/>
              <a:gdLst>
                <a:gd name="T0" fmla="*/ 50 w 191"/>
                <a:gd name="T1" fmla="*/ 13 h 119"/>
                <a:gd name="T2" fmla="*/ 67 w 191"/>
                <a:gd name="T3" fmla="*/ 21 h 119"/>
                <a:gd name="T4" fmla="*/ 104 w 191"/>
                <a:gd name="T5" fmla="*/ 20 h 119"/>
                <a:gd name="T6" fmla="*/ 114 w 191"/>
                <a:gd name="T7" fmla="*/ 32 h 119"/>
                <a:gd name="T8" fmla="*/ 118 w 191"/>
                <a:gd name="T9" fmla="*/ 48 h 119"/>
                <a:gd name="T10" fmla="*/ 131 w 191"/>
                <a:gd name="T11" fmla="*/ 62 h 119"/>
                <a:gd name="T12" fmla="*/ 139 w 191"/>
                <a:gd name="T13" fmla="*/ 59 h 119"/>
                <a:gd name="T14" fmla="*/ 146 w 191"/>
                <a:gd name="T15" fmla="*/ 59 h 119"/>
                <a:gd name="T16" fmla="*/ 153 w 191"/>
                <a:gd name="T17" fmla="*/ 62 h 119"/>
                <a:gd name="T18" fmla="*/ 160 w 191"/>
                <a:gd name="T19" fmla="*/ 54 h 119"/>
                <a:gd name="T20" fmla="*/ 164 w 191"/>
                <a:gd name="T21" fmla="*/ 49 h 119"/>
                <a:gd name="T22" fmla="*/ 170 w 191"/>
                <a:gd name="T23" fmla="*/ 42 h 119"/>
                <a:gd name="T24" fmla="*/ 174 w 191"/>
                <a:gd name="T25" fmla="*/ 40 h 119"/>
                <a:gd name="T26" fmla="*/ 170 w 191"/>
                <a:gd name="T27" fmla="*/ 48 h 119"/>
                <a:gd name="T28" fmla="*/ 171 w 191"/>
                <a:gd name="T29" fmla="*/ 53 h 119"/>
                <a:gd name="T30" fmla="*/ 178 w 191"/>
                <a:gd name="T31" fmla="*/ 55 h 119"/>
                <a:gd name="T32" fmla="*/ 183 w 191"/>
                <a:gd name="T33" fmla="*/ 54 h 119"/>
                <a:gd name="T34" fmla="*/ 185 w 191"/>
                <a:gd name="T35" fmla="*/ 51 h 119"/>
                <a:gd name="T36" fmla="*/ 191 w 191"/>
                <a:gd name="T37" fmla="*/ 58 h 119"/>
                <a:gd name="T38" fmla="*/ 183 w 191"/>
                <a:gd name="T39" fmla="*/ 62 h 119"/>
                <a:gd name="T40" fmla="*/ 177 w 191"/>
                <a:gd name="T41" fmla="*/ 61 h 119"/>
                <a:gd name="T42" fmla="*/ 170 w 191"/>
                <a:gd name="T43" fmla="*/ 62 h 119"/>
                <a:gd name="T44" fmla="*/ 165 w 191"/>
                <a:gd name="T45" fmla="*/ 65 h 119"/>
                <a:gd name="T46" fmla="*/ 162 w 191"/>
                <a:gd name="T47" fmla="*/ 69 h 119"/>
                <a:gd name="T48" fmla="*/ 165 w 191"/>
                <a:gd name="T49" fmla="*/ 73 h 119"/>
                <a:gd name="T50" fmla="*/ 156 w 191"/>
                <a:gd name="T51" fmla="*/ 75 h 119"/>
                <a:gd name="T52" fmla="*/ 158 w 191"/>
                <a:gd name="T53" fmla="*/ 78 h 119"/>
                <a:gd name="T54" fmla="*/ 153 w 191"/>
                <a:gd name="T55" fmla="*/ 83 h 119"/>
                <a:gd name="T56" fmla="*/ 145 w 191"/>
                <a:gd name="T57" fmla="*/ 82 h 119"/>
                <a:gd name="T58" fmla="*/ 144 w 191"/>
                <a:gd name="T59" fmla="*/ 88 h 119"/>
                <a:gd name="T60" fmla="*/ 149 w 191"/>
                <a:gd name="T61" fmla="*/ 91 h 119"/>
                <a:gd name="T62" fmla="*/ 153 w 191"/>
                <a:gd name="T63" fmla="*/ 94 h 119"/>
                <a:gd name="T64" fmla="*/ 153 w 191"/>
                <a:gd name="T65" fmla="*/ 99 h 119"/>
                <a:gd name="T66" fmla="*/ 156 w 191"/>
                <a:gd name="T67" fmla="*/ 104 h 119"/>
                <a:gd name="T68" fmla="*/ 152 w 191"/>
                <a:gd name="T69" fmla="*/ 111 h 119"/>
                <a:gd name="T70" fmla="*/ 150 w 191"/>
                <a:gd name="T71" fmla="*/ 117 h 119"/>
                <a:gd name="T72" fmla="*/ 146 w 191"/>
                <a:gd name="T73" fmla="*/ 119 h 119"/>
                <a:gd name="T74" fmla="*/ 143 w 191"/>
                <a:gd name="T75" fmla="*/ 116 h 119"/>
                <a:gd name="T76" fmla="*/ 137 w 191"/>
                <a:gd name="T77" fmla="*/ 116 h 119"/>
                <a:gd name="T78" fmla="*/ 136 w 191"/>
                <a:gd name="T79" fmla="*/ 108 h 119"/>
                <a:gd name="T80" fmla="*/ 131 w 191"/>
                <a:gd name="T81" fmla="*/ 105 h 119"/>
                <a:gd name="T82" fmla="*/ 123 w 191"/>
                <a:gd name="T83" fmla="*/ 103 h 119"/>
                <a:gd name="T84" fmla="*/ 106 w 191"/>
                <a:gd name="T85" fmla="*/ 94 h 119"/>
                <a:gd name="T86" fmla="*/ 90 w 191"/>
                <a:gd name="T87" fmla="*/ 82 h 119"/>
                <a:gd name="T88" fmla="*/ 83 w 191"/>
                <a:gd name="T89" fmla="*/ 75 h 119"/>
                <a:gd name="T90" fmla="*/ 79 w 191"/>
                <a:gd name="T91" fmla="*/ 71 h 119"/>
                <a:gd name="T92" fmla="*/ 73 w 191"/>
                <a:gd name="T93" fmla="*/ 61 h 119"/>
                <a:gd name="T94" fmla="*/ 69 w 191"/>
                <a:gd name="T95" fmla="*/ 61 h 119"/>
                <a:gd name="T96" fmla="*/ 53 w 191"/>
                <a:gd name="T97" fmla="*/ 53 h 119"/>
                <a:gd name="T98" fmla="*/ 45 w 191"/>
                <a:gd name="T99" fmla="*/ 46 h 119"/>
                <a:gd name="T100" fmla="*/ 31 w 191"/>
                <a:gd name="T101" fmla="*/ 41 h 119"/>
                <a:gd name="T102" fmla="*/ 32 w 191"/>
                <a:gd name="T103" fmla="*/ 45 h 119"/>
                <a:gd name="T104" fmla="*/ 27 w 191"/>
                <a:gd name="T105" fmla="*/ 45 h 119"/>
                <a:gd name="T106" fmla="*/ 21 w 191"/>
                <a:gd name="T107" fmla="*/ 49 h 119"/>
                <a:gd name="T108" fmla="*/ 19 w 191"/>
                <a:gd name="T109" fmla="*/ 58 h 119"/>
                <a:gd name="T110" fmla="*/ 20 w 191"/>
                <a:gd name="T111" fmla="*/ 62 h 119"/>
                <a:gd name="T112" fmla="*/ 10 w 191"/>
                <a:gd name="T113" fmla="*/ 62 h 119"/>
                <a:gd name="T114" fmla="*/ 31 w 191"/>
                <a:gd name="T11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1" h="119">
                  <a:moveTo>
                    <a:pt x="31" y="0"/>
                  </a:moveTo>
                  <a:lnTo>
                    <a:pt x="50" y="13"/>
                  </a:lnTo>
                  <a:lnTo>
                    <a:pt x="57" y="16"/>
                  </a:lnTo>
                  <a:lnTo>
                    <a:pt x="67" y="21"/>
                  </a:lnTo>
                  <a:lnTo>
                    <a:pt x="85" y="20"/>
                  </a:lnTo>
                  <a:lnTo>
                    <a:pt x="104" y="20"/>
                  </a:lnTo>
                  <a:lnTo>
                    <a:pt x="111" y="24"/>
                  </a:lnTo>
                  <a:lnTo>
                    <a:pt x="114" y="32"/>
                  </a:lnTo>
                  <a:lnTo>
                    <a:pt x="118" y="30"/>
                  </a:lnTo>
                  <a:lnTo>
                    <a:pt x="118" y="48"/>
                  </a:lnTo>
                  <a:lnTo>
                    <a:pt x="127" y="48"/>
                  </a:lnTo>
                  <a:lnTo>
                    <a:pt x="131" y="62"/>
                  </a:lnTo>
                  <a:lnTo>
                    <a:pt x="133" y="62"/>
                  </a:lnTo>
                  <a:lnTo>
                    <a:pt x="139" y="59"/>
                  </a:lnTo>
                  <a:lnTo>
                    <a:pt x="143" y="58"/>
                  </a:lnTo>
                  <a:lnTo>
                    <a:pt x="146" y="59"/>
                  </a:lnTo>
                  <a:lnTo>
                    <a:pt x="152" y="62"/>
                  </a:lnTo>
                  <a:lnTo>
                    <a:pt x="153" y="62"/>
                  </a:lnTo>
                  <a:lnTo>
                    <a:pt x="158" y="58"/>
                  </a:lnTo>
                  <a:lnTo>
                    <a:pt x="160" y="54"/>
                  </a:lnTo>
                  <a:lnTo>
                    <a:pt x="162" y="51"/>
                  </a:lnTo>
                  <a:lnTo>
                    <a:pt x="164" y="49"/>
                  </a:lnTo>
                  <a:lnTo>
                    <a:pt x="168" y="44"/>
                  </a:lnTo>
                  <a:lnTo>
                    <a:pt x="170" y="42"/>
                  </a:lnTo>
                  <a:lnTo>
                    <a:pt x="173" y="40"/>
                  </a:lnTo>
                  <a:lnTo>
                    <a:pt x="174" y="40"/>
                  </a:lnTo>
                  <a:lnTo>
                    <a:pt x="174" y="42"/>
                  </a:lnTo>
                  <a:lnTo>
                    <a:pt x="170" y="48"/>
                  </a:lnTo>
                  <a:lnTo>
                    <a:pt x="169" y="51"/>
                  </a:lnTo>
                  <a:lnTo>
                    <a:pt x="171" y="53"/>
                  </a:lnTo>
                  <a:lnTo>
                    <a:pt x="177" y="54"/>
                  </a:lnTo>
                  <a:lnTo>
                    <a:pt x="178" y="55"/>
                  </a:lnTo>
                  <a:lnTo>
                    <a:pt x="181" y="57"/>
                  </a:lnTo>
                  <a:lnTo>
                    <a:pt x="183" y="54"/>
                  </a:lnTo>
                  <a:lnTo>
                    <a:pt x="183" y="51"/>
                  </a:lnTo>
                  <a:lnTo>
                    <a:pt x="185" y="51"/>
                  </a:lnTo>
                  <a:lnTo>
                    <a:pt x="190" y="55"/>
                  </a:lnTo>
                  <a:lnTo>
                    <a:pt x="191" y="58"/>
                  </a:lnTo>
                  <a:lnTo>
                    <a:pt x="187" y="62"/>
                  </a:lnTo>
                  <a:lnTo>
                    <a:pt x="183" y="62"/>
                  </a:lnTo>
                  <a:lnTo>
                    <a:pt x="178" y="63"/>
                  </a:lnTo>
                  <a:lnTo>
                    <a:pt x="177" y="61"/>
                  </a:lnTo>
                  <a:lnTo>
                    <a:pt x="174" y="58"/>
                  </a:lnTo>
                  <a:lnTo>
                    <a:pt x="170" y="62"/>
                  </a:lnTo>
                  <a:lnTo>
                    <a:pt x="168" y="62"/>
                  </a:lnTo>
                  <a:lnTo>
                    <a:pt x="165" y="65"/>
                  </a:lnTo>
                  <a:lnTo>
                    <a:pt x="162" y="66"/>
                  </a:lnTo>
                  <a:lnTo>
                    <a:pt x="162" y="69"/>
                  </a:lnTo>
                  <a:lnTo>
                    <a:pt x="165" y="70"/>
                  </a:lnTo>
                  <a:lnTo>
                    <a:pt x="165" y="73"/>
                  </a:lnTo>
                  <a:lnTo>
                    <a:pt x="161" y="74"/>
                  </a:lnTo>
                  <a:lnTo>
                    <a:pt x="156" y="75"/>
                  </a:lnTo>
                  <a:lnTo>
                    <a:pt x="157" y="76"/>
                  </a:lnTo>
                  <a:lnTo>
                    <a:pt x="158" y="78"/>
                  </a:lnTo>
                  <a:lnTo>
                    <a:pt x="153" y="79"/>
                  </a:lnTo>
                  <a:lnTo>
                    <a:pt x="153" y="83"/>
                  </a:lnTo>
                  <a:lnTo>
                    <a:pt x="150" y="83"/>
                  </a:lnTo>
                  <a:lnTo>
                    <a:pt x="145" y="82"/>
                  </a:lnTo>
                  <a:lnTo>
                    <a:pt x="144" y="84"/>
                  </a:lnTo>
                  <a:lnTo>
                    <a:pt x="144" y="88"/>
                  </a:lnTo>
                  <a:lnTo>
                    <a:pt x="146" y="92"/>
                  </a:lnTo>
                  <a:lnTo>
                    <a:pt x="149" y="91"/>
                  </a:lnTo>
                  <a:lnTo>
                    <a:pt x="152" y="91"/>
                  </a:lnTo>
                  <a:lnTo>
                    <a:pt x="153" y="94"/>
                  </a:lnTo>
                  <a:lnTo>
                    <a:pt x="152" y="96"/>
                  </a:lnTo>
                  <a:lnTo>
                    <a:pt x="153" y="99"/>
                  </a:lnTo>
                  <a:lnTo>
                    <a:pt x="154" y="100"/>
                  </a:lnTo>
                  <a:lnTo>
                    <a:pt x="156" y="104"/>
                  </a:lnTo>
                  <a:lnTo>
                    <a:pt x="154" y="105"/>
                  </a:lnTo>
                  <a:lnTo>
                    <a:pt x="152" y="111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48" y="117"/>
                  </a:lnTo>
                  <a:lnTo>
                    <a:pt x="146" y="119"/>
                  </a:lnTo>
                  <a:lnTo>
                    <a:pt x="144" y="119"/>
                  </a:lnTo>
                  <a:lnTo>
                    <a:pt x="143" y="116"/>
                  </a:lnTo>
                  <a:lnTo>
                    <a:pt x="140" y="115"/>
                  </a:lnTo>
                  <a:lnTo>
                    <a:pt x="137" y="116"/>
                  </a:lnTo>
                  <a:lnTo>
                    <a:pt x="136" y="111"/>
                  </a:lnTo>
                  <a:lnTo>
                    <a:pt x="136" y="108"/>
                  </a:lnTo>
                  <a:lnTo>
                    <a:pt x="132" y="104"/>
                  </a:lnTo>
                  <a:lnTo>
                    <a:pt x="131" y="105"/>
                  </a:lnTo>
                  <a:lnTo>
                    <a:pt x="128" y="103"/>
                  </a:lnTo>
                  <a:lnTo>
                    <a:pt x="123" y="103"/>
                  </a:lnTo>
                  <a:lnTo>
                    <a:pt x="115" y="98"/>
                  </a:lnTo>
                  <a:lnTo>
                    <a:pt x="106" y="94"/>
                  </a:lnTo>
                  <a:lnTo>
                    <a:pt x="98" y="87"/>
                  </a:lnTo>
                  <a:lnTo>
                    <a:pt x="90" y="82"/>
                  </a:lnTo>
                  <a:lnTo>
                    <a:pt x="86" y="80"/>
                  </a:lnTo>
                  <a:lnTo>
                    <a:pt x="83" y="75"/>
                  </a:lnTo>
                  <a:lnTo>
                    <a:pt x="82" y="73"/>
                  </a:lnTo>
                  <a:lnTo>
                    <a:pt x="79" y="71"/>
                  </a:lnTo>
                  <a:lnTo>
                    <a:pt x="78" y="63"/>
                  </a:lnTo>
                  <a:lnTo>
                    <a:pt x="73" y="61"/>
                  </a:lnTo>
                  <a:lnTo>
                    <a:pt x="70" y="59"/>
                  </a:lnTo>
                  <a:lnTo>
                    <a:pt x="69" y="61"/>
                  </a:lnTo>
                  <a:lnTo>
                    <a:pt x="61" y="57"/>
                  </a:lnTo>
                  <a:lnTo>
                    <a:pt x="53" y="53"/>
                  </a:lnTo>
                  <a:lnTo>
                    <a:pt x="52" y="50"/>
                  </a:lnTo>
                  <a:lnTo>
                    <a:pt x="45" y="46"/>
                  </a:lnTo>
                  <a:lnTo>
                    <a:pt x="37" y="42"/>
                  </a:lnTo>
                  <a:lnTo>
                    <a:pt x="31" y="41"/>
                  </a:lnTo>
                  <a:lnTo>
                    <a:pt x="33" y="44"/>
                  </a:lnTo>
                  <a:lnTo>
                    <a:pt x="32" y="45"/>
                  </a:lnTo>
                  <a:lnTo>
                    <a:pt x="29" y="44"/>
                  </a:lnTo>
                  <a:lnTo>
                    <a:pt x="27" y="45"/>
                  </a:lnTo>
                  <a:lnTo>
                    <a:pt x="24" y="48"/>
                  </a:lnTo>
                  <a:lnTo>
                    <a:pt x="21" y="49"/>
                  </a:lnTo>
                  <a:lnTo>
                    <a:pt x="19" y="53"/>
                  </a:lnTo>
                  <a:lnTo>
                    <a:pt x="19" y="58"/>
                  </a:lnTo>
                  <a:lnTo>
                    <a:pt x="21" y="59"/>
                  </a:lnTo>
                  <a:lnTo>
                    <a:pt x="20" y="62"/>
                  </a:lnTo>
                  <a:lnTo>
                    <a:pt x="15" y="62"/>
                  </a:lnTo>
                  <a:lnTo>
                    <a:pt x="10" y="62"/>
                  </a:lnTo>
                  <a:lnTo>
                    <a:pt x="0" y="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9" name="Freeform 350"/>
            <p:cNvSpPr>
              <a:spLocks/>
            </p:cNvSpPr>
            <p:nvPr/>
          </p:nvSpPr>
          <p:spPr bwMode="auto">
            <a:xfrm>
              <a:off x="7259996" y="2949566"/>
              <a:ext cx="433955" cy="274076"/>
            </a:xfrm>
            <a:custGeom>
              <a:avLst/>
              <a:gdLst>
                <a:gd name="T0" fmla="*/ 79 w 171"/>
                <a:gd name="T1" fmla="*/ 5 h 108"/>
                <a:gd name="T2" fmla="*/ 95 w 171"/>
                <a:gd name="T3" fmla="*/ 16 h 108"/>
                <a:gd name="T4" fmla="*/ 107 w 171"/>
                <a:gd name="T5" fmla="*/ 20 h 108"/>
                <a:gd name="T6" fmla="*/ 116 w 171"/>
                <a:gd name="T7" fmla="*/ 32 h 108"/>
                <a:gd name="T8" fmla="*/ 124 w 171"/>
                <a:gd name="T9" fmla="*/ 41 h 108"/>
                <a:gd name="T10" fmla="*/ 149 w 171"/>
                <a:gd name="T11" fmla="*/ 57 h 108"/>
                <a:gd name="T12" fmla="*/ 165 w 171"/>
                <a:gd name="T13" fmla="*/ 64 h 108"/>
                <a:gd name="T14" fmla="*/ 170 w 171"/>
                <a:gd name="T15" fmla="*/ 70 h 108"/>
                <a:gd name="T16" fmla="*/ 170 w 171"/>
                <a:gd name="T17" fmla="*/ 75 h 108"/>
                <a:gd name="T18" fmla="*/ 162 w 171"/>
                <a:gd name="T19" fmla="*/ 75 h 108"/>
                <a:gd name="T20" fmla="*/ 154 w 171"/>
                <a:gd name="T21" fmla="*/ 78 h 108"/>
                <a:gd name="T22" fmla="*/ 152 w 171"/>
                <a:gd name="T23" fmla="*/ 80 h 108"/>
                <a:gd name="T24" fmla="*/ 150 w 171"/>
                <a:gd name="T25" fmla="*/ 87 h 108"/>
                <a:gd name="T26" fmla="*/ 148 w 171"/>
                <a:gd name="T27" fmla="*/ 93 h 108"/>
                <a:gd name="T28" fmla="*/ 141 w 171"/>
                <a:gd name="T29" fmla="*/ 96 h 108"/>
                <a:gd name="T30" fmla="*/ 136 w 171"/>
                <a:gd name="T31" fmla="*/ 103 h 108"/>
                <a:gd name="T32" fmla="*/ 130 w 171"/>
                <a:gd name="T33" fmla="*/ 107 h 108"/>
                <a:gd name="T34" fmla="*/ 128 w 171"/>
                <a:gd name="T35" fmla="*/ 105 h 108"/>
                <a:gd name="T36" fmla="*/ 121 w 171"/>
                <a:gd name="T37" fmla="*/ 104 h 108"/>
                <a:gd name="T38" fmla="*/ 115 w 171"/>
                <a:gd name="T39" fmla="*/ 103 h 108"/>
                <a:gd name="T40" fmla="*/ 112 w 171"/>
                <a:gd name="T41" fmla="*/ 99 h 108"/>
                <a:gd name="T42" fmla="*/ 111 w 171"/>
                <a:gd name="T43" fmla="*/ 91 h 108"/>
                <a:gd name="T44" fmla="*/ 98 w 171"/>
                <a:gd name="T45" fmla="*/ 83 h 108"/>
                <a:gd name="T46" fmla="*/ 90 w 171"/>
                <a:gd name="T47" fmla="*/ 82 h 108"/>
                <a:gd name="T48" fmla="*/ 82 w 171"/>
                <a:gd name="T49" fmla="*/ 75 h 108"/>
                <a:gd name="T50" fmla="*/ 71 w 171"/>
                <a:gd name="T51" fmla="*/ 72 h 108"/>
                <a:gd name="T52" fmla="*/ 61 w 171"/>
                <a:gd name="T53" fmla="*/ 68 h 108"/>
                <a:gd name="T54" fmla="*/ 55 w 171"/>
                <a:gd name="T55" fmla="*/ 71 h 108"/>
                <a:gd name="T56" fmla="*/ 41 w 171"/>
                <a:gd name="T57" fmla="*/ 75 h 108"/>
                <a:gd name="T58" fmla="*/ 36 w 171"/>
                <a:gd name="T59" fmla="*/ 80 h 108"/>
                <a:gd name="T60" fmla="*/ 25 w 171"/>
                <a:gd name="T61" fmla="*/ 76 h 108"/>
                <a:gd name="T62" fmla="*/ 24 w 171"/>
                <a:gd name="T63" fmla="*/ 63 h 108"/>
                <a:gd name="T64" fmla="*/ 20 w 171"/>
                <a:gd name="T65" fmla="*/ 57 h 108"/>
                <a:gd name="T66" fmla="*/ 16 w 171"/>
                <a:gd name="T67" fmla="*/ 53 h 108"/>
                <a:gd name="T68" fmla="*/ 13 w 171"/>
                <a:gd name="T69" fmla="*/ 54 h 108"/>
                <a:gd name="T70" fmla="*/ 17 w 171"/>
                <a:gd name="T71" fmla="*/ 51 h 108"/>
                <a:gd name="T72" fmla="*/ 21 w 171"/>
                <a:gd name="T73" fmla="*/ 50 h 108"/>
                <a:gd name="T74" fmla="*/ 17 w 171"/>
                <a:gd name="T75" fmla="*/ 46 h 108"/>
                <a:gd name="T76" fmla="*/ 16 w 171"/>
                <a:gd name="T77" fmla="*/ 45 h 108"/>
                <a:gd name="T78" fmla="*/ 12 w 171"/>
                <a:gd name="T79" fmla="*/ 46 h 108"/>
                <a:gd name="T80" fmla="*/ 8 w 171"/>
                <a:gd name="T81" fmla="*/ 42 h 108"/>
                <a:gd name="T82" fmla="*/ 8 w 171"/>
                <a:gd name="T83" fmla="*/ 32 h 108"/>
                <a:gd name="T84" fmla="*/ 5 w 171"/>
                <a:gd name="T85" fmla="*/ 22 h 108"/>
                <a:gd name="T86" fmla="*/ 0 w 171"/>
                <a:gd name="T87" fmla="*/ 17 h 108"/>
                <a:gd name="T88" fmla="*/ 13 w 171"/>
                <a:gd name="T89" fmla="*/ 8 h 108"/>
                <a:gd name="T90" fmla="*/ 37 w 171"/>
                <a:gd name="T91" fmla="*/ 22 h 108"/>
                <a:gd name="T92" fmla="*/ 54 w 171"/>
                <a:gd name="T93" fmla="*/ 21 h 108"/>
                <a:gd name="T94" fmla="*/ 53 w 171"/>
                <a:gd name="T95" fmla="*/ 12 h 108"/>
                <a:gd name="T96" fmla="*/ 61 w 171"/>
                <a:gd name="T97" fmla="*/ 4 h 108"/>
                <a:gd name="T98" fmla="*/ 67 w 171"/>
                <a:gd name="T99" fmla="*/ 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71" h="108">
                  <a:moveTo>
                    <a:pt x="65" y="0"/>
                  </a:moveTo>
                  <a:lnTo>
                    <a:pt x="71" y="1"/>
                  </a:lnTo>
                  <a:lnTo>
                    <a:pt x="79" y="5"/>
                  </a:lnTo>
                  <a:lnTo>
                    <a:pt x="86" y="9"/>
                  </a:lnTo>
                  <a:lnTo>
                    <a:pt x="87" y="12"/>
                  </a:lnTo>
                  <a:lnTo>
                    <a:pt x="95" y="16"/>
                  </a:lnTo>
                  <a:lnTo>
                    <a:pt x="103" y="20"/>
                  </a:lnTo>
                  <a:lnTo>
                    <a:pt x="104" y="18"/>
                  </a:lnTo>
                  <a:lnTo>
                    <a:pt x="107" y="20"/>
                  </a:lnTo>
                  <a:lnTo>
                    <a:pt x="112" y="22"/>
                  </a:lnTo>
                  <a:lnTo>
                    <a:pt x="113" y="30"/>
                  </a:lnTo>
                  <a:lnTo>
                    <a:pt x="116" y="32"/>
                  </a:lnTo>
                  <a:lnTo>
                    <a:pt x="117" y="34"/>
                  </a:lnTo>
                  <a:lnTo>
                    <a:pt x="120" y="39"/>
                  </a:lnTo>
                  <a:lnTo>
                    <a:pt x="124" y="41"/>
                  </a:lnTo>
                  <a:lnTo>
                    <a:pt x="132" y="46"/>
                  </a:lnTo>
                  <a:lnTo>
                    <a:pt x="140" y="53"/>
                  </a:lnTo>
                  <a:lnTo>
                    <a:pt x="149" y="57"/>
                  </a:lnTo>
                  <a:lnTo>
                    <a:pt x="157" y="62"/>
                  </a:lnTo>
                  <a:lnTo>
                    <a:pt x="162" y="62"/>
                  </a:lnTo>
                  <a:lnTo>
                    <a:pt x="165" y="64"/>
                  </a:lnTo>
                  <a:lnTo>
                    <a:pt x="166" y="63"/>
                  </a:lnTo>
                  <a:lnTo>
                    <a:pt x="170" y="67"/>
                  </a:lnTo>
                  <a:lnTo>
                    <a:pt x="170" y="70"/>
                  </a:lnTo>
                  <a:lnTo>
                    <a:pt x="171" y="75"/>
                  </a:lnTo>
                  <a:lnTo>
                    <a:pt x="170" y="75"/>
                  </a:lnTo>
                  <a:lnTo>
                    <a:pt x="170" y="75"/>
                  </a:lnTo>
                  <a:lnTo>
                    <a:pt x="167" y="75"/>
                  </a:lnTo>
                  <a:lnTo>
                    <a:pt x="165" y="74"/>
                  </a:lnTo>
                  <a:lnTo>
                    <a:pt x="162" y="75"/>
                  </a:lnTo>
                  <a:lnTo>
                    <a:pt x="158" y="78"/>
                  </a:lnTo>
                  <a:lnTo>
                    <a:pt x="157" y="76"/>
                  </a:lnTo>
                  <a:lnTo>
                    <a:pt x="154" y="78"/>
                  </a:lnTo>
                  <a:lnTo>
                    <a:pt x="153" y="79"/>
                  </a:lnTo>
                  <a:lnTo>
                    <a:pt x="152" y="79"/>
                  </a:lnTo>
                  <a:lnTo>
                    <a:pt x="152" y="80"/>
                  </a:lnTo>
                  <a:lnTo>
                    <a:pt x="153" y="82"/>
                  </a:lnTo>
                  <a:lnTo>
                    <a:pt x="153" y="84"/>
                  </a:lnTo>
                  <a:lnTo>
                    <a:pt x="150" y="87"/>
                  </a:lnTo>
                  <a:lnTo>
                    <a:pt x="150" y="89"/>
                  </a:lnTo>
                  <a:lnTo>
                    <a:pt x="149" y="93"/>
                  </a:lnTo>
                  <a:lnTo>
                    <a:pt x="148" y="93"/>
                  </a:lnTo>
                  <a:lnTo>
                    <a:pt x="145" y="95"/>
                  </a:lnTo>
                  <a:lnTo>
                    <a:pt x="145" y="96"/>
                  </a:lnTo>
                  <a:lnTo>
                    <a:pt x="141" y="96"/>
                  </a:lnTo>
                  <a:lnTo>
                    <a:pt x="137" y="99"/>
                  </a:lnTo>
                  <a:lnTo>
                    <a:pt x="137" y="101"/>
                  </a:lnTo>
                  <a:lnTo>
                    <a:pt x="136" y="103"/>
                  </a:lnTo>
                  <a:lnTo>
                    <a:pt x="136" y="104"/>
                  </a:lnTo>
                  <a:lnTo>
                    <a:pt x="133" y="105"/>
                  </a:lnTo>
                  <a:lnTo>
                    <a:pt x="130" y="107"/>
                  </a:lnTo>
                  <a:lnTo>
                    <a:pt x="129" y="108"/>
                  </a:lnTo>
                  <a:lnTo>
                    <a:pt x="128" y="107"/>
                  </a:lnTo>
                  <a:lnTo>
                    <a:pt x="128" y="105"/>
                  </a:lnTo>
                  <a:lnTo>
                    <a:pt x="125" y="103"/>
                  </a:lnTo>
                  <a:lnTo>
                    <a:pt x="123" y="103"/>
                  </a:lnTo>
                  <a:lnTo>
                    <a:pt x="121" y="104"/>
                  </a:lnTo>
                  <a:lnTo>
                    <a:pt x="119" y="104"/>
                  </a:lnTo>
                  <a:lnTo>
                    <a:pt x="117" y="103"/>
                  </a:lnTo>
                  <a:lnTo>
                    <a:pt x="115" y="103"/>
                  </a:lnTo>
                  <a:lnTo>
                    <a:pt x="113" y="103"/>
                  </a:lnTo>
                  <a:lnTo>
                    <a:pt x="112" y="100"/>
                  </a:lnTo>
                  <a:lnTo>
                    <a:pt x="112" y="99"/>
                  </a:lnTo>
                  <a:lnTo>
                    <a:pt x="112" y="96"/>
                  </a:lnTo>
                  <a:lnTo>
                    <a:pt x="112" y="95"/>
                  </a:lnTo>
                  <a:lnTo>
                    <a:pt x="111" y="91"/>
                  </a:lnTo>
                  <a:lnTo>
                    <a:pt x="108" y="89"/>
                  </a:lnTo>
                  <a:lnTo>
                    <a:pt x="103" y="89"/>
                  </a:lnTo>
                  <a:lnTo>
                    <a:pt x="98" y="83"/>
                  </a:lnTo>
                  <a:lnTo>
                    <a:pt x="94" y="82"/>
                  </a:lnTo>
                  <a:lnTo>
                    <a:pt x="91" y="82"/>
                  </a:lnTo>
                  <a:lnTo>
                    <a:pt x="90" y="82"/>
                  </a:lnTo>
                  <a:lnTo>
                    <a:pt x="88" y="78"/>
                  </a:lnTo>
                  <a:lnTo>
                    <a:pt x="87" y="78"/>
                  </a:lnTo>
                  <a:lnTo>
                    <a:pt x="82" y="75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1" y="72"/>
                  </a:lnTo>
                  <a:lnTo>
                    <a:pt x="67" y="71"/>
                  </a:lnTo>
                  <a:lnTo>
                    <a:pt x="63" y="68"/>
                  </a:lnTo>
                  <a:lnTo>
                    <a:pt x="61" y="68"/>
                  </a:lnTo>
                  <a:lnTo>
                    <a:pt x="58" y="67"/>
                  </a:lnTo>
                  <a:lnTo>
                    <a:pt x="55" y="67"/>
                  </a:lnTo>
                  <a:lnTo>
                    <a:pt x="55" y="71"/>
                  </a:lnTo>
                  <a:lnTo>
                    <a:pt x="50" y="70"/>
                  </a:lnTo>
                  <a:lnTo>
                    <a:pt x="45" y="71"/>
                  </a:lnTo>
                  <a:lnTo>
                    <a:pt x="41" y="75"/>
                  </a:lnTo>
                  <a:lnTo>
                    <a:pt x="38" y="75"/>
                  </a:lnTo>
                  <a:lnTo>
                    <a:pt x="37" y="76"/>
                  </a:lnTo>
                  <a:lnTo>
                    <a:pt x="36" y="80"/>
                  </a:lnTo>
                  <a:lnTo>
                    <a:pt x="30" y="80"/>
                  </a:lnTo>
                  <a:lnTo>
                    <a:pt x="28" y="82"/>
                  </a:lnTo>
                  <a:lnTo>
                    <a:pt x="25" y="76"/>
                  </a:lnTo>
                  <a:lnTo>
                    <a:pt x="24" y="71"/>
                  </a:lnTo>
                  <a:lnTo>
                    <a:pt x="25" y="66"/>
                  </a:lnTo>
                  <a:lnTo>
                    <a:pt x="24" y="63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0" y="57"/>
                  </a:lnTo>
                  <a:lnTo>
                    <a:pt x="19" y="54"/>
                  </a:lnTo>
                  <a:lnTo>
                    <a:pt x="17" y="54"/>
                  </a:lnTo>
                  <a:lnTo>
                    <a:pt x="16" y="53"/>
                  </a:lnTo>
                  <a:lnTo>
                    <a:pt x="15" y="54"/>
                  </a:lnTo>
                  <a:lnTo>
                    <a:pt x="15" y="57"/>
                  </a:lnTo>
                  <a:lnTo>
                    <a:pt x="13" y="54"/>
                  </a:lnTo>
                  <a:lnTo>
                    <a:pt x="13" y="53"/>
                  </a:lnTo>
                  <a:lnTo>
                    <a:pt x="16" y="50"/>
                  </a:lnTo>
                  <a:lnTo>
                    <a:pt x="17" y="51"/>
                  </a:lnTo>
                  <a:lnTo>
                    <a:pt x="19" y="51"/>
                  </a:lnTo>
                  <a:lnTo>
                    <a:pt x="20" y="51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7" y="46"/>
                  </a:lnTo>
                  <a:lnTo>
                    <a:pt x="19" y="45"/>
                  </a:lnTo>
                  <a:lnTo>
                    <a:pt x="17" y="43"/>
                  </a:lnTo>
                  <a:lnTo>
                    <a:pt x="16" y="45"/>
                  </a:lnTo>
                  <a:lnTo>
                    <a:pt x="12" y="43"/>
                  </a:lnTo>
                  <a:lnTo>
                    <a:pt x="11" y="45"/>
                  </a:lnTo>
                  <a:lnTo>
                    <a:pt x="12" y="46"/>
                  </a:lnTo>
                  <a:lnTo>
                    <a:pt x="13" y="47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4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8" y="9"/>
                  </a:lnTo>
                  <a:lnTo>
                    <a:pt x="13" y="8"/>
                  </a:lnTo>
                  <a:lnTo>
                    <a:pt x="21" y="9"/>
                  </a:lnTo>
                  <a:lnTo>
                    <a:pt x="29" y="13"/>
                  </a:lnTo>
                  <a:lnTo>
                    <a:pt x="37" y="22"/>
                  </a:lnTo>
                  <a:lnTo>
                    <a:pt x="42" y="21"/>
                  </a:lnTo>
                  <a:lnTo>
                    <a:pt x="49" y="21"/>
                  </a:lnTo>
                  <a:lnTo>
                    <a:pt x="54" y="21"/>
                  </a:lnTo>
                  <a:lnTo>
                    <a:pt x="55" y="18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5" y="8"/>
                  </a:lnTo>
                  <a:lnTo>
                    <a:pt x="58" y="7"/>
                  </a:lnTo>
                  <a:lnTo>
                    <a:pt x="61" y="4"/>
                  </a:lnTo>
                  <a:lnTo>
                    <a:pt x="63" y="3"/>
                  </a:lnTo>
                  <a:lnTo>
                    <a:pt x="66" y="4"/>
                  </a:lnTo>
                  <a:lnTo>
                    <a:pt x="67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" name="Freeform 355"/>
            <p:cNvSpPr>
              <a:spLocks noEditPoints="1"/>
            </p:cNvSpPr>
            <p:nvPr/>
          </p:nvSpPr>
          <p:spPr bwMode="auto">
            <a:xfrm>
              <a:off x="9302880" y="3733728"/>
              <a:ext cx="296917" cy="451718"/>
            </a:xfrm>
            <a:custGeom>
              <a:avLst/>
              <a:gdLst>
                <a:gd name="T0" fmla="*/ 1 w 117"/>
                <a:gd name="T1" fmla="*/ 146 h 178"/>
                <a:gd name="T2" fmla="*/ 5 w 117"/>
                <a:gd name="T3" fmla="*/ 144 h 178"/>
                <a:gd name="T4" fmla="*/ 80 w 117"/>
                <a:gd name="T5" fmla="*/ 132 h 178"/>
                <a:gd name="T6" fmla="*/ 108 w 117"/>
                <a:gd name="T7" fmla="*/ 127 h 178"/>
                <a:gd name="T8" fmla="*/ 112 w 117"/>
                <a:gd name="T9" fmla="*/ 138 h 178"/>
                <a:gd name="T10" fmla="*/ 117 w 117"/>
                <a:gd name="T11" fmla="*/ 158 h 178"/>
                <a:gd name="T12" fmla="*/ 112 w 117"/>
                <a:gd name="T13" fmla="*/ 165 h 178"/>
                <a:gd name="T14" fmla="*/ 108 w 117"/>
                <a:gd name="T15" fmla="*/ 173 h 178"/>
                <a:gd name="T16" fmla="*/ 93 w 117"/>
                <a:gd name="T17" fmla="*/ 173 h 178"/>
                <a:gd name="T18" fmla="*/ 89 w 117"/>
                <a:gd name="T19" fmla="*/ 159 h 178"/>
                <a:gd name="T20" fmla="*/ 79 w 117"/>
                <a:gd name="T21" fmla="*/ 155 h 178"/>
                <a:gd name="T22" fmla="*/ 69 w 117"/>
                <a:gd name="T23" fmla="*/ 152 h 178"/>
                <a:gd name="T24" fmla="*/ 67 w 117"/>
                <a:gd name="T25" fmla="*/ 148 h 178"/>
                <a:gd name="T26" fmla="*/ 80 w 117"/>
                <a:gd name="T27" fmla="*/ 149 h 178"/>
                <a:gd name="T28" fmla="*/ 97 w 117"/>
                <a:gd name="T29" fmla="*/ 136 h 178"/>
                <a:gd name="T30" fmla="*/ 100 w 117"/>
                <a:gd name="T31" fmla="*/ 125 h 178"/>
                <a:gd name="T32" fmla="*/ 90 w 117"/>
                <a:gd name="T33" fmla="*/ 121 h 178"/>
                <a:gd name="T34" fmla="*/ 105 w 117"/>
                <a:gd name="T35" fmla="*/ 117 h 178"/>
                <a:gd name="T36" fmla="*/ 34 w 117"/>
                <a:gd name="T37" fmla="*/ 115 h 178"/>
                <a:gd name="T38" fmla="*/ 68 w 117"/>
                <a:gd name="T39" fmla="*/ 116 h 178"/>
                <a:gd name="T40" fmla="*/ 105 w 117"/>
                <a:gd name="T41" fmla="*/ 115 h 178"/>
                <a:gd name="T42" fmla="*/ 76 w 117"/>
                <a:gd name="T43" fmla="*/ 130 h 178"/>
                <a:gd name="T44" fmla="*/ 71 w 117"/>
                <a:gd name="T45" fmla="*/ 120 h 178"/>
                <a:gd name="T46" fmla="*/ 84 w 117"/>
                <a:gd name="T47" fmla="*/ 112 h 178"/>
                <a:gd name="T48" fmla="*/ 80 w 117"/>
                <a:gd name="T49" fmla="*/ 116 h 178"/>
                <a:gd name="T50" fmla="*/ 98 w 117"/>
                <a:gd name="T51" fmla="*/ 117 h 178"/>
                <a:gd name="T52" fmla="*/ 88 w 117"/>
                <a:gd name="T53" fmla="*/ 111 h 178"/>
                <a:gd name="T54" fmla="*/ 26 w 117"/>
                <a:gd name="T55" fmla="*/ 120 h 178"/>
                <a:gd name="T56" fmla="*/ 8 w 117"/>
                <a:gd name="T57" fmla="*/ 140 h 178"/>
                <a:gd name="T58" fmla="*/ 21 w 117"/>
                <a:gd name="T59" fmla="*/ 123 h 178"/>
                <a:gd name="T60" fmla="*/ 90 w 117"/>
                <a:gd name="T61" fmla="*/ 102 h 178"/>
                <a:gd name="T62" fmla="*/ 31 w 117"/>
                <a:gd name="T63" fmla="*/ 102 h 178"/>
                <a:gd name="T64" fmla="*/ 71 w 117"/>
                <a:gd name="T65" fmla="*/ 103 h 178"/>
                <a:gd name="T66" fmla="*/ 62 w 117"/>
                <a:gd name="T67" fmla="*/ 115 h 178"/>
                <a:gd name="T68" fmla="*/ 59 w 117"/>
                <a:gd name="T69" fmla="*/ 98 h 178"/>
                <a:gd name="T70" fmla="*/ 31 w 117"/>
                <a:gd name="T71" fmla="*/ 92 h 178"/>
                <a:gd name="T72" fmla="*/ 77 w 117"/>
                <a:gd name="T73" fmla="*/ 92 h 178"/>
                <a:gd name="T74" fmla="*/ 72 w 117"/>
                <a:gd name="T75" fmla="*/ 95 h 178"/>
                <a:gd name="T76" fmla="*/ 94 w 117"/>
                <a:gd name="T77" fmla="*/ 90 h 178"/>
                <a:gd name="T78" fmla="*/ 104 w 117"/>
                <a:gd name="T79" fmla="*/ 108 h 178"/>
                <a:gd name="T80" fmla="*/ 94 w 117"/>
                <a:gd name="T81" fmla="*/ 103 h 178"/>
                <a:gd name="T82" fmla="*/ 93 w 117"/>
                <a:gd name="T83" fmla="*/ 90 h 178"/>
                <a:gd name="T84" fmla="*/ 72 w 117"/>
                <a:gd name="T85" fmla="*/ 84 h 178"/>
                <a:gd name="T86" fmla="*/ 51 w 117"/>
                <a:gd name="T87" fmla="*/ 84 h 178"/>
                <a:gd name="T88" fmla="*/ 42 w 117"/>
                <a:gd name="T89" fmla="*/ 84 h 178"/>
                <a:gd name="T90" fmla="*/ 58 w 117"/>
                <a:gd name="T91" fmla="*/ 82 h 178"/>
                <a:gd name="T92" fmla="*/ 85 w 117"/>
                <a:gd name="T93" fmla="*/ 73 h 178"/>
                <a:gd name="T94" fmla="*/ 58 w 117"/>
                <a:gd name="T95" fmla="*/ 70 h 178"/>
                <a:gd name="T96" fmla="*/ 56 w 117"/>
                <a:gd name="T97" fmla="*/ 57 h 178"/>
                <a:gd name="T98" fmla="*/ 55 w 117"/>
                <a:gd name="T99" fmla="*/ 16 h 178"/>
                <a:gd name="T100" fmla="*/ 55 w 117"/>
                <a:gd name="T101" fmla="*/ 45 h 178"/>
                <a:gd name="T102" fmla="*/ 51 w 117"/>
                <a:gd name="T103" fmla="*/ 63 h 178"/>
                <a:gd name="T104" fmla="*/ 69 w 117"/>
                <a:gd name="T105" fmla="*/ 74 h 178"/>
                <a:gd name="T106" fmla="*/ 76 w 117"/>
                <a:gd name="T107" fmla="*/ 75 h 178"/>
                <a:gd name="T108" fmla="*/ 81 w 117"/>
                <a:gd name="T109" fmla="*/ 91 h 178"/>
                <a:gd name="T110" fmla="*/ 68 w 117"/>
                <a:gd name="T111" fmla="*/ 78 h 178"/>
                <a:gd name="T112" fmla="*/ 59 w 117"/>
                <a:gd name="T113" fmla="*/ 74 h 178"/>
                <a:gd name="T114" fmla="*/ 40 w 117"/>
                <a:gd name="T115" fmla="*/ 73 h 178"/>
                <a:gd name="T116" fmla="*/ 38 w 117"/>
                <a:gd name="T117" fmla="*/ 66 h 178"/>
                <a:gd name="T118" fmla="*/ 29 w 117"/>
                <a:gd name="T119" fmla="*/ 46 h 178"/>
                <a:gd name="T120" fmla="*/ 33 w 117"/>
                <a:gd name="T121" fmla="*/ 24 h 178"/>
                <a:gd name="T122" fmla="*/ 50 w 117"/>
                <a:gd name="T123" fmla="*/ 9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" h="178">
                  <a:moveTo>
                    <a:pt x="63" y="163"/>
                  </a:moveTo>
                  <a:lnTo>
                    <a:pt x="64" y="165"/>
                  </a:lnTo>
                  <a:lnTo>
                    <a:pt x="65" y="165"/>
                  </a:lnTo>
                  <a:lnTo>
                    <a:pt x="65" y="166"/>
                  </a:lnTo>
                  <a:lnTo>
                    <a:pt x="62" y="169"/>
                  </a:lnTo>
                  <a:lnTo>
                    <a:pt x="60" y="169"/>
                  </a:lnTo>
                  <a:lnTo>
                    <a:pt x="59" y="166"/>
                  </a:lnTo>
                  <a:lnTo>
                    <a:pt x="59" y="165"/>
                  </a:lnTo>
                  <a:lnTo>
                    <a:pt x="62" y="165"/>
                  </a:lnTo>
                  <a:lnTo>
                    <a:pt x="63" y="163"/>
                  </a:lnTo>
                  <a:close/>
                  <a:moveTo>
                    <a:pt x="1" y="146"/>
                  </a:moveTo>
                  <a:lnTo>
                    <a:pt x="2" y="148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1" y="152"/>
                  </a:lnTo>
                  <a:lnTo>
                    <a:pt x="0" y="149"/>
                  </a:lnTo>
                  <a:lnTo>
                    <a:pt x="0" y="148"/>
                  </a:lnTo>
                  <a:lnTo>
                    <a:pt x="1" y="146"/>
                  </a:lnTo>
                  <a:close/>
                  <a:moveTo>
                    <a:pt x="5" y="144"/>
                  </a:moveTo>
                  <a:lnTo>
                    <a:pt x="5" y="145"/>
                  </a:lnTo>
                  <a:lnTo>
                    <a:pt x="4" y="145"/>
                  </a:lnTo>
                  <a:lnTo>
                    <a:pt x="5" y="144"/>
                  </a:lnTo>
                  <a:close/>
                  <a:moveTo>
                    <a:pt x="4" y="144"/>
                  </a:moveTo>
                  <a:lnTo>
                    <a:pt x="4" y="145"/>
                  </a:lnTo>
                  <a:lnTo>
                    <a:pt x="2" y="145"/>
                  </a:lnTo>
                  <a:lnTo>
                    <a:pt x="4" y="144"/>
                  </a:lnTo>
                  <a:close/>
                  <a:moveTo>
                    <a:pt x="80" y="132"/>
                  </a:moveTo>
                  <a:lnTo>
                    <a:pt x="81" y="132"/>
                  </a:lnTo>
                  <a:lnTo>
                    <a:pt x="81" y="133"/>
                  </a:lnTo>
                  <a:lnTo>
                    <a:pt x="79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0" y="132"/>
                  </a:lnTo>
                  <a:close/>
                  <a:moveTo>
                    <a:pt x="92" y="130"/>
                  </a:moveTo>
                  <a:lnTo>
                    <a:pt x="94" y="132"/>
                  </a:lnTo>
                  <a:lnTo>
                    <a:pt x="93" y="134"/>
                  </a:lnTo>
                  <a:lnTo>
                    <a:pt x="92" y="133"/>
                  </a:lnTo>
                  <a:lnTo>
                    <a:pt x="92" y="132"/>
                  </a:lnTo>
                  <a:lnTo>
                    <a:pt x="92" y="130"/>
                  </a:lnTo>
                  <a:close/>
                  <a:moveTo>
                    <a:pt x="108" y="127"/>
                  </a:moveTo>
                  <a:lnTo>
                    <a:pt x="109" y="127"/>
                  </a:lnTo>
                  <a:lnTo>
                    <a:pt x="108" y="128"/>
                  </a:lnTo>
                  <a:lnTo>
                    <a:pt x="106" y="128"/>
                  </a:lnTo>
                  <a:lnTo>
                    <a:pt x="108" y="127"/>
                  </a:lnTo>
                  <a:close/>
                  <a:moveTo>
                    <a:pt x="101" y="125"/>
                  </a:moveTo>
                  <a:lnTo>
                    <a:pt x="102" y="125"/>
                  </a:lnTo>
                  <a:lnTo>
                    <a:pt x="104" y="125"/>
                  </a:lnTo>
                  <a:lnTo>
                    <a:pt x="104" y="128"/>
                  </a:lnTo>
                  <a:lnTo>
                    <a:pt x="108" y="130"/>
                  </a:lnTo>
                  <a:lnTo>
                    <a:pt x="109" y="133"/>
                  </a:lnTo>
                  <a:lnTo>
                    <a:pt x="112" y="132"/>
                  </a:lnTo>
                  <a:lnTo>
                    <a:pt x="112" y="133"/>
                  </a:lnTo>
                  <a:lnTo>
                    <a:pt x="113" y="136"/>
                  </a:lnTo>
                  <a:lnTo>
                    <a:pt x="113" y="138"/>
                  </a:lnTo>
                  <a:lnTo>
                    <a:pt x="112" y="138"/>
                  </a:lnTo>
                  <a:lnTo>
                    <a:pt x="110" y="140"/>
                  </a:lnTo>
                  <a:lnTo>
                    <a:pt x="112" y="141"/>
                  </a:lnTo>
                  <a:lnTo>
                    <a:pt x="113" y="141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4" y="144"/>
                  </a:lnTo>
                  <a:lnTo>
                    <a:pt x="114" y="148"/>
                  </a:lnTo>
                  <a:lnTo>
                    <a:pt x="114" y="150"/>
                  </a:lnTo>
                  <a:lnTo>
                    <a:pt x="115" y="152"/>
                  </a:lnTo>
                  <a:lnTo>
                    <a:pt x="117" y="154"/>
                  </a:lnTo>
                  <a:lnTo>
                    <a:pt x="117" y="158"/>
                  </a:lnTo>
                  <a:lnTo>
                    <a:pt x="115" y="161"/>
                  </a:lnTo>
                  <a:lnTo>
                    <a:pt x="115" y="161"/>
                  </a:lnTo>
                  <a:lnTo>
                    <a:pt x="115" y="162"/>
                  </a:lnTo>
                  <a:lnTo>
                    <a:pt x="114" y="161"/>
                  </a:lnTo>
                  <a:lnTo>
                    <a:pt x="113" y="161"/>
                  </a:lnTo>
                  <a:lnTo>
                    <a:pt x="113" y="162"/>
                  </a:lnTo>
                  <a:lnTo>
                    <a:pt x="113" y="166"/>
                  </a:lnTo>
                  <a:lnTo>
                    <a:pt x="113" y="169"/>
                  </a:lnTo>
                  <a:lnTo>
                    <a:pt x="113" y="170"/>
                  </a:lnTo>
                  <a:lnTo>
                    <a:pt x="112" y="169"/>
                  </a:lnTo>
                  <a:lnTo>
                    <a:pt x="112" y="165"/>
                  </a:lnTo>
                  <a:lnTo>
                    <a:pt x="112" y="162"/>
                  </a:lnTo>
                  <a:lnTo>
                    <a:pt x="110" y="161"/>
                  </a:lnTo>
                  <a:lnTo>
                    <a:pt x="109" y="158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4" y="162"/>
                  </a:lnTo>
                  <a:lnTo>
                    <a:pt x="102" y="165"/>
                  </a:lnTo>
                  <a:lnTo>
                    <a:pt x="105" y="166"/>
                  </a:lnTo>
                  <a:lnTo>
                    <a:pt x="106" y="169"/>
                  </a:lnTo>
                  <a:lnTo>
                    <a:pt x="108" y="170"/>
                  </a:lnTo>
                  <a:lnTo>
                    <a:pt x="108" y="173"/>
                  </a:lnTo>
                  <a:lnTo>
                    <a:pt x="104" y="177"/>
                  </a:lnTo>
                  <a:lnTo>
                    <a:pt x="102" y="178"/>
                  </a:lnTo>
                  <a:lnTo>
                    <a:pt x="101" y="177"/>
                  </a:lnTo>
                  <a:lnTo>
                    <a:pt x="101" y="175"/>
                  </a:lnTo>
                  <a:lnTo>
                    <a:pt x="101" y="174"/>
                  </a:lnTo>
                  <a:lnTo>
                    <a:pt x="101" y="173"/>
                  </a:lnTo>
                  <a:lnTo>
                    <a:pt x="100" y="174"/>
                  </a:lnTo>
                  <a:lnTo>
                    <a:pt x="100" y="175"/>
                  </a:lnTo>
                  <a:lnTo>
                    <a:pt x="97" y="175"/>
                  </a:lnTo>
                  <a:lnTo>
                    <a:pt x="94" y="175"/>
                  </a:lnTo>
                  <a:lnTo>
                    <a:pt x="93" y="173"/>
                  </a:lnTo>
                  <a:lnTo>
                    <a:pt x="90" y="173"/>
                  </a:lnTo>
                  <a:lnTo>
                    <a:pt x="88" y="170"/>
                  </a:lnTo>
                  <a:lnTo>
                    <a:pt x="88" y="169"/>
                  </a:lnTo>
                  <a:lnTo>
                    <a:pt x="87" y="166"/>
                  </a:lnTo>
                  <a:lnTo>
                    <a:pt x="87" y="165"/>
                  </a:lnTo>
                  <a:lnTo>
                    <a:pt x="87" y="163"/>
                  </a:lnTo>
                  <a:lnTo>
                    <a:pt x="85" y="162"/>
                  </a:lnTo>
                  <a:lnTo>
                    <a:pt x="87" y="161"/>
                  </a:lnTo>
                  <a:lnTo>
                    <a:pt x="87" y="159"/>
                  </a:lnTo>
                  <a:lnTo>
                    <a:pt x="87" y="158"/>
                  </a:lnTo>
                  <a:lnTo>
                    <a:pt x="89" y="159"/>
                  </a:lnTo>
                  <a:lnTo>
                    <a:pt x="87" y="157"/>
                  </a:lnTo>
                  <a:lnTo>
                    <a:pt x="87" y="155"/>
                  </a:lnTo>
                  <a:lnTo>
                    <a:pt x="84" y="154"/>
                  </a:lnTo>
                  <a:lnTo>
                    <a:pt x="83" y="153"/>
                  </a:lnTo>
                  <a:lnTo>
                    <a:pt x="80" y="152"/>
                  </a:lnTo>
                  <a:lnTo>
                    <a:pt x="79" y="152"/>
                  </a:lnTo>
                  <a:lnTo>
                    <a:pt x="79" y="152"/>
                  </a:lnTo>
                  <a:lnTo>
                    <a:pt x="79" y="153"/>
                  </a:lnTo>
                  <a:lnTo>
                    <a:pt x="77" y="154"/>
                  </a:lnTo>
                  <a:lnTo>
                    <a:pt x="79" y="155"/>
                  </a:lnTo>
                  <a:lnTo>
                    <a:pt x="79" y="155"/>
                  </a:lnTo>
                  <a:lnTo>
                    <a:pt x="76" y="154"/>
                  </a:lnTo>
                  <a:lnTo>
                    <a:pt x="75" y="154"/>
                  </a:lnTo>
                  <a:lnTo>
                    <a:pt x="76" y="153"/>
                  </a:lnTo>
                  <a:lnTo>
                    <a:pt x="75" y="153"/>
                  </a:lnTo>
                  <a:lnTo>
                    <a:pt x="73" y="154"/>
                  </a:lnTo>
                  <a:lnTo>
                    <a:pt x="73" y="155"/>
                  </a:lnTo>
                  <a:lnTo>
                    <a:pt x="72" y="155"/>
                  </a:lnTo>
                  <a:lnTo>
                    <a:pt x="71" y="155"/>
                  </a:lnTo>
                  <a:lnTo>
                    <a:pt x="71" y="155"/>
                  </a:lnTo>
                  <a:lnTo>
                    <a:pt x="71" y="153"/>
                  </a:lnTo>
                  <a:lnTo>
                    <a:pt x="69" y="152"/>
                  </a:lnTo>
                  <a:lnTo>
                    <a:pt x="68" y="152"/>
                  </a:lnTo>
                  <a:lnTo>
                    <a:pt x="67" y="154"/>
                  </a:lnTo>
                  <a:lnTo>
                    <a:pt x="65" y="155"/>
                  </a:lnTo>
                  <a:lnTo>
                    <a:pt x="64" y="161"/>
                  </a:lnTo>
                  <a:lnTo>
                    <a:pt x="63" y="162"/>
                  </a:lnTo>
                  <a:lnTo>
                    <a:pt x="60" y="159"/>
                  </a:lnTo>
                  <a:lnTo>
                    <a:pt x="62" y="157"/>
                  </a:lnTo>
                  <a:lnTo>
                    <a:pt x="63" y="153"/>
                  </a:lnTo>
                  <a:lnTo>
                    <a:pt x="62" y="152"/>
                  </a:lnTo>
                  <a:lnTo>
                    <a:pt x="64" y="149"/>
                  </a:lnTo>
                  <a:lnTo>
                    <a:pt x="67" y="148"/>
                  </a:lnTo>
                  <a:lnTo>
                    <a:pt x="68" y="146"/>
                  </a:lnTo>
                  <a:lnTo>
                    <a:pt x="71" y="146"/>
                  </a:lnTo>
                  <a:lnTo>
                    <a:pt x="73" y="146"/>
                  </a:lnTo>
                  <a:lnTo>
                    <a:pt x="72" y="144"/>
                  </a:lnTo>
                  <a:lnTo>
                    <a:pt x="73" y="142"/>
                  </a:lnTo>
                  <a:lnTo>
                    <a:pt x="76" y="141"/>
                  </a:lnTo>
                  <a:lnTo>
                    <a:pt x="77" y="138"/>
                  </a:lnTo>
                  <a:lnTo>
                    <a:pt x="80" y="138"/>
                  </a:lnTo>
                  <a:lnTo>
                    <a:pt x="83" y="141"/>
                  </a:lnTo>
                  <a:lnTo>
                    <a:pt x="83" y="145"/>
                  </a:lnTo>
                  <a:lnTo>
                    <a:pt x="80" y="149"/>
                  </a:lnTo>
                  <a:lnTo>
                    <a:pt x="83" y="146"/>
                  </a:lnTo>
                  <a:lnTo>
                    <a:pt x="85" y="146"/>
                  </a:lnTo>
                  <a:lnTo>
                    <a:pt x="88" y="145"/>
                  </a:lnTo>
                  <a:lnTo>
                    <a:pt x="89" y="141"/>
                  </a:lnTo>
                  <a:lnTo>
                    <a:pt x="92" y="140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0"/>
                  </a:lnTo>
                  <a:lnTo>
                    <a:pt x="93" y="140"/>
                  </a:lnTo>
                  <a:lnTo>
                    <a:pt x="94" y="134"/>
                  </a:lnTo>
                  <a:lnTo>
                    <a:pt x="97" y="136"/>
                  </a:lnTo>
                  <a:lnTo>
                    <a:pt x="98" y="137"/>
                  </a:lnTo>
                  <a:lnTo>
                    <a:pt x="98" y="136"/>
                  </a:lnTo>
                  <a:lnTo>
                    <a:pt x="98" y="133"/>
                  </a:lnTo>
                  <a:lnTo>
                    <a:pt x="100" y="133"/>
                  </a:lnTo>
                  <a:lnTo>
                    <a:pt x="101" y="134"/>
                  </a:lnTo>
                  <a:lnTo>
                    <a:pt x="102" y="133"/>
                  </a:lnTo>
                  <a:lnTo>
                    <a:pt x="101" y="128"/>
                  </a:lnTo>
                  <a:lnTo>
                    <a:pt x="101" y="125"/>
                  </a:lnTo>
                  <a:close/>
                  <a:moveTo>
                    <a:pt x="98" y="121"/>
                  </a:moveTo>
                  <a:lnTo>
                    <a:pt x="100" y="123"/>
                  </a:lnTo>
                  <a:lnTo>
                    <a:pt x="100" y="125"/>
                  </a:lnTo>
                  <a:lnTo>
                    <a:pt x="98" y="123"/>
                  </a:lnTo>
                  <a:lnTo>
                    <a:pt x="98" y="121"/>
                  </a:lnTo>
                  <a:close/>
                  <a:moveTo>
                    <a:pt x="109" y="121"/>
                  </a:moveTo>
                  <a:lnTo>
                    <a:pt x="110" y="123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8" y="124"/>
                  </a:lnTo>
                  <a:lnTo>
                    <a:pt x="109" y="124"/>
                  </a:lnTo>
                  <a:lnTo>
                    <a:pt x="109" y="121"/>
                  </a:lnTo>
                  <a:close/>
                  <a:moveTo>
                    <a:pt x="89" y="120"/>
                  </a:moveTo>
                  <a:lnTo>
                    <a:pt x="90" y="121"/>
                  </a:lnTo>
                  <a:lnTo>
                    <a:pt x="90" y="124"/>
                  </a:lnTo>
                  <a:lnTo>
                    <a:pt x="89" y="125"/>
                  </a:lnTo>
                  <a:lnTo>
                    <a:pt x="87" y="128"/>
                  </a:lnTo>
                  <a:lnTo>
                    <a:pt x="83" y="128"/>
                  </a:lnTo>
                  <a:lnTo>
                    <a:pt x="84" y="127"/>
                  </a:lnTo>
                  <a:lnTo>
                    <a:pt x="83" y="125"/>
                  </a:lnTo>
                  <a:lnTo>
                    <a:pt x="84" y="123"/>
                  </a:lnTo>
                  <a:lnTo>
                    <a:pt x="88" y="120"/>
                  </a:lnTo>
                  <a:lnTo>
                    <a:pt x="89" y="120"/>
                  </a:lnTo>
                  <a:close/>
                  <a:moveTo>
                    <a:pt x="104" y="116"/>
                  </a:moveTo>
                  <a:lnTo>
                    <a:pt x="105" y="117"/>
                  </a:lnTo>
                  <a:lnTo>
                    <a:pt x="104" y="119"/>
                  </a:lnTo>
                  <a:lnTo>
                    <a:pt x="104" y="120"/>
                  </a:lnTo>
                  <a:lnTo>
                    <a:pt x="105" y="123"/>
                  </a:lnTo>
                  <a:lnTo>
                    <a:pt x="105" y="125"/>
                  </a:lnTo>
                  <a:lnTo>
                    <a:pt x="104" y="125"/>
                  </a:lnTo>
                  <a:lnTo>
                    <a:pt x="104" y="124"/>
                  </a:lnTo>
                  <a:lnTo>
                    <a:pt x="104" y="123"/>
                  </a:lnTo>
                  <a:lnTo>
                    <a:pt x="102" y="120"/>
                  </a:lnTo>
                  <a:lnTo>
                    <a:pt x="102" y="117"/>
                  </a:lnTo>
                  <a:lnTo>
                    <a:pt x="104" y="116"/>
                  </a:lnTo>
                  <a:close/>
                  <a:moveTo>
                    <a:pt x="34" y="115"/>
                  </a:moveTo>
                  <a:lnTo>
                    <a:pt x="34" y="115"/>
                  </a:lnTo>
                  <a:lnTo>
                    <a:pt x="35" y="116"/>
                  </a:lnTo>
                  <a:lnTo>
                    <a:pt x="35" y="117"/>
                  </a:lnTo>
                  <a:lnTo>
                    <a:pt x="33" y="117"/>
                  </a:lnTo>
                  <a:lnTo>
                    <a:pt x="31" y="117"/>
                  </a:lnTo>
                  <a:lnTo>
                    <a:pt x="33" y="116"/>
                  </a:lnTo>
                  <a:lnTo>
                    <a:pt x="33" y="115"/>
                  </a:lnTo>
                  <a:lnTo>
                    <a:pt x="34" y="115"/>
                  </a:lnTo>
                  <a:close/>
                  <a:moveTo>
                    <a:pt x="67" y="113"/>
                  </a:moveTo>
                  <a:lnTo>
                    <a:pt x="68" y="115"/>
                  </a:lnTo>
                  <a:lnTo>
                    <a:pt x="68" y="116"/>
                  </a:lnTo>
                  <a:lnTo>
                    <a:pt x="65" y="117"/>
                  </a:lnTo>
                  <a:lnTo>
                    <a:pt x="64" y="116"/>
                  </a:lnTo>
                  <a:lnTo>
                    <a:pt x="65" y="115"/>
                  </a:lnTo>
                  <a:lnTo>
                    <a:pt x="67" y="113"/>
                  </a:lnTo>
                  <a:close/>
                  <a:moveTo>
                    <a:pt x="88" y="113"/>
                  </a:moveTo>
                  <a:lnTo>
                    <a:pt x="87" y="115"/>
                  </a:lnTo>
                  <a:lnTo>
                    <a:pt x="87" y="115"/>
                  </a:lnTo>
                  <a:lnTo>
                    <a:pt x="88" y="113"/>
                  </a:lnTo>
                  <a:close/>
                  <a:moveTo>
                    <a:pt x="104" y="113"/>
                  </a:moveTo>
                  <a:lnTo>
                    <a:pt x="105" y="113"/>
                  </a:lnTo>
                  <a:lnTo>
                    <a:pt x="105" y="115"/>
                  </a:lnTo>
                  <a:lnTo>
                    <a:pt x="104" y="115"/>
                  </a:lnTo>
                  <a:lnTo>
                    <a:pt x="104" y="113"/>
                  </a:lnTo>
                  <a:close/>
                  <a:moveTo>
                    <a:pt x="73" y="111"/>
                  </a:moveTo>
                  <a:lnTo>
                    <a:pt x="75" y="112"/>
                  </a:lnTo>
                  <a:lnTo>
                    <a:pt x="76" y="111"/>
                  </a:lnTo>
                  <a:lnTo>
                    <a:pt x="77" y="112"/>
                  </a:lnTo>
                  <a:lnTo>
                    <a:pt x="77" y="115"/>
                  </a:lnTo>
                  <a:lnTo>
                    <a:pt x="76" y="116"/>
                  </a:lnTo>
                  <a:lnTo>
                    <a:pt x="73" y="123"/>
                  </a:lnTo>
                  <a:lnTo>
                    <a:pt x="75" y="128"/>
                  </a:lnTo>
                  <a:lnTo>
                    <a:pt x="76" y="130"/>
                  </a:lnTo>
                  <a:lnTo>
                    <a:pt x="76" y="133"/>
                  </a:lnTo>
                  <a:lnTo>
                    <a:pt x="73" y="134"/>
                  </a:lnTo>
                  <a:lnTo>
                    <a:pt x="72" y="133"/>
                  </a:lnTo>
                  <a:lnTo>
                    <a:pt x="72" y="130"/>
                  </a:lnTo>
                  <a:lnTo>
                    <a:pt x="69" y="130"/>
                  </a:lnTo>
                  <a:lnTo>
                    <a:pt x="67" y="128"/>
                  </a:lnTo>
                  <a:lnTo>
                    <a:pt x="65" y="128"/>
                  </a:lnTo>
                  <a:lnTo>
                    <a:pt x="64" y="124"/>
                  </a:lnTo>
                  <a:lnTo>
                    <a:pt x="65" y="123"/>
                  </a:lnTo>
                  <a:lnTo>
                    <a:pt x="69" y="123"/>
                  </a:lnTo>
                  <a:lnTo>
                    <a:pt x="71" y="120"/>
                  </a:lnTo>
                  <a:lnTo>
                    <a:pt x="69" y="116"/>
                  </a:lnTo>
                  <a:lnTo>
                    <a:pt x="71" y="115"/>
                  </a:lnTo>
                  <a:lnTo>
                    <a:pt x="71" y="112"/>
                  </a:lnTo>
                  <a:lnTo>
                    <a:pt x="73" y="111"/>
                  </a:lnTo>
                  <a:close/>
                  <a:moveTo>
                    <a:pt x="105" y="111"/>
                  </a:moveTo>
                  <a:lnTo>
                    <a:pt x="106" y="111"/>
                  </a:lnTo>
                  <a:lnTo>
                    <a:pt x="105" y="112"/>
                  </a:lnTo>
                  <a:lnTo>
                    <a:pt x="104" y="111"/>
                  </a:lnTo>
                  <a:lnTo>
                    <a:pt x="105" y="111"/>
                  </a:lnTo>
                  <a:close/>
                  <a:moveTo>
                    <a:pt x="84" y="108"/>
                  </a:moveTo>
                  <a:lnTo>
                    <a:pt x="84" y="112"/>
                  </a:lnTo>
                  <a:lnTo>
                    <a:pt x="83" y="113"/>
                  </a:lnTo>
                  <a:lnTo>
                    <a:pt x="84" y="116"/>
                  </a:lnTo>
                  <a:lnTo>
                    <a:pt x="83" y="119"/>
                  </a:lnTo>
                  <a:lnTo>
                    <a:pt x="80" y="121"/>
                  </a:lnTo>
                  <a:lnTo>
                    <a:pt x="79" y="127"/>
                  </a:lnTo>
                  <a:lnTo>
                    <a:pt x="77" y="129"/>
                  </a:lnTo>
                  <a:lnTo>
                    <a:pt x="76" y="127"/>
                  </a:lnTo>
                  <a:lnTo>
                    <a:pt x="76" y="124"/>
                  </a:lnTo>
                  <a:lnTo>
                    <a:pt x="79" y="123"/>
                  </a:lnTo>
                  <a:lnTo>
                    <a:pt x="79" y="119"/>
                  </a:lnTo>
                  <a:lnTo>
                    <a:pt x="80" y="116"/>
                  </a:lnTo>
                  <a:lnTo>
                    <a:pt x="81" y="112"/>
                  </a:lnTo>
                  <a:lnTo>
                    <a:pt x="83" y="108"/>
                  </a:lnTo>
                  <a:lnTo>
                    <a:pt x="84" y="108"/>
                  </a:lnTo>
                  <a:close/>
                  <a:moveTo>
                    <a:pt x="88" y="105"/>
                  </a:moveTo>
                  <a:lnTo>
                    <a:pt x="90" y="107"/>
                  </a:lnTo>
                  <a:lnTo>
                    <a:pt x="93" y="105"/>
                  </a:lnTo>
                  <a:lnTo>
                    <a:pt x="93" y="107"/>
                  </a:lnTo>
                  <a:lnTo>
                    <a:pt x="94" y="109"/>
                  </a:lnTo>
                  <a:lnTo>
                    <a:pt x="96" y="113"/>
                  </a:lnTo>
                  <a:lnTo>
                    <a:pt x="97" y="115"/>
                  </a:lnTo>
                  <a:lnTo>
                    <a:pt x="98" y="117"/>
                  </a:lnTo>
                  <a:lnTo>
                    <a:pt x="98" y="120"/>
                  </a:lnTo>
                  <a:lnTo>
                    <a:pt x="97" y="120"/>
                  </a:lnTo>
                  <a:lnTo>
                    <a:pt x="96" y="119"/>
                  </a:lnTo>
                  <a:lnTo>
                    <a:pt x="96" y="121"/>
                  </a:lnTo>
                  <a:lnTo>
                    <a:pt x="93" y="120"/>
                  </a:lnTo>
                  <a:lnTo>
                    <a:pt x="93" y="117"/>
                  </a:lnTo>
                  <a:lnTo>
                    <a:pt x="92" y="115"/>
                  </a:lnTo>
                  <a:lnTo>
                    <a:pt x="92" y="112"/>
                  </a:lnTo>
                  <a:lnTo>
                    <a:pt x="90" y="111"/>
                  </a:lnTo>
                  <a:lnTo>
                    <a:pt x="89" y="112"/>
                  </a:lnTo>
                  <a:lnTo>
                    <a:pt x="88" y="111"/>
                  </a:lnTo>
                  <a:lnTo>
                    <a:pt x="88" y="108"/>
                  </a:lnTo>
                  <a:lnTo>
                    <a:pt x="87" y="105"/>
                  </a:lnTo>
                  <a:lnTo>
                    <a:pt x="88" y="105"/>
                  </a:lnTo>
                  <a:close/>
                  <a:moveTo>
                    <a:pt x="27" y="105"/>
                  </a:moveTo>
                  <a:lnTo>
                    <a:pt x="27" y="108"/>
                  </a:lnTo>
                  <a:lnTo>
                    <a:pt x="27" y="111"/>
                  </a:lnTo>
                  <a:lnTo>
                    <a:pt x="30" y="113"/>
                  </a:lnTo>
                  <a:lnTo>
                    <a:pt x="31" y="116"/>
                  </a:lnTo>
                  <a:lnTo>
                    <a:pt x="30" y="117"/>
                  </a:lnTo>
                  <a:lnTo>
                    <a:pt x="27" y="119"/>
                  </a:lnTo>
                  <a:lnTo>
                    <a:pt x="26" y="120"/>
                  </a:lnTo>
                  <a:lnTo>
                    <a:pt x="25" y="123"/>
                  </a:lnTo>
                  <a:lnTo>
                    <a:pt x="22" y="123"/>
                  </a:lnTo>
                  <a:lnTo>
                    <a:pt x="21" y="124"/>
                  </a:lnTo>
                  <a:lnTo>
                    <a:pt x="21" y="128"/>
                  </a:lnTo>
                  <a:lnTo>
                    <a:pt x="18" y="129"/>
                  </a:lnTo>
                  <a:lnTo>
                    <a:pt x="18" y="130"/>
                  </a:lnTo>
                  <a:lnTo>
                    <a:pt x="17" y="133"/>
                  </a:lnTo>
                  <a:lnTo>
                    <a:pt x="14" y="133"/>
                  </a:lnTo>
                  <a:lnTo>
                    <a:pt x="11" y="137"/>
                  </a:lnTo>
                  <a:lnTo>
                    <a:pt x="9" y="138"/>
                  </a:lnTo>
                  <a:lnTo>
                    <a:pt x="8" y="140"/>
                  </a:lnTo>
                  <a:lnTo>
                    <a:pt x="5" y="141"/>
                  </a:lnTo>
                  <a:lnTo>
                    <a:pt x="4" y="142"/>
                  </a:lnTo>
                  <a:lnTo>
                    <a:pt x="4" y="141"/>
                  </a:lnTo>
                  <a:lnTo>
                    <a:pt x="4" y="140"/>
                  </a:lnTo>
                  <a:lnTo>
                    <a:pt x="8" y="136"/>
                  </a:lnTo>
                  <a:lnTo>
                    <a:pt x="9" y="136"/>
                  </a:lnTo>
                  <a:lnTo>
                    <a:pt x="10" y="132"/>
                  </a:lnTo>
                  <a:lnTo>
                    <a:pt x="11" y="132"/>
                  </a:lnTo>
                  <a:lnTo>
                    <a:pt x="15" y="128"/>
                  </a:lnTo>
                  <a:lnTo>
                    <a:pt x="18" y="124"/>
                  </a:lnTo>
                  <a:lnTo>
                    <a:pt x="21" y="123"/>
                  </a:lnTo>
                  <a:lnTo>
                    <a:pt x="21" y="120"/>
                  </a:lnTo>
                  <a:lnTo>
                    <a:pt x="22" y="117"/>
                  </a:lnTo>
                  <a:lnTo>
                    <a:pt x="23" y="119"/>
                  </a:lnTo>
                  <a:lnTo>
                    <a:pt x="26" y="116"/>
                  </a:lnTo>
                  <a:lnTo>
                    <a:pt x="26" y="113"/>
                  </a:lnTo>
                  <a:lnTo>
                    <a:pt x="25" y="112"/>
                  </a:lnTo>
                  <a:lnTo>
                    <a:pt x="26" y="113"/>
                  </a:lnTo>
                  <a:lnTo>
                    <a:pt x="26" y="109"/>
                  </a:lnTo>
                  <a:lnTo>
                    <a:pt x="26" y="105"/>
                  </a:lnTo>
                  <a:lnTo>
                    <a:pt x="27" y="105"/>
                  </a:lnTo>
                  <a:close/>
                  <a:moveTo>
                    <a:pt x="90" y="102"/>
                  </a:moveTo>
                  <a:lnTo>
                    <a:pt x="89" y="104"/>
                  </a:lnTo>
                  <a:lnTo>
                    <a:pt x="88" y="104"/>
                  </a:lnTo>
                  <a:lnTo>
                    <a:pt x="87" y="103"/>
                  </a:lnTo>
                  <a:lnTo>
                    <a:pt x="88" y="103"/>
                  </a:lnTo>
                  <a:lnTo>
                    <a:pt x="90" y="102"/>
                  </a:lnTo>
                  <a:close/>
                  <a:moveTo>
                    <a:pt x="31" y="98"/>
                  </a:moveTo>
                  <a:lnTo>
                    <a:pt x="33" y="99"/>
                  </a:lnTo>
                  <a:lnTo>
                    <a:pt x="34" y="100"/>
                  </a:lnTo>
                  <a:lnTo>
                    <a:pt x="33" y="102"/>
                  </a:lnTo>
                  <a:lnTo>
                    <a:pt x="33" y="102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31" y="98"/>
                  </a:lnTo>
                  <a:close/>
                  <a:moveTo>
                    <a:pt x="59" y="98"/>
                  </a:moveTo>
                  <a:lnTo>
                    <a:pt x="62" y="100"/>
                  </a:lnTo>
                  <a:lnTo>
                    <a:pt x="63" y="100"/>
                  </a:lnTo>
                  <a:lnTo>
                    <a:pt x="63" y="102"/>
                  </a:lnTo>
                  <a:lnTo>
                    <a:pt x="64" y="102"/>
                  </a:lnTo>
                  <a:lnTo>
                    <a:pt x="67" y="102"/>
                  </a:lnTo>
                  <a:lnTo>
                    <a:pt x="68" y="103"/>
                  </a:lnTo>
                  <a:lnTo>
                    <a:pt x="69" y="104"/>
                  </a:lnTo>
                  <a:lnTo>
                    <a:pt x="71" y="103"/>
                  </a:lnTo>
                  <a:lnTo>
                    <a:pt x="72" y="102"/>
                  </a:lnTo>
                  <a:lnTo>
                    <a:pt x="73" y="103"/>
                  </a:lnTo>
                  <a:lnTo>
                    <a:pt x="73" y="105"/>
                  </a:lnTo>
                  <a:lnTo>
                    <a:pt x="72" y="107"/>
                  </a:lnTo>
                  <a:lnTo>
                    <a:pt x="71" y="109"/>
                  </a:lnTo>
                  <a:lnTo>
                    <a:pt x="68" y="111"/>
                  </a:lnTo>
                  <a:lnTo>
                    <a:pt x="67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4" y="113"/>
                  </a:lnTo>
                  <a:lnTo>
                    <a:pt x="62" y="115"/>
                  </a:lnTo>
                  <a:lnTo>
                    <a:pt x="60" y="116"/>
                  </a:lnTo>
                  <a:lnTo>
                    <a:pt x="59" y="116"/>
                  </a:lnTo>
                  <a:lnTo>
                    <a:pt x="59" y="112"/>
                  </a:lnTo>
                  <a:lnTo>
                    <a:pt x="59" y="109"/>
                  </a:lnTo>
                  <a:lnTo>
                    <a:pt x="59" y="105"/>
                  </a:lnTo>
                  <a:lnTo>
                    <a:pt x="60" y="103"/>
                  </a:lnTo>
                  <a:lnTo>
                    <a:pt x="60" y="102"/>
                  </a:lnTo>
                  <a:lnTo>
                    <a:pt x="59" y="100"/>
                  </a:lnTo>
                  <a:lnTo>
                    <a:pt x="56" y="100"/>
                  </a:lnTo>
                  <a:lnTo>
                    <a:pt x="56" y="99"/>
                  </a:lnTo>
                  <a:lnTo>
                    <a:pt x="59" y="98"/>
                  </a:lnTo>
                  <a:close/>
                  <a:moveTo>
                    <a:pt x="31" y="92"/>
                  </a:moveTo>
                  <a:lnTo>
                    <a:pt x="33" y="94"/>
                  </a:lnTo>
                  <a:lnTo>
                    <a:pt x="34" y="95"/>
                  </a:lnTo>
                  <a:lnTo>
                    <a:pt x="36" y="95"/>
                  </a:lnTo>
                  <a:lnTo>
                    <a:pt x="36" y="96"/>
                  </a:lnTo>
                  <a:lnTo>
                    <a:pt x="36" y="98"/>
                  </a:lnTo>
                  <a:lnTo>
                    <a:pt x="35" y="98"/>
                  </a:lnTo>
                  <a:lnTo>
                    <a:pt x="33" y="96"/>
                  </a:lnTo>
                  <a:lnTo>
                    <a:pt x="31" y="96"/>
                  </a:lnTo>
                  <a:lnTo>
                    <a:pt x="30" y="94"/>
                  </a:lnTo>
                  <a:lnTo>
                    <a:pt x="31" y="92"/>
                  </a:lnTo>
                  <a:close/>
                  <a:moveTo>
                    <a:pt x="65" y="91"/>
                  </a:moveTo>
                  <a:lnTo>
                    <a:pt x="67" y="91"/>
                  </a:lnTo>
                  <a:lnTo>
                    <a:pt x="67" y="92"/>
                  </a:lnTo>
                  <a:lnTo>
                    <a:pt x="64" y="92"/>
                  </a:lnTo>
                  <a:lnTo>
                    <a:pt x="64" y="91"/>
                  </a:lnTo>
                  <a:lnTo>
                    <a:pt x="65" y="91"/>
                  </a:lnTo>
                  <a:close/>
                  <a:moveTo>
                    <a:pt x="73" y="90"/>
                  </a:moveTo>
                  <a:lnTo>
                    <a:pt x="75" y="90"/>
                  </a:lnTo>
                  <a:lnTo>
                    <a:pt x="75" y="91"/>
                  </a:lnTo>
                  <a:lnTo>
                    <a:pt x="75" y="91"/>
                  </a:lnTo>
                  <a:lnTo>
                    <a:pt x="77" y="92"/>
                  </a:lnTo>
                  <a:lnTo>
                    <a:pt x="79" y="94"/>
                  </a:lnTo>
                  <a:lnTo>
                    <a:pt x="83" y="95"/>
                  </a:lnTo>
                  <a:lnTo>
                    <a:pt x="84" y="98"/>
                  </a:lnTo>
                  <a:lnTo>
                    <a:pt x="84" y="99"/>
                  </a:lnTo>
                  <a:lnTo>
                    <a:pt x="83" y="99"/>
                  </a:lnTo>
                  <a:lnTo>
                    <a:pt x="79" y="98"/>
                  </a:lnTo>
                  <a:lnTo>
                    <a:pt x="76" y="95"/>
                  </a:lnTo>
                  <a:lnTo>
                    <a:pt x="75" y="95"/>
                  </a:lnTo>
                  <a:lnTo>
                    <a:pt x="73" y="98"/>
                  </a:lnTo>
                  <a:lnTo>
                    <a:pt x="72" y="96"/>
                  </a:lnTo>
                  <a:lnTo>
                    <a:pt x="72" y="95"/>
                  </a:lnTo>
                  <a:lnTo>
                    <a:pt x="73" y="94"/>
                  </a:lnTo>
                  <a:lnTo>
                    <a:pt x="73" y="92"/>
                  </a:lnTo>
                  <a:lnTo>
                    <a:pt x="73" y="90"/>
                  </a:lnTo>
                  <a:close/>
                  <a:moveTo>
                    <a:pt x="77" y="90"/>
                  </a:moveTo>
                  <a:lnTo>
                    <a:pt x="79" y="90"/>
                  </a:lnTo>
                  <a:lnTo>
                    <a:pt x="80" y="92"/>
                  </a:lnTo>
                  <a:lnTo>
                    <a:pt x="80" y="92"/>
                  </a:lnTo>
                  <a:lnTo>
                    <a:pt x="77" y="91"/>
                  </a:lnTo>
                  <a:lnTo>
                    <a:pt x="77" y="90"/>
                  </a:lnTo>
                  <a:close/>
                  <a:moveTo>
                    <a:pt x="93" y="90"/>
                  </a:moveTo>
                  <a:lnTo>
                    <a:pt x="94" y="90"/>
                  </a:lnTo>
                  <a:lnTo>
                    <a:pt x="94" y="90"/>
                  </a:lnTo>
                  <a:lnTo>
                    <a:pt x="96" y="90"/>
                  </a:lnTo>
                  <a:lnTo>
                    <a:pt x="97" y="91"/>
                  </a:lnTo>
                  <a:lnTo>
                    <a:pt x="100" y="94"/>
                  </a:lnTo>
                  <a:lnTo>
                    <a:pt x="101" y="95"/>
                  </a:lnTo>
                  <a:lnTo>
                    <a:pt x="100" y="96"/>
                  </a:lnTo>
                  <a:lnTo>
                    <a:pt x="101" y="100"/>
                  </a:lnTo>
                  <a:lnTo>
                    <a:pt x="101" y="104"/>
                  </a:lnTo>
                  <a:lnTo>
                    <a:pt x="102" y="105"/>
                  </a:lnTo>
                  <a:lnTo>
                    <a:pt x="102" y="107"/>
                  </a:lnTo>
                  <a:lnTo>
                    <a:pt x="104" y="108"/>
                  </a:lnTo>
                  <a:lnTo>
                    <a:pt x="102" y="108"/>
                  </a:lnTo>
                  <a:lnTo>
                    <a:pt x="102" y="108"/>
                  </a:lnTo>
                  <a:lnTo>
                    <a:pt x="101" y="108"/>
                  </a:lnTo>
                  <a:lnTo>
                    <a:pt x="97" y="108"/>
                  </a:lnTo>
                  <a:lnTo>
                    <a:pt x="97" y="107"/>
                  </a:lnTo>
                  <a:lnTo>
                    <a:pt x="94" y="105"/>
                  </a:lnTo>
                  <a:lnTo>
                    <a:pt x="94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4" y="103"/>
                  </a:lnTo>
                  <a:lnTo>
                    <a:pt x="94" y="102"/>
                  </a:lnTo>
                  <a:lnTo>
                    <a:pt x="93" y="100"/>
                  </a:lnTo>
                  <a:lnTo>
                    <a:pt x="90" y="98"/>
                  </a:lnTo>
                  <a:lnTo>
                    <a:pt x="88" y="95"/>
                  </a:lnTo>
                  <a:lnTo>
                    <a:pt x="85" y="91"/>
                  </a:lnTo>
                  <a:lnTo>
                    <a:pt x="85" y="90"/>
                  </a:lnTo>
                  <a:lnTo>
                    <a:pt x="87" y="90"/>
                  </a:lnTo>
                  <a:lnTo>
                    <a:pt x="89" y="90"/>
                  </a:lnTo>
                  <a:lnTo>
                    <a:pt x="90" y="90"/>
                  </a:lnTo>
                  <a:lnTo>
                    <a:pt x="92" y="90"/>
                  </a:lnTo>
                  <a:lnTo>
                    <a:pt x="93" y="90"/>
                  </a:lnTo>
                  <a:close/>
                  <a:moveTo>
                    <a:pt x="60" y="88"/>
                  </a:moveTo>
                  <a:lnTo>
                    <a:pt x="60" y="91"/>
                  </a:lnTo>
                  <a:lnTo>
                    <a:pt x="60" y="92"/>
                  </a:lnTo>
                  <a:lnTo>
                    <a:pt x="60" y="96"/>
                  </a:lnTo>
                  <a:lnTo>
                    <a:pt x="58" y="96"/>
                  </a:lnTo>
                  <a:lnTo>
                    <a:pt x="58" y="94"/>
                  </a:lnTo>
                  <a:lnTo>
                    <a:pt x="59" y="91"/>
                  </a:lnTo>
                  <a:lnTo>
                    <a:pt x="59" y="88"/>
                  </a:lnTo>
                  <a:lnTo>
                    <a:pt x="60" y="88"/>
                  </a:lnTo>
                  <a:close/>
                  <a:moveTo>
                    <a:pt x="69" y="82"/>
                  </a:moveTo>
                  <a:lnTo>
                    <a:pt x="72" y="84"/>
                  </a:lnTo>
                  <a:lnTo>
                    <a:pt x="72" y="86"/>
                  </a:lnTo>
                  <a:lnTo>
                    <a:pt x="72" y="87"/>
                  </a:lnTo>
                  <a:lnTo>
                    <a:pt x="69" y="84"/>
                  </a:lnTo>
                  <a:lnTo>
                    <a:pt x="69" y="83"/>
                  </a:lnTo>
                  <a:lnTo>
                    <a:pt x="69" y="82"/>
                  </a:lnTo>
                  <a:close/>
                  <a:moveTo>
                    <a:pt x="39" y="78"/>
                  </a:moveTo>
                  <a:lnTo>
                    <a:pt x="42" y="78"/>
                  </a:lnTo>
                  <a:lnTo>
                    <a:pt x="44" y="78"/>
                  </a:lnTo>
                  <a:lnTo>
                    <a:pt x="50" y="82"/>
                  </a:lnTo>
                  <a:lnTo>
                    <a:pt x="51" y="83"/>
                  </a:lnTo>
                  <a:lnTo>
                    <a:pt x="51" y="84"/>
                  </a:lnTo>
                  <a:lnTo>
                    <a:pt x="51" y="87"/>
                  </a:lnTo>
                  <a:lnTo>
                    <a:pt x="52" y="88"/>
                  </a:lnTo>
                  <a:lnTo>
                    <a:pt x="52" y="91"/>
                  </a:lnTo>
                  <a:lnTo>
                    <a:pt x="51" y="91"/>
                  </a:lnTo>
                  <a:lnTo>
                    <a:pt x="51" y="94"/>
                  </a:lnTo>
                  <a:lnTo>
                    <a:pt x="48" y="95"/>
                  </a:lnTo>
                  <a:lnTo>
                    <a:pt x="47" y="95"/>
                  </a:lnTo>
                  <a:lnTo>
                    <a:pt x="44" y="92"/>
                  </a:lnTo>
                  <a:lnTo>
                    <a:pt x="44" y="90"/>
                  </a:lnTo>
                  <a:lnTo>
                    <a:pt x="42" y="88"/>
                  </a:lnTo>
                  <a:lnTo>
                    <a:pt x="42" y="84"/>
                  </a:lnTo>
                  <a:lnTo>
                    <a:pt x="40" y="83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6" y="79"/>
                  </a:lnTo>
                  <a:lnTo>
                    <a:pt x="36" y="78"/>
                  </a:lnTo>
                  <a:lnTo>
                    <a:pt x="39" y="78"/>
                  </a:lnTo>
                  <a:close/>
                  <a:moveTo>
                    <a:pt x="56" y="77"/>
                  </a:moveTo>
                  <a:lnTo>
                    <a:pt x="58" y="78"/>
                  </a:lnTo>
                  <a:lnTo>
                    <a:pt x="59" y="79"/>
                  </a:lnTo>
                  <a:lnTo>
                    <a:pt x="58" y="80"/>
                  </a:lnTo>
                  <a:lnTo>
                    <a:pt x="58" y="82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6" y="77"/>
                  </a:lnTo>
                  <a:close/>
                  <a:moveTo>
                    <a:pt x="33" y="74"/>
                  </a:moveTo>
                  <a:lnTo>
                    <a:pt x="34" y="74"/>
                  </a:lnTo>
                  <a:lnTo>
                    <a:pt x="36" y="75"/>
                  </a:lnTo>
                  <a:lnTo>
                    <a:pt x="35" y="77"/>
                  </a:lnTo>
                  <a:lnTo>
                    <a:pt x="33" y="75"/>
                  </a:lnTo>
                  <a:lnTo>
                    <a:pt x="33" y="74"/>
                  </a:lnTo>
                  <a:close/>
                  <a:moveTo>
                    <a:pt x="84" y="70"/>
                  </a:moveTo>
                  <a:lnTo>
                    <a:pt x="85" y="73"/>
                  </a:lnTo>
                  <a:lnTo>
                    <a:pt x="87" y="74"/>
                  </a:lnTo>
                  <a:lnTo>
                    <a:pt x="85" y="77"/>
                  </a:lnTo>
                  <a:lnTo>
                    <a:pt x="83" y="78"/>
                  </a:lnTo>
                  <a:lnTo>
                    <a:pt x="81" y="77"/>
                  </a:lnTo>
                  <a:lnTo>
                    <a:pt x="83" y="75"/>
                  </a:lnTo>
                  <a:lnTo>
                    <a:pt x="83" y="74"/>
                  </a:lnTo>
                  <a:lnTo>
                    <a:pt x="83" y="71"/>
                  </a:lnTo>
                  <a:lnTo>
                    <a:pt x="84" y="70"/>
                  </a:lnTo>
                  <a:close/>
                  <a:moveTo>
                    <a:pt x="55" y="67"/>
                  </a:moveTo>
                  <a:lnTo>
                    <a:pt x="58" y="69"/>
                  </a:lnTo>
                  <a:lnTo>
                    <a:pt x="58" y="70"/>
                  </a:lnTo>
                  <a:lnTo>
                    <a:pt x="56" y="69"/>
                  </a:lnTo>
                  <a:lnTo>
                    <a:pt x="55" y="67"/>
                  </a:lnTo>
                  <a:close/>
                  <a:moveTo>
                    <a:pt x="56" y="57"/>
                  </a:moveTo>
                  <a:lnTo>
                    <a:pt x="58" y="58"/>
                  </a:lnTo>
                  <a:lnTo>
                    <a:pt x="56" y="59"/>
                  </a:lnTo>
                  <a:lnTo>
                    <a:pt x="56" y="62"/>
                  </a:lnTo>
                  <a:lnTo>
                    <a:pt x="55" y="65"/>
                  </a:lnTo>
                  <a:lnTo>
                    <a:pt x="54" y="62"/>
                  </a:lnTo>
                  <a:lnTo>
                    <a:pt x="55" y="62"/>
                  </a:lnTo>
                  <a:lnTo>
                    <a:pt x="54" y="58"/>
                  </a:lnTo>
                  <a:lnTo>
                    <a:pt x="56" y="57"/>
                  </a:lnTo>
                  <a:close/>
                  <a:moveTo>
                    <a:pt x="39" y="12"/>
                  </a:moveTo>
                  <a:lnTo>
                    <a:pt x="43" y="13"/>
                  </a:lnTo>
                  <a:lnTo>
                    <a:pt x="46" y="15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51" y="15"/>
                  </a:lnTo>
                  <a:lnTo>
                    <a:pt x="52" y="13"/>
                  </a:lnTo>
                  <a:lnTo>
                    <a:pt x="52" y="12"/>
                  </a:lnTo>
                  <a:lnTo>
                    <a:pt x="54" y="12"/>
                  </a:lnTo>
                  <a:lnTo>
                    <a:pt x="55" y="15"/>
                  </a:lnTo>
                  <a:lnTo>
                    <a:pt x="55" y="16"/>
                  </a:lnTo>
                  <a:lnTo>
                    <a:pt x="54" y="17"/>
                  </a:lnTo>
                  <a:lnTo>
                    <a:pt x="54" y="23"/>
                  </a:lnTo>
                  <a:lnTo>
                    <a:pt x="55" y="27"/>
                  </a:lnTo>
                  <a:lnTo>
                    <a:pt x="56" y="27"/>
                  </a:lnTo>
                  <a:lnTo>
                    <a:pt x="58" y="29"/>
                  </a:lnTo>
                  <a:lnTo>
                    <a:pt x="59" y="30"/>
                  </a:lnTo>
                  <a:lnTo>
                    <a:pt x="58" y="36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5" y="46"/>
                  </a:lnTo>
                  <a:lnTo>
                    <a:pt x="55" y="45"/>
                  </a:lnTo>
                  <a:lnTo>
                    <a:pt x="55" y="42"/>
                  </a:lnTo>
                  <a:lnTo>
                    <a:pt x="54" y="44"/>
                  </a:lnTo>
                  <a:lnTo>
                    <a:pt x="50" y="48"/>
                  </a:lnTo>
                  <a:lnTo>
                    <a:pt x="50" y="49"/>
                  </a:lnTo>
                  <a:lnTo>
                    <a:pt x="50" y="52"/>
                  </a:lnTo>
                  <a:lnTo>
                    <a:pt x="48" y="54"/>
                  </a:lnTo>
                  <a:lnTo>
                    <a:pt x="48" y="57"/>
                  </a:lnTo>
                  <a:lnTo>
                    <a:pt x="50" y="58"/>
                  </a:lnTo>
                  <a:lnTo>
                    <a:pt x="51" y="61"/>
                  </a:lnTo>
                  <a:lnTo>
                    <a:pt x="52" y="62"/>
                  </a:lnTo>
                  <a:lnTo>
                    <a:pt x="51" y="63"/>
                  </a:lnTo>
                  <a:lnTo>
                    <a:pt x="51" y="66"/>
                  </a:lnTo>
                  <a:lnTo>
                    <a:pt x="52" y="67"/>
                  </a:lnTo>
                  <a:lnTo>
                    <a:pt x="54" y="70"/>
                  </a:lnTo>
                  <a:lnTo>
                    <a:pt x="56" y="71"/>
                  </a:lnTo>
                  <a:lnTo>
                    <a:pt x="59" y="70"/>
                  </a:lnTo>
                  <a:lnTo>
                    <a:pt x="59" y="69"/>
                  </a:lnTo>
                  <a:lnTo>
                    <a:pt x="63" y="66"/>
                  </a:lnTo>
                  <a:lnTo>
                    <a:pt x="64" y="66"/>
                  </a:lnTo>
                  <a:lnTo>
                    <a:pt x="68" y="69"/>
                  </a:lnTo>
                  <a:lnTo>
                    <a:pt x="69" y="71"/>
                  </a:lnTo>
                  <a:lnTo>
                    <a:pt x="69" y="74"/>
                  </a:lnTo>
                  <a:lnTo>
                    <a:pt x="71" y="75"/>
                  </a:lnTo>
                  <a:lnTo>
                    <a:pt x="72" y="74"/>
                  </a:lnTo>
                  <a:lnTo>
                    <a:pt x="72" y="71"/>
                  </a:lnTo>
                  <a:lnTo>
                    <a:pt x="73" y="70"/>
                  </a:lnTo>
                  <a:lnTo>
                    <a:pt x="75" y="73"/>
                  </a:lnTo>
                  <a:lnTo>
                    <a:pt x="77" y="73"/>
                  </a:lnTo>
                  <a:lnTo>
                    <a:pt x="79" y="74"/>
                  </a:lnTo>
                  <a:lnTo>
                    <a:pt x="80" y="75"/>
                  </a:lnTo>
                  <a:lnTo>
                    <a:pt x="79" y="75"/>
                  </a:lnTo>
                  <a:lnTo>
                    <a:pt x="77" y="75"/>
                  </a:lnTo>
                  <a:lnTo>
                    <a:pt x="76" y="75"/>
                  </a:lnTo>
                  <a:lnTo>
                    <a:pt x="76" y="78"/>
                  </a:lnTo>
                  <a:lnTo>
                    <a:pt x="77" y="82"/>
                  </a:lnTo>
                  <a:lnTo>
                    <a:pt x="77" y="83"/>
                  </a:lnTo>
                  <a:lnTo>
                    <a:pt x="80" y="83"/>
                  </a:lnTo>
                  <a:lnTo>
                    <a:pt x="81" y="84"/>
                  </a:lnTo>
                  <a:lnTo>
                    <a:pt x="84" y="84"/>
                  </a:lnTo>
                  <a:lnTo>
                    <a:pt x="85" y="86"/>
                  </a:lnTo>
                  <a:lnTo>
                    <a:pt x="84" y="87"/>
                  </a:lnTo>
                  <a:lnTo>
                    <a:pt x="84" y="88"/>
                  </a:lnTo>
                  <a:lnTo>
                    <a:pt x="83" y="91"/>
                  </a:lnTo>
                  <a:lnTo>
                    <a:pt x="81" y="91"/>
                  </a:lnTo>
                  <a:lnTo>
                    <a:pt x="79" y="88"/>
                  </a:lnTo>
                  <a:lnTo>
                    <a:pt x="81" y="87"/>
                  </a:lnTo>
                  <a:lnTo>
                    <a:pt x="81" y="86"/>
                  </a:lnTo>
                  <a:lnTo>
                    <a:pt x="79" y="86"/>
                  </a:lnTo>
                  <a:lnTo>
                    <a:pt x="79" y="86"/>
                  </a:lnTo>
                  <a:lnTo>
                    <a:pt x="77" y="87"/>
                  </a:lnTo>
                  <a:lnTo>
                    <a:pt x="75" y="84"/>
                  </a:lnTo>
                  <a:lnTo>
                    <a:pt x="73" y="83"/>
                  </a:lnTo>
                  <a:lnTo>
                    <a:pt x="73" y="80"/>
                  </a:lnTo>
                  <a:lnTo>
                    <a:pt x="72" y="79"/>
                  </a:lnTo>
                  <a:lnTo>
                    <a:pt x="68" y="78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4" y="73"/>
                  </a:lnTo>
                  <a:lnTo>
                    <a:pt x="63" y="73"/>
                  </a:lnTo>
                  <a:lnTo>
                    <a:pt x="63" y="74"/>
                  </a:lnTo>
                  <a:lnTo>
                    <a:pt x="64" y="78"/>
                  </a:lnTo>
                  <a:lnTo>
                    <a:pt x="65" y="82"/>
                  </a:lnTo>
                  <a:lnTo>
                    <a:pt x="64" y="82"/>
                  </a:lnTo>
                  <a:lnTo>
                    <a:pt x="63" y="78"/>
                  </a:lnTo>
                  <a:lnTo>
                    <a:pt x="60" y="77"/>
                  </a:lnTo>
                  <a:lnTo>
                    <a:pt x="59" y="74"/>
                  </a:lnTo>
                  <a:lnTo>
                    <a:pt x="54" y="73"/>
                  </a:lnTo>
                  <a:lnTo>
                    <a:pt x="51" y="73"/>
                  </a:lnTo>
                  <a:lnTo>
                    <a:pt x="50" y="74"/>
                  </a:lnTo>
                  <a:lnTo>
                    <a:pt x="51" y="75"/>
                  </a:lnTo>
                  <a:lnTo>
                    <a:pt x="48" y="77"/>
                  </a:lnTo>
                  <a:lnTo>
                    <a:pt x="46" y="74"/>
                  </a:lnTo>
                  <a:lnTo>
                    <a:pt x="44" y="75"/>
                  </a:lnTo>
                  <a:lnTo>
                    <a:pt x="42" y="77"/>
                  </a:lnTo>
                  <a:lnTo>
                    <a:pt x="43" y="74"/>
                  </a:lnTo>
                  <a:lnTo>
                    <a:pt x="42" y="73"/>
                  </a:lnTo>
                  <a:lnTo>
                    <a:pt x="40" y="73"/>
                  </a:lnTo>
                  <a:lnTo>
                    <a:pt x="40" y="75"/>
                  </a:lnTo>
                  <a:lnTo>
                    <a:pt x="39" y="73"/>
                  </a:lnTo>
                  <a:lnTo>
                    <a:pt x="39" y="70"/>
                  </a:lnTo>
                  <a:lnTo>
                    <a:pt x="39" y="69"/>
                  </a:lnTo>
                  <a:lnTo>
                    <a:pt x="40" y="66"/>
                  </a:lnTo>
                  <a:lnTo>
                    <a:pt x="43" y="63"/>
                  </a:lnTo>
                  <a:lnTo>
                    <a:pt x="40" y="62"/>
                  </a:lnTo>
                  <a:lnTo>
                    <a:pt x="38" y="62"/>
                  </a:lnTo>
                  <a:lnTo>
                    <a:pt x="38" y="63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6" y="66"/>
                  </a:lnTo>
                  <a:lnTo>
                    <a:pt x="34" y="63"/>
                  </a:lnTo>
                  <a:lnTo>
                    <a:pt x="34" y="61"/>
                  </a:lnTo>
                  <a:lnTo>
                    <a:pt x="33" y="61"/>
                  </a:lnTo>
                  <a:lnTo>
                    <a:pt x="33" y="61"/>
                  </a:lnTo>
                  <a:lnTo>
                    <a:pt x="31" y="61"/>
                  </a:lnTo>
                  <a:lnTo>
                    <a:pt x="31" y="55"/>
                  </a:lnTo>
                  <a:lnTo>
                    <a:pt x="29" y="53"/>
                  </a:lnTo>
                  <a:lnTo>
                    <a:pt x="29" y="49"/>
                  </a:lnTo>
                  <a:lnTo>
                    <a:pt x="29" y="48"/>
                  </a:lnTo>
                  <a:lnTo>
                    <a:pt x="29" y="46"/>
                  </a:lnTo>
                  <a:lnTo>
                    <a:pt x="27" y="46"/>
                  </a:lnTo>
                  <a:lnTo>
                    <a:pt x="27" y="44"/>
                  </a:lnTo>
                  <a:lnTo>
                    <a:pt x="27" y="41"/>
                  </a:lnTo>
                  <a:lnTo>
                    <a:pt x="29" y="44"/>
                  </a:lnTo>
                  <a:lnTo>
                    <a:pt x="31" y="44"/>
                  </a:lnTo>
                  <a:lnTo>
                    <a:pt x="33" y="42"/>
                  </a:lnTo>
                  <a:lnTo>
                    <a:pt x="33" y="41"/>
                  </a:lnTo>
                  <a:lnTo>
                    <a:pt x="31" y="37"/>
                  </a:lnTo>
                  <a:lnTo>
                    <a:pt x="31" y="34"/>
                  </a:lnTo>
                  <a:lnTo>
                    <a:pt x="33" y="29"/>
                  </a:lnTo>
                  <a:lnTo>
                    <a:pt x="33" y="24"/>
                  </a:lnTo>
                  <a:lnTo>
                    <a:pt x="33" y="21"/>
                  </a:lnTo>
                  <a:lnTo>
                    <a:pt x="35" y="16"/>
                  </a:lnTo>
                  <a:lnTo>
                    <a:pt x="35" y="13"/>
                  </a:lnTo>
                  <a:lnTo>
                    <a:pt x="39" y="12"/>
                  </a:lnTo>
                  <a:close/>
                  <a:moveTo>
                    <a:pt x="42" y="8"/>
                  </a:moveTo>
                  <a:lnTo>
                    <a:pt x="44" y="8"/>
                  </a:lnTo>
                  <a:lnTo>
                    <a:pt x="43" y="9"/>
                  </a:lnTo>
                  <a:lnTo>
                    <a:pt x="42" y="8"/>
                  </a:lnTo>
                  <a:close/>
                  <a:moveTo>
                    <a:pt x="50" y="7"/>
                  </a:moveTo>
                  <a:lnTo>
                    <a:pt x="51" y="7"/>
                  </a:lnTo>
                  <a:lnTo>
                    <a:pt x="50" y="9"/>
                  </a:lnTo>
                  <a:lnTo>
                    <a:pt x="48" y="8"/>
                  </a:lnTo>
                  <a:lnTo>
                    <a:pt x="50" y="7"/>
                  </a:lnTo>
                  <a:close/>
                  <a:moveTo>
                    <a:pt x="40" y="4"/>
                  </a:moveTo>
                  <a:lnTo>
                    <a:pt x="42" y="5"/>
                  </a:lnTo>
                  <a:lnTo>
                    <a:pt x="39" y="5"/>
                  </a:lnTo>
                  <a:lnTo>
                    <a:pt x="40" y="4"/>
                  </a:lnTo>
                  <a:close/>
                  <a:moveTo>
                    <a:pt x="44" y="0"/>
                  </a:moveTo>
                  <a:lnTo>
                    <a:pt x="44" y="3"/>
                  </a:lnTo>
                  <a:lnTo>
                    <a:pt x="43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" name="Freeform 356"/>
            <p:cNvSpPr>
              <a:spLocks noEditPoints="1"/>
            </p:cNvSpPr>
            <p:nvPr/>
          </p:nvSpPr>
          <p:spPr bwMode="auto">
            <a:xfrm>
              <a:off x="8653217" y="4185447"/>
              <a:ext cx="1383072" cy="520238"/>
            </a:xfrm>
            <a:custGeom>
              <a:avLst/>
              <a:gdLst>
                <a:gd name="T0" fmla="*/ 294 w 545"/>
                <a:gd name="T1" fmla="*/ 196 h 205"/>
                <a:gd name="T2" fmla="*/ 341 w 545"/>
                <a:gd name="T3" fmla="*/ 187 h 205"/>
                <a:gd name="T4" fmla="*/ 343 w 545"/>
                <a:gd name="T5" fmla="*/ 174 h 205"/>
                <a:gd name="T6" fmla="*/ 398 w 545"/>
                <a:gd name="T7" fmla="*/ 172 h 205"/>
                <a:gd name="T8" fmla="*/ 274 w 545"/>
                <a:gd name="T9" fmla="*/ 171 h 205"/>
                <a:gd name="T10" fmla="*/ 264 w 545"/>
                <a:gd name="T11" fmla="*/ 175 h 205"/>
                <a:gd name="T12" fmla="*/ 239 w 545"/>
                <a:gd name="T13" fmla="*/ 170 h 205"/>
                <a:gd name="T14" fmla="*/ 296 w 545"/>
                <a:gd name="T15" fmla="*/ 179 h 205"/>
                <a:gd name="T16" fmla="*/ 370 w 545"/>
                <a:gd name="T17" fmla="*/ 167 h 205"/>
                <a:gd name="T18" fmla="*/ 516 w 545"/>
                <a:gd name="T19" fmla="*/ 168 h 205"/>
                <a:gd name="T20" fmla="*/ 433 w 545"/>
                <a:gd name="T21" fmla="*/ 156 h 205"/>
                <a:gd name="T22" fmla="*/ 236 w 545"/>
                <a:gd name="T23" fmla="*/ 154 h 205"/>
                <a:gd name="T24" fmla="*/ 465 w 545"/>
                <a:gd name="T25" fmla="*/ 149 h 205"/>
                <a:gd name="T26" fmla="*/ 468 w 545"/>
                <a:gd name="T27" fmla="*/ 146 h 205"/>
                <a:gd name="T28" fmla="*/ 202 w 545"/>
                <a:gd name="T29" fmla="*/ 154 h 205"/>
                <a:gd name="T30" fmla="*/ 185 w 545"/>
                <a:gd name="T31" fmla="*/ 172 h 205"/>
                <a:gd name="T32" fmla="*/ 127 w 545"/>
                <a:gd name="T33" fmla="*/ 149 h 205"/>
                <a:gd name="T34" fmla="*/ 464 w 545"/>
                <a:gd name="T35" fmla="*/ 141 h 205"/>
                <a:gd name="T36" fmla="*/ 325 w 545"/>
                <a:gd name="T37" fmla="*/ 127 h 205"/>
                <a:gd name="T38" fmla="*/ 329 w 545"/>
                <a:gd name="T39" fmla="*/ 129 h 205"/>
                <a:gd name="T40" fmla="*/ 246 w 545"/>
                <a:gd name="T41" fmla="*/ 116 h 205"/>
                <a:gd name="T42" fmla="*/ 61 w 545"/>
                <a:gd name="T43" fmla="*/ 105 h 205"/>
                <a:gd name="T44" fmla="*/ 397 w 545"/>
                <a:gd name="T45" fmla="*/ 105 h 205"/>
                <a:gd name="T46" fmla="*/ 365 w 545"/>
                <a:gd name="T47" fmla="*/ 97 h 205"/>
                <a:gd name="T48" fmla="*/ 411 w 545"/>
                <a:gd name="T49" fmla="*/ 93 h 205"/>
                <a:gd name="T50" fmla="*/ 491 w 545"/>
                <a:gd name="T51" fmla="*/ 91 h 205"/>
                <a:gd name="T52" fmla="*/ 127 w 545"/>
                <a:gd name="T53" fmla="*/ 92 h 205"/>
                <a:gd name="T54" fmla="*/ 175 w 545"/>
                <a:gd name="T55" fmla="*/ 85 h 205"/>
                <a:gd name="T56" fmla="*/ 170 w 545"/>
                <a:gd name="T57" fmla="*/ 83 h 205"/>
                <a:gd name="T58" fmla="*/ 478 w 545"/>
                <a:gd name="T59" fmla="*/ 77 h 205"/>
                <a:gd name="T60" fmla="*/ 169 w 545"/>
                <a:gd name="T61" fmla="*/ 77 h 205"/>
                <a:gd name="T62" fmla="*/ 470 w 545"/>
                <a:gd name="T63" fmla="*/ 101 h 205"/>
                <a:gd name="T64" fmla="*/ 532 w 545"/>
                <a:gd name="T65" fmla="*/ 97 h 205"/>
                <a:gd name="T66" fmla="*/ 518 w 545"/>
                <a:gd name="T67" fmla="*/ 168 h 205"/>
                <a:gd name="T68" fmla="*/ 507 w 545"/>
                <a:gd name="T69" fmla="*/ 134 h 205"/>
                <a:gd name="T70" fmla="*/ 458 w 545"/>
                <a:gd name="T71" fmla="*/ 109 h 205"/>
                <a:gd name="T72" fmla="*/ 458 w 545"/>
                <a:gd name="T73" fmla="*/ 101 h 205"/>
                <a:gd name="T74" fmla="*/ 441 w 545"/>
                <a:gd name="T75" fmla="*/ 74 h 205"/>
                <a:gd name="T76" fmla="*/ 404 w 545"/>
                <a:gd name="T77" fmla="*/ 70 h 205"/>
                <a:gd name="T78" fmla="*/ 28 w 545"/>
                <a:gd name="T79" fmla="*/ 52 h 205"/>
                <a:gd name="T80" fmla="*/ 333 w 545"/>
                <a:gd name="T81" fmla="*/ 66 h 205"/>
                <a:gd name="T82" fmla="*/ 335 w 545"/>
                <a:gd name="T83" fmla="*/ 77 h 205"/>
                <a:gd name="T84" fmla="*/ 320 w 545"/>
                <a:gd name="T85" fmla="*/ 114 h 205"/>
                <a:gd name="T86" fmla="*/ 307 w 545"/>
                <a:gd name="T87" fmla="*/ 117 h 205"/>
                <a:gd name="T88" fmla="*/ 286 w 545"/>
                <a:gd name="T89" fmla="*/ 129 h 205"/>
                <a:gd name="T90" fmla="*/ 291 w 545"/>
                <a:gd name="T91" fmla="*/ 70 h 205"/>
                <a:gd name="T92" fmla="*/ 78 w 545"/>
                <a:gd name="T93" fmla="*/ 45 h 205"/>
                <a:gd name="T94" fmla="*/ 393 w 545"/>
                <a:gd name="T95" fmla="*/ 60 h 205"/>
                <a:gd name="T96" fmla="*/ 385 w 545"/>
                <a:gd name="T97" fmla="*/ 50 h 205"/>
                <a:gd name="T98" fmla="*/ 132 w 545"/>
                <a:gd name="T99" fmla="*/ 29 h 205"/>
                <a:gd name="T100" fmla="*/ 266 w 545"/>
                <a:gd name="T101" fmla="*/ 20 h 205"/>
                <a:gd name="T102" fmla="*/ 265 w 545"/>
                <a:gd name="T103" fmla="*/ 33 h 205"/>
                <a:gd name="T104" fmla="*/ 257 w 545"/>
                <a:gd name="T105" fmla="*/ 85 h 205"/>
                <a:gd name="T106" fmla="*/ 229 w 545"/>
                <a:gd name="T107" fmla="*/ 121 h 205"/>
                <a:gd name="T108" fmla="*/ 196 w 545"/>
                <a:gd name="T109" fmla="*/ 106 h 205"/>
                <a:gd name="T110" fmla="*/ 166 w 545"/>
                <a:gd name="T111" fmla="*/ 72 h 205"/>
                <a:gd name="T112" fmla="*/ 231 w 545"/>
                <a:gd name="T113" fmla="*/ 50 h 205"/>
                <a:gd name="T114" fmla="*/ 17 w 545"/>
                <a:gd name="T115" fmla="*/ 4 h 205"/>
                <a:gd name="T116" fmla="*/ 84 w 545"/>
                <a:gd name="T117" fmla="*/ 58 h 205"/>
                <a:gd name="T118" fmla="*/ 113 w 545"/>
                <a:gd name="T119" fmla="*/ 93 h 205"/>
                <a:gd name="T120" fmla="*/ 109 w 545"/>
                <a:gd name="T121" fmla="*/ 139 h 205"/>
                <a:gd name="T122" fmla="*/ 40 w 545"/>
                <a:gd name="T123" fmla="*/ 49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5" h="205">
                  <a:moveTo>
                    <a:pt x="331" y="199"/>
                  </a:moveTo>
                  <a:lnTo>
                    <a:pt x="331" y="200"/>
                  </a:lnTo>
                  <a:lnTo>
                    <a:pt x="329" y="202"/>
                  </a:lnTo>
                  <a:lnTo>
                    <a:pt x="324" y="205"/>
                  </a:lnTo>
                  <a:lnTo>
                    <a:pt x="323" y="204"/>
                  </a:lnTo>
                  <a:lnTo>
                    <a:pt x="324" y="202"/>
                  </a:lnTo>
                  <a:lnTo>
                    <a:pt x="328" y="200"/>
                  </a:lnTo>
                  <a:lnTo>
                    <a:pt x="328" y="200"/>
                  </a:lnTo>
                  <a:lnTo>
                    <a:pt x="331" y="199"/>
                  </a:lnTo>
                  <a:close/>
                  <a:moveTo>
                    <a:pt x="312" y="199"/>
                  </a:moveTo>
                  <a:lnTo>
                    <a:pt x="314" y="200"/>
                  </a:lnTo>
                  <a:lnTo>
                    <a:pt x="314" y="201"/>
                  </a:lnTo>
                  <a:lnTo>
                    <a:pt x="312" y="201"/>
                  </a:lnTo>
                  <a:lnTo>
                    <a:pt x="311" y="201"/>
                  </a:lnTo>
                  <a:lnTo>
                    <a:pt x="312" y="200"/>
                  </a:lnTo>
                  <a:lnTo>
                    <a:pt x="312" y="199"/>
                  </a:lnTo>
                  <a:close/>
                  <a:moveTo>
                    <a:pt x="329" y="195"/>
                  </a:moveTo>
                  <a:lnTo>
                    <a:pt x="331" y="195"/>
                  </a:lnTo>
                  <a:lnTo>
                    <a:pt x="329" y="197"/>
                  </a:lnTo>
                  <a:lnTo>
                    <a:pt x="328" y="197"/>
                  </a:lnTo>
                  <a:lnTo>
                    <a:pt x="329" y="195"/>
                  </a:lnTo>
                  <a:close/>
                  <a:moveTo>
                    <a:pt x="283" y="183"/>
                  </a:moveTo>
                  <a:lnTo>
                    <a:pt x="287" y="185"/>
                  </a:lnTo>
                  <a:lnTo>
                    <a:pt x="289" y="185"/>
                  </a:lnTo>
                  <a:lnTo>
                    <a:pt x="291" y="184"/>
                  </a:lnTo>
                  <a:lnTo>
                    <a:pt x="294" y="185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9" y="191"/>
                  </a:lnTo>
                  <a:lnTo>
                    <a:pt x="300" y="193"/>
                  </a:lnTo>
                  <a:lnTo>
                    <a:pt x="300" y="195"/>
                  </a:lnTo>
                  <a:lnTo>
                    <a:pt x="298" y="196"/>
                  </a:lnTo>
                  <a:lnTo>
                    <a:pt x="294" y="196"/>
                  </a:lnTo>
                  <a:lnTo>
                    <a:pt x="291" y="195"/>
                  </a:lnTo>
                  <a:lnTo>
                    <a:pt x="290" y="192"/>
                  </a:lnTo>
                  <a:lnTo>
                    <a:pt x="287" y="192"/>
                  </a:lnTo>
                  <a:lnTo>
                    <a:pt x="286" y="189"/>
                  </a:lnTo>
                  <a:lnTo>
                    <a:pt x="283" y="189"/>
                  </a:lnTo>
                  <a:lnTo>
                    <a:pt x="281" y="189"/>
                  </a:lnTo>
                  <a:lnTo>
                    <a:pt x="278" y="188"/>
                  </a:lnTo>
                  <a:lnTo>
                    <a:pt x="278" y="185"/>
                  </a:lnTo>
                  <a:lnTo>
                    <a:pt x="283" y="183"/>
                  </a:lnTo>
                  <a:close/>
                  <a:moveTo>
                    <a:pt x="349" y="180"/>
                  </a:moveTo>
                  <a:lnTo>
                    <a:pt x="352" y="184"/>
                  </a:lnTo>
                  <a:lnTo>
                    <a:pt x="354" y="187"/>
                  </a:lnTo>
                  <a:lnTo>
                    <a:pt x="353" y="187"/>
                  </a:lnTo>
                  <a:lnTo>
                    <a:pt x="352" y="188"/>
                  </a:lnTo>
                  <a:lnTo>
                    <a:pt x="348" y="192"/>
                  </a:lnTo>
                  <a:lnTo>
                    <a:pt x="346" y="193"/>
                  </a:lnTo>
                  <a:lnTo>
                    <a:pt x="344" y="195"/>
                  </a:lnTo>
                  <a:lnTo>
                    <a:pt x="343" y="195"/>
                  </a:lnTo>
                  <a:lnTo>
                    <a:pt x="340" y="196"/>
                  </a:lnTo>
                  <a:lnTo>
                    <a:pt x="336" y="199"/>
                  </a:lnTo>
                  <a:lnTo>
                    <a:pt x="333" y="199"/>
                  </a:lnTo>
                  <a:lnTo>
                    <a:pt x="332" y="197"/>
                  </a:lnTo>
                  <a:lnTo>
                    <a:pt x="332" y="195"/>
                  </a:lnTo>
                  <a:lnTo>
                    <a:pt x="333" y="196"/>
                  </a:lnTo>
                  <a:lnTo>
                    <a:pt x="335" y="196"/>
                  </a:lnTo>
                  <a:lnTo>
                    <a:pt x="335" y="195"/>
                  </a:lnTo>
                  <a:lnTo>
                    <a:pt x="333" y="193"/>
                  </a:lnTo>
                  <a:lnTo>
                    <a:pt x="333" y="192"/>
                  </a:lnTo>
                  <a:lnTo>
                    <a:pt x="336" y="189"/>
                  </a:lnTo>
                  <a:lnTo>
                    <a:pt x="336" y="187"/>
                  </a:lnTo>
                  <a:lnTo>
                    <a:pt x="339" y="185"/>
                  </a:lnTo>
                  <a:lnTo>
                    <a:pt x="340" y="184"/>
                  </a:lnTo>
                  <a:lnTo>
                    <a:pt x="341" y="187"/>
                  </a:lnTo>
                  <a:lnTo>
                    <a:pt x="344" y="185"/>
                  </a:lnTo>
                  <a:lnTo>
                    <a:pt x="346" y="185"/>
                  </a:lnTo>
                  <a:lnTo>
                    <a:pt x="346" y="181"/>
                  </a:lnTo>
                  <a:lnTo>
                    <a:pt x="348" y="181"/>
                  </a:lnTo>
                  <a:lnTo>
                    <a:pt x="349" y="180"/>
                  </a:lnTo>
                  <a:close/>
                  <a:moveTo>
                    <a:pt x="287" y="176"/>
                  </a:moveTo>
                  <a:lnTo>
                    <a:pt x="289" y="176"/>
                  </a:lnTo>
                  <a:lnTo>
                    <a:pt x="289" y="177"/>
                  </a:lnTo>
                  <a:lnTo>
                    <a:pt x="286" y="177"/>
                  </a:lnTo>
                  <a:lnTo>
                    <a:pt x="287" y="176"/>
                  </a:lnTo>
                  <a:close/>
                  <a:moveTo>
                    <a:pt x="239" y="176"/>
                  </a:moveTo>
                  <a:lnTo>
                    <a:pt x="240" y="177"/>
                  </a:lnTo>
                  <a:lnTo>
                    <a:pt x="239" y="177"/>
                  </a:lnTo>
                  <a:lnTo>
                    <a:pt x="237" y="177"/>
                  </a:lnTo>
                  <a:lnTo>
                    <a:pt x="239" y="176"/>
                  </a:lnTo>
                  <a:close/>
                  <a:moveTo>
                    <a:pt x="329" y="175"/>
                  </a:moveTo>
                  <a:lnTo>
                    <a:pt x="328" y="175"/>
                  </a:lnTo>
                  <a:lnTo>
                    <a:pt x="327" y="176"/>
                  </a:lnTo>
                  <a:lnTo>
                    <a:pt x="327" y="175"/>
                  </a:lnTo>
                  <a:lnTo>
                    <a:pt x="329" y="175"/>
                  </a:lnTo>
                  <a:close/>
                  <a:moveTo>
                    <a:pt x="285" y="174"/>
                  </a:moveTo>
                  <a:lnTo>
                    <a:pt x="286" y="175"/>
                  </a:lnTo>
                  <a:lnTo>
                    <a:pt x="285" y="175"/>
                  </a:lnTo>
                  <a:lnTo>
                    <a:pt x="285" y="179"/>
                  </a:lnTo>
                  <a:lnTo>
                    <a:pt x="283" y="176"/>
                  </a:lnTo>
                  <a:lnTo>
                    <a:pt x="285" y="174"/>
                  </a:lnTo>
                  <a:close/>
                  <a:moveTo>
                    <a:pt x="344" y="172"/>
                  </a:moveTo>
                  <a:lnTo>
                    <a:pt x="344" y="174"/>
                  </a:lnTo>
                  <a:lnTo>
                    <a:pt x="341" y="176"/>
                  </a:lnTo>
                  <a:lnTo>
                    <a:pt x="340" y="175"/>
                  </a:lnTo>
                  <a:lnTo>
                    <a:pt x="339" y="175"/>
                  </a:lnTo>
                  <a:lnTo>
                    <a:pt x="340" y="174"/>
                  </a:lnTo>
                  <a:lnTo>
                    <a:pt x="343" y="174"/>
                  </a:lnTo>
                  <a:lnTo>
                    <a:pt x="344" y="172"/>
                  </a:lnTo>
                  <a:close/>
                  <a:moveTo>
                    <a:pt x="248" y="171"/>
                  </a:moveTo>
                  <a:lnTo>
                    <a:pt x="252" y="172"/>
                  </a:lnTo>
                  <a:lnTo>
                    <a:pt x="252" y="175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6" y="179"/>
                  </a:lnTo>
                  <a:lnTo>
                    <a:pt x="242" y="177"/>
                  </a:lnTo>
                  <a:lnTo>
                    <a:pt x="241" y="177"/>
                  </a:lnTo>
                  <a:lnTo>
                    <a:pt x="242" y="176"/>
                  </a:lnTo>
                  <a:lnTo>
                    <a:pt x="245" y="176"/>
                  </a:lnTo>
                  <a:lnTo>
                    <a:pt x="245" y="174"/>
                  </a:lnTo>
                  <a:lnTo>
                    <a:pt x="248" y="171"/>
                  </a:lnTo>
                  <a:close/>
                  <a:moveTo>
                    <a:pt x="337" y="171"/>
                  </a:moveTo>
                  <a:lnTo>
                    <a:pt x="339" y="172"/>
                  </a:lnTo>
                  <a:lnTo>
                    <a:pt x="336" y="174"/>
                  </a:lnTo>
                  <a:lnTo>
                    <a:pt x="335" y="175"/>
                  </a:lnTo>
                  <a:lnTo>
                    <a:pt x="332" y="176"/>
                  </a:lnTo>
                  <a:lnTo>
                    <a:pt x="332" y="175"/>
                  </a:lnTo>
                  <a:lnTo>
                    <a:pt x="333" y="174"/>
                  </a:lnTo>
                  <a:lnTo>
                    <a:pt x="333" y="172"/>
                  </a:lnTo>
                  <a:lnTo>
                    <a:pt x="335" y="172"/>
                  </a:lnTo>
                  <a:lnTo>
                    <a:pt x="336" y="172"/>
                  </a:lnTo>
                  <a:lnTo>
                    <a:pt x="337" y="171"/>
                  </a:lnTo>
                  <a:close/>
                  <a:moveTo>
                    <a:pt x="331" y="171"/>
                  </a:moveTo>
                  <a:lnTo>
                    <a:pt x="331" y="172"/>
                  </a:lnTo>
                  <a:lnTo>
                    <a:pt x="331" y="174"/>
                  </a:lnTo>
                  <a:lnTo>
                    <a:pt x="329" y="172"/>
                  </a:lnTo>
                  <a:lnTo>
                    <a:pt x="331" y="171"/>
                  </a:lnTo>
                  <a:close/>
                  <a:moveTo>
                    <a:pt x="399" y="171"/>
                  </a:moveTo>
                  <a:lnTo>
                    <a:pt x="400" y="171"/>
                  </a:lnTo>
                  <a:lnTo>
                    <a:pt x="398" y="172"/>
                  </a:lnTo>
                  <a:lnTo>
                    <a:pt x="397" y="171"/>
                  </a:lnTo>
                  <a:lnTo>
                    <a:pt x="399" y="171"/>
                  </a:lnTo>
                  <a:close/>
                  <a:moveTo>
                    <a:pt x="358" y="171"/>
                  </a:moveTo>
                  <a:lnTo>
                    <a:pt x="358" y="171"/>
                  </a:lnTo>
                  <a:lnTo>
                    <a:pt x="358" y="172"/>
                  </a:lnTo>
                  <a:lnTo>
                    <a:pt x="357" y="171"/>
                  </a:lnTo>
                  <a:lnTo>
                    <a:pt x="358" y="171"/>
                  </a:lnTo>
                  <a:close/>
                  <a:moveTo>
                    <a:pt x="383" y="170"/>
                  </a:moveTo>
                  <a:lnTo>
                    <a:pt x="383" y="171"/>
                  </a:lnTo>
                  <a:lnTo>
                    <a:pt x="382" y="171"/>
                  </a:lnTo>
                  <a:lnTo>
                    <a:pt x="383" y="170"/>
                  </a:lnTo>
                  <a:close/>
                  <a:moveTo>
                    <a:pt x="348" y="170"/>
                  </a:moveTo>
                  <a:lnTo>
                    <a:pt x="349" y="171"/>
                  </a:lnTo>
                  <a:lnTo>
                    <a:pt x="352" y="171"/>
                  </a:lnTo>
                  <a:lnTo>
                    <a:pt x="353" y="171"/>
                  </a:lnTo>
                  <a:lnTo>
                    <a:pt x="352" y="172"/>
                  </a:lnTo>
                  <a:lnTo>
                    <a:pt x="348" y="174"/>
                  </a:lnTo>
                  <a:lnTo>
                    <a:pt x="345" y="174"/>
                  </a:lnTo>
                  <a:lnTo>
                    <a:pt x="345" y="172"/>
                  </a:lnTo>
                  <a:lnTo>
                    <a:pt x="346" y="172"/>
                  </a:lnTo>
                  <a:lnTo>
                    <a:pt x="345" y="171"/>
                  </a:lnTo>
                  <a:lnTo>
                    <a:pt x="348" y="170"/>
                  </a:lnTo>
                  <a:close/>
                  <a:moveTo>
                    <a:pt x="391" y="170"/>
                  </a:moveTo>
                  <a:lnTo>
                    <a:pt x="391" y="171"/>
                  </a:lnTo>
                  <a:lnTo>
                    <a:pt x="387" y="172"/>
                  </a:lnTo>
                  <a:lnTo>
                    <a:pt x="386" y="171"/>
                  </a:lnTo>
                  <a:lnTo>
                    <a:pt x="385" y="170"/>
                  </a:lnTo>
                  <a:lnTo>
                    <a:pt x="389" y="170"/>
                  </a:lnTo>
                  <a:lnTo>
                    <a:pt x="391" y="170"/>
                  </a:lnTo>
                  <a:close/>
                  <a:moveTo>
                    <a:pt x="267" y="170"/>
                  </a:moveTo>
                  <a:lnTo>
                    <a:pt x="270" y="170"/>
                  </a:lnTo>
                  <a:lnTo>
                    <a:pt x="271" y="171"/>
                  </a:lnTo>
                  <a:lnTo>
                    <a:pt x="274" y="171"/>
                  </a:lnTo>
                  <a:lnTo>
                    <a:pt x="277" y="172"/>
                  </a:lnTo>
                  <a:lnTo>
                    <a:pt x="277" y="174"/>
                  </a:lnTo>
                  <a:lnTo>
                    <a:pt x="278" y="174"/>
                  </a:lnTo>
                  <a:lnTo>
                    <a:pt x="278" y="171"/>
                  </a:lnTo>
                  <a:lnTo>
                    <a:pt x="281" y="172"/>
                  </a:lnTo>
                  <a:lnTo>
                    <a:pt x="279" y="174"/>
                  </a:lnTo>
                  <a:lnTo>
                    <a:pt x="281" y="176"/>
                  </a:lnTo>
                  <a:lnTo>
                    <a:pt x="282" y="175"/>
                  </a:lnTo>
                  <a:lnTo>
                    <a:pt x="281" y="177"/>
                  </a:lnTo>
                  <a:lnTo>
                    <a:pt x="278" y="177"/>
                  </a:lnTo>
                  <a:lnTo>
                    <a:pt x="279" y="179"/>
                  </a:lnTo>
                  <a:lnTo>
                    <a:pt x="277" y="179"/>
                  </a:lnTo>
                  <a:lnTo>
                    <a:pt x="274" y="179"/>
                  </a:lnTo>
                  <a:lnTo>
                    <a:pt x="273" y="177"/>
                  </a:lnTo>
                  <a:lnTo>
                    <a:pt x="270" y="180"/>
                  </a:lnTo>
                  <a:lnTo>
                    <a:pt x="269" y="179"/>
                  </a:lnTo>
                  <a:lnTo>
                    <a:pt x="266" y="180"/>
                  </a:lnTo>
                  <a:lnTo>
                    <a:pt x="264" y="179"/>
                  </a:lnTo>
                  <a:lnTo>
                    <a:pt x="262" y="180"/>
                  </a:lnTo>
                  <a:lnTo>
                    <a:pt x="260" y="181"/>
                  </a:lnTo>
                  <a:lnTo>
                    <a:pt x="258" y="181"/>
                  </a:lnTo>
                  <a:lnTo>
                    <a:pt x="256" y="181"/>
                  </a:lnTo>
                  <a:lnTo>
                    <a:pt x="253" y="180"/>
                  </a:lnTo>
                  <a:lnTo>
                    <a:pt x="252" y="179"/>
                  </a:lnTo>
                  <a:lnTo>
                    <a:pt x="253" y="179"/>
                  </a:lnTo>
                  <a:lnTo>
                    <a:pt x="252" y="177"/>
                  </a:lnTo>
                  <a:lnTo>
                    <a:pt x="252" y="176"/>
                  </a:lnTo>
                  <a:lnTo>
                    <a:pt x="254" y="175"/>
                  </a:lnTo>
                  <a:lnTo>
                    <a:pt x="257" y="174"/>
                  </a:lnTo>
                  <a:lnTo>
                    <a:pt x="260" y="174"/>
                  </a:lnTo>
                  <a:lnTo>
                    <a:pt x="261" y="174"/>
                  </a:lnTo>
                  <a:lnTo>
                    <a:pt x="264" y="174"/>
                  </a:lnTo>
                  <a:lnTo>
                    <a:pt x="264" y="175"/>
                  </a:lnTo>
                  <a:lnTo>
                    <a:pt x="266" y="177"/>
                  </a:lnTo>
                  <a:lnTo>
                    <a:pt x="269" y="176"/>
                  </a:lnTo>
                  <a:lnTo>
                    <a:pt x="271" y="176"/>
                  </a:lnTo>
                  <a:lnTo>
                    <a:pt x="270" y="174"/>
                  </a:lnTo>
                  <a:lnTo>
                    <a:pt x="265" y="172"/>
                  </a:lnTo>
                  <a:lnTo>
                    <a:pt x="265" y="171"/>
                  </a:lnTo>
                  <a:lnTo>
                    <a:pt x="267" y="170"/>
                  </a:lnTo>
                  <a:close/>
                  <a:moveTo>
                    <a:pt x="378" y="170"/>
                  </a:moveTo>
                  <a:lnTo>
                    <a:pt x="379" y="170"/>
                  </a:lnTo>
                  <a:lnTo>
                    <a:pt x="378" y="171"/>
                  </a:lnTo>
                  <a:lnTo>
                    <a:pt x="377" y="170"/>
                  </a:lnTo>
                  <a:lnTo>
                    <a:pt x="378" y="170"/>
                  </a:lnTo>
                  <a:close/>
                  <a:moveTo>
                    <a:pt x="411" y="168"/>
                  </a:moveTo>
                  <a:lnTo>
                    <a:pt x="410" y="170"/>
                  </a:lnTo>
                  <a:lnTo>
                    <a:pt x="408" y="170"/>
                  </a:lnTo>
                  <a:lnTo>
                    <a:pt x="411" y="168"/>
                  </a:lnTo>
                  <a:close/>
                  <a:moveTo>
                    <a:pt x="516" y="168"/>
                  </a:moveTo>
                  <a:lnTo>
                    <a:pt x="518" y="168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5" y="171"/>
                  </a:lnTo>
                  <a:lnTo>
                    <a:pt x="514" y="171"/>
                  </a:lnTo>
                  <a:lnTo>
                    <a:pt x="515" y="170"/>
                  </a:lnTo>
                  <a:lnTo>
                    <a:pt x="516" y="168"/>
                  </a:lnTo>
                  <a:close/>
                  <a:moveTo>
                    <a:pt x="425" y="168"/>
                  </a:moveTo>
                  <a:lnTo>
                    <a:pt x="427" y="168"/>
                  </a:lnTo>
                  <a:lnTo>
                    <a:pt x="425" y="170"/>
                  </a:lnTo>
                  <a:lnTo>
                    <a:pt x="424" y="171"/>
                  </a:lnTo>
                  <a:lnTo>
                    <a:pt x="423" y="171"/>
                  </a:lnTo>
                  <a:lnTo>
                    <a:pt x="423" y="170"/>
                  </a:lnTo>
                  <a:lnTo>
                    <a:pt x="425" y="168"/>
                  </a:lnTo>
                  <a:close/>
                  <a:moveTo>
                    <a:pt x="235" y="168"/>
                  </a:moveTo>
                  <a:lnTo>
                    <a:pt x="239" y="170"/>
                  </a:lnTo>
                  <a:lnTo>
                    <a:pt x="241" y="172"/>
                  </a:lnTo>
                  <a:lnTo>
                    <a:pt x="240" y="174"/>
                  </a:lnTo>
                  <a:lnTo>
                    <a:pt x="239" y="174"/>
                  </a:lnTo>
                  <a:lnTo>
                    <a:pt x="237" y="175"/>
                  </a:lnTo>
                  <a:lnTo>
                    <a:pt x="236" y="176"/>
                  </a:lnTo>
                  <a:lnTo>
                    <a:pt x="235" y="177"/>
                  </a:lnTo>
                  <a:lnTo>
                    <a:pt x="233" y="176"/>
                  </a:lnTo>
                  <a:lnTo>
                    <a:pt x="231" y="174"/>
                  </a:lnTo>
                  <a:lnTo>
                    <a:pt x="228" y="174"/>
                  </a:lnTo>
                  <a:lnTo>
                    <a:pt x="227" y="171"/>
                  </a:lnTo>
                  <a:lnTo>
                    <a:pt x="227" y="170"/>
                  </a:lnTo>
                  <a:lnTo>
                    <a:pt x="229" y="168"/>
                  </a:lnTo>
                  <a:lnTo>
                    <a:pt x="232" y="170"/>
                  </a:lnTo>
                  <a:lnTo>
                    <a:pt x="235" y="168"/>
                  </a:lnTo>
                  <a:close/>
                  <a:moveTo>
                    <a:pt x="325" y="168"/>
                  </a:moveTo>
                  <a:lnTo>
                    <a:pt x="328" y="170"/>
                  </a:lnTo>
                  <a:lnTo>
                    <a:pt x="328" y="171"/>
                  </a:lnTo>
                  <a:lnTo>
                    <a:pt x="327" y="174"/>
                  </a:lnTo>
                  <a:lnTo>
                    <a:pt x="325" y="174"/>
                  </a:lnTo>
                  <a:lnTo>
                    <a:pt x="324" y="176"/>
                  </a:lnTo>
                  <a:lnTo>
                    <a:pt x="321" y="176"/>
                  </a:lnTo>
                  <a:lnTo>
                    <a:pt x="320" y="177"/>
                  </a:lnTo>
                  <a:lnTo>
                    <a:pt x="319" y="177"/>
                  </a:lnTo>
                  <a:lnTo>
                    <a:pt x="315" y="177"/>
                  </a:lnTo>
                  <a:lnTo>
                    <a:pt x="312" y="179"/>
                  </a:lnTo>
                  <a:lnTo>
                    <a:pt x="308" y="177"/>
                  </a:lnTo>
                  <a:lnTo>
                    <a:pt x="306" y="179"/>
                  </a:lnTo>
                  <a:lnTo>
                    <a:pt x="304" y="180"/>
                  </a:lnTo>
                  <a:lnTo>
                    <a:pt x="303" y="180"/>
                  </a:lnTo>
                  <a:lnTo>
                    <a:pt x="302" y="179"/>
                  </a:lnTo>
                  <a:lnTo>
                    <a:pt x="299" y="180"/>
                  </a:lnTo>
                  <a:lnTo>
                    <a:pt x="298" y="179"/>
                  </a:lnTo>
                  <a:lnTo>
                    <a:pt x="296" y="179"/>
                  </a:lnTo>
                  <a:lnTo>
                    <a:pt x="295" y="179"/>
                  </a:lnTo>
                  <a:lnTo>
                    <a:pt x="292" y="179"/>
                  </a:lnTo>
                  <a:lnTo>
                    <a:pt x="291" y="179"/>
                  </a:lnTo>
                  <a:lnTo>
                    <a:pt x="290" y="177"/>
                  </a:lnTo>
                  <a:lnTo>
                    <a:pt x="289" y="176"/>
                  </a:lnTo>
                  <a:lnTo>
                    <a:pt x="290" y="174"/>
                  </a:lnTo>
                  <a:lnTo>
                    <a:pt x="292" y="172"/>
                  </a:lnTo>
                  <a:lnTo>
                    <a:pt x="299" y="171"/>
                  </a:lnTo>
                  <a:lnTo>
                    <a:pt x="302" y="172"/>
                  </a:lnTo>
                  <a:lnTo>
                    <a:pt x="303" y="171"/>
                  </a:lnTo>
                  <a:lnTo>
                    <a:pt x="307" y="172"/>
                  </a:lnTo>
                  <a:lnTo>
                    <a:pt x="310" y="175"/>
                  </a:lnTo>
                  <a:lnTo>
                    <a:pt x="312" y="174"/>
                  </a:lnTo>
                  <a:lnTo>
                    <a:pt x="315" y="174"/>
                  </a:lnTo>
                  <a:lnTo>
                    <a:pt x="318" y="175"/>
                  </a:lnTo>
                  <a:lnTo>
                    <a:pt x="320" y="175"/>
                  </a:lnTo>
                  <a:lnTo>
                    <a:pt x="321" y="172"/>
                  </a:lnTo>
                  <a:lnTo>
                    <a:pt x="323" y="172"/>
                  </a:lnTo>
                  <a:lnTo>
                    <a:pt x="324" y="170"/>
                  </a:lnTo>
                  <a:lnTo>
                    <a:pt x="324" y="170"/>
                  </a:lnTo>
                  <a:lnTo>
                    <a:pt x="325" y="168"/>
                  </a:lnTo>
                  <a:close/>
                  <a:moveTo>
                    <a:pt x="408" y="164"/>
                  </a:moveTo>
                  <a:lnTo>
                    <a:pt x="410" y="166"/>
                  </a:lnTo>
                  <a:lnTo>
                    <a:pt x="411" y="167"/>
                  </a:lnTo>
                  <a:lnTo>
                    <a:pt x="408" y="168"/>
                  </a:lnTo>
                  <a:lnTo>
                    <a:pt x="407" y="167"/>
                  </a:lnTo>
                  <a:lnTo>
                    <a:pt x="407" y="166"/>
                  </a:lnTo>
                  <a:lnTo>
                    <a:pt x="408" y="164"/>
                  </a:lnTo>
                  <a:close/>
                  <a:moveTo>
                    <a:pt x="371" y="162"/>
                  </a:moveTo>
                  <a:lnTo>
                    <a:pt x="373" y="163"/>
                  </a:lnTo>
                  <a:lnTo>
                    <a:pt x="374" y="164"/>
                  </a:lnTo>
                  <a:lnTo>
                    <a:pt x="371" y="166"/>
                  </a:lnTo>
                  <a:lnTo>
                    <a:pt x="370" y="167"/>
                  </a:lnTo>
                  <a:lnTo>
                    <a:pt x="370" y="167"/>
                  </a:lnTo>
                  <a:lnTo>
                    <a:pt x="369" y="167"/>
                  </a:lnTo>
                  <a:lnTo>
                    <a:pt x="365" y="166"/>
                  </a:lnTo>
                  <a:lnTo>
                    <a:pt x="362" y="167"/>
                  </a:lnTo>
                  <a:lnTo>
                    <a:pt x="362" y="166"/>
                  </a:lnTo>
                  <a:lnTo>
                    <a:pt x="362" y="163"/>
                  </a:lnTo>
                  <a:lnTo>
                    <a:pt x="365" y="163"/>
                  </a:lnTo>
                  <a:lnTo>
                    <a:pt x="366" y="164"/>
                  </a:lnTo>
                  <a:lnTo>
                    <a:pt x="370" y="163"/>
                  </a:lnTo>
                  <a:lnTo>
                    <a:pt x="371" y="162"/>
                  </a:lnTo>
                  <a:close/>
                  <a:moveTo>
                    <a:pt x="423" y="162"/>
                  </a:moveTo>
                  <a:lnTo>
                    <a:pt x="423" y="162"/>
                  </a:lnTo>
                  <a:lnTo>
                    <a:pt x="422" y="162"/>
                  </a:lnTo>
                  <a:lnTo>
                    <a:pt x="423" y="162"/>
                  </a:lnTo>
                  <a:close/>
                  <a:moveTo>
                    <a:pt x="379" y="160"/>
                  </a:moveTo>
                  <a:lnTo>
                    <a:pt x="381" y="162"/>
                  </a:lnTo>
                  <a:lnTo>
                    <a:pt x="379" y="163"/>
                  </a:lnTo>
                  <a:lnTo>
                    <a:pt x="379" y="162"/>
                  </a:lnTo>
                  <a:lnTo>
                    <a:pt x="379" y="160"/>
                  </a:lnTo>
                  <a:close/>
                  <a:moveTo>
                    <a:pt x="427" y="160"/>
                  </a:moveTo>
                  <a:lnTo>
                    <a:pt x="425" y="160"/>
                  </a:lnTo>
                  <a:lnTo>
                    <a:pt x="424" y="160"/>
                  </a:lnTo>
                  <a:lnTo>
                    <a:pt x="423" y="160"/>
                  </a:lnTo>
                  <a:lnTo>
                    <a:pt x="427" y="160"/>
                  </a:lnTo>
                  <a:close/>
                  <a:moveTo>
                    <a:pt x="512" y="160"/>
                  </a:moveTo>
                  <a:lnTo>
                    <a:pt x="516" y="160"/>
                  </a:lnTo>
                  <a:lnTo>
                    <a:pt x="518" y="160"/>
                  </a:lnTo>
                  <a:lnTo>
                    <a:pt x="519" y="162"/>
                  </a:lnTo>
                  <a:lnTo>
                    <a:pt x="519" y="163"/>
                  </a:lnTo>
                  <a:lnTo>
                    <a:pt x="518" y="166"/>
                  </a:lnTo>
                  <a:lnTo>
                    <a:pt x="518" y="166"/>
                  </a:lnTo>
                  <a:lnTo>
                    <a:pt x="518" y="167"/>
                  </a:lnTo>
                  <a:lnTo>
                    <a:pt x="516" y="168"/>
                  </a:lnTo>
                  <a:lnTo>
                    <a:pt x="515" y="168"/>
                  </a:lnTo>
                  <a:lnTo>
                    <a:pt x="512" y="171"/>
                  </a:lnTo>
                  <a:lnTo>
                    <a:pt x="511" y="172"/>
                  </a:lnTo>
                  <a:lnTo>
                    <a:pt x="508" y="171"/>
                  </a:lnTo>
                  <a:lnTo>
                    <a:pt x="506" y="171"/>
                  </a:lnTo>
                  <a:lnTo>
                    <a:pt x="502" y="172"/>
                  </a:lnTo>
                  <a:lnTo>
                    <a:pt x="507" y="167"/>
                  </a:lnTo>
                  <a:lnTo>
                    <a:pt x="508" y="164"/>
                  </a:lnTo>
                  <a:lnTo>
                    <a:pt x="510" y="162"/>
                  </a:lnTo>
                  <a:lnTo>
                    <a:pt x="512" y="160"/>
                  </a:lnTo>
                  <a:close/>
                  <a:moveTo>
                    <a:pt x="244" y="159"/>
                  </a:moveTo>
                  <a:lnTo>
                    <a:pt x="244" y="159"/>
                  </a:lnTo>
                  <a:lnTo>
                    <a:pt x="242" y="159"/>
                  </a:lnTo>
                  <a:lnTo>
                    <a:pt x="241" y="159"/>
                  </a:lnTo>
                  <a:lnTo>
                    <a:pt x="244" y="159"/>
                  </a:lnTo>
                  <a:lnTo>
                    <a:pt x="244" y="159"/>
                  </a:lnTo>
                  <a:close/>
                  <a:moveTo>
                    <a:pt x="431" y="158"/>
                  </a:moveTo>
                  <a:lnTo>
                    <a:pt x="432" y="158"/>
                  </a:lnTo>
                  <a:lnTo>
                    <a:pt x="433" y="158"/>
                  </a:lnTo>
                  <a:lnTo>
                    <a:pt x="432" y="159"/>
                  </a:lnTo>
                  <a:lnTo>
                    <a:pt x="433" y="162"/>
                  </a:lnTo>
                  <a:lnTo>
                    <a:pt x="432" y="164"/>
                  </a:lnTo>
                  <a:lnTo>
                    <a:pt x="429" y="167"/>
                  </a:lnTo>
                  <a:lnTo>
                    <a:pt x="428" y="168"/>
                  </a:lnTo>
                  <a:lnTo>
                    <a:pt x="425" y="167"/>
                  </a:lnTo>
                  <a:lnTo>
                    <a:pt x="425" y="164"/>
                  </a:lnTo>
                  <a:lnTo>
                    <a:pt x="427" y="164"/>
                  </a:lnTo>
                  <a:lnTo>
                    <a:pt x="427" y="163"/>
                  </a:lnTo>
                  <a:lnTo>
                    <a:pt x="427" y="162"/>
                  </a:lnTo>
                  <a:lnTo>
                    <a:pt x="431" y="159"/>
                  </a:lnTo>
                  <a:lnTo>
                    <a:pt x="431" y="158"/>
                  </a:lnTo>
                  <a:lnTo>
                    <a:pt x="431" y="158"/>
                  </a:lnTo>
                  <a:close/>
                  <a:moveTo>
                    <a:pt x="433" y="156"/>
                  </a:moveTo>
                  <a:lnTo>
                    <a:pt x="436" y="156"/>
                  </a:lnTo>
                  <a:lnTo>
                    <a:pt x="436" y="158"/>
                  </a:lnTo>
                  <a:lnTo>
                    <a:pt x="433" y="156"/>
                  </a:lnTo>
                  <a:close/>
                  <a:moveTo>
                    <a:pt x="395" y="156"/>
                  </a:moveTo>
                  <a:lnTo>
                    <a:pt x="397" y="158"/>
                  </a:lnTo>
                  <a:lnTo>
                    <a:pt x="397" y="158"/>
                  </a:lnTo>
                  <a:lnTo>
                    <a:pt x="395" y="158"/>
                  </a:lnTo>
                  <a:lnTo>
                    <a:pt x="394" y="158"/>
                  </a:lnTo>
                  <a:lnTo>
                    <a:pt x="395" y="156"/>
                  </a:lnTo>
                  <a:close/>
                  <a:moveTo>
                    <a:pt x="300" y="156"/>
                  </a:moveTo>
                  <a:lnTo>
                    <a:pt x="302" y="158"/>
                  </a:lnTo>
                  <a:lnTo>
                    <a:pt x="300" y="158"/>
                  </a:lnTo>
                  <a:lnTo>
                    <a:pt x="299" y="158"/>
                  </a:lnTo>
                  <a:lnTo>
                    <a:pt x="300" y="156"/>
                  </a:lnTo>
                  <a:close/>
                  <a:moveTo>
                    <a:pt x="437" y="154"/>
                  </a:moveTo>
                  <a:lnTo>
                    <a:pt x="437" y="154"/>
                  </a:lnTo>
                  <a:lnTo>
                    <a:pt x="436" y="155"/>
                  </a:lnTo>
                  <a:lnTo>
                    <a:pt x="437" y="154"/>
                  </a:lnTo>
                  <a:close/>
                  <a:moveTo>
                    <a:pt x="208" y="154"/>
                  </a:moveTo>
                  <a:lnTo>
                    <a:pt x="210" y="155"/>
                  </a:lnTo>
                  <a:lnTo>
                    <a:pt x="216" y="155"/>
                  </a:lnTo>
                  <a:lnTo>
                    <a:pt x="217" y="155"/>
                  </a:lnTo>
                  <a:lnTo>
                    <a:pt x="221" y="155"/>
                  </a:lnTo>
                  <a:lnTo>
                    <a:pt x="223" y="155"/>
                  </a:lnTo>
                  <a:lnTo>
                    <a:pt x="221" y="156"/>
                  </a:lnTo>
                  <a:lnTo>
                    <a:pt x="219" y="158"/>
                  </a:lnTo>
                  <a:lnTo>
                    <a:pt x="216" y="158"/>
                  </a:lnTo>
                  <a:lnTo>
                    <a:pt x="212" y="158"/>
                  </a:lnTo>
                  <a:lnTo>
                    <a:pt x="211" y="159"/>
                  </a:lnTo>
                  <a:lnTo>
                    <a:pt x="210" y="159"/>
                  </a:lnTo>
                  <a:lnTo>
                    <a:pt x="207" y="156"/>
                  </a:lnTo>
                  <a:lnTo>
                    <a:pt x="208" y="154"/>
                  </a:lnTo>
                  <a:close/>
                  <a:moveTo>
                    <a:pt x="236" y="154"/>
                  </a:moveTo>
                  <a:lnTo>
                    <a:pt x="239" y="154"/>
                  </a:lnTo>
                  <a:lnTo>
                    <a:pt x="240" y="155"/>
                  </a:lnTo>
                  <a:lnTo>
                    <a:pt x="240" y="155"/>
                  </a:lnTo>
                  <a:lnTo>
                    <a:pt x="239" y="155"/>
                  </a:lnTo>
                  <a:lnTo>
                    <a:pt x="239" y="155"/>
                  </a:lnTo>
                  <a:lnTo>
                    <a:pt x="236" y="156"/>
                  </a:lnTo>
                  <a:lnTo>
                    <a:pt x="235" y="155"/>
                  </a:lnTo>
                  <a:lnTo>
                    <a:pt x="235" y="155"/>
                  </a:lnTo>
                  <a:lnTo>
                    <a:pt x="236" y="154"/>
                  </a:lnTo>
                  <a:close/>
                  <a:moveTo>
                    <a:pt x="407" y="151"/>
                  </a:moveTo>
                  <a:lnTo>
                    <a:pt x="407" y="152"/>
                  </a:lnTo>
                  <a:lnTo>
                    <a:pt x="406" y="151"/>
                  </a:lnTo>
                  <a:lnTo>
                    <a:pt x="407" y="151"/>
                  </a:lnTo>
                  <a:close/>
                  <a:moveTo>
                    <a:pt x="469" y="151"/>
                  </a:moveTo>
                  <a:lnTo>
                    <a:pt x="469" y="151"/>
                  </a:lnTo>
                  <a:lnTo>
                    <a:pt x="469" y="152"/>
                  </a:lnTo>
                  <a:lnTo>
                    <a:pt x="469" y="151"/>
                  </a:lnTo>
                  <a:lnTo>
                    <a:pt x="469" y="151"/>
                  </a:lnTo>
                  <a:close/>
                  <a:moveTo>
                    <a:pt x="119" y="150"/>
                  </a:moveTo>
                  <a:lnTo>
                    <a:pt x="120" y="150"/>
                  </a:lnTo>
                  <a:lnTo>
                    <a:pt x="120" y="151"/>
                  </a:lnTo>
                  <a:lnTo>
                    <a:pt x="120" y="151"/>
                  </a:lnTo>
                  <a:lnTo>
                    <a:pt x="119" y="150"/>
                  </a:lnTo>
                  <a:close/>
                  <a:moveTo>
                    <a:pt x="466" y="147"/>
                  </a:moveTo>
                  <a:lnTo>
                    <a:pt x="468" y="149"/>
                  </a:lnTo>
                  <a:lnTo>
                    <a:pt x="468" y="150"/>
                  </a:lnTo>
                  <a:lnTo>
                    <a:pt x="468" y="150"/>
                  </a:lnTo>
                  <a:lnTo>
                    <a:pt x="466" y="149"/>
                  </a:lnTo>
                  <a:lnTo>
                    <a:pt x="466" y="147"/>
                  </a:lnTo>
                  <a:lnTo>
                    <a:pt x="466" y="147"/>
                  </a:lnTo>
                  <a:close/>
                  <a:moveTo>
                    <a:pt x="461" y="146"/>
                  </a:moveTo>
                  <a:lnTo>
                    <a:pt x="462" y="146"/>
                  </a:lnTo>
                  <a:lnTo>
                    <a:pt x="465" y="149"/>
                  </a:lnTo>
                  <a:lnTo>
                    <a:pt x="465" y="150"/>
                  </a:lnTo>
                  <a:lnTo>
                    <a:pt x="466" y="151"/>
                  </a:lnTo>
                  <a:lnTo>
                    <a:pt x="466" y="151"/>
                  </a:lnTo>
                  <a:lnTo>
                    <a:pt x="464" y="154"/>
                  </a:lnTo>
                  <a:lnTo>
                    <a:pt x="462" y="154"/>
                  </a:lnTo>
                  <a:lnTo>
                    <a:pt x="461" y="152"/>
                  </a:lnTo>
                  <a:lnTo>
                    <a:pt x="461" y="151"/>
                  </a:lnTo>
                  <a:lnTo>
                    <a:pt x="462" y="151"/>
                  </a:lnTo>
                  <a:lnTo>
                    <a:pt x="464" y="151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7"/>
                  </a:lnTo>
                  <a:lnTo>
                    <a:pt x="461" y="146"/>
                  </a:lnTo>
                  <a:close/>
                  <a:moveTo>
                    <a:pt x="412" y="146"/>
                  </a:moveTo>
                  <a:lnTo>
                    <a:pt x="414" y="146"/>
                  </a:lnTo>
                  <a:lnTo>
                    <a:pt x="412" y="147"/>
                  </a:lnTo>
                  <a:lnTo>
                    <a:pt x="412" y="146"/>
                  </a:lnTo>
                  <a:close/>
                  <a:moveTo>
                    <a:pt x="462" y="143"/>
                  </a:moveTo>
                  <a:lnTo>
                    <a:pt x="464" y="143"/>
                  </a:lnTo>
                  <a:lnTo>
                    <a:pt x="464" y="145"/>
                  </a:lnTo>
                  <a:lnTo>
                    <a:pt x="466" y="147"/>
                  </a:lnTo>
                  <a:lnTo>
                    <a:pt x="465" y="147"/>
                  </a:lnTo>
                  <a:lnTo>
                    <a:pt x="464" y="147"/>
                  </a:lnTo>
                  <a:lnTo>
                    <a:pt x="462" y="145"/>
                  </a:lnTo>
                  <a:lnTo>
                    <a:pt x="462" y="143"/>
                  </a:lnTo>
                  <a:close/>
                  <a:moveTo>
                    <a:pt x="468" y="142"/>
                  </a:moveTo>
                  <a:lnTo>
                    <a:pt x="469" y="142"/>
                  </a:lnTo>
                  <a:lnTo>
                    <a:pt x="469" y="143"/>
                  </a:ln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8" y="147"/>
                  </a:lnTo>
                  <a:lnTo>
                    <a:pt x="468" y="146"/>
                  </a:lnTo>
                  <a:lnTo>
                    <a:pt x="465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8" y="142"/>
                  </a:lnTo>
                  <a:close/>
                  <a:moveTo>
                    <a:pt x="129" y="142"/>
                  </a:moveTo>
                  <a:lnTo>
                    <a:pt x="131" y="142"/>
                  </a:lnTo>
                  <a:lnTo>
                    <a:pt x="133" y="142"/>
                  </a:lnTo>
                  <a:lnTo>
                    <a:pt x="137" y="14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1" y="142"/>
                  </a:lnTo>
                  <a:lnTo>
                    <a:pt x="145" y="143"/>
                  </a:lnTo>
                  <a:lnTo>
                    <a:pt x="148" y="145"/>
                  </a:lnTo>
                  <a:lnTo>
                    <a:pt x="152" y="146"/>
                  </a:lnTo>
                  <a:lnTo>
                    <a:pt x="157" y="146"/>
                  </a:lnTo>
                  <a:lnTo>
                    <a:pt x="158" y="149"/>
                  </a:lnTo>
                  <a:lnTo>
                    <a:pt x="157" y="151"/>
                  </a:lnTo>
                  <a:lnTo>
                    <a:pt x="158" y="152"/>
                  </a:lnTo>
                  <a:lnTo>
                    <a:pt x="162" y="154"/>
                  </a:lnTo>
                  <a:lnTo>
                    <a:pt x="170" y="154"/>
                  </a:lnTo>
                  <a:lnTo>
                    <a:pt x="175" y="155"/>
                  </a:lnTo>
                  <a:lnTo>
                    <a:pt x="182" y="154"/>
                  </a:lnTo>
                  <a:lnTo>
                    <a:pt x="183" y="151"/>
                  </a:lnTo>
                  <a:lnTo>
                    <a:pt x="183" y="147"/>
                  </a:lnTo>
                  <a:lnTo>
                    <a:pt x="186" y="147"/>
                  </a:lnTo>
                  <a:lnTo>
                    <a:pt x="188" y="150"/>
                  </a:lnTo>
                  <a:lnTo>
                    <a:pt x="190" y="150"/>
                  </a:lnTo>
                  <a:lnTo>
                    <a:pt x="192" y="150"/>
                  </a:lnTo>
                  <a:lnTo>
                    <a:pt x="194" y="151"/>
                  </a:lnTo>
                  <a:lnTo>
                    <a:pt x="196" y="152"/>
                  </a:lnTo>
                  <a:lnTo>
                    <a:pt x="199" y="152"/>
                  </a:lnTo>
                  <a:lnTo>
                    <a:pt x="200" y="155"/>
                  </a:lnTo>
                  <a:lnTo>
                    <a:pt x="202" y="154"/>
                  </a:lnTo>
                  <a:lnTo>
                    <a:pt x="206" y="154"/>
                  </a:lnTo>
                  <a:lnTo>
                    <a:pt x="206" y="156"/>
                  </a:lnTo>
                  <a:lnTo>
                    <a:pt x="207" y="160"/>
                  </a:lnTo>
                  <a:lnTo>
                    <a:pt x="208" y="162"/>
                  </a:lnTo>
                  <a:lnTo>
                    <a:pt x="210" y="163"/>
                  </a:lnTo>
                  <a:lnTo>
                    <a:pt x="212" y="164"/>
                  </a:lnTo>
                  <a:lnTo>
                    <a:pt x="215" y="164"/>
                  </a:lnTo>
                  <a:lnTo>
                    <a:pt x="216" y="166"/>
                  </a:lnTo>
                  <a:lnTo>
                    <a:pt x="219" y="164"/>
                  </a:lnTo>
                  <a:lnTo>
                    <a:pt x="220" y="164"/>
                  </a:lnTo>
                  <a:lnTo>
                    <a:pt x="221" y="164"/>
                  </a:lnTo>
                  <a:lnTo>
                    <a:pt x="223" y="164"/>
                  </a:lnTo>
                  <a:lnTo>
                    <a:pt x="224" y="166"/>
                  </a:lnTo>
                  <a:lnTo>
                    <a:pt x="225" y="167"/>
                  </a:lnTo>
                  <a:lnTo>
                    <a:pt x="225" y="172"/>
                  </a:lnTo>
                  <a:lnTo>
                    <a:pt x="224" y="174"/>
                  </a:lnTo>
                  <a:lnTo>
                    <a:pt x="225" y="174"/>
                  </a:lnTo>
                  <a:lnTo>
                    <a:pt x="225" y="177"/>
                  </a:lnTo>
                  <a:lnTo>
                    <a:pt x="224" y="177"/>
                  </a:lnTo>
                  <a:lnTo>
                    <a:pt x="223" y="176"/>
                  </a:lnTo>
                  <a:lnTo>
                    <a:pt x="220" y="176"/>
                  </a:lnTo>
                  <a:lnTo>
                    <a:pt x="217" y="174"/>
                  </a:lnTo>
                  <a:lnTo>
                    <a:pt x="215" y="174"/>
                  </a:lnTo>
                  <a:lnTo>
                    <a:pt x="212" y="171"/>
                  </a:lnTo>
                  <a:lnTo>
                    <a:pt x="211" y="171"/>
                  </a:lnTo>
                  <a:lnTo>
                    <a:pt x="207" y="172"/>
                  </a:lnTo>
                  <a:lnTo>
                    <a:pt x="203" y="172"/>
                  </a:lnTo>
                  <a:lnTo>
                    <a:pt x="200" y="171"/>
                  </a:lnTo>
                  <a:lnTo>
                    <a:pt x="198" y="171"/>
                  </a:lnTo>
                  <a:lnTo>
                    <a:pt x="195" y="172"/>
                  </a:lnTo>
                  <a:lnTo>
                    <a:pt x="191" y="171"/>
                  </a:lnTo>
                  <a:lnTo>
                    <a:pt x="187" y="171"/>
                  </a:lnTo>
                  <a:lnTo>
                    <a:pt x="185" y="172"/>
                  </a:lnTo>
                  <a:lnTo>
                    <a:pt x="179" y="170"/>
                  </a:lnTo>
                  <a:lnTo>
                    <a:pt x="173" y="166"/>
                  </a:lnTo>
                  <a:lnTo>
                    <a:pt x="169" y="166"/>
                  </a:lnTo>
                  <a:lnTo>
                    <a:pt x="166" y="164"/>
                  </a:lnTo>
                  <a:lnTo>
                    <a:pt x="165" y="164"/>
                  </a:lnTo>
                  <a:lnTo>
                    <a:pt x="163" y="166"/>
                  </a:lnTo>
                  <a:lnTo>
                    <a:pt x="161" y="166"/>
                  </a:lnTo>
                  <a:lnTo>
                    <a:pt x="159" y="163"/>
                  </a:lnTo>
                  <a:lnTo>
                    <a:pt x="158" y="163"/>
                  </a:lnTo>
                  <a:lnTo>
                    <a:pt x="156" y="166"/>
                  </a:lnTo>
                  <a:lnTo>
                    <a:pt x="150" y="164"/>
                  </a:lnTo>
                  <a:lnTo>
                    <a:pt x="146" y="162"/>
                  </a:lnTo>
                  <a:lnTo>
                    <a:pt x="142" y="162"/>
                  </a:lnTo>
                  <a:lnTo>
                    <a:pt x="141" y="160"/>
                  </a:lnTo>
                  <a:lnTo>
                    <a:pt x="140" y="162"/>
                  </a:lnTo>
                  <a:lnTo>
                    <a:pt x="136" y="160"/>
                  </a:lnTo>
                  <a:lnTo>
                    <a:pt x="133" y="160"/>
                  </a:lnTo>
                  <a:lnTo>
                    <a:pt x="132" y="159"/>
                  </a:lnTo>
                  <a:lnTo>
                    <a:pt x="133" y="156"/>
                  </a:lnTo>
                  <a:lnTo>
                    <a:pt x="134" y="155"/>
                  </a:lnTo>
                  <a:lnTo>
                    <a:pt x="133" y="155"/>
                  </a:lnTo>
                  <a:lnTo>
                    <a:pt x="132" y="156"/>
                  </a:lnTo>
                  <a:lnTo>
                    <a:pt x="131" y="155"/>
                  </a:lnTo>
                  <a:lnTo>
                    <a:pt x="129" y="152"/>
                  </a:lnTo>
                  <a:lnTo>
                    <a:pt x="127" y="154"/>
                  </a:lnTo>
                  <a:lnTo>
                    <a:pt x="121" y="154"/>
                  </a:lnTo>
                  <a:lnTo>
                    <a:pt x="120" y="152"/>
                  </a:lnTo>
                  <a:lnTo>
                    <a:pt x="120" y="151"/>
                  </a:lnTo>
                  <a:lnTo>
                    <a:pt x="121" y="151"/>
                  </a:lnTo>
                  <a:lnTo>
                    <a:pt x="121" y="152"/>
                  </a:lnTo>
                  <a:lnTo>
                    <a:pt x="124" y="152"/>
                  </a:lnTo>
                  <a:lnTo>
                    <a:pt x="124" y="150"/>
                  </a:lnTo>
                  <a:lnTo>
                    <a:pt x="127" y="149"/>
                  </a:lnTo>
                  <a:lnTo>
                    <a:pt x="128" y="147"/>
                  </a:lnTo>
                  <a:lnTo>
                    <a:pt x="128" y="145"/>
                  </a:lnTo>
                  <a:lnTo>
                    <a:pt x="129" y="142"/>
                  </a:lnTo>
                  <a:close/>
                  <a:moveTo>
                    <a:pt x="299" y="141"/>
                  </a:moveTo>
                  <a:lnTo>
                    <a:pt x="300" y="145"/>
                  </a:lnTo>
                  <a:lnTo>
                    <a:pt x="300" y="146"/>
                  </a:lnTo>
                  <a:lnTo>
                    <a:pt x="299" y="149"/>
                  </a:lnTo>
                  <a:lnTo>
                    <a:pt x="299" y="147"/>
                  </a:lnTo>
                  <a:lnTo>
                    <a:pt x="298" y="146"/>
                  </a:lnTo>
                  <a:lnTo>
                    <a:pt x="298" y="143"/>
                  </a:lnTo>
                  <a:lnTo>
                    <a:pt x="299" y="142"/>
                  </a:lnTo>
                  <a:lnTo>
                    <a:pt x="299" y="141"/>
                  </a:lnTo>
                  <a:close/>
                  <a:moveTo>
                    <a:pt x="464" y="139"/>
                  </a:moveTo>
                  <a:lnTo>
                    <a:pt x="464" y="141"/>
                  </a:lnTo>
                  <a:lnTo>
                    <a:pt x="462" y="141"/>
                  </a:lnTo>
                  <a:lnTo>
                    <a:pt x="462" y="139"/>
                  </a:lnTo>
                  <a:lnTo>
                    <a:pt x="464" y="139"/>
                  </a:lnTo>
                  <a:close/>
                  <a:moveTo>
                    <a:pt x="444" y="137"/>
                  </a:moveTo>
                  <a:lnTo>
                    <a:pt x="447" y="139"/>
                  </a:lnTo>
                  <a:lnTo>
                    <a:pt x="447" y="142"/>
                  </a:lnTo>
                  <a:lnTo>
                    <a:pt x="445" y="142"/>
                  </a:lnTo>
                  <a:lnTo>
                    <a:pt x="445" y="139"/>
                  </a:lnTo>
                  <a:lnTo>
                    <a:pt x="444" y="137"/>
                  </a:lnTo>
                  <a:close/>
                  <a:moveTo>
                    <a:pt x="465" y="137"/>
                  </a:moveTo>
                  <a:lnTo>
                    <a:pt x="466" y="137"/>
                  </a:lnTo>
                  <a:lnTo>
                    <a:pt x="468" y="138"/>
                  </a:lnTo>
                  <a:lnTo>
                    <a:pt x="469" y="138"/>
                  </a:lnTo>
                  <a:lnTo>
                    <a:pt x="469" y="141"/>
                  </a:lnTo>
                  <a:lnTo>
                    <a:pt x="469" y="141"/>
                  </a:lnTo>
                  <a:lnTo>
                    <a:pt x="468" y="141"/>
                  </a:lnTo>
                  <a:lnTo>
                    <a:pt x="465" y="142"/>
                  </a:lnTo>
                  <a:lnTo>
                    <a:pt x="465" y="142"/>
                  </a:lnTo>
                  <a:lnTo>
                    <a:pt x="464" y="141"/>
                  </a:lnTo>
                  <a:lnTo>
                    <a:pt x="466" y="139"/>
                  </a:lnTo>
                  <a:lnTo>
                    <a:pt x="465" y="141"/>
                  </a:lnTo>
                  <a:lnTo>
                    <a:pt x="465" y="139"/>
                  </a:lnTo>
                  <a:lnTo>
                    <a:pt x="464" y="139"/>
                  </a:lnTo>
                  <a:lnTo>
                    <a:pt x="465" y="138"/>
                  </a:lnTo>
                  <a:lnTo>
                    <a:pt x="465" y="137"/>
                  </a:lnTo>
                  <a:close/>
                  <a:moveTo>
                    <a:pt x="468" y="135"/>
                  </a:moveTo>
                  <a:lnTo>
                    <a:pt x="469" y="137"/>
                  </a:lnTo>
                  <a:lnTo>
                    <a:pt x="468" y="137"/>
                  </a:lnTo>
                  <a:lnTo>
                    <a:pt x="466" y="135"/>
                  </a:lnTo>
                  <a:lnTo>
                    <a:pt x="468" y="135"/>
                  </a:lnTo>
                  <a:close/>
                  <a:moveTo>
                    <a:pt x="451" y="135"/>
                  </a:moveTo>
                  <a:lnTo>
                    <a:pt x="449" y="137"/>
                  </a:lnTo>
                  <a:lnTo>
                    <a:pt x="448" y="142"/>
                  </a:lnTo>
                  <a:lnTo>
                    <a:pt x="447" y="142"/>
                  </a:lnTo>
                  <a:lnTo>
                    <a:pt x="448" y="141"/>
                  </a:lnTo>
                  <a:lnTo>
                    <a:pt x="448" y="137"/>
                  </a:lnTo>
                  <a:lnTo>
                    <a:pt x="451" y="135"/>
                  </a:lnTo>
                  <a:close/>
                  <a:moveTo>
                    <a:pt x="84" y="134"/>
                  </a:moveTo>
                  <a:lnTo>
                    <a:pt x="86" y="135"/>
                  </a:lnTo>
                  <a:lnTo>
                    <a:pt x="86" y="137"/>
                  </a:lnTo>
                  <a:lnTo>
                    <a:pt x="83" y="134"/>
                  </a:lnTo>
                  <a:lnTo>
                    <a:pt x="84" y="134"/>
                  </a:lnTo>
                  <a:close/>
                  <a:moveTo>
                    <a:pt x="316" y="131"/>
                  </a:moveTo>
                  <a:lnTo>
                    <a:pt x="318" y="134"/>
                  </a:lnTo>
                  <a:lnTo>
                    <a:pt x="318" y="135"/>
                  </a:lnTo>
                  <a:lnTo>
                    <a:pt x="316" y="137"/>
                  </a:lnTo>
                  <a:lnTo>
                    <a:pt x="315" y="137"/>
                  </a:lnTo>
                  <a:lnTo>
                    <a:pt x="314" y="134"/>
                  </a:lnTo>
                  <a:lnTo>
                    <a:pt x="315" y="134"/>
                  </a:lnTo>
                  <a:lnTo>
                    <a:pt x="315" y="131"/>
                  </a:lnTo>
                  <a:lnTo>
                    <a:pt x="316" y="131"/>
                  </a:lnTo>
                  <a:close/>
                  <a:moveTo>
                    <a:pt x="325" y="127"/>
                  </a:moveTo>
                  <a:lnTo>
                    <a:pt x="327" y="129"/>
                  </a:lnTo>
                  <a:lnTo>
                    <a:pt x="327" y="130"/>
                  </a:lnTo>
                  <a:lnTo>
                    <a:pt x="324" y="131"/>
                  </a:lnTo>
                  <a:lnTo>
                    <a:pt x="324" y="134"/>
                  </a:lnTo>
                  <a:lnTo>
                    <a:pt x="324" y="134"/>
                  </a:lnTo>
                  <a:lnTo>
                    <a:pt x="323" y="135"/>
                  </a:lnTo>
                  <a:lnTo>
                    <a:pt x="321" y="135"/>
                  </a:lnTo>
                  <a:lnTo>
                    <a:pt x="320" y="134"/>
                  </a:lnTo>
                  <a:lnTo>
                    <a:pt x="320" y="134"/>
                  </a:lnTo>
                  <a:lnTo>
                    <a:pt x="323" y="131"/>
                  </a:lnTo>
                  <a:lnTo>
                    <a:pt x="321" y="130"/>
                  </a:lnTo>
                  <a:lnTo>
                    <a:pt x="323" y="129"/>
                  </a:lnTo>
                  <a:lnTo>
                    <a:pt x="325" y="127"/>
                  </a:lnTo>
                  <a:close/>
                  <a:moveTo>
                    <a:pt x="329" y="125"/>
                  </a:moveTo>
                  <a:lnTo>
                    <a:pt x="332" y="125"/>
                  </a:lnTo>
                  <a:lnTo>
                    <a:pt x="332" y="126"/>
                  </a:lnTo>
                  <a:lnTo>
                    <a:pt x="332" y="127"/>
                  </a:lnTo>
                  <a:lnTo>
                    <a:pt x="332" y="129"/>
                  </a:lnTo>
                  <a:lnTo>
                    <a:pt x="332" y="127"/>
                  </a:lnTo>
                  <a:lnTo>
                    <a:pt x="331" y="129"/>
                  </a:lnTo>
                  <a:lnTo>
                    <a:pt x="329" y="130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8" y="138"/>
                  </a:lnTo>
                  <a:lnTo>
                    <a:pt x="327" y="139"/>
                  </a:lnTo>
                  <a:lnTo>
                    <a:pt x="325" y="138"/>
                  </a:lnTo>
                  <a:lnTo>
                    <a:pt x="325" y="137"/>
                  </a:lnTo>
                  <a:lnTo>
                    <a:pt x="328" y="133"/>
                  </a:lnTo>
                  <a:lnTo>
                    <a:pt x="329" y="129"/>
                  </a:lnTo>
                  <a:lnTo>
                    <a:pt x="329" y="125"/>
                  </a:lnTo>
                  <a:lnTo>
                    <a:pt x="329" y="125"/>
                  </a:lnTo>
                  <a:close/>
                  <a:moveTo>
                    <a:pt x="394" y="114"/>
                  </a:moveTo>
                  <a:lnTo>
                    <a:pt x="395" y="114"/>
                  </a:lnTo>
                  <a:lnTo>
                    <a:pt x="395" y="116"/>
                  </a:lnTo>
                  <a:lnTo>
                    <a:pt x="394" y="116"/>
                  </a:lnTo>
                  <a:lnTo>
                    <a:pt x="394" y="114"/>
                  </a:lnTo>
                  <a:close/>
                  <a:moveTo>
                    <a:pt x="398" y="113"/>
                  </a:moveTo>
                  <a:lnTo>
                    <a:pt x="398" y="114"/>
                  </a:lnTo>
                  <a:lnTo>
                    <a:pt x="397" y="114"/>
                  </a:lnTo>
                  <a:lnTo>
                    <a:pt x="397" y="114"/>
                  </a:lnTo>
                  <a:lnTo>
                    <a:pt x="398" y="113"/>
                  </a:lnTo>
                  <a:close/>
                  <a:moveTo>
                    <a:pt x="393" y="113"/>
                  </a:moveTo>
                  <a:lnTo>
                    <a:pt x="394" y="114"/>
                  </a:lnTo>
                  <a:lnTo>
                    <a:pt x="391" y="117"/>
                  </a:lnTo>
                  <a:lnTo>
                    <a:pt x="391" y="116"/>
                  </a:lnTo>
                  <a:lnTo>
                    <a:pt x="390" y="117"/>
                  </a:lnTo>
                  <a:lnTo>
                    <a:pt x="389" y="116"/>
                  </a:lnTo>
                  <a:lnTo>
                    <a:pt x="391" y="114"/>
                  </a:lnTo>
                  <a:lnTo>
                    <a:pt x="393" y="113"/>
                  </a:lnTo>
                  <a:close/>
                  <a:moveTo>
                    <a:pt x="250" y="112"/>
                  </a:moveTo>
                  <a:lnTo>
                    <a:pt x="250" y="113"/>
                  </a:lnTo>
                  <a:lnTo>
                    <a:pt x="250" y="116"/>
                  </a:lnTo>
                  <a:lnTo>
                    <a:pt x="250" y="116"/>
                  </a:lnTo>
                  <a:lnTo>
                    <a:pt x="249" y="113"/>
                  </a:lnTo>
                  <a:lnTo>
                    <a:pt x="250" y="112"/>
                  </a:lnTo>
                  <a:close/>
                  <a:moveTo>
                    <a:pt x="249" y="112"/>
                  </a:moveTo>
                  <a:lnTo>
                    <a:pt x="249" y="112"/>
                  </a:lnTo>
                  <a:lnTo>
                    <a:pt x="249" y="117"/>
                  </a:lnTo>
                  <a:lnTo>
                    <a:pt x="249" y="118"/>
                  </a:lnTo>
                  <a:lnTo>
                    <a:pt x="246" y="120"/>
                  </a:lnTo>
                  <a:lnTo>
                    <a:pt x="246" y="120"/>
                  </a:lnTo>
                  <a:lnTo>
                    <a:pt x="246" y="116"/>
                  </a:lnTo>
                  <a:lnTo>
                    <a:pt x="248" y="112"/>
                  </a:lnTo>
                  <a:lnTo>
                    <a:pt x="249" y="112"/>
                  </a:lnTo>
                  <a:close/>
                  <a:moveTo>
                    <a:pt x="387" y="108"/>
                  </a:moveTo>
                  <a:lnTo>
                    <a:pt x="387" y="109"/>
                  </a:lnTo>
                  <a:lnTo>
                    <a:pt x="386" y="109"/>
                  </a:lnTo>
                  <a:lnTo>
                    <a:pt x="387" y="108"/>
                  </a:lnTo>
                  <a:close/>
                  <a:moveTo>
                    <a:pt x="371" y="108"/>
                  </a:moveTo>
                  <a:lnTo>
                    <a:pt x="375" y="108"/>
                  </a:lnTo>
                  <a:lnTo>
                    <a:pt x="379" y="109"/>
                  </a:lnTo>
                  <a:lnTo>
                    <a:pt x="379" y="110"/>
                  </a:lnTo>
                  <a:lnTo>
                    <a:pt x="381" y="113"/>
                  </a:lnTo>
                  <a:lnTo>
                    <a:pt x="381" y="114"/>
                  </a:lnTo>
                  <a:lnTo>
                    <a:pt x="379" y="114"/>
                  </a:lnTo>
                  <a:lnTo>
                    <a:pt x="377" y="117"/>
                  </a:lnTo>
                  <a:lnTo>
                    <a:pt x="374" y="117"/>
                  </a:lnTo>
                  <a:lnTo>
                    <a:pt x="371" y="117"/>
                  </a:lnTo>
                  <a:lnTo>
                    <a:pt x="370" y="116"/>
                  </a:lnTo>
                  <a:lnTo>
                    <a:pt x="366" y="116"/>
                  </a:lnTo>
                  <a:lnTo>
                    <a:pt x="365" y="113"/>
                  </a:lnTo>
                  <a:lnTo>
                    <a:pt x="365" y="110"/>
                  </a:lnTo>
                  <a:lnTo>
                    <a:pt x="368" y="108"/>
                  </a:lnTo>
                  <a:lnTo>
                    <a:pt x="369" y="109"/>
                  </a:lnTo>
                  <a:lnTo>
                    <a:pt x="371" y="108"/>
                  </a:lnTo>
                  <a:close/>
                  <a:moveTo>
                    <a:pt x="140" y="106"/>
                  </a:moveTo>
                  <a:lnTo>
                    <a:pt x="141" y="106"/>
                  </a:lnTo>
                  <a:lnTo>
                    <a:pt x="140" y="108"/>
                  </a:lnTo>
                  <a:lnTo>
                    <a:pt x="140" y="106"/>
                  </a:lnTo>
                  <a:close/>
                  <a:moveTo>
                    <a:pt x="390" y="105"/>
                  </a:moveTo>
                  <a:lnTo>
                    <a:pt x="390" y="106"/>
                  </a:lnTo>
                  <a:lnTo>
                    <a:pt x="389" y="106"/>
                  </a:lnTo>
                  <a:lnTo>
                    <a:pt x="387" y="105"/>
                  </a:lnTo>
                  <a:lnTo>
                    <a:pt x="390" y="105"/>
                  </a:lnTo>
                  <a:close/>
                  <a:moveTo>
                    <a:pt x="61" y="105"/>
                  </a:moveTo>
                  <a:lnTo>
                    <a:pt x="63" y="106"/>
                  </a:lnTo>
                  <a:lnTo>
                    <a:pt x="63" y="109"/>
                  </a:lnTo>
                  <a:lnTo>
                    <a:pt x="63" y="110"/>
                  </a:lnTo>
                  <a:lnTo>
                    <a:pt x="59" y="106"/>
                  </a:lnTo>
                  <a:lnTo>
                    <a:pt x="61" y="105"/>
                  </a:lnTo>
                  <a:close/>
                  <a:moveTo>
                    <a:pt x="407" y="104"/>
                  </a:moveTo>
                  <a:lnTo>
                    <a:pt x="410" y="104"/>
                  </a:lnTo>
                  <a:lnTo>
                    <a:pt x="412" y="106"/>
                  </a:lnTo>
                  <a:lnTo>
                    <a:pt x="416" y="108"/>
                  </a:lnTo>
                  <a:lnTo>
                    <a:pt x="423" y="110"/>
                  </a:lnTo>
                  <a:lnTo>
                    <a:pt x="424" y="114"/>
                  </a:lnTo>
                  <a:lnTo>
                    <a:pt x="423" y="117"/>
                  </a:lnTo>
                  <a:lnTo>
                    <a:pt x="420" y="117"/>
                  </a:lnTo>
                  <a:lnTo>
                    <a:pt x="418" y="114"/>
                  </a:lnTo>
                  <a:lnTo>
                    <a:pt x="416" y="114"/>
                  </a:lnTo>
                  <a:lnTo>
                    <a:pt x="411" y="112"/>
                  </a:lnTo>
                  <a:lnTo>
                    <a:pt x="408" y="112"/>
                  </a:lnTo>
                  <a:lnTo>
                    <a:pt x="407" y="113"/>
                  </a:lnTo>
                  <a:lnTo>
                    <a:pt x="402" y="112"/>
                  </a:lnTo>
                  <a:lnTo>
                    <a:pt x="400" y="110"/>
                  </a:lnTo>
                  <a:lnTo>
                    <a:pt x="399" y="110"/>
                  </a:lnTo>
                  <a:lnTo>
                    <a:pt x="398" y="112"/>
                  </a:lnTo>
                  <a:lnTo>
                    <a:pt x="395" y="112"/>
                  </a:lnTo>
                  <a:lnTo>
                    <a:pt x="394" y="110"/>
                  </a:lnTo>
                  <a:lnTo>
                    <a:pt x="393" y="109"/>
                  </a:lnTo>
                  <a:lnTo>
                    <a:pt x="390" y="112"/>
                  </a:lnTo>
                  <a:lnTo>
                    <a:pt x="389" y="112"/>
                  </a:lnTo>
                  <a:lnTo>
                    <a:pt x="389" y="110"/>
                  </a:lnTo>
                  <a:lnTo>
                    <a:pt x="389" y="109"/>
                  </a:lnTo>
                  <a:lnTo>
                    <a:pt x="391" y="108"/>
                  </a:lnTo>
                  <a:lnTo>
                    <a:pt x="391" y="106"/>
                  </a:lnTo>
                  <a:lnTo>
                    <a:pt x="393" y="105"/>
                  </a:lnTo>
                  <a:lnTo>
                    <a:pt x="397" y="105"/>
                  </a:lnTo>
                  <a:lnTo>
                    <a:pt x="400" y="105"/>
                  </a:lnTo>
                  <a:lnTo>
                    <a:pt x="402" y="105"/>
                  </a:lnTo>
                  <a:lnTo>
                    <a:pt x="404" y="106"/>
                  </a:lnTo>
                  <a:lnTo>
                    <a:pt x="407" y="104"/>
                  </a:lnTo>
                  <a:close/>
                  <a:moveTo>
                    <a:pt x="57" y="102"/>
                  </a:moveTo>
                  <a:lnTo>
                    <a:pt x="59" y="104"/>
                  </a:lnTo>
                  <a:lnTo>
                    <a:pt x="58" y="105"/>
                  </a:lnTo>
                  <a:lnTo>
                    <a:pt x="57" y="102"/>
                  </a:lnTo>
                  <a:close/>
                  <a:moveTo>
                    <a:pt x="149" y="101"/>
                  </a:moveTo>
                  <a:lnTo>
                    <a:pt x="153" y="102"/>
                  </a:lnTo>
                  <a:lnTo>
                    <a:pt x="157" y="105"/>
                  </a:lnTo>
                  <a:lnTo>
                    <a:pt x="157" y="106"/>
                  </a:lnTo>
                  <a:lnTo>
                    <a:pt x="156" y="108"/>
                  </a:lnTo>
                  <a:lnTo>
                    <a:pt x="156" y="109"/>
                  </a:lnTo>
                  <a:lnTo>
                    <a:pt x="153" y="109"/>
                  </a:lnTo>
                  <a:lnTo>
                    <a:pt x="152" y="108"/>
                  </a:lnTo>
                  <a:lnTo>
                    <a:pt x="150" y="110"/>
                  </a:lnTo>
                  <a:lnTo>
                    <a:pt x="148" y="109"/>
                  </a:lnTo>
                  <a:lnTo>
                    <a:pt x="148" y="105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5" y="106"/>
                  </a:lnTo>
                  <a:lnTo>
                    <a:pt x="145" y="105"/>
                  </a:lnTo>
                  <a:lnTo>
                    <a:pt x="148" y="105"/>
                  </a:lnTo>
                  <a:lnTo>
                    <a:pt x="148" y="104"/>
                  </a:lnTo>
                  <a:lnTo>
                    <a:pt x="148" y="101"/>
                  </a:lnTo>
                  <a:lnTo>
                    <a:pt x="149" y="101"/>
                  </a:lnTo>
                  <a:close/>
                  <a:moveTo>
                    <a:pt x="365" y="95"/>
                  </a:moveTo>
                  <a:lnTo>
                    <a:pt x="365" y="97"/>
                  </a:lnTo>
                  <a:lnTo>
                    <a:pt x="366" y="100"/>
                  </a:lnTo>
                  <a:lnTo>
                    <a:pt x="366" y="101"/>
                  </a:lnTo>
                  <a:lnTo>
                    <a:pt x="365" y="100"/>
                  </a:lnTo>
                  <a:lnTo>
                    <a:pt x="365" y="97"/>
                  </a:lnTo>
                  <a:lnTo>
                    <a:pt x="364" y="96"/>
                  </a:lnTo>
                  <a:lnTo>
                    <a:pt x="365" y="95"/>
                  </a:lnTo>
                  <a:close/>
                  <a:moveTo>
                    <a:pt x="53" y="95"/>
                  </a:moveTo>
                  <a:lnTo>
                    <a:pt x="55" y="99"/>
                  </a:lnTo>
                  <a:lnTo>
                    <a:pt x="53" y="99"/>
                  </a:lnTo>
                  <a:lnTo>
                    <a:pt x="52" y="96"/>
                  </a:lnTo>
                  <a:lnTo>
                    <a:pt x="53" y="95"/>
                  </a:lnTo>
                  <a:close/>
                  <a:moveTo>
                    <a:pt x="332" y="93"/>
                  </a:moveTo>
                  <a:lnTo>
                    <a:pt x="332" y="95"/>
                  </a:lnTo>
                  <a:lnTo>
                    <a:pt x="331" y="95"/>
                  </a:lnTo>
                  <a:lnTo>
                    <a:pt x="332" y="93"/>
                  </a:lnTo>
                  <a:close/>
                  <a:moveTo>
                    <a:pt x="335" y="92"/>
                  </a:moveTo>
                  <a:lnTo>
                    <a:pt x="336" y="93"/>
                  </a:lnTo>
                  <a:lnTo>
                    <a:pt x="333" y="93"/>
                  </a:lnTo>
                  <a:lnTo>
                    <a:pt x="335" y="92"/>
                  </a:lnTo>
                  <a:close/>
                  <a:moveTo>
                    <a:pt x="364" y="92"/>
                  </a:moveTo>
                  <a:lnTo>
                    <a:pt x="368" y="92"/>
                  </a:lnTo>
                  <a:lnTo>
                    <a:pt x="370" y="92"/>
                  </a:lnTo>
                  <a:lnTo>
                    <a:pt x="368" y="93"/>
                  </a:lnTo>
                  <a:lnTo>
                    <a:pt x="362" y="95"/>
                  </a:lnTo>
                  <a:lnTo>
                    <a:pt x="360" y="93"/>
                  </a:lnTo>
                  <a:lnTo>
                    <a:pt x="360" y="93"/>
                  </a:lnTo>
                  <a:lnTo>
                    <a:pt x="358" y="92"/>
                  </a:lnTo>
                  <a:lnTo>
                    <a:pt x="360" y="92"/>
                  </a:lnTo>
                  <a:lnTo>
                    <a:pt x="361" y="92"/>
                  </a:lnTo>
                  <a:lnTo>
                    <a:pt x="364" y="92"/>
                  </a:lnTo>
                  <a:close/>
                  <a:moveTo>
                    <a:pt x="416" y="91"/>
                  </a:moveTo>
                  <a:lnTo>
                    <a:pt x="418" y="92"/>
                  </a:lnTo>
                  <a:lnTo>
                    <a:pt x="418" y="93"/>
                  </a:lnTo>
                  <a:lnTo>
                    <a:pt x="419" y="95"/>
                  </a:lnTo>
                  <a:lnTo>
                    <a:pt x="416" y="95"/>
                  </a:lnTo>
                  <a:lnTo>
                    <a:pt x="412" y="93"/>
                  </a:lnTo>
                  <a:lnTo>
                    <a:pt x="411" y="93"/>
                  </a:lnTo>
                  <a:lnTo>
                    <a:pt x="412" y="92"/>
                  </a:lnTo>
                  <a:lnTo>
                    <a:pt x="416" y="91"/>
                  </a:lnTo>
                  <a:close/>
                  <a:moveTo>
                    <a:pt x="350" y="91"/>
                  </a:moveTo>
                  <a:lnTo>
                    <a:pt x="353" y="91"/>
                  </a:lnTo>
                  <a:lnTo>
                    <a:pt x="354" y="92"/>
                  </a:lnTo>
                  <a:lnTo>
                    <a:pt x="356" y="91"/>
                  </a:lnTo>
                  <a:lnTo>
                    <a:pt x="357" y="92"/>
                  </a:lnTo>
                  <a:lnTo>
                    <a:pt x="357" y="93"/>
                  </a:lnTo>
                  <a:lnTo>
                    <a:pt x="356" y="93"/>
                  </a:lnTo>
                  <a:lnTo>
                    <a:pt x="353" y="95"/>
                  </a:lnTo>
                  <a:lnTo>
                    <a:pt x="352" y="93"/>
                  </a:lnTo>
                  <a:lnTo>
                    <a:pt x="349" y="96"/>
                  </a:lnTo>
                  <a:lnTo>
                    <a:pt x="348" y="95"/>
                  </a:lnTo>
                  <a:lnTo>
                    <a:pt x="346" y="93"/>
                  </a:lnTo>
                  <a:lnTo>
                    <a:pt x="346" y="92"/>
                  </a:lnTo>
                  <a:lnTo>
                    <a:pt x="348" y="91"/>
                  </a:lnTo>
                  <a:lnTo>
                    <a:pt x="349" y="91"/>
                  </a:lnTo>
                  <a:lnTo>
                    <a:pt x="350" y="91"/>
                  </a:lnTo>
                  <a:close/>
                  <a:moveTo>
                    <a:pt x="165" y="91"/>
                  </a:moveTo>
                  <a:lnTo>
                    <a:pt x="165" y="92"/>
                  </a:lnTo>
                  <a:lnTo>
                    <a:pt x="165" y="92"/>
                  </a:lnTo>
                  <a:lnTo>
                    <a:pt x="163" y="92"/>
                  </a:lnTo>
                  <a:lnTo>
                    <a:pt x="162" y="91"/>
                  </a:lnTo>
                  <a:lnTo>
                    <a:pt x="165" y="91"/>
                  </a:lnTo>
                  <a:close/>
                  <a:moveTo>
                    <a:pt x="337" y="89"/>
                  </a:moveTo>
                  <a:lnTo>
                    <a:pt x="339" y="91"/>
                  </a:lnTo>
                  <a:lnTo>
                    <a:pt x="336" y="91"/>
                  </a:lnTo>
                  <a:lnTo>
                    <a:pt x="337" y="89"/>
                  </a:lnTo>
                  <a:close/>
                  <a:moveTo>
                    <a:pt x="478" y="89"/>
                  </a:moveTo>
                  <a:lnTo>
                    <a:pt x="483" y="91"/>
                  </a:lnTo>
                  <a:lnTo>
                    <a:pt x="486" y="89"/>
                  </a:lnTo>
                  <a:lnTo>
                    <a:pt x="489" y="91"/>
                  </a:lnTo>
                  <a:lnTo>
                    <a:pt x="491" y="91"/>
                  </a:lnTo>
                  <a:lnTo>
                    <a:pt x="495" y="91"/>
                  </a:lnTo>
                  <a:lnTo>
                    <a:pt x="494" y="92"/>
                  </a:lnTo>
                  <a:lnTo>
                    <a:pt x="489" y="92"/>
                  </a:lnTo>
                  <a:lnTo>
                    <a:pt x="483" y="92"/>
                  </a:lnTo>
                  <a:lnTo>
                    <a:pt x="479" y="91"/>
                  </a:lnTo>
                  <a:lnTo>
                    <a:pt x="478" y="89"/>
                  </a:lnTo>
                  <a:close/>
                  <a:moveTo>
                    <a:pt x="127" y="89"/>
                  </a:moveTo>
                  <a:lnTo>
                    <a:pt x="128" y="89"/>
                  </a:lnTo>
                  <a:lnTo>
                    <a:pt x="129" y="91"/>
                  </a:lnTo>
                  <a:lnTo>
                    <a:pt x="129" y="92"/>
                  </a:lnTo>
                  <a:lnTo>
                    <a:pt x="131" y="93"/>
                  </a:lnTo>
                  <a:lnTo>
                    <a:pt x="132" y="99"/>
                  </a:lnTo>
                  <a:lnTo>
                    <a:pt x="134" y="101"/>
                  </a:lnTo>
                  <a:lnTo>
                    <a:pt x="138" y="102"/>
                  </a:lnTo>
                  <a:lnTo>
                    <a:pt x="137" y="105"/>
                  </a:lnTo>
                  <a:lnTo>
                    <a:pt x="137" y="108"/>
                  </a:lnTo>
                  <a:lnTo>
                    <a:pt x="136" y="109"/>
                  </a:lnTo>
                  <a:lnTo>
                    <a:pt x="134" y="108"/>
                  </a:lnTo>
                  <a:lnTo>
                    <a:pt x="134" y="105"/>
                  </a:lnTo>
                  <a:lnTo>
                    <a:pt x="132" y="106"/>
                  </a:lnTo>
                  <a:lnTo>
                    <a:pt x="129" y="104"/>
                  </a:lnTo>
                  <a:lnTo>
                    <a:pt x="129" y="101"/>
                  </a:lnTo>
                  <a:lnTo>
                    <a:pt x="128" y="100"/>
                  </a:lnTo>
                  <a:lnTo>
                    <a:pt x="127" y="99"/>
                  </a:lnTo>
                  <a:lnTo>
                    <a:pt x="127" y="97"/>
                  </a:lnTo>
                  <a:lnTo>
                    <a:pt x="121" y="96"/>
                  </a:lnTo>
                  <a:lnTo>
                    <a:pt x="120" y="95"/>
                  </a:lnTo>
                  <a:lnTo>
                    <a:pt x="123" y="93"/>
                  </a:lnTo>
                  <a:lnTo>
                    <a:pt x="123" y="91"/>
                  </a:lnTo>
                  <a:lnTo>
                    <a:pt x="124" y="91"/>
                  </a:lnTo>
                  <a:lnTo>
                    <a:pt x="125" y="92"/>
                  </a:lnTo>
                  <a:lnTo>
                    <a:pt x="127" y="93"/>
                  </a:lnTo>
                  <a:lnTo>
                    <a:pt x="127" y="92"/>
                  </a:lnTo>
                  <a:lnTo>
                    <a:pt x="127" y="89"/>
                  </a:lnTo>
                  <a:close/>
                  <a:moveTo>
                    <a:pt x="474" y="88"/>
                  </a:moveTo>
                  <a:lnTo>
                    <a:pt x="477" y="88"/>
                  </a:lnTo>
                  <a:lnTo>
                    <a:pt x="476" y="89"/>
                  </a:lnTo>
                  <a:lnTo>
                    <a:pt x="474" y="88"/>
                  </a:lnTo>
                  <a:close/>
                  <a:moveTo>
                    <a:pt x="386" y="87"/>
                  </a:moveTo>
                  <a:lnTo>
                    <a:pt x="389" y="87"/>
                  </a:lnTo>
                  <a:lnTo>
                    <a:pt x="391" y="91"/>
                  </a:lnTo>
                  <a:lnTo>
                    <a:pt x="391" y="92"/>
                  </a:lnTo>
                  <a:lnTo>
                    <a:pt x="387" y="92"/>
                  </a:lnTo>
                  <a:lnTo>
                    <a:pt x="386" y="92"/>
                  </a:lnTo>
                  <a:lnTo>
                    <a:pt x="383" y="91"/>
                  </a:lnTo>
                  <a:lnTo>
                    <a:pt x="382" y="89"/>
                  </a:lnTo>
                  <a:lnTo>
                    <a:pt x="386" y="87"/>
                  </a:lnTo>
                  <a:close/>
                  <a:moveTo>
                    <a:pt x="331" y="85"/>
                  </a:moveTo>
                  <a:lnTo>
                    <a:pt x="333" y="85"/>
                  </a:lnTo>
                  <a:lnTo>
                    <a:pt x="335" y="87"/>
                  </a:lnTo>
                  <a:lnTo>
                    <a:pt x="333" y="88"/>
                  </a:lnTo>
                  <a:lnTo>
                    <a:pt x="335" y="87"/>
                  </a:lnTo>
                  <a:lnTo>
                    <a:pt x="336" y="85"/>
                  </a:lnTo>
                  <a:lnTo>
                    <a:pt x="337" y="87"/>
                  </a:lnTo>
                  <a:lnTo>
                    <a:pt x="337" y="89"/>
                  </a:lnTo>
                  <a:lnTo>
                    <a:pt x="335" y="89"/>
                  </a:lnTo>
                  <a:lnTo>
                    <a:pt x="335" y="88"/>
                  </a:lnTo>
                  <a:lnTo>
                    <a:pt x="333" y="91"/>
                  </a:lnTo>
                  <a:lnTo>
                    <a:pt x="332" y="89"/>
                  </a:lnTo>
                  <a:lnTo>
                    <a:pt x="329" y="91"/>
                  </a:lnTo>
                  <a:lnTo>
                    <a:pt x="328" y="89"/>
                  </a:lnTo>
                  <a:lnTo>
                    <a:pt x="328" y="87"/>
                  </a:lnTo>
                  <a:lnTo>
                    <a:pt x="331" y="85"/>
                  </a:lnTo>
                  <a:close/>
                  <a:moveTo>
                    <a:pt x="170" y="84"/>
                  </a:moveTo>
                  <a:lnTo>
                    <a:pt x="174" y="84"/>
                  </a:lnTo>
                  <a:lnTo>
                    <a:pt x="175" y="85"/>
                  </a:lnTo>
                  <a:lnTo>
                    <a:pt x="173" y="88"/>
                  </a:lnTo>
                  <a:lnTo>
                    <a:pt x="171" y="88"/>
                  </a:lnTo>
                  <a:lnTo>
                    <a:pt x="170" y="87"/>
                  </a:lnTo>
                  <a:lnTo>
                    <a:pt x="171" y="85"/>
                  </a:lnTo>
                  <a:lnTo>
                    <a:pt x="170" y="84"/>
                  </a:lnTo>
                  <a:close/>
                  <a:moveTo>
                    <a:pt x="42" y="83"/>
                  </a:moveTo>
                  <a:lnTo>
                    <a:pt x="45" y="83"/>
                  </a:lnTo>
                  <a:lnTo>
                    <a:pt x="49" y="88"/>
                  </a:lnTo>
                  <a:lnTo>
                    <a:pt x="49" y="93"/>
                  </a:lnTo>
                  <a:lnTo>
                    <a:pt x="46" y="92"/>
                  </a:lnTo>
                  <a:lnTo>
                    <a:pt x="42" y="87"/>
                  </a:lnTo>
                  <a:lnTo>
                    <a:pt x="40" y="87"/>
                  </a:lnTo>
                  <a:lnTo>
                    <a:pt x="40" y="84"/>
                  </a:lnTo>
                  <a:lnTo>
                    <a:pt x="42" y="83"/>
                  </a:lnTo>
                  <a:close/>
                  <a:moveTo>
                    <a:pt x="472" y="81"/>
                  </a:moveTo>
                  <a:lnTo>
                    <a:pt x="473" y="83"/>
                  </a:lnTo>
                  <a:lnTo>
                    <a:pt x="472" y="83"/>
                  </a:lnTo>
                  <a:lnTo>
                    <a:pt x="470" y="81"/>
                  </a:lnTo>
                  <a:lnTo>
                    <a:pt x="472" y="81"/>
                  </a:lnTo>
                  <a:close/>
                  <a:moveTo>
                    <a:pt x="425" y="81"/>
                  </a:moveTo>
                  <a:lnTo>
                    <a:pt x="427" y="81"/>
                  </a:lnTo>
                  <a:lnTo>
                    <a:pt x="427" y="85"/>
                  </a:lnTo>
                  <a:lnTo>
                    <a:pt x="425" y="87"/>
                  </a:lnTo>
                  <a:lnTo>
                    <a:pt x="423" y="85"/>
                  </a:lnTo>
                  <a:lnTo>
                    <a:pt x="423" y="83"/>
                  </a:lnTo>
                  <a:lnTo>
                    <a:pt x="425" y="81"/>
                  </a:lnTo>
                  <a:close/>
                  <a:moveTo>
                    <a:pt x="169" y="80"/>
                  </a:moveTo>
                  <a:lnTo>
                    <a:pt x="171" y="80"/>
                  </a:lnTo>
                  <a:lnTo>
                    <a:pt x="173" y="81"/>
                  </a:lnTo>
                  <a:lnTo>
                    <a:pt x="174" y="83"/>
                  </a:lnTo>
                  <a:lnTo>
                    <a:pt x="174" y="83"/>
                  </a:lnTo>
                  <a:lnTo>
                    <a:pt x="171" y="83"/>
                  </a:lnTo>
                  <a:lnTo>
                    <a:pt x="170" y="83"/>
                  </a:lnTo>
                  <a:lnTo>
                    <a:pt x="167" y="81"/>
                  </a:lnTo>
                  <a:lnTo>
                    <a:pt x="169" y="80"/>
                  </a:lnTo>
                  <a:close/>
                  <a:moveTo>
                    <a:pt x="422" y="80"/>
                  </a:moveTo>
                  <a:lnTo>
                    <a:pt x="424" y="81"/>
                  </a:lnTo>
                  <a:lnTo>
                    <a:pt x="422" y="81"/>
                  </a:lnTo>
                  <a:lnTo>
                    <a:pt x="419" y="80"/>
                  </a:lnTo>
                  <a:lnTo>
                    <a:pt x="422" y="80"/>
                  </a:lnTo>
                  <a:close/>
                  <a:moveTo>
                    <a:pt x="425" y="79"/>
                  </a:moveTo>
                  <a:lnTo>
                    <a:pt x="425" y="80"/>
                  </a:lnTo>
                  <a:lnTo>
                    <a:pt x="424" y="79"/>
                  </a:lnTo>
                  <a:lnTo>
                    <a:pt x="425" y="79"/>
                  </a:lnTo>
                  <a:close/>
                  <a:moveTo>
                    <a:pt x="381" y="79"/>
                  </a:moveTo>
                  <a:lnTo>
                    <a:pt x="381" y="79"/>
                  </a:lnTo>
                  <a:lnTo>
                    <a:pt x="382" y="81"/>
                  </a:lnTo>
                  <a:lnTo>
                    <a:pt x="379" y="80"/>
                  </a:lnTo>
                  <a:lnTo>
                    <a:pt x="381" y="79"/>
                  </a:lnTo>
                  <a:close/>
                  <a:moveTo>
                    <a:pt x="478" y="77"/>
                  </a:moveTo>
                  <a:lnTo>
                    <a:pt x="482" y="77"/>
                  </a:lnTo>
                  <a:lnTo>
                    <a:pt x="483" y="77"/>
                  </a:lnTo>
                  <a:lnTo>
                    <a:pt x="486" y="79"/>
                  </a:lnTo>
                  <a:lnTo>
                    <a:pt x="487" y="81"/>
                  </a:lnTo>
                  <a:lnTo>
                    <a:pt x="489" y="83"/>
                  </a:lnTo>
                  <a:lnTo>
                    <a:pt x="490" y="83"/>
                  </a:lnTo>
                  <a:lnTo>
                    <a:pt x="487" y="84"/>
                  </a:lnTo>
                  <a:lnTo>
                    <a:pt x="486" y="83"/>
                  </a:lnTo>
                  <a:lnTo>
                    <a:pt x="485" y="83"/>
                  </a:lnTo>
                  <a:lnTo>
                    <a:pt x="483" y="83"/>
                  </a:lnTo>
                  <a:lnTo>
                    <a:pt x="483" y="81"/>
                  </a:lnTo>
                  <a:lnTo>
                    <a:pt x="482" y="79"/>
                  </a:lnTo>
                  <a:lnTo>
                    <a:pt x="481" y="79"/>
                  </a:lnTo>
                  <a:lnTo>
                    <a:pt x="481" y="80"/>
                  </a:lnTo>
                  <a:lnTo>
                    <a:pt x="478" y="77"/>
                  </a:lnTo>
                  <a:lnTo>
                    <a:pt x="478" y="77"/>
                  </a:lnTo>
                  <a:close/>
                  <a:moveTo>
                    <a:pt x="111" y="76"/>
                  </a:moveTo>
                  <a:lnTo>
                    <a:pt x="113" y="76"/>
                  </a:lnTo>
                  <a:lnTo>
                    <a:pt x="113" y="79"/>
                  </a:lnTo>
                  <a:lnTo>
                    <a:pt x="112" y="80"/>
                  </a:lnTo>
                  <a:lnTo>
                    <a:pt x="109" y="77"/>
                  </a:lnTo>
                  <a:lnTo>
                    <a:pt x="111" y="76"/>
                  </a:lnTo>
                  <a:close/>
                  <a:moveTo>
                    <a:pt x="385" y="76"/>
                  </a:moveTo>
                  <a:lnTo>
                    <a:pt x="386" y="76"/>
                  </a:lnTo>
                  <a:lnTo>
                    <a:pt x="386" y="79"/>
                  </a:lnTo>
                  <a:lnTo>
                    <a:pt x="387" y="79"/>
                  </a:lnTo>
                  <a:lnTo>
                    <a:pt x="389" y="80"/>
                  </a:lnTo>
                  <a:lnTo>
                    <a:pt x="387" y="81"/>
                  </a:lnTo>
                  <a:lnTo>
                    <a:pt x="386" y="80"/>
                  </a:lnTo>
                  <a:lnTo>
                    <a:pt x="383" y="80"/>
                  </a:lnTo>
                  <a:lnTo>
                    <a:pt x="382" y="77"/>
                  </a:lnTo>
                  <a:lnTo>
                    <a:pt x="382" y="76"/>
                  </a:lnTo>
                  <a:lnTo>
                    <a:pt x="383" y="76"/>
                  </a:lnTo>
                  <a:lnTo>
                    <a:pt x="385" y="76"/>
                  </a:lnTo>
                  <a:close/>
                  <a:moveTo>
                    <a:pt x="38" y="75"/>
                  </a:moveTo>
                  <a:lnTo>
                    <a:pt x="41" y="76"/>
                  </a:lnTo>
                  <a:lnTo>
                    <a:pt x="41" y="77"/>
                  </a:lnTo>
                  <a:lnTo>
                    <a:pt x="38" y="80"/>
                  </a:lnTo>
                  <a:lnTo>
                    <a:pt x="37" y="77"/>
                  </a:lnTo>
                  <a:lnTo>
                    <a:pt x="38" y="75"/>
                  </a:lnTo>
                  <a:close/>
                  <a:moveTo>
                    <a:pt x="315" y="75"/>
                  </a:moveTo>
                  <a:lnTo>
                    <a:pt x="316" y="76"/>
                  </a:lnTo>
                  <a:lnTo>
                    <a:pt x="315" y="77"/>
                  </a:lnTo>
                  <a:lnTo>
                    <a:pt x="314" y="76"/>
                  </a:lnTo>
                  <a:lnTo>
                    <a:pt x="315" y="75"/>
                  </a:lnTo>
                  <a:close/>
                  <a:moveTo>
                    <a:pt x="167" y="75"/>
                  </a:moveTo>
                  <a:lnTo>
                    <a:pt x="170" y="76"/>
                  </a:lnTo>
                  <a:lnTo>
                    <a:pt x="170" y="76"/>
                  </a:lnTo>
                  <a:lnTo>
                    <a:pt x="169" y="77"/>
                  </a:lnTo>
                  <a:lnTo>
                    <a:pt x="167" y="76"/>
                  </a:lnTo>
                  <a:lnTo>
                    <a:pt x="166" y="75"/>
                  </a:lnTo>
                  <a:lnTo>
                    <a:pt x="167" y="75"/>
                  </a:lnTo>
                  <a:close/>
                  <a:moveTo>
                    <a:pt x="379" y="75"/>
                  </a:moveTo>
                  <a:lnTo>
                    <a:pt x="381" y="75"/>
                  </a:lnTo>
                  <a:lnTo>
                    <a:pt x="381" y="76"/>
                  </a:lnTo>
                  <a:lnTo>
                    <a:pt x="381" y="77"/>
                  </a:lnTo>
                  <a:lnTo>
                    <a:pt x="379" y="76"/>
                  </a:lnTo>
                  <a:lnTo>
                    <a:pt x="379" y="75"/>
                  </a:lnTo>
                  <a:close/>
                  <a:moveTo>
                    <a:pt x="318" y="75"/>
                  </a:moveTo>
                  <a:lnTo>
                    <a:pt x="318" y="76"/>
                  </a:lnTo>
                  <a:lnTo>
                    <a:pt x="315" y="75"/>
                  </a:lnTo>
                  <a:lnTo>
                    <a:pt x="318" y="75"/>
                  </a:lnTo>
                  <a:close/>
                  <a:moveTo>
                    <a:pt x="445" y="74"/>
                  </a:moveTo>
                  <a:lnTo>
                    <a:pt x="452" y="76"/>
                  </a:lnTo>
                  <a:lnTo>
                    <a:pt x="454" y="79"/>
                  </a:lnTo>
                  <a:lnTo>
                    <a:pt x="458" y="77"/>
                  </a:lnTo>
                  <a:lnTo>
                    <a:pt x="462" y="79"/>
                  </a:lnTo>
                  <a:lnTo>
                    <a:pt x="464" y="80"/>
                  </a:lnTo>
                  <a:lnTo>
                    <a:pt x="464" y="80"/>
                  </a:lnTo>
                  <a:lnTo>
                    <a:pt x="464" y="84"/>
                  </a:lnTo>
                  <a:lnTo>
                    <a:pt x="465" y="85"/>
                  </a:lnTo>
                  <a:lnTo>
                    <a:pt x="466" y="88"/>
                  </a:lnTo>
                  <a:lnTo>
                    <a:pt x="465" y="89"/>
                  </a:lnTo>
                  <a:lnTo>
                    <a:pt x="464" y="92"/>
                  </a:lnTo>
                  <a:lnTo>
                    <a:pt x="464" y="95"/>
                  </a:lnTo>
                  <a:lnTo>
                    <a:pt x="464" y="100"/>
                  </a:lnTo>
                  <a:lnTo>
                    <a:pt x="466" y="102"/>
                  </a:lnTo>
                  <a:lnTo>
                    <a:pt x="468" y="105"/>
                  </a:lnTo>
                  <a:lnTo>
                    <a:pt x="468" y="105"/>
                  </a:lnTo>
                  <a:lnTo>
                    <a:pt x="468" y="102"/>
                  </a:lnTo>
                  <a:lnTo>
                    <a:pt x="469" y="101"/>
                  </a:lnTo>
                  <a:lnTo>
                    <a:pt x="470" y="101"/>
                  </a:lnTo>
                  <a:lnTo>
                    <a:pt x="470" y="104"/>
                  </a:lnTo>
                  <a:lnTo>
                    <a:pt x="470" y="106"/>
                  </a:lnTo>
                  <a:lnTo>
                    <a:pt x="472" y="105"/>
                  </a:lnTo>
                  <a:lnTo>
                    <a:pt x="473" y="108"/>
                  </a:lnTo>
                  <a:lnTo>
                    <a:pt x="476" y="110"/>
                  </a:lnTo>
                  <a:lnTo>
                    <a:pt x="477" y="112"/>
                  </a:lnTo>
                  <a:lnTo>
                    <a:pt x="478" y="112"/>
                  </a:lnTo>
                  <a:lnTo>
                    <a:pt x="481" y="110"/>
                  </a:lnTo>
                  <a:lnTo>
                    <a:pt x="481" y="108"/>
                  </a:lnTo>
                  <a:lnTo>
                    <a:pt x="482" y="108"/>
                  </a:lnTo>
                  <a:lnTo>
                    <a:pt x="483" y="106"/>
                  </a:lnTo>
                  <a:lnTo>
                    <a:pt x="483" y="104"/>
                  </a:lnTo>
                  <a:lnTo>
                    <a:pt x="485" y="101"/>
                  </a:lnTo>
                  <a:lnTo>
                    <a:pt x="487" y="101"/>
                  </a:lnTo>
                  <a:lnTo>
                    <a:pt x="490" y="100"/>
                  </a:lnTo>
                  <a:lnTo>
                    <a:pt x="490" y="97"/>
                  </a:lnTo>
                  <a:lnTo>
                    <a:pt x="491" y="96"/>
                  </a:lnTo>
                  <a:lnTo>
                    <a:pt x="493" y="97"/>
                  </a:lnTo>
                  <a:lnTo>
                    <a:pt x="494" y="97"/>
                  </a:lnTo>
                  <a:lnTo>
                    <a:pt x="495" y="96"/>
                  </a:lnTo>
                  <a:lnTo>
                    <a:pt x="499" y="96"/>
                  </a:lnTo>
                  <a:lnTo>
                    <a:pt x="499" y="93"/>
                  </a:lnTo>
                  <a:lnTo>
                    <a:pt x="498" y="92"/>
                  </a:lnTo>
                  <a:lnTo>
                    <a:pt x="499" y="91"/>
                  </a:lnTo>
                  <a:lnTo>
                    <a:pt x="504" y="87"/>
                  </a:lnTo>
                  <a:lnTo>
                    <a:pt x="507" y="88"/>
                  </a:lnTo>
                  <a:lnTo>
                    <a:pt x="510" y="89"/>
                  </a:lnTo>
                  <a:lnTo>
                    <a:pt x="514" y="91"/>
                  </a:lnTo>
                  <a:lnTo>
                    <a:pt x="518" y="92"/>
                  </a:lnTo>
                  <a:lnTo>
                    <a:pt x="519" y="93"/>
                  </a:lnTo>
                  <a:lnTo>
                    <a:pt x="522" y="93"/>
                  </a:lnTo>
                  <a:lnTo>
                    <a:pt x="526" y="95"/>
                  </a:lnTo>
                  <a:lnTo>
                    <a:pt x="532" y="97"/>
                  </a:lnTo>
                  <a:lnTo>
                    <a:pt x="533" y="97"/>
                  </a:lnTo>
                  <a:lnTo>
                    <a:pt x="535" y="97"/>
                  </a:lnTo>
                  <a:lnTo>
                    <a:pt x="539" y="99"/>
                  </a:lnTo>
                  <a:lnTo>
                    <a:pt x="540" y="99"/>
                  </a:lnTo>
                  <a:lnTo>
                    <a:pt x="543" y="100"/>
                  </a:lnTo>
                  <a:lnTo>
                    <a:pt x="541" y="101"/>
                  </a:lnTo>
                  <a:lnTo>
                    <a:pt x="541" y="102"/>
                  </a:lnTo>
                  <a:lnTo>
                    <a:pt x="543" y="102"/>
                  </a:lnTo>
                  <a:lnTo>
                    <a:pt x="545" y="102"/>
                  </a:lnTo>
                  <a:lnTo>
                    <a:pt x="545" y="102"/>
                  </a:lnTo>
                  <a:lnTo>
                    <a:pt x="544" y="146"/>
                  </a:lnTo>
                  <a:lnTo>
                    <a:pt x="543" y="150"/>
                  </a:lnTo>
                  <a:lnTo>
                    <a:pt x="543" y="151"/>
                  </a:lnTo>
                  <a:lnTo>
                    <a:pt x="544" y="152"/>
                  </a:lnTo>
                  <a:lnTo>
                    <a:pt x="543" y="181"/>
                  </a:lnTo>
                  <a:lnTo>
                    <a:pt x="541" y="181"/>
                  </a:lnTo>
                  <a:lnTo>
                    <a:pt x="539" y="180"/>
                  </a:lnTo>
                  <a:lnTo>
                    <a:pt x="536" y="176"/>
                  </a:lnTo>
                  <a:lnTo>
                    <a:pt x="535" y="175"/>
                  </a:lnTo>
                  <a:lnTo>
                    <a:pt x="535" y="175"/>
                  </a:lnTo>
                  <a:lnTo>
                    <a:pt x="532" y="172"/>
                  </a:lnTo>
                  <a:lnTo>
                    <a:pt x="532" y="171"/>
                  </a:lnTo>
                  <a:lnTo>
                    <a:pt x="531" y="170"/>
                  </a:lnTo>
                  <a:lnTo>
                    <a:pt x="532" y="168"/>
                  </a:lnTo>
                  <a:lnTo>
                    <a:pt x="532" y="166"/>
                  </a:lnTo>
                  <a:lnTo>
                    <a:pt x="532" y="168"/>
                  </a:lnTo>
                  <a:lnTo>
                    <a:pt x="530" y="168"/>
                  </a:lnTo>
                  <a:lnTo>
                    <a:pt x="527" y="168"/>
                  </a:lnTo>
                  <a:lnTo>
                    <a:pt x="524" y="170"/>
                  </a:lnTo>
                  <a:lnTo>
                    <a:pt x="523" y="170"/>
                  </a:lnTo>
                  <a:lnTo>
                    <a:pt x="522" y="168"/>
                  </a:lnTo>
                  <a:lnTo>
                    <a:pt x="519" y="170"/>
                  </a:lnTo>
                  <a:lnTo>
                    <a:pt x="518" y="168"/>
                  </a:lnTo>
                  <a:lnTo>
                    <a:pt x="519" y="168"/>
                  </a:lnTo>
                  <a:lnTo>
                    <a:pt x="519" y="166"/>
                  </a:lnTo>
                  <a:lnTo>
                    <a:pt x="519" y="164"/>
                  </a:lnTo>
                  <a:lnTo>
                    <a:pt x="520" y="164"/>
                  </a:lnTo>
                  <a:lnTo>
                    <a:pt x="520" y="160"/>
                  </a:lnTo>
                  <a:lnTo>
                    <a:pt x="519" y="160"/>
                  </a:lnTo>
                  <a:lnTo>
                    <a:pt x="518" y="158"/>
                  </a:lnTo>
                  <a:lnTo>
                    <a:pt x="519" y="158"/>
                  </a:lnTo>
                  <a:lnTo>
                    <a:pt x="520" y="158"/>
                  </a:lnTo>
                  <a:lnTo>
                    <a:pt x="522" y="158"/>
                  </a:lnTo>
                  <a:lnTo>
                    <a:pt x="524" y="158"/>
                  </a:lnTo>
                  <a:lnTo>
                    <a:pt x="522" y="156"/>
                  </a:lnTo>
                  <a:lnTo>
                    <a:pt x="519" y="158"/>
                  </a:lnTo>
                  <a:lnTo>
                    <a:pt x="518" y="156"/>
                  </a:lnTo>
                  <a:lnTo>
                    <a:pt x="515" y="155"/>
                  </a:lnTo>
                  <a:lnTo>
                    <a:pt x="516" y="154"/>
                  </a:lnTo>
                  <a:lnTo>
                    <a:pt x="518" y="152"/>
                  </a:lnTo>
                  <a:lnTo>
                    <a:pt x="519" y="154"/>
                  </a:lnTo>
                  <a:lnTo>
                    <a:pt x="518" y="152"/>
                  </a:lnTo>
                  <a:lnTo>
                    <a:pt x="515" y="150"/>
                  </a:lnTo>
                  <a:lnTo>
                    <a:pt x="512" y="149"/>
                  </a:lnTo>
                  <a:lnTo>
                    <a:pt x="512" y="147"/>
                  </a:lnTo>
                  <a:lnTo>
                    <a:pt x="512" y="145"/>
                  </a:lnTo>
                  <a:lnTo>
                    <a:pt x="510" y="142"/>
                  </a:lnTo>
                  <a:lnTo>
                    <a:pt x="510" y="141"/>
                  </a:lnTo>
                  <a:lnTo>
                    <a:pt x="512" y="139"/>
                  </a:lnTo>
                  <a:lnTo>
                    <a:pt x="510" y="139"/>
                  </a:lnTo>
                  <a:lnTo>
                    <a:pt x="508" y="138"/>
                  </a:lnTo>
                  <a:lnTo>
                    <a:pt x="510" y="137"/>
                  </a:lnTo>
                  <a:lnTo>
                    <a:pt x="508" y="135"/>
                  </a:lnTo>
                  <a:lnTo>
                    <a:pt x="510" y="134"/>
                  </a:lnTo>
                  <a:lnTo>
                    <a:pt x="507" y="135"/>
                  </a:lnTo>
                  <a:lnTo>
                    <a:pt x="507" y="134"/>
                  </a:lnTo>
                  <a:lnTo>
                    <a:pt x="506" y="135"/>
                  </a:lnTo>
                  <a:lnTo>
                    <a:pt x="504" y="134"/>
                  </a:lnTo>
                  <a:lnTo>
                    <a:pt x="506" y="131"/>
                  </a:lnTo>
                  <a:lnTo>
                    <a:pt x="504" y="133"/>
                  </a:lnTo>
                  <a:lnTo>
                    <a:pt x="503" y="133"/>
                  </a:lnTo>
                  <a:lnTo>
                    <a:pt x="499" y="131"/>
                  </a:lnTo>
                  <a:lnTo>
                    <a:pt x="498" y="129"/>
                  </a:lnTo>
                  <a:lnTo>
                    <a:pt x="495" y="129"/>
                  </a:lnTo>
                  <a:lnTo>
                    <a:pt x="493" y="129"/>
                  </a:lnTo>
                  <a:lnTo>
                    <a:pt x="486" y="126"/>
                  </a:lnTo>
                  <a:lnTo>
                    <a:pt x="479" y="124"/>
                  </a:lnTo>
                  <a:lnTo>
                    <a:pt x="476" y="124"/>
                  </a:lnTo>
                  <a:lnTo>
                    <a:pt x="473" y="122"/>
                  </a:lnTo>
                  <a:lnTo>
                    <a:pt x="472" y="122"/>
                  </a:lnTo>
                  <a:lnTo>
                    <a:pt x="472" y="121"/>
                  </a:lnTo>
                  <a:lnTo>
                    <a:pt x="469" y="120"/>
                  </a:lnTo>
                  <a:lnTo>
                    <a:pt x="469" y="118"/>
                  </a:lnTo>
                  <a:lnTo>
                    <a:pt x="472" y="118"/>
                  </a:lnTo>
                  <a:lnTo>
                    <a:pt x="472" y="118"/>
                  </a:lnTo>
                  <a:lnTo>
                    <a:pt x="472" y="118"/>
                  </a:lnTo>
                  <a:lnTo>
                    <a:pt x="470" y="117"/>
                  </a:lnTo>
                  <a:lnTo>
                    <a:pt x="468" y="118"/>
                  </a:lnTo>
                  <a:lnTo>
                    <a:pt x="466" y="118"/>
                  </a:lnTo>
                  <a:lnTo>
                    <a:pt x="466" y="117"/>
                  </a:lnTo>
                  <a:lnTo>
                    <a:pt x="465" y="117"/>
                  </a:lnTo>
                  <a:lnTo>
                    <a:pt x="464" y="118"/>
                  </a:lnTo>
                  <a:lnTo>
                    <a:pt x="464" y="116"/>
                  </a:lnTo>
                  <a:lnTo>
                    <a:pt x="462" y="114"/>
                  </a:lnTo>
                  <a:lnTo>
                    <a:pt x="462" y="116"/>
                  </a:lnTo>
                  <a:lnTo>
                    <a:pt x="461" y="116"/>
                  </a:lnTo>
                  <a:lnTo>
                    <a:pt x="460" y="114"/>
                  </a:lnTo>
                  <a:lnTo>
                    <a:pt x="460" y="112"/>
                  </a:lnTo>
                  <a:lnTo>
                    <a:pt x="458" y="109"/>
                  </a:lnTo>
                  <a:lnTo>
                    <a:pt x="460" y="108"/>
                  </a:lnTo>
                  <a:lnTo>
                    <a:pt x="460" y="105"/>
                  </a:lnTo>
                  <a:lnTo>
                    <a:pt x="458" y="106"/>
                  </a:lnTo>
                  <a:lnTo>
                    <a:pt x="457" y="109"/>
                  </a:lnTo>
                  <a:lnTo>
                    <a:pt x="457" y="112"/>
                  </a:lnTo>
                  <a:lnTo>
                    <a:pt x="456" y="112"/>
                  </a:lnTo>
                  <a:lnTo>
                    <a:pt x="454" y="116"/>
                  </a:lnTo>
                  <a:lnTo>
                    <a:pt x="454" y="117"/>
                  </a:lnTo>
                  <a:lnTo>
                    <a:pt x="452" y="120"/>
                  </a:lnTo>
                  <a:lnTo>
                    <a:pt x="449" y="121"/>
                  </a:lnTo>
                  <a:lnTo>
                    <a:pt x="448" y="120"/>
                  </a:lnTo>
                  <a:lnTo>
                    <a:pt x="445" y="116"/>
                  </a:lnTo>
                  <a:lnTo>
                    <a:pt x="445" y="114"/>
                  </a:lnTo>
                  <a:lnTo>
                    <a:pt x="447" y="114"/>
                  </a:lnTo>
                  <a:lnTo>
                    <a:pt x="447" y="112"/>
                  </a:lnTo>
                  <a:lnTo>
                    <a:pt x="447" y="110"/>
                  </a:lnTo>
                  <a:lnTo>
                    <a:pt x="445" y="112"/>
                  </a:lnTo>
                  <a:lnTo>
                    <a:pt x="444" y="110"/>
                  </a:lnTo>
                  <a:lnTo>
                    <a:pt x="444" y="108"/>
                  </a:lnTo>
                  <a:lnTo>
                    <a:pt x="441" y="106"/>
                  </a:lnTo>
                  <a:lnTo>
                    <a:pt x="439" y="106"/>
                  </a:lnTo>
                  <a:lnTo>
                    <a:pt x="437" y="105"/>
                  </a:lnTo>
                  <a:lnTo>
                    <a:pt x="439" y="102"/>
                  </a:lnTo>
                  <a:lnTo>
                    <a:pt x="441" y="102"/>
                  </a:lnTo>
                  <a:lnTo>
                    <a:pt x="443" y="104"/>
                  </a:lnTo>
                  <a:lnTo>
                    <a:pt x="445" y="104"/>
                  </a:lnTo>
                  <a:lnTo>
                    <a:pt x="447" y="105"/>
                  </a:lnTo>
                  <a:lnTo>
                    <a:pt x="449" y="104"/>
                  </a:lnTo>
                  <a:lnTo>
                    <a:pt x="451" y="101"/>
                  </a:lnTo>
                  <a:lnTo>
                    <a:pt x="452" y="100"/>
                  </a:lnTo>
                  <a:lnTo>
                    <a:pt x="456" y="101"/>
                  </a:lnTo>
                  <a:lnTo>
                    <a:pt x="457" y="104"/>
                  </a:lnTo>
                  <a:lnTo>
                    <a:pt x="458" y="101"/>
                  </a:lnTo>
                  <a:lnTo>
                    <a:pt x="460" y="100"/>
                  </a:lnTo>
                  <a:lnTo>
                    <a:pt x="461" y="100"/>
                  </a:lnTo>
                  <a:lnTo>
                    <a:pt x="461" y="97"/>
                  </a:lnTo>
                  <a:lnTo>
                    <a:pt x="460" y="96"/>
                  </a:lnTo>
                  <a:lnTo>
                    <a:pt x="454" y="96"/>
                  </a:lnTo>
                  <a:lnTo>
                    <a:pt x="454" y="97"/>
                  </a:lnTo>
                  <a:lnTo>
                    <a:pt x="453" y="97"/>
                  </a:lnTo>
                  <a:lnTo>
                    <a:pt x="452" y="97"/>
                  </a:lnTo>
                  <a:lnTo>
                    <a:pt x="449" y="97"/>
                  </a:lnTo>
                  <a:lnTo>
                    <a:pt x="448" y="97"/>
                  </a:lnTo>
                  <a:lnTo>
                    <a:pt x="447" y="97"/>
                  </a:lnTo>
                  <a:lnTo>
                    <a:pt x="444" y="97"/>
                  </a:lnTo>
                  <a:lnTo>
                    <a:pt x="443" y="97"/>
                  </a:lnTo>
                  <a:lnTo>
                    <a:pt x="440" y="97"/>
                  </a:lnTo>
                  <a:lnTo>
                    <a:pt x="437" y="95"/>
                  </a:lnTo>
                  <a:lnTo>
                    <a:pt x="437" y="92"/>
                  </a:lnTo>
                  <a:lnTo>
                    <a:pt x="437" y="92"/>
                  </a:lnTo>
                  <a:lnTo>
                    <a:pt x="436" y="89"/>
                  </a:lnTo>
                  <a:lnTo>
                    <a:pt x="433" y="88"/>
                  </a:lnTo>
                  <a:lnTo>
                    <a:pt x="432" y="87"/>
                  </a:lnTo>
                  <a:lnTo>
                    <a:pt x="431" y="87"/>
                  </a:lnTo>
                  <a:lnTo>
                    <a:pt x="429" y="88"/>
                  </a:lnTo>
                  <a:lnTo>
                    <a:pt x="427" y="88"/>
                  </a:lnTo>
                  <a:lnTo>
                    <a:pt x="427" y="87"/>
                  </a:lnTo>
                  <a:lnTo>
                    <a:pt x="429" y="84"/>
                  </a:lnTo>
                  <a:lnTo>
                    <a:pt x="429" y="83"/>
                  </a:lnTo>
                  <a:lnTo>
                    <a:pt x="429" y="81"/>
                  </a:lnTo>
                  <a:lnTo>
                    <a:pt x="431" y="80"/>
                  </a:lnTo>
                  <a:lnTo>
                    <a:pt x="433" y="80"/>
                  </a:lnTo>
                  <a:lnTo>
                    <a:pt x="436" y="77"/>
                  </a:lnTo>
                  <a:lnTo>
                    <a:pt x="437" y="77"/>
                  </a:lnTo>
                  <a:lnTo>
                    <a:pt x="440" y="75"/>
                  </a:lnTo>
                  <a:lnTo>
                    <a:pt x="441" y="74"/>
                  </a:lnTo>
                  <a:lnTo>
                    <a:pt x="445" y="74"/>
                  </a:lnTo>
                  <a:close/>
                  <a:moveTo>
                    <a:pt x="113" y="71"/>
                  </a:moveTo>
                  <a:lnTo>
                    <a:pt x="115" y="72"/>
                  </a:lnTo>
                  <a:lnTo>
                    <a:pt x="119" y="75"/>
                  </a:lnTo>
                  <a:lnTo>
                    <a:pt x="117" y="76"/>
                  </a:lnTo>
                  <a:lnTo>
                    <a:pt x="115" y="75"/>
                  </a:lnTo>
                  <a:lnTo>
                    <a:pt x="113" y="75"/>
                  </a:lnTo>
                  <a:lnTo>
                    <a:pt x="112" y="74"/>
                  </a:lnTo>
                  <a:lnTo>
                    <a:pt x="113" y="71"/>
                  </a:lnTo>
                  <a:close/>
                  <a:moveTo>
                    <a:pt x="424" y="71"/>
                  </a:moveTo>
                  <a:lnTo>
                    <a:pt x="428" y="71"/>
                  </a:lnTo>
                  <a:lnTo>
                    <a:pt x="431" y="72"/>
                  </a:lnTo>
                  <a:lnTo>
                    <a:pt x="432" y="74"/>
                  </a:lnTo>
                  <a:lnTo>
                    <a:pt x="429" y="75"/>
                  </a:lnTo>
                  <a:lnTo>
                    <a:pt x="428" y="74"/>
                  </a:lnTo>
                  <a:lnTo>
                    <a:pt x="424" y="72"/>
                  </a:lnTo>
                  <a:lnTo>
                    <a:pt x="424" y="72"/>
                  </a:lnTo>
                  <a:lnTo>
                    <a:pt x="424" y="72"/>
                  </a:lnTo>
                  <a:lnTo>
                    <a:pt x="425" y="74"/>
                  </a:lnTo>
                  <a:lnTo>
                    <a:pt x="425" y="75"/>
                  </a:lnTo>
                  <a:lnTo>
                    <a:pt x="424" y="75"/>
                  </a:lnTo>
                  <a:lnTo>
                    <a:pt x="422" y="74"/>
                  </a:lnTo>
                  <a:lnTo>
                    <a:pt x="419" y="74"/>
                  </a:lnTo>
                  <a:lnTo>
                    <a:pt x="420" y="74"/>
                  </a:lnTo>
                  <a:lnTo>
                    <a:pt x="419" y="72"/>
                  </a:lnTo>
                  <a:lnTo>
                    <a:pt x="420" y="72"/>
                  </a:lnTo>
                  <a:lnTo>
                    <a:pt x="423" y="72"/>
                  </a:lnTo>
                  <a:lnTo>
                    <a:pt x="424" y="71"/>
                  </a:lnTo>
                  <a:close/>
                  <a:moveTo>
                    <a:pt x="404" y="70"/>
                  </a:moveTo>
                  <a:lnTo>
                    <a:pt x="408" y="71"/>
                  </a:lnTo>
                  <a:lnTo>
                    <a:pt x="410" y="72"/>
                  </a:lnTo>
                  <a:lnTo>
                    <a:pt x="406" y="71"/>
                  </a:lnTo>
                  <a:lnTo>
                    <a:pt x="404" y="70"/>
                  </a:lnTo>
                  <a:close/>
                  <a:moveTo>
                    <a:pt x="41" y="67"/>
                  </a:moveTo>
                  <a:lnTo>
                    <a:pt x="44" y="68"/>
                  </a:lnTo>
                  <a:lnTo>
                    <a:pt x="44" y="70"/>
                  </a:lnTo>
                  <a:lnTo>
                    <a:pt x="42" y="70"/>
                  </a:lnTo>
                  <a:lnTo>
                    <a:pt x="40" y="70"/>
                  </a:lnTo>
                  <a:lnTo>
                    <a:pt x="41" y="67"/>
                  </a:lnTo>
                  <a:close/>
                  <a:moveTo>
                    <a:pt x="90" y="55"/>
                  </a:moveTo>
                  <a:lnTo>
                    <a:pt x="92" y="56"/>
                  </a:lnTo>
                  <a:lnTo>
                    <a:pt x="95" y="58"/>
                  </a:lnTo>
                  <a:lnTo>
                    <a:pt x="96" y="62"/>
                  </a:lnTo>
                  <a:lnTo>
                    <a:pt x="95" y="63"/>
                  </a:lnTo>
                  <a:lnTo>
                    <a:pt x="92" y="62"/>
                  </a:lnTo>
                  <a:lnTo>
                    <a:pt x="88" y="60"/>
                  </a:lnTo>
                  <a:lnTo>
                    <a:pt x="87" y="58"/>
                  </a:lnTo>
                  <a:lnTo>
                    <a:pt x="90" y="55"/>
                  </a:lnTo>
                  <a:close/>
                  <a:moveTo>
                    <a:pt x="108" y="54"/>
                  </a:moveTo>
                  <a:lnTo>
                    <a:pt x="108" y="56"/>
                  </a:lnTo>
                  <a:lnTo>
                    <a:pt x="107" y="58"/>
                  </a:lnTo>
                  <a:lnTo>
                    <a:pt x="104" y="58"/>
                  </a:lnTo>
                  <a:lnTo>
                    <a:pt x="108" y="54"/>
                  </a:lnTo>
                  <a:close/>
                  <a:moveTo>
                    <a:pt x="115" y="54"/>
                  </a:moveTo>
                  <a:lnTo>
                    <a:pt x="113" y="56"/>
                  </a:lnTo>
                  <a:lnTo>
                    <a:pt x="115" y="56"/>
                  </a:lnTo>
                  <a:lnTo>
                    <a:pt x="113" y="60"/>
                  </a:lnTo>
                  <a:lnTo>
                    <a:pt x="112" y="62"/>
                  </a:lnTo>
                  <a:lnTo>
                    <a:pt x="112" y="58"/>
                  </a:lnTo>
                  <a:lnTo>
                    <a:pt x="109" y="58"/>
                  </a:lnTo>
                  <a:lnTo>
                    <a:pt x="111" y="55"/>
                  </a:lnTo>
                  <a:lnTo>
                    <a:pt x="112" y="55"/>
                  </a:lnTo>
                  <a:lnTo>
                    <a:pt x="113" y="54"/>
                  </a:lnTo>
                  <a:lnTo>
                    <a:pt x="115" y="54"/>
                  </a:lnTo>
                  <a:close/>
                  <a:moveTo>
                    <a:pt x="27" y="51"/>
                  </a:moveTo>
                  <a:lnTo>
                    <a:pt x="28" y="52"/>
                  </a:lnTo>
                  <a:lnTo>
                    <a:pt x="30" y="55"/>
                  </a:lnTo>
                  <a:lnTo>
                    <a:pt x="33" y="58"/>
                  </a:lnTo>
                  <a:lnTo>
                    <a:pt x="32" y="59"/>
                  </a:lnTo>
                  <a:lnTo>
                    <a:pt x="32" y="63"/>
                  </a:lnTo>
                  <a:lnTo>
                    <a:pt x="30" y="63"/>
                  </a:lnTo>
                  <a:lnTo>
                    <a:pt x="28" y="59"/>
                  </a:lnTo>
                  <a:lnTo>
                    <a:pt x="27" y="59"/>
                  </a:lnTo>
                  <a:lnTo>
                    <a:pt x="27" y="56"/>
                  </a:lnTo>
                  <a:lnTo>
                    <a:pt x="23" y="52"/>
                  </a:lnTo>
                  <a:lnTo>
                    <a:pt x="25" y="52"/>
                  </a:lnTo>
                  <a:lnTo>
                    <a:pt x="27" y="51"/>
                  </a:lnTo>
                  <a:close/>
                  <a:moveTo>
                    <a:pt x="84" y="51"/>
                  </a:moveTo>
                  <a:lnTo>
                    <a:pt x="87" y="52"/>
                  </a:lnTo>
                  <a:lnTo>
                    <a:pt x="88" y="55"/>
                  </a:lnTo>
                  <a:lnTo>
                    <a:pt x="87" y="58"/>
                  </a:lnTo>
                  <a:lnTo>
                    <a:pt x="86" y="56"/>
                  </a:lnTo>
                  <a:lnTo>
                    <a:pt x="83" y="51"/>
                  </a:lnTo>
                  <a:lnTo>
                    <a:pt x="84" y="51"/>
                  </a:lnTo>
                  <a:close/>
                  <a:moveTo>
                    <a:pt x="353" y="50"/>
                  </a:moveTo>
                  <a:lnTo>
                    <a:pt x="357" y="51"/>
                  </a:lnTo>
                  <a:lnTo>
                    <a:pt x="357" y="52"/>
                  </a:lnTo>
                  <a:lnTo>
                    <a:pt x="358" y="54"/>
                  </a:lnTo>
                  <a:lnTo>
                    <a:pt x="357" y="54"/>
                  </a:lnTo>
                  <a:lnTo>
                    <a:pt x="356" y="56"/>
                  </a:lnTo>
                  <a:lnTo>
                    <a:pt x="354" y="58"/>
                  </a:lnTo>
                  <a:lnTo>
                    <a:pt x="353" y="59"/>
                  </a:lnTo>
                  <a:lnTo>
                    <a:pt x="352" y="60"/>
                  </a:lnTo>
                  <a:lnTo>
                    <a:pt x="350" y="60"/>
                  </a:lnTo>
                  <a:lnTo>
                    <a:pt x="349" y="63"/>
                  </a:lnTo>
                  <a:lnTo>
                    <a:pt x="345" y="66"/>
                  </a:lnTo>
                  <a:lnTo>
                    <a:pt x="337" y="67"/>
                  </a:lnTo>
                  <a:lnTo>
                    <a:pt x="335" y="67"/>
                  </a:lnTo>
                  <a:lnTo>
                    <a:pt x="333" y="66"/>
                  </a:lnTo>
                  <a:lnTo>
                    <a:pt x="332" y="64"/>
                  </a:lnTo>
                  <a:lnTo>
                    <a:pt x="329" y="64"/>
                  </a:lnTo>
                  <a:lnTo>
                    <a:pt x="328" y="66"/>
                  </a:lnTo>
                  <a:lnTo>
                    <a:pt x="325" y="66"/>
                  </a:lnTo>
                  <a:lnTo>
                    <a:pt x="320" y="64"/>
                  </a:lnTo>
                  <a:lnTo>
                    <a:pt x="319" y="66"/>
                  </a:lnTo>
                  <a:lnTo>
                    <a:pt x="318" y="66"/>
                  </a:lnTo>
                  <a:lnTo>
                    <a:pt x="316" y="64"/>
                  </a:lnTo>
                  <a:lnTo>
                    <a:pt x="314" y="64"/>
                  </a:lnTo>
                  <a:lnTo>
                    <a:pt x="308" y="66"/>
                  </a:lnTo>
                  <a:lnTo>
                    <a:pt x="304" y="66"/>
                  </a:lnTo>
                  <a:lnTo>
                    <a:pt x="302" y="64"/>
                  </a:lnTo>
                  <a:lnTo>
                    <a:pt x="299" y="66"/>
                  </a:lnTo>
                  <a:lnTo>
                    <a:pt x="296" y="67"/>
                  </a:lnTo>
                  <a:lnTo>
                    <a:pt x="295" y="72"/>
                  </a:lnTo>
                  <a:lnTo>
                    <a:pt x="295" y="76"/>
                  </a:lnTo>
                  <a:lnTo>
                    <a:pt x="296" y="80"/>
                  </a:lnTo>
                  <a:lnTo>
                    <a:pt x="299" y="83"/>
                  </a:lnTo>
                  <a:lnTo>
                    <a:pt x="302" y="87"/>
                  </a:lnTo>
                  <a:lnTo>
                    <a:pt x="303" y="88"/>
                  </a:lnTo>
                  <a:lnTo>
                    <a:pt x="306" y="88"/>
                  </a:lnTo>
                  <a:lnTo>
                    <a:pt x="308" y="87"/>
                  </a:lnTo>
                  <a:lnTo>
                    <a:pt x="310" y="83"/>
                  </a:lnTo>
                  <a:lnTo>
                    <a:pt x="312" y="80"/>
                  </a:lnTo>
                  <a:lnTo>
                    <a:pt x="314" y="80"/>
                  </a:lnTo>
                  <a:lnTo>
                    <a:pt x="316" y="81"/>
                  </a:lnTo>
                  <a:lnTo>
                    <a:pt x="318" y="81"/>
                  </a:lnTo>
                  <a:lnTo>
                    <a:pt x="320" y="81"/>
                  </a:lnTo>
                  <a:lnTo>
                    <a:pt x="321" y="80"/>
                  </a:lnTo>
                  <a:lnTo>
                    <a:pt x="324" y="79"/>
                  </a:lnTo>
                  <a:lnTo>
                    <a:pt x="327" y="79"/>
                  </a:lnTo>
                  <a:lnTo>
                    <a:pt x="329" y="77"/>
                  </a:lnTo>
                  <a:lnTo>
                    <a:pt x="335" y="77"/>
                  </a:lnTo>
                  <a:lnTo>
                    <a:pt x="337" y="77"/>
                  </a:lnTo>
                  <a:lnTo>
                    <a:pt x="337" y="80"/>
                  </a:lnTo>
                  <a:lnTo>
                    <a:pt x="335" y="83"/>
                  </a:lnTo>
                  <a:lnTo>
                    <a:pt x="333" y="83"/>
                  </a:lnTo>
                  <a:lnTo>
                    <a:pt x="332" y="81"/>
                  </a:lnTo>
                  <a:lnTo>
                    <a:pt x="329" y="81"/>
                  </a:lnTo>
                  <a:lnTo>
                    <a:pt x="329" y="83"/>
                  </a:lnTo>
                  <a:lnTo>
                    <a:pt x="327" y="84"/>
                  </a:lnTo>
                  <a:lnTo>
                    <a:pt x="325" y="87"/>
                  </a:lnTo>
                  <a:lnTo>
                    <a:pt x="321" y="89"/>
                  </a:lnTo>
                  <a:lnTo>
                    <a:pt x="318" y="92"/>
                  </a:lnTo>
                  <a:lnTo>
                    <a:pt x="316" y="93"/>
                  </a:lnTo>
                  <a:lnTo>
                    <a:pt x="315" y="95"/>
                  </a:lnTo>
                  <a:lnTo>
                    <a:pt x="312" y="95"/>
                  </a:lnTo>
                  <a:lnTo>
                    <a:pt x="312" y="93"/>
                  </a:lnTo>
                  <a:lnTo>
                    <a:pt x="311" y="93"/>
                  </a:lnTo>
                  <a:lnTo>
                    <a:pt x="311" y="95"/>
                  </a:lnTo>
                  <a:lnTo>
                    <a:pt x="312" y="96"/>
                  </a:lnTo>
                  <a:lnTo>
                    <a:pt x="314" y="97"/>
                  </a:lnTo>
                  <a:lnTo>
                    <a:pt x="318" y="101"/>
                  </a:lnTo>
                  <a:lnTo>
                    <a:pt x="318" y="104"/>
                  </a:lnTo>
                  <a:lnTo>
                    <a:pt x="319" y="104"/>
                  </a:lnTo>
                  <a:lnTo>
                    <a:pt x="321" y="105"/>
                  </a:lnTo>
                  <a:lnTo>
                    <a:pt x="321" y="106"/>
                  </a:lnTo>
                  <a:lnTo>
                    <a:pt x="320" y="108"/>
                  </a:lnTo>
                  <a:lnTo>
                    <a:pt x="323" y="108"/>
                  </a:lnTo>
                  <a:lnTo>
                    <a:pt x="323" y="109"/>
                  </a:lnTo>
                  <a:lnTo>
                    <a:pt x="323" y="110"/>
                  </a:lnTo>
                  <a:lnTo>
                    <a:pt x="321" y="110"/>
                  </a:lnTo>
                  <a:lnTo>
                    <a:pt x="323" y="112"/>
                  </a:lnTo>
                  <a:lnTo>
                    <a:pt x="321" y="112"/>
                  </a:lnTo>
                  <a:lnTo>
                    <a:pt x="321" y="113"/>
                  </a:lnTo>
                  <a:lnTo>
                    <a:pt x="320" y="114"/>
                  </a:lnTo>
                  <a:lnTo>
                    <a:pt x="320" y="116"/>
                  </a:lnTo>
                  <a:lnTo>
                    <a:pt x="323" y="116"/>
                  </a:lnTo>
                  <a:lnTo>
                    <a:pt x="323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8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3" y="120"/>
                  </a:lnTo>
                  <a:lnTo>
                    <a:pt x="333" y="121"/>
                  </a:lnTo>
                  <a:lnTo>
                    <a:pt x="332" y="122"/>
                  </a:lnTo>
                  <a:lnTo>
                    <a:pt x="331" y="122"/>
                  </a:lnTo>
                  <a:lnTo>
                    <a:pt x="329" y="122"/>
                  </a:lnTo>
                  <a:lnTo>
                    <a:pt x="328" y="124"/>
                  </a:lnTo>
                  <a:lnTo>
                    <a:pt x="325" y="124"/>
                  </a:lnTo>
                  <a:lnTo>
                    <a:pt x="323" y="125"/>
                  </a:lnTo>
                  <a:lnTo>
                    <a:pt x="320" y="125"/>
                  </a:lnTo>
                  <a:lnTo>
                    <a:pt x="318" y="127"/>
                  </a:lnTo>
                  <a:lnTo>
                    <a:pt x="319" y="129"/>
                  </a:lnTo>
                  <a:lnTo>
                    <a:pt x="319" y="130"/>
                  </a:lnTo>
                  <a:lnTo>
                    <a:pt x="318" y="130"/>
                  </a:lnTo>
                  <a:lnTo>
                    <a:pt x="315" y="129"/>
                  </a:lnTo>
                  <a:lnTo>
                    <a:pt x="314" y="129"/>
                  </a:lnTo>
                  <a:lnTo>
                    <a:pt x="311" y="129"/>
                  </a:lnTo>
                  <a:lnTo>
                    <a:pt x="311" y="126"/>
                  </a:lnTo>
                  <a:lnTo>
                    <a:pt x="311" y="122"/>
                  </a:lnTo>
                  <a:lnTo>
                    <a:pt x="312" y="122"/>
                  </a:lnTo>
                  <a:lnTo>
                    <a:pt x="311" y="120"/>
                  </a:lnTo>
                  <a:lnTo>
                    <a:pt x="308" y="118"/>
                  </a:lnTo>
                  <a:lnTo>
                    <a:pt x="307" y="117"/>
                  </a:lnTo>
                  <a:lnTo>
                    <a:pt x="306" y="116"/>
                  </a:lnTo>
                  <a:lnTo>
                    <a:pt x="304" y="114"/>
                  </a:lnTo>
                  <a:lnTo>
                    <a:pt x="304" y="112"/>
                  </a:lnTo>
                  <a:lnTo>
                    <a:pt x="307" y="109"/>
                  </a:lnTo>
                  <a:lnTo>
                    <a:pt x="307" y="108"/>
                  </a:lnTo>
                  <a:lnTo>
                    <a:pt x="306" y="105"/>
                  </a:lnTo>
                  <a:lnTo>
                    <a:pt x="306" y="104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0" y="105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299" y="109"/>
                  </a:lnTo>
                  <a:lnTo>
                    <a:pt x="300" y="113"/>
                  </a:lnTo>
                  <a:lnTo>
                    <a:pt x="299" y="116"/>
                  </a:lnTo>
                  <a:lnTo>
                    <a:pt x="296" y="120"/>
                  </a:lnTo>
                  <a:lnTo>
                    <a:pt x="298" y="121"/>
                  </a:lnTo>
                  <a:lnTo>
                    <a:pt x="298" y="125"/>
                  </a:lnTo>
                  <a:lnTo>
                    <a:pt x="298" y="129"/>
                  </a:lnTo>
                  <a:lnTo>
                    <a:pt x="296" y="130"/>
                  </a:lnTo>
                  <a:lnTo>
                    <a:pt x="296" y="133"/>
                  </a:lnTo>
                  <a:lnTo>
                    <a:pt x="298" y="134"/>
                  </a:lnTo>
                  <a:lnTo>
                    <a:pt x="299" y="137"/>
                  </a:lnTo>
                  <a:lnTo>
                    <a:pt x="298" y="139"/>
                  </a:lnTo>
                  <a:lnTo>
                    <a:pt x="296" y="138"/>
                  </a:lnTo>
                  <a:lnTo>
                    <a:pt x="295" y="138"/>
                  </a:lnTo>
                  <a:lnTo>
                    <a:pt x="292" y="138"/>
                  </a:lnTo>
                  <a:lnTo>
                    <a:pt x="291" y="139"/>
                  </a:lnTo>
                  <a:lnTo>
                    <a:pt x="289" y="139"/>
                  </a:lnTo>
                  <a:lnTo>
                    <a:pt x="287" y="138"/>
                  </a:lnTo>
                  <a:lnTo>
                    <a:pt x="286" y="138"/>
                  </a:lnTo>
                  <a:lnTo>
                    <a:pt x="286" y="134"/>
                  </a:lnTo>
                  <a:lnTo>
                    <a:pt x="286" y="129"/>
                  </a:lnTo>
                  <a:lnTo>
                    <a:pt x="287" y="126"/>
                  </a:lnTo>
                  <a:lnTo>
                    <a:pt x="289" y="124"/>
                  </a:lnTo>
                  <a:lnTo>
                    <a:pt x="290" y="122"/>
                  </a:lnTo>
                  <a:lnTo>
                    <a:pt x="287" y="117"/>
                  </a:lnTo>
                  <a:lnTo>
                    <a:pt x="286" y="113"/>
                  </a:lnTo>
                  <a:lnTo>
                    <a:pt x="285" y="113"/>
                  </a:lnTo>
                  <a:lnTo>
                    <a:pt x="283" y="114"/>
                  </a:lnTo>
                  <a:lnTo>
                    <a:pt x="282" y="114"/>
                  </a:lnTo>
                  <a:lnTo>
                    <a:pt x="281" y="114"/>
                  </a:lnTo>
                  <a:lnTo>
                    <a:pt x="281" y="112"/>
                  </a:lnTo>
                  <a:lnTo>
                    <a:pt x="278" y="108"/>
                  </a:lnTo>
                  <a:lnTo>
                    <a:pt x="279" y="106"/>
                  </a:lnTo>
                  <a:lnTo>
                    <a:pt x="279" y="106"/>
                  </a:lnTo>
                  <a:lnTo>
                    <a:pt x="281" y="102"/>
                  </a:lnTo>
                  <a:lnTo>
                    <a:pt x="283" y="101"/>
                  </a:lnTo>
                  <a:lnTo>
                    <a:pt x="283" y="97"/>
                  </a:lnTo>
                  <a:lnTo>
                    <a:pt x="285" y="97"/>
                  </a:lnTo>
                  <a:lnTo>
                    <a:pt x="285" y="95"/>
                  </a:lnTo>
                  <a:lnTo>
                    <a:pt x="285" y="95"/>
                  </a:lnTo>
                  <a:lnTo>
                    <a:pt x="285" y="89"/>
                  </a:lnTo>
                  <a:lnTo>
                    <a:pt x="286" y="87"/>
                  </a:lnTo>
                  <a:lnTo>
                    <a:pt x="285" y="84"/>
                  </a:lnTo>
                  <a:lnTo>
                    <a:pt x="286" y="83"/>
                  </a:lnTo>
                  <a:lnTo>
                    <a:pt x="287" y="81"/>
                  </a:lnTo>
                  <a:lnTo>
                    <a:pt x="289" y="79"/>
                  </a:lnTo>
                  <a:lnTo>
                    <a:pt x="290" y="79"/>
                  </a:lnTo>
                  <a:lnTo>
                    <a:pt x="291" y="80"/>
                  </a:lnTo>
                  <a:lnTo>
                    <a:pt x="292" y="81"/>
                  </a:lnTo>
                  <a:lnTo>
                    <a:pt x="291" y="80"/>
                  </a:lnTo>
                  <a:lnTo>
                    <a:pt x="291" y="77"/>
                  </a:lnTo>
                  <a:lnTo>
                    <a:pt x="291" y="75"/>
                  </a:lnTo>
                  <a:lnTo>
                    <a:pt x="291" y="71"/>
                  </a:lnTo>
                  <a:lnTo>
                    <a:pt x="291" y="70"/>
                  </a:lnTo>
                  <a:lnTo>
                    <a:pt x="291" y="66"/>
                  </a:lnTo>
                  <a:lnTo>
                    <a:pt x="294" y="63"/>
                  </a:lnTo>
                  <a:lnTo>
                    <a:pt x="294" y="63"/>
                  </a:lnTo>
                  <a:lnTo>
                    <a:pt x="295" y="62"/>
                  </a:lnTo>
                  <a:lnTo>
                    <a:pt x="298" y="60"/>
                  </a:lnTo>
                  <a:lnTo>
                    <a:pt x="300" y="62"/>
                  </a:lnTo>
                  <a:lnTo>
                    <a:pt x="302" y="60"/>
                  </a:lnTo>
                  <a:lnTo>
                    <a:pt x="303" y="58"/>
                  </a:lnTo>
                  <a:lnTo>
                    <a:pt x="304" y="56"/>
                  </a:lnTo>
                  <a:lnTo>
                    <a:pt x="304" y="54"/>
                  </a:lnTo>
                  <a:lnTo>
                    <a:pt x="307" y="54"/>
                  </a:lnTo>
                  <a:lnTo>
                    <a:pt x="311" y="55"/>
                  </a:lnTo>
                  <a:lnTo>
                    <a:pt x="312" y="56"/>
                  </a:lnTo>
                  <a:lnTo>
                    <a:pt x="315" y="58"/>
                  </a:lnTo>
                  <a:lnTo>
                    <a:pt x="316" y="56"/>
                  </a:lnTo>
                  <a:lnTo>
                    <a:pt x="319" y="58"/>
                  </a:lnTo>
                  <a:lnTo>
                    <a:pt x="321" y="58"/>
                  </a:lnTo>
                  <a:lnTo>
                    <a:pt x="324" y="58"/>
                  </a:lnTo>
                  <a:lnTo>
                    <a:pt x="325" y="58"/>
                  </a:lnTo>
                  <a:lnTo>
                    <a:pt x="328" y="60"/>
                  </a:lnTo>
                  <a:lnTo>
                    <a:pt x="329" y="60"/>
                  </a:lnTo>
                  <a:lnTo>
                    <a:pt x="329" y="59"/>
                  </a:lnTo>
                  <a:lnTo>
                    <a:pt x="335" y="59"/>
                  </a:lnTo>
                  <a:lnTo>
                    <a:pt x="340" y="60"/>
                  </a:lnTo>
                  <a:lnTo>
                    <a:pt x="343" y="59"/>
                  </a:lnTo>
                  <a:lnTo>
                    <a:pt x="344" y="58"/>
                  </a:lnTo>
                  <a:lnTo>
                    <a:pt x="346" y="58"/>
                  </a:lnTo>
                  <a:lnTo>
                    <a:pt x="348" y="55"/>
                  </a:lnTo>
                  <a:lnTo>
                    <a:pt x="349" y="55"/>
                  </a:lnTo>
                  <a:lnTo>
                    <a:pt x="350" y="54"/>
                  </a:lnTo>
                  <a:lnTo>
                    <a:pt x="350" y="51"/>
                  </a:lnTo>
                  <a:lnTo>
                    <a:pt x="353" y="50"/>
                  </a:lnTo>
                  <a:close/>
                  <a:moveTo>
                    <a:pt x="78" y="45"/>
                  </a:moveTo>
                  <a:lnTo>
                    <a:pt x="80" y="47"/>
                  </a:lnTo>
                  <a:lnTo>
                    <a:pt x="78" y="49"/>
                  </a:lnTo>
                  <a:lnTo>
                    <a:pt x="75" y="50"/>
                  </a:lnTo>
                  <a:lnTo>
                    <a:pt x="74" y="46"/>
                  </a:lnTo>
                  <a:lnTo>
                    <a:pt x="77" y="46"/>
                  </a:lnTo>
                  <a:lnTo>
                    <a:pt x="78" y="45"/>
                  </a:lnTo>
                  <a:close/>
                  <a:moveTo>
                    <a:pt x="25" y="43"/>
                  </a:moveTo>
                  <a:lnTo>
                    <a:pt x="25" y="45"/>
                  </a:lnTo>
                  <a:lnTo>
                    <a:pt x="23" y="45"/>
                  </a:lnTo>
                  <a:lnTo>
                    <a:pt x="25" y="43"/>
                  </a:lnTo>
                  <a:close/>
                  <a:moveTo>
                    <a:pt x="390" y="43"/>
                  </a:moveTo>
                  <a:lnTo>
                    <a:pt x="390" y="45"/>
                  </a:lnTo>
                  <a:lnTo>
                    <a:pt x="389" y="47"/>
                  </a:lnTo>
                  <a:lnTo>
                    <a:pt x="389" y="49"/>
                  </a:lnTo>
                  <a:lnTo>
                    <a:pt x="391" y="49"/>
                  </a:lnTo>
                  <a:lnTo>
                    <a:pt x="391" y="52"/>
                  </a:lnTo>
                  <a:lnTo>
                    <a:pt x="390" y="55"/>
                  </a:lnTo>
                  <a:lnTo>
                    <a:pt x="389" y="55"/>
                  </a:lnTo>
                  <a:lnTo>
                    <a:pt x="386" y="58"/>
                  </a:lnTo>
                  <a:lnTo>
                    <a:pt x="387" y="59"/>
                  </a:lnTo>
                  <a:lnTo>
                    <a:pt x="389" y="59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3" y="55"/>
                  </a:lnTo>
                  <a:lnTo>
                    <a:pt x="391" y="55"/>
                  </a:lnTo>
                  <a:lnTo>
                    <a:pt x="391" y="52"/>
                  </a:lnTo>
                  <a:lnTo>
                    <a:pt x="395" y="51"/>
                  </a:lnTo>
                  <a:lnTo>
                    <a:pt x="399" y="50"/>
                  </a:lnTo>
                  <a:lnTo>
                    <a:pt x="400" y="51"/>
                  </a:lnTo>
                  <a:lnTo>
                    <a:pt x="400" y="52"/>
                  </a:lnTo>
                  <a:lnTo>
                    <a:pt x="399" y="58"/>
                  </a:lnTo>
                  <a:lnTo>
                    <a:pt x="395" y="59"/>
                  </a:lnTo>
                  <a:lnTo>
                    <a:pt x="393" y="60"/>
                  </a:lnTo>
                  <a:lnTo>
                    <a:pt x="394" y="62"/>
                  </a:lnTo>
                  <a:lnTo>
                    <a:pt x="395" y="62"/>
                  </a:lnTo>
                  <a:lnTo>
                    <a:pt x="399" y="64"/>
                  </a:lnTo>
                  <a:lnTo>
                    <a:pt x="399" y="66"/>
                  </a:lnTo>
                  <a:lnTo>
                    <a:pt x="400" y="67"/>
                  </a:lnTo>
                  <a:lnTo>
                    <a:pt x="398" y="67"/>
                  </a:lnTo>
                  <a:lnTo>
                    <a:pt x="397" y="66"/>
                  </a:lnTo>
                  <a:lnTo>
                    <a:pt x="393" y="66"/>
                  </a:lnTo>
                  <a:lnTo>
                    <a:pt x="390" y="66"/>
                  </a:lnTo>
                  <a:lnTo>
                    <a:pt x="389" y="66"/>
                  </a:lnTo>
                  <a:lnTo>
                    <a:pt x="389" y="70"/>
                  </a:lnTo>
                  <a:lnTo>
                    <a:pt x="390" y="74"/>
                  </a:lnTo>
                  <a:lnTo>
                    <a:pt x="391" y="77"/>
                  </a:lnTo>
                  <a:lnTo>
                    <a:pt x="395" y="80"/>
                  </a:lnTo>
                  <a:lnTo>
                    <a:pt x="395" y="81"/>
                  </a:lnTo>
                  <a:lnTo>
                    <a:pt x="394" y="81"/>
                  </a:lnTo>
                  <a:lnTo>
                    <a:pt x="394" y="83"/>
                  </a:lnTo>
                  <a:lnTo>
                    <a:pt x="394" y="81"/>
                  </a:lnTo>
                  <a:lnTo>
                    <a:pt x="391" y="80"/>
                  </a:lnTo>
                  <a:lnTo>
                    <a:pt x="390" y="76"/>
                  </a:lnTo>
                  <a:lnTo>
                    <a:pt x="387" y="75"/>
                  </a:lnTo>
                  <a:lnTo>
                    <a:pt x="386" y="72"/>
                  </a:lnTo>
                  <a:lnTo>
                    <a:pt x="387" y="70"/>
                  </a:lnTo>
                  <a:lnTo>
                    <a:pt x="386" y="68"/>
                  </a:lnTo>
                  <a:lnTo>
                    <a:pt x="386" y="67"/>
                  </a:lnTo>
                  <a:lnTo>
                    <a:pt x="385" y="64"/>
                  </a:lnTo>
                  <a:lnTo>
                    <a:pt x="385" y="63"/>
                  </a:lnTo>
                  <a:lnTo>
                    <a:pt x="386" y="62"/>
                  </a:lnTo>
                  <a:lnTo>
                    <a:pt x="385" y="59"/>
                  </a:lnTo>
                  <a:lnTo>
                    <a:pt x="383" y="56"/>
                  </a:lnTo>
                  <a:lnTo>
                    <a:pt x="383" y="54"/>
                  </a:lnTo>
                  <a:lnTo>
                    <a:pt x="385" y="52"/>
                  </a:lnTo>
                  <a:lnTo>
                    <a:pt x="385" y="50"/>
                  </a:lnTo>
                  <a:lnTo>
                    <a:pt x="386" y="47"/>
                  </a:lnTo>
                  <a:lnTo>
                    <a:pt x="390" y="43"/>
                  </a:lnTo>
                  <a:lnTo>
                    <a:pt x="390" y="43"/>
                  </a:lnTo>
                  <a:close/>
                  <a:moveTo>
                    <a:pt x="397" y="41"/>
                  </a:moveTo>
                  <a:lnTo>
                    <a:pt x="398" y="42"/>
                  </a:lnTo>
                  <a:lnTo>
                    <a:pt x="398" y="43"/>
                  </a:lnTo>
                  <a:lnTo>
                    <a:pt x="397" y="45"/>
                  </a:lnTo>
                  <a:lnTo>
                    <a:pt x="395" y="45"/>
                  </a:lnTo>
                  <a:lnTo>
                    <a:pt x="394" y="46"/>
                  </a:lnTo>
                  <a:lnTo>
                    <a:pt x="393" y="42"/>
                  </a:lnTo>
                  <a:lnTo>
                    <a:pt x="395" y="42"/>
                  </a:lnTo>
                  <a:lnTo>
                    <a:pt x="397" y="41"/>
                  </a:lnTo>
                  <a:close/>
                  <a:moveTo>
                    <a:pt x="7" y="34"/>
                  </a:moveTo>
                  <a:lnTo>
                    <a:pt x="8" y="35"/>
                  </a:lnTo>
                  <a:lnTo>
                    <a:pt x="11" y="37"/>
                  </a:lnTo>
                  <a:lnTo>
                    <a:pt x="8" y="38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7" y="34"/>
                  </a:lnTo>
                  <a:close/>
                  <a:moveTo>
                    <a:pt x="132" y="33"/>
                  </a:moveTo>
                  <a:lnTo>
                    <a:pt x="133" y="34"/>
                  </a:lnTo>
                  <a:lnTo>
                    <a:pt x="132" y="35"/>
                  </a:lnTo>
                  <a:lnTo>
                    <a:pt x="132" y="33"/>
                  </a:lnTo>
                  <a:close/>
                  <a:moveTo>
                    <a:pt x="127" y="31"/>
                  </a:moveTo>
                  <a:lnTo>
                    <a:pt x="128" y="31"/>
                  </a:lnTo>
                  <a:lnTo>
                    <a:pt x="125" y="34"/>
                  </a:lnTo>
                  <a:lnTo>
                    <a:pt x="124" y="33"/>
                  </a:lnTo>
                  <a:lnTo>
                    <a:pt x="125" y="31"/>
                  </a:lnTo>
                  <a:lnTo>
                    <a:pt x="127" y="31"/>
                  </a:lnTo>
                  <a:close/>
                  <a:moveTo>
                    <a:pt x="132" y="29"/>
                  </a:moveTo>
                  <a:lnTo>
                    <a:pt x="133" y="30"/>
                  </a:lnTo>
                  <a:lnTo>
                    <a:pt x="132" y="30"/>
                  </a:lnTo>
                  <a:lnTo>
                    <a:pt x="132" y="29"/>
                  </a:lnTo>
                  <a:close/>
                  <a:moveTo>
                    <a:pt x="265" y="27"/>
                  </a:moveTo>
                  <a:lnTo>
                    <a:pt x="266" y="27"/>
                  </a:lnTo>
                  <a:lnTo>
                    <a:pt x="266" y="30"/>
                  </a:lnTo>
                  <a:lnTo>
                    <a:pt x="265" y="29"/>
                  </a:lnTo>
                  <a:lnTo>
                    <a:pt x="265" y="27"/>
                  </a:lnTo>
                  <a:close/>
                  <a:moveTo>
                    <a:pt x="132" y="26"/>
                  </a:moveTo>
                  <a:lnTo>
                    <a:pt x="133" y="26"/>
                  </a:lnTo>
                  <a:lnTo>
                    <a:pt x="132" y="27"/>
                  </a:lnTo>
                  <a:lnTo>
                    <a:pt x="132" y="26"/>
                  </a:lnTo>
                  <a:close/>
                  <a:moveTo>
                    <a:pt x="267" y="25"/>
                  </a:moveTo>
                  <a:lnTo>
                    <a:pt x="266" y="25"/>
                  </a:lnTo>
                  <a:lnTo>
                    <a:pt x="265" y="25"/>
                  </a:lnTo>
                  <a:lnTo>
                    <a:pt x="267" y="25"/>
                  </a:lnTo>
                  <a:close/>
                  <a:moveTo>
                    <a:pt x="360" y="24"/>
                  </a:moveTo>
                  <a:lnTo>
                    <a:pt x="362" y="26"/>
                  </a:lnTo>
                  <a:lnTo>
                    <a:pt x="362" y="29"/>
                  </a:lnTo>
                  <a:lnTo>
                    <a:pt x="361" y="30"/>
                  </a:lnTo>
                  <a:lnTo>
                    <a:pt x="360" y="27"/>
                  </a:lnTo>
                  <a:lnTo>
                    <a:pt x="358" y="25"/>
                  </a:lnTo>
                  <a:lnTo>
                    <a:pt x="360" y="24"/>
                  </a:lnTo>
                  <a:close/>
                  <a:moveTo>
                    <a:pt x="374" y="21"/>
                  </a:moveTo>
                  <a:lnTo>
                    <a:pt x="375" y="21"/>
                  </a:lnTo>
                  <a:lnTo>
                    <a:pt x="375" y="24"/>
                  </a:lnTo>
                  <a:lnTo>
                    <a:pt x="375" y="24"/>
                  </a:lnTo>
                  <a:lnTo>
                    <a:pt x="374" y="21"/>
                  </a:lnTo>
                  <a:close/>
                  <a:moveTo>
                    <a:pt x="266" y="20"/>
                  </a:moveTo>
                  <a:lnTo>
                    <a:pt x="266" y="21"/>
                  </a:lnTo>
                  <a:lnTo>
                    <a:pt x="266" y="20"/>
                  </a:lnTo>
                  <a:lnTo>
                    <a:pt x="266" y="20"/>
                  </a:lnTo>
                  <a:close/>
                  <a:moveTo>
                    <a:pt x="266" y="18"/>
                  </a:moveTo>
                  <a:lnTo>
                    <a:pt x="269" y="18"/>
                  </a:lnTo>
                  <a:lnTo>
                    <a:pt x="269" y="20"/>
                  </a:lnTo>
                  <a:lnTo>
                    <a:pt x="266" y="20"/>
                  </a:lnTo>
                  <a:lnTo>
                    <a:pt x="266" y="18"/>
                  </a:lnTo>
                  <a:lnTo>
                    <a:pt x="266" y="18"/>
                  </a:lnTo>
                  <a:close/>
                  <a:moveTo>
                    <a:pt x="154" y="16"/>
                  </a:moveTo>
                  <a:lnTo>
                    <a:pt x="158" y="20"/>
                  </a:lnTo>
                  <a:lnTo>
                    <a:pt x="157" y="22"/>
                  </a:lnTo>
                  <a:lnTo>
                    <a:pt x="154" y="22"/>
                  </a:lnTo>
                  <a:lnTo>
                    <a:pt x="156" y="21"/>
                  </a:lnTo>
                  <a:lnTo>
                    <a:pt x="154" y="21"/>
                  </a:lnTo>
                  <a:lnTo>
                    <a:pt x="152" y="18"/>
                  </a:lnTo>
                  <a:lnTo>
                    <a:pt x="153" y="17"/>
                  </a:lnTo>
                  <a:lnTo>
                    <a:pt x="154" y="16"/>
                  </a:lnTo>
                  <a:close/>
                  <a:moveTo>
                    <a:pt x="246" y="14"/>
                  </a:moveTo>
                  <a:lnTo>
                    <a:pt x="249" y="16"/>
                  </a:lnTo>
                  <a:lnTo>
                    <a:pt x="253" y="14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2" y="16"/>
                  </a:lnTo>
                  <a:lnTo>
                    <a:pt x="265" y="17"/>
                  </a:lnTo>
                  <a:lnTo>
                    <a:pt x="265" y="17"/>
                  </a:lnTo>
                  <a:lnTo>
                    <a:pt x="264" y="17"/>
                  </a:lnTo>
                  <a:lnTo>
                    <a:pt x="264" y="18"/>
                  </a:lnTo>
                  <a:lnTo>
                    <a:pt x="264" y="20"/>
                  </a:lnTo>
                  <a:lnTo>
                    <a:pt x="265" y="21"/>
                  </a:lnTo>
                  <a:lnTo>
                    <a:pt x="267" y="24"/>
                  </a:lnTo>
                  <a:lnTo>
                    <a:pt x="265" y="25"/>
                  </a:lnTo>
                  <a:lnTo>
                    <a:pt x="262" y="24"/>
                  </a:lnTo>
                  <a:lnTo>
                    <a:pt x="261" y="25"/>
                  </a:lnTo>
                  <a:lnTo>
                    <a:pt x="264" y="26"/>
                  </a:lnTo>
                  <a:lnTo>
                    <a:pt x="265" y="27"/>
                  </a:lnTo>
                  <a:lnTo>
                    <a:pt x="265" y="29"/>
                  </a:lnTo>
                  <a:lnTo>
                    <a:pt x="264" y="29"/>
                  </a:lnTo>
                  <a:lnTo>
                    <a:pt x="262" y="30"/>
                  </a:lnTo>
                  <a:lnTo>
                    <a:pt x="265" y="33"/>
                  </a:lnTo>
                  <a:lnTo>
                    <a:pt x="265" y="35"/>
                  </a:lnTo>
                  <a:lnTo>
                    <a:pt x="269" y="39"/>
                  </a:lnTo>
                  <a:lnTo>
                    <a:pt x="271" y="41"/>
                  </a:lnTo>
                  <a:lnTo>
                    <a:pt x="270" y="43"/>
                  </a:lnTo>
                  <a:lnTo>
                    <a:pt x="267" y="43"/>
                  </a:lnTo>
                  <a:lnTo>
                    <a:pt x="266" y="45"/>
                  </a:lnTo>
                  <a:lnTo>
                    <a:pt x="267" y="46"/>
                  </a:lnTo>
                  <a:lnTo>
                    <a:pt x="267" y="47"/>
                  </a:lnTo>
                  <a:lnTo>
                    <a:pt x="270" y="49"/>
                  </a:lnTo>
                  <a:lnTo>
                    <a:pt x="275" y="54"/>
                  </a:lnTo>
                  <a:lnTo>
                    <a:pt x="277" y="54"/>
                  </a:lnTo>
                  <a:lnTo>
                    <a:pt x="278" y="55"/>
                  </a:lnTo>
                  <a:lnTo>
                    <a:pt x="279" y="58"/>
                  </a:lnTo>
                  <a:lnTo>
                    <a:pt x="281" y="58"/>
                  </a:lnTo>
                  <a:lnTo>
                    <a:pt x="281" y="59"/>
                  </a:lnTo>
                  <a:lnTo>
                    <a:pt x="279" y="60"/>
                  </a:lnTo>
                  <a:lnTo>
                    <a:pt x="278" y="59"/>
                  </a:lnTo>
                  <a:lnTo>
                    <a:pt x="275" y="60"/>
                  </a:lnTo>
                  <a:lnTo>
                    <a:pt x="273" y="60"/>
                  </a:lnTo>
                  <a:lnTo>
                    <a:pt x="269" y="56"/>
                  </a:lnTo>
                  <a:lnTo>
                    <a:pt x="270" y="60"/>
                  </a:lnTo>
                  <a:lnTo>
                    <a:pt x="269" y="62"/>
                  </a:lnTo>
                  <a:lnTo>
                    <a:pt x="267" y="60"/>
                  </a:lnTo>
                  <a:lnTo>
                    <a:pt x="266" y="62"/>
                  </a:lnTo>
                  <a:lnTo>
                    <a:pt x="266" y="64"/>
                  </a:lnTo>
                  <a:lnTo>
                    <a:pt x="265" y="66"/>
                  </a:lnTo>
                  <a:lnTo>
                    <a:pt x="264" y="70"/>
                  </a:lnTo>
                  <a:lnTo>
                    <a:pt x="264" y="71"/>
                  </a:lnTo>
                  <a:lnTo>
                    <a:pt x="262" y="75"/>
                  </a:lnTo>
                  <a:lnTo>
                    <a:pt x="260" y="77"/>
                  </a:lnTo>
                  <a:lnTo>
                    <a:pt x="260" y="81"/>
                  </a:lnTo>
                  <a:lnTo>
                    <a:pt x="258" y="83"/>
                  </a:lnTo>
                  <a:lnTo>
                    <a:pt x="257" y="85"/>
                  </a:lnTo>
                  <a:lnTo>
                    <a:pt x="256" y="83"/>
                  </a:lnTo>
                  <a:lnTo>
                    <a:pt x="254" y="83"/>
                  </a:lnTo>
                  <a:lnTo>
                    <a:pt x="256" y="84"/>
                  </a:lnTo>
                  <a:lnTo>
                    <a:pt x="256" y="87"/>
                  </a:lnTo>
                  <a:lnTo>
                    <a:pt x="253" y="89"/>
                  </a:lnTo>
                  <a:lnTo>
                    <a:pt x="253" y="91"/>
                  </a:lnTo>
                  <a:lnTo>
                    <a:pt x="250" y="92"/>
                  </a:lnTo>
                  <a:lnTo>
                    <a:pt x="249" y="92"/>
                  </a:lnTo>
                  <a:lnTo>
                    <a:pt x="249" y="92"/>
                  </a:lnTo>
                  <a:lnTo>
                    <a:pt x="248" y="95"/>
                  </a:lnTo>
                  <a:lnTo>
                    <a:pt x="252" y="93"/>
                  </a:lnTo>
                  <a:lnTo>
                    <a:pt x="252" y="95"/>
                  </a:lnTo>
                  <a:lnTo>
                    <a:pt x="252" y="96"/>
                  </a:lnTo>
                  <a:lnTo>
                    <a:pt x="250" y="97"/>
                  </a:lnTo>
                  <a:lnTo>
                    <a:pt x="250" y="97"/>
                  </a:lnTo>
                  <a:lnTo>
                    <a:pt x="252" y="97"/>
                  </a:lnTo>
                  <a:lnTo>
                    <a:pt x="253" y="100"/>
                  </a:lnTo>
                  <a:lnTo>
                    <a:pt x="252" y="101"/>
                  </a:lnTo>
                  <a:lnTo>
                    <a:pt x="250" y="101"/>
                  </a:lnTo>
                  <a:lnTo>
                    <a:pt x="249" y="100"/>
                  </a:lnTo>
                  <a:lnTo>
                    <a:pt x="249" y="101"/>
                  </a:lnTo>
                  <a:lnTo>
                    <a:pt x="250" y="102"/>
                  </a:lnTo>
                  <a:lnTo>
                    <a:pt x="252" y="102"/>
                  </a:lnTo>
                  <a:lnTo>
                    <a:pt x="249" y="106"/>
                  </a:lnTo>
                  <a:lnTo>
                    <a:pt x="248" y="106"/>
                  </a:lnTo>
                  <a:lnTo>
                    <a:pt x="248" y="105"/>
                  </a:lnTo>
                  <a:lnTo>
                    <a:pt x="246" y="109"/>
                  </a:lnTo>
                  <a:lnTo>
                    <a:pt x="246" y="110"/>
                  </a:lnTo>
                  <a:lnTo>
                    <a:pt x="244" y="114"/>
                  </a:lnTo>
                  <a:lnTo>
                    <a:pt x="240" y="117"/>
                  </a:lnTo>
                  <a:lnTo>
                    <a:pt x="237" y="118"/>
                  </a:lnTo>
                  <a:lnTo>
                    <a:pt x="232" y="121"/>
                  </a:lnTo>
                  <a:lnTo>
                    <a:pt x="229" y="121"/>
                  </a:lnTo>
                  <a:lnTo>
                    <a:pt x="229" y="117"/>
                  </a:lnTo>
                  <a:lnTo>
                    <a:pt x="229" y="116"/>
                  </a:lnTo>
                  <a:lnTo>
                    <a:pt x="228" y="114"/>
                  </a:lnTo>
                  <a:lnTo>
                    <a:pt x="228" y="113"/>
                  </a:lnTo>
                  <a:lnTo>
                    <a:pt x="227" y="113"/>
                  </a:lnTo>
                  <a:lnTo>
                    <a:pt x="225" y="112"/>
                  </a:lnTo>
                  <a:lnTo>
                    <a:pt x="224" y="113"/>
                  </a:lnTo>
                  <a:lnTo>
                    <a:pt x="223" y="112"/>
                  </a:lnTo>
                  <a:lnTo>
                    <a:pt x="221" y="110"/>
                  </a:lnTo>
                  <a:lnTo>
                    <a:pt x="220" y="112"/>
                  </a:lnTo>
                  <a:lnTo>
                    <a:pt x="221" y="113"/>
                  </a:lnTo>
                  <a:lnTo>
                    <a:pt x="219" y="113"/>
                  </a:lnTo>
                  <a:lnTo>
                    <a:pt x="219" y="112"/>
                  </a:lnTo>
                  <a:lnTo>
                    <a:pt x="219" y="110"/>
                  </a:lnTo>
                  <a:lnTo>
                    <a:pt x="217" y="109"/>
                  </a:lnTo>
                  <a:lnTo>
                    <a:pt x="216" y="109"/>
                  </a:lnTo>
                  <a:lnTo>
                    <a:pt x="213" y="108"/>
                  </a:lnTo>
                  <a:lnTo>
                    <a:pt x="212" y="109"/>
                  </a:lnTo>
                  <a:lnTo>
                    <a:pt x="211" y="110"/>
                  </a:lnTo>
                  <a:lnTo>
                    <a:pt x="208" y="110"/>
                  </a:lnTo>
                  <a:lnTo>
                    <a:pt x="207" y="112"/>
                  </a:lnTo>
                  <a:lnTo>
                    <a:pt x="206" y="112"/>
                  </a:lnTo>
                  <a:lnTo>
                    <a:pt x="204" y="112"/>
                  </a:lnTo>
                  <a:lnTo>
                    <a:pt x="203" y="112"/>
                  </a:lnTo>
                  <a:lnTo>
                    <a:pt x="200" y="114"/>
                  </a:lnTo>
                  <a:lnTo>
                    <a:pt x="198" y="114"/>
                  </a:lnTo>
                  <a:lnTo>
                    <a:pt x="199" y="113"/>
                  </a:lnTo>
                  <a:lnTo>
                    <a:pt x="198" y="109"/>
                  </a:lnTo>
                  <a:lnTo>
                    <a:pt x="198" y="106"/>
                  </a:lnTo>
                  <a:lnTo>
                    <a:pt x="198" y="104"/>
                  </a:lnTo>
                  <a:lnTo>
                    <a:pt x="196" y="102"/>
                  </a:lnTo>
                  <a:lnTo>
                    <a:pt x="198" y="104"/>
                  </a:lnTo>
                  <a:lnTo>
                    <a:pt x="196" y="106"/>
                  </a:lnTo>
                  <a:lnTo>
                    <a:pt x="195" y="106"/>
                  </a:lnTo>
                  <a:lnTo>
                    <a:pt x="194" y="106"/>
                  </a:lnTo>
                  <a:lnTo>
                    <a:pt x="191" y="108"/>
                  </a:lnTo>
                  <a:lnTo>
                    <a:pt x="188" y="108"/>
                  </a:lnTo>
                  <a:lnTo>
                    <a:pt x="186" y="106"/>
                  </a:lnTo>
                  <a:lnTo>
                    <a:pt x="185" y="106"/>
                  </a:lnTo>
                  <a:lnTo>
                    <a:pt x="183" y="105"/>
                  </a:lnTo>
                  <a:lnTo>
                    <a:pt x="182" y="106"/>
                  </a:lnTo>
                  <a:lnTo>
                    <a:pt x="181" y="106"/>
                  </a:lnTo>
                  <a:lnTo>
                    <a:pt x="179" y="104"/>
                  </a:lnTo>
                  <a:lnTo>
                    <a:pt x="179" y="101"/>
                  </a:lnTo>
                  <a:lnTo>
                    <a:pt x="178" y="96"/>
                  </a:lnTo>
                  <a:lnTo>
                    <a:pt x="175" y="95"/>
                  </a:lnTo>
                  <a:lnTo>
                    <a:pt x="175" y="93"/>
                  </a:lnTo>
                  <a:lnTo>
                    <a:pt x="177" y="91"/>
                  </a:lnTo>
                  <a:lnTo>
                    <a:pt x="178" y="89"/>
                  </a:lnTo>
                  <a:lnTo>
                    <a:pt x="178" y="87"/>
                  </a:lnTo>
                  <a:lnTo>
                    <a:pt x="177" y="84"/>
                  </a:lnTo>
                  <a:lnTo>
                    <a:pt x="174" y="81"/>
                  </a:lnTo>
                  <a:lnTo>
                    <a:pt x="170" y="80"/>
                  </a:lnTo>
                  <a:lnTo>
                    <a:pt x="167" y="79"/>
                  </a:lnTo>
                  <a:lnTo>
                    <a:pt x="167" y="77"/>
                  </a:lnTo>
                  <a:lnTo>
                    <a:pt x="170" y="77"/>
                  </a:lnTo>
                  <a:lnTo>
                    <a:pt x="171" y="76"/>
                  </a:lnTo>
                  <a:lnTo>
                    <a:pt x="175" y="75"/>
                  </a:lnTo>
                  <a:lnTo>
                    <a:pt x="178" y="74"/>
                  </a:lnTo>
                  <a:lnTo>
                    <a:pt x="181" y="74"/>
                  </a:lnTo>
                  <a:lnTo>
                    <a:pt x="179" y="72"/>
                  </a:lnTo>
                  <a:lnTo>
                    <a:pt x="175" y="75"/>
                  </a:lnTo>
                  <a:lnTo>
                    <a:pt x="171" y="75"/>
                  </a:lnTo>
                  <a:lnTo>
                    <a:pt x="170" y="75"/>
                  </a:lnTo>
                  <a:lnTo>
                    <a:pt x="167" y="75"/>
                  </a:lnTo>
                  <a:lnTo>
                    <a:pt x="166" y="72"/>
                  </a:lnTo>
                  <a:lnTo>
                    <a:pt x="167" y="71"/>
                  </a:lnTo>
                  <a:lnTo>
                    <a:pt x="169" y="72"/>
                  </a:lnTo>
                  <a:lnTo>
                    <a:pt x="167" y="70"/>
                  </a:lnTo>
                  <a:lnTo>
                    <a:pt x="163" y="66"/>
                  </a:lnTo>
                  <a:lnTo>
                    <a:pt x="163" y="62"/>
                  </a:lnTo>
                  <a:lnTo>
                    <a:pt x="165" y="60"/>
                  </a:lnTo>
                  <a:lnTo>
                    <a:pt x="166" y="59"/>
                  </a:lnTo>
                  <a:lnTo>
                    <a:pt x="165" y="58"/>
                  </a:lnTo>
                  <a:lnTo>
                    <a:pt x="165" y="55"/>
                  </a:lnTo>
                  <a:lnTo>
                    <a:pt x="167" y="52"/>
                  </a:lnTo>
                  <a:lnTo>
                    <a:pt x="170" y="49"/>
                  </a:lnTo>
                  <a:lnTo>
                    <a:pt x="171" y="47"/>
                  </a:lnTo>
                  <a:lnTo>
                    <a:pt x="173" y="46"/>
                  </a:lnTo>
                  <a:lnTo>
                    <a:pt x="175" y="50"/>
                  </a:lnTo>
                  <a:lnTo>
                    <a:pt x="179" y="54"/>
                  </a:lnTo>
                  <a:lnTo>
                    <a:pt x="179" y="54"/>
                  </a:lnTo>
                  <a:lnTo>
                    <a:pt x="182" y="56"/>
                  </a:lnTo>
                  <a:lnTo>
                    <a:pt x="183" y="59"/>
                  </a:lnTo>
                  <a:lnTo>
                    <a:pt x="185" y="59"/>
                  </a:lnTo>
                  <a:lnTo>
                    <a:pt x="188" y="58"/>
                  </a:lnTo>
                  <a:lnTo>
                    <a:pt x="188" y="56"/>
                  </a:lnTo>
                  <a:lnTo>
                    <a:pt x="191" y="56"/>
                  </a:lnTo>
                  <a:lnTo>
                    <a:pt x="194" y="56"/>
                  </a:lnTo>
                  <a:lnTo>
                    <a:pt x="199" y="56"/>
                  </a:lnTo>
                  <a:lnTo>
                    <a:pt x="206" y="54"/>
                  </a:lnTo>
                  <a:lnTo>
                    <a:pt x="208" y="52"/>
                  </a:lnTo>
                  <a:lnTo>
                    <a:pt x="213" y="52"/>
                  </a:lnTo>
                  <a:lnTo>
                    <a:pt x="216" y="54"/>
                  </a:lnTo>
                  <a:lnTo>
                    <a:pt x="217" y="55"/>
                  </a:lnTo>
                  <a:lnTo>
                    <a:pt x="220" y="55"/>
                  </a:lnTo>
                  <a:lnTo>
                    <a:pt x="225" y="52"/>
                  </a:lnTo>
                  <a:lnTo>
                    <a:pt x="231" y="51"/>
                  </a:lnTo>
                  <a:lnTo>
                    <a:pt x="231" y="50"/>
                  </a:lnTo>
                  <a:lnTo>
                    <a:pt x="236" y="42"/>
                  </a:lnTo>
                  <a:lnTo>
                    <a:pt x="237" y="37"/>
                  </a:lnTo>
                  <a:lnTo>
                    <a:pt x="241" y="31"/>
                  </a:lnTo>
                  <a:lnTo>
                    <a:pt x="244" y="22"/>
                  </a:lnTo>
                  <a:lnTo>
                    <a:pt x="244" y="21"/>
                  </a:lnTo>
                  <a:lnTo>
                    <a:pt x="245" y="20"/>
                  </a:lnTo>
                  <a:lnTo>
                    <a:pt x="244" y="17"/>
                  </a:lnTo>
                  <a:lnTo>
                    <a:pt x="246" y="14"/>
                  </a:lnTo>
                  <a:close/>
                  <a:moveTo>
                    <a:pt x="375" y="14"/>
                  </a:moveTo>
                  <a:lnTo>
                    <a:pt x="377" y="14"/>
                  </a:lnTo>
                  <a:lnTo>
                    <a:pt x="377" y="17"/>
                  </a:lnTo>
                  <a:lnTo>
                    <a:pt x="375" y="20"/>
                  </a:lnTo>
                  <a:lnTo>
                    <a:pt x="375" y="20"/>
                  </a:lnTo>
                  <a:lnTo>
                    <a:pt x="374" y="17"/>
                  </a:lnTo>
                  <a:lnTo>
                    <a:pt x="374" y="14"/>
                  </a:lnTo>
                  <a:lnTo>
                    <a:pt x="375" y="14"/>
                  </a:lnTo>
                  <a:close/>
                  <a:moveTo>
                    <a:pt x="286" y="9"/>
                  </a:moveTo>
                  <a:lnTo>
                    <a:pt x="287" y="10"/>
                  </a:lnTo>
                  <a:lnTo>
                    <a:pt x="287" y="12"/>
                  </a:lnTo>
                  <a:lnTo>
                    <a:pt x="286" y="10"/>
                  </a:lnTo>
                  <a:lnTo>
                    <a:pt x="286" y="9"/>
                  </a:lnTo>
                  <a:close/>
                  <a:moveTo>
                    <a:pt x="296" y="2"/>
                  </a:moveTo>
                  <a:lnTo>
                    <a:pt x="296" y="4"/>
                  </a:lnTo>
                  <a:lnTo>
                    <a:pt x="294" y="6"/>
                  </a:lnTo>
                  <a:lnTo>
                    <a:pt x="291" y="6"/>
                  </a:lnTo>
                  <a:lnTo>
                    <a:pt x="290" y="6"/>
                  </a:lnTo>
                  <a:lnTo>
                    <a:pt x="294" y="2"/>
                  </a:lnTo>
                  <a:lnTo>
                    <a:pt x="296" y="2"/>
                  </a:lnTo>
                  <a:close/>
                  <a:moveTo>
                    <a:pt x="1" y="0"/>
                  </a:moveTo>
                  <a:lnTo>
                    <a:pt x="7" y="0"/>
                  </a:lnTo>
                  <a:lnTo>
                    <a:pt x="12" y="4"/>
                  </a:lnTo>
                  <a:lnTo>
                    <a:pt x="13" y="5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1" y="5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8" y="5"/>
                  </a:lnTo>
                  <a:lnTo>
                    <a:pt x="30" y="9"/>
                  </a:lnTo>
                  <a:lnTo>
                    <a:pt x="32" y="9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6" y="17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52" y="27"/>
                  </a:lnTo>
                  <a:lnTo>
                    <a:pt x="52" y="29"/>
                  </a:lnTo>
                  <a:lnTo>
                    <a:pt x="54" y="29"/>
                  </a:lnTo>
                  <a:lnTo>
                    <a:pt x="57" y="31"/>
                  </a:lnTo>
                  <a:lnTo>
                    <a:pt x="57" y="35"/>
                  </a:lnTo>
                  <a:lnTo>
                    <a:pt x="58" y="37"/>
                  </a:lnTo>
                  <a:lnTo>
                    <a:pt x="59" y="35"/>
                  </a:lnTo>
                  <a:lnTo>
                    <a:pt x="61" y="39"/>
                  </a:lnTo>
                  <a:lnTo>
                    <a:pt x="62" y="39"/>
                  </a:lnTo>
                  <a:lnTo>
                    <a:pt x="62" y="38"/>
                  </a:lnTo>
                  <a:lnTo>
                    <a:pt x="65" y="39"/>
                  </a:lnTo>
                  <a:lnTo>
                    <a:pt x="70" y="41"/>
                  </a:lnTo>
                  <a:lnTo>
                    <a:pt x="73" y="45"/>
                  </a:lnTo>
                  <a:lnTo>
                    <a:pt x="74" y="49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9" y="50"/>
                  </a:lnTo>
                  <a:lnTo>
                    <a:pt x="83" y="55"/>
                  </a:lnTo>
                  <a:lnTo>
                    <a:pt x="84" y="58"/>
                  </a:lnTo>
                  <a:lnTo>
                    <a:pt x="84" y="60"/>
                  </a:lnTo>
                  <a:lnTo>
                    <a:pt x="87" y="62"/>
                  </a:lnTo>
                  <a:lnTo>
                    <a:pt x="91" y="62"/>
                  </a:lnTo>
                  <a:lnTo>
                    <a:pt x="94" y="63"/>
                  </a:lnTo>
                  <a:lnTo>
                    <a:pt x="95" y="64"/>
                  </a:lnTo>
                  <a:lnTo>
                    <a:pt x="94" y="67"/>
                  </a:lnTo>
                  <a:lnTo>
                    <a:pt x="92" y="67"/>
                  </a:lnTo>
                  <a:lnTo>
                    <a:pt x="91" y="68"/>
                  </a:lnTo>
                  <a:lnTo>
                    <a:pt x="90" y="68"/>
                  </a:lnTo>
                  <a:lnTo>
                    <a:pt x="92" y="68"/>
                  </a:lnTo>
                  <a:lnTo>
                    <a:pt x="95" y="67"/>
                  </a:lnTo>
                  <a:lnTo>
                    <a:pt x="98" y="64"/>
                  </a:lnTo>
                  <a:lnTo>
                    <a:pt x="99" y="64"/>
                  </a:lnTo>
                  <a:lnTo>
                    <a:pt x="103" y="70"/>
                  </a:lnTo>
                  <a:lnTo>
                    <a:pt x="104" y="71"/>
                  </a:lnTo>
                  <a:lnTo>
                    <a:pt x="100" y="72"/>
                  </a:lnTo>
                  <a:lnTo>
                    <a:pt x="98" y="74"/>
                  </a:lnTo>
                  <a:lnTo>
                    <a:pt x="96" y="76"/>
                  </a:lnTo>
                  <a:lnTo>
                    <a:pt x="98" y="75"/>
                  </a:lnTo>
                  <a:lnTo>
                    <a:pt x="100" y="75"/>
                  </a:lnTo>
                  <a:lnTo>
                    <a:pt x="102" y="75"/>
                  </a:lnTo>
                  <a:lnTo>
                    <a:pt x="104" y="76"/>
                  </a:lnTo>
                  <a:lnTo>
                    <a:pt x="102" y="77"/>
                  </a:lnTo>
                  <a:lnTo>
                    <a:pt x="99" y="79"/>
                  </a:lnTo>
                  <a:lnTo>
                    <a:pt x="99" y="80"/>
                  </a:lnTo>
                  <a:lnTo>
                    <a:pt x="103" y="83"/>
                  </a:lnTo>
                  <a:lnTo>
                    <a:pt x="107" y="83"/>
                  </a:lnTo>
                  <a:lnTo>
                    <a:pt x="108" y="84"/>
                  </a:lnTo>
                  <a:lnTo>
                    <a:pt x="111" y="83"/>
                  </a:lnTo>
                  <a:lnTo>
                    <a:pt x="112" y="89"/>
                  </a:lnTo>
                  <a:lnTo>
                    <a:pt x="112" y="92"/>
                  </a:lnTo>
                  <a:lnTo>
                    <a:pt x="112" y="95"/>
                  </a:lnTo>
                  <a:lnTo>
                    <a:pt x="113" y="93"/>
                  </a:lnTo>
                  <a:lnTo>
                    <a:pt x="115" y="96"/>
                  </a:lnTo>
                  <a:lnTo>
                    <a:pt x="115" y="99"/>
                  </a:lnTo>
                  <a:lnTo>
                    <a:pt x="117" y="100"/>
                  </a:lnTo>
                  <a:lnTo>
                    <a:pt x="121" y="99"/>
                  </a:lnTo>
                  <a:lnTo>
                    <a:pt x="123" y="100"/>
                  </a:lnTo>
                  <a:lnTo>
                    <a:pt x="124" y="101"/>
                  </a:lnTo>
                  <a:lnTo>
                    <a:pt x="125" y="102"/>
                  </a:lnTo>
                  <a:lnTo>
                    <a:pt x="127" y="105"/>
                  </a:lnTo>
                  <a:lnTo>
                    <a:pt x="128" y="106"/>
                  </a:lnTo>
                  <a:lnTo>
                    <a:pt x="131" y="108"/>
                  </a:lnTo>
                  <a:lnTo>
                    <a:pt x="131" y="110"/>
                  </a:lnTo>
                  <a:lnTo>
                    <a:pt x="129" y="112"/>
                  </a:lnTo>
                  <a:lnTo>
                    <a:pt x="128" y="113"/>
                  </a:lnTo>
                  <a:lnTo>
                    <a:pt x="128" y="116"/>
                  </a:lnTo>
                  <a:lnTo>
                    <a:pt x="128" y="118"/>
                  </a:lnTo>
                  <a:lnTo>
                    <a:pt x="127" y="122"/>
                  </a:lnTo>
                  <a:lnTo>
                    <a:pt x="128" y="127"/>
                  </a:lnTo>
                  <a:lnTo>
                    <a:pt x="127" y="134"/>
                  </a:lnTo>
                  <a:lnTo>
                    <a:pt x="127" y="139"/>
                  </a:lnTo>
                  <a:lnTo>
                    <a:pt x="125" y="141"/>
                  </a:lnTo>
                  <a:lnTo>
                    <a:pt x="124" y="139"/>
                  </a:lnTo>
                  <a:lnTo>
                    <a:pt x="121" y="137"/>
                  </a:lnTo>
                  <a:lnTo>
                    <a:pt x="120" y="137"/>
                  </a:lnTo>
                  <a:lnTo>
                    <a:pt x="119" y="138"/>
                  </a:lnTo>
                  <a:lnTo>
                    <a:pt x="119" y="141"/>
                  </a:lnTo>
                  <a:lnTo>
                    <a:pt x="117" y="142"/>
                  </a:lnTo>
                  <a:lnTo>
                    <a:pt x="113" y="137"/>
                  </a:lnTo>
                  <a:lnTo>
                    <a:pt x="111" y="137"/>
                  </a:lnTo>
                  <a:lnTo>
                    <a:pt x="111" y="138"/>
                  </a:lnTo>
                  <a:lnTo>
                    <a:pt x="112" y="139"/>
                  </a:lnTo>
                  <a:lnTo>
                    <a:pt x="112" y="142"/>
                  </a:lnTo>
                  <a:lnTo>
                    <a:pt x="111" y="143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7" y="137"/>
                  </a:lnTo>
                  <a:lnTo>
                    <a:pt x="100" y="130"/>
                  </a:lnTo>
                  <a:lnTo>
                    <a:pt x="96" y="130"/>
                  </a:lnTo>
                  <a:lnTo>
                    <a:pt x="95" y="127"/>
                  </a:lnTo>
                  <a:lnTo>
                    <a:pt x="90" y="124"/>
                  </a:lnTo>
                  <a:lnTo>
                    <a:pt x="87" y="121"/>
                  </a:lnTo>
                  <a:lnTo>
                    <a:pt x="84" y="118"/>
                  </a:lnTo>
                  <a:lnTo>
                    <a:pt x="84" y="116"/>
                  </a:lnTo>
                  <a:lnTo>
                    <a:pt x="82" y="113"/>
                  </a:lnTo>
                  <a:lnTo>
                    <a:pt x="80" y="112"/>
                  </a:lnTo>
                  <a:lnTo>
                    <a:pt x="77" y="112"/>
                  </a:lnTo>
                  <a:lnTo>
                    <a:pt x="75" y="109"/>
                  </a:lnTo>
                  <a:lnTo>
                    <a:pt x="71" y="104"/>
                  </a:lnTo>
                  <a:lnTo>
                    <a:pt x="67" y="100"/>
                  </a:lnTo>
                  <a:lnTo>
                    <a:pt x="66" y="97"/>
                  </a:lnTo>
                  <a:lnTo>
                    <a:pt x="66" y="93"/>
                  </a:lnTo>
                  <a:lnTo>
                    <a:pt x="62" y="85"/>
                  </a:lnTo>
                  <a:lnTo>
                    <a:pt x="61" y="80"/>
                  </a:lnTo>
                  <a:lnTo>
                    <a:pt x="58" y="77"/>
                  </a:lnTo>
                  <a:lnTo>
                    <a:pt x="55" y="72"/>
                  </a:lnTo>
                  <a:lnTo>
                    <a:pt x="55" y="71"/>
                  </a:lnTo>
                  <a:lnTo>
                    <a:pt x="52" y="68"/>
                  </a:lnTo>
                  <a:lnTo>
                    <a:pt x="49" y="67"/>
                  </a:lnTo>
                  <a:lnTo>
                    <a:pt x="48" y="64"/>
                  </a:lnTo>
                  <a:lnTo>
                    <a:pt x="45" y="58"/>
                  </a:lnTo>
                  <a:lnTo>
                    <a:pt x="45" y="56"/>
                  </a:lnTo>
                  <a:lnTo>
                    <a:pt x="45" y="54"/>
                  </a:lnTo>
                  <a:lnTo>
                    <a:pt x="42" y="52"/>
                  </a:lnTo>
                  <a:lnTo>
                    <a:pt x="44" y="50"/>
                  </a:lnTo>
                  <a:lnTo>
                    <a:pt x="44" y="49"/>
                  </a:lnTo>
                  <a:lnTo>
                    <a:pt x="42" y="50"/>
                  </a:lnTo>
                  <a:lnTo>
                    <a:pt x="40" y="49"/>
                  </a:lnTo>
                  <a:lnTo>
                    <a:pt x="37" y="45"/>
                  </a:lnTo>
                  <a:lnTo>
                    <a:pt x="34" y="45"/>
                  </a:lnTo>
                  <a:lnTo>
                    <a:pt x="33" y="43"/>
                  </a:lnTo>
                  <a:lnTo>
                    <a:pt x="33" y="41"/>
                  </a:lnTo>
                  <a:lnTo>
                    <a:pt x="32" y="39"/>
                  </a:lnTo>
                  <a:lnTo>
                    <a:pt x="32" y="35"/>
                  </a:lnTo>
                  <a:lnTo>
                    <a:pt x="30" y="35"/>
                  </a:lnTo>
                  <a:lnTo>
                    <a:pt x="27" y="31"/>
                  </a:lnTo>
                  <a:lnTo>
                    <a:pt x="23" y="25"/>
                  </a:lnTo>
                  <a:lnTo>
                    <a:pt x="19" y="22"/>
                  </a:lnTo>
                  <a:lnTo>
                    <a:pt x="17" y="22"/>
                  </a:lnTo>
                  <a:lnTo>
                    <a:pt x="15" y="22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5" y="13"/>
                  </a:lnTo>
                  <a:lnTo>
                    <a:pt x="3" y="1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" name="Freeform 357"/>
            <p:cNvSpPr>
              <a:spLocks noEditPoints="1"/>
            </p:cNvSpPr>
            <p:nvPr/>
          </p:nvSpPr>
          <p:spPr bwMode="auto">
            <a:xfrm>
              <a:off x="9412004" y="4154994"/>
              <a:ext cx="27916" cy="20302"/>
            </a:xfrm>
            <a:custGeom>
              <a:avLst/>
              <a:gdLst>
                <a:gd name="T0" fmla="*/ 8 w 11"/>
                <a:gd name="T1" fmla="*/ 7 h 8"/>
                <a:gd name="T2" fmla="*/ 11 w 11"/>
                <a:gd name="T3" fmla="*/ 7 h 8"/>
                <a:gd name="T4" fmla="*/ 11 w 11"/>
                <a:gd name="T5" fmla="*/ 8 h 8"/>
                <a:gd name="T6" fmla="*/ 9 w 11"/>
                <a:gd name="T7" fmla="*/ 8 h 8"/>
                <a:gd name="T8" fmla="*/ 8 w 11"/>
                <a:gd name="T9" fmla="*/ 8 h 8"/>
                <a:gd name="T10" fmla="*/ 7 w 11"/>
                <a:gd name="T11" fmla="*/ 8 h 8"/>
                <a:gd name="T12" fmla="*/ 5 w 11"/>
                <a:gd name="T13" fmla="*/ 8 h 8"/>
                <a:gd name="T14" fmla="*/ 4 w 11"/>
                <a:gd name="T15" fmla="*/ 8 h 8"/>
                <a:gd name="T16" fmla="*/ 5 w 11"/>
                <a:gd name="T17" fmla="*/ 7 h 8"/>
                <a:gd name="T18" fmla="*/ 8 w 11"/>
                <a:gd name="T19" fmla="*/ 7 h 8"/>
                <a:gd name="T20" fmla="*/ 3 w 11"/>
                <a:gd name="T21" fmla="*/ 0 h 8"/>
                <a:gd name="T22" fmla="*/ 3 w 11"/>
                <a:gd name="T23" fmla="*/ 1 h 8"/>
                <a:gd name="T24" fmla="*/ 3 w 11"/>
                <a:gd name="T25" fmla="*/ 3 h 8"/>
                <a:gd name="T26" fmla="*/ 0 w 11"/>
                <a:gd name="T27" fmla="*/ 3 h 8"/>
                <a:gd name="T28" fmla="*/ 3 w 11"/>
                <a:gd name="T2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8">
                  <a:moveTo>
                    <a:pt x="8" y="7"/>
                  </a:moveTo>
                  <a:lnTo>
                    <a:pt x="11" y="7"/>
                  </a:lnTo>
                  <a:lnTo>
                    <a:pt x="11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5" y="7"/>
                  </a:lnTo>
                  <a:lnTo>
                    <a:pt x="8" y="7"/>
                  </a:lnTo>
                  <a:close/>
                  <a:moveTo>
                    <a:pt x="3" y="0"/>
                  </a:moveTo>
                  <a:lnTo>
                    <a:pt x="3" y="1"/>
                  </a:lnTo>
                  <a:lnTo>
                    <a:pt x="3" y="3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" name="Freeform 358"/>
            <p:cNvSpPr>
              <a:spLocks noEditPoints="1"/>
            </p:cNvSpPr>
            <p:nvPr/>
          </p:nvSpPr>
          <p:spPr bwMode="auto">
            <a:xfrm>
              <a:off x="9516050" y="4629553"/>
              <a:ext cx="93897" cy="30453"/>
            </a:xfrm>
            <a:custGeom>
              <a:avLst/>
              <a:gdLst>
                <a:gd name="T0" fmla="*/ 6 w 37"/>
                <a:gd name="T1" fmla="*/ 6 h 12"/>
                <a:gd name="T2" fmla="*/ 6 w 37"/>
                <a:gd name="T3" fmla="*/ 10 h 12"/>
                <a:gd name="T4" fmla="*/ 4 w 37"/>
                <a:gd name="T5" fmla="*/ 10 h 12"/>
                <a:gd name="T6" fmla="*/ 1 w 37"/>
                <a:gd name="T7" fmla="*/ 12 h 12"/>
                <a:gd name="T8" fmla="*/ 0 w 37"/>
                <a:gd name="T9" fmla="*/ 9 h 12"/>
                <a:gd name="T10" fmla="*/ 1 w 37"/>
                <a:gd name="T11" fmla="*/ 8 h 12"/>
                <a:gd name="T12" fmla="*/ 5 w 37"/>
                <a:gd name="T13" fmla="*/ 8 h 12"/>
                <a:gd name="T14" fmla="*/ 6 w 37"/>
                <a:gd name="T15" fmla="*/ 6 h 12"/>
                <a:gd name="T16" fmla="*/ 37 w 37"/>
                <a:gd name="T17" fmla="*/ 0 h 12"/>
                <a:gd name="T18" fmla="*/ 37 w 37"/>
                <a:gd name="T19" fmla="*/ 0 h 12"/>
                <a:gd name="T20" fmla="*/ 37 w 37"/>
                <a:gd name="T21" fmla="*/ 1 h 12"/>
                <a:gd name="T22" fmla="*/ 35 w 37"/>
                <a:gd name="T23" fmla="*/ 2 h 12"/>
                <a:gd name="T24" fmla="*/ 34 w 37"/>
                <a:gd name="T25" fmla="*/ 2 h 12"/>
                <a:gd name="T26" fmla="*/ 33 w 37"/>
                <a:gd name="T27" fmla="*/ 4 h 12"/>
                <a:gd name="T28" fmla="*/ 29 w 37"/>
                <a:gd name="T29" fmla="*/ 5 h 12"/>
                <a:gd name="T30" fmla="*/ 26 w 37"/>
                <a:gd name="T31" fmla="*/ 8 h 12"/>
                <a:gd name="T32" fmla="*/ 21 w 37"/>
                <a:gd name="T33" fmla="*/ 8 h 12"/>
                <a:gd name="T34" fmla="*/ 18 w 37"/>
                <a:gd name="T35" fmla="*/ 8 h 12"/>
                <a:gd name="T36" fmla="*/ 17 w 37"/>
                <a:gd name="T37" fmla="*/ 9 h 12"/>
                <a:gd name="T38" fmla="*/ 14 w 37"/>
                <a:gd name="T39" fmla="*/ 10 h 12"/>
                <a:gd name="T40" fmla="*/ 14 w 37"/>
                <a:gd name="T41" fmla="*/ 12 h 12"/>
                <a:gd name="T42" fmla="*/ 12 w 37"/>
                <a:gd name="T43" fmla="*/ 9 h 12"/>
                <a:gd name="T44" fmla="*/ 9 w 37"/>
                <a:gd name="T45" fmla="*/ 5 h 12"/>
                <a:gd name="T46" fmla="*/ 12 w 37"/>
                <a:gd name="T47" fmla="*/ 4 h 12"/>
                <a:gd name="T48" fmla="*/ 16 w 37"/>
                <a:gd name="T49" fmla="*/ 1 h 12"/>
                <a:gd name="T50" fmla="*/ 21 w 37"/>
                <a:gd name="T51" fmla="*/ 1 h 12"/>
                <a:gd name="T52" fmla="*/ 24 w 37"/>
                <a:gd name="T53" fmla="*/ 1 h 12"/>
                <a:gd name="T54" fmla="*/ 26 w 37"/>
                <a:gd name="T55" fmla="*/ 1 h 12"/>
                <a:gd name="T56" fmla="*/ 29 w 37"/>
                <a:gd name="T57" fmla="*/ 0 h 12"/>
                <a:gd name="T58" fmla="*/ 31 w 37"/>
                <a:gd name="T59" fmla="*/ 0 h 12"/>
                <a:gd name="T60" fmla="*/ 37 w 37"/>
                <a:gd name="T6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" h="12">
                  <a:moveTo>
                    <a:pt x="6" y="6"/>
                  </a:moveTo>
                  <a:lnTo>
                    <a:pt x="6" y="10"/>
                  </a:lnTo>
                  <a:lnTo>
                    <a:pt x="4" y="10"/>
                  </a:lnTo>
                  <a:lnTo>
                    <a:pt x="1" y="12"/>
                  </a:lnTo>
                  <a:lnTo>
                    <a:pt x="0" y="9"/>
                  </a:lnTo>
                  <a:lnTo>
                    <a:pt x="1" y="8"/>
                  </a:lnTo>
                  <a:lnTo>
                    <a:pt x="5" y="8"/>
                  </a:lnTo>
                  <a:lnTo>
                    <a:pt x="6" y="6"/>
                  </a:lnTo>
                  <a:close/>
                  <a:moveTo>
                    <a:pt x="37" y="0"/>
                  </a:moveTo>
                  <a:lnTo>
                    <a:pt x="37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29" y="5"/>
                  </a:lnTo>
                  <a:lnTo>
                    <a:pt x="26" y="8"/>
                  </a:lnTo>
                  <a:lnTo>
                    <a:pt x="21" y="8"/>
                  </a:lnTo>
                  <a:lnTo>
                    <a:pt x="18" y="8"/>
                  </a:lnTo>
                  <a:lnTo>
                    <a:pt x="17" y="9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2" y="9"/>
                  </a:lnTo>
                  <a:lnTo>
                    <a:pt x="9" y="5"/>
                  </a:lnTo>
                  <a:lnTo>
                    <a:pt x="12" y="4"/>
                  </a:lnTo>
                  <a:lnTo>
                    <a:pt x="16" y="1"/>
                  </a:lnTo>
                  <a:lnTo>
                    <a:pt x="21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" name="Freeform 359"/>
            <p:cNvSpPr>
              <a:spLocks noEditPoints="1"/>
            </p:cNvSpPr>
            <p:nvPr/>
          </p:nvSpPr>
          <p:spPr bwMode="auto">
            <a:xfrm>
              <a:off x="8797870" y="4132155"/>
              <a:ext cx="578606" cy="203020"/>
            </a:xfrm>
            <a:custGeom>
              <a:avLst/>
              <a:gdLst>
                <a:gd name="T0" fmla="*/ 138 w 228"/>
                <a:gd name="T1" fmla="*/ 60 h 80"/>
                <a:gd name="T2" fmla="*/ 138 w 228"/>
                <a:gd name="T3" fmla="*/ 58 h 80"/>
                <a:gd name="T4" fmla="*/ 138 w 228"/>
                <a:gd name="T5" fmla="*/ 58 h 80"/>
                <a:gd name="T6" fmla="*/ 138 w 228"/>
                <a:gd name="T7" fmla="*/ 58 h 80"/>
                <a:gd name="T8" fmla="*/ 1 w 228"/>
                <a:gd name="T9" fmla="*/ 21 h 80"/>
                <a:gd name="T10" fmla="*/ 0 w 228"/>
                <a:gd name="T11" fmla="*/ 21 h 80"/>
                <a:gd name="T12" fmla="*/ 12 w 228"/>
                <a:gd name="T13" fmla="*/ 10 h 80"/>
                <a:gd name="T14" fmla="*/ 14 w 228"/>
                <a:gd name="T15" fmla="*/ 20 h 80"/>
                <a:gd name="T16" fmla="*/ 22 w 228"/>
                <a:gd name="T17" fmla="*/ 16 h 80"/>
                <a:gd name="T18" fmla="*/ 27 w 228"/>
                <a:gd name="T19" fmla="*/ 13 h 80"/>
                <a:gd name="T20" fmla="*/ 41 w 228"/>
                <a:gd name="T21" fmla="*/ 35 h 80"/>
                <a:gd name="T22" fmla="*/ 41 w 228"/>
                <a:gd name="T23" fmla="*/ 51 h 80"/>
                <a:gd name="T24" fmla="*/ 47 w 228"/>
                <a:gd name="T25" fmla="*/ 59 h 80"/>
                <a:gd name="T26" fmla="*/ 50 w 228"/>
                <a:gd name="T27" fmla="*/ 66 h 80"/>
                <a:gd name="T28" fmla="*/ 50 w 228"/>
                <a:gd name="T29" fmla="*/ 71 h 80"/>
                <a:gd name="T30" fmla="*/ 50 w 228"/>
                <a:gd name="T31" fmla="*/ 72 h 80"/>
                <a:gd name="T32" fmla="*/ 43 w 228"/>
                <a:gd name="T33" fmla="*/ 72 h 80"/>
                <a:gd name="T34" fmla="*/ 31 w 228"/>
                <a:gd name="T35" fmla="*/ 66 h 80"/>
                <a:gd name="T36" fmla="*/ 21 w 228"/>
                <a:gd name="T37" fmla="*/ 58 h 80"/>
                <a:gd name="T38" fmla="*/ 17 w 228"/>
                <a:gd name="T39" fmla="*/ 50 h 80"/>
                <a:gd name="T40" fmla="*/ 8 w 228"/>
                <a:gd name="T41" fmla="*/ 39 h 80"/>
                <a:gd name="T42" fmla="*/ 6 w 228"/>
                <a:gd name="T43" fmla="*/ 27 h 80"/>
                <a:gd name="T44" fmla="*/ 2 w 228"/>
                <a:gd name="T45" fmla="*/ 6 h 80"/>
                <a:gd name="T46" fmla="*/ 207 w 228"/>
                <a:gd name="T47" fmla="*/ 10 h 80"/>
                <a:gd name="T48" fmla="*/ 209 w 228"/>
                <a:gd name="T49" fmla="*/ 18 h 80"/>
                <a:gd name="T50" fmla="*/ 212 w 228"/>
                <a:gd name="T51" fmla="*/ 21 h 80"/>
                <a:gd name="T52" fmla="*/ 221 w 228"/>
                <a:gd name="T53" fmla="*/ 22 h 80"/>
                <a:gd name="T54" fmla="*/ 225 w 228"/>
                <a:gd name="T55" fmla="*/ 29 h 80"/>
                <a:gd name="T56" fmla="*/ 218 w 228"/>
                <a:gd name="T57" fmla="*/ 35 h 80"/>
                <a:gd name="T58" fmla="*/ 208 w 228"/>
                <a:gd name="T59" fmla="*/ 37 h 80"/>
                <a:gd name="T60" fmla="*/ 196 w 228"/>
                <a:gd name="T61" fmla="*/ 35 h 80"/>
                <a:gd name="T62" fmla="*/ 187 w 228"/>
                <a:gd name="T63" fmla="*/ 42 h 80"/>
                <a:gd name="T64" fmla="*/ 174 w 228"/>
                <a:gd name="T65" fmla="*/ 71 h 80"/>
                <a:gd name="T66" fmla="*/ 159 w 228"/>
                <a:gd name="T67" fmla="*/ 75 h 80"/>
                <a:gd name="T68" fmla="*/ 137 w 228"/>
                <a:gd name="T69" fmla="*/ 77 h 80"/>
                <a:gd name="T70" fmla="*/ 126 w 228"/>
                <a:gd name="T71" fmla="*/ 80 h 80"/>
                <a:gd name="T72" fmla="*/ 116 w 228"/>
                <a:gd name="T73" fmla="*/ 67 h 80"/>
                <a:gd name="T74" fmla="*/ 129 w 228"/>
                <a:gd name="T75" fmla="*/ 72 h 80"/>
                <a:gd name="T76" fmla="*/ 135 w 228"/>
                <a:gd name="T77" fmla="*/ 64 h 80"/>
                <a:gd name="T78" fmla="*/ 142 w 228"/>
                <a:gd name="T79" fmla="*/ 60 h 80"/>
                <a:gd name="T80" fmla="*/ 158 w 228"/>
                <a:gd name="T81" fmla="*/ 48 h 80"/>
                <a:gd name="T82" fmla="*/ 166 w 228"/>
                <a:gd name="T83" fmla="*/ 35 h 80"/>
                <a:gd name="T84" fmla="*/ 175 w 228"/>
                <a:gd name="T85" fmla="*/ 39 h 80"/>
                <a:gd name="T86" fmla="*/ 178 w 228"/>
                <a:gd name="T87" fmla="*/ 31 h 80"/>
                <a:gd name="T88" fmla="*/ 182 w 228"/>
                <a:gd name="T89" fmla="*/ 35 h 80"/>
                <a:gd name="T90" fmla="*/ 183 w 228"/>
                <a:gd name="T91" fmla="*/ 27 h 80"/>
                <a:gd name="T92" fmla="*/ 180 w 228"/>
                <a:gd name="T93" fmla="*/ 25 h 80"/>
                <a:gd name="T94" fmla="*/ 193 w 228"/>
                <a:gd name="T95" fmla="*/ 10 h 80"/>
                <a:gd name="T96" fmla="*/ 197 w 228"/>
                <a:gd name="T97" fmla="*/ 9 h 80"/>
                <a:gd name="T98" fmla="*/ 203 w 228"/>
                <a:gd name="T99" fmla="*/ 0 h 80"/>
                <a:gd name="T100" fmla="*/ 203 w 228"/>
                <a:gd name="T101" fmla="*/ 0 h 80"/>
                <a:gd name="T102" fmla="*/ 200 w 228"/>
                <a:gd name="T10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8" h="80">
                  <a:moveTo>
                    <a:pt x="137" y="60"/>
                  </a:moveTo>
                  <a:lnTo>
                    <a:pt x="138" y="62"/>
                  </a:lnTo>
                  <a:lnTo>
                    <a:pt x="135" y="63"/>
                  </a:lnTo>
                  <a:lnTo>
                    <a:pt x="137" y="60"/>
                  </a:lnTo>
                  <a:close/>
                  <a:moveTo>
                    <a:pt x="138" y="60"/>
                  </a:moveTo>
                  <a:lnTo>
                    <a:pt x="139" y="62"/>
                  </a:lnTo>
                  <a:lnTo>
                    <a:pt x="138" y="62"/>
                  </a:lnTo>
                  <a:lnTo>
                    <a:pt x="138" y="60"/>
                  </a:lnTo>
                  <a:lnTo>
                    <a:pt x="138" y="60"/>
                  </a:lnTo>
                  <a:close/>
                  <a:moveTo>
                    <a:pt x="138" y="58"/>
                  </a:moveTo>
                  <a:lnTo>
                    <a:pt x="138" y="58"/>
                  </a:lnTo>
                  <a:lnTo>
                    <a:pt x="138" y="59"/>
                  </a:lnTo>
                  <a:lnTo>
                    <a:pt x="137" y="60"/>
                  </a:lnTo>
                  <a:lnTo>
                    <a:pt x="137" y="59"/>
                  </a:lnTo>
                  <a:lnTo>
                    <a:pt x="138" y="58"/>
                  </a:lnTo>
                  <a:close/>
                  <a:moveTo>
                    <a:pt x="141" y="58"/>
                  </a:moveTo>
                  <a:lnTo>
                    <a:pt x="141" y="60"/>
                  </a:lnTo>
                  <a:lnTo>
                    <a:pt x="139" y="60"/>
                  </a:lnTo>
                  <a:lnTo>
                    <a:pt x="138" y="59"/>
                  </a:lnTo>
                  <a:lnTo>
                    <a:pt x="138" y="58"/>
                  </a:lnTo>
                  <a:lnTo>
                    <a:pt x="139" y="58"/>
                  </a:lnTo>
                  <a:lnTo>
                    <a:pt x="139" y="58"/>
                  </a:lnTo>
                  <a:lnTo>
                    <a:pt x="141" y="58"/>
                  </a:lnTo>
                  <a:close/>
                  <a:moveTo>
                    <a:pt x="0" y="21"/>
                  </a:moveTo>
                  <a:lnTo>
                    <a:pt x="1" y="21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1" y="23"/>
                  </a:lnTo>
                  <a:lnTo>
                    <a:pt x="0" y="21"/>
                  </a:lnTo>
                  <a:close/>
                  <a:moveTo>
                    <a:pt x="2" y="6"/>
                  </a:moveTo>
                  <a:lnTo>
                    <a:pt x="5" y="8"/>
                  </a:lnTo>
                  <a:lnTo>
                    <a:pt x="9" y="9"/>
                  </a:lnTo>
                  <a:lnTo>
                    <a:pt x="9" y="10"/>
                  </a:lnTo>
                  <a:lnTo>
                    <a:pt x="12" y="10"/>
                  </a:lnTo>
                  <a:lnTo>
                    <a:pt x="13" y="12"/>
                  </a:lnTo>
                  <a:lnTo>
                    <a:pt x="13" y="16"/>
                  </a:lnTo>
                  <a:lnTo>
                    <a:pt x="12" y="17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7" y="17"/>
                  </a:lnTo>
                  <a:lnTo>
                    <a:pt x="20" y="17"/>
                  </a:lnTo>
                  <a:lnTo>
                    <a:pt x="21" y="18"/>
                  </a:lnTo>
                  <a:lnTo>
                    <a:pt x="22" y="17"/>
                  </a:lnTo>
                  <a:lnTo>
                    <a:pt x="22" y="16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25" y="14"/>
                  </a:lnTo>
                  <a:lnTo>
                    <a:pt x="26" y="13"/>
                  </a:lnTo>
                  <a:lnTo>
                    <a:pt x="27" y="13"/>
                  </a:lnTo>
                  <a:lnTo>
                    <a:pt x="29" y="17"/>
                  </a:lnTo>
                  <a:lnTo>
                    <a:pt x="37" y="25"/>
                  </a:lnTo>
                  <a:lnTo>
                    <a:pt x="39" y="29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9" y="45"/>
                  </a:lnTo>
                  <a:lnTo>
                    <a:pt x="41" y="46"/>
                  </a:lnTo>
                  <a:lnTo>
                    <a:pt x="41" y="51"/>
                  </a:lnTo>
                  <a:lnTo>
                    <a:pt x="42" y="55"/>
                  </a:lnTo>
                  <a:lnTo>
                    <a:pt x="45" y="58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7" y="59"/>
                  </a:lnTo>
                  <a:lnTo>
                    <a:pt x="47" y="63"/>
                  </a:lnTo>
                  <a:lnTo>
                    <a:pt x="49" y="63"/>
                  </a:lnTo>
                  <a:lnTo>
                    <a:pt x="49" y="64"/>
                  </a:lnTo>
                  <a:lnTo>
                    <a:pt x="49" y="66"/>
                  </a:lnTo>
                  <a:lnTo>
                    <a:pt x="50" y="66"/>
                  </a:lnTo>
                  <a:lnTo>
                    <a:pt x="52" y="71"/>
                  </a:lnTo>
                  <a:lnTo>
                    <a:pt x="52" y="73"/>
                  </a:lnTo>
                  <a:lnTo>
                    <a:pt x="50" y="73"/>
                  </a:lnTo>
                  <a:lnTo>
                    <a:pt x="50" y="72"/>
                  </a:lnTo>
                  <a:lnTo>
                    <a:pt x="50" y="71"/>
                  </a:lnTo>
                  <a:lnTo>
                    <a:pt x="49" y="70"/>
                  </a:lnTo>
                  <a:lnTo>
                    <a:pt x="50" y="71"/>
                  </a:lnTo>
                  <a:lnTo>
                    <a:pt x="49" y="72"/>
                  </a:lnTo>
                  <a:lnTo>
                    <a:pt x="49" y="72"/>
                  </a:lnTo>
                  <a:lnTo>
                    <a:pt x="50" y="72"/>
                  </a:lnTo>
                  <a:lnTo>
                    <a:pt x="50" y="73"/>
                  </a:lnTo>
                  <a:lnTo>
                    <a:pt x="47" y="75"/>
                  </a:lnTo>
                  <a:lnTo>
                    <a:pt x="46" y="73"/>
                  </a:lnTo>
                  <a:lnTo>
                    <a:pt x="46" y="73"/>
                  </a:lnTo>
                  <a:lnTo>
                    <a:pt x="43" y="72"/>
                  </a:lnTo>
                  <a:lnTo>
                    <a:pt x="42" y="71"/>
                  </a:lnTo>
                  <a:lnTo>
                    <a:pt x="38" y="71"/>
                  </a:lnTo>
                  <a:lnTo>
                    <a:pt x="34" y="68"/>
                  </a:lnTo>
                  <a:lnTo>
                    <a:pt x="33" y="67"/>
                  </a:lnTo>
                  <a:lnTo>
                    <a:pt x="31" y="66"/>
                  </a:lnTo>
                  <a:lnTo>
                    <a:pt x="29" y="66"/>
                  </a:lnTo>
                  <a:lnTo>
                    <a:pt x="27" y="66"/>
                  </a:lnTo>
                  <a:lnTo>
                    <a:pt x="25" y="63"/>
                  </a:lnTo>
                  <a:lnTo>
                    <a:pt x="25" y="60"/>
                  </a:lnTo>
                  <a:lnTo>
                    <a:pt x="21" y="58"/>
                  </a:lnTo>
                  <a:lnTo>
                    <a:pt x="17" y="56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4" y="48"/>
                  </a:lnTo>
                  <a:lnTo>
                    <a:pt x="12" y="45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8" y="39"/>
                  </a:lnTo>
                  <a:lnTo>
                    <a:pt x="6" y="38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8" y="31"/>
                  </a:lnTo>
                  <a:lnTo>
                    <a:pt x="6" y="27"/>
                  </a:lnTo>
                  <a:lnTo>
                    <a:pt x="5" y="25"/>
                  </a:lnTo>
                  <a:lnTo>
                    <a:pt x="4" y="16"/>
                  </a:lnTo>
                  <a:lnTo>
                    <a:pt x="1" y="10"/>
                  </a:lnTo>
                  <a:lnTo>
                    <a:pt x="1" y="8"/>
                  </a:lnTo>
                  <a:lnTo>
                    <a:pt x="2" y="6"/>
                  </a:lnTo>
                  <a:close/>
                  <a:moveTo>
                    <a:pt x="201" y="4"/>
                  </a:moveTo>
                  <a:lnTo>
                    <a:pt x="204" y="5"/>
                  </a:lnTo>
                  <a:lnTo>
                    <a:pt x="204" y="9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10" y="12"/>
                  </a:lnTo>
                  <a:lnTo>
                    <a:pt x="210" y="13"/>
                  </a:lnTo>
                  <a:lnTo>
                    <a:pt x="208" y="14"/>
                  </a:lnTo>
                  <a:lnTo>
                    <a:pt x="208" y="18"/>
                  </a:lnTo>
                  <a:lnTo>
                    <a:pt x="209" y="18"/>
                  </a:lnTo>
                  <a:lnTo>
                    <a:pt x="210" y="20"/>
                  </a:lnTo>
                  <a:lnTo>
                    <a:pt x="212" y="17"/>
                  </a:lnTo>
                  <a:lnTo>
                    <a:pt x="213" y="17"/>
                  </a:lnTo>
                  <a:lnTo>
                    <a:pt x="214" y="18"/>
                  </a:lnTo>
                  <a:lnTo>
                    <a:pt x="212" y="21"/>
                  </a:lnTo>
                  <a:lnTo>
                    <a:pt x="212" y="22"/>
                  </a:lnTo>
                  <a:lnTo>
                    <a:pt x="214" y="20"/>
                  </a:lnTo>
                  <a:lnTo>
                    <a:pt x="216" y="20"/>
                  </a:lnTo>
                  <a:lnTo>
                    <a:pt x="218" y="22"/>
                  </a:lnTo>
                  <a:lnTo>
                    <a:pt x="221" y="22"/>
                  </a:lnTo>
                  <a:lnTo>
                    <a:pt x="222" y="25"/>
                  </a:lnTo>
                  <a:lnTo>
                    <a:pt x="225" y="25"/>
                  </a:lnTo>
                  <a:lnTo>
                    <a:pt x="228" y="25"/>
                  </a:lnTo>
                  <a:lnTo>
                    <a:pt x="228" y="26"/>
                  </a:lnTo>
                  <a:lnTo>
                    <a:pt x="225" y="29"/>
                  </a:lnTo>
                  <a:lnTo>
                    <a:pt x="221" y="30"/>
                  </a:lnTo>
                  <a:lnTo>
                    <a:pt x="217" y="29"/>
                  </a:lnTo>
                  <a:lnTo>
                    <a:pt x="216" y="30"/>
                  </a:lnTo>
                  <a:lnTo>
                    <a:pt x="216" y="33"/>
                  </a:lnTo>
                  <a:lnTo>
                    <a:pt x="218" y="35"/>
                  </a:lnTo>
                  <a:lnTo>
                    <a:pt x="218" y="37"/>
                  </a:lnTo>
                  <a:lnTo>
                    <a:pt x="216" y="38"/>
                  </a:lnTo>
                  <a:lnTo>
                    <a:pt x="213" y="39"/>
                  </a:lnTo>
                  <a:lnTo>
                    <a:pt x="210" y="38"/>
                  </a:lnTo>
                  <a:lnTo>
                    <a:pt x="208" y="37"/>
                  </a:lnTo>
                  <a:lnTo>
                    <a:pt x="208" y="38"/>
                  </a:lnTo>
                  <a:lnTo>
                    <a:pt x="205" y="37"/>
                  </a:lnTo>
                  <a:lnTo>
                    <a:pt x="203" y="37"/>
                  </a:lnTo>
                  <a:lnTo>
                    <a:pt x="201" y="37"/>
                  </a:lnTo>
                  <a:lnTo>
                    <a:pt x="196" y="35"/>
                  </a:lnTo>
                  <a:lnTo>
                    <a:pt x="192" y="37"/>
                  </a:lnTo>
                  <a:lnTo>
                    <a:pt x="189" y="35"/>
                  </a:lnTo>
                  <a:lnTo>
                    <a:pt x="187" y="38"/>
                  </a:lnTo>
                  <a:lnTo>
                    <a:pt x="188" y="41"/>
                  </a:lnTo>
                  <a:lnTo>
                    <a:pt x="187" y="42"/>
                  </a:lnTo>
                  <a:lnTo>
                    <a:pt x="187" y="43"/>
                  </a:lnTo>
                  <a:lnTo>
                    <a:pt x="184" y="52"/>
                  </a:lnTo>
                  <a:lnTo>
                    <a:pt x="180" y="58"/>
                  </a:lnTo>
                  <a:lnTo>
                    <a:pt x="179" y="63"/>
                  </a:lnTo>
                  <a:lnTo>
                    <a:pt x="174" y="71"/>
                  </a:lnTo>
                  <a:lnTo>
                    <a:pt x="174" y="72"/>
                  </a:lnTo>
                  <a:lnTo>
                    <a:pt x="168" y="73"/>
                  </a:lnTo>
                  <a:lnTo>
                    <a:pt x="163" y="76"/>
                  </a:lnTo>
                  <a:lnTo>
                    <a:pt x="160" y="76"/>
                  </a:lnTo>
                  <a:lnTo>
                    <a:pt x="159" y="75"/>
                  </a:lnTo>
                  <a:lnTo>
                    <a:pt x="156" y="73"/>
                  </a:lnTo>
                  <a:lnTo>
                    <a:pt x="151" y="73"/>
                  </a:lnTo>
                  <a:lnTo>
                    <a:pt x="149" y="75"/>
                  </a:lnTo>
                  <a:lnTo>
                    <a:pt x="142" y="77"/>
                  </a:lnTo>
                  <a:lnTo>
                    <a:pt x="137" y="77"/>
                  </a:lnTo>
                  <a:lnTo>
                    <a:pt x="134" y="77"/>
                  </a:lnTo>
                  <a:lnTo>
                    <a:pt x="131" y="77"/>
                  </a:lnTo>
                  <a:lnTo>
                    <a:pt x="131" y="79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125" y="77"/>
                  </a:lnTo>
                  <a:lnTo>
                    <a:pt x="122" y="75"/>
                  </a:lnTo>
                  <a:lnTo>
                    <a:pt x="122" y="75"/>
                  </a:lnTo>
                  <a:lnTo>
                    <a:pt x="118" y="71"/>
                  </a:lnTo>
                  <a:lnTo>
                    <a:pt x="116" y="67"/>
                  </a:lnTo>
                  <a:lnTo>
                    <a:pt x="117" y="67"/>
                  </a:lnTo>
                  <a:lnTo>
                    <a:pt x="118" y="70"/>
                  </a:lnTo>
                  <a:lnTo>
                    <a:pt x="120" y="71"/>
                  </a:lnTo>
                  <a:lnTo>
                    <a:pt x="124" y="71"/>
                  </a:lnTo>
                  <a:lnTo>
                    <a:pt x="129" y="72"/>
                  </a:lnTo>
                  <a:lnTo>
                    <a:pt x="133" y="73"/>
                  </a:lnTo>
                  <a:lnTo>
                    <a:pt x="133" y="72"/>
                  </a:lnTo>
                  <a:lnTo>
                    <a:pt x="135" y="70"/>
                  </a:lnTo>
                  <a:lnTo>
                    <a:pt x="135" y="66"/>
                  </a:lnTo>
                  <a:lnTo>
                    <a:pt x="135" y="64"/>
                  </a:lnTo>
                  <a:lnTo>
                    <a:pt x="137" y="62"/>
                  </a:lnTo>
                  <a:lnTo>
                    <a:pt x="139" y="62"/>
                  </a:lnTo>
                  <a:lnTo>
                    <a:pt x="142" y="60"/>
                  </a:lnTo>
                  <a:lnTo>
                    <a:pt x="143" y="62"/>
                  </a:lnTo>
                  <a:lnTo>
                    <a:pt x="142" y="60"/>
                  </a:lnTo>
                  <a:lnTo>
                    <a:pt x="141" y="58"/>
                  </a:lnTo>
                  <a:lnTo>
                    <a:pt x="142" y="56"/>
                  </a:lnTo>
                  <a:lnTo>
                    <a:pt x="151" y="54"/>
                  </a:lnTo>
                  <a:lnTo>
                    <a:pt x="155" y="51"/>
                  </a:lnTo>
                  <a:lnTo>
                    <a:pt x="158" y="48"/>
                  </a:lnTo>
                  <a:lnTo>
                    <a:pt x="159" y="46"/>
                  </a:lnTo>
                  <a:lnTo>
                    <a:pt x="162" y="43"/>
                  </a:lnTo>
                  <a:lnTo>
                    <a:pt x="163" y="41"/>
                  </a:lnTo>
                  <a:lnTo>
                    <a:pt x="166" y="38"/>
                  </a:lnTo>
                  <a:lnTo>
                    <a:pt x="166" y="35"/>
                  </a:lnTo>
                  <a:lnTo>
                    <a:pt x="168" y="33"/>
                  </a:lnTo>
                  <a:lnTo>
                    <a:pt x="170" y="34"/>
                  </a:lnTo>
                  <a:lnTo>
                    <a:pt x="171" y="34"/>
                  </a:lnTo>
                  <a:lnTo>
                    <a:pt x="172" y="37"/>
                  </a:lnTo>
                  <a:lnTo>
                    <a:pt x="175" y="39"/>
                  </a:lnTo>
                  <a:lnTo>
                    <a:pt x="176" y="38"/>
                  </a:lnTo>
                  <a:lnTo>
                    <a:pt x="176" y="33"/>
                  </a:lnTo>
                  <a:lnTo>
                    <a:pt x="178" y="31"/>
                  </a:lnTo>
                  <a:lnTo>
                    <a:pt x="178" y="31"/>
                  </a:lnTo>
                  <a:lnTo>
                    <a:pt x="178" y="31"/>
                  </a:lnTo>
                  <a:lnTo>
                    <a:pt x="179" y="31"/>
                  </a:lnTo>
                  <a:lnTo>
                    <a:pt x="179" y="34"/>
                  </a:lnTo>
                  <a:lnTo>
                    <a:pt x="179" y="37"/>
                  </a:lnTo>
                  <a:lnTo>
                    <a:pt x="180" y="38"/>
                  </a:lnTo>
                  <a:lnTo>
                    <a:pt x="182" y="35"/>
                  </a:lnTo>
                  <a:lnTo>
                    <a:pt x="180" y="31"/>
                  </a:lnTo>
                  <a:lnTo>
                    <a:pt x="180" y="30"/>
                  </a:lnTo>
                  <a:lnTo>
                    <a:pt x="180" y="30"/>
                  </a:lnTo>
                  <a:lnTo>
                    <a:pt x="183" y="29"/>
                  </a:lnTo>
                  <a:lnTo>
                    <a:pt x="183" y="27"/>
                  </a:lnTo>
                  <a:lnTo>
                    <a:pt x="180" y="29"/>
                  </a:lnTo>
                  <a:lnTo>
                    <a:pt x="179" y="27"/>
                  </a:lnTo>
                  <a:lnTo>
                    <a:pt x="180" y="26"/>
                  </a:lnTo>
                  <a:lnTo>
                    <a:pt x="179" y="26"/>
                  </a:lnTo>
                  <a:lnTo>
                    <a:pt x="180" y="25"/>
                  </a:lnTo>
                  <a:lnTo>
                    <a:pt x="184" y="23"/>
                  </a:lnTo>
                  <a:lnTo>
                    <a:pt x="185" y="23"/>
                  </a:lnTo>
                  <a:lnTo>
                    <a:pt x="189" y="20"/>
                  </a:lnTo>
                  <a:lnTo>
                    <a:pt x="191" y="16"/>
                  </a:lnTo>
                  <a:lnTo>
                    <a:pt x="193" y="10"/>
                  </a:lnTo>
                  <a:lnTo>
                    <a:pt x="195" y="10"/>
                  </a:lnTo>
                  <a:lnTo>
                    <a:pt x="196" y="5"/>
                  </a:lnTo>
                  <a:lnTo>
                    <a:pt x="197" y="5"/>
                  </a:lnTo>
                  <a:lnTo>
                    <a:pt x="199" y="6"/>
                  </a:lnTo>
                  <a:lnTo>
                    <a:pt x="197" y="9"/>
                  </a:lnTo>
                  <a:lnTo>
                    <a:pt x="199" y="9"/>
                  </a:lnTo>
                  <a:lnTo>
                    <a:pt x="201" y="6"/>
                  </a:lnTo>
                  <a:lnTo>
                    <a:pt x="200" y="5"/>
                  </a:lnTo>
                  <a:lnTo>
                    <a:pt x="201" y="4"/>
                  </a:lnTo>
                  <a:close/>
                  <a:moveTo>
                    <a:pt x="203" y="0"/>
                  </a:moveTo>
                  <a:lnTo>
                    <a:pt x="204" y="0"/>
                  </a:lnTo>
                  <a:lnTo>
                    <a:pt x="204" y="1"/>
                  </a:lnTo>
                  <a:lnTo>
                    <a:pt x="201" y="2"/>
                  </a:lnTo>
                  <a:lnTo>
                    <a:pt x="201" y="1"/>
                  </a:lnTo>
                  <a:lnTo>
                    <a:pt x="203" y="0"/>
                  </a:lnTo>
                  <a:close/>
                  <a:moveTo>
                    <a:pt x="200" y="0"/>
                  </a:moveTo>
                  <a:lnTo>
                    <a:pt x="200" y="0"/>
                  </a:lnTo>
                  <a:lnTo>
                    <a:pt x="199" y="1"/>
                  </a:lnTo>
                  <a:lnTo>
                    <a:pt x="197" y="1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" name="Freeform 360"/>
            <p:cNvSpPr>
              <a:spLocks noEditPoints="1"/>
            </p:cNvSpPr>
            <p:nvPr/>
          </p:nvSpPr>
          <p:spPr bwMode="auto">
            <a:xfrm>
              <a:off x="9224211" y="4200673"/>
              <a:ext cx="35528" cy="30453"/>
            </a:xfrm>
            <a:custGeom>
              <a:avLst/>
              <a:gdLst>
                <a:gd name="T0" fmla="*/ 12 w 14"/>
                <a:gd name="T1" fmla="*/ 3 h 12"/>
                <a:gd name="T2" fmla="*/ 12 w 14"/>
                <a:gd name="T3" fmla="*/ 4 h 12"/>
                <a:gd name="T4" fmla="*/ 14 w 14"/>
                <a:gd name="T5" fmla="*/ 8 h 12"/>
                <a:gd name="T6" fmla="*/ 12 w 14"/>
                <a:gd name="T7" fmla="*/ 11 h 12"/>
                <a:gd name="T8" fmla="*/ 11 w 14"/>
                <a:gd name="T9" fmla="*/ 10 h 12"/>
                <a:gd name="T10" fmla="*/ 11 w 14"/>
                <a:gd name="T11" fmla="*/ 7 h 12"/>
                <a:gd name="T12" fmla="*/ 11 w 14"/>
                <a:gd name="T13" fmla="*/ 4 h 12"/>
                <a:gd name="T14" fmla="*/ 11 w 14"/>
                <a:gd name="T15" fmla="*/ 4 h 12"/>
                <a:gd name="T16" fmla="*/ 12 w 14"/>
                <a:gd name="T17" fmla="*/ 3 h 12"/>
                <a:gd name="T18" fmla="*/ 10 w 14"/>
                <a:gd name="T19" fmla="*/ 0 h 12"/>
                <a:gd name="T20" fmla="*/ 10 w 14"/>
                <a:gd name="T21" fmla="*/ 3 h 12"/>
                <a:gd name="T22" fmla="*/ 10 w 14"/>
                <a:gd name="T23" fmla="*/ 4 h 12"/>
                <a:gd name="T24" fmla="*/ 10 w 14"/>
                <a:gd name="T25" fmla="*/ 4 h 12"/>
                <a:gd name="T26" fmla="*/ 8 w 14"/>
                <a:gd name="T27" fmla="*/ 6 h 12"/>
                <a:gd name="T28" fmla="*/ 8 w 14"/>
                <a:gd name="T29" fmla="*/ 11 h 12"/>
                <a:gd name="T30" fmla="*/ 7 w 14"/>
                <a:gd name="T31" fmla="*/ 12 h 12"/>
                <a:gd name="T32" fmla="*/ 4 w 14"/>
                <a:gd name="T33" fmla="*/ 10 h 12"/>
                <a:gd name="T34" fmla="*/ 3 w 14"/>
                <a:gd name="T35" fmla="*/ 7 h 12"/>
                <a:gd name="T36" fmla="*/ 2 w 14"/>
                <a:gd name="T37" fmla="*/ 7 h 12"/>
                <a:gd name="T38" fmla="*/ 0 w 14"/>
                <a:gd name="T39" fmla="*/ 6 h 12"/>
                <a:gd name="T40" fmla="*/ 0 w 14"/>
                <a:gd name="T41" fmla="*/ 6 h 12"/>
                <a:gd name="T42" fmla="*/ 4 w 14"/>
                <a:gd name="T43" fmla="*/ 4 h 12"/>
                <a:gd name="T44" fmla="*/ 7 w 14"/>
                <a:gd name="T45" fmla="*/ 2 h 12"/>
                <a:gd name="T46" fmla="*/ 10 w 14"/>
                <a:gd name="T4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" h="12">
                  <a:moveTo>
                    <a:pt x="12" y="3"/>
                  </a:moveTo>
                  <a:lnTo>
                    <a:pt x="12" y="4"/>
                  </a:lnTo>
                  <a:lnTo>
                    <a:pt x="14" y="8"/>
                  </a:lnTo>
                  <a:lnTo>
                    <a:pt x="12" y="11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2" y="3"/>
                  </a:lnTo>
                  <a:close/>
                  <a:moveTo>
                    <a:pt x="10" y="0"/>
                  </a:moveTo>
                  <a:lnTo>
                    <a:pt x="10" y="3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8" y="6"/>
                  </a:lnTo>
                  <a:lnTo>
                    <a:pt x="8" y="11"/>
                  </a:lnTo>
                  <a:lnTo>
                    <a:pt x="7" y="12"/>
                  </a:lnTo>
                  <a:lnTo>
                    <a:pt x="4" y="10"/>
                  </a:lnTo>
                  <a:lnTo>
                    <a:pt x="3" y="7"/>
                  </a:lnTo>
                  <a:lnTo>
                    <a:pt x="2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4" y="4"/>
                  </a:lnTo>
                  <a:lnTo>
                    <a:pt x="7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" name="Freeform 361"/>
            <p:cNvSpPr>
              <a:spLocks noEditPoints="1"/>
            </p:cNvSpPr>
            <p:nvPr/>
          </p:nvSpPr>
          <p:spPr bwMode="auto">
            <a:xfrm>
              <a:off x="8823247" y="3611917"/>
              <a:ext cx="248699" cy="479634"/>
            </a:xfrm>
            <a:custGeom>
              <a:avLst/>
              <a:gdLst>
                <a:gd name="T0" fmla="*/ 35 w 98"/>
                <a:gd name="T1" fmla="*/ 172 h 189"/>
                <a:gd name="T2" fmla="*/ 37 w 98"/>
                <a:gd name="T3" fmla="*/ 0 h 189"/>
                <a:gd name="T4" fmla="*/ 49 w 98"/>
                <a:gd name="T5" fmla="*/ 5 h 189"/>
                <a:gd name="T6" fmla="*/ 53 w 98"/>
                <a:gd name="T7" fmla="*/ 9 h 189"/>
                <a:gd name="T8" fmla="*/ 60 w 98"/>
                <a:gd name="T9" fmla="*/ 19 h 189"/>
                <a:gd name="T10" fmla="*/ 69 w 98"/>
                <a:gd name="T11" fmla="*/ 22 h 189"/>
                <a:gd name="T12" fmla="*/ 69 w 98"/>
                <a:gd name="T13" fmla="*/ 26 h 189"/>
                <a:gd name="T14" fmla="*/ 61 w 98"/>
                <a:gd name="T15" fmla="*/ 28 h 189"/>
                <a:gd name="T16" fmla="*/ 57 w 98"/>
                <a:gd name="T17" fmla="*/ 31 h 189"/>
                <a:gd name="T18" fmla="*/ 54 w 98"/>
                <a:gd name="T19" fmla="*/ 32 h 189"/>
                <a:gd name="T20" fmla="*/ 53 w 98"/>
                <a:gd name="T21" fmla="*/ 39 h 189"/>
                <a:gd name="T22" fmla="*/ 49 w 98"/>
                <a:gd name="T23" fmla="*/ 44 h 189"/>
                <a:gd name="T24" fmla="*/ 45 w 98"/>
                <a:gd name="T25" fmla="*/ 48 h 189"/>
                <a:gd name="T26" fmla="*/ 45 w 98"/>
                <a:gd name="T27" fmla="*/ 57 h 189"/>
                <a:gd name="T28" fmla="*/ 50 w 98"/>
                <a:gd name="T29" fmla="*/ 64 h 189"/>
                <a:gd name="T30" fmla="*/ 56 w 98"/>
                <a:gd name="T31" fmla="*/ 72 h 189"/>
                <a:gd name="T32" fmla="*/ 65 w 98"/>
                <a:gd name="T33" fmla="*/ 82 h 189"/>
                <a:gd name="T34" fmla="*/ 85 w 98"/>
                <a:gd name="T35" fmla="*/ 100 h 189"/>
                <a:gd name="T36" fmla="*/ 89 w 98"/>
                <a:gd name="T37" fmla="*/ 106 h 189"/>
                <a:gd name="T38" fmla="*/ 92 w 98"/>
                <a:gd name="T39" fmla="*/ 117 h 189"/>
                <a:gd name="T40" fmla="*/ 95 w 98"/>
                <a:gd name="T41" fmla="*/ 126 h 189"/>
                <a:gd name="T42" fmla="*/ 96 w 98"/>
                <a:gd name="T43" fmla="*/ 134 h 189"/>
                <a:gd name="T44" fmla="*/ 96 w 98"/>
                <a:gd name="T45" fmla="*/ 136 h 189"/>
                <a:gd name="T46" fmla="*/ 95 w 98"/>
                <a:gd name="T47" fmla="*/ 142 h 189"/>
                <a:gd name="T48" fmla="*/ 95 w 98"/>
                <a:gd name="T49" fmla="*/ 150 h 189"/>
                <a:gd name="T50" fmla="*/ 87 w 98"/>
                <a:gd name="T51" fmla="*/ 157 h 189"/>
                <a:gd name="T52" fmla="*/ 79 w 98"/>
                <a:gd name="T53" fmla="*/ 164 h 189"/>
                <a:gd name="T54" fmla="*/ 67 w 98"/>
                <a:gd name="T55" fmla="*/ 167 h 189"/>
                <a:gd name="T56" fmla="*/ 65 w 98"/>
                <a:gd name="T57" fmla="*/ 165 h 189"/>
                <a:gd name="T58" fmla="*/ 66 w 98"/>
                <a:gd name="T59" fmla="*/ 169 h 189"/>
                <a:gd name="T60" fmla="*/ 65 w 98"/>
                <a:gd name="T61" fmla="*/ 173 h 189"/>
                <a:gd name="T62" fmla="*/ 61 w 98"/>
                <a:gd name="T63" fmla="*/ 175 h 189"/>
                <a:gd name="T64" fmla="*/ 60 w 98"/>
                <a:gd name="T65" fmla="*/ 178 h 189"/>
                <a:gd name="T66" fmla="*/ 53 w 98"/>
                <a:gd name="T67" fmla="*/ 182 h 189"/>
                <a:gd name="T68" fmla="*/ 45 w 98"/>
                <a:gd name="T69" fmla="*/ 189 h 189"/>
                <a:gd name="T70" fmla="*/ 46 w 98"/>
                <a:gd name="T71" fmla="*/ 186 h 189"/>
                <a:gd name="T72" fmla="*/ 45 w 98"/>
                <a:gd name="T73" fmla="*/ 180 h 189"/>
                <a:gd name="T74" fmla="*/ 49 w 98"/>
                <a:gd name="T75" fmla="*/ 169 h 189"/>
                <a:gd name="T76" fmla="*/ 41 w 98"/>
                <a:gd name="T77" fmla="*/ 169 h 189"/>
                <a:gd name="T78" fmla="*/ 45 w 98"/>
                <a:gd name="T79" fmla="*/ 163 h 189"/>
                <a:gd name="T80" fmla="*/ 58 w 98"/>
                <a:gd name="T81" fmla="*/ 160 h 189"/>
                <a:gd name="T82" fmla="*/ 60 w 98"/>
                <a:gd name="T83" fmla="*/ 155 h 189"/>
                <a:gd name="T84" fmla="*/ 65 w 98"/>
                <a:gd name="T85" fmla="*/ 147 h 189"/>
                <a:gd name="T86" fmla="*/ 75 w 98"/>
                <a:gd name="T87" fmla="*/ 138 h 189"/>
                <a:gd name="T88" fmla="*/ 73 w 98"/>
                <a:gd name="T89" fmla="*/ 121 h 189"/>
                <a:gd name="T90" fmla="*/ 71 w 98"/>
                <a:gd name="T91" fmla="*/ 111 h 189"/>
                <a:gd name="T92" fmla="*/ 71 w 98"/>
                <a:gd name="T93" fmla="*/ 101 h 189"/>
                <a:gd name="T94" fmla="*/ 70 w 98"/>
                <a:gd name="T95" fmla="*/ 94 h 189"/>
                <a:gd name="T96" fmla="*/ 65 w 98"/>
                <a:gd name="T97" fmla="*/ 88 h 189"/>
                <a:gd name="T98" fmla="*/ 58 w 98"/>
                <a:gd name="T99" fmla="*/ 82 h 189"/>
                <a:gd name="T100" fmla="*/ 49 w 98"/>
                <a:gd name="T101" fmla="*/ 72 h 189"/>
                <a:gd name="T102" fmla="*/ 35 w 98"/>
                <a:gd name="T103" fmla="*/ 61 h 189"/>
                <a:gd name="T104" fmla="*/ 29 w 98"/>
                <a:gd name="T105" fmla="*/ 55 h 189"/>
                <a:gd name="T106" fmla="*/ 33 w 98"/>
                <a:gd name="T107" fmla="*/ 48 h 189"/>
                <a:gd name="T108" fmla="*/ 35 w 98"/>
                <a:gd name="T109" fmla="*/ 39 h 189"/>
                <a:gd name="T110" fmla="*/ 25 w 98"/>
                <a:gd name="T111" fmla="*/ 32 h 189"/>
                <a:gd name="T112" fmla="*/ 8 w 98"/>
                <a:gd name="T113" fmla="*/ 25 h 189"/>
                <a:gd name="T114" fmla="*/ 2 w 98"/>
                <a:gd name="T115" fmla="*/ 14 h 189"/>
                <a:gd name="T116" fmla="*/ 4 w 98"/>
                <a:gd name="T117" fmla="*/ 9 h 189"/>
                <a:gd name="T118" fmla="*/ 11 w 98"/>
                <a:gd name="T119" fmla="*/ 11 h 189"/>
                <a:gd name="T120" fmla="*/ 17 w 98"/>
                <a:gd name="T121" fmla="*/ 9 h 189"/>
                <a:gd name="T122" fmla="*/ 27 w 98"/>
                <a:gd name="T123" fmla="*/ 7 h 189"/>
                <a:gd name="T124" fmla="*/ 37 w 98"/>
                <a:gd name="T12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8" h="189">
                  <a:moveTo>
                    <a:pt x="35" y="165"/>
                  </a:moveTo>
                  <a:lnTo>
                    <a:pt x="36" y="167"/>
                  </a:lnTo>
                  <a:lnTo>
                    <a:pt x="37" y="168"/>
                  </a:lnTo>
                  <a:lnTo>
                    <a:pt x="36" y="171"/>
                  </a:lnTo>
                  <a:lnTo>
                    <a:pt x="35" y="172"/>
                  </a:lnTo>
                  <a:lnTo>
                    <a:pt x="33" y="169"/>
                  </a:lnTo>
                  <a:lnTo>
                    <a:pt x="35" y="168"/>
                  </a:lnTo>
                  <a:lnTo>
                    <a:pt x="33" y="167"/>
                  </a:lnTo>
                  <a:lnTo>
                    <a:pt x="35" y="165"/>
                  </a:lnTo>
                  <a:close/>
                  <a:moveTo>
                    <a:pt x="37" y="0"/>
                  </a:moveTo>
                  <a:lnTo>
                    <a:pt x="40" y="1"/>
                  </a:lnTo>
                  <a:lnTo>
                    <a:pt x="40" y="2"/>
                  </a:lnTo>
                  <a:lnTo>
                    <a:pt x="42" y="3"/>
                  </a:lnTo>
                  <a:lnTo>
                    <a:pt x="44" y="5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3" y="5"/>
                  </a:lnTo>
                  <a:lnTo>
                    <a:pt x="56" y="6"/>
                  </a:lnTo>
                  <a:lnTo>
                    <a:pt x="54" y="9"/>
                  </a:lnTo>
                  <a:lnTo>
                    <a:pt x="53" y="9"/>
                  </a:lnTo>
                  <a:lnTo>
                    <a:pt x="52" y="13"/>
                  </a:lnTo>
                  <a:lnTo>
                    <a:pt x="53" y="14"/>
                  </a:lnTo>
                  <a:lnTo>
                    <a:pt x="54" y="1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2" y="21"/>
                  </a:lnTo>
                  <a:lnTo>
                    <a:pt x="64" y="22"/>
                  </a:lnTo>
                  <a:lnTo>
                    <a:pt x="66" y="21"/>
                  </a:lnTo>
                  <a:lnTo>
                    <a:pt x="67" y="22"/>
                  </a:lnTo>
                  <a:lnTo>
                    <a:pt x="69" y="22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0" y="25"/>
                  </a:lnTo>
                  <a:lnTo>
                    <a:pt x="69" y="26"/>
                  </a:lnTo>
                  <a:lnTo>
                    <a:pt x="69" y="26"/>
                  </a:lnTo>
                  <a:lnTo>
                    <a:pt x="66" y="27"/>
                  </a:lnTo>
                  <a:lnTo>
                    <a:pt x="65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2" y="30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60" y="31"/>
                  </a:lnTo>
                  <a:lnTo>
                    <a:pt x="57" y="31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3" y="36"/>
                  </a:lnTo>
                  <a:lnTo>
                    <a:pt x="53" y="38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53" y="42"/>
                  </a:lnTo>
                  <a:lnTo>
                    <a:pt x="52" y="42"/>
                  </a:lnTo>
                  <a:lnTo>
                    <a:pt x="50" y="44"/>
                  </a:lnTo>
                  <a:lnTo>
                    <a:pt x="49" y="44"/>
                  </a:lnTo>
                  <a:lnTo>
                    <a:pt x="48" y="43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47"/>
                  </a:lnTo>
                  <a:lnTo>
                    <a:pt x="45" y="48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8" y="52"/>
                  </a:lnTo>
                  <a:lnTo>
                    <a:pt x="46" y="56"/>
                  </a:lnTo>
                  <a:lnTo>
                    <a:pt x="45" y="57"/>
                  </a:lnTo>
                  <a:lnTo>
                    <a:pt x="48" y="60"/>
                  </a:lnTo>
                  <a:lnTo>
                    <a:pt x="46" y="61"/>
                  </a:lnTo>
                  <a:lnTo>
                    <a:pt x="45" y="61"/>
                  </a:lnTo>
                  <a:lnTo>
                    <a:pt x="46" y="63"/>
                  </a:lnTo>
                  <a:lnTo>
                    <a:pt x="50" y="64"/>
                  </a:lnTo>
                  <a:lnTo>
                    <a:pt x="53" y="67"/>
                  </a:lnTo>
                  <a:lnTo>
                    <a:pt x="54" y="67"/>
                  </a:lnTo>
                  <a:lnTo>
                    <a:pt x="57" y="69"/>
                  </a:lnTo>
                  <a:lnTo>
                    <a:pt x="57" y="71"/>
                  </a:lnTo>
                  <a:lnTo>
                    <a:pt x="56" y="72"/>
                  </a:lnTo>
                  <a:lnTo>
                    <a:pt x="57" y="75"/>
                  </a:lnTo>
                  <a:lnTo>
                    <a:pt x="57" y="76"/>
                  </a:lnTo>
                  <a:lnTo>
                    <a:pt x="62" y="80"/>
                  </a:lnTo>
                  <a:lnTo>
                    <a:pt x="65" y="81"/>
                  </a:lnTo>
                  <a:lnTo>
                    <a:pt x="65" y="82"/>
                  </a:lnTo>
                  <a:lnTo>
                    <a:pt x="71" y="85"/>
                  </a:lnTo>
                  <a:lnTo>
                    <a:pt x="77" y="90"/>
                  </a:lnTo>
                  <a:lnTo>
                    <a:pt x="78" y="92"/>
                  </a:lnTo>
                  <a:lnTo>
                    <a:pt x="83" y="96"/>
                  </a:lnTo>
                  <a:lnTo>
                    <a:pt x="85" y="100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9" y="105"/>
                  </a:lnTo>
                  <a:lnTo>
                    <a:pt x="89" y="106"/>
                  </a:lnTo>
                  <a:lnTo>
                    <a:pt x="90" y="107"/>
                  </a:lnTo>
                  <a:lnTo>
                    <a:pt x="89" y="109"/>
                  </a:lnTo>
                  <a:lnTo>
                    <a:pt x="91" y="111"/>
                  </a:lnTo>
                  <a:lnTo>
                    <a:pt x="91" y="115"/>
                  </a:lnTo>
                  <a:lnTo>
                    <a:pt x="92" y="117"/>
                  </a:lnTo>
                  <a:lnTo>
                    <a:pt x="94" y="119"/>
                  </a:lnTo>
                  <a:lnTo>
                    <a:pt x="94" y="121"/>
                  </a:lnTo>
                  <a:lnTo>
                    <a:pt x="94" y="123"/>
                  </a:lnTo>
                  <a:lnTo>
                    <a:pt x="94" y="125"/>
                  </a:lnTo>
                  <a:lnTo>
                    <a:pt x="95" y="126"/>
                  </a:lnTo>
                  <a:lnTo>
                    <a:pt x="94" y="127"/>
                  </a:lnTo>
                  <a:lnTo>
                    <a:pt x="95" y="130"/>
                  </a:lnTo>
                  <a:lnTo>
                    <a:pt x="95" y="131"/>
                  </a:lnTo>
                  <a:lnTo>
                    <a:pt x="96" y="131"/>
                  </a:lnTo>
                  <a:lnTo>
                    <a:pt x="96" y="134"/>
                  </a:lnTo>
                  <a:lnTo>
                    <a:pt x="98" y="136"/>
                  </a:lnTo>
                  <a:lnTo>
                    <a:pt x="98" y="138"/>
                  </a:lnTo>
                  <a:lnTo>
                    <a:pt x="98" y="138"/>
                  </a:lnTo>
                  <a:lnTo>
                    <a:pt x="98" y="136"/>
                  </a:lnTo>
                  <a:lnTo>
                    <a:pt x="96" y="136"/>
                  </a:lnTo>
                  <a:lnTo>
                    <a:pt x="95" y="136"/>
                  </a:lnTo>
                  <a:lnTo>
                    <a:pt x="95" y="138"/>
                  </a:lnTo>
                  <a:lnTo>
                    <a:pt x="96" y="139"/>
                  </a:lnTo>
                  <a:lnTo>
                    <a:pt x="96" y="140"/>
                  </a:lnTo>
                  <a:lnTo>
                    <a:pt x="95" y="142"/>
                  </a:lnTo>
                  <a:lnTo>
                    <a:pt x="95" y="143"/>
                  </a:lnTo>
                  <a:lnTo>
                    <a:pt x="94" y="144"/>
                  </a:lnTo>
                  <a:lnTo>
                    <a:pt x="95" y="147"/>
                  </a:lnTo>
                  <a:lnTo>
                    <a:pt x="94" y="148"/>
                  </a:lnTo>
                  <a:lnTo>
                    <a:pt x="95" y="150"/>
                  </a:lnTo>
                  <a:lnTo>
                    <a:pt x="94" y="151"/>
                  </a:lnTo>
                  <a:lnTo>
                    <a:pt x="92" y="152"/>
                  </a:lnTo>
                  <a:lnTo>
                    <a:pt x="91" y="155"/>
                  </a:lnTo>
                  <a:lnTo>
                    <a:pt x="90" y="155"/>
                  </a:lnTo>
                  <a:lnTo>
                    <a:pt x="87" y="157"/>
                  </a:lnTo>
                  <a:lnTo>
                    <a:pt x="86" y="159"/>
                  </a:lnTo>
                  <a:lnTo>
                    <a:pt x="83" y="160"/>
                  </a:lnTo>
                  <a:lnTo>
                    <a:pt x="83" y="163"/>
                  </a:lnTo>
                  <a:lnTo>
                    <a:pt x="81" y="163"/>
                  </a:lnTo>
                  <a:lnTo>
                    <a:pt x="79" y="164"/>
                  </a:lnTo>
                  <a:lnTo>
                    <a:pt x="74" y="167"/>
                  </a:lnTo>
                  <a:lnTo>
                    <a:pt x="71" y="167"/>
                  </a:lnTo>
                  <a:lnTo>
                    <a:pt x="70" y="167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7" y="165"/>
                  </a:lnTo>
                  <a:lnTo>
                    <a:pt x="67" y="164"/>
                  </a:lnTo>
                  <a:lnTo>
                    <a:pt x="67" y="165"/>
                  </a:lnTo>
                  <a:lnTo>
                    <a:pt x="66" y="165"/>
                  </a:lnTo>
                  <a:lnTo>
                    <a:pt x="65" y="165"/>
                  </a:lnTo>
                  <a:lnTo>
                    <a:pt x="66" y="167"/>
                  </a:lnTo>
                  <a:lnTo>
                    <a:pt x="66" y="167"/>
                  </a:lnTo>
                  <a:lnTo>
                    <a:pt x="65" y="168"/>
                  </a:lnTo>
                  <a:lnTo>
                    <a:pt x="64" y="168"/>
                  </a:lnTo>
                  <a:lnTo>
                    <a:pt x="66" y="169"/>
                  </a:lnTo>
                  <a:lnTo>
                    <a:pt x="66" y="169"/>
                  </a:lnTo>
                  <a:lnTo>
                    <a:pt x="67" y="172"/>
                  </a:lnTo>
                  <a:lnTo>
                    <a:pt x="65" y="173"/>
                  </a:lnTo>
                  <a:lnTo>
                    <a:pt x="62" y="171"/>
                  </a:lnTo>
                  <a:lnTo>
                    <a:pt x="65" y="173"/>
                  </a:lnTo>
                  <a:lnTo>
                    <a:pt x="65" y="175"/>
                  </a:lnTo>
                  <a:lnTo>
                    <a:pt x="64" y="176"/>
                  </a:lnTo>
                  <a:lnTo>
                    <a:pt x="62" y="175"/>
                  </a:lnTo>
                  <a:lnTo>
                    <a:pt x="62" y="173"/>
                  </a:lnTo>
                  <a:lnTo>
                    <a:pt x="61" y="175"/>
                  </a:lnTo>
                  <a:lnTo>
                    <a:pt x="61" y="176"/>
                  </a:lnTo>
                  <a:lnTo>
                    <a:pt x="61" y="176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0" y="178"/>
                  </a:lnTo>
                  <a:lnTo>
                    <a:pt x="58" y="178"/>
                  </a:lnTo>
                  <a:lnTo>
                    <a:pt x="56" y="181"/>
                  </a:lnTo>
                  <a:lnTo>
                    <a:pt x="56" y="181"/>
                  </a:lnTo>
                  <a:lnTo>
                    <a:pt x="54" y="181"/>
                  </a:lnTo>
                  <a:lnTo>
                    <a:pt x="53" y="182"/>
                  </a:lnTo>
                  <a:lnTo>
                    <a:pt x="53" y="185"/>
                  </a:lnTo>
                  <a:lnTo>
                    <a:pt x="52" y="186"/>
                  </a:lnTo>
                  <a:lnTo>
                    <a:pt x="50" y="186"/>
                  </a:lnTo>
                  <a:lnTo>
                    <a:pt x="50" y="186"/>
                  </a:lnTo>
                  <a:lnTo>
                    <a:pt x="45" y="189"/>
                  </a:lnTo>
                  <a:lnTo>
                    <a:pt x="42" y="189"/>
                  </a:lnTo>
                  <a:lnTo>
                    <a:pt x="45" y="188"/>
                  </a:lnTo>
                  <a:lnTo>
                    <a:pt x="46" y="186"/>
                  </a:lnTo>
                  <a:lnTo>
                    <a:pt x="48" y="185"/>
                  </a:lnTo>
                  <a:lnTo>
                    <a:pt x="46" y="186"/>
                  </a:lnTo>
                  <a:lnTo>
                    <a:pt x="45" y="185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0"/>
                  </a:lnTo>
                  <a:lnTo>
                    <a:pt x="45" y="176"/>
                  </a:lnTo>
                  <a:lnTo>
                    <a:pt x="46" y="173"/>
                  </a:lnTo>
                  <a:lnTo>
                    <a:pt x="50" y="171"/>
                  </a:lnTo>
                  <a:lnTo>
                    <a:pt x="52" y="169"/>
                  </a:lnTo>
                  <a:lnTo>
                    <a:pt x="49" y="169"/>
                  </a:lnTo>
                  <a:lnTo>
                    <a:pt x="48" y="169"/>
                  </a:lnTo>
                  <a:lnTo>
                    <a:pt x="45" y="169"/>
                  </a:lnTo>
                  <a:lnTo>
                    <a:pt x="44" y="169"/>
                  </a:lnTo>
                  <a:lnTo>
                    <a:pt x="42" y="169"/>
                  </a:lnTo>
                  <a:lnTo>
                    <a:pt x="41" y="169"/>
                  </a:lnTo>
                  <a:lnTo>
                    <a:pt x="41" y="168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42" y="163"/>
                  </a:lnTo>
                  <a:lnTo>
                    <a:pt x="45" y="163"/>
                  </a:lnTo>
                  <a:lnTo>
                    <a:pt x="46" y="160"/>
                  </a:lnTo>
                  <a:lnTo>
                    <a:pt x="49" y="159"/>
                  </a:lnTo>
                  <a:lnTo>
                    <a:pt x="50" y="160"/>
                  </a:lnTo>
                  <a:lnTo>
                    <a:pt x="56" y="159"/>
                  </a:lnTo>
                  <a:lnTo>
                    <a:pt x="58" y="160"/>
                  </a:lnTo>
                  <a:lnTo>
                    <a:pt x="58" y="161"/>
                  </a:lnTo>
                  <a:lnTo>
                    <a:pt x="62" y="161"/>
                  </a:lnTo>
                  <a:lnTo>
                    <a:pt x="61" y="159"/>
                  </a:lnTo>
                  <a:lnTo>
                    <a:pt x="62" y="157"/>
                  </a:lnTo>
                  <a:lnTo>
                    <a:pt x="60" y="155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60" y="148"/>
                  </a:lnTo>
                  <a:lnTo>
                    <a:pt x="64" y="148"/>
                  </a:lnTo>
                  <a:lnTo>
                    <a:pt x="65" y="147"/>
                  </a:lnTo>
                  <a:lnTo>
                    <a:pt x="67" y="144"/>
                  </a:lnTo>
                  <a:lnTo>
                    <a:pt x="71" y="143"/>
                  </a:lnTo>
                  <a:lnTo>
                    <a:pt x="71" y="142"/>
                  </a:lnTo>
                  <a:lnTo>
                    <a:pt x="74" y="142"/>
                  </a:lnTo>
                  <a:lnTo>
                    <a:pt x="75" y="138"/>
                  </a:lnTo>
                  <a:lnTo>
                    <a:pt x="75" y="135"/>
                  </a:lnTo>
                  <a:lnTo>
                    <a:pt x="75" y="131"/>
                  </a:lnTo>
                  <a:lnTo>
                    <a:pt x="74" y="130"/>
                  </a:lnTo>
                  <a:lnTo>
                    <a:pt x="75" y="126"/>
                  </a:lnTo>
                  <a:lnTo>
                    <a:pt x="73" y="121"/>
                  </a:lnTo>
                  <a:lnTo>
                    <a:pt x="71" y="119"/>
                  </a:lnTo>
                  <a:lnTo>
                    <a:pt x="70" y="117"/>
                  </a:lnTo>
                  <a:lnTo>
                    <a:pt x="70" y="117"/>
                  </a:lnTo>
                  <a:lnTo>
                    <a:pt x="73" y="115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0" y="106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1" y="101"/>
                  </a:lnTo>
                  <a:lnTo>
                    <a:pt x="71" y="100"/>
                  </a:lnTo>
                  <a:lnTo>
                    <a:pt x="71" y="97"/>
                  </a:lnTo>
                  <a:lnTo>
                    <a:pt x="73" y="94"/>
                  </a:lnTo>
                  <a:lnTo>
                    <a:pt x="73" y="93"/>
                  </a:lnTo>
                  <a:lnTo>
                    <a:pt x="70" y="94"/>
                  </a:lnTo>
                  <a:lnTo>
                    <a:pt x="69" y="93"/>
                  </a:lnTo>
                  <a:lnTo>
                    <a:pt x="67" y="92"/>
                  </a:lnTo>
                  <a:lnTo>
                    <a:pt x="65" y="92"/>
                  </a:lnTo>
                  <a:lnTo>
                    <a:pt x="64" y="90"/>
                  </a:lnTo>
                  <a:lnTo>
                    <a:pt x="65" y="88"/>
                  </a:lnTo>
                  <a:lnTo>
                    <a:pt x="62" y="88"/>
                  </a:lnTo>
                  <a:lnTo>
                    <a:pt x="61" y="88"/>
                  </a:lnTo>
                  <a:lnTo>
                    <a:pt x="60" y="86"/>
                  </a:lnTo>
                  <a:lnTo>
                    <a:pt x="60" y="84"/>
                  </a:lnTo>
                  <a:lnTo>
                    <a:pt x="58" y="82"/>
                  </a:lnTo>
                  <a:lnTo>
                    <a:pt x="56" y="82"/>
                  </a:lnTo>
                  <a:lnTo>
                    <a:pt x="54" y="81"/>
                  </a:lnTo>
                  <a:lnTo>
                    <a:pt x="53" y="78"/>
                  </a:lnTo>
                  <a:lnTo>
                    <a:pt x="49" y="75"/>
                  </a:lnTo>
                  <a:lnTo>
                    <a:pt x="49" y="72"/>
                  </a:lnTo>
                  <a:lnTo>
                    <a:pt x="46" y="69"/>
                  </a:lnTo>
                  <a:lnTo>
                    <a:pt x="44" y="68"/>
                  </a:lnTo>
                  <a:lnTo>
                    <a:pt x="41" y="64"/>
                  </a:lnTo>
                  <a:lnTo>
                    <a:pt x="39" y="63"/>
                  </a:lnTo>
                  <a:lnTo>
                    <a:pt x="35" y="61"/>
                  </a:lnTo>
                  <a:lnTo>
                    <a:pt x="31" y="61"/>
                  </a:lnTo>
                  <a:lnTo>
                    <a:pt x="29" y="57"/>
                  </a:lnTo>
                  <a:lnTo>
                    <a:pt x="28" y="57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27" y="52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1" y="48"/>
                  </a:lnTo>
                  <a:lnTo>
                    <a:pt x="33" y="48"/>
                  </a:lnTo>
                  <a:lnTo>
                    <a:pt x="35" y="47"/>
                  </a:lnTo>
                  <a:lnTo>
                    <a:pt x="36" y="42"/>
                  </a:lnTo>
                  <a:lnTo>
                    <a:pt x="37" y="42"/>
                  </a:lnTo>
                  <a:lnTo>
                    <a:pt x="37" y="40"/>
                  </a:lnTo>
                  <a:lnTo>
                    <a:pt x="35" y="39"/>
                  </a:lnTo>
                  <a:lnTo>
                    <a:pt x="35" y="38"/>
                  </a:lnTo>
                  <a:lnTo>
                    <a:pt x="35" y="35"/>
                  </a:lnTo>
                  <a:lnTo>
                    <a:pt x="31" y="34"/>
                  </a:lnTo>
                  <a:lnTo>
                    <a:pt x="29" y="32"/>
                  </a:lnTo>
                  <a:lnTo>
                    <a:pt x="25" y="32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5" y="32"/>
                  </a:lnTo>
                  <a:lnTo>
                    <a:pt x="13" y="28"/>
                  </a:lnTo>
                  <a:lnTo>
                    <a:pt x="8" y="25"/>
                  </a:lnTo>
                  <a:lnTo>
                    <a:pt x="10" y="23"/>
                  </a:lnTo>
                  <a:lnTo>
                    <a:pt x="10" y="21"/>
                  </a:lnTo>
                  <a:lnTo>
                    <a:pt x="7" y="18"/>
                  </a:lnTo>
                  <a:lnTo>
                    <a:pt x="6" y="15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2" y="7"/>
                  </a:lnTo>
                  <a:lnTo>
                    <a:pt x="15" y="10"/>
                  </a:lnTo>
                  <a:lnTo>
                    <a:pt x="16" y="7"/>
                  </a:lnTo>
                  <a:lnTo>
                    <a:pt x="17" y="9"/>
                  </a:lnTo>
                  <a:lnTo>
                    <a:pt x="19" y="10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4" y="6"/>
                  </a:lnTo>
                  <a:lnTo>
                    <a:pt x="27" y="7"/>
                  </a:lnTo>
                  <a:lnTo>
                    <a:pt x="31" y="6"/>
                  </a:lnTo>
                  <a:lnTo>
                    <a:pt x="31" y="2"/>
                  </a:lnTo>
                  <a:lnTo>
                    <a:pt x="33" y="1"/>
                  </a:lnTo>
                  <a:lnTo>
                    <a:pt x="3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" name="Freeform 362"/>
            <p:cNvSpPr>
              <a:spLocks/>
            </p:cNvSpPr>
            <p:nvPr/>
          </p:nvSpPr>
          <p:spPr bwMode="auto">
            <a:xfrm>
              <a:off x="8856237" y="3898682"/>
              <a:ext cx="157340" cy="137038"/>
            </a:xfrm>
            <a:custGeom>
              <a:avLst/>
              <a:gdLst>
                <a:gd name="T0" fmla="*/ 51 w 62"/>
                <a:gd name="T1" fmla="*/ 1 h 54"/>
                <a:gd name="T2" fmla="*/ 54 w 62"/>
                <a:gd name="T3" fmla="*/ 4 h 54"/>
                <a:gd name="T4" fmla="*/ 58 w 62"/>
                <a:gd name="T5" fmla="*/ 6 h 54"/>
                <a:gd name="T6" fmla="*/ 62 w 62"/>
                <a:gd name="T7" fmla="*/ 13 h 54"/>
                <a:gd name="T8" fmla="*/ 62 w 62"/>
                <a:gd name="T9" fmla="*/ 18 h 54"/>
                <a:gd name="T10" fmla="*/ 62 w 62"/>
                <a:gd name="T11" fmla="*/ 25 h 54"/>
                <a:gd name="T12" fmla="*/ 58 w 62"/>
                <a:gd name="T13" fmla="*/ 29 h 54"/>
                <a:gd name="T14" fmla="*/ 54 w 62"/>
                <a:gd name="T15" fmla="*/ 31 h 54"/>
                <a:gd name="T16" fmla="*/ 51 w 62"/>
                <a:gd name="T17" fmla="*/ 35 h 54"/>
                <a:gd name="T18" fmla="*/ 44 w 62"/>
                <a:gd name="T19" fmla="*/ 38 h 54"/>
                <a:gd name="T20" fmla="*/ 47 w 62"/>
                <a:gd name="T21" fmla="*/ 42 h 54"/>
                <a:gd name="T22" fmla="*/ 48 w 62"/>
                <a:gd name="T23" fmla="*/ 46 h 54"/>
                <a:gd name="T24" fmla="*/ 45 w 62"/>
                <a:gd name="T25" fmla="*/ 48 h 54"/>
                <a:gd name="T26" fmla="*/ 43 w 62"/>
                <a:gd name="T27" fmla="*/ 46 h 54"/>
                <a:gd name="T28" fmla="*/ 36 w 62"/>
                <a:gd name="T29" fmla="*/ 46 h 54"/>
                <a:gd name="T30" fmla="*/ 32 w 62"/>
                <a:gd name="T31" fmla="*/ 50 h 54"/>
                <a:gd name="T32" fmla="*/ 28 w 62"/>
                <a:gd name="T33" fmla="*/ 54 h 54"/>
                <a:gd name="T34" fmla="*/ 24 w 62"/>
                <a:gd name="T35" fmla="*/ 52 h 54"/>
                <a:gd name="T36" fmla="*/ 22 w 62"/>
                <a:gd name="T37" fmla="*/ 50 h 54"/>
                <a:gd name="T38" fmla="*/ 19 w 62"/>
                <a:gd name="T39" fmla="*/ 52 h 54"/>
                <a:gd name="T40" fmla="*/ 18 w 62"/>
                <a:gd name="T41" fmla="*/ 51 h 54"/>
                <a:gd name="T42" fmla="*/ 18 w 62"/>
                <a:gd name="T43" fmla="*/ 48 h 54"/>
                <a:gd name="T44" fmla="*/ 18 w 62"/>
                <a:gd name="T45" fmla="*/ 46 h 54"/>
                <a:gd name="T46" fmla="*/ 16 w 62"/>
                <a:gd name="T47" fmla="*/ 44 h 54"/>
                <a:gd name="T48" fmla="*/ 15 w 62"/>
                <a:gd name="T49" fmla="*/ 48 h 54"/>
                <a:gd name="T50" fmla="*/ 11 w 62"/>
                <a:gd name="T51" fmla="*/ 48 h 54"/>
                <a:gd name="T52" fmla="*/ 11 w 62"/>
                <a:gd name="T53" fmla="*/ 44 h 54"/>
                <a:gd name="T54" fmla="*/ 10 w 62"/>
                <a:gd name="T55" fmla="*/ 42 h 54"/>
                <a:gd name="T56" fmla="*/ 7 w 62"/>
                <a:gd name="T57" fmla="*/ 39 h 54"/>
                <a:gd name="T58" fmla="*/ 6 w 62"/>
                <a:gd name="T59" fmla="*/ 35 h 54"/>
                <a:gd name="T60" fmla="*/ 4 w 62"/>
                <a:gd name="T61" fmla="*/ 31 h 54"/>
                <a:gd name="T62" fmla="*/ 4 w 62"/>
                <a:gd name="T63" fmla="*/ 30 h 54"/>
                <a:gd name="T64" fmla="*/ 3 w 62"/>
                <a:gd name="T65" fmla="*/ 23 h 54"/>
                <a:gd name="T66" fmla="*/ 0 w 62"/>
                <a:gd name="T67" fmla="*/ 17 h 54"/>
                <a:gd name="T68" fmla="*/ 2 w 62"/>
                <a:gd name="T69" fmla="*/ 10 h 54"/>
                <a:gd name="T70" fmla="*/ 6 w 62"/>
                <a:gd name="T71" fmla="*/ 2 h 54"/>
                <a:gd name="T72" fmla="*/ 14 w 62"/>
                <a:gd name="T73" fmla="*/ 1 h 54"/>
                <a:gd name="T74" fmla="*/ 18 w 62"/>
                <a:gd name="T75" fmla="*/ 2 h 54"/>
                <a:gd name="T76" fmla="*/ 24 w 62"/>
                <a:gd name="T77" fmla="*/ 1 h 54"/>
                <a:gd name="T78" fmla="*/ 29 w 62"/>
                <a:gd name="T79" fmla="*/ 1 h 54"/>
                <a:gd name="T80" fmla="*/ 33 w 62"/>
                <a:gd name="T81" fmla="*/ 2 h 54"/>
                <a:gd name="T82" fmla="*/ 37 w 62"/>
                <a:gd name="T83" fmla="*/ 6 h 54"/>
                <a:gd name="T84" fmla="*/ 43 w 62"/>
                <a:gd name="T85" fmla="*/ 9 h 54"/>
                <a:gd name="T86" fmla="*/ 47 w 62"/>
                <a:gd name="T87" fmla="*/ 9 h 54"/>
                <a:gd name="T88" fmla="*/ 47 w 62"/>
                <a:gd name="T89" fmla="*/ 5 h 54"/>
                <a:gd name="T90" fmla="*/ 45 w 62"/>
                <a:gd name="T9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2" h="54">
                  <a:moveTo>
                    <a:pt x="49" y="0"/>
                  </a:moveTo>
                  <a:lnTo>
                    <a:pt x="51" y="1"/>
                  </a:lnTo>
                  <a:lnTo>
                    <a:pt x="52" y="2"/>
                  </a:lnTo>
                  <a:lnTo>
                    <a:pt x="54" y="4"/>
                  </a:lnTo>
                  <a:lnTo>
                    <a:pt x="57" y="4"/>
                  </a:lnTo>
                  <a:lnTo>
                    <a:pt x="58" y="6"/>
                  </a:lnTo>
                  <a:lnTo>
                    <a:pt x="60" y="8"/>
                  </a:lnTo>
                  <a:lnTo>
                    <a:pt x="62" y="13"/>
                  </a:lnTo>
                  <a:lnTo>
                    <a:pt x="61" y="17"/>
                  </a:lnTo>
                  <a:lnTo>
                    <a:pt x="62" y="18"/>
                  </a:lnTo>
                  <a:lnTo>
                    <a:pt x="62" y="22"/>
                  </a:lnTo>
                  <a:lnTo>
                    <a:pt x="62" y="25"/>
                  </a:lnTo>
                  <a:lnTo>
                    <a:pt x="61" y="29"/>
                  </a:lnTo>
                  <a:lnTo>
                    <a:pt x="58" y="29"/>
                  </a:lnTo>
                  <a:lnTo>
                    <a:pt x="58" y="30"/>
                  </a:lnTo>
                  <a:lnTo>
                    <a:pt x="54" y="31"/>
                  </a:lnTo>
                  <a:lnTo>
                    <a:pt x="52" y="34"/>
                  </a:lnTo>
                  <a:lnTo>
                    <a:pt x="51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4" y="42"/>
                  </a:lnTo>
                  <a:lnTo>
                    <a:pt x="47" y="42"/>
                  </a:lnTo>
                  <a:lnTo>
                    <a:pt x="49" y="44"/>
                  </a:lnTo>
                  <a:lnTo>
                    <a:pt x="48" y="46"/>
                  </a:lnTo>
                  <a:lnTo>
                    <a:pt x="49" y="48"/>
                  </a:lnTo>
                  <a:lnTo>
                    <a:pt x="45" y="48"/>
                  </a:lnTo>
                  <a:lnTo>
                    <a:pt x="45" y="47"/>
                  </a:lnTo>
                  <a:lnTo>
                    <a:pt x="43" y="46"/>
                  </a:lnTo>
                  <a:lnTo>
                    <a:pt x="37" y="47"/>
                  </a:lnTo>
                  <a:lnTo>
                    <a:pt x="36" y="46"/>
                  </a:lnTo>
                  <a:lnTo>
                    <a:pt x="33" y="47"/>
                  </a:lnTo>
                  <a:lnTo>
                    <a:pt x="32" y="50"/>
                  </a:lnTo>
                  <a:lnTo>
                    <a:pt x="29" y="50"/>
                  </a:lnTo>
                  <a:lnTo>
                    <a:pt x="28" y="54"/>
                  </a:lnTo>
                  <a:lnTo>
                    <a:pt x="26" y="51"/>
                  </a:lnTo>
                  <a:lnTo>
                    <a:pt x="24" y="52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1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8" y="48"/>
                  </a:lnTo>
                  <a:lnTo>
                    <a:pt x="18" y="47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5" y="46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1" y="48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2" y="22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10"/>
                  </a:lnTo>
                  <a:lnTo>
                    <a:pt x="3" y="6"/>
                  </a:lnTo>
                  <a:lnTo>
                    <a:pt x="6" y="2"/>
                  </a:lnTo>
                  <a:lnTo>
                    <a:pt x="8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8" y="2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9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7" y="6"/>
                  </a:lnTo>
                  <a:lnTo>
                    <a:pt x="40" y="6"/>
                  </a:lnTo>
                  <a:lnTo>
                    <a:pt x="43" y="9"/>
                  </a:lnTo>
                  <a:lnTo>
                    <a:pt x="47" y="10"/>
                  </a:lnTo>
                  <a:lnTo>
                    <a:pt x="47" y="9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4" y="2"/>
                  </a:lnTo>
                  <a:lnTo>
                    <a:pt x="45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" name="Freeform 363"/>
            <p:cNvSpPr>
              <a:spLocks/>
            </p:cNvSpPr>
            <p:nvPr/>
          </p:nvSpPr>
          <p:spPr bwMode="auto">
            <a:xfrm>
              <a:off x="8767417" y="3644908"/>
              <a:ext cx="243623" cy="279152"/>
            </a:xfrm>
            <a:custGeom>
              <a:avLst/>
              <a:gdLst>
                <a:gd name="T0" fmla="*/ 28 w 96"/>
                <a:gd name="T1" fmla="*/ 2 h 110"/>
                <a:gd name="T2" fmla="*/ 32 w 96"/>
                <a:gd name="T3" fmla="*/ 10 h 110"/>
                <a:gd name="T4" fmla="*/ 37 w 96"/>
                <a:gd name="T5" fmla="*/ 19 h 110"/>
                <a:gd name="T6" fmla="*/ 47 w 96"/>
                <a:gd name="T7" fmla="*/ 19 h 110"/>
                <a:gd name="T8" fmla="*/ 57 w 96"/>
                <a:gd name="T9" fmla="*/ 22 h 110"/>
                <a:gd name="T10" fmla="*/ 59 w 96"/>
                <a:gd name="T11" fmla="*/ 27 h 110"/>
                <a:gd name="T12" fmla="*/ 57 w 96"/>
                <a:gd name="T13" fmla="*/ 34 h 110"/>
                <a:gd name="T14" fmla="*/ 50 w 96"/>
                <a:gd name="T15" fmla="*/ 37 h 110"/>
                <a:gd name="T16" fmla="*/ 51 w 96"/>
                <a:gd name="T17" fmla="*/ 42 h 110"/>
                <a:gd name="T18" fmla="*/ 51 w 96"/>
                <a:gd name="T19" fmla="*/ 44 h 110"/>
                <a:gd name="T20" fmla="*/ 61 w 96"/>
                <a:gd name="T21" fmla="*/ 50 h 110"/>
                <a:gd name="T22" fmla="*/ 68 w 96"/>
                <a:gd name="T23" fmla="*/ 56 h 110"/>
                <a:gd name="T24" fmla="*/ 75 w 96"/>
                <a:gd name="T25" fmla="*/ 65 h 110"/>
                <a:gd name="T26" fmla="*/ 80 w 96"/>
                <a:gd name="T27" fmla="*/ 69 h 110"/>
                <a:gd name="T28" fmla="*/ 83 w 96"/>
                <a:gd name="T29" fmla="*/ 75 h 110"/>
                <a:gd name="T30" fmla="*/ 86 w 96"/>
                <a:gd name="T31" fmla="*/ 77 h 110"/>
                <a:gd name="T32" fmla="*/ 91 w 96"/>
                <a:gd name="T33" fmla="*/ 80 h 110"/>
                <a:gd name="T34" fmla="*/ 95 w 96"/>
                <a:gd name="T35" fmla="*/ 81 h 110"/>
                <a:gd name="T36" fmla="*/ 93 w 96"/>
                <a:gd name="T37" fmla="*/ 88 h 110"/>
                <a:gd name="T38" fmla="*/ 92 w 96"/>
                <a:gd name="T39" fmla="*/ 93 h 110"/>
                <a:gd name="T40" fmla="*/ 95 w 96"/>
                <a:gd name="T41" fmla="*/ 102 h 110"/>
                <a:gd name="T42" fmla="*/ 87 w 96"/>
                <a:gd name="T43" fmla="*/ 102 h 110"/>
                <a:gd name="T44" fmla="*/ 80 w 96"/>
                <a:gd name="T45" fmla="*/ 100 h 110"/>
                <a:gd name="T46" fmla="*/ 80 w 96"/>
                <a:gd name="T47" fmla="*/ 106 h 110"/>
                <a:gd name="T48" fmla="*/ 78 w 96"/>
                <a:gd name="T49" fmla="*/ 109 h 110"/>
                <a:gd name="T50" fmla="*/ 71 w 96"/>
                <a:gd name="T51" fmla="*/ 104 h 110"/>
                <a:gd name="T52" fmla="*/ 71 w 96"/>
                <a:gd name="T53" fmla="*/ 100 h 110"/>
                <a:gd name="T54" fmla="*/ 71 w 96"/>
                <a:gd name="T55" fmla="*/ 92 h 110"/>
                <a:gd name="T56" fmla="*/ 71 w 96"/>
                <a:gd name="T57" fmla="*/ 85 h 110"/>
                <a:gd name="T58" fmla="*/ 67 w 96"/>
                <a:gd name="T59" fmla="*/ 81 h 110"/>
                <a:gd name="T60" fmla="*/ 61 w 96"/>
                <a:gd name="T61" fmla="*/ 77 h 110"/>
                <a:gd name="T62" fmla="*/ 59 w 96"/>
                <a:gd name="T63" fmla="*/ 69 h 110"/>
                <a:gd name="T64" fmla="*/ 61 w 96"/>
                <a:gd name="T65" fmla="*/ 63 h 110"/>
                <a:gd name="T66" fmla="*/ 50 w 96"/>
                <a:gd name="T67" fmla="*/ 54 h 110"/>
                <a:gd name="T68" fmla="*/ 38 w 96"/>
                <a:gd name="T69" fmla="*/ 59 h 110"/>
                <a:gd name="T70" fmla="*/ 29 w 96"/>
                <a:gd name="T71" fmla="*/ 56 h 110"/>
                <a:gd name="T72" fmla="*/ 21 w 96"/>
                <a:gd name="T73" fmla="*/ 59 h 110"/>
                <a:gd name="T74" fmla="*/ 14 w 96"/>
                <a:gd name="T75" fmla="*/ 55 h 110"/>
                <a:gd name="T76" fmla="*/ 14 w 96"/>
                <a:gd name="T77" fmla="*/ 46 h 110"/>
                <a:gd name="T78" fmla="*/ 14 w 96"/>
                <a:gd name="T79" fmla="*/ 39 h 110"/>
                <a:gd name="T80" fmla="*/ 8 w 96"/>
                <a:gd name="T81" fmla="*/ 39 h 110"/>
                <a:gd name="T82" fmla="*/ 7 w 96"/>
                <a:gd name="T83" fmla="*/ 34 h 110"/>
                <a:gd name="T84" fmla="*/ 1 w 96"/>
                <a:gd name="T85" fmla="*/ 27 h 110"/>
                <a:gd name="T86" fmla="*/ 3 w 96"/>
                <a:gd name="T87" fmla="*/ 22 h 110"/>
                <a:gd name="T88" fmla="*/ 5 w 96"/>
                <a:gd name="T89" fmla="*/ 17 h 110"/>
                <a:gd name="T90" fmla="*/ 10 w 96"/>
                <a:gd name="T91" fmla="*/ 12 h 110"/>
                <a:gd name="T92" fmla="*/ 16 w 96"/>
                <a:gd name="T93" fmla="*/ 14 h 110"/>
                <a:gd name="T94" fmla="*/ 17 w 96"/>
                <a:gd name="T95" fmla="*/ 9 h 110"/>
                <a:gd name="T96" fmla="*/ 18 w 96"/>
                <a:gd name="T97" fmla="*/ 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110">
                  <a:moveTo>
                    <a:pt x="22" y="0"/>
                  </a:moveTo>
                  <a:lnTo>
                    <a:pt x="24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0" y="12"/>
                  </a:lnTo>
                  <a:lnTo>
                    <a:pt x="35" y="15"/>
                  </a:lnTo>
                  <a:lnTo>
                    <a:pt x="37" y="19"/>
                  </a:lnTo>
                  <a:lnTo>
                    <a:pt x="42" y="19"/>
                  </a:lnTo>
                  <a:lnTo>
                    <a:pt x="45" y="21"/>
                  </a:lnTo>
                  <a:lnTo>
                    <a:pt x="47" y="19"/>
                  </a:lnTo>
                  <a:lnTo>
                    <a:pt x="51" y="19"/>
                  </a:lnTo>
                  <a:lnTo>
                    <a:pt x="53" y="21"/>
                  </a:lnTo>
                  <a:lnTo>
                    <a:pt x="57" y="22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9" y="27"/>
                  </a:lnTo>
                  <a:lnTo>
                    <a:pt x="59" y="29"/>
                  </a:lnTo>
                  <a:lnTo>
                    <a:pt x="58" y="29"/>
                  </a:lnTo>
                  <a:lnTo>
                    <a:pt x="57" y="34"/>
                  </a:lnTo>
                  <a:lnTo>
                    <a:pt x="55" y="35"/>
                  </a:lnTo>
                  <a:lnTo>
                    <a:pt x="53" y="35"/>
                  </a:lnTo>
                  <a:lnTo>
                    <a:pt x="50" y="37"/>
                  </a:lnTo>
                  <a:lnTo>
                    <a:pt x="47" y="37"/>
                  </a:lnTo>
                  <a:lnTo>
                    <a:pt x="49" y="39"/>
                  </a:lnTo>
                  <a:lnTo>
                    <a:pt x="51" y="42"/>
                  </a:lnTo>
                  <a:lnTo>
                    <a:pt x="49" y="43"/>
                  </a:lnTo>
                  <a:lnTo>
                    <a:pt x="50" y="44"/>
                  </a:lnTo>
                  <a:lnTo>
                    <a:pt x="51" y="44"/>
                  </a:lnTo>
                  <a:lnTo>
                    <a:pt x="53" y="48"/>
                  </a:lnTo>
                  <a:lnTo>
                    <a:pt x="57" y="48"/>
                  </a:lnTo>
                  <a:lnTo>
                    <a:pt x="61" y="50"/>
                  </a:lnTo>
                  <a:lnTo>
                    <a:pt x="63" y="51"/>
                  </a:lnTo>
                  <a:lnTo>
                    <a:pt x="66" y="55"/>
                  </a:lnTo>
                  <a:lnTo>
                    <a:pt x="68" y="56"/>
                  </a:lnTo>
                  <a:lnTo>
                    <a:pt x="71" y="59"/>
                  </a:lnTo>
                  <a:lnTo>
                    <a:pt x="71" y="62"/>
                  </a:lnTo>
                  <a:lnTo>
                    <a:pt x="75" y="65"/>
                  </a:lnTo>
                  <a:lnTo>
                    <a:pt x="76" y="68"/>
                  </a:lnTo>
                  <a:lnTo>
                    <a:pt x="78" y="69"/>
                  </a:lnTo>
                  <a:lnTo>
                    <a:pt x="80" y="69"/>
                  </a:lnTo>
                  <a:lnTo>
                    <a:pt x="82" y="71"/>
                  </a:lnTo>
                  <a:lnTo>
                    <a:pt x="82" y="73"/>
                  </a:lnTo>
                  <a:lnTo>
                    <a:pt x="83" y="75"/>
                  </a:lnTo>
                  <a:lnTo>
                    <a:pt x="84" y="75"/>
                  </a:lnTo>
                  <a:lnTo>
                    <a:pt x="87" y="75"/>
                  </a:lnTo>
                  <a:lnTo>
                    <a:pt x="86" y="77"/>
                  </a:lnTo>
                  <a:lnTo>
                    <a:pt x="87" y="79"/>
                  </a:lnTo>
                  <a:lnTo>
                    <a:pt x="89" y="79"/>
                  </a:lnTo>
                  <a:lnTo>
                    <a:pt x="91" y="80"/>
                  </a:lnTo>
                  <a:lnTo>
                    <a:pt x="92" y="81"/>
                  </a:lnTo>
                  <a:lnTo>
                    <a:pt x="95" y="80"/>
                  </a:lnTo>
                  <a:lnTo>
                    <a:pt x="95" y="81"/>
                  </a:lnTo>
                  <a:lnTo>
                    <a:pt x="93" y="84"/>
                  </a:lnTo>
                  <a:lnTo>
                    <a:pt x="93" y="87"/>
                  </a:lnTo>
                  <a:lnTo>
                    <a:pt x="93" y="88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2" y="93"/>
                  </a:lnTo>
                  <a:lnTo>
                    <a:pt x="93" y="97"/>
                  </a:lnTo>
                  <a:lnTo>
                    <a:pt x="93" y="98"/>
                  </a:lnTo>
                  <a:lnTo>
                    <a:pt x="95" y="102"/>
                  </a:lnTo>
                  <a:lnTo>
                    <a:pt x="92" y="104"/>
                  </a:lnTo>
                  <a:lnTo>
                    <a:pt x="89" y="104"/>
                  </a:lnTo>
                  <a:lnTo>
                    <a:pt x="87" y="102"/>
                  </a:lnTo>
                  <a:lnTo>
                    <a:pt x="86" y="101"/>
                  </a:lnTo>
                  <a:lnTo>
                    <a:pt x="84" y="100"/>
                  </a:lnTo>
                  <a:lnTo>
                    <a:pt x="80" y="100"/>
                  </a:lnTo>
                  <a:lnTo>
                    <a:pt x="79" y="102"/>
                  </a:lnTo>
                  <a:lnTo>
                    <a:pt x="82" y="105"/>
                  </a:lnTo>
                  <a:lnTo>
                    <a:pt x="80" y="106"/>
                  </a:lnTo>
                  <a:lnTo>
                    <a:pt x="82" y="109"/>
                  </a:lnTo>
                  <a:lnTo>
                    <a:pt x="82" y="110"/>
                  </a:lnTo>
                  <a:lnTo>
                    <a:pt x="78" y="109"/>
                  </a:lnTo>
                  <a:lnTo>
                    <a:pt x="75" y="106"/>
                  </a:lnTo>
                  <a:lnTo>
                    <a:pt x="72" y="106"/>
                  </a:lnTo>
                  <a:lnTo>
                    <a:pt x="71" y="104"/>
                  </a:lnTo>
                  <a:lnTo>
                    <a:pt x="68" y="102"/>
                  </a:lnTo>
                  <a:lnTo>
                    <a:pt x="70" y="101"/>
                  </a:lnTo>
                  <a:lnTo>
                    <a:pt x="71" y="100"/>
                  </a:lnTo>
                  <a:lnTo>
                    <a:pt x="71" y="96"/>
                  </a:lnTo>
                  <a:lnTo>
                    <a:pt x="71" y="93"/>
                  </a:lnTo>
                  <a:lnTo>
                    <a:pt x="71" y="92"/>
                  </a:lnTo>
                  <a:lnTo>
                    <a:pt x="71" y="90"/>
                  </a:lnTo>
                  <a:lnTo>
                    <a:pt x="72" y="88"/>
                  </a:lnTo>
                  <a:lnTo>
                    <a:pt x="71" y="85"/>
                  </a:lnTo>
                  <a:lnTo>
                    <a:pt x="68" y="84"/>
                  </a:lnTo>
                  <a:lnTo>
                    <a:pt x="70" y="83"/>
                  </a:lnTo>
                  <a:lnTo>
                    <a:pt x="67" y="81"/>
                  </a:lnTo>
                  <a:lnTo>
                    <a:pt x="64" y="81"/>
                  </a:lnTo>
                  <a:lnTo>
                    <a:pt x="62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2"/>
                  </a:lnTo>
                  <a:lnTo>
                    <a:pt x="59" y="69"/>
                  </a:lnTo>
                  <a:lnTo>
                    <a:pt x="61" y="68"/>
                  </a:lnTo>
                  <a:lnTo>
                    <a:pt x="61" y="65"/>
                  </a:lnTo>
                  <a:lnTo>
                    <a:pt x="61" y="63"/>
                  </a:lnTo>
                  <a:lnTo>
                    <a:pt x="57" y="62"/>
                  </a:lnTo>
                  <a:lnTo>
                    <a:pt x="51" y="58"/>
                  </a:lnTo>
                  <a:lnTo>
                    <a:pt x="50" y="54"/>
                  </a:lnTo>
                  <a:lnTo>
                    <a:pt x="45" y="52"/>
                  </a:lnTo>
                  <a:lnTo>
                    <a:pt x="41" y="54"/>
                  </a:lnTo>
                  <a:lnTo>
                    <a:pt x="38" y="59"/>
                  </a:lnTo>
                  <a:lnTo>
                    <a:pt x="33" y="59"/>
                  </a:lnTo>
                  <a:lnTo>
                    <a:pt x="32" y="56"/>
                  </a:lnTo>
                  <a:lnTo>
                    <a:pt x="29" y="56"/>
                  </a:lnTo>
                  <a:lnTo>
                    <a:pt x="25" y="55"/>
                  </a:lnTo>
                  <a:lnTo>
                    <a:pt x="21" y="56"/>
                  </a:lnTo>
                  <a:lnTo>
                    <a:pt x="21" y="59"/>
                  </a:lnTo>
                  <a:lnTo>
                    <a:pt x="18" y="59"/>
                  </a:lnTo>
                  <a:lnTo>
                    <a:pt x="14" y="62"/>
                  </a:lnTo>
                  <a:lnTo>
                    <a:pt x="14" y="55"/>
                  </a:lnTo>
                  <a:lnTo>
                    <a:pt x="14" y="51"/>
                  </a:lnTo>
                  <a:lnTo>
                    <a:pt x="13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3" y="42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5" y="35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4" y="27"/>
                  </a:lnTo>
                  <a:lnTo>
                    <a:pt x="1" y="27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4"/>
                  </a:lnTo>
                  <a:lnTo>
                    <a:pt x="8" y="14"/>
                  </a:lnTo>
                  <a:lnTo>
                    <a:pt x="10" y="12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7" y="12"/>
                  </a:lnTo>
                  <a:lnTo>
                    <a:pt x="17" y="9"/>
                  </a:lnTo>
                  <a:lnTo>
                    <a:pt x="16" y="6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9" name="Freeform 364"/>
            <p:cNvSpPr>
              <a:spLocks noEditPoints="1"/>
            </p:cNvSpPr>
            <p:nvPr/>
          </p:nvSpPr>
          <p:spPr bwMode="auto">
            <a:xfrm>
              <a:off x="8693821" y="3708351"/>
              <a:ext cx="256313" cy="474559"/>
            </a:xfrm>
            <a:custGeom>
              <a:avLst/>
              <a:gdLst>
                <a:gd name="T0" fmla="*/ 36 w 101"/>
                <a:gd name="T1" fmla="*/ 175 h 187"/>
                <a:gd name="T2" fmla="*/ 28 w 101"/>
                <a:gd name="T3" fmla="*/ 165 h 187"/>
                <a:gd name="T4" fmla="*/ 18 w 101"/>
                <a:gd name="T5" fmla="*/ 162 h 187"/>
                <a:gd name="T6" fmla="*/ 39 w 101"/>
                <a:gd name="T7" fmla="*/ 139 h 187"/>
                <a:gd name="T8" fmla="*/ 38 w 101"/>
                <a:gd name="T9" fmla="*/ 135 h 187"/>
                <a:gd name="T10" fmla="*/ 66 w 101"/>
                <a:gd name="T11" fmla="*/ 109 h 187"/>
                <a:gd name="T12" fmla="*/ 30 w 101"/>
                <a:gd name="T13" fmla="*/ 2 h 187"/>
                <a:gd name="T14" fmla="*/ 36 w 101"/>
                <a:gd name="T15" fmla="*/ 13 h 187"/>
                <a:gd name="T16" fmla="*/ 42 w 101"/>
                <a:gd name="T17" fmla="*/ 17 h 187"/>
                <a:gd name="T18" fmla="*/ 43 w 101"/>
                <a:gd name="T19" fmla="*/ 30 h 187"/>
                <a:gd name="T20" fmla="*/ 54 w 101"/>
                <a:gd name="T21" fmla="*/ 30 h 187"/>
                <a:gd name="T22" fmla="*/ 70 w 101"/>
                <a:gd name="T23" fmla="*/ 29 h 187"/>
                <a:gd name="T24" fmla="*/ 90 w 101"/>
                <a:gd name="T25" fmla="*/ 38 h 187"/>
                <a:gd name="T26" fmla="*/ 90 w 101"/>
                <a:gd name="T27" fmla="*/ 50 h 187"/>
                <a:gd name="T28" fmla="*/ 99 w 101"/>
                <a:gd name="T29" fmla="*/ 58 h 187"/>
                <a:gd name="T30" fmla="*/ 100 w 101"/>
                <a:gd name="T31" fmla="*/ 67 h 187"/>
                <a:gd name="T32" fmla="*/ 96 w 101"/>
                <a:gd name="T33" fmla="*/ 77 h 187"/>
                <a:gd name="T34" fmla="*/ 82 w 101"/>
                <a:gd name="T35" fmla="*/ 77 h 187"/>
                <a:gd name="T36" fmla="*/ 67 w 101"/>
                <a:gd name="T37" fmla="*/ 81 h 187"/>
                <a:gd name="T38" fmla="*/ 67 w 101"/>
                <a:gd name="T39" fmla="*/ 98 h 187"/>
                <a:gd name="T40" fmla="*/ 67 w 101"/>
                <a:gd name="T41" fmla="*/ 108 h 187"/>
                <a:gd name="T42" fmla="*/ 62 w 101"/>
                <a:gd name="T43" fmla="*/ 105 h 187"/>
                <a:gd name="T44" fmla="*/ 55 w 101"/>
                <a:gd name="T45" fmla="*/ 101 h 187"/>
                <a:gd name="T46" fmla="*/ 47 w 101"/>
                <a:gd name="T47" fmla="*/ 101 h 187"/>
                <a:gd name="T48" fmla="*/ 46 w 101"/>
                <a:gd name="T49" fmla="*/ 93 h 187"/>
                <a:gd name="T50" fmla="*/ 43 w 101"/>
                <a:gd name="T51" fmla="*/ 90 h 187"/>
                <a:gd name="T52" fmla="*/ 37 w 101"/>
                <a:gd name="T53" fmla="*/ 90 h 187"/>
                <a:gd name="T54" fmla="*/ 37 w 101"/>
                <a:gd name="T55" fmla="*/ 94 h 187"/>
                <a:gd name="T56" fmla="*/ 36 w 101"/>
                <a:gd name="T57" fmla="*/ 102 h 187"/>
                <a:gd name="T58" fmla="*/ 32 w 101"/>
                <a:gd name="T59" fmla="*/ 122 h 187"/>
                <a:gd name="T60" fmla="*/ 29 w 101"/>
                <a:gd name="T61" fmla="*/ 131 h 187"/>
                <a:gd name="T62" fmla="*/ 32 w 101"/>
                <a:gd name="T63" fmla="*/ 142 h 187"/>
                <a:gd name="T64" fmla="*/ 33 w 101"/>
                <a:gd name="T65" fmla="*/ 142 h 187"/>
                <a:gd name="T66" fmla="*/ 38 w 101"/>
                <a:gd name="T67" fmla="*/ 147 h 187"/>
                <a:gd name="T68" fmla="*/ 42 w 101"/>
                <a:gd name="T69" fmla="*/ 152 h 187"/>
                <a:gd name="T70" fmla="*/ 45 w 101"/>
                <a:gd name="T71" fmla="*/ 158 h 187"/>
                <a:gd name="T72" fmla="*/ 42 w 101"/>
                <a:gd name="T73" fmla="*/ 164 h 187"/>
                <a:gd name="T74" fmla="*/ 47 w 101"/>
                <a:gd name="T75" fmla="*/ 168 h 187"/>
                <a:gd name="T76" fmla="*/ 57 w 101"/>
                <a:gd name="T77" fmla="*/ 173 h 187"/>
                <a:gd name="T78" fmla="*/ 64 w 101"/>
                <a:gd name="T79" fmla="*/ 181 h 187"/>
                <a:gd name="T80" fmla="*/ 58 w 101"/>
                <a:gd name="T81" fmla="*/ 184 h 187"/>
                <a:gd name="T82" fmla="*/ 54 w 101"/>
                <a:gd name="T83" fmla="*/ 179 h 187"/>
                <a:gd name="T84" fmla="*/ 43 w 101"/>
                <a:gd name="T85" fmla="*/ 173 h 187"/>
                <a:gd name="T86" fmla="*/ 36 w 101"/>
                <a:gd name="T87" fmla="*/ 172 h 187"/>
                <a:gd name="T88" fmla="*/ 32 w 101"/>
                <a:gd name="T89" fmla="*/ 167 h 187"/>
                <a:gd name="T90" fmla="*/ 24 w 101"/>
                <a:gd name="T91" fmla="*/ 158 h 187"/>
                <a:gd name="T92" fmla="*/ 21 w 101"/>
                <a:gd name="T93" fmla="*/ 156 h 187"/>
                <a:gd name="T94" fmla="*/ 18 w 101"/>
                <a:gd name="T95" fmla="*/ 146 h 187"/>
                <a:gd name="T96" fmla="*/ 20 w 101"/>
                <a:gd name="T97" fmla="*/ 139 h 187"/>
                <a:gd name="T98" fmla="*/ 22 w 101"/>
                <a:gd name="T99" fmla="*/ 129 h 187"/>
                <a:gd name="T100" fmla="*/ 29 w 101"/>
                <a:gd name="T101" fmla="*/ 113 h 187"/>
                <a:gd name="T102" fmla="*/ 29 w 101"/>
                <a:gd name="T103" fmla="*/ 100 h 187"/>
                <a:gd name="T104" fmla="*/ 28 w 101"/>
                <a:gd name="T105" fmla="*/ 89 h 187"/>
                <a:gd name="T106" fmla="*/ 16 w 101"/>
                <a:gd name="T107" fmla="*/ 72 h 187"/>
                <a:gd name="T108" fmla="*/ 16 w 101"/>
                <a:gd name="T109" fmla="*/ 56 h 187"/>
                <a:gd name="T110" fmla="*/ 14 w 101"/>
                <a:gd name="T111" fmla="*/ 46 h 187"/>
                <a:gd name="T112" fmla="*/ 4 w 101"/>
                <a:gd name="T113" fmla="*/ 34 h 187"/>
                <a:gd name="T114" fmla="*/ 5 w 101"/>
                <a:gd name="T115" fmla="*/ 25 h 187"/>
                <a:gd name="T116" fmla="*/ 8 w 101"/>
                <a:gd name="T117" fmla="*/ 12 h 187"/>
                <a:gd name="T118" fmla="*/ 18 w 101"/>
                <a:gd name="T119" fmla="*/ 6 h 187"/>
                <a:gd name="T120" fmla="*/ 22 w 101"/>
                <a:gd name="T121" fmla="*/ 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1" h="187">
                  <a:moveTo>
                    <a:pt x="36" y="175"/>
                  </a:moveTo>
                  <a:lnTo>
                    <a:pt x="37" y="175"/>
                  </a:lnTo>
                  <a:lnTo>
                    <a:pt x="37" y="176"/>
                  </a:lnTo>
                  <a:lnTo>
                    <a:pt x="36" y="176"/>
                  </a:lnTo>
                  <a:lnTo>
                    <a:pt x="36" y="175"/>
                  </a:lnTo>
                  <a:lnTo>
                    <a:pt x="36" y="175"/>
                  </a:lnTo>
                  <a:close/>
                  <a:moveTo>
                    <a:pt x="28" y="163"/>
                  </a:moveTo>
                  <a:lnTo>
                    <a:pt x="28" y="163"/>
                  </a:lnTo>
                  <a:lnTo>
                    <a:pt x="28" y="164"/>
                  </a:lnTo>
                  <a:lnTo>
                    <a:pt x="28" y="165"/>
                  </a:lnTo>
                  <a:lnTo>
                    <a:pt x="28" y="163"/>
                  </a:lnTo>
                  <a:close/>
                  <a:moveTo>
                    <a:pt x="18" y="158"/>
                  </a:moveTo>
                  <a:lnTo>
                    <a:pt x="21" y="158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8"/>
                  </a:lnTo>
                  <a:close/>
                  <a:moveTo>
                    <a:pt x="39" y="138"/>
                  </a:moveTo>
                  <a:lnTo>
                    <a:pt x="39" y="139"/>
                  </a:lnTo>
                  <a:lnTo>
                    <a:pt x="39" y="142"/>
                  </a:lnTo>
                  <a:lnTo>
                    <a:pt x="38" y="140"/>
                  </a:lnTo>
                  <a:lnTo>
                    <a:pt x="38" y="139"/>
                  </a:lnTo>
                  <a:lnTo>
                    <a:pt x="39" y="138"/>
                  </a:lnTo>
                  <a:close/>
                  <a:moveTo>
                    <a:pt x="38" y="135"/>
                  </a:moveTo>
                  <a:lnTo>
                    <a:pt x="38" y="137"/>
                  </a:lnTo>
                  <a:lnTo>
                    <a:pt x="37" y="137"/>
                  </a:lnTo>
                  <a:lnTo>
                    <a:pt x="38" y="135"/>
                  </a:lnTo>
                  <a:close/>
                  <a:moveTo>
                    <a:pt x="62" y="106"/>
                  </a:moveTo>
                  <a:lnTo>
                    <a:pt x="66" y="109"/>
                  </a:lnTo>
                  <a:lnTo>
                    <a:pt x="64" y="109"/>
                  </a:lnTo>
                  <a:lnTo>
                    <a:pt x="62" y="108"/>
                  </a:lnTo>
                  <a:lnTo>
                    <a:pt x="62" y="106"/>
                  </a:lnTo>
                  <a:close/>
                  <a:moveTo>
                    <a:pt x="29" y="0"/>
                  </a:moveTo>
                  <a:lnTo>
                    <a:pt x="30" y="2"/>
                  </a:lnTo>
                  <a:lnTo>
                    <a:pt x="33" y="2"/>
                  </a:lnTo>
                  <a:lnTo>
                    <a:pt x="36" y="5"/>
                  </a:lnTo>
                  <a:lnTo>
                    <a:pt x="36" y="9"/>
                  </a:lnTo>
                  <a:lnTo>
                    <a:pt x="34" y="10"/>
                  </a:lnTo>
                  <a:lnTo>
                    <a:pt x="36" y="13"/>
                  </a:lnTo>
                  <a:lnTo>
                    <a:pt x="37" y="14"/>
                  </a:lnTo>
                  <a:lnTo>
                    <a:pt x="39" y="13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2" y="17"/>
                  </a:lnTo>
                  <a:lnTo>
                    <a:pt x="43" y="19"/>
                  </a:lnTo>
                  <a:lnTo>
                    <a:pt x="43" y="21"/>
                  </a:lnTo>
                  <a:lnTo>
                    <a:pt x="42" y="23"/>
                  </a:lnTo>
                  <a:lnTo>
                    <a:pt x="43" y="26"/>
                  </a:lnTo>
                  <a:lnTo>
                    <a:pt x="43" y="30"/>
                  </a:lnTo>
                  <a:lnTo>
                    <a:pt x="43" y="37"/>
                  </a:lnTo>
                  <a:lnTo>
                    <a:pt x="47" y="34"/>
                  </a:lnTo>
                  <a:lnTo>
                    <a:pt x="50" y="34"/>
                  </a:lnTo>
                  <a:lnTo>
                    <a:pt x="50" y="31"/>
                  </a:lnTo>
                  <a:lnTo>
                    <a:pt x="54" y="30"/>
                  </a:lnTo>
                  <a:lnTo>
                    <a:pt x="58" y="31"/>
                  </a:lnTo>
                  <a:lnTo>
                    <a:pt x="61" y="31"/>
                  </a:lnTo>
                  <a:lnTo>
                    <a:pt x="62" y="34"/>
                  </a:lnTo>
                  <a:lnTo>
                    <a:pt x="67" y="34"/>
                  </a:lnTo>
                  <a:lnTo>
                    <a:pt x="70" y="29"/>
                  </a:lnTo>
                  <a:lnTo>
                    <a:pt x="74" y="27"/>
                  </a:lnTo>
                  <a:lnTo>
                    <a:pt x="79" y="29"/>
                  </a:lnTo>
                  <a:lnTo>
                    <a:pt x="80" y="33"/>
                  </a:lnTo>
                  <a:lnTo>
                    <a:pt x="86" y="37"/>
                  </a:lnTo>
                  <a:lnTo>
                    <a:pt x="90" y="38"/>
                  </a:lnTo>
                  <a:lnTo>
                    <a:pt x="90" y="40"/>
                  </a:lnTo>
                  <a:lnTo>
                    <a:pt x="90" y="43"/>
                  </a:lnTo>
                  <a:lnTo>
                    <a:pt x="88" y="44"/>
                  </a:lnTo>
                  <a:lnTo>
                    <a:pt x="90" y="47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1" y="54"/>
                  </a:lnTo>
                  <a:lnTo>
                    <a:pt x="93" y="56"/>
                  </a:lnTo>
                  <a:lnTo>
                    <a:pt x="96" y="56"/>
                  </a:lnTo>
                  <a:lnTo>
                    <a:pt x="99" y="58"/>
                  </a:lnTo>
                  <a:lnTo>
                    <a:pt x="97" y="59"/>
                  </a:lnTo>
                  <a:lnTo>
                    <a:pt x="100" y="60"/>
                  </a:lnTo>
                  <a:lnTo>
                    <a:pt x="101" y="63"/>
                  </a:lnTo>
                  <a:lnTo>
                    <a:pt x="100" y="65"/>
                  </a:lnTo>
                  <a:lnTo>
                    <a:pt x="100" y="67"/>
                  </a:lnTo>
                  <a:lnTo>
                    <a:pt x="100" y="68"/>
                  </a:lnTo>
                  <a:lnTo>
                    <a:pt x="100" y="71"/>
                  </a:lnTo>
                  <a:lnTo>
                    <a:pt x="100" y="75"/>
                  </a:lnTo>
                  <a:lnTo>
                    <a:pt x="99" y="76"/>
                  </a:lnTo>
                  <a:lnTo>
                    <a:pt x="96" y="77"/>
                  </a:lnTo>
                  <a:lnTo>
                    <a:pt x="93" y="76"/>
                  </a:lnTo>
                  <a:lnTo>
                    <a:pt x="91" y="77"/>
                  </a:lnTo>
                  <a:lnTo>
                    <a:pt x="88" y="76"/>
                  </a:lnTo>
                  <a:lnTo>
                    <a:pt x="86" y="76"/>
                  </a:lnTo>
                  <a:lnTo>
                    <a:pt x="82" y="77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2" y="77"/>
                  </a:lnTo>
                  <a:lnTo>
                    <a:pt x="70" y="77"/>
                  </a:lnTo>
                  <a:lnTo>
                    <a:pt x="67" y="81"/>
                  </a:lnTo>
                  <a:lnTo>
                    <a:pt x="66" y="85"/>
                  </a:lnTo>
                  <a:lnTo>
                    <a:pt x="64" y="88"/>
                  </a:lnTo>
                  <a:lnTo>
                    <a:pt x="64" y="92"/>
                  </a:lnTo>
                  <a:lnTo>
                    <a:pt x="66" y="97"/>
                  </a:lnTo>
                  <a:lnTo>
                    <a:pt x="67" y="98"/>
                  </a:lnTo>
                  <a:lnTo>
                    <a:pt x="68" y="100"/>
                  </a:lnTo>
                  <a:lnTo>
                    <a:pt x="68" y="105"/>
                  </a:lnTo>
                  <a:lnTo>
                    <a:pt x="68" y="106"/>
                  </a:lnTo>
                  <a:lnTo>
                    <a:pt x="67" y="106"/>
                  </a:lnTo>
                  <a:lnTo>
                    <a:pt x="67" y="108"/>
                  </a:lnTo>
                  <a:lnTo>
                    <a:pt x="66" y="108"/>
                  </a:lnTo>
                  <a:lnTo>
                    <a:pt x="66" y="108"/>
                  </a:lnTo>
                  <a:lnTo>
                    <a:pt x="63" y="105"/>
                  </a:lnTo>
                  <a:lnTo>
                    <a:pt x="62" y="105"/>
                  </a:lnTo>
                  <a:lnTo>
                    <a:pt x="62" y="105"/>
                  </a:lnTo>
                  <a:lnTo>
                    <a:pt x="61" y="104"/>
                  </a:lnTo>
                  <a:lnTo>
                    <a:pt x="58" y="101"/>
                  </a:lnTo>
                  <a:lnTo>
                    <a:pt x="57" y="100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55" y="102"/>
                  </a:lnTo>
                  <a:lnTo>
                    <a:pt x="54" y="101"/>
                  </a:lnTo>
                  <a:lnTo>
                    <a:pt x="51" y="101"/>
                  </a:lnTo>
                  <a:lnTo>
                    <a:pt x="49" y="101"/>
                  </a:lnTo>
                  <a:lnTo>
                    <a:pt x="47" y="101"/>
                  </a:lnTo>
                  <a:lnTo>
                    <a:pt x="46" y="101"/>
                  </a:lnTo>
                  <a:lnTo>
                    <a:pt x="46" y="98"/>
                  </a:lnTo>
                  <a:lnTo>
                    <a:pt x="47" y="98"/>
                  </a:lnTo>
                  <a:lnTo>
                    <a:pt x="46" y="96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6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2" y="89"/>
                  </a:lnTo>
                  <a:lnTo>
                    <a:pt x="41" y="90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37" y="90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36" y="92"/>
                  </a:lnTo>
                  <a:lnTo>
                    <a:pt x="34" y="93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6" y="98"/>
                  </a:lnTo>
                  <a:lnTo>
                    <a:pt x="36" y="101"/>
                  </a:lnTo>
                  <a:lnTo>
                    <a:pt x="36" y="102"/>
                  </a:lnTo>
                  <a:lnTo>
                    <a:pt x="36" y="102"/>
                  </a:lnTo>
                  <a:lnTo>
                    <a:pt x="36" y="106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2" y="113"/>
                  </a:lnTo>
                  <a:lnTo>
                    <a:pt x="32" y="122"/>
                  </a:lnTo>
                  <a:lnTo>
                    <a:pt x="29" y="126"/>
                  </a:lnTo>
                  <a:lnTo>
                    <a:pt x="29" y="129"/>
                  </a:lnTo>
                  <a:lnTo>
                    <a:pt x="28" y="130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8" y="133"/>
                  </a:lnTo>
                  <a:lnTo>
                    <a:pt x="28" y="134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2" y="142"/>
                  </a:lnTo>
                  <a:lnTo>
                    <a:pt x="30" y="143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2" y="143"/>
                  </a:lnTo>
                  <a:lnTo>
                    <a:pt x="33" y="142"/>
                  </a:lnTo>
                  <a:lnTo>
                    <a:pt x="34" y="142"/>
                  </a:lnTo>
                  <a:lnTo>
                    <a:pt x="36" y="143"/>
                  </a:lnTo>
                  <a:lnTo>
                    <a:pt x="37" y="143"/>
                  </a:lnTo>
                  <a:lnTo>
                    <a:pt x="37" y="146"/>
                  </a:lnTo>
                  <a:lnTo>
                    <a:pt x="38" y="147"/>
                  </a:lnTo>
                  <a:lnTo>
                    <a:pt x="38" y="150"/>
                  </a:lnTo>
                  <a:lnTo>
                    <a:pt x="39" y="151"/>
                  </a:lnTo>
                  <a:lnTo>
                    <a:pt x="41" y="154"/>
                  </a:lnTo>
                  <a:lnTo>
                    <a:pt x="42" y="154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2" y="152"/>
                  </a:lnTo>
                  <a:lnTo>
                    <a:pt x="43" y="155"/>
                  </a:lnTo>
                  <a:lnTo>
                    <a:pt x="43" y="156"/>
                  </a:lnTo>
                  <a:lnTo>
                    <a:pt x="45" y="158"/>
                  </a:lnTo>
                  <a:lnTo>
                    <a:pt x="46" y="162"/>
                  </a:lnTo>
                  <a:lnTo>
                    <a:pt x="45" y="163"/>
                  </a:lnTo>
                  <a:lnTo>
                    <a:pt x="45" y="164"/>
                  </a:lnTo>
                  <a:lnTo>
                    <a:pt x="45" y="163"/>
                  </a:lnTo>
                  <a:lnTo>
                    <a:pt x="42" y="164"/>
                  </a:lnTo>
                  <a:lnTo>
                    <a:pt x="42" y="165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7" y="168"/>
                  </a:lnTo>
                  <a:lnTo>
                    <a:pt x="49" y="169"/>
                  </a:lnTo>
                  <a:lnTo>
                    <a:pt x="51" y="172"/>
                  </a:lnTo>
                  <a:lnTo>
                    <a:pt x="53" y="173"/>
                  </a:lnTo>
                  <a:lnTo>
                    <a:pt x="54" y="173"/>
                  </a:lnTo>
                  <a:lnTo>
                    <a:pt x="57" y="173"/>
                  </a:lnTo>
                  <a:lnTo>
                    <a:pt x="59" y="173"/>
                  </a:lnTo>
                  <a:lnTo>
                    <a:pt x="61" y="177"/>
                  </a:lnTo>
                  <a:lnTo>
                    <a:pt x="62" y="179"/>
                  </a:lnTo>
                  <a:lnTo>
                    <a:pt x="63" y="180"/>
                  </a:lnTo>
                  <a:lnTo>
                    <a:pt x="64" y="181"/>
                  </a:lnTo>
                  <a:lnTo>
                    <a:pt x="63" y="183"/>
                  </a:lnTo>
                  <a:lnTo>
                    <a:pt x="63" y="184"/>
                  </a:lnTo>
                  <a:lnTo>
                    <a:pt x="62" y="185"/>
                  </a:lnTo>
                  <a:lnTo>
                    <a:pt x="61" y="184"/>
                  </a:lnTo>
                  <a:lnTo>
                    <a:pt x="58" y="184"/>
                  </a:lnTo>
                  <a:lnTo>
                    <a:pt x="55" y="187"/>
                  </a:lnTo>
                  <a:lnTo>
                    <a:pt x="53" y="187"/>
                  </a:lnTo>
                  <a:lnTo>
                    <a:pt x="53" y="184"/>
                  </a:lnTo>
                  <a:lnTo>
                    <a:pt x="54" y="183"/>
                  </a:lnTo>
                  <a:lnTo>
                    <a:pt x="54" y="179"/>
                  </a:lnTo>
                  <a:lnTo>
                    <a:pt x="53" y="177"/>
                  </a:lnTo>
                  <a:lnTo>
                    <a:pt x="50" y="177"/>
                  </a:lnTo>
                  <a:lnTo>
                    <a:pt x="50" y="176"/>
                  </a:lnTo>
                  <a:lnTo>
                    <a:pt x="46" y="175"/>
                  </a:lnTo>
                  <a:lnTo>
                    <a:pt x="43" y="173"/>
                  </a:lnTo>
                  <a:lnTo>
                    <a:pt x="42" y="175"/>
                  </a:lnTo>
                  <a:lnTo>
                    <a:pt x="42" y="177"/>
                  </a:lnTo>
                  <a:lnTo>
                    <a:pt x="41" y="176"/>
                  </a:lnTo>
                  <a:lnTo>
                    <a:pt x="36" y="172"/>
                  </a:lnTo>
                  <a:lnTo>
                    <a:pt x="36" y="172"/>
                  </a:lnTo>
                  <a:lnTo>
                    <a:pt x="37" y="171"/>
                  </a:lnTo>
                  <a:lnTo>
                    <a:pt x="37" y="169"/>
                  </a:lnTo>
                  <a:lnTo>
                    <a:pt x="36" y="169"/>
                  </a:lnTo>
                  <a:lnTo>
                    <a:pt x="34" y="167"/>
                  </a:lnTo>
                  <a:lnTo>
                    <a:pt x="32" y="167"/>
                  </a:lnTo>
                  <a:lnTo>
                    <a:pt x="32" y="165"/>
                  </a:lnTo>
                  <a:lnTo>
                    <a:pt x="29" y="162"/>
                  </a:lnTo>
                  <a:lnTo>
                    <a:pt x="28" y="162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5"/>
                  </a:lnTo>
                  <a:lnTo>
                    <a:pt x="22" y="154"/>
                  </a:lnTo>
                  <a:lnTo>
                    <a:pt x="24" y="154"/>
                  </a:lnTo>
                  <a:lnTo>
                    <a:pt x="21" y="154"/>
                  </a:lnTo>
                  <a:lnTo>
                    <a:pt x="21" y="156"/>
                  </a:lnTo>
                  <a:lnTo>
                    <a:pt x="20" y="156"/>
                  </a:lnTo>
                  <a:lnTo>
                    <a:pt x="18" y="155"/>
                  </a:lnTo>
                  <a:lnTo>
                    <a:pt x="17" y="151"/>
                  </a:lnTo>
                  <a:lnTo>
                    <a:pt x="18" y="150"/>
                  </a:lnTo>
                  <a:lnTo>
                    <a:pt x="18" y="146"/>
                  </a:lnTo>
                  <a:lnTo>
                    <a:pt x="20" y="146"/>
                  </a:lnTo>
                  <a:lnTo>
                    <a:pt x="20" y="140"/>
                  </a:lnTo>
                  <a:lnTo>
                    <a:pt x="21" y="140"/>
                  </a:lnTo>
                  <a:lnTo>
                    <a:pt x="21" y="139"/>
                  </a:lnTo>
                  <a:lnTo>
                    <a:pt x="20" y="139"/>
                  </a:lnTo>
                  <a:lnTo>
                    <a:pt x="22" y="137"/>
                  </a:lnTo>
                  <a:lnTo>
                    <a:pt x="21" y="135"/>
                  </a:lnTo>
                  <a:lnTo>
                    <a:pt x="22" y="134"/>
                  </a:lnTo>
                  <a:lnTo>
                    <a:pt x="21" y="133"/>
                  </a:lnTo>
                  <a:lnTo>
                    <a:pt x="22" y="129"/>
                  </a:lnTo>
                  <a:lnTo>
                    <a:pt x="22" y="127"/>
                  </a:lnTo>
                  <a:lnTo>
                    <a:pt x="24" y="126"/>
                  </a:lnTo>
                  <a:lnTo>
                    <a:pt x="24" y="122"/>
                  </a:lnTo>
                  <a:lnTo>
                    <a:pt x="26" y="121"/>
                  </a:lnTo>
                  <a:lnTo>
                    <a:pt x="29" y="113"/>
                  </a:lnTo>
                  <a:lnTo>
                    <a:pt x="30" y="113"/>
                  </a:lnTo>
                  <a:lnTo>
                    <a:pt x="30" y="109"/>
                  </a:lnTo>
                  <a:lnTo>
                    <a:pt x="29" y="106"/>
                  </a:lnTo>
                  <a:lnTo>
                    <a:pt x="29" y="102"/>
                  </a:lnTo>
                  <a:lnTo>
                    <a:pt x="29" y="100"/>
                  </a:lnTo>
                  <a:lnTo>
                    <a:pt x="28" y="97"/>
                  </a:lnTo>
                  <a:lnTo>
                    <a:pt x="26" y="96"/>
                  </a:lnTo>
                  <a:lnTo>
                    <a:pt x="26" y="93"/>
                  </a:lnTo>
                  <a:lnTo>
                    <a:pt x="26" y="90"/>
                  </a:lnTo>
                  <a:lnTo>
                    <a:pt x="28" y="89"/>
                  </a:lnTo>
                  <a:lnTo>
                    <a:pt x="26" y="84"/>
                  </a:lnTo>
                  <a:lnTo>
                    <a:pt x="22" y="80"/>
                  </a:lnTo>
                  <a:lnTo>
                    <a:pt x="18" y="77"/>
                  </a:lnTo>
                  <a:lnTo>
                    <a:pt x="16" y="73"/>
                  </a:lnTo>
                  <a:lnTo>
                    <a:pt x="16" y="72"/>
                  </a:lnTo>
                  <a:lnTo>
                    <a:pt x="14" y="68"/>
                  </a:lnTo>
                  <a:lnTo>
                    <a:pt x="17" y="65"/>
                  </a:lnTo>
                  <a:lnTo>
                    <a:pt x="17" y="64"/>
                  </a:lnTo>
                  <a:lnTo>
                    <a:pt x="16" y="58"/>
                  </a:lnTo>
                  <a:lnTo>
                    <a:pt x="16" y="56"/>
                  </a:lnTo>
                  <a:lnTo>
                    <a:pt x="18" y="55"/>
                  </a:lnTo>
                  <a:lnTo>
                    <a:pt x="18" y="52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9" y="39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0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3" y="26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4" y="19"/>
                  </a:lnTo>
                  <a:lnTo>
                    <a:pt x="7" y="18"/>
                  </a:lnTo>
                  <a:lnTo>
                    <a:pt x="5" y="14"/>
                  </a:lnTo>
                  <a:lnTo>
                    <a:pt x="8" y="12"/>
                  </a:lnTo>
                  <a:lnTo>
                    <a:pt x="12" y="13"/>
                  </a:lnTo>
                  <a:lnTo>
                    <a:pt x="14" y="10"/>
                  </a:lnTo>
                  <a:lnTo>
                    <a:pt x="17" y="12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20" y="5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" name="Freeform 365"/>
            <p:cNvSpPr>
              <a:spLocks noEditPoints="1"/>
            </p:cNvSpPr>
            <p:nvPr/>
          </p:nvSpPr>
          <p:spPr bwMode="auto">
            <a:xfrm>
              <a:off x="8528869" y="3449501"/>
              <a:ext cx="269001" cy="601446"/>
            </a:xfrm>
            <a:custGeom>
              <a:avLst/>
              <a:gdLst>
                <a:gd name="T0" fmla="*/ 18 w 106"/>
                <a:gd name="T1" fmla="*/ 125 h 237"/>
                <a:gd name="T2" fmla="*/ 61 w 106"/>
                <a:gd name="T3" fmla="*/ 6 h 237"/>
                <a:gd name="T4" fmla="*/ 68 w 106"/>
                <a:gd name="T5" fmla="*/ 23 h 237"/>
                <a:gd name="T6" fmla="*/ 62 w 106"/>
                <a:gd name="T7" fmla="*/ 35 h 237"/>
                <a:gd name="T8" fmla="*/ 58 w 106"/>
                <a:gd name="T9" fmla="*/ 44 h 237"/>
                <a:gd name="T10" fmla="*/ 62 w 106"/>
                <a:gd name="T11" fmla="*/ 53 h 237"/>
                <a:gd name="T12" fmla="*/ 72 w 106"/>
                <a:gd name="T13" fmla="*/ 58 h 237"/>
                <a:gd name="T14" fmla="*/ 81 w 106"/>
                <a:gd name="T15" fmla="*/ 65 h 237"/>
                <a:gd name="T16" fmla="*/ 87 w 106"/>
                <a:gd name="T17" fmla="*/ 70 h 237"/>
                <a:gd name="T18" fmla="*/ 83 w 106"/>
                <a:gd name="T19" fmla="*/ 81 h 237"/>
                <a:gd name="T20" fmla="*/ 91 w 106"/>
                <a:gd name="T21" fmla="*/ 87 h 237"/>
                <a:gd name="T22" fmla="*/ 106 w 106"/>
                <a:gd name="T23" fmla="*/ 87 h 237"/>
                <a:gd name="T24" fmla="*/ 97 w 106"/>
                <a:gd name="T25" fmla="*/ 99 h 237"/>
                <a:gd name="T26" fmla="*/ 89 w 106"/>
                <a:gd name="T27" fmla="*/ 107 h 237"/>
                <a:gd name="T28" fmla="*/ 79 w 106"/>
                <a:gd name="T29" fmla="*/ 112 h 237"/>
                <a:gd name="T30" fmla="*/ 69 w 106"/>
                <a:gd name="T31" fmla="*/ 125 h 237"/>
                <a:gd name="T32" fmla="*/ 69 w 106"/>
                <a:gd name="T33" fmla="*/ 136 h 237"/>
                <a:gd name="T34" fmla="*/ 81 w 106"/>
                <a:gd name="T35" fmla="*/ 152 h 237"/>
                <a:gd name="T36" fmla="*/ 82 w 106"/>
                <a:gd name="T37" fmla="*/ 166 h 237"/>
                <a:gd name="T38" fmla="*/ 87 w 106"/>
                <a:gd name="T39" fmla="*/ 182 h 237"/>
                <a:gd name="T40" fmla="*/ 93 w 106"/>
                <a:gd name="T41" fmla="*/ 199 h 237"/>
                <a:gd name="T42" fmla="*/ 94 w 106"/>
                <a:gd name="T43" fmla="*/ 215 h 237"/>
                <a:gd name="T44" fmla="*/ 87 w 106"/>
                <a:gd name="T45" fmla="*/ 231 h 237"/>
                <a:gd name="T46" fmla="*/ 83 w 106"/>
                <a:gd name="T47" fmla="*/ 227 h 237"/>
                <a:gd name="T48" fmla="*/ 86 w 106"/>
                <a:gd name="T49" fmla="*/ 219 h 237"/>
                <a:gd name="T50" fmla="*/ 85 w 106"/>
                <a:gd name="T51" fmla="*/ 208 h 237"/>
                <a:gd name="T52" fmla="*/ 82 w 106"/>
                <a:gd name="T53" fmla="*/ 192 h 237"/>
                <a:gd name="T54" fmla="*/ 77 w 106"/>
                <a:gd name="T55" fmla="*/ 187 h 237"/>
                <a:gd name="T56" fmla="*/ 74 w 106"/>
                <a:gd name="T57" fmla="*/ 171 h 237"/>
                <a:gd name="T58" fmla="*/ 70 w 106"/>
                <a:gd name="T59" fmla="*/ 157 h 237"/>
                <a:gd name="T60" fmla="*/ 65 w 106"/>
                <a:gd name="T61" fmla="*/ 154 h 237"/>
                <a:gd name="T62" fmla="*/ 60 w 106"/>
                <a:gd name="T63" fmla="*/ 142 h 237"/>
                <a:gd name="T64" fmla="*/ 60 w 106"/>
                <a:gd name="T65" fmla="*/ 149 h 237"/>
                <a:gd name="T66" fmla="*/ 52 w 106"/>
                <a:gd name="T67" fmla="*/ 152 h 237"/>
                <a:gd name="T68" fmla="*/ 49 w 106"/>
                <a:gd name="T69" fmla="*/ 156 h 237"/>
                <a:gd name="T70" fmla="*/ 40 w 106"/>
                <a:gd name="T71" fmla="*/ 161 h 237"/>
                <a:gd name="T72" fmla="*/ 32 w 106"/>
                <a:gd name="T73" fmla="*/ 164 h 237"/>
                <a:gd name="T74" fmla="*/ 29 w 106"/>
                <a:gd name="T75" fmla="*/ 162 h 237"/>
                <a:gd name="T76" fmla="*/ 32 w 106"/>
                <a:gd name="T77" fmla="*/ 144 h 237"/>
                <a:gd name="T78" fmla="*/ 27 w 106"/>
                <a:gd name="T79" fmla="*/ 129 h 237"/>
                <a:gd name="T80" fmla="*/ 22 w 106"/>
                <a:gd name="T81" fmla="*/ 121 h 237"/>
                <a:gd name="T82" fmla="*/ 14 w 106"/>
                <a:gd name="T83" fmla="*/ 116 h 237"/>
                <a:gd name="T84" fmla="*/ 16 w 106"/>
                <a:gd name="T85" fmla="*/ 116 h 237"/>
                <a:gd name="T86" fmla="*/ 15 w 106"/>
                <a:gd name="T87" fmla="*/ 111 h 237"/>
                <a:gd name="T88" fmla="*/ 8 w 106"/>
                <a:gd name="T89" fmla="*/ 108 h 237"/>
                <a:gd name="T90" fmla="*/ 3 w 106"/>
                <a:gd name="T91" fmla="*/ 103 h 237"/>
                <a:gd name="T92" fmla="*/ 3 w 106"/>
                <a:gd name="T93" fmla="*/ 91 h 237"/>
                <a:gd name="T94" fmla="*/ 8 w 106"/>
                <a:gd name="T95" fmla="*/ 82 h 237"/>
                <a:gd name="T96" fmla="*/ 11 w 106"/>
                <a:gd name="T97" fmla="*/ 66 h 237"/>
                <a:gd name="T98" fmla="*/ 20 w 106"/>
                <a:gd name="T99" fmla="*/ 54 h 237"/>
                <a:gd name="T100" fmla="*/ 25 w 106"/>
                <a:gd name="T101" fmla="*/ 29 h 237"/>
                <a:gd name="T102" fmla="*/ 35 w 106"/>
                <a:gd name="T103" fmla="*/ 11 h 237"/>
                <a:gd name="T104" fmla="*/ 47 w 106"/>
                <a:gd name="T105" fmla="*/ 6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237">
                  <a:moveTo>
                    <a:pt x="18" y="125"/>
                  </a:moveTo>
                  <a:lnTo>
                    <a:pt x="19" y="127"/>
                  </a:lnTo>
                  <a:lnTo>
                    <a:pt x="19" y="129"/>
                  </a:lnTo>
                  <a:lnTo>
                    <a:pt x="16" y="128"/>
                  </a:lnTo>
                  <a:lnTo>
                    <a:pt x="16" y="125"/>
                  </a:lnTo>
                  <a:lnTo>
                    <a:pt x="18" y="125"/>
                  </a:lnTo>
                  <a:close/>
                  <a:moveTo>
                    <a:pt x="49" y="0"/>
                  </a:moveTo>
                  <a:lnTo>
                    <a:pt x="52" y="2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8" y="3"/>
                  </a:lnTo>
                  <a:lnTo>
                    <a:pt x="61" y="6"/>
                  </a:lnTo>
                  <a:lnTo>
                    <a:pt x="61" y="8"/>
                  </a:lnTo>
                  <a:lnTo>
                    <a:pt x="64" y="8"/>
                  </a:lnTo>
                  <a:lnTo>
                    <a:pt x="65" y="11"/>
                  </a:lnTo>
                  <a:lnTo>
                    <a:pt x="65" y="15"/>
                  </a:lnTo>
                  <a:lnTo>
                    <a:pt x="68" y="19"/>
                  </a:lnTo>
                  <a:lnTo>
                    <a:pt x="68" y="23"/>
                  </a:lnTo>
                  <a:lnTo>
                    <a:pt x="68" y="27"/>
                  </a:lnTo>
                  <a:lnTo>
                    <a:pt x="68" y="29"/>
                  </a:lnTo>
                  <a:lnTo>
                    <a:pt x="66" y="31"/>
                  </a:lnTo>
                  <a:lnTo>
                    <a:pt x="65" y="32"/>
                  </a:lnTo>
                  <a:lnTo>
                    <a:pt x="64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2" y="40"/>
                  </a:lnTo>
                  <a:lnTo>
                    <a:pt x="61" y="40"/>
                  </a:lnTo>
                  <a:lnTo>
                    <a:pt x="60" y="41"/>
                  </a:lnTo>
                  <a:lnTo>
                    <a:pt x="58" y="44"/>
                  </a:lnTo>
                  <a:lnTo>
                    <a:pt x="60" y="45"/>
                  </a:lnTo>
                  <a:lnTo>
                    <a:pt x="58" y="46"/>
                  </a:lnTo>
                  <a:lnTo>
                    <a:pt x="58" y="49"/>
                  </a:lnTo>
                  <a:lnTo>
                    <a:pt x="60" y="49"/>
                  </a:lnTo>
                  <a:lnTo>
                    <a:pt x="61" y="50"/>
                  </a:lnTo>
                  <a:lnTo>
                    <a:pt x="62" y="53"/>
                  </a:lnTo>
                  <a:lnTo>
                    <a:pt x="62" y="56"/>
                  </a:lnTo>
                  <a:lnTo>
                    <a:pt x="64" y="58"/>
                  </a:lnTo>
                  <a:lnTo>
                    <a:pt x="66" y="56"/>
                  </a:lnTo>
                  <a:lnTo>
                    <a:pt x="72" y="54"/>
                  </a:lnTo>
                  <a:lnTo>
                    <a:pt x="73" y="57"/>
                  </a:lnTo>
                  <a:lnTo>
                    <a:pt x="72" y="58"/>
                  </a:lnTo>
                  <a:lnTo>
                    <a:pt x="73" y="60"/>
                  </a:lnTo>
                  <a:lnTo>
                    <a:pt x="76" y="58"/>
                  </a:lnTo>
                  <a:lnTo>
                    <a:pt x="77" y="61"/>
                  </a:lnTo>
                  <a:lnTo>
                    <a:pt x="76" y="62"/>
                  </a:lnTo>
                  <a:lnTo>
                    <a:pt x="77" y="65"/>
                  </a:lnTo>
                  <a:lnTo>
                    <a:pt x="81" y="65"/>
                  </a:lnTo>
                  <a:lnTo>
                    <a:pt x="79" y="66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85" y="66"/>
                  </a:lnTo>
                  <a:lnTo>
                    <a:pt x="87" y="67"/>
                  </a:lnTo>
                  <a:lnTo>
                    <a:pt x="87" y="70"/>
                  </a:lnTo>
                  <a:lnTo>
                    <a:pt x="86" y="71"/>
                  </a:lnTo>
                  <a:lnTo>
                    <a:pt x="86" y="74"/>
                  </a:lnTo>
                  <a:lnTo>
                    <a:pt x="83" y="78"/>
                  </a:lnTo>
                  <a:lnTo>
                    <a:pt x="81" y="79"/>
                  </a:lnTo>
                  <a:lnTo>
                    <a:pt x="81" y="81"/>
                  </a:lnTo>
                  <a:lnTo>
                    <a:pt x="83" y="81"/>
                  </a:lnTo>
                  <a:lnTo>
                    <a:pt x="87" y="81"/>
                  </a:lnTo>
                  <a:lnTo>
                    <a:pt x="87" y="82"/>
                  </a:lnTo>
                  <a:lnTo>
                    <a:pt x="89" y="79"/>
                  </a:lnTo>
                  <a:lnTo>
                    <a:pt x="91" y="82"/>
                  </a:lnTo>
                  <a:lnTo>
                    <a:pt x="90" y="85"/>
                  </a:lnTo>
                  <a:lnTo>
                    <a:pt x="91" y="87"/>
                  </a:lnTo>
                  <a:lnTo>
                    <a:pt x="94" y="89"/>
                  </a:lnTo>
                  <a:lnTo>
                    <a:pt x="95" y="87"/>
                  </a:lnTo>
                  <a:lnTo>
                    <a:pt x="98" y="87"/>
                  </a:lnTo>
                  <a:lnTo>
                    <a:pt x="103" y="85"/>
                  </a:lnTo>
                  <a:lnTo>
                    <a:pt x="106" y="86"/>
                  </a:lnTo>
                  <a:lnTo>
                    <a:pt x="106" y="87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9" y="94"/>
                  </a:lnTo>
                  <a:lnTo>
                    <a:pt x="98" y="95"/>
                  </a:lnTo>
                  <a:lnTo>
                    <a:pt x="98" y="96"/>
                  </a:lnTo>
                  <a:lnTo>
                    <a:pt x="97" y="99"/>
                  </a:lnTo>
                  <a:lnTo>
                    <a:pt x="95" y="99"/>
                  </a:lnTo>
                  <a:lnTo>
                    <a:pt x="93" y="102"/>
                  </a:lnTo>
                  <a:lnTo>
                    <a:pt x="90" y="103"/>
                  </a:lnTo>
                  <a:lnTo>
                    <a:pt x="87" y="103"/>
                  </a:lnTo>
                  <a:lnTo>
                    <a:pt x="87" y="104"/>
                  </a:lnTo>
                  <a:lnTo>
                    <a:pt x="89" y="107"/>
                  </a:lnTo>
                  <a:lnTo>
                    <a:pt x="87" y="108"/>
                  </a:lnTo>
                  <a:lnTo>
                    <a:pt x="85" y="107"/>
                  </a:lnTo>
                  <a:lnTo>
                    <a:pt x="83" y="108"/>
                  </a:lnTo>
                  <a:lnTo>
                    <a:pt x="83" y="112"/>
                  </a:lnTo>
                  <a:lnTo>
                    <a:pt x="82" y="114"/>
                  </a:lnTo>
                  <a:lnTo>
                    <a:pt x="79" y="112"/>
                  </a:lnTo>
                  <a:lnTo>
                    <a:pt x="77" y="115"/>
                  </a:lnTo>
                  <a:lnTo>
                    <a:pt x="73" y="114"/>
                  </a:lnTo>
                  <a:lnTo>
                    <a:pt x="70" y="116"/>
                  </a:lnTo>
                  <a:lnTo>
                    <a:pt x="72" y="120"/>
                  </a:lnTo>
                  <a:lnTo>
                    <a:pt x="69" y="121"/>
                  </a:lnTo>
                  <a:lnTo>
                    <a:pt x="69" y="125"/>
                  </a:lnTo>
                  <a:lnTo>
                    <a:pt x="70" y="127"/>
                  </a:lnTo>
                  <a:lnTo>
                    <a:pt x="68" y="128"/>
                  </a:lnTo>
                  <a:lnTo>
                    <a:pt x="65" y="129"/>
                  </a:lnTo>
                  <a:lnTo>
                    <a:pt x="65" y="132"/>
                  </a:lnTo>
                  <a:lnTo>
                    <a:pt x="68" y="132"/>
                  </a:lnTo>
                  <a:lnTo>
                    <a:pt x="69" y="136"/>
                  </a:lnTo>
                  <a:lnTo>
                    <a:pt x="70" y="137"/>
                  </a:lnTo>
                  <a:lnTo>
                    <a:pt x="72" y="139"/>
                  </a:lnTo>
                  <a:lnTo>
                    <a:pt x="74" y="141"/>
                  </a:lnTo>
                  <a:lnTo>
                    <a:pt x="77" y="148"/>
                  </a:lnTo>
                  <a:lnTo>
                    <a:pt x="79" y="148"/>
                  </a:lnTo>
                  <a:lnTo>
                    <a:pt x="81" y="152"/>
                  </a:lnTo>
                  <a:lnTo>
                    <a:pt x="81" y="154"/>
                  </a:lnTo>
                  <a:lnTo>
                    <a:pt x="83" y="154"/>
                  </a:lnTo>
                  <a:lnTo>
                    <a:pt x="83" y="157"/>
                  </a:lnTo>
                  <a:lnTo>
                    <a:pt x="81" y="158"/>
                  </a:lnTo>
                  <a:lnTo>
                    <a:pt x="81" y="160"/>
                  </a:lnTo>
                  <a:lnTo>
                    <a:pt x="82" y="166"/>
                  </a:lnTo>
                  <a:lnTo>
                    <a:pt x="82" y="167"/>
                  </a:lnTo>
                  <a:lnTo>
                    <a:pt x="79" y="170"/>
                  </a:lnTo>
                  <a:lnTo>
                    <a:pt x="81" y="174"/>
                  </a:lnTo>
                  <a:lnTo>
                    <a:pt x="81" y="175"/>
                  </a:lnTo>
                  <a:lnTo>
                    <a:pt x="83" y="179"/>
                  </a:lnTo>
                  <a:lnTo>
                    <a:pt x="87" y="182"/>
                  </a:lnTo>
                  <a:lnTo>
                    <a:pt x="91" y="186"/>
                  </a:lnTo>
                  <a:lnTo>
                    <a:pt x="93" y="191"/>
                  </a:lnTo>
                  <a:lnTo>
                    <a:pt x="91" y="192"/>
                  </a:lnTo>
                  <a:lnTo>
                    <a:pt x="91" y="195"/>
                  </a:lnTo>
                  <a:lnTo>
                    <a:pt x="91" y="198"/>
                  </a:lnTo>
                  <a:lnTo>
                    <a:pt x="93" y="199"/>
                  </a:lnTo>
                  <a:lnTo>
                    <a:pt x="94" y="202"/>
                  </a:lnTo>
                  <a:lnTo>
                    <a:pt x="94" y="204"/>
                  </a:lnTo>
                  <a:lnTo>
                    <a:pt x="94" y="208"/>
                  </a:lnTo>
                  <a:lnTo>
                    <a:pt x="95" y="211"/>
                  </a:lnTo>
                  <a:lnTo>
                    <a:pt x="95" y="215"/>
                  </a:lnTo>
                  <a:lnTo>
                    <a:pt x="94" y="215"/>
                  </a:lnTo>
                  <a:lnTo>
                    <a:pt x="91" y="223"/>
                  </a:lnTo>
                  <a:lnTo>
                    <a:pt x="89" y="224"/>
                  </a:lnTo>
                  <a:lnTo>
                    <a:pt x="89" y="228"/>
                  </a:lnTo>
                  <a:lnTo>
                    <a:pt x="87" y="229"/>
                  </a:lnTo>
                  <a:lnTo>
                    <a:pt x="87" y="231"/>
                  </a:lnTo>
                  <a:lnTo>
                    <a:pt x="87" y="231"/>
                  </a:lnTo>
                  <a:lnTo>
                    <a:pt x="86" y="233"/>
                  </a:lnTo>
                  <a:lnTo>
                    <a:pt x="86" y="237"/>
                  </a:lnTo>
                  <a:lnTo>
                    <a:pt x="85" y="233"/>
                  </a:lnTo>
                  <a:lnTo>
                    <a:pt x="85" y="229"/>
                  </a:lnTo>
                  <a:lnTo>
                    <a:pt x="83" y="228"/>
                  </a:lnTo>
                  <a:lnTo>
                    <a:pt x="83" y="227"/>
                  </a:lnTo>
                  <a:lnTo>
                    <a:pt x="85" y="228"/>
                  </a:lnTo>
                  <a:lnTo>
                    <a:pt x="85" y="227"/>
                  </a:lnTo>
                  <a:lnTo>
                    <a:pt x="87" y="224"/>
                  </a:lnTo>
                  <a:lnTo>
                    <a:pt x="87" y="223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7" y="219"/>
                  </a:lnTo>
                  <a:lnTo>
                    <a:pt x="87" y="217"/>
                  </a:lnTo>
                  <a:lnTo>
                    <a:pt x="86" y="214"/>
                  </a:lnTo>
                  <a:lnTo>
                    <a:pt x="89" y="212"/>
                  </a:lnTo>
                  <a:lnTo>
                    <a:pt x="86" y="211"/>
                  </a:lnTo>
                  <a:lnTo>
                    <a:pt x="85" y="208"/>
                  </a:lnTo>
                  <a:lnTo>
                    <a:pt x="85" y="206"/>
                  </a:lnTo>
                  <a:lnTo>
                    <a:pt x="86" y="204"/>
                  </a:lnTo>
                  <a:lnTo>
                    <a:pt x="85" y="203"/>
                  </a:lnTo>
                  <a:lnTo>
                    <a:pt x="85" y="202"/>
                  </a:lnTo>
                  <a:lnTo>
                    <a:pt x="83" y="194"/>
                  </a:lnTo>
                  <a:lnTo>
                    <a:pt x="82" y="192"/>
                  </a:lnTo>
                  <a:lnTo>
                    <a:pt x="81" y="190"/>
                  </a:lnTo>
                  <a:lnTo>
                    <a:pt x="79" y="187"/>
                  </a:lnTo>
                  <a:lnTo>
                    <a:pt x="79" y="191"/>
                  </a:lnTo>
                  <a:lnTo>
                    <a:pt x="78" y="191"/>
                  </a:lnTo>
                  <a:lnTo>
                    <a:pt x="78" y="190"/>
                  </a:lnTo>
                  <a:lnTo>
                    <a:pt x="77" y="187"/>
                  </a:lnTo>
                  <a:lnTo>
                    <a:pt x="78" y="182"/>
                  </a:lnTo>
                  <a:lnTo>
                    <a:pt x="76" y="181"/>
                  </a:lnTo>
                  <a:lnTo>
                    <a:pt x="76" y="178"/>
                  </a:lnTo>
                  <a:lnTo>
                    <a:pt x="77" y="177"/>
                  </a:lnTo>
                  <a:lnTo>
                    <a:pt x="74" y="175"/>
                  </a:lnTo>
                  <a:lnTo>
                    <a:pt x="74" y="171"/>
                  </a:lnTo>
                  <a:lnTo>
                    <a:pt x="73" y="171"/>
                  </a:lnTo>
                  <a:lnTo>
                    <a:pt x="72" y="162"/>
                  </a:lnTo>
                  <a:lnTo>
                    <a:pt x="70" y="161"/>
                  </a:lnTo>
                  <a:lnTo>
                    <a:pt x="70" y="160"/>
                  </a:lnTo>
                  <a:lnTo>
                    <a:pt x="70" y="158"/>
                  </a:lnTo>
                  <a:lnTo>
                    <a:pt x="70" y="157"/>
                  </a:lnTo>
                  <a:lnTo>
                    <a:pt x="69" y="154"/>
                  </a:lnTo>
                  <a:lnTo>
                    <a:pt x="70" y="153"/>
                  </a:lnTo>
                  <a:lnTo>
                    <a:pt x="70" y="152"/>
                  </a:lnTo>
                  <a:lnTo>
                    <a:pt x="69" y="153"/>
                  </a:lnTo>
                  <a:lnTo>
                    <a:pt x="68" y="154"/>
                  </a:lnTo>
                  <a:lnTo>
                    <a:pt x="65" y="154"/>
                  </a:lnTo>
                  <a:lnTo>
                    <a:pt x="65" y="152"/>
                  </a:lnTo>
                  <a:lnTo>
                    <a:pt x="64" y="150"/>
                  </a:lnTo>
                  <a:lnTo>
                    <a:pt x="61" y="145"/>
                  </a:lnTo>
                  <a:lnTo>
                    <a:pt x="61" y="144"/>
                  </a:lnTo>
                  <a:lnTo>
                    <a:pt x="60" y="144"/>
                  </a:lnTo>
                  <a:lnTo>
                    <a:pt x="60" y="142"/>
                  </a:lnTo>
                  <a:lnTo>
                    <a:pt x="58" y="141"/>
                  </a:lnTo>
                  <a:lnTo>
                    <a:pt x="60" y="142"/>
                  </a:lnTo>
                  <a:lnTo>
                    <a:pt x="58" y="144"/>
                  </a:lnTo>
                  <a:lnTo>
                    <a:pt x="58" y="145"/>
                  </a:lnTo>
                  <a:lnTo>
                    <a:pt x="60" y="146"/>
                  </a:lnTo>
                  <a:lnTo>
                    <a:pt x="60" y="149"/>
                  </a:lnTo>
                  <a:lnTo>
                    <a:pt x="58" y="150"/>
                  </a:lnTo>
                  <a:lnTo>
                    <a:pt x="58" y="152"/>
                  </a:lnTo>
                  <a:lnTo>
                    <a:pt x="56" y="154"/>
                  </a:lnTo>
                  <a:lnTo>
                    <a:pt x="54" y="153"/>
                  </a:lnTo>
                  <a:lnTo>
                    <a:pt x="53" y="152"/>
                  </a:lnTo>
                  <a:lnTo>
                    <a:pt x="52" y="152"/>
                  </a:lnTo>
                  <a:lnTo>
                    <a:pt x="53" y="153"/>
                  </a:lnTo>
                  <a:lnTo>
                    <a:pt x="53" y="154"/>
                  </a:lnTo>
                  <a:lnTo>
                    <a:pt x="54" y="154"/>
                  </a:lnTo>
                  <a:lnTo>
                    <a:pt x="52" y="157"/>
                  </a:lnTo>
                  <a:lnTo>
                    <a:pt x="50" y="157"/>
                  </a:lnTo>
                  <a:lnTo>
                    <a:pt x="49" y="156"/>
                  </a:lnTo>
                  <a:lnTo>
                    <a:pt x="48" y="158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61"/>
                  </a:lnTo>
                  <a:lnTo>
                    <a:pt x="40" y="162"/>
                  </a:lnTo>
                  <a:lnTo>
                    <a:pt x="39" y="162"/>
                  </a:lnTo>
                  <a:lnTo>
                    <a:pt x="37" y="161"/>
                  </a:lnTo>
                  <a:lnTo>
                    <a:pt x="33" y="162"/>
                  </a:lnTo>
                  <a:lnTo>
                    <a:pt x="33" y="164"/>
                  </a:lnTo>
                  <a:lnTo>
                    <a:pt x="32" y="164"/>
                  </a:lnTo>
                  <a:lnTo>
                    <a:pt x="32" y="161"/>
                  </a:lnTo>
                  <a:lnTo>
                    <a:pt x="35" y="157"/>
                  </a:lnTo>
                  <a:lnTo>
                    <a:pt x="35" y="153"/>
                  </a:lnTo>
                  <a:lnTo>
                    <a:pt x="33" y="157"/>
                  </a:lnTo>
                  <a:lnTo>
                    <a:pt x="31" y="160"/>
                  </a:lnTo>
                  <a:lnTo>
                    <a:pt x="29" y="162"/>
                  </a:lnTo>
                  <a:lnTo>
                    <a:pt x="29" y="161"/>
                  </a:lnTo>
                  <a:lnTo>
                    <a:pt x="29" y="160"/>
                  </a:lnTo>
                  <a:lnTo>
                    <a:pt x="29" y="158"/>
                  </a:lnTo>
                  <a:lnTo>
                    <a:pt x="31" y="146"/>
                  </a:lnTo>
                  <a:lnTo>
                    <a:pt x="33" y="144"/>
                  </a:lnTo>
                  <a:lnTo>
                    <a:pt x="32" y="144"/>
                  </a:lnTo>
                  <a:lnTo>
                    <a:pt x="31" y="139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8" y="132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4"/>
                  </a:lnTo>
                  <a:lnTo>
                    <a:pt x="24" y="123"/>
                  </a:lnTo>
                  <a:lnTo>
                    <a:pt x="24" y="120"/>
                  </a:lnTo>
                  <a:lnTo>
                    <a:pt x="22" y="119"/>
                  </a:lnTo>
                  <a:lnTo>
                    <a:pt x="22" y="121"/>
                  </a:lnTo>
                  <a:lnTo>
                    <a:pt x="23" y="125"/>
                  </a:lnTo>
                  <a:lnTo>
                    <a:pt x="19" y="124"/>
                  </a:lnTo>
                  <a:lnTo>
                    <a:pt x="16" y="121"/>
                  </a:lnTo>
                  <a:lnTo>
                    <a:pt x="16" y="120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6" y="116"/>
                  </a:lnTo>
                  <a:lnTo>
                    <a:pt x="16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6" y="116"/>
                  </a:lnTo>
                  <a:lnTo>
                    <a:pt x="19" y="116"/>
                  </a:lnTo>
                  <a:lnTo>
                    <a:pt x="20" y="117"/>
                  </a:lnTo>
                  <a:lnTo>
                    <a:pt x="22" y="116"/>
                  </a:lnTo>
                  <a:lnTo>
                    <a:pt x="22" y="115"/>
                  </a:lnTo>
                  <a:lnTo>
                    <a:pt x="19" y="111"/>
                  </a:lnTo>
                  <a:lnTo>
                    <a:pt x="15" y="111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1" y="107"/>
                  </a:lnTo>
                  <a:lnTo>
                    <a:pt x="11" y="108"/>
                  </a:lnTo>
                  <a:lnTo>
                    <a:pt x="10" y="108"/>
                  </a:lnTo>
                  <a:lnTo>
                    <a:pt x="8" y="108"/>
                  </a:lnTo>
                  <a:lnTo>
                    <a:pt x="11" y="106"/>
                  </a:lnTo>
                  <a:lnTo>
                    <a:pt x="8" y="106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8" y="107"/>
                  </a:lnTo>
                  <a:lnTo>
                    <a:pt x="3" y="103"/>
                  </a:lnTo>
                  <a:lnTo>
                    <a:pt x="2" y="9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3" y="91"/>
                  </a:lnTo>
                  <a:lnTo>
                    <a:pt x="4" y="92"/>
                  </a:lnTo>
                  <a:lnTo>
                    <a:pt x="4" y="89"/>
                  </a:lnTo>
                  <a:lnTo>
                    <a:pt x="4" y="85"/>
                  </a:lnTo>
                  <a:lnTo>
                    <a:pt x="6" y="83"/>
                  </a:lnTo>
                  <a:lnTo>
                    <a:pt x="7" y="83"/>
                  </a:lnTo>
                  <a:lnTo>
                    <a:pt x="8" y="82"/>
                  </a:lnTo>
                  <a:lnTo>
                    <a:pt x="10" y="79"/>
                  </a:lnTo>
                  <a:lnTo>
                    <a:pt x="8" y="77"/>
                  </a:lnTo>
                  <a:lnTo>
                    <a:pt x="10" y="73"/>
                  </a:lnTo>
                  <a:lnTo>
                    <a:pt x="8" y="70"/>
                  </a:lnTo>
                  <a:lnTo>
                    <a:pt x="11" y="70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0" y="57"/>
                  </a:lnTo>
                  <a:lnTo>
                    <a:pt x="12" y="57"/>
                  </a:lnTo>
                  <a:lnTo>
                    <a:pt x="15" y="58"/>
                  </a:lnTo>
                  <a:lnTo>
                    <a:pt x="18" y="58"/>
                  </a:lnTo>
                  <a:lnTo>
                    <a:pt x="20" y="54"/>
                  </a:lnTo>
                  <a:lnTo>
                    <a:pt x="20" y="49"/>
                  </a:lnTo>
                  <a:lnTo>
                    <a:pt x="23" y="42"/>
                  </a:lnTo>
                  <a:lnTo>
                    <a:pt x="20" y="41"/>
                  </a:lnTo>
                  <a:lnTo>
                    <a:pt x="20" y="40"/>
                  </a:lnTo>
                  <a:lnTo>
                    <a:pt x="24" y="35"/>
                  </a:lnTo>
                  <a:lnTo>
                    <a:pt x="25" y="29"/>
                  </a:lnTo>
                  <a:lnTo>
                    <a:pt x="24" y="28"/>
                  </a:lnTo>
                  <a:lnTo>
                    <a:pt x="24" y="25"/>
                  </a:lnTo>
                  <a:lnTo>
                    <a:pt x="28" y="19"/>
                  </a:lnTo>
                  <a:lnTo>
                    <a:pt x="31" y="17"/>
                  </a:lnTo>
                  <a:lnTo>
                    <a:pt x="35" y="15"/>
                  </a:lnTo>
                  <a:lnTo>
                    <a:pt x="35" y="11"/>
                  </a:lnTo>
                  <a:lnTo>
                    <a:pt x="39" y="11"/>
                  </a:lnTo>
                  <a:lnTo>
                    <a:pt x="43" y="8"/>
                  </a:lnTo>
                  <a:lnTo>
                    <a:pt x="44" y="10"/>
                  </a:lnTo>
                  <a:lnTo>
                    <a:pt x="47" y="11"/>
                  </a:lnTo>
                  <a:lnTo>
                    <a:pt x="47" y="8"/>
                  </a:lnTo>
                  <a:lnTo>
                    <a:pt x="47" y="6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8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" name="Freeform 366"/>
            <p:cNvSpPr>
              <a:spLocks noEditPoints="1"/>
            </p:cNvSpPr>
            <p:nvPr/>
          </p:nvSpPr>
          <p:spPr bwMode="auto">
            <a:xfrm>
              <a:off x="8178660" y="4056023"/>
              <a:ext cx="68520" cy="121812"/>
            </a:xfrm>
            <a:custGeom>
              <a:avLst/>
              <a:gdLst>
                <a:gd name="T0" fmla="*/ 2 w 27"/>
                <a:gd name="T1" fmla="*/ 18 h 48"/>
                <a:gd name="T2" fmla="*/ 2 w 27"/>
                <a:gd name="T3" fmla="*/ 21 h 48"/>
                <a:gd name="T4" fmla="*/ 2 w 27"/>
                <a:gd name="T5" fmla="*/ 21 h 48"/>
                <a:gd name="T6" fmla="*/ 2 w 27"/>
                <a:gd name="T7" fmla="*/ 18 h 48"/>
                <a:gd name="T8" fmla="*/ 8 w 27"/>
                <a:gd name="T9" fmla="*/ 5 h 48"/>
                <a:gd name="T10" fmla="*/ 9 w 27"/>
                <a:gd name="T11" fmla="*/ 6 h 48"/>
                <a:gd name="T12" fmla="*/ 13 w 27"/>
                <a:gd name="T13" fmla="*/ 6 h 48"/>
                <a:gd name="T14" fmla="*/ 15 w 27"/>
                <a:gd name="T15" fmla="*/ 9 h 48"/>
                <a:gd name="T16" fmla="*/ 16 w 27"/>
                <a:gd name="T17" fmla="*/ 10 h 48"/>
                <a:gd name="T18" fmla="*/ 19 w 27"/>
                <a:gd name="T19" fmla="*/ 14 h 48"/>
                <a:gd name="T20" fmla="*/ 17 w 27"/>
                <a:gd name="T21" fmla="*/ 17 h 48"/>
                <a:gd name="T22" fmla="*/ 19 w 27"/>
                <a:gd name="T23" fmla="*/ 17 h 48"/>
                <a:gd name="T24" fmla="*/ 23 w 27"/>
                <a:gd name="T25" fmla="*/ 21 h 48"/>
                <a:gd name="T26" fmla="*/ 27 w 27"/>
                <a:gd name="T27" fmla="*/ 27 h 48"/>
                <a:gd name="T28" fmla="*/ 27 w 27"/>
                <a:gd name="T29" fmla="*/ 30 h 48"/>
                <a:gd name="T30" fmla="*/ 27 w 27"/>
                <a:gd name="T31" fmla="*/ 34 h 48"/>
                <a:gd name="T32" fmla="*/ 25 w 27"/>
                <a:gd name="T33" fmla="*/ 38 h 48"/>
                <a:gd name="T34" fmla="*/ 20 w 27"/>
                <a:gd name="T35" fmla="*/ 46 h 48"/>
                <a:gd name="T36" fmla="*/ 12 w 27"/>
                <a:gd name="T37" fmla="*/ 47 h 48"/>
                <a:gd name="T38" fmla="*/ 7 w 27"/>
                <a:gd name="T39" fmla="*/ 47 h 48"/>
                <a:gd name="T40" fmla="*/ 4 w 27"/>
                <a:gd name="T41" fmla="*/ 38 h 48"/>
                <a:gd name="T42" fmla="*/ 3 w 27"/>
                <a:gd name="T43" fmla="*/ 30 h 48"/>
                <a:gd name="T44" fmla="*/ 2 w 27"/>
                <a:gd name="T45" fmla="*/ 25 h 48"/>
                <a:gd name="T46" fmla="*/ 3 w 27"/>
                <a:gd name="T47" fmla="*/ 18 h 48"/>
                <a:gd name="T48" fmla="*/ 3 w 27"/>
                <a:gd name="T49" fmla="*/ 14 h 48"/>
                <a:gd name="T50" fmla="*/ 3 w 27"/>
                <a:gd name="T51" fmla="*/ 11 h 48"/>
                <a:gd name="T52" fmla="*/ 0 w 27"/>
                <a:gd name="T53" fmla="*/ 9 h 48"/>
                <a:gd name="T54" fmla="*/ 2 w 27"/>
                <a:gd name="T55" fmla="*/ 9 h 48"/>
                <a:gd name="T56" fmla="*/ 4 w 27"/>
                <a:gd name="T57" fmla="*/ 10 h 48"/>
                <a:gd name="T58" fmla="*/ 5 w 27"/>
                <a:gd name="T59" fmla="*/ 6 h 48"/>
                <a:gd name="T60" fmla="*/ 5 w 27"/>
                <a:gd name="T61" fmla="*/ 6 h 48"/>
                <a:gd name="T62" fmla="*/ 5 w 27"/>
                <a:gd name="T63" fmla="*/ 5 h 48"/>
                <a:gd name="T64" fmla="*/ 8 w 27"/>
                <a:gd name="T65" fmla="*/ 0 h 48"/>
                <a:gd name="T66" fmla="*/ 9 w 27"/>
                <a:gd name="T67" fmla="*/ 2 h 48"/>
                <a:gd name="T68" fmla="*/ 13 w 27"/>
                <a:gd name="T69" fmla="*/ 5 h 48"/>
                <a:gd name="T70" fmla="*/ 9 w 27"/>
                <a:gd name="T71" fmla="*/ 5 h 48"/>
                <a:gd name="T72" fmla="*/ 7 w 27"/>
                <a:gd name="T73" fmla="*/ 2 h 48"/>
                <a:gd name="T74" fmla="*/ 8 w 27"/>
                <a:gd name="T75" fmla="*/ 1 h 48"/>
                <a:gd name="T76" fmla="*/ 8 w 27"/>
                <a:gd name="T77" fmla="*/ 0 h 48"/>
                <a:gd name="T78" fmla="*/ 7 w 27"/>
                <a:gd name="T79" fmla="*/ 0 h 48"/>
                <a:gd name="T80" fmla="*/ 5 w 27"/>
                <a:gd name="T81" fmla="*/ 2 h 48"/>
                <a:gd name="T82" fmla="*/ 2 w 27"/>
                <a:gd name="T83" fmla="*/ 1 h 48"/>
                <a:gd name="T84" fmla="*/ 5 w 27"/>
                <a:gd name="T8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" h="48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0" y="23"/>
                  </a:lnTo>
                  <a:lnTo>
                    <a:pt x="2" y="21"/>
                  </a:lnTo>
                  <a:lnTo>
                    <a:pt x="0" y="18"/>
                  </a:lnTo>
                  <a:lnTo>
                    <a:pt x="2" y="18"/>
                  </a:lnTo>
                  <a:close/>
                  <a:moveTo>
                    <a:pt x="5" y="3"/>
                  </a:moveTo>
                  <a:lnTo>
                    <a:pt x="8" y="5"/>
                  </a:lnTo>
                  <a:lnTo>
                    <a:pt x="8" y="5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6" y="10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19" y="15"/>
                  </a:lnTo>
                  <a:lnTo>
                    <a:pt x="17" y="17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21" y="17"/>
                  </a:lnTo>
                  <a:lnTo>
                    <a:pt x="23" y="21"/>
                  </a:lnTo>
                  <a:lnTo>
                    <a:pt x="24" y="26"/>
                  </a:lnTo>
                  <a:lnTo>
                    <a:pt x="27" y="27"/>
                  </a:lnTo>
                  <a:lnTo>
                    <a:pt x="25" y="28"/>
                  </a:lnTo>
                  <a:lnTo>
                    <a:pt x="27" y="3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6"/>
                  </a:lnTo>
                  <a:lnTo>
                    <a:pt x="25" y="38"/>
                  </a:lnTo>
                  <a:lnTo>
                    <a:pt x="24" y="42"/>
                  </a:lnTo>
                  <a:lnTo>
                    <a:pt x="20" y="46"/>
                  </a:lnTo>
                  <a:lnTo>
                    <a:pt x="16" y="47"/>
                  </a:lnTo>
                  <a:lnTo>
                    <a:pt x="12" y="47"/>
                  </a:lnTo>
                  <a:lnTo>
                    <a:pt x="9" y="48"/>
                  </a:lnTo>
                  <a:lnTo>
                    <a:pt x="7" y="47"/>
                  </a:lnTo>
                  <a:lnTo>
                    <a:pt x="5" y="43"/>
                  </a:lnTo>
                  <a:lnTo>
                    <a:pt x="4" y="38"/>
                  </a:lnTo>
                  <a:lnTo>
                    <a:pt x="2" y="31"/>
                  </a:lnTo>
                  <a:lnTo>
                    <a:pt x="3" y="30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5" y="5"/>
                  </a:lnTo>
                  <a:lnTo>
                    <a:pt x="5" y="3"/>
                  </a:lnTo>
                  <a:close/>
                  <a:moveTo>
                    <a:pt x="8" y="0"/>
                  </a:moveTo>
                  <a:lnTo>
                    <a:pt x="9" y="1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7" y="1"/>
                  </a:lnTo>
                  <a:lnTo>
                    <a:pt x="8" y="0"/>
                  </a:lnTo>
                  <a:close/>
                  <a:moveTo>
                    <a:pt x="5" y="0"/>
                  </a:move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2" y="1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2" name="Freeform 367"/>
            <p:cNvSpPr>
              <a:spLocks noEditPoints="1"/>
            </p:cNvSpPr>
            <p:nvPr/>
          </p:nvSpPr>
          <p:spPr bwMode="auto">
            <a:xfrm>
              <a:off x="7808149" y="3284548"/>
              <a:ext cx="842531" cy="824768"/>
            </a:xfrm>
            <a:custGeom>
              <a:avLst/>
              <a:gdLst>
                <a:gd name="T0" fmla="*/ 236 w 332"/>
                <a:gd name="T1" fmla="*/ 154 h 325"/>
                <a:gd name="T2" fmla="*/ 234 w 332"/>
                <a:gd name="T3" fmla="*/ 155 h 325"/>
                <a:gd name="T4" fmla="*/ 99 w 332"/>
                <a:gd name="T5" fmla="*/ 7 h 325"/>
                <a:gd name="T6" fmla="*/ 111 w 332"/>
                <a:gd name="T7" fmla="*/ 23 h 325"/>
                <a:gd name="T8" fmla="*/ 122 w 332"/>
                <a:gd name="T9" fmla="*/ 31 h 325"/>
                <a:gd name="T10" fmla="*/ 133 w 332"/>
                <a:gd name="T11" fmla="*/ 50 h 325"/>
                <a:gd name="T12" fmla="*/ 149 w 332"/>
                <a:gd name="T13" fmla="*/ 69 h 325"/>
                <a:gd name="T14" fmla="*/ 186 w 332"/>
                <a:gd name="T15" fmla="*/ 80 h 325"/>
                <a:gd name="T16" fmla="*/ 228 w 332"/>
                <a:gd name="T17" fmla="*/ 89 h 325"/>
                <a:gd name="T18" fmla="*/ 233 w 332"/>
                <a:gd name="T19" fmla="*/ 75 h 325"/>
                <a:gd name="T20" fmla="*/ 252 w 332"/>
                <a:gd name="T21" fmla="*/ 88 h 325"/>
                <a:gd name="T22" fmla="*/ 267 w 332"/>
                <a:gd name="T23" fmla="*/ 76 h 325"/>
                <a:gd name="T24" fmla="*/ 280 w 332"/>
                <a:gd name="T25" fmla="*/ 64 h 325"/>
                <a:gd name="T26" fmla="*/ 299 w 332"/>
                <a:gd name="T27" fmla="*/ 50 h 325"/>
                <a:gd name="T28" fmla="*/ 320 w 332"/>
                <a:gd name="T29" fmla="*/ 48 h 325"/>
                <a:gd name="T30" fmla="*/ 323 w 332"/>
                <a:gd name="T31" fmla="*/ 61 h 325"/>
                <a:gd name="T32" fmla="*/ 331 w 332"/>
                <a:gd name="T33" fmla="*/ 76 h 325"/>
                <a:gd name="T34" fmla="*/ 308 w 332"/>
                <a:gd name="T35" fmla="*/ 93 h 325"/>
                <a:gd name="T36" fmla="*/ 299 w 332"/>
                <a:gd name="T37" fmla="*/ 123 h 325"/>
                <a:gd name="T38" fmla="*/ 294 w 332"/>
                <a:gd name="T39" fmla="*/ 144 h 325"/>
                <a:gd name="T40" fmla="*/ 287 w 332"/>
                <a:gd name="T41" fmla="*/ 148 h 325"/>
                <a:gd name="T42" fmla="*/ 279 w 332"/>
                <a:gd name="T43" fmla="*/ 127 h 325"/>
                <a:gd name="T44" fmla="*/ 275 w 332"/>
                <a:gd name="T45" fmla="*/ 135 h 325"/>
                <a:gd name="T46" fmla="*/ 273 w 332"/>
                <a:gd name="T47" fmla="*/ 121 h 325"/>
                <a:gd name="T48" fmla="*/ 279 w 332"/>
                <a:gd name="T49" fmla="*/ 109 h 325"/>
                <a:gd name="T50" fmla="*/ 254 w 332"/>
                <a:gd name="T51" fmla="*/ 105 h 325"/>
                <a:gd name="T52" fmla="*/ 245 w 332"/>
                <a:gd name="T53" fmla="*/ 94 h 325"/>
                <a:gd name="T54" fmla="*/ 236 w 332"/>
                <a:gd name="T55" fmla="*/ 90 h 325"/>
                <a:gd name="T56" fmla="*/ 229 w 332"/>
                <a:gd name="T57" fmla="*/ 97 h 325"/>
                <a:gd name="T58" fmla="*/ 234 w 332"/>
                <a:gd name="T59" fmla="*/ 107 h 325"/>
                <a:gd name="T60" fmla="*/ 241 w 332"/>
                <a:gd name="T61" fmla="*/ 132 h 325"/>
                <a:gd name="T62" fmla="*/ 244 w 332"/>
                <a:gd name="T63" fmla="*/ 152 h 325"/>
                <a:gd name="T64" fmla="*/ 238 w 332"/>
                <a:gd name="T65" fmla="*/ 152 h 325"/>
                <a:gd name="T66" fmla="*/ 234 w 332"/>
                <a:gd name="T67" fmla="*/ 147 h 325"/>
                <a:gd name="T68" fmla="*/ 221 w 332"/>
                <a:gd name="T69" fmla="*/ 163 h 325"/>
                <a:gd name="T70" fmla="*/ 215 w 332"/>
                <a:gd name="T71" fmla="*/ 177 h 325"/>
                <a:gd name="T72" fmla="*/ 204 w 332"/>
                <a:gd name="T73" fmla="*/ 181 h 325"/>
                <a:gd name="T74" fmla="*/ 173 w 332"/>
                <a:gd name="T75" fmla="*/ 213 h 325"/>
                <a:gd name="T76" fmla="*/ 155 w 332"/>
                <a:gd name="T77" fmla="*/ 230 h 325"/>
                <a:gd name="T78" fmla="*/ 149 w 332"/>
                <a:gd name="T79" fmla="*/ 259 h 325"/>
                <a:gd name="T80" fmla="*/ 146 w 332"/>
                <a:gd name="T81" fmla="*/ 298 h 325"/>
                <a:gd name="T82" fmla="*/ 142 w 332"/>
                <a:gd name="T83" fmla="*/ 311 h 325"/>
                <a:gd name="T84" fmla="*/ 128 w 332"/>
                <a:gd name="T85" fmla="*/ 318 h 325"/>
                <a:gd name="T86" fmla="*/ 105 w 332"/>
                <a:gd name="T87" fmla="*/ 300 h 325"/>
                <a:gd name="T88" fmla="*/ 90 w 332"/>
                <a:gd name="T89" fmla="*/ 275 h 325"/>
                <a:gd name="T90" fmla="*/ 80 w 332"/>
                <a:gd name="T91" fmla="*/ 246 h 325"/>
                <a:gd name="T92" fmla="*/ 68 w 332"/>
                <a:gd name="T93" fmla="*/ 229 h 325"/>
                <a:gd name="T94" fmla="*/ 61 w 332"/>
                <a:gd name="T95" fmla="*/ 193 h 325"/>
                <a:gd name="T96" fmla="*/ 55 w 332"/>
                <a:gd name="T97" fmla="*/ 168 h 325"/>
                <a:gd name="T98" fmla="*/ 51 w 332"/>
                <a:gd name="T99" fmla="*/ 155 h 325"/>
                <a:gd name="T100" fmla="*/ 53 w 332"/>
                <a:gd name="T101" fmla="*/ 146 h 325"/>
                <a:gd name="T102" fmla="*/ 46 w 332"/>
                <a:gd name="T103" fmla="*/ 161 h 325"/>
                <a:gd name="T104" fmla="*/ 13 w 332"/>
                <a:gd name="T105" fmla="*/ 154 h 325"/>
                <a:gd name="T106" fmla="*/ 15 w 332"/>
                <a:gd name="T107" fmla="*/ 148 h 325"/>
                <a:gd name="T108" fmla="*/ 25 w 332"/>
                <a:gd name="T109" fmla="*/ 138 h 325"/>
                <a:gd name="T110" fmla="*/ 1 w 332"/>
                <a:gd name="T111" fmla="*/ 135 h 325"/>
                <a:gd name="T112" fmla="*/ 5 w 332"/>
                <a:gd name="T113" fmla="*/ 122 h 325"/>
                <a:gd name="T114" fmla="*/ 28 w 332"/>
                <a:gd name="T115" fmla="*/ 121 h 325"/>
                <a:gd name="T116" fmla="*/ 17 w 332"/>
                <a:gd name="T117" fmla="*/ 101 h 325"/>
                <a:gd name="T118" fmla="*/ 9 w 332"/>
                <a:gd name="T119" fmla="*/ 81 h 325"/>
                <a:gd name="T120" fmla="*/ 28 w 332"/>
                <a:gd name="T121" fmla="*/ 73 h 325"/>
                <a:gd name="T122" fmla="*/ 54 w 332"/>
                <a:gd name="T123" fmla="*/ 43 h 325"/>
                <a:gd name="T124" fmla="*/ 61 w 332"/>
                <a:gd name="T125" fmla="*/ 1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2" h="325">
                  <a:moveTo>
                    <a:pt x="241" y="154"/>
                  </a:moveTo>
                  <a:lnTo>
                    <a:pt x="241" y="155"/>
                  </a:lnTo>
                  <a:lnTo>
                    <a:pt x="241" y="156"/>
                  </a:lnTo>
                  <a:lnTo>
                    <a:pt x="241" y="154"/>
                  </a:lnTo>
                  <a:close/>
                  <a:moveTo>
                    <a:pt x="236" y="154"/>
                  </a:moveTo>
                  <a:lnTo>
                    <a:pt x="237" y="155"/>
                  </a:lnTo>
                  <a:lnTo>
                    <a:pt x="238" y="156"/>
                  </a:lnTo>
                  <a:lnTo>
                    <a:pt x="237" y="155"/>
                  </a:lnTo>
                  <a:lnTo>
                    <a:pt x="236" y="154"/>
                  </a:lnTo>
                  <a:close/>
                  <a:moveTo>
                    <a:pt x="240" y="152"/>
                  </a:moveTo>
                  <a:lnTo>
                    <a:pt x="240" y="154"/>
                  </a:lnTo>
                  <a:lnTo>
                    <a:pt x="240" y="155"/>
                  </a:lnTo>
                  <a:lnTo>
                    <a:pt x="238" y="155"/>
                  </a:lnTo>
                  <a:lnTo>
                    <a:pt x="238" y="154"/>
                  </a:lnTo>
                  <a:lnTo>
                    <a:pt x="240" y="152"/>
                  </a:lnTo>
                  <a:close/>
                  <a:moveTo>
                    <a:pt x="234" y="151"/>
                  </a:moveTo>
                  <a:lnTo>
                    <a:pt x="234" y="152"/>
                  </a:lnTo>
                  <a:lnTo>
                    <a:pt x="234" y="155"/>
                  </a:lnTo>
                  <a:lnTo>
                    <a:pt x="233" y="155"/>
                  </a:lnTo>
                  <a:lnTo>
                    <a:pt x="233" y="154"/>
                  </a:lnTo>
                  <a:lnTo>
                    <a:pt x="234" y="151"/>
                  </a:lnTo>
                  <a:close/>
                  <a:moveTo>
                    <a:pt x="82" y="0"/>
                  </a:moveTo>
                  <a:lnTo>
                    <a:pt x="84" y="0"/>
                  </a:lnTo>
                  <a:lnTo>
                    <a:pt x="91" y="5"/>
                  </a:lnTo>
                  <a:lnTo>
                    <a:pt x="94" y="2"/>
                  </a:lnTo>
                  <a:lnTo>
                    <a:pt x="97" y="4"/>
                  </a:lnTo>
                  <a:lnTo>
                    <a:pt x="99" y="7"/>
                  </a:lnTo>
                  <a:lnTo>
                    <a:pt x="101" y="6"/>
                  </a:lnTo>
                  <a:lnTo>
                    <a:pt x="107" y="10"/>
                  </a:lnTo>
                  <a:lnTo>
                    <a:pt x="107" y="10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11" y="15"/>
                  </a:lnTo>
                  <a:lnTo>
                    <a:pt x="109" y="19"/>
                  </a:lnTo>
                  <a:lnTo>
                    <a:pt x="111" y="22"/>
                  </a:lnTo>
                  <a:lnTo>
                    <a:pt x="111" y="23"/>
                  </a:lnTo>
                  <a:lnTo>
                    <a:pt x="112" y="25"/>
                  </a:lnTo>
                  <a:lnTo>
                    <a:pt x="113" y="26"/>
                  </a:lnTo>
                  <a:lnTo>
                    <a:pt x="113" y="27"/>
                  </a:lnTo>
                  <a:lnTo>
                    <a:pt x="115" y="29"/>
                  </a:lnTo>
                  <a:lnTo>
                    <a:pt x="115" y="31"/>
                  </a:lnTo>
                  <a:lnTo>
                    <a:pt x="117" y="32"/>
                  </a:lnTo>
                  <a:lnTo>
                    <a:pt x="119" y="30"/>
                  </a:lnTo>
                  <a:lnTo>
                    <a:pt x="121" y="30"/>
                  </a:lnTo>
                  <a:lnTo>
                    <a:pt x="122" y="31"/>
                  </a:lnTo>
                  <a:lnTo>
                    <a:pt x="125" y="31"/>
                  </a:lnTo>
                  <a:lnTo>
                    <a:pt x="128" y="34"/>
                  </a:lnTo>
                  <a:lnTo>
                    <a:pt x="129" y="35"/>
                  </a:lnTo>
                  <a:lnTo>
                    <a:pt x="130" y="38"/>
                  </a:lnTo>
                  <a:lnTo>
                    <a:pt x="133" y="38"/>
                  </a:lnTo>
                  <a:lnTo>
                    <a:pt x="134" y="40"/>
                  </a:lnTo>
                  <a:lnTo>
                    <a:pt x="134" y="39"/>
                  </a:lnTo>
                  <a:lnTo>
                    <a:pt x="134" y="43"/>
                  </a:lnTo>
                  <a:lnTo>
                    <a:pt x="133" y="50"/>
                  </a:lnTo>
                  <a:lnTo>
                    <a:pt x="133" y="54"/>
                  </a:lnTo>
                  <a:lnTo>
                    <a:pt x="129" y="57"/>
                  </a:lnTo>
                  <a:lnTo>
                    <a:pt x="130" y="61"/>
                  </a:lnTo>
                  <a:lnTo>
                    <a:pt x="133" y="61"/>
                  </a:lnTo>
                  <a:lnTo>
                    <a:pt x="136" y="63"/>
                  </a:lnTo>
                  <a:lnTo>
                    <a:pt x="137" y="63"/>
                  </a:lnTo>
                  <a:lnTo>
                    <a:pt x="140" y="64"/>
                  </a:lnTo>
                  <a:lnTo>
                    <a:pt x="144" y="65"/>
                  </a:lnTo>
                  <a:lnTo>
                    <a:pt x="149" y="69"/>
                  </a:lnTo>
                  <a:lnTo>
                    <a:pt x="153" y="73"/>
                  </a:lnTo>
                  <a:lnTo>
                    <a:pt x="157" y="75"/>
                  </a:lnTo>
                  <a:lnTo>
                    <a:pt x="159" y="76"/>
                  </a:lnTo>
                  <a:lnTo>
                    <a:pt x="162" y="76"/>
                  </a:lnTo>
                  <a:lnTo>
                    <a:pt x="166" y="79"/>
                  </a:lnTo>
                  <a:lnTo>
                    <a:pt x="173" y="79"/>
                  </a:lnTo>
                  <a:lnTo>
                    <a:pt x="174" y="80"/>
                  </a:lnTo>
                  <a:lnTo>
                    <a:pt x="180" y="79"/>
                  </a:lnTo>
                  <a:lnTo>
                    <a:pt x="186" y="80"/>
                  </a:lnTo>
                  <a:lnTo>
                    <a:pt x="187" y="82"/>
                  </a:lnTo>
                  <a:lnTo>
                    <a:pt x="190" y="85"/>
                  </a:lnTo>
                  <a:lnTo>
                    <a:pt x="196" y="88"/>
                  </a:lnTo>
                  <a:lnTo>
                    <a:pt x="199" y="86"/>
                  </a:lnTo>
                  <a:lnTo>
                    <a:pt x="203" y="86"/>
                  </a:lnTo>
                  <a:lnTo>
                    <a:pt x="213" y="89"/>
                  </a:lnTo>
                  <a:lnTo>
                    <a:pt x="216" y="88"/>
                  </a:lnTo>
                  <a:lnTo>
                    <a:pt x="220" y="90"/>
                  </a:lnTo>
                  <a:lnTo>
                    <a:pt x="228" y="89"/>
                  </a:lnTo>
                  <a:lnTo>
                    <a:pt x="228" y="84"/>
                  </a:lnTo>
                  <a:lnTo>
                    <a:pt x="227" y="79"/>
                  </a:lnTo>
                  <a:lnTo>
                    <a:pt x="227" y="73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9" y="69"/>
                  </a:lnTo>
                  <a:lnTo>
                    <a:pt x="232" y="69"/>
                  </a:lnTo>
                  <a:lnTo>
                    <a:pt x="233" y="71"/>
                  </a:lnTo>
                  <a:lnTo>
                    <a:pt x="233" y="75"/>
                  </a:lnTo>
                  <a:lnTo>
                    <a:pt x="236" y="76"/>
                  </a:lnTo>
                  <a:lnTo>
                    <a:pt x="236" y="76"/>
                  </a:lnTo>
                  <a:lnTo>
                    <a:pt x="234" y="79"/>
                  </a:lnTo>
                  <a:lnTo>
                    <a:pt x="234" y="80"/>
                  </a:lnTo>
                  <a:lnTo>
                    <a:pt x="237" y="84"/>
                  </a:lnTo>
                  <a:lnTo>
                    <a:pt x="241" y="85"/>
                  </a:lnTo>
                  <a:lnTo>
                    <a:pt x="242" y="84"/>
                  </a:lnTo>
                  <a:lnTo>
                    <a:pt x="248" y="88"/>
                  </a:lnTo>
                  <a:lnTo>
                    <a:pt x="252" y="88"/>
                  </a:lnTo>
                  <a:lnTo>
                    <a:pt x="253" y="84"/>
                  </a:lnTo>
                  <a:lnTo>
                    <a:pt x="255" y="84"/>
                  </a:lnTo>
                  <a:lnTo>
                    <a:pt x="258" y="85"/>
                  </a:lnTo>
                  <a:lnTo>
                    <a:pt x="263" y="84"/>
                  </a:lnTo>
                  <a:lnTo>
                    <a:pt x="266" y="84"/>
                  </a:lnTo>
                  <a:lnTo>
                    <a:pt x="271" y="82"/>
                  </a:lnTo>
                  <a:lnTo>
                    <a:pt x="271" y="81"/>
                  </a:lnTo>
                  <a:lnTo>
                    <a:pt x="271" y="77"/>
                  </a:lnTo>
                  <a:lnTo>
                    <a:pt x="267" y="76"/>
                  </a:lnTo>
                  <a:lnTo>
                    <a:pt x="267" y="73"/>
                  </a:lnTo>
                  <a:lnTo>
                    <a:pt x="267" y="71"/>
                  </a:lnTo>
                  <a:lnTo>
                    <a:pt x="269" y="71"/>
                  </a:lnTo>
                  <a:lnTo>
                    <a:pt x="274" y="69"/>
                  </a:lnTo>
                  <a:lnTo>
                    <a:pt x="275" y="69"/>
                  </a:lnTo>
                  <a:lnTo>
                    <a:pt x="277" y="67"/>
                  </a:lnTo>
                  <a:lnTo>
                    <a:pt x="278" y="65"/>
                  </a:lnTo>
                  <a:lnTo>
                    <a:pt x="280" y="65"/>
                  </a:lnTo>
                  <a:lnTo>
                    <a:pt x="280" y="64"/>
                  </a:lnTo>
                  <a:lnTo>
                    <a:pt x="283" y="64"/>
                  </a:lnTo>
                  <a:lnTo>
                    <a:pt x="283" y="61"/>
                  </a:lnTo>
                  <a:lnTo>
                    <a:pt x="286" y="59"/>
                  </a:lnTo>
                  <a:lnTo>
                    <a:pt x="288" y="59"/>
                  </a:lnTo>
                  <a:lnTo>
                    <a:pt x="292" y="57"/>
                  </a:lnTo>
                  <a:lnTo>
                    <a:pt x="295" y="54"/>
                  </a:lnTo>
                  <a:lnTo>
                    <a:pt x="295" y="51"/>
                  </a:lnTo>
                  <a:lnTo>
                    <a:pt x="296" y="51"/>
                  </a:lnTo>
                  <a:lnTo>
                    <a:pt x="299" y="50"/>
                  </a:lnTo>
                  <a:lnTo>
                    <a:pt x="302" y="52"/>
                  </a:lnTo>
                  <a:lnTo>
                    <a:pt x="304" y="51"/>
                  </a:lnTo>
                  <a:lnTo>
                    <a:pt x="309" y="52"/>
                  </a:lnTo>
                  <a:lnTo>
                    <a:pt x="311" y="51"/>
                  </a:lnTo>
                  <a:lnTo>
                    <a:pt x="309" y="50"/>
                  </a:lnTo>
                  <a:lnTo>
                    <a:pt x="315" y="47"/>
                  </a:lnTo>
                  <a:lnTo>
                    <a:pt x="317" y="47"/>
                  </a:lnTo>
                  <a:lnTo>
                    <a:pt x="319" y="48"/>
                  </a:lnTo>
                  <a:lnTo>
                    <a:pt x="320" y="48"/>
                  </a:lnTo>
                  <a:lnTo>
                    <a:pt x="320" y="50"/>
                  </a:lnTo>
                  <a:lnTo>
                    <a:pt x="319" y="52"/>
                  </a:lnTo>
                  <a:lnTo>
                    <a:pt x="320" y="55"/>
                  </a:lnTo>
                  <a:lnTo>
                    <a:pt x="321" y="54"/>
                  </a:lnTo>
                  <a:lnTo>
                    <a:pt x="323" y="54"/>
                  </a:lnTo>
                  <a:lnTo>
                    <a:pt x="323" y="55"/>
                  </a:lnTo>
                  <a:lnTo>
                    <a:pt x="325" y="57"/>
                  </a:lnTo>
                  <a:lnTo>
                    <a:pt x="325" y="59"/>
                  </a:lnTo>
                  <a:lnTo>
                    <a:pt x="323" y="61"/>
                  </a:lnTo>
                  <a:lnTo>
                    <a:pt x="324" y="63"/>
                  </a:lnTo>
                  <a:lnTo>
                    <a:pt x="327" y="64"/>
                  </a:lnTo>
                  <a:lnTo>
                    <a:pt x="328" y="63"/>
                  </a:lnTo>
                  <a:lnTo>
                    <a:pt x="329" y="64"/>
                  </a:lnTo>
                  <a:lnTo>
                    <a:pt x="332" y="67"/>
                  </a:lnTo>
                  <a:lnTo>
                    <a:pt x="332" y="68"/>
                  </a:lnTo>
                  <a:lnTo>
                    <a:pt x="331" y="71"/>
                  </a:lnTo>
                  <a:lnTo>
                    <a:pt x="331" y="73"/>
                  </a:lnTo>
                  <a:lnTo>
                    <a:pt x="331" y="76"/>
                  </a:lnTo>
                  <a:lnTo>
                    <a:pt x="328" y="75"/>
                  </a:lnTo>
                  <a:lnTo>
                    <a:pt x="327" y="73"/>
                  </a:lnTo>
                  <a:lnTo>
                    <a:pt x="323" y="76"/>
                  </a:lnTo>
                  <a:lnTo>
                    <a:pt x="319" y="76"/>
                  </a:lnTo>
                  <a:lnTo>
                    <a:pt x="319" y="80"/>
                  </a:lnTo>
                  <a:lnTo>
                    <a:pt x="315" y="82"/>
                  </a:lnTo>
                  <a:lnTo>
                    <a:pt x="312" y="84"/>
                  </a:lnTo>
                  <a:lnTo>
                    <a:pt x="308" y="90"/>
                  </a:lnTo>
                  <a:lnTo>
                    <a:pt x="308" y="93"/>
                  </a:lnTo>
                  <a:lnTo>
                    <a:pt x="309" y="94"/>
                  </a:lnTo>
                  <a:lnTo>
                    <a:pt x="308" y="100"/>
                  </a:lnTo>
                  <a:lnTo>
                    <a:pt x="304" y="105"/>
                  </a:lnTo>
                  <a:lnTo>
                    <a:pt x="304" y="106"/>
                  </a:lnTo>
                  <a:lnTo>
                    <a:pt x="307" y="107"/>
                  </a:lnTo>
                  <a:lnTo>
                    <a:pt x="304" y="114"/>
                  </a:lnTo>
                  <a:lnTo>
                    <a:pt x="304" y="119"/>
                  </a:lnTo>
                  <a:lnTo>
                    <a:pt x="302" y="123"/>
                  </a:lnTo>
                  <a:lnTo>
                    <a:pt x="299" y="123"/>
                  </a:lnTo>
                  <a:lnTo>
                    <a:pt x="296" y="122"/>
                  </a:lnTo>
                  <a:lnTo>
                    <a:pt x="294" y="122"/>
                  </a:lnTo>
                  <a:lnTo>
                    <a:pt x="295" y="129"/>
                  </a:lnTo>
                  <a:lnTo>
                    <a:pt x="295" y="131"/>
                  </a:lnTo>
                  <a:lnTo>
                    <a:pt x="295" y="135"/>
                  </a:lnTo>
                  <a:lnTo>
                    <a:pt x="292" y="135"/>
                  </a:lnTo>
                  <a:lnTo>
                    <a:pt x="294" y="138"/>
                  </a:lnTo>
                  <a:lnTo>
                    <a:pt x="292" y="142"/>
                  </a:lnTo>
                  <a:lnTo>
                    <a:pt x="294" y="144"/>
                  </a:lnTo>
                  <a:lnTo>
                    <a:pt x="292" y="147"/>
                  </a:lnTo>
                  <a:lnTo>
                    <a:pt x="291" y="148"/>
                  </a:lnTo>
                  <a:lnTo>
                    <a:pt x="290" y="148"/>
                  </a:lnTo>
                  <a:lnTo>
                    <a:pt x="288" y="150"/>
                  </a:lnTo>
                  <a:lnTo>
                    <a:pt x="288" y="151"/>
                  </a:lnTo>
                  <a:lnTo>
                    <a:pt x="288" y="151"/>
                  </a:lnTo>
                  <a:lnTo>
                    <a:pt x="288" y="150"/>
                  </a:lnTo>
                  <a:lnTo>
                    <a:pt x="288" y="148"/>
                  </a:lnTo>
                  <a:lnTo>
                    <a:pt x="287" y="148"/>
                  </a:lnTo>
                  <a:lnTo>
                    <a:pt x="287" y="146"/>
                  </a:lnTo>
                  <a:lnTo>
                    <a:pt x="286" y="143"/>
                  </a:lnTo>
                  <a:lnTo>
                    <a:pt x="284" y="138"/>
                  </a:lnTo>
                  <a:lnTo>
                    <a:pt x="284" y="136"/>
                  </a:lnTo>
                  <a:lnTo>
                    <a:pt x="284" y="134"/>
                  </a:lnTo>
                  <a:lnTo>
                    <a:pt x="283" y="130"/>
                  </a:lnTo>
                  <a:lnTo>
                    <a:pt x="282" y="129"/>
                  </a:lnTo>
                  <a:lnTo>
                    <a:pt x="282" y="127"/>
                  </a:lnTo>
                  <a:lnTo>
                    <a:pt x="279" y="127"/>
                  </a:lnTo>
                  <a:lnTo>
                    <a:pt x="278" y="127"/>
                  </a:lnTo>
                  <a:lnTo>
                    <a:pt x="277" y="127"/>
                  </a:lnTo>
                  <a:lnTo>
                    <a:pt x="278" y="129"/>
                  </a:lnTo>
                  <a:lnTo>
                    <a:pt x="277" y="130"/>
                  </a:lnTo>
                  <a:lnTo>
                    <a:pt x="277" y="131"/>
                  </a:lnTo>
                  <a:lnTo>
                    <a:pt x="275" y="132"/>
                  </a:lnTo>
                  <a:lnTo>
                    <a:pt x="277" y="134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4" y="132"/>
                  </a:lnTo>
                  <a:lnTo>
                    <a:pt x="271" y="131"/>
                  </a:lnTo>
                  <a:lnTo>
                    <a:pt x="271" y="130"/>
                  </a:lnTo>
                  <a:lnTo>
                    <a:pt x="270" y="129"/>
                  </a:lnTo>
                  <a:lnTo>
                    <a:pt x="269" y="126"/>
                  </a:lnTo>
                  <a:lnTo>
                    <a:pt x="269" y="125"/>
                  </a:lnTo>
                  <a:lnTo>
                    <a:pt x="270" y="123"/>
                  </a:lnTo>
                  <a:lnTo>
                    <a:pt x="270" y="122"/>
                  </a:lnTo>
                  <a:lnTo>
                    <a:pt x="273" y="121"/>
                  </a:lnTo>
                  <a:lnTo>
                    <a:pt x="273" y="121"/>
                  </a:lnTo>
                  <a:lnTo>
                    <a:pt x="274" y="122"/>
                  </a:lnTo>
                  <a:lnTo>
                    <a:pt x="275" y="121"/>
                  </a:lnTo>
                  <a:lnTo>
                    <a:pt x="275" y="119"/>
                  </a:lnTo>
                  <a:lnTo>
                    <a:pt x="277" y="118"/>
                  </a:lnTo>
                  <a:lnTo>
                    <a:pt x="278" y="114"/>
                  </a:lnTo>
                  <a:lnTo>
                    <a:pt x="279" y="111"/>
                  </a:lnTo>
                  <a:lnTo>
                    <a:pt x="280" y="109"/>
                  </a:lnTo>
                  <a:lnTo>
                    <a:pt x="279" y="109"/>
                  </a:lnTo>
                  <a:lnTo>
                    <a:pt x="277" y="106"/>
                  </a:lnTo>
                  <a:lnTo>
                    <a:pt x="275" y="106"/>
                  </a:lnTo>
                  <a:lnTo>
                    <a:pt x="274" y="106"/>
                  </a:lnTo>
                  <a:lnTo>
                    <a:pt x="273" y="106"/>
                  </a:lnTo>
                  <a:lnTo>
                    <a:pt x="269" y="106"/>
                  </a:lnTo>
                  <a:lnTo>
                    <a:pt x="265" y="106"/>
                  </a:lnTo>
                  <a:lnTo>
                    <a:pt x="261" y="106"/>
                  </a:lnTo>
                  <a:lnTo>
                    <a:pt x="257" y="106"/>
                  </a:lnTo>
                  <a:lnTo>
                    <a:pt x="254" y="105"/>
                  </a:lnTo>
                  <a:lnTo>
                    <a:pt x="253" y="105"/>
                  </a:lnTo>
                  <a:lnTo>
                    <a:pt x="250" y="105"/>
                  </a:lnTo>
                  <a:lnTo>
                    <a:pt x="250" y="102"/>
                  </a:lnTo>
                  <a:lnTo>
                    <a:pt x="249" y="100"/>
                  </a:lnTo>
                  <a:lnTo>
                    <a:pt x="249" y="98"/>
                  </a:lnTo>
                  <a:lnTo>
                    <a:pt x="249" y="96"/>
                  </a:lnTo>
                  <a:lnTo>
                    <a:pt x="246" y="93"/>
                  </a:lnTo>
                  <a:lnTo>
                    <a:pt x="246" y="93"/>
                  </a:lnTo>
                  <a:lnTo>
                    <a:pt x="245" y="94"/>
                  </a:lnTo>
                  <a:lnTo>
                    <a:pt x="244" y="93"/>
                  </a:lnTo>
                  <a:lnTo>
                    <a:pt x="242" y="92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2"/>
                  </a:lnTo>
                  <a:lnTo>
                    <a:pt x="241" y="93"/>
                  </a:lnTo>
                  <a:lnTo>
                    <a:pt x="240" y="93"/>
                  </a:lnTo>
                  <a:lnTo>
                    <a:pt x="237" y="93"/>
                  </a:lnTo>
                  <a:lnTo>
                    <a:pt x="236" y="90"/>
                  </a:lnTo>
                  <a:lnTo>
                    <a:pt x="236" y="89"/>
                  </a:lnTo>
                  <a:lnTo>
                    <a:pt x="233" y="88"/>
                  </a:lnTo>
                  <a:lnTo>
                    <a:pt x="233" y="86"/>
                  </a:lnTo>
                  <a:lnTo>
                    <a:pt x="232" y="88"/>
                  </a:lnTo>
                  <a:lnTo>
                    <a:pt x="230" y="88"/>
                  </a:lnTo>
                  <a:lnTo>
                    <a:pt x="230" y="90"/>
                  </a:lnTo>
                  <a:lnTo>
                    <a:pt x="232" y="90"/>
                  </a:lnTo>
                  <a:lnTo>
                    <a:pt x="230" y="94"/>
                  </a:lnTo>
                  <a:lnTo>
                    <a:pt x="229" y="97"/>
                  </a:lnTo>
                  <a:lnTo>
                    <a:pt x="228" y="100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40" y="101"/>
                  </a:lnTo>
                  <a:lnTo>
                    <a:pt x="238" y="102"/>
                  </a:lnTo>
                  <a:lnTo>
                    <a:pt x="240" y="105"/>
                  </a:lnTo>
                  <a:lnTo>
                    <a:pt x="238" y="106"/>
                  </a:lnTo>
                  <a:lnTo>
                    <a:pt x="237" y="106"/>
                  </a:lnTo>
                  <a:lnTo>
                    <a:pt x="234" y="107"/>
                  </a:lnTo>
                  <a:lnTo>
                    <a:pt x="233" y="110"/>
                  </a:lnTo>
                  <a:lnTo>
                    <a:pt x="232" y="110"/>
                  </a:lnTo>
                  <a:lnTo>
                    <a:pt x="232" y="115"/>
                  </a:lnTo>
                  <a:lnTo>
                    <a:pt x="234" y="118"/>
                  </a:lnTo>
                  <a:lnTo>
                    <a:pt x="237" y="119"/>
                  </a:lnTo>
                  <a:lnTo>
                    <a:pt x="240" y="123"/>
                  </a:lnTo>
                  <a:lnTo>
                    <a:pt x="240" y="127"/>
                  </a:lnTo>
                  <a:lnTo>
                    <a:pt x="241" y="130"/>
                  </a:lnTo>
                  <a:lnTo>
                    <a:pt x="241" y="132"/>
                  </a:lnTo>
                  <a:lnTo>
                    <a:pt x="241" y="136"/>
                  </a:lnTo>
                  <a:lnTo>
                    <a:pt x="245" y="140"/>
                  </a:lnTo>
                  <a:lnTo>
                    <a:pt x="245" y="144"/>
                  </a:lnTo>
                  <a:lnTo>
                    <a:pt x="245" y="146"/>
                  </a:lnTo>
                  <a:lnTo>
                    <a:pt x="246" y="150"/>
                  </a:lnTo>
                  <a:lnTo>
                    <a:pt x="245" y="150"/>
                  </a:lnTo>
                  <a:lnTo>
                    <a:pt x="246" y="152"/>
                  </a:lnTo>
                  <a:lnTo>
                    <a:pt x="245" y="155"/>
                  </a:lnTo>
                  <a:lnTo>
                    <a:pt x="244" y="152"/>
                  </a:lnTo>
                  <a:lnTo>
                    <a:pt x="244" y="154"/>
                  </a:lnTo>
                  <a:lnTo>
                    <a:pt x="242" y="154"/>
                  </a:lnTo>
                  <a:lnTo>
                    <a:pt x="241" y="151"/>
                  </a:lnTo>
                  <a:lnTo>
                    <a:pt x="241" y="150"/>
                  </a:lnTo>
                  <a:lnTo>
                    <a:pt x="241" y="151"/>
                  </a:lnTo>
                  <a:lnTo>
                    <a:pt x="240" y="152"/>
                  </a:lnTo>
                  <a:lnTo>
                    <a:pt x="240" y="151"/>
                  </a:lnTo>
                  <a:lnTo>
                    <a:pt x="240" y="152"/>
                  </a:lnTo>
                  <a:lnTo>
                    <a:pt x="238" y="152"/>
                  </a:lnTo>
                  <a:lnTo>
                    <a:pt x="237" y="152"/>
                  </a:lnTo>
                  <a:lnTo>
                    <a:pt x="236" y="152"/>
                  </a:lnTo>
                  <a:lnTo>
                    <a:pt x="234" y="148"/>
                  </a:lnTo>
                  <a:lnTo>
                    <a:pt x="236" y="147"/>
                  </a:lnTo>
                  <a:lnTo>
                    <a:pt x="233" y="146"/>
                  </a:lnTo>
                  <a:lnTo>
                    <a:pt x="232" y="146"/>
                  </a:lnTo>
                  <a:lnTo>
                    <a:pt x="232" y="146"/>
                  </a:lnTo>
                  <a:lnTo>
                    <a:pt x="233" y="147"/>
                  </a:lnTo>
                  <a:lnTo>
                    <a:pt x="234" y="147"/>
                  </a:lnTo>
                  <a:lnTo>
                    <a:pt x="233" y="148"/>
                  </a:lnTo>
                  <a:lnTo>
                    <a:pt x="233" y="150"/>
                  </a:lnTo>
                  <a:lnTo>
                    <a:pt x="233" y="151"/>
                  </a:lnTo>
                  <a:lnTo>
                    <a:pt x="230" y="154"/>
                  </a:lnTo>
                  <a:lnTo>
                    <a:pt x="224" y="156"/>
                  </a:lnTo>
                  <a:lnTo>
                    <a:pt x="223" y="157"/>
                  </a:lnTo>
                  <a:lnTo>
                    <a:pt x="221" y="159"/>
                  </a:lnTo>
                  <a:lnTo>
                    <a:pt x="220" y="161"/>
                  </a:lnTo>
                  <a:lnTo>
                    <a:pt x="221" y="163"/>
                  </a:lnTo>
                  <a:lnTo>
                    <a:pt x="223" y="165"/>
                  </a:lnTo>
                  <a:lnTo>
                    <a:pt x="223" y="165"/>
                  </a:lnTo>
                  <a:lnTo>
                    <a:pt x="223" y="167"/>
                  </a:lnTo>
                  <a:lnTo>
                    <a:pt x="220" y="168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9" y="172"/>
                  </a:lnTo>
                  <a:lnTo>
                    <a:pt x="215" y="176"/>
                  </a:lnTo>
                  <a:lnTo>
                    <a:pt x="215" y="177"/>
                  </a:lnTo>
                  <a:lnTo>
                    <a:pt x="208" y="180"/>
                  </a:lnTo>
                  <a:lnTo>
                    <a:pt x="207" y="180"/>
                  </a:lnTo>
                  <a:lnTo>
                    <a:pt x="207" y="179"/>
                  </a:lnTo>
                  <a:lnTo>
                    <a:pt x="207" y="177"/>
                  </a:lnTo>
                  <a:lnTo>
                    <a:pt x="205" y="177"/>
                  </a:lnTo>
                  <a:lnTo>
                    <a:pt x="204" y="180"/>
                  </a:lnTo>
                  <a:lnTo>
                    <a:pt x="203" y="180"/>
                  </a:lnTo>
                  <a:lnTo>
                    <a:pt x="201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198" y="189"/>
                  </a:lnTo>
                  <a:lnTo>
                    <a:pt x="195" y="194"/>
                  </a:lnTo>
                  <a:lnTo>
                    <a:pt x="184" y="202"/>
                  </a:lnTo>
                  <a:lnTo>
                    <a:pt x="183" y="206"/>
                  </a:lnTo>
                  <a:lnTo>
                    <a:pt x="180" y="209"/>
                  </a:lnTo>
                  <a:lnTo>
                    <a:pt x="176" y="210"/>
                  </a:lnTo>
                  <a:lnTo>
                    <a:pt x="173" y="213"/>
                  </a:lnTo>
                  <a:lnTo>
                    <a:pt x="173" y="215"/>
                  </a:lnTo>
                  <a:lnTo>
                    <a:pt x="173" y="218"/>
                  </a:lnTo>
                  <a:lnTo>
                    <a:pt x="171" y="221"/>
                  </a:lnTo>
                  <a:lnTo>
                    <a:pt x="169" y="222"/>
                  </a:lnTo>
                  <a:lnTo>
                    <a:pt x="163" y="222"/>
                  </a:lnTo>
                  <a:lnTo>
                    <a:pt x="161" y="223"/>
                  </a:lnTo>
                  <a:lnTo>
                    <a:pt x="161" y="226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4" y="229"/>
                  </a:lnTo>
                  <a:lnTo>
                    <a:pt x="153" y="229"/>
                  </a:lnTo>
                  <a:lnTo>
                    <a:pt x="149" y="232"/>
                  </a:lnTo>
                  <a:lnTo>
                    <a:pt x="149" y="234"/>
                  </a:lnTo>
                  <a:lnTo>
                    <a:pt x="149" y="239"/>
                  </a:lnTo>
                  <a:lnTo>
                    <a:pt x="150" y="244"/>
                  </a:lnTo>
                  <a:lnTo>
                    <a:pt x="149" y="247"/>
                  </a:lnTo>
                  <a:lnTo>
                    <a:pt x="149" y="250"/>
                  </a:lnTo>
                  <a:lnTo>
                    <a:pt x="149" y="259"/>
                  </a:lnTo>
                  <a:lnTo>
                    <a:pt x="151" y="260"/>
                  </a:lnTo>
                  <a:lnTo>
                    <a:pt x="153" y="265"/>
                  </a:lnTo>
                  <a:lnTo>
                    <a:pt x="150" y="273"/>
                  </a:lnTo>
                  <a:lnTo>
                    <a:pt x="146" y="279"/>
                  </a:lnTo>
                  <a:lnTo>
                    <a:pt x="146" y="284"/>
                  </a:lnTo>
                  <a:lnTo>
                    <a:pt x="148" y="285"/>
                  </a:lnTo>
                  <a:lnTo>
                    <a:pt x="149" y="296"/>
                  </a:lnTo>
                  <a:lnTo>
                    <a:pt x="149" y="298"/>
                  </a:lnTo>
                  <a:lnTo>
                    <a:pt x="146" y="298"/>
                  </a:lnTo>
                  <a:lnTo>
                    <a:pt x="145" y="298"/>
                  </a:lnTo>
                  <a:lnTo>
                    <a:pt x="142" y="298"/>
                  </a:lnTo>
                  <a:lnTo>
                    <a:pt x="141" y="301"/>
                  </a:lnTo>
                  <a:lnTo>
                    <a:pt x="141" y="302"/>
                  </a:lnTo>
                  <a:lnTo>
                    <a:pt x="138" y="306"/>
                  </a:lnTo>
                  <a:lnTo>
                    <a:pt x="137" y="307"/>
                  </a:lnTo>
                  <a:lnTo>
                    <a:pt x="137" y="309"/>
                  </a:lnTo>
                  <a:lnTo>
                    <a:pt x="141" y="311"/>
                  </a:lnTo>
                  <a:lnTo>
                    <a:pt x="142" y="311"/>
                  </a:lnTo>
                  <a:lnTo>
                    <a:pt x="142" y="313"/>
                  </a:lnTo>
                  <a:lnTo>
                    <a:pt x="141" y="311"/>
                  </a:lnTo>
                  <a:lnTo>
                    <a:pt x="140" y="310"/>
                  </a:lnTo>
                  <a:lnTo>
                    <a:pt x="134" y="313"/>
                  </a:lnTo>
                  <a:lnTo>
                    <a:pt x="133" y="313"/>
                  </a:lnTo>
                  <a:lnTo>
                    <a:pt x="129" y="314"/>
                  </a:lnTo>
                  <a:lnTo>
                    <a:pt x="128" y="317"/>
                  </a:lnTo>
                  <a:lnTo>
                    <a:pt x="128" y="318"/>
                  </a:lnTo>
                  <a:lnTo>
                    <a:pt x="128" y="318"/>
                  </a:lnTo>
                  <a:lnTo>
                    <a:pt x="128" y="319"/>
                  </a:lnTo>
                  <a:lnTo>
                    <a:pt x="126" y="322"/>
                  </a:lnTo>
                  <a:lnTo>
                    <a:pt x="122" y="325"/>
                  </a:lnTo>
                  <a:lnTo>
                    <a:pt x="119" y="325"/>
                  </a:lnTo>
                  <a:lnTo>
                    <a:pt x="115" y="322"/>
                  </a:lnTo>
                  <a:lnTo>
                    <a:pt x="111" y="318"/>
                  </a:lnTo>
                  <a:lnTo>
                    <a:pt x="107" y="309"/>
                  </a:lnTo>
                  <a:lnTo>
                    <a:pt x="107" y="305"/>
                  </a:lnTo>
                  <a:lnTo>
                    <a:pt x="105" y="300"/>
                  </a:lnTo>
                  <a:lnTo>
                    <a:pt x="103" y="294"/>
                  </a:lnTo>
                  <a:lnTo>
                    <a:pt x="103" y="293"/>
                  </a:lnTo>
                  <a:lnTo>
                    <a:pt x="101" y="293"/>
                  </a:lnTo>
                  <a:lnTo>
                    <a:pt x="100" y="289"/>
                  </a:lnTo>
                  <a:lnTo>
                    <a:pt x="100" y="285"/>
                  </a:lnTo>
                  <a:lnTo>
                    <a:pt x="96" y="281"/>
                  </a:lnTo>
                  <a:lnTo>
                    <a:pt x="94" y="277"/>
                  </a:lnTo>
                  <a:lnTo>
                    <a:pt x="94" y="277"/>
                  </a:lnTo>
                  <a:lnTo>
                    <a:pt x="90" y="275"/>
                  </a:lnTo>
                  <a:lnTo>
                    <a:pt x="88" y="271"/>
                  </a:lnTo>
                  <a:lnTo>
                    <a:pt x="87" y="271"/>
                  </a:lnTo>
                  <a:lnTo>
                    <a:pt x="87" y="265"/>
                  </a:lnTo>
                  <a:lnTo>
                    <a:pt x="86" y="263"/>
                  </a:lnTo>
                  <a:lnTo>
                    <a:pt x="84" y="257"/>
                  </a:lnTo>
                  <a:lnTo>
                    <a:pt x="83" y="255"/>
                  </a:lnTo>
                  <a:lnTo>
                    <a:pt x="82" y="252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9" y="246"/>
                  </a:lnTo>
                  <a:lnTo>
                    <a:pt x="76" y="242"/>
                  </a:lnTo>
                  <a:lnTo>
                    <a:pt x="76" y="240"/>
                  </a:lnTo>
                  <a:lnTo>
                    <a:pt x="75" y="240"/>
                  </a:lnTo>
                  <a:lnTo>
                    <a:pt x="72" y="235"/>
                  </a:lnTo>
                  <a:lnTo>
                    <a:pt x="72" y="234"/>
                  </a:lnTo>
                  <a:lnTo>
                    <a:pt x="71" y="232"/>
                  </a:lnTo>
                  <a:lnTo>
                    <a:pt x="70" y="230"/>
                  </a:lnTo>
                  <a:lnTo>
                    <a:pt x="68" y="229"/>
                  </a:lnTo>
                  <a:lnTo>
                    <a:pt x="67" y="223"/>
                  </a:lnTo>
                  <a:lnTo>
                    <a:pt x="66" y="21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59" y="200"/>
                  </a:lnTo>
                  <a:lnTo>
                    <a:pt x="62" y="200"/>
                  </a:lnTo>
                  <a:lnTo>
                    <a:pt x="58" y="196"/>
                  </a:lnTo>
                  <a:lnTo>
                    <a:pt x="58" y="193"/>
                  </a:lnTo>
                  <a:lnTo>
                    <a:pt x="61" y="193"/>
                  </a:lnTo>
                  <a:lnTo>
                    <a:pt x="59" y="190"/>
                  </a:lnTo>
                  <a:lnTo>
                    <a:pt x="58" y="189"/>
                  </a:lnTo>
                  <a:lnTo>
                    <a:pt x="55" y="182"/>
                  </a:lnTo>
                  <a:lnTo>
                    <a:pt x="54" y="179"/>
                  </a:lnTo>
                  <a:lnTo>
                    <a:pt x="57" y="177"/>
                  </a:lnTo>
                  <a:lnTo>
                    <a:pt x="55" y="176"/>
                  </a:lnTo>
                  <a:lnTo>
                    <a:pt x="54" y="175"/>
                  </a:lnTo>
                  <a:lnTo>
                    <a:pt x="55" y="172"/>
                  </a:lnTo>
                  <a:lnTo>
                    <a:pt x="55" y="168"/>
                  </a:lnTo>
                  <a:lnTo>
                    <a:pt x="54" y="164"/>
                  </a:lnTo>
                  <a:lnTo>
                    <a:pt x="53" y="164"/>
                  </a:lnTo>
                  <a:lnTo>
                    <a:pt x="53" y="157"/>
                  </a:lnTo>
                  <a:lnTo>
                    <a:pt x="55" y="156"/>
                  </a:lnTo>
                  <a:lnTo>
                    <a:pt x="55" y="155"/>
                  </a:lnTo>
                  <a:lnTo>
                    <a:pt x="58" y="155"/>
                  </a:lnTo>
                  <a:lnTo>
                    <a:pt x="55" y="155"/>
                  </a:lnTo>
                  <a:lnTo>
                    <a:pt x="53" y="155"/>
                  </a:lnTo>
                  <a:lnTo>
                    <a:pt x="51" y="155"/>
                  </a:lnTo>
                  <a:lnTo>
                    <a:pt x="51" y="152"/>
                  </a:lnTo>
                  <a:lnTo>
                    <a:pt x="50" y="15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53" y="148"/>
                  </a:lnTo>
                  <a:lnTo>
                    <a:pt x="55" y="147"/>
                  </a:lnTo>
                  <a:lnTo>
                    <a:pt x="55" y="144"/>
                  </a:lnTo>
                  <a:lnTo>
                    <a:pt x="54" y="146"/>
                  </a:lnTo>
                  <a:lnTo>
                    <a:pt x="53" y="146"/>
                  </a:lnTo>
                  <a:lnTo>
                    <a:pt x="50" y="146"/>
                  </a:lnTo>
                  <a:lnTo>
                    <a:pt x="49" y="144"/>
                  </a:lnTo>
                  <a:lnTo>
                    <a:pt x="49" y="146"/>
                  </a:lnTo>
                  <a:lnTo>
                    <a:pt x="49" y="148"/>
                  </a:lnTo>
                  <a:lnTo>
                    <a:pt x="46" y="152"/>
                  </a:lnTo>
                  <a:lnTo>
                    <a:pt x="49" y="155"/>
                  </a:lnTo>
                  <a:lnTo>
                    <a:pt x="47" y="159"/>
                  </a:lnTo>
                  <a:lnTo>
                    <a:pt x="46" y="160"/>
                  </a:lnTo>
                  <a:lnTo>
                    <a:pt x="46" y="161"/>
                  </a:lnTo>
                  <a:lnTo>
                    <a:pt x="42" y="164"/>
                  </a:lnTo>
                  <a:lnTo>
                    <a:pt x="36" y="168"/>
                  </a:lnTo>
                  <a:lnTo>
                    <a:pt x="33" y="168"/>
                  </a:lnTo>
                  <a:lnTo>
                    <a:pt x="29" y="168"/>
                  </a:lnTo>
                  <a:lnTo>
                    <a:pt x="20" y="160"/>
                  </a:lnTo>
                  <a:lnTo>
                    <a:pt x="16" y="155"/>
                  </a:lnTo>
                  <a:lnTo>
                    <a:pt x="16" y="155"/>
                  </a:lnTo>
                  <a:lnTo>
                    <a:pt x="15" y="155"/>
                  </a:lnTo>
                  <a:lnTo>
                    <a:pt x="13" y="154"/>
                  </a:lnTo>
                  <a:lnTo>
                    <a:pt x="8" y="148"/>
                  </a:lnTo>
                  <a:lnTo>
                    <a:pt x="8" y="147"/>
                  </a:lnTo>
                  <a:lnTo>
                    <a:pt x="8" y="146"/>
                  </a:lnTo>
                  <a:lnTo>
                    <a:pt x="9" y="146"/>
                  </a:lnTo>
                  <a:lnTo>
                    <a:pt x="9" y="147"/>
                  </a:lnTo>
                  <a:lnTo>
                    <a:pt x="11" y="146"/>
                  </a:lnTo>
                  <a:lnTo>
                    <a:pt x="11" y="148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7"/>
                  </a:lnTo>
                  <a:lnTo>
                    <a:pt x="16" y="148"/>
                  </a:lnTo>
                  <a:lnTo>
                    <a:pt x="17" y="147"/>
                  </a:lnTo>
                  <a:lnTo>
                    <a:pt x="21" y="143"/>
                  </a:lnTo>
                  <a:lnTo>
                    <a:pt x="22" y="143"/>
                  </a:lnTo>
                  <a:lnTo>
                    <a:pt x="25" y="140"/>
                  </a:lnTo>
                  <a:lnTo>
                    <a:pt x="26" y="140"/>
                  </a:lnTo>
                  <a:lnTo>
                    <a:pt x="26" y="138"/>
                  </a:lnTo>
                  <a:lnTo>
                    <a:pt x="25" y="138"/>
                  </a:lnTo>
                  <a:lnTo>
                    <a:pt x="24" y="138"/>
                  </a:lnTo>
                  <a:lnTo>
                    <a:pt x="24" y="138"/>
                  </a:lnTo>
                  <a:lnTo>
                    <a:pt x="24" y="139"/>
                  </a:lnTo>
                  <a:lnTo>
                    <a:pt x="18" y="142"/>
                  </a:lnTo>
                  <a:lnTo>
                    <a:pt x="16" y="142"/>
                  </a:lnTo>
                  <a:lnTo>
                    <a:pt x="15" y="142"/>
                  </a:lnTo>
                  <a:lnTo>
                    <a:pt x="7" y="139"/>
                  </a:lnTo>
                  <a:lnTo>
                    <a:pt x="3" y="135"/>
                  </a:lnTo>
                  <a:lnTo>
                    <a:pt x="1" y="135"/>
                  </a:lnTo>
                  <a:lnTo>
                    <a:pt x="1" y="132"/>
                  </a:lnTo>
                  <a:lnTo>
                    <a:pt x="4" y="130"/>
                  </a:lnTo>
                  <a:lnTo>
                    <a:pt x="7" y="129"/>
                  </a:lnTo>
                  <a:lnTo>
                    <a:pt x="3" y="129"/>
                  </a:lnTo>
                  <a:lnTo>
                    <a:pt x="0" y="131"/>
                  </a:lnTo>
                  <a:lnTo>
                    <a:pt x="0" y="127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5" y="122"/>
                  </a:lnTo>
                  <a:lnTo>
                    <a:pt x="7" y="123"/>
                  </a:lnTo>
                  <a:lnTo>
                    <a:pt x="8" y="122"/>
                  </a:lnTo>
                  <a:lnTo>
                    <a:pt x="17" y="122"/>
                  </a:lnTo>
                  <a:lnTo>
                    <a:pt x="21" y="121"/>
                  </a:lnTo>
                  <a:lnTo>
                    <a:pt x="22" y="119"/>
                  </a:lnTo>
                  <a:lnTo>
                    <a:pt x="25" y="119"/>
                  </a:lnTo>
                  <a:lnTo>
                    <a:pt x="24" y="121"/>
                  </a:lnTo>
                  <a:lnTo>
                    <a:pt x="25" y="122"/>
                  </a:lnTo>
                  <a:lnTo>
                    <a:pt x="28" y="121"/>
                  </a:lnTo>
                  <a:lnTo>
                    <a:pt x="30" y="119"/>
                  </a:lnTo>
                  <a:lnTo>
                    <a:pt x="29" y="118"/>
                  </a:lnTo>
                  <a:lnTo>
                    <a:pt x="29" y="117"/>
                  </a:lnTo>
                  <a:lnTo>
                    <a:pt x="26" y="109"/>
                  </a:lnTo>
                  <a:lnTo>
                    <a:pt x="25" y="106"/>
                  </a:lnTo>
                  <a:lnTo>
                    <a:pt x="25" y="105"/>
                  </a:lnTo>
                  <a:lnTo>
                    <a:pt x="24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7" y="97"/>
                  </a:lnTo>
                  <a:lnTo>
                    <a:pt x="17" y="93"/>
                  </a:lnTo>
                  <a:lnTo>
                    <a:pt x="16" y="90"/>
                  </a:lnTo>
                  <a:lnTo>
                    <a:pt x="13" y="89"/>
                  </a:lnTo>
                  <a:lnTo>
                    <a:pt x="12" y="90"/>
                  </a:lnTo>
                  <a:lnTo>
                    <a:pt x="9" y="89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9" y="81"/>
                  </a:lnTo>
                  <a:lnTo>
                    <a:pt x="11" y="81"/>
                  </a:lnTo>
                  <a:lnTo>
                    <a:pt x="13" y="77"/>
                  </a:lnTo>
                  <a:lnTo>
                    <a:pt x="15" y="75"/>
                  </a:lnTo>
                  <a:lnTo>
                    <a:pt x="16" y="73"/>
                  </a:lnTo>
                  <a:lnTo>
                    <a:pt x="18" y="72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2" y="76"/>
                  </a:lnTo>
                  <a:lnTo>
                    <a:pt x="28" y="73"/>
                  </a:lnTo>
                  <a:lnTo>
                    <a:pt x="33" y="73"/>
                  </a:lnTo>
                  <a:lnTo>
                    <a:pt x="37" y="69"/>
                  </a:lnTo>
                  <a:lnTo>
                    <a:pt x="40" y="63"/>
                  </a:lnTo>
                  <a:lnTo>
                    <a:pt x="45" y="59"/>
                  </a:lnTo>
                  <a:lnTo>
                    <a:pt x="46" y="56"/>
                  </a:lnTo>
                  <a:lnTo>
                    <a:pt x="47" y="52"/>
                  </a:lnTo>
                  <a:lnTo>
                    <a:pt x="50" y="48"/>
                  </a:lnTo>
                  <a:lnTo>
                    <a:pt x="53" y="47"/>
                  </a:lnTo>
                  <a:lnTo>
                    <a:pt x="54" y="43"/>
                  </a:lnTo>
                  <a:lnTo>
                    <a:pt x="54" y="42"/>
                  </a:lnTo>
                  <a:lnTo>
                    <a:pt x="53" y="40"/>
                  </a:lnTo>
                  <a:lnTo>
                    <a:pt x="57" y="36"/>
                  </a:lnTo>
                  <a:lnTo>
                    <a:pt x="58" y="35"/>
                  </a:lnTo>
                  <a:lnTo>
                    <a:pt x="59" y="32"/>
                  </a:lnTo>
                  <a:lnTo>
                    <a:pt x="59" y="26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61" y="17"/>
                  </a:lnTo>
                  <a:lnTo>
                    <a:pt x="63" y="17"/>
                  </a:lnTo>
                  <a:lnTo>
                    <a:pt x="66" y="15"/>
                  </a:lnTo>
                  <a:lnTo>
                    <a:pt x="67" y="15"/>
                  </a:lnTo>
                  <a:lnTo>
                    <a:pt x="70" y="11"/>
                  </a:lnTo>
                  <a:lnTo>
                    <a:pt x="74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3" name="Freeform 368"/>
            <p:cNvSpPr>
              <a:spLocks noEditPoints="1"/>
            </p:cNvSpPr>
            <p:nvPr/>
          </p:nvSpPr>
          <p:spPr bwMode="auto">
            <a:xfrm>
              <a:off x="8386755" y="3502794"/>
              <a:ext cx="152265" cy="200483"/>
            </a:xfrm>
            <a:custGeom>
              <a:avLst/>
              <a:gdLst>
                <a:gd name="T0" fmla="*/ 45 w 60"/>
                <a:gd name="T1" fmla="*/ 57 h 79"/>
                <a:gd name="T2" fmla="*/ 45 w 60"/>
                <a:gd name="T3" fmla="*/ 54 h 79"/>
                <a:gd name="T4" fmla="*/ 42 w 60"/>
                <a:gd name="T5" fmla="*/ 58 h 79"/>
                <a:gd name="T6" fmla="*/ 41 w 60"/>
                <a:gd name="T7" fmla="*/ 57 h 79"/>
                <a:gd name="T8" fmla="*/ 37 w 60"/>
                <a:gd name="T9" fmla="*/ 53 h 79"/>
                <a:gd name="T10" fmla="*/ 35 w 60"/>
                <a:gd name="T11" fmla="*/ 58 h 79"/>
                <a:gd name="T12" fmla="*/ 37 w 60"/>
                <a:gd name="T13" fmla="*/ 53 h 79"/>
                <a:gd name="T14" fmla="*/ 8 w 60"/>
                <a:gd name="T15" fmla="*/ 3 h 79"/>
                <a:gd name="T16" fmla="*/ 12 w 60"/>
                <a:gd name="T17" fmla="*/ 7 h 79"/>
                <a:gd name="T18" fmla="*/ 12 w 60"/>
                <a:gd name="T19" fmla="*/ 4 h 79"/>
                <a:gd name="T20" fmla="*/ 16 w 60"/>
                <a:gd name="T21" fmla="*/ 7 h 79"/>
                <a:gd name="T22" fmla="*/ 18 w 60"/>
                <a:gd name="T23" fmla="*/ 7 h 79"/>
                <a:gd name="T24" fmla="*/ 21 w 60"/>
                <a:gd name="T25" fmla="*/ 14 h 79"/>
                <a:gd name="T26" fmla="*/ 25 w 60"/>
                <a:gd name="T27" fmla="*/ 19 h 79"/>
                <a:gd name="T28" fmla="*/ 33 w 60"/>
                <a:gd name="T29" fmla="*/ 20 h 79"/>
                <a:gd name="T30" fmla="*/ 45 w 60"/>
                <a:gd name="T31" fmla="*/ 20 h 79"/>
                <a:gd name="T32" fmla="*/ 49 w 60"/>
                <a:gd name="T33" fmla="*/ 20 h 79"/>
                <a:gd name="T34" fmla="*/ 51 w 60"/>
                <a:gd name="T35" fmla="*/ 25 h 79"/>
                <a:gd name="T36" fmla="*/ 47 w 60"/>
                <a:gd name="T37" fmla="*/ 33 h 79"/>
                <a:gd name="T38" fmla="*/ 45 w 60"/>
                <a:gd name="T39" fmla="*/ 35 h 79"/>
                <a:gd name="T40" fmla="*/ 42 w 60"/>
                <a:gd name="T41" fmla="*/ 37 h 79"/>
                <a:gd name="T42" fmla="*/ 42 w 60"/>
                <a:gd name="T43" fmla="*/ 43 h 79"/>
                <a:gd name="T44" fmla="*/ 46 w 60"/>
                <a:gd name="T45" fmla="*/ 46 h 79"/>
                <a:gd name="T46" fmla="*/ 49 w 60"/>
                <a:gd name="T47" fmla="*/ 48 h 79"/>
                <a:gd name="T48" fmla="*/ 49 w 60"/>
                <a:gd name="T49" fmla="*/ 44 h 79"/>
                <a:gd name="T50" fmla="*/ 50 w 60"/>
                <a:gd name="T51" fmla="*/ 41 h 79"/>
                <a:gd name="T52" fmla="*/ 54 w 60"/>
                <a:gd name="T53" fmla="*/ 43 h 79"/>
                <a:gd name="T54" fmla="*/ 56 w 60"/>
                <a:gd name="T55" fmla="*/ 50 h 79"/>
                <a:gd name="T56" fmla="*/ 59 w 60"/>
                <a:gd name="T57" fmla="*/ 60 h 79"/>
                <a:gd name="T58" fmla="*/ 60 w 60"/>
                <a:gd name="T59" fmla="*/ 64 h 79"/>
                <a:gd name="T60" fmla="*/ 60 w 60"/>
                <a:gd name="T61" fmla="*/ 68 h 79"/>
                <a:gd name="T62" fmla="*/ 56 w 60"/>
                <a:gd name="T63" fmla="*/ 73 h 79"/>
                <a:gd name="T64" fmla="*/ 56 w 60"/>
                <a:gd name="T65" fmla="*/ 77 h 79"/>
                <a:gd name="T66" fmla="*/ 55 w 60"/>
                <a:gd name="T67" fmla="*/ 75 h 79"/>
                <a:gd name="T68" fmla="*/ 52 w 60"/>
                <a:gd name="T69" fmla="*/ 70 h 79"/>
                <a:gd name="T70" fmla="*/ 50 w 60"/>
                <a:gd name="T71" fmla="*/ 70 h 79"/>
                <a:gd name="T72" fmla="*/ 50 w 60"/>
                <a:gd name="T73" fmla="*/ 65 h 79"/>
                <a:gd name="T74" fmla="*/ 49 w 60"/>
                <a:gd name="T75" fmla="*/ 60 h 79"/>
                <a:gd name="T76" fmla="*/ 45 w 60"/>
                <a:gd name="T77" fmla="*/ 53 h 79"/>
                <a:gd name="T78" fmla="*/ 37 w 60"/>
                <a:gd name="T79" fmla="*/ 52 h 79"/>
                <a:gd name="T80" fmla="*/ 33 w 60"/>
                <a:gd name="T81" fmla="*/ 49 h 79"/>
                <a:gd name="T82" fmla="*/ 34 w 60"/>
                <a:gd name="T83" fmla="*/ 52 h 79"/>
                <a:gd name="T84" fmla="*/ 33 w 60"/>
                <a:gd name="T85" fmla="*/ 54 h 79"/>
                <a:gd name="T86" fmla="*/ 31 w 60"/>
                <a:gd name="T87" fmla="*/ 61 h 79"/>
                <a:gd name="T88" fmla="*/ 29 w 60"/>
                <a:gd name="T89" fmla="*/ 61 h 79"/>
                <a:gd name="T90" fmla="*/ 29 w 60"/>
                <a:gd name="T91" fmla="*/ 61 h 79"/>
                <a:gd name="T92" fmla="*/ 27 w 60"/>
                <a:gd name="T93" fmla="*/ 57 h 79"/>
                <a:gd name="T94" fmla="*/ 27 w 60"/>
                <a:gd name="T95" fmla="*/ 57 h 79"/>
                <a:gd name="T96" fmla="*/ 25 w 60"/>
                <a:gd name="T97" fmla="*/ 61 h 79"/>
                <a:gd name="T98" fmla="*/ 25 w 60"/>
                <a:gd name="T99" fmla="*/ 66 h 79"/>
                <a:gd name="T100" fmla="*/ 22 w 60"/>
                <a:gd name="T101" fmla="*/ 65 h 79"/>
                <a:gd name="T102" fmla="*/ 20 w 60"/>
                <a:gd name="T103" fmla="*/ 66 h 79"/>
                <a:gd name="T104" fmla="*/ 17 w 60"/>
                <a:gd name="T105" fmla="*/ 60 h 79"/>
                <a:gd name="T106" fmla="*/ 13 w 60"/>
                <a:gd name="T107" fmla="*/ 50 h 79"/>
                <a:gd name="T108" fmla="*/ 12 w 60"/>
                <a:gd name="T109" fmla="*/ 41 h 79"/>
                <a:gd name="T110" fmla="*/ 6 w 60"/>
                <a:gd name="T111" fmla="*/ 32 h 79"/>
                <a:gd name="T112" fmla="*/ 5 w 60"/>
                <a:gd name="T113" fmla="*/ 24 h 79"/>
                <a:gd name="T114" fmla="*/ 10 w 60"/>
                <a:gd name="T115" fmla="*/ 20 h 79"/>
                <a:gd name="T116" fmla="*/ 12 w 60"/>
                <a:gd name="T117" fmla="*/ 15 h 79"/>
                <a:gd name="T118" fmla="*/ 0 w 60"/>
                <a:gd name="T119" fmla="*/ 14 h 79"/>
                <a:gd name="T120" fmla="*/ 4 w 60"/>
                <a:gd name="T121" fmla="*/ 4 h 79"/>
                <a:gd name="T122" fmla="*/ 4 w 60"/>
                <a:gd name="T123" fmla="*/ 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" h="79">
                  <a:moveTo>
                    <a:pt x="45" y="54"/>
                  </a:moveTo>
                  <a:lnTo>
                    <a:pt x="45" y="56"/>
                  </a:lnTo>
                  <a:lnTo>
                    <a:pt x="45" y="57"/>
                  </a:lnTo>
                  <a:lnTo>
                    <a:pt x="43" y="58"/>
                  </a:lnTo>
                  <a:lnTo>
                    <a:pt x="43" y="56"/>
                  </a:lnTo>
                  <a:lnTo>
                    <a:pt x="45" y="54"/>
                  </a:lnTo>
                  <a:close/>
                  <a:moveTo>
                    <a:pt x="39" y="54"/>
                  </a:moveTo>
                  <a:lnTo>
                    <a:pt x="42" y="56"/>
                  </a:lnTo>
                  <a:lnTo>
                    <a:pt x="42" y="58"/>
                  </a:lnTo>
                  <a:lnTo>
                    <a:pt x="41" y="61"/>
                  </a:lnTo>
                  <a:lnTo>
                    <a:pt x="39" y="60"/>
                  </a:lnTo>
                  <a:lnTo>
                    <a:pt x="41" y="57"/>
                  </a:lnTo>
                  <a:lnTo>
                    <a:pt x="39" y="56"/>
                  </a:lnTo>
                  <a:lnTo>
                    <a:pt x="39" y="54"/>
                  </a:lnTo>
                  <a:close/>
                  <a:moveTo>
                    <a:pt x="37" y="53"/>
                  </a:moveTo>
                  <a:lnTo>
                    <a:pt x="38" y="56"/>
                  </a:lnTo>
                  <a:lnTo>
                    <a:pt x="38" y="60"/>
                  </a:lnTo>
                  <a:lnTo>
                    <a:pt x="35" y="58"/>
                  </a:lnTo>
                  <a:lnTo>
                    <a:pt x="34" y="56"/>
                  </a:lnTo>
                  <a:lnTo>
                    <a:pt x="34" y="54"/>
                  </a:lnTo>
                  <a:lnTo>
                    <a:pt x="37" y="53"/>
                  </a:lnTo>
                  <a:close/>
                  <a:moveTo>
                    <a:pt x="5" y="0"/>
                  </a:moveTo>
                  <a:lnTo>
                    <a:pt x="5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7"/>
                  </a:lnTo>
                  <a:lnTo>
                    <a:pt x="17" y="8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1" y="14"/>
                  </a:lnTo>
                  <a:lnTo>
                    <a:pt x="22" y="16"/>
                  </a:lnTo>
                  <a:lnTo>
                    <a:pt x="22" y="19"/>
                  </a:lnTo>
                  <a:lnTo>
                    <a:pt x="25" y="19"/>
                  </a:lnTo>
                  <a:lnTo>
                    <a:pt x="26" y="19"/>
                  </a:lnTo>
                  <a:lnTo>
                    <a:pt x="29" y="20"/>
                  </a:lnTo>
                  <a:lnTo>
                    <a:pt x="33" y="20"/>
                  </a:lnTo>
                  <a:lnTo>
                    <a:pt x="37" y="20"/>
                  </a:lnTo>
                  <a:lnTo>
                    <a:pt x="41" y="20"/>
                  </a:lnTo>
                  <a:lnTo>
                    <a:pt x="45" y="20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51" y="23"/>
                  </a:lnTo>
                  <a:lnTo>
                    <a:pt x="52" y="23"/>
                  </a:lnTo>
                  <a:lnTo>
                    <a:pt x="51" y="25"/>
                  </a:lnTo>
                  <a:lnTo>
                    <a:pt x="50" y="28"/>
                  </a:lnTo>
                  <a:lnTo>
                    <a:pt x="49" y="32"/>
                  </a:lnTo>
                  <a:lnTo>
                    <a:pt x="47" y="33"/>
                  </a:lnTo>
                  <a:lnTo>
                    <a:pt x="47" y="35"/>
                  </a:lnTo>
                  <a:lnTo>
                    <a:pt x="46" y="36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2" y="36"/>
                  </a:lnTo>
                  <a:lnTo>
                    <a:pt x="42" y="37"/>
                  </a:lnTo>
                  <a:lnTo>
                    <a:pt x="41" y="39"/>
                  </a:lnTo>
                  <a:lnTo>
                    <a:pt x="41" y="40"/>
                  </a:lnTo>
                  <a:lnTo>
                    <a:pt x="42" y="43"/>
                  </a:lnTo>
                  <a:lnTo>
                    <a:pt x="43" y="44"/>
                  </a:lnTo>
                  <a:lnTo>
                    <a:pt x="43" y="45"/>
                  </a:lnTo>
                  <a:lnTo>
                    <a:pt x="46" y="46"/>
                  </a:lnTo>
                  <a:lnTo>
                    <a:pt x="47" y="49"/>
                  </a:lnTo>
                  <a:lnTo>
                    <a:pt x="49" y="49"/>
                  </a:lnTo>
                  <a:lnTo>
                    <a:pt x="49" y="48"/>
                  </a:lnTo>
                  <a:lnTo>
                    <a:pt x="47" y="46"/>
                  </a:lnTo>
                  <a:lnTo>
                    <a:pt x="49" y="45"/>
                  </a:lnTo>
                  <a:lnTo>
                    <a:pt x="49" y="44"/>
                  </a:lnTo>
                  <a:lnTo>
                    <a:pt x="50" y="43"/>
                  </a:lnTo>
                  <a:lnTo>
                    <a:pt x="49" y="41"/>
                  </a:lnTo>
                  <a:lnTo>
                    <a:pt x="50" y="41"/>
                  </a:lnTo>
                  <a:lnTo>
                    <a:pt x="51" y="41"/>
                  </a:lnTo>
                  <a:lnTo>
                    <a:pt x="54" y="41"/>
                  </a:lnTo>
                  <a:lnTo>
                    <a:pt x="54" y="43"/>
                  </a:lnTo>
                  <a:lnTo>
                    <a:pt x="55" y="44"/>
                  </a:lnTo>
                  <a:lnTo>
                    <a:pt x="56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8" y="57"/>
                  </a:lnTo>
                  <a:lnTo>
                    <a:pt x="59" y="60"/>
                  </a:lnTo>
                  <a:lnTo>
                    <a:pt x="59" y="62"/>
                  </a:lnTo>
                  <a:lnTo>
                    <a:pt x="60" y="62"/>
                  </a:lnTo>
                  <a:lnTo>
                    <a:pt x="60" y="64"/>
                  </a:lnTo>
                  <a:lnTo>
                    <a:pt x="60" y="65"/>
                  </a:lnTo>
                  <a:lnTo>
                    <a:pt x="60" y="65"/>
                  </a:lnTo>
                  <a:lnTo>
                    <a:pt x="60" y="68"/>
                  </a:lnTo>
                  <a:lnTo>
                    <a:pt x="60" y="71"/>
                  </a:lnTo>
                  <a:lnTo>
                    <a:pt x="59" y="70"/>
                  </a:lnTo>
                  <a:lnTo>
                    <a:pt x="56" y="73"/>
                  </a:lnTo>
                  <a:lnTo>
                    <a:pt x="56" y="75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5" y="75"/>
                  </a:lnTo>
                  <a:lnTo>
                    <a:pt x="52" y="73"/>
                  </a:lnTo>
                  <a:lnTo>
                    <a:pt x="51" y="71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1" y="69"/>
                  </a:lnTo>
                  <a:lnTo>
                    <a:pt x="50" y="70"/>
                  </a:lnTo>
                  <a:lnTo>
                    <a:pt x="50" y="69"/>
                  </a:lnTo>
                  <a:lnTo>
                    <a:pt x="51" y="66"/>
                  </a:lnTo>
                  <a:lnTo>
                    <a:pt x="50" y="65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49" y="60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5" y="53"/>
                  </a:lnTo>
                  <a:lnTo>
                    <a:pt x="43" y="52"/>
                  </a:lnTo>
                  <a:lnTo>
                    <a:pt x="41" y="53"/>
                  </a:lnTo>
                  <a:lnTo>
                    <a:pt x="37" y="52"/>
                  </a:lnTo>
                  <a:lnTo>
                    <a:pt x="37" y="50"/>
                  </a:lnTo>
                  <a:lnTo>
                    <a:pt x="35" y="50"/>
                  </a:lnTo>
                  <a:lnTo>
                    <a:pt x="33" y="49"/>
                  </a:lnTo>
                  <a:lnTo>
                    <a:pt x="33" y="45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4" y="57"/>
                  </a:lnTo>
                  <a:lnTo>
                    <a:pt x="34" y="61"/>
                  </a:lnTo>
                  <a:lnTo>
                    <a:pt x="31" y="61"/>
                  </a:lnTo>
                  <a:lnTo>
                    <a:pt x="30" y="65"/>
                  </a:lnTo>
                  <a:lnTo>
                    <a:pt x="29" y="64"/>
                  </a:lnTo>
                  <a:lnTo>
                    <a:pt x="29" y="61"/>
                  </a:lnTo>
                  <a:lnTo>
                    <a:pt x="30" y="61"/>
                  </a:lnTo>
                  <a:lnTo>
                    <a:pt x="31" y="60"/>
                  </a:lnTo>
                  <a:lnTo>
                    <a:pt x="29" y="61"/>
                  </a:lnTo>
                  <a:lnTo>
                    <a:pt x="27" y="64"/>
                  </a:lnTo>
                  <a:lnTo>
                    <a:pt x="26" y="61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6" y="56"/>
                  </a:lnTo>
                  <a:lnTo>
                    <a:pt x="27" y="57"/>
                  </a:lnTo>
                  <a:lnTo>
                    <a:pt x="26" y="58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6" y="64"/>
                  </a:lnTo>
                  <a:lnTo>
                    <a:pt x="26" y="65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4" y="65"/>
                  </a:lnTo>
                  <a:lnTo>
                    <a:pt x="22" y="65"/>
                  </a:lnTo>
                  <a:lnTo>
                    <a:pt x="22" y="66"/>
                  </a:lnTo>
                  <a:lnTo>
                    <a:pt x="21" y="66"/>
                  </a:lnTo>
                  <a:lnTo>
                    <a:pt x="20" y="66"/>
                  </a:lnTo>
                  <a:lnTo>
                    <a:pt x="20" y="64"/>
                  </a:lnTo>
                  <a:lnTo>
                    <a:pt x="18" y="64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4"/>
                  </a:lnTo>
                  <a:lnTo>
                    <a:pt x="13" y="50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2" y="41"/>
                  </a:lnTo>
                  <a:lnTo>
                    <a:pt x="12" y="37"/>
                  </a:lnTo>
                  <a:lnTo>
                    <a:pt x="9" y="33"/>
                  </a:lnTo>
                  <a:lnTo>
                    <a:pt x="6" y="32"/>
                  </a:lnTo>
                  <a:lnTo>
                    <a:pt x="4" y="29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6" y="21"/>
                  </a:lnTo>
                  <a:lnTo>
                    <a:pt x="9" y="20"/>
                  </a:lnTo>
                  <a:lnTo>
                    <a:pt x="10" y="20"/>
                  </a:lnTo>
                  <a:lnTo>
                    <a:pt x="12" y="19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0" y="14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4" name="Freeform 369"/>
            <p:cNvSpPr>
              <a:spLocks/>
            </p:cNvSpPr>
            <p:nvPr/>
          </p:nvSpPr>
          <p:spPr bwMode="auto">
            <a:xfrm>
              <a:off x="8401981" y="3449501"/>
              <a:ext cx="93897" cy="58369"/>
            </a:xfrm>
            <a:custGeom>
              <a:avLst/>
              <a:gdLst>
                <a:gd name="T0" fmla="*/ 16 w 37"/>
                <a:gd name="T1" fmla="*/ 0 h 23"/>
                <a:gd name="T2" fmla="*/ 18 w 37"/>
                <a:gd name="T3" fmla="*/ 3 h 23"/>
                <a:gd name="T4" fmla="*/ 23 w 37"/>
                <a:gd name="T5" fmla="*/ 3 h 23"/>
                <a:gd name="T6" fmla="*/ 25 w 37"/>
                <a:gd name="T7" fmla="*/ 4 h 23"/>
                <a:gd name="T8" fmla="*/ 28 w 37"/>
                <a:gd name="T9" fmla="*/ 3 h 23"/>
                <a:gd name="T10" fmla="*/ 31 w 37"/>
                <a:gd name="T11" fmla="*/ 3 h 23"/>
                <a:gd name="T12" fmla="*/ 33 w 37"/>
                <a:gd name="T13" fmla="*/ 6 h 23"/>
                <a:gd name="T14" fmla="*/ 33 w 37"/>
                <a:gd name="T15" fmla="*/ 6 h 23"/>
                <a:gd name="T16" fmla="*/ 33 w 37"/>
                <a:gd name="T17" fmla="*/ 8 h 23"/>
                <a:gd name="T18" fmla="*/ 33 w 37"/>
                <a:gd name="T19" fmla="*/ 11 h 23"/>
                <a:gd name="T20" fmla="*/ 37 w 37"/>
                <a:gd name="T21" fmla="*/ 12 h 23"/>
                <a:gd name="T22" fmla="*/ 37 w 37"/>
                <a:gd name="T23" fmla="*/ 16 h 23"/>
                <a:gd name="T24" fmla="*/ 37 w 37"/>
                <a:gd name="T25" fmla="*/ 17 h 23"/>
                <a:gd name="T26" fmla="*/ 32 w 37"/>
                <a:gd name="T27" fmla="*/ 19 h 23"/>
                <a:gd name="T28" fmla="*/ 29 w 37"/>
                <a:gd name="T29" fmla="*/ 19 h 23"/>
                <a:gd name="T30" fmla="*/ 24 w 37"/>
                <a:gd name="T31" fmla="*/ 20 h 23"/>
                <a:gd name="T32" fmla="*/ 21 w 37"/>
                <a:gd name="T33" fmla="*/ 19 h 23"/>
                <a:gd name="T34" fmla="*/ 19 w 37"/>
                <a:gd name="T35" fmla="*/ 19 h 23"/>
                <a:gd name="T36" fmla="*/ 18 w 37"/>
                <a:gd name="T37" fmla="*/ 23 h 23"/>
                <a:gd name="T38" fmla="*/ 14 w 37"/>
                <a:gd name="T39" fmla="*/ 23 h 23"/>
                <a:gd name="T40" fmla="*/ 8 w 37"/>
                <a:gd name="T41" fmla="*/ 19 h 23"/>
                <a:gd name="T42" fmla="*/ 7 w 37"/>
                <a:gd name="T43" fmla="*/ 20 h 23"/>
                <a:gd name="T44" fmla="*/ 3 w 37"/>
                <a:gd name="T45" fmla="*/ 19 h 23"/>
                <a:gd name="T46" fmla="*/ 0 w 37"/>
                <a:gd name="T47" fmla="*/ 15 h 23"/>
                <a:gd name="T48" fmla="*/ 0 w 37"/>
                <a:gd name="T49" fmla="*/ 14 h 23"/>
                <a:gd name="T50" fmla="*/ 2 w 37"/>
                <a:gd name="T51" fmla="*/ 11 h 23"/>
                <a:gd name="T52" fmla="*/ 3 w 37"/>
                <a:gd name="T53" fmla="*/ 10 h 23"/>
                <a:gd name="T54" fmla="*/ 6 w 37"/>
                <a:gd name="T55" fmla="*/ 4 h 23"/>
                <a:gd name="T56" fmla="*/ 12 w 37"/>
                <a:gd name="T57" fmla="*/ 2 h 23"/>
                <a:gd name="T58" fmla="*/ 16 w 37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" h="23">
                  <a:moveTo>
                    <a:pt x="16" y="0"/>
                  </a:moveTo>
                  <a:lnTo>
                    <a:pt x="18" y="3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8" y="3"/>
                  </a:lnTo>
                  <a:lnTo>
                    <a:pt x="31" y="3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8"/>
                  </a:lnTo>
                  <a:lnTo>
                    <a:pt x="33" y="11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17"/>
                  </a:lnTo>
                  <a:lnTo>
                    <a:pt x="32" y="19"/>
                  </a:lnTo>
                  <a:lnTo>
                    <a:pt x="29" y="19"/>
                  </a:lnTo>
                  <a:lnTo>
                    <a:pt x="24" y="20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19"/>
                  </a:lnTo>
                  <a:lnTo>
                    <a:pt x="7" y="20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5" name="Freeform 370"/>
            <p:cNvSpPr>
              <a:spLocks/>
            </p:cNvSpPr>
            <p:nvPr/>
          </p:nvSpPr>
          <p:spPr bwMode="auto">
            <a:xfrm>
              <a:off x="8135517" y="3383520"/>
              <a:ext cx="251238" cy="129426"/>
            </a:xfrm>
            <a:custGeom>
              <a:avLst/>
              <a:gdLst>
                <a:gd name="T0" fmla="*/ 9 w 99"/>
                <a:gd name="T1" fmla="*/ 1 h 51"/>
                <a:gd name="T2" fmla="*/ 12 w 99"/>
                <a:gd name="T3" fmla="*/ 3 h 51"/>
                <a:gd name="T4" fmla="*/ 15 w 99"/>
                <a:gd name="T5" fmla="*/ 1 h 51"/>
                <a:gd name="T6" fmla="*/ 22 w 99"/>
                <a:gd name="T7" fmla="*/ 3 h 51"/>
                <a:gd name="T8" fmla="*/ 26 w 99"/>
                <a:gd name="T9" fmla="*/ 4 h 51"/>
                <a:gd name="T10" fmla="*/ 32 w 99"/>
                <a:gd name="T11" fmla="*/ 9 h 51"/>
                <a:gd name="T12" fmla="*/ 37 w 99"/>
                <a:gd name="T13" fmla="*/ 11 h 51"/>
                <a:gd name="T14" fmla="*/ 40 w 99"/>
                <a:gd name="T15" fmla="*/ 15 h 51"/>
                <a:gd name="T16" fmla="*/ 42 w 99"/>
                <a:gd name="T17" fmla="*/ 16 h 51"/>
                <a:gd name="T18" fmla="*/ 44 w 99"/>
                <a:gd name="T19" fmla="*/ 12 h 51"/>
                <a:gd name="T20" fmla="*/ 47 w 99"/>
                <a:gd name="T21" fmla="*/ 13 h 51"/>
                <a:gd name="T22" fmla="*/ 50 w 99"/>
                <a:gd name="T23" fmla="*/ 17 h 51"/>
                <a:gd name="T24" fmla="*/ 57 w 99"/>
                <a:gd name="T25" fmla="*/ 18 h 51"/>
                <a:gd name="T26" fmla="*/ 59 w 99"/>
                <a:gd name="T27" fmla="*/ 24 h 51"/>
                <a:gd name="T28" fmla="*/ 62 w 99"/>
                <a:gd name="T29" fmla="*/ 26 h 51"/>
                <a:gd name="T30" fmla="*/ 67 w 99"/>
                <a:gd name="T31" fmla="*/ 26 h 51"/>
                <a:gd name="T32" fmla="*/ 71 w 99"/>
                <a:gd name="T33" fmla="*/ 24 h 51"/>
                <a:gd name="T34" fmla="*/ 79 w 99"/>
                <a:gd name="T35" fmla="*/ 25 h 51"/>
                <a:gd name="T36" fmla="*/ 83 w 99"/>
                <a:gd name="T37" fmla="*/ 30 h 51"/>
                <a:gd name="T38" fmla="*/ 87 w 99"/>
                <a:gd name="T39" fmla="*/ 33 h 51"/>
                <a:gd name="T40" fmla="*/ 92 w 99"/>
                <a:gd name="T41" fmla="*/ 33 h 51"/>
                <a:gd name="T42" fmla="*/ 98 w 99"/>
                <a:gd name="T43" fmla="*/ 32 h 51"/>
                <a:gd name="T44" fmla="*/ 98 w 99"/>
                <a:gd name="T45" fmla="*/ 40 h 51"/>
                <a:gd name="T46" fmla="*/ 99 w 99"/>
                <a:gd name="T47" fmla="*/ 50 h 51"/>
                <a:gd name="T48" fmla="*/ 87 w 99"/>
                <a:gd name="T49" fmla="*/ 49 h 51"/>
                <a:gd name="T50" fmla="*/ 74 w 99"/>
                <a:gd name="T51" fmla="*/ 47 h 51"/>
                <a:gd name="T52" fmla="*/ 67 w 99"/>
                <a:gd name="T53" fmla="*/ 49 h 51"/>
                <a:gd name="T54" fmla="*/ 58 w 99"/>
                <a:gd name="T55" fmla="*/ 43 h 51"/>
                <a:gd name="T56" fmla="*/ 51 w 99"/>
                <a:gd name="T57" fmla="*/ 40 h 51"/>
                <a:gd name="T58" fmla="*/ 44 w 99"/>
                <a:gd name="T59" fmla="*/ 40 h 51"/>
                <a:gd name="T60" fmla="*/ 33 w 99"/>
                <a:gd name="T61" fmla="*/ 37 h 51"/>
                <a:gd name="T62" fmla="*/ 28 w 99"/>
                <a:gd name="T63" fmla="*/ 36 h 51"/>
                <a:gd name="T64" fmla="*/ 20 w 99"/>
                <a:gd name="T65" fmla="*/ 30 h 51"/>
                <a:gd name="T66" fmla="*/ 11 w 99"/>
                <a:gd name="T67" fmla="*/ 25 h 51"/>
                <a:gd name="T68" fmla="*/ 7 w 99"/>
                <a:gd name="T69" fmla="*/ 24 h 51"/>
                <a:gd name="T70" fmla="*/ 1 w 99"/>
                <a:gd name="T71" fmla="*/ 22 h 51"/>
                <a:gd name="T72" fmla="*/ 4 w 99"/>
                <a:gd name="T73" fmla="*/ 15 h 51"/>
                <a:gd name="T74" fmla="*/ 5 w 99"/>
                <a:gd name="T75" fmla="*/ 4 h 51"/>
                <a:gd name="T76" fmla="*/ 5 w 99"/>
                <a:gd name="T7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9" h="51">
                  <a:moveTo>
                    <a:pt x="5" y="0"/>
                  </a:moveTo>
                  <a:lnTo>
                    <a:pt x="9" y="1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5" y="1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8" y="5"/>
                  </a:lnTo>
                  <a:lnTo>
                    <a:pt x="32" y="9"/>
                  </a:lnTo>
                  <a:lnTo>
                    <a:pt x="34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40" y="15"/>
                  </a:lnTo>
                  <a:lnTo>
                    <a:pt x="41" y="17"/>
                  </a:lnTo>
                  <a:lnTo>
                    <a:pt x="42" y="16"/>
                  </a:lnTo>
                  <a:lnTo>
                    <a:pt x="42" y="13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7" y="13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3" y="20"/>
                  </a:lnTo>
                  <a:lnTo>
                    <a:pt x="57" y="18"/>
                  </a:lnTo>
                  <a:lnTo>
                    <a:pt x="59" y="20"/>
                  </a:lnTo>
                  <a:lnTo>
                    <a:pt x="59" y="24"/>
                  </a:lnTo>
                  <a:lnTo>
                    <a:pt x="61" y="26"/>
                  </a:lnTo>
                  <a:lnTo>
                    <a:pt x="62" y="26"/>
                  </a:lnTo>
                  <a:lnTo>
                    <a:pt x="66" y="28"/>
                  </a:lnTo>
                  <a:lnTo>
                    <a:pt x="67" y="26"/>
                  </a:lnTo>
                  <a:lnTo>
                    <a:pt x="70" y="26"/>
                  </a:lnTo>
                  <a:lnTo>
                    <a:pt x="71" y="24"/>
                  </a:lnTo>
                  <a:lnTo>
                    <a:pt x="76" y="24"/>
                  </a:lnTo>
                  <a:lnTo>
                    <a:pt x="79" y="25"/>
                  </a:lnTo>
                  <a:lnTo>
                    <a:pt x="79" y="29"/>
                  </a:lnTo>
                  <a:lnTo>
                    <a:pt x="83" y="30"/>
                  </a:lnTo>
                  <a:lnTo>
                    <a:pt x="86" y="33"/>
                  </a:lnTo>
                  <a:lnTo>
                    <a:pt x="87" y="33"/>
                  </a:lnTo>
                  <a:lnTo>
                    <a:pt x="91" y="32"/>
                  </a:lnTo>
                  <a:lnTo>
                    <a:pt x="92" y="33"/>
                  </a:lnTo>
                  <a:lnTo>
                    <a:pt x="95" y="32"/>
                  </a:lnTo>
                  <a:lnTo>
                    <a:pt x="98" y="32"/>
                  </a:lnTo>
                  <a:lnTo>
                    <a:pt x="98" y="34"/>
                  </a:lnTo>
                  <a:lnTo>
                    <a:pt x="98" y="40"/>
                  </a:lnTo>
                  <a:lnTo>
                    <a:pt x="99" y="45"/>
                  </a:lnTo>
                  <a:lnTo>
                    <a:pt x="99" y="50"/>
                  </a:lnTo>
                  <a:lnTo>
                    <a:pt x="91" y="51"/>
                  </a:lnTo>
                  <a:lnTo>
                    <a:pt x="87" y="49"/>
                  </a:lnTo>
                  <a:lnTo>
                    <a:pt x="84" y="50"/>
                  </a:lnTo>
                  <a:lnTo>
                    <a:pt x="74" y="47"/>
                  </a:lnTo>
                  <a:lnTo>
                    <a:pt x="70" y="47"/>
                  </a:lnTo>
                  <a:lnTo>
                    <a:pt x="67" y="49"/>
                  </a:lnTo>
                  <a:lnTo>
                    <a:pt x="61" y="46"/>
                  </a:lnTo>
                  <a:lnTo>
                    <a:pt x="58" y="43"/>
                  </a:lnTo>
                  <a:lnTo>
                    <a:pt x="57" y="41"/>
                  </a:lnTo>
                  <a:lnTo>
                    <a:pt x="51" y="40"/>
                  </a:lnTo>
                  <a:lnTo>
                    <a:pt x="45" y="41"/>
                  </a:lnTo>
                  <a:lnTo>
                    <a:pt x="44" y="40"/>
                  </a:lnTo>
                  <a:lnTo>
                    <a:pt x="37" y="40"/>
                  </a:lnTo>
                  <a:lnTo>
                    <a:pt x="33" y="37"/>
                  </a:lnTo>
                  <a:lnTo>
                    <a:pt x="30" y="37"/>
                  </a:lnTo>
                  <a:lnTo>
                    <a:pt x="28" y="36"/>
                  </a:lnTo>
                  <a:lnTo>
                    <a:pt x="24" y="34"/>
                  </a:lnTo>
                  <a:lnTo>
                    <a:pt x="20" y="30"/>
                  </a:lnTo>
                  <a:lnTo>
                    <a:pt x="15" y="26"/>
                  </a:lnTo>
                  <a:lnTo>
                    <a:pt x="11" y="25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4" y="22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5" y="4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6" name="Freeform 371"/>
            <p:cNvSpPr>
              <a:spLocks/>
            </p:cNvSpPr>
            <p:nvPr/>
          </p:nvSpPr>
          <p:spPr bwMode="auto">
            <a:xfrm>
              <a:off x="7564526" y="3160198"/>
              <a:ext cx="421266" cy="456794"/>
            </a:xfrm>
            <a:custGeom>
              <a:avLst/>
              <a:gdLst>
                <a:gd name="T0" fmla="*/ 129 w 166"/>
                <a:gd name="T1" fmla="*/ 2 h 180"/>
                <a:gd name="T2" fmla="*/ 126 w 166"/>
                <a:gd name="T3" fmla="*/ 12 h 180"/>
                <a:gd name="T4" fmla="*/ 138 w 166"/>
                <a:gd name="T5" fmla="*/ 18 h 180"/>
                <a:gd name="T6" fmla="*/ 139 w 166"/>
                <a:gd name="T7" fmla="*/ 28 h 180"/>
                <a:gd name="T8" fmla="*/ 139 w 166"/>
                <a:gd name="T9" fmla="*/ 38 h 180"/>
                <a:gd name="T10" fmla="*/ 150 w 166"/>
                <a:gd name="T11" fmla="*/ 54 h 180"/>
                <a:gd name="T12" fmla="*/ 162 w 166"/>
                <a:gd name="T13" fmla="*/ 58 h 180"/>
                <a:gd name="T14" fmla="*/ 162 w 166"/>
                <a:gd name="T15" fmla="*/ 64 h 180"/>
                <a:gd name="T16" fmla="*/ 154 w 166"/>
                <a:gd name="T17" fmla="*/ 71 h 180"/>
                <a:gd name="T18" fmla="*/ 153 w 166"/>
                <a:gd name="T19" fmla="*/ 85 h 180"/>
                <a:gd name="T20" fmla="*/ 149 w 166"/>
                <a:gd name="T21" fmla="*/ 96 h 180"/>
                <a:gd name="T22" fmla="*/ 141 w 166"/>
                <a:gd name="T23" fmla="*/ 108 h 180"/>
                <a:gd name="T24" fmla="*/ 124 w 166"/>
                <a:gd name="T25" fmla="*/ 122 h 180"/>
                <a:gd name="T26" fmla="*/ 114 w 166"/>
                <a:gd name="T27" fmla="*/ 121 h 180"/>
                <a:gd name="T28" fmla="*/ 107 w 166"/>
                <a:gd name="T29" fmla="*/ 130 h 180"/>
                <a:gd name="T30" fmla="*/ 105 w 166"/>
                <a:gd name="T31" fmla="*/ 138 h 180"/>
                <a:gd name="T32" fmla="*/ 113 w 166"/>
                <a:gd name="T33" fmla="*/ 142 h 180"/>
                <a:gd name="T34" fmla="*/ 120 w 166"/>
                <a:gd name="T35" fmla="*/ 153 h 180"/>
                <a:gd name="T36" fmla="*/ 125 w 166"/>
                <a:gd name="T37" fmla="*/ 166 h 180"/>
                <a:gd name="T38" fmla="*/ 121 w 166"/>
                <a:gd name="T39" fmla="*/ 171 h 180"/>
                <a:gd name="T40" fmla="*/ 117 w 166"/>
                <a:gd name="T41" fmla="*/ 170 h 180"/>
                <a:gd name="T42" fmla="*/ 101 w 166"/>
                <a:gd name="T43" fmla="*/ 171 h 180"/>
                <a:gd name="T44" fmla="*/ 96 w 166"/>
                <a:gd name="T45" fmla="*/ 180 h 180"/>
                <a:gd name="T46" fmla="*/ 87 w 166"/>
                <a:gd name="T47" fmla="*/ 178 h 180"/>
                <a:gd name="T48" fmla="*/ 82 w 166"/>
                <a:gd name="T49" fmla="*/ 175 h 180"/>
                <a:gd name="T50" fmla="*/ 82 w 166"/>
                <a:gd name="T51" fmla="*/ 168 h 180"/>
                <a:gd name="T52" fmla="*/ 74 w 166"/>
                <a:gd name="T53" fmla="*/ 164 h 180"/>
                <a:gd name="T54" fmla="*/ 74 w 166"/>
                <a:gd name="T55" fmla="*/ 160 h 180"/>
                <a:gd name="T56" fmla="*/ 64 w 166"/>
                <a:gd name="T57" fmla="*/ 156 h 180"/>
                <a:gd name="T58" fmla="*/ 58 w 166"/>
                <a:gd name="T59" fmla="*/ 156 h 180"/>
                <a:gd name="T60" fmla="*/ 49 w 166"/>
                <a:gd name="T61" fmla="*/ 160 h 180"/>
                <a:gd name="T62" fmla="*/ 42 w 166"/>
                <a:gd name="T63" fmla="*/ 158 h 180"/>
                <a:gd name="T64" fmla="*/ 37 w 166"/>
                <a:gd name="T65" fmla="*/ 156 h 180"/>
                <a:gd name="T66" fmla="*/ 33 w 166"/>
                <a:gd name="T67" fmla="*/ 159 h 180"/>
                <a:gd name="T68" fmla="*/ 25 w 166"/>
                <a:gd name="T69" fmla="*/ 160 h 180"/>
                <a:gd name="T70" fmla="*/ 18 w 166"/>
                <a:gd name="T71" fmla="*/ 162 h 180"/>
                <a:gd name="T72" fmla="*/ 16 w 166"/>
                <a:gd name="T73" fmla="*/ 158 h 180"/>
                <a:gd name="T74" fmla="*/ 16 w 166"/>
                <a:gd name="T75" fmla="*/ 146 h 180"/>
                <a:gd name="T76" fmla="*/ 28 w 166"/>
                <a:gd name="T77" fmla="*/ 139 h 180"/>
                <a:gd name="T78" fmla="*/ 29 w 166"/>
                <a:gd name="T79" fmla="*/ 133 h 180"/>
                <a:gd name="T80" fmla="*/ 25 w 166"/>
                <a:gd name="T81" fmla="*/ 125 h 180"/>
                <a:gd name="T82" fmla="*/ 18 w 166"/>
                <a:gd name="T83" fmla="*/ 118 h 180"/>
                <a:gd name="T84" fmla="*/ 8 w 166"/>
                <a:gd name="T85" fmla="*/ 112 h 180"/>
                <a:gd name="T86" fmla="*/ 16 w 166"/>
                <a:gd name="T87" fmla="*/ 105 h 180"/>
                <a:gd name="T88" fmla="*/ 39 w 166"/>
                <a:gd name="T89" fmla="*/ 103 h 180"/>
                <a:gd name="T90" fmla="*/ 58 w 166"/>
                <a:gd name="T91" fmla="*/ 101 h 180"/>
                <a:gd name="T92" fmla="*/ 62 w 166"/>
                <a:gd name="T93" fmla="*/ 92 h 180"/>
                <a:gd name="T94" fmla="*/ 64 w 166"/>
                <a:gd name="T95" fmla="*/ 83 h 180"/>
                <a:gd name="T96" fmla="*/ 70 w 166"/>
                <a:gd name="T97" fmla="*/ 79 h 180"/>
                <a:gd name="T98" fmla="*/ 79 w 166"/>
                <a:gd name="T99" fmla="*/ 71 h 180"/>
                <a:gd name="T100" fmla="*/ 87 w 166"/>
                <a:gd name="T101" fmla="*/ 71 h 180"/>
                <a:gd name="T102" fmla="*/ 93 w 166"/>
                <a:gd name="T103" fmla="*/ 68 h 180"/>
                <a:gd name="T104" fmla="*/ 93 w 166"/>
                <a:gd name="T105" fmla="*/ 58 h 180"/>
                <a:gd name="T106" fmla="*/ 100 w 166"/>
                <a:gd name="T107" fmla="*/ 50 h 180"/>
                <a:gd name="T108" fmla="*/ 96 w 166"/>
                <a:gd name="T109" fmla="*/ 41 h 180"/>
                <a:gd name="T110" fmla="*/ 111 w 166"/>
                <a:gd name="T111" fmla="*/ 35 h 180"/>
                <a:gd name="T112" fmla="*/ 113 w 166"/>
                <a:gd name="T113" fmla="*/ 17 h 180"/>
                <a:gd name="T114" fmla="*/ 114 w 166"/>
                <a:gd name="T115" fmla="*/ 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6" h="180">
                  <a:moveTo>
                    <a:pt x="122" y="0"/>
                  </a:moveTo>
                  <a:lnTo>
                    <a:pt x="125" y="1"/>
                  </a:lnTo>
                  <a:lnTo>
                    <a:pt x="128" y="0"/>
                  </a:lnTo>
                  <a:lnTo>
                    <a:pt x="129" y="2"/>
                  </a:lnTo>
                  <a:lnTo>
                    <a:pt x="122" y="6"/>
                  </a:lnTo>
                  <a:lnTo>
                    <a:pt x="124" y="10"/>
                  </a:lnTo>
                  <a:lnTo>
                    <a:pt x="125" y="13"/>
                  </a:lnTo>
                  <a:lnTo>
                    <a:pt x="126" y="12"/>
                  </a:lnTo>
                  <a:lnTo>
                    <a:pt x="129" y="12"/>
                  </a:lnTo>
                  <a:lnTo>
                    <a:pt x="132" y="13"/>
                  </a:lnTo>
                  <a:lnTo>
                    <a:pt x="136" y="17"/>
                  </a:lnTo>
                  <a:lnTo>
                    <a:pt x="138" y="18"/>
                  </a:lnTo>
                  <a:lnTo>
                    <a:pt x="138" y="21"/>
                  </a:lnTo>
                  <a:lnTo>
                    <a:pt x="142" y="22"/>
                  </a:lnTo>
                  <a:lnTo>
                    <a:pt x="142" y="25"/>
                  </a:lnTo>
                  <a:lnTo>
                    <a:pt x="139" y="28"/>
                  </a:lnTo>
                  <a:lnTo>
                    <a:pt x="138" y="30"/>
                  </a:lnTo>
                  <a:lnTo>
                    <a:pt x="137" y="30"/>
                  </a:lnTo>
                  <a:lnTo>
                    <a:pt x="137" y="34"/>
                  </a:lnTo>
                  <a:lnTo>
                    <a:pt x="139" y="38"/>
                  </a:lnTo>
                  <a:lnTo>
                    <a:pt x="141" y="46"/>
                  </a:lnTo>
                  <a:lnTo>
                    <a:pt x="141" y="49"/>
                  </a:lnTo>
                  <a:lnTo>
                    <a:pt x="146" y="53"/>
                  </a:lnTo>
                  <a:lnTo>
                    <a:pt x="150" y="54"/>
                  </a:lnTo>
                  <a:lnTo>
                    <a:pt x="154" y="55"/>
                  </a:lnTo>
                  <a:lnTo>
                    <a:pt x="155" y="59"/>
                  </a:lnTo>
                  <a:lnTo>
                    <a:pt x="159" y="59"/>
                  </a:lnTo>
                  <a:lnTo>
                    <a:pt x="162" y="58"/>
                  </a:lnTo>
                  <a:lnTo>
                    <a:pt x="164" y="59"/>
                  </a:lnTo>
                  <a:lnTo>
                    <a:pt x="166" y="62"/>
                  </a:lnTo>
                  <a:lnTo>
                    <a:pt x="163" y="64"/>
                  </a:lnTo>
                  <a:lnTo>
                    <a:pt x="162" y="64"/>
                  </a:lnTo>
                  <a:lnTo>
                    <a:pt x="159" y="66"/>
                  </a:lnTo>
                  <a:lnTo>
                    <a:pt x="157" y="66"/>
                  </a:lnTo>
                  <a:lnTo>
                    <a:pt x="154" y="70"/>
                  </a:lnTo>
                  <a:lnTo>
                    <a:pt x="154" y="71"/>
                  </a:lnTo>
                  <a:lnTo>
                    <a:pt x="155" y="75"/>
                  </a:lnTo>
                  <a:lnTo>
                    <a:pt x="155" y="81"/>
                  </a:lnTo>
                  <a:lnTo>
                    <a:pt x="154" y="84"/>
                  </a:lnTo>
                  <a:lnTo>
                    <a:pt x="153" y="85"/>
                  </a:lnTo>
                  <a:lnTo>
                    <a:pt x="149" y="89"/>
                  </a:lnTo>
                  <a:lnTo>
                    <a:pt x="150" y="91"/>
                  </a:lnTo>
                  <a:lnTo>
                    <a:pt x="150" y="92"/>
                  </a:lnTo>
                  <a:lnTo>
                    <a:pt x="149" y="96"/>
                  </a:lnTo>
                  <a:lnTo>
                    <a:pt x="146" y="97"/>
                  </a:lnTo>
                  <a:lnTo>
                    <a:pt x="143" y="101"/>
                  </a:lnTo>
                  <a:lnTo>
                    <a:pt x="142" y="105"/>
                  </a:lnTo>
                  <a:lnTo>
                    <a:pt x="141" y="108"/>
                  </a:lnTo>
                  <a:lnTo>
                    <a:pt x="136" y="112"/>
                  </a:lnTo>
                  <a:lnTo>
                    <a:pt x="133" y="118"/>
                  </a:lnTo>
                  <a:lnTo>
                    <a:pt x="129" y="122"/>
                  </a:lnTo>
                  <a:lnTo>
                    <a:pt x="124" y="122"/>
                  </a:lnTo>
                  <a:lnTo>
                    <a:pt x="118" y="125"/>
                  </a:lnTo>
                  <a:lnTo>
                    <a:pt x="117" y="125"/>
                  </a:lnTo>
                  <a:lnTo>
                    <a:pt x="117" y="122"/>
                  </a:lnTo>
                  <a:lnTo>
                    <a:pt x="114" y="121"/>
                  </a:lnTo>
                  <a:lnTo>
                    <a:pt x="112" y="122"/>
                  </a:lnTo>
                  <a:lnTo>
                    <a:pt x="111" y="124"/>
                  </a:lnTo>
                  <a:lnTo>
                    <a:pt x="109" y="126"/>
                  </a:lnTo>
                  <a:lnTo>
                    <a:pt x="107" y="130"/>
                  </a:lnTo>
                  <a:lnTo>
                    <a:pt x="105" y="130"/>
                  </a:lnTo>
                  <a:lnTo>
                    <a:pt x="103" y="135"/>
                  </a:lnTo>
                  <a:lnTo>
                    <a:pt x="103" y="138"/>
                  </a:lnTo>
                  <a:lnTo>
                    <a:pt x="105" y="138"/>
                  </a:lnTo>
                  <a:lnTo>
                    <a:pt x="108" y="139"/>
                  </a:lnTo>
                  <a:lnTo>
                    <a:pt x="109" y="138"/>
                  </a:lnTo>
                  <a:lnTo>
                    <a:pt x="112" y="139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3" y="150"/>
                  </a:lnTo>
                  <a:lnTo>
                    <a:pt x="117" y="153"/>
                  </a:lnTo>
                  <a:lnTo>
                    <a:pt x="120" y="153"/>
                  </a:lnTo>
                  <a:lnTo>
                    <a:pt x="121" y="154"/>
                  </a:lnTo>
                  <a:lnTo>
                    <a:pt x="121" y="155"/>
                  </a:lnTo>
                  <a:lnTo>
                    <a:pt x="122" y="158"/>
                  </a:lnTo>
                  <a:lnTo>
                    <a:pt x="125" y="166"/>
                  </a:lnTo>
                  <a:lnTo>
                    <a:pt x="125" y="167"/>
                  </a:lnTo>
                  <a:lnTo>
                    <a:pt x="126" y="168"/>
                  </a:lnTo>
                  <a:lnTo>
                    <a:pt x="124" y="170"/>
                  </a:lnTo>
                  <a:lnTo>
                    <a:pt x="121" y="171"/>
                  </a:lnTo>
                  <a:lnTo>
                    <a:pt x="120" y="170"/>
                  </a:lnTo>
                  <a:lnTo>
                    <a:pt x="121" y="168"/>
                  </a:lnTo>
                  <a:lnTo>
                    <a:pt x="118" y="168"/>
                  </a:lnTo>
                  <a:lnTo>
                    <a:pt x="117" y="170"/>
                  </a:lnTo>
                  <a:lnTo>
                    <a:pt x="113" y="171"/>
                  </a:lnTo>
                  <a:lnTo>
                    <a:pt x="104" y="171"/>
                  </a:lnTo>
                  <a:lnTo>
                    <a:pt x="103" y="172"/>
                  </a:lnTo>
                  <a:lnTo>
                    <a:pt x="101" y="171"/>
                  </a:lnTo>
                  <a:lnTo>
                    <a:pt x="100" y="175"/>
                  </a:lnTo>
                  <a:lnTo>
                    <a:pt x="99" y="175"/>
                  </a:lnTo>
                  <a:lnTo>
                    <a:pt x="96" y="176"/>
                  </a:lnTo>
                  <a:lnTo>
                    <a:pt x="96" y="180"/>
                  </a:lnTo>
                  <a:lnTo>
                    <a:pt x="93" y="180"/>
                  </a:lnTo>
                  <a:lnTo>
                    <a:pt x="93" y="179"/>
                  </a:lnTo>
                  <a:lnTo>
                    <a:pt x="89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3" y="175"/>
                  </a:lnTo>
                  <a:lnTo>
                    <a:pt x="83" y="175"/>
                  </a:lnTo>
                  <a:lnTo>
                    <a:pt x="82" y="175"/>
                  </a:lnTo>
                  <a:lnTo>
                    <a:pt x="83" y="174"/>
                  </a:lnTo>
                  <a:lnTo>
                    <a:pt x="83" y="172"/>
                  </a:lnTo>
                  <a:lnTo>
                    <a:pt x="82" y="172"/>
                  </a:lnTo>
                  <a:lnTo>
                    <a:pt x="82" y="168"/>
                  </a:lnTo>
                  <a:lnTo>
                    <a:pt x="79" y="164"/>
                  </a:lnTo>
                  <a:lnTo>
                    <a:pt x="79" y="163"/>
                  </a:lnTo>
                  <a:lnTo>
                    <a:pt x="75" y="164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0"/>
                  </a:lnTo>
                  <a:lnTo>
                    <a:pt x="72" y="158"/>
                  </a:lnTo>
                  <a:lnTo>
                    <a:pt x="71" y="156"/>
                  </a:lnTo>
                  <a:lnTo>
                    <a:pt x="67" y="156"/>
                  </a:lnTo>
                  <a:lnTo>
                    <a:pt x="64" y="156"/>
                  </a:lnTo>
                  <a:lnTo>
                    <a:pt x="60" y="156"/>
                  </a:lnTo>
                  <a:lnTo>
                    <a:pt x="59" y="156"/>
                  </a:lnTo>
                  <a:lnTo>
                    <a:pt x="59" y="156"/>
                  </a:lnTo>
                  <a:lnTo>
                    <a:pt x="58" y="156"/>
                  </a:lnTo>
                  <a:lnTo>
                    <a:pt x="55" y="158"/>
                  </a:lnTo>
                  <a:lnTo>
                    <a:pt x="54" y="158"/>
                  </a:lnTo>
                  <a:lnTo>
                    <a:pt x="51" y="158"/>
                  </a:lnTo>
                  <a:lnTo>
                    <a:pt x="49" y="160"/>
                  </a:lnTo>
                  <a:lnTo>
                    <a:pt x="46" y="160"/>
                  </a:lnTo>
                  <a:lnTo>
                    <a:pt x="45" y="159"/>
                  </a:lnTo>
                  <a:lnTo>
                    <a:pt x="43" y="159"/>
                  </a:lnTo>
                  <a:lnTo>
                    <a:pt x="42" y="158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39" y="158"/>
                  </a:lnTo>
                  <a:lnTo>
                    <a:pt x="37" y="156"/>
                  </a:lnTo>
                  <a:lnTo>
                    <a:pt x="35" y="158"/>
                  </a:lnTo>
                  <a:lnTo>
                    <a:pt x="35" y="159"/>
                  </a:lnTo>
                  <a:lnTo>
                    <a:pt x="34" y="159"/>
                  </a:lnTo>
                  <a:lnTo>
                    <a:pt x="33" y="159"/>
                  </a:lnTo>
                  <a:lnTo>
                    <a:pt x="30" y="159"/>
                  </a:lnTo>
                  <a:lnTo>
                    <a:pt x="29" y="159"/>
                  </a:lnTo>
                  <a:lnTo>
                    <a:pt x="26" y="159"/>
                  </a:lnTo>
                  <a:lnTo>
                    <a:pt x="25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7" y="162"/>
                  </a:lnTo>
                  <a:lnTo>
                    <a:pt x="17" y="160"/>
                  </a:lnTo>
                  <a:lnTo>
                    <a:pt x="16" y="160"/>
                  </a:lnTo>
                  <a:lnTo>
                    <a:pt x="16" y="158"/>
                  </a:lnTo>
                  <a:lnTo>
                    <a:pt x="16" y="154"/>
                  </a:lnTo>
                  <a:lnTo>
                    <a:pt x="14" y="151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7" y="145"/>
                  </a:lnTo>
                  <a:lnTo>
                    <a:pt x="21" y="142"/>
                  </a:lnTo>
                  <a:lnTo>
                    <a:pt x="22" y="141"/>
                  </a:lnTo>
                  <a:lnTo>
                    <a:pt x="28" y="139"/>
                  </a:lnTo>
                  <a:lnTo>
                    <a:pt x="30" y="141"/>
                  </a:lnTo>
                  <a:lnTo>
                    <a:pt x="33" y="139"/>
                  </a:lnTo>
                  <a:lnTo>
                    <a:pt x="32" y="134"/>
                  </a:lnTo>
                  <a:lnTo>
                    <a:pt x="29" y="133"/>
                  </a:lnTo>
                  <a:lnTo>
                    <a:pt x="26" y="133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5"/>
                  </a:lnTo>
                  <a:lnTo>
                    <a:pt x="25" y="121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18" y="118"/>
                  </a:lnTo>
                  <a:lnTo>
                    <a:pt x="14" y="118"/>
                  </a:lnTo>
                  <a:lnTo>
                    <a:pt x="13" y="117"/>
                  </a:lnTo>
                  <a:lnTo>
                    <a:pt x="10" y="114"/>
                  </a:lnTo>
                  <a:lnTo>
                    <a:pt x="8" y="112"/>
                  </a:lnTo>
                  <a:lnTo>
                    <a:pt x="6" y="109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16" y="105"/>
                  </a:lnTo>
                  <a:lnTo>
                    <a:pt x="30" y="105"/>
                  </a:lnTo>
                  <a:lnTo>
                    <a:pt x="34" y="104"/>
                  </a:lnTo>
                  <a:lnTo>
                    <a:pt x="38" y="104"/>
                  </a:lnTo>
                  <a:lnTo>
                    <a:pt x="39" y="103"/>
                  </a:lnTo>
                  <a:lnTo>
                    <a:pt x="43" y="101"/>
                  </a:lnTo>
                  <a:lnTo>
                    <a:pt x="50" y="101"/>
                  </a:lnTo>
                  <a:lnTo>
                    <a:pt x="54" y="101"/>
                  </a:lnTo>
                  <a:lnTo>
                    <a:pt x="58" y="101"/>
                  </a:lnTo>
                  <a:lnTo>
                    <a:pt x="62" y="99"/>
                  </a:lnTo>
                  <a:lnTo>
                    <a:pt x="63" y="97"/>
                  </a:lnTo>
                  <a:lnTo>
                    <a:pt x="62" y="95"/>
                  </a:lnTo>
                  <a:lnTo>
                    <a:pt x="62" y="92"/>
                  </a:lnTo>
                  <a:lnTo>
                    <a:pt x="60" y="88"/>
                  </a:lnTo>
                  <a:lnTo>
                    <a:pt x="60" y="85"/>
                  </a:lnTo>
                  <a:lnTo>
                    <a:pt x="63" y="83"/>
                  </a:lnTo>
                  <a:lnTo>
                    <a:pt x="64" y="83"/>
                  </a:lnTo>
                  <a:lnTo>
                    <a:pt x="66" y="80"/>
                  </a:lnTo>
                  <a:lnTo>
                    <a:pt x="66" y="79"/>
                  </a:lnTo>
                  <a:lnTo>
                    <a:pt x="68" y="78"/>
                  </a:lnTo>
                  <a:lnTo>
                    <a:pt x="70" y="79"/>
                  </a:lnTo>
                  <a:lnTo>
                    <a:pt x="75" y="78"/>
                  </a:lnTo>
                  <a:lnTo>
                    <a:pt x="76" y="75"/>
                  </a:lnTo>
                  <a:lnTo>
                    <a:pt x="74" y="75"/>
                  </a:lnTo>
                  <a:lnTo>
                    <a:pt x="79" y="71"/>
                  </a:lnTo>
                  <a:lnTo>
                    <a:pt x="79" y="70"/>
                  </a:lnTo>
                  <a:lnTo>
                    <a:pt x="82" y="70"/>
                  </a:lnTo>
                  <a:lnTo>
                    <a:pt x="83" y="71"/>
                  </a:lnTo>
                  <a:lnTo>
                    <a:pt x="87" y="71"/>
                  </a:lnTo>
                  <a:lnTo>
                    <a:pt x="87" y="70"/>
                  </a:lnTo>
                  <a:lnTo>
                    <a:pt x="88" y="70"/>
                  </a:lnTo>
                  <a:lnTo>
                    <a:pt x="91" y="72"/>
                  </a:lnTo>
                  <a:lnTo>
                    <a:pt x="93" y="68"/>
                  </a:lnTo>
                  <a:lnTo>
                    <a:pt x="92" y="63"/>
                  </a:lnTo>
                  <a:lnTo>
                    <a:pt x="92" y="62"/>
                  </a:lnTo>
                  <a:lnTo>
                    <a:pt x="93" y="60"/>
                  </a:lnTo>
                  <a:lnTo>
                    <a:pt x="93" y="58"/>
                  </a:lnTo>
                  <a:lnTo>
                    <a:pt x="93" y="54"/>
                  </a:lnTo>
                  <a:lnTo>
                    <a:pt x="95" y="51"/>
                  </a:lnTo>
                  <a:lnTo>
                    <a:pt x="97" y="51"/>
                  </a:lnTo>
                  <a:lnTo>
                    <a:pt x="100" y="50"/>
                  </a:lnTo>
                  <a:lnTo>
                    <a:pt x="101" y="47"/>
                  </a:lnTo>
                  <a:lnTo>
                    <a:pt x="100" y="45"/>
                  </a:lnTo>
                  <a:lnTo>
                    <a:pt x="97" y="43"/>
                  </a:lnTo>
                  <a:lnTo>
                    <a:pt x="96" y="41"/>
                  </a:lnTo>
                  <a:lnTo>
                    <a:pt x="99" y="38"/>
                  </a:lnTo>
                  <a:lnTo>
                    <a:pt x="103" y="39"/>
                  </a:lnTo>
                  <a:lnTo>
                    <a:pt x="108" y="39"/>
                  </a:lnTo>
                  <a:lnTo>
                    <a:pt x="111" y="35"/>
                  </a:lnTo>
                  <a:lnTo>
                    <a:pt x="111" y="31"/>
                  </a:lnTo>
                  <a:lnTo>
                    <a:pt x="108" y="29"/>
                  </a:lnTo>
                  <a:lnTo>
                    <a:pt x="113" y="22"/>
                  </a:lnTo>
                  <a:lnTo>
                    <a:pt x="113" y="17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12" y="4"/>
                  </a:lnTo>
                  <a:lnTo>
                    <a:pt x="114" y="4"/>
                  </a:lnTo>
                  <a:lnTo>
                    <a:pt x="118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7" name="Freeform 372"/>
            <p:cNvSpPr>
              <a:spLocks/>
            </p:cNvSpPr>
            <p:nvPr/>
          </p:nvSpPr>
          <p:spPr bwMode="auto">
            <a:xfrm>
              <a:off x="7874130" y="3137359"/>
              <a:ext cx="220785" cy="180181"/>
            </a:xfrm>
            <a:custGeom>
              <a:avLst/>
              <a:gdLst>
                <a:gd name="T0" fmla="*/ 33 w 87"/>
                <a:gd name="T1" fmla="*/ 0 h 71"/>
                <a:gd name="T2" fmla="*/ 37 w 87"/>
                <a:gd name="T3" fmla="*/ 5 h 71"/>
                <a:gd name="T4" fmla="*/ 45 w 87"/>
                <a:gd name="T5" fmla="*/ 15 h 71"/>
                <a:gd name="T6" fmla="*/ 48 w 87"/>
                <a:gd name="T7" fmla="*/ 19 h 71"/>
                <a:gd name="T8" fmla="*/ 53 w 87"/>
                <a:gd name="T9" fmla="*/ 22 h 71"/>
                <a:gd name="T10" fmla="*/ 61 w 87"/>
                <a:gd name="T11" fmla="*/ 22 h 71"/>
                <a:gd name="T12" fmla="*/ 66 w 87"/>
                <a:gd name="T13" fmla="*/ 26 h 71"/>
                <a:gd name="T14" fmla="*/ 71 w 87"/>
                <a:gd name="T15" fmla="*/ 34 h 71"/>
                <a:gd name="T16" fmla="*/ 78 w 87"/>
                <a:gd name="T17" fmla="*/ 39 h 71"/>
                <a:gd name="T18" fmla="*/ 81 w 87"/>
                <a:gd name="T19" fmla="*/ 48 h 71"/>
                <a:gd name="T20" fmla="*/ 86 w 87"/>
                <a:gd name="T21" fmla="*/ 55 h 71"/>
                <a:gd name="T22" fmla="*/ 87 w 87"/>
                <a:gd name="T23" fmla="*/ 64 h 71"/>
                <a:gd name="T24" fmla="*/ 86 w 87"/>
                <a:gd name="T25" fmla="*/ 64 h 71"/>
                <a:gd name="T26" fmla="*/ 81 w 87"/>
                <a:gd name="T27" fmla="*/ 68 h 71"/>
                <a:gd name="T28" fmla="*/ 73 w 87"/>
                <a:gd name="T29" fmla="*/ 65 h 71"/>
                <a:gd name="T30" fmla="*/ 68 w 87"/>
                <a:gd name="T31" fmla="*/ 60 h 71"/>
                <a:gd name="T32" fmla="*/ 58 w 87"/>
                <a:gd name="T33" fmla="*/ 58 h 71"/>
                <a:gd name="T34" fmla="*/ 54 w 87"/>
                <a:gd name="T35" fmla="*/ 60 h 71"/>
                <a:gd name="T36" fmla="*/ 48 w 87"/>
                <a:gd name="T37" fmla="*/ 64 h 71"/>
                <a:gd name="T38" fmla="*/ 44 w 87"/>
                <a:gd name="T39" fmla="*/ 71 h 71"/>
                <a:gd name="T40" fmla="*/ 40 w 87"/>
                <a:gd name="T41" fmla="*/ 67 h 71"/>
                <a:gd name="T42" fmla="*/ 33 w 87"/>
                <a:gd name="T43" fmla="*/ 68 h 71"/>
                <a:gd name="T44" fmla="*/ 28 w 87"/>
                <a:gd name="T45" fmla="*/ 63 h 71"/>
                <a:gd name="T46" fmla="*/ 19 w 87"/>
                <a:gd name="T47" fmla="*/ 58 h 71"/>
                <a:gd name="T48" fmla="*/ 17 w 87"/>
                <a:gd name="T49" fmla="*/ 47 h 71"/>
                <a:gd name="T50" fmla="*/ 15 w 87"/>
                <a:gd name="T51" fmla="*/ 39 h 71"/>
                <a:gd name="T52" fmla="*/ 17 w 87"/>
                <a:gd name="T53" fmla="*/ 37 h 71"/>
                <a:gd name="T54" fmla="*/ 20 w 87"/>
                <a:gd name="T55" fmla="*/ 31 h 71"/>
                <a:gd name="T56" fmla="*/ 16 w 87"/>
                <a:gd name="T57" fmla="*/ 27 h 71"/>
                <a:gd name="T58" fmla="*/ 10 w 87"/>
                <a:gd name="T59" fmla="*/ 22 h 71"/>
                <a:gd name="T60" fmla="*/ 4 w 87"/>
                <a:gd name="T61" fmla="*/ 21 h 71"/>
                <a:gd name="T62" fmla="*/ 2 w 87"/>
                <a:gd name="T63" fmla="*/ 19 h 71"/>
                <a:gd name="T64" fmla="*/ 7 w 87"/>
                <a:gd name="T65" fmla="*/ 11 h 71"/>
                <a:gd name="T66" fmla="*/ 15 w 87"/>
                <a:gd name="T67" fmla="*/ 8 h 71"/>
                <a:gd name="T68" fmla="*/ 21 w 87"/>
                <a:gd name="T69" fmla="*/ 1 h 71"/>
                <a:gd name="T70" fmla="*/ 23 w 87"/>
                <a:gd name="T71" fmla="*/ 1 h 71"/>
                <a:gd name="T72" fmla="*/ 27 w 87"/>
                <a:gd name="T73" fmla="*/ 2 h 71"/>
                <a:gd name="T74" fmla="*/ 31 w 87"/>
                <a:gd name="T75" fmla="*/ 1 h 71"/>
                <a:gd name="T76" fmla="*/ 32 w 87"/>
                <a:gd name="T7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71">
                  <a:moveTo>
                    <a:pt x="32" y="0"/>
                  </a:moveTo>
                  <a:lnTo>
                    <a:pt x="33" y="0"/>
                  </a:lnTo>
                  <a:lnTo>
                    <a:pt x="36" y="1"/>
                  </a:lnTo>
                  <a:lnTo>
                    <a:pt x="37" y="5"/>
                  </a:lnTo>
                  <a:lnTo>
                    <a:pt x="42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8" y="19"/>
                  </a:lnTo>
                  <a:lnTo>
                    <a:pt x="49" y="21"/>
                  </a:lnTo>
                  <a:lnTo>
                    <a:pt x="53" y="22"/>
                  </a:lnTo>
                  <a:lnTo>
                    <a:pt x="58" y="22"/>
                  </a:lnTo>
                  <a:lnTo>
                    <a:pt x="61" y="22"/>
                  </a:lnTo>
                  <a:lnTo>
                    <a:pt x="61" y="25"/>
                  </a:lnTo>
                  <a:lnTo>
                    <a:pt x="66" y="26"/>
                  </a:lnTo>
                  <a:lnTo>
                    <a:pt x="70" y="29"/>
                  </a:lnTo>
                  <a:lnTo>
                    <a:pt x="71" y="34"/>
                  </a:lnTo>
                  <a:lnTo>
                    <a:pt x="74" y="38"/>
                  </a:lnTo>
                  <a:lnTo>
                    <a:pt x="78" y="39"/>
                  </a:lnTo>
                  <a:lnTo>
                    <a:pt x="81" y="43"/>
                  </a:lnTo>
                  <a:lnTo>
                    <a:pt x="81" y="48"/>
                  </a:lnTo>
                  <a:lnTo>
                    <a:pt x="82" y="54"/>
                  </a:lnTo>
                  <a:lnTo>
                    <a:pt x="86" y="55"/>
                  </a:lnTo>
                  <a:lnTo>
                    <a:pt x="87" y="60"/>
                  </a:lnTo>
                  <a:lnTo>
                    <a:pt x="87" y="64"/>
                  </a:lnTo>
                  <a:lnTo>
                    <a:pt x="86" y="67"/>
                  </a:lnTo>
                  <a:lnTo>
                    <a:pt x="86" y="64"/>
                  </a:lnTo>
                  <a:lnTo>
                    <a:pt x="83" y="64"/>
                  </a:lnTo>
                  <a:lnTo>
                    <a:pt x="81" y="68"/>
                  </a:lnTo>
                  <a:lnTo>
                    <a:pt x="75" y="64"/>
                  </a:lnTo>
                  <a:lnTo>
                    <a:pt x="73" y="65"/>
                  </a:lnTo>
                  <a:lnTo>
                    <a:pt x="71" y="62"/>
                  </a:lnTo>
                  <a:lnTo>
                    <a:pt x="68" y="60"/>
                  </a:lnTo>
                  <a:lnTo>
                    <a:pt x="65" y="63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4" y="60"/>
                  </a:lnTo>
                  <a:lnTo>
                    <a:pt x="52" y="62"/>
                  </a:lnTo>
                  <a:lnTo>
                    <a:pt x="48" y="64"/>
                  </a:lnTo>
                  <a:lnTo>
                    <a:pt x="44" y="69"/>
                  </a:lnTo>
                  <a:lnTo>
                    <a:pt x="44" y="71"/>
                  </a:lnTo>
                  <a:lnTo>
                    <a:pt x="42" y="68"/>
                  </a:lnTo>
                  <a:lnTo>
                    <a:pt x="40" y="67"/>
                  </a:lnTo>
                  <a:lnTo>
                    <a:pt x="37" y="68"/>
                  </a:lnTo>
                  <a:lnTo>
                    <a:pt x="33" y="68"/>
                  </a:lnTo>
                  <a:lnTo>
                    <a:pt x="32" y="64"/>
                  </a:lnTo>
                  <a:lnTo>
                    <a:pt x="28" y="63"/>
                  </a:lnTo>
                  <a:lnTo>
                    <a:pt x="24" y="62"/>
                  </a:lnTo>
                  <a:lnTo>
                    <a:pt x="19" y="58"/>
                  </a:lnTo>
                  <a:lnTo>
                    <a:pt x="19" y="55"/>
                  </a:lnTo>
                  <a:lnTo>
                    <a:pt x="17" y="47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6" y="39"/>
                  </a:lnTo>
                  <a:lnTo>
                    <a:pt x="17" y="37"/>
                  </a:lnTo>
                  <a:lnTo>
                    <a:pt x="20" y="34"/>
                  </a:lnTo>
                  <a:lnTo>
                    <a:pt x="20" y="31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4" y="26"/>
                  </a:lnTo>
                  <a:lnTo>
                    <a:pt x="10" y="22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3" y="22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7" y="11"/>
                  </a:lnTo>
                  <a:lnTo>
                    <a:pt x="6" y="9"/>
                  </a:lnTo>
                  <a:lnTo>
                    <a:pt x="15" y="8"/>
                  </a:lnTo>
                  <a:lnTo>
                    <a:pt x="20" y="5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8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" name="Freeform 373"/>
            <p:cNvSpPr>
              <a:spLocks/>
            </p:cNvSpPr>
            <p:nvPr/>
          </p:nvSpPr>
          <p:spPr bwMode="auto">
            <a:xfrm>
              <a:off x="7534073" y="3096755"/>
              <a:ext cx="400964" cy="329907"/>
            </a:xfrm>
            <a:custGeom>
              <a:avLst/>
              <a:gdLst>
                <a:gd name="T0" fmla="*/ 113 w 158"/>
                <a:gd name="T1" fmla="*/ 1 h 130"/>
                <a:gd name="T2" fmla="*/ 116 w 158"/>
                <a:gd name="T3" fmla="*/ 6 h 130"/>
                <a:gd name="T4" fmla="*/ 119 w 158"/>
                <a:gd name="T5" fmla="*/ 10 h 130"/>
                <a:gd name="T6" fmla="*/ 120 w 158"/>
                <a:gd name="T7" fmla="*/ 21 h 130"/>
                <a:gd name="T8" fmla="*/ 124 w 158"/>
                <a:gd name="T9" fmla="*/ 26 h 130"/>
                <a:gd name="T10" fmla="*/ 129 w 158"/>
                <a:gd name="T11" fmla="*/ 24 h 130"/>
                <a:gd name="T12" fmla="*/ 136 w 158"/>
                <a:gd name="T13" fmla="*/ 17 h 130"/>
                <a:gd name="T14" fmla="*/ 146 w 158"/>
                <a:gd name="T15" fmla="*/ 12 h 130"/>
                <a:gd name="T16" fmla="*/ 151 w 158"/>
                <a:gd name="T17" fmla="*/ 12 h 130"/>
                <a:gd name="T18" fmla="*/ 154 w 158"/>
                <a:gd name="T19" fmla="*/ 17 h 130"/>
                <a:gd name="T20" fmla="*/ 149 w 158"/>
                <a:gd name="T21" fmla="*/ 24 h 130"/>
                <a:gd name="T22" fmla="*/ 130 w 158"/>
                <a:gd name="T23" fmla="*/ 26 h 130"/>
                <a:gd name="T24" fmla="*/ 121 w 158"/>
                <a:gd name="T25" fmla="*/ 33 h 130"/>
                <a:gd name="T26" fmla="*/ 125 w 158"/>
                <a:gd name="T27" fmla="*/ 47 h 130"/>
                <a:gd name="T28" fmla="*/ 123 w 158"/>
                <a:gd name="T29" fmla="*/ 60 h 130"/>
                <a:gd name="T30" fmla="*/ 111 w 158"/>
                <a:gd name="T31" fmla="*/ 63 h 130"/>
                <a:gd name="T32" fmla="*/ 112 w 158"/>
                <a:gd name="T33" fmla="*/ 70 h 130"/>
                <a:gd name="T34" fmla="*/ 109 w 158"/>
                <a:gd name="T35" fmla="*/ 76 h 130"/>
                <a:gd name="T36" fmla="*/ 105 w 158"/>
                <a:gd name="T37" fmla="*/ 83 h 130"/>
                <a:gd name="T38" fmla="*/ 104 w 158"/>
                <a:gd name="T39" fmla="*/ 88 h 130"/>
                <a:gd name="T40" fmla="*/ 100 w 158"/>
                <a:gd name="T41" fmla="*/ 95 h 130"/>
                <a:gd name="T42" fmla="*/ 95 w 158"/>
                <a:gd name="T43" fmla="*/ 96 h 130"/>
                <a:gd name="T44" fmla="*/ 91 w 158"/>
                <a:gd name="T45" fmla="*/ 96 h 130"/>
                <a:gd name="T46" fmla="*/ 87 w 158"/>
                <a:gd name="T47" fmla="*/ 103 h 130"/>
                <a:gd name="T48" fmla="*/ 78 w 158"/>
                <a:gd name="T49" fmla="*/ 104 h 130"/>
                <a:gd name="T50" fmla="*/ 75 w 158"/>
                <a:gd name="T51" fmla="*/ 108 h 130"/>
                <a:gd name="T52" fmla="*/ 74 w 158"/>
                <a:gd name="T53" fmla="*/ 117 h 130"/>
                <a:gd name="T54" fmla="*/ 74 w 158"/>
                <a:gd name="T55" fmla="*/ 124 h 130"/>
                <a:gd name="T56" fmla="*/ 62 w 158"/>
                <a:gd name="T57" fmla="*/ 126 h 130"/>
                <a:gd name="T58" fmla="*/ 50 w 158"/>
                <a:gd name="T59" fmla="*/ 129 h 130"/>
                <a:gd name="T60" fmla="*/ 28 w 158"/>
                <a:gd name="T61" fmla="*/ 130 h 130"/>
                <a:gd name="T62" fmla="*/ 22 w 158"/>
                <a:gd name="T63" fmla="*/ 112 h 130"/>
                <a:gd name="T64" fmla="*/ 18 w 158"/>
                <a:gd name="T65" fmla="*/ 100 h 130"/>
                <a:gd name="T66" fmla="*/ 7 w 158"/>
                <a:gd name="T67" fmla="*/ 93 h 130"/>
                <a:gd name="T68" fmla="*/ 3 w 158"/>
                <a:gd name="T69" fmla="*/ 80 h 130"/>
                <a:gd name="T70" fmla="*/ 7 w 158"/>
                <a:gd name="T71" fmla="*/ 72 h 130"/>
                <a:gd name="T72" fmla="*/ 1 w 158"/>
                <a:gd name="T73" fmla="*/ 66 h 130"/>
                <a:gd name="T74" fmla="*/ 1 w 158"/>
                <a:gd name="T75" fmla="*/ 60 h 130"/>
                <a:gd name="T76" fmla="*/ 5 w 158"/>
                <a:gd name="T77" fmla="*/ 55 h 130"/>
                <a:gd name="T78" fmla="*/ 5 w 158"/>
                <a:gd name="T79" fmla="*/ 51 h 130"/>
                <a:gd name="T80" fmla="*/ 5 w 158"/>
                <a:gd name="T81" fmla="*/ 45 h 130"/>
                <a:gd name="T82" fmla="*/ 9 w 158"/>
                <a:gd name="T83" fmla="*/ 45 h 130"/>
                <a:gd name="T84" fmla="*/ 15 w 158"/>
                <a:gd name="T85" fmla="*/ 45 h 130"/>
                <a:gd name="T86" fmla="*/ 20 w 158"/>
                <a:gd name="T87" fmla="*/ 49 h 130"/>
                <a:gd name="T88" fmla="*/ 25 w 158"/>
                <a:gd name="T89" fmla="*/ 47 h 130"/>
                <a:gd name="T90" fmla="*/ 29 w 158"/>
                <a:gd name="T91" fmla="*/ 43 h 130"/>
                <a:gd name="T92" fmla="*/ 37 w 158"/>
                <a:gd name="T93" fmla="*/ 38 h 130"/>
                <a:gd name="T94" fmla="*/ 41 w 158"/>
                <a:gd name="T95" fmla="*/ 35 h 130"/>
                <a:gd name="T96" fmla="*/ 45 w 158"/>
                <a:gd name="T97" fmla="*/ 26 h 130"/>
                <a:gd name="T98" fmla="*/ 44 w 158"/>
                <a:gd name="T99" fmla="*/ 21 h 130"/>
                <a:gd name="T100" fmla="*/ 49 w 158"/>
                <a:gd name="T101" fmla="*/ 18 h 130"/>
                <a:gd name="T102" fmla="*/ 57 w 158"/>
                <a:gd name="T103" fmla="*/ 16 h 130"/>
                <a:gd name="T104" fmla="*/ 62 w 158"/>
                <a:gd name="T105" fmla="*/ 17 h 130"/>
                <a:gd name="T106" fmla="*/ 70 w 158"/>
                <a:gd name="T107" fmla="*/ 20 h 130"/>
                <a:gd name="T108" fmla="*/ 76 w 158"/>
                <a:gd name="T109" fmla="*/ 18 h 130"/>
                <a:gd name="T110" fmla="*/ 84 w 158"/>
                <a:gd name="T111" fmla="*/ 21 h 130"/>
                <a:gd name="T112" fmla="*/ 90 w 158"/>
                <a:gd name="T113" fmla="*/ 18 h 130"/>
                <a:gd name="T114" fmla="*/ 94 w 158"/>
                <a:gd name="T115" fmla="*/ 20 h 130"/>
                <a:gd name="T116" fmla="*/ 96 w 158"/>
                <a:gd name="T117" fmla="*/ 17 h 130"/>
                <a:gd name="T118" fmla="*/ 100 w 158"/>
                <a:gd name="T119" fmla="*/ 13 h 130"/>
                <a:gd name="T120" fmla="*/ 104 w 158"/>
                <a:gd name="T121" fmla="*/ 14 h 130"/>
                <a:gd name="T122" fmla="*/ 105 w 158"/>
                <a:gd name="T123" fmla="*/ 6 h 130"/>
                <a:gd name="T124" fmla="*/ 109 w 158"/>
                <a:gd name="T12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8" h="130">
                  <a:moveTo>
                    <a:pt x="109" y="0"/>
                  </a:moveTo>
                  <a:lnTo>
                    <a:pt x="112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6" y="4"/>
                  </a:lnTo>
                  <a:lnTo>
                    <a:pt x="116" y="6"/>
                  </a:lnTo>
                  <a:lnTo>
                    <a:pt x="116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9" y="14"/>
                  </a:lnTo>
                  <a:lnTo>
                    <a:pt x="119" y="17"/>
                  </a:lnTo>
                  <a:lnTo>
                    <a:pt x="120" y="21"/>
                  </a:lnTo>
                  <a:lnTo>
                    <a:pt x="121" y="24"/>
                  </a:lnTo>
                  <a:lnTo>
                    <a:pt x="121" y="25"/>
                  </a:lnTo>
                  <a:lnTo>
                    <a:pt x="124" y="26"/>
                  </a:lnTo>
                  <a:lnTo>
                    <a:pt x="126" y="26"/>
                  </a:lnTo>
                  <a:lnTo>
                    <a:pt x="128" y="25"/>
                  </a:lnTo>
                  <a:lnTo>
                    <a:pt x="129" y="24"/>
                  </a:lnTo>
                  <a:lnTo>
                    <a:pt x="133" y="21"/>
                  </a:lnTo>
                  <a:lnTo>
                    <a:pt x="134" y="20"/>
                  </a:lnTo>
                  <a:lnTo>
                    <a:pt x="136" y="17"/>
                  </a:lnTo>
                  <a:lnTo>
                    <a:pt x="137" y="16"/>
                  </a:lnTo>
                  <a:lnTo>
                    <a:pt x="142" y="13"/>
                  </a:lnTo>
                  <a:lnTo>
                    <a:pt x="146" y="12"/>
                  </a:lnTo>
                  <a:lnTo>
                    <a:pt x="146" y="14"/>
                  </a:lnTo>
                  <a:lnTo>
                    <a:pt x="150" y="14"/>
                  </a:lnTo>
                  <a:lnTo>
                    <a:pt x="151" y="12"/>
                  </a:lnTo>
                  <a:lnTo>
                    <a:pt x="157" y="12"/>
                  </a:lnTo>
                  <a:lnTo>
                    <a:pt x="158" y="14"/>
                  </a:lnTo>
                  <a:lnTo>
                    <a:pt x="154" y="17"/>
                  </a:lnTo>
                  <a:lnTo>
                    <a:pt x="155" y="17"/>
                  </a:lnTo>
                  <a:lnTo>
                    <a:pt x="154" y="21"/>
                  </a:lnTo>
                  <a:lnTo>
                    <a:pt x="149" y="24"/>
                  </a:lnTo>
                  <a:lnTo>
                    <a:pt x="137" y="26"/>
                  </a:lnTo>
                  <a:lnTo>
                    <a:pt x="134" y="25"/>
                  </a:lnTo>
                  <a:lnTo>
                    <a:pt x="130" y="26"/>
                  </a:lnTo>
                  <a:lnTo>
                    <a:pt x="126" y="29"/>
                  </a:lnTo>
                  <a:lnTo>
                    <a:pt x="124" y="29"/>
                  </a:lnTo>
                  <a:lnTo>
                    <a:pt x="121" y="33"/>
                  </a:lnTo>
                  <a:lnTo>
                    <a:pt x="120" y="34"/>
                  </a:lnTo>
                  <a:lnTo>
                    <a:pt x="125" y="42"/>
                  </a:lnTo>
                  <a:lnTo>
                    <a:pt x="125" y="47"/>
                  </a:lnTo>
                  <a:lnTo>
                    <a:pt x="120" y="54"/>
                  </a:lnTo>
                  <a:lnTo>
                    <a:pt x="123" y="56"/>
                  </a:lnTo>
                  <a:lnTo>
                    <a:pt x="123" y="60"/>
                  </a:lnTo>
                  <a:lnTo>
                    <a:pt x="120" y="64"/>
                  </a:lnTo>
                  <a:lnTo>
                    <a:pt x="115" y="64"/>
                  </a:lnTo>
                  <a:lnTo>
                    <a:pt x="111" y="63"/>
                  </a:lnTo>
                  <a:lnTo>
                    <a:pt x="108" y="66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7" y="76"/>
                  </a:lnTo>
                  <a:lnTo>
                    <a:pt x="105" y="79"/>
                  </a:lnTo>
                  <a:lnTo>
                    <a:pt x="105" y="83"/>
                  </a:lnTo>
                  <a:lnTo>
                    <a:pt x="105" y="85"/>
                  </a:lnTo>
                  <a:lnTo>
                    <a:pt x="104" y="87"/>
                  </a:lnTo>
                  <a:lnTo>
                    <a:pt x="104" y="88"/>
                  </a:lnTo>
                  <a:lnTo>
                    <a:pt x="105" y="93"/>
                  </a:lnTo>
                  <a:lnTo>
                    <a:pt x="103" y="97"/>
                  </a:lnTo>
                  <a:lnTo>
                    <a:pt x="100" y="95"/>
                  </a:lnTo>
                  <a:lnTo>
                    <a:pt x="99" y="95"/>
                  </a:lnTo>
                  <a:lnTo>
                    <a:pt x="99" y="96"/>
                  </a:lnTo>
                  <a:lnTo>
                    <a:pt x="95" y="96"/>
                  </a:lnTo>
                  <a:lnTo>
                    <a:pt x="94" y="95"/>
                  </a:lnTo>
                  <a:lnTo>
                    <a:pt x="91" y="95"/>
                  </a:lnTo>
                  <a:lnTo>
                    <a:pt x="91" y="96"/>
                  </a:lnTo>
                  <a:lnTo>
                    <a:pt x="86" y="100"/>
                  </a:lnTo>
                  <a:lnTo>
                    <a:pt x="88" y="100"/>
                  </a:lnTo>
                  <a:lnTo>
                    <a:pt x="87" y="103"/>
                  </a:lnTo>
                  <a:lnTo>
                    <a:pt x="82" y="104"/>
                  </a:lnTo>
                  <a:lnTo>
                    <a:pt x="80" y="103"/>
                  </a:lnTo>
                  <a:lnTo>
                    <a:pt x="78" y="104"/>
                  </a:lnTo>
                  <a:lnTo>
                    <a:pt x="78" y="105"/>
                  </a:lnTo>
                  <a:lnTo>
                    <a:pt x="76" y="108"/>
                  </a:lnTo>
                  <a:lnTo>
                    <a:pt x="75" y="108"/>
                  </a:lnTo>
                  <a:lnTo>
                    <a:pt x="72" y="110"/>
                  </a:lnTo>
                  <a:lnTo>
                    <a:pt x="72" y="113"/>
                  </a:lnTo>
                  <a:lnTo>
                    <a:pt x="74" y="117"/>
                  </a:lnTo>
                  <a:lnTo>
                    <a:pt x="74" y="120"/>
                  </a:lnTo>
                  <a:lnTo>
                    <a:pt x="75" y="122"/>
                  </a:lnTo>
                  <a:lnTo>
                    <a:pt x="74" y="124"/>
                  </a:lnTo>
                  <a:lnTo>
                    <a:pt x="70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55" y="126"/>
                  </a:lnTo>
                  <a:lnTo>
                    <a:pt x="51" y="128"/>
                  </a:lnTo>
                  <a:lnTo>
                    <a:pt x="50" y="129"/>
                  </a:lnTo>
                  <a:lnTo>
                    <a:pt x="46" y="129"/>
                  </a:lnTo>
                  <a:lnTo>
                    <a:pt x="42" y="130"/>
                  </a:lnTo>
                  <a:lnTo>
                    <a:pt x="28" y="130"/>
                  </a:lnTo>
                  <a:lnTo>
                    <a:pt x="12" y="126"/>
                  </a:lnTo>
                  <a:lnTo>
                    <a:pt x="21" y="114"/>
                  </a:lnTo>
                  <a:lnTo>
                    <a:pt x="22" y="112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18" y="100"/>
                  </a:lnTo>
                  <a:lnTo>
                    <a:pt x="9" y="100"/>
                  </a:lnTo>
                  <a:lnTo>
                    <a:pt x="8" y="96"/>
                  </a:lnTo>
                  <a:lnTo>
                    <a:pt x="7" y="93"/>
                  </a:lnTo>
                  <a:lnTo>
                    <a:pt x="8" y="92"/>
                  </a:lnTo>
                  <a:lnTo>
                    <a:pt x="7" y="87"/>
                  </a:lnTo>
                  <a:lnTo>
                    <a:pt x="3" y="80"/>
                  </a:lnTo>
                  <a:lnTo>
                    <a:pt x="4" y="78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3" y="72"/>
                  </a:lnTo>
                  <a:lnTo>
                    <a:pt x="3" y="70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3" y="62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3" y="58"/>
                  </a:lnTo>
                  <a:lnTo>
                    <a:pt x="5" y="55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7" y="45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6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1" y="50"/>
                  </a:lnTo>
                  <a:lnTo>
                    <a:pt x="22" y="49"/>
                  </a:lnTo>
                  <a:lnTo>
                    <a:pt x="25" y="47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9" y="43"/>
                  </a:lnTo>
                  <a:lnTo>
                    <a:pt x="29" y="41"/>
                  </a:lnTo>
                  <a:lnTo>
                    <a:pt x="33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2" y="31"/>
                  </a:lnTo>
                  <a:lnTo>
                    <a:pt x="42" y="29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5" y="21"/>
                  </a:lnTo>
                  <a:lnTo>
                    <a:pt x="46" y="20"/>
                  </a:lnTo>
                  <a:lnTo>
                    <a:pt x="49" y="18"/>
                  </a:lnTo>
                  <a:lnTo>
                    <a:pt x="50" y="20"/>
                  </a:lnTo>
                  <a:lnTo>
                    <a:pt x="54" y="17"/>
                  </a:lnTo>
                  <a:lnTo>
                    <a:pt x="57" y="16"/>
                  </a:lnTo>
                  <a:lnTo>
                    <a:pt x="59" y="17"/>
                  </a:lnTo>
                  <a:lnTo>
                    <a:pt x="62" y="17"/>
                  </a:lnTo>
                  <a:lnTo>
                    <a:pt x="62" y="17"/>
                  </a:lnTo>
                  <a:lnTo>
                    <a:pt x="66" y="16"/>
                  </a:lnTo>
                  <a:lnTo>
                    <a:pt x="69" y="17"/>
                  </a:lnTo>
                  <a:lnTo>
                    <a:pt x="70" y="20"/>
                  </a:lnTo>
                  <a:lnTo>
                    <a:pt x="72" y="20"/>
                  </a:lnTo>
                  <a:lnTo>
                    <a:pt x="74" y="18"/>
                  </a:lnTo>
                  <a:lnTo>
                    <a:pt x="76" y="18"/>
                  </a:lnTo>
                  <a:lnTo>
                    <a:pt x="79" y="21"/>
                  </a:lnTo>
                  <a:lnTo>
                    <a:pt x="80" y="22"/>
                  </a:lnTo>
                  <a:lnTo>
                    <a:pt x="84" y="21"/>
                  </a:lnTo>
                  <a:lnTo>
                    <a:pt x="87" y="20"/>
                  </a:lnTo>
                  <a:lnTo>
                    <a:pt x="88" y="18"/>
                  </a:lnTo>
                  <a:lnTo>
                    <a:pt x="90" y="18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4" y="20"/>
                  </a:lnTo>
                  <a:lnTo>
                    <a:pt x="97" y="20"/>
                  </a:lnTo>
                  <a:lnTo>
                    <a:pt x="97" y="17"/>
                  </a:lnTo>
                  <a:lnTo>
                    <a:pt x="96" y="17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0" y="13"/>
                  </a:lnTo>
                  <a:lnTo>
                    <a:pt x="101" y="13"/>
                  </a:lnTo>
                  <a:lnTo>
                    <a:pt x="101" y="14"/>
                  </a:lnTo>
                  <a:lnTo>
                    <a:pt x="104" y="14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6"/>
                  </a:lnTo>
                  <a:lnTo>
                    <a:pt x="107" y="5"/>
                  </a:lnTo>
                  <a:lnTo>
                    <a:pt x="108" y="1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9" name="Freeform 374"/>
            <p:cNvSpPr>
              <a:spLocks noEditPoints="1"/>
            </p:cNvSpPr>
            <p:nvPr/>
          </p:nvSpPr>
          <p:spPr bwMode="auto">
            <a:xfrm>
              <a:off x="5975898" y="2381111"/>
              <a:ext cx="187793" cy="149728"/>
            </a:xfrm>
            <a:custGeom>
              <a:avLst/>
              <a:gdLst>
                <a:gd name="T0" fmla="*/ 60 w 74"/>
                <a:gd name="T1" fmla="*/ 53 h 59"/>
                <a:gd name="T2" fmla="*/ 58 w 74"/>
                <a:gd name="T3" fmla="*/ 57 h 59"/>
                <a:gd name="T4" fmla="*/ 54 w 74"/>
                <a:gd name="T5" fmla="*/ 56 h 59"/>
                <a:gd name="T6" fmla="*/ 54 w 74"/>
                <a:gd name="T7" fmla="*/ 53 h 59"/>
                <a:gd name="T8" fmla="*/ 27 w 74"/>
                <a:gd name="T9" fmla="*/ 50 h 59"/>
                <a:gd name="T10" fmla="*/ 37 w 74"/>
                <a:gd name="T11" fmla="*/ 50 h 59"/>
                <a:gd name="T12" fmla="*/ 43 w 74"/>
                <a:gd name="T13" fmla="*/ 48 h 59"/>
                <a:gd name="T14" fmla="*/ 41 w 74"/>
                <a:gd name="T15" fmla="*/ 53 h 59"/>
                <a:gd name="T16" fmla="*/ 32 w 74"/>
                <a:gd name="T17" fmla="*/ 52 h 59"/>
                <a:gd name="T18" fmla="*/ 33 w 74"/>
                <a:gd name="T19" fmla="*/ 48 h 59"/>
                <a:gd name="T20" fmla="*/ 44 w 74"/>
                <a:gd name="T21" fmla="*/ 48 h 59"/>
                <a:gd name="T22" fmla="*/ 45 w 74"/>
                <a:gd name="T23" fmla="*/ 46 h 59"/>
                <a:gd name="T24" fmla="*/ 29 w 74"/>
                <a:gd name="T25" fmla="*/ 50 h 59"/>
                <a:gd name="T26" fmla="*/ 70 w 74"/>
                <a:gd name="T27" fmla="*/ 41 h 59"/>
                <a:gd name="T28" fmla="*/ 70 w 74"/>
                <a:gd name="T29" fmla="*/ 46 h 59"/>
                <a:gd name="T30" fmla="*/ 25 w 74"/>
                <a:gd name="T31" fmla="*/ 40 h 59"/>
                <a:gd name="T32" fmla="*/ 28 w 74"/>
                <a:gd name="T33" fmla="*/ 46 h 59"/>
                <a:gd name="T34" fmla="*/ 20 w 74"/>
                <a:gd name="T35" fmla="*/ 44 h 59"/>
                <a:gd name="T36" fmla="*/ 48 w 74"/>
                <a:gd name="T37" fmla="*/ 36 h 59"/>
                <a:gd name="T38" fmla="*/ 27 w 74"/>
                <a:gd name="T39" fmla="*/ 31 h 59"/>
                <a:gd name="T40" fmla="*/ 27 w 74"/>
                <a:gd name="T41" fmla="*/ 34 h 59"/>
                <a:gd name="T42" fmla="*/ 47 w 74"/>
                <a:gd name="T43" fmla="*/ 34 h 59"/>
                <a:gd name="T44" fmla="*/ 45 w 74"/>
                <a:gd name="T45" fmla="*/ 41 h 59"/>
                <a:gd name="T46" fmla="*/ 43 w 74"/>
                <a:gd name="T47" fmla="*/ 46 h 59"/>
                <a:gd name="T48" fmla="*/ 40 w 74"/>
                <a:gd name="T49" fmla="*/ 45 h 59"/>
                <a:gd name="T50" fmla="*/ 33 w 74"/>
                <a:gd name="T51" fmla="*/ 41 h 59"/>
                <a:gd name="T52" fmla="*/ 35 w 74"/>
                <a:gd name="T53" fmla="*/ 36 h 59"/>
                <a:gd name="T54" fmla="*/ 37 w 74"/>
                <a:gd name="T55" fmla="*/ 36 h 59"/>
                <a:gd name="T56" fmla="*/ 41 w 74"/>
                <a:gd name="T57" fmla="*/ 36 h 59"/>
                <a:gd name="T58" fmla="*/ 43 w 74"/>
                <a:gd name="T59" fmla="*/ 31 h 59"/>
                <a:gd name="T60" fmla="*/ 8 w 74"/>
                <a:gd name="T61" fmla="*/ 20 h 59"/>
                <a:gd name="T62" fmla="*/ 11 w 74"/>
                <a:gd name="T63" fmla="*/ 16 h 59"/>
                <a:gd name="T64" fmla="*/ 22 w 74"/>
                <a:gd name="T65" fmla="*/ 20 h 59"/>
                <a:gd name="T66" fmla="*/ 28 w 74"/>
                <a:gd name="T67" fmla="*/ 24 h 59"/>
                <a:gd name="T68" fmla="*/ 29 w 74"/>
                <a:gd name="T69" fmla="*/ 28 h 59"/>
                <a:gd name="T70" fmla="*/ 24 w 74"/>
                <a:gd name="T71" fmla="*/ 27 h 59"/>
                <a:gd name="T72" fmla="*/ 22 w 74"/>
                <a:gd name="T73" fmla="*/ 34 h 59"/>
                <a:gd name="T74" fmla="*/ 15 w 74"/>
                <a:gd name="T75" fmla="*/ 40 h 59"/>
                <a:gd name="T76" fmla="*/ 15 w 74"/>
                <a:gd name="T77" fmla="*/ 45 h 59"/>
                <a:gd name="T78" fmla="*/ 16 w 74"/>
                <a:gd name="T79" fmla="*/ 49 h 59"/>
                <a:gd name="T80" fmla="*/ 10 w 74"/>
                <a:gd name="T81" fmla="*/ 48 h 59"/>
                <a:gd name="T82" fmla="*/ 6 w 74"/>
                <a:gd name="T83" fmla="*/ 42 h 59"/>
                <a:gd name="T84" fmla="*/ 2 w 74"/>
                <a:gd name="T85" fmla="*/ 36 h 59"/>
                <a:gd name="T86" fmla="*/ 2 w 74"/>
                <a:gd name="T87" fmla="*/ 29 h 59"/>
                <a:gd name="T88" fmla="*/ 3 w 74"/>
                <a:gd name="T89" fmla="*/ 25 h 59"/>
                <a:gd name="T90" fmla="*/ 6 w 74"/>
                <a:gd name="T91" fmla="*/ 23 h 59"/>
                <a:gd name="T92" fmla="*/ 11 w 74"/>
                <a:gd name="T93" fmla="*/ 19 h 59"/>
                <a:gd name="T94" fmla="*/ 11 w 74"/>
                <a:gd name="T95" fmla="*/ 23 h 59"/>
                <a:gd name="T96" fmla="*/ 14 w 74"/>
                <a:gd name="T97" fmla="*/ 20 h 59"/>
                <a:gd name="T98" fmla="*/ 15 w 74"/>
                <a:gd name="T99" fmla="*/ 16 h 59"/>
                <a:gd name="T100" fmla="*/ 32 w 74"/>
                <a:gd name="T101" fmla="*/ 7 h 59"/>
                <a:gd name="T102" fmla="*/ 25 w 74"/>
                <a:gd name="T103" fmla="*/ 0 h 59"/>
                <a:gd name="T104" fmla="*/ 24 w 74"/>
                <a:gd name="T105" fmla="*/ 8 h 59"/>
                <a:gd name="T106" fmla="*/ 20 w 74"/>
                <a:gd name="T107" fmla="*/ 13 h 59"/>
                <a:gd name="T108" fmla="*/ 11 w 74"/>
                <a:gd name="T109" fmla="*/ 15 h 59"/>
                <a:gd name="T110" fmla="*/ 7 w 74"/>
                <a:gd name="T111" fmla="*/ 21 h 59"/>
                <a:gd name="T112" fmla="*/ 4 w 74"/>
                <a:gd name="T113" fmla="*/ 16 h 59"/>
                <a:gd name="T114" fmla="*/ 10 w 74"/>
                <a:gd name="T115" fmla="*/ 12 h 59"/>
                <a:gd name="T116" fmla="*/ 18 w 74"/>
                <a:gd name="T117" fmla="*/ 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4" h="59">
                  <a:moveTo>
                    <a:pt x="56" y="52"/>
                  </a:moveTo>
                  <a:lnTo>
                    <a:pt x="57" y="53"/>
                  </a:lnTo>
                  <a:lnTo>
                    <a:pt x="57" y="52"/>
                  </a:lnTo>
                  <a:lnTo>
                    <a:pt x="60" y="53"/>
                  </a:lnTo>
                  <a:lnTo>
                    <a:pt x="58" y="54"/>
                  </a:lnTo>
                  <a:lnTo>
                    <a:pt x="60" y="56"/>
                  </a:lnTo>
                  <a:lnTo>
                    <a:pt x="60" y="57"/>
                  </a:lnTo>
                  <a:lnTo>
                    <a:pt x="58" y="57"/>
                  </a:lnTo>
                  <a:lnTo>
                    <a:pt x="57" y="59"/>
                  </a:lnTo>
                  <a:lnTo>
                    <a:pt x="54" y="58"/>
                  </a:lnTo>
                  <a:lnTo>
                    <a:pt x="53" y="57"/>
                  </a:lnTo>
                  <a:lnTo>
                    <a:pt x="54" y="56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4" y="54"/>
                  </a:lnTo>
                  <a:lnTo>
                    <a:pt x="54" y="53"/>
                  </a:lnTo>
                  <a:lnTo>
                    <a:pt x="56" y="52"/>
                  </a:lnTo>
                  <a:close/>
                  <a:moveTo>
                    <a:pt x="24" y="49"/>
                  </a:moveTo>
                  <a:lnTo>
                    <a:pt x="27" y="49"/>
                  </a:lnTo>
                  <a:lnTo>
                    <a:pt x="27" y="50"/>
                  </a:lnTo>
                  <a:lnTo>
                    <a:pt x="24" y="49"/>
                  </a:lnTo>
                  <a:close/>
                  <a:moveTo>
                    <a:pt x="35" y="48"/>
                  </a:moveTo>
                  <a:lnTo>
                    <a:pt x="36" y="50"/>
                  </a:lnTo>
                  <a:lnTo>
                    <a:pt x="37" y="50"/>
                  </a:lnTo>
                  <a:lnTo>
                    <a:pt x="39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3" y="48"/>
                  </a:lnTo>
                  <a:lnTo>
                    <a:pt x="43" y="50"/>
                  </a:lnTo>
                  <a:lnTo>
                    <a:pt x="41" y="52"/>
                  </a:lnTo>
                  <a:lnTo>
                    <a:pt x="41" y="54"/>
                  </a:lnTo>
                  <a:lnTo>
                    <a:pt x="41" y="53"/>
                  </a:lnTo>
                  <a:lnTo>
                    <a:pt x="40" y="52"/>
                  </a:lnTo>
                  <a:lnTo>
                    <a:pt x="39" y="53"/>
                  </a:lnTo>
                  <a:lnTo>
                    <a:pt x="36" y="53"/>
                  </a:lnTo>
                  <a:lnTo>
                    <a:pt x="32" y="52"/>
                  </a:lnTo>
                  <a:lnTo>
                    <a:pt x="32" y="50"/>
                  </a:lnTo>
                  <a:lnTo>
                    <a:pt x="33" y="50"/>
                  </a:lnTo>
                  <a:lnTo>
                    <a:pt x="32" y="49"/>
                  </a:lnTo>
                  <a:lnTo>
                    <a:pt x="33" y="48"/>
                  </a:lnTo>
                  <a:lnTo>
                    <a:pt x="35" y="48"/>
                  </a:lnTo>
                  <a:close/>
                  <a:moveTo>
                    <a:pt x="45" y="46"/>
                  </a:moveTo>
                  <a:lnTo>
                    <a:pt x="47" y="46"/>
                  </a:lnTo>
                  <a:lnTo>
                    <a:pt x="44" y="48"/>
                  </a:lnTo>
                  <a:lnTo>
                    <a:pt x="44" y="49"/>
                  </a:lnTo>
                  <a:lnTo>
                    <a:pt x="43" y="48"/>
                  </a:lnTo>
                  <a:lnTo>
                    <a:pt x="44" y="46"/>
                  </a:lnTo>
                  <a:lnTo>
                    <a:pt x="45" y="46"/>
                  </a:lnTo>
                  <a:close/>
                  <a:moveTo>
                    <a:pt x="29" y="45"/>
                  </a:moveTo>
                  <a:lnTo>
                    <a:pt x="32" y="46"/>
                  </a:lnTo>
                  <a:lnTo>
                    <a:pt x="29" y="49"/>
                  </a:lnTo>
                  <a:lnTo>
                    <a:pt x="29" y="50"/>
                  </a:lnTo>
                  <a:lnTo>
                    <a:pt x="28" y="50"/>
                  </a:lnTo>
                  <a:lnTo>
                    <a:pt x="29" y="48"/>
                  </a:lnTo>
                  <a:lnTo>
                    <a:pt x="29" y="45"/>
                  </a:lnTo>
                  <a:close/>
                  <a:moveTo>
                    <a:pt x="70" y="41"/>
                  </a:moveTo>
                  <a:lnTo>
                    <a:pt x="73" y="42"/>
                  </a:lnTo>
                  <a:lnTo>
                    <a:pt x="74" y="45"/>
                  </a:lnTo>
                  <a:lnTo>
                    <a:pt x="74" y="48"/>
                  </a:lnTo>
                  <a:lnTo>
                    <a:pt x="70" y="46"/>
                  </a:lnTo>
                  <a:lnTo>
                    <a:pt x="70" y="44"/>
                  </a:lnTo>
                  <a:lnTo>
                    <a:pt x="70" y="41"/>
                  </a:lnTo>
                  <a:close/>
                  <a:moveTo>
                    <a:pt x="23" y="38"/>
                  </a:moveTo>
                  <a:lnTo>
                    <a:pt x="25" y="40"/>
                  </a:lnTo>
                  <a:lnTo>
                    <a:pt x="27" y="38"/>
                  </a:lnTo>
                  <a:lnTo>
                    <a:pt x="28" y="42"/>
                  </a:lnTo>
                  <a:lnTo>
                    <a:pt x="29" y="44"/>
                  </a:lnTo>
                  <a:lnTo>
                    <a:pt x="28" y="46"/>
                  </a:lnTo>
                  <a:lnTo>
                    <a:pt x="25" y="48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0" y="44"/>
                  </a:lnTo>
                  <a:lnTo>
                    <a:pt x="19" y="41"/>
                  </a:lnTo>
                  <a:lnTo>
                    <a:pt x="19" y="38"/>
                  </a:lnTo>
                  <a:lnTo>
                    <a:pt x="23" y="38"/>
                  </a:lnTo>
                  <a:close/>
                  <a:moveTo>
                    <a:pt x="48" y="36"/>
                  </a:moveTo>
                  <a:lnTo>
                    <a:pt x="48" y="38"/>
                  </a:lnTo>
                  <a:lnTo>
                    <a:pt x="47" y="38"/>
                  </a:lnTo>
                  <a:lnTo>
                    <a:pt x="48" y="36"/>
                  </a:lnTo>
                  <a:close/>
                  <a:moveTo>
                    <a:pt x="27" y="31"/>
                  </a:moveTo>
                  <a:lnTo>
                    <a:pt x="28" y="33"/>
                  </a:lnTo>
                  <a:lnTo>
                    <a:pt x="28" y="36"/>
                  </a:lnTo>
                  <a:lnTo>
                    <a:pt x="25" y="36"/>
                  </a:lnTo>
                  <a:lnTo>
                    <a:pt x="27" y="34"/>
                  </a:lnTo>
                  <a:lnTo>
                    <a:pt x="27" y="31"/>
                  </a:lnTo>
                  <a:close/>
                  <a:moveTo>
                    <a:pt x="45" y="31"/>
                  </a:moveTo>
                  <a:lnTo>
                    <a:pt x="47" y="32"/>
                  </a:lnTo>
                  <a:lnTo>
                    <a:pt x="47" y="34"/>
                  </a:lnTo>
                  <a:lnTo>
                    <a:pt x="47" y="37"/>
                  </a:lnTo>
                  <a:lnTo>
                    <a:pt x="44" y="38"/>
                  </a:lnTo>
                  <a:lnTo>
                    <a:pt x="44" y="40"/>
                  </a:lnTo>
                  <a:lnTo>
                    <a:pt x="45" y="41"/>
                  </a:lnTo>
                  <a:lnTo>
                    <a:pt x="47" y="42"/>
                  </a:lnTo>
                  <a:lnTo>
                    <a:pt x="45" y="44"/>
                  </a:lnTo>
                  <a:lnTo>
                    <a:pt x="43" y="44"/>
                  </a:lnTo>
                  <a:lnTo>
                    <a:pt x="43" y="46"/>
                  </a:lnTo>
                  <a:lnTo>
                    <a:pt x="41" y="48"/>
                  </a:lnTo>
                  <a:lnTo>
                    <a:pt x="40" y="48"/>
                  </a:lnTo>
                  <a:lnTo>
                    <a:pt x="39" y="46"/>
                  </a:lnTo>
                  <a:lnTo>
                    <a:pt x="40" y="45"/>
                  </a:lnTo>
                  <a:lnTo>
                    <a:pt x="40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3" y="41"/>
                  </a:lnTo>
                  <a:lnTo>
                    <a:pt x="35" y="38"/>
                  </a:lnTo>
                  <a:lnTo>
                    <a:pt x="33" y="37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3"/>
                  </a:lnTo>
                  <a:lnTo>
                    <a:pt x="36" y="33"/>
                  </a:lnTo>
                  <a:lnTo>
                    <a:pt x="37" y="34"/>
                  </a:lnTo>
                  <a:lnTo>
                    <a:pt x="37" y="36"/>
                  </a:lnTo>
                  <a:lnTo>
                    <a:pt x="40" y="37"/>
                  </a:lnTo>
                  <a:lnTo>
                    <a:pt x="40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0" y="34"/>
                  </a:lnTo>
                  <a:lnTo>
                    <a:pt x="39" y="33"/>
                  </a:lnTo>
                  <a:lnTo>
                    <a:pt x="40" y="31"/>
                  </a:lnTo>
                  <a:lnTo>
                    <a:pt x="43" y="31"/>
                  </a:lnTo>
                  <a:lnTo>
                    <a:pt x="45" y="31"/>
                  </a:lnTo>
                  <a:close/>
                  <a:moveTo>
                    <a:pt x="11" y="16"/>
                  </a:moveTo>
                  <a:lnTo>
                    <a:pt x="11" y="17"/>
                  </a:lnTo>
                  <a:lnTo>
                    <a:pt x="8" y="20"/>
                  </a:lnTo>
                  <a:lnTo>
                    <a:pt x="7" y="20"/>
                  </a:lnTo>
                  <a:lnTo>
                    <a:pt x="7" y="17"/>
                  </a:lnTo>
                  <a:lnTo>
                    <a:pt x="8" y="16"/>
                  </a:lnTo>
                  <a:lnTo>
                    <a:pt x="11" y="16"/>
                  </a:lnTo>
                  <a:close/>
                  <a:moveTo>
                    <a:pt x="20" y="15"/>
                  </a:moveTo>
                  <a:lnTo>
                    <a:pt x="23" y="16"/>
                  </a:lnTo>
                  <a:lnTo>
                    <a:pt x="23" y="19"/>
                  </a:lnTo>
                  <a:lnTo>
                    <a:pt x="22" y="20"/>
                  </a:lnTo>
                  <a:lnTo>
                    <a:pt x="23" y="20"/>
                  </a:lnTo>
                  <a:lnTo>
                    <a:pt x="24" y="23"/>
                  </a:lnTo>
                  <a:lnTo>
                    <a:pt x="25" y="24"/>
                  </a:lnTo>
                  <a:lnTo>
                    <a:pt x="28" y="24"/>
                  </a:lnTo>
                  <a:lnTo>
                    <a:pt x="29" y="23"/>
                  </a:lnTo>
                  <a:lnTo>
                    <a:pt x="31" y="25"/>
                  </a:lnTo>
                  <a:lnTo>
                    <a:pt x="31" y="27"/>
                  </a:lnTo>
                  <a:lnTo>
                    <a:pt x="29" y="28"/>
                  </a:lnTo>
                  <a:lnTo>
                    <a:pt x="28" y="28"/>
                  </a:lnTo>
                  <a:lnTo>
                    <a:pt x="28" y="29"/>
                  </a:lnTo>
                  <a:lnTo>
                    <a:pt x="27" y="27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24" y="31"/>
                  </a:lnTo>
                  <a:lnTo>
                    <a:pt x="24" y="34"/>
                  </a:lnTo>
                  <a:lnTo>
                    <a:pt x="22" y="34"/>
                  </a:lnTo>
                  <a:lnTo>
                    <a:pt x="20" y="34"/>
                  </a:lnTo>
                  <a:lnTo>
                    <a:pt x="19" y="36"/>
                  </a:lnTo>
                  <a:lnTo>
                    <a:pt x="20" y="37"/>
                  </a:lnTo>
                  <a:lnTo>
                    <a:pt x="15" y="40"/>
                  </a:lnTo>
                  <a:lnTo>
                    <a:pt x="15" y="41"/>
                  </a:lnTo>
                  <a:lnTo>
                    <a:pt x="16" y="41"/>
                  </a:lnTo>
                  <a:lnTo>
                    <a:pt x="16" y="44"/>
                  </a:lnTo>
                  <a:lnTo>
                    <a:pt x="15" y="45"/>
                  </a:lnTo>
                  <a:lnTo>
                    <a:pt x="15" y="46"/>
                  </a:lnTo>
                  <a:lnTo>
                    <a:pt x="16" y="46"/>
                  </a:lnTo>
                  <a:lnTo>
                    <a:pt x="18" y="48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0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7" y="45"/>
                  </a:lnTo>
                  <a:lnTo>
                    <a:pt x="6" y="42"/>
                  </a:lnTo>
                  <a:lnTo>
                    <a:pt x="3" y="40"/>
                  </a:lnTo>
                  <a:lnTo>
                    <a:pt x="2" y="41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3" y="28"/>
                  </a:lnTo>
                  <a:lnTo>
                    <a:pt x="3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4" y="23"/>
                  </a:lnTo>
                  <a:lnTo>
                    <a:pt x="6" y="23"/>
                  </a:lnTo>
                  <a:lnTo>
                    <a:pt x="7" y="24"/>
                  </a:lnTo>
                  <a:lnTo>
                    <a:pt x="10" y="23"/>
                  </a:lnTo>
                  <a:lnTo>
                    <a:pt x="8" y="21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2" y="20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4" y="23"/>
                  </a:lnTo>
                  <a:lnTo>
                    <a:pt x="15" y="23"/>
                  </a:lnTo>
                  <a:lnTo>
                    <a:pt x="15" y="23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6" y="15"/>
                  </a:lnTo>
                  <a:lnTo>
                    <a:pt x="20" y="15"/>
                  </a:lnTo>
                  <a:close/>
                  <a:moveTo>
                    <a:pt x="29" y="7"/>
                  </a:moveTo>
                  <a:lnTo>
                    <a:pt x="32" y="7"/>
                  </a:lnTo>
                  <a:lnTo>
                    <a:pt x="31" y="9"/>
                  </a:lnTo>
                  <a:lnTo>
                    <a:pt x="28" y="9"/>
                  </a:lnTo>
                  <a:lnTo>
                    <a:pt x="29" y="7"/>
                  </a:lnTo>
                  <a:close/>
                  <a:moveTo>
                    <a:pt x="25" y="0"/>
                  </a:moveTo>
                  <a:lnTo>
                    <a:pt x="27" y="2"/>
                  </a:lnTo>
                  <a:lnTo>
                    <a:pt x="24" y="4"/>
                  </a:lnTo>
                  <a:lnTo>
                    <a:pt x="25" y="7"/>
                  </a:lnTo>
                  <a:lnTo>
                    <a:pt x="24" y="8"/>
                  </a:lnTo>
                  <a:lnTo>
                    <a:pt x="25" y="11"/>
                  </a:lnTo>
                  <a:lnTo>
                    <a:pt x="23" y="15"/>
                  </a:lnTo>
                  <a:lnTo>
                    <a:pt x="22" y="15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7" y="16"/>
                  </a:lnTo>
                  <a:lnTo>
                    <a:pt x="6" y="19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3" y="19"/>
                  </a:lnTo>
                  <a:lnTo>
                    <a:pt x="2" y="19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7" y="15"/>
                  </a:lnTo>
                  <a:lnTo>
                    <a:pt x="10" y="12"/>
                  </a:lnTo>
                  <a:lnTo>
                    <a:pt x="12" y="12"/>
                  </a:lnTo>
                  <a:lnTo>
                    <a:pt x="15" y="11"/>
                  </a:lnTo>
                  <a:lnTo>
                    <a:pt x="16" y="7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3" y="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0" name="Freeform 375"/>
            <p:cNvSpPr>
              <a:spLocks noEditPoints="1"/>
            </p:cNvSpPr>
            <p:nvPr/>
          </p:nvSpPr>
          <p:spPr bwMode="auto">
            <a:xfrm>
              <a:off x="5879463" y="1673080"/>
              <a:ext cx="611597" cy="702956"/>
            </a:xfrm>
            <a:custGeom>
              <a:avLst/>
              <a:gdLst>
                <a:gd name="T0" fmla="*/ 4 w 241"/>
                <a:gd name="T1" fmla="*/ 232 h 277"/>
                <a:gd name="T2" fmla="*/ 2 w 241"/>
                <a:gd name="T3" fmla="*/ 204 h 277"/>
                <a:gd name="T4" fmla="*/ 32 w 241"/>
                <a:gd name="T5" fmla="*/ 175 h 277"/>
                <a:gd name="T6" fmla="*/ 63 w 241"/>
                <a:gd name="T7" fmla="*/ 145 h 277"/>
                <a:gd name="T8" fmla="*/ 75 w 241"/>
                <a:gd name="T9" fmla="*/ 116 h 277"/>
                <a:gd name="T10" fmla="*/ 79 w 241"/>
                <a:gd name="T11" fmla="*/ 75 h 277"/>
                <a:gd name="T12" fmla="*/ 111 w 241"/>
                <a:gd name="T13" fmla="*/ 60 h 277"/>
                <a:gd name="T14" fmla="*/ 96 w 241"/>
                <a:gd name="T15" fmla="*/ 62 h 277"/>
                <a:gd name="T16" fmla="*/ 103 w 241"/>
                <a:gd name="T17" fmla="*/ 56 h 277"/>
                <a:gd name="T18" fmla="*/ 112 w 241"/>
                <a:gd name="T19" fmla="*/ 52 h 277"/>
                <a:gd name="T20" fmla="*/ 121 w 241"/>
                <a:gd name="T21" fmla="*/ 37 h 277"/>
                <a:gd name="T22" fmla="*/ 127 w 241"/>
                <a:gd name="T23" fmla="*/ 28 h 277"/>
                <a:gd name="T24" fmla="*/ 132 w 241"/>
                <a:gd name="T25" fmla="*/ 24 h 277"/>
                <a:gd name="T26" fmla="*/ 170 w 241"/>
                <a:gd name="T27" fmla="*/ 11 h 277"/>
                <a:gd name="T28" fmla="*/ 177 w 241"/>
                <a:gd name="T29" fmla="*/ 3 h 277"/>
                <a:gd name="T30" fmla="*/ 212 w 241"/>
                <a:gd name="T31" fmla="*/ 3 h 277"/>
                <a:gd name="T32" fmla="*/ 212 w 241"/>
                <a:gd name="T33" fmla="*/ 17 h 277"/>
                <a:gd name="T34" fmla="*/ 228 w 241"/>
                <a:gd name="T35" fmla="*/ 11 h 277"/>
                <a:gd name="T36" fmla="*/ 216 w 241"/>
                <a:gd name="T37" fmla="*/ 24 h 277"/>
                <a:gd name="T38" fmla="*/ 236 w 241"/>
                <a:gd name="T39" fmla="*/ 31 h 277"/>
                <a:gd name="T40" fmla="*/ 215 w 241"/>
                <a:gd name="T41" fmla="*/ 32 h 277"/>
                <a:gd name="T42" fmla="*/ 186 w 241"/>
                <a:gd name="T43" fmla="*/ 56 h 277"/>
                <a:gd name="T44" fmla="*/ 145 w 241"/>
                <a:gd name="T45" fmla="*/ 53 h 277"/>
                <a:gd name="T46" fmla="*/ 123 w 241"/>
                <a:gd name="T47" fmla="*/ 71 h 277"/>
                <a:gd name="T48" fmla="*/ 95 w 241"/>
                <a:gd name="T49" fmla="*/ 115 h 277"/>
                <a:gd name="T50" fmla="*/ 75 w 241"/>
                <a:gd name="T51" fmla="*/ 190 h 277"/>
                <a:gd name="T52" fmla="*/ 74 w 241"/>
                <a:gd name="T53" fmla="*/ 250 h 277"/>
                <a:gd name="T54" fmla="*/ 60 w 241"/>
                <a:gd name="T55" fmla="*/ 248 h 277"/>
                <a:gd name="T56" fmla="*/ 52 w 241"/>
                <a:gd name="T57" fmla="*/ 254 h 277"/>
                <a:gd name="T58" fmla="*/ 29 w 241"/>
                <a:gd name="T59" fmla="*/ 275 h 277"/>
                <a:gd name="T60" fmla="*/ 19 w 241"/>
                <a:gd name="T61" fmla="*/ 261 h 277"/>
                <a:gd name="T62" fmla="*/ 9 w 241"/>
                <a:gd name="T63" fmla="*/ 244 h 277"/>
                <a:gd name="T64" fmla="*/ 20 w 241"/>
                <a:gd name="T65" fmla="*/ 232 h 277"/>
                <a:gd name="T66" fmla="*/ 6 w 241"/>
                <a:gd name="T67" fmla="*/ 225 h 277"/>
                <a:gd name="T68" fmla="*/ 23 w 241"/>
                <a:gd name="T69" fmla="*/ 219 h 277"/>
                <a:gd name="T70" fmla="*/ 20 w 241"/>
                <a:gd name="T71" fmla="*/ 215 h 277"/>
                <a:gd name="T72" fmla="*/ 8 w 241"/>
                <a:gd name="T73" fmla="*/ 211 h 277"/>
                <a:gd name="T74" fmla="*/ 7 w 241"/>
                <a:gd name="T75" fmla="*/ 202 h 277"/>
                <a:gd name="T76" fmla="*/ 24 w 241"/>
                <a:gd name="T77" fmla="*/ 198 h 277"/>
                <a:gd name="T78" fmla="*/ 29 w 241"/>
                <a:gd name="T79" fmla="*/ 187 h 277"/>
                <a:gd name="T80" fmla="*/ 36 w 241"/>
                <a:gd name="T81" fmla="*/ 185 h 277"/>
                <a:gd name="T82" fmla="*/ 44 w 241"/>
                <a:gd name="T83" fmla="*/ 174 h 277"/>
                <a:gd name="T84" fmla="*/ 65 w 241"/>
                <a:gd name="T85" fmla="*/ 167 h 277"/>
                <a:gd name="T86" fmla="*/ 49 w 241"/>
                <a:gd name="T87" fmla="*/ 169 h 277"/>
                <a:gd name="T88" fmla="*/ 63 w 241"/>
                <a:gd name="T89" fmla="*/ 150 h 277"/>
                <a:gd name="T90" fmla="*/ 74 w 241"/>
                <a:gd name="T91" fmla="*/ 132 h 277"/>
                <a:gd name="T92" fmla="*/ 78 w 241"/>
                <a:gd name="T93" fmla="*/ 117 h 277"/>
                <a:gd name="T94" fmla="*/ 81 w 241"/>
                <a:gd name="T95" fmla="*/ 107 h 277"/>
                <a:gd name="T96" fmla="*/ 98 w 241"/>
                <a:gd name="T97" fmla="*/ 94 h 277"/>
                <a:gd name="T98" fmla="*/ 95 w 241"/>
                <a:gd name="T99" fmla="*/ 85 h 277"/>
                <a:gd name="T100" fmla="*/ 106 w 241"/>
                <a:gd name="T101" fmla="*/ 77 h 277"/>
                <a:gd name="T102" fmla="*/ 112 w 241"/>
                <a:gd name="T103" fmla="*/ 66 h 277"/>
                <a:gd name="T104" fmla="*/ 117 w 241"/>
                <a:gd name="T105" fmla="*/ 52 h 277"/>
                <a:gd name="T106" fmla="*/ 131 w 241"/>
                <a:gd name="T107" fmla="*/ 48 h 277"/>
                <a:gd name="T108" fmla="*/ 137 w 241"/>
                <a:gd name="T109" fmla="*/ 45 h 277"/>
                <a:gd name="T110" fmla="*/ 153 w 241"/>
                <a:gd name="T111" fmla="*/ 33 h 277"/>
                <a:gd name="T112" fmla="*/ 167 w 241"/>
                <a:gd name="T113" fmla="*/ 31 h 277"/>
                <a:gd name="T114" fmla="*/ 173 w 241"/>
                <a:gd name="T115" fmla="*/ 10 h 277"/>
                <a:gd name="T116" fmla="*/ 183 w 241"/>
                <a:gd name="T117" fmla="*/ 21 h 277"/>
                <a:gd name="T118" fmla="*/ 195 w 241"/>
                <a:gd name="T119" fmla="*/ 19 h 277"/>
                <a:gd name="T120" fmla="*/ 203 w 241"/>
                <a:gd name="T121" fmla="*/ 2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1" h="277">
                  <a:moveTo>
                    <a:pt x="11" y="256"/>
                  </a:moveTo>
                  <a:lnTo>
                    <a:pt x="12" y="257"/>
                  </a:lnTo>
                  <a:lnTo>
                    <a:pt x="11" y="257"/>
                  </a:lnTo>
                  <a:lnTo>
                    <a:pt x="11" y="256"/>
                  </a:lnTo>
                  <a:close/>
                  <a:moveTo>
                    <a:pt x="7" y="241"/>
                  </a:moveTo>
                  <a:lnTo>
                    <a:pt x="8" y="242"/>
                  </a:lnTo>
                  <a:lnTo>
                    <a:pt x="7" y="244"/>
                  </a:lnTo>
                  <a:lnTo>
                    <a:pt x="6" y="241"/>
                  </a:lnTo>
                  <a:lnTo>
                    <a:pt x="7" y="241"/>
                  </a:lnTo>
                  <a:close/>
                  <a:moveTo>
                    <a:pt x="9" y="237"/>
                  </a:moveTo>
                  <a:lnTo>
                    <a:pt x="9" y="238"/>
                  </a:lnTo>
                  <a:lnTo>
                    <a:pt x="8" y="240"/>
                  </a:lnTo>
                  <a:lnTo>
                    <a:pt x="9" y="237"/>
                  </a:lnTo>
                  <a:close/>
                  <a:moveTo>
                    <a:pt x="8" y="236"/>
                  </a:moveTo>
                  <a:lnTo>
                    <a:pt x="7" y="238"/>
                  </a:lnTo>
                  <a:lnTo>
                    <a:pt x="6" y="237"/>
                  </a:lnTo>
                  <a:lnTo>
                    <a:pt x="8" y="236"/>
                  </a:lnTo>
                  <a:close/>
                  <a:moveTo>
                    <a:pt x="4" y="232"/>
                  </a:moveTo>
                  <a:lnTo>
                    <a:pt x="4" y="235"/>
                  </a:lnTo>
                  <a:lnTo>
                    <a:pt x="3" y="232"/>
                  </a:lnTo>
                  <a:lnTo>
                    <a:pt x="4" y="232"/>
                  </a:lnTo>
                  <a:close/>
                  <a:moveTo>
                    <a:pt x="7" y="231"/>
                  </a:moveTo>
                  <a:lnTo>
                    <a:pt x="9" y="233"/>
                  </a:lnTo>
                  <a:lnTo>
                    <a:pt x="8" y="236"/>
                  </a:lnTo>
                  <a:lnTo>
                    <a:pt x="7" y="231"/>
                  </a:lnTo>
                  <a:close/>
                  <a:moveTo>
                    <a:pt x="3" y="229"/>
                  </a:moveTo>
                  <a:lnTo>
                    <a:pt x="4" y="229"/>
                  </a:lnTo>
                  <a:lnTo>
                    <a:pt x="4" y="231"/>
                  </a:lnTo>
                  <a:lnTo>
                    <a:pt x="3" y="229"/>
                  </a:lnTo>
                  <a:close/>
                  <a:moveTo>
                    <a:pt x="3" y="224"/>
                  </a:moveTo>
                  <a:lnTo>
                    <a:pt x="4" y="227"/>
                  </a:lnTo>
                  <a:lnTo>
                    <a:pt x="2" y="225"/>
                  </a:lnTo>
                  <a:lnTo>
                    <a:pt x="3" y="224"/>
                  </a:lnTo>
                  <a:close/>
                  <a:moveTo>
                    <a:pt x="3" y="220"/>
                  </a:moveTo>
                  <a:lnTo>
                    <a:pt x="3" y="221"/>
                  </a:lnTo>
                  <a:lnTo>
                    <a:pt x="2" y="223"/>
                  </a:lnTo>
                  <a:lnTo>
                    <a:pt x="0" y="221"/>
                  </a:lnTo>
                  <a:lnTo>
                    <a:pt x="3" y="220"/>
                  </a:lnTo>
                  <a:close/>
                  <a:moveTo>
                    <a:pt x="2" y="204"/>
                  </a:moveTo>
                  <a:lnTo>
                    <a:pt x="4" y="206"/>
                  </a:lnTo>
                  <a:lnTo>
                    <a:pt x="2" y="206"/>
                  </a:lnTo>
                  <a:lnTo>
                    <a:pt x="2" y="204"/>
                  </a:lnTo>
                  <a:close/>
                  <a:moveTo>
                    <a:pt x="3" y="200"/>
                  </a:moveTo>
                  <a:lnTo>
                    <a:pt x="4" y="202"/>
                  </a:lnTo>
                  <a:lnTo>
                    <a:pt x="3" y="203"/>
                  </a:lnTo>
                  <a:lnTo>
                    <a:pt x="3" y="200"/>
                  </a:lnTo>
                  <a:close/>
                  <a:moveTo>
                    <a:pt x="9" y="195"/>
                  </a:moveTo>
                  <a:lnTo>
                    <a:pt x="9" y="196"/>
                  </a:lnTo>
                  <a:lnTo>
                    <a:pt x="7" y="196"/>
                  </a:lnTo>
                  <a:lnTo>
                    <a:pt x="9" y="195"/>
                  </a:lnTo>
                  <a:close/>
                  <a:moveTo>
                    <a:pt x="11" y="194"/>
                  </a:moveTo>
                  <a:lnTo>
                    <a:pt x="12" y="194"/>
                  </a:lnTo>
                  <a:lnTo>
                    <a:pt x="13" y="195"/>
                  </a:lnTo>
                  <a:lnTo>
                    <a:pt x="11" y="196"/>
                  </a:lnTo>
                  <a:lnTo>
                    <a:pt x="11" y="194"/>
                  </a:lnTo>
                  <a:close/>
                  <a:moveTo>
                    <a:pt x="34" y="177"/>
                  </a:moveTo>
                  <a:lnTo>
                    <a:pt x="34" y="179"/>
                  </a:lnTo>
                  <a:lnTo>
                    <a:pt x="33" y="181"/>
                  </a:lnTo>
                  <a:lnTo>
                    <a:pt x="32" y="179"/>
                  </a:lnTo>
                  <a:lnTo>
                    <a:pt x="34" y="177"/>
                  </a:lnTo>
                  <a:close/>
                  <a:moveTo>
                    <a:pt x="32" y="173"/>
                  </a:moveTo>
                  <a:lnTo>
                    <a:pt x="33" y="175"/>
                  </a:lnTo>
                  <a:lnTo>
                    <a:pt x="32" y="175"/>
                  </a:lnTo>
                  <a:lnTo>
                    <a:pt x="29" y="173"/>
                  </a:lnTo>
                  <a:lnTo>
                    <a:pt x="32" y="173"/>
                  </a:lnTo>
                  <a:close/>
                  <a:moveTo>
                    <a:pt x="42" y="170"/>
                  </a:moveTo>
                  <a:lnTo>
                    <a:pt x="44" y="171"/>
                  </a:lnTo>
                  <a:lnTo>
                    <a:pt x="41" y="174"/>
                  </a:lnTo>
                  <a:lnTo>
                    <a:pt x="38" y="174"/>
                  </a:lnTo>
                  <a:lnTo>
                    <a:pt x="37" y="174"/>
                  </a:lnTo>
                  <a:lnTo>
                    <a:pt x="36" y="174"/>
                  </a:lnTo>
                  <a:lnTo>
                    <a:pt x="37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2" y="170"/>
                  </a:lnTo>
                  <a:close/>
                  <a:moveTo>
                    <a:pt x="38" y="166"/>
                  </a:moveTo>
                  <a:lnTo>
                    <a:pt x="40" y="169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8" y="166"/>
                  </a:lnTo>
                  <a:close/>
                  <a:moveTo>
                    <a:pt x="67" y="142"/>
                  </a:moveTo>
                  <a:lnTo>
                    <a:pt x="65" y="145"/>
                  </a:lnTo>
                  <a:lnTo>
                    <a:pt x="63" y="146"/>
                  </a:lnTo>
                  <a:lnTo>
                    <a:pt x="63" y="145"/>
                  </a:lnTo>
                  <a:lnTo>
                    <a:pt x="61" y="145"/>
                  </a:lnTo>
                  <a:lnTo>
                    <a:pt x="62" y="144"/>
                  </a:lnTo>
                  <a:lnTo>
                    <a:pt x="66" y="142"/>
                  </a:lnTo>
                  <a:lnTo>
                    <a:pt x="67" y="142"/>
                  </a:lnTo>
                  <a:close/>
                  <a:moveTo>
                    <a:pt x="70" y="138"/>
                  </a:moveTo>
                  <a:lnTo>
                    <a:pt x="67" y="141"/>
                  </a:lnTo>
                  <a:lnTo>
                    <a:pt x="66" y="141"/>
                  </a:lnTo>
                  <a:lnTo>
                    <a:pt x="67" y="138"/>
                  </a:lnTo>
                  <a:lnTo>
                    <a:pt x="70" y="138"/>
                  </a:lnTo>
                  <a:close/>
                  <a:moveTo>
                    <a:pt x="70" y="127"/>
                  </a:moveTo>
                  <a:lnTo>
                    <a:pt x="70" y="127"/>
                  </a:lnTo>
                  <a:lnTo>
                    <a:pt x="71" y="129"/>
                  </a:lnTo>
                  <a:lnTo>
                    <a:pt x="70" y="129"/>
                  </a:lnTo>
                  <a:lnTo>
                    <a:pt x="69" y="128"/>
                  </a:lnTo>
                  <a:lnTo>
                    <a:pt x="70" y="127"/>
                  </a:lnTo>
                  <a:close/>
                  <a:moveTo>
                    <a:pt x="75" y="121"/>
                  </a:moveTo>
                  <a:lnTo>
                    <a:pt x="78" y="121"/>
                  </a:lnTo>
                  <a:lnTo>
                    <a:pt x="74" y="124"/>
                  </a:lnTo>
                  <a:lnTo>
                    <a:pt x="74" y="123"/>
                  </a:lnTo>
                  <a:lnTo>
                    <a:pt x="75" y="121"/>
                  </a:lnTo>
                  <a:close/>
                  <a:moveTo>
                    <a:pt x="75" y="116"/>
                  </a:moveTo>
                  <a:lnTo>
                    <a:pt x="75" y="117"/>
                  </a:lnTo>
                  <a:lnTo>
                    <a:pt x="73" y="121"/>
                  </a:lnTo>
                  <a:lnTo>
                    <a:pt x="73" y="117"/>
                  </a:lnTo>
                  <a:lnTo>
                    <a:pt x="75" y="116"/>
                  </a:lnTo>
                  <a:close/>
                  <a:moveTo>
                    <a:pt x="88" y="95"/>
                  </a:moveTo>
                  <a:lnTo>
                    <a:pt x="90" y="95"/>
                  </a:lnTo>
                  <a:lnTo>
                    <a:pt x="88" y="98"/>
                  </a:lnTo>
                  <a:lnTo>
                    <a:pt x="87" y="96"/>
                  </a:lnTo>
                  <a:lnTo>
                    <a:pt x="88" y="95"/>
                  </a:lnTo>
                  <a:close/>
                  <a:moveTo>
                    <a:pt x="73" y="85"/>
                  </a:moveTo>
                  <a:lnTo>
                    <a:pt x="74" y="86"/>
                  </a:lnTo>
                  <a:lnTo>
                    <a:pt x="74" y="87"/>
                  </a:lnTo>
                  <a:lnTo>
                    <a:pt x="73" y="86"/>
                  </a:lnTo>
                  <a:lnTo>
                    <a:pt x="73" y="85"/>
                  </a:lnTo>
                  <a:close/>
                  <a:moveTo>
                    <a:pt x="77" y="75"/>
                  </a:moveTo>
                  <a:lnTo>
                    <a:pt x="77" y="78"/>
                  </a:lnTo>
                  <a:lnTo>
                    <a:pt x="74" y="81"/>
                  </a:lnTo>
                  <a:lnTo>
                    <a:pt x="74" y="79"/>
                  </a:lnTo>
                  <a:lnTo>
                    <a:pt x="77" y="75"/>
                  </a:lnTo>
                  <a:close/>
                  <a:moveTo>
                    <a:pt x="79" y="74"/>
                  </a:moveTo>
                  <a:lnTo>
                    <a:pt x="79" y="75"/>
                  </a:lnTo>
                  <a:lnTo>
                    <a:pt x="79" y="77"/>
                  </a:lnTo>
                  <a:lnTo>
                    <a:pt x="78" y="75"/>
                  </a:lnTo>
                  <a:lnTo>
                    <a:pt x="79" y="74"/>
                  </a:lnTo>
                  <a:close/>
                  <a:moveTo>
                    <a:pt x="86" y="71"/>
                  </a:moveTo>
                  <a:lnTo>
                    <a:pt x="86" y="73"/>
                  </a:lnTo>
                  <a:lnTo>
                    <a:pt x="81" y="77"/>
                  </a:lnTo>
                  <a:lnTo>
                    <a:pt x="82" y="73"/>
                  </a:lnTo>
                  <a:lnTo>
                    <a:pt x="86" y="71"/>
                  </a:lnTo>
                  <a:close/>
                  <a:moveTo>
                    <a:pt x="92" y="67"/>
                  </a:moveTo>
                  <a:lnTo>
                    <a:pt x="92" y="71"/>
                  </a:lnTo>
                  <a:lnTo>
                    <a:pt x="90" y="70"/>
                  </a:lnTo>
                  <a:lnTo>
                    <a:pt x="87" y="73"/>
                  </a:lnTo>
                  <a:lnTo>
                    <a:pt x="87" y="70"/>
                  </a:lnTo>
                  <a:lnTo>
                    <a:pt x="92" y="67"/>
                  </a:lnTo>
                  <a:close/>
                  <a:moveTo>
                    <a:pt x="91" y="63"/>
                  </a:moveTo>
                  <a:lnTo>
                    <a:pt x="92" y="66"/>
                  </a:lnTo>
                  <a:lnTo>
                    <a:pt x="90" y="66"/>
                  </a:lnTo>
                  <a:lnTo>
                    <a:pt x="91" y="63"/>
                  </a:lnTo>
                  <a:close/>
                  <a:moveTo>
                    <a:pt x="111" y="57"/>
                  </a:moveTo>
                  <a:lnTo>
                    <a:pt x="112" y="58"/>
                  </a:lnTo>
                  <a:lnTo>
                    <a:pt x="111" y="60"/>
                  </a:lnTo>
                  <a:lnTo>
                    <a:pt x="111" y="57"/>
                  </a:lnTo>
                  <a:close/>
                  <a:moveTo>
                    <a:pt x="100" y="56"/>
                  </a:moveTo>
                  <a:lnTo>
                    <a:pt x="98" y="62"/>
                  </a:lnTo>
                  <a:lnTo>
                    <a:pt x="99" y="63"/>
                  </a:lnTo>
                  <a:lnTo>
                    <a:pt x="100" y="61"/>
                  </a:lnTo>
                  <a:lnTo>
                    <a:pt x="104" y="61"/>
                  </a:lnTo>
                  <a:lnTo>
                    <a:pt x="103" y="58"/>
                  </a:lnTo>
                  <a:lnTo>
                    <a:pt x="103" y="57"/>
                  </a:lnTo>
                  <a:lnTo>
                    <a:pt x="104" y="58"/>
                  </a:lnTo>
                  <a:lnTo>
                    <a:pt x="107" y="61"/>
                  </a:lnTo>
                  <a:lnTo>
                    <a:pt x="103" y="66"/>
                  </a:lnTo>
                  <a:lnTo>
                    <a:pt x="100" y="67"/>
                  </a:lnTo>
                  <a:lnTo>
                    <a:pt x="100" y="69"/>
                  </a:lnTo>
                  <a:lnTo>
                    <a:pt x="98" y="69"/>
                  </a:lnTo>
                  <a:lnTo>
                    <a:pt x="98" y="66"/>
                  </a:lnTo>
                  <a:lnTo>
                    <a:pt x="95" y="70"/>
                  </a:lnTo>
                  <a:lnTo>
                    <a:pt x="94" y="70"/>
                  </a:lnTo>
                  <a:lnTo>
                    <a:pt x="95" y="67"/>
                  </a:lnTo>
                  <a:lnTo>
                    <a:pt x="95" y="66"/>
                  </a:lnTo>
                  <a:lnTo>
                    <a:pt x="95" y="63"/>
                  </a:lnTo>
                  <a:lnTo>
                    <a:pt x="96" y="62"/>
                  </a:lnTo>
                  <a:lnTo>
                    <a:pt x="96" y="60"/>
                  </a:lnTo>
                  <a:lnTo>
                    <a:pt x="100" y="56"/>
                  </a:lnTo>
                  <a:close/>
                  <a:moveTo>
                    <a:pt x="94" y="56"/>
                  </a:moveTo>
                  <a:lnTo>
                    <a:pt x="95" y="58"/>
                  </a:lnTo>
                  <a:lnTo>
                    <a:pt x="95" y="62"/>
                  </a:lnTo>
                  <a:lnTo>
                    <a:pt x="91" y="63"/>
                  </a:lnTo>
                  <a:lnTo>
                    <a:pt x="90" y="62"/>
                  </a:lnTo>
                  <a:lnTo>
                    <a:pt x="94" y="61"/>
                  </a:lnTo>
                  <a:lnTo>
                    <a:pt x="91" y="61"/>
                  </a:lnTo>
                  <a:lnTo>
                    <a:pt x="88" y="62"/>
                  </a:lnTo>
                  <a:lnTo>
                    <a:pt x="87" y="61"/>
                  </a:lnTo>
                  <a:lnTo>
                    <a:pt x="88" y="58"/>
                  </a:lnTo>
                  <a:lnTo>
                    <a:pt x="91" y="60"/>
                  </a:lnTo>
                  <a:lnTo>
                    <a:pt x="92" y="57"/>
                  </a:lnTo>
                  <a:lnTo>
                    <a:pt x="92" y="56"/>
                  </a:lnTo>
                  <a:lnTo>
                    <a:pt x="94" y="56"/>
                  </a:lnTo>
                  <a:close/>
                  <a:moveTo>
                    <a:pt x="106" y="54"/>
                  </a:moveTo>
                  <a:lnTo>
                    <a:pt x="107" y="56"/>
                  </a:lnTo>
                  <a:lnTo>
                    <a:pt x="107" y="57"/>
                  </a:lnTo>
                  <a:lnTo>
                    <a:pt x="104" y="56"/>
                  </a:lnTo>
                  <a:lnTo>
                    <a:pt x="103" y="56"/>
                  </a:lnTo>
                  <a:lnTo>
                    <a:pt x="106" y="54"/>
                  </a:lnTo>
                  <a:close/>
                  <a:moveTo>
                    <a:pt x="102" y="46"/>
                  </a:moveTo>
                  <a:lnTo>
                    <a:pt x="103" y="49"/>
                  </a:lnTo>
                  <a:lnTo>
                    <a:pt x="100" y="50"/>
                  </a:lnTo>
                  <a:lnTo>
                    <a:pt x="100" y="53"/>
                  </a:lnTo>
                  <a:lnTo>
                    <a:pt x="96" y="57"/>
                  </a:lnTo>
                  <a:lnTo>
                    <a:pt x="95" y="56"/>
                  </a:lnTo>
                  <a:lnTo>
                    <a:pt x="95" y="53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2" y="46"/>
                  </a:lnTo>
                  <a:close/>
                  <a:moveTo>
                    <a:pt x="112" y="41"/>
                  </a:moveTo>
                  <a:lnTo>
                    <a:pt x="116" y="41"/>
                  </a:lnTo>
                  <a:lnTo>
                    <a:pt x="116" y="44"/>
                  </a:lnTo>
                  <a:lnTo>
                    <a:pt x="117" y="44"/>
                  </a:lnTo>
                  <a:lnTo>
                    <a:pt x="119" y="46"/>
                  </a:lnTo>
                  <a:lnTo>
                    <a:pt x="117" y="48"/>
                  </a:lnTo>
                  <a:lnTo>
                    <a:pt x="119" y="50"/>
                  </a:lnTo>
                  <a:lnTo>
                    <a:pt x="116" y="50"/>
                  </a:lnTo>
                  <a:lnTo>
                    <a:pt x="115" y="52"/>
                  </a:lnTo>
                  <a:lnTo>
                    <a:pt x="112" y="52"/>
                  </a:lnTo>
                  <a:lnTo>
                    <a:pt x="112" y="54"/>
                  </a:lnTo>
                  <a:lnTo>
                    <a:pt x="111" y="54"/>
                  </a:lnTo>
                  <a:lnTo>
                    <a:pt x="111" y="52"/>
                  </a:lnTo>
                  <a:lnTo>
                    <a:pt x="108" y="52"/>
                  </a:lnTo>
                  <a:lnTo>
                    <a:pt x="111" y="49"/>
                  </a:lnTo>
                  <a:lnTo>
                    <a:pt x="108" y="49"/>
                  </a:lnTo>
                  <a:lnTo>
                    <a:pt x="110" y="46"/>
                  </a:lnTo>
                  <a:lnTo>
                    <a:pt x="112" y="46"/>
                  </a:lnTo>
                  <a:lnTo>
                    <a:pt x="110" y="45"/>
                  </a:lnTo>
                  <a:lnTo>
                    <a:pt x="111" y="42"/>
                  </a:lnTo>
                  <a:lnTo>
                    <a:pt x="112" y="44"/>
                  </a:lnTo>
                  <a:lnTo>
                    <a:pt x="112" y="41"/>
                  </a:lnTo>
                  <a:close/>
                  <a:moveTo>
                    <a:pt x="125" y="36"/>
                  </a:moveTo>
                  <a:lnTo>
                    <a:pt x="128" y="38"/>
                  </a:lnTo>
                  <a:lnTo>
                    <a:pt x="125" y="40"/>
                  </a:lnTo>
                  <a:lnTo>
                    <a:pt x="125" y="41"/>
                  </a:lnTo>
                  <a:lnTo>
                    <a:pt x="123" y="42"/>
                  </a:lnTo>
                  <a:lnTo>
                    <a:pt x="121" y="42"/>
                  </a:lnTo>
                  <a:lnTo>
                    <a:pt x="119" y="40"/>
                  </a:lnTo>
                  <a:lnTo>
                    <a:pt x="121" y="40"/>
                  </a:lnTo>
                  <a:lnTo>
                    <a:pt x="121" y="37"/>
                  </a:lnTo>
                  <a:lnTo>
                    <a:pt x="124" y="37"/>
                  </a:lnTo>
                  <a:lnTo>
                    <a:pt x="125" y="36"/>
                  </a:lnTo>
                  <a:close/>
                  <a:moveTo>
                    <a:pt x="132" y="32"/>
                  </a:moveTo>
                  <a:lnTo>
                    <a:pt x="133" y="35"/>
                  </a:lnTo>
                  <a:lnTo>
                    <a:pt x="132" y="36"/>
                  </a:lnTo>
                  <a:lnTo>
                    <a:pt x="132" y="32"/>
                  </a:lnTo>
                  <a:close/>
                  <a:moveTo>
                    <a:pt x="129" y="29"/>
                  </a:moveTo>
                  <a:lnTo>
                    <a:pt x="129" y="31"/>
                  </a:lnTo>
                  <a:lnTo>
                    <a:pt x="132" y="31"/>
                  </a:lnTo>
                  <a:lnTo>
                    <a:pt x="132" y="31"/>
                  </a:lnTo>
                  <a:lnTo>
                    <a:pt x="131" y="33"/>
                  </a:lnTo>
                  <a:lnTo>
                    <a:pt x="131" y="35"/>
                  </a:lnTo>
                  <a:lnTo>
                    <a:pt x="129" y="36"/>
                  </a:lnTo>
                  <a:lnTo>
                    <a:pt x="128" y="36"/>
                  </a:lnTo>
                  <a:lnTo>
                    <a:pt x="125" y="33"/>
                  </a:lnTo>
                  <a:lnTo>
                    <a:pt x="129" y="29"/>
                  </a:lnTo>
                  <a:close/>
                  <a:moveTo>
                    <a:pt x="127" y="28"/>
                  </a:moveTo>
                  <a:lnTo>
                    <a:pt x="127" y="29"/>
                  </a:lnTo>
                  <a:lnTo>
                    <a:pt x="124" y="31"/>
                  </a:lnTo>
                  <a:lnTo>
                    <a:pt x="124" y="28"/>
                  </a:lnTo>
                  <a:lnTo>
                    <a:pt x="127" y="28"/>
                  </a:lnTo>
                  <a:close/>
                  <a:moveTo>
                    <a:pt x="141" y="24"/>
                  </a:moveTo>
                  <a:lnTo>
                    <a:pt x="144" y="27"/>
                  </a:lnTo>
                  <a:lnTo>
                    <a:pt x="142" y="29"/>
                  </a:lnTo>
                  <a:lnTo>
                    <a:pt x="144" y="31"/>
                  </a:lnTo>
                  <a:lnTo>
                    <a:pt x="144" y="33"/>
                  </a:lnTo>
                  <a:lnTo>
                    <a:pt x="142" y="31"/>
                  </a:lnTo>
                  <a:lnTo>
                    <a:pt x="140" y="31"/>
                  </a:lnTo>
                  <a:lnTo>
                    <a:pt x="140" y="27"/>
                  </a:lnTo>
                  <a:lnTo>
                    <a:pt x="141" y="24"/>
                  </a:lnTo>
                  <a:close/>
                  <a:moveTo>
                    <a:pt x="129" y="24"/>
                  </a:moveTo>
                  <a:lnTo>
                    <a:pt x="128" y="27"/>
                  </a:lnTo>
                  <a:lnTo>
                    <a:pt x="128" y="25"/>
                  </a:lnTo>
                  <a:lnTo>
                    <a:pt x="129" y="24"/>
                  </a:lnTo>
                  <a:close/>
                  <a:moveTo>
                    <a:pt x="133" y="23"/>
                  </a:moveTo>
                  <a:lnTo>
                    <a:pt x="135" y="25"/>
                  </a:lnTo>
                  <a:lnTo>
                    <a:pt x="136" y="28"/>
                  </a:lnTo>
                  <a:lnTo>
                    <a:pt x="137" y="29"/>
                  </a:lnTo>
                  <a:lnTo>
                    <a:pt x="136" y="29"/>
                  </a:lnTo>
                  <a:lnTo>
                    <a:pt x="133" y="29"/>
                  </a:lnTo>
                  <a:lnTo>
                    <a:pt x="133" y="27"/>
                  </a:lnTo>
                  <a:lnTo>
                    <a:pt x="132" y="24"/>
                  </a:lnTo>
                  <a:lnTo>
                    <a:pt x="133" y="23"/>
                  </a:lnTo>
                  <a:close/>
                  <a:moveTo>
                    <a:pt x="158" y="20"/>
                  </a:moveTo>
                  <a:lnTo>
                    <a:pt x="161" y="20"/>
                  </a:lnTo>
                  <a:lnTo>
                    <a:pt x="161" y="21"/>
                  </a:lnTo>
                  <a:lnTo>
                    <a:pt x="161" y="24"/>
                  </a:lnTo>
                  <a:lnTo>
                    <a:pt x="158" y="23"/>
                  </a:lnTo>
                  <a:lnTo>
                    <a:pt x="156" y="21"/>
                  </a:lnTo>
                  <a:lnTo>
                    <a:pt x="158" y="20"/>
                  </a:lnTo>
                  <a:close/>
                  <a:moveTo>
                    <a:pt x="166" y="15"/>
                  </a:moveTo>
                  <a:lnTo>
                    <a:pt x="166" y="17"/>
                  </a:lnTo>
                  <a:lnTo>
                    <a:pt x="165" y="20"/>
                  </a:lnTo>
                  <a:lnTo>
                    <a:pt x="164" y="21"/>
                  </a:lnTo>
                  <a:lnTo>
                    <a:pt x="161" y="19"/>
                  </a:lnTo>
                  <a:lnTo>
                    <a:pt x="166" y="15"/>
                  </a:lnTo>
                  <a:close/>
                  <a:moveTo>
                    <a:pt x="170" y="11"/>
                  </a:moveTo>
                  <a:lnTo>
                    <a:pt x="173" y="13"/>
                  </a:lnTo>
                  <a:lnTo>
                    <a:pt x="171" y="15"/>
                  </a:lnTo>
                  <a:lnTo>
                    <a:pt x="169" y="16"/>
                  </a:lnTo>
                  <a:lnTo>
                    <a:pt x="169" y="15"/>
                  </a:lnTo>
                  <a:lnTo>
                    <a:pt x="166" y="12"/>
                  </a:lnTo>
                  <a:lnTo>
                    <a:pt x="170" y="11"/>
                  </a:lnTo>
                  <a:close/>
                  <a:moveTo>
                    <a:pt x="165" y="10"/>
                  </a:moveTo>
                  <a:lnTo>
                    <a:pt x="165" y="11"/>
                  </a:lnTo>
                  <a:lnTo>
                    <a:pt x="160" y="17"/>
                  </a:lnTo>
                  <a:lnTo>
                    <a:pt x="157" y="17"/>
                  </a:lnTo>
                  <a:lnTo>
                    <a:pt x="154" y="16"/>
                  </a:lnTo>
                  <a:lnTo>
                    <a:pt x="153" y="13"/>
                  </a:lnTo>
                  <a:lnTo>
                    <a:pt x="154" y="15"/>
                  </a:lnTo>
                  <a:lnTo>
                    <a:pt x="157" y="13"/>
                  </a:lnTo>
                  <a:lnTo>
                    <a:pt x="158" y="15"/>
                  </a:lnTo>
                  <a:lnTo>
                    <a:pt x="160" y="12"/>
                  </a:lnTo>
                  <a:lnTo>
                    <a:pt x="161" y="13"/>
                  </a:lnTo>
                  <a:lnTo>
                    <a:pt x="165" y="10"/>
                  </a:lnTo>
                  <a:close/>
                  <a:moveTo>
                    <a:pt x="171" y="6"/>
                  </a:moveTo>
                  <a:lnTo>
                    <a:pt x="173" y="7"/>
                  </a:lnTo>
                  <a:lnTo>
                    <a:pt x="173" y="8"/>
                  </a:lnTo>
                  <a:lnTo>
                    <a:pt x="171" y="8"/>
                  </a:lnTo>
                  <a:lnTo>
                    <a:pt x="170" y="6"/>
                  </a:lnTo>
                  <a:lnTo>
                    <a:pt x="171" y="6"/>
                  </a:lnTo>
                  <a:close/>
                  <a:moveTo>
                    <a:pt x="179" y="2"/>
                  </a:moveTo>
                  <a:lnTo>
                    <a:pt x="178" y="3"/>
                  </a:lnTo>
                  <a:lnTo>
                    <a:pt x="177" y="3"/>
                  </a:lnTo>
                  <a:lnTo>
                    <a:pt x="177" y="2"/>
                  </a:lnTo>
                  <a:lnTo>
                    <a:pt x="179" y="2"/>
                  </a:lnTo>
                  <a:close/>
                  <a:moveTo>
                    <a:pt x="185" y="0"/>
                  </a:moveTo>
                  <a:lnTo>
                    <a:pt x="186" y="2"/>
                  </a:lnTo>
                  <a:lnTo>
                    <a:pt x="189" y="2"/>
                  </a:lnTo>
                  <a:lnTo>
                    <a:pt x="187" y="3"/>
                  </a:lnTo>
                  <a:lnTo>
                    <a:pt x="190" y="3"/>
                  </a:lnTo>
                  <a:lnTo>
                    <a:pt x="189" y="6"/>
                  </a:lnTo>
                  <a:lnTo>
                    <a:pt x="186" y="7"/>
                  </a:lnTo>
                  <a:lnTo>
                    <a:pt x="183" y="4"/>
                  </a:lnTo>
                  <a:lnTo>
                    <a:pt x="181" y="4"/>
                  </a:lnTo>
                  <a:lnTo>
                    <a:pt x="181" y="3"/>
                  </a:lnTo>
                  <a:lnTo>
                    <a:pt x="182" y="2"/>
                  </a:lnTo>
                  <a:lnTo>
                    <a:pt x="183" y="3"/>
                  </a:lnTo>
                  <a:lnTo>
                    <a:pt x="185" y="2"/>
                  </a:lnTo>
                  <a:lnTo>
                    <a:pt x="185" y="0"/>
                  </a:lnTo>
                  <a:close/>
                  <a:moveTo>
                    <a:pt x="208" y="0"/>
                  </a:moveTo>
                  <a:lnTo>
                    <a:pt x="210" y="2"/>
                  </a:lnTo>
                  <a:lnTo>
                    <a:pt x="208" y="3"/>
                  </a:lnTo>
                  <a:lnTo>
                    <a:pt x="210" y="4"/>
                  </a:lnTo>
                  <a:lnTo>
                    <a:pt x="212" y="3"/>
                  </a:lnTo>
                  <a:lnTo>
                    <a:pt x="212" y="4"/>
                  </a:lnTo>
                  <a:lnTo>
                    <a:pt x="211" y="8"/>
                  </a:lnTo>
                  <a:lnTo>
                    <a:pt x="208" y="8"/>
                  </a:lnTo>
                  <a:lnTo>
                    <a:pt x="208" y="8"/>
                  </a:lnTo>
                  <a:lnTo>
                    <a:pt x="206" y="8"/>
                  </a:lnTo>
                  <a:lnTo>
                    <a:pt x="207" y="10"/>
                  </a:lnTo>
                  <a:lnTo>
                    <a:pt x="208" y="10"/>
                  </a:lnTo>
                  <a:lnTo>
                    <a:pt x="208" y="11"/>
                  </a:lnTo>
                  <a:lnTo>
                    <a:pt x="207" y="12"/>
                  </a:lnTo>
                  <a:lnTo>
                    <a:pt x="207" y="13"/>
                  </a:lnTo>
                  <a:lnTo>
                    <a:pt x="208" y="13"/>
                  </a:lnTo>
                  <a:lnTo>
                    <a:pt x="210" y="12"/>
                  </a:lnTo>
                  <a:lnTo>
                    <a:pt x="211" y="11"/>
                  </a:lnTo>
                  <a:lnTo>
                    <a:pt x="211" y="12"/>
                  </a:lnTo>
                  <a:lnTo>
                    <a:pt x="210" y="15"/>
                  </a:lnTo>
                  <a:lnTo>
                    <a:pt x="208" y="15"/>
                  </a:lnTo>
                  <a:lnTo>
                    <a:pt x="206" y="19"/>
                  </a:lnTo>
                  <a:lnTo>
                    <a:pt x="210" y="17"/>
                  </a:lnTo>
                  <a:lnTo>
                    <a:pt x="211" y="17"/>
                  </a:lnTo>
                  <a:lnTo>
                    <a:pt x="211" y="16"/>
                  </a:lnTo>
                  <a:lnTo>
                    <a:pt x="212" y="17"/>
                  </a:lnTo>
                  <a:lnTo>
                    <a:pt x="214" y="19"/>
                  </a:lnTo>
                  <a:lnTo>
                    <a:pt x="215" y="17"/>
                  </a:lnTo>
                  <a:lnTo>
                    <a:pt x="215" y="16"/>
                  </a:lnTo>
                  <a:lnTo>
                    <a:pt x="214" y="13"/>
                  </a:lnTo>
                  <a:lnTo>
                    <a:pt x="214" y="12"/>
                  </a:lnTo>
                  <a:lnTo>
                    <a:pt x="215" y="11"/>
                  </a:lnTo>
                  <a:lnTo>
                    <a:pt x="216" y="8"/>
                  </a:lnTo>
                  <a:lnTo>
                    <a:pt x="218" y="7"/>
                  </a:lnTo>
                  <a:lnTo>
                    <a:pt x="220" y="7"/>
                  </a:lnTo>
                  <a:lnTo>
                    <a:pt x="221" y="8"/>
                  </a:lnTo>
                  <a:lnTo>
                    <a:pt x="221" y="10"/>
                  </a:lnTo>
                  <a:lnTo>
                    <a:pt x="220" y="11"/>
                  </a:lnTo>
                  <a:lnTo>
                    <a:pt x="220" y="12"/>
                  </a:lnTo>
                  <a:lnTo>
                    <a:pt x="221" y="12"/>
                  </a:lnTo>
                  <a:lnTo>
                    <a:pt x="223" y="11"/>
                  </a:lnTo>
                  <a:lnTo>
                    <a:pt x="224" y="11"/>
                  </a:lnTo>
                  <a:lnTo>
                    <a:pt x="223" y="12"/>
                  </a:lnTo>
                  <a:lnTo>
                    <a:pt x="224" y="12"/>
                  </a:lnTo>
                  <a:lnTo>
                    <a:pt x="225" y="10"/>
                  </a:lnTo>
                  <a:lnTo>
                    <a:pt x="228" y="10"/>
                  </a:lnTo>
                  <a:lnTo>
                    <a:pt x="228" y="11"/>
                  </a:lnTo>
                  <a:lnTo>
                    <a:pt x="231" y="11"/>
                  </a:lnTo>
                  <a:lnTo>
                    <a:pt x="229" y="13"/>
                  </a:lnTo>
                  <a:lnTo>
                    <a:pt x="228" y="15"/>
                  </a:lnTo>
                  <a:lnTo>
                    <a:pt x="228" y="15"/>
                  </a:lnTo>
                  <a:lnTo>
                    <a:pt x="229" y="15"/>
                  </a:lnTo>
                  <a:lnTo>
                    <a:pt x="232" y="13"/>
                  </a:lnTo>
                  <a:lnTo>
                    <a:pt x="233" y="13"/>
                  </a:lnTo>
                  <a:lnTo>
                    <a:pt x="236" y="15"/>
                  </a:lnTo>
                  <a:lnTo>
                    <a:pt x="239" y="15"/>
                  </a:lnTo>
                  <a:lnTo>
                    <a:pt x="240" y="15"/>
                  </a:lnTo>
                  <a:lnTo>
                    <a:pt x="240" y="16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9"/>
                  </a:lnTo>
                  <a:lnTo>
                    <a:pt x="235" y="20"/>
                  </a:lnTo>
                  <a:lnTo>
                    <a:pt x="233" y="24"/>
                  </a:lnTo>
                  <a:lnTo>
                    <a:pt x="229" y="25"/>
                  </a:lnTo>
                  <a:lnTo>
                    <a:pt x="225" y="25"/>
                  </a:lnTo>
                  <a:lnTo>
                    <a:pt x="223" y="24"/>
                  </a:lnTo>
                  <a:lnTo>
                    <a:pt x="220" y="25"/>
                  </a:lnTo>
                  <a:lnTo>
                    <a:pt x="216" y="24"/>
                  </a:lnTo>
                  <a:lnTo>
                    <a:pt x="216" y="24"/>
                  </a:lnTo>
                  <a:lnTo>
                    <a:pt x="218" y="27"/>
                  </a:lnTo>
                  <a:lnTo>
                    <a:pt x="220" y="27"/>
                  </a:lnTo>
                  <a:lnTo>
                    <a:pt x="221" y="27"/>
                  </a:lnTo>
                  <a:lnTo>
                    <a:pt x="224" y="27"/>
                  </a:lnTo>
                  <a:lnTo>
                    <a:pt x="224" y="28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3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9" y="32"/>
                  </a:lnTo>
                  <a:lnTo>
                    <a:pt x="231" y="35"/>
                  </a:lnTo>
                  <a:lnTo>
                    <a:pt x="232" y="35"/>
                  </a:lnTo>
                  <a:lnTo>
                    <a:pt x="232" y="32"/>
                  </a:lnTo>
                  <a:lnTo>
                    <a:pt x="232" y="31"/>
                  </a:lnTo>
                  <a:lnTo>
                    <a:pt x="233" y="31"/>
                  </a:lnTo>
                  <a:lnTo>
                    <a:pt x="233" y="32"/>
                  </a:lnTo>
                  <a:lnTo>
                    <a:pt x="235" y="33"/>
                  </a:lnTo>
                  <a:lnTo>
                    <a:pt x="235" y="32"/>
                  </a:lnTo>
                  <a:lnTo>
                    <a:pt x="236" y="31"/>
                  </a:lnTo>
                  <a:lnTo>
                    <a:pt x="236" y="31"/>
                  </a:lnTo>
                  <a:lnTo>
                    <a:pt x="239" y="32"/>
                  </a:lnTo>
                  <a:lnTo>
                    <a:pt x="239" y="32"/>
                  </a:lnTo>
                  <a:lnTo>
                    <a:pt x="239" y="35"/>
                  </a:lnTo>
                  <a:lnTo>
                    <a:pt x="237" y="37"/>
                  </a:lnTo>
                  <a:lnTo>
                    <a:pt x="235" y="36"/>
                  </a:lnTo>
                  <a:lnTo>
                    <a:pt x="233" y="36"/>
                  </a:lnTo>
                  <a:lnTo>
                    <a:pt x="233" y="40"/>
                  </a:lnTo>
                  <a:lnTo>
                    <a:pt x="232" y="42"/>
                  </a:lnTo>
                  <a:lnTo>
                    <a:pt x="228" y="42"/>
                  </a:lnTo>
                  <a:lnTo>
                    <a:pt x="225" y="45"/>
                  </a:lnTo>
                  <a:lnTo>
                    <a:pt x="225" y="49"/>
                  </a:lnTo>
                  <a:lnTo>
                    <a:pt x="224" y="50"/>
                  </a:lnTo>
                  <a:lnTo>
                    <a:pt x="224" y="45"/>
                  </a:lnTo>
                  <a:lnTo>
                    <a:pt x="225" y="41"/>
                  </a:lnTo>
                  <a:lnTo>
                    <a:pt x="227" y="38"/>
                  </a:lnTo>
                  <a:lnTo>
                    <a:pt x="224" y="37"/>
                  </a:lnTo>
                  <a:lnTo>
                    <a:pt x="223" y="35"/>
                  </a:lnTo>
                  <a:lnTo>
                    <a:pt x="219" y="35"/>
                  </a:lnTo>
                  <a:lnTo>
                    <a:pt x="216" y="33"/>
                  </a:lnTo>
                  <a:lnTo>
                    <a:pt x="215" y="32"/>
                  </a:lnTo>
                  <a:lnTo>
                    <a:pt x="212" y="28"/>
                  </a:lnTo>
                  <a:lnTo>
                    <a:pt x="210" y="27"/>
                  </a:lnTo>
                  <a:lnTo>
                    <a:pt x="204" y="27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2" y="31"/>
                  </a:lnTo>
                  <a:lnTo>
                    <a:pt x="198" y="29"/>
                  </a:lnTo>
                  <a:lnTo>
                    <a:pt x="195" y="31"/>
                  </a:lnTo>
                  <a:lnTo>
                    <a:pt x="196" y="32"/>
                  </a:lnTo>
                  <a:lnTo>
                    <a:pt x="194" y="35"/>
                  </a:lnTo>
                  <a:lnTo>
                    <a:pt x="193" y="36"/>
                  </a:lnTo>
                  <a:lnTo>
                    <a:pt x="194" y="37"/>
                  </a:lnTo>
                  <a:lnTo>
                    <a:pt x="193" y="38"/>
                  </a:lnTo>
                  <a:lnTo>
                    <a:pt x="193" y="45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4" y="53"/>
                  </a:lnTo>
                  <a:lnTo>
                    <a:pt x="191" y="54"/>
                  </a:lnTo>
                  <a:lnTo>
                    <a:pt x="190" y="53"/>
                  </a:lnTo>
                  <a:lnTo>
                    <a:pt x="187" y="56"/>
                  </a:lnTo>
                  <a:lnTo>
                    <a:pt x="186" y="56"/>
                  </a:lnTo>
                  <a:lnTo>
                    <a:pt x="185" y="58"/>
                  </a:lnTo>
                  <a:lnTo>
                    <a:pt x="182" y="58"/>
                  </a:lnTo>
                  <a:lnTo>
                    <a:pt x="178" y="56"/>
                  </a:lnTo>
                  <a:lnTo>
                    <a:pt x="175" y="56"/>
                  </a:lnTo>
                  <a:lnTo>
                    <a:pt x="174" y="57"/>
                  </a:lnTo>
                  <a:lnTo>
                    <a:pt x="171" y="60"/>
                  </a:lnTo>
                  <a:lnTo>
                    <a:pt x="165" y="60"/>
                  </a:lnTo>
                  <a:lnTo>
                    <a:pt x="162" y="58"/>
                  </a:lnTo>
                  <a:lnTo>
                    <a:pt x="160" y="56"/>
                  </a:lnTo>
                  <a:lnTo>
                    <a:pt x="160" y="53"/>
                  </a:lnTo>
                  <a:lnTo>
                    <a:pt x="154" y="49"/>
                  </a:lnTo>
                  <a:lnTo>
                    <a:pt x="153" y="46"/>
                  </a:lnTo>
                  <a:lnTo>
                    <a:pt x="150" y="46"/>
                  </a:lnTo>
                  <a:lnTo>
                    <a:pt x="149" y="48"/>
                  </a:lnTo>
                  <a:lnTo>
                    <a:pt x="148" y="50"/>
                  </a:lnTo>
                  <a:lnTo>
                    <a:pt x="149" y="52"/>
                  </a:lnTo>
                  <a:lnTo>
                    <a:pt x="148" y="52"/>
                  </a:lnTo>
                  <a:lnTo>
                    <a:pt x="148" y="52"/>
                  </a:lnTo>
                  <a:lnTo>
                    <a:pt x="146" y="52"/>
                  </a:lnTo>
                  <a:lnTo>
                    <a:pt x="146" y="52"/>
                  </a:lnTo>
                  <a:lnTo>
                    <a:pt x="145" y="53"/>
                  </a:lnTo>
                  <a:lnTo>
                    <a:pt x="142" y="53"/>
                  </a:lnTo>
                  <a:lnTo>
                    <a:pt x="140" y="53"/>
                  </a:lnTo>
                  <a:lnTo>
                    <a:pt x="141" y="54"/>
                  </a:lnTo>
                  <a:lnTo>
                    <a:pt x="142" y="56"/>
                  </a:lnTo>
                  <a:lnTo>
                    <a:pt x="142" y="58"/>
                  </a:lnTo>
                  <a:lnTo>
                    <a:pt x="141" y="60"/>
                  </a:lnTo>
                  <a:lnTo>
                    <a:pt x="141" y="63"/>
                  </a:lnTo>
                  <a:lnTo>
                    <a:pt x="142" y="65"/>
                  </a:lnTo>
                  <a:lnTo>
                    <a:pt x="142" y="67"/>
                  </a:lnTo>
                  <a:lnTo>
                    <a:pt x="141" y="67"/>
                  </a:lnTo>
                  <a:lnTo>
                    <a:pt x="140" y="67"/>
                  </a:lnTo>
                  <a:lnTo>
                    <a:pt x="139" y="66"/>
                  </a:lnTo>
                  <a:lnTo>
                    <a:pt x="136" y="66"/>
                  </a:lnTo>
                  <a:lnTo>
                    <a:pt x="133" y="65"/>
                  </a:lnTo>
                  <a:lnTo>
                    <a:pt x="129" y="63"/>
                  </a:lnTo>
                  <a:lnTo>
                    <a:pt x="127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4" y="69"/>
                  </a:lnTo>
                  <a:lnTo>
                    <a:pt x="123" y="70"/>
                  </a:lnTo>
                  <a:lnTo>
                    <a:pt x="123" y="71"/>
                  </a:lnTo>
                  <a:lnTo>
                    <a:pt x="121" y="73"/>
                  </a:lnTo>
                  <a:lnTo>
                    <a:pt x="123" y="74"/>
                  </a:lnTo>
                  <a:lnTo>
                    <a:pt x="121" y="77"/>
                  </a:lnTo>
                  <a:lnTo>
                    <a:pt x="120" y="77"/>
                  </a:lnTo>
                  <a:lnTo>
                    <a:pt x="119" y="75"/>
                  </a:lnTo>
                  <a:lnTo>
                    <a:pt x="116" y="74"/>
                  </a:lnTo>
                  <a:lnTo>
                    <a:pt x="113" y="75"/>
                  </a:lnTo>
                  <a:lnTo>
                    <a:pt x="112" y="79"/>
                  </a:lnTo>
                  <a:lnTo>
                    <a:pt x="111" y="81"/>
                  </a:lnTo>
                  <a:lnTo>
                    <a:pt x="110" y="83"/>
                  </a:lnTo>
                  <a:lnTo>
                    <a:pt x="108" y="86"/>
                  </a:lnTo>
                  <a:lnTo>
                    <a:pt x="107" y="86"/>
                  </a:lnTo>
                  <a:lnTo>
                    <a:pt x="107" y="92"/>
                  </a:lnTo>
                  <a:lnTo>
                    <a:pt x="108" y="94"/>
                  </a:lnTo>
                  <a:lnTo>
                    <a:pt x="110" y="96"/>
                  </a:lnTo>
                  <a:lnTo>
                    <a:pt x="108" y="99"/>
                  </a:lnTo>
                  <a:lnTo>
                    <a:pt x="106" y="104"/>
                  </a:lnTo>
                  <a:lnTo>
                    <a:pt x="102" y="110"/>
                  </a:lnTo>
                  <a:lnTo>
                    <a:pt x="102" y="112"/>
                  </a:lnTo>
                  <a:lnTo>
                    <a:pt x="100" y="113"/>
                  </a:lnTo>
                  <a:lnTo>
                    <a:pt x="95" y="115"/>
                  </a:lnTo>
                  <a:lnTo>
                    <a:pt x="92" y="117"/>
                  </a:lnTo>
                  <a:lnTo>
                    <a:pt x="92" y="119"/>
                  </a:lnTo>
                  <a:lnTo>
                    <a:pt x="94" y="121"/>
                  </a:lnTo>
                  <a:lnTo>
                    <a:pt x="94" y="124"/>
                  </a:lnTo>
                  <a:lnTo>
                    <a:pt x="92" y="128"/>
                  </a:lnTo>
                  <a:lnTo>
                    <a:pt x="91" y="133"/>
                  </a:lnTo>
                  <a:lnTo>
                    <a:pt x="91" y="138"/>
                  </a:lnTo>
                  <a:lnTo>
                    <a:pt x="87" y="148"/>
                  </a:lnTo>
                  <a:lnTo>
                    <a:pt x="87" y="152"/>
                  </a:lnTo>
                  <a:lnTo>
                    <a:pt x="88" y="153"/>
                  </a:lnTo>
                  <a:lnTo>
                    <a:pt x="88" y="157"/>
                  </a:lnTo>
                  <a:lnTo>
                    <a:pt x="86" y="160"/>
                  </a:lnTo>
                  <a:lnTo>
                    <a:pt x="82" y="160"/>
                  </a:lnTo>
                  <a:lnTo>
                    <a:pt x="79" y="160"/>
                  </a:lnTo>
                  <a:lnTo>
                    <a:pt x="77" y="161"/>
                  </a:lnTo>
                  <a:lnTo>
                    <a:pt x="74" y="165"/>
                  </a:lnTo>
                  <a:lnTo>
                    <a:pt x="73" y="171"/>
                  </a:lnTo>
                  <a:lnTo>
                    <a:pt x="74" y="177"/>
                  </a:lnTo>
                  <a:lnTo>
                    <a:pt x="75" y="183"/>
                  </a:lnTo>
                  <a:lnTo>
                    <a:pt x="74" y="187"/>
                  </a:lnTo>
                  <a:lnTo>
                    <a:pt x="75" y="190"/>
                  </a:lnTo>
                  <a:lnTo>
                    <a:pt x="75" y="195"/>
                  </a:lnTo>
                  <a:lnTo>
                    <a:pt x="75" y="199"/>
                  </a:lnTo>
                  <a:lnTo>
                    <a:pt x="75" y="203"/>
                  </a:lnTo>
                  <a:lnTo>
                    <a:pt x="78" y="206"/>
                  </a:lnTo>
                  <a:lnTo>
                    <a:pt x="83" y="210"/>
                  </a:lnTo>
                  <a:lnTo>
                    <a:pt x="82" y="212"/>
                  </a:lnTo>
                  <a:lnTo>
                    <a:pt x="82" y="216"/>
                  </a:lnTo>
                  <a:lnTo>
                    <a:pt x="77" y="217"/>
                  </a:lnTo>
                  <a:lnTo>
                    <a:pt x="75" y="220"/>
                  </a:lnTo>
                  <a:lnTo>
                    <a:pt x="78" y="224"/>
                  </a:lnTo>
                  <a:lnTo>
                    <a:pt x="79" y="229"/>
                  </a:lnTo>
                  <a:lnTo>
                    <a:pt x="81" y="232"/>
                  </a:lnTo>
                  <a:lnTo>
                    <a:pt x="79" y="236"/>
                  </a:lnTo>
                  <a:lnTo>
                    <a:pt x="79" y="238"/>
                  </a:lnTo>
                  <a:lnTo>
                    <a:pt x="78" y="240"/>
                  </a:lnTo>
                  <a:lnTo>
                    <a:pt x="74" y="240"/>
                  </a:lnTo>
                  <a:lnTo>
                    <a:pt x="74" y="241"/>
                  </a:lnTo>
                  <a:lnTo>
                    <a:pt x="75" y="244"/>
                  </a:lnTo>
                  <a:lnTo>
                    <a:pt x="73" y="245"/>
                  </a:lnTo>
                  <a:lnTo>
                    <a:pt x="73" y="246"/>
                  </a:lnTo>
                  <a:lnTo>
                    <a:pt x="74" y="250"/>
                  </a:lnTo>
                  <a:lnTo>
                    <a:pt x="74" y="257"/>
                  </a:lnTo>
                  <a:lnTo>
                    <a:pt x="74" y="260"/>
                  </a:lnTo>
                  <a:lnTo>
                    <a:pt x="71" y="257"/>
                  </a:lnTo>
                  <a:lnTo>
                    <a:pt x="70" y="257"/>
                  </a:lnTo>
                  <a:lnTo>
                    <a:pt x="71" y="256"/>
                  </a:lnTo>
                  <a:lnTo>
                    <a:pt x="70" y="254"/>
                  </a:lnTo>
                  <a:lnTo>
                    <a:pt x="67" y="254"/>
                  </a:lnTo>
                  <a:lnTo>
                    <a:pt x="65" y="252"/>
                  </a:lnTo>
                  <a:lnTo>
                    <a:pt x="65" y="250"/>
                  </a:lnTo>
                  <a:lnTo>
                    <a:pt x="63" y="249"/>
                  </a:lnTo>
                  <a:lnTo>
                    <a:pt x="63" y="246"/>
                  </a:lnTo>
                  <a:lnTo>
                    <a:pt x="63" y="244"/>
                  </a:lnTo>
                  <a:lnTo>
                    <a:pt x="65" y="241"/>
                  </a:lnTo>
                  <a:lnTo>
                    <a:pt x="63" y="240"/>
                  </a:lnTo>
                  <a:lnTo>
                    <a:pt x="61" y="241"/>
                  </a:lnTo>
                  <a:lnTo>
                    <a:pt x="61" y="244"/>
                  </a:lnTo>
                  <a:lnTo>
                    <a:pt x="62" y="245"/>
                  </a:lnTo>
                  <a:lnTo>
                    <a:pt x="61" y="246"/>
                  </a:lnTo>
                  <a:lnTo>
                    <a:pt x="60" y="246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60" y="249"/>
                  </a:lnTo>
                  <a:lnTo>
                    <a:pt x="61" y="250"/>
                  </a:lnTo>
                  <a:lnTo>
                    <a:pt x="62" y="252"/>
                  </a:lnTo>
                  <a:lnTo>
                    <a:pt x="61" y="254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57" y="254"/>
                  </a:lnTo>
                  <a:lnTo>
                    <a:pt x="56" y="257"/>
                  </a:lnTo>
                  <a:lnTo>
                    <a:pt x="57" y="257"/>
                  </a:lnTo>
                  <a:lnTo>
                    <a:pt x="57" y="258"/>
                  </a:lnTo>
                  <a:lnTo>
                    <a:pt x="54" y="260"/>
                  </a:lnTo>
                  <a:lnTo>
                    <a:pt x="54" y="258"/>
                  </a:lnTo>
                  <a:lnTo>
                    <a:pt x="54" y="257"/>
                  </a:lnTo>
                  <a:lnTo>
                    <a:pt x="53" y="257"/>
                  </a:lnTo>
                  <a:lnTo>
                    <a:pt x="52" y="256"/>
                  </a:lnTo>
                  <a:lnTo>
                    <a:pt x="50" y="253"/>
                  </a:lnTo>
                  <a:lnTo>
                    <a:pt x="49" y="250"/>
                  </a:lnTo>
                  <a:lnTo>
                    <a:pt x="48" y="249"/>
                  </a:lnTo>
                  <a:lnTo>
                    <a:pt x="48" y="252"/>
                  </a:lnTo>
                  <a:lnTo>
                    <a:pt x="49" y="253"/>
                  </a:lnTo>
                  <a:lnTo>
                    <a:pt x="52" y="254"/>
                  </a:lnTo>
                  <a:lnTo>
                    <a:pt x="50" y="257"/>
                  </a:lnTo>
                  <a:lnTo>
                    <a:pt x="52" y="258"/>
                  </a:lnTo>
                  <a:lnTo>
                    <a:pt x="52" y="261"/>
                  </a:lnTo>
                  <a:lnTo>
                    <a:pt x="50" y="261"/>
                  </a:lnTo>
                  <a:lnTo>
                    <a:pt x="48" y="262"/>
                  </a:lnTo>
                  <a:lnTo>
                    <a:pt x="48" y="263"/>
                  </a:lnTo>
                  <a:lnTo>
                    <a:pt x="46" y="265"/>
                  </a:lnTo>
                  <a:lnTo>
                    <a:pt x="48" y="265"/>
                  </a:lnTo>
                  <a:lnTo>
                    <a:pt x="45" y="267"/>
                  </a:lnTo>
                  <a:lnTo>
                    <a:pt x="42" y="266"/>
                  </a:lnTo>
                  <a:lnTo>
                    <a:pt x="44" y="267"/>
                  </a:lnTo>
                  <a:lnTo>
                    <a:pt x="44" y="270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7" y="271"/>
                  </a:lnTo>
                  <a:lnTo>
                    <a:pt x="37" y="271"/>
                  </a:lnTo>
                  <a:lnTo>
                    <a:pt x="36" y="273"/>
                  </a:lnTo>
                  <a:lnTo>
                    <a:pt x="34" y="273"/>
                  </a:lnTo>
                  <a:lnTo>
                    <a:pt x="33" y="275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7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5" y="273"/>
                  </a:lnTo>
                  <a:lnTo>
                    <a:pt x="24" y="273"/>
                  </a:lnTo>
                  <a:lnTo>
                    <a:pt x="24" y="274"/>
                  </a:lnTo>
                  <a:lnTo>
                    <a:pt x="23" y="275"/>
                  </a:lnTo>
                  <a:lnTo>
                    <a:pt x="21" y="274"/>
                  </a:lnTo>
                  <a:lnTo>
                    <a:pt x="23" y="273"/>
                  </a:lnTo>
                  <a:lnTo>
                    <a:pt x="21" y="271"/>
                  </a:lnTo>
                  <a:lnTo>
                    <a:pt x="17" y="270"/>
                  </a:lnTo>
                  <a:lnTo>
                    <a:pt x="13" y="267"/>
                  </a:lnTo>
                  <a:lnTo>
                    <a:pt x="12" y="267"/>
                  </a:lnTo>
                  <a:lnTo>
                    <a:pt x="8" y="262"/>
                  </a:lnTo>
                  <a:lnTo>
                    <a:pt x="9" y="261"/>
                  </a:lnTo>
                  <a:lnTo>
                    <a:pt x="9" y="258"/>
                  </a:lnTo>
                  <a:lnTo>
                    <a:pt x="12" y="258"/>
                  </a:lnTo>
                  <a:lnTo>
                    <a:pt x="13" y="260"/>
                  </a:lnTo>
                  <a:lnTo>
                    <a:pt x="15" y="260"/>
                  </a:lnTo>
                  <a:lnTo>
                    <a:pt x="19" y="262"/>
                  </a:lnTo>
                  <a:lnTo>
                    <a:pt x="19" y="261"/>
                  </a:lnTo>
                  <a:lnTo>
                    <a:pt x="17" y="260"/>
                  </a:lnTo>
                  <a:lnTo>
                    <a:pt x="19" y="258"/>
                  </a:lnTo>
                  <a:lnTo>
                    <a:pt x="21" y="258"/>
                  </a:lnTo>
                  <a:lnTo>
                    <a:pt x="20" y="257"/>
                  </a:lnTo>
                  <a:lnTo>
                    <a:pt x="17" y="257"/>
                  </a:lnTo>
                  <a:lnTo>
                    <a:pt x="16" y="258"/>
                  </a:lnTo>
                  <a:lnTo>
                    <a:pt x="15" y="256"/>
                  </a:lnTo>
                  <a:lnTo>
                    <a:pt x="16" y="254"/>
                  </a:lnTo>
                  <a:lnTo>
                    <a:pt x="17" y="253"/>
                  </a:lnTo>
                  <a:lnTo>
                    <a:pt x="15" y="250"/>
                  </a:lnTo>
                  <a:lnTo>
                    <a:pt x="16" y="250"/>
                  </a:lnTo>
                  <a:lnTo>
                    <a:pt x="13" y="248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2" y="253"/>
                  </a:lnTo>
                  <a:lnTo>
                    <a:pt x="11" y="252"/>
                  </a:lnTo>
                  <a:lnTo>
                    <a:pt x="11" y="253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11" y="246"/>
                  </a:lnTo>
                  <a:lnTo>
                    <a:pt x="11" y="245"/>
                  </a:lnTo>
                  <a:lnTo>
                    <a:pt x="12" y="244"/>
                  </a:lnTo>
                  <a:lnTo>
                    <a:pt x="15" y="246"/>
                  </a:lnTo>
                  <a:lnTo>
                    <a:pt x="15" y="244"/>
                  </a:lnTo>
                  <a:lnTo>
                    <a:pt x="16" y="242"/>
                  </a:lnTo>
                  <a:lnTo>
                    <a:pt x="17" y="242"/>
                  </a:lnTo>
                  <a:lnTo>
                    <a:pt x="17" y="241"/>
                  </a:lnTo>
                  <a:lnTo>
                    <a:pt x="13" y="241"/>
                  </a:lnTo>
                  <a:lnTo>
                    <a:pt x="12" y="241"/>
                  </a:lnTo>
                  <a:lnTo>
                    <a:pt x="13" y="240"/>
                  </a:lnTo>
                  <a:lnTo>
                    <a:pt x="15" y="240"/>
                  </a:lnTo>
                  <a:lnTo>
                    <a:pt x="17" y="237"/>
                  </a:lnTo>
                  <a:lnTo>
                    <a:pt x="15" y="236"/>
                  </a:lnTo>
                  <a:lnTo>
                    <a:pt x="16" y="236"/>
                  </a:lnTo>
                  <a:lnTo>
                    <a:pt x="17" y="233"/>
                  </a:lnTo>
                  <a:lnTo>
                    <a:pt x="19" y="233"/>
                  </a:lnTo>
                  <a:lnTo>
                    <a:pt x="19" y="236"/>
                  </a:lnTo>
                  <a:lnTo>
                    <a:pt x="21" y="237"/>
                  </a:lnTo>
                  <a:lnTo>
                    <a:pt x="20" y="235"/>
                  </a:lnTo>
                  <a:lnTo>
                    <a:pt x="20" y="232"/>
                  </a:lnTo>
                  <a:lnTo>
                    <a:pt x="23" y="231"/>
                  </a:lnTo>
                  <a:lnTo>
                    <a:pt x="24" y="229"/>
                  </a:lnTo>
                  <a:lnTo>
                    <a:pt x="21" y="231"/>
                  </a:lnTo>
                  <a:lnTo>
                    <a:pt x="20" y="231"/>
                  </a:lnTo>
                  <a:lnTo>
                    <a:pt x="15" y="232"/>
                  </a:lnTo>
                  <a:lnTo>
                    <a:pt x="15" y="235"/>
                  </a:lnTo>
                  <a:lnTo>
                    <a:pt x="13" y="235"/>
                  </a:lnTo>
                  <a:lnTo>
                    <a:pt x="12" y="238"/>
                  </a:lnTo>
                  <a:lnTo>
                    <a:pt x="11" y="237"/>
                  </a:lnTo>
                  <a:lnTo>
                    <a:pt x="12" y="236"/>
                  </a:lnTo>
                  <a:lnTo>
                    <a:pt x="11" y="233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1"/>
                  </a:lnTo>
                  <a:lnTo>
                    <a:pt x="12" y="229"/>
                  </a:lnTo>
                  <a:lnTo>
                    <a:pt x="12" y="228"/>
                  </a:lnTo>
                  <a:lnTo>
                    <a:pt x="12" y="227"/>
                  </a:lnTo>
                  <a:lnTo>
                    <a:pt x="11" y="225"/>
                  </a:lnTo>
                  <a:lnTo>
                    <a:pt x="7" y="229"/>
                  </a:lnTo>
                  <a:lnTo>
                    <a:pt x="6" y="228"/>
                  </a:lnTo>
                  <a:lnTo>
                    <a:pt x="6" y="225"/>
                  </a:lnTo>
                  <a:lnTo>
                    <a:pt x="7" y="227"/>
                  </a:lnTo>
                  <a:lnTo>
                    <a:pt x="8" y="225"/>
                  </a:lnTo>
                  <a:lnTo>
                    <a:pt x="7" y="224"/>
                  </a:lnTo>
                  <a:lnTo>
                    <a:pt x="9" y="223"/>
                  </a:lnTo>
                  <a:lnTo>
                    <a:pt x="8" y="223"/>
                  </a:lnTo>
                  <a:lnTo>
                    <a:pt x="7" y="223"/>
                  </a:lnTo>
                  <a:lnTo>
                    <a:pt x="6" y="224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3" y="220"/>
                  </a:lnTo>
                  <a:lnTo>
                    <a:pt x="4" y="219"/>
                  </a:lnTo>
                  <a:lnTo>
                    <a:pt x="6" y="220"/>
                  </a:lnTo>
                  <a:lnTo>
                    <a:pt x="7" y="220"/>
                  </a:lnTo>
                  <a:lnTo>
                    <a:pt x="9" y="219"/>
                  </a:lnTo>
                  <a:lnTo>
                    <a:pt x="12" y="219"/>
                  </a:lnTo>
                  <a:lnTo>
                    <a:pt x="15" y="219"/>
                  </a:lnTo>
                  <a:lnTo>
                    <a:pt x="16" y="219"/>
                  </a:lnTo>
                  <a:lnTo>
                    <a:pt x="17" y="221"/>
                  </a:lnTo>
                  <a:lnTo>
                    <a:pt x="19" y="220"/>
                  </a:lnTo>
                  <a:lnTo>
                    <a:pt x="20" y="217"/>
                  </a:lnTo>
                  <a:lnTo>
                    <a:pt x="23" y="219"/>
                  </a:lnTo>
                  <a:lnTo>
                    <a:pt x="23" y="220"/>
                  </a:lnTo>
                  <a:lnTo>
                    <a:pt x="21" y="221"/>
                  </a:lnTo>
                  <a:lnTo>
                    <a:pt x="21" y="223"/>
                  </a:lnTo>
                  <a:lnTo>
                    <a:pt x="24" y="223"/>
                  </a:lnTo>
                  <a:lnTo>
                    <a:pt x="25" y="220"/>
                  </a:lnTo>
                  <a:lnTo>
                    <a:pt x="25" y="220"/>
                  </a:lnTo>
                  <a:lnTo>
                    <a:pt x="27" y="219"/>
                  </a:lnTo>
                  <a:lnTo>
                    <a:pt x="29" y="217"/>
                  </a:lnTo>
                  <a:lnTo>
                    <a:pt x="31" y="216"/>
                  </a:lnTo>
                  <a:lnTo>
                    <a:pt x="29" y="213"/>
                  </a:lnTo>
                  <a:lnTo>
                    <a:pt x="29" y="212"/>
                  </a:lnTo>
                  <a:lnTo>
                    <a:pt x="28" y="215"/>
                  </a:lnTo>
                  <a:lnTo>
                    <a:pt x="28" y="216"/>
                  </a:lnTo>
                  <a:lnTo>
                    <a:pt x="27" y="217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5"/>
                  </a:lnTo>
                  <a:lnTo>
                    <a:pt x="25" y="215"/>
                  </a:lnTo>
                  <a:lnTo>
                    <a:pt x="23" y="216"/>
                  </a:lnTo>
                  <a:lnTo>
                    <a:pt x="21" y="216"/>
                  </a:lnTo>
                  <a:lnTo>
                    <a:pt x="20" y="215"/>
                  </a:lnTo>
                  <a:lnTo>
                    <a:pt x="19" y="215"/>
                  </a:lnTo>
                  <a:lnTo>
                    <a:pt x="19" y="216"/>
                  </a:lnTo>
                  <a:lnTo>
                    <a:pt x="17" y="217"/>
                  </a:lnTo>
                  <a:lnTo>
                    <a:pt x="16" y="217"/>
                  </a:lnTo>
                  <a:lnTo>
                    <a:pt x="13" y="216"/>
                  </a:lnTo>
                  <a:lnTo>
                    <a:pt x="11" y="217"/>
                  </a:lnTo>
                  <a:lnTo>
                    <a:pt x="9" y="217"/>
                  </a:lnTo>
                  <a:lnTo>
                    <a:pt x="7" y="219"/>
                  </a:lnTo>
                  <a:lnTo>
                    <a:pt x="6" y="217"/>
                  </a:lnTo>
                  <a:lnTo>
                    <a:pt x="4" y="216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7" y="213"/>
                  </a:lnTo>
                  <a:lnTo>
                    <a:pt x="6" y="213"/>
                  </a:lnTo>
                  <a:lnTo>
                    <a:pt x="4" y="213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6" y="212"/>
                  </a:lnTo>
                  <a:lnTo>
                    <a:pt x="9" y="212"/>
                  </a:lnTo>
                  <a:lnTo>
                    <a:pt x="12" y="211"/>
                  </a:lnTo>
                  <a:lnTo>
                    <a:pt x="8" y="211"/>
                  </a:lnTo>
                  <a:lnTo>
                    <a:pt x="7" y="211"/>
                  </a:lnTo>
                  <a:lnTo>
                    <a:pt x="6" y="211"/>
                  </a:lnTo>
                  <a:lnTo>
                    <a:pt x="7" y="210"/>
                  </a:lnTo>
                  <a:lnTo>
                    <a:pt x="3" y="207"/>
                  </a:lnTo>
                  <a:lnTo>
                    <a:pt x="3" y="207"/>
                  </a:lnTo>
                  <a:lnTo>
                    <a:pt x="6" y="206"/>
                  </a:lnTo>
                  <a:lnTo>
                    <a:pt x="7" y="204"/>
                  </a:lnTo>
                  <a:lnTo>
                    <a:pt x="8" y="206"/>
                  </a:lnTo>
                  <a:lnTo>
                    <a:pt x="11" y="204"/>
                  </a:lnTo>
                  <a:lnTo>
                    <a:pt x="15" y="207"/>
                  </a:lnTo>
                  <a:lnTo>
                    <a:pt x="16" y="206"/>
                  </a:lnTo>
                  <a:lnTo>
                    <a:pt x="19" y="206"/>
                  </a:lnTo>
                  <a:lnTo>
                    <a:pt x="21" y="204"/>
                  </a:lnTo>
                  <a:lnTo>
                    <a:pt x="19" y="204"/>
                  </a:lnTo>
                  <a:lnTo>
                    <a:pt x="19" y="204"/>
                  </a:lnTo>
                  <a:lnTo>
                    <a:pt x="15" y="204"/>
                  </a:lnTo>
                  <a:lnTo>
                    <a:pt x="12" y="203"/>
                  </a:lnTo>
                  <a:lnTo>
                    <a:pt x="9" y="203"/>
                  </a:lnTo>
                  <a:lnTo>
                    <a:pt x="7" y="203"/>
                  </a:lnTo>
                  <a:lnTo>
                    <a:pt x="6" y="203"/>
                  </a:lnTo>
                  <a:lnTo>
                    <a:pt x="7" y="202"/>
                  </a:lnTo>
                  <a:lnTo>
                    <a:pt x="4" y="199"/>
                  </a:lnTo>
                  <a:lnTo>
                    <a:pt x="4" y="198"/>
                  </a:lnTo>
                  <a:lnTo>
                    <a:pt x="6" y="198"/>
                  </a:lnTo>
                  <a:lnTo>
                    <a:pt x="7" y="199"/>
                  </a:lnTo>
                  <a:lnTo>
                    <a:pt x="8" y="202"/>
                  </a:lnTo>
                  <a:lnTo>
                    <a:pt x="9" y="200"/>
                  </a:lnTo>
                  <a:lnTo>
                    <a:pt x="8" y="198"/>
                  </a:lnTo>
                  <a:lnTo>
                    <a:pt x="11" y="198"/>
                  </a:lnTo>
                  <a:lnTo>
                    <a:pt x="12" y="200"/>
                  </a:lnTo>
                  <a:lnTo>
                    <a:pt x="13" y="200"/>
                  </a:lnTo>
                  <a:lnTo>
                    <a:pt x="15" y="200"/>
                  </a:lnTo>
                  <a:lnTo>
                    <a:pt x="13" y="198"/>
                  </a:lnTo>
                  <a:lnTo>
                    <a:pt x="15" y="196"/>
                  </a:lnTo>
                  <a:lnTo>
                    <a:pt x="17" y="198"/>
                  </a:lnTo>
                  <a:lnTo>
                    <a:pt x="19" y="196"/>
                  </a:lnTo>
                  <a:lnTo>
                    <a:pt x="17" y="195"/>
                  </a:lnTo>
                  <a:lnTo>
                    <a:pt x="20" y="195"/>
                  </a:lnTo>
                  <a:lnTo>
                    <a:pt x="21" y="195"/>
                  </a:lnTo>
                  <a:lnTo>
                    <a:pt x="21" y="198"/>
                  </a:lnTo>
                  <a:lnTo>
                    <a:pt x="23" y="199"/>
                  </a:lnTo>
                  <a:lnTo>
                    <a:pt x="24" y="198"/>
                  </a:lnTo>
                  <a:lnTo>
                    <a:pt x="23" y="196"/>
                  </a:lnTo>
                  <a:lnTo>
                    <a:pt x="24" y="195"/>
                  </a:lnTo>
                  <a:lnTo>
                    <a:pt x="21" y="194"/>
                  </a:lnTo>
                  <a:lnTo>
                    <a:pt x="19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6" y="190"/>
                  </a:lnTo>
                  <a:lnTo>
                    <a:pt x="17" y="190"/>
                  </a:lnTo>
                  <a:lnTo>
                    <a:pt x="19" y="188"/>
                  </a:lnTo>
                  <a:lnTo>
                    <a:pt x="20" y="191"/>
                  </a:lnTo>
                  <a:lnTo>
                    <a:pt x="21" y="190"/>
                  </a:lnTo>
                  <a:lnTo>
                    <a:pt x="23" y="190"/>
                  </a:lnTo>
                  <a:lnTo>
                    <a:pt x="24" y="192"/>
                  </a:lnTo>
                  <a:lnTo>
                    <a:pt x="27" y="192"/>
                  </a:lnTo>
                  <a:lnTo>
                    <a:pt x="28" y="191"/>
                  </a:lnTo>
                  <a:lnTo>
                    <a:pt x="32" y="190"/>
                  </a:lnTo>
                  <a:lnTo>
                    <a:pt x="32" y="188"/>
                  </a:lnTo>
                  <a:lnTo>
                    <a:pt x="31" y="188"/>
                  </a:lnTo>
                  <a:lnTo>
                    <a:pt x="28" y="190"/>
                  </a:lnTo>
                  <a:lnTo>
                    <a:pt x="27" y="188"/>
                  </a:lnTo>
                  <a:lnTo>
                    <a:pt x="29" y="187"/>
                  </a:lnTo>
                  <a:lnTo>
                    <a:pt x="28" y="187"/>
                  </a:lnTo>
                  <a:lnTo>
                    <a:pt x="24" y="188"/>
                  </a:lnTo>
                  <a:lnTo>
                    <a:pt x="23" y="186"/>
                  </a:lnTo>
                  <a:lnTo>
                    <a:pt x="24" y="185"/>
                  </a:lnTo>
                  <a:lnTo>
                    <a:pt x="23" y="183"/>
                  </a:lnTo>
                  <a:lnTo>
                    <a:pt x="24" y="182"/>
                  </a:lnTo>
                  <a:lnTo>
                    <a:pt x="25" y="183"/>
                  </a:lnTo>
                  <a:lnTo>
                    <a:pt x="28" y="183"/>
                  </a:lnTo>
                  <a:lnTo>
                    <a:pt x="29" y="185"/>
                  </a:lnTo>
                  <a:lnTo>
                    <a:pt x="31" y="183"/>
                  </a:lnTo>
                  <a:lnTo>
                    <a:pt x="34" y="187"/>
                  </a:lnTo>
                  <a:lnTo>
                    <a:pt x="37" y="188"/>
                  </a:lnTo>
                  <a:lnTo>
                    <a:pt x="40" y="188"/>
                  </a:lnTo>
                  <a:lnTo>
                    <a:pt x="38" y="187"/>
                  </a:lnTo>
                  <a:lnTo>
                    <a:pt x="36" y="187"/>
                  </a:lnTo>
                  <a:lnTo>
                    <a:pt x="34" y="186"/>
                  </a:lnTo>
                  <a:lnTo>
                    <a:pt x="32" y="183"/>
                  </a:lnTo>
                  <a:lnTo>
                    <a:pt x="32" y="181"/>
                  </a:lnTo>
                  <a:lnTo>
                    <a:pt x="33" y="181"/>
                  </a:lnTo>
                  <a:lnTo>
                    <a:pt x="33" y="182"/>
                  </a:lnTo>
                  <a:lnTo>
                    <a:pt x="36" y="185"/>
                  </a:lnTo>
                  <a:lnTo>
                    <a:pt x="38" y="185"/>
                  </a:lnTo>
                  <a:lnTo>
                    <a:pt x="38" y="186"/>
                  </a:lnTo>
                  <a:lnTo>
                    <a:pt x="41" y="186"/>
                  </a:lnTo>
                  <a:lnTo>
                    <a:pt x="41" y="185"/>
                  </a:lnTo>
                  <a:lnTo>
                    <a:pt x="40" y="185"/>
                  </a:lnTo>
                  <a:lnTo>
                    <a:pt x="40" y="183"/>
                  </a:lnTo>
                  <a:lnTo>
                    <a:pt x="37" y="183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7" y="181"/>
                  </a:lnTo>
                  <a:lnTo>
                    <a:pt x="37" y="182"/>
                  </a:lnTo>
                  <a:lnTo>
                    <a:pt x="38" y="181"/>
                  </a:lnTo>
                  <a:lnTo>
                    <a:pt x="41" y="178"/>
                  </a:lnTo>
                  <a:lnTo>
                    <a:pt x="41" y="178"/>
                  </a:lnTo>
                  <a:lnTo>
                    <a:pt x="40" y="178"/>
                  </a:lnTo>
                  <a:lnTo>
                    <a:pt x="38" y="178"/>
                  </a:lnTo>
                  <a:lnTo>
                    <a:pt x="40" y="177"/>
                  </a:lnTo>
                  <a:lnTo>
                    <a:pt x="42" y="175"/>
                  </a:lnTo>
                  <a:lnTo>
                    <a:pt x="44" y="177"/>
                  </a:lnTo>
                  <a:lnTo>
                    <a:pt x="46" y="174"/>
                  </a:lnTo>
                  <a:lnTo>
                    <a:pt x="44" y="174"/>
                  </a:lnTo>
                  <a:lnTo>
                    <a:pt x="44" y="173"/>
                  </a:lnTo>
                  <a:lnTo>
                    <a:pt x="45" y="173"/>
                  </a:lnTo>
                  <a:lnTo>
                    <a:pt x="48" y="171"/>
                  </a:lnTo>
                  <a:lnTo>
                    <a:pt x="49" y="171"/>
                  </a:lnTo>
                  <a:lnTo>
                    <a:pt x="50" y="173"/>
                  </a:lnTo>
                  <a:lnTo>
                    <a:pt x="50" y="175"/>
                  </a:lnTo>
                  <a:lnTo>
                    <a:pt x="52" y="178"/>
                  </a:lnTo>
                  <a:lnTo>
                    <a:pt x="50" y="178"/>
                  </a:lnTo>
                  <a:lnTo>
                    <a:pt x="49" y="179"/>
                  </a:lnTo>
                  <a:lnTo>
                    <a:pt x="52" y="178"/>
                  </a:lnTo>
                  <a:lnTo>
                    <a:pt x="53" y="178"/>
                  </a:lnTo>
                  <a:lnTo>
                    <a:pt x="53" y="175"/>
                  </a:lnTo>
                  <a:lnTo>
                    <a:pt x="54" y="174"/>
                  </a:lnTo>
                  <a:lnTo>
                    <a:pt x="57" y="174"/>
                  </a:lnTo>
                  <a:lnTo>
                    <a:pt x="60" y="177"/>
                  </a:lnTo>
                  <a:lnTo>
                    <a:pt x="61" y="177"/>
                  </a:lnTo>
                  <a:lnTo>
                    <a:pt x="61" y="174"/>
                  </a:lnTo>
                  <a:lnTo>
                    <a:pt x="62" y="173"/>
                  </a:lnTo>
                  <a:lnTo>
                    <a:pt x="60" y="17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6" y="166"/>
                  </a:lnTo>
                  <a:lnTo>
                    <a:pt x="63" y="165"/>
                  </a:lnTo>
                  <a:lnTo>
                    <a:pt x="63" y="163"/>
                  </a:lnTo>
                  <a:lnTo>
                    <a:pt x="66" y="162"/>
                  </a:lnTo>
                  <a:lnTo>
                    <a:pt x="65" y="162"/>
                  </a:lnTo>
                  <a:lnTo>
                    <a:pt x="63" y="161"/>
                  </a:lnTo>
                  <a:lnTo>
                    <a:pt x="62" y="162"/>
                  </a:lnTo>
                  <a:lnTo>
                    <a:pt x="61" y="162"/>
                  </a:lnTo>
                  <a:lnTo>
                    <a:pt x="61" y="165"/>
                  </a:lnTo>
                  <a:lnTo>
                    <a:pt x="60" y="167"/>
                  </a:lnTo>
                  <a:lnTo>
                    <a:pt x="61" y="166"/>
                  </a:lnTo>
                  <a:lnTo>
                    <a:pt x="61" y="169"/>
                  </a:lnTo>
                  <a:lnTo>
                    <a:pt x="57" y="171"/>
                  </a:lnTo>
                  <a:lnTo>
                    <a:pt x="54" y="173"/>
                  </a:lnTo>
                  <a:lnTo>
                    <a:pt x="52" y="174"/>
                  </a:lnTo>
                  <a:lnTo>
                    <a:pt x="50" y="171"/>
                  </a:lnTo>
                  <a:lnTo>
                    <a:pt x="50" y="170"/>
                  </a:lnTo>
                  <a:lnTo>
                    <a:pt x="53" y="169"/>
                  </a:lnTo>
                  <a:lnTo>
                    <a:pt x="53" y="167"/>
                  </a:lnTo>
                  <a:lnTo>
                    <a:pt x="52" y="167"/>
                  </a:lnTo>
                  <a:lnTo>
                    <a:pt x="49" y="169"/>
                  </a:lnTo>
                  <a:lnTo>
                    <a:pt x="49" y="167"/>
                  </a:lnTo>
                  <a:lnTo>
                    <a:pt x="50" y="166"/>
                  </a:lnTo>
                  <a:lnTo>
                    <a:pt x="52" y="165"/>
                  </a:lnTo>
                  <a:lnTo>
                    <a:pt x="53" y="162"/>
                  </a:lnTo>
                  <a:lnTo>
                    <a:pt x="52" y="162"/>
                  </a:lnTo>
                  <a:lnTo>
                    <a:pt x="54" y="161"/>
                  </a:lnTo>
                  <a:lnTo>
                    <a:pt x="54" y="158"/>
                  </a:lnTo>
                  <a:lnTo>
                    <a:pt x="56" y="157"/>
                  </a:lnTo>
                  <a:lnTo>
                    <a:pt x="58" y="157"/>
                  </a:lnTo>
                  <a:lnTo>
                    <a:pt x="57" y="156"/>
                  </a:lnTo>
                  <a:lnTo>
                    <a:pt x="57" y="154"/>
                  </a:lnTo>
                  <a:lnTo>
                    <a:pt x="58" y="154"/>
                  </a:lnTo>
                  <a:lnTo>
                    <a:pt x="58" y="153"/>
                  </a:lnTo>
                  <a:lnTo>
                    <a:pt x="60" y="153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2" y="154"/>
                  </a:lnTo>
                  <a:lnTo>
                    <a:pt x="63" y="154"/>
                  </a:lnTo>
                  <a:lnTo>
                    <a:pt x="65" y="152"/>
                  </a:lnTo>
                  <a:lnTo>
                    <a:pt x="66" y="150"/>
                  </a:lnTo>
                  <a:lnTo>
                    <a:pt x="63" y="150"/>
                  </a:lnTo>
                  <a:lnTo>
                    <a:pt x="63" y="149"/>
                  </a:lnTo>
                  <a:lnTo>
                    <a:pt x="65" y="148"/>
                  </a:lnTo>
                  <a:lnTo>
                    <a:pt x="67" y="148"/>
                  </a:lnTo>
                  <a:lnTo>
                    <a:pt x="69" y="146"/>
                  </a:lnTo>
                  <a:lnTo>
                    <a:pt x="67" y="145"/>
                  </a:lnTo>
                  <a:lnTo>
                    <a:pt x="69" y="144"/>
                  </a:lnTo>
                  <a:lnTo>
                    <a:pt x="70" y="144"/>
                  </a:lnTo>
                  <a:lnTo>
                    <a:pt x="70" y="142"/>
                  </a:lnTo>
                  <a:lnTo>
                    <a:pt x="71" y="141"/>
                  </a:lnTo>
                  <a:lnTo>
                    <a:pt x="74" y="141"/>
                  </a:lnTo>
                  <a:lnTo>
                    <a:pt x="75" y="140"/>
                  </a:lnTo>
                  <a:lnTo>
                    <a:pt x="77" y="138"/>
                  </a:lnTo>
                  <a:lnTo>
                    <a:pt x="78" y="136"/>
                  </a:lnTo>
                  <a:lnTo>
                    <a:pt x="77" y="136"/>
                  </a:lnTo>
                  <a:lnTo>
                    <a:pt x="75" y="138"/>
                  </a:lnTo>
                  <a:lnTo>
                    <a:pt x="74" y="138"/>
                  </a:lnTo>
                  <a:lnTo>
                    <a:pt x="74" y="136"/>
                  </a:lnTo>
                  <a:lnTo>
                    <a:pt x="74" y="135"/>
                  </a:lnTo>
                  <a:lnTo>
                    <a:pt x="73" y="135"/>
                  </a:lnTo>
                  <a:lnTo>
                    <a:pt x="73" y="132"/>
                  </a:lnTo>
                  <a:lnTo>
                    <a:pt x="74" y="132"/>
                  </a:lnTo>
                  <a:lnTo>
                    <a:pt x="77" y="133"/>
                  </a:lnTo>
                  <a:lnTo>
                    <a:pt x="77" y="132"/>
                  </a:lnTo>
                  <a:lnTo>
                    <a:pt x="77" y="131"/>
                  </a:lnTo>
                  <a:lnTo>
                    <a:pt x="74" y="131"/>
                  </a:lnTo>
                  <a:lnTo>
                    <a:pt x="74" y="128"/>
                  </a:lnTo>
                  <a:lnTo>
                    <a:pt x="75" y="128"/>
                  </a:lnTo>
                  <a:lnTo>
                    <a:pt x="77" y="129"/>
                  </a:lnTo>
                  <a:lnTo>
                    <a:pt x="78" y="129"/>
                  </a:lnTo>
                  <a:lnTo>
                    <a:pt x="78" y="128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7" y="124"/>
                  </a:lnTo>
                  <a:lnTo>
                    <a:pt x="78" y="123"/>
                  </a:lnTo>
                  <a:lnTo>
                    <a:pt x="79" y="123"/>
                  </a:lnTo>
                  <a:lnTo>
                    <a:pt x="81" y="124"/>
                  </a:lnTo>
                  <a:lnTo>
                    <a:pt x="81" y="123"/>
                  </a:lnTo>
                  <a:lnTo>
                    <a:pt x="79" y="121"/>
                  </a:lnTo>
                  <a:lnTo>
                    <a:pt x="79" y="120"/>
                  </a:lnTo>
                  <a:lnTo>
                    <a:pt x="77" y="120"/>
                  </a:lnTo>
                  <a:lnTo>
                    <a:pt x="77" y="119"/>
                  </a:lnTo>
                  <a:lnTo>
                    <a:pt x="78" y="117"/>
                  </a:lnTo>
                  <a:lnTo>
                    <a:pt x="82" y="117"/>
                  </a:lnTo>
                  <a:lnTo>
                    <a:pt x="82" y="119"/>
                  </a:lnTo>
                  <a:lnTo>
                    <a:pt x="85" y="119"/>
                  </a:lnTo>
                  <a:lnTo>
                    <a:pt x="85" y="117"/>
                  </a:lnTo>
                  <a:lnTo>
                    <a:pt x="86" y="116"/>
                  </a:lnTo>
                  <a:lnTo>
                    <a:pt x="85" y="116"/>
                  </a:lnTo>
                  <a:lnTo>
                    <a:pt x="83" y="116"/>
                  </a:lnTo>
                  <a:lnTo>
                    <a:pt x="82" y="115"/>
                  </a:lnTo>
                  <a:lnTo>
                    <a:pt x="79" y="113"/>
                  </a:lnTo>
                  <a:lnTo>
                    <a:pt x="78" y="113"/>
                  </a:lnTo>
                  <a:lnTo>
                    <a:pt x="78" y="112"/>
                  </a:lnTo>
                  <a:lnTo>
                    <a:pt x="78" y="111"/>
                  </a:lnTo>
                  <a:lnTo>
                    <a:pt x="79" y="111"/>
                  </a:lnTo>
                  <a:lnTo>
                    <a:pt x="81" y="111"/>
                  </a:lnTo>
                  <a:lnTo>
                    <a:pt x="82" y="111"/>
                  </a:lnTo>
                  <a:lnTo>
                    <a:pt x="81" y="111"/>
                  </a:lnTo>
                  <a:lnTo>
                    <a:pt x="81" y="110"/>
                  </a:lnTo>
                  <a:lnTo>
                    <a:pt x="82" y="108"/>
                  </a:lnTo>
                  <a:lnTo>
                    <a:pt x="81" y="107"/>
                  </a:lnTo>
                  <a:lnTo>
                    <a:pt x="81" y="106"/>
                  </a:lnTo>
                  <a:lnTo>
                    <a:pt x="81" y="107"/>
                  </a:lnTo>
                  <a:lnTo>
                    <a:pt x="83" y="107"/>
                  </a:lnTo>
                  <a:lnTo>
                    <a:pt x="83" y="106"/>
                  </a:lnTo>
                  <a:lnTo>
                    <a:pt x="82" y="104"/>
                  </a:lnTo>
                  <a:lnTo>
                    <a:pt x="83" y="104"/>
                  </a:lnTo>
                  <a:lnTo>
                    <a:pt x="83" y="104"/>
                  </a:lnTo>
                  <a:lnTo>
                    <a:pt x="86" y="104"/>
                  </a:lnTo>
                  <a:lnTo>
                    <a:pt x="85" y="103"/>
                  </a:lnTo>
                  <a:lnTo>
                    <a:pt x="82" y="102"/>
                  </a:lnTo>
                  <a:lnTo>
                    <a:pt x="82" y="100"/>
                  </a:lnTo>
                  <a:lnTo>
                    <a:pt x="85" y="100"/>
                  </a:lnTo>
                  <a:lnTo>
                    <a:pt x="87" y="99"/>
                  </a:lnTo>
                  <a:lnTo>
                    <a:pt x="87" y="100"/>
                  </a:lnTo>
                  <a:lnTo>
                    <a:pt x="90" y="99"/>
                  </a:lnTo>
                  <a:lnTo>
                    <a:pt x="90" y="96"/>
                  </a:lnTo>
                  <a:lnTo>
                    <a:pt x="92" y="96"/>
                  </a:lnTo>
                  <a:lnTo>
                    <a:pt x="94" y="96"/>
                  </a:lnTo>
                  <a:lnTo>
                    <a:pt x="96" y="96"/>
                  </a:lnTo>
                  <a:lnTo>
                    <a:pt x="99" y="98"/>
                  </a:lnTo>
                  <a:lnTo>
                    <a:pt x="99" y="96"/>
                  </a:lnTo>
                  <a:lnTo>
                    <a:pt x="98" y="95"/>
                  </a:lnTo>
                  <a:lnTo>
                    <a:pt x="98" y="94"/>
                  </a:lnTo>
                  <a:lnTo>
                    <a:pt x="95" y="94"/>
                  </a:lnTo>
                  <a:lnTo>
                    <a:pt x="94" y="92"/>
                  </a:lnTo>
                  <a:lnTo>
                    <a:pt x="92" y="94"/>
                  </a:lnTo>
                  <a:lnTo>
                    <a:pt x="90" y="94"/>
                  </a:lnTo>
                  <a:lnTo>
                    <a:pt x="90" y="92"/>
                  </a:lnTo>
                  <a:lnTo>
                    <a:pt x="92" y="90"/>
                  </a:lnTo>
                  <a:lnTo>
                    <a:pt x="95" y="90"/>
                  </a:lnTo>
                  <a:lnTo>
                    <a:pt x="92" y="88"/>
                  </a:lnTo>
                  <a:lnTo>
                    <a:pt x="94" y="87"/>
                  </a:lnTo>
                  <a:lnTo>
                    <a:pt x="95" y="87"/>
                  </a:lnTo>
                  <a:lnTo>
                    <a:pt x="98" y="90"/>
                  </a:lnTo>
                  <a:lnTo>
                    <a:pt x="99" y="90"/>
                  </a:lnTo>
                  <a:lnTo>
                    <a:pt x="100" y="91"/>
                  </a:lnTo>
                  <a:lnTo>
                    <a:pt x="100" y="88"/>
                  </a:lnTo>
                  <a:lnTo>
                    <a:pt x="98" y="87"/>
                  </a:lnTo>
                  <a:lnTo>
                    <a:pt x="96" y="86"/>
                  </a:lnTo>
                  <a:lnTo>
                    <a:pt x="98" y="83"/>
                  </a:lnTo>
                  <a:lnTo>
                    <a:pt x="100" y="83"/>
                  </a:lnTo>
                  <a:lnTo>
                    <a:pt x="99" y="82"/>
                  </a:lnTo>
                  <a:lnTo>
                    <a:pt x="98" y="82"/>
                  </a:lnTo>
                  <a:lnTo>
                    <a:pt x="95" y="85"/>
                  </a:lnTo>
                  <a:lnTo>
                    <a:pt x="94" y="85"/>
                  </a:lnTo>
                  <a:lnTo>
                    <a:pt x="95" y="82"/>
                  </a:lnTo>
                  <a:lnTo>
                    <a:pt x="94" y="81"/>
                  </a:lnTo>
                  <a:lnTo>
                    <a:pt x="94" y="79"/>
                  </a:lnTo>
                  <a:lnTo>
                    <a:pt x="96" y="79"/>
                  </a:lnTo>
                  <a:lnTo>
                    <a:pt x="96" y="79"/>
                  </a:lnTo>
                  <a:lnTo>
                    <a:pt x="102" y="79"/>
                  </a:lnTo>
                  <a:lnTo>
                    <a:pt x="103" y="77"/>
                  </a:lnTo>
                  <a:lnTo>
                    <a:pt x="100" y="75"/>
                  </a:lnTo>
                  <a:lnTo>
                    <a:pt x="98" y="75"/>
                  </a:lnTo>
                  <a:lnTo>
                    <a:pt x="96" y="74"/>
                  </a:lnTo>
                  <a:lnTo>
                    <a:pt x="98" y="73"/>
                  </a:lnTo>
                  <a:lnTo>
                    <a:pt x="99" y="73"/>
                  </a:lnTo>
                  <a:lnTo>
                    <a:pt x="99" y="74"/>
                  </a:lnTo>
                  <a:lnTo>
                    <a:pt x="99" y="75"/>
                  </a:lnTo>
                  <a:lnTo>
                    <a:pt x="102" y="74"/>
                  </a:lnTo>
                  <a:lnTo>
                    <a:pt x="103" y="73"/>
                  </a:lnTo>
                  <a:lnTo>
                    <a:pt x="104" y="74"/>
                  </a:lnTo>
                  <a:lnTo>
                    <a:pt x="104" y="77"/>
                  </a:lnTo>
                  <a:lnTo>
                    <a:pt x="106" y="78"/>
                  </a:lnTo>
                  <a:lnTo>
                    <a:pt x="106" y="77"/>
                  </a:lnTo>
                  <a:lnTo>
                    <a:pt x="106" y="75"/>
                  </a:lnTo>
                  <a:lnTo>
                    <a:pt x="107" y="74"/>
                  </a:lnTo>
                  <a:lnTo>
                    <a:pt x="107" y="74"/>
                  </a:lnTo>
                  <a:lnTo>
                    <a:pt x="107" y="73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0"/>
                  </a:lnTo>
                  <a:lnTo>
                    <a:pt x="108" y="70"/>
                  </a:lnTo>
                  <a:lnTo>
                    <a:pt x="111" y="70"/>
                  </a:lnTo>
                  <a:lnTo>
                    <a:pt x="111" y="71"/>
                  </a:lnTo>
                  <a:lnTo>
                    <a:pt x="113" y="70"/>
                  </a:lnTo>
                  <a:lnTo>
                    <a:pt x="113" y="71"/>
                  </a:lnTo>
                  <a:lnTo>
                    <a:pt x="115" y="73"/>
                  </a:lnTo>
                  <a:lnTo>
                    <a:pt x="115" y="73"/>
                  </a:lnTo>
                  <a:lnTo>
                    <a:pt x="115" y="69"/>
                  </a:lnTo>
                  <a:lnTo>
                    <a:pt x="116" y="67"/>
                  </a:lnTo>
                  <a:lnTo>
                    <a:pt x="116" y="66"/>
                  </a:lnTo>
                  <a:lnTo>
                    <a:pt x="115" y="66"/>
                  </a:lnTo>
                  <a:lnTo>
                    <a:pt x="113" y="67"/>
                  </a:lnTo>
                  <a:lnTo>
                    <a:pt x="112" y="66"/>
                  </a:lnTo>
                  <a:lnTo>
                    <a:pt x="107" y="67"/>
                  </a:lnTo>
                  <a:lnTo>
                    <a:pt x="104" y="67"/>
                  </a:lnTo>
                  <a:lnTo>
                    <a:pt x="106" y="65"/>
                  </a:lnTo>
                  <a:lnTo>
                    <a:pt x="108" y="65"/>
                  </a:lnTo>
                  <a:lnTo>
                    <a:pt x="110" y="63"/>
                  </a:lnTo>
                  <a:lnTo>
                    <a:pt x="108" y="63"/>
                  </a:lnTo>
                  <a:lnTo>
                    <a:pt x="110" y="61"/>
                  </a:lnTo>
                  <a:lnTo>
                    <a:pt x="112" y="61"/>
                  </a:lnTo>
                  <a:lnTo>
                    <a:pt x="112" y="62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0"/>
                  </a:lnTo>
                  <a:lnTo>
                    <a:pt x="115" y="60"/>
                  </a:lnTo>
                  <a:lnTo>
                    <a:pt x="116" y="58"/>
                  </a:lnTo>
                  <a:lnTo>
                    <a:pt x="115" y="58"/>
                  </a:lnTo>
                  <a:lnTo>
                    <a:pt x="116" y="57"/>
                  </a:lnTo>
                  <a:lnTo>
                    <a:pt x="117" y="57"/>
                  </a:lnTo>
                  <a:lnTo>
                    <a:pt x="116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2"/>
                  </a:lnTo>
                  <a:lnTo>
                    <a:pt x="119" y="52"/>
                  </a:lnTo>
                  <a:lnTo>
                    <a:pt x="120" y="53"/>
                  </a:lnTo>
                  <a:lnTo>
                    <a:pt x="120" y="50"/>
                  </a:lnTo>
                  <a:lnTo>
                    <a:pt x="120" y="49"/>
                  </a:lnTo>
                  <a:lnTo>
                    <a:pt x="120" y="45"/>
                  </a:lnTo>
                  <a:lnTo>
                    <a:pt x="121" y="45"/>
                  </a:lnTo>
                  <a:lnTo>
                    <a:pt x="121" y="46"/>
                  </a:lnTo>
                  <a:lnTo>
                    <a:pt x="123" y="46"/>
                  </a:lnTo>
                  <a:lnTo>
                    <a:pt x="123" y="49"/>
                  </a:lnTo>
                  <a:lnTo>
                    <a:pt x="125" y="52"/>
                  </a:lnTo>
                  <a:lnTo>
                    <a:pt x="124" y="49"/>
                  </a:lnTo>
                  <a:lnTo>
                    <a:pt x="127" y="48"/>
                  </a:lnTo>
                  <a:lnTo>
                    <a:pt x="128" y="49"/>
                  </a:lnTo>
                  <a:lnTo>
                    <a:pt x="128" y="48"/>
                  </a:lnTo>
                  <a:lnTo>
                    <a:pt x="125" y="48"/>
                  </a:lnTo>
                  <a:lnTo>
                    <a:pt x="123" y="45"/>
                  </a:lnTo>
                  <a:lnTo>
                    <a:pt x="123" y="44"/>
                  </a:lnTo>
                  <a:lnTo>
                    <a:pt x="127" y="42"/>
                  </a:lnTo>
                  <a:lnTo>
                    <a:pt x="127" y="42"/>
                  </a:lnTo>
                  <a:lnTo>
                    <a:pt x="128" y="48"/>
                  </a:lnTo>
                  <a:lnTo>
                    <a:pt x="131" y="48"/>
                  </a:lnTo>
                  <a:lnTo>
                    <a:pt x="132" y="52"/>
                  </a:lnTo>
                  <a:lnTo>
                    <a:pt x="133" y="49"/>
                  </a:lnTo>
                  <a:lnTo>
                    <a:pt x="132" y="48"/>
                  </a:lnTo>
                  <a:lnTo>
                    <a:pt x="129" y="45"/>
                  </a:lnTo>
                  <a:lnTo>
                    <a:pt x="129" y="42"/>
                  </a:lnTo>
                  <a:lnTo>
                    <a:pt x="128" y="41"/>
                  </a:lnTo>
                  <a:lnTo>
                    <a:pt x="129" y="37"/>
                  </a:lnTo>
                  <a:lnTo>
                    <a:pt x="132" y="36"/>
                  </a:lnTo>
                  <a:lnTo>
                    <a:pt x="133" y="37"/>
                  </a:lnTo>
                  <a:lnTo>
                    <a:pt x="135" y="40"/>
                  </a:lnTo>
                  <a:lnTo>
                    <a:pt x="133" y="42"/>
                  </a:lnTo>
                  <a:lnTo>
                    <a:pt x="133" y="45"/>
                  </a:lnTo>
                  <a:lnTo>
                    <a:pt x="135" y="42"/>
                  </a:lnTo>
                  <a:lnTo>
                    <a:pt x="135" y="41"/>
                  </a:lnTo>
                  <a:lnTo>
                    <a:pt x="135" y="38"/>
                  </a:lnTo>
                  <a:lnTo>
                    <a:pt x="137" y="33"/>
                  </a:lnTo>
                  <a:lnTo>
                    <a:pt x="139" y="33"/>
                  </a:lnTo>
                  <a:lnTo>
                    <a:pt x="140" y="40"/>
                  </a:lnTo>
                  <a:lnTo>
                    <a:pt x="139" y="42"/>
                  </a:lnTo>
                  <a:lnTo>
                    <a:pt x="140" y="44"/>
                  </a:lnTo>
                  <a:lnTo>
                    <a:pt x="137" y="45"/>
                  </a:lnTo>
                  <a:lnTo>
                    <a:pt x="137" y="46"/>
                  </a:lnTo>
                  <a:lnTo>
                    <a:pt x="140" y="45"/>
                  </a:lnTo>
                  <a:lnTo>
                    <a:pt x="141" y="42"/>
                  </a:lnTo>
                  <a:lnTo>
                    <a:pt x="142" y="41"/>
                  </a:lnTo>
                  <a:lnTo>
                    <a:pt x="144" y="41"/>
                  </a:lnTo>
                  <a:lnTo>
                    <a:pt x="145" y="42"/>
                  </a:lnTo>
                  <a:lnTo>
                    <a:pt x="144" y="40"/>
                  </a:lnTo>
                  <a:lnTo>
                    <a:pt x="142" y="38"/>
                  </a:lnTo>
                  <a:lnTo>
                    <a:pt x="141" y="37"/>
                  </a:lnTo>
                  <a:lnTo>
                    <a:pt x="144" y="35"/>
                  </a:lnTo>
                  <a:lnTo>
                    <a:pt x="144" y="33"/>
                  </a:lnTo>
                  <a:lnTo>
                    <a:pt x="145" y="32"/>
                  </a:lnTo>
                  <a:lnTo>
                    <a:pt x="146" y="35"/>
                  </a:lnTo>
                  <a:lnTo>
                    <a:pt x="148" y="33"/>
                  </a:lnTo>
                  <a:lnTo>
                    <a:pt x="148" y="32"/>
                  </a:lnTo>
                  <a:lnTo>
                    <a:pt x="149" y="33"/>
                  </a:lnTo>
                  <a:lnTo>
                    <a:pt x="152" y="35"/>
                  </a:lnTo>
                  <a:lnTo>
                    <a:pt x="153" y="37"/>
                  </a:lnTo>
                  <a:lnTo>
                    <a:pt x="154" y="37"/>
                  </a:lnTo>
                  <a:lnTo>
                    <a:pt x="156" y="36"/>
                  </a:lnTo>
                  <a:lnTo>
                    <a:pt x="153" y="33"/>
                  </a:lnTo>
                  <a:lnTo>
                    <a:pt x="153" y="32"/>
                  </a:lnTo>
                  <a:lnTo>
                    <a:pt x="154" y="29"/>
                  </a:lnTo>
                  <a:lnTo>
                    <a:pt x="152" y="29"/>
                  </a:lnTo>
                  <a:lnTo>
                    <a:pt x="150" y="28"/>
                  </a:lnTo>
                  <a:lnTo>
                    <a:pt x="149" y="28"/>
                  </a:lnTo>
                  <a:lnTo>
                    <a:pt x="146" y="25"/>
                  </a:lnTo>
                  <a:lnTo>
                    <a:pt x="146" y="24"/>
                  </a:lnTo>
                  <a:lnTo>
                    <a:pt x="148" y="24"/>
                  </a:lnTo>
                  <a:lnTo>
                    <a:pt x="150" y="21"/>
                  </a:lnTo>
                  <a:lnTo>
                    <a:pt x="150" y="24"/>
                  </a:lnTo>
                  <a:lnTo>
                    <a:pt x="152" y="23"/>
                  </a:lnTo>
                  <a:lnTo>
                    <a:pt x="153" y="23"/>
                  </a:lnTo>
                  <a:lnTo>
                    <a:pt x="157" y="25"/>
                  </a:lnTo>
                  <a:lnTo>
                    <a:pt x="160" y="25"/>
                  </a:lnTo>
                  <a:lnTo>
                    <a:pt x="161" y="25"/>
                  </a:lnTo>
                  <a:lnTo>
                    <a:pt x="164" y="25"/>
                  </a:lnTo>
                  <a:lnTo>
                    <a:pt x="162" y="28"/>
                  </a:lnTo>
                  <a:lnTo>
                    <a:pt x="164" y="28"/>
                  </a:lnTo>
                  <a:lnTo>
                    <a:pt x="164" y="31"/>
                  </a:lnTo>
                  <a:lnTo>
                    <a:pt x="167" y="31"/>
                  </a:lnTo>
                  <a:lnTo>
                    <a:pt x="167" y="31"/>
                  </a:lnTo>
                  <a:lnTo>
                    <a:pt x="167" y="29"/>
                  </a:lnTo>
                  <a:lnTo>
                    <a:pt x="165" y="28"/>
                  </a:lnTo>
                  <a:lnTo>
                    <a:pt x="166" y="27"/>
                  </a:lnTo>
                  <a:lnTo>
                    <a:pt x="165" y="25"/>
                  </a:lnTo>
                  <a:lnTo>
                    <a:pt x="166" y="24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6" y="20"/>
                  </a:lnTo>
                  <a:lnTo>
                    <a:pt x="169" y="20"/>
                  </a:lnTo>
                  <a:lnTo>
                    <a:pt x="170" y="17"/>
                  </a:lnTo>
                  <a:lnTo>
                    <a:pt x="170" y="17"/>
                  </a:lnTo>
                  <a:lnTo>
                    <a:pt x="173" y="19"/>
                  </a:lnTo>
                  <a:lnTo>
                    <a:pt x="174" y="17"/>
                  </a:lnTo>
                  <a:lnTo>
                    <a:pt x="173" y="17"/>
                  </a:lnTo>
                  <a:lnTo>
                    <a:pt x="173" y="16"/>
                  </a:lnTo>
                  <a:lnTo>
                    <a:pt x="174" y="15"/>
                  </a:lnTo>
                  <a:lnTo>
                    <a:pt x="175" y="16"/>
                  </a:lnTo>
                  <a:lnTo>
                    <a:pt x="177" y="15"/>
                  </a:lnTo>
                  <a:lnTo>
                    <a:pt x="175" y="13"/>
                  </a:lnTo>
                  <a:lnTo>
                    <a:pt x="173" y="11"/>
                  </a:lnTo>
                  <a:lnTo>
                    <a:pt x="173" y="10"/>
                  </a:lnTo>
                  <a:lnTo>
                    <a:pt x="174" y="10"/>
                  </a:lnTo>
                  <a:lnTo>
                    <a:pt x="175" y="10"/>
                  </a:lnTo>
                  <a:lnTo>
                    <a:pt x="175" y="11"/>
                  </a:lnTo>
                  <a:lnTo>
                    <a:pt x="177" y="10"/>
                  </a:lnTo>
                  <a:lnTo>
                    <a:pt x="177" y="7"/>
                  </a:lnTo>
                  <a:lnTo>
                    <a:pt x="178" y="6"/>
                  </a:lnTo>
                  <a:lnTo>
                    <a:pt x="179" y="7"/>
                  </a:lnTo>
                  <a:lnTo>
                    <a:pt x="181" y="8"/>
                  </a:lnTo>
                  <a:lnTo>
                    <a:pt x="181" y="10"/>
                  </a:lnTo>
                  <a:lnTo>
                    <a:pt x="182" y="8"/>
                  </a:lnTo>
                  <a:lnTo>
                    <a:pt x="182" y="7"/>
                  </a:lnTo>
                  <a:lnTo>
                    <a:pt x="183" y="6"/>
                  </a:lnTo>
                  <a:lnTo>
                    <a:pt x="185" y="8"/>
                  </a:lnTo>
                  <a:lnTo>
                    <a:pt x="187" y="8"/>
                  </a:lnTo>
                  <a:lnTo>
                    <a:pt x="187" y="10"/>
                  </a:lnTo>
                  <a:lnTo>
                    <a:pt x="186" y="10"/>
                  </a:lnTo>
                  <a:lnTo>
                    <a:pt x="186" y="12"/>
                  </a:lnTo>
                  <a:lnTo>
                    <a:pt x="182" y="16"/>
                  </a:lnTo>
                  <a:lnTo>
                    <a:pt x="183" y="19"/>
                  </a:lnTo>
                  <a:lnTo>
                    <a:pt x="183" y="20"/>
                  </a:lnTo>
                  <a:lnTo>
                    <a:pt x="183" y="21"/>
                  </a:lnTo>
                  <a:lnTo>
                    <a:pt x="181" y="25"/>
                  </a:lnTo>
                  <a:lnTo>
                    <a:pt x="182" y="27"/>
                  </a:lnTo>
                  <a:lnTo>
                    <a:pt x="182" y="28"/>
                  </a:lnTo>
                  <a:lnTo>
                    <a:pt x="183" y="28"/>
                  </a:lnTo>
                  <a:lnTo>
                    <a:pt x="186" y="24"/>
                  </a:lnTo>
                  <a:lnTo>
                    <a:pt x="187" y="21"/>
                  </a:lnTo>
                  <a:lnTo>
                    <a:pt x="186" y="21"/>
                  </a:lnTo>
                  <a:lnTo>
                    <a:pt x="187" y="17"/>
                  </a:lnTo>
                  <a:lnTo>
                    <a:pt x="190" y="13"/>
                  </a:lnTo>
                  <a:lnTo>
                    <a:pt x="190" y="11"/>
                  </a:lnTo>
                  <a:lnTo>
                    <a:pt x="193" y="6"/>
                  </a:lnTo>
                  <a:lnTo>
                    <a:pt x="194" y="6"/>
                  </a:lnTo>
                  <a:lnTo>
                    <a:pt x="195" y="7"/>
                  </a:lnTo>
                  <a:lnTo>
                    <a:pt x="195" y="11"/>
                  </a:lnTo>
                  <a:lnTo>
                    <a:pt x="194" y="12"/>
                  </a:lnTo>
                  <a:lnTo>
                    <a:pt x="193" y="13"/>
                  </a:lnTo>
                  <a:lnTo>
                    <a:pt x="195" y="13"/>
                  </a:lnTo>
                  <a:lnTo>
                    <a:pt x="193" y="17"/>
                  </a:lnTo>
                  <a:lnTo>
                    <a:pt x="194" y="20"/>
                  </a:lnTo>
                  <a:lnTo>
                    <a:pt x="195" y="19"/>
                  </a:lnTo>
                  <a:lnTo>
                    <a:pt x="195" y="19"/>
                  </a:lnTo>
                  <a:lnTo>
                    <a:pt x="196" y="17"/>
                  </a:lnTo>
                  <a:lnTo>
                    <a:pt x="198" y="19"/>
                  </a:lnTo>
                  <a:lnTo>
                    <a:pt x="199" y="17"/>
                  </a:lnTo>
                  <a:lnTo>
                    <a:pt x="198" y="15"/>
                  </a:lnTo>
                  <a:lnTo>
                    <a:pt x="199" y="15"/>
                  </a:lnTo>
                  <a:lnTo>
                    <a:pt x="199" y="13"/>
                  </a:lnTo>
                  <a:lnTo>
                    <a:pt x="199" y="12"/>
                  </a:lnTo>
                  <a:lnTo>
                    <a:pt x="200" y="11"/>
                  </a:lnTo>
                  <a:lnTo>
                    <a:pt x="200" y="10"/>
                  </a:lnTo>
                  <a:lnTo>
                    <a:pt x="202" y="10"/>
                  </a:lnTo>
                  <a:lnTo>
                    <a:pt x="202" y="8"/>
                  </a:lnTo>
                  <a:lnTo>
                    <a:pt x="200" y="7"/>
                  </a:lnTo>
                  <a:lnTo>
                    <a:pt x="199" y="7"/>
                  </a:lnTo>
                  <a:lnTo>
                    <a:pt x="199" y="7"/>
                  </a:lnTo>
                  <a:lnTo>
                    <a:pt x="199" y="4"/>
                  </a:lnTo>
                  <a:lnTo>
                    <a:pt x="200" y="3"/>
                  </a:lnTo>
                  <a:lnTo>
                    <a:pt x="202" y="6"/>
                  </a:lnTo>
                  <a:lnTo>
                    <a:pt x="203" y="6"/>
                  </a:lnTo>
                  <a:lnTo>
                    <a:pt x="204" y="4"/>
                  </a:lnTo>
                  <a:lnTo>
                    <a:pt x="203" y="3"/>
                  </a:lnTo>
                  <a:lnTo>
                    <a:pt x="203" y="2"/>
                  </a:lnTo>
                  <a:lnTo>
                    <a:pt x="204" y="0"/>
                  </a:lnTo>
                  <a:lnTo>
                    <a:pt x="206" y="2"/>
                  </a:lnTo>
                  <a:lnTo>
                    <a:pt x="207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1" name="Freeform 376"/>
            <p:cNvSpPr>
              <a:spLocks noEditPoints="1"/>
            </p:cNvSpPr>
            <p:nvPr/>
          </p:nvSpPr>
          <p:spPr bwMode="auto">
            <a:xfrm>
              <a:off x="6054567" y="1805043"/>
              <a:ext cx="299454" cy="677579"/>
            </a:xfrm>
            <a:custGeom>
              <a:avLst/>
              <a:gdLst>
                <a:gd name="T0" fmla="*/ 58 w 118"/>
                <a:gd name="T1" fmla="*/ 255 h 267"/>
                <a:gd name="T2" fmla="*/ 59 w 118"/>
                <a:gd name="T3" fmla="*/ 238 h 267"/>
                <a:gd name="T4" fmla="*/ 81 w 118"/>
                <a:gd name="T5" fmla="*/ 233 h 267"/>
                <a:gd name="T6" fmla="*/ 77 w 118"/>
                <a:gd name="T7" fmla="*/ 242 h 267"/>
                <a:gd name="T8" fmla="*/ 73 w 118"/>
                <a:gd name="T9" fmla="*/ 235 h 267"/>
                <a:gd name="T10" fmla="*/ 85 w 118"/>
                <a:gd name="T11" fmla="*/ 223 h 267"/>
                <a:gd name="T12" fmla="*/ 4 w 118"/>
                <a:gd name="T13" fmla="*/ 221 h 267"/>
                <a:gd name="T14" fmla="*/ 83 w 118"/>
                <a:gd name="T15" fmla="*/ 215 h 267"/>
                <a:gd name="T16" fmla="*/ 73 w 118"/>
                <a:gd name="T17" fmla="*/ 201 h 267"/>
                <a:gd name="T18" fmla="*/ 87 w 118"/>
                <a:gd name="T19" fmla="*/ 9 h 267"/>
                <a:gd name="T20" fmla="*/ 102 w 118"/>
                <a:gd name="T21" fmla="*/ 18 h 267"/>
                <a:gd name="T22" fmla="*/ 106 w 118"/>
                <a:gd name="T23" fmla="*/ 31 h 267"/>
                <a:gd name="T24" fmla="*/ 112 w 118"/>
                <a:gd name="T25" fmla="*/ 47 h 267"/>
                <a:gd name="T26" fmla="*/ 117 w 118"/>
                <a:gd name="T27" fmla="*/ 65 h 267"/>
                <a:gd name="T28" fmla="*/ 110 w 118"/>
                <a:gd name="T29" fmla="*/ 71 h 267"/>
                <a:gd name="T30" fmla="*/ 100 w 118"/>
                <a:gd name="T31" fmla="*/ 69 h 267"/>
                <a:gd name="T32" fmla="*/ 97 w 118"/>
                <a:gd name="T33" fmla="*/ 76 h 267"/>
                <a:gd name="T34" fmla="*/ 92 w 118"/>
                <a:gd name="T35" fmla="*/ 81 h 267"/>
                <a:gd name="T36" fmla="*/ 91 w 118"/>
                <a:gd name="T37" fmla="*/ 89 h 267"/>
                <a:gd name="T38" fmla="*/ 93 w 118"/>
                <a:gd name="T39" fmla="*/ 98 h 267"/>
                <a:gd name="T40" fmla="*/ 87 w 118"/>
                <a:gd name="T41" fmla="*/ 110 h 267"/>
                <a:gd name="T42" fmla="*/ 77 w 118"/>
                <a:gd name="T43" fmla="*/ 119 h 267"/>
                <a:gd name="T44" fmla="*/ 71 w 118"/>
                <a:gd name="T45" fmla="*/ 123 h 267"/>
                <a:gd name="T46" fmla="*/ 67 w 118"/>
                <a:gd name="T47" fmla="*/ 130 h 267"/>
                <a:gd name="T48" fmla="*/ 55 w 118"/>
                <a:gd name="T49" fmla="*/ 138 h 267"/>
                <a:gd name="T50" fmla="*/ 59 w 118"/>
                <a:gd name="T51" fmla="*/ 156 h 267"/>
                <a:gd name="T52" fmla="*/ 56 w 118"/>
                <a:gd name="T53" fmla="*/ 164 h 267"/>
                <a:gd name="T54" fmla="*/ 62 w 118"/>
                <a:gd name="T55" fmla="*/ 173 h 267"/>
                <a:gd name="T56" fmla="*/ 73 w 118"/>
                <a:gd name="T57" fmla="*/ 183 h 267"/>
                <a:gd name="T58" fmla="*/ 66 w 118"/>
                <a:gd name="T59" fmla="*/ 196 h 267"/>
                <a:gd name="T60" fmla="*/ 58 w 118"/>
                <a:gd name="T61" fmla="*/ 192 h 267"/>
                <a:gd name="T62" fmla="*/ 48 w 118"/>
                <a:gd name="T63" fmla="*/ 196 h 267"/>
                <a:gd name="T64" fmla="*/ 63 w 118"/>
                <a:gd name="T65" fmla="*/ 200 h 267"/>
                <a:gd name="T66" fmla="*/ 71 w 118"/>
                <a:gd name="T67" fmla="*/ 204 h 267"/>
                <a:gd name="T68" fmla="*/ 64 w 118"/>
                <a:gd name="T69" fmla="*/ 206 h 267"/>
                <a:gd name="T70" fmla="*/ 58 w 118"/>
                <a:gd name="T71" fmla="*/ 211 h 267"/>
                <a:gd name="T72" fmla="*/ 59 w 118"/>
                <a:gd name="T73" fmla="*/ 218 h 267"/>
                <a:gd name="T74" fmla="*/ 58 w 118"/>
                <a:gd name="T75" fmla="*/ 229 h 267"/>
                <a:gd name="T76" fmla="*/ 55 w 118"/>
                <a:gd name="T77" fmla="*/ 247 h 267"/>
                <a:gd name="T78" fmla="*/ 39 w 118"/>
                <a:gd name="T79" fmla="*/ 255 h 267"/>
                <a:gd name="T80" fmla="*/ 33 w 118"/>
                <a:gd name="T81" fmla="*/ 267 h 267"/>
                <a:gd name="T82" fmla="*/ 17 w 118"/>
                <a:gd name="T83" fmla="*/ 258 h 267"/>
                <a:gd name="T84" fmla="*/ 17 w 118"/>
                <a:gd name="T85" fmla="*/ 248 h 267"/>
                <a:gd name="T86" fmla="*/ 8 w 118"/>
                <a:gd name="T87" fmla="*/ 231 h 267"/>
                <a:gd name="T88" fmla="*/ 8 w 118"/>
                <a:gd name="T89" fmla="*/ 219 h 267"/>
                <a:gd name="T90" fmla="*/ 4 w 118"/>
                <a:gd name="T91" fmla="*/ 221 h 267"/>
                <a:gd name="T92" fmla="*/ 1 w 118"/>
                <a:gd name="T93" fmla="*/ 205 h 267"/>
                <a:gd name="T94" fmla="*/ 4 w 118"/>
                <a:gd name="T95" fmla="*/ 193 h 267"/>
                <a:gd name="T96" fmla="*/ 12 w 118"/>
                <a:gd name="T97" fmla="*/ 180 h 267"/>
                <a:gd name="T98" fmla="*/ 14 w 118"/>
                <a:gd name="T99" fmla="*/ 158 h 267"/>
                <a:gd name="T100" fmla="*/ 6 w 118"/>
                <a:gd name="T101" fmla="*/ 131 h 267"/>
                <a:gd name="T102" fmla="*/ 17 w 118"/>
                <a:gd name="T103" fmla="*/ 108 h 267"/>
                <a:gd name="T104" fmla="*/ 23 w 118"/>
                <a:gd name="T105" fmla="*/ 76 h 267"/>
                <a:gd name="T106" fmla="*/ 33 w 118"/>
                <a:gd name="T107" fmla="*/ 60 h 267"/>
                <a:gd name="T108" fmla="*/ 38 w 118"/>
                <a:gd name="T109" fmla="*/ 34 h 267"/>
                <a:gd name="T110" fmla="*/ 50 w 118"/>
                <a:gd name="T111" fmla="*/ 23 h 267"/>
                <a:gd name="T112" fmla="*/ 55 w 118"/>
                <a:gd name="T113" fmla="*/ 17 h 267"/>
                <a:gd name="T114" fmla="*/ 70 w 118"/>
                <a:gd name="T115" fmla="*/ 14 h 267"/>
                <a:gd name="T116" fmla="*/ 73 w 118"/>
                <a:gd name="T117" fmla="*/ 6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8" h="267">
                  <a:moveTo>
                    <a:pt x="60" y="236"/>
                  </a:moveTo>
                  <a:lnTo>
                    <a:pt x="62" y="238"/>
                  </a:lnTo>
                  <a:lnTo>
                    <a:pt x="62" y="240"/>
                  </a:lnTo>
                  <a:lnTo>
                    <a:pt x="60" y="244"/>
                  </a:lnTo>
                  <a:lnTo>
                    <a:pt x="60" y="248"/>
                  </a:lnTo>
                  <a:lnTo>
                    <a:pt x="59" y="252"/>
                  </a:lnTo>
                  <a:lnTo>
                    <a:pt x="58" y="255"/>
                  </a:lnTo>
                  <a:lnTo>
                    <a:pt x="56" y="254"/>
                  </a:lnTo>
                  <a:lnTo>
                    <a:pt x="56" y="252"/>
                  </a:lnTo>
                  <a:lnTo>
                    <a:pt x="56" y="250"/>
                  </a:lnTo>
                  <a:lnTo>
                    <a:pt x="58" y="243"/>
                  </a:lnTo>
                  <a:lnTo>
                    <a:pt x="59" y="243"/>
                  </a:lnTo>
                  <a:lnTo>
                    <a:pt x="59" y="239"/>
                  </a:lnTo>
                  <a:lnTo>
                    <a:pt x="59" y="238"/>
                  </a:lnTo>
                  <a:lnTo>
                    <a:pt x="60" y="236"/>
                  </a:lnTo>
                  <a:close/>
                  <a:moveTo>
                    <a:pt x="80" y="226"/>
                  </a:moveTo>
                  <a:lnTo>
                    <a:pt x="83" y="226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0" y="230"/>
                  </a:lnTo>
                  <a:lnTo>
                    <a:pt x="81" y="233"/>
                  </a:lnTo>
                  <a:lnTo>
                    <a:pt x="81" y="233"/>
                  </a:lnTo>
                  <a:lnTo>
                    <a:pt x="80" y="235"/>
                  </a:lnTo>
                  <a:lnTo>
                    <a:pt x="80" y="236"/>
                  </a:lnTo>
                  <a:lnTo>
                    <a:pt x="77" y="239"/>
                  </a:lnTo>
                  <a:lnTo>
                    <a:pt x="76" y="240"/>
                  </a:lnTo>
                  <a:lnTo>
                    <a:pt x="77" y="240"/>
                  </a:lnTo>
                  <a:lnTo>
                    <a:pt x="77" y="242"/>
                  </a:lnTo>
                  <a:lnTo>
                    <a:pt x="75" y="243"/>
                  </a:lnTo>
                  <a:lnTo>
                    <a:pt x="73" y="242"/>
                  </a:lnTo>
                  <a:lnTo>
                    <a:pt x="75" y="240"/>
                  </a:lnTo>
                  <a:lnTo>
                    <a:pt x="76" y="238"/>
                  </a:lnTo>
                  <a:lnTo>
                    <a:pt x="75" y="239"/>
                  </a:lnTo>
                  <a:lnTo>
                    <a:pt x="72" y="235"/>
                  </a:lnTo>
                  <a:lnTo>
                    <a:pt x="73" y="235"/>
                  </a:lnTo>
                  <a:lnTo>
                    <a:pt x="72" y="233"/>
                  </a:lnTo>
                  <a:lnTo>
                    <a:pt x="75" y="230"/>
                  </a:lnTo>
                  <a:lnTo>
                    <a:pt x="75" y="229"/>
                  </a:lnTo>
                  <a:lnTo>
                    <a:pt x="77" y="226"/>
                  </a:lnTo>
                  <a:lnTo>
                    <a:pt x="80" y="226"/>
                  </a:lnTo>
                  <a:lnTo>
                    <a:pt x="80" y="226"/>
                  </a:lnTo>
                  <a:close/>
                  <a:moveTo>
                    <a:pt x="85" y="223"/>
                  </a:moveTo>
                  <a:lnTo>
                    <a:pt x="87" y="225"/>
                  </a:lnTo>
                  <a:lnTo>
                    <a:pt x="84" y="225"/>
                  </a:lnTo>
                  <a:lnTo>
                    <a:pt x="83" y="226"/>
                  </a:lnTo>
                  <a:lnTo>
                    <a:pt x="83" y="225"/>
                  </a:lnTo>
                  <a:lnTo>
                    <a:pt x="84" y="223"/>
                  </a:lnTo>
                  <a:lnTo>
                    <a:pt x="85" y="223"/>
                  </a:lnTo>
                  <a:close/>
                  <a:moveTo>
                    <a:pt x="4" y="221"/>
                  </a:moveTo>
                  <a:lnTo>
                    <a:pt x="4" y="223"/>
                  </a:lnTo>
                  <a:lnTo>
                    <a:pt x="2" y="223"/>
                  </a:lnTo>
                  <a:lnTo>
                    <a:pt x="2" y="221"/>
                  </a:lnTo>
                  <a:lnTo>
                    <a:pt x="4" y="221"/>
                  </a:lnTo>
                  <a:close/>
                  <a:moveTo>
                    <a:pt x="83" y="213"/>
                  </a:moveTo>
                  <a:lnTo>
                    <a:pt x="84" y="214"/>
                  </a:lnTo>
                  <a:lnTo>
                    <a:pt x="83" y="215"/>
                  </a:lnTo>
                  <a:lnTo>
                    <a:pt x="81" y="214"/>
                  </a:lnTo>
                  <a:lnTo>
                    <a:pt x="83" y="213"/>
                  </a:lnTo>
                  <a:close/>
                  <a:moveTo>
                    <a:pt x="73" y="194"/>
                  </a:moveTo>
                  <a:lnTo>
                    <a:pt x="76" y="194"/>
                  </a:lnTo>
                  <a:lnTo>
                    <a:pt x="76" y="196"/>
                  </a:lnTo>
                  <a:lnTo>
                    <a:pt x="73" y="198"/>
                  </a:lnTo>
                  <a:lnTo>
                    <a:pt x="73" y="201"/>
                  </a:lnTo>
                  <a:lnTo>
                    <a:pt x="72" y="200"/>
                  </a:lnTo>
                  <a:lnTo>
                    <a:pt x="71" y="197"/>
                  </a:lnTo>
                  <a:lnTo>
                    <a:pt x="73" y="194"/>
                  </a:lnTo>
                  <a:close/>
                  <a:moveTo>
                    <a:pt x="77" y="0"/>
                  </a:moveTo>
                  <a:lnTo>
                    <a:pt x="80" y="2"/>
                  </a:lnTo>
                  <a:lnTo>
                    <a:pt x="83" y="4"/>
                  </a:lnTo>
                  <a:lnTo>
                    <a:pt x="87" y="9"/>
                  </a:lnTo>
                  <a:lnTo>
                    <a:pt x="89" y="11"/>
                  </a:lnTo>
                  <a:lnTo>
                    <a:pt x="95" y="11"/>
                  </a:lnTo>
                  <a:lnTo>
                    <a:pt x="96" y="13"/>
                  </a:lnTo>
                  <a:lnTo>
                    <a:pt x="98" y="13"/>
                  </a:lnTo>
                  <a:lnTo>
                    <a:pt x="100" y="15"/>
                  </a:lnTo>
                  <a:lnTo>
                    <a:pt x="101" y="18"/>
                  </a:lnTo>
                  <a:lnTo>
                    <a:pt x="102" y="18"/>
                  </a:lnTo>
                  <a:lnTo>
                    <a:pt x="102" y="18"/>
                  </a:lnTo>
                  <a:lnTo>
                    <a:pt x="105" y="21"/>
                  </a:lnTo>
                  <a:lnTo>
                    <a:pt x="106" y="21"/>
                  </a:lnTo>
                  <a:lnTo>
                    <a:pt x="108" y="22"/>
                  </a:lnTo>
                  <a:lnTo>
                    <a:pt x="106" y="25"/>
                  </a:lnTo>
                  <a:lnTo>
                    <a:pt x="108" y="29"/>
                  </a:lnTo>
                  <a:lnTo>
                    <a:pt x="106" y="31"/>
                  </a:lnTo>
                  <a:lnTo>
                    <a:pt x="106" y="34"/>
                  </a:lnTo>
                  <a:lnTo>
                    <a:pt x="110" y="34"/>
                  </a:lnTo>
                  <a:lnTo>
                    <a:pt x="110" y="36"/>
                  </a:lnTo>
                  <a:lnTo>
                    <a:pt x="109" y="38"/>
                  </a:lnTo>
                  <a:lnTo>
                    <a:pt x="110" y="42"/>
                  </a:lnTo>
                  <a:lnTo>
                    <a:pt x="112" y="43"/>
                  </a:lnTo>
                  <a:lnTo>
                    <a:pt x="112" y="47"/>
                  </a:lnTo>
                  <a:lnTo>
                    <a:pt x="112" y="50"/>
                  </a:lnTo>
                  <a:lnTo>
                    <a:pt x="112" y="51"/>
                  </a:lnTo>
                  <a:lnTo>
                    <a:pt x="112" y="56"/>
                  </a:lnTo>
                  <a:lnTo>
                    <a:pt x="112" y="58"/>
                  </a:lnTo>
                  <a:lnTo>
                    <a:pt x="112" y="61"/>
                  </a:lnTo>
                  <a:lnTo>
                    <a:pt x="114" y="61"/>
                  </a:lnTo>
                  <a:lnTo>
                    <a:pt x="117" y="65"/>
                  </a:lnTo>
                  <a:lnTo>
                    <a:pt x="118" y="67"/>
                  </a:lnTo>
                  <a:lnTo>
                    <a:pt x="118" y="69"/>
                  </a:lnTo>
                  <a:lnTo>
                    <a:pt x="118" y="69"/>
                  </a:lnTo>
                  <a:lnTo>
                    <a:pt x="116" y="71"/>
                  </a:lnTo>
                  <a:lnTo>
                    <a:pt x="114" y="71"/>
                  </a:lnTo>
                  <a:lnTo>
                    <a:pt x="113" y="69"/>
                  </a:lnTo>
                  <a:lnTo>
                    <a:pt x="110" y="71"/>
                  </a:lnTo>
                  <a:lnTo>
                    <a:pt x="108" y="69"/>
                  </a:lnTo>
                  <a:lnTo>
                    <a:pt x="106" y="72"/>
                  </a:lnTo>
                  <a:lnTo>
                    <a:pt x="105" y="71"/>
                  </a:lnTo>
                  <a:lnTo>
                    <a:pt x="104" y="69"/>
                  </a:lnTo>
                  <a:lnTo>
                    <a:pt x="102" y="72"/>
                  </a:lnTo>
                  <a:lnTo>
                    <a:pt x="101" y="69"/>
                  </a:lnTo>
                  <a:lnTo>
                    <a:pt x="100" y="69"/>
                  </a:lnTo>
                  <a:lnTo>
                    <a:pt x="100" y="72"/>
                  </a:lnTo>
                  <a:lnTo>
                    <a:pt x="98" y="73"/>
                  </a:lnTo>
                  <a:lnTo>
                    <a:pt x="97" y="75"/>
                  </a:lnTo>
                  <a:lnTo>
                    <a:pt x="96" y="73"/>
                  </a:lnTo>
                  <a:lnTo>
                    <a:pt x="95" y="72"/>
                  </a:lnTo>
                  <a:lnTo>
                    <a:pt x="96" y="76"/>
                  </a:lnTo>
                  <a:lnTo>
                    <a:pt x="97" y="76"/>
                  </a:lnTo>
                  <a:lnTo>
                    <a:pt x="95" y="79"/>
                  </a:lnTo>
                  <a:lnTo>
                    <a:pt x="93" y="79"/>
                  </a:lnTo>
                  <a:lnTo>
                    <a:pt x="92" y="79"/>
                  </a:lnTo>
                  <a:lnTo>
                    <a:pt x="93" y="80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1"/>
                  </a:lnTo>
                  <a:lnTo>
                    <a:pt x="91" y="80"/>
                  </a:lnTo>
                  <a:lnTo>
                    <a:pt x="89" y="81"/>
                  </a:lnTo>
                  <a:lnTo>
                    <a:pt x="91" y="83"/>
                  </a:lnTo>
                  <a:lnTo>
                    <a:pt x="92" y="83"/>
                  </a:lnTo>
                  <a:lnTo>
                    <a:pt x="93" y="84"/>
                  </a:lnTo>
                  <a:lnTo>
                    <a:pt x="93" y="85"/>
                  </a:lnTo>
                  <a:lnTo>
                    <a:pt x="91" y="89"/>
                  </a:lnTo>
                  <a:lnTo>
                    <a:pt x="92" y="92"/>
                  </a:lnTo>
                  <a:lnTo>
                    <a:pt x="89" y="92"/>
                  </a:lnTo>
                  <a:lnTo>
                    <a:pt x="91" y="93"/>
                  </a:lnTo>
                  <a:lnTo>
                    <a:pt x="93" y="94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3" y="98"/>
                  </a:lnTo>
                  <a:lnTo>
                    <a:pt x="96" y="98"/>
                  </a:lnTo>
                  <a:lnTo>
                    <a:pt x="93" y="101"/>
                  </a:lnTo>
                  <a:lnTo>
                    <a:pt x="92" y="101"/>
                  </a:lnTo>
                  <a:lnTo>
                    <a:pt x="89" y="104"/>
                  </a:lnTo>
                  <a:lnTo>
                    <a:pt x="91" y="108"/>
                  </a:lnTo>
                  <a:lnTo>
                    <a:pt x="88" y="111"/>
                  </a:lnTo>
                  <a:lnTo>
                    <a:pt x="87" y="110"/>
                  </a:lnTo>
                  <a:lnTo>
                    <a:pt x="84" y="113"/>
                  </a:lnTo>
                  <a:lnTo>
                    <a:pt x="83" y="111"/>
                  </a:lnTo>
                  <a:lnTo>
                    <a:pt x="83" y="114"/>
                  </a:lnTo>
                  <a:lnTo>
                    <a:pt x="83" y="115"/>
                  </a:lnTo>
                  <a:lnTo>
                    <a:pt x="80" y="117"/>
                  </a:lnTo>
                  <a:lnTo>
                    <a:pt x="79" y="119"/>
                  </a:lnTo>
                  <a:lnTo>
                    <a:pt x="77" y="119"/>
                  </a:lnTo>
                  <a:lnTo>
                    <a:pt x="77" y="118"/>
                  </a:lnTo>
                  <a:lnTo>
                    <a:pt x="76" y="118"/>
                  </a:lnTo>
                  <a:lnTo>
                    <a:pt x="75" y="121"/>
                  </a:lnTo>
                  <a:lnTo>
                    <a:pt x="75" y="123"/>
                  </a:lnTo>
                  <a:lnTo>
                    <a:pt x="73" y="125"/>
                  </a:lnTo>
                  <a:lnTo>
                    <a:pt x="72" y="123"/>
                  </a:lnTo>
                  <a:lnTo>
                    <a:pt x="71" y="123"/>
                  </a:lnTo>
                  <a:lnTo>
                    <a:pt x="71" y="126"/>
                  </a:lnTo>
                  <a:lnTo>
                    <a:pt x="70" y="126"/>
                  </a:lnTo>
                  <a:lnTo>
                    <a:pt x="68" y="125"/>
                  </a:lnTo>
                  <a:lnTo>
                    <a:pt x="67" y="126"/>
                  </a:lnTo>
                  <a:lnTo>
                    <a:pt x="66" y="129"/>
                  </a:lnTo>
                  <a:lnTo>
                    <a:pt x="68" y="129"/>
                  </a:lnTo>
                  <a:lnTo>
                    <a:pt x="67" y="130"/>
                  </a:lnTo>
                  <a:lnTo>
                    <a:pt x="64" y="133"/>
                  </a:lnTo>
                  <a:lnTo>
                    <a:pt x="62" y="133"/>
                  </a:lnTo>
                  <a:lnTo>
                    <a:pt x="62" y="134"/>
                  </a:lnTo>
                  <a:lnTo>
                    <a:pt x="63" y="135"/>
                  </a:lnTo>
                  <a:lnTo>
                    <a:pt x="60" y="138"/>
                  </a:lnTo>
                  <a:lnTo>
                    <a:pt x="58" y="139"/>
                  </a:lnTo>
                  <a:lnTo>
                    <a:pt x="55" y="138"/>
                  </a:lnTo>
                  <a:lnTo>
                    <a:pt x="58" y="142"/>
                  </a:lnTo>
                  <a:lnTo>
                    <a:pt x="58" y="144"/>
                  </a:lnTo>
                  <a:lnTo>
                    <a:pt x="58" y="146"/>
                  </a:lnTo>
                  <a:lnTo>
                    <a:pt x="58" y="148"/>
                  </a:lnTo>
                  <a:lnTo>
                    <a:pt x="58" y="151"/>
                  </a:lnTo>
                  <a:lnTo>
                    <a:pt x="59" y="154"/>
                  </a:lnTo>
                  <a:lnTo>
                    <a:pt x="59" y="156"/>
                  </a:lnTo>
                  <a:lnTo>
                    <a:pt x="58" y="155"/>
                  </a:lnTo>
                  <a:lnTo>
                    <a:pt x="56" y="155"/>
                  </a:lnTo>
                  <a:lnTo>
                    <a:pt x="58" y="159"/>
                  </a:lnTo>
                  <a:lnTo>
                    <a:pt x="56" y="160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6" y="164"/>
                  </a:lnTo>
                  <a:lnTo>
                    <a:pt x="58" y="167"/>
                  </a:lnTo>
                  <a:lnTo>
                    <a:pt x="56" y="168"/>
                  </a:lnTo>
                  <a:lnTo>
                    <a:pt x="58" y="169"/>
                  </a:lnTo>
                  <a:lnTo>
                    <a:pt x="59" y="172"/>
                  </a:lnTo>
                  <a:lnTo>
                    <a:pt x="60" y="172"/>
                  </a:lnTo>
                  <a:lnTo>
                    <a:pt x="60" y="175"/>
                  </a:lnTo>
                  <a:lnTo>
                    <a:pt x="62" y="173"/>
                  </a:lnTo>
                  <a:lnTo>
                    <a:pt x="63" y="176"/>
                  </a:lnTo>
                  <a:lnTo>
                    <a:pt x="64" y="173"/>
                  </a:lnTo>
                  <a:lnTo>
                    <a:pt x="67" y="175"/>
                  </a:lnTo>
                  <a:lnTo>
                    <a:pt x="67" y="176"/>
                  </a:lnTo>
                  <a:lnTo>
                    <a:pt x="71" y="180"/>
                  </a:lnTo>
                  <a:lnTo>
                    <a:pt x="71" y="181"/>
                  </a:lnTo>
                  <a:lnTo>
                    <a:pt x="73" y="183"/>
                  </a:lnTo>
                  <a:lnTo>
                    <a:pt x="73" y="185"/>
                  </a:lnTo>
                  <a:lnTo>
                    <a:pt x="76" y="186"/>
                  </a:lnTo>
                  <a:lnTo>
                    <a:pt x="75" y="190"/>
                  </a:lnTo>
                  <a:lnTo>
                    <a:pt x="72" y="194"/>
                  </a:lnTo>
                  <a:lnTo>
                    <a:pt x="71" y="196"/>
                  </a:lnTo>
                  <a:lnTo>
                    <a:pt x="68" y="197"/>
                  </a:lnTo>
                  <a:lnTo>
                    <a:pt x="66" y="196"/>
                  </a:lnTo>
                  <a:lnTo>
                    <a:pt x="66" y="194"/>
                  </a:lnTo>
                  <a:lnTo>
                    <a:pt x="63" y="193"/>
                  </a:lnTo>
                  <a:lnTo>
                    <a:pt x="63" y="192"/>
                  </a:lnTo>
                  <a:lnTo>
                    <a:pt x="62" y="194"/>
                  </a:lnTo>
                  <a:lnTo>
                    <a:pt x="60" y="194"/>
                  </a:lnTo>
                  <a:lnTo>
                    <a:pt x="60" y="193"/>
                  </a:lnTo>
                  <a:lnTo>
                    <a:pt x="58" y="192"/>
                  </a:lnTo>
                  <a:lnTo>
                    <a:pt x="56" y="194"/>
                  </a:lnTo>
                  <a:lnTo>
                    <a:pt x="55" y="194"/>
                  </a:lnTo>
                  <a:lnTo>
                    <a:pt x="54" y="193"/>
                  </a:lnTo>
                  <a:lnTo>
                    <a:pt x="52" y="196"/>
                  </a:lnTo>
                  <a:lnTo>
                    <a:pt x="51" y="194"/>
                  </a:lnTo>
                  <a:lnTo>
                    <a:pt x="48" y="196"/>
                  </a:lnTo>
                  <a:lnTo>
                    <a:pt x="48" y="196"/>
                  </a:lnTo>
                  <a:lnTo>
                    <a:pt x="52" y="197"/>
                  </a:lnTo>
                  <a:lnTo>
                    <a:pt x="54" y="197"/>
                  </a:lnTo>
                  <a:lnTo>
                    <a:pt x="54" y="196"/>
                  </a:lnTo>
                  <a:lnTo>
                    <a:pt x="56" y="196"/>
                  </a:lnTo>
                  <a:lnTo>
                    <a:pt x="58" y="197"/>
                  </a:lnTo>
                  <a:lnTo>
                    <a:pt x="60" y="197"/>
                  </a:lnTo>
                  <a:lnTo>
                    <a:pt x="63" y="200"/>
                  </a:lnTo>
                  <a:lnTo>
                    <a:pt x="64" y="198"/>
                  </a:lnTo>
                  <a:lnTo>
                    <a:pt x="66" y="200"/>
                  </a:lnTo>
                  <a:lnTo>
                    <a:pt x="67" y="198"/>
                  </a:lnTo>
                  <a:lnTo>
                    <a:pt x="71" y="198"/>
                  </a:lnTo>
                  <a:lnTo>
                    <a:pt x="72" y="200"/>
                  </a:lnTo>
                  <a:lnTo>
                    <a:pt x="72" y="202"/>
                  </a:lnTo>
                  <a:lnTo>
                    <a:pt x="71" y="204"/>
                  </a:lnTo>
                  <a:lnTo>
                    <a:pt x="68" y="204"/>
                  </a:lnTo>
                  <a:lnTo>
                    <a:pt x="67" y="206"/>
                  </a:lnTo>
                  <a:lnTo>
                    <a:pt x="66" y="206"/>
                  </a:lnTo>
                  <a:lnTo>
                    <a:pt x="66" y="205"/>
                  </a:lnTo>
                  <a:lnTo>
                    <a:pt x="66" y="204"/>
                  </a:lnTo>
                  <a:lnTo>
                    <a:pt x="64" y="205"/>
                  </a:lnTo>
                  <a:lnTo>
                    <a:pt x="64" y="206"/>
                  </a:lnTo>
                  <a:lnTo>
                    <a:pt x="63" y="206"/>
                  </a:lnTo>
                  <a:lnTo>
                    <a:pt x="62" y="208"/>
                  </a:lnTo>
                  <a:lnTo>
                    <a:pt x="62" y="210"/>
                  </a:lnTo>
                  <a:lnTo>
                    <a:pt x="59" y="209"/>
                  </a:lnTo>
                  <a:lnTo>
                    <a:pt x="59" y="210"/>
                  </a:lnTo>
                  <a:lnTo>
                    <a:pt x="58" y="211"/>
                  </a:lnTo>
                  <a:lnTo>
                    <a:pt x="58" y="211"/>
                  </a:lnTo>
                  <a:lnTo>
                    <a:pt x="56" y="211"/>
                  </a:lnTo>
                  <a:lnTo>
                    <a:pt x="55" y="213"/>
                  </a:lnTo>
                  <a:lnTo>
                    <a:pt x="56" y="213"/>
                  </a:lnTo>
                  <a:lnTo>
                    <a:pt x="59" y="215"/>
                  </a:lnTo>
                  <a:lnTo>
                    <a:pt x="55" y="215"/>
                  </a:lnTo>
                  <a:lnTo>
                    <a:pt x="58" y="217"/>
                  </a:lnTo>
                  <a:lnTo>
                    <a:pt x="59" y="218"/>
                  </a:lnTo>
                  <a:lnTo>
                    <a:pt x="58" y="221"/>
                  </a:lnTo>
                  <a:lnTo>
                    <a:pt x="60" y="223"/>
                  </a:lnTo>
                  <a:lnTo>
                    <a:pt x="56" y="223"/>
                  </a:lnTo>
                  <a:lnTo>
                    <a:pt x="54" y="223"/>
                  </a:lnTo>
                  <a:lnTo>
                    <a:pt x="56" y="225"/>
                  </a:lnTo>
                  <a:lnTo>
                    <a:pt x="55" y="227"/>
                  </a:lnTo>
                  <a:lnTo>
                    <a:pt x="58" y="229"/>
                  </a:lnTo>
                  <a:lnTo>
                    <a:pt x="55" y="231"/>
                  </a:lnTo>
                  <a:lnTo>
                    <a:pt x="56" y="233"/>
                  </a:lnTo>
                  <a:lnTo>
                    <a:pt x="55" y="235"/>
                  </a:lnTo>
                  <a:lnTo>
                    <a:pt x="55" y="238"/>
                  </a:lnTo>
                  <a:lnTo>
                    <a:pt x="56" y="239"/>
                  </a:lnTo>
                  <a:lnTo>
                    <a:pt x="56" y="242"/>
                  </a:lnTo>
                  <a:lnTo>
                    <a:pt x="55" y="247"/>
                  </a:lnTo>
                  <a:lnTo>
                    <a:pt x="54" y="250"/>
                  </a:lnTo>
                  <a:lnTo>
                    <a:pt x="52" y="254"/>
                  </a:lnTo>
                  <a:lnTo>
                    <a:pt x="50" y="258"/>
                  </a:lnTo>
                  <a:lnTo>
                    <a:pt x="48" y="255"/>
                  </a:lnTo>
                  <a:lnTo>
                    <a:pt x="47" y="255"/>
                  </a:lnTo>
                  <a:lnTo>
                    <a:pt x="44" y="256"/>
                  </a:lnTo>
                  <a:lnTo>
                    <a:pt x="39" y="255"/>
                  </a:lnTo>
                  <a:lnTo>
                    <a:pt x="39" y="254"/>
                  </a:lnTo>
                  <a:lnTo>
                    <a:pt x="38" y="258"/>
                  </a:lnTo>
                  <a:lnTo>
                    <a:pt x="34" y="258"/>
                  </a:lnTo>
                  <a:lnTo>
                    <a:pt x="33" y="261"/>
                  </a:lnTo>
                  <a:lnTo>
                    <a:pt x="34" y="263"/>
                  </a:lnTo>
                  <a:lnTo>
                    <a:pt x="34" y="264"/>
                  </a:lnTo>
                  <a:lnTo>
                    <a:pt x="33" y="267"/>
                  </a:lnTo>
                  <a:lnTo>
                    <a:pt x="29" y="265"/>
                  </a:lnTo>
                  <a:lnTo>
                    <a:pt x="23" y="267"/>
                  </a:lnTo>
                  <a:lnTo>
                    <a:pt x="21" y="267"/>
                  </a:lnTo>
                  <a:lnTo>
                    <a:pt x="19" y="265"/>
                  </a:lnTo>
                  <a:lnTo>
                    <a:pt x="21" y="264"/>
                  </a:lnTo>
                  <a:lnTo>
                    <a:pt x="19" y="259"/>
                  </a:lnTo>
                  <a:lnTo>
                    <a:pt x="17" y="258"/>
                  </a:lnTo>
                  <a:lnTo>
                    <a:pt x="17" y="255"/>
                  </a:lnTo>
                  <a:lnTo>
                    <a:pt x="16" y="255"/>
                  </a:lnTo>
                  <a:lnTo>
                    <a:pt x="16" y="254"/>
                  </a:lnTo>
                  <a:lnTo>
                    <a:pt x="19" y="252"/>
                  </a:lnTo>
                  <a:lnTo>
                    <a:pt x="21" y="250"/>
                  </a:lnTo>
                  <a:lnTo>
                    <a:pt x="19" y="247"/>
                  </a:lnTo>
                  <a:lnTo>
                    <a:pt x="17" y="248"/>
                  </a:lnTo>
                  <a:lnTo>
                    <a:pt x="16" y="246"/>
                  </a:lnTo>
                  <a:lnTo>
                    <a:pt x="14" y="244"/>
                  </a:lnTo>
                  <a:lnTo>
                    <a:pt x="12" y="243"/>
                  </a:lnTo>
                  <a:lnTo>
                    <a:pt x="12" y="239"/>
                  </a:lnTo>
                  <a:lnTo>
                    <a:pt x="10" y="235"/>
                  </a:lnTo>
                  <a:lnTo>
                    <a:pt x="9" y="234"/>
                  </a:lnTo>
                  <a:lnTo>
                    <a:pt x="8" y="231"/>
                  </a:lnTo>
                  <a:lnTo>
                    <a:pt x="5" y="231"/>
                  </a:lnTo>
                  <a:lnTo>
                    <a:pt x="4" y="229"/>
                  </a:lnTo>
                  <a:lnTo>
                    <a:pt x="5" y="227"/>
                  </a:lnTo>
                  <a:lnTo>
                    <a:pt x="5" y="225"/>
                  </a:lnTo>
                  <a:lnTo>
                    <a:pt x="5" y="223"/>
                  </a:lnTo>
                  <a:lnTo>
                    <a:pt x="5" y="221"/>
                  </a:lnTo>
                  <a:lnTo>
                    <a:pt x="8" y="219"/>
                  </a:lnTo>
                  <a:lnTo>
                    <a:pt x="6" y="218"/>
                  </a:lnTo>
                  <a:lnTo>
                    <a:pt x="5" y="217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4" y="218"/>
                  </a:lnTo>
                  <a:lnTo>
                    <a:pt x="6" y="219"/>
                  </a:lnTo>
                  <a:lnTo>
                    <a:pt x="4" y="221"/>
                  </a:lnTo>
                  <a:lnTo>
                    <a:pt x="4" y="218"/>
                  </a:lnTo>
                  <a:lnTo>
                    <a:pt x="2" y="217"/>
                  </a:lnTo>
                  <a:lnTo>
                    <a:pt x="1" y="215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0" y="206"/>
                  </a:lnTo>
                  <a:lnTo>
                    <a:pt x="1" y="205"/>
                  </a:lnTo>
                  <a:lnTo>
                    <a:pt x="1" y="205"/>
                  </a:lnTo>
                  <a:lnTo>
                    <a:pt x="2" y="205"/>
                  </a:lnTo>
                  <a:lnTo>
                    <a:pt x="5" y="208"/>
                  </a:lnTo>
                  <a:lnTo>
                    <a:pt x="5" y="205"/>
                  </a:lnTo>
                  <a:lnTo>
                    <a:pt x="5" y="198"/>
                  </a:lnTo>
                  <a:lnTo>
                    <a:pt x="4" y="194"/>
                  </a:lnTo>
                  <a:lnTo>
                    <a:pt x="4" y="193"/>
                  </a:lnTo>
                  <a:lnTo>
                    <a:pt x="6" y="192"/>
                  </a:lnTo>
                  <a:lnTo>
                    <a:pt x="5" y="189"/>
                  </a:lnTo>
                  <a:lnTo>
                    <a:pt x="5" y="188"/>
                  </a:lnTo>
                  <a:lnTo>
                    <a:pt x="9" y="188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2" y="180"/>
                  </a:lnTo>
                  <a:lnTo>
                    <a:pt x="10" y="177"/>
                  </a:lnTo>
                  <a:lnTo>
                    <a:pt x="9" y="172"/>
                  </a:lnTo>
                  <a:lnTo>
                    <a:pt x="6" y="168"/>
                  </a:lnTo>
                  <a:lnTo>
                    <a:pt x="8" y="165"/>
                  </a:lnTo>
                  <a:lnTo>
                    <a:pt x="13" y="164"/>
                  </a:lnTo>
                  <a:lnTo>
                    <a:pt x="13" y="160"/>
                  </a:lnTo>
                  <a:lnTo>
                    <a:pt x="14" y="158"/>
                  </a:lnTo>
                  <a:lnTo>
                    <a:pt x="9" y="154"/>
                  </a:lnTo>
                  <a:lnTo>
                    <a:pt x="6" y="151"/>
                  </a:lnTo>
                  <a:lnTo>
                    <a:pt x="6" y="147"/>
                  </a:lnTo>
                  <a:lnTo>
                    <a:pt x="6" y="143"/>
                  </a:lnTo>
                  <a:lnTo>
                    <a:pt x="6" y="138"/>
                  </a:lnTo>
                  <a:lnTo>
                    <a:pt x="5" y="135"/>
                  </a:lnTo>
                  <a:lnTo>
                    <a:pt x="6" y="131"/>
                  </a:lnTo>
                  <a:lnTo>
                    <a:pt x="5" y="125"/>
                  </a:lnTo>
                  <a:lnTo>
                    <a:pt x="4" y="119"/>
                  </a:lnTo>
                  <a:lnTo>
                    <a:pt x="5" y="113"/>
                  </a:lnTo>
                  <a:lnTo>
                    <a:pt x="8" y="109"/>
                  </a:lnTo>
                  <a:lnTo>
                    <a:pt x="10" y="108"/>
                  </a:lnTo>
                  <a:lnTo>
                    <a:pt x="13" y="108"/>
                  </a:lnTo>
                  <a:lnTo>
                    <a:pt x="17" y="108"/>
                  </a:lnTo>
                  <a:lnTo>
                    <a:pt x="19" y="105"/>
                  </a:lnTo>
                  <a:lnTo>
                    <a:pt x="19" y="101"/>
                  </a:lnTo>
                  <a:lnTo>
                    <a:pt x="18" y="100"/>
                  </a:lnTo>
                  <a:lnTo>
                    <a:pt x="18" y="96"/>
                  </a:lnTo>
                  <a:lnTo>
                    <a:pt x="22" y="86"/>
                  </a:lnTo>
                  <a:lnTo>
                    <a:pt x="22" y="81"/>
                  </a:lnTo>
                  <a:lnTo>
                    <a:pt x="23" y="76"/>
                  </a:lnTo>
                  <a:lnTo>
                    <a:pt x="25" y="72"/>
                  </a:lnTo>
                  <a:lnTo>
                    <a:pt x="25" y="69"/>
                  </a:lnTo>
                  <a:lnTo>
                    <a:pt x="23" y="67"/>
                  </a:lnTo>
                  <a:lnTo>
                    <a:pt x="23" y="65"/>
                  </a:lnTo>
                  <a:lnTo>
                    <a:pt x="26" y="63"/>
                  </a:lnTo>
                  <a:lnTo>
                    <a:pt x="31" y="61"/>
                  </a:lnTo>
                  <a:lnTo>
                    <a:pt x="33" y="60"/>
                  </a:lnTo>
                  <a:lnTo>
                    <a:pt x="33" y="58"/>
                  </a:lnTo>
                  <a:lnTo>
                    <a:pt x="37" y="52"/>
                  </a:lnTo>
                  <a:lnTo>
                    <a:pt x="39" y="47"/>
                  </a:lnTo>
                  <a:lnTo>
                    <a:pt x="41" y="44"/>
                  </a:lnTo>
                  <a:lnTo>
                    <a:pt x="39" y="42"/>
                  </a:lnTo>
                  <a:lnTo>
                    <a:pt x="38" y="40"/>
                  </a:lnTo>
                  <a:lnTo>
                    <a:pt x="38" y="34"/>
                  </a:lnTo>
                  <a:lnTo>
                    <a:pt x="39" y="34"/>
                  </a:lnTo>
                  <a:lnTo>
                    <a:pt x="41" y="31"/>
                  </a:lnTo>
                  <a:lnTo>
                    <a:pt x="42" y="29"/>
                  </a:lnTo>
                  <a:lnTo>
                    <a:pt x="43" y="27"/>
                  </a:lnTo>
                  <a:lnTo>
                    <a:pt x="44" y="23"/>
                  </a:lnTo>
                  <a:lnTo>
                    <a:pt x="47" y="22"/>
                  </a:lnTo>
                  <a:lnTo>
                    <a:pt x="50" y="23"/>
                  </a:lnTo>
                  <a:lnTo>
                    <a:pt x="51" y="25"/>
                  </a:lnTo>
                  <a:lnTo>
                    <a:pt x="52" y="25"/>
                  </a:lnTo>
                  <a:lnTo>
                    <a:pt x="54" y="22"/>
                  </a:lnTo>
                  <a:lnTo>
                    <a:pt x="52" y="21"/>
                  </a:lnTo>
                  <a:lnTo>
                    <a:pt x="54" y="19"/>
                  </a:lnTo>
                  <a:lnTo>
                    <a:pt x="54" y="18"/>
                  </a:lnTo>
                  <a:lnTo>
                    <a:pt x="55" y="17"/>
                  </a:lnTo>
                  <a:lnTo>
                    <a:pt x="52" y="13"/>
                  </a:lnTo>
                  <a:lnTo>
                    <a:pt x="54" y="13"/>
                  </a:lnTo>
                  <a:lnTo>
                    <a:pt x="58" y="13"/>
                  </a:lnTo>
                  <a:lnTo>
                    <a:pt x="60" y="11"/>
                  </a:lnTo>
                  <a:lnTo>
                    <a:pt x="64" y="13"/>
                  </a:lnTo>
                  <a:lnTo>
                    <a:pt x="67" y="14"/>
                  </a:lnTo>
                  <a:lnTo>
                    <a:pt x="70" y="14"/>
                  </a:lnTo>
                  <a:lnTo>
                    <a:pt x="71" y="15"/>
                  </a:lnTo>
                  <a:lnTo>
                    <a:pt x="72" y="15"/>
                  </a:lnTo>
                  <a:lnTo>
                    <a:pt x="73" y="15"/>
                  </a:lnTo>
                  <a:lnTo>
                    <a:pt x="73" y="13"/>
                  </a:lnTo>
                  <a:lnTo>
                    <a:pt x="72" y="11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73" y="1"/>
                  </a:lnTo>
                  <a:lnTo>
                    <a:pt x="76" y="1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2" name="Freeform 377"/>
            <p:cNvSpPr>
              <a:spLocks noEditPoints="1"/>
            </p:cNvSpPr>
            <p:nvPr/>
          </p:nvSpPr>
          <p:spPr bwMode="auto">
            <a:xfrm>
              <a:off x="6249974" y="1741600"/>
              <a:ext cx="301992" cy="540540"/>
            </a:xfrm>
            <a:custGeom>
              <a:avLst/>
              <a:gdLst>
                <a:gd name="T0" fmla="*/ 40 w 119"/>
                <a:gd name="T1" fmla="*/ 208 h 213"/>
                <a:gd name="T2" fmla="*/ 36 w 119"/>
                <a:gd name="T3" fmla="*/ 204 h 213"/>
                <a:gd name="T4" fmla="*/ 12 w 119"/>
                <a:gd name="T5" fmla="*/ 202 h 213"/>
                <a:gd name="T6" fmla="*/ 14 w 119"/>
                <a:gd name="T7" fmla="*/ 209 h 213"/>
                <a:gd name="T8" fmla="*/ 7 w 119"/>
                <a:gd name="T9" fmla="*/ 202 h 213"/>
                <a:gd name="T10" fmla="*/ 21 w 119"/>
                <a:gd name="T11" fmla="*/ 200 h 213"/>
                <a:gd name="T12" fmla="*/ 28 w 119"/>
                <a:gd name="T13" fmla="*/ 201 h 213"/>
                <a:gd name="T14" fmla="*/ 19 w 119"/>
                <a:gd name="T15" fmla="*/ 147 h 213"/>
                <a:gd name="T16" fmla="*/ 18 w 119"/>
                <a:gd name="T17" fmla="*/ 144 h 213"/>
                <a:gd name="T18" fmla="*/ 49 w 119"/>
                <a:gd name="T19" fmla="*/ 109 h 213"/>
                <a:gd name="T20" fmla="*/ 64 w 119"/>
                <a:gd name="T21" fmla="*/ 0 h 213"/>
                <a:gd name="T22" fmla="*/ 78 w 119"/>
                <a:gd name="T23" fmla="*/ 10 h 213"/>
                <a:gd name="T24" fmla="*/ 73 w 119"/>
                <a:gd name="T25" fmla="*/ 26 h 213"/>
                <a:gd name="T26" fmla="*/ 79 w 119"/>
                <a:gd name="T27" fmla="*/ 40 h 213"/>
                <a:gd name="T28" fmla="*/ 90 w 119"/>
                <a:gd name="T29" fmla="*/ 56 h 213"/>
                <a:gd name="T30" fmla="*/ 100 w 119"/>
                <a:gd name="T31" fmla="*/ 93 h 213"/>
                <a:gd name="T32" fmla="*/ 98 w 119"/>
                <a:gd name="T33" fmla="*/ 110 h 213"/>
                <a:gd name="T34" fmla="*/ 104 w 119"/>
                <a:gd name="T35" fmla="*/ 122 h 213"/>
                <a:gd name="T36" fmla="*/ 114 w 119"/>
                <a:gd name="T37" fmla="*/ 144 h 213"/>
                <a:gd name="T38" fmla="*/ 106 w 119"/>
                <a:gd name="T39" fmla="*/ 181 h 213"/>
                <a:gd name="T40" fmla="*/ 94 w 119"/>
                <a:gd name="T41" fmla="*/ 198 h 213"/>
                <a:gd name="T42" fmla="*/ 89 w 119"/>
                <a:gd name="T43" fmla="*/ 198 h 213"/>
                <a:gd name="T44" fmla="*/ 77 w 119"/>
                <a:gd name="T45" fmla="*/ 198 h 213"/>
                <a:gd name="T46" fmla="*/ 72 w 119"/>
                <a:gd name="T47" fmla="*/ 197 h 213"/>
                <a:gd name="T48" fmla="*/ 69 w 119"/>
                <a:gd name="T49" fmla="*/ 200 h 213"/>
                <a:gd name="T50" fmla="*/ 56 w 119"/>
                <a:gd name="T51" fmla="*/ 206 h 213"/>
                <a:gd name="T52" fmla="*/ 45 w 119"/>
                <a:gd name="T53" fmla="*/ 209 h 213"/>
                <a:gd name="T54" fmla="*/ 41 w 119"/>
                <a:gd name="T55" fmla="*/ 202 h 213"/>
                <a:gd name="T56" fmla="*/ 33 w 119"/>
                <a:gd name="T57" fmla="*/ 200 h 213"/>
                <a:gd name="T58" fmla="*/ 23 w 119"/>
                <a:gd name="T59" fmla="*/ 198 h 213"/>
                <a:gd name="T60" fmla="*/ 23 w 119"/>
                <a:gd name="T61" fmla="*/ 185 h 213"/>
                <a:gd name="T62" fmla="*/ 20 w 119"/>
                <a:gd name="T63" fmla="*/ 171 h 213"/>
                <a:gd name="T64" fmla="*/ 18 w 119"/>
                <a:gd name="T65" fmla="*/ 164 h 213"/>
                <a:gd name="T66" fmla="*/ 19 w 119"/>
                <a:gd name="T67" fmla="*/ 155 h 213"/>
                <a:gd name="T68" fmla="*/ 23 w 119"/>
                <a:gd name="T69" fmla="*/ 147 h 213"/>
                <a:gd name="T70" fmla="*/ 28 w 119"/>
                <a:gd name="T71" fmla="*/ 143 h 213"/>
                <a:gd name="T72" fmla="*/ 31 w 119"/>
                <a:gd name="T73" fmla="*/ 136 h 213"/>
                <a:gd name="T74" fmla="*/ 36 w 119"/>
                <a:gd name="T75" fmla="*/ 133 h 213"/>
                <a:gd name="T76" fmla="*/ 39 w 119"/>
                <a:gd name="T77" fmla="*/ 126 h 213"/>
                <a:gd name="T78" fmla="*/ 49 w 119"/>
                <a:gd name="T79" fmla="*/ 113 h 213"/>
                <a:gd name="T80" fmla="*/ 56 w 119"/>
                <a:gd name="T81" fmla="*/ 111 h 213"/>
                <a:gd name="T82" fmla="*/ 50 w 119"/>
                <a:gd name="T83" fmla="*/ 98 h 213"/>
                <a:gd name="T84" fmla="*/ 40 w 119"/>
                <a:gd name="T85" fmla="*/ 90 h 213"/>
                <a:gd name="T86" fmla="*/ 35 w 119"/>
                <a:gd name="T87" fmla="*/ 75 h 213"/>
                <a:gd name="T88" fmla="*/ 33 w 119"/>
                <a:gd name="T89" fmla="*/ 59 h 213"/>
                <a:gd name="T90" fmla="*/ 29 w 119"/>
                <a:gd name="T91" fmla="*/ 46 h 213"/>
                <a:gd name="T92" fmla="*/ 21 w 119"/>
                <a:gd name="T93" fmla="*/ 38 h 213"/>
                <a:gd name="T94" fmla="*/ 3 w 119"/>
                <a:gd name="T95" fmla="*/ 27 h 213"/>
                <a:gd name="T96" fmla="*/ 3 w 119"/>
                <a:gd name="T97" fmla="*/ 21 h 213"/>
                <a:gd name="T98" fmla="*/ 16 w 119"/>
                <a:gd name="T99" fmla="*/ 31 h 213"/>
                <a:gd name="T100" fmla="*/ 36 w 119"/>
                <a:gd name="T101" fmla="*/ 31 h 213"/>
                <a:gd name="T102" fmla="*/ 48 w 119"/>
                <a:gd name="T103" fmla="*/ 26 h 213"/>
                <a:gd name="T104" fmla="*/ 47 w 119"/>
                <a:gd name="T105" fmla="*/ 9 h 213"/>
                <a:gd name="T106" fmla="*/ 57 w 119"/>
                <a:gd name="T107" fmla="*/ 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9" h="213">
                  <a:moveTo>
                    <a:pt x="40" y="208"/>
                  </a:moveTo>
                  <a:lnTo>
                    <a:pt x="41" y="209"/>
                  </a:lnTo>
                  <a:lnTo>
                    <a:pt x="40" y="210"/>
                  </a:lnTo>
                  <a:lnTo>
                    <a:pt x="39" y="209"/>
                  </a:lnTo>
                  <a:lnTo>
                    <a:pt x="40" y="209"/>
                  </a:lnTo>
                  <a:lnTo>
                    <a:pt x="40" y="208"/>
                  </a:lnTo>
                  <a:close/>
                  <a:moveTo>
                    <a:pt x="37" y="205"/>
                  </a:moveTo>
                  <a:lnTo>
                    <a:pt x="37" y="206"/>
                  </a:lnTo>
                  <a:lnTo>
                    <a:pt x="37" y="206"/>
                  </a:lnTo>
                  <a:lnTo>
                    <a:pt x="37" y="205"/>
                  </a:lnTo>
                  <a:close/>
                  <a:moveTo>
                    <a:pt x="36" y="202"/>
                  </a:moveTo>
                  <a:lnTo>
                    <a:pt x="36" y="204"/>
                  </a:lnTo>
                  <a:lnTo>
                    <a:pt x="33" y="205"/>
                  </a:lnTo>
                  <a:lnTo>
                    <a:pt x="32" y="204"/>
                  </a:lnTo>
                  <a:lnTo>
                    <a:pt x="32" y="202"/>
                  </a:lnTo>
                  <a:lnTo>
                    <a:pt x="36" y="202"/>
                  </a:lnTo>
                  <a:close/>
                  <a:moveTo>
                    <a:pt x="10" y="200"/>
                  </a:moveTo>
                  <a:lnTo>
                    <a:pt x="12" y="202"/>
                  </a:lnTo>
                  <a:lnTo>
                    <a:pt x="14" y="204"/>
                  </a:lnTo>
                  <a:lnTo>
                    <a:pt x="11" y="204"/>
                  </a:lnTo>
                  <a:lnTo>
                    <a:pt x="11" y="205"/>
                  </a:lnTo>
                  <a:lnTo>
                    <a:pt x="12" y="206"/>
                  </a:lnTo>
                  <a:lnTo>
                    <a:pt x="14" y="206"/>
                  </a:lnTo>
                  <a:lnTo>
                    <a:pt x="14" y="209"/>
                  </a:lnTo>
                  <a:lnTo>
                    <a:pt x="12" y="209"/>
                  </a:lnTo>
                  <a:lnTo>
                    <a:pt x="11" y="208"/>
                  </a:lnTo>
                  <a:lnTo>
                    <a:pt x="8" y="206"/>
                  </a:lnTo>
                  <a:lnTo>
                    <a:pt x="7" y="205"/>
                  </a:lnTo>
                  <a:lnTo>
                    <a:pt x="6" y="204"/>
                  </a:lnTo>
                  <a:lnTo>
                    <a:pt x="7" y="202"/>
                  </a:lnTo>
                  <a:lnTo>
                    <a:pt x="10" y="204"/>
                  </a:lnTo>
                  <a:lnTo>
                    <a:pt x="10" y="202"/>
                  </a:lnTo>
                  <a:lnTo>
                    <a:pt x="8" y="202"/>
                  </a:lnTo>
                  <a:lnTo>
                    <a:pt x="8" y="200"/>
                  </a:lnTo>
                  <a:lnTo>
                    <a:pt x="10" y="200"/>
                  </a:lnTo>
                  <a:close/>
                  <a:moveTo>
                    <a:pt x="21" y="200"/>
                  </a:moveTo>
                  <a:lnTo>
                    <a:pt x="24" y="200"/>
                  </a:lnTo>
                  <a:lnTo>
                    <a:pt x="23" y="201"/>
                  </a:lnTo>
                  <a:lnTo>
                    <a:pt x="21" y="200"/>
                  </a:lnTo>
                  <a:close/>
                  <a:moveTo>
                    <a:pt x="28" y="198"/>
                  </a:moveTo>
                  <a:lnTo>
                    <a:pt x="29" y="201"/>
                  </a:lnTo>
                  <a:lnTo>
                    <a:pt x="28" y="201"/>
                  </a:lnTo>
                  <a:lnTo>
                    <a:pt x="28" y="201"/>
                  </a:lnTo>
                  <a:lnTo>
                    <a:pt x="28" y="198"/>
                  </a:lnTo>
                  <a:close/>
                  <a:moveTo>
                    <a:pt x="16" y="146"/>
                  </a:moveTo>
                  <a:lnTo>
                    <a:pt x="18" y="146"/>
                  </a:lnTo>
                  <a:lnTo>
                    <a:pt x="19" y="146"/>
                  </a:lnTo>
                  <a:lnTo>
                    <a:pt x="19" y="147"/>
                  </a:lnTo>
                  <a:lnTo>
                    <a:pt x="16" y="148"/>
                  </a:lnTo>
                  <a:lnTo>
                    <a:pt x="15" y="147"/>
                  </a:lnTo>
                  <a:lnTo>
                    <a:pt x="16" y="146"/>
                  </a:lnTo>
                  <a:close/>
                  <a:moveTo>
                    <a:pt x="18" y="142"/>
                  </a:moveTo>
                  <a:lnTo>
                    <a:pt x="19" y="143"/>
                  </a:lnTo>
                  <a:lnTo>
                    <a:pt x="18" y="144"/>
                  </a:lnTo>
                  <a:lnTo>
                    <a:pt x="16" y="144"/>
                  </a:lnTo>
                  <a:lnTo>
                    <a:pt x="18" y="142"/>
                  </a:lnTo>
                  <a:close/>
                  <a:moveTo>
                    <a:pt x="48" y="108"/>
                  </a:moveTo>
                  <a:lnTo>
                    <a:pt x="52" y="108"/>
                  </a:lnTo>
                  <a:lnTo>
                    <a:pt x="52" y="109"/>
                  </a:lnTo>
                  <a:lnTo>
                    <a:pt x="49" y="109"/>
                  </a:lnTo>
                  <a:lnTo>
                    <a:pt x="50" y="110"/>
                  </a:lnTo>
                  <a:lnTo>
                    <a:pt x="49" y="111"/>
                  </a:lnTo>
                  <a:lnTo>
                    <a:pt x="48" y="111"/>
                  </a:lnTo>
                  <a:lnTo>
                    <a:pt x="45" y="109"/>
                  </a:lnTo>
                  <a:lnTo>
                    <a:pt x="48" y="108"/>
                  </a:lnTo>
                  <a:close/>
                  <a:moveTo>
                    <a:pt x="64" y="0"/>
                  </a:moveTo>
                  <a:lnTo>
                    <a:pt x="66" y="1"/>
                  </a:lnTo>
                  <a:lnTo>
                    <a:pt x="69" y="5"/>
                  </a:lnTo>
                  <a:lnTo>
                    <a:pt x="70" y="6"/>
                  </a:lnTo>
                  <a:lnTo>
                    <a:pt x="73" y="8"/>
                  </a:lnTo>
                  <a:lnTo>
                    <a:pt x="77" y="8"/>
                  </a:lnTo>
                  <a:lnTo>
                    <a:pt x="78" y="10"/>
                  </a:lnTo>
                  <a:lnTo>
                    <a:pt x="81" y="11"/>
                  </a:lnTo>
                  <a:lnTo>
                    <a:pt x="79" y="14"/>
                  </a:lnTo>
                  <a:lnTo>
                    <a:pt x="78" y="18"/>
                  </a:lnTo>
                  <a:lnTo>
                    <a:pt x="78" y="23"/>
                  </a:lnTo>
                  <a:lnTo>
                    <a:pt x="75" y="25"/>
                  </a:lnTo>
                  <a:lnTo>
                    <a:pt x="73" y="26"/>
                  </a:lnTo>
                  <a:lnTo>
                    <a:pt x="75" y="26"/>
                  </a:lnTo>
                  <a:lnTo>
                    <a:pt x="74" y="29"/>
                  </a:lnTo>
                  <a:lnTo>
                    <a:pt x="74" y="33"/>
                  </a:lnTo>
                  <a:lnTo>
                    <a:pt x="75" y="35"/>
                  </a:lnTo>
                  <a:lnTo>
                    <a:pt x="77" y="40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3" y="46"/>
                  </a:lnTo>
                  <a:lnTo>
                    <a:pt x="85" y="47"/>
                  </a:lnTo>
                  <a:lnTo>
                    <a:pt x="90" y="51"/>
                  </a:lnTo>
                  <a:lnTo>
                    <a:pt x="91" y="52"/>
                  </a:lnTo>
                  <a:lnTo>
                    <a:pt x="90" y="56"/>
                  </a:lnTo>
                  <a:lnTo>
                    <a:pt x="89" y="60"/>
                  </a:lnTo>
                  <a:lnTo>
                    <a:pt x="86" y="65"/>
                  </a:lnTo>
                  <a:lnTo>
                    <a:pt x="89" y="68"/>
                  </a:lnTo>
                  <a:lnTo>
                    <a:pt x="90" y="72"/>
                  </a:lnTo>
                  <a:lnTo>
                    <a:pt x="95" y="80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101"/>
                  </a:lnTo>
                  <a:lnTo>
                    <a:pt x="98" y="104"/>
                  </a:lnTo>
                  <a:lnTo>
                    <a:pt x="100" y="104"/>
                  </a:lnTo>
                  <a:lnTo>
                    <a:pt x="98" y="106"/>
                  </a:lnTo>
                  <a:lnTo>
                    <a:pt x="98" y="110"/>
                  </a:lnTo>
                  <a:lnTo>
                    <a:pt x="99" y="111"/>
                  </a:lnTo>
                  <a:lnTo>
                    <a:pt x="103" y="113"/>
                  </a:lnTo>
                  <a:lnTo>
                    <a:pt x="103" y="114"/>
                  </a:lnTo>
                  <a:lnTo>
                    <a:pt x="103" y="115"/>
                  </a:lnTo>
                  <a:lnTo>
                    <a:pt x="103" y="119"/>
                  </a:lnTo>
                  <a:lnTo>
                    <a:pt x="104" y="122"/>
                  </a:lnTo>
                  <a:lnTo>
                    <a:pt x="108" y="125"/>
                  </a:lnTo>
                  <a:lnTo>
                    <a:pt x="108" y="129"/>
                  </a:lnTo>
                  <a:lnTo>
                    <a:pt x="106" y="131"/>
                  </a:lnTo>
                  <a:lnTo>
                    <a:pt x="104" y="135"/>
                  </a:lnTo>
                  <a:lnTo>
                    <a:pt x="111" y="143"/>
                  </a:lnTo>
                  <a:lnTo>
                    <a:pt x="114" y="144"/>
                  </a:lnTo>
                  <a:lnTo>
                    <a:pt x="119" y="150"/>
                  </a:lnTo>
                  <a:lnTo>
                    <a:pt x="119" y="154"/>
                  </a:lnTo>
                  <a:lnTo>
                    <a:pt x="116" y="161"/>
                  </a:lnTo>
                  <a:lnTo>
                    <a:pt x="111" y="169"/>
                  </a:lnTo>
                  <a:lnTo>
                    <a:pt x="108" y="176"/>
                  </a:lnTo>
                  <a:lnTo>
                    <a:pt x="106" y="181"/>
                  </a:lnTo>
                  <a:lnTo>
                    <a:pt x="102" y="186"/>
                  </a:lnTo>
                  <a:lnTo>
                    <a:pt x="99" y="188"/>
                  </a:lnTo>
                  <a:lnTo>
                    <a:pt x="94" y="193"/>
                  </a:lnTo>
                  <a:lnTo>
                    <a:pt x="94" y="196"/>
                  </a:lnTo>
                  <a:lnTo>
                    <a:pt x="94" y="197"/>
                  </a:lnTo>
                  <a:lnTo>
                    <a:pt x="94" y="198"/>
                  </a:lnTo>
                  <a:lnTo>
                    <a:pt x="91" y="197"/>
                  </a:lnTo>
                  <a:lnTo>
                    <a:pt x="91" y="196"/>
                  </a:lnTo>
                  <a:lnTo>
                    <a:pt x="89" y="196"/>
                  </a:lnTo>
                  <a:lnTo>
                    <a:pt x="89" y="196"/>
                  </a:lnTo>
                  <a:lnTo>
                    <a:pt x="89" y="197"/>
                  </a:lnTo>
                  <a:lnTo>
                    <a:pt x="89" y="198"/>
                  </a:lnTo>
                  <a:lnTo>
                    <a:pt x="85" y="200"/>
                  </a:lnTo>
                  <a:lnTo>
                    <a:pt x="83" y="197"/>
                  </a:lnTo>
                  <a:lnTo>
                    <a:pt x="81" y="198"/>
                  </a:lnTo>
                  <a:lnTo>
                    <a:pt x="79" y="200"/>
                  </a:lnTo>
                  <a:lnTo>
                    <a:pt x="78" y="198"/>
                  </a:lnTo>
                  <a:lnTo>
                    <a:pt x="77" y="198"/>
                  </a:lnTo>
                  <a:lnTo>
                    <a:pt x="77" y="200"/>
                  </a:lnTo>
                  <a:lnTo>
                    <a:pt x="75" y="200"/>
                  </a:lnTo>
                  <a:lnTo>
                    <a:pt x="74" y="197"/>
                  </a:lnTo>
                  <a:lnTo>
                    <a:pt x="74" y="200"/>
                  </a:lnTo>
                  <a:lnTo>
                    <a:pt x="73" y="198"/>
                  </a:lnTo>
                  <a:lnTo>
                    <a:pt x="72" y="197"/>
                  </a:lnTo>
                  <a:lnTo>
                    <a:pt x="70" y="197"/>
                  </a:lnTo>
                  <a:lnTo>
                    <a:pt x="72" y="200"/>
                  </a:lnTo>
                  <a:lnTo>
                    <a:pt x="70" y="200"/>
                  </a:lnTo>
                  <a:lnTo>
                    <a:pt x="69" y="202"/>
                  </a:lnTo>
                  <a:lnTo>
                    <a:pt x="68" y="202"/>
                  </a:lnTo>
                  <a:lnTo>
                    <a:pt x="69" y="200"/>
                  </a:lnTo>
                  <a:lnTo>
                    <a:pt x="68" y="200"/>
                  </a:lnTo>
                  <a:lnTo>
                    <a:pt x="66" y="202"/>
                  </a:lnTo>
                  <a:lnTo>
                    <a:pt x="64" y="202"/>
                  </a:lnTo>
                  <a:lnTo>
                    <a:pt x="61" y="201"/>
                  </a:lnTo>
                  <a:lnTo>
                    <a:pt x="61" y="202"/>
                  </a:lnTo>
                  <a:lnTo>
                    <a:pt x="56" y="206"/>
                  </a:lnTo>
                  <a:lnTo>
                    <a:pt x="54" y="206"/>
                  </a:lnTo>
                  <a:lnTo>
                    <a:pt x="50" y="209"/>
                  </a:lnTo>
                  <a:lnTo>
                    <a:pt x="48" y="209"/>
                  </a:lnTo>
                  <a:lnTo>
                    <a:pt x="47" y="210"/>
                  </a:lnTo>
                  <a:lnTo>
                    <a:pt x="47" y="208"/>
                  </a:lnTo>
                  <a:lnTo>
                    <a:pt x="45" y="209"/>
                  </a:lnTo>
                  <a:lnTo>
                    <a:pt x="44" y="213"/>
                  </a:lnTo>
                  <a:lnTo>
                    <a:pt x="43" y="211"/>
                  </a:lnTo>
                  <a:lnTo>
                    <a:pt x="44" y="209"/>
                  </a:lnTo>
                  <a:lnTo>
                    <a:pt x="43" y="208"/>
                  </a:lnTo>
                  <a:lnTo>
                    <a:pt x="40" y="204"/>
                  </a:lnTo>
                  <a:lnTo>
                    <a:pt x="41" y="202"/>
                  </a:lnTo>
                  <a:lnTo>
                    <a:pt x="41" y="200"/>
                  </a:lnTo>
                  <a:lnTo>
                    <a:pt x="39" y="202"/>
                  </a:lnTo>
                  <a:lnTo>
                    <a:pt x="37" y="202"/>
                  </a:lnTo>
                  <a:lnTo>
                    <a:pt x="39" y="201"/>
                  </a:lnTo>
                  <a:lnTo>
                    <a:pt x="37" y="200"/>
                  </a:lnTo>
                  <a:lnTo>
                    <a:pt x="33" y="200"/>
                  </a:lnTo>
                  <a:lnTo>
                    <a:pt x="32" y="198"/>
                  </a:lnTo>
                  <a:lnTo>
                    <a:pt x="31" y="200"/>
                  </a:lnTo>
                  <a:lnTo>
                    <a:pt x="28" y="196"/>
                  </a:lnTo>
                  <a:lnTo>
                    <a:pt x="27" y="198"/>
                  </a:lnTo>
                  <a:lnTo>
                    <a:pt x="25" y="197"/>
                  </a:lnTo>
                  <a:lnTo>
                    <a:pt x="23" y="198"/>
                  </a:lnTo>
                  <a:lnTo>
                    <a:pt x="21" y="197"/>
                  </a:lnTo>
                  <a:lnTo>
                    <a:pt x="21" y="196"/>
                  </a:lnTo>
                  <a:lnTo>
                    <a:pt x="23" y="193"/>
                  </a:lnTo>
                  <a:lnTo>
                    <a:pt x="21" y="190"/>
                  </a:lnTo>
                  <a:lnTo>
                    <a:pt x="21" y="186"/>
                  </a:lnTo>
                  <a:lnTo>
                    <a:pt x="23" y="185"/>
                  </a:lnTo>
                  <a:lnTo>
                    <a:pt x="23" y="181"/>
                  </a:lnTo>
                  <a:lnTo>
                    <a:pt x="24" y="180"/>
                  </a:lnTo>
                  <a:lnTo>
                    <a:pt x="23" y="177"/>
                  </a:lnTo>
                  <a:lnTo>
                    <a:pt x="23" y="176"/>
                  </a:lnTo>
                  <a:lnTo>
                    <a:pt x="21" y="175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68"/>
                  </a:lnTo>
                  <a:lnTo>
                    <a:pt x="20" y="167"/>
                  </a:lnTo>
                  <a:lnTo>
                    <a:pt x="20" y="164"/>
                  </a:lnTo>
                  <a:lnTo>
                    <a:pt x="19" y="163"/>
                  </a:lnTo>
                  <a:lnTo>
                    <a:pt x="18" y="164"/>
                  </a:lnTo>
                  <a:lnTo>
                    <a:pt x="18" y="161"/>
                  </a:lnTo>
                  <a:lnTo>
                    <a:pt x="18" y="160"/>
                  </a:lnTo>
                  <a:lnTo>
                    <a:pt x="18" y="159"/>
                  </a:lnTo>
                  <a:lnTo>
                    <a:pt x="16" y="156"/>
                  </a:lnTo>
                  <a:lnTo>
                    <a:pt x="18" y="155"/>
                  </a:lnTo>
                  <a:lnTo>
                    <a:pt x="19" y="155"/>
                  </a:lnTo>
                  <a:lnTo>
                    <a:pt x="20" y="152"/>
                  </a:lnTo>
                  <a:lnTo>
                    <a:pt x="19" y="150"/>
                  </a:lnTo>
                  <a:lnTo>
                    <a:pt x="20" y="150"/>
                  </a:lnTo>
                  <a:lnTo>
                    <a:pt x="19" y="147"/>
                  </a:lnTo>
                  <a:lnTo>
                    <a:pt x="21" y="146"/>
                  </a:lnTo>
                  <a:lnTo>
                    <a:pt x="23" y="147"/>
                  </a:lnTo>
                  <a:lnTo>
                    <a:pt x="23" y="148"/>
                  </a:lnTo>
                  <a:lnTo>
                    <a:pt x="24" y="148"/>
                  </a:lnTo>
                  <a:lnTo>
                    <a:pt x="25" y="147"/>
                  </a:lnTo>
                  <a:lnTo>
                    <a:pt x="27" y="146"/>
                  </a:lnTo>
                  <a:lnTo>
                    <a:pt x="28" y="144"/>
                  </a:lnTo>
                  <a:lnTo>
                    <a:pt x="28" y="143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8" y="142"/>
                  </a:lnTo>
                  <a:lnTo>
                    <a:pt x="28" y="140"/>
                  </a:lnTo>
                  <a:lnTo>
                    <a:pt x="29" y="138"/>
                  </a:lnTo>
                  <a:lnTo>
                    <a:pt x="31" y="136"/>
                  </a:lnTo>
                  <a:lnTo>
                    <a:pt x="32" y="138"/>
                  </a:lnTo>
                  <a:lnTo>
                    <a:pt x="35" y="139"/>
                  </a:lnTo>
                  <a:lnTo>
                    <a:pt x="33" y="138"/>
                  </a:lnTo>
                  <a:lnTo>
                    <a:pt x="32" y="135"/>
                  </a:lnTo>
                  <a:lnTo>
                    <a:pt x="33" y="133"/>
                  </a:lnTo>
                  <a:lnTo>
                    <a:pt x="36" y="133"/>
                  </a:lnTo>
                  <a:lnTo>
                    <a:pt x="37" y="131"/>
                  </a:lnTo>
                  <a:lnTo>
                    <a:pt x="36" y="129"/>
                  </a:lnTo>
                  <a:lnTo>
                    <a:pt x="37" y="129"/>
                  </a:lnTo>
                  <a:lnTo>
                    <a:pt x="37" y="130"/>
                  </a:lnTo>
                  <a:lnTo>
                    <a:pt x="39" y="129"/>
                  </a:lnTo>
                  <a:lnTo>
                    <a:pt x="39" y="126"/>
                  </a:lnTo>
                  <a:lnTo>
                    <a:pt x="43" y="122"/>
                  </a:lnTo>
                  <a:lnTo>
                    <a:pt x="44" y="121"/>
                  </a:lnTo>
                  <a:lnTo>
                    <a:pt x="44" y="119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9" y="113"/>
                  </a:lnTo>
                  <a:lnTo>
                    <a:pt x="52" y="113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2" y="111"/>
                  </a:lnTo>
                  <a:lnTo>
                    <a:pt x="53" y="110"/>
                  </a:lnTo>
                  <a:lnTo>
                    <a:pt x="56" y="111"/>
                  </a:lnTo>
                  <a:lnTo>
                    <a:pt x="52" y="108"/>
                  </a:lnTo>
                  <a:lnTo>
                    <a:pt x="53" y="108"/>
                  </a:lnTo>
                  <a:lnTo>
                    <a:pt x="53" y="104"/>
                  </a:lnTo>
                  <a:lnTo>
                    <a:pt x="52" y="102"/>
                  </a:lnTo>
                  <a:lnTo>
                    <a:pt x="53" y="101"/>
                  </a:lnTo>
                  <a:lnTo>
                    <a:pt x="50" y="98"/>
                  </a:lnTo>
                  <a:lnTo>
                    <a:pt x="47" y="98"/>
                  </a:lnTo>
                  <a:lnTo>
                    <a:pt x="44" y="96"/>
                  </a:lnTo>
                  <a:lnTo>
                    <a:pt x="41" y="96"/>
                  </a:lnTo>
                  <a:lnTo>
                    <a:pt x="41" y="94"/>
                  </a:lnTo>
                  <a:lnTo>
                    <a:pt x="41" y="92"/>
                  </a:lnTo>
                  <a:lnTo>
                    <a:pt x="40" y="90"/>
                  </a:lnTo>
                  <a:lnTo>
                    <a:pt x="37" y="86"/>
                  </a:lnTo>
                  <a:lnTo>
                    <a:pt x="35" y="86"/>
                  </a:lnTo>
                  <a:lnTo>
                    <a:pt x="35" y="83"/>
                  </a:lnTo>
                  <a:lnTo>
                    <a:pt x="35" y="81"/>
                  </a:lnTo>
                  <a:lnTo>
                    <a:pt x="35" y="76"/>
                  </a:lnTo>
                  <a:lnTo>
                    <a:pt x="35" y="75"/>
                  </a:lnTo>
                  <a:lnTo>
                    <a:pt x="35" y="72"/>
                  </a:lnTo>
                  <a:lnTo>
                    <a:pt x="35" y="68"/>
                  </a:lnTo>
                  <a:lnTo>
                    <a:pt x="33" y="67"/>
                  </a:lnTo>
                  <a:lnTo>
                    <a:pt x="32" y="63"/>
                  </a:lnTo>
                  <a:lnTo>
                    <a:pt x="33" y="61"/>
                  </a:lnTo>
                  <a:lnTo>
                    <a:pt x="33" y="59"/>
                  </a:lnTo>
                  <a:lnTo>
                    <a:pt x="29" y="59"/>
                  </a:lnTo>
                  <a:lnTo>
                    <a:pt x="29" y="56"/>
                  </a:lnTo>
                  <a:lnTo>
                    <a:pt x="31" y="54"/>
                  </a:lnTo>
                  <a:lnTo>
                    <a:pt x="29" y="50"/>
                  </a:lnTo>
                  <a:lnTo>
                    <a:pt x="31" y="47"/>
                  </a:lnTo>
                  <a:lnTo>
                    <a:pt x="29" y="46"/>
                  </a:lnTo>
                  <a:lnTo>
                    <a:pt x="28" y="46"/>
                  </a:lnTo>
                  <a:lnTo>
                    <a:pt x="25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0"/>
                  </a:lnTo>
                  <a:lnTo>
                    <a:pt x="21" y="38"/>
                  </a:lnTo>
                  <a:lnTo>
                    <a:pt x="19" y="38"/>
                  </a:lnTo>
                  <a:lnTo>
                    <a:pt x="18" y="36"/>
                  </a:lnTo>
                  <a:lnTo>
                    <a:pt x="12" y="36"/>
                  </a:lnTo>
                  <a:lnTo>
                    <a:pt x="10" y="34"/>
                  </a:lnTo>
                  <a:lnTo>
                    <a:pt x="6" y="29"/>
                  </a:lnTo>
                  <a:lnTo>
                    <a:pt x="3" y="27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3" y="25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4" y="19"/>
                  </a:lnTo>
                  <a:lnTo>
                    <a:pt x="7" y="19"/>
                  </a:lnTo>
                  <a:lnTo>
                    <a:pt x="8" y="22"/>
                  </a:lnTo>
                  <a:lnTo>
                    <a:pt x="14" y="26"/>
                  </a:lnTo>
                  <a:lnTo>
                    <a:pt x="14" y="29"/>
                  </a:lnTo>
                  <a:lnTo>
                    <a:pt x="16" y="31"/>
                  </a:lnTo>
                  <a:lnTo>
                    <a:pt x="19" y="33"/>
                  </a:lnTo>
                  <a:lnTo>
                    <a:pt x="25" y="33"/>
                  </a:lnTo>
                  <a:lnTo>
                    <a:pt x="28" y="30"/>
                  </a:lnTo>
                  <a:lnTo>
                    <a:pt x="29" y="29"/>
                  </a:lnTo>
                  <a:lnTo>
                    <a:pt x="32" y="29"/>
                  </a:lnTo>
                  <a:lnTo>
                    <a:pt x="36" y="31"/>
                  </a:lnTo>
                  <a:lnTo>
                    <a:pt x="39" y="31"/>
                  </a:lnTo>
                  <a:lnTo>
                    <a:pt x="40" y="29"/>
                  </a:lnTo>
                  <a:lnTo>
                    <a:pt x="41" y="29"/>
                  </a:lnTo>
                  <a:lnTo>
                    <a:pt x="44" y="26"/>
                  </a:lnTo>
                  <a:lnTo>
                    <a:pt x="45" y="27"/>
                  </a:lnTo>
                  <a:lnTo>
                    <a:pt x="48" y="26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7" y="18"/>
                  </a:lnTo>
                  <a:lnTo>
                    <a:pt x="47" y="11"/>
                  </a:lnTo>
                  <a:lnTo>
                    <a:pt x="48" y="10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50" y="5"/>
                  </a:lnTo>
                  <a:lnTo>
                    <a:pt x="49" y="4"/>
                  </a:lnTo>
                  <a:lnTo>
                    <a:pt x="52" y="2"/>
                  </a:lnTo>
                  <a:lnTo>
                    <a:pt x="56" y="4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8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3" name="Freeform 378"/>
            <p:cNvSpPr>
              <a:spLocks noEditPoints="1"/>
            </p:cNvSpPr>
            <p:nvPr/>
          </p:nvSpPr>
          <p:spPr bwMode="auto">
            <a:xfrm>
              <a:off x="6333719" y="2282139"/>
              <a:ext cx="162416" cy="109124"/>
            </a:xfrm>
            <a:custGeom>
              <a:avLst/>
              <a:gdLst>
                <a:gd name="T0" fmla="*/ 7 w 64"/>
                <a:gd name="T1" fmla="*/ 22 h 43"/>
                <a:gd name="T2" fmla="*/ 12 w 64"/>
                <a:gd name="T3" fmla="*/ 23 h 43"/>
                <a:gd name="T4" fmla="*/ 14 w 64"/>
                <a:gd name="T5" fmla="*/ 25 h 43"/>
                <a:gd name="T6" fmla="*/ 12 w 64"/>
                <a:gd name="T7" fmla="*/ 25 h 43"/>
                <a:gd name="T8" fmla="*/ 10 w 64"/>
                <a:gd name="T9" fmla="*/ 29 h 43"/>
                <a:gd name="T10" fmla="*/ 4 w 64"/>
                <a:gd name="T11" fmla="*/ 33 h 43"/>
                <a:gd name="T12" fmla="*/ 3 w 64"/>
                <a:gd name="T13" fmla="*/ 35 h 43"/>
                <a:gd name="T14" fmla="*/ 2 w 64"/>
                <a:gd name="T15" fmla="*/ 33 h 43"/>
                <a:gd name="T16" fmla="*/ 4 w 64"/>
                <a:gd name="T17" fmla="*/ 31 h 43"/>
                <a:gd name="T18" fmla="*/ 0 w 64"/>
                <a:gd name="T19" fmla="*/ 29 h 43"/>
                <a:gd name="T20" fmla="*/ 2 w 64"/>
                <a:gd name="T21" fmla="*/ 26 h 43"/>
                <a:gd name="T22" fmla="*/ 0 w 64"/>
                <a:gd name="T23" fmla="*/ 25 h 43"/>
                <a:gd name="T24" fmla="*/ 0 w 64"/>
                <a:gd name="T25" fmla="*/ 23 h 43"/>
                <a:gd name="T26" fmla="*/ 3 w 64"/>
                <a:gd name="T27" fmla="*/ 25 h 43"/>
                <a:gd name="T28" fmla="*/ 4 w 64"/>
                <a:gd name="T29" fmla="*/ 23 h 43"/>
                <a:gd name="T30" fmla="*/ 12 w 64"/>
                <a:gd name="T31" fmla="*/ 21 h 43"/>
                <a:gd name="T32" fmla="*/ 16 w 64"/>
                <a:gd name="T33" fmla="*/ 23 h 43"/>
                <a:gd name="T34" fmla="*/ 12 w 64"/>
                <a:gd name="T35" fmla="*/ 22 h 43"/>
                <a:gd name="T36" fmla="*/ 14 w 64"/>
                <a:gd name="T37" fmla="*/ 14 h 43"/>
                <a:gd name="T38" fmla="*/ 12 w 64"/>
                <a:gd name="T39" fmla="*/ 16 h 43"/>
                <a:gd name="T40" fmla="*/ 14 w 64"/>
                <a:gd name="T41" fmla="*/ 14 h 43"/>
                <a:gd name="T42" fmla="*/ 7 w 64"/>
                <a:gd name="T43" fmla="*/ 14 h 43"/>
                <a:gd name="T44" fmla="*/ 11 w 64"/>
                <a:gd name="T45" fmla="*/ 16 h 43"/>
                <a:gd name="T46" fmla="*/ 11 w 64"/>
                <a:gd name="T47" fmla="*/ 17 h 43"/>
                <a:gd name="T48" fmla="*/ 7 w 64"/>
                <a:gd name="T49" fmla="*/ 21 h 43"/>
                <a:gd name="T50" fmla="*/ 4 w 64"/>
                <a:gd name="T51" fmla="*/ 18 h 43"/>
                <a:gd name="T52" fmla="*/ 2 w 64"/>
                <a:gd name="T53" fmla="*/ 18 h 43"/>
                <a:gd name="T54" fmla="*/ 6 w 64"/>
                <a:gd name="T55" fmla="*/ 16 h 43"/>
                <a:gd name="T56" fmla="*/ 36 w 64"/>
                <a:gd name="T57" fmla="*/ 0 h 43"/>
                <a:gd name="T58" fmla="*/ 41 w 64"/>
                <a:gd name="T59" fmla="*/ 2 h 43"/>
                <a:gd name="T60" fmla="*/ 48 w 64"/>
                <a:gd name="T61" fmla="*/ 2 h 43"/>
                <a:gd name="T62" fmla="*/ 61 w 64"/>
                <a:gd name="T63" fmla="*/ 6 h 43"/>
                <a:gd name="T64" fmla="*/ 62 w 64"/>
                <a:gd name="T65" fmla="*/ 6 h 43"/>
                <a:gd name="T66" fmla="*/ 62 w 64"/>
                <a:gd name="T67" fmla="*/ 8 h 43"/>
                <a:gd name="T68" fmla="*/ 60 w 64"/>
                <a:gd name="T69" fmla="*/ 14 h 43"/>
                <a:gd name="T70" fmla="*/ 57 w 64"/>
                <a:gd name="T71" fmla="*/ 23 h 43"/>
                <a:gd name="T72" fmla="*/ 64 w 64"/>
                <a:gd name="T73" fmla="*/ 35 h 43"/>
                <a:gd name="T74" fmla="*/ 61 w 64"/>
                <a:gd name="T75" fmla="*/ 39 h 43"/>
                <a:gd name="T76" fmla="*/ 56 w 64"/>
                <a:gd name="T77" fmla="*/ 42 h 43"/>
                <a:gd name="T78" fmla="*/ 50 w 64"/>
                <a:gd name="T79" fmla="*/ 41 h 43"/>
                <a:gd name="T80" fmla="*/ 46 w 64"/>
                <a:gd name="T81" fmla="*/ 37 h 43"/>
                <a:gd name="T82" fmla="*/ 41 w 64"/>
                <a:gd name="T83" fmla="*/ 35 h 43"/>
                <a:gd name="T84" fmla="*/ 39 w 64"/>
                <a:gd name="T85" fmla="*/ 31 h 43"/>
                <a:gd name="T86" fmla="*/ 37 w 64"/>
                <a:gd name="T87" fmla="*/ 34 h 43"/>
                <a:gd name="T88" fmla="*/ 31 w 64"/>
                <a:gd name="T89" fmla="*/ 33 h 43"/>
                <a:gd name="T90" fmla="*/ 27 w 64"/>
                <a:gd name="T91" fmla="*/ 35 h 43"/>
                <a:gd name="T92" fmla="*/ 28 w 64"/>
                <a:gd name="T93" fmla="*/ 27 h 43"/>
                <a:gd name="T94" fmla="*/ 24 w 64"/>
                <a:gd name="T95" fmla="*/ 27 h 43"/>
                <a:gd name="T96" fmla="*/ 23 w 64"/>
                <a:gd name="T97" fmla="*/ 30 h 43"/>
                <a:gd name="T98" fmla="*/ 17 w 64"/>
                <a:gd name="T99" fmla="*/ 23 h 43"/>
                <a:gd name="T100" fmla="*/ 19 w 64"/>
                <a:gd name="T101" fmla="*/ 21 h 43"/>
                <a:gd name="T102" fmla="*/ 17 w 64"/>
                <a:gd name="T103" fmla="*/ 18 h 43"/>
                <a:gd name="T104" fmla="*/ 16 w 64"/>
                <a:gd name="T105" fmla="*/ 20 h 43"/>
                <a:gd name="T106" fmla="*/ 17 w 64"/>
                <a:gd name="T107" fmla="*/ 9 h 43"/>
                <a:gd name="T108" fmla="*/ 23 w 64"/>
                <a:gd name="T109" fmla="*/ 8 h 43"/>
                <a:gd name="T110" fmla="*/ 25 w 64"/>
                <a:gd name="T111" fmla="*/ 5 h 43"/>
                <a:gd name="T112" fmla="*/ 28 w 64"/>
                <a:gd name="T113" fmla="*/ 4 h 43"/>
                <a:gd name="T114" fmla="*/ 33 w 64"/>
                <a:gd name="T115" fmla="*/ 5 h 43"/>
                <a:gd name="T116" fmla="*/ 36 w 64"/>
                <a:gd name="T117" fmla="*/ 4 h 43"/>
                <a:gd name="T118" fmla="*/ 35 w 64"/>
                <a:gd name="T119" fmla="*/ 1 h 43"/>
                <a:gd name="T120" fmla="*/ 36 w 64"/>
                <a:gd name="T12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4" h="43">
                  <a:moveTo>
                    <a:pt x="6" y="22"/>
                  </a:moveTo>
                  <a:lnTo>
                    <a:pt x="7" y="22"/>
                  </a:lnTo>
                  <a:lnTo>
                    <a:pt x="11" y="22"/>
                  </a:lnTo>
                  <a:lnTo>
                    <a:pt x="12" y="23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6"/>
                  </a:lnTo>
                  <a:lnTo>
                    <a:pt x="12" y="25"/>
                  </a:lnTo>
                  <a:lnTo>
                    <a:pt x="11" y="27"/>
                  </a:lnTo>
                  <a:lnTo>
                    <a:pt x="10" y="29"/>
                  </a:lnTo>
                  <a:lnTo>
                    <a:pt x="6" y="30"/>
                  </a:lnTo>
                  <a:lnTo>
                    <a:pt x="4" y="33"/>
                  </a:lnTo>
                  <a:lnTo>
                    <a:pt x="4" y="34"/>
                  </a:lnTo>
                  <a:lnTo>
                    <a:pt x="3" y="35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3" y="33"/>
                  </a:lnTo>
                  <a:lnTo>
                    <a:pt x="4" y="31"/>
                  </a:lnTo>
                  <a:lnTo>
                    <a:pt x="2" y="29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3" y="25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6" y="22"/>
                  </a:lnTo>
                  <a:close/>
                  <a:moveTo>
                    <a:pt x="12" y="21"/>
                  </a:moveTo>
                  <a:lnTo>
                    <a:pt x="15" y="21"/>
                  </a:lnTo>
                  <a:lnTo>
                    <a:pt x="16" y="23"/>
                  </a:lnTo>
                  <a:lnTo>
                    <a:pt x="15" y="23"/>
                  </a:lnTo>
                  <a:lnTo>
                    <a:pt x="12" y="22"/>
                  </a:lnTo>
                  <a:lnTo>
                    <a:pt x="12" y="21"/>
                  </a:lnTo>
                  <a:close/>
                  <a:moveTo>
                    <a:pt x="14" y="14"/>
                  </a:moveTo>
                  <a:lnTo>
                    <a:pt x="15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4" y="14"/>
                  </a:lnTo>
                  <a:close/>
                  <a:moveTo>
                    <a:pt x="6" y="14"/>
                  </a:moveTo>
                  <a:lnTo>
                    <a:pt x="7" y="14"/>
                  </a:lnTo>
                  <a:lnTo>
                    <a:pt x="8" y="16"/>
                  </a:lnTo>
                  <a:lnTo>
                    <a:pt x="11" y="16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8" y="18"/>
                  </a:lnTo>
                  <a:lnTo>
                    <a:pt x="7" y="21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4"/>
                  </a:lnTo>
                  <a:close/>
                  <a:moveTo>
                    <a:pt x="36" y="0"/>
                  </a:moveTo>
                  <a:lnTo>
                    <a:pt x="39" y="2"/>
                  </a:lnTo>
                  <a:lnTo>
                    <a:pt x="41" y="2"/>
                  </a:lnTo>
                  <a:lnTo>
                    <a:pt x="42" y="4"/>
                  </a:lnTo>
                  <a:lnTo>
                    <a:pt x="48" y="2"/>
                  </a:lnTo>
                  <a:lnTo>
                    <a:pt x="52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2" y="6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1" y="10"/>
                  </a:lnTo>
                  <a:lnTo>
                    <a:pt x="60" y="14"/>
                  </a:lnTo>
                  <a:lnTo>
                    <a:pt x="58" y="14"/>
                  </a:lnTo>
                  <a:lnTo>
                    <a:pt x="57" y="23"/>
                  </a:lnTo>
                  <a:lnTo>
                    <a:pt x="64" y="34"/>
                  </a:lnTo>
                  <a:lnTo>
                    <a:pt x="64" y="35"/>
                  </a:lnTo>
                  <a:lnTo>
                    <a:pt x="61" y="38"/>
                  </a:lnTo>
                  <a:lnTo>
                    <a:pt x="61" y="39"/>
                  </a:lnTo>
                  <a:lnTo>
                    <a:pt x="60" y="42"/>
                  </a:lnTo>
                  <a:lnTo>
                    <a:pt x="56" y="42"/>
                  </a:lnTo>
                  <a:lnTo>
                    <a:pt x="52" y="43"/>
                  </a:lnTo>
                  <a:lnTo>
                    <a:pt x="50" y="41"/>
                  </a:lnTo>
                  <a:lnTo>
                    <a:pt x="48" y="39"/>
                  </a:lnTo>
                  <a:lnTo>
                    <a:pt x="46" y="37"/>
                  </a:lnTo>
                  <a:lnTo>
                    <a:pt x="42" y="35"/>
                  </a:lnTo>
                  <a:lnTo>
                    <a:pt x="41" y="35"/>
                  </a:lnTo>
                  <a:lnTo>
                    <a:pt x="41" y="33"/>
                  </a:lnTo>
                  <a:lnTo>
                    <a:pt x="39" y="31"/>
                  </a:lnTo>
                  <a:lnTo>
                    <a:pt x="39" y="34"/>
                  </a:lnTo>
                  <a:lnTo>
                    <a:pt x="37" y="34"/>
                  </a:lnTo>
                  <a:lnTo>
                    <a:pt x="35" y="31"/>
                  </a:lnTo>
                  <a:lnTo>
                    <a:pt x="31" y="33"/>
                  </a:lnTo>
                  <a:lnTo>
                    <a:pt x="28" y="34"/>
                  </a:lnTo>
                  <a:lnTo>
                    <a:pt x="27" y="35"/>
                  </a:lnTo>
                  <a:lnTo>
                    <a:pt x="27" y="34"/>
                  </a:lnTo>
                  <a:lnTo>
                    <a:pt x="28" y="27"/>
                  </a:lnTo>
                  <a:lnTo>
                    <a:pt x="27" y="26"/>
                  </a:lnTo>
                  <a:lnTo>
                    <a:pt x="24" y="27"/>
                  </a:lnTo>
                  <a:lnTo>
                    <a:pt x="24" y="30"/>
                  </a:lnTo>
                  <a:lnTo>
                    <a:pt x="23" y="30"/>
                  </a:lnTo>
                  <a:lnTo>
                    <a:pt x="20" y="27"/>
                  </a:lnTo>
                  <a:lnTo>
                    <a:pt x="17" y="23"/>
                  </a:lnTo>
                  <a:lnTo>
                    <a:pt x="17" y="21"/>
                  </a:lnTo>
                  <a:lnTo>
                    <a:pt x="19" y="21"/>
                  </a:lnTo>
                  <a:lnTo>
                    <a:pt x="20" y="20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6" y="20"/>
                  </a:lnTo>
                  <a:lnTo>
                    <a:pt x="16" y="12"/>
                  </a:lnTo>
                  <a:lnTo>
                    <a:pt x="17" y="9"/>
                  </a:lnTo>
                  <a:lnTo>
                    <a:pt x="21" y="8"/>
                  </a:lnTo>
                  <a:lnTo>
                    <a:pt x="23" y="8"/>
                  </a:lnTo>
                  <a:lnTo>
                    <a:pt x="23" y="6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5" y="1"/>
                  </a:lnTo>
                  <a:lnTo>
                    <a:pt x="36" y="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4" name="Freeform 379"/>
            <p:cNvSpPr>
              <a:spLocks/>
            </p:cNvSpPr>
            <p:nvPr/>
          </p:nvSpPr>
          <p:spPr bwMode="auto">
            <a:xfrm>
              <a:off x="6318492" y="2360809"/>
              <a:ext cx="190332" cy="104048"/>
            </a:xfrm>
            <a:custGeom>
              <a:avLst/>
              <a:gdLst>
                <a:gd name="T0" fmla="*/ 43 w 75"/>
                <a:gd name="T1" fmla="*/ 3 h 41"/>
                <a:gd name="T2" fmla="*/ 45 w 75"/>
                <a:gd name="T3" fmla="*/ 0 h 41"/>
                <a:gd name="T4" fmla="*/ 47 w 75"/>
                <a:gd name="T5" fmla="*/ 4 h 41"/>
                <a:gd name="T6" fmla="*/ 52 w 75"/>
                <a:gd name="T7" fmla="*/ 6 h 41"/>
                <a:gd name="T8" fmla="*/ 56 w 75"/>
                <a:gd name="T9" fmla="*/ 10 h 41"/>
                <a:gd name="T10" fmla="*/ 62 w 75"/>
                <a:gd name="T11" fmla="*/ 11 h 41"/>
                <a:gd name="T12" fmla="*/ 68 w 75"/>
                <a:gd name="T13" fmla="*/ 14 h 41"/>
                <a:gd name="T14" fmla="*/ 70 w 75"/>
                <a:gd name="T15" fmla="*/ 16 h 41"/>
                <a:gd name="T16" fmla="*/ 70 w 75"/>
                <a:gd name="T17" fmla="*/ 19 h 41"/>
                <a:gd name="T18" fmla="*/ 72 w 75"/>
                <a:gd name="T19" fmla="*/ 23 h 41"/>
                <a:gd name="T20" fmla="*/ 75 w 75"/>
                <a:gd name="T21" fmla="*/ 29 h 41"/>
                <a:gd name="T22" fmla="*/ 73 w 75"/>
                <a:gd name="T23" fmla="*/ 33 h 41"/>
                <a:gd name="T24" fmla="*/ 70 w 75"/>
                <a:gd name="T25" fmla="*/ 36 h 41"/>
                <a:gd name="T26" fmla="*/ 64 w 75"/>
                <a:gd name="T27" fmla="*/ 40 h 41"/>
                <a:gd name="T28" fmla="*/ 60 w 75"/>
                <a:gd name="T29" fmla="*/ 41 h 41"/>
                <a:gd name="T30" fmla="*/ 56 w 75"/>
                <a:gd name="T31" fmla="*/ 40 h 41"/>
                <a:gd name="T32" fmla="*/ 51 w 75"/>
                <a:gd name="T33" fmla="*/ 36 h 41"/>
                <a:gd name="T34" fmla="*/ 45 w 75"/>
                <a:gd name="T35" fmla="*/ 32 h 41"/>
                <a:gd name="T36" fmla="*/ 37 w 75"/>
                <a:gd name="T37" fmla="*/ 33 h 41"/>
                <a:gd name="T38" fmla="*/ 31 w 75"/>
                <a:gd name="T39" fmla="*/ 32 h 41"/>
                <a:gd name="T40" fmla="*/ 27 w 75"/>
                <a:gd name="T41" fmla="*/ 29 h 41"/>
                <a:gd name="T42" fmla="*/ 25 w 75"/>
                <a:gd name="T43" fmla="*/ 29 h 41"/>
                <a:gd name="T44" fmla="*/ 21 w 75"/>
                <a:gd name="T45" fmla="*/ 29 h 41"/>
                <a:gd name="T46" fmla="*/ 14 w 75"/>
                <a:gd name="T47" fmla="*/ 29 h 41"/>
                <a:gd name="T48" fmla="*/ 5 w 75"/>
                <a:gd name="T49" fmla="*/ 33 h 41"/>
                <a:gd name="T50" fmla="*/ 2 w 75"/>
                <a:gd name="T51" fmla="*/ 36 h 41"/>
                <a:gd name="T52" fmla="*/ 1 w 75"/>
                <a:gd name="T53" fmla="*/ 35 h 41"/>
                <a:gd name="T54" fmla="*/ 1 w 75"/>
                <a:gd name="T55" fmla="*/ 28 h 41"/>
                <a:gd name="T56" fmla="*/ 1 w 75"/>
                <a:gd name="T57" fmla="*/ 23 h 41"/>
                <a:gd name="T58" fmla="*/ 4 w 75"/>
                <a:gd name="T59" fmla="*/ 15 h 41"/>
                <a:gd name="T60" fmla="*/ 5 w 75"/>
                <a:gd name="T61" fmla="*/ 14 h 41"/>
                <a:gd name="T62" fmla="*/ 9 w 75"/>
                <a:gd name="T63" fmla="*/ 10 h 41"/>
                <a:gd name="T64" fmla="*/ 13 w 75"/>
                <a:gd name="T65" fmla="*/ 8 h 41"/>
                <a:gd name="T66" fmla="*/ 17 w 75"/>
                <a:gd name="T67" fmla="*/ 6 h 41"/>
                <a:gd name="T68" fmla="*/ 22 w 75"/>
                <a:gd name="T69" fmla="*/ 16 h 41"/>
                <a:gd name="T70" fmla="*/ 25 w 75"/>
                <a:gd name="T71" fmla="*/ 20 h 41"/>
                <a:gd name="T72" fmla="*/ 31 w 75"/>
                <a:gd name="T73" fmla="*/ 16 h 41"/>
                <a:gd name="T74" fmla="*/ 33 w 75"/>
                <a:gd name="T75" fmla="*/ 7 h 41"/>
                <a:gd name="T76" fmla="*/ 34 w 75"/>
                <a:gd name="T77" fmla="*/ 3 h 41"/>
                <a:gd name="T78" fmla="*/ 41 w 75"/>
                <a:gd name="T7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5" h="41">
                  <a:moveTo>
                    <a:pt x="41" y="0"/>
                  </a:moveTo>
                  <a:lnTo>
                    <a:pt x="43" y="3"/>
                  </a:lnTo>
                  <a:lnTo>
                    <a:pt x="45" y="3"/>
                  </a:lnTo>
                  <a:lnTo>
                    <a:pt x="45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8" y="4"/>
                  </a:lnTo>
                  <a:lnTo>
                    <a:pt x="52" y="6"/>
                  </a:lnTo>
                  <a:lnTo>
                    <a:pt x="54" y="8"/>
                  </a:lnTo>
                  <a:lnTo>
                    <a:pt x="56" y="10"/>
                  </a:lnTo>
                  <a:lnTo>
                    <a:pt x="58" y="12"/>
                  </a:lnTo>
                  <a:lnTo>
                    <a:pt x="62" y="11"/>
                  </a:lnTo>
                  <a:lnTo>
                    <a:pt x="68" y="12"/>
                  </a:lnTo>
                  <a:lnTo>
                    <a:pt x="68" y="14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0" y="19"/>
                  </a:lnTo>
                  <a:lnTo>
                    <a:pt x="71" y="23"/>
                  </a:lnTo>
                  <a:lnTo>
                    <a:pt x="72" y="23"/>
                  </a:lnTo>
                  <a:lnTo>
                    <a:pt x="72" y="27"/>
                  </a:lnTo>
                  <a:lnTo>
                    <a:pt x="75" y="29"/>
                  </a:lnTo>
                  <a:lnTo>
                    <a:pt x="75" y="32"/>
                  </a:lnTo>
                  <a:lnTo>
                    <a:pt x="73" y="33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9"/>
                  </a:lnTo>
                  <a:lnTo>
                    <a:pt x="64" y="40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59" y="41"/>
                  </a:lnTo>
                  <a:lnTo>
                    <a:pt x="56" y="40"/>
                  </a:lnTo>
                  <a:lnTo>
                    <a:pt x="54" y="37"/>
                  </a:lnTo>
                  <a:lnTo>
                    <a:pt x="51" y="36"/>
                  </a:lnTo>
                  <a:lnTo>
                    <a:pt x="47" y="33"/>
                  </a:lnTo>
                  <a:lnTo>
                    <a:pt x="45" y="32"/>
                  </a:lnTo>
                  <a:lnTo>
                    <a:pt x="41" y="31"/>
                  </a:lnTo>
                  <a:lnTo>
                    <a:pt x="37" y="33"/>
                  </a:lnTo>
                  <a:lnTo>
                    <a:pt x="35" y="32"/>
                  </a:lnTo>
                  <a:lnTo>
                    <a:pt x="31" y="32"/>
                  </a:lnTo>
                  <a:lnTo>
                    <a:pt x="30" y="31"/>
                  </a:lnTo>
                  <a:lnTo>
                    <a:pt x="27" y="29"/>
                  </a:lnTo>
                  <a:lnTo>
                    <a:pt x="27" y="28"/>
                  </a:lnTo>
                  <a:lnTo>
                    <a:pt x="25" y="29"/>
                  </a:lnTo>
                  <a:lnTo>
                    <a:pt x="22" y="31"/>
                  </a:lnTo>
                  <a:lnTo>
                    <a:pt x="21" y="29"/>
                  </a:lnTo>
                  <a:lnTo>
                    <a:pt x="18" y="29"/>
                  </a:lnTo>
                  <a:lnTo>
                    <a:pt x="14" y="29"/>
                  </a:lnTo>
                  <a:lnTo>
                    <a:pt x="8" y="31"/>
                  </a:lnTo>
                  <a:lnTo>
                    <a:pt x="5" y="33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0" y="29"/>
                  </a:lnTo>
                  <a:lnTo>
                    <a:pt x="1" y="28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4" y="19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6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3" y="8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7" y="10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5" y="20"/>
                  </a:lnTo>
                  <a:lnTo>
                    <a:pt x="29" y="20"/>
                  </a:lnTo>
                  <a:lnTo>
                    <a:pt x="31" y="16"/>
                  </a:lnTo>
                  <a:lnTo>
                    <a:pt x="33" y="12"/>
                  </a:lnTo>
                  <a:lnTo>
                    <a:pt x="33" y="7"/>
                  </a:lnTo>
                  <a:lnTo>
                    <a:pt x="33" y="4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5" name="Freeform 380"/>
            <p:cNvSpPr>
              <a:spLocks/>
            </p:cNvSpPr>
            <p:nvPr/>
          </p:nvSpPr>
          <p:spPr bwMode="auto">
            <a:xfrm>
              <a:off x="6323568" y="2431866"/>
              <a:ext cx="147189" cy="109124"/>
            </a:xfrm>
            <a:custGeom>
              <a:avLst/>
              <a:gdLst>
                <a:gd name="T0" fmla="*/ 25 w 58"/>
                <a:gd name="T1" fmla="*/ 0 h 43"/>
                <a:gd name="T2" fmla="*/ 25 w 58"/>
                <a:gd name="T3" fmla="*/ 1 h 43"/>
                <a:gd name="T4" fmla="*/ 28 w 58"/>
                <a:gd name="T5" fmla="*/ 3 h 43"/>
                <a:gd name="T6" fmla="*/ 29 w 58"/>
                <a:gd name="T7" fmla="*/ 4 h 43"/>
                <a:gd name="T8" fmla="*/ 33 w 58"/>
                <a:gd name="T9" fmla="*/ 4 h 43"/>
                <a:gd name="T10" fmla="*/ 35 w 58"/>
                <a:gd name="T11" fmla="*/ 5 h 43"/>
                <a:gd name="T12" fmla="*/ 39 w 58"/>
                <a:gd name="T13" fmla="*/ 3 h 43"/>
                <a:gd name="T14" fmla="*/ 43 w 58"/>
                <a:gd name="T15" fmla="*/ 4 h 43"/>
                <a:gd name="T16" fmla="*/ 45 w 58"/>
                <a:gd name="T17" fmla="*/ 5 h 43"/>
                <a:gd name="T18" fmla="*/ 49 w 58"/>
                <a:gd name="T19" fmla="*/ 8 h 43"/>
                <a:gd name="T20" fmla="*/ 52 w 58"/>
                <a:gd name="T21" fmla="*/ 9 h 43"/>
                <a:gd name="T22" fmla="*/ 54 w 58"/>
                <a:gd name="T23" fmla="*/ 12 h 43"/>
                <a:gd name="T24" fmla="*/ 57 w 58"/>
                <a:gd name="T25" fmla="*/ 13 h 43"/>
                <a:gd name="T26" fmla="*/ 58 w 58"/>
                <a:gd name="T27" fmla="*/ 13 h 43"/>
                <a:gd name="T28" fmla="*/ 56 w 58"/>
                <a:gd name="T29" fmla="*/ 17 h 43"/>
                <a:gd name="T30" fmla="*/ 58 w 58"/>
                <a:gd name="T31" fmla="*/ 18 h 43"/>
                <a:gd name="T32" fmla="*/ 58 w 58"/>
                <a:gd name="T33" fmla="*/ 20 h 43"/>
                <a:gd name="T34" fmla="*/ 54 w 58"/>
                <a:gd name="T35" fmla="*/ 22 h 43"/>
                <a:gd name="T36" fmla="*/ 52 w 58"/>
                <a:gd name="T37" fmla="*/ 26 h 43"/>
                <a:gd name="T38" fmla="*/ 50 w 58"/>
                <a:gd name="T39" fmla="*/ 26 h 43"/>
                <a:gd name="T40" fmla="*/ 49 w 58"/>
                <a:gd name="T41" fmla="*/ 30 h 43"/>
                <a:gd name="T42" fmla="*/ 52 w 58"/>
                <a:gd name="T43" fmla="*/ 32 h 43"/>
                <a:gd name="T44" fmla="*/ 52 w 58"/>
                <a:gd name="T45" fmla="*/ 34 h 43"/>
                <a:gd name="T46" fmla="*/ 49 w 58"/>
                <a:gd name="T47" fmla="*/ 34 h 43"/>
                <a:gd name="T48" fmla="*/ 49 w 58"/>
                <a:gd name="T49" fmla="*/ 33 h 43"/>
                <a:gd name="T50" fmla="*/ 46 w 58"/>
                <a:gd name="T51" fmla="*/ 33 h 43"/>
                <a:gd name="T52" fmla="*/ 45 w 58"/>
                <a:gd name="T53" fmla="*/ 37 h 43"/>
                <a:gd name="T54" fmla="*/ 43 w 58"/>
                <a:gd name="T55" fmla="*/ 37 h 43"/>
                <a:gd name="T56" fmla="*/ 44 w 58"/>
                <a:gd name="T57" fmla="*/ 41 h 43"/>
                <a:gd name="T58" fmla="*/ 41 w 58"/>
                <a:gd name="T59" fmla="*/ 41 h 43"/>
                <a:gd name="T60" fmla="*/ 39 w 58"/>
                <a:gd name="T61" fmla="*/ 42 h 43"/>
                <a:gd name="T62" fmla="*/ 35 w 58"/>
                <a:gd name="T63" fmla="*/ 41 h 43"/>
                <a:gd name="T64" fmla="*/ 31 w 58"/>
                <a:gd name="T65" fmla="*/ 42 h 43"/>
                <a:gd name="T66" fmla="*/ 28 w 58"/>
                <a:gd name="T67" fmla="*/ 43 h 43"/>
                <a:gd name="T68" fmla="*/ 27 w 58"/>
                <a:gd name="T69" fmla="*/ 41 h 43"/>
                <a:gd name="T70" fmla="*/ 27 w 58"/>
                <a:gd name="T71" fmla="*/ 38 h 43"/>
                <a:gd name="T72" fmla="*/ 25 w 58"/>
                <a:gd name="T73" fmla="*/ 34 h 43"/>
                <a:gd name="T74" fmla="*/ 24 w 58"/>
                <a:gd name="T75" fmla="*/ 34 h 43"/>
                <a:gd name="T76" fmla="*/ 21 w 58"/>
                <a:gd name="T77" fmla="*/ 32 h 43"/>
                <a:gd name="T78" fmla="*/ 19 w 58"/>
                <a:gd name="T79" fmla="*/ 32 h 43"/>
                <a:gd name="T80" fmla="*/ 19 w 58"/>
                <a:gd name="T81" fmla="*/ 28 h 43"/>
                <a:gd name="T82" fmla="*/ 20 w 58"/>
                <a:gd name="T83" fmla="*/ 26 h 43"/>
                <a:gd name="T84" fmla="*/ 19 w 58"/>
                <a:gd name="T85" fmla="*/ 25 h 43"/>
                <a:gd name="T86" fmla="*/ 18 w 58"/>
                <a:gd name="T87" fmla="*/ 24 h 43"/>
                <a:gd name="T88" fmla="*/ 18 w 58"/>
                <a:gd name="T89" fmla="*/ 22 h 43"/>
                <a:gd name="T90" fmla="*/ 15 w 58"/>
                <a:gd name="T91" fmla="*/ 21 h 43"/>
                <a:gd name="T92" fmla="*/ 11 w 58"/>
                <a:gd name="T93" fmla="*/ 22 h 43"/>
                <a:gd name="T94" fmla="*/ 8 w 58"/>
                <a:gd name="T95" fmla="*/ 21 h 43"/>
                <a:gd name="T96" fmla="*/ 4 w 58"/>
                <a:gd name="T97" fmla="*/ 16 h 43"/>
                <a:gd name="T98" fmla="*/ 0 w 58"/>
                <a:gd name="T99" fmla="*/ 17 h 43"/>
                <a:gd name="T100" fmla="*/ 0 w 58"/>
                <a:gd name="T101" fmla="*/ 17 h 43"/>
                <a:gd name="T102" fmla="*/ 0 w 58"/>
                <a:gd name="T103" fmla="*/ 14 h 43"/>
                <a:gd name="T104" fmla="*/ 0 w 58"/>
                <a:gd name="T105" fmla="*/ 12 h 43"/>
                <a:gd name="T106" fmla="*/ 0 w 58"/>
                <a:gd name="T107" fmla="*/ 8 h 43"/>
                <a:gd name="T108" fmla="*/ 2 w 58"/>
                <a:gd name="T109" fmla="*/ 8 h 43"/>
                <a:gd name="T110" fmla="*/ 3 w 58"/>
                <a:gd name="T111" fmla="*/ 5 h 43"/>
                <a:gd name="T112" fmla="*/ 6 w 58"/>
                <a:gd name="T113" fmla="*/ 3 h 43"/>
                <a:gd name="T114" fmla="*/ 12 w 58"/>
                <a:gd name="T115" fmla="*/ 1 h 43"/>
                <a:gd name="T116" fmla="*/ 16 w 58"/>
                <a:gd name="T117" fmla="*/ 1 h 43"/>
                <a:gd name="T118" fmla="*/ 19 w 58"/>
                <a:gd name="T119" fmla="*/ 1 h 43"/>
                <a:gd name="T120" fmla="*/ 20 w 58"/>
                <a:gd name="T121" fmla="*/ 3 h 43"/>
                <a:gd name="T122" fmla="*/ 23 w 58"/>
                <a:gd name="T123" fmla="*/ 1 h 43"/>
                <a:gd name="T124" fmla="*/ 25 w 58"/>
                <a:gd name="T12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" h="43">
                  <a:moveTo>
                    <a:pt x="25" y="0"/>
                  </a:moveTo>
                  <a:lnTo>
                    <a:pt x="25" y="1"/>
                  </a:lnTo>
                  <a:lnTo>
                    <a:pt x="28" y="3"/>
                  </a:lnTo>
                  <a:lnTo>
                    <a:pt x="29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9" y="3"/>
                  </a:lnTo>
                  <a:lnTo>
                    <a:pt x="43" y="4"/>
                  </a:lnTo>
                  <a:lnTo>
                    <a:pt x="45" y="5"/>
                  </a:lnTo>
                  <a:lnTo>
                    <a:pt x="49" y="8"/>
                  </a:lnTo>
                  <a:lnTo>
                    <a:pt x="52" y="9"/>
                  </a:lnTo>
                  <a:lnTo>
                    <a:pt x="54" y="12"/>
                  </a:lnTo>
                  <a:lnTo>
                    <a:pt x="57" y="13"/>
                  </a:lnTo>
                  <a:lnTo>
                    <a:pt x="58" y="13"/>
                  </a:lnTo>
                  <a:lnTo>
                    <a:pt x="56" y="17"/>
                  </a:lnTo>
                  <a:lnTo>
                    <a:pt x="58" y="18"/>
                  </a:lnTo>
                  <a:lnTo>
                    <a:pt x="58" y="20"/>
                  </a:lnTo>
                  <a:lnTo>
                    <a:pt x="54" y="22"/>
                  </a:lnTo>
                  <a:lnTo>
                    <a:pt x="52" y="26"/>
                  </a:lnTo>
                  <a:lnTo>
                    <a:pt x="50" y="26"/>
                  </a:lnTo>
                  <a:lnTo>
                    <a:pt x="49" y="30"/>
                  </a:lnTo>
                  <a:lnTo>
                    <a:pt x="52" y="32"/>
                  </a:lnTo>
                  <a:lnTo>
                    <a:pt x="52" y="34"/>
                  </a:lnTo>
                  <a:lnTo>
                    <a:pt x="49" y="34"/>
                  </a:lnTo>
                  <a:lnTo>
                    <a:pt x="49" y="33"/>
                  </a:lnTo>
                  <a:lnTo>
                    <a:pt x="46" y="33"/>
                  </a:lnTo>
                  <a:lnTo>
                    <a:pt x="45" y="37"/>
                  </a:lnTo>
                  <a:lnTo>
                    <a:pt x="43" y="37"/>
                  </a:lnTo>
                  <a:lnTo>
                    <a:pt x="44" y="41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5" y="41"/>
                  </a:lnTo>
                  <a:lnTo>
                    <a:pt x="31" y="42"/>
                  </a:lnTo>
                  <a:lnTo>
                    <a:pt x="28" y="43"/>
                  </a:lnTo>
                  <a:lnTo>
                    <a:pt x="27" y="41"/>
                  </a:lnTo>
                  <a:lnTo>
                    <a:pt x="27" y="38"/>
                  </a:lnTo>
                  <a:lnTo>
                    <a:pt x="25" y="34"/>
                  </a:lnTo>
                  <a:lnTo>
                    <a:pt x="24" y="34"/>
                  </a:lnTo>
                  <a:lnTo>
                    <a:pt x="21" y="32"/>
                  </a:lnTo>
                  <a:lnTo>
                    <a:pt x="19" y="32"/>
                  </a:lnTo>
                  <a:lnTo>
                    <a:pt x="19" y="28"/>
                  </a:lnTo>
                  <a:lnTo>
                    <a:pt x="20" y="26"/>
                  </a:lnTo>
                  <a:lnTo>
                    <a:pt x="19" y="25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5" y="21"/>
                  </a:lnTo>
                  <a:lnTo>
                    <a:pt x="11" y="22"/>
                  </a:lnTo>
                  <a:lnTo>
                    <a:pt x="8" y="21"/>
                  </a:lnTo>
                  <a:lnTo>
                    <a:pt x="4" y="16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8"/>
                  </a:lnTo>
                  <a:lnTo>
                    <a:pt x="3" y="5"/>
                  </a:lnTo>
                  <a:lnTo>
                    <a:pt x="6" y="3"/>
                  </a:lnTo>
                  <a:lnTo>
                    <a:pt x="12" y="1"/>
                  </a:lnTo>
                  <a:lnTo>
                    <a:pt x="16" y="1"/>
                  </a:lnTo>
                  <a:lnTo>
                    <a:pt x="19" y="1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6" name="Freeform 381"/>
            <p:cNvSpPr>
              <a:spLocks/>
            </p:cNvSpPr>
            <p:nvPr/>
          </p:nvSpPr>
          <p:spPr bwMode="auto">
            <a:xfrm>
              <a:off x="6394625" y="2442017"/>
              <a:ext cx="251238" cy="192869"/>
            </a:xfrm>
            <a:custGeom>
              <a:avLst/>
              <a:gdLst>
                <a:gd name="T0" fmla="*/ 53 w 99"/>
                <a:gd name="T1" fmla="*/ 4 h 76"/>
                <a:gd name="T2" fmla="*/ 58 w 99"/>
                <a:gd name="T3" fmla="*/ 3 h 76"/>
                <a:gd name="T4" fmla="*/ 63 w 99"/>
                <a:gd name="T5" fmla="*/ 4 h 76"/>
                <a:gd name="T6" fmla="*/ 69 w 99"/>
                <a:gd name="T7" fmla="*/ 5 h 76"/>
                <a:gd name="T8" fmla="*/ 75 w 99"/>
                <a:gd name="T9" fmla="*/ 7 h 76"/>
                <a:gd name="T10" fmla="*/ 75 w 99"/>
                <a:gd name="T11" fmla="*/ 12 h 76"/>
                <a:gd name="T12" fmla="*/ 78 w 99"/>
                <a:gd name="T13" fmla="*/ 18 h 76"/>
                <a:gd name="T14" fmla="*/ 82 w 99"/>
                <a:gd name="T15" fmla="*/ 25 h 76"/>
                <a:gd name="T16" fmla="*/ 87 w 99"/>
                <a:gd name="T17" fmla="*/ 30 h 76"/>
                <a:gd name="T18" fmla="*/ 92 w 99"/>
                <a:gd name="T19" fmla="*/ 35 h 76"/>
                <a:gd name="T20" fmla="*/ 96 w 99"/>
                <a:gd name="T21" fmla="*/ 42 h 76"/>
                <a:gd name="T22" fmla="*/ 97 w 99"/>
                <a:gd name="T23" fmla="*/ 45 h 76"/>
                <a:gd name="T24" fmla="*/ 90 w 99"/>
                <a:gd name="T25" fmla="*/ 50 h 76"/>
                <a:gd name="T26" fmla="*/ 86 w 99"/>
                <a:gd name="T27" fmla="*/ 49 h 76"/>
                <a:gd name="T28" fmla="*/ 88 w 99"/>
                <a:gd name="T29" fmla="*/ 55 h 76"/>
                <a:gd name="T30" fmla="*/ 91 w 99"/>
                <a:gd name="T31" fmla="*/ 62 h 76"/>
                <a:gd name="T32" fmla="*/ 91 w 99"/>
                <a:gd name="T33" fmla="*/ 64 h 76"/>
                <a:gd name="T34" fmla="*/ 82 w 99"/>
                <a:gd name="T35" fmla="*/ 67 h 76"/>
                <a:gd name="T36" fmla="*/ 80 w 99"/>
                <a:gd name="T37" fmla="*/ 75 h 76"/>
                <a:gd name="T38" fmla="*/ 75 w 99"/>
                <a:gd name="T39" fmla="*/ 74 h 76"/>
                <a:gd name="T40" fmla="*/ 70 w 99"/>
                <a:gd name="T41" fmla="*/ 74 h 76"/>
                <a:gd name="T42" fmla="*/ 66 w 99"/>
                <a:gd name="T43" fmla="*/ 76 h 76"/>
                <a:gd name="T44" fmla="*/ 63 w 99"/>
                <a:gd name="T45" fmla="*/ 74 h 76"/>
                <a:gd name="T46" fmla="*/ 57 w 99"/>
                <a:gd name="T47" fmla="*/ 75 h 76"/>
                <a:gd name="T48" fmla="*/ 51 w 99"/>
                <a:gd name="T49" fmla="*/ 74 h 76"/>
                <a:gd name="T50" fmla="*/ 49 w 99"/>
                <a:gd name="T51" fmla="*/ 75 h 76"/>
                <a:gd name="T52" fmla="*/ 42 w 99"/>
                <a:gd name="T53" fmla="*/ 75 h 76"/>
                <a:gd name="T54" fmla="*/ 38 w 99"/>
                <a:gd name="T55" fmla="*/ 72 h 76"/>
                <a:gd name="T56" fmla="*/ 29 w 99"/>
                <a:gd name="T57" fmla="*/ 70 h 76"/>
                <a:gd name="T58" fmla="*/ 25 w 99"/>
                <a:gd name="T59" fmla="*/ 71 h 76"/>
                <a:gd name="T60" fmla="*/ 13 w 99"/>
                <a:gd name="T61" fmla="*/ 72 h 76"/>
                <a:gd name="T62" fmla="*/ 7 w 99"/>
                <a:gd name="T63" fmla="*/ 72 h 76"/>
                <a:gd name="T64" fmla="*/ 5 w 99"/>
                <a:gd name="T65" fmla="*/ 71 h 76"/>
                <a:gd name="T66" fmla="*/ 3 w 99"/>
                <a:gd name="T67" fmla="*/ 63 h 76"/>
                <a:gd name="T68" fmla="*/ 7 w 99"/>
                <a:gd name="T69" fmla="*/ 60 h 76"/>
                <a:gd name="T70" fmla="*/ 5 w 99"/>
                <a:gd name="T71" fmla="*/ 51 h 76"/>
                <a:gd name="T72" fmla="*/ 3 w 99"/>
                <a:gd name="T73" fmla="*/ 46 h 76"/>
                <a:gd name="T74" fmla="*/ 0 w 99"/>
                <a:gd name="T75" fmla="*/ 39 h 76"/>
                <a:gd name="T76" fmla="*/ 7 w 99"/>
                <a:gd name="T77" fmla="*/ 37 h 76"/>
                <a:gd name="T78" fmla="*/ 13 w 99"/>
                <a:gd name="T79" fmla="*/ 37 h 76"/>
                <a:gd name="T80" fmla="*/ 15 w 99"/>
                <a:gd name="T81" fmla="*/ 33 h 76"/>
                <a:gd name="T82" fmla="*/ 18 w 99"/>
                <a:gd name="T83" fmla="*/ 29 h 76"/>
                <a:gd name="T84" fmla="*/ 21 w 99"/>
                <a:gd name="T85" fmla="*/ 30 h 76"/>
                <a:gd name="T86" fmla="*/ 24 w 99"/>
                <a:gd name="T87" fmla="*/ 28 h 76"/>
                <a:gd name="T88" fmla="*/ 22 w 99"/>
                <a:gd name="T89" fmla="*/ 22 h 76"/>
                <a:gd name="T90" fmla="*/ 26 w 99"/>
                <a:gd name="T91" fmla="*/ 18 h 76"/>
                <a:gd name="T92" fmla="*/ 30 w 99"/>
                <a:gd name="T93" fmla="*/ 14 h 76"/>
                <a:gd name="T94" fmla="*/ 30 w 99"/>
                <a:gd name="T95" fmla="*/ 9 h 76"/>
                <a:gd name="T96" fmla="*/ 40 w 99"/>
                <a:gd name="T97" fmla="*/ 7 h 76"/>
                <a:gd name="T98" fmla="*/ 42 w 99"/>
                <a:gd name="T99" fmla="*/ 3 h 76"/>
                <a:gd name="T100" fmla="*/ 46 w 99"/>
                <a:gd name="T101" fmla="*/ 0 h 76"/>
                <a:gd name="T102" fmla="*/ 50 w 99"/>
                <a:gd name="T10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76">
                  <a:moveTo>
                    <a:pt x="50" y="0"/>
                  </a:moveTo>
                  <a:lnTo>
                    <a:pt x="53" y="4"/>
                  </a:lnTo>
                  <a:lnTo>
                    <a:pt x="55" y="3"/>
                  </a:lnTo>
                  <a:lnTo>
                    <a:pt x="58" y="3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7" y="3"/>
                  </a:lnTo>
                  <a:lnTo>
                    <a:pt x="69" y="5"/>
                  </a:lnTo>
                  <a:lnTo>
                    <a:pt x="70" y="5"/>
                  </a:lnTo>
                  <a:lnTo>
                    <a:pt x="75" y="7"/>
                  </a:lnTo>
                  <a:lnTo>
                    <a:pt x="76" y="9"/>
                  </a:lnTo>
                  <a:lnTo>
                    <a:pt x="75" y="12"/>
                  </a:lnTo>
                  <a:lnTo>
                    <a:pt x="78" y="14"/>
                  </a:lnTo>
                  <a:lnTo>
                    <a:pt x="78" y="18"/>
                  </a:lnTo>
                  <a:lnTo>
                    <a:pt x="80" y="21"/>
                  </a:lnTo>
                  <a:lnTo>
                    <a:pt x="82" y="25"/>
                  </a:lnTo>
                  <a:lnTo>
                    <a:pt x="84" y="29"/>
                  </a:lnTo>
                  <a:lnTo>
                    <a:pt x="87" y="30"/>
                  </a:lnTo>
                  <a:lnTo>
                    <a:pt x="88" y="34"/>
                  </a:lnTo>
                  <a:lnTo>
                    <a:pt x="92" y="35"/>
                  </a:lnTo>
                  <a:lnTo>
                    <a:pt x="96" y="39"/>
                  </a:lnTo>
                  <a:lnTo>
                    <a:pt x="96" y="42"/>
                  </a:lnTo>
                  <a:lnTo>
                    <a:pt x="99" y="43"/>
                  </a:lnTo>
                  <a:lnTo>
                    <a:pt x="97" y="45"/>
                  </a:lnTo>
                  <a:lnTo>
                    <a:pt x="96" y="49"/>
                  </a:lnTo>
                  <a:lnTo>
                    <a:pt x="90" y="50"/>
                  </a:lnTo>
                  <a:lnTo>
                    <a:pt x="87" y="47"/>
                  </a:lnTo>
                  <a:lnTo>
                    <a:pt x="86" y="49"/>
                  </a:lnTo>
                  <a:lnTo>
                    <a:pt x="86" y="53"/>
                  </a:lnTo>
                  <a:lnTo>
                    <a:pt x="88" y="55"/>
                  </a:lnTo>
                  <a:lnTo>
                    <a:pt x="88" y="59"/>
                  </a:lnTo>
                  <a:lnTo>
                    <a:pt x="91" y="62"/>
                  </a:lnTo>
                  <a:lnTo>
                    <a:pt x="91" y="66"/>
                  </a:lnTo>
                  <a:lnTo>
                    <a:pt x="91" y="64"/>
                  </a:lnTo>
                  <a:lnTo>
                    <a:pt x="86" y="66"/>
                  </a:lnTo>
                  <a:lnTo>
                    <a:pt x="82" y="67"/>
                  </a:lnTo>
                  <a:lnTo>
                    <a:pt x="80" y="71"/>
                  </a:lnTo>
                  <a:lnTo>
                    <a:pt x="80" y="75"/>
                  </a:lnTo>
                  <a:lnTo>
                    <a:pt x="78" y="75"/>
                  </a:lnTo>
                  <a:lnTo>
                    <a:pt x="75" y="74"/>
                  </a:lnTo>
                  <a:lnTo>
                    <a:pt x="72" y="75"/>
                  </a:lnTo>
                  <a:lnTo>
                    <a:pt x="70" y="74"/>
                  </a:lnTo>
                  <a:lnTo>
                    <a:pt x="67" y="74"/>
                  </a:lnTo>
                  <a:lnTo>
                    <a:pt x="66" y="76"/>
                  </a:lnTo>
                  <a:lnTo>
                    <a:pt x="63" y="76"/>
                  </a:lnTo>
                  <a:lnTo>
                    <a:pt x="63" y="74"/>
                  </a:lnTo>
                  <a:lnTo>
                    <a:pt x="59" y="72"/>
                  </a:lnTo>
                  <a:lnTo>
                    <a:pt x="57" y="75"/>
                  </a:lnTo>
                  <a:lnTo>
                    <a:pt x="54" y="75"/>
                  </a:lnTo>
                  <a:lnTo>
                    <a:pt x="51" y="74"/>
                  </a:lnTo>
                  <a:lnTo>
                    <a:pt x="50" y="75"/>
                  </a:lnTo>
                  <a:lnTo>
                    <a:pt x="49" y="75"/>
                  </a:lnTo>
                  <a:lnTo>
                    <a:pt x="46" y="74"/>
                  </a:lnTo>
                  <a:lnTo>
                    <a:pt x="42" y="75"/>
                  </a:lnTo>
                  <a:lnTo>
                    <a:pt x="42" y="74"/>
                  </a:lnTo>
                  <a:lnTo>
                    <a:pt x="38" y="72"/>
                  </a:lnTo>
                  <a:lnTo>
                    <a:pt x="32" y="71"/>
                  </a:lnTo>
                  <a:lnTo>
                    <a:pt x="29" y="70"/>
                  </a:lnTo>
                  <a:lnTo>
                    <a:pt x="28" y="70"/>
                  </a:lnTo>
                  <a:lnTo>
                    <a:pt x="25" y="71"/>
                  </a:lnTo>
                  <a:lnTo>
                    <a:pt x="21" y="71"/>
                  </a:lnTo>
                  <a:lnTo>
                    <a:pt x="13" y="72"/>
                  </a:lnTo>
                  <a:lnTo>
                    <a:pt x="11" y="74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5" y="71"/>
                  </a:lnTo>
                  <a:lnTo>
                    <a:pt x="3" y="67"/>
                  </a:lnTo>
                  <a:lnTo>
                    <a:pt x="3" y="63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7" y="53"/>
                  </a:lnTo>
                  <a:lnTo>
                    <a:pt x="5" y="51"/>
                  </a:lnTo>
                  <a:lnTo>
                    <a:pt x="4" y="49"/>
                  </a:lnTo>
                  <a:lnTo>
                    <a:pt x="3" y="46"/>
                  </a:lnTo>
                  <a:lnTo>
                    <a:pt x="1" y="41"/>
                  </a:lnTo>
                  <a:lnTo>
                    <a:pt x="0" y="39"/>
                  </a:lnTo>
                  <a:lnTo>
                    <a:pt x="3" y="38"/>
                  </a:lnTo>
                  <a:lnTo>
                    <a:pt x="7" y="37"/>
                  </a:lnTo>
                  <a:lnTo>
                    <a:pt x="11" y="38"/>
                  </a:lnTo>
                  <a:lnTo>
                    <a:pt x="13" y="37"/>
                  </a:lnTo>
                  <a:lnTo>
                    <a:pt x="16" y="37"/>
                  </a:lnTo>
                  <a:lnTo>
                    <a:pt x="15" y="33"/>
                  </a:lnTo>
                  <a:lnTo>
                    <a:pt x="17" y="33"/>
                  </a:lnTo>
                  <a:lnTo>
                    <a:pt x="18" y="29"/>
                  </a:lnTo>
                  <a:lnTo>
                    <a:pt x="21" y="29"/>
                  </a:lnTo>
                  <a:lnTo>
                    <a:pt x="21" y="30"/>
                  </a:lnTo>
                  <a:lnTo>
                    <a:pt x="24" y="30"/>
                  </a:lnTo>
                  <a:lnTo>
                    <a:pt x="24" y="28"/>
                  </a:lnTo>
                  <a:lnTo>
                    <a:pt x="21" y="26"/>
                  </a:lnTo>
                  <a:lnTo>
                    <a:pt x="22" y="22"/>
                  </a:lnTo>
                  <a:lnTo>
                    <a:pt x="24" y="22"/>
                  </a:lnTo>
                  <a:lnTo>
                    <a:pt x="26" y="18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28" y="13"/>
                  </a:lnTo>
                  <a:lnTo>
                    <a:pt x="30" y="9"/>
                  </a:lnTo>
                  <a:lnTo>
                    <a:pt x="34" y="8"/>
                  </a:lnTo>
                  <a:lnTo>
                    <a:pt x="40" y="7"/>
                  </a:lnTo>
                  <a:lnTo>
                    <a:pt x="40" y="4"/>
                  </a:lnTo>
                  <a:lnTo>
                    <a:pt x="42" y="3"/>
                  </a:lnTo>
                  <a:lnTo>
                    <a:pt x="43" y="1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7" name="Freeform 382"/>
            <p:cNvSpPr>
              <a:spLocks/>
            </p:cNvSpPr>
            <p:nvPr/>
          </p:nvSpPr>
          <p:spPr bwMode="auto">
            <a:xfrm>
              <a:off x="6376861" y="2594282"/>
              <a:ext cx="494861" cy="309605"/>
            </a:xfrm>
            <a:custGeom>
              <a:avLst/>
              <a:gdLst>
                <a:gd name="T0" fmla="*/ 122 w 195"/>
                <a:gd name="T1" fmla="*/ 2 h 122"/>
                <a:gd name="T2" fmla="*/ 135 w 195"/>
                <a:gd name="T3" fmla="*/ 15 h 122"/>
                <a:gd name="T4" fmla="*/ 141 w 195"/>
                <a:gd name="T5" fmla="*/ 27 h 122"/>
                <a:gd name="T6" fmla="*/ 157 w 195"/>
                <a:gd name="T7" fmla="*/ 31 h 122"/>
                <a:gd name="T8" fmla="*/ 170 w 195"/>
                <a:gd name="T9" fmla="*/ 39 h 122"/>
                <a:gd name="T10" fmla="*/ 183 w 195"/>
                <a:gd name="T11" fmla="*/ 39 h 122"/>
                <a:gd name="T12" fmla="*/ 195 w 195"/>
                <a:gd name="T13" fmla="*/ 43 h 122"/>
                <a:gd name="T14" fmla="*/ 193 w 195"/>
                <a:gd name="T15" fmla="*/ 57 h 122"/>
                <a:gd name="T16" fmla="*/ 185 w 195"/>
                <a:gd name="T17" fmla="*/ 69 h 122"/>
                <a:gd name="T18" fmla="*/ 178 w 195"/>
                <a:gd name="T19" fmla="*/ 79 h 122"/>
                <a:gd name="T20" fmla="*/ 168 w 195"/>
                <a:gd name="T21" fmla="*/ 83 h 122"/>
                <a:gd name="T22" fmla="*/ 158 w 195"/>
                <a:gd name="T23" fmla="*/ 89 h 122"/>
                <a:gd name="T24" fmla="*/ 148 w 195"/>
                <a:gd name="T25" fmla="*/ 87 h 122"/>
                <a:gd name="T26" fmla="*/ 145 w 195"/>
                <a:gd name="T27" fmla="*/ 95 h 122"/>
                <a:gd name="T28" fmla="*/ 147 w 195"/>
                <a:gd name="T29" fmla="*/ 91 h 122"/>
                <a:gd name="T30" fmla="*/ 139 w 195"/>
                <a:gd name="T31" fmla="*/ 98 h 122"/>
                <a:gd name="T32" fmla="*/ 131 w 195"/>
                <a:gd name="T33" fmla="*/ 98 h 122"/>
                <a:gd name="T34" fmla="*/ 140 w 195"/>
                <a:gd name="T35" fmla="*/ 100 h 122"/>
                <a:gd name="T36" fmla="*/ 141 w 195"/>
                <a:gd name="T37" fmla="*/ 103 h 122"/>
                <a:gd name="T38" fmla="*/ 145 w 195"/>
                <a:gd name="T39" fmla="*/ 110 h 122"/>
                <a:gd name="T40" fmla="*/ 140 w 195"/>
                <a:gd name="T41" fmla="*/ 98 h 122"/>
                <a:gd name="T42" fmla="*/ 151 w 195"/>
                <a:gd name="T43" fmla="*/ 110 h 122"/>
                <a:gd name="T44" fmla="*/ 161 w 195"/>
                <a:gd name="T45" fmla="*/ 106 h 122"/>
                <a:gd name="T46" fmla="*/ 162 w 195"/>
                <a:gd name="T47" fmla="*/ 112 h 122"/>
                <a:gd name="T48" fmla="*/ 145 w 195"/>
                <a:gd name="T49" fmla="*/ 116 h 122"/>
                <a:gd name="T50" fmla="*/ 129 w 195"/>
                <a:gd name="T51" fmla="*/ 119 h 122"/>
                <a:gd name="T52" fmla="*/ 123 w 195"/>
                <a:gd name="T53" fmla="*/ 110 h 122"/>
                <a:gd name="T54" fmla="*/ 129 w 195"/>
                <a:gd name="T55" fmla="*/ 103 h 122"/>
                <a:gd name="T56" fmla="*/ 127 w 195"/>
                <a:gd name="T57" fmla="*/ 99 h 122"/>
                <a:gd name="T58" fmla="*/ 115 w 195"/>
                <a:gd name="T59" fmla="*/ 98 h 122"/>
                <a:gd name="T60" fmla="*/ 110 w 195"/>
                <a:gd name="T61" fmla="*/ 93 h 122"/>
                <a:gd name="T62" fmla="*/ 114 w 195"/>
                <a:gd name="T63" fmla="*/ 91 h 122"/>
                <a:gd name="T64" fmla="*/ 110 w 195"/>
                <a:gd name="T65" fmla="*/ 89 h 122"/>
                <a:gd name="T66" fmla="*/ 106 w 195"/>
                <a:gd name="T67" fmla="*/ 90 h 122"/>
                <a:gd name="T68" fmla="*/ 98 w 195"/>
                <a:gd name="T69" fmla="*/ 95 h 122"/>
                <a:gd name="T70" fmla="*/ 89 w 195"/>
                <a:gd name="T71" fmla="*/ 106 h 122"/>
                <a:gd name="T72" fmla="*/ 87 w 195"/>
                <a:gd name="T73" fmla="*/ 111 h 122"/>
                <a:gd name="T74" fmla="*/ 76 w 195"/>
                <a:gd name="T75" fmla="*/ 111 h 122"/>
                <a:gd name="T76" fmla="*/ 74 w 195"/>
                <a:gd name="T77" fmla="*/ 104 h 122"/>
                <a:gd name="T78" fmla="*/ 81 w 195"/>
                <a:gd name="T79" fmla="*/ 93 h 122"/>
                <a:gd name="T80" fmla="*/ 87 w 195"/>
                <a:gd name="T81" fmla="*/ 90 h 122"/>
                <a:gd name="T82" fmla="*/ 81 w 195"/>
                <a:gd name="T83" fmla="*/ 79 h 122"/>
                <a:gd name="T84" fmla="*/ 72 w 195"/>
                <a:gd name="T85" fmla="*/ 66 h 122"/>
                <a:gd name="T86" fmla="*/ 58 w 195"/>
                <a:gd name="T87" fmla="*/ 64 h 122"/>
                <a:gd name="T88" fmla="*/ 50 w 195"/>
                <a:gd name="T89" fmla="*/ 62 h 122"/>
                <a:gd name="T90" fmla="*/ 49 w 195"/>
                <a:gd name="T91" fmla="*/ 69 h 122"/>
                <a:gd name="T92" fmla="*/ 31 w 195"/>
                <a:gd name="T93" fmla="*/ 75 h 122"/>
                <a:gd name="T94" fmla="*/ 18 w 195"/>
                <a:gd name="T95" fmla="*/ 72 h 122"/>
                <a:gd name="T96" fmla="*/ 6 w 195"/>
                <a:gd name="T97" fmla="*/ 69 h 122"/>
                <a:gd name="T98" fmla="*/ 3 w 195"/>
                <a:gd name="T99" fmla="*/ 54 h 122"/>
                <a:gd name="T100" fmla="*/ 14 w 195"/>
                <a:gd name="T101" fmla="*/ 36 h 122"/>
                <a:gd name="T102" fmla="*/ 18 w 195"/>
                <a:gd name="T103" fmla="*/ 28 h 122"/>
                <a:gd name="T104" fmla="*/ 12 w 195"/>
                <a:gd name="T105" fmla="*/ 14 h 122"/>
                <a:gd name="T106" fmla="*/ 28 w 195"/>
                <a:gd name="T107" fmla="*/ 11 h 122"/>
                <a:gd name="T108" fmla="*/ 45 w 195"/>
                <a:gd name="T109" fmla="*/ 12 h 122"/>
                <a:gd name="T110" fmla="*/ 57 w 195"/>
                <a:gd name="T111" fmla="*/ 15 h 122"/>
                <a:gd name="T112" fmla="*/ 70 w 195"/>
                <a:gd name="T113" fmla="*/ 14 h 122"/>
                <a:gd name="T114" fmla="*/ 79 w 195"/>
                <a:gd name="T115" fmla="*/ 15 h 122"/>
                <a:gd name="T116" fmla="*/ 89 w 195"/>
                <a:gd name="T117" fmla="*/ 7 h 122"/>
                <a:gd name="T118" fmla="*/ 102 w 195"/>
                <a:gd name="T119" fmla="*/ 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5" h="122">
                  <a:moveTo>
                    <a:pt x="104" y="0"/>
                  </a:moveTo>
                  <a:lnTo>
                    <a:pt x="110" y="3"/>
                  </a:lnTo>
                  <a:lnTo>
                    <a:pt x="116" y="3"/>
                  </a:lnTo>
                  <a:lnTo>
                    <a:pt x="119" y="2"/>
                  </a:lnTo>
                  <a:lnTo>
                    <a:pt x="122" y="2"/>
                  </a:lnTo>
                  <a:lnTo>
                    <a:pt x="123" y="7"/>
                  </a:lnTo>
                  <a:lnTo>
                    <a:pt x="126" y="8"/>
                  </a:lnTo>
                  <a:lnTo>
                    <a:pt x="124" y="11"/>
                  </a:lnTo>
                  <a:lnTo>
                    <a:pt x="128" y="16"/>
                  </a:lnTo>
                  <a:lnTo>
                    <a:pt x="135" y="15"/>
                  </a:lnTo>
                  <a:lnTo>
                    <a:pt x="137" y="16"/>
                  </a:lnTo>
                  <a:lnTo>
                    <a:pt x="137" y="19"/>
                  </a:lnTo>
                  <a:lnTo>
                    <a:pt x="140" y="20"/>
                  </a:lnTo>
                  <a:lnTo>
                    <a:pt x="140" y="23"/>
                  </a:lnTo>
                  <a:lnTo>
                    <a:pt x="141" y="27"/>
                  </a:lnTo>
                  <a:lnTo>
                    <a:pt x="147" y="32"/>
                  </a:lnTo>
                  <a:lnTo>
                    <a:pt x="148" y="29"/>
                  </a:lnTo>
                  <a:lnTo>
                    <a:pt x="152" y="31"/>
                  </a:lnTo>
                  <a:lnTo>
                    <a:pt x="155" y="31"/>
                  </a:lnTo>
                  <a:lnTo>
                    <a:pt x="157" y="31"/>
                  </a:lnTo>
                  <a:lnTo>
                    <a:pt x="161" y="28"/>
                  </a:lnTo>
                  <a:lnTo>
                    <a:pt x="162" y="28"/>
                  </a:lnTo>
                  <a:lnTo>
                    <a:pt x="165" y="33"/>
                  </a:lnTo>
                  <a:lnTo>
                    <a:pt x="169" y="36"/>
                  </a:lnTo>
                  <a:lnTo>
                    <a:pt x="170" y="39"/>
                  </a:lnTo>
                  <a:lnTo>
                    <a:pt x="172" y="36"/>
                  </a:lnTo>
                  <a:lnTo>
                    <a:pt x="176" y="37"/>
                  </a:lnTo>
                  <a:lnTo>
                    <a:pt x="180" y="37"/>
                  </a:lnTo>
                  <a:lnTo>
                    <a:pt x="181" y="39"/>
                  </a:lnTo>
                  <a:lnTo>
                    <a:pt x="183" y="39"/>
                  </a:lnTo>
                  <a:lnTo>
                    <a:pt x="187" y="40"/>
                  </a:lnTo>
                  <a:lnTo>
                    <a:pt x="190" y="41"/>
                  </a:lnTo>
                  <a:lnTo>
                    <a:pt x="193" y="40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5" y="47"/>
                  </a:lnTo>
                  <a:lnTo>
                    <a:pt x="193" y="49"/>
                  </a:lnTo>
                  <a:lnTo>
                    <a:pt x="190" y="49"/>
                  </a:lnTo>
                  <a:lnTo>
                    <a:pt x="190" y="54"/>
                  </a:lnTo>
                  <a:lnTo>
                    <a:pt x="193" y="57"/>
                  </a:lnTo>
                  <a:lnTo>
                    <a:pt x="194" y="60"/>
                  </a:lnTo>
                  <a:lnTo>
                    <a:pt x="193" y="65"/>
                  </a:lnTo>
                  <a:lnTo>
                    <a:pt x="193" y="68"/>
                  </a:lnTo>
                  <a:lnTo>
                    <a:pt x="190" y="69"/>
                  </a:lnTo>
                  <a:lnTo>
                    <a:pt x="185" y="69"/>
                  </a:lnTo>
                  <a:lnTo>
                    <a:pt x="182" y="74"/>
                  </a:lnTo>
                  <a:lnTo>
                    <a:pt x="181" y="74"/>
                  </a:lnTo>
                  <a:lnTo>
                    <a:pt x="180" y="79"/>
                  </a:lnTo>
                  <a:lnTo>
                    <a:pt x="178" y="81"/>
                  </a:lnTo>
                  <a:lnTo>
                    <a:pt x="178" y="79"/>
                  </a:lnTo>
                  <a:lnTo>
                    <a:pt x="177" y="79"/>
                  </a:lnTo>
                  <a:lnTo>
                    <a:pt x="173" y="81"/>
                  </a:lnTo>
                  <a:lnTo>
                    <a:pt x="170" y="81"/>
                  </a:lnTo>
                  <a:lnTo>
                    <a:pt x="169" y="81"/>
                  </a:lnTo>
                  <a:lnTo>
                    <a:pt x="168" y="83"/>
                  </a:lnTo>
                  <a:lnTo>
                    <a:pt x="165" y="83"/>
                  </a:lnTo>
                  <a:lnTo>
                    <a:pt x="164" y="86"/>
                  </a:lnTo>
                  <a:lnTo>
                    <a:pt x="161" y="89"/>
                  </a:lnTo>
                  <a:lnTo>
                    <a:pt x="161" y="87"/>
                  </a:lnTo>
                  <a:lnTo>
                    <a:pt x="158" y="89"/>
                  </a:lnTo>
                  <a:lnTo>
                    <a:pt x="156" y="90"/>
                  </a:lnTo>
                  <a:lnTo>
                    <a:pt x="153" y="89"/>
                  </a:lnTo>
                  <a:lnTo>
                    <a:pt x="151" y="90"/>
                  </a:lnTo>
                  <a:lnTo>
                    <a:pt x="149" y="90"/>
                  </a:lnTo>
                  <a:lnTo>
                    <a:pt x="148" y="87"/>
                  </a:lnTo>
                  <a:lnTo>
                    <a:pt x="147" y="87"/>
                  </a:lnTo>
                  <a:lnTo>
                    <a:pt x="148" y="89"/>
                  </a:lnTo>
                  <a:lnTo>
                    <a:pt x="149" y="91"/>
                  </a:lnTo>
                  <a:lnTo>
                    <a:pt x="148" y="93"/>
                  </a:lnTo>
                  <a:lnTo>
                    <a:pt x="145" y="95"/>
                  </a:lnTo>
                  <a:lnTo>
                    <a:pt x="144" y="97"/>
                  </a:lnTo>
                  <a:lnTo>
                    <a:pt x="144" y="95"/>
                  </a:lnTo>
                  <a:lnTo>
                    <a:pt x="145" y="95"/>
                  </a:lnTo>
                  <a:lnTo>
                    <a:pt x="147" y="93"/>
                  </a:lnTo>
                  <a:lnTo>
                    <a:pt x="147" y="91"/>
                  </a:lnTo>
                  <a:lnTo>
                    <a:pt x="145" y="90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9" y="97"/>
                  </a:lnTo>
                  <a:lnTo>
                    <a:pt x="139" y="98"/>
                  </a:lnTo>
                  <a:lnTo>
                    <a:pt x="136" y="98"/>
                  </a:lnTo>
                  <a:lnTo>
                    <a:pt x="135" y="97"/>
                  </a:lnTo>
                  <a:lnTo>
                    <a:pt x="133" y="98"/>
                  </a:lnTo>
                  <a:lnTo>
                    <a:pt x="131" y="97"/>
                  </a:lnTo>
                  <a:lnTo>
                    <a:pt x="131" y="98"/>
                  </a:lnTo>
                  <a:lnTo>
                    <a:pt x="132" y="99"/>
                  </a:lnTo>
                  <a:lnTo>
                    <a:pt x="136" y="99"/>
                  </a:lnTo>
                  <a:lnTo>
                    <a:pt x="137" y="100"/>
                  </a:lnTo>
                  <a:lnTo>
                    <a:pt x="139" y="102"/>
                  </a:lnTo>
                  <a:lnTo>
                    <a:pt x="140" y="100"/>
                  </a:lnTo>
                  <a:lnTo>
                    <a:pt x="140" y="102"/>
                  </a:lnTo>
                  <a:lnTo>
                    <a:pt x="139" y="103"/>
                  </a:lnTo>
                  <a:lnTo>
                    <a:pt x="140" y="104"/>
                  </a:lnTo>
                  <a:lnTo>
                    <a:pt x="140" y="103"/>
                  </a:lnTo>
                  <a:lnTo>
                    <a:pt x="141" y="103"/>
                  </a:lnTo>
                  <a:lnTo>
                    <a:pt x="141" y="106"/>
                  </a:lnTo>
                  <a:lnTo>
                    <a:pt x="143" y="104"/>
                  </a:lnTo>
                  <a:lnTo>
                    <a:pt x="144" y="104"/>
                  </a:lnTo>
                  <a:lnTo>
                    <a:pt x="144" y="108"/>
                  </a:lnTo>
                  <a:lnTo>
                    <a:pt x="145" y="110"/>
                  </a:lnTo>
                  <a:lnTo>
                    <a:pt x="148" y="110"/>
                  </a:lnTo>
                  <a:lnTo>
                    <a:pt x="149" y="110"/>
                  </a:lnTo>
                  <a:lnTo>
                    <a:pt x="145" y="106"/>
                  </a:lnTo>
                  <a:lnTo>
                    <a:pt x="141" y="100"/>
                  </a:lnTo>
                  <a:lnTo>
                    <a:pt x="140" y="98"/>
                  </a:lnTo>
                  <a:lnTo>
                    <a:pt x="141" y="97"/>
                  </a:lnTo>
                  <a:lnTo>
                    <a:pt x="143" y="99"/>
                  </a:lnTo>
                  <a:lnTo>
                    <a:pt x="144" y="103"/>
                  </a:lnTo>
                  <a:lnTo>
                    <a:pt x="149" y="108"/>
                  </a:lnTo>
                  <a:lnTo>
                    <a:pt x="151" y="110"/>
                  </a:lnTo>
                  <a:lnTo>
                    <a:pt x="153" y="107"/>
                  </a:lnTo>
                  <a:lnTo>
                    <a:pt x="155" y="107"/>
                  </a:lnTo>
                  <a:lnTo>
                    <a:pt x="157" y="108"/>
                  </a:lnTo>
                  <a:lnTo>
                    <a:pt x="157" y="106"/>
                  </a:lnTo>
                  <a:lnTo>
                    <a:pt x="161" y="106"/>
                  </a:lnTo>
                  <a:lnTo>
                    <a:pt x="165" y="106"/>
                  </a:lnTo>
                  <a:lnTo>
                    <a:pt x="164" y="107"/>
                  </a:lnTo>
                  <a:lnTo>
                    <a:pt x="162" y="108"/>
                  </a:lnTo>
                  <a:lnTo>
                    <a:pt x="164" y="111"/>
                  </a:lnTo>
                  <a:lnTo>
                    <a:pt x="162" y="112"/>
                  </a:lnTo>
                  <a:lnTo>
                    <a:pt x="158" y="112"/>
                  </a:lnTo>
                  <a:lnTo>
                    <a:pt x="153" y="112"/>
                  </a:lnTo>
                  <a:lnTo>
                    <a:pt x="151" y="114"/>
                  </a:lnTo>
                  <a:lnTo>
                    <a:pt x="149" y="116"/>
                  </a:lnTo>
                  <a:lnTo>
                    <a:pt x="145" y="116"/>
                  </a:lnTo>
                  <a:lnTo>
                    <a:pt x="139" y="120"/>
                  </a:lnTo>
                  <a:lnTo>
                    <a:pt x="135" y="122"/>
                  </a:lnTo>
                  <a:lnTo>
                    <a:pt x="131" y="122"/>
                  </a:lnTo>
                  <a:lnTo>
                    <a:pt x="129" y="120"/>
                  </a:lnTo>
                  <a:lnTo>
                    <a:pt x="129" y="119"/>
                  </a:lnTo>
                  <a:lnTo>
                    <a:pt x="131" y="115"/>
                  </a:lnTo>
                  <a:lnTo>
                    <a:pt x="131" y="114"/>
                  </a:lnTo>
                  <a:lnTo>
                    <a:pt x="127" y="111"/>
                  </a:lnTo>
                  <a:lnTo>
                    <a:pt x="126" y="111"/>
                  </a:lnTo>
                  <a:lnTo>
                    <a:pt x="123" y="110"/>
                  </a:lnTo>
                  <a:lnTo>
                    <a:pt x="122" y="111"/>
                  </a:lnTo>
                  <a:lnTo>
                    <a:pt x="119" y="110"/>
                  </a:lnTo>
                  <a:lnTo>
                    <a:pt x="122" y="106"/>
                  </a:lnTo>
                  <a:lnTo>
                    <a:pt x="126" y="103"/>
                  </a:lnTo>
                  <a:lnTo>
                    <a:pt x="129" y="103"/>
                  </a:lnTo>
                  <a:lnTo>
                    <a:pt x="131" y="102"/>
                  </a:lnTo>
                  <a:lnTo>
                    <a:pt x="129" y="100"/>
                  </a:lnTo>
                  <a:lnTo>
                    <a:pt x="128" y="98"/>
                  </a:lnTo>
                  <a:lnTo>
                    <a:pt x="127" y="98"/>
                  </a:lnTo>
                  <a:lnTo>
                    <a:pt x="127" y="99"/>
                  </a:lnTo>
                  <a:lnTo>
                    <a:pt x="124" y="98"/>
                  </a:lnTo>
                  <a:lnTo>
                    <a:pt x="122" y="97"/>
                  </a:lnTo>
                  <a:lnTo>
                    <a:pt x="119" y="98"/>
                  </a:lnTo>
                  <a:lnTo>
                    <a:pt x="116" y="99"/>
                  </a:lnTo>
                  <a:lnTo>
                    <a:pt x="115" y="98"/>
                  </a:lnTo>
                  <a:lnTo>
                    <a:pt x="112" y="98"/>
                  </a:lnTo>
                  <a:lnTo>
                    <a:pt x="111" y="95"/>
                  </a:lnTo>
                  <a:lnTo>
                    <a:pt x="112" y="95"/>
                  </a:lnTo>
                  <a:lnTo>
                    <a:pt x="112" y="94"/>
                  </a:lnTo>
                  <a:lnTo>
                    <a:pt x="110" y="93"/>
                  </a:lnTo>
                  <a:lnTo>
                    <a:pt x="106" y="93"/>
                  </a:lnTo>
                  <a:lnTo>
                    <a:pt x="104" y="91"/>
                  </a:lnTo>
                  <a:lnTo>
                    <a:pt x="107" y="91"/>
                  </a:lnTo>
                  <a:lnTo>
                    <a:pt x="111" y="91"/>
                  </a:lnTo>
                  <a:lnTo>
                    <a:pt x="114" y="91"/>
                  </a:lnTo>
                  <a:lnTo>
                    <a:pt x="115" y="91"/>
                  </a:lnTo>
                  <a:lnTo>
                    <a:pt x="118" y="89"/>
                  </a:lnTo>
                  <a:lnTo>
                    <a:pt x="114" y="90"/>
                  </a:lnTo>
                  <a:lnTo>
                    <a:pt x="111" y="90"/>
                  </a:lnTo>
                  <a:lnTo>
                    <a:pt x="110" y="89"/>
                  </a:lnTo>
                  <a:lnTo>
                    <a:pt x="110" y="87"/>
                  </a:lnTo>
                  <a:lnTo>
                    <a:pt x="108" y="89"/>
                  </a:lnTo>
                  <a:lnTo>
                    <a:pt x="107" y="90"/>
                  </a:lnTo>
                  <a:lnTo>
                    <a:pt x="106" y="90"/>
                  </a:lnTo>
                  <a:lnTo>
                    <a:pt x="106" y="90"/>
                  </a:lnTo>
                  <a:lnTo>
                    <a:pt x="104" y="89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8" y="93"/>
                  </a:lnTo>
                  <a:lnTo>
                    <a:pt x="98" y="95"/>
                  </a:lnTo>
                  <a:lnTo>
                    <a:pt x="95" y="99"/>
                  </a:lnTo>
                  <a:lnTo>
                    <a:pt x="94" y="99"/>
                  </a:lnTo>
                  <a:lnTo>
                    <a:pt x="94" y="100"/>
                  </a:lnTo>
                  <a:lnTo>
                    <a:pt x="90" y="106"/>
                  </a:lnTo>
                  <a:lnTo>
                    <a:pt x="89" y="106"/>
                  </a:lnTo>
                  <a:lnTo>
                    <a:pt x="87" y="104"/>
                  </a:lnTo>
                  <a:lnTo>
                    <a:pt x="87" y="106"/>
                  </a:lnTo>
                  <a:lnTo>
                    <a:pt x="87" y="107"/>
                  </a:lnTo>
                  <a:lnTo>
                    <a:pt x="89" y="108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6" y="110"/>
                  </a:lnTo>
                  <a:lnTo>
                    <a:pt x="82" y="110"/>
                  </a:lnTo>
                  <a:lnTo>
                    <a:pt x="79" y="111"/>
                  </a:lnTo>
                  <a:lnTo>
                    <a:pt x="76" y="111"/>
                  </a:lnTo>
                  <a:lnTo>
                    <a:pt x="73" y="110"/>
                  </a:lnTo>
                  <a:lnTo>
                    <a:pt x="70" y="107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78" y="97"/>
                  </a:lnTo>
                  <a:lnTo>
                    <a:pt x="78" y="93"/>
                  </a:lnTo>
                  <a:lnTo>
                    <a:pt x="81" y="93"/>
                  </a:lnTo>
                  <a:lnTo>
                    <a:pt x="83" y="91"/>
                  </a:lnTo>
                  <a:lnTo>
                    <a:pt x="85" y="94"/>
                  </a:lnTo>
                  <a:lnTo>
                    <a:pt x="89" y="93"/>
                  </a:lnTo>
                  <a:lnTo>
                    <a:pt x="89" y="93"/>
                  </a:lnTo>
                  <a:lnTo>
                    <a:pt x="87" y="90"/>
                  </a:lnTo>
                  <a:lnTo>
                    <a:pt x="89" y="87"/>
                  </a:lnTo>
                  <a:lnTo>
                    <a:pt x="87" y="86"/>
                  </a:lnTo>
                  <a:lnTo>
                    <a:pt x="85" y="83"/>
                  </a:lnTo>
                  <a:lnTo>
                    <a:pt x="82" y="81"/>
                  </a:lnTo>
                  <a:lnTo>
                    <a:pt x="81" y="79"/>
                  </a:lnTo>
                  <a:lnTo>
                    <a:pt x="78" y="78"/>
                  </a:lnTo>
                  <a:lnTo>
                    <a:pt x="78" y="75"/>
                  </a:lnTo>
                  <a:lnTo>
                    <a:pt x="78" y="72"/>
                  </a:lnTo>
                  <a:lnTo>
                    <a:pt x="76" y="70"/>
                  </a:lnTo>
                  <a:lnTo>
                    <a:pt x="72" y="66"/>
                  </a:lnTo>
                  <a:lnTo>
                    <a:pt x="70" y="66"/>
                  </a:lnTo>
                  <a:lnTo>
                    <a:pt x="69" y="68"/>
                  </a:lnTo>
                  <a:lnTo>
                    <a:pt x="66" y="68"/>
                  </a:lnTo>
                  <a:lnTo>
                    <a:pt x="62" y="64"/>
                  </a:lnTo>
                  <a:lnTo>
                    <a:pt x="58" y="64"/>
                  </a:lnTo>
                  <a:lnTo>
                    <a:pt x="57" y="61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9" y="65"/>
                  </a:lnTo>
                  <a:lnTo>
                    <a:pt x="48" y="66"/>
                  </a:lnTo>
                  <a:lnTo>
                    <a:pt x="49" y="69"/>
                  </a:lnTo>
                  <a:lnTo>
                    <a:pt x="47" y="70"/>
                  </a:lnTo>
                  <a:lnTo>
                    <a:pt x="44" y="72"/>
                  </a:lnTo>
                  <a:lnTo>
                    <a:pt x="36" y="73"/>
                  </a:lnTo>
                  <a:lnTo>
                    <a:pt x="33" y="75"/>
                  </a:lnTo>
                  <a:lnTo>
                    <a:pt x="31" y="75"/>
                  </a:lnTo>
                  <a:lnTo>
                    <a:pt x="27" y="77"/>
                  </a:lnTo>
                  <a:lnTo>
                    <a:pt x="24" y="75"/>
                  </a:lnTo>
                  <a:lnTo>
                    <a:pt x="24" y="74"/>
                  </a:lnTo>
                  <a:lnTo>
                    <a:pt x="20" y="72"/>
                  </a:lnTo>
                  <a:lnTo>
                    <a:pt x="18" y="72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0" y="72"/>
                  </a:lnTo>
                  <a:lnTo>
                    <a:pt x="7" y="72"/>
                  </a:lnTo>
                  <a:lnTo>
                    <a:pt x="6" y="69"/>
                  </a:lnTo>
                  <a:lnTo>
                    <a:pt x="3" y="6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3" y="54"/>
                  </a:lnTo>
                  <a:lnTo>
                    <a:pt x="6" y="54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12" y="40"/>
                  </a:lnTo>
                  <a:lnTo>
                    <a:pt x="14" y="36"/>
                  </a:lnTo>
                  <a:lnTo>
                    <a:pt x="15" y="35"/>
                  </a:lnTo>
                  <a:lnTo>
                    <a:pt x="18" y="35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8"/>
                  </a:lnTo>
                  <a:lnTo>
                    <a:pt x="18" y="27"/>
                  </a:lnTo>
                  <a:lnTo>
                    <a:pt x="15" y="24"/>
                  </a:lnTo>
                  <a:lnTo>
                    <a:pt x="14" y="22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8" y="14"/>
                  </a:lnTo>
                  <a:lnTo>
                    <a:pt x="20" y="12"/>
                  </a:lnTo>
                  <a:lnTo>
                    <a:pt x="28" y="11"/>
                  </a:lnTo>
                  <a:lnTo>
                    <a:pt x="32" y="11"/>
                  </a:lnTo>
                  <a:lnTo>
                    <a:pt x="35" y="10"/>
                  </a:lnTo>
                  <a:lnTo>
                    <a:pt x="36" y="10"/>
                  </a:lnTo>
                  <a:lnTo>
                    <a:pt x="39" y="11"/>
                  </a:lnTo>
                  <a:lnTo>
                    <a:pt x="45" y="12"/>
                  </a:lnTo>
                  <a:lnTo>
                    <a:pt x="49" y="14"/>
                  </a:lnTo>
                  <a:lnTo>
                    <a:pt x="49" y="15"/>
                  </a:lnTo>
                  <a:lnTo>
                    <a:pt x="53" y="14"/>
                  </a:lnTo>
                  <a:lnTo>
                    <a:pt x="56" y="15"/>
                  </a:lnTo>
                  <a:lnTo>
                    <a:pt x="57" y="15"/>
                  </a:lnTo>
                  <a:lnTo>
                    <a:pt x="58" y="14"/>
                  </a:lnTo>
                  <a:lnTo>
                    <a:pt x="61" y="15"/>
                  </a:lnTo>
                  <a:lnTo>
                    <a:pt x="64" y="15"/>
                  </a:lnTo>
                  <a:lnTo>
                    <a:pt x="66" y="12"/>
                  </a:lnTo>
                  <a:lnTo>
                    <a:pt x="70" y="14"/>
                  </a:lnTo>
                  <a:lnTo>
                    <a:pt x="70" y="16"/>
                  </a:lnTo>
                  <a:lnTo>
                    <a:pt x="73" y="16"/>
                  </a:lnTo>
                  <a:lnTo>
                    <a:pt x="74" y="14"/>
                  </a:lnTo>
                  <a:lnTo>
                    <a:pt x="77" y="14"/>
                  </a:lnTo>
                  <a:lnTo>
                    <a:pt x="79" y="15"/>
                  </a:lnTo>
                  <a:lnTo>
                    <a:pt x="82" y="14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1"/>
                  </a:lnTo>
                  <a:lnTo>
                    <a:pt x="89" y="7"/>
                  </a:lnTo>
                  <a:lnTo>
                    <a:pt x="93" y="6"/>
                  </a:lnTo>
                  <a:lnTo>
                    <a:pt x="98" y="4"/>
                  </a:lnTo>
                  <a:lnTo>
                    <a:pt x="99" y="6"/>
                  </a:lnTo>
                  <a:lnTo>
                    <a:pt x="103" y="4"/>
                  </a:lnTo>
                  <a:lnTo>
                    <a:pt x="102" y="3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8" name="Freeform 383"/>
            <p:cNvSpPr>
              <a:spLocks/>
            </p:cNvSpPr>
            <p:nvPr/>
          </p:nvSpPr>
          <p:spPr bwMode="auto">
            <a:xfrm>
              <a:off x="6498673" y="2749084"/>
              <a:ext cx="104048" cy="116736"/>
            </a:xfrm>
            <a:custGeom>
              <a:avLst/>
              <a:gdLst>
                <a:gd name="T0" fmla="*/ 9 w 41"/>
                <a:gd name="T1" fmla="*/ 0 h 46"/>
                <a:gd name="T2" fmla="*/ 10 w 41"/>
                <a:gd name="T3" fmla="*/ 3 h 46"/>
                <a:gd name="T4" fmla="*/ 14 w 41"/>
                <a:gd name="T5" fmla="*/ 3 h 46"/>
                <a:gd name="T6" fmla="*/ 18 w 41"/>
                <a:gd name="T7" fmla="*/ 7 h 46"/>
                <a:gd name="T8" fmla="*/ 21 w 41"/>
                <a:gd name="T9" fmla="*/ 7 h 46"/>
                <a:gd name="T10" fmla="*/ 22 w 41"/>
                <a:gd name="T11" fmla="*/ 5 h 46"/>
                <a:gd name="T12" fmla="*/ 24 w 41"/>
                <a:gd name="T13" fmla="*/ 5 h 46"/>
                <a:gd name="T14" fmla="*/ 28 w 41"/>
                <a:gd name="T15" fmla="*/ 9 h 46"/>
                <a:gd name="T16" fmla="*/ 30 w 41"/>
                <a:gd name="T17" fmla="*/ 11 h 46"/>
                <a:gd name="T18" fmla="*/ 30 w 41"/>
                <a:gd name="T19" fmla="*/ 14 h 46"/>
                <a:gd name="T20" fmla="*/ 30 w 41"/>
                <a:gd name="T21" fmla="*/ 17 h 46"/>
                <a:gd name="T22" fmla="*/ 33 w 41"/>
                <a:gd name="T23" fmla="*/ 18 h 46"/>
                <a:gd name="T24" fmla="*/ 34 w 41"/>
                <a:gd name="T25" fmla="*/ 20 h 46"/>
                <a:gd name="T26" fmla="*/ 37 w 41"/>
                <a:gd name="T27" fmla="*/ 22 h 46"/>
                <a:gd name="T28" fmla="*/ 39 w 41"/>
                <a:gd name="T29" fmla="*/ 25 h 46"/>
                <a:gd name="T30" fmla="*/ 41 w 41"/>
                <a:gd name="T31" fmla="*/ 26 h 46"/>
                <a:gd name="T32" fmla="*/ 39 w 41"/>
                <a:gd name="T33" fmla="*/ 29 h 46"/>
                <a:gd name="T34" fmla="*/ 41 w 41"/>
                <a:gd name="T35" fmla="*/ 32 h 46"/>
                <a:gd name="T36" fmla="*/ 41 w 41"/>
                <a:gd name="T37" fmla="*/ 32 h 46"/>
                <a:gd name="T38" fmla="*/ 37 w 41"/>
                <a:gd name="T39" fmla="*/ 33 h 46"/>
                <a:gd name="T40" fmla="*/ 35 w 41"/>
                <a:gd name="T41" fmla="*/ 30 h 46"/>
                <a:gd name="T42" fmla="*/ 33 w 41"/>
                <a:gd name="T43" fmla="*/ 32 h 46"/>
                <a:gd name="T44" fmla="*/ 30 w 41"/>
                <a:gd name="T45" fmla="*/ 32 h 46"/>
                <a:gd name="T46" fmla="*/ 30 w 41"/>
                <a:gd name="T47" fmla="*/ 36 h 46"/>
                <a:gd name="T48" fmla="*/ 30 w 41"/>
                <a:gd name="T49" fmla="*/ 39 h 46"/>
                <a:gd name="T50" fmla="*/ 29 w 41"/>
                <a:gd name="T51" fmla="*/ 39 h 46"/>
                <a:gd name="T52" fmla="*/ 26 w 41"/>
                <a:gd name="T53" fmla="*/ 43 h 46"/>
                <a:gd name="T54" fmla="*/ 26 w 41"/>
                <a:gd name="T55" fmla="*/ 45 h 46"/>
                <a:gd name="T56" fmla="*/ 25 w 41"/>
                <a:gd name="T57" fmla="*/ 45 h 46"/>
                <a:gd name="T58" fmla="*/ 22 w 41"/>
                <a:gd name="T59" fmla="*/ 46 h 46"/>
                <a:gd name="T60" fmla="*/ 22 w 41"/>
                <a:gd name="T61" fmla="*/ 46 h 46"/>
                <a:gd name="T62" fmla="*/ 21 w 41"/>
                <a:gd name="T63" fmla="*/ 42 h 46"/>
                <a:gd name="T64" fmla="*/ 21 w 41"/>
                <a:gd name="T65" fmla="*/ 32 h 46"/>
                <a:gd name="T66" fmla="*/ 20 w 41"/>
                <a:gd name="T67" fmla="*/ 28 h 46"/>
                <a:gd name="T68" fmla="*/ 18 w 41"/>
                <a:gd name="T69" fmla="*/ 25 h 46"/>
                <a:gd name="T70" fmla="*/ 12 w 41"/>
                <a:gd name="T71" fmla="*/ 20 h 46"/>
                <a:gd name="T72" fmla="*/ 12 w 41"/>
                <a:gd name="T73" fmla="*/ 17 h 46"/>
                <a:gd name="T74" fmla="*/ 6 w 41"/>
                <a:gd name="T75" fmla="*/ 13 h 46"/>
                <a:gd name="T76" fmla="*/ 5 w 41"/>
                <a:gd name="T77" fmla="*/ 8 h 46"/>
                <a:gd name="T78" fmla="*/ 1 w 41"/>
                <a:gd name="T79" fmla="*/ 8 h 46"/>
                <a:gd name="T80" fmla="*/ 0 w 41"/>
                <a:gd name="T81" fmla="*/ 5 h 46"/>
                <a:gd name="T82" fmla="*/ 1 w 41"/>
                <a:gd name="T83" fmla="*/ 4 h 46"/>
                <a:gd name="T84" fmla="*/ 0 w 41"/>
                <a:gd name="T85" fmla="*/ 1 h 46"/>
                <a:gd name="T86" fmla="*/ 2 w 41"/>
                <a:gd name="T87" fmla="*/ 1 h 46"/>
                <a:gd name="T88" fmla="*/ 2 w 41"/>
                <a:gd name="T89" fmla="*/ 1 h 46"/>
                <a:gd name="T90" fmla="*/ 5 w 41"/>
                <a:gd name="T91" fmla="*/ 3 h 46"/>
                <a:gd name="T92" fmla="*/ 5 w 41"/>
                <a:gd name="T93" fmla="*/ 1 h 46"/>
                <a:gd name="T94" fmla="*/ 8 w 41"/>
                <a:gd name="T95" fmla="*/ 1 h 46"/>
                <a:gd name="T96" fmla="*/ 9 w 41"/>
                <a:gd name="T9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" h="46">
                  <a:moveTo>
                    <a:pt x="9" y="0"/>
                  </a:moveTo>
                  <a:lnTo>
                    <a:pt x="10" y="3"/>
                  </a:lnTo>
                  <a:lnTo>
                    <a:pt x="14" y="3"/>
                  </a:lnTo>
                  <a:lnTo>
                    <a:pt x="18" y="7"/>
                  </a:lnTo>
                  <a:lnTo>
                    <a:pt x="21" y="7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28" y="9"/>
                  </a:lnTo>
                  <a:lnTo>
                    <a:pt x="30" y="11"/>
                  </a:lnTo>
                  <a:lnTo>
                    <a:pt x="30" y="14"/>
                  </a:lnTo>
                  <a:lnTo>
                    <a:pt x="30" y="17"/>
                  </a:lnTo>
                  <a:lnTo>
                    <a:pt x="33" y="18"/>
                  </a:lnTo>
                  <a:lnTo>
                    <a:pt x="34" y="20"/>
                  </a:lnTo>
                  <a:lnTo>
                    <a:pt x="37" y="22"/>
                  </a:lnTo>
                  <a:lnTo>
                    <a:pt x="39" y="25"/>
                  </a:lnTo>
                  <a:lnTo>
                    <a:pt x="41" y="26"/>
                  </a:lnTo>
                  <a:lnTo>
                    <a:pt x="39" y="29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7" y="33"/>
                  </a:lnTo>
                  <a:lnTo>
                    <a:pt x="35" y="30"/>
                  </a:lnTo>
                  <a:lnTo>
                    <a:pt x="33" y="32"/>
                  </a:lnTo>
                  <a:lnTo>
                    <a:pt x="30" y="32"/>
                  </a:lnTo>
                  <a:lnTo>
                    <a:pt x="30" y="36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6" y="43"/>
                  </a:lnTo>
                  <a:lnTo>
                    <a:pt x="26" y="45"/>
                  </a:lnTo>
                  <a:lnTo>
                    <a:pt x="25" y="45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1" y="42"/>
                  </a:lnTo>
                  <a:lnTo>
                    <a:pt x="21" y="32"/>
                  </a:lnTo>
                  <a:lnTo>
                    <a:pt x="20" y="28"/>
                  </a:lnTo>
                  <a:lnTo>
                    <a:pt x="18" y="25"/>
                  </a:lnTo>
                  <a:lnTo>
                    <a:pt x="12" y="20"/>
                  </a:lnTo>
                  <a:lnTo>
                    <a:pt x="12" y="17"/>
                  </a:lnTo>
                  <a:lnTo>
                    <a:pt x="6" y="13"/>
                  </a:lnTo>
                  <a:lnTo>
                    <a:pt x="5" y="8"/>
                  </a:lnTo>
                  <a:lnTo>
                    <a:pt x="1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5" y="3"/>
                  </a:lnTo>
                  <a:lnTo>
                    <a:pt x="5" y="1"/>
                  </a:lnTo>
                  <a:lnTo>
                    <a:pt x="8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9" name="Freeform 384"/>
            <p:cNvSpPr>
              <a:spLocks/>
            </p:cNvSpPr>
            <p:nvPr/>
          </p:nvSpPr>
          <p:spPr bwMode="auto">
            <a:xfrm>
              <a:off x="6333719" y="2769385"/>
              <a:ext cx="263925" cy="170030"/>
            </a:xfrm>
            <a:custGeom>
              <a:avLst/>
              <a:gdLst>
                <a:gd name="T0" fmla="*/ 71 w 104"/>
                <a:gd name="T1" fmla="*/ 5 h 67"/>
                <a:gd name="T2" fmla="*/ 77 w 104"/>
                <a:gd name="T3" fmla="*/ 12 h 67"/>
                <a:gd name="T4" fmla="*/ 85 w 104"/>
                <a:gd name="T5" fmla="*/ 20 h 67"/>
                <a:gd name="T6" fmla="*/ 86 w 104"/>
                <a:gd name="T7" fmla="*/ 34 h 67"/>
                <a:gd name="T8" fmla="*/ 90 w 104"/>
                <a:gd name="T9" fmla="*/ 41 h 67"/>
                <a:gd name="T10" fmla="*/ 96 w 104"/>
                <a:gd name="T11" fmla="*/ 42 h 67"/>
                <a:gd name="T12" fmla="*/ 103 w 104"/>
                <a:gd name="T13" fmla="*/ 41 h 67"/>
                <a:gd name="T14" fmla="*/ 103 w 104"/>
                <a:gd name="T15" fmla="*/ 43 h 67"/>
                <a:gd name="T16" fmla="*/ 104 w 104"/>
                <a:gd name="T17" fmla="*/ 46 h 67"/>
                <a:gd name="T18" fmla="*/ 100 w 104"/>
                <a:gd name="T19" fmla="*/ 50 h 67"/>
                <a:gd name="T20" fmla="*/ 95 w 104"/>
                <a:gd name="T21" fmla="*/ 53 h 67"/>
                <a:gd name="T22" fmla="*/ 95 w 104"/>
                <a:gd name="T23" fmla="*/ 55 h 67"/>
                <a:gd name="T24" fmla="*/ 94 w 104"/>
                <a:gd name="T25" fmla="*/ 60 h 67"/>
                <a:gd name="T26" fmla="*/ 91 w 104"/>
                <a:gd name="T27" fmla="*/ 64 h 67"/>
                <a:gd name="T28" fmla="*/ 89 w 104"/>
                <a:gd name="T29" fmla="*/ 60 h 67"/>
                <a:gd name="T30" fmla="*/ 85 w 104"/>
                <a:gd name="T31" fmla="*/ 60 h 67"/>
                <a:gd name="T32" fmla="*/ 77 w 104"/>
                <a:gd name="T33" fmla="*/ 59 h 67"/>
                <a:gd name="T34" fmla="*/ 67 w 104"/>
                <a:gd name="T35" fmla="*/ 63 h 67"/>
                <a:gd name="T36" fmla="*/ 64 w 104"/>
                <a:gd name="T37" fmla="*/ 66 h 67"/>
                <a:gd name="T38" fmla="*/ 57 w 104"/>
                <a:gd name="T39" fmla="*/ 66 h 67"/>
                <a:gd name="T40" fmla="*/ 53 w 104"/>
                <a:gd name="T41" fmla="*/ 64 h 67"/>
                <a:gd name="T42" fmla="*/ 49 w 104"/>
                <a:gd name="T43" fmla="*/ 64 h 67"/>
                <a:gd name="T44" fmla="*/ 41 w 104"/>
                <a:gd name="T45" fmla="*/ 64 h 67"/>
                <a:gd name="T46" fmla="*/ 39 w 104"/>
                <a:gd name="T47" fmla="*/ 64 h 67"/>
                <a:gd name="T48" fmla="*/ 32 w 104"/>
                <a:gd name="T49" fmla="*/ 66 h 67"/>
                <a:gd name="T50" fmla="*/ 32 w 104"/>
                <a:gd name="T51" fmla="*/ 62 h 67"/>
                <a:gd name="T52" fmla="*/ 31 w 104"/>
                <a:gd name="T53" fmla="*/ 59 h 67"/>
                <a:gd name="T54" fmla="*/ 27 w 104"/>
                <a:gd name="T55" fmla="*/ 56 h 67"/>
                <a:gd name="T56" fmla="*/ 28 w 104"/>
                <a:gd name="T57" fmla="*/ 53 h 67"/>
                <a:gd name="T58" fmla="*/ 23 w 104"/>
                <a:gd name="T59" fmla="*/ 54 h 67"/>
                <a:gd name="T60" fmla="*/ 17 w 104"/>
                <a:gd name="T61" fmla="*/ 54 h 67"/>
                <a:gd name="T62" fmla="*/ 14 w 104"/>
                <a:gd name="T63" fmla="*/ 50 h 67"/>
                <a:gd name="T64" fmla="*/ 14 w 104"/>
                <a:gd name="T65" fmla="*/ 46 h 67"/>
                <a:gd name="T66" fmla="*/ 8 w 104"/>
                <a:gd name="T67" fmla="*/ 42 h 67"/>
                <a:gd name="T68" fmla="*/ 3 w 104"/>
                <a:gd name="T69" fmla="*/ 35 h 67"/>
                <a:gd name="T70" fmla="*/ 0 w 104"/>
                <a:gd name="T71" fmla="*/ 33 h 67"/>
                <a:gd name="T72" fmla="*/ 4 w 104"/>
                <a:gd name="T73" fmla="*/ 30 h 67"/>
                <a:gd name="T74" fmla="*/ 8 w 104"/>
                <a:gd name="T75" fmla="*/ 29 h 67"/>
                <a:gd name="T76" fmla="*/ 11 w 104"/>
                <a:gd name="T77" fmla="*/ 24 h 67"/>
                <a:gd name="T78" fmla="*/ 17 w 104"/>
                <a:gd name="T79" fmla="*/ 10 h 67"/>
                <a:gd name="T80" fmla="*/ 23 w 104"/>
                <a:gd name="T81" fmla="*/ 5 h 67"/>
                <a:gd name="T82" fmla="*/ 24 w 104"/>
                <a:gd name="T83" fmla="*/ 3 h 67"/>
                <a:gd name="T84" fmla="*/ 28 w 104"/>
                <a:gd name="T85" fmla="*/ 0 h 67"/>
                <a:gd name="T86" fmla="*/ 35 w 104"/>
                <a:gd name="T87" fmla="*/ 3 h 67"/>
                <a:gd name="T88" fmla="*/ 41 w 104"/>
                <a:gd name="T89" fmla="*/ 5 h 67"/>
                <a:gd name="T90" fmla="*/ 44 w 104"/>
                <a:gd name="T91" fmla="*/ 8 h 67"/>
                <a:gd name="T92" fmla="*/ 50 w 104"/>
                <a:gd name="T93" fmla="*/ 6 h 67"/>
                <a:gd name="T94" fmla="*/ 61 w 104"/>
                <a:gd name="T95" fmla="*/ 3 h 67"/>
                <a:gd name="T96" fmla="*/ 70 w 104"/>
                <a:gd name="T9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4" h="67">
                  <a:moveTo>
                    <a:pt x="70" y="0"/>
                  </a:moveTo>
                  <a:lnTo>
                    <a:pt x="71" y="5"/>
                  </a:lnTo>
                  <a:lnTo>
                    <a:pt x="77" y="9"/>
                  </a:lnTo>
                  <a:lnTo>
                    <a:pt x="77" y="12"/>
                  </a:lnTo>
                  <a:lnTo>
                    <a:pt x="83" y="17"/>
                  </a:lnTo>
                  <a:lnTo>
                    <a:pt x="85" y="20"/>
                  </a:lnTo>
                  <a:lnTo>
                    <a:pt x="86" y="24"/>
                  </a:lnTo>
                  <a:lnTo>
                    <a:pt x="86" y="34"/>
                  </a:lnTo>
                  <a:lnTo>
                    <a:pt x="87" y="38"/>
                  </a:lnTo>
                  <a:lnTo>
                    <a:pt x="90" y="41"/>
                  </a:lnTo>
                  <a:lnTo>
                    <a:pt x="93" y="42"/>
                  </a:lnTo>
                  <a:lnTo>
                    <a:pt x="96" y="42"/>
                  </a:lnTo>
                  <a:lnTo>
                    <a:pt x="99" y="41"/>
                  </a:lnTo>
                  <a:lnTo>
                    <a:pt x="103" y="41"/>
                  </a:lnTo>
                  <a:lnTo>
                    <a:pt x="104" y="42"/>
                  </a:lnTo>
                  <a:lnTo>
                    <a:pt x="103" y="43"/>
                  </a:lnTo>
                  <a:lnTo>
                    <a:pt x="104" y="43"/>
                  </a:lnTo>
                  <a:lnTo>
                    <a:pt x="104" y="46"/>
                  </a:lnTo>
                  <a:lnTo>
                    <a:pt x="103" y="49"/>
                  </a:lnTo>
                  <a:lnTo>
                    <a:pt x="100" y="50"/>
                  </a:lnTo>
                  <a:lnTo>
                    <a:pt x="96" y="50"/>
                  </a:lnTo>
                  <a:lnTo>
                    <a:pt x="95" y="53"/>
                  </a:lnTo>
                  <a:lnTo>
                    <a:pt x="94" y="54"/>
                  </a:lnTo>
                  <a:lnTo>
                    <a:pt x="95" y="55"/>
                  </a:lnTo>
                  <a:lnTo>
                    <a:pt x="95" y="59"/>
                  </a:lnTo>
                  <a:lnTo>
                    <a:pt x="94" y="60"/>
                  </a:lnTo>
                  <a:lnTo>
                    <a:pt x="95" y="64"/>
                  </a:lnTo>
                  <a:lnTo>
                    <a:pt x="91" y="64"/>
                  </a:lnTo>
                  <a:lnTo>
                    <a:pt x="91" y="63"/>
                  </a:lnTo>
                  <a:lnTo>
                    <a:pt x="89" y="60"/>
                  </a:lnTo>
                  <a:lnTo>
                    <a:pt x="86" y="62"/>
                  </a:lnTo>
                  <a:lnTo>
                    <a:pt x="85" y="60"/>
                  </a:lnTo>
                  <a:lnTo>
                    <a:pt x="81" y="59"/>
                  </a:lnTo>
                  <a:lnTo>
                    <a:pt x="77" y="59"/>
                  </a:lnTo>
                  <a:lnTo>
                    <a:pt x="74" y="59"/>
                  </a:lnTo>
                  <a:lnTo>
                    <a:pt x="67" y="63"/>
                  </a:lnTo>
                  <a:lnTo>
                    <a:pt x="66" y="64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57" y="66"/>
                  </a:lnTo>
                  <a:lnTo>
                    <a:pt x="56" y="66"/>
                  </a:lnTo>
                  <a:lnTo>
                    <a:pt x="53" y="64"/>
                  </a:lnTo>
                  <a:lnTo>
                    <a:pt x="50" y="66"/>
                  </a:lnTo>
                  <a:lnTo>
                    <a:pt x="49" y="64"/>
                  </a:lnTo>
                  <a:lnTo>
                    <a:pt x="45" y="67"/>
                  </a:lnTo>
                  <a:lnTo>
                    <a:pt x="41" y="64"/>
                  </a:lnTo>
                  <a:lnTo>
                    <a:pt x="40" y="66"/>
                  </a:lnTo>
                  <a:lnTo>
                    <a:pt x="39" y="64"/>
                  </a:lnTo>
                  <a:lnTo>
                    <a:pt x="36" y="64"/>
                  </a:lnTo>
                  <a:lnTo>
                    <a:pt x="32" y="66"/>
                  </a:lnTo>
                  <a:lnTo>
                    <a:pt x="31" y="63"/>
                  </a:lnTo>
                  <a:lnTo>
                    <a:pt x="32" y="62"/>
                  </a:lnTo>
                  <a:lnTo>
                    <a:pt x="32" y="60"/>
                  </a:lnTo>
                  <a:lnTo>
                    <a:pt x="31" y="59"/>
                  </a:lnTo>
                  <a:lnTo>
                    <a:pt x="28" y="59"/>
                  </a:lnTo>
                  <a:lnTo>
                    <a:pt x="27" y="56"/>
                  </a:lnTo>
                  <a:lnTo>
                    <a:pt x="27" y="55"/>
                  </a:lnTo>
                  <a:lnTo>
                    <a:pt x="28" y="53"/>
                  </a:lnTo>
                  <a:lnTo>
                    <a:pt x="24" y="51"/>
                  </a:lnTo>
                  <a:lnTo>
                    <a:pt x="23" y="54"/>
                  </a:lnTo>
                  <a:lnTo>
                    <a:pt x="20" y="53"/>
                  </a:lnTo>
                  <a:lnTo>
                    <a:pt x="17" y="54"/>
                  </a:lnTo>
                  <a:lnTo>
                    <a:pt x="17" y="51"/>
                  </a:lnTo>
                  <a:lnTo>
                    <a:pt x="14" y="50"/>
                  </a:lnTo>
                  <a:lnTo>
                    <a:pt x="12" y="49"/>
                  </a:lnTo>
                  <a:lnTo>
                    <a:pt x="14" y="46"/>
                  </a:lnTo>
                  <a:lnTo>
                    <a:pt x="11" y="43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0" y="33"/>
                  </a:lnTo>
                  <a:lnTo>
                    <a:pt x="3" y="30"/>
                  </a:lnTo>
                  <a:lnTo>
                    <a:pt x="4" y="30"/>
                  </a:lnTo>
                  <a:lnTo>
                    <a:pt x="6" y="28"/>
                  </a:lnTo>
                  <a:lnTo>
                    <a:pt x="8" y="29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5" y="18"/>
                  </a:lnTo>
                  <a:lnTo>
                    <a:pt x="17" y="10"/>
                  </a:lnTo>
                  <a:lnTo>
                    <a:pt x="20" y="6"/>
                  </a:lnTo>
                  <a:lnTo>
                    <a:pt x="23" y="5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7" y="3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5" y="3"/>
                  </a:lnTo>
                  <a:lnTo>
                    <a:pt x="37" y="3"/>
                  </a:lnTo>
                  <a:lnTo>
                    <a:pt x="41" y="5"/>
                  </a:lnTo>
                  <a:lnTo>
                    <a:pt x="41" y="6"/>
                  </a:lnTo>
                  <a:lnTo>
                    <a:pt x="44" y="8"/>
                  </a:lnTo>
                  <a:lnTo>
                    <a:pt x="48" y="6"/>
                  </a:lnTo>
                  <a:lnTo>
                    <a:pt x="50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4" y="1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0" name="Freeform 385"/>
            <p:cNvSpPr>
              <a:spLocks/>
            </p:cNvSpPr>
            <p:nvPr/>
          </p:nvSpPr>
          <p:spPr bwMode="auto">
            <a:xfrm>
              <a:off x="6222058" y="2756698"/>
              <a:ext cx="172567" cy="111661"/>
            </a:xfrm>
            <a:custGeom>
              <a:avLst/>
              <a:gdLst>
                <a:gd name="T0" fmla="*/ 61 w 68"/>
                <a:gd name="T1" fmla="*/ 0 h 44"/>
                <a:gd name="T2" fmla="*/ 64 w 68"/>
                <a:gd name="T3" fmla="*/ 4 h 44"/>
                <a:gd name="T4" fmla="*/ 67 w 68"/>
                <a:gd name="T5" fmla="*/ 5 h 44"/>
                <a:gd name="T6" fmla="*/ 68 w 68"/>
                <a:gd name="T7" fmla="*/ 8 h 44"/>
                <a:gd name="T8" fmla="*/ 67 w 68"/>
                <a:gd name="T9" fmla="*/ 10 h 44"/>
                <a:gd name="T10" fmla="*/ 64 w 68"/>
                <a:gd name="T11" fmla="*/ 11 h 44"/>
                <a:gd name="T12" fmla="*/ 61 w 68"/>
                <a:gd name="T13" fmla="*/ 15 h 44"/>
                <a:gd name="T14" fmla="*/ 59 w 68"/>
                <a:gd name="T15" fmla="*/ 23 h 44"/>
                <a:gd name="T16" fmla="*/ 55 w 68"/>
                <a:gd name="T17" fmla="*/ 29 h 44"/>
                <a:gd name="T18" fmla="*/ 55 w 68"/>
                <a:gd name="T19" fmla="*/ 31 h 44"/>
                <a:gd name="T20" fmla="*/ 52 w 68"/>
                <a:gd name="T21" fmla="*/ 34 h 44"/>
                <a:gd name="T22" fmla="*/ 50 w 68"/>
                <a:gd name="T23" fmla="*/ 33 h 44"/>
                <a:gd name="T24" fmla="*/ 48 w 68"/>
                <a:gd name="T25" fmla="*/ 35 h 44"/>
                <a:gd name="T26" fmla="*/ 47 w 68"/>
                <a:gd name="T27" fmla="*/ 35 h 44"/>
                <a:gd name="T28" fmla="*/ 44 w 68"/>
                <a:gd name="T29" fmla="*/ 38 h 44"/>
                <a:gd name="T30" fmla="*/ 43 w 68"/>
                <a:gd name="T31" fmla="*/ 38 h 44"/>
                <a:gd name="T32" fmla="*/ 40 w 68"/>
                <a:gd name="T33" fmla="*/ 36 h 44"/>
                <a:gd name="T34" fmla="*/ 38 w 68"/>
                <a:gd name="T35" fmla="*/ 36 h 44"/>
                <a:gd name="T36" fmla="*/ 35 w 68"/>
                <a:gd name="T37" fmla="*/ 39 h 44"/>
                <a:gd name="T38" fmla="*/ 35 w 68"/>
                <a:gd name="T39" fmla="*/ 40 h 44"/>
                <a:gd name="T40" fmla="*/ 32 w 68"/>
                <a:gd name="T41" fmla="*/ 39 h 44"/>
                <a:gd name="T42" fmla="*/ 30 w 68"/>
                <a:gd name="T43" fmla="*/ 40 h 44"/>
                <a:gd name="T44" fmla="*/ 29 w 68"/>
                <a:gd name="T45" fmla="*/ 43 h 44"/>
                <a:gd name="T46" fmla="*/ 27 w 68"/>
                <a:gd name="T47" fmla="*/ 42 h 44"/>
                <a:gd name="T48" fmla="*/ 25 w 68"/>
                <a:gd name="T49" fmla="*/ 44 h 44"/>
                <a:gd name="T50" fmla="*/ 21 w 68"/>
                <a:gd name="T51" fmla="*/ 43 h 44"/>
                <a:gd name="T52" fmla="*/ 14 w 68"/>
                <a:gd name="T53" fmla="*/ 42 h 44"/>
                <a:gd name="T54" fmla="*/ 13 w 68"/>
                <a:gd name="T55" fmla="*/ 40 h 44"/>
                <a:gd name="T56" fmla="*/ 10 w 68"/>
                <a:gd name="T57" fmla="*/ 39 h 44"/>
                <a:gd name="T58" fmla="*/ 5 w 68"/>
                <a:gd name="T59" fmla="*/ 35 h 44"/>
                <a:gd name="T60" fmla="*/ 4 w 68"/>
                <a:gd name="T61" fmla="*/ 35 h 44"/>
                <a:gd name="T62" fmla="*/ 4 w 68"/>
                <a:gd name="T63" fmla="*/ 31 h 44"/>
                <a:gd name="T64" fmla="*/ 0 w 68"/>
                <a:gd name="T65" fmla="*/ 27 h 44"/>
                <a:gd name="T66" fmla="*/ 1 w 68"/>
                <a:gd name="T67" fmla="*/ 27 h 44"/>
                <a:gd name="T68" fmla="*/ 2 w 68"/>
                <a:gd name="T69" fmla="*/ 25 h 44"/>
                <a:gd name="T70" fmla="*/ 1 w 68"/>
                <a:gd name="T71" fmla="*/ 22 h 44"/>
                <a:gd name="T72" fmla="*/ 1 w 68"/>
                <a:gd name="T73" fmla="*/ 21 h 44"/>
                <a:gd name="T74" fmla="*/ 2 w 68"/>
                <a:gd name="T75" fmla="*/ 18 h 44"/>
                <a:gd name="T76" fmla="*/ 0 w 68"/>
                <a:gd name="T77" fmla="*/ 15 h 44"/>
                <a:gd name="T78" fmla="*/ 1 w 68"/>
                <a:gd name="T79" fmla="*/ 14 h 44"/>
                <a:gd name="T80" fmla="*/ 6 w 68"/>
                <a:gd name="T81" fmla="*/ 14 h 44"/>
                <a:gd name="T82" fmla="*/ 6 w 68"/>
                <a:gd name="T83" fmla="*/ 11 h 44"/>
                <a:gd name="T84" fmla="*/ 6 w 68"/>
                <a:gd name="T85" fmla="*/ 9 h 44"/>
                <a:gd name="T86" fmla="*/ 6 w 68"/>
                <a:gd name="T87" fmla="*/ 8 h 44"/>
                <a:gd name="T88" fmla="*/ 14 w 68"/>
                <a:gd name="T89" fmla="*/ 13 h 44"/>
                <a:gd name="T90" fmla="*/ 18 w 68"/>
                <a:gd name="T91" fmla="*/ 13 h 44"/>
                <a:gd name="T92" fmla="*/ 22 w 68"/>
                <a:gd name="T93" fmla="*/ 11 h 44"/>
                <a:gd name="T94" fmla="*/ 29 w 68"/>
                <a:gd name="T95" fmla="*/ 11 h 44"/>
                <a:gd name="T96" fmla="*/ 29 w 68"/>
                <a:gd name="T97" fmla="*/ 9 h 44"/>
                <a:gd name="T98" fmla="*/ 31 w 68"/>
                <a:gd name="T99" fmla="*/ 8 h 44"/>
                <a:gd name="T100" fmla="*/ 35 w 68"/>
                <a:gd name="T101" fmla="*/ 5 h 44"/>
                <a:gd name="T102" fmla="*/ 39 w 68"/>
                <a:gd name="T103" fmla="*/ 8 h 44"/>
                <a:gd name="T104" fmla="*/ 39 w 68"/>
                <a:gd name="T105" fmla="*/ 6 h 44"/>
                <a:gd name="T106" fmla="*/ 42 w 68"/>
                <a:gd name="T107" fmla="*/ 4 h 44"/>
                <a:gd name="T108" fmla="*/ 43 w 68"/>
                <a:gd name="T109" fmla="*/ 1 h 44"/>
                <a:gd name="T110" fmla="*/ 47 w 68"/>
                <a:gd name="T111" fmla="*/ 1 h 44"/>
                <a:gd name="T112" fmla="*/ 50 w 68"/>
                <a:gd name="T113" fmla="*/ 1 h 44"/>
                <a:gd name="T114" fmla="*/ 55 w 68"/>
                <a:gd name="T115" fmla="*/ 1 h 44"/>
                <a:gd name="T116" fmla="*/ 59 w 68"/>
                <a:gd name="T117" fmla="*/ 2 h 44"/>
                <a:gd name="T118" fmla="*/ 61 w 68"/>
                <a:gd name="T11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8" h="44">
                  <a:moveTo>
                    <a:pt x="61" y="0"/>
                  </a:moveTo>
                  <a:lnTo>
                    <a:pt x="64" y="4"/>
                  </a:lnTo>
                  <a:lnTo>
                    <a:pt x="67" y="5"/>
                  </a:lnTo>
                  <a:lnTo>
                    <a:pt x="68" y="8"/>
                  </a:lnTo>
                  <a:lnTo>
                    <a:pt x="67" y="10"/>
                  </a:lnTo>
                  <a:lnTo>
                    <a:pt x="64" y="11"/>
                  </a:lnTo>
                  <a:lnTo>
                    <a:pt x="61" y="15"/>
                  </a:lnTo>
                  <a:lnTo>
                    <a:pt x="59" y="23"/>
                  </a:lnTo>
                  <a:lnTo>
                    <a:pt x="55" y="29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50" y="33"/>
                  </a:lnTo>
                  <a:lnTo>
                    <a:pt x="48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3" y="38"/>
                  </a:lnTo>
                  <a:lnTo>
                    <a:pt x="40" y="36"/>
                  </a:lnTo>
                  <a:lnTo>
                    <a:pt x="38" y="36"/>
                  </a:lnTo>
                  <a:lnTo>
                    <a:pt x="35" y="39"/>
                  </a:lnTo>
                  <a:lnTo>
                    <a:pt x="35" y="40"/>
                  </a:lnTo>
                  <a:lnTo>
                    <a:pt x="32" y="39"/>
                  </a:lnTo>
                  <a:lnTo>
                    <a:pt x="30" y="40"/>
                  </a:lnTo>
                  <a:lnTo>
                    <a:pt x="29" y="43"/>
                  </a:lnTo>
                  <a:lnTo>
                    <a:pt x="27" y="42"/>
                  </a:lnTo>
                  <a:lnTo>
                    <a:pt x="25" y="44"/>
                  </a:lnTo>
                  <a:lnTo>
                    <a:pt x="21" y="43"/>
                  </a:lnTo>
                  <a:lnTo>
                    <a:pt x="14" y="42"/>
                  </a:lnTo>
                  <a:lnTo>
                    <a:pt x="13" y="40"/>
                  </a:lnTo>
                  <a:lnTo>
                    <a:pt x="10" y="39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1"/>
                  </a:lnTo>
                  <a:lnTo>
                    <a:pt x="0" y="27"/>
                  </a:lnTo>
                  <a:lnTo>
                    <a:pt x="1" y="27"/>
                  </a:lnTo>
                  <a:lnTo>
                    <a:pt x="2" y="25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8"/>
                  </a:lnTo>
                  <a:lnTo>
                    <a:pt x="14" y="13"/>
                  </a:lnTo>
                  <a:lnTo>
                    <a:pt x="18" y="13"/>
                  </a:lnTo>
                  <a:lnTo>
                    <a:pt x="22" y="11"/>
                  </a:lnTo>
                  <a:lnTo>
                    <a:pt x="29" y="11"/>
                  </a:lnTo>
                  <a:lnTo>
                    <a:pt x="29" y="9"/>
                  </a:lnTo>
                  <a:lnTo>
                    <a:pt x="31" y="8"/>
                  </a:lnTo>
                  <a:lnTo>
                    <a:pt x="35" y="5"/>
                  </a:lnTo>
                  <a:lnTo>
                    <a:pt x="39" y="8"/>
                  </a:lnTo>
                  <a:lnTo>
                    <a:pt x="39" y="6"/>
                  </a:lnTo>
                  <a:lnTo>
                    <a:pt x="42" y="4"/>
                  </a:lnTo>
                  <a:lnTo>
                    <a:pt x="43" y="1"/>
                  </a:lnTo>
                  <a:lnTo>
                    <a:pt x="47" y="1"/>
                  </a:lnTo>
                  <a:lnTo>
                    <a:pt x="50" y="1"/>
                  </a:lnTo>
                  <a:lnTo>
                    <a:pt x="55" y="1"/>
                  </a:lnTo>
                  <a:lnTo>
                    <a:pt x="59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1" name="Freeform 386"/>
            <p:cNvSpPr>
              <a:spLocks/>
            </p:cNvSpPr>
            <p:nvPr/>
          </p:nvSpPr>
          <p:spPr bwMode="auto">
            <a:xfrm>
              <a:off x="6234747" y="2726245"/>
              <a:ext cx="149728" cy="63444"/>
            </a:xfrm>
            <a:custGeom>
              <a:avLst/>
              <a:gdLst>
                <a:gd name="T0" fmla="*/ 46 w 59"/>
                <a:gd name="T1" fmla="*/ 0 h 25"/>
                <a:gd name="T2" fmla="*/ 49 w 59"/>
                <a:gd name="T3" fmla="*/ 0 h 25"/>
                <a:gd name="T4" fmla="*/ 50 w 59"/>
                <a:gd name="T5" fmla="*/ 0 h 25"/>
                <a:gd name="T6" fmla="*/ 54 w 59"/>
                <a:gd name="T7" fmla="*/ 0 h 25"/>
                <a:gd name="T8" fmla="*/ 59 w 59"/>
                <a:gd name="T9" fmla="*/ 2 h 25"/>
                <a:gd name="T10" fmla="*/ 59 w 59"/>
                <a:gd name="T11" fmla="*/ 2 h 25"/>
                <a:gd name="T12" fmla="*/ 56 w 59"/>
                <a:gd name="T13" fmla="*/ 8 h 25"/>
                <a:gd name="T14" fmla="*/ 56 w 59"/>
                <a:gd name="T15" fmla="*/ 12 h 25"/>
                <a:gd name="T16" fmla="*/ 54 w 59"/>
                <a:gd name="T17" fmla="*/ 14 h 25"/>
                <a:gd name="T18" fmla="*/ 50 w 59"/>
                <a:gd name="T19" fmla="*/ 13 h 25"/>
                <a:gd name="T20" fmla="*/ 45 w 59"/>
                <a:gd name="T21" fmla="*/ 13 h 25"/>
                <a:gd name="T22" fmla="*/ 42 w 59"/>
                <a:gd name="T23" fmla="*/ 13 h 25"/>
                <a:gd name="T24" fmla="*/ 38 w 59"/>
                <a:gd name="T25" fmla="*/ 13 h 25"/>
                <a:gd name="T26" fmla="*/ 37 w 59"/>
                <a:gd name="T27" fmla="*/ 16 h 25"/>
                <a:gd name="T28" fmla="*/ 34 w 59"/>
                <a:gd name="T29" fmla="*/ 18 h 25"/>
                <a:gd name="T30" fmla="*/ 34 w 59"/>
                <a:gd name="T31" fmla="*/ 20 h 25"/>
                <a:gd name="T32" fmla="*/ 30 w 59"/>
                <a:gd name="T33" fmla="*/ 17 h 25"/>
                <a:gd name="T34" fmla="*/ 26 w 59"/>
                <a:gd name="T35" fmla="*/ 20 h 25"/>
                <a:gd name="T36" fmla="*/ 24 w 59"/>
                <a:gd name="T37" fmla="*/ 21 h 25"/>
                <a:gd name="T38" fmla="*/ 24 w 59"/>
                <a:gd name="T39" fmla="*/ 23 h 25"/>
                <a:gd name="T40" fmla="*/ 17 w 59"/>
                <a:gd name="T41" fmla="*/ 23 h 25"/>
                <a:gd name="T42" fmla="*/ 13 w 59"/>
                <a:gd name="T43" fmla="*/ 25 h 25"/>
                <a:gd name="T44" fmla="*/ 9 w 59"/>
                <a:gd name="T45" fmla="*/ 25 h 25"/>
                <a:gd name="T46" fmla="*/ 1 w 59"/>
                <a:gd name="T47" fmla="*/ 20 h 25"/>
                <a:gd name="T48" fmla="*/ 0 w 59"/>
                <a:gd name="T49" fmla="*/ 14 h 25"/>
                <a:gd name="T50" fmla="*/ 0 w 59"/>
                <a:gd name="T51" fmla="*/ 12 h 25"/>
                <a:gd name="T52" fmla="*/ 1 w 59"/>
                <a:gd name="T53" fmla="*/ 12 h 25"/>
                <a:gd name="T54" fmla="*/ 4 w 59"/>
                <a:gd name="T55" fmla="*/ 9 h 25"/>
                <a:gd name="T56" fmla="*/ 6 w 59"/>
                <a:gd name="T57" fmla="*/ 9 h 25"/>
                <a:gd name="T58" fmla="*/ 8 w 59"/>
                <a:gd name="T59" fmla="*/ 10 h 25"/>
                <a:gd name="T60" fmla="*/ 12 w 59"/>
                <a:gd name="T61" fmla="*/ 9 h 25"/>
                <a:gd name="T62" fmla="*/ 17 w 59"/>
                <a:gd name="T63" fmla="*/ 8 h 25"/>
                <a:gd name="T64" fmla="*/ 20 w 59"/>
                <a:gd name="T65" fmla="*/ 5 h 25"/>
                <a:gd name="T66" fmla="*/ 22 w 59"/>
                <a:gd name="T67" fmla="*/ 4 h 25"/>
                <a:gd name="T68" fmla="*/ 25 w 59"/>
                <a:gd name="T69" fmla="*/ 2 h 25"/>
                <a:gd name="T70" fmla="*/ 30 w 59"/>
                <a:gd name="T71" fmla="*/ 2 h 25"/>
                <a:gd name="T72" fmla="*/ 30 w 59"/>
                <a:gd name="T73" fmla="*/ 2 h 25"/>
                <a:gd name="T74" fmla="*/ 31 w 59"/>
                <a:gd name="T75" fmla="*/ 2 h 25"/>
                <a:gd name="T76" fmla="*/ 34 w 59"/>
                <a:gd name="T77" fmla="*/ 2 h 25"/>
                <a:gd name="T78" fmla="*/ 35 w 59"/>
                <a:gd name="T79" fmla="*/ 1 h 25"/>
                <a:gd name="T80" fmla="*/ 37 w 59"/>
                <a:gd name="T81" fmla="*/ 0 h 25"/>
                <a:gd name="T82" fmla="*/ 38 w 59"/>
                <a:gd name="T83" fmla="*/ 0 h 25"/>
                <a:gd name="T84" fmla="*/ 42 w 59"/>
                <a:gd name="T85" fmla="*/ 0 h 25"/>
                <a:gd name="T86" fmla="*/ 43 w 59"/>
                <a:gd name="T87" fmla="*/ 1 h 25"/>
                <a:gd name="T88" fmla="*/ 45 w 59"/>
                <a:gd name="T89" fmla="*/ 0 h 25"/>
                <a:gd name="T90" fmla="*/ 46 w 59"/>
                <a:gd name="T9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25">
                  <a:moveTo>
                    <a:pt x="46" y="0"/>
                  </a:moveTo>
                  <a:lnTo>
                    <a:pt x="49" y="0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6" y="8"/>
                  </a:lnTo>
                  <a:lnTo>
                    <a:pt x="56" y="12"/>
                  </a:lnTo>
                  <a:lnTo>
                    <a:pt x="54" y="14"/>
                  </a:lnTo>
                  <a:lnTo>
                    <a:pt x="50" y="13"/>
                  </a:lnTo>
                  <a:lnTo>
                    <a:pt x="45" y="13"/>
                  </a:lnTo>
                  <a:lnTo>
                    <a:pt x="42" y="13"/>
                  </a:lnTo>
                  <a:lnTo>
                    <a:pt x="38" y="13"/>
                  </a:lnTo>
                  <a:lnTo>
                    <a:pt x="37" y="16"/>
                  </a:lnTo>
                  <a:lnTo>
                    <a:pt x="34" y="18"/>
                  </a:lnTo>
                  <a:lnTo>
                    <a:pt x="34" y="20"/>
                  </a:lnTo>
                  <a:lnTo>
                    <a:pt x="30" y="17"/>
                  </a:lnTo>
                  <a:lnTo>
                    <a:pt x="26" y="20"/>
                  </a:lnTo>
                  <a:lnTo>
                    <a:pt x="24" y="21"/>
                  </a:lnTo>
                  <a:lnTo>
                    <a:pt x="24" y="23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9" y="25"/>
                  </a:lnTo>
                  <a:lnTo>
                    <a:pt x="1" y="20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4" y="9"/>
                  </a:lnTo>
                  <a:lnTo>
                    <a:pt x="6" y="9"/>
                  </a:lnTo>
                  <a:lnTo>
                    <a:pt x="8" y="10"/>
                  </a:lnTo>
                  <a:lnTo>
                    <a:pt x="12" y="9"/>
                  </a:lnTo>
                  <a:lnTo>
                    <a:pt x="17" y="8"/>
                  </a:lnTo>
                  <a:lnTo>
                    <a:pt x="20" y="5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4" y="2"/>
                  </a:lnTo>
                  <a:lnTo>
                    <a:pt x="35" y="1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3" y="1"/>
                  </a:lnTo>
                  <a:lnTo>
                    <a:pt x="45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2" name="Freeform 387"/>
            <p:cNvSpPr>
              <a:spLocks/>
            </p:cNvSpPr>
            <p:nvPr/>
          </p:nvSpPr>
          <p:spPr bwMode="auto">
            <a:xfrm>
              <a:off x="6402239" y="2919113"/>
              <a:ext cx="172567" cy="111661"/>
            </a:xfrm>
            <a:custGeom>
              <a:avLst/>
              <a:gdLst>
                <a:gd name="T0" fmla="*/ 54 w 68"/>
                <a:gd name="T1" fmla="*/ 0 h 44"/>
                <a:gd name="T2" fmla="*/ 59 w 68"/>
                <a:gd name="T3" fmla="*/ 3 h 44"/>
                <a:gd name="T4" fmla="*/ 64 w 68"/>
                <a:gd name="T5" fmla="*/ 4 h 44"/>
                <a:gd name="T6" fmla="*/ 68 w 68"/>
                <a:gd name="T7" fmla="*/ 5 h 44"/>
                <a:gd name="T8" fmla="*/ 67 w 68"/>
                <a:gd name="T9" fmla="*/ 9 h 44"/>
                <a:gd name="T10" fmla="*/ 64 w 68"/>
                <a:gd name="T11" fmla="*/ 11 h 44"/>
                <a:gd name="T12" fmla="*/ 62 w 68"/>
                <a:gd name="T13" fmla="*/ 19 h 44"/>
                <a:gd name="T14" fmla="*/ 56 w 68"/>
                <a:gd name="T15" fmla="*/ 24 h 44"/>
                <a:gd name="T16" fmla="*/ 59 w 68"/>
                <a:gd name="T17" fmla="*/ 25 h 44"/>
                <a:gd name="T18" fmla="*/ 63 w 68"/>
                <a:gd name="T19" fmla="*/ 32 h 44"/>
                <a:gd name="T20" fmla="*/ 60 w 68"/>
                <a:gd name="T21" fmla="*/ 32 h 44"/>
                <a:gd name="T22" fmla="*/ 56 w 68"/>
                <a:gd name="T23" fmla="*/ 30 h 44"/>
                <a:gd name="T24" fmla="*/ 51 w 68"/>
                <a:gd name="T25" fmla="*/ 32 h 44"/>
                <a:gd name="T26" fmla="*/ 47 w 68"/>
                <a:gd name="T27" fmla="*/ 34 h 44"/>
                <a:gd name="T28" fmla="*/ 46 w 68"/>
                <a:gd name="T29" fmla="*/ 34 h 44"/>
                <a:gd name="T30" fmla="*/ 43 w 68"/>
                <a:gd name="T31" fmla="*/ 38 h 44"/>
                <a:gd name="T32" fmla="*/ 42 w 68"/>
                <a:gd name="T33" fmla="*/ 42 h 44"/>
                <a:gd name="T34" fmla="*/ 35 w 68"/>
                <a:gd name="T35" fmla="*/ 44 h 44"/>
                <a:gd name="T36" fmla="*/ 30 w 68"/>
                <a:gd name="T37" fmla="*/ 42 h 44"/>
                <a:gd name="T38" fmla="*/ 27 w 68"/>
                <a:gd name="T39" fmla="*/ 42 h 44"/>
                <a:gd name="T40" fmla="*/ 23 w 68"/>
                <a:gd name="T41" fmla="*/ 41 h 44"/>
                <a:gd name="T42" fmla="*/ 18 w 68"/>
                <a:gd name="T43" fmla="*/ 42 h 44"/>
                <a:gd name="T44" fmla="*/ 12 w 68"/>
                <a:gd name="T45" fmla="*/ 44 h 44"/>
                <a:gd name="T46" fmla="*/ 10 w 68"/>
                <a:gd name="T47" fmla="*/ 42 h 44"/>
                <a:gd name="T48" fmla="*/ 9 w 68"/>
                <a:gd name="T49" fmla="*/ 37 h 44"/>
                <a:gd name="T50" fmla="*/ 1 w 68"/>
                <a:gd name="T51" fmla="*/ 28 h 44"/>
                <a:gd name="T52" fmla="*/ 2 w 68"/>
                <a:gd name="T53" fmla="*/ 26 h 44"/>
                <a:gd name="T54" fmla="*/ 1 w 68"/>
                <a:gd name="T55" fmla="*/ 21 h 44"/>
                <a:gd name="T56" fmla="*/ 5 w 68"/>
                <a:gd name="T57" fmla="*/ 16 h 44"/>
                <a:gd name="T58" fmla="*/ 1 w 68"/>
                <a:gd name="T59" fmla="*/ 9 h 44"/>
                <a:gd name="T60" fmla="*/ 1 w 68"/>
                <a:gd name="T61" fmla="*/ 3 h 44"/>
                <a:gd name="T62" fmla="*/ 4 w 68"/>
                <a:gd name="T63" fmla="*/ 0 h 44"/>
                <a:gd name="T64" fmla="*/ 5 w 68"/>
                <a:gd name="T65" fmla="*/ 3 h 44"/>
                <a:gd name="T66" fmla="*/ 5 w 68"/>
                <a:gd name="T67" fmla="*/ 7 h 44"/>
                <a:gd name="T68" fmla="*/ 12 w 68"/>
                <a:gd name="T69" fmla="*/ 5 h 44"/>
                <a:gd name="T70" fmla="*/ 14 w 68"/>
                <a:gd name="T71" fmla="*/ 5 h 44"/>
                <a:gd name="T72" fmla="*/ 22 w 68"/>
                <a:gd name="T73" fmla="*/ 5 h 44"/>
                <a:gd name="T74" fmla="*/ 26 w 68"/>
                <a:gd name="T75" fmla="*/ 5 h 44"/>
                <a:gd name="T76" fmla="*/ 30 w 68"/>
                <a:gd name="T77" fmla="*/ 7 h 44"/>
                <a:gd name="T78" fmla="*/ 37 w 68"/>
                <a:gd name="T79" fmla="*/ 7 h 44"/>
                <a:gd name="T80" fmla="*/ 40 w 68"/>
                <a:gd name="T81" fmla="*/ 4 h 44"/>
                <a:gd name="T82" fmla="*/ 50 w 68"/>
                <a:gd name="T8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8" h="44">
                  <a:moveTo>
                    <a:pt x="50" y="0"/>
                  </a:moveTo>
                  <a:lnTo>
                    <a:pt x="54" y="0"/>
                  </a:lnTo>
                  <a:lnTo>
                    <a:pt x="58" y="1"/>
                  </a:lnTo>
                  <a:lnTo>
                    <a:pt x="59" y="3"/>
                  </a:lnTo>
                  <a:lnTo>
                    <a:pt x="62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7" y="9"/>
                  </a:lnTo>
                  <a:lnTo>
                    <a:pt x="66" y="12"/>
                  </a:lnTo>
                  <a:lnTo>
                    <a:pt x="64" y="11"/>
                  </a:lnTo>
                  <a:lnTo>
                    <a:pt x="60" y="13"/>
                  </a:lnTo>
                  <a:lnTo>
                    <a:pt x="62" y="19"/>
                  </a:lnTo>
                  <a:lnTo>
                    <a:pt x="60" y="21"/>
                  </a:lnTo>
                  <a:lnTo>
                    <a:pt x="56" y="24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2" y="29"/>
                  </a:lnTo>
                  <a:lnTo>
                    <a:pt x="63" y="32"/>
                  </a:lnTo>
                  <a:lnTo>
                    <a:pt x="63" y="32"/>
                  </a:lnTo>
                  <a:lnTo>
                    <a:pt x="60" y="32"/>
                  </a:lnTo>
                  <a:lnTo>
                    <a:pt x="59" y="33"/>
                  </a:lnTo>
                  <a:lnTo>
                    <a:pt x="56" y="30"/>
                  </a:lnTo>
                  <a:lnTo>
                    <a:pt x="52" y="30"/>
                  </a:lnTo>
                  <a:lnTo>
                    <a:pt x="51" y="32"/>
                  </a:lnTo>
                  <a:lnTo>
                    <a:pt x="50" y="32"/>
                  </a:lnTo>
                  <a:lnTo>
                    <a:pt x="47" y="34"/>
                  </a:lnTo>
                  <a:lnTo>
                    <a:pt x="47" y="34"/>
                  </a:lnTo>
                  <a:lnTo>
                    <a:pt x="46" y="34"/>
                  </a:lnTo>
                  <a:lnTo>
                    <a:pt x="43" y="36"/>
                  </a:lnTo>
                  <a:lnTo>
                    <a:pt x="43" y="38"/>
                  </a:lnTo>
                  <a:lnTo>
                    <a:pt x="43" y="41"/>
                  </a:lnTo>
                  <a:lnTo>
                    <a:pt x="42" y="42"/>
                  </a:lnTo>
                  <a:lnTo>
                    <a:pt x="37" y="42"/>
                  </a:lnTo>
                  <a:lnTo>
                    <a:pt x="35" y="44"/>
                  </a:lnTo>
                  <a:lnTo>
                    <a:pt x="33" y="42"/>
                  </a:lnTo>
                  <a:lnTo>
                    <a:pt x="30" y="42"/>
                  </a:lnTo>
                  <a:lnTo>
                    <a:pt x="29" y="44"/>
                  </a:lnTo>
                  <a:lnTo>
                    <a:pt x="27" y="42"/>
                  </a:lnTo>
                  <a:lnTo>
                    <a:pt x="26" y="41"/>
                  </a:lnTo>
                  <a:lnTo>
                    <a:pt x="23" y="41"/>
                  </a:lnTo>
                  <a:lnTo>
                    <a:pt x="21" y="41"/>
                  </a:lnTo>
                  <a:lnTo>
                    <a:pt x="18" y="42"/>
                  </a:lnTo>
                  <a:lnTo>
                    <a:pt x="15" y="44"/>
                  </a:lnTo>
                  <a:lnTo>
                    <a:pt x="12" y="44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9" y="37"/>
                  </a:lnTo>
                  <a:lnTo>
                    <a:pt x="6" y="32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2" y="26"/>
                  </a:lnTo>
                  <a:lnTo>
                    <a:pt x="1" y="24"/>
                  </a:lnTo>
                  <a:lnTo>
                    <a:pt x="1" y="21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2"/>
                  </a:lnTo>
                  <a:lnTo>
                    <a:pt x="1" y="9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5" y="3"/>
                  </a:lnTo>
                  <a:lnTo>
                    <a:pt x="4" y="4"/>
                  </a:lnTo>
                  <a:lnTo>
                    <a:pt x="5" y="7"/>
                  </a:lnTo>
                  <a:lnTo>
                    <a:pt x="9" y="5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8" y="8"/>
                  </a:lnTo>
                  <a:lnTo>
                    <a:pt x="22" y="5"/>
                  </a:lnTo>
                  <a:lnTo>
                    <a:pt x="23" y="7"/>
                  </a:lnTo>
                  <a:lnTo>
                    <a:pt x="26" y="5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5"/>
                  </a:lnTo>
                  <a:lnTo>
                    <a:pt x="40" y="4"/>
                  </a:lnTo>
                  <a:lnTo>
                    <a:pt x="47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3" name="Freeform 388"/>
            <p:cNvSpPr>
              <a:spLocks/>
            </p:cNvSpPr>
            <p:nvPr/>
          </p:nvSpPr>
          <p:spPr bwMode="auto">
            <a:xfrm>
              <a:off x="6354021" y="2990170"/>
              <a:ext cx="73595" cy="63444"/>
            </a:xfrm>
            <a:custGeom>
              <a:avLst/>
              <a:gdLst>
                <a:gd name="T0" fmla="*/ 19 w 29"/>
                <a:gd name="T1" fmla="*/ 0 h 25"/>
                <a:gd name="T2" fmla="*/ 20 w 29"/>
                <a:gd name="T3" fmla="*/ 0 h 25"/>
                <a:gd name="T4" fmla="*/ 25 w 29"/>
                <a:gd name="T5" fmla="*/ 4 h 25"/>
                <a:gd name="T6" fmla="*/ 28 w 29"/>
                <a:gd name="T7" fmla="*/ 9 h 25"/>
                <a:gd name="T8" fmla="*/ 29 w 29"/>
                <a:gd name="T9" fmla="*/ 12 h 25"/>
                <a:gd name="T10" fmla="*/ 29 w 29"/>
                <a:gd name="T11" fmla="*/ 14 h 25"/>
                <a:gd name="T12" fmla="*/ 28 w 29"/>
                <a:gd name="T13" fmla="*/ 16 h 25"/>
                <a:gd name="T14" fmla="*/ 25 w 29"/>
                <a:gd name="T15" fmla="*/ 16 h 25"/>
                <a:gd name="T16" fmla="*/ 23 w 29"/>
                <a:gd name="T17" fmla="*/ 18 h 25"/>
                <a:gd name="T18" fmla="*/ 17 w 29"/>
                <a:gd name="T19" fmla="*/ 17 h 25"/>
                <a:gd name="T20" fmla="*/ 15 w 29"/>
                <a:gd name="T21" fmla="*/ 18 h 25"/>
                <a:gd name="T22" fmla="*/ 15 w 29"/>
                <a:gd name="T23" fmla="*/ 19 h 25"/>
                <a:gd name="T24" fmla="*/ 11 w 29"/>
                <a:gd name="T25" fmla="*/ 21 h 25"/>
                <a:gd name="T26" fmla="*/ 7 w 29"/>
                <a:gd name="T27" fmla="*/ 23 h 25"/>
                <a:gd name="T28" fmla="*/ 7 w 29"/>
                <a:gd name="T29" fmla="*/ 25 h 25"/>
                <a:gd name="T30" fmla="*/ 4 w 29"/>
                <a:gd name="T31" fmla="*/ 22 h 25"/>
                <a:gd name="T32" fmla="*/ 3 w 29"/>
                <a:gd name="T33" fmla="*/ 19 h 25"/>
                <a:gd name="T34" fmla="*/ 0 w 29"/>
                <a:gd name="T35" fmla="*/ 17 h 25"/>
                <a:gd name="T36" fmla="*/ 0 w 29"/>
                <a:gd name="T37" fmla="*/ 12 h 25"/>
                <a:gd name="T38" fmla="*/ 0 w 29"/>
                <a:gd name="T39" fmla="*/ 8 h 25"/>
                <a:gd name="T40" fmla="*/ 0 w 29"/>
                <a:gd name="T41" fmla="*/ 8 h 25"/>
                <a:gd name="T42" fmla="*/ 2 w 29"/>
                <a:gd name="T43" fmla="*/ 8 h 25"/>
                <a:gd name="T44" fmla="*/ 2 w 29"/>
                <a:gd name="T45" fmla="*/ 5 h 25"/>
                <a:gd name="T46" fmla="*/ 4 w 29"/>
                <a:gd name="T47" fmla="*/ 4 h 25"/>
                <a:gd name="T48" fmla="*/ 7 w 29"/>
                <a:gd name="T49" fmla="*/ 4 h 25"/>
                <a:gd name="T50" fmla="*/ 8 w 29"/>
                <a:gd name="T51" fmla="*/ 1 h 25"/>
                <a:gd name="T52" fmla="*/ 13 w 29"/>
                <a:gd name="T53" fmla="*/ 1 h 25"/>
                <a:gd name="T54" fmla="*/ 15 w 29"/>
                <a:gd name="T55" fmla="*/ 1 h 25"/>
                <a:gd name="T56" fmla="*/ 19 w 29"/>
                <a:gd name="T5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" h="25">
                  <a:moveTo>
                    <a:pt x="19" y="0"/>
                  </a:moveTo>
                  <a:lnTo>
                    <a:pt x="20" y="0"/>
                  </a:lnTo>
                  <a:lnTo>
                    <a:pt x="25" y="4"/>
                  </a:lnTo>
                  <a:lnTo>
                    <a:pt x="28" y="9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5" y="16"/>
                  </a:lnTo>
                  <a:lnTo>
                    <a:pt x="23" y="18"/>
                  </a:lnTo>
                  <a:lnTo>
                    <a:pt x="17" y="17"/>
                  </a:lnTo>
                  <a:lnTo>
                    <a:pt x="15" y="18"/>
                  </a:lnTo>
                  <a:lnTo>
                    <a:pt x="15" y="19"/>
                  </a:lnTo>
                  <a:lnTo>
                    <a:pt x="11" y="21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4" y="22"/>
                  </a:lnTo>
                  <a:lnTo>
                    <a:pt x="3" y="19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5"/>
                  </a:lnTo>
                  <a:lnTo>
                    <a:pt x="4" y="4"/>
                  </a:lnTo>
                  <a:lnTo>
                    <a:pt x="7" y="4"/>
                  </a:lnTo>
                  <a:lnTo>
                    <a:pt x="8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4" name="Freeform 389"/>
            <p:cNvSpPr>
              <a:spLocks/>
            </p:cNvSpPr>
            <p:nvPr/>
          </p:nvSpPr>
          <p:spPr bwMode="auto">
            <a:xfrm>
              <a:off x="6313417" y="2980019"/>
              <a:ext cx="58369" cy="109124"/>
            </a:xfrm>
            <a:custGeom>
              <a:avLst/>
              <a:gdLst>
                <a:gd name="T0" fmla="*/ 10 w 23"/>
                <a:gd name="T1" fmla="*/ 0 h 43"/>
                <a:gd name="T2" fmla="*/ 10 w 23"/>
                <a:gd name="T3" fmla="*/ 1 h 43"/>
                <a:gd name="T4" fmla="*/ 11 w 23"/>
                <a:gd name="T5" fmla="*/ 4 h 43"/>
                <a:gd name="T6" fmla="*/ 12 w 23"/>
                <a:gd name="T7" fmla="*/ 4 h 43"/>
                <a:gd name="T8" fmla="*/ 15 w 23"/>
                <a:gd name="T9" fmla="*/ 5 h 43"/>
                <a:gd name="T10" fmla="*/ 16 w 23"/>
                <a:gd name="T11" fmla="*/ 8 h 43"/>
                <a:gd name="T12" fmla="*/ 16 w 23"/>
                <a:gd name="T13" fmla="*/ 10 h 43"/>
                <a:gd name="T14" fmla="*/ 16 w 23"/>
                <a:gd name="T15" fmla="*/ 12 h 43"/>
                <a:gd name="T16" fmla="*/ 16 w 23"/>
                <a:gd name="T17" fmla="*/ 16 h 43"/>
                <a:gd name="T18" fmla="*/ 16 w 23"/>
                <a:gd name="T19" fmla="*/ 21 h 43"/>
                <a:gd name="T20" fmla="*/ 19 w 23"/>
                <a:gd name="T21" fmla="*/ 23 h 43"/>
                <a:gd name="T22" fmla="*/ 20 w 23"/>
                <a:gd name="T23" fmla="*/ 26 h 43"/>
                <a:gd name="T24" fmla="*/ 23 w 23"/>
                <a:gd name="T25" fmla="*/ 29 h 43"/>
                <a:gd name="T26" fmla="*/ 22 w 23"/>
                <a:gd name="T27" fmla="*/ 31 h 43"/>
                <a:gd name="T28" fmla="*/ 20 w 23"/>
                <a:gd name="T29" fmla="*/ 34 h 43"/>
                <a:gd name="T30" fmla="*/ 15 w 23"/>
                <a:gd name="T31" fmla="*/ 37 h 43"/>
                <a:gd name="T32" fmla="*/ 15 w 23"/>
                <a:gd name="T33" fmla="*/ 39 h 43"/>
                <a:gd name="T34" fmla="*/ 14 w 23"/>
                <a:gd name="T35" fmla="*/ 42 h 43"/>
                <a:gd name="T36" fmla="*/ 12 w 23"/>
                <a:gd name="T37" fmla="*/ 43 h 43"/>
                <a:gd name="T38" fmla="*/ 10 w 23"/>
                <a:gd name="T39" fmla="*/ 42 h 43"/>
                <a:gd name="T40" fmla="*/ 7 w 23"/>
                <a:gd name="T41" fmla="*/ 37 h 43"/>
                <a:gd name="T42" fmla="*/ 3 w 23"/>
                <a:gd name="T43" fmla="*/ 35 h 43"/>
                <a:gd name="T44" fmla="*/ 2 w 23"/>
                <a:gd name="T45" fmla="*/ 34 h 43"/>
                <a:gd name="T46" fmla="*/ 3 w 23"/>
                <a:gd name="T47" fmla="*/ 31 h 43"/>
                <a:gd name="T48" fmla="*/ 2 w 23"/>
                <a:gd name="T49" fmla="*/ 30 h 43"/>
                <a:gd name="T50" fmla="*/ 2 w 23"/>
                <a:gd name="T51" fmla="*/ 27 h 43"/>
                <a:gd name="T52" fmla="*/ 3 w 23"/>
                <a:gd name="T53" fmla="*/ 25 h 43"/>
                <a:gd name="T54" fmla="*/ 2 w 23"/>
                <a:gd name="T55" fmla="*/ 21 h 43"/>
                <a:gd name="T56" fmla="*/ 2 w 23"/>
                <a:gd name="T57" fmla="*/ 16 h 43"/>
                <a:gd name="T58" fmla="*/ 3 w 23"/>
                <a:gd name="T59" fmla="*/ 14 h 43"/>
                <a:gd name="T60" fmla="*/ 4 w 23"/>
                <a:gd name="T61" fmla="*/ 13 h 43"/>
                <a:gd name="T62" fmla="*/ 0 w 23"/>
                <a:gd name="T63" fmla="*/ 12 h 43"/>
                <a:gd name="T64" fmla="*/ 0 w 23"/>
                <a:gd name="T65" fmla="*/ 6 h 43"/>
                <a:gd name="T66" fmla="*/ 2 w 23"/>
                <a:gd name="T67" fmla="*/ 4 h 43"/>
                <a:gd name="T68" fmla="*/ 4 w 23"/>
                <a:gd name="T69" fmla="*/ 1 h 43"/>
                <a:gd name="T70" fmla="*/ 6 w 23"/>
                <a:gd name="T71" fmla="*/ 1 h 43"/>
                <a:gd name="T72" fmla="*/ 7 w 23"/>
                <a:gd name="T73" fmla="*/ 2 h 43"/>
                <a:gd name="T74" fmla="*/ 10 w 23"/>
                <a:gd name="T75" fmla="*/ 0 h 43"/>
                <a:gd name="T76" fmla="*/ 10 w 23"/>
                <a:gd name="T7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43">
                  <a:moveTo>
                    <a:pt x="10" y="0"/>
                  </a:moveTo>
                  <a:lnTo>
                    <a:pt x="10" y="1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5" y="5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6" y="21"/>
                  </a:lnTo>
                  <a:lnTo>
                    <a:pt x="19" y="23"/>
                  </a:lnTo>
                  <a:lnTo>
                    <a:pt x="20" y="26"/>
                  </a:lnTo>
                  <a:lnTo>
                    <a:pt x="23" y="29"/>
                  </a:lnTo>
                  <a:lnTo>
                    <a:pt x="22" y="31"/>
                  </a:lnTo>
                  <a:lnTo>
                    <a:pt x="20" y="34"/>
                  </a:lnTo>
                  <a:lnTo>
                    <a:pt x="15" y="37"/>
                  </a:lnTo>
                  <a:lnTo>
                    <a:pt x="15" y="39"/>
                  </a:lnTo>
                  <a:lnTo>
                    <a:pt x="14" y="42"/>
                  </a:lnTo>
                  <a:lnTo>
                    <a:pt x="12" y="43"/>
                  </a:lnTo>
                  <a:lnTo>
                    <a:pt x="10" y="42"/>
                  </a:lnTo>
                  <a:lnTo>
                    <a:pt x="7" y="37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3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3" y="25"/>
                  </a:lnTo>
                  <a:lnTo>
                    <a:pt x="2" y="21"/>
                  </a:lnTo>
                  <a:lnTo>
                    <a:pt x="2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0" y="12"/>
                  </a:lnTo>
                  <a:lnTo>
                    <a:pt x="0" y="6"/>
                  </a:lnTo>
                  <a:lnTo>
                    <a:pt x="2" y="4"/>
                  </a:lnTo>
                  <a:lnTo>
                    <a:pt x="4" y="1"/>
                  </a:lnTo>
                  <a:lnTo>
                    <a:pt x="6" y="1"/>
                  </a:lnTo>
                  <a:lnTo>
                    <a:pt x="7" y="2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5" name="Freeform 390"/>
            <p:cNvSpPr>
              <a:spLocks/>
            </p:cNvSpPr>
            <p:nvPr/>
          </p:nvSpPr>
          <p:spPr bwMode="auto">
            <a:xfrm>
              <a:off x="6295653" y="2848056"/>
              <a:ext cx="119275" cy="162416"/>
            </a:xfrm>
            <a:custGeom>
              <a:avLst/>
              <a:gdLst>
                <a:gd name="T0" fmla="*/ 11 w 47"/>
                <a:gd name="T1" fmla="*/ 0 h 64"/>
                <a:gd name="T2" fmla="*/ 17 w 47"/>
                <a:gd name="T3" fmla="*/ 3 h 64"/>
                <a:gd name="T4" fmla="*/ 22 w 47"/>
                <a:gd name="T5" fmla="*/ 8 h 64"/>
                <a:gd name="T6" fmla="*/ 26 w 47"/>
                <a:gd name="T7" fmla="*/ 12 h 64"/>
                <a:gd name="T8" fmla="*/ 27 w 47"/>
                <a:gd name="T9" fmla="*/ 18 h 64"/>
                <a:gd name="T10" fmla="*/ 32 w 47"/>
                <a:gd name="T11" fmla="*/ 20 h 64"/>
                <a:gd name="T12" fmla="*/ 35 w 47"/>
                <a:gd name="T13" fmla="*/ 22 h 64"/>
                <a:gd name="T14" fmla="*/ 39 w 47"/>
                <a:gd name="T15" fmla="*/ 20 h 64"/>
                <a:gd name="T16" fmla="*/ 42 w 47"/>
                <a:gd name="T17" fmla="*/ 24 h 64"/>
                <a:gd name="T18" fmla="*/ 43 w 47"/>
                <a:gd name="T19" fmla="*/ 31 h 64"/>
                <a:gd name="T20" fmla="*/ 43 w 47"/>
                <a:gd name="T21" fmla="*/ 37 h 64"/>
                <a:gd name="T22" fmla="*/ 47 w 47"/>
                <a:gd name="T23" fmla="*/ 44 h 64"/>
                <a:gd name="T24" fmla="*/ 43 w 47"/>
                <a:gd name="T25" fmla="*/ 49 h 64"/>
                <a:gd name="T26" fmla="*/ 44 w 47"/>
                <a:gd name="T27" fmla="*/ 54 h 64"/>
                <a:gd name="T28" fmla="*/ 42 w 47"/>
                <a:gd name="T29" fmla="*/ 56 h 64"/>
                <a:gd name="T30" fmla="*/ 36 w 47"/>
                <a:gd name="T31" fmla="*/ 57 h 64"/>
                <a:gd name="T32" fmla="*/ 30 w 47"/>
                <a:gd name="T33" fmla="*/ 60 h 64"/>
                <a:gd name="T34" fmla="*/ 25 w 47"/>
                <a:gd name="T35" fmla="*/ 61 h 64"/>
                <a:gd name="T36" fmla="*/ 23 w 47"/>
                <a:gd name="T37" fmla="*/ 64 h 64"/>
                <a:gd name="T38" fmla="*/ 23 w 47"/>
                <a:gd name="T39" fmla="*/ 60 h 64"/>
                <a:gd name="T40" fmla="*/ 19 w 47"/>
                <a:gd name="T41" fmla="*/ 56 h 64"/>
                <a:gd name="T42" fmla="*/ 17 w 47"/>
                <a:gd name="T43" fmla="*/ 53 h 64"/>
                <a:gd name="T44" fmla="*/ 17 w 47"/>
                <a:gd name="T45" fmla="*/ 50 h 64"/>
                <a:gd name="T46" fmla="*/ 18 w 47"/>
                <a:gd name="T47" fmla="*/ 47 h 64"/>
                <a:gd name="T48" fmla="*/ 13 w 47"/>
                <a:gd name="T49" fmla="*/ 44 h 64"/>
                <a:gd name="T50" fmla="*/ 9 w 47"/>
                <a:gd name="T51" fmla="*/ 44 h 64"/>
                <a:gd name="T52" fmla="*/ 7 w 47"/>
                <a:gd name="T53" fmla="*/ 39 h 64"/>
                <a:gd name="T54" fmla="*/ 5 w 47"/>
                <a:gd name="T55" fmla="*/ 35 h 64"/>
                <a:gd name="T56" fmla="*/ 6 w 47"/>
                <a:gd name="T57" fmla="*/ 32 h 64"/>
                <a:gd name="T58" fmla="*/ 9 w 47"/>
                <a:gd name="T59" fmla="*/ 32 h 64"/>
                <a:gd name="T60" fmla="*/ 6 w 47"/>
                <a:gd name="T61" fmla="*/ 29 h 64"/>
                <a:gd name="T62" fmla="*/ 2 w 47"/>
                <a:gd name="T63" fmla="*/ 25 h 64"/>
                <a:gd name="T64" fmla="*/ 5 w 47"/>
                <a:gd name="T65" fmla="*/ 19 h 64"/>
                <a:gd name="T66" fmla="*/ 2 w 47"/>
                <a:gd name="T67" fmla="*/ 20 h 64"/>
                <a:gd name="T68" fmla="*/ 2 w 47"/>
                <a:gd name="T69" fmla="*/ 16 h 64"/>
                <a:gd name="T70" fmla="*/ 5 w 47"/>
                <a:gd name="T71" fmla="*/ 16 h 64"/>
                <a:gd name="T72" fmla="*/ 3 w 47"/>
                <a:gd name="T73" fmla="*/ 15 h 64"/>
                <a:gd name="T74" fmla="*/ 1 w 47"/>
                <a:gd name="T75" fmla="*/ 11 h 64"/>
                <a:gd name="T76" fmla="*/ 0 w 47"/>
                <a:gd name="T77" fmla="*/ 7 h 64"/>
                <a:gd name="T78" fmla="*/ 3 w 47"/>
                <a:gd name="T79" fmla="*/ 3 h 64"/>
                <a:gd name="T80" fmla="*/ 6 w 47"/>
                <a:gd name="T81" fmla="*/ 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7" h="64">
                  <a:moveTo>
                    <a:pt x="9" y="0"/>
                  </a:moveTo>
                  <a:lnTo>
                    <a:pt x="11" y="0"/>
                  </a:lnTo>
                  <a:lnTo>
                    <a:pt x="14" y="2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22" y="8"/>
                  </a:lnTo>
                  <a:lnTo>
                    <a:pt x="23" y="11"/>
                  </a:lnTo>
                  <a:lnTo>
                    <a:pt x="26" y="12"/>
                  </a:lnTo>
                  <a:lnTo>
                    <a:pt x="29" y="15"/>
                  </a:lnTo>
                  <a:lnTo>
                    <a:pt x="27" y="18"/>
                  </a:lnTo>
                  <a:lnTo>
                    <a:pt x="29" y="19"/>
                  </a:lnTo>
                  <a:lnTo>
                    <a:pt x="32" y="20"/>
                  </a:lnTo>
                  <a:lnTo>
                    <a:pt x="32" y="23"/>
                  </a:lnTo>
                  <a:lnTo>
                    <a:pt x="35" y="22"/>
                  </a:lnTo>
                  <a:lnTo>
                    <a:pt x="38" y="23"/>
                  </a:lnTo>
                  <a:lnTo>
                    <a:pt x="39" y="20"/>
                  </a:lnTo>
                  <a:lnTo>
                    <a:pt x="43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3" y="31"/>
                  </a:lnTo>
                  <a:lnTo>
                    <a:pt x="42" y="32"/>
                  </a:lnTo>
                  <a:lnTo>
                    <a:pt x="43" y="37"/>
                  </a:lnTo>
                  <a:lnTo>
                    <a:pt x="46" y="40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3" y="49"/>
                  </a:lnTo>
                  <a:lnTo>
                    <a:pt x="43" y="52"/>
                  </a:lnTo>
                  <a:lnTo>
                    <a:pt x="44" y="54"/>
                  </a:lnTo>
                  <a:lnTo>
                    <a:pt x="43" y="56"/>
                  </a:lnTo>
                  <a:lnTo>
                    <a:pt x="42" y="56"/>
                  </a:lnTo>
                  <a:lnTo>
                    <a:pt x="38" y="57"/>
                  </a:lnTo>
                  <a:lnTo>
                    <a:pt x="36" y="57"/>
                  </a:lnTo>
                  <a:lnTo>
                    <a:pt x="31" y="57"/>
                  </a:lnTo>
                  <a:lnTo>
                    <a:pt x="30" y="60"/>
                  </a:lnTo>
                  <a:lnTo>
                    <a:pt x="27" y="60"/>
                  </a:lnTo>
                  <a:lnTo>
                    <a:pt x="25" y="61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3" y="62"/>
                  </a:lnTo>
                  <a:lnTo>
                    <a:pt x="23" y="60"/>
                  </a:lnTo>
                  <a:lnTo>
                    <a:pt x="22" y="57"/>
                  </a:lnTo>
                  <a:lnTo>
                    <a:pt x="19" y="56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7" y="52"/>
                  </a:lnTo>
                  <a:lnTo>
                    <a:pt x="17" y="50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3" y="44"/>
                  </a:lnTo>
                  <a:lnTo>
                    <a:pt x="10" y="44"/>
                  </a:lnTo>
                  <a:lnTo>
                    <a:pt x="9" y="44"/>
                  </a:lnTo>
                  <a:lnTo>
                    <a:pt x="9" y="41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5" y="35"/>
                  </a:lnTo>
                  <a:lnTo>
                    <a:pt x="5" y="32"/>
                  </a:lnTo>
                  <a:lnTo>
                    <a:pt x="6" y="32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7" y="29"/>
                  </a:lnTo>
                  <a:lnTo>
                    <a:pt x="6" y="29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5" y="22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1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4"/>
                  </a:lnTo>
                  <a:lnTo>
                    <a:pt x="3" y="3"/>
                  </a:lnTo>
                  <a:lnTo>
                    <a:pt x="6" y="4"/>
                  </a:lnTo>
                  <a:lnTo>
                    <a:pt x="6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6" name="Freeform 391"/>
            <p:cNvSpPr>
              <a:spLocks/>
            </p:cNvSpPr>
            <p:nvPr/>
          </p:nvSpPr>
          <p:spPr bwMode="auto">
            <a:xfrm>
              <a:off x="6288039" y="2941952"/>
              <a:ext cx="53293" cy="68520"/>
            </a:xfrm>
            <a:custGeom>
              <a:avLst/>
              <a:gdLst>
                <a:gd name="T0" fmla="*/ 5 w 21"/>
                <a:gd name="T1" fmla="*/ 0 h 27"/>
                <a:gd name="T2" fmla="*/ 8 w 21"/>
                <a:gd name="T3" fmla="*/ 2 h 27"/>
                <a:gd name="T4" fmla="*/ 9 w 21"/>
                <a:gd name="T5" fmla="*/ 2 h 27"/>
                <a:gd name="T6" fmla="*/ 10 w 21"/>
                <a:gd name="T7" fmla="*/ 2 h 27"/>
                <a:gd name="T8" fmla="*/ 12 w 21"/>
                <a:gd name="T9" fmla="*/ 4 h 27"/>
                <a:gd name="T10" fmla="*/ 12 w 21"/>
                <a:gd name="T11" fmla="*/ 7 h 27"/>
                <a:gd name="T12" fmla="*/ 13 w 21"/>
                <a:gd name="T13" fmla="*/ 7 h 27"/>
                <a:gd name="T14" fmla="*/ 16 w 21"/>
                <a:gd name="T15" fmla="*/ 7 h 27"/>
                <a:gd name="T16" fmla="*/ 18 w 21"/>
                <a:gd name="T17" fmla="*/ 10 h 27"/>
                <a:gd name="T18" fmla="*/ 21 w 21"/>
                <a:gd name="T19" fmla="*/ 10 h 27"/>
                <a:gd name="T20" fmla="*/ 21 w 21"/>
                <a:gd name="T21" fmla="*/ 12 h 27"/>
                <a:gd name="T22" fmla="*/ 20 w 21"/>
                <a:gd name="T23" fmla="*/ 13 h 27"/>
                <a:gd name="T24" fmla="*/ 20 w 21"/>
                <a:gd name="T25" fmla="*/ 15 h 27"/>
                <a:gd name="T26" fmla="*/ 17 w 21"/>
                <a:gd name="T27" fmla="*/ 17 h 27"/>
                <a:gd name="T28" fmla="*/ 16 w 21"/>
                <a:gd name="T29" fmla="*/ 16 h 27"/>
                <a:gd name="T30" fmla="*/ 14 w 21"/>
                <a:gd name="T31" fmla="*/ 16 h 27"/>
                <a:gd name="T32" fmla="*/ 12 w 21"/>
                <a:gd name="T33" fmla="*/ 19 h 27"/>
                <a:gd name="T34" fmla="*/ 10 w 21"/>
                <a:gd name="T35" fmla="*/ 21 h 27"/>
                <a:gd name="T36" fmla="*/ 10 w 21"/>
                <a:gd name="T37" fmla="*/ 27 h 27"/>
                <a:gd name="T38" fmla="*/ 8 w 21"/>
                <a:gd name="T39" fmla="*/ 25 h 27"/>
                <a:gd name="T40" fmla="*/ 8 w 21"/>
                <a:gd name="T41" fmla="*/ 23 h 27"/>
                <a:gd name="T42" fmla="*/ 3 w 21"/>
                <a:gd name="T43" fmla="*/ 17 h 27"/>
                <a:gd name="T44" fmla="*/ 1 w 21"/>
                <a:gd name="T45" fmla="*/ 16 h 27"/>
                <a:gd name="T46" fmla="*/ 0 w 21"/>
                <a:gd name="T47" fmla="*/ 16 h 27"/>
                <a:gd name="T48" fmla="*/ 1 w 21"/>
                <a:gd name="T49" fmla="*/ 15 h 27"/>
                <a:gd name="T50" fmla="*/ 3 w 21"/>
                <a:gd name="T51" fmla="*/ 12 h 27"/>
                <a:gd name="T52" fmla="*/ 3 w 21"/>
                <a:gd name="T53" fmla="*/ 10 h 27"/>
                <a:gd name="T54" fmla="*/ 4 w 21"/>
                <a:gd name="T55" fmla="*/ 7 h 27"/>
                <a:gd name="T56" fmla="*/ 5 w 21"/>
                <a:gd name="T57" fmla="*/ 7 h 27"/>
                <a:gd name="T58" fmla="*/ 6 w 21"/>
                <a:gd name="T59" fmla="*/ 6 h 27"/>
                <a:gd name="T60" fmla="*/ 6 w 21"/>
                <a:gd name="T61" fmla="*/ 4 h 27"/>
                <a:gd name="T62" fmla="*/ 4 w 21"/>
                <a:gd name="T63" fmla="*/ 3 h 27"/>
                <a:gd name="T64" fmla="*/ 4 w 21"/>
                <a:gd name="T65" fmla="*/ 0 h 27"/>
                <a:gd name="T66" fmla="*/ 5 w 21"/>
                <a:gd name="T6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" h="27">
                  <a:moveTo>
                    <a:pt x="5" y="0"/>
                  </a:move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6" y="7"/>
                  </a:lnTo>
                  <a:lnTo>
                    <a:pt x="18" y="10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17" y="17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9"/>
                  </a:lnTo>
                  <a:lnTo>
                    <a:pt x="10" y="21"/>
                  </a:lnTo>
                  <a:lnTo>
                    <a:pt x="10" y="27"/>
                  </a:lnTo>
                  <a:lnTo>
                    <a:pt x="8" y="25"/>
                  </a:lnTo>
                  <a:lnTo>
                    <a:pt x="8" y="23"/>
                  </a:lnTo>
                  <a:lnTo>
                    <a:pt x="3" y="17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1" y="15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3"/>
                  </a:lnTo>
                  <a:lnTo>
                    <a:pt x="4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7" name="Freeform 392"/>
            <p:cNvSpPr>
              <a:spLocks noEditPoints="1"/>
            </p:cNvSpPr>
            <p:nvPr/>
          </p:nvSpPr>
          <p:spPr bwMode="auto">
            <a:xfrm>
              <a:off x="6143389" y="2845518"/>
              <a:ext cx="164954" cy="126887"/>
            </a:xfrm>
            <a:custGeom>
              <a:avLst/>
              <a:gdLst>
                <a:gd name="T0" fmla="*/ 40 w 65"/>
                <a:gd name="T1" fmla="*/ 49 h 50"/>
                <a:gd name="T2" fmla="*/ 35 w 65"/>
                <a:gd name="T3" fmla="*/ 45 h 50"/>
                <a:gd name="T4" fmla="*/ 35 w 65"/>
                <a:gd name="T5" fmla="*/ 45 h 50"/>
                <a:gd name="T6" fmla="*/ 40 w 65"/>
                <a:gd name="T7" fmla="*/ 44 h 50"/>
                <a:gd name="T8" fmla="*/ 35 w 65"/>
                <a:gd name="T9" fmla="*/ 42 h 50"/>
                <a:gd name="T10" fmla="*/ 20 w 65"/>
                <a:gd name="T11" fmla="*/ 36 h 50"/>
                <a:gd name="T12" fmla="*/ 15 w 65"/>
                <a:gd name="T13" fmla="*/ 28 h 50"/>
                <a:gd name="T14" fmla="*/ 17 w 65"/>
                <a:gd name="T15" fmla="*/ 28 h 50"/>
                <a:gd name="T16" fmla="*/ 20 w 65"/>
                <a:gd name="T17" fmla="*/ 30 h 50"/>
                <a:gd name="T18" fmla="*/ 19 w 65"/>
                <a:gd name="T19" fmla="*/ 26 h 50"/>
                <a:gd name="T20" fmla="*/ 9 w 65"/>
                <a:gd name="T21" fmla="*/ 21 h 50"/>
                <a:gd name="T22" fmla="*/ 12 w 65"/>
                <a:gd name="T23" fmla="*/ 26 h 50"/>
                <a:gd name="T24" fmla="*/ 9 w 65"/>
                <a:gd name="T25" fmla="*/ 21 h 50"/>
                <a:gd name="T26" fmla="*/ 13 w 65"/>
                <a:gd name="T27" fmla="*/ 23 h 50"/>
                <a:gd name="T28" fmla="*/ 9 w 65"/>
                <a:gd name="T29" fmla="*/ 17 h 50"/>
                <a:gd name="T30" fmla="*/ 36 w 65"/>
                <a:gd name="T31" fmla="*/ 0 h 50"/>
                <a:gd name="T32" fmla="*/ 45 w 65"/>
                <a:gd name="T33" fmla="*/ 7 h 50"/>
                <a:gd name="T34" fmla="*/ 58 w 65"/>
                <a:gd name="T35" fmla="*/ 7 h 50"/>
                <a:gd name="T36" fmla="*/ 62 w 65"/>
                <a:gd name="T37" fmla="*/ 15 h 50"/>
                <a:gd name="T38" fmla="*/ 65 w 65"/>
                <a:gd name="T39" fmla="*/ 17 h 50"/>
                <a:gd name="T40" fmla="*/ 62 w 65"/>
                <a:gd name="T41" fmla="*/ 20 h 50"/>
                <a:gd name="T42" fmla="*/ 56 w 65"/>
                <a:gd name="T43" fmla="*/ 17 h 50"/>
                <a:gd name="T44" fmla="*/ 49 w 65"/>
                <a:gd name="T45" fmla="*/ 17 h 50"/>
                <a:gd name="T46" fmla="*/ 44 w 65"/>
                <a:gd name="T47" fmla="*/ 16 h 50"/>
                <a:gd name="T48" fmla="*/ 40 w 65"/>
                <a:gd name="T49" fmla="*/ 15 h 50"/>
                <a:gd name="T50" fmla="*/ 36 w 65"/>
                <a:gd name="T51" fmla="*/ 16 h 50"/>
                <a:gd name="T52" fmla="*/ 32 w 65"/>
                <a:gd name="T53" fmla="*/ 17 h 50"/>
                <a:gd name="T54" fmla="*/ 27 w 65"/>
                <a:gd name="T55" fmla="*/ 15 h 50"/>
                <a:gd name="T56" fmla="*/ 24 w 65"/>
                <a:gd name="T57" fmla="*/ 20 h 50"/>
                <a:gd name="T58" fmla="*/ 28 w 65"/>
                <a:gd name="T59" fmla="*/ 24 h 50"/>
                <a:gd name="T60" fmla="*/ 29 w 65"/>
                <a:gd name="T61" fmla="*/ 29 h 50"/>
                <a:gd name="T62" fmla="*/ 48 w 65"/>
                <a:gd name="T63" fmla="*/ 48 h 50"/>
                <a:gd name="T64" fmla="*/ 45 w 65"/>
                <a:gd name="T65" fmla="*/ 49 h 50"/>
                <a:gd name="T66" fmla="*/ 48 w 65"/>
                <a:gd name="T67" fmla="*/ 49 h 50"/>
                <a:gd name="T68" fmla="*/ 33 w 65"/>
                <a:gd name="T69" fmla="*/ 41 h 50"/>
                <a:gd name="T70" fmla="*/ 29 w 65"/>
                <a:gd name="T71" fmla="*/ 38 h 50"/>
                <a:gd name="T72" fmla="*/ 21 w 65"/>
                <a:gd name="T73" fmla="*/ 34 h 50"/>
                <a:gd name="T74" fmla="*/ 23 w 65"/>
                <a:gd name="T75" fmla="*/ 30 h 50"/>
                <a:gd name="T76" fmla="*/ 21 w 65"/>
                <a:gd name="T77" fmla="*/ 28 h 50"/>
                <a:gd name="T78" fmla="*/ 16 w 65"/>
                <a:gd name="T79" fmla="*/ 19 h 50"/>
                <a:gd name="T80" fmla="*/ 9 w 65"/>
                <a:gd name="T81" fmla="*/ 15 h 50"/>
                <a:gd name="T82" fmla="*/ 4 w 65"/>
                <a:gd name="T83" fmla="*/ 24 h 50"/>
                <a:gd name="T84" fmla="*/ 2 w 65"/>
                <a:gd name="T85" fmla="*/ 19 h 50"/>
                <a:gd name="T86" fmla="*/ 4 w 65"/>
                <a:gd name="T87" fmla="*/ 13 h 50"/>
                <a:gd name="T88" fmla="*/ 15 w 65"/>
                <a:gd name="T89" fmla="*/ 13 h 50"/>
                <a:gd name="T90" fmla="*/ 21 w 65"/>
                <a:gd name="T91" fmla="*/ 7 h 50"/>
                <a:gd name="T92" fmla="*/ 35 w 65"/>
                <a:gd name="T9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5" h="50">
                  <a:moveTo>
                    <a:pt x="41" y="48"/>
                  </a:moveTo>
                  <a:lnTo>
                    <a:pt x="42" y="49"/>
                  </a:lnTo>
                  <a:lnTo>
                    <a:pt x="40" y="49"/>
                  </a:lnTo>
                  <a:lnTo>
                    <a:pt x="37" y="48"/>
                  </a:lnTo>
                  <a:lnTo>
                    <a:pt x="41" y="48"/>
                  </a:lnTo>
                  <a:close/>
                  <a:moveTo>
                    <a:pt x="35" y="45"/>
                  </a:moveTo>
                  <a:lnTo>
                    <a:pt x="41" y="45"/>
                  </a:lnTo>
                  <a:lnTo>
                    <a:pt x="38" y="46"/>
                  </a:lnTo>
                  <a:lnTo>
                    <a:pt x="35" y="45"/>
                  </a:lnTo>
                  <a:close/>
                  <a:moveTo>
                    <a:pt x="35" y="42"/>
                  </a:moveTo>
                  <a:lnTo>
                    <a:pt x="40" y="42"/>
                  </a:lnTo>
                  <a:lnTo>
                    <a:pt x="40" y="44"/>
                  </a:lnTo>
                  <a:lnTo>
                    <a:pt x="38" y="45"/>
                  </a:lnTo>
                  <a:lnTo>
                    <a:pt x="36" y="44"/>
                  </a:lnTo>
                  <a:lnTo>
                    <a:pt x="35" y="42"/>
                  </a:lnTo>
                  <a:close/>
                  <a:moveTo>
                    <a:pt x="16" y="32"/>
                  </a:moveTo>
                  <a:lnTo>
                    <a:pt x="19" y="33"/>
                  </a:lnTo>
                  <a:lnTo>
                    <a:pt x="20" y="36"/>
                  </a:lnTo>
                  <a:lnTo>
                    <a:pt x="16" y="32"/>
                  </a:lnTo>
                  <a:close/>
                  <a:moveTo>
                    <a:pt x="13" y="28"/>
                  </a:moveTo>
                  <a:lnTo>
                    <a:pt x="15" y="28"/>
                  </a:lnTo>
                  <a:lnTo>
                    <a:pt x="16" y="30"/>
                  </a:lnTo>
                  <a:lnTo>
                    <a:pt x="13" y="28"/>
                  </a:lnTo>
                  <a:close/>
                  <a:moveTo>
                    <a:pt x="17" y="28"/>
                  </a:moveTo>
                  <a:lnTo>
                    <a:pt x="19" y="28"/>
                  </a:lnTo>
                  <a:lnTo>
                    <a:pt x="21" y="30"/>
                  </a:lnTo>
                  <a:lnTo>
                    <a:pt x="20" y="30"/>
                  </a:lnTo>
                  <a:lnTo>
                    <a:pt x="17" y="28"/>
                  </a:lnTo>
                  <a:close/>
                  <a:moveTo>
                    <a:pt x="16" y="24"/>
                  </a:moveTo>
                  <a:lnTo>
                    <a:pt x="19" y="26"/>
                  </a:lnTo>
                  <a:lnTo>
                    <a:pt x="16" y="26"/>
                  </a:lnTo>
                  <a:lnTo>
                    <a:pt x="16" y="24"/>
                  </a:lnTo>
                  <a:close/>
                  <a:moveTo>
                    <a:pt x="9" y="21"/>
                  </a:moveTo>
                  <a:lnTo>
                    <a:pt x="12" y="24"/>
                  </a:lnTo>
                  <a:lnTo>
                    <a:pt x="13" y="26"/>
                  </a:lnTo>
                  <a:lnTo>
                    <a:pt x="12" y="26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9" y="21"/>
                  </a:lnTo>
                  <a:close/>
                  <a:moveTo>
                    <a:pt x="11" y="16"/>
                  </a:moveTo>
                  <a:lnTo>
                    <a:pt x="15" y="21"/>
                  </a:lnTo>
                  <a:lnTo>
                    <a:pt x="13" y="23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9" y="17"/>
                  </a:lnTo>
                  <a:lnTo>
                    <a:pt x="11" y="16"/>
                  </a:lnTo>
                  <a:close/>
                  <a:moveTo>
                    <a:pt x="35" y="0"/>
                  </a:moveTo>
                  <a:lnTo>
                    <a:pt x="36" y="0"/>
                  </a:lnTo>
                  <a:lnTo>
                    <a:pt x="41" y="4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52" y="8"/>
                  </a:lnTo>
                  <a:lnTo>
                    <a:pt x="56" y="9"/>
                  </a:lnTo>
                  <a:lnTo>
                    <a:pt x="58" y="7"/>
                  </a:lnTo>
                  <a:lnTo>
                    <a:pt x="60" y="8"/>
                  </a:lnTo>
                  <a:lnTo>
                    <a:pt x="61" y="12"/>
                  </a:lnTo>
                  <a:lnTo>
                    <a:pt x="62" y="15"/>
                  </a:lnTo>
                  <a:lnTo>
                    <a:pt x="63" y="16"/>
                  </a:lnTo>
                  <a:lnTo>
                    <a:pt x="65" y="16"/>
                  </a:lnTo>
                  <a:lnTo>
                    <a:pt x="65" y="17"/>
                  </a:lnTo>
                  <a:lnTo>
                    <a:pt x="63" y="17"/>
                  </a:lnTo>
                  <a:lnTo>
                    <a:pt x="62" y="17"/>
                  </a:lnTo>
                  <a:lnTo>
                    <a:pt x="62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6" y="17"/>
                  </a:lnTo>
                  <a:lnTo>
                    <a:pt x="54" y="17"/>
                  </a:lnTo>
                  <a:lnTo>
                    <a:pt x="52" y="17"/>
                  </a:lnTo>
                  <a:lnTo>
                    <a:pt x="49" y="17"/>
                  </a:lnTo>
                  <a:lnTo>
                    <a:pt x="49" y="16"/>
                  </a:lnTo>
                  <a:lnTo>
                    <a:pt x="46" y="17"/>
                  </a:lnTo>
                  <a:lnTo>
                    <a:pt x="44" y="16"/>
                  </a:lnTo>
                  <a:lnTo>
                    <a:pt x="42" y="17"/>
                  </a:lnTo>
                  <a:lnTo>
                    <a:pt x="41" y="15"/>
                  </a:lnTo>
                  <a:lnTo>
                    <a:pt x="40" y="15"/>
                  </a:lnTo>
                  <a:lnTo>
                    <a:pt x="38" y="16"/>
                  </a:lnTo>
                  <a:lnTo>
                    <a:pt x="37" y="15"/>
                  </a:lnTo>
                  <a:lnTo>
                    <a:pt x="36" y="16"/>
                  </a:lnTo>
                  <a:lnTo>
                    <a:pt x="35" y="16"/>
                  </a:lnTo>
                  <a:lnTo>
                    <a:pt x="32" y="16"/>
                  </a:lnTo>
                  <a:lnTo>
                    <a:pt x="32" y="17"/>
                  </a:lnTo>
                  <a:lnTo>
                    <a:pt x="31" y="19"/>
                  </a:lnTo>
                  <a:lnTo>
                    <a:pt x="29" y="16"/>
                  </a:lnTo>
                  <a:lnTo>
                    <a:pt x="27" y="15"/>
                  </a:lnTo>
                  <a:lnTo>
                    <a:pt x="25" y="16"/>
                  </a:lnTo>
                  <a:lnTo>
                    <a:pt x="25" y="19"/>
                  </a:lnTo>
                  <a:lnTo>
                    <a:pt x="24" y="20"/>
                  </a:lnTo>
                  <a:lnTo>
                    <a:pt x="25" y="21"/>
                  </a:lnTo>
                  <a:lnTo>
                    <a:pt x="27" y="21"/>
                  </a:lnTo>
                  <a:lnTo>
                    <a:pt x="28" y="24"/>
                  </a:lnTo>
                  <a:lnTo>
                    <a:pt x="29" y="26"/>
                  </a:lnTo>
                  <a:lnTo>
                    <a:pt x="31" y="28"/>
                  </a:lnTo>
                  <a:lnTo>
                    <a:pt x="29" y="29"/>
                  </a:lnTo>
                  <a:lnTo>
                    <a:pt x="31" y="30"/>
                  </a:lnTo>
                  <a:lnTo>
                    <a:pt x="40" y="38"/>
                  </a:lnTo>
                  <a:lnTo>
                    <a:pt x="48" y="48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5" y="49"/>
                  </a:lnTo>
                  <a:lnTo>
                    <a:pt x="44" y="48"/>
                  </a:lnTo>
                  <a:lnTo>
                    <a:pt x="46" y="49"/>
                  </a:lnTo>
                  <a:lnTo>
                    <a:pt x="48" y="49"/>
                  </a:lnTo>
                  <a:lnTo>
                    <a:pt x="42" y="42"/>
                  </a:lnTo>
                  <a:lnTo>
                    <a:pt x="38" y="41"/>
                  </a:lnTo>
                  <a:lnTo>
                    <a:pt x="33" y="41"/>
                  </a:lnTo>
                  <a:lnTo>
                    <a:pt x="31" y="41"/>
                  </a:lnTo>
                  <a:lnTo>
                    <a:pt x="29" y="40"/>
                  </a:lnTo>
                  <a:lnTo>
                    <a:pt x="29" y="38"/>
                  </a:lnTo>
                  <a:lnTo>
                    <a:pt x="27" y="37"/>
                  </a:lnTo>
                  <a:lnTo>
                    <a:pt x="24" y="34"/>
                  </a:lnTo>
                  <a:lnTo>
                    <a:pt x="21" y="34"/>
                  </a:lnTo>
                  <a:lnTo>
                    <a:pt x="20" y="33"/>
                  </a:lnTo>
                  <a:lnTo>
                    <a:pt x="21" y="30"/>
                  </a:lnTo>
                  <a:lnTo>
                    <a:pt x="23" y="30"/>
                  </a:lnTo>
                  <a:lnTo>
                    <a:pt x="25" y="30"/>
                  </a:lnTo>
                  <a:lnTo>
                    <a:pt x="23" y="29"/>
                  </a:lnTo>
                  <a:lnTo>
                    <a:pt x="21" y="28"/>
                  </a:lnTo>
                  <a:lnTo>
                    <a:pt x="19" y="25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8" y="19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4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17" y="9"/>
                  </a:lnTo>
                  <a:lnTo>
                    <a:pt x="21" y="7"/>
                  </a:lnTo>
                  <a:lnTo>
                    <a:pt x="23" y="4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8" name="Freeform 393"/>
            <p:cNvSpPr>
              <a:spLocks/>
            </p:cNvSpPr>
            <p:nvPr/>
          </p:nvSpPr>
          <p:spPr bwMode="auto">
            <a:xfrm>
              <a:off x="6204295" y="2883585"/>
              <a:ext cx="114199" cy="98973"/>
            </a:xfrm>
            <a:custGeom>
              <a:avLst/>
              <a:gdLst>
                <a:gd name="T0" fmla="*/ 5 w 45"/>
                <a:gd name="T1" fmla="*/ 1 h 39"/>
                <a:gd name="T2" fmla="*/ 8 w 45"/>
                <a:gd name="T3" fmla="*/ 2 h 39"/>
                <a:gd name="T4" fmla="*/ 11 w 45"/>
                <a:gd name="T5" fmla="*/ 1 h 39"/>
                <a:gd name="T6" fmla="*/ 13 w 45"/>
                <a:gd name="T7" fmla="*/ 0 h 39"/>
                <a:gd name="T8" fmla="*/ 16 w 45"/>
                <a:gd name="T9" fmla="*/ 0 h 39"/>
                <a:gd name="T10" fmla="*/ 18 w 45"/>
                <a:gd name="T11" fmla="*/ 2 h 39"/>
                <a:gd name="T12" fmla="*/ 22 w 45"/>
                <a:gd name="T13" fmla="*/ 2 h 39"/>
                <a:gd name="T14" fmla="*/ 25 w 45"/>
                <a:gd name="T15" fmla="*/ 2 h 39"/>
                <a:gd name="T16" fmla="*/ 30 w 45"/>
                <a:gd name="T17" fmla="*/ 2 h 39"/>
                <a:gd name="T18" fmla="*/ 34 w 45"/>
                <a:gd name="T19" fmla="*/ 5 h 39"/>
                <a:gd name="T20" fmla="*/ 38 w 45"/>
                <a:gd name="T21" fmla="*/ 6 h 39"/>
                <a:gd name="T22" fmla="*/ 41 w 45"/>
                <a:gd name="T23" fmla="*/ 5 h 39"/>
                <a:gd name="T24" fmla="*/ 38 w 45"/>
                <a:gd name="T25" fmla="*/ 11 h 39"/>
                <a:gd name="T26" fmla="*/ 42 w 45"/>
                <a:gd name="T27" fmla="*/ 15 h 39"/>
                <a:gd name="T28" fmla="*/ 45 w 45"/>
                <a:gd name="T29" fmla="*/ 18 h 39"/>
                <a:gd name="T30" fmla="*/ 42 w 45"/>
                <a:gd name="T31" fmla="*/ 18 h 39"/>
                <a:gd name="T32" fmla="*/ 41 w 45"/>
                <a:gd name="T33" fmla="*/ 21 h 39"/>
                <a:gd name="T34" fmla="*/ 42 w 45"/>
                <a:gd name="T35" fmla="*/ 25 h 39"/>
                <a:gd name="T36" fmla="*/ 38 w 45"/>
                <a:gd name="T37" fmla="*/ 23 h 39"/>
                <a:gd name="T38" fmla="*/ 37 w 45"/>
                <a:gd name="T39" fmla="*/ 26 h 39"/>
                <a:gd name="T40" fmla="*/ 39 w 45"/>
                <a:gd name="T41" fmla="*/ 29 h 39"/>
                <a:gd name="T42" fmla="*/ 37 w 45"/>
                <a:gd name="T43" fmla="*/ 30 h 39"/>
                <a:gd name="T44" fmla="*/ 36 w 45"/>
                <a:gd name="T45" fmla="*/ 35 h 39"/>
                <a:gd name="T46" fmla="*/ 33 w 45"/>
                <a:gd name="T47" fmla="*/ 39 h 39"/>
                <a:gd name="T48" fmla="*/ 29 w 45"/>
                <a:gd name="T49" fmla="*/ 35 h 39"/>
                <a:gd name="T50" fmla="*/ 24 w 45"/>
                <a:gd name="T51" fmla="*/ 35 h 39"/>
                <a:gd name="T52" fmla="*/ 24 w 45"/>
                <a:gd name="T53" fmla="*/ 33 h 39"/>
                <a:gd name="T54" fmla="*/ 7 w 45"/>
                <a:gd name="T55" fmla="*/ 15 h 39"/>
                <a:gd name="T56" fmla="*/ 7 w 45"/>
                <a:gd name="T57" fmla="*/ 13 h 39"/>
                <a:gd name="T58" fmla="*/ 4 w 45"/>
                <a:gd name="T59" fmla="*/ 9 h 39"/>
                <a:gd name="T60" fmla="*/ 1 w 45"/>
                <a:gd name="T61" fmla="*/ 6 h 39"/>
                <a:gd name="T62" fmla="*/ 1 w 45"/>
                <a:gd name="T63" fmla="*/ 4 h 39"/>
                <a:gd name="T64" fmla="*/ 3 w 45"/>
                <a:gd name="T6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5" h="39">
                  <a:moveTo>
                    <a:pt x="3" y="0"/>
                  </a:moveTo>
                  <a:lnTo>
                    <a:pt x="5" y="1"/>
                  </a:lnTo>
                  <a:lnTo>
                    <a:pt x="7" y="4"/>
                  </a:lnTo>
                  <a:lnTo>
                    <a:pt x="8" y="2"/>
                  </a:lnTo>
                  <a:lnTo>
                    <a:pt x="8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3" y="0"/>
                  </a:lnTo>
                  <a:lnTo>
                    <a:pt x="14" y="1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8" y="2"/>
                  </a:lnTo>
                  <a:lnTo>
                    <a:pt x="20" y="1"/>
                  </a:lnTo>
                  <a:lnTo>
                    <a:pt x="22" y="2"/>
                  </a:lnTo>
                  <a:lnTo>
                    <a:pt x="25" y="1"/>
                  </a:lnTo>
                  <a:lnTo>
                    <a:pt x="25" y="2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4" y="5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42" y="15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19"/>
                  </a:lnTo>
                  <a:lnTo>
                    <a:pt x="42" y="18"/>
                  </a:lnTo>
                  <a:lnTo>
                    <a:pt x="41" y="18"/>
                  </a:lnTo>
                  <a:lnTo>
                    <a:pt x="41" y="21"/>
                  </a:lnTo>
                  <a:lnTo>
                    <a:pt x="43" y="25"/>
                  </a:lnTo>
                  <a:lnTo>
                    <a:pt x="42" y="25"/>
                  </a:lnTo>
                  <a:lnTo>
                    <a:pt x="41" y="25"/>
                  </a:lnTo>
                  <a:lnTo>
                    <a:pt x="38" y="23"/>
                  </a:lnTo>
                  <a:lnTo>
                    <a:pt x="37" y="23"/>
                  </a:lnTo>
                  <a:lnTo>
                    <a:pt x="37" y="26"/>
                  </a:lnTo>
                  <a:lnTo>
                    <a:pt x="39" y="27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7" y="30"/>
                  </a:lnTo>
                  <a:lnTo>
                    <a:pt x="36" y="33"/>
                  </a:lnTo>
                  <a:lnTo>
                    <a:pt x="36" y="35"/>
                  </a:lnTo>
                  <a:lnTo>
                    <a:pt x="34" y="38"/>
                  </a:lnTo>
                  <a:lnTo>
                    <a:pt x="33" y="39"/>
                  </a:lnTo>
                  <a:lnTo>
                    <a:pt x="30" y="35"/>
                  </a:lnTo>
                  <a:lnTo>
                    <a:pt x="29" y="35"/>
                  </a:lnTo>
                  <a:lnTo>
                    <a:pt x="25" y="35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4" y="33"/>
                  </a:lnTo>
                  <a:lnTo>
                    <a:pt x="16" y="23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7" y="13"/>
                  </a:lnTo>
                  <a:lnTo>
                    <a:pt x="5" y="11"/>
                  </a:lnTo>
                  <a:lnTo>
                    <a:pt x="4" y="9"/>
                  </a:lnTo>
                  <a:lnTo>
                    <a:pt x="3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9" name="Freeform 394"/>
            <p:cNvSpPr>
              <a:spLocks/>
            </p:cNvSpPr>
            <p:nvPr/>
          </p:nvSpPr>
          <p:spPr bwMode="auto">
            <a:xfrm>
              <a:off x="6143389" y="2825216"/>
              <a:ext cx="88822" cy="58369"/>
            </a:xfrm>
            <a:custGeom>
              <a:avLst/>
              <a:gdLst>
                <a:gd name="T0" fmla="*/ 31 w 35"/>
                <a:gd name="T1" fmla="*/ 0 h 23"/>
                <a:gd name="T2" fmla="*/ 35 w 35"/>
                <a:gd name="T3" fmla="*/ 4 h 23"/>
                <a:gd name="T4" fmla="*/ 35 w 35"/>
                <a:gd name="T5" fmla="*/ 8 h 23"/>
                <a:gd name="T6" fmla="*/ 29 w 35"/>
                <a:gd name="T7" fmla="*/ 8 h 23"/>
                <a:gd name="T8" fmla="*/ 23 w 35"/>
                <a:gd name="T9" fmla="*/ 12 h 23"/>
                <a:gd name="T10" fmla="*/ 21 w 35"/>
                <a:gd name="T11" fmla="*/ 15 h 23"/>
                <a:gd name="T12" fmla="*/ 17 w 35"/>
                <a:gd name="T13" fmla="*/ 17 h 23"/>
                <a:gd name="T14" fmla="*/ 17 w 35"/>
                <a:gd name="T15" fmla="*/ 21 h 23"/>
                <a:gd name="T16" fmla="*/ 15 w 35"/>
                <a:gd name="T17" fmla="*/ 21 h 23"/>
                <a:gd name="T18" fmla="*/ 11 w 35"/>
                <a:gd name="T19" fmla="*/ 19 h 23"/>
                <a:gd name="T20" fmla="*/ 8 w 35"/>
                <a:gd name="T21" fmla="*/ 20 h 23"/>
                <a:gd name="T22" fmla="*/ 4 w 35"/>
                <a:gd name="T23" fmla="*/ 21 h 23"/>
                <a:gd name="T24" fmla="*/ 0 w 35"/>
                <a:gd name="T25" fmla="*/ 23 h 23"/>
                <a:gd name="T26" fmla="*/ 0 w 35"/>
                <a:gd name="T27" fmla="*/ 20 h 23"/>
                <a:gd name="T28" fmla="*/ 3 w 35"/>
                <a:gd name="T29" fmla="*/ 20 h 23"/>
                <a:gd name="T30" fmla="*/ 3 w 35"/>
                <a:gd name="T31" fmla="*/ 17 h 23"/>
                <a:gd name="T32" fmla="*/ 0 w 35"/>
                <a:gd name="T33" fmla="*/ 17 h 23"/>
                <a:gd name="T34" fmla="*/ 0 w 35"/>
                <a:gd name="T35" fmla="*/ 17 h 23"/>
                <a:gd name="T36" fmla="*/ 0 w 35"/>
                <a:gd name="T37" fmla="*/ 12 h 23"/>
                <a:gd name="T38" fmla="*/ 2 w 35"/>
                <a:gd name="T39" fmla="*/ 11 h 23"/>
                <a:gd name="T40" fmla="*/ 0 w 35"/>
                <a:gd name="T41" fmla="*/ 8 h 23"/>
                <a:gd name="T42" fmla="*/ 3 w 35"/>
                <a:gd name="T43" fmla="*/ 4 h 23"/>
                <a:gd name="T44" fmla="*/ 6 w 35"/>
                <a:gd name="T45" fmla="*/ 4 h 23"/>
                <a:gd name="T46" fmla="*/ 11 w 35"/>
                <a:gd name="T47" fmla="*/ 4 h 23"/>
                <a:gd name="T48" fmla="*/ 12 w 35"/>
                <a:gd name="T49" fmla="*/ 7 h 23"/>
                <a:gd name="T50" fmla="*/ 15 w 35"/>
                <a:gd name="T51" fmla="*/ 6 h 23"/>
                <a:gd name="T52" fmla="*/ 17 w 35"/>
                <a:gd name="T53" fmla="*/ 6 h 23"/>
                <a:gd name="T54" fmla="*/ 20 w 35"/>
                <a:gd name="T55" fmla="*/ 4 h 23"/>
                <a:gd name="T56" fmla="*/ 21 w 35"/>
                <a:gd name="T57" fmla="*/ 4 h 23"/>
                <a:gd name="T58" fmla="*/ 23 w 35"/>
                <a:gd name="T59" fmla="*/ 4 h 23"/>
                <a:gd name="T60" fmla="*/ 28 w 35"/>
                <a:gd name="T61" fmla="*/ 2 h 23"/>
                <a:gd name="T62" fmla="*/ 31 w 35"/>
                <a:gd name="T6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" h="23">
                  <a:moveTo>
                    <a:pt x="31" y="0"/>
                  </a:moveTo>
                  <a:lnTo>
                    <a:pt x="35" y="4"/>
                  </a:lnTo>
                  <a:lnTo>
                    <a:pt x="35" y="8"/>
                  </a:lnTo>
                  <a:lnTo>
                    <a:pt x="29" y="8"/>
                  </a:lnTo>
                  <a:lnTo>
                    <a:pt x="23" y="12"/>
                  </a:lnTo>
                  <a:lnTo>
                    <a:pt x="21" y="15"/>
                  </a:lnTo>
                  <a:lnTo>
                    <a:pt x="17" y="17"/>
                  </a:lnTo>
                  <a:lnTo>
                    <a:pt x="17" y="21"/>
                  </a:lnTo>
                  <a:lnTo>
                    <a:pt x="15" y="21"/>
                  </a:lnTo>
                  <a:lnTo>
                    <a:pt x="11" y="19"/>
                  </a:lnTo>
                  <a:lnTo>
                    <a:pt x="8" y="20"/>
                  </a:lnTo>
                  <a:lnTo>
                    <a:pt x="4" y="21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3" y="20"/>
                  </a:lnTo>
                  <a:lnTo>
                    <a:pt x="3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2" y="11"/>
                  </a:lnTo>
                  <a:lnTo>
                    <a:pt x="0" y="8"/>
                  </a:lnTo>
                  <a:lnTo>
                    <a:pt x="3" y="4"/>
                  </a:lnTo>
                  <a:lnTo>
                    <a:pt x="6" y="4"/>
                  </a:lnTo>
                  <a:lnTo>
                    <a:pt x="11" y="4"/>
                  </a:lnTo>
                  <a:lnTo>
                    <a:pt x="12" y="7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20" y="4"/>
                  </a:lnTo>
                  <a:lnTo>
                    <a:pt x="21" y="4"/>
                  </a:lnTo>
                  <a:lnTo>
                    <a:pt x="23" y="4"/>
                  </a:lnTo>
                  <a:lnTo>
                    <a:pt x="2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0" name="Freeform 395"/>
            <p:cNvSpPr>
              <a:spLocks/>
            </p:cNvSpPr>
            <p:nvPr/>
          </p:nvSpPr>
          <p:spPr bwMode="auto">
            <a:xfrm>
              <a:off x="6026652" y="2741471"/>
              <a:ext cx="210634" cy="101510"/>
            </a:xfrm>
            <a:custGeom>
              <a:avLst/>
              <a:gdLst>
                <a:gd name="T0" fmla="*/ 62 w 83"/>
                <a:gd name="T1" fmla="*/ 0 h 40"/>
                <a:gd name="T2" fmla="*/ 69 w 83"/>
                <a:gd name="T3" fmla="*/ 3 h 40"/>
                <a:gd name="T4" fmla="*/ 75 w 83"/>
                <a:gd name="T5" fmla="*/ 3 h 40"/>
                <a:gd name="T6" fmla="*/ 82 w 83"/>
                <a:gd name="T7" fmla="*/ 6 h 40"/>
                <a:gd name="T8" fmla="*/ 83 w 83"/>
                <a:gd name="T9" fmla="*/ 15 h 40"/>
                <a:gd name="T10" fmla="*/ 83 w 83"/>
                <a:gd name="T11" fmla="*/ 20 h 40"/>
                <a:gd name="T12" fmla="*/ 77 w 83"/>
                <a:gd name="T13" fmla="*/ 21 h 40"/>
                <a:gd name="T14" fmla="*/ 78 w 83"/>
                <a:gd name="T15" fmla="*/ 27 h 40"/>
                <a:gd name="T16" fmla="*/ 79 w 83"/>
                <a:gd name="T17" fmla="*/ 31 h 40"/>
                <a:gd name="T18" fmla="*/ 74 w 83"/>
                <a:gd name="T19" fmla="*/ 35 h 40"/>
                <a:gd name="T20" fmla="*/ 67 w 83"/>
                <a:gd name="T21" fmla="*/ 37 h 40"/>
                <a:gd name="T22" fmla="*/ 63 w 83"/>
                <a:gd name="T23" fmla="*/ 39 h 40"/>
                <a:gd name="T24" fmla="*/ 58 w 83"/>
                <a:gd name="T25" fmla="*/ 40 h 40"/>
                <a:gd name="T26" fmla="*/ 52 w 83"/>
                <a:gd name="T27" fmla="*/ 37 h 40"/>
                <a:gd name="T28" fmla="*/ 49 w 83"/>
                <a:gd name="T29" fmla="*/ 37 h 40"/>
                <a:gd name="T30" fmla="*/ 44 w 83"/>
                <a:gd name="T31" fmla="*/ 36 h 40"/>
                <a:gd name="T32" fmla="*/ 30 w 83"/>
                <a:gd name="T33" fmla="*/ 32 h 40"/>
                <a:gd name="T34" fmla="*/ 27 w 83"/>
                <a:gd name="T35" fmla="*/ 29 h 40"/>
                <a:gd name="T36" fmla="*/ 19 w 83"/>
                <a:gd name="T37" fmla="*/ 32 h 40"/>
                <a:gd name="T38" fmla="*/ 13 w 83"/>
                <a:gd name="T39" fmla="*/ 31 h 40"/>
                <a:gd name="T40" fmla="*/ 11 w 83"/>
                <a:gd name="T41" fmla="*/ 29 h 40"/>
                <a:gd name="T42" fmla="*/ 7 w 83"/>
                <a:gd name="T43" fmla="*/ 28 h 40"/>
                <a:gd name="T44" fmla="*/ 3 w 83"/>
                <a:gd name="T45" fmla="*/ 29 h 40"/>
                <a:gd name="T46" fmla="*/ 2 w 83"/>
                <a:gd name="T47" fmla="*/ 25 h 40"/>
                <a:gd name="T48" fmla="*/ 0 w 83"/>
                <a:gd name="T49" fmla="*/ 23 h 40"/>
                <a:gd name="T50" fmla="*/ 3 w 83"/>
                <a:gd name="T51" fmla="*/ 23 h 40"/>
                <a:gd name="T52" fmla="*/ 7 w 83"/>
                <a:gd name="T53" fmla="*/ 23 h 40"/>
                <a:gd name="T54" fmla="*/ 11 w 83"/>
                <a:gd name="T55" fmla="*/ 23 h 40"/>
                <a:gd name="T56" fmla="*/ 13 w 83"/>
                <a:gd name="T57" fmla="*/ 21 h 40"/>
                <a:gd name="T58" fmla="*/ 19 w 83"/>
                <a:gd name="T59" fmla="*/ 23 h 40"/>
                <a:gd name="T60" fmla="*/ 23 w 83"/>
                <a:gd name="T61" fmla="*/ 23 h 40"/>
                <a:gd name="T62" fmla="*/ 28 w 83"/>
                <a:gd name="T63" fmla="*/ 20 h 40"/>
                <a:gd name="T64" fmla="*/ 32 w 83"/>
                <a:gd name="T65" fmla="*/ 20 h 40"/>
                <a:gd name="T66" fmla="*/ 37 w 83"/>
                <a:gd name="T67" fmla="*/ 21 h 40"/>
                <a:gd name="T68" fmla="*/ 38 w 83"/>
                <a:gd name="T69" fmla="*/ 17 h 40"/>
                <a:gd name="T70" fmla="*/ 36 w 83"/>
                <a:gd name="T71" fmla="*/ 15 h 40"/>
                <a:gd name="T72" fmla="*/ 41 w 83"/>
                <a:gd name="T73" fmla="*/ 10 h 40"/>
                <a:gd name="T74" fmla="*/ 45 w 83"/>
                <a:gd name="T75" fmla="*/ 7 h 40"/>
                <a:gd name="T76" fmla="*/ 45 w 83"/>
                <a:gd name="T77" fmla="*/ 3 h 40"/>
                <a:gd name="T78" fmla="*/ 53 w 83"/>
                <a:gd name="T79" fmla="*/ 7 h 40"/>
                <a:gd name="T80" fmla="*/ 57 w 83"/>
                <a:gd name="T81" fmla="*/ 4 h 40"/>
                <a:gd name="T82" fmla="*/ 58 w 83"/>
                <a:gd name="T83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3" h="40">
                  <a:moveTo>
                    <a:pt x="59" y="0"/>
                  </a:moveTo>
                  <a:lnTo>
                    <a:pt x="62" y="0"/>
                  </a:lnTo>
                  <a:lnTo>
                    <a:pt x="66" y="0"/>
                  </a:lnTo>
                  <a:lnTo>
                    <a:pt x="69" y="3"/>
                  </a:lnTo>
                  <a:lnTo>
                    <a:pt x="73" y="3"/>
                  </a:lnTo>
                  <a:lnTo>
                    <a:pt x="75" y="3"/>
                  </a:lnTo>
                  <a:lnTo>
                    <a:pt x="78" y="4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20"/>
                  </a:lnTo>
                  <a:lnTo>
                    <a:pt x="78" y="20"/>
                  </a:lnTo>
                  <a:lnTo>
                    <a:pt x="77" y="21"/>
                  </a:lnTo>
                  <a:lnTo>
                    <a:pt x="79" y="24"/>
                  </a:lnTo>
                  <a:lnTo>
                    <a:pt x="78" y="27"/>
                  </a:lnTo>
                  <a:lnTo>
                    <a:pt x="78" y="28"/>
                  </a:lnTo>
                  <a:lnTo>
                    <a:pt x="79" y="31"/>
                  </a:lnTo>
                  <a:lnTo>
                    <a:pt x="78" y="33"/>
                  </a:lnTo>
                  <a:lnTo>
                    <a:pt x="74" y="35"/>
                  </a:lnTo>
                  <a:lnTo>
                    <a:pt x="69" y="37"/>
                  </a:lnTo>
                  <a:lnTo>
                    <a:pt x="67" y="37"/>
                  </a:lnTo>
                  <a:lnTo>
                    <a:pt x="66" y="37"/>
                  </a:lnTo>
                  <a:lnTo>
                    <a:pt x="63" y="39"/>
                  </a:lnTo>
                  <a:lnTo>
                    <a:pt x="61" y="39"/>
                  </a:lnTo>
                  <a:lnTo>
                    <a:pt x="58" y="40"/>
                  </a:lnTo>
                  <a:lnTo>
                    <a:pt x="57" y="37"/>
                  </a:lnTo>
                  <a:lnTo>
                    <a:pt x="52" y="37"/>
                  </a:lnTo>
                  <a:lnTo>
                    <a:pt x="49" y="37"/>
                  </a:lnTo>
                  <a:lnTo>
                    <a:pt x="49" y="37"/>
                  </a:lnTo>
                  <a:lnTo>
                    <a:pt x="48" y="36"/>
                  </a:lnTo>
                  <a:lnTo>
                    <a:pt x="44" y="36"/>
                  </a:lnTo>
                  <a:lnTo>
                    <a:pt x="36" y="35"/>
                  </a:lnTo>
                  <a:lnTo>
                    <a:pt x="30" y="32"/>
                  </a:lnTo>
                  <a:lnTo>
                    <a:pt x="30" y="29"/>
                  </a:lnTo>
                  <a:lnTo>
                    <a:pt x="27" y="29"/>
                  </a:lnTo>
                  <a:lnTo>
                    <a:pt x="24" y="29"/>
                  </a:lnTo>
                  <a:lnTo>
                    <a:pt x="19" y="32"/>
                  </a:lnTo>
                  <a:lnTo>
                    <a:pt x="15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9" y="31"/>
                  </a:lnTo>
                  <a:lnTo>
                    <a:pt x="7" y="28"/>
                  </a:lnTo>
                  <a:lnTo>
                    <a:pt x="5" y="29"/>
                  </a:lnTo>
                  <a:lnTo>
                    <a:pt x="3" y="29"/>
                  </a:lnTo>
                  <a:lnTo>
                    <a:pt x="3" y="27"/>
                  </a:lnTo>
                  <a:lnTo>
                    <a:pt x="2" y="25"/>
                  </a:lnTo>
                  <a:lnTo>
                    <a:pt x="3" y="24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1"/>
                  </a:lnTo>
                  <a:lnTo>
                    <a:pt x="7" y="23"/>
                  </a:lnTo>
                  <a:lnTo>
                    <a:pt x="9" y="24"/>
                  </a:lnTo>
                  <a:lnTo>
                    <a:pt x="11" y="23"/>
                  </a:lnTo>
                  <a:lnTo>
                    <a:pt x="9" y="21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9" y="23"/>
                  </a:lnTo>
                  <a:lnTo>
                    <a:pt x="20" y="21"/>
                  </a:lnTo>
                  <a:lnTo>
                    <a:pt x="23" y="23"/>
                  </a:lnTo>
                  <a:lnTo>
                    <a:pt x="24" y="23"/>
                  </a:lnTo>
                  <a:lnTo>
                    <a:pt x="28" y="20"/>
                  </a:lnTo>
                  <a:lnTo>
                    <a:pt x="29" y="20"/>
                  </a:lnTo>
                  <a:lnTo>
                    <a:pt x="32" y="20"/>
                  </a:lnTo>
                  <a:lnTo>
                    <a:pt x="34" y="20"/>
                  </a:lnTo>
                  <a:lnTo>
                    <a:pt x="37" y="21"/>
                  </a:lnTo>
                  <a:lnTo>
                    <a:pt x="38" y="20"/>
                  </a:lnTo>
                  <a:lnTo>
                    <a:pt x="38" y="17"/>
                  </a:lnTo>
                  <a:lnTo>
                    <a:pt x="36" y="16"/>
                  </a:lnTo>
                  <a:lnTo>
                    <a:pt x="36" y="15"/>
                  </a:lnTo>
                  <a:lnTo>
                    <a:pt x="38" y="11"/>
                  </a:lnTo>
                  <a:lnTo>
                    <a:pt x="41" y="10"/>
                  </a:lnTo>
                  <a:lnTo>
                    <a:pt x="42" y="7"/>
                  </a:lnTo>
                  <a:lnTo>
                    <a:pt x="45" y="7"/>
                  </a:lnTo>
                  <a:lnTo>
                    <a:pt x="45" y="4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53" y="7"/>
                  </a:lnTo>
                  <a:lnTo>
                    <a:pt x="54" y="6"/>
                  </a:lnTo>
                  <a:lnTo>
                    <a:pt x="57" y="4"/>
                  </a:lnTo>
                  <a:lnTo>
                    <a:pt x="57" y="3"/>
                  </a:lnTo>
                  <a:lnTo>
                    <a:pt x="58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1" name="Freeform 396"/>
            <p:cNvSpPr>
              <a:spLocks/>
            </p:cNvSpPr>
            <p:nvPr/>
          </p:nvSpPr>
          <p:spPr bwMode="auto">
            <a:xfrm>
              <a:off x="6148464" y="2502923"/>
              <a:ext cx="274076" cy="228397"/>
            </a:xfrm>
            <a:custGeom>
              <a:avLst/>
              <a:gdLst>
                <a:gd name="T0" fmla="*/ 44 w 108"/>
                <a:gd name="T1" fmla="*/ 1 h 90"/>
                <a:gd name="T2" fmla="*/ 47 w 108"/>
                <a:gd name="T3" fmla="*/ 4 h 90"/>
                <a:gd name="T4" fmla="*/ 43 w 108"/>
                <a:gd name="T5" fmla="*/ 2 h 90"/>
                <a:gd name="T6" fmla="*/ 43 w 108"/>
                <a:gd name="T7" fmla="*/ 6 h 90"/>
                <a:gd name="T8" fmla="*/ 54 w 108"/>
                <a:gd name="T9" fmla="*/ 6 h 90"/>
                <a:gd name="T10" fmla="*/ 56 w 108"/>
                <a:gd name="T11" fmla="*/ 4 h 90"/>
                <a:gd name="T12" fmla="*/ 50 w 108"/>
                <a:gd name="T13" fmla="*/ 9 h 90"/>
                <a:gd name="T14" fmla="*/ 55 w 108"/>
                <a:gd name="T15" fmla="*/ 9 h 90"/>
                <a:gd name="T16" fmla="*/ 60 w 108"/>
                <a:gd name="T17" fmla="*/ 5 h 90"/>
                <a:gd name="T18" fmla="*/ 90 w 108"/>
                <a:gd name="T19" fmla="*/ 4 h 90"/>
                <a:gd name="T20" fmla="*/ 94 w 108"/>
                <a:gd name="T21" fmla="*/ 6 h 90"/>
                <a:gd name="T22" fmla="*/ 96 w 108"/>
                <a:gd name="T23" fmla="*/ 13 h 90"/>
                <a:gd name="T24" fmla="*/ 100 w 108"/>
                <a:gd name="T25" fmla="*/ 22 h 90"/>
                <a:gd name="T26" fmla="*/ 102 w 108"/>
                <a:gd name="T27" fmla="*/ 27 h 90"/>
                <a:gd name="T28" fmla="*/ 104 w 108"/>
                <a:gd name="T29" fmla="*/ 36 h 90"/>
                <a:gd name="T30" fmla="*/ 100 w 108"/>
                <a:gd name="T31" fmla="*/ 39 h 90"/>
                <a:gd name="T32" fmla="*/ 102 w 108"/>
                <a:gd name="T33" fmla="*/ 47 h 90"/>
                <a:gd name="T34" fmla="*/ 102 w 108"/>
                <a:gd name="T35" fmla="*/ 55 h 90"/>
                <a:gd name="T36" fmla="*/ 105 w 108"/>
                <a:gd name="T37" fmla="*/ 60 h 90"/>
                <a:gd name="T38" fmla="*/ 108 w 108"/>
                <a:gd name="T39" fmla="*/ 64 h 90"/>
                <a:gd name="T40" fmla="*/ 108 w 108"/>
                <a:gd name="T41" fmla="*/ 67 h 90"/>
                <a:gd name="T42" fmla="*/ 105 w 108"/>
                <a:gd name="T43" fmla="*/ 71 h 90"/>
                <a:gd name="T44" fmla="*/ 102 w 108"/>
                <a:gd name="T45" fmla="*/ 76 h 90"/>
                <a:gd name="T46" fmla="*/ 96 w 108"/>
                <a:gd name="T47" fmla="*/ 88 h 90"/>
                <a:gd name="T48" fmla="*/ 93 w 108"/>
                <a:gd name="T49" fmla="*/ 90 h 90"/>
                <a:gd name="T50" fmla="*/ 84 w 108"/>
                <a:gd name="T51" fmla="*/ 88 h 90"/>
                <a:gd name="T52" fmla="*/ 80 w 108"/>
                <a:gd name="T53" fmla="*/ 88 h 90"/>
                <a:gd name="T54" fmla="*/ 77 w 108"/>
                <a:gd name="T55" fmla="*/ 89 h 90"/>
                <a:gd name="T56" fmla="*/ 72 w 108"/>
                <a:gd name="T57" fmla="*/ 88 h 90"/>
                <a:gd name="T58" fmla="*/ 69 w 108"/>
                <a:gd name="T59" fmla="*/ 89 h 90"/>
                <a:gd name="T60" fmla="*/ 65 w 108"/>
                <a:gd name="T61" fmla="*/ 90 h 90"/>
                <a:gd name="T62" fmla="*/ 64 w 108"/>
                <a:gd name="T63" fmla="*/ 88 h 90"/>
                <a:gd name="T64" fmla="*/ 59 w 108"/>
                <a:gd name="T65" fmla="*/ 85 h 90"/>
                <a:gd name="T66" fmla="*/ 56 w 108"/>
                <a:gd name="T67" fmla="*/ 86 h 90"/>
                <a:gd name="T68" fmla="*/ 47 w 108"/>
                <a:gd name="T69" fmla="*/ 77 h 90"/>
                <a:gd name="T70" fmla="*/ 39 w 108"/>
                <a:gd name="T71" fmla="*/ 77 h 90"/>
                <a:gd name="T72" fmla="*/ 36 w 108"/>
                <a:gd name="T73" fmla="*/ 73 h 90"/>
                <a:gd name="T74" fmla="*/ 27 w 108"/>
                <a:gd name="T75" fmla="*/ 71 h 90"/>
                <a:gd name="T76" fmla="*/ 30 w 108"/>
                <a:gd name="T77" fmla="*/ 75 h 90"/>
                <a:gd name="T78" fmla="*/ 26 w 108"/>
                <a:gd name="T79" fmla="*/ 76 h 90"/>
                <a:gd name="T80" fmla="*/ 25 w 108"/>
                <a:gd name="T81" fmla="*/ 73 h 90"/>
                <a:gd name="T82" fmla="*/ 23 w 108"/>
                <a:gd name="T83" fmla="*/ 72 h 90"/>
                <a:gd name="T84" fmla="*/ 23 w 108"/>
                <a:gd name="T85" fmla="*/ 67 h 90"/>
                <a:gd name="T86" fmla="*/ 19 w 108"/>
                <a:gd name="T87" fmla="*/ 65 h 90"/>
                <a:gd name="T88" fmla="*/ 14 w 108"/>
                <a:gd name="T89" fmla="*/ 63 h 90"/>
                <a:gd name="T90" fmla="*/ 11 w 108"/>
                <a:gd name="T91" fmla="*/ 64 h 90"/>
                <a:gd name="T92" fmla="*/ 9 w 108"/>
                <a:gd name="T93" fmla="*/ 63 h 90"/>
                <a:gd name="T94" fmla="*/ 9 w 108"/>
                <a:gd name="T95" fmla="*/ 56 h 90"/>
                <a:gd name="T96" fmla="*/ 6 w 108"/>
                <a:gd name="T97" fmla="*/ 52 h 90"/>
                <a:gd name="T98" fmla="*/ 5 w 108"/>
                <a:gd name="T99" fmla="*/ 46 h 90"/>
                <a:gd name="T100" fmla="*/ 5 w 108"/>
                <a:gd name="T101" fmla="*/ 42 h 90"/>
                <a:gd name="T102" fmla="*/ 4 w 108"/>
                <a:gd name="T103" fmla="*/ 36 h 90"/>
                <a:gd name="T104" fmla="*/ 0 w 108"/>
                <a:gd name="T105" fmla="*/ 31 h 90"/>
                <a:gd name="T106" fmla="*/ 4 w 108"/>
                <a:gd name="T107" fmla="*/ 26 h 90"/>
                <a:gd name="T108" fmla="*/ 2 w 108"/>
                <a:gd name="T109" fmla="*/ 21 h 90"/>
                <a:gd name="T110" fmla="*/ 4 w 108"/>
                <a:gd name="T111" fmla="*/ 19 h 90"/>
                <a:gd name="T112" fmla="*/ 6 w 108"/>
                <a:gd name="T113" fmla="*/ 13 h 90"/>
                <a:gd name="T114" fmla="*/ 15 w 108"/>
                <a:gd name="T115" fmla="*/ 10 h 90"/>
                <a:gd name="T116" fmla="*/ 19 w 108"/>
                <a:gd name="T117" fmla="*/ 8 h 90"/>
                <a:gd name="T118" fmla="*/ 25 w 108"/>
                <a:gd name="T119" fmla="*/ 5 h 90"/>
                <a:gd name="T120" fmla="*/ 30 w 108"/>
                <a:gd name="T121" fmla="*/ 1 h 90"/>
                <a:gd name="T122" fmla="*/ 38 w 108"/>
                <a:gd name="T12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" h="90">
                  <a:moveTo>
                    <a:pt x="38" y="0"/>
                  </a:moveTo>
                  <a:lnTo>
                    <a:pt x="44" y="1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3" y="2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8" y="8"/>
                  </a:lnTo>
                  <a:lnTo>
                    <a:pt x="54" y="6"/>
                  </a:lnTo>
                  <a:lnTo>
                    <a:pt x="55" y="4"/>
                  </a:lnTo>
                  <a:lnTo>
                    <a:pt x="56" y="4"/>
                  </a:lnTo>
                  <a:lnTo>
                    <a:pt x="54" y="6"/>
                  </a:lnTo>
                  <a:lnTo>
                    <a:pt x="50" y="9"/>
                  </a:lnTo>
                  <a:lnTo>
                    <a:pt x="51" y="9"/>
                  </a:lnTo>
                  <a:lnTo>
                    <a:pt x="55" y="9"/>
                  </a:lnTo>
                  <a:lnTo>
                    <a:pt x="59" y="5"/>
                  </a:lnTo>
                  <a:lnTo>
                    <a:pt x="60" y="5"/>
                  </a:lnTo>
                  <a:lnTo>
                    <a:pt x="75" y="5"/>
                  </a:lnTo>
                  <a:lnTo>
                    <a:pt x="90" y="4"/>
                  </a:lnTo>
                  <a:lnTo>
                    <a:pt x="93" y="6"/>
                  </a:lnTo>
                  <a:lnTo>
                    <a:pt x="94" y="6"/>
                  </a:lnTo>
                  <a:lnTo>
                    <a:pt x="96" y="10"/>
                  </a:lnTo>
                  <a:lnTo>
                    <a:pt x="96" y="13"/>
                  </a:lnTo>
                  <a:lnTo>
                    <a:pt x="98" y="17"/>
                  </a:lnTo>
                  <a:lnTo>
                    <a:pt x="100" y="22"/>
                  </a:lnTo>
                  <a:lnTo>
                    <a:pt x="101" y="25"/>
                  </a:lnTo>
                  <a:lnTo>
                    <a:pt x="102" y="27"/>
                  </a:lnTo>
                  <a:lnTo>
                    <a:pt x="104" y="29"/>
                  </a:lnTo>
                  <a:lnTo>
                    <a:pt x="104" y="36"/>
                  </a:lnTo>
                  <a:lnTo>
                    <a:pt x="101" y="36"/>
                  </a:lnTo>
                  <a:lnTo>
                    <a:pt x="100" y="39"/>
                  </a:lnTo>
                  <a:lnTo>
                    <a:pt x="100" y="43"/>
                  </a:lnTo>
                  <a:lnTo>
                    <a:pt x="102" y="47"/>
                  </a:lnTo>
                  <a:lnTo>
                    <a:pt x="102" y="50"/>
                  </a:lnTo>
                  <a:lnTo>
                    <a:pt x="102" y="55"/>
                  </a:lnTo>
                  <a:lnTo>
                    <a:pt x="104" y="58"/>
                  </a:lnTo>
                  <a:lnTo>
                    <a:pt x="105" y="60"/>
                  </a:lnTo>
                  <a:lnTo>
                    <a:pt x="108" y="63"/>
                  </a:lnTo>
                  <a:lnTo>
                    <a:pt x="108" y="64"/>
                  </a:lnTo>
                  <a:lnTo>
                    <a:pt x="108" y="65"/>
                  </a:lnTo>
                  <a:lnTo>
                    <a:pt x="108" y="67"/>
                  </a:lnTo>
                  <a:lnTo>
                    <a:pt x="108" y="71"/>
                  </a:lnTo>
                  <a:lnTo>
                    <a:pt x="105" y="71"/>
                  </a:lnTo>
                  <a:lnTo>
                    <a:pt x="104" y="72"/>
                  </a:lnTo>
                  <a:lnTo>
                    <a:pt x="102" y="76"/>
                  </a:lnTo>
                  <a:lnTo>
                    <a:pt x="96" y="84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3" y="90"/>
                  </a:lnTo>
                  <a:lnTo>
                    <a:pt x="88" y="88"/>
                  </a:lnTo>
                  <a:lnTo>
                    <a:pt x="84" y="88"/>
                  </a:lnTo>
                  <a:lnTo>
                    <a:pt x="83" y="88"/>
                  </a:lnTo>
                  <a:lnTo>
                    <a:pt x="80" y="88"/>
                  </a:lnTo>
                  <a:lnTo>
                    <a:pt x="79" y="88"/>
                  </a:lnTo>
                  <a:lnTo>
                    <a:pt x="77" y="89"/>
                  </a:lnTo>
                  <a:lnTo>
                    <a:pt x="76" y="88"/>
                  </a:lnTo>
                  <a:lnTo>
                    <a:pt x="72" y="88"/>
                  </a:lnTo>
                  <a:lnTo>
                    <a:pt x="71" y="88"/>
                  </a:lnTo>
                  <a:lnTo>
                    <a:pt x="69" y="89"/>
                  </a:lnTo>
                  <a:lnTo>
                    <a:pt x="68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3" y="85"/>
                  </a:lnTo>
                  <a:lnTo>
                    <a:pt x="59" y="85"/>
                  </a:lnTo>
                  <a:lnTo>
                    <a:pt x="58" y="86"/>
                  </a:lnTo>
                  <a:lnTo>
                    <a:pt x="56" y="86"/>
                  </a:lnTo>
                  <a:lnTo>
                    <a:pt x="54" y="83"/>
                  </a:lnTo>
                  <a:lnTo>
                    <a:pt x="47" y="77"/>
                  </a:lnTo>
                  <a:lnTo>
                    <a:pt x="43" y="76"/>
                  </a:lnTo>
                  <a:lnTo>
                    <a:pt x="39" y="77"/>
                  </a:lnTo>
                  <a:lnTo>
                    <a:pt x="36" y="76"/>
                  </a:lnTo>
                  <a:lnTo>
                    <a:pt x="36" y="73"/>
                  </a:lnTo>
                  <a:lnTo>
                    <a:pt x="33" y="73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30" y="75"/>
                  </a:lnTo>
                  <a:lnTo>
                    <a:pt x="27" y="75"/>
                  </a:lnTo>
                  <a:lnTo>
                    <a:pt x="26" y="76"/>
                  </a:lnTo>
                  <a:lnTo>
                    <a:pt x="25" y="76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2"/>
                  </a:lnTo>
                  <a:lnTo>
                    <a:pt x="25" y="69"/>
                  </a:lnTo>
                  <a:lnTo>
                    <a:pt x="23" y="67"/>
                  </a:lnTo>
                  <a:lnTo>
                    <a:pt x="21" y="68"/>
                  </a:lnTo>
                  <a:lnTo>
                    <a:pt x="19" y="65"/>
                  </a:lnTo>
                  <a:lnTo>
                    <a:pt x="19" y="64"/>
                  </a:lnTo>
                  <a:lnTo>
                    <a:pt x="14" y="63"/>
                  </a:lnTo>
                  <a:lnTo>
                    <a:pt x="13" y="64"/>
                  </a:lnTo>
                  <a:lnTo>
                    <a:pt x="11" y="64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9" y="56"/>
                  </a:lnTo>
                  <a:lnTo>
                    <a:pt x="7" y="54"/>
                  </a:lnTo>
                  <a:lnTo>
                    <a:pt x="6" y="52"/>
                  </a:lnTo>
                  <a:lnTo>
                    <a:pt x="5" y="48"/>
                  </a:lnTo>
                  <a:lnTo>
                    <a:pt x="5" y="46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4" y="36"/>
                  </a:lnTo>
                  <a:lnTo>
                    <a:pt x="0" y="34"/>
                  </a:lnTo>
                  <a:lnTo>
                    <a:pt x="0" y="31"/>
                  </a:lnTo>
                  <a:lnTo>
                    <a:pt x="2" y="30"/>
                  </a:lnTo>
                  <a:lnTo>
                    <a:pt x="4" y="26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5" y="17"/>
                  </a:lnTo>
                  <a:lnTo>
                    <a:pt x="6" y="13"/>
                  </a:lnTo>
                  <a:lnTo>
                    <a:pt x="10" y="13"/>
                  </a:lnTo>
                  <a:lnTo>
                    <a:pt x="15" y="10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21" y="5"/>
                  </a:lnTo>
                  <a:lnTo>
                    <a:pt x="25" y="5"/>
                  </a:lnTo>
                  <a:lnTo>
                    <a:pt x="26" y="2"/>
                  </a:lnTo>
                  <a:lnTo>
                    <a:pt x="30" y="1"/>
                  </a:lnTo>
                  <a:lnTo>
                    <a:pt x="34" y="1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2" name="Freeform 397"/>
            <p:cNvSpPr>
              <a:spLocks/>
            </p:cNvSpPr>
            <p:nvPr/>
          </p:nvSpPr>
          <p:spPr bwMode="auto">
            <a:xfrm>
              <a:off x="6090095" y="2662800"/>
              <a:ext cx="220785" cy="96434"/>
            </a:xfrm>
            <a:custGeom>
              <a:avLst/>
              <a:gdLst>
                <a:gd name="T0" fmla="*/ 32 w 87"/>
                <a:gd name="T1" fmla="*/ 1 h 38"/>
                <a:gd name="T2" fmla="*/ 33 w 87"/>
                <a:gd name="T3" fmla="*/ 2 h 38"/>
                <a:gd name="T4" fmla="*/ 36 w 87"/>
                <a:gd name="T5" fmla="*/ 1 h 38"/>
                <a:gd name="T6" fmla="*/ 42 w 87"/>
                <a:gd name="T7" fmla="*/ 1 h 38"/>
                <a:gd name="T8" fmla="*/ 44 w 87"/>
                <a:gd name="T9" fmla="*/ 5 h 38"/>
                <a:gd name="T10" fmla="*/ 48 w 87"/>
                <a:gd name="T11" fmla="*/ 6 h 38"/>
                <a:gd name="T12" fmla="*/ 48 w 87"/>
                <a:gd name="T13" fmla="*/ 10 h 38"/>
                <a:gd name="T14" fmla="*/ 48 w 87"/>
                <a:gd name="T15" fmla="*/ 13 h 38"/>
                <a:gd name="T16" fmla="*/ 50 w 87"/>
                <a:gd name="T17" fmla="*/ 12 h 38"/>
                <a:gd name="T18" fmla="*/ 49 w 87"/>
                <a:gd name="T19" fmla="*/ 9 h 38"/>
                <a:gd name="T20" fmla="*/ 56 w 87"/>
                <a:gd name="T21" fmla="*/ 10 h 38"/>
                <a:gd name="T22" fmla="*/ 59 w 87"/>
                <a:gd name="T23" fmla="*/ 13 h 38"/>
                <a:gd name="T24" fmla="*/ 66 w 87"/>
                <a:gd name="T25" fmla="*/ 13 h 38"/>
                <a:gd name="T26" fmla="*/ 77 w 87"/>
                <a:gd name="T27" fmla="*/ 20 h 38"/>
                <a:gd name="T28" fmla="*/ 81 w 87"/>
                <a:gd name="T29" fmla="*/ 23 h 38"/>
                <a:gd name="T30" fmla="*/ 86 w 87"/>
                <a:gd name="T31" fmla="*/ 22 h 38"/>
                <a:gd name="T32" fmla="*/ 87 w 87"/>
                <a:gd name="T33" fmla="*/ 27 h 38"/>
                <a:gd name="T34" fmla="*/ 79 w 87"/>
                <a:gd name="T35" fmla="*/ 29 h 38"/>
                <a:gd name="T36" fmla="*/ 74 w 87"/>
                <a:gd name="T37" fmla="*/ 33 h 38"/>
                <a:gd name="T38" fmla="*/ 65 w 87"/>
                <a:gd name="T39" fmla="*/ 35 h 38"/>
                <a:gd name="T40" fmla="*/ 61 w 87"/>
                <a:gd name="T41" fmla="*/ 34 h 38"/>
                <a:gd name="T42" fmla="*/ 53 w 87"/>
                <a:gd name="T43" fmla="*/ 35 h 38"/>
                <a:gd name="T44" fmla="*/ 48 w 87"/>
                <a:gd name="T45" fmla="*/ 34 h 38"/>
                <a:gd name="T46" fmla="*/ 41 w 87"/>
                <a:gd name="T47" fmla="*/ 31 h 38"/>
                <a:gd name="T48" fmla="*/ 34 w 87"/>
                <a:gd name="T49" fmla="*/ 31 h 38"/>
                <a:gd name="T50" fmla="*/ 32 w 87"/>
                <a:gd name="T51" fmla="*/ 34 h 38"/>
                <a:gd name="T52" fmla="*/ 29 w 87"/>
                <a:gd name="T53" fmla="*/ 37 h 38"/>
                <a:gd name="T54" fmla="*/ 21 w 87"/>
                <a:gd name="T55" fmla="*/ 34 h 38"/>
                <a:gd name="T56" fmla="*/ 20 w 87"/>
                <a:gd name="T57" fmla="*/ 34 h 38"/>
                <a:gd name="T58" fmla="*/ 13 w 87"/>
                <a:gd name="T59" fmla="*/ 26 h 38"/>
                <a:gd name="T60" fmla="*/ 7 w 87"/>
                <a:gd name="T61" fmla="*/ 22 h 38"/>
                <a:gd name="T62" fmla="*/ 7 w 87"/>
                <a:gd name="T63" fmla="*/ 18 h 38"/>
                <a:gd name="T64" fmla="*/ 0 w 87"/>
                <a:gd name="T65" fmla="*/ 12 h 38"/>
                <a:gd name="T66" fmla="*/ 2 w 87"/>
                <a:gd name="T67" fmla="*/ 10 h 38"/>
                <a:gd name="T68" fmla="*/ 4 w 87"/>
                <a:gd name="T69" fmla="*/ 12 h 38"/>
                <a:gd name="T70" fmla="*/ 11 w 87"/>
                <a:gd name="T71" fmla="*/ 8 h 38"/>
                <a:gd name="T72" fmla="*/ 16 w 87"/>
                <a:gd name="T73" fmla="*/ 5 h 38"/>
                <a:gd name="T74" fmla="*/ 21 w 87"/>
                <a:gd name="T75" fmla="*/ 2 h 38"/>
                <a:gd name="T76" fmla="*/ 25 w 87"/>
                <a:gd name="T77" fmla="*/ 2 h 38"/>
                <a:gd name="T78" fmla="*/ 28 w 87"/>
                <a:gd name="T79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38">
                  <a:moveTo>
                    <a:pt x="29" y="0"/>
                  </a:moveTo>
                  <a:lnTo>
                    <a:pt x="32" y="1"/>
                  </a:lnTo>
                  <a:lnTo>
                    <a:pt x="32" y="0"/>
                  </a:lnTo>
                  <a:lnTo>
                    <a:pt x="33" y="2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0"/>
                  </a:lnTo>
                  <a:lnTo>
                    <a:pt x="42" y="1"/>
                  </a:lnTo>
                  <a:lnTo>
                    <a:pt x="42" y="2"/>
                  </a:lnTo>
                  <a:lnTo>
                    <a:pt x="44" y="5"/>
                  </a:lnTo>
                  <a:lnTo>
                    <a:pt x="46" y="4"/>
                  </a:lnTo>
                  <a:lnTo>
                    <a:pt x="48" y="6"/>
                  </a:lnTo>
                  <a:lnTo>
                    <a:pt x="46" y="9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13"/>
                  </a:lnTo>
                  <a:lnTo>
                    <a:pt x="49" y="13"/>
                  </a:lnTo>
                  <a:lnTo>
                    <a:pt x="50" y="12"/>
                  </a:lnTo>
                  <a:lnTo>
                    <a:pt x="53" y="12"/>
                  </a:lnTo>
                  <a:lnTo>
                    <a:pt x="49" y="9"/>
                  </a:lnTo>
                  <a:lnTo>
                    <a:pt x="50" y="8"/>
                  </a:lnTo>
                  <a:lnTo>
                    <a:pt x="56" y="10"/>
                  </a:lnTo>
                  <a:lnTo>
                    <a:pt x="59" y="10"/>
                  </a:lnTo>
                  <a:lnTo>
                    <a:pt x="59" y="13"/>
                  </a:lnTo>
                  <a:lnTo>
                    <a:pt x="62" y="14"/>
                  </a:lnTo>
                  <a:lnTo>
                    <a:pt x="66" y="13"/>
                  </a:lnTo>
                  <a:lnTo>
                    <a:pt x="70" y="14"/>
                  </a:lnTo>
                  <a:lnTo>
                    <a:pt x="77" y="20"/>
                  </a:lnTo>
                  <a:lnTo>
                    <a:pt x="79" y="23"/>
                  </a:lnTo>
                  <a:lnTo>
                    <a:pt x="81" y="23"/>
                  </a:lnTo>
                  <a:lnTo>
                    <a:pt x="82" y="22"/>
                  </a:lnTo>
                  <a:lnTo>
                    <a:pt x="86" y="22"/>
                  </a:lnTo>
                  <a:lnTo>
                    <a:pt x="87" y="25"/>
                  </a:lnTo>
                  <a:lnTo>
                    <a:pt x="87" y="27"/>
                  </a:lnTo>
                  <a:lnTo>
                    <a:pt x="82" y="27"/>
                  </a:lnTo>
                  <a:lnTo>
                    <a:pt x="79" y="29"/>
                  </a:lnTo>
                  <a:lnTo>
                    <a:pt x="77" y="30"/>
                  </a:lnTo>
                  <a:lnTo>
                    <a:pt x="74" y="33"/>
                  </a:lnTo>
                  <a:lnTo>
                    <a:pt x="69" y="34"/>
                  </a:lnTo>
                  <a:lnTo>
                    <a:pt x="65" y="35"/>
                  </a:lnTo>
                  <a:lnTo>
                    <a:pt x="63" y="34"/>
                  </a:lnTo>
                  <a:lnTo>
                    <a:pt x="61" y="34"/>
                  </a:lnTo>
                  <a:lnTo>
                    <a:pt x="58" y="37"/>
                  </a:lnTo>
                  <a:lnTo>
                    <a:pt x="53" y="35"/>
                  </a:lnTo>
                  <a:lnTo>
                    <a:pt x="50" y="34"/>
                  </a:lnTo>
                  <a:lnTo>
                    <a:pt x="48" y="34"/>
                  </a:lnTo>
                  <a:lnTo>
                    <a:pt x="44" y="34"/>
                  </a:lnTo>
                  <a:lnTo>
                    <a:pt x="41" y="31"/>
                  </a:lnTo>
                  <a:lnTo>
                    <a:pt x="37" y="31"/>
                  </a:lnTo>
                  <a:lnTo>
                    <a:pt x="34" y="31"/>
                  </a:lnTo>
                  <a:lnTo>
                    <a:pt x="33" y="33"/>
                  </a:lnTo>
                  <a:lnTo>
                    <a:pt x="32" y="34"/>
                  </a:lnTo>
                  <a:lnTo>
                    <a:pt x="32" y="35"/>
                  </a:lnTo>
                  <a:lnTo>
                    <a:pt x="29" y="37"/>
                  </a:lnTo>
                  <a:lnTo>
                    <a:pt x="28" y="38"/>
                  </a:lnTo>
                  <a:lnTo>
                    <a:pt x="21" y="34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16" y="29"/>
                  </a:lnTo>
                  <a:lnTo>
                    <a:pt x="13" y="26"/>
                  </a:lnTo>
                  <a:lnTo>
                    <a:pt x="9" y="23"/>
                  </a:lnTo>
                  <a:lnTo>
                    <a:pt x="7" y="22"/>
                  </a:lnTo>
                  <a:lnTo>
                    <a:pt x="5" y="21"/>
                  </a:lnTo>
                  <a:lnTo>
                    <a:pt x="7" y="18"/>
                  </a:lnTo>
                  <a:lnTo>
                    <a:pt x="4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2"/>
                  </a:lnTo>
                  <a:lnTo>
                    <a:pt x="9" y="8"/>
                  </a:lnTo>
                  <a:lnTo>
                    <a:pt x="11" y="8"/>
                  </a:lnTo>
                  <a:lnTo>
                    <a:pt x="13" y="5"/>
                  </a:lnTo>
                  <a:lnTo>
                    <a:pt x="16" y="5"/>
                  </a:lnTo>
                  <a:lnTo>
                    <a:pt x="17" y="2"/>
                  </a:lnTo>
                  <a:lnTo>
                    <a:pt x="21" y="2"/>
                  </a:lnTo>
                  <a:lnTo>
                    <a:pt x="23" y="4"/>
                  </a:lnTo>
                  <a:lnTo>
                    <a:pt x="25" y="2"/>
                  </a:lnTo>
                  <a:lnTo>
                    <a:pt x="25" y="0"/>
                  </a:lnTo>
                  <a:lnTo>
                    <a:pt x="28" y="1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3" name="Freeform 398"/>
            <p:cNvSpPr>
              <a:spLocks/>
            </p:cNvSpPr>
            <p:nvPr/>
          </p:nvSpPr>
          <p:spPr bwMode="auto">
            <a:xfrm>
              <a:off x="5920067" y="2502923"/>
              <a:ext cx="253774" cy="299454"/>
            </a:xfrm>
            <a:custGeom>
              <a:avLst/>
              <a:gdLst>
                <a:gd name="T0" fmla="*/ 38 w 100"/>
                <a:gd name="T1" fmla="*/ 1 h 118"/>
                <a:gd name="T2" fmla="*/ 41 w 100"/>
                <a:gd name="T3" fmla="*/ 8 h 118"/>
                <a:gd name="T4" fmla="*/ 46 w 100"/>
                <a:gd name="T5" fmla="*/ 10 h 118"/>
                <a:gd name="T6" fmla="*/ 51 w 100"/>
                <a:gd name="T7" fmla="*/ 11 h 118"/>
                <a:gd name="T8" fmla="*/ 55 w 100"/>
                <a:gd name="T9" fmla="*/ 11 h 118"/>
                <a:gd name="T10" fmla="*/ 53 w 100"/>
                <a:gd name="T11" fmla="*/ 15 h 118"/>
                <a:gd name="T12" fmla="*/ 59 w 100"/>
                <a:gd name="T13" fmla="*/ 17 h 118"/>
                <a:gd name="T14" fmla="*/ 66 w 100"/>
                <a:gd name="T15" fmla="*/ 11 h 118"/>
                <a:gd name="T16" fmla="*/ 72 w 100"/>
                <a:gd name="T17" fmla="*/ 9 h 118"/>
                <a:gd name="T18" fmla="*/ 67 w 100"/>
                <a:gd name="T19" fmla="*/ 11 h 118"/>
                <a:gd name="T20" fmla="*/ 75 w 100"/>
                <a:gd name="T21" fmla="*/ 10 h 118"/>
                <a:gd name="T22" fmla="*/ 83 w 100"/>
                <a:gd name="T23" fmla="*/ 14 h 118"/>
                <a:gd name="T24" fmla="*/ 88 w 100"/>
                <a:gd name="T25" fmla="*/ 19 h 118"/>
                <a:gd name="T26" fmla="*/ 92 w 100"/>
                <a:gd name="T27" fmla="*/ 30 h 118"/>
                <a:gd name="T28" fmla="*/ 92 w 100"/>
                <a:gd name="T29" fmla="*/ 39 h 118"/>
                <a:gd name="T30" fmla="*/ 95 w 100"/>
                <a:gd name="T31" fmla="*/ 48 h 118"/>
                <a:gd name="T32" fmla="*/ 100 w 100"/>
                <a:gd name="T33" fmla="*/ 61 h 118"/>
                <a:gd name="T34" fmla="*/ 92 w 100"/>
                <a:gd name="T35" fmla="*/ 63 h 118"/>
                <a:gd name="T36" fmla="*/ 84 w 100"/>
                <a:gd name="T37" fmla="*/ 65 h 118"/>
                <a:gd name="T38" fmla="*/ 76 w 100"/>
                <a:gd name="T39" fmla="*/ 71 h 118"/>
                <a:gd name="T40" fmla="*/ 67 w 100"/>
                <a:gd name="T41" fmla="*/ 73 h 118"/>
                <a:gd name="T42" fmla="*/ 72 w 100"/>
                <a:gd name="T43" fmla="*/ 84 h 118"/>
                <a:gd name="T44" fmla="*/ 83 w 100"/>
                <a:gd name="T45" fmla="*/ 92 h 118"/>
                <a:gd name="T46" fmla="*/ 84 w 100"/>
                <a:gd name="T47" fmla="*/ 101 h 118"/>
                <a:gd name="T48" fmla="*/ 78 w 100"/>
                <a:gd name="T49" fmla="*/ 110 h 118"/>
                <a:gd name="T50" fmla="*/ 76 w 100"/>
                <a:gd name="T51" fmla="*/ 114 h 118"/>
                <a:gd name="T52" fmla="*/ 66 w 100"/>
                <a:gd name="T53" fmla="*/ 117 h 118"/>
                <a:gd name="T54" fmla="*/ 58 w 100"/>
                <a:gd name="T55" fmla="*/ 115 h 118"/>
                <a:gd name="T56" fmla="*/ 51 w 100"/>
                <a:gd name="T57" fmla="*/ 118 h 118"/>
                <a:gd name="T58" fmla="*/ 44 w 100"/>
                <a:gd name="T59" fmla="*/ 117 h 118"/>
                <a:gd name="T60" fmla="*/ 37 w 100"/>
                <a:gd name="T61" fmla="*/ 114 h 118"/>
                <a:gd name="T62" fmla="*/ 30 w 100"/>
                <a:gd name="T63" fmla="*/ 113 h 118"/>
                <a:gd name="T64" fmla="*/ 25 w 100"/>
                <a:gd name="T65" fmla="*/ 115 h 118"/>
                <a:gd name="T66" fmla="*/ 20 w 100"/>
                <a:gd name="T67" fmla="*/ 111 h 118"/>
                <a:gd name="T68" fmla="*/ 22 w 100"/>
                <a:gd name="T69" fmla="*/ 101 h 118"/>
                <a:gd name="T70" fmla="*/ 22 w 100"/>
                <a:gd name="T71" fmla="*/ 93 h 118"/>
                <a:gd name="T72" fmla="*/ 13 w 100"/>
                <a:gd name="T73" fmla="*/ 92 h 118"/>
                <a:gd name="T74" fmla="*/ 8 w 100"/>
                <a:gd name="T75" fmla="*/ 88 h 118"/>
                <a:gd name="T76" fmla="*/ 5 w 100"/>
                <a:gd name="T77" fmla="*/ 80 h 118"/>
                <a:gd name="T78" fmla="*/ 3 w 100"/>
                <a:gd name="T79" fmla="*/ 71 h 118"/>
                <a:gd name="T80" fmla="*/ 1 w 100"/>
                <a:gd name="T81" fmla="*/ 64 h 118"/>
                <a:gd name="T82" fmla="*/ 4 w 100"/>
                <a:gd name="T83" fmla="*/ 52 h 118"/>
                <a:gd name="T84" fmla="*/ 13 w 100"/>
                <a:gd name="T85" fmla="*/ 50 h 118"/>
                <a:gd name="T86" fmla="*/ 15 w 100"/>
                <a:gd name="T87" fmla="*/ 42 h 118"/>
                <a:gd name="T88" fmla="*/ 11 w 100"/>
                <a:gd name="T89" fmla="*/ 36 h 118"/>
                <a:gd name="T90" fmla="*/ 16 w 100"/>
                <a:gd name="T91" fmla="*/ 33 h 118"/>
                <a:gd name="T92" fmla="*/ 17 w 100"/>
                <a:gd name="T93" fmla="*/ 30 h 118"/>
                <a:gd name="T94" fmla="*/ 13 w 100"/>
                <a:gd name="T95" fmla="*/ 23 h 118"/>
                <a:gd name="T96" fmla="*/ 22 w 100"/>
                <a:gd name="T97" fmla="*/ 25 h 118"/>
                <a:gd name="T98" fmla="*/ 25 w 100"/>
                <a:gd name="T99" fmla="*/ 22 h 118"/>
                <a:gd name="T100" fmla="*/ 29 w 100"/>
                <a:gd name="T101" fmla="*/ 29 h 118"/>
                <a:gd name="T102" fmla="*/ 29 w 100"/>
                <a:gd name="T103" fmla="*/ 19 h 118"/>
                <a:gd name="T104" fmla="*/ 40 w 100"/>
                <a:gd name="T105" fmla="*/ 23 h 118"/>
                <a:gd name="T106" fmla="*/ 33 w 100"/>
                <a:gd name="T107" fmla="*/ 18 h 118"/>
                <a:gd name="T108" fmla="*/ 32 w 100"/>
                <a:gd name="T109" fmla="*/ 13 h 118"/>
                <a:gd name="T110" fmla="*/ 32 w 100"/>
                <a:gd name="T111" fmla="*/ 9 h 118"/>
                <a:gd name="T112" fmla="*/ 29 w 100"/>
                <a:gd name="T113" fmla="*/ 4 h 118"/>
                <a:gd name="T114" fmla="*/ 32 w 100"/>
                <a:gd name="T11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0" h="118">
                  <a:moveTo>
                    <a:pt x="32" y="0"/>
                  </a:moveTo>
                  <a:lnTo>
                    <a:pt x="36" y="1"/>
                  </a:lnTo>
                  <a:lnTo>
                    <a:pt x="37" y="1"/>
                  </a:lnTo>
                  <a:lnTo>
                    <a:pt x="38" y="1"/>
                  </a:lnTo>
                  <a:lnTo>
                    <a:pt x="41" y="4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42" y="9"/>
                  </a:lnTo>
                  <a:lnTo>
                    <a:pt x="44" y="10"/>
                  </a:lnTo>
                  <a:lnTo>
                    <a:pt x="45" y="11"/>
                  </a:lnTo>
                  <a:lnTo>
                    <a:pt x="46" y="10"/>
                  </a:lnTo>
                  <a:lnTo>
                    <a:pt x="46" y="9"/>
                  </a:lnTo>
                  <a:lnTo>
                    <a:pt x="47" y="9"/>
                  </a:lnTo>
                  <a:lnTo>
                    <a:pt x="49" y="10"/>
                  </a:lnTo>
                  <a:lnTo>
                    <a:pt x="51" y="11"/>
                  </a:lnTo>
                  <a:lnTo>
                    <a:pt x="53" y="11"/>
                  </a:lnTo>
                  <a:lnTo>
                    <a:pt x="54" y="9"/>
                  </a:lnTo>
                  <a:lnTo>
                    <a:pt x="55" y="10"/>
                  </a:lnTo>
                  <a:lnTo>
                    <a:pt x="55" y="11"/>
                  </a:lnTo>
                  <a:lnTo>
                    <a:pt x="54" y="14"/>
                  </a:lnTo>
                  <a:lnTo>
                    <a:pt x="53" y="14"/>
                  </a:lnTo>
                  <a:lnTo>
                    <a:pt x="50" y="15"/>
                  </a:lnTo>
                  <a:lnTo>
                    <a:pt x="53" y="15"/>
                  </a:lnTo>
                  <a:lnTo>
                    <a:pt x="54" y="15"/>
                  </a:lnTo>
                  <a:lnTo>
                    <a:pt x="57" y="15"/>
                  </a:lnTo>
                  <a:lnTo>
                    <a:pt x="57" y="17"/>
                  </a:lnTo>
                  <a:lnTo>
                    <a:pt x="59" y="17"/>
                  </a:lnTo>
                  <a:lnTo>
                    <a:pt x="61" y="15"/>
                  </a:lnTo>
                  <a:lnTo>
                    <a:pt x="62" y="13"/>
                  </a:lnTo>
                  <a:lnTo>
                    <a:pt x="66" y="11"/>
                  </a:lnTo>
                  <a:lnTo>
                    <a:pt x="66" y="11"/>
                  </a:lnTo>
                  <a:lnTo>
                    <a:pt x="69" y="10"/>
                  </a:lnTo>
                  <a:lnTo>
                    <a:pt x="69" y="9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0" y="9"/>
                  </a:lnTo>
                  <a:lnTo>
                    <a:pt x="70" y="10"/>
                  </a:lnTo>
                  <a:lnTo>
                    <a:pt x="69" y="10"/>
                  </a:lnTo>
                  <a:lnTo>
                    <a:pt x="67" y="11"/>
                  </a:lnTo>
                  <a:lnTo>
                    <a:pt x="69" y="13"/>
                  </a:lnTo>
                  <a:lnTo>
                    <a:pt x="71" y="10"/>
                  </a:lnTo>
                  <a:lnTo>
                    <a:pt x="74" y="10"/>
                  </a:lnTo>
                  <a:lnTo>
                    <a:pt x="75" y="10"/>
                  </a:lnTo>
                  <a:lnTo>
                    <a:pt x="75" y="11"/>
                  </a:lnTo>
                  <a:lnTo>
                    <a:pt x="78" y="11"/>
                  </a:lnTo>
                  <a:lnTo>
                    <a:pt x="80" y="14"/>
                  </a:lnTo>
                  <a:lnTo>
                    <a:pt x="83" y="14"/>
                  </a:lnTo>
                  <a:lnTo>
                    <a:pt x="84" y="15"/>
                  </a:lnTo>
                  <a:lnTo>
                    <a:pt x="84" y="18"/>
                  </a:lnTo>
                  <a:lnTo>
                    <a:pt x="86" y="19"/>
                  </a:lnTo>
                  <a:lnTo>
                    <a:pt x="88" y="19"/>
                  </a:lnTo>
                  <a:lnTo>
                    <a:pt x="90" y="21"/>
                  </a:lnTo>
                  <a:lnTo>
                    <a:pt x="92" y="21"/>
                  </a:lnTo>
                  <a:lnTo>
                    <a:pt x="94" y="26"/>
                  </a:lnTo>
                  <a:lnTo>
                    <a:pt x="92" y="30"/>
                  </a:lnTo>
                  <a:lnTo>
                    <a:pt x="90" y="31"/>
                  </a:lnTo>
                  <a:lnTo>
                    <a:pt x="90" y="34"/>
                  </a:lnTo>
                  <a:lnTo>
                    <a:pt x="94" y="36"/>
                  </a:lnTo>
                  <a:lnTo>
                    <a:pt x="92" y="39"/>
                  </a:lnTo>
                  <a:lnTo>
                    <a:pt x="95" y="42"/>
                  </a:lnTo>
                  <a:lnTo>
                    <a:pt x="95" y="43"/>
                  </a:lnTo>
                  <a:lnTo>
                    <a:pt x="95" y="46"/>
                  </a:lnTo>
                  <a:lnTo>
                    <a:pt x="95" y="48"/>
                  </a:lnTo>
                  <a:lnTo>
                    <a:pt x="96" y="52"/>
                  </a:lnTo>
                  <a:lnTo>
                    <a:pt x="97" y="54"/>
                  </a:lnTo>
                  <a:lnTo>
                    <a:pt x="99" y="56"/>
                  </a:lnTo>
                  <a:lnTo>
                    <a:pt x="100" y="61"/>
                  </a:lnTo>
                  <a:lnTo>
                    <a:pt x="99" y="64"/>
                  </a:lnTo>
                  <a:lnTo>
                    <a:pt x="96" y="63"/>
                  </a:lnTo>
                  <a:lnTo>
                    <a:pt x="95" y="64"/>
                  </a:lnTo>
                  <a:lnTo>
                    <a:pt x="92" y="63"/>
                  </a:lnTo>
                  <a:lnTo>
                    <a:pt x="92" y="65"/>
                  </a:lnTo>
                  <a:lnTo>
                    <a:pt x="90" y="67"/>
                  </a:lnTo>
                  <a:lnTo>
                    <a:pt x="88" y="65"/>
                  </a:lnTo>
                  <a:lnTo>
                    <a:pt x="84" y="65"/>
                  </a:lnTo>
                  <a:lnTo>
                    <a:pt x="83" y="68"/>
                  </a:lnTo>
                  <a:lnTo>
                    <a:pt x="80" y="68"/>
                  </a:lnTo>
                  <a:lnTo>
                    <a:pt x="78" y="71"/>
                  </a:lnTo>
                  <a:lnTo>
                    <a:pt x="76" y="71"/>
                  </a:lnTo>
                  <a:lnTo>
                    <a:pt x="71" y="75"/>
                  </a:lnTo>
                  <a:lnTo>
                    <a:pt x="70" y="73"/>
                  </a:lnTo>
                  <a:lnTo>
                    <a:pt x="69" y="73"/>
                  </a:lnTo>
                  <a:lnTo>
                    <a:pt x="67" y="73"/>
                  </a:lnTo>
                  <a:lnTo>
                    <a:pt x="67" y="75"/>
                  </a:lnTo>
                  <a:lnTo>
                    <a:pt x="71" y="77"/>
                  </a:lnTo>
                  <a:lnTo>
                    <a:pt x="74" y="81"/>
                  </a:lnTo>
                  <a:lnTo>
                    <a:pt x="72" y="84"/>
                  </a:lnTo>
                  <a:lnTo>
                    <a:pt x="74" y="85"/>
                  </a:lnTo>
                  <a:lnTo>
                    <a:pt x="76" y="86"/>
                  </a:lnTo>
                  <a:lnTo>
                    <a:pt x="80" y="89"/>
                  </a:lnTo>
                  <a:lnTo>
                    <a:pt x="83" y="92"/>
                  </a:lnTo>
                  <a:lnTo>
                    <a:pt x="87" y="97"/>
                  </a:lnTo>
                  <a:lnTo>
                    <a:pt x="87" y="98"/>
                  </a:lnTo>
                  <a:lnTo>
                    <a:pt x="87" y="101"/>
                  </a:lnTo>
                  <a:lnTo>
                    <a:pt x="84" y="101"/>
                  </a:lnTo>
                  <a:lnTo>
                    <a:pt x="83" y="104"/>
                  </a:lnTo>
                  <a:lnTo>
                    <a:pt x="80" y="105"/>
                  </a:lnTo>
                  <a:lnTo>
                    <a:pt x="78" y="109"/>
                  </a:lnTo>
                  <a:lnTo>
                    <a:pt x="78" y="110"/>
                  </a:lnTo>
                  <a:lnTo>
                    <a:pt x="80" y="111"/>
                  </a:lnTo>
                  <a:lnTo>
                    <a:pt x="80" y="114"/>
                  </a:lnTo>
                  <a:lnTo>
                    <a:pt x="79" y="115"/>
                  </a:lnTo>
                  <a:lnTo>
                    <a:pt x="76" y="114"/>
                  </a:lnTo>
                  <a:lnTo>
                    <a:pt x="74" y="114"/>
                  </a:lnTo>
                  <a:lnTo>
                    <a:pt x="71" y="114"/>
                  </a:lnTo>
                  <a:lnTo>
                    <a:pt x="70" y="114"/>
                  </a:lnTo>
                  <a:lnTo>
                    <a:pt x="66" y="117"/>
                  </a:lnTo>
                  <a:lnTo>
                    <a:pt x="65" y="117"/>
                  </a:lnTo>
                  <a:lnTo>
                    <a:pt x="62" y="115"/>
                  </a:lnTo>
                  <a:lnTo>
                    <a:pt x="61" y="117"/>
                  </a:lnTo>
                  <a:lnTo>
                    <a:pt x="58" y="115"/>
                  </a:lnTo>
                  <a:lnTo>
                    <a:pt x="55" y="115"/>
                  </a:lnTo>
                  <a:lnTo>
                    <a:pt x="51" y="115"/>
                  </a:lnTo>
                  <a:lnTo>
                    <a:pt x="53" y="117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7" y="115"/>
                  </a:lnTo>
                  <a:lnTo>
                    <a:pt x="45" y="117"/>
                  </a:lnTo>
                  <a:lnTo>
                    <a:pt x="44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38" y="114"/>
                  </a:lnTo>
                  <a:lnTo>
                    <a:pt x="37" y="114"/>
                  </a:lnTo>
                  <a:lnTo>
                    <a:pt x="36" y="114"/>
                  </a:lnTo>
                  <a:lnTo>
                    <a:pt x="34" y="114"/>
                  </a:lnTo>
                  <a:lnTo>
                    <a:pt x="33" y="111"/>
                  </a:lnTo>
                  <a:lnTo>
                    <a:pt x="30" y="113"/>
                  </a:lnTo>
                  <a:lnTo>
                    <a:pt x="32" y="114"/>
                  </a:lnTo>
                  <a:lnTo>
                    <a:pt x="29" y="115"/>
                  </a:lnTo>
                  <a:lnTo>
                    <a:pt x="28" y="114"/>
                  </a:lnTo>
                  <a:lnTo>
                    <a:pt x="25" y="115"/>
                  </a:lnTo>
                  <a:lnTo>
                    <a:pt x="24" y="115"/>
                  </a:lnTo>
                  <a:lnTo>
                    <a:pt x="24" y="115"/>
                  </a:lnTo>
                  <a:lnTo>
                    <a:pt x="22" y="113"/>
                  </a:lnTo>
                  <a:lnTo>
                    <a:pt x="20" y="111"/>
                  </a:lnTo>
                  <a:lnTo>
                    <a:pt x="20" y="109"/>
                  </a:lnTo>
                  <a:lnTo>
                    <a:pt x="21" y="104"/>
                  </a:lnTo>
                  <a:lnTo>
                    <a:pt x="22" y="102"/>
                  </a:lnTo>
                  <a:lnTo>
                    <a:pt x="22" y="101"/>
                  </a:lnTo>
                  <a:lnTo>
                    <a:pt x="24" y="97"/>
                  </a:lnTo>
                  <a:lnTo>
                    <a:pt x="26" y="94"/>
                  </a:lnTo>
                  <a:lnTo>
                    <a:pt x="25" y="93"/>
                  </a:lnTo>
                  <a:lnTo>
                    <a:pt x="22" y="93"/>
                  </a:lnTo>
                  <a:lnTo>
                    <a:pt x="20" y="92"/>
                  </a:lnTo>
                  <a:lnTo>
                    <a:pt x="17" y="93"/>
                  </a:lnTo>
                  <a:lnTo>
                    <a:pt x="16" y="92"/>
                  </a:lnTo>
                  <a:lnTo>
                    <a:pt x="13" y="92"/>
                  </a:lnTo>
                  <a:lnTo>
                    <a:pt x="12" y="93"/>
                  </a:lnTo>
                  <a:lnTo>
                    <a:pt x="9" y="90"/>
                  </a:lnTo>
                  <a:lnTo>
                    <a:pt x="9" y="89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4"/>
                  </a:lnTo>
                  <a:lnTo>
                    <a:pt x="7" y="83"/>
                  </a:lnTo>
                  <a:lnTo>
                    <a:pt x="5" y="80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4" y="73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0" y="6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1" y="61"/>
                  </a:lnTo>
                  <a:lnTo>
                    <a:pt x="3" y="58"/>
                  </a:lnTo>
                  <a:lnTo>
                    <a:pt x="1" y="55"/>
                  </a:lnTo>
                  <a:lnTo>
                    <a:pt x="4" y="52"/>
                  </a:lnTo>
                  <a:lnTo>
                    <a:pt x="5" y="50"/>
                  </a:lnTo>
                  <a:lnTo>
                    <a:pt x="8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2" y="47"/>
                  </a:lnTo>
                  <a:lnTo>
                    <a:pt x="13" y="46"/>
                  </a:lnTo>
                  <a:lnTo>
                    <a:pt x="13" y="43"/>
                  </a:lnTo>
                  <a:lnTo>
                    <a:pt x="15" y="42"/>
                  </a:lnTo>
                  <a:lnTo>
                    <a:pt x="13" y="40"/>
                  </a:lnTo>
                  <a:lnTo>
                    <a:pt x="11" y="40"/>
                  </a:lnTo>
                  <a:lnTo>
                    <a:pt x="9" y="39"/>
                  </a:lnTo>
                  <a:lnTo>
                    <a:pt x="11" y="36"/>
                  </a:lnTo>
                  <a:lnTo>
                    <a:pt x="13" y="38"/>
                  </a:lnTo>
                  <a:lnTo>
                    <a:pt x="15" y="36"/>
                  </a:lnTo>
                  <a:lnTo>
                    <a:pt x="15" y="34"/>
                  </a:lnTo>
                  <a:lnTo>
                    <a:pt x="16" y="33"/>
                  </a:lnTo>
                  <a:lnTo>
                    <a:pt x="16" y="31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6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3" y="23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2" y="22"/>
                  </a:lnTo>
                  <a:lnTo>
                    <a:pt x="22" y="25"/>
                  </a:lnTo>
                  <a:lnTo>
                    <a:pt x="25" y="27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8" y="23"/>
                  </a:lnTo>
                  <a:lnTo>
                    <a:pt x="28" y="26"/>
                  </a:lnTo>
                  <a:lnTo>
                    <a:pt x="29" y="29"/>
                  </a:lnTo>
                  <a:lnTo>
                    <a:pt x="29" y="27"/>
                  </a:lnTo>
                  <a:lnTo>
                    <a:pt x="29" y="23"/>
                  </a:lnTo>
                  <a:lnTo>
                    <a:pt x="28" y="22"/>
                  </a:lnTo>
                  <a:lnTo>
                    <a:pt x="29" y="19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6" y="19"/>
                  </a:lnTo>
                  <a:lnTo>
                    <a:pt x="40" y="23"/>
                  </a:lnTo>
                  <a:lnTo>
                    <a:pt x="45" y="23"/>
                  </a:lnTo>
                  <a:lnTo>
                    <a:pt x="40" y="22"/>
                  </a:lnTo>
                  <a:lnTo>
                    <a:pt x="36" y="18"/>
                  </a:lnTo>
                  <a:lnTo>
                    <a:pt x="33" y="18"/>
                  </a:lnTo>
                  <a:lnTo>
                    <a:pt x="32" y="17"/>
                  </a:lnTo>
                  <a:lnTo>
                    <a:pt x="32" y="15"/>
                  </a:lnTo>
                  <a:lnTo>
                    <a:pt x="33" y="14"/>
                  </a:lnTo>
                  <a:lnTo>
                    <a:pt x="32" y="13"/>
                  </a:lnTo>
                  <a:lnTo>
                    <a:pt x="32" y="10"/>
                  </a:lnTo>
                  <a:lnTo>
                    <a:pt x="29" y="10"/>
                  </a:lnTo>
                  <a:lnTo>
                    <a:pt x="29" y="9"/>
                  </a:lnTo>
                  <a:lnTo>
                    <a:pt x="32" y="9"/>
                  </a:lnTo>
                  <a:lnTo>
                    <a:pt x="33" y="8"/>
                  </a:lnTo>
                  <a:lnTo>
                    <a:pt x="30" y="5"/>
                  </a:lnTo>
                  <a:lnTo>
                    <a:pt x="30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4" name="Freeform 399"/>
            <p:cNvSpPr>
              <a:spLocks/>
            </p:cNvSpPr>
            <p:nvPr/>
          </p:nvSpPr>
          <p:spPr bwMode="auto">
            <a:xfrm>
              <a:off x="6031728" y="2804914"/>
              <a:ext cx="2539" cy="10151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2 h 4"/>
                <a:gd name="T4" fmla="*/ 1 w 1"/>
                <a:gd name="T5" fmla="*/ 4 h 4"/>
                <a:gd name="T6" fmla="*/ 0 w 1"/>
                <a:gd name="T7" fmla="*/ 4 h 4"/>
                <a:gd name="T8" fmla="*/ 0 w 1"/>
                <a:gd name="T9" fmla="*/ 3 h 4"/>
                <a:gd name="T10" fmla="*/ 0 w 1"/>
                <a:gd name="T11" fmla="*/ 0 h 4"/>
                <a:gd name="T12" fmla="*/ 0 w 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1" y="2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5" name="Freeform 400"/>
            <p:cNvSpPr>
              <a:spLocks/>
            </p:cNvSpPr>
            <p:nvPr/>
          </p:nvSpPr>
          <p:spPr bwMode="auto">
            <a:xfrm>
              <a:off x="5927680" y="2784612"/>
              <a:ext cx="131963" cy="78671"/>
            </a:xfrm>
            <a:custGeom>
              <a:avLst/>
              <a:gdLst>
                <a:gd name="T0" fmla="*/ 31 w 52"/>
                <a:gd name="T1" fmla="*/ 3 h 31"/>
                <a:gd name="T2" fmla="*/ 34 w 52"/>
                <a:gd name="T3" fmla="*/ 3 h 31"/>
                <a:gd name="T4" fmla="*/ 39 w 52"/>
                <a:gd name="T5" fmla="*/ 4 h 31"/>
                <a:gd name="T6" fmla="*/ 41 w 52"/>
                <a:gd name="T7" fmla="*/ 8 h 31"/>
                <a:gd name="T8" fmla="*/ 41 w 52"/>
                <a:gd name="T9" fmla="*/ 12 h 31"/>
                <a:gd name="T10" fmla="*/ 46 w 52"/>
                <a:gd name="T11" fmla="*/ 11 h 31"/>
                <a:gd name="T12" fmla="*/ 50 w 52"/>
                <a:gd name="T13" fmla="*/ 12 h 31"/>
                <a:gd name="T14" fmla="*/ 52 w 52"/>
                <a:gd name="T15" fmla="*/ 14 h 31"/>
                <a:gd name="T16" fmla="*/ 52 w 52"/>
                <a:gd name="T17" fmla="*/ 20 h 31"/>
                <a:gd name="T18" fmla="*/ 47 w 52"/>
                <a:gd name="T19" fmla="*/ 25 h 31"/>
                <a:gd name="T20" fmla="*/ 43 w 52"/>
                <a:gd name="T21" fmla="*/ 24 h 31"/>
                <a:gd name="T22" fmla="*/ 38 w 52"/>
                <a:gd name="T23" fmla="*/ 27 h 31"/>
                <a:gd name="T24" fmla="*/ 34 w 52"/>
                <a:gd name="T25" fmla="*/ 28 h 31"/>
                <a:gd name="T26" fmla="*/ 30 w 52"/>
                <a:gd name="T27" fmla="*/ 23 h 31"/>
                <a:gd name="T28" fmla="*/ 23 w 52"/>
                <a:gd name="T29" fmla="*/ 29 h 31"/>
                <a:gd name="T30" fmla="*/ 15 w 52"/>
                <a:gd name="T31" fmla="*/ 31 h 31"/>
                <a:gd name="T32" fmla="*/ 13 w 52"/>
                <a:gd name="T33" fmla="*/ 28 h 31"/>
                <a:gd name="T34" fmla="*/ 10 w 52"/>
                <a:gd name="T35" fmla="*/ 24 h 31"/>
                <a:gd name="T36" fmla="*/ 6 w 52"/>
                <a:gd name="T37" fmla="*/ 22 h 31"/>
                <a:gd name="T38" fmla="*/ 5 w 52"/>
                <a:gd name="T39" fmla="*/ 27 h 31"/>
                <a:gd name="T40" fmla="*/ 0 w 52"/>
                <a:gd name="T41" fmla="*/ 27 h 31"/>
                <a:gd name="T42" fmla="*/ 1 w 52"/>
                <a:gd name="T43" fmla="*/ 24 h 31"/>
                <a:gd name="T44" fmla="*/ 2 w 52"/>
                <a:gd name="T45" fmla="*/ 23 h 31"/>
                <a:gd name="T46" fmla="*/ 6 w 52"/>
                <a:gd name="T47" fmla="*/ 14 h 31"/>
                <a:gd name="T48" fmla="*/ 10 w 52"/>
                <a:gd name="T49" fmla="*/ 10 h 31"/>
                <a:gd name="T50" fmla="*/ 12 w 52"/>
                <a:gd name="T51" fmla="*/ 7 h 31"/>
                <a:gd name="T52" fmla="*/ 12 w 52"/>
                <a:gd name="T53" fmla="*/ 4 h 31"/>
                <a:gd name="T54" fmla="*/ 14 w 52"/>
                <a:gd name="T55" fmla="*/ 6 h 31"/>
                <a:gd name="T56" fmla="*/ 21 w 52"/>
                <a:gd name="T57" fmla="*/ 4 h 31"/>
                <a:gd name="T58" fmla="*/ 25 w 52"/>
                <a:gd name="T59" fmla="*/ 3 h 31"/>
                <a:gd name="T60" fmla="*/ 29 w 52"/>
                <a:gd name="T61" fmla="*/ 3 h 31"/>
                <a:gd name="T62" fmla="*/ 30 w 52"/>
                <a:gd name="T6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" h="31">
                  <a:moveTo>
                    <a:pt x="30" y="0"/>
                  </a:moveTo>
                  <a:lnTo>
                    <a:pt x="31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3"/>
                  </a:lnTo>
                  <a:lnTo>
                    <a:pt x="39" y="4"/>
                  </a:lnTo>
                  <a:lnTo>
                    <a:pt x="42" y="7"/>
                  </a:lnTo>
                  <a:lnTo>
                    <a:pt x="41" y="8"/>
                  </a:lnTo>
                  <a:lnTo>
                    <a:pt x="41" y="11"/>
                  </a:lnTo>
                  <a:lnTo>
                    <a:pt x="41" y="12"/>
                  </a:lnTo>
                  <a:lnTo>
                    <a:pt x="44" y="12"/>
                  </a:lnTo>
                  <a:lnTo>
                    <a:pt x="46" y="11"/>
                  </a:lnTo>
                  <a:lnTo>
                    <a:pt x="48" y="14"/>
                  </a:lnTo>
                  <a:lnTo>
                    <a:pt x="50" y="12"/>
                  </a:lnTo>
                  <a:lnTo>
                    <a:pt x="52" y="12"/>
                  </a:lnTo>
                  <a:lnTo>
                    <a:pt x="52" y="14"/>
                  </a:lnTo>
                  <a:lnTo>
                    <a:pt x="51" y="16"/>
                  </a:lnTo>
                  <a:lnTo>
                    <a:pt x="52" y="20"/>
                  </a:lnTo>
                  <a:lnTo>
                    <a:pt x="47" y="22"/>
                  </a:lnTo>
                  <a:lnTo>
                    <a:pt x="47" y="25"/>
                  </a:lnTo>
                  <a:lnTo>
                    <a:pt x="44" y="24"/>
                  </a:lnTo>
                  <a:lnTo>
                    <a:pt x="43" y="24"/>
                  </a:lnTo>
                  <a:lnTo>
                    <a:pt x="38" y="23"/>
                  </a:lnTo>
                  <a:lnTo>
                    <a:pt x="38" y="27"/>
                  </a:lnTo>
                  <a:lnTo>
                    <a:pt x="35" y="31"/>
                  </a:lnTo>
                  <a:lnTo>
                    <a:pt x="34" y="28"/>
                  </a:lnTo>
                  <a:lnTo>
                    <a:pt x="30" y="27"/>
                  </a:lnTo>
                  <a:lnTo>
                    <a:pt x="30" y="23"/>
                  </a:lnTo>
                  <a:lnTo>
                    <a:pt x="27" y="22"/>
                  </a:lnTo>
                  <a:lnTo>
                    <a:pt x="23" y="29"/>
                  </a:lnTo>
                  <a:lnTo>
                    <a:pt x="21" y="28"/>
                  </a:lnTo>
                  <a:lnTo>
                    <a:pt x="15" y="31"/>
                  </a:lnTo>
                  <a:lnTo>
                    <a:pt x="13" y="31"/>
                  </a:lnTo>
                  <a:lnTo>
                    <a:pt x="13" y="28"/>
                  </a:lnTo>
                  <a:lnTo>
                    <a:pt x="12" y="27"/>
                  </a:lnTo>
                  <a:lnTo>
                    <a:pt x="10" y="24"/>
                  </a:lnTo>
                  <a:lnTo>
                    <a:pt x="9" y="22"/>
                  </a:lnTo>
                  <a:lnTo>
                    <a:pt x="6" y="22"/>
                  </a:lnTo>
                  <a:lnTo>
                    <a:pt x="5" y="23"/>
                  </a:lnTo>
                  <a:lnTo>
                    <a:pt x="5" y="27"/>
                  </a:lnTo>
                  <a:lnTo>
                    <a:pt x="2" y="27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4" y="19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10" y="10"/>
                  </a:lnTo>
                  <a:lnTo>
                    <a:pt x="13" y="10"/>
                  </a:lnTo>
                  <a:lnTo>
                    <a:pt x="12" y="7"/>
                  </a:lnTo>
                  <a:lnTo>
                    <a:pt x="9" y="6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4" y="6"/>
                  </a:lnTo>
                  <a:lnTo>
                    <a:pt x="17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5" y="3"/>
                  </a:lnTo>
                  <a:lnTo>
                    <a:pt x="26" y="4"/>
                  </a:lnTo>
                  <a:lnTo>
                    <a:pt x="29" y="3"/>
                  </a:lnTo>
                  <a:lnTo>
                    <a:pt x="27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6" name="Freeform 401"/>
            <p:cNvSpPr>
              <a:spLocks noEditPoints="1"/>
            </p:cNvSpPr>
            <p:nvPr/>
          </p:nvSpPr>
          <p:spPr bwMode="auto">
            <a:xfrm>
              <a:off x="5856623" y="2568904"/>
              <a:ext cx="106585" cy="96434"/>
            </a:xfrm>
            <a:custGeom>
              <a:avLst/>
              <a:gdLst>
                <a:gd name="T0" fmla="*/ 7 w 42"/>
                <a:gd name="T1" fmla="*/ 29 h 38"/>
                <a:gd name="T2" fmla="*/ 5 w 42"/>
                <a:gd name="T3" fmla="*/ 29 h 38"/>
                <a:gd name="T4" fmla="*/ 5 w 42"/>
                <a:gd name="T5" fmla="*/ 28 h 38"/>
                <a:gd name="T6" fmla="*/ 7 w 42"/>
                <a:gd name="T7" fmla="*/ 26 h 38"/>
                <a:gd name="T8" fmla="*/ 8 w 42"/>
                <a:gd name="T9" fmla="*/ 28 h 38"/>
                <a:gd name="T10" fmla="*/ 7 w 42"/>
                <a:gd name="T11" fmla="*/ 26 h 38"/>
                <a:gd name="T12" fmla="*/ 4 w 42"/>
                <a:gd name="T13" fmla="*/ 26 h 38"/>
                <a:gd name="T14" fmla="*/ 37 w 42"/>
                <a:gd name="T15" fmla="*/ 1 h 38"/>
                <a:gd name="T16" fmla="*/ 42 w 42"/>
                <a:gd name="T17" fmla="*/ 4 h 38"/>
                <a:gd name="T18" fmla="*/ 41 w 42"/>
                <a:gd name="T19" fmla="*/ 5 h 38"/>
                <a:gd name="T20" fmla="*/ 40 w 42"/>
                <a:gd name="T21" fmla="*/ 8 h 38"/>
                <a:gd name="T22" fmla="*/ 38 w 42"/>
                <a:gd name="T23" fmla="*/ 12 h 38"/>
                <a:gd name="T24" fmla="*/ 34 w 42"/>
                <a:gd name="T25" fmla="*/ 13 h 38"/>
                <a:gd name="T26" fmla="*/ 38 w 42"/>
                <a:gd name="T27" fmla="*/ 14 h 38"/>
                <a:gd name="T28" fmla="*/ 38 w 42"/>
                <a:gd name="T29" fmla="*/ 17 h 38"/>
                <a:gd name="T30" fmla="*/ 37 w 42"/>
                <a:gd name="T31" fmla="*/ 21 h 38"/>
                <a:gd name="T32" fmla="*/ 36 w 42"/>
                <a:gd name="T33" fmla="*/ 24 h 38"/>
                <a:gd name="T34" fmla="*/ 30 w 42"/>
                <a:gd name="T35" fmla="*/ 24 h 38"/>
                <a:gd name="T36" fmla="*/ 26 w 42"/>
                <a:gd name="T37" fmla="*/ 29 h 38"/>
                <a:gd name="T38" fmla="*/ 26 w 42"/>
                <a:gd name="T39" fmla="*/ 35 h 38"/>
                <a:gd name="T40" fmla="*/ 24 w 42"/>
                <a:gd name="T41" fmla="*/ 38 h 38"/>
                <a:gd name="T42" fmla="*/ 22 w 42"/>
                <a:gd name="T43" fmla="*/ 34 h 38"/>
                <a:gd name="T44" fmla="*/ 18 w 42"/>
                <a:gd name="T45" fmla="*/ 33 h 38"/>
                <a:gd name="T46" fmla="*/ 16 w 42"/>
                <a:gd name="T47" fmla="*/ 32 h 38"/>
                <a:gd name="T48" fmla="*/ 11 w 42"/>
                <a:gd name="T49" fmla="*/ 33 h 38"/>
                <a:gd name="T50" fmla="*/ 8 w 42"/>
                <a:gd name="T51" fmla="*/ 34 h 38"/>
                <a:gd name="T52" fmla="*/ 5 w 42"/>
                <a:gd name="T53" fmla="*/ 35 h 38"/>
                <a:gd name="T54" fmla="*/ 1 w 42"/>
                <a:gd name="T55" fmla="*/ 34 h 38"/>
                <a:gd name="T56" fmla="*/ 0 w 42"/>
                <a:gd name="T57" fmla="*/ 32 h 38"/>
                <a:gd name="T58" fmla="*/ 1 w 42"/>
                <a:gd name="T59" fmla="*/ 32 h 38"/>
                <a:gd name="T60" fmla="*/ 7 w 42"/>
                <a:gd name="T61" fmla="*/ 33 h 38"/>
                <a:gd name="T62" fmla="*/ 7 w 42"/>
                <a:gd name="T63" fmla="*/ 33 h 38"/>
                <a:gd name="T64" fmla="*/ 4 w 42"/>
                <a:gd name="T65" fmla="*/ 32 h 38"/>
                <a:gd name="T66" fmla="*/ 1 w 42"/>
                <a:gd name="T67" fmla="*/ 30 h 38"/>
                <a:gd name="T68" fmla="*/ 5 w 42"/>
                <a:gd name="T69" fmla="*/ 30 h 38"/>
                <a:gd name="T70" fmla="*/ 9 w 42"/>
                <a:gd name="T71" fmla="*/ 32 h 38"/>
                <a:gd name="T72" fmla="*/ 8 w 42"/>
                <a:gd name="T73" fmla="*/ 30 h 38"/>
                <a:gd name="T74" fmla="*/ 8 w 42"/>
                <a:gd name="T75" fmla="*/ 29 h 38"/>
                <a:gd name="T76" fmla="*/ 12 w 42"/>
                <a:gd name="T77" fmla="*/ 28 h 38"/>
                <a:gd name="T78" fmla="*/ 7 w 42"/>
                <a:gd name="T79" fmla="*/ 24 h 38"/>
                <a:gd name="T80" fmla="*/ 8 w 42"/>
                <a:gd name="T81" fmla="*/ 21 h 38"/>
                <a:gd name="T82" fmla="*/ 11 w 42"/>
                <a:gd name="T83" fmla="*/ 17 h 38"/>
                <a:gd name="T84" fmla="*/ 9 w 42"/>
                <a:gd name="T85" fmla="*/ 12 h 38"/>
                <a:gd name="T86" fmla="*/ 12 w 42"/>
                <a:gd name="T87" fmla="*/ 8 h 38"/>
                <a:gd name="T88" fmla="*/ 16 w 42"/>
                <a:gd name="T89" fmla="*/ 8 h 38"/>
                <a:gd name="T90" fmla="*/ 22 w 42"/>
                <a:gd name="T91" fmla="*/ 3 h 38"/>
                <a:gd name="T92" fmla="*/ 26 w 42"/>
                <a:gd name="T93" fmla="*/ 1 h 38"/>
                <a:gd name="T94" fmla="*/ 30 w 42"/>
                <a:gd name="T9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" h="38">
                  <a:moveTo>
                    <a:pt x="5" y="28"/>
                  </a:move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3" y="28"/>
                  </a:lnTo>
                  <a:lnTo>
                    <a:pt x="5" y="28"/>
                  </a:lnTo>
                  <a:close/>
                  <a:moveTo>
                    <a:pt x="4" y="26"/>
                  </a:moveTo>
                  <a:lnTo>
                    <a:pt x="7" y="26"/>
                  </a:lnTo>
                  <a:lnTo>
                    <a:pt x="8" y="26"/>
                  </a:lnTo>
                  <a:lnTo>
                    <a:pt x="8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5" y="26"/>
                  </a:lnTo>
                  <a:lnTo>
                    <a:pt x="4" y="26"/>
                  </a:lnTo>
                  <a:close/>
                  <a:moveTo>
                    <a:pt x="34" y="0"/>
                  </a:moveTo>
                  <a:lnTo>
                    <a:pt x="37" y="1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1" y="5"/>
                  </a:lnTo>
                  <a:lnTo>
                    <a:pt x="41" y="7"/>
                  </a:lnTo>
                  <a:lnTo>
                    <a:pt x="40" y="8"/>
                  </a:lnTo>
                  <a:lnTo>
                    <a:pt x="40" y="10"/>
                  </a:lnTo>
                  <a:lnTo>
                    <a:pt x="38" y="12"/>
                  </a:lnTo>
                  <a:lnTo>
                    <a:pt x="36" y="10"/>
                  </a:lnTo>
                  <a:lnTo>
                    <a:pt x="34" y="13"/>
                  </a:lnTo>
                  <a:lnTo>
                    <a:pt x="36" y="14"/>
                  </a:lnTo>
                  <a:lnTo>
                    <a:pt x="38" y="14"/>
                  </a:lnTo>
                  <a:lnTo>
                    <a:pt x="40" y="16"/>
                  </a:lnTo>
                  <a:lnTo>
                    <a:pt x="38" y="17"/>
                  </a:lnTo>
                  <a:lnTo>
                    <a:pt x="38" y="20"/>
                  </a:lnTo>
                  <a:lnTo>
                    <a:pt x="37" y="21"/>
                  </a:lnTo>
                  <a:lnTo>
                    <a:pt x="38" y="24"/>
                  </a:lnTo>
                  <a:lnTo>
                    <a:pt x="36" y="24"/>
                  </a:lnTo>
                  <a:lnTo>
                    <a:pt x="33" y="24"/>
                  </a:lnTo>
                  <a:lnTo>
                    <a:pt x="30" y="24"/>
                  </a:lnTo>
                  <a:lnTo>
                    <a:pt x="29" y="26"/>
                  </a:lnTo>
                  <a:lnTo>
                    <a:pt x="26" y="29"/>
                  </a:lnTo>
                  <a:lnTo>
                    <a:pt x="28" y="32"/>
                  </a:lnTo>
                  <a:lnTo>
                    <a:pt x="26" y="35"/>
                  </a:lnTo>
                  <a:lnTo>
                    <a:pt x="26" y="38"/>
                  </a:lnTo>
                  <a:lnTo>
                    <a:pt x="24" y="38"/>
                  </a:lnTo>
                  <a:lnTo>
                    <a:pt x="24" y="37"/>
                  </a:lnTo>
                  <a:lnTo>
                    <a:pt x="22" y="34"/>
                  </a:lnTo>
                  <a:lnTo>
                    <a:pt x="20" y="34"/>
                  </a:lnTo>
                  <a:lnTo>
                    <a:pt x="18" y="33"/>
                  </a:lnTo>
                  <a:lnTo>
                    <a:pt x="17" y="33"/>
                  </a:lnTo>
                  <a:lnTo>
                    <a:pt x="16" y="32"/>
                  </a:lnTo>
                  <a:lnTo>
                    <a:pt x="12" y="32"/>
                  </a:lnTo>
                  <a:lnTo>
                    <a:pt x="11" y="33"/>
                  </a:lnTo>
                  <a:lnTo>
                    <a:pt x="9" y="33"/>
                  </a:lnTo>
                  <a:lnTo>
                    <a:pt x="8" y="34"/>
                  </a:lnTo>
                  <a:lnTo>
                    <a:pt x="7" y="34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32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8" y="34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4" y="32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3" y="29"/>
                  </a:lnTo>
                  <a:lnTo>
                    <a:pt x="5" y="30"/>
                  </a:lnTo>
                  <a:lnTo>
                    <a:pt x="7" y="32"/>
                  </a:lnTo>
                  <a:lnTo>
                    <a:pt x="9" y="32"/>
                  </a:lnTo>
                  <a:lnTo>
                    <a:pt x="9" y="30"/>
                  </a:lnTo>
                  <a:lnTo>
                    <a:pt x="8" y="30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9" y="28"/>
                  </a:lnTo>
                  <a:lnTo>
                    <a:pt x="12" y="28"/>
                  </a:lnTo>
                  <a:lnTo>
                    <a:pt x="9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8" y="21"/>
                  </a:lnTo>
                  <a:lnTo>
                    <a:pt x="9" y="20"/>
                  </a:lnTo>
                  <a:lnTo>
                    <a:pt x="11" y="17"/>
                  </a:lnTo>
                  <a:lnTo>
                    <a:pt x="11" y="16"/>
                  </a:lnTo>
                  <a:lnTo>
                    <a:pt x="9" y="12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5" y="7"/>
                  </a:lnTo>
                  <a:lnTo>
                    <a:pt x="16" y="8"/>
                  </a:lnTo>
                  <a:lnTo>
                    <a:pt x="20" y="5"/>
                  </a:lnTo>
                  <a:lnTo>
                    <a:pt x="22" y="3"/>
                  </a:lnTo>
                  <a:lnTo>
                    <a:pt x="25" y="3"/>
                  </a:lnTo>
                  <a:lnTo>
                    <a:pt x="26" y="1"/>
                  </a:lnTo>
                  <a:lnTo>
                    <a:pt x="29" y="3"/>
                  </a:lnTo>
                  <a:lnTo>
                    <a:pt x="30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7" name="Freeform 402"/>
            <p:cNvSpPr>
              <a:spLocks/>
            </p:cNvSpPr>
            <p:nvPr/>
          </p:nvSpPr>
          <p:spPr bwMode="auto">
            <a:xfrm>
              <a:off x="5843935" y="2650112"/>
              <a:ext cx="86283" cy="71057"/>
            </a:xfrm>
            <a:custGeom>
              <a:avLst/>
              <a:gdLst>
                <a:gd name="T0" fmla="*/ 17 w 34"/>
                <a:gd name="T1" fmla="*/ 0 h 28"/>
                <a:gd name="T2" fmla="*/ 21 w 34"/>
                <a:gd name="T3" fmla="*/ 0 h 28"/>
                <a:gd name="T4" fmla="*/ 22 w 34"/>
                <a:gd name="T5" fmla="*/ 1 h 28"/>
                <a:gd name="T6" fmla="*/ 23 w 34"/>
                <a:gd name="T7" fmla="*/ 1 h 28"/>
                <a:gd name="T8" fmla="*/ 25 w 34"/>
                <a:gd name="T9" fmla="*/ 2 h 28"/>
                <a:gd name="T10" fmla="*/ 27 w 34"/>
                <a:gd name="T11" fmla="*/ 2 h 28"/>
                <a:gd name="T12" fmla="*/ 29 w 34"/>
                <a:gd name="T13" fmla="*/ 5 h 28"/>
                <a:gd name="T14" fmla="*/ 29 w 34"/>
                <a:gd name="T15" fmla="*/ 6 h 28"/>
                <a:gd name="T16" fmla="*/ 31 w 34"/>
                <a:gd name="T17" fmla="*/ 6 h 28"/>
                <a:gd name="T18" fmla="*/ 30 w 34"/>
                <a:gd name="T19" fmla="*/ 9 h 28"/>
                <a:gd name="T20" fmla="*/ 33 w 34"/>
                <a:gd name="T21" fmla="*/ 11 h 28"/>
                <a:gd name="T22" fmla="*/ 33 w 34"/>
                <a:gd name="T23" fmla="*/ 13 h 28"/>
                <a:gd name="T24" fmla="*/ 34 w 34"/>
                <a:gd name="T25" fmla="*/ 15 h 28"/>
                <a:gd name="T26" fmla="*/ 33 w 34"/>
                <a:gd name="T27" fmla="*/ 19 h 28"/>
                <a:gd name="T28" fmla="*/ 31 w 34"/>
                <a:gd name="T29" fmla="*/ 19 h 28"/>
                <a:gd name="T30" fmla="*/ 31 w 34"/>
                <a:gd name="T31" fmla="*/ 21 h 28"/>
                <a:gd name="T32" fmla="*/ 30 w 34"/>
                <a:gd name="T33" fmla="*/ 22 h 28"/>
                <a:gd name="T34" fmla="*/ 30 w 34"/>
                <a:gd name="T35" fmla="*/ 23 h 28"/>
                <a:gd name="T36" fmla="*/ 30 w 34"/>
                <a:gd name="T37" fmla="*/ 25 h 28"/>
                <a:gd name="T38" fmla="*/ 31 w 34"/>
                <a:gd name="T39" fmla="*/ 26 h 28"/>
                <a:gd name="T40" fmla="*/ 31 w 34"/>
                <a:gd name="T41" fmla="*/ 27 h 28"/>
                <a:gd name="T42" fmla="*/ 30 w 34"/>
                <a:gd name="T43" fmla="*/ 27 h 28"/>
                <a:gd name="T44" fmla="*/ 29 w 34"/>
                <a:gd name="T45" fmla="*/ 28 h 28"/>
                <a:gd name="T46" fmla="*/ 26 w 34"/>
                <a:gd name="T47" fmla="*/ 26 h 28"/>
                <a:gd name="T48" fmla="*/ 23 w 34"/>
                <a:gd name="T49" fmla="*/ 26 h 28"/>
                <a:gd name="T50" fmla="*/ 21 w 34"/>
                <a:gd name="T51" fmla="*/ 23 h 28"/>
                <a:gd name="T52" fmla="*/ 20 w 34"/>
                <a:gd name="T53" fmla="*/ 22 h 28"/>
                <a:gd name="T54" fmla="*/ 18 w 34"/>
                <a:gd name="T55" fmla="*/ 22 h 28"/>
                <a:gd name="T56" fmla="*/ 17 w 34"/>
                <a:gd name="T57" fmla="*/ 22 h 28"/>
                <a:gd name="T58" fmla="*/ 16 w 34"/>
                <a:gd name="T59" fmla="*/ 22 h 28"/>
                <a:gd name="T60" fmla="*/ 13 w 34"/>
                <a:gd name="T61" fmla="*/ 21 h 28"/>
                <a:gd name="T62" fmla="*/ 13 w 34"/>
                <a:gd name="T63" fmla="*/ 18 h 28"/>
                <a:gd name="T64" fmla="*/ 12 w 34"/>
                <a:gd name="T65" fmla="*/ 17 h 28"/>
                <a:gd name="T66" fmla="*/ 10 w 34"/>
                <a:gd name="T67" fmla="*/ 15 h 28"/>
                <a:gd name="T68" fmla="*/ 9 w 34"/>
                <a:gd name="T69" fmla="*/ 15 h 28"/>
                <a:gd name="T70" fmla="*/ 5 w 34"/>
                <a:gd name="T71" fmla="*/ 13 h 28"/>
                <a:gd name="T72" fmla="*/ 5 w 34"/>
                <a:gd name="T73" fmla="*/ 11 h 28"/>
                <a:gd name="T74" fmla="*/ 2 w 34"/>
                <a:gd name="T75" fmla="*/ 10 h 28"/>
                <a:gd name="T76" fmla="*/ 2 w 34"/>
                <a:gd name="T77" fmla="*/ 6 h 28"/>
                <a:gd name="T78" fmla="*/ 0 w 34"/>
                <a:gd name="T79" fmla="*/ 5 h 28"/>
                <a:gd name="T80" fmla="*/ 2 w 34"/>
                <a:gd name="T81" fmla="*/ 2 h 28"/>
                <a:gd name="T82" fmla="*/ 5 w 34"/>
                <a:gd name="T83" fmla="*/ 0 h 28"/>
                <a:gd name="T84" fmla="*/ 6 w 34"/>
                <a:gd name="T85" fmla="*/ 1 h 28"/>
                <a:gd name="T86" fmla="*/ 6 w 34"/>
                <a:gd name="T87" fmla="*/ 2 h 28"/>
                <a:gd name="T88" fmla="*/ 9 w 34"/>
                <a:gd name="T89" fmla="*/ 2 h 28"/>
                <a:gd name="T90" fmla="*/ 10 w 34"/>
                <a:gd name="T91" fmla="*/ 3 h 28"/>
                <a:gd name="T92" fmla="*/ 12 w 34"/>
                <a:gd name="T93" fmla="*/ 2 h 28"/>
                <a:gd name="T94" fmla="*/ 13 w 34"/>
                <a:gd name="T95" fmla="*/ 2 h 28"/>
                <a:gd name="T96" fmla="*/ 14 w 34"/>
                <a:gd name="T97" fmla="*/ 1 h 28"/>
                <a:gd name="T98" fmla="*/ 16 w 34"/>
                <a:gd name="T99" fmla="*/ 1 h 28"/>
                <a:gd name="T100" fmla="*/ 17 w 34"/>
                <a:gd name="T10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" h="28">
                  <a:moveTo>
                    <a:pt x="17" y="0"/>
                  </a:moveTo>
                  <a:lnTo>
                    <a:pt x="21" y="0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5" y="2"/>
                  </a:lnTo>
                  <a:lnTo>
                    <a:pt x="27" y="2"/>
                  </a:lnTo>
                  <a:lnTo>
                    <a:pt x="29" y="5"/>
                  </a:lnTo>
                  <a:lnTo>
                    <a:pt x="29" y="6"/>
                  </a:lnTo>
                  <a:lnTo>
                    <a:pt x="31" y="6"/>
                  </a:lnTo>
                  <a:lnTo>
                    <a:pt x="30" y="9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4" y="15"/>
                  </a:lnTo>
                  <a:lnTo>
                    <a:pt x="33" y="19"/>
                  </a:lnTo>
                  <a:lnTo>
                    <a:pt x="31" y="19"/>
                  </a:lnTo>
                  <a:lnTo>
                    <a:pt x="31" y="21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31" y="26"/>
                  </a:lnTo>
                  <a:lnTo>
                    <a:pt x="31" y="27"/>
                  </a:lnTo>
                  <a:lnTo>
                    <a:pt x="30" y="27"/>
                  </a:lnTo>
                  <a:lnTo>
                    <a:pt x="29" y="28"/>
                  </a:lnTo>
                  <a:lnTo>
                    <a:pt x="26" y="26"/>
                  </a:lnTo>
                  <a:lnTo>
                    <a:pt x="23" y="26"/>
                  </a:lnTo>
                  <a:lnTo>
                    <a:pt x="21" y="23"/>
                  </a:lnTo>
                  <a:lnTo>
                    <a:pt x="20" y="22"/>
                  </a:lnTo>
                  <a:lnTo>
                    <a:pt x="18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3" y="21"/>
                  </a:lnTo>
                  <a:lnTo>
                    <a:pt x="13" y="18"/>
                  </a:lnTo>
                  <a:lnTo>
                    <a:pt x="12" y="17"/>
                  </a:lnTo>
                  <a:lnTo>
                    <a:pt x="10" y="15"/>
                  </a:lnTo>
                  <a:lnTo>
                    <a:pt x="9" y="15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2" y="10"/>
                  </a:lnTo>
                  <a:lnTo>
                    <a:pt x="2" y="6"/>
                  </a:ln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8" name="Freeform 403"/>
            <p:cNvSpPr>
              <a:spLocks/>
            </p:cNvSpPr>
            <p:nvPr/>
          </p:nvSpPr>
          <p:spPr bwMode="auto">
            <a:xfrm>
              <a:off x="5920067" y="2698329"/>
              <a:ext cx="20302" cy="27916"/>
            </a:xfrm>
            <a:custGeom>
              <a:avLst/>
              <a:gdLst>
                <a:gd name="T0" fmla="*/ 1 w 8"/>
                <a:gd name="T1" fmla="*/ 0 h 11"/>
                <a:gd name="T2" fmla="*/ 3 w 8"/>
                <a:gd name="T3" fmla="*/ 0 h 11"/>
                <a:gd name="T4" fmla="*/ 5 w 8"/>
                <a:gd name="T5" fmla="*/ 3 h 11"/>
                <a:gd name="T6" fmla="*/ 7 w 8"/>
                <a:gd name="T7" fmla="*/ 6 h 11"/>
                <a:gd name="T8" fmla="*/ 8 w 8"/>
                <a:gd name="T9" fmla="*/ 7 h 11"/>
                <a:gd name="T10" fmla="*/ 8 w 8"/>
                <a:gd name="T11" fmla="*/ 11 h 11"/>
                <a:gd name="T12" fmla="*/ 5 w 8"/>
                <a:gd name="T13" fmla="*/ 11 h 11"/>
                <a:gd name="T14" fmla="*/ 3 w 8"/>
                <a:gd name="T15" fmla="*/ 11 h 11"/>
                <a:gd name="T16" fmla="*/ 1 w 8"/>
                <a:gd name="T17" fmla="*/ 8 h 11"/>
                <a:gd name="T18" fmla="*/ 1 w 8"/>
                <a:gd name="T19" fmla="*/ 8 h 11"/>
                <a:gd name="T20" fmla="*/ 1 w 8"/>
                <a:gd name="T21" fmla="*/ 7 h 11"/>
                <a:gd name="T22" fmla="*/ 0 w 8"/>
                <a:gd name="T23" fmla="*/ 6 h 11"/>
                <a:gd name="T24" fmla="*/ 0 w 8"/>
                <a:gd name="T25" fmla="*/ 4 h 11"/>
                <a:gd name="T26" fmla="*/ 0 w 8"/>
                <a:gd name="T27" fmla="*/ 3 h 11"/>
                <a:gd name="T28" fmla="*/ 1 w 8"/>
                <a:gd name="T29" fmla="*/ 2 h 11"/>
                <a:gd name="T30" fmla="*/ 1 w 8"/>
                <a:gd name="T3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11">
                  <a:moveTo>
                    <a:pt x="1" y="0"/>
                  </a:moveTo>
                  <a:lnTo>
                    <a:pt x="3" y="0"/>
                  </a:lnTo>
                  <a:lnTo>
                    <a:pt x="5" y="3"/>
                  </a:lnTo>
                  <a:lnTo>
                    <a:pt x="7" y="6"/>
                  </a:lnTo>
                  <a:lnTo>
                    <a:pt x="8" y="7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9" name="Freeform 405"/>
            <p:cNvSpPr>
              <a:spLocks/>
            </p:cNvSpPr>
            <p:nvPr/>
          </p:nvSpPr>
          <p:spPr bwMode="auto">
            <a:xfrm>
              <a:off x="5488651" y="2482621"/>
              <a:ext cx="121812" cy="159879"/>
            </a:xfrm>
            <a:custGeom>
              <a:avLst/>
              <a:gdLst>
                <a:gd name="T0" fmla="*/ 40 w 48"/>
                <a:gd name="T1" fmla="*/ 2 h 63"/>
                <a:gd name="T2" fmla="*/ 37 w 48"/>
                <a:gd name="T3" fmla="*/ 6 h 63"/>
                <a:gd name="T4" fmla="*/ 33 w 48"/>
                <a:gd name="T5" fmla="*/ 10 h 63"/>
                <a:gd name="T6" fmla="*/ 33 w 48"/>
                <a:gd name="T7" fmla="*/ 21 h 63"/>
                <a:gd name="T8" fmla="*/ 37 w 48"/>
                <a:gd name="T9" fmla="*/ 16 h 63"/>
                <a:gd name="T10" fmla="*/ 45 w 48"/>
                <a:gd name="T11" fmla="*/ 22 h 63"/>
                <a:gd name="T12" fmla="*/ 45 w 48"/>
                <a:gd name="T13" fmla="*/ 25 h 63"/>
                <a:gd name="T14" fmla="*/ 48 w 48"/>
                <a:gd name="T15" fmla="*/ 31 h 63"/>
                <a:gd name="T16" fmla="*/ 48 w 48"/>
                <a:gd name="T17" fmla="*/ 35 h 63"/>
                <a:gd name="T18" fmla="*/ 45 w 48"/>
                <a:gd name="T19" fmla="*/ 44 h 63"/>
                <a:gd name="T20" fmla="*/ 42 w 48"/>
                <a:gd name="T21" fmla="*/ 50 h 63"/>
                <a:gd name="T22" fmla="*/ 40 w 48"/>
                <a:gd name="T23" fmla="*/ 52 h 63"/>
                <a:gd name="T24" fmla="*/ 37 w 48"/>
                <a:gd name="T25" fmla="*/ 54 h 63"/>
                <a:gd name="T26" fmla="*/ 28 w 48"/>
                <a:gd name="T27" fmla="*/ 56 h 63"/>
                <a:gd name="T28" fmla="*/ 24 w 48"/>
                <a:gd name="T29" fmla="*/ 58 h 63"/>
                <a:gd name="T30" fmla="*/ 20 w 48"/>
                <a:gd name="T31" fmla="*/ 62 h 63"/>
                <a:gd name="T32" fmla="*/ 11 w 48"/>
                <a:gd name="T33" fmla="*/ 62 h 63"/>
                <a:gd name="T34" fmla="*/ 7 w 48"/>
                <a:gd name="T35" fmla="*/ 62 h 63"/>
                <a:gd name="T36" fmla="*/ 7 w 48"/>
                <a:gd name="T37" fmla="*/ 60 h 63"/>
                <a:gd name="T38" fmla="*/ 9 w 48"/>
                <a:gd name="T39" fmla="*/ 56 h 63"/>
                <a:gd name="T40" fmla="*/ 2 w 48"/>
                <a:gd name="T41" fmla="*/ 56 h 63"/>
                <a:gd name="T42" fmla="*/ 8 w 48"/>
                <a:gd name="T43" fmla="*/ 51 h 63"/>
                <a:gd name="T44" fmla="*/ 4 w 48"/>
                <a:gd name="T45" fmla="*/ 50 h 63"/>
                <a:gd name="T46" fmla="*/ 7 w 48"/>
                <a:gd name="T47" fmla="*/ 51 h 63"/>
                <a:gd name="T48" fmla="*/ 8 w 48"/>
                <a:gd name="T49" fmla="*/ 48 h 63"/>
                <a:gd name="T50" fmla="*/ 11 w 48"/>
                <a:gd name="T51" fmla="*/ 46 h 63"/>
                <a:gd name="T52" fmla="*/ 17 w 48"/>
                <a:gd name="T53" fmla="*/ 43 h 63"/>
                <a:gd name="T54" fmla="*/ 12 w 48"/>
                <a:gd name="T55" fmla="*/ 44 h 63"/>
                <a:gd name="T56" fmla="*/ 7 w 48"/>
                <a:gd name="T57" fmla="*/ 44 h 63"/>
                <a:gd name="T58" fmla="*/ 12 w 48"/>
                <a:gd name="T59" fmla="*/ 39 h 63"/>
                <a:gd name="T60" fmla="*/ 17 w 48"/>
                <a:gd name="T61" fmla="*/ 34 h 63"/>
                <a:gd name="T62" fmla="*/ 8 w 48"/>
                <a:gd name="T63" fmla="*/ 33 h 63"/>
                <a:gd name="T64" fmla="*/ 5 w 48"/>
                <a:gd name="T65" fmla="*/ 30 h 63"/>
                <a:gd name="T66" fmla="*/ 9 w 48"/>
                <a:gd name="T67" fmla="*/ 27 h 63"/>
                <a:gd name="T68" fmla="*/ 12 w 48"/>
                <a:gd name="T69" fmla="*/ 25 h 63"/>
                <a:gd name="T70" fmla="*/ 5 w 48"/>
                <a:gd name="T71" fmla="*/ 21 h 63"/>
                <a:gd name="T72" fmla="*/ 9 w 48"/>
                <a:gd name="T73" fmla="*/ 22 h 63"/>
                <a:gd name="T74" fmla="*/ 8 w 48"/>
                <a:gd name="T75" fmla="*/ 18 h 63"/>
                <a:gd name="T76" fmla="*/ 11 w 48"/>
                <a:gd name="T77" fmla="*/ 17 h 63"/>
                <a:gd name="T78" fmla="*/ 16 w 48"/>
                <a:gd name="T79" fmla="*/ 19 h 63"/>
                <a:gd name="T80" fmla="*/ 23 w 48"/>
                <a:gd name="T81" fmla="*/ 17 h 63"/>
                <a:gd name="T82" fmla="*/ 28 w 48"/>
                <a:gd name="T83" fmla="*/ 12 h 63"/>
                <a:gd name="T84" fmla="*/ 25 w 48"/>
                <a:gd name="T85" fmla="*/ 12 h 63"/>
                <a:gd name="T86" fmla="*/ 24 w 48"/>
                <a:gd name="T87" fmla="*/ 10 h 63"/>
                <a:gd name="T88" fmla="*/ 27 w 48"/>
                <a:gd name="T89" fmla="*/ 8 h 63"/>
                <a:gd name="T90" fmla="*/ 27 w 48"/>
                <a:gd name="T91" fmla="*/ 5 h 63"/>
                <a:gd name="T92" fmla="*/ 30 w 48"/>
                <a:gd name="T93" fmla="*/ 4 h 63"/>
                <a:gd name="T94" fmla="*/ 33 w 48"/>
                <a:gd name="T95" fmla="*/ 2 h 63"/>
                <a:gd name="T96" fmla="*/ 33 w 48"/>
                <a:gd name="T97" fmla="*/ 6 h 63"/>
                <a:gd name="T98" fmla="*/ 37 w 48"/>
                <a:gd name="T99" fmla="*/ 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8" h="63">
                  <a:moveTo>
                    <a:pt x="36" y="0"/>
                  </a:moveTo>
                  <a:lnTo>
                    <a:pt x="37" y="1"/>
                  </a:lnTo>
                  <a:lnTo>
                    <a:pt x="40" y="2"/>
                  </a:lnTo>
                  <a:lnTo>
                    <a:pt x="38" y="4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3" y="10"/>
                  </a:lnTo>
                  <a:lnTo>
                    <a:pt x="30" y="10"/>
                  </a:lnTo>
                  <a:lnTo>
                    <a:pt x="28" y="16"/>
                  </a:lnTo>
                  <a:lnTo>
                    <a:pt x="33" y="21"/>
                  </a:lnTo>
                  <a:lnTo>
                    <a:pt x="34" y="19"/>
                  </a:lnTo>
                  <a:lnTo>
                    <a:pt x="36" y="17"/>
                  </a:lnTo>
                  <a:lnTo>
                    <a:pt x="37" y="16"/>
                  </a:lnTo>
                  <a:lnTo>
                    <a:pt x="41" y="17"/>
                  </a:lnTo>
                  <a:lnTo>
                    <a:pt x="42" y="22"/>
                  </a:lnTo>
                  <a:lnTo>
                    <a:pt x="45" y="22"/>
                  </a:lnTo>
                  <a:lnTo>
                    <a:pt x="48" y="23"/>
                  </a:lnTo>
                  <a:lnTo>
                    <a:pt x="45" y="23"/>
                  </a:lnTo>
                  <a:lnTo>
                    <a:pt x="45" y="25"/>
                  </a:lnTo>
                  <a:lnTo>
                    <a:pt x="46" y="26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8" y="33"/>
                  </a:lnTo>
                  <a:lnTo>
                    <a:pt x="46" y="34"/>
                  </a:lnTo>
                  <a:lnTo>
                    <a:pt x="48" y="35"/>
                  </a:lnTo>
                  <a:lnTo>
                    <a:pt x="48" y="41"/>
                  </a:lnTo>
                  <a:lnTo>
                    <a:pt x="48" y="43"/>
                  </a:lnTo>
                  <a:lnTo>
                    <a:pt x="45" y="44"/>
                  </a:lnTo>
                  <a:lnTo>
                    <a:pt x="46" y="47"/>
                  </a:lnTo>
                  <a:lnTo>
                    <a:pt x="44" y="50"/>
                  </a:lnTo>
                  <a:lnTo>
                    <a:pt x="42" y="50"/>
                  </a:lnTo>
                  <a:lnTo>
                    <a:pt x="45" y="52"/>
                  </a:lnTo>
                  <a:lnTo>
                    <a:pt x="41" y="52"/>
                  </a:lnTo>
                  <a:lnTo>
                    <a:pt x="40" y="52"/>
                  </a:lnTo>
                  <a:lnTo>
                    <a:pt x="38" y="54"/>
                  </a:lnTo>
                  <a:lnTo>
                    <a:pt x="37" y="52"/>
                  </a:lnTo>
                  <a:lnTo>
                    <a:pt x="37" y="54"/>
                  </a:lnTo>
                  <a:lnTo>
                    <a:pt x="30" y="54"/>
                  </a:lnTo>
                  <a:lnTo>
                    <a:pt x="30" y="56"/>
                  </a:lnTo>
                  <a:lnTo>
                    <a:pt x="28" y="56"/>
                  </a:lnTo>
                  <a:lnTo>
                    <a:pt x="27" y="59"/>
                  </a:lnTo>
                  <a:lnTo>
                    <a:pt x="24" y="59"/>
                  </a:lnTo>
                  <a:lnTo>
                    <a:pt x="24" y="58"/>
                  </a:lnTo>
                  <a:lnTo>
                    <a:pt x="23" y="58"/>
                  </a:lnTo>
                  <a:lnTo>
                    <a:pt x="23" y="59"/>
                  </a:lnTo>
                  <a:lnTo>
                    <a:pt x="20" y="62"/>
                  </a:lnTo>
                  <a:lnTo>
                    <a:pt x="16" y="63"/>
                  </a:lnTo>
                  <a:lnTo>
                    <a:pt x="12" y="63"/>
                  </a:lnTo>
                  <a:lnTo>
                    <a:pt x="11" y="62"/>
                  </a:lnTo>
                  <a:lnTo>
                    <a:pt x="8" y="63"/>
                  </a:lnTo>
                  <a:lnTo>
                    <a:pt x="8" y="62"/>
                  </a:lnTo>
                  <a:lnTo>
                    <a:pt x="7" y="62"/>
                  </a:lnTo>
                  <a:lnTo>
                    <a:pt x="9" y="60"/>
                  </a:lnTo>
                  <a:lnTo>
                    <a:pt x="11" y="59"/>
                  </a:lnTo>
                  <a:lnTo>
                    <a:pt x="7" y="60"/>
                  </a:lnTo>
                  <a:lnTo>
                    <a:pt x="3" y="60"/>
                  </a:lnTo>
                  <a:lnTo>
                    <a:pt x="5" y="59"/>
                  </a:lnTo>
                  <a:lnTo>
                    <a:pt x="9" y="56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2" y="56"/>
                  </a:lnTo>
                  <a:lnTo>
                    <a:pt x="3" y="54"/>
                  </a:lnTo>
                  <a:lnTo>
                    <a:pt x="5" y="54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51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7" y="51"/>
                  </a:lnTo>
                  <a:lnTo>
                    <a:pt x="8" y="50"/>
                  </a:lnTo>
                  <a:lnTo>
                    <a:pt x="7" y="50"/>
                  </a:lnTo>
                  <a:lnTo>
                    <a:pt x="8" y="48"/>
                  </a:lnTo>
                  <a:lnTo>
                    <a:pt x="7" y="47"/>
                  </a:lnTo>
                  <a:lnTo>
                    <a:pt x="9" y="47"/>
                  </a:lnTo>
                  <a:lnTo>
                    <a:pt x="11" y="46"/>
                  </a:lnTo>
                  <a:lnTo>
                    <a:pt x="15" y="44"/>
                  </a:lnTo>
                  <a:lnTo>
                    <a:pt x="20" y="43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5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11" y="42"/>
                  </a:lnTo>
                  <a:lnTo>
                    <a:pt x="13" y="39"/>
                  </a:lnTo>
                  <a:lnTo>
                    <a:pt x="12" y="39"/>
                  </a:lnTo>
                  <a:lnTo>
                    <a:pt x="15" y="35"/>
                  </a:lnTo>
                  <a:lnTo>
                    <a:pt x="16" y="37"/>
                  </a:lnTo>
                  <a:lnTo>
                    <a:pt x="17" y="34"/>
                  </a:lnTo>
                  <a:lnTo>
                    <a:pt x="12" y="34"/>
                  </a:lnTo>
                  <a:lnTo>
                    <a:pt x="11" y="31"/>
                  </a:lnTo>
                  <a:lnTo>
                    <a:pt x="8" y="33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7"/>
                  </a:lnTo>
                  <a:lnTo>
                    <a:pt x="9" y="27"/>
                  </a:lnTo>
                  <a:lnTo>
                    <a:pt x="8" y="27"/>
                  </a:lnTo>
                  <a:lnTo>
                    <a:pt x="9" y="26"/>
                  </a:lnTo>
                  <a:lnTo>
                    <a:pt x="12" y="25"/>
                  </a:lnTo>
                  <a:lnTo>
                    <a:pt x="11" y="23"/>
                  </a:lnTo>
                  <a:lnTo>
                    <a:pt x="9" y="23"/>
                  </a:lnTo>
                  <a:lnTo>
                    <a:pt x="5" y="21"/>
                  </a:lnTo>
                  <a:lnTo>
                    <a:pt x="8" y="21"/>
                  </a:lnTo>
                  <a:lnTo>
                    <a:pt x="8" y="22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11" y="17"/>
                  </a:lnTo>
                  <a:lnTo>
                    <a:pt x="11" y="16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9" y="17"/>
                  </a:lnTo>
                  <a:lnTo>
                    <a:pt x="20" y="18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8" y="12"/>
                  </a:lnTo>
                  <a:lnTo>
                    <a:pt x="27" y="12"/>
                  </a:lnTo>
                  <a:lnTo>
                    <a:pt x="24" y="13"/>
                  </a:lnTo>
                  <a:lnTo>
                    <a:pt x="25" y="12"/>
                  </a:lnTo>
                  <a:lnTo>
                    <a:pt x="23" y="12"/>
                  </a:lnTo>
                  <a:lnTo>
                    <a:pt x="21" y="10"/>
                  </a:lnTo>
                  <a:lnTo>
                    <a:pt x="24" y="10"/>
                  </a:lnTo>
                  <a:lnTo>
                    <a:pt x="24" y="9"/>
                  </a:lnTo>
                  <a:lnTo>
                    <a:pt x="25" y="9"/>
                  </a:lnTo>
                  <a:lnTo>
                    <a:pt x="27" y="8"/>
                  </a:lnTo>
                  <a:lnTo>
                    <a:pt x="24" y="8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9" y="2"/>
                  </a:lnTo>
                  <a:lnTo>
                    <a:pt x="30" y="4"/>
                  </a:lnTo>
                  <a:lnTo>
                    <a:pt x="32" y="4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4" y="4"/>
                  </a:lnTo>
                  <a:lnTo>
                    <a:pt x="33" y="5"/>
                  </a:lnTo>
                  <a:lnTo>
                    <a:pt x="33" y="6"/>
                  </a:lnTo>
                  <a:lnTo>
                    <a:pt x="34" y="5"/>
                  </a:lnTo>
                  <a:lnTo>
                    <a:pt x="34" y="1"/>
                  </a:lnTo>
                  <a:lnTo>
                    <a:pt x="37" y="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0" name="Freeform 407"/>
            <p:cNvSpPr>
              <a:spLocks noEditPoints="1"/>
            </p:cNvSpPr>
            <p:nvPr/>
          </p:nvSpPr>
          <p:spPr bwMode="auto">
            <a:xfrm>
              <a:off x="5559707" y="2238998"/>
              <a:ext cx="261388" cy="474559"/>
            </a:xfrm>
            <a:custGeom>
              <a:avLst/>
              <a:gdLst>
                <a:gd name="T0" fmla="*/ 95 w 103"/>
                <a:gd name="T1" fmla="*/ 160 h 187"/>
                <a:gd name="T2" fmla="*/ 38 w 103"/>
                <a:gd name="T3" fmla="*/ 129 h 187"/>
                <a:gd name="T4" fmla="*/ 21 w 103"/>
                <a:gd name="T5" fmla="*/ 102 h 187"/>
                <a:gd name="T6" fmla="*/ 22 w 103"/>
                <a:gd name="T7" fmla="*/ 115 h 187"/>
                <a:gd name="T8" fmla="*/ 6 w 103"/>
                <a:gd name="T9" fmla="*/ 115 h 187"/>
                <a:gd name="T10" fmla="*/ 16 w 103"/>
                <a:gd name="T11" fmla="*/ 98 h 187"/>
                <a:gd name="T12" fmla="*/ 30 w 103"/>
                <a:gd name="T13" fmla="*/ 88 h 187"/>
                <a:gd name="T14" fmla="*/ 20 w 103"/>
                <a:gd name="T15" fmla="*/ 84 h 187"/>
                <a:gd name="T16" fmla="*/ 22 w 103"/>
                <a:gd name="T17" fmla="*/ 77 h 187"/>
                <a:gd name="T18" fmla="*/ 17 w 103"/>
                <a:gd name="T19" fmla="*/ 75 h 187"/>
                <a:gd name="T20" fmla="*/ 18 w 103"/>
                <a:gd name="T21" fmla="*/ 69 h 187"/>
                <a:gd name="T22" fmla="*/ 10 w 103"/>
                <a:gd name="T23" fmla="*/ 68 h 187"/>
                <a:gd name="T24" fmla="*/ 12 w 103"/>
                <a:gd name="T25" fmla="*/ 59 h 187"/>
                <a:gd name="T26" fmla="*/ 24 w 103"/>
                <a:gd name="T27" fmla="*/ 67 h 187"/>
                <a:gd name="T28" fmla="*/ 16 w 103"/>
                <a:gd name="T29" fmla="*/ 62 h 187"/>
                <a:gd name="T30" fmla="*/ 14 w 103"/>
                <a:gd name="T31" fmla="*/ 55 h 187"/>
                <a:gd name="T32" fmla="*/ 12 w 103"/>
                <a:gd name="T33" fmla="*/ 51 h 187"/>
                <a:gd name="T34" fmla="*/ 46 w 103"/>
                <a:gd name="T35" fmla="*/ 51 h 187"/>
                <a:gd name="T36" fmla="*/ 43 w 103"/>
                <a:gd name="T37" fmla="*/ 60 h 187"/>
                <a:gd name="T38" fmla="*/ 62 w 103"/>
                <a:gd name="T39" fmla="*/ 63 h 187"/>
                <a:gd name="T40" fmla="*/ 50 w 103"/>
                <a:gd name="T41" fmla="*/ 79 h 187"/>
                <a:gd name="T42" fmla="*/ 45 w 103"/>
                <a:gd name="T43" fmla="*/ 85 h 187"/>
                <a:gd name="T44" fmla="*/ 63 w 103"/>
                <a:gd name="T45" fmla="*/ 93 h 187"/>
                <a:gd name="T46" fmla="*/ 79 w 103"/>
                <a:gd name="T47" fmla="*/ 115 h 187"/>
                <a:gd name="T48" fmla="*/ 78 w 103"/>
                <a:gd name="T49" fmla="*/ 123 h 187"/>
                <a:gd name="T50" fmla="*/ 87 w 103"/>
                <a:gd name="T51" fmla="*/ 134 h 187"/>
                <a:gd name="T52" fmla="*/ 101 w 103"/>
                <a:gd name="T53" fmla="*/ 146 h 187"/>
                <a:gd name="T54" fmla="*/ 96 w 103"/>
                <a:gd name="T55" fmla="*/ 155 h 187"/>
                <a:gd name="T56" fmla="*/ 92 w 103"/>
                <a:gd name="T57" fmla="*/ 160 h 187"/>
                <a:gd name="T58" fmla="*/ 99 w 103"/>
                <a:gd name="T59" fmla="*/ 165 h 187"/>
                <a:gd name="T60" fmla="*/ 79 w 103"/>
                <a:gd name="T61" fmla="*/ 172 h 187"/>
                <a:gd name="T62" fmla="*/ 62 w 103"/>
                <a:gd name="T63" fmla="*/ 176 h 187"/>
                <a:gd name="T64" fmla="*/ 46 w 103"/>
                <a:gd name="T65" fmla="*/ 181 h 187"/>
                <a:gd name="T66" fmla="*/ 33 w 103"/>
                <a:gd name="T67" fmla="*/ 183 h 187"/>
                <a:gd name="T68" fmla="*/ 25 w 103"/>
                <a:gd name="T69" fmla="*/ 183 h 187"/>
                <a:gd name="T70" fmla="*/ 39 w 103"/>
                <a:gd name="T71" fmla="*/ 168 h 187"/>
                <a:gd name="T72" fmla="*/ 55 w 103"/>
                <a:gd name="T73" fmla="*/ 160 h 187"/>
                <a:gd name="T74" fmla="*/ 41 w 103"/>
                <a:gd name="T75" fmla="*/ 159 h 187"/>
                <a:gd name="T76" fmla="*/ 27 w 103"/>
                <a:gd name="T77" fmla="*/ 155 h 187"/>
                <a:gd name="T78" fmla="*/ 39 w 103"/>
                <a:gd name="T79" fmla="*/ 139 h 187"/>
                <a:gd name="T80" fmla="*/ 49 w 103"/>
                <a:gd name="T81" fmla="*/ 131 h 187"/>
                <a:gd name="T82" fmla="*/ 50 w 103"/>
                <a:gd name="T83" fmla="*/ 127 h 187"/>
                <a:gd name="T84" fmla="*/ 47 w 103"/>
                <a:gd name="T85" fmla="*/ 105 h 187"/>
                <a:gd name="T86" fmla="*/ 33 w 103"/>
                <a:gd name="T87" fmla="*/ 105 h 187"/>
                <a:gd name="T88" fmla="*/ 33 w 103"/>
                <a:gd name="T89" fmla="*/ 90 h 187"/>
                <a:gd name="T90" fmla="*/ 27 w 103"/>
                <a:gd name="T91" fmla="*/ 88 h 187"/>
                <a:gd name="T92" fmla="*/ 24 w 103"/>
                <a:gd name="T93" fmla="*/ 97 h 187"/>
                <a:gd name="T94" fmla="*/ 27 w 103"/>
                <a:gd name="T95" fmla="*/ 79 h 187"/>
                <a:gd name="T96" fmla="*/ 22 w 103"/>
                <a:gd name="T97" fmla="*/ 75 h 187"/>
                <a:gd name="T98" fmla="*/ 24 w 103"/>
                <a:gd name="T99" fmla="*/ 69 h 187"/>
                <a:gd name="T100" fmla="*/ 25 w 103"/>
                <a:gd name="T101" fmla="*/ 64 h 187"/>
                <a:gd name="T102" fmla="*/ 25 w 103"/>
                <a:gd name="T103" fmla="*/ 55 h 187"/>
                <a:gd name="T104" fmla="*/ 29 w 103"/>
                <a:gd name="T105" fmla="*/ 51 h 187"/>
                <a:gd name="T106" fmla="*/ 37 w 103"/>
                <a:gd name="T107" fmla="*/ 44 h 187"/>
                <a:gd name="T108" fmla="*/ 47 w 103"/>
                <a:gd name="T109" fmla="*/ 39 h 187"/>
                <a:gd name="T110" fmla="*/ 47 w 103"/>
                <a:gd name="T111" fmla="*/ 37 h 187"/>
                <a:gd name="T112" fmla="*/ 68 w 103"/>
                <a:gd name="T113" fmla="*/ 15 h 187"/>
                <a:gd name="T114" fmla="*/ 66 w 103"/>
                <a:gd name="T115" fmla="*/ 10 h 187"/>
                <a:gd name="T116" fmla="*/ 68 w 103"/>
                <a:gd name="T117" fmla="*/ 5 h 187"/>
                <a:gd name="T118" fmla="*/ 74 w 103"/>
                <a:gd name="T1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3" h="187">
                  <a:moveTo>
                    <a:pt x="71" y="173"/>
                  </a:moveTo>
                  <a:lnTo>
                    <a:pt x="72" y="173"/>
                  </a:lnTo>
                  <a:lnTo>
                    <a:pt x="74" y="173"/>
                  </a:lnTo>
                  <a:lnTo>
                    <a:pt x="74" y="175"/>
                  </a:lnTo>
                  <a:lnTo>
                    <a:pt x="74" y="176"/>
                  </a:lnTo>
                  <a:lnTo>
                    <a:pt x="71" y="176"/>
                  </a:lnTo>
                  <a:lnTo>
                    <a:pt x="70" y="175"/>
                  </a:lnTo>
                  <a:lnTo>
                    <a:pt x="68" y="175"/>
                  </a:lnTo>
                  <a:lnTo>
                    <a:pt x="71" y="173"/>
                  </a:lnTo>
                  <a:close/>
                  <a:moveTo>
                    <a:pt x="93" y="160"/>
                  </a:moveTo>
                  <a:lnTo>
                    <a:pt x="95" y="160"/>
                  </a:lnTo>
                  <a:lnTo>
                    <a:pt x="95" y="162"/>
                  </a:lnTo>
                  <a:lnTo>
                    <a:pt x="93" y="162"/>
                  </a:lnTo>
                  <a:lnTo>
                    <a:pt x="92" y="162"/>
                  </a:lnTo>
                  <a:lnTo>
                    <a:pt x="93" y="160"/>
                  </a:lnTo>
                  <a:close/>
                  <a:moveTo>
                    <a:pt x="38" y="129"/>
                  </a:moveTo>
                  <a:lnTo>
                    <a:pt x="39" y="131"/>
                  </a:lnTo>
                  <a:lnTo>
                    <a:pt x="41" y="131"/>
                  </a:lnTo>
                  <a:lnTo>
                    <a:pt x="38" y="133"/>
                  </a:lnTo>
                  <a:lnTo>
                    <a:pt x="35" y="131"/>
                  </a:lnTo>
                  <a:lnTo>
                    <a:pt x="35" y="130"/>
                  </a:lnTo>
                  <a:lnTo>
                    <a:pt x="38" y="129"/>
                  </a:lnTo>
                  <a:close/>
                  <a:moveTo>
                    <a:pt x="38" y="113"/>
                  </a:moveTo>
                  <a:lnTo>
                    <a:pt x="37" y="114"/>
                  </a:lnTo>
                  <a:lnTo>
                    <a:pt x="38" y="115"/>
                  </a:lnTo>
                  <a:lnTo>
                    <a:pt x="35" y="118"/>
                  </a:lnTo>
                  <a:lnTo>
                    <a:pt x="33" y="119"/>
                  </a:lnTo>
                  <a:lnTo>
                    <a:pt x="34" y="115"/>
                  </a:lnTo>
                  <a:lnTo>
                    <a:pt x="38" y="113"/>
                  </a:lnTo>
                  <a:close/>
                  <a:moveTo>
                    <a:pt x="16" y="98"/>
                  </a:moveTo>
                  <a:lnTo>
                    <a:pt x="18" y="100"/>
                  </a:lnTo>
                  <a:lnTo>
                    <a:pt x="21" y="100"/>
                  </a:lnTo>
                  <a:lnTo>
                    <a:pt x="21" y="102"/>
                  </a:lnTo>
                  <a:lnTo>
                    <a:pt x="25" y="108"/>
                  </a:lnTo>
                  <a:lnTo>
                    <a:pt x="22" y="109"/>
                  </a:lnTo>
                  <a:lnTo>
                    <a:pt x="26" y="109"/>
                  </a:lnTo>
                  <a:lnTo>
                    <a:pt x="26" y="114"/>
                  </a:lnTo>
                  <a:lnTo>
                    <a:pt x="25" y="110"/>
                  </a:lnTo>
                  <a:lnTo>
                    <a:pt x="24" y="110"/>
                  </a:lnTo>
                  <a:lnTo>
                    <a:pt x="25" y="112"/>
                  </a:lnTo>
                  <a:lnTo>
                    <a:pt x="24" y="113"/>
                  </a:lnTo>
                  <a:lnTo>
                    <a:pt x="25" y="114"/>
                  </a:lnTo>
                  <a:lnTo>
                    <a:pt x="25" y="115"/>
                  </a:lnTo>
                  <a:lnTo>
                    <a:pt x="22" y="115"/>
                  </a:lnTo>
                  <a:lnTo>
                    <a:pt x="22" y="117"/>
                  </a:lnTo>
                  <a:lnTo>
                    <a:pt x="21" y="118"/>
                  </a:lnTo>
                  <a:lnTo>
                    <a:pt x="20" y="118"/>
                  </a:lnTo>
                  <a:lnTo>
                    <a:pt x="20" y="119"/>
                  </a:lnTo>
                  <a:lnTo>
                    <a:pt x="20" y="119"/>
                  </a:lnTo>
                  <a:lnTo>
                    <a:pt x="17" y="118"/>
                  </a:lnTo>
                  <a:lnTo>
                    <a:pt x="14" y="118"/>
                  </a:lnTo>
                  <a:lnTo>
                    <a:pt x="13" y="113"/>
                  </a:lnTo>
                  <a:lnTo>
                    <a:pt x="9" y="112"/>
                  </a:lnTo>
                  <a:lnTo>
                    <a:pt x="8" y="113"/>
                  </a:lnTo>
                  <a:lnTo>
                    <a:pt x="6" y="115"/>
                  </a:lnTo>
                  <a:lnTo>
                    <a:pt x="5" y="117"/>
                  </a:lnTo>
                  <a:lnTo>
                    <a:pt x="0" y="112"/>
                  </a:lnTo>
                  <a:lnTo>
                    <a:pt x="2" y="106"/>
                  </a:lnTo>
                  <a:lnTo>
                    <a:pt x="5" y="106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9" y="102"/>
                  </a:lnTo>
                  <a:lnTo>
                    <a:pt x="10" y="101"/>
                  </a:lnTo>
                  <a:lnTo>
                    <a:pt x="12" y="101"/>
                  </a:lnTo>
                  <a:lnTo>
                    <a:pt x="13" y="101"/>
                  </a:lnTo>
                  <a:lnTo>
                    <a:pt x="16" y="98"/>
                  </a:lnTo>
                  <a:close/>
                  <a:moveTo>
                    <a:pt x="29" y="92"/>
                  </a:moveTo>
                  <a:lnTo>
                    <a:pt x="30" y="94"/>
                  </a:lnTo>
                  <a:lnTo>
                    <a:pt x="30" y="97"/>
                  </a:lnTo>
                  <a:lnTo>
                    <a:pt x="27" y="96"/>
                  </a:lnTo>
                  <a:lnTo>
                    <a:pt x="27" y="93"/>
                  </a:lnTo>
                  <a:lnTo>
                    <a:pt x="29" y="92"/>
                  </a:lnTo>
                  <a:close/>
                  <a:moveTo>
                    <a:pt x="30" y="88"/>
                  </a:moveTo>
                  <a:lnTo>
                    <a:pt x="31" y="89"/>
                  </a:lnTo>
                  <a:lnTo>
                    <a:pt x="31" y="92"/>
                  </a:lnTo>
                  <a:lnTo>
                    <a:pt x="30" y="90"/>
                  </a:lnTo>
                  <a:lnTo>
                    <a:pt x="30" y="88"/>
                  </a:lnTo>
                  <a:close/>
                  <a:moveTo>
                    <a:pt x="20" y="88"/>
                  </a:moveTo>
                  <a:lnTo>
                    <a:pt x="21" y="92"/>
                  </a:lnTo>
                  <a:lnTo>
                    <a:pt x="18" y="93"/>
                  </a:lnTo>
                  <a:lnTo>
                    <a:pt x="18" y="90"/>
                  </a:lnTo>
                  <a:lnTo>
                    <a:pt x="17" y="92"/>
                  </a:lnTo>
                  <a:lnTo>
                    <a:pt x="17" y="89"/>
                  </a:lnTo>
                  <a:lnTo>
                    <a:pt x="20" y="88"/>
                  </a:lnTo>
                  <a:close/>
                  <a:moveTo>
                    <a:pt x="20" y="84"/>
                  </a:moveTo>
                  <a:lnTo>
                    <a:pt x="20" y="85"/>
                  </a:lnTo>
                  <a:lnTo>
                    <a:pt x="18" y="87"/>
                  </a:lnTo>
                  <a:lnTo>
                    <a:pt x="20" y="84"/>
                  </a:lnTo>
                  <a:close/>
                  <a:moveTo>
                    <a:pt x="25" y="84"/>
                  </a:moveTo>
                  <a:lnTo>
                    <a:pt x="24" y="88"/>
                  </a:lnTo>
                  <a:lnTo>
                    <a:pt x="21" y="90"/>
                  </a:lnTo>
                  <a:lnTo>
                    <a:pt x="21" y="88"/>
                  </a:lnTo>
                  <a:lnTo>
                    <a:pt x="25" y="84"/>
                  </a:lnTo>
                  <a:close/>
                  <a:moveTo>
                    <a:pt x="13" y="77"/>
                  </a:moveTo>
                  <a:lnTo>
                    <a:pt x="14" y="77"/>
                  </a:lnTo>
                  <a:lnTo>
                    <a:pt x="12" y="79"/>
                  </a:lnTo>
                  <a:lnTo>
                    <a:pt x="13" y="77"/>
                  </a:lnTo>
                  <a:close/>
                  <a:moveTo>
                    <a:pt x="21" y="76"/>
                  </a:moveTo>
                  <a:lnTo>
                    <a:pt x="22" y="77"/>
                  </a:lnTo>
                  <a:lnTo>
                    <a:pt x="24" y="79"/>
                  </a:lnTo>
                  <a:lnTo>
                    <a:pt x="25" y="80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18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1" y="79"/>
                  </a:lnTo>
                  <a:lnTo>
                    <a:pt x="18" y="77"/>
                  </a:lnTo>
                  <a:lnTo>
                    <a:pt x="21" y="76"/>
                  </a:lnTo>
                  <a:close/>
                  <a:moveTo>
                    <a:pt x="17" y="75"/>
                  </a:moveTo>
                  <a:lnTo>
                    <a:pt x="17" y="76"/>
                  </a:lnTo>
                  <a:lnTo>
                    <a:pt x="16" y="77"/>
                  </a:lnTo>
                  <a:lnTo>
                    <a:pt x="17" y="75"/>
                  </a:lnTo>
                  <a:close/>
                  <a:moveTo>
                    <a:pt x="21" y="71"/>
                  </a:moveTo>
                  <a:lnTo>
                    <a:pt x="20" y="72"/>
                  </a:lnTo>
                  <a:lnTo>
                    <a:pt x="20" y="71"/>
                  </a:lnTo>
                  <a:lnTo>
                    <a:pt x="21" y="71"/>
                  </a:lnTo>
                  <a:close/>
                  <a:moveTo>
                    <a:pt x="18" y="69"/>
                  </a:moveTo>
                  <a:lnTo>
                    <a:pt x="20" y="71"/>
                  </a:lnTo>
                  <a:lnTo>
                    <a:pt x="18" y="71"/>
                  </a:lnTo>
                  <a:lnTo>
                    <a:pt x="18" y="69"/>
                  </a:lnTo>
                  <a:lnTo>
                    <a:pt x="18" y="69"/>
                  </a:lnTo>
                  <a:close/>
                  <a:moveTo>
                    <a:pt x="8" y="68"/>
                  </a:moveTo>
                  <a:lnTo>
                    <a:pt x="9" y="69"/>
                  </a:lnTo>
                  <a:lnTo>
                    <a:pt x="8" y="71"/>
                  </a:lnTo>
                  <a:lnTo>
                    <a:pt x="8" y="69"/>
                  </a:lnTo>
                  <a:lnTo>
                    <a:pt x="8" y="68"/>
                  </a:lnTo>
                  <a:close/>
                  <a:moveTo>
                    <a:pt x="9" y="63"/>
                  </a:moveTo>
                  <a:lnTo>
                    <a:pt x="10" y="63"/>
                  </a:lnTo>
                  <a:lnTo>
                    <a:pt x="10" y="64"/>
                  </a:lnTo>
                  <a:lnTo>
                    <a:pt x="10" y="65"/>
                  </a:lnTo>
                  <a:lnTo>
                    <a:pt x="10" y="68"/>
                  </a:lnTo>
                  <a:lnTo>
                    <a:pt x="9" y="68"/>
                  </a:lnTo>
                  <a:lnTo>
                    <a:pt x="8" y="65"/>
                  </a:lnTo>
                  <a:lnTo>
                    <a:pt x="9" y="64"/>
                  </a:lnTo>
                  <a:lnTo>
                    <a:pt x="9" y="63"/>
                  </a:lnTo>
                  <a:close/>
                  <a:moveTo>
                    <a:pt x="10" y="62"/>
                  </a:moveTo>
                  <a:lnTo>
                    <a:pt x="10" y="63"/>
                  </a:lnTo>
                  <a:lnTo>
                    <a:pt x="9" y="63"/>
                  </a:lnTo>
                  <a:lnTo>
                    <a:pt x="9" y="62"/>
                  </a:lnTo>
                  <a:lnTo>
                    <a:pt x="10" y="62"/>
                  </a:lnTo>
                  <a:close/>
                  <a:moveTo>
                    <a:pt x="9" y="59"/>
                  </a:moveTo>
                  <a:lnTo>
                    <a:pt x="12" y="59"/>
                  </a:lnTo>
                  <a:lnTo>
                    <a:pt x="12" y="60"/>
                  </a:lnTo>
                  <a:lnTo>
                    <a:pt x="9" y="60"/>
                  </a:lnTo>
                  <a:lnTo>
                    <a:pt x="8" y="59"/>
                  </a:lnTo>
                  <a:lnTo>
                    <a:pt x="9" y="59"/>
                  </a:lnTo>
                  <a:close/>
                  <a:moveTo>
                    <a:pt x="20" y="59"/>
                  </a:moveTo>
                  <a:lnTo>
                    <a:pt x="21" y="60"/>
                  </a:lnTo>
                  <a:lnTo>
                    <a:pt x="21" y="64"/>
                  </a:lnTo>
                  <a:lnTo>
                    <a:pt x="22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4" y="67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2" y="67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7" y="63"/>
                  </a:lnTo>
                  <a:lnTo>
                    <a:pt x="17" y="64"/>
                  </a:lnTo>
                  <a:lnTo>
                    <a:pt x="14" y="63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8" y="62"/>
                  </a:lnTo>
                  <a:lnTo>
                    <a:pt x="18" y="59"/>
                  </a:lnTo>
                  <a:lnTo>
                    <a:pt x="20" y="59"/>
                  </a:lnTo>
                  <a:close/>
                  <a:moveTo>
                    <a:pt x="14" y="55"/>
                  </a:moveTo>
                  <a:lnTo>
                    <a:pt x="16" y="55"/>
                  </a:lnTo>
                  <a:lnTo>
                    <a:pt x="13" y="58"/>
                  </a:lnTo>
                  <a:lnTo>
                    <a:pt x="12" y="56"/>
                  </a:lnTo>
                  <a:lnTo>
                    <a:pt x="13" y="56"/>
                  </a:lnTo>
                  <a:lnTo>
                    <a:pt x="13" y="55"/>
                  </a:lnTo>
                  <a:lnTo>
                    <a:pt x="14" y="55"/>
                  </a:lnTo>
                  <a:close/>
                  <a:moveTo>
                    <a:pt x="21" y="44"/>
                  </a:moveTo>
                  <a:lnTo>
                    <a:pt x="21" y="48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8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3" y="52"/>
                  </a:lnTo>
                  <a:lnTo>
                    <a:pt x="12" y="51"/>
                  </a:lnTo>
                  <a:lnTo>
                    <a:pt x="13" y="50"/>
                  </a:lnTo>
                  <a:lnTo>
                    <a:pt x="16" y="51"/>
                  </a:lnTo>
                  <a:lnTo>
                    <a:pt x="16" y="48"/>
                  </a:lnTo>
                  <a:lnTo>
                    <a:pt x="21" y="44"/>
                  </a:lnTo>
                  <a:close/>
                  <a:moveTo>
                    <a:pt x="50" y="43"/>
                  </a:moveTo>
                  <a:lnTo>
                    <a:pt x="50" y="43"/>
                  </a:lnTo>
                  <a:lnTo>
                    <a:pt x="49" y="46"/>
                  </a:lnTo>
                  <a:lnTo>
                    <a:pt x="50" y="46"/>
                  </a:lnTo>
                  <a:lnTo>
                    <a:pt x="49" y="48"/>
                  </a:lnTo>
                  <a:lnTo>
                    <a:pt x="47" y="48"/>
                  </a:lnTo>
                  <a:lnTo>
                    <a:pt x="46" y="51"/>
                  </a:lnTo>
                  <a:lnTo>
                    <a:pt x="41" y="55"/>
                  </a:lnTo>
                  <a:lnTo>
                    <a:pt x="41" y="56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42" y="56"/>
                  </a:lnTo>
                  <a:lnTo>
                    <a:pt x="41" y="59"/>
                  </a:lnTo>
                  <a:lnTo>
                    <a:pt x="39" y="62"/>
                  </a:lnTo>
                  <a:lnTo>
                    <a:pt x="39" y="62"/>
                  </a:lnTo>
                  <a:lnTo>
                    <a:pt x="41" y="60"/>
                  </a:lnTo>
                  <a:lnTo>
                    <a:pt x="42" y="60"/>
                  </a:lnTo>
                  <a:lnTo>
                    <a:pt x="43" y="60"/>
                  </a:lnTo>
                  <a:lnTo>
                    <a:pt x="45" y="59"/>
                  </a:lnTo>
                  <a:lnTo>
                    <a:pt x="46" y="59"/>
                  </a:lnTo>
                  <a:lnTo>
                    <a:pt x="47" y="59"/>
                  </a:lnTo>
                  <a:lnTo>
                    <a:pt x="49" y="59"/>
                  </a:lnTo>
                  <a:lnTo>
                    <a:pt x="50" y="59"/>
                  </a:lnTo>
                  <a:lnTo>
                    <a:pt x="51" y="59"/>
                  </a:lnTo>
                  <a:lnTo>
                    <a:pt x="54" y="59"/>
                  </a:lnTo>
                  <a:lnTo>
                    <a:pt x="58" y="59"/>
                  </a:lnTo>
                  <a:lnTo>
                    <a:pt x="59" y="59"/>
                  </a:lnTo>
                  <a:lnTo>
                    <a:pt x="62" y="60"/>
                  </a:lnTo>
                  <a:lnTo>
                    <a:pt x="62" y="63"/>
                  </a:lnTo>
                  <a:lnTo>
                    <a:pt x="60" y="64"/>
                  </a:lnTo>
                  <a:lnTo>
                    <a:pt x="59" y="67"/>
                  </a:lnTo>
                  <a:lnTo>
                    <a:pt x="59" y="68"/>
                  </a:lnTo>
                  <a:lnTo>
                    <a:pt x="58" y="69"/>
                  </a:lnTo>
                  <a:lnTo>
                    <a:pt x="58" y="71"/>
                  </a:lnTo>
                  <a:lnTo>
                    <a:pt x="58" y="72"/>
                  </a:lnTo>
                  <a:lnTo>
                    <a:pt x="55" y="75"/>
                  </a:lnTo>
                  <a:lnTo>
                    <a:pt x="55" y="76"/>
                  </a:lnTo>
                  <a:lnTo>
                    <a:pt x="54" y="77"/>
                  </a:lnTo>
                  <a:lnTo>
                    <a:pt x="53" y="79"/>
                  </a:lnTo>
                  <a:lnTo>
                    <a:pt x="50" y="79"/>
                  </a:lnTo>
                  <a:lnTo>
                    <a:pt x="49" y="80"/>
                  </a:lnTo>
                  <a:lnTo>
                    <a:pt x="49" y="81"/>
                  </a:lnTo>
                  <a:lnTo>
                    <a:pt x="51" y="79"/>
                  </a:lnTo>
                  <a:lnTo>
                    <a:pt x="53" y="80"/>
                  </a:lnTo>
                  <a:lnTo>
                    <a:pt x="53" y="81"/>
                  </a:lnTo>
                  <a:lnTo>
                    <a:pt x="54" y="83"/>
                  </a:lnTo>
                  <a:lnTo>
                    <a:pt x="53" y="84"/>
                  </a:lnTo>
                  <a:lnTo>
                    <a:pt x="50" y="84"/>
                  </a:lnTo>
                  <a:lnTo>
                    <a:pt x="50" y="85"/>
                  </a:lnTo>
                  <a:lnTo>
                    <a:pt x="47" y="87"/>
                  </a:lnTo>
                  <a:lnTo>
                    <a:pt x="45" y="85"/>
                  </a:lnTo>
                  <a:lnTo>
                    <a:pt x="43" y="85"/>
                  </a:lnTo>
                  <a:lnTo>
                    <a:pt x="43" y="87"/>
                  </a:lnTo>
                  <a:lnTo>
                    <a:pt x="46" y="87"/>
                  </a:lnTo>
                  <a:lnTo>
                    <a:pt x="47" y="87"/>
                  </a:lnTo>
                  <a:lnTo>
                    <a:pt x="50" y="88"/>
                  </a:lnTo>
                  <a:lnTo>
                    <a:pt x="53" y="87"/>
                  </a:lnTo>
                  <a:lnTo>
                    <a:pt x="53" y="85"/>
                  </a:lnTo>
                  <a:lnTo>
                    <a:pt x="55" y="87"/>
                  </a:lnTo>
                  <a:lnTo>
                    <a:pt x="58" y="88"/>
                  </a:lnTo>
                  <a:lnTo>
                    <a:pt x="59" y="88"/>
                  </a:lnTo>
                  <a:lnTo>
                    <a:pt x="63" y="93"/>
                  </a:lnTo>
                  <a:lnTo>
                    <a:pt x="63" y="93"/>
                  </a:lnTo>
                  <a:lnTo>
                    <a:pt x="64" y="94"/>
                  </a:lnTo>
                  <a:lnTo>
                    <a:pt x="66" y="101"/>
                  </a:lnTo>
                  <a:lnTo>
                    <a:pt x="67" y="102"/>
                  </a:lnTo>
                  <a:lnTo>
                    <a:pt x="68" y="108"/>
                  </a:lnTo>
                  <a:lnTo>
                    <a:pt x="70" y="108"/>
                  </a:lnTo>
                  <a:lnTo>
                    <a:pt x="70" y="109"/>
                  </a:lnTo>
                  <a:lnTo>
                    <a:pt x="74" y="110"/>
                  </a:lnTo>
                  <a:lnTo>
                    <a:pt x="76" y="112"/>
                  </a:lnTo>
                  <a:lnTo>
                    <a:pt x="78" y="115"/>
                  </a:lnTo>
                  <a:lnTo>
                    <a:pt x="79" y="115"/>
                  </a:lnTo>
                  <a:lnTo>
                    <a:pt x="79" y="117"/>
                  </a:lnTo>
                  <a:lnTo>
                    <a:pt x="81" y="117"/>
                  </a:lnTo>
                  <a:lnTo>
                    <a:pt x="80" y="117"/>
                  </a:lnTo>
                  <a:lnTo>
                    <a:pt x="79" y="119"/>
                  </a:lnTo>
                  <a:lnTo>
                    <a:pt x="80" y="121"/>
                  </a:lnTo>
                  <a:lnTo>
                    <a:pt x="84" y="125"/>
                  </a:lnTo>
                  <a:lnTo>
                    <a:pt x="83" y="125"/>
                  </a:lnTo>
                  <a:lnTo>
                    <a:pt x="81" y="125"/>
                  </a:lnTo>
                  <a:lnTo>
                    <a:pt x="80" y="123"/>
                  </a:lnTo>
                  <a:lnTo>
                    <a:pt x="79" y="123"/>
                  </a:lnTo>
                  <a:lnTo>
                    <a:pt x="78" y="123"/>
                  </a:lnTo>
                  <a:lnTo>
                    <a:pt x="76" y="123"/>
                  </a:lnTo>
                  <a:lnTo>
                    <a:pt x="75" y="123"/>
                  </a:lnTo>
                  <a:lnTo>
                    <a:pt x="76" y="123"/>
                  </a:lnTo>
                  <a:lnTo>
                    <a:pt x="78" y="125"/>
                  </a:lnTo>
                  <a:lnTo>
                    <a:pt x="79" y="123"/>
                  </a:lnTo>
                  <a:lnTo>
                    <a:pt x="79" y="123"/>
                  </a:lnTo>
                  <a:lnTo>
                    <a:pt x="80" y="126"/>
                  </a:lnTo>
                  <a:lnTo>
                    <a:pt x="83" y="127"/>
                  </a:lnTo>
                  <a:lnTo>
                    <a:pt x="84" y="127"/>
                  </a:lnTo>
                  <a:lnTo>
                    <a:pt x="87" y="131"/>
                  </a:lnTo>
                  <a:lnTo>
                    <a:pt x="87" y="134"/>
                  </a:lnTo>
                  <a:lnTo>
                    <a:pt x="83" y="137"/>
                  </a:lnTo>
                  <a:lnTo>
                    <a:pt x="85" y="138"/>
                  </a:lnTo>
                  <a:lnTo>
                    <a:pt x="87" y="139"/>
                  </a:lnTo>
                  <a:lnTo>
                    <a:pt x="88" y="138"/>
                  </a:lnTo>
                  <a:lnTo>
                    <a:pt x="88" y="135"/>
                  </a:lnTo>
                  <a:lnTo>
                    <a:pt x="92" y="135"/>
                  </a:lnTo>
                  <a:lnTo>
                    <a:pt x="97" y="135"/>
                  </a:lnTo>
                  <a:lnTo>
                    <a:pt x="101" y="139"/>
                  </a:lnTo>
                  <a:lnTo>
                    <a:pt x="101" y="142"/>
                  </a:lnTo>
                  <a:lnTo>
                    <a:pt x="103" y="143"/>
                  </a:lnTo>
                  <a:lnTo>
                    <a:pt x="101" y="146"/>
                  </a:lnTo>
                  <a:lnTo>
                    <a:pt x="101" y="150"/>
                  </a:lnTo>
                  <a:lnTo>
                    <a:pt x="100" y="150"/>
                  </a:lnTo>
                  <a:lnTo>
                    <a:pt x="99" y="152"/>
                  </a:lnTo>
                  <a:lnTo>
                    <a:pt x="99" y="151"/>
                  </a:lnTo>
                  <a:lnTo>
                    <a:pt x="97" y="151"/>
                  </a:lnTo>
                  <a:lnTo>
                    <a:pt x="96" y="152"/>
                  </a:lnTo>
                  <a:lnTo>
                    <a:pt x="99" y="152"/>
                  </a:lnTo>
                  <a:lnTo>
                    <a:pt x="97" y="152"/>
                  </a:lnTo>
                  <a:lnTo>
                    <a:pt x="99" y="154"/>
                  </a:lnTo>
                  <a:lnTo>
                    <a:pt x="97" y="154"/>
                  </a:lnTo>
                  <a:lnTo>
                    <a:pt x="96" y="155"/>
                  </a:lnTo>
                  <a:lnTo>
                    <a:pt x="95" y="155"/>
                  </a:lnTo>
                  <a:lnTo>
                    <a:pt x="93" y="155"/>
                  </a:lnTo>
                  <a:lnTo>
                    <a:pt x="92" y="156"/>
                  </a:lnTo>
                  <a:lnTo>
                    <a:pt x="95" y="156"/>
                  </a:lnTo>
                  <a:lnTo>
                    <a:pt x="95" y="158"/>
                  </a:lnTo>
                  <a:lnTo>
                    <a:pt x="93" y="159"/>
                  </a:lnTo>
                  <a:lnTo>
                    <a:pt x="92" y="159"/>
                  </a:lnTo>
                  <a:lnTo>
                    <a:pt x="89" y="160"/>
                  </a:lnTo>
                  <a:lnTo>
                    <a:pt x="91" y="160"/>
                  </a:lnTo>
                  <a:lnTo>
                    <a:pt x="93" y="160"/>
                  </a:lnTo>
                  <a:lnTo>
                    <a:pt x="92" y="160"/>
                  </a:lnTo>
                  <a:lnTo>
                    <a:pt x="92" y="160"/>
                  </a:lnTo>
                  <a:lnTo>
                    <a:pt x="91" y="162"/>
                  </a:lnTo>
                  <a:lnTo>
                    <a:pt x="92" y="162"/>
                  </a:lnTo>
                  <a:lnTo>
                    <a:pt x="95" y="163"/>
                  </a:lnTo>
                  <a:lnTo>
                    <a:pt x="95" y="162"/>
                  </a:lnTo>
                  <a:lnTo>
                    <a:pt x="97" y="162"/>
                  </a:lnTo>
                  <a:lnTo>
                    <a:pt x="101" y="162"/>
                  </a:lnTo>
                  <a:lnTo>
                    <a:pt x="100" y="163"/>
                  </a:lnTo>
                  <a:lnTo>
                    <a:pt x="100" y="164"/>
                  </a:lnTo>
                  <a:lnTo>
                    <a:pt x="100" y="165"/>
                  </a:lnTo>
                  <a:lnTo>
                    <a:pt x="99" y="165"/>
                  </a:lnTo>
                  <a:lnTo>
                    <a:pt x="96" y="168"/>
                  </a:lnTo>
                  <a:lnTo>
                    <a:pt x="96" y="169"/>
                  </a:lnTo>
                  <a:lnTo>
                    <a:pt x="95" y="169"/>
                  </a:lnTo>
                  <a:lnTo>
                    <a:pt x="93" y="169"/>
                  </a:lnTo>
                  <a:lnTo>
                    <a:pt x="92" y="171"/>
                  </a:lnTo>
                  <a:lnTo>
                    <a:pt x="91" y="171"/>
                  </a:lnTo>
                  <a:lnTo>
                    <a:pt x="88" y="172"/>
                  </a:lnTo>
                  <a:lnTo>
                    <a:pt x="87" y="172"/>
                  </a:lnTo>
                  <a:lnTo>
                    <a:pt x="85" y="171"/>
                  </a:lnTo>
                  <a:lnTo>
                    <a:pt x="83" y="172"/>
                  </a:lnTo>
                  <a:lnTo>
                    <a:pt x="79" y="172"/>
                  </a:lnTo>
                  <a:lnTo>
                    <a:pt x="78" y="173"/>
                  </a:lnTo>
                  <a:lnTo>
                    <a:pt x="75" y="172"/>
                  </a:lnTo>
                  <a:lnTo>
                    <a:pt x="75" y="171"/>
                  </a:lnTo>
                  <a:lnTo>
                    <a:pt x="74" y="172"/>
                  </a:lnTo>
                  <a:lnTo>
                    <a:pt x="74" y="172"/>
                  </a:lnTo>
                  <a:lnTo>
                    <a:pt x="71" y="172"/>
                  </a:lnTo>
                  <a:lnTo>
                    <a:pt x="68" y="173"/>
                  </a:lnTo>
                  <a:lnTo>
                    <a:pt x="67" y="173"/>
                  </a:lnTo>
                  <a:lnTo>
                    <a:pt x="64" y="175"/>
                  </a:lnTo>
                  <a:lnTo>
                    <a:pt x="64" y="176"/>
                  </a:lnTo>
                  <a:lnTo>
                    <a:pt x="62" y="176"/>
                  </a:lnTo>
                  <a:lnTo>
                    <a:pt x="59" y="176"/>
                  </a:lnTo>
                  <a:lnTo>
                    <a:pt x="59" y="176"/>
                  </a:lnTo>
                  <a:lnTo>
                    <a:pt x="56" y="175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50" y="176"/>
                  </a:lnTo>
                  <a:lnTo>
                    <a:pt x="49" y="176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7" y="180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3" y="183"/>
                  </a:lnTo>
                  <a:lnTo>
                    <a:pt x="42" y="181"/>
                  </a:lnTo>
                  <a:lnTo>
                    <a:pt x="41" y="181"/>
                  </a:lnTo>
                  <a:lnTo>
                    <a:pt x="41" y="180"/>
                  </a:lnTo>
                  <a:lnTo>
                    <a:pt x="39" y="180"/>
                  </a:lnTo>
                  <a:lnTo>
                    <a:pt x="38" y="180"/>
                  </a:lnTo>
                  <a:lnTo>
                    <a:pt x="35" y="181"/>
                  </a:lnTo>
                  <a:lnTo>
                    <a:pt x="34" y="180"/>
                  </a:lnTo>
                  <a:lnTo>
                    <a:pt x="33" y="183"/>
                  </a:lnTo>
                  <a:lnTo>
                    <a:pt x="33" y="183"/>
                  </a:lnTo>
                  <a:lnTo>
                    <a:pt x="30" y="184"/>
                  </a:lnTo>
                  <a:lnTo>
                    <a:pt x="30" y="183"/>
                  </a:lnTo>
                  <a:lnTo>
                    <a:pt x="29" y="184"/>
                  </a:lnTo>
                  <a:lnTo>
                    <a:pt x="30" y="185"/>
                  </a:lnTo>
                  <a:lnTo>
                    <a:pt x="29" y="187"/>
                  </a:lnTo>
                  <a:lnTo>
                    <a:pt x="27" y="184"/>
                  </a:lnTo>
                  <a:lnTo>
                    <a:pt x="25" y="184"/>
                  </a:lnTo>
                  <a:lnTo>
                    <a:pt x="25" y="185"/>
                  </a:lnTo>
                  <a:lnTo>
                    <a:pt x="22" y="185"/>
                  </a:lnTo>
                  <a:lnTo>
                    <a:pt x="22" y="184"/>
                  </a:lnTo>
                  <a:lnTo>
                    <a:pt x="25" y="183"/>
                  </a:lnTo>
                  <a:lnTo>
                    <a:pt x="26" y="183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77"/>
                  </a:lnTo>
                  <a:lnTo>
                    <a:pt x="33" y="176"/>
                  </a:lnTo>
                  <a:lnTo>
                    <a:pt x="33" y="176"/>
                  </a:lnTo>
                  <a:lnTo>
                    <a:pt x="35" y="173"/>
                  </a:lnTo>
                  <a:lnTo>
                    <a:pt x="35" y="169"/>
                  </a:lnTo>
                  <a:lnTo>
                    <a:pt x="38" y="169"/>
                  </a:lnTo>
                  <a:lnTo>
                    <a:pt x="39" y="168"/>
                  </a:lnTo>
                  <a:lnTo>
                    <a:pt x="39" y="167"/>
                  </a:lnTo>
                  <a:lnTo>
                    <a:pt x="42" y="165"/>
                  </a:lnTo>
                  <a:lnTo>
                    <a:pt x="47" y="165"/>
                  </a:lnTo>
                  <a:lnTo>
                    <a:pt x="50" y="167"/>
                  </a:lnTo>
                  <a:lnTo>
                    <a:pt x="51" y="167"/>
                  </a:lnTo>
                  <a:lnTo>
                    <a:pt x="53" y="167"/>
                  </a:lnTo>
                  <a:lnTo>
                    <a:pt x="53" y="163"/>
                  </a:lnTo>
                  <a:lnTo>
                    <a:pt x="55" y="160"/>
                  </a:lnTo>
                  <a:lnTo>
                    <a:pt x="59" y="158"/>
                  </a:lnTo>
                  <a:lnTo>
                    <a:pt x="56" y="159"/>
                  </a:lnTo>
                  <a:lnTo>
                    <a:pt x="55" y="160"/>
                  </a:lnTo>
                  <a:lnTo>
                    <a:pt x="53" y="160"/>
                  </a:lnTo>
                  <a:lnTo>
                    <a:pt x="51" y="162"/>
                  </a:lnTo>
                  <a:lnTo>
                    <a:pt x="50" y="163"/>
                  </a:lnTo>
                  <a:lnTo>
                    <a:pt x="46" y="163"/>
                  </a:lnTo>
                  <a:lnTo>
                    <a:pt x="45" y="162"/>
                  </a:lnTo>
                  <a:lnTo>
                    <a:pt x="43" y="159"/>
                  </a:lnTo>
                  <a:lnTo>
                    <a:pt x="42" y="160"/>
                  </a:lnTo>
                  <a:lnTo>
                    <a:pt x="42" y="160"/>
                  </a:lnTo>
                  <a:lnTo>
                    <a:pt x="38" y="160"/>
                  </a:lnTo>
                  <a:lnTo>
                    <a:pt x="38" y="159"/>
                  </a:lnTo>
                  <a:lnTo>
                    <a:pt x="41" y="159"/>
                  </a:lnTo>
                  <a:lnTo>
                    <a:pt x="38" y="158"/>
                  </a:lnTo>
                  <a:lnTo>
                    <a:pt x="38" y="156"/>
                  </a:lnTo>
                  <a:lnTo>
                    <a:pt x="35" y="158"/>
                  </a:lnTo>
                  <a:lnTo>
                    <a:pt x="33" y="159"/>
                  </a:lnTo>
                  <a:lnTo>
                    <a:pt x="31" y="159"/>
                  </a:lnTo>
                  <a:lnTo>
                    <a:pt x="30" y="159"/>
                  </a:lnTo>
                  <a:lnTo>
                    <a:pt x="31" y="158"/>
                  </a:lnTo>
                  <a:lnTo>
                    <a:pt x="27" y="158"/>
                  </a:lnTo>
                  <a:lnTo>
                    <a:pt x="30" y="156"/>
                  </a:lnTo>
                  <a:lnTo>
                    <a:pt x="30" y="155"/>
                  </a:lnTo>
                  <a:lnTo>
                    <a:pt x="27" y="155"/>
                  </a:lnTo>
                  <a:lnTo>
                    <a:pt x="30" y="152"/>
                  </a:lnTo>
                  <a:lnTo>
                    <a:pt x="31" y="152"/>
                  </a:lnTo>
                  <a:lnTo>
                    <a:pt x="34" y="151"/>
                  </a:lnTo>
                  <a:lnTo>
                    <a:pt x="35" y="151"/>
                  </a:lnTo>
                  <a:lnTo>
                    <a:pt x="37" y="150"/>
                  </a:lnTo>
                  <a:lnTo>
                    <a:pt x="39" y="150"/>
                  </a:lnTo>
                  <a:lnTo>
                    <a:pt x="42" y="144"/>
                  </a:lnTo>
                  <a:lnTo>
                    <a:pt x="41" y="144"/>
                  </a:lnTo>
                  <a:lnTo>
                    <a:pt x="39" y="142"/>
                  </a:lnTo>
                  <a:lnTo>
                    <a:pt x="41" y="142"/>
                  </a:lnTo>
                  <a:lnTo>
                    <a:pt x="39" y="139"/>
                  </a:lnTo>
                  <a:lnTo>
                    <a:pt x="41" y="138"/>
                  </a:lnTo>
                  <a:lnTo>
                    <a:pt x="37" y="139"/>
                  </a:lnTo>
                  <a:lnTo>
                    <a:pt x="35" y="140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4" y="138"/>
                  </a:lnTo>
                  <a:lnTo>
                    <a:pt x="37" y="137"/>
                  </a:lnTo>
                  <a:lnTo>
                    <a:pt x="39" y="134"/>
                  </a:lnTo>
                  <a:lnTo>
                    <a:pt x="43" y="131"/>
                  </a:lnTo>
                  <a:lnTo>
                    <a:pt x="45" y="131"/>
                  </a:lnTo>
                  <a:lnTo>
                    <a:pt x="49" y="131"/>
                  </a:lnTo>
                  <a:lnTo>
                    <a:pt x="50" y="133"/>
                  </a:lnTo>
                  <a:lnTo>
                    <a:pt x="53" y="133"/>
                  </a:lnTo>
                  <a:lnTo>
                    <a:pt x="51" y="131"/>
                  </a:lnTo>
                  <a:lnTo>
                    <a:pt x="50" y="130"/>
                  </a:lnTo>
                  <a:lnTo>
                    <a:pt x="51" y="130"/>
                  </a:lnTo>
                  <a:lnTo>
                    <a:pt x="53" y="131"/>
                  </a:lnTo>
                  <a:lnTo>
                    <a:pt x="54" y="131"/>
                  </a:lnTo>
                  <a:lnTo>
                    <a:pt x="55" y="130"/>
                  </a:lnTo>
                  <a:lnTo>
                    <a:pt x="54" y="130"/>
                  </a:lnTo>
                  <a:lnTo>
                    <a:pt x="51" y="129"/>
                  </a:lnTo>
                  <a:lnTo>
                    <a:pt x="50" y="127"/>
                  </a:lnTo>
                  <a:lnTo>
                    <a:pt x="51" y="125"/>
                  </a:lnTo>
                  <a:lnTo>
                    <a:pt x="51" y="122"/>
                  </a:lnTo>
                  <a:lnTo>
                    <a:pt x="54" y="119"/>
                  </a:lnTo>
                  <a:lnTo>
                    <a:pt x="53" y="119"/>
                  </a:lnTo>
                  <a:lnTo>
                    <a:pt x="54" y="117"/>
                  </a:lnTo>
                  <a:lnTo>
                    <a:pt x="51" y="115"/>
                  </a:lnTo>
                  <a:lnTo>
                    <a:pt x="49" y="118"/>
                  </a:lnTo>
                  <a:lnTo>
                    <a:pt x="49" y="115"/>
                  </a:lnTo>
                  <a:lnTo>
                    <a:pt x="47" y="117"/>
                  </a:lnTo>
                  <a:lnTo>
                    <a:pt x="45" y="112"/>
                  </a:lnTo>
                  <a:lnTo>
                    <a:pt x="47" y="105"/>
                  </a:lnTo>
                  <a:lnTo>
                    <a:pt x="51" y="104"/>
                  </a:lnTo>
                  <a:lnTo>
                    <a:pt x="45" y="104"/>
                  </a:lnTo>
                  <a:lnTo>
                    <a:pt x="45" y="105"/>
                  </a:lnTo>
                  <a:lnTo>
                    <a:pt x="42" y="105"/>
                  </a:lnTo>
                  <a:lnTo>
                    <a:pt x="42" y="106"/>
                  </a:lnTo>
                  <a:lnTo>
                    <a:pt x="41" y="106"/>
                  </a:lnTo>
                  <a:lnTo>
                    <a:pt x="37" y="105"/>
                  </a:lnTo>
                  <a:lnTo>
                    <a:pt x="35" y="105"/>
                  </a:lnTo>
                  <a:lnTo>
                    <a:pt x="38" y="106"/>
                  </a:lnTo>
                  <a:lnTo>
                    <a:pt x="37" y="109"/>
                  </a:lnTo>
                  <a:lnTo>
                    <a:pt x="33" y="105"/>
                  </a:lnTo>
                  <a:lnTo>
                    <a:pt x="31" y="106"/>
                  </a:lnTo>
                  <a:lnTo>
                    <a:pt x="33" y="109"/>
                  </a:lnTo>
                  <a:lnTo>
                    <a:pt x="30" y="106"/>
                  </a:lnTo>
                  <a:lnTo>
                    <a:pt x="30" y="104"/>
                  </a:lnTo>
                  <a:lnTo>
                    <a:pt x="31" y="105"/>
                  </a:lnTo>
                  <a:lnTo>
                    <a:pt x="31" y="102"/>
                  </a:lnTo>
                  <a:lnTo>
                    <a:pt x="33" y="97"/>
                  </a:lnTo>
                  <a:lnTo>
                    <a:pt x="35" y="94"/>
                  </a:lnTo>
                  <a:lnTo>
                    <a:pt x="34" y="93"/>
                  </a:lnTo>
                  <a:lnTo>
                    <a:pt x="33" y="93"/>
                  </a:lnTo>
                  <a:lnTo>
                    <a:pt x="33" y="90"/>
                  </a:lnTo>
                  <a:lnTo>
                    <a:pt x="33" y="87"/>
                  </a:lnTo>
                  <a:lnTo>
                    <a:pt x="35" y="88"/>
                  </a:lnTo>
                  <a:lnTo>
                    <a:pt x="33" y="85"/>
                  </a:lnTo>
                  <a:lnTo>
                    <a:pt x="33" y="84"/>
                  </a:lnTo>
                  <a:lnTo>
                    <a:pt x="33" y="84"/>
                  </a:lnTo>
                  <a:lnTo>
                    <a:pt x="33" y="85"/>
                  </a:lnTo>
                  <a:lnTo>
                    <a:pt x="31" y="89"/>
                  </a:lnTo>
                  <a:lnTo>
                    <a:pt x="30" y="87"/>
                  </a:lnTo>
                  <a:lnTo>
                    <a:pt x="29" y="88"/>
                  </a:lnTo>
                  <a:lnTo>
                    <a:pt x="29" y="89"/>
                  </a:lnTo>
                  <a:lnTo>
                    <a:pt x="27" y="88"/>
                  </a:lnTo>
                  <a:lnTo>
                    <a:pt x="29" y="87"/>
                  </a:lnTo>
                  <a:lnTo>
                    <a:pt x="30" y="83"/>
                  </a:lnTo>
                  <a:lnTo>
                    <a:pt x="27" y="87"/>
                  </a:lnTo>
                  <a:lnTo>
                    <a:pt x="26" y="87"/>
                  </a:lnTo>
                  <a:lnTo>
                    <a:pt x="27" y="90"/>
                  </a:lnTo>
                  <a:lnTo>
                    <a:pt x="26" y="92"/>
                  </a:lnTo>
                  <a:lnTo>
                    <a:pt x="26" y="93"/>
                  </a:lnTo>
                  <a:lnTo>
                    <a:pt x="25" y="96"/>
                  </a:lnTo>
                  <a:lnTo>
                    <a:pt x="26" y="97"/>
                  </a:lnTo>
                  <a:lnTo>
                    <a:pt x="24" y="97"/>
                  </a:lnTo>
                  <a:lnTo>
                    <a:pt x="24" y="97"/>
                  </a:lnTo>
                  <a:lnTo>
                    <a:pt x="25" y="96"/>
                  </a:lnTo>
                  <a:lnTo>
                    <a:pt x="25" y="92"/>
                  </a:lnTo>
                  <a:lnTo>
                    <a:pt x="26" y="90"/>
                  </a:lnTo>
                  <a:lnTo>
                    <a:pt x="25" y="90"/>
                  </a:lnTo>
                  <a:lnTo>
                    <a:pt x="25" y="89"/>
                  </a:lnTo>
                  <a:lnTo>
                    <a:pt x="25" y="88"/>
                  </a:lnTo>
                  <a:lnTo>
                    <a:pt x="25" y="85"/>
                  </a:lnTo>
                  <a:lnTo>
                    <a:pt x="26" y="83"/>
                  </a:lnTo>
                  <a:lnTo>
                    <a:pt x="26" y="83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6"/>
                  </a:lnTo>
                  <a:lnTo>
                    <a:pt x="30" y="75"/>
                  </a:lnTo>
                  <a:lnTo>
                    <a:pt x="29" y="75"/>
                  </a:lnTo>
                  <a:lnTo>
                    <a:pt x="30" y="73"/>
                  </a:lnTo>
                  <a:lnTo>
                    <a:pt x="25" y="79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2" y="76"/>
                  </a:lnTo>
                  <a:lnTo>
                    <a:pt x="24" y="76"/>
                  </a:lnTo>
                  <a:lnTo>
                    <a:pt x="24" y="75"/>
                  </a:lnTo>
                  <a:lnTo>
                    <a:pt x="22" y="75"/>
                  </a:lnTo>
                  <a:lnTo>
                    <a:pt x="21" y="75"/>
                  </a:lnTo>
                  <a:lnTo>
                    <a:pt x="20" y="75"/>
                  </a:lnTo>
                  <a:lnTo>
                    <a:pt x="21" y="73"/>
                  </a:lnTo>
                  <a:lnTo>
                    <a:pt x="22" y="73"/>
                  </a:lnTo>
                  <a:lnTo>
                    <a:pt x="24" y="73"/>
                  </a:lnTo>
                  <a:lnTo>
                    <a:pt x="24" y="72"/>
                  </a:lnTo>
                  <a:lnTo>
                    <a:pt x="24" y="71"/>
                  </a:lnTo>
                  <a:lnTo>
                    <a:pt x="24" y="69"/>
                  </a:lnTo>
                  <a:lnTo>
                    <a:pt x="26" y="71"/>
                  </a:lnTo>
                  <a:lnTo>
                    <a:pt x="25" y="69"/>
                  </a:lnTo>
                  <a:lnTo>
                    <a:pt x="24" y="69"/>
                  </a:lnTo>
                  <a:lnTo>
                    <a:pt x="25" y="68"/>
                  </a:lnTo>
                  <a:lnTo>
                    <a:pt x="26" y="68"/>
                  </a:lnTo>
                  <a:lnTo>
                    <a:pt x="25" y="67"/>
                  </a:lnTo>
                  <a:lnTo>
                    <a:pt x="26" y="65"/>
                  </a:lnTo>
                  <a:lnTo>
                    <a:pt x="26" y="65"/>
                  </a:lnTo>
                  <a:lnTo>
                    <a:pt x="27" y="67"/>
                  </a:lnTo>
                  <a:lnTo>
                    <a:pt x="26" y="65"/>
                  </a:lnTo>
                  <a:lnTo>
                    <a:pt x="27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4" y="63"/>
                  </a:lnTo>
                  <a:lnTo>
                    <a:pt x="24" y="60"/>
                  </a:lnTo>
                  <a:lnTo>
                    <a:pt x="25" y="62"/>
                  </a:lnTo>
                  <a:lnTo>
                    <a:pt x="26" y="62"/>
                  </a:lnTo>
                  <a:lnTo>
                    <a:pt x="25" y="62"/>
                  </a:lnTo>
                  <a:lnTo>
                    <a:pt x="24" y="59"/>
                  </a:lnTo>
                  <a:lnTo>
                    <a:pt x="25" y="59"/>
                  </a:lnTo>
                  <a:lnTo>
                    <a:pt x="24" y="58"/>
                  </a:lnTo>
                  <a:lnTo>
                    <a:pt x="25" y="55"/>
                  </a:lnTo>
                  <a:lnTo>
                    <a:pt x="25" y="58"/>
                  </a:lnTo>
                  <a:lnTo>
                    <a:pt x="26" y="56"/>
                  </a:lnTo>
                  <a:lnTo>
                    <a:pt x="26" y="55"/>
                  </a:lnTo>
                  <a:lnTo>
                    <a:pt x="26" y="55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30" y="56"/>
                  </a:lnTo>
                  <a:lnTo>
                    <a:pt x="30" y="55"/>
                  </a:lnTo>
                  <a:lnTo>
                    <a:pt x="27" y="52"/>
                  </a:lnTo>
                  <a:lnTo>
                    <a:pt x="29" y="52"/>
                  </a:lnTo>
                  <a:lnTo>
                    <a:pt x="29" y="51"/>
                  </a:lnTo>
                  <a:lnTo>
                    <a:pt x="29" y="50"/>
                  </a:lnTo>
                  <a:lnTo>
                    <a:pt x="30" y="50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30" y="46"/>
                  </a:lnTo>
                  <a:lnTo>
                    <a:pt x="31" y="44"/>
                  </a:lnTo>
                  <a:lnTo>
                    <a:pt x="31" y="43"/>
                  </a:lnTo>
                  <a:lnTo>
                    <a:pt x="34" y="44"/>
                  </a:lnTo>
                  <a:lnTo>
                    <a:pt x="34" y="46"/>
                  </a:lnTo>
                  <a:lnTo>
                    <a:pt x="35" y="44"/>
                  </a:lnTo>
                  <a:lnTo>
                    <a:pt x="37" y="44"/>
                  </a:lnTo>
                  <a:lnTo>
                    <a:pt x="37" y="46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5" y="43"/>
                  </a:lnTo>
                  <a:lnTo>
                    <a:pt x="46" y="43"/>
                  </a:lnTo>
                  <a:lnTo>
                    <a:pt x="47" y="43"/>
                  </a:lnTo>
                  <a:lnTo>
                    <a:pt x="50" y="43"/>
                  </a:lnTo>
                  <a:close/>
                  <a:moveTo>
                    <a:pt x="47" y="39"/>
                  </a:moveTo>
                  <a:lnTo>
                    <a:pt x="47" y="39"/>
                  </a:lnTo>
                  <a:lnTo>
                    <a:pt x="47" y="40"/>
                  </a:lnTo>
                  <a:lnTo>
                    <a:pt x="46" y="39"/>
                  </a:lnTo>
                  <a:lnTo>
                    <a:pt x="47" y="39"/>
                  </a:lnTo>
                  <a:close/>
                  <a:moveTo>
                    <a:pt x="47" y="35"/>
                  </a:moveTo>
                  <a:lnTo>
                    <a:pt x="50" y="37"/>
                  </a:lnTo>
                  <a:lnTo>
                    <a:pt x="49" y="37"/>
                  </a:lnTo>
                  <a:lnTo>
                    <a:pt x="51" y="37"/>
                  </a:lnTo>
                  <a:lnTo>
                    <a:pt x="51" y="39"/>
                  </a:lnTo>
                  <a:lnTo>
                    <a:pt x="50" y="38"/>
                  </a:lnTo>
                  <a:lnTo>
                    <a:pt x="47" y="38"/>
                  </a:lnTo>
                  <a:lnTo>
                    <a:pt x="47" y="37"/>
                  </a:lnTo>
                  <a:lnTo>
                    <a:pt x="47" y="38"/>
                  </a:lnTo>
                  <a:lnTo>
                    <a:pt x="46" y="37"/>
                  </a:lnTo>
                  <a:lnTo>
                    <a:pt x="46" y="35"/>
                  </a:lnTo>
                  <a:lnTo>
                    <a:pt x="47" y="35"/>
                  </a:lnTo>
                  <a:close/>
                  <a:moveTo>
                    <a:pt x="50" y="34"/>
                  </a:moveTo>
                  <a:lnTo>
                    <a:pt x="50" y="35"/>
                  </a:lnTo>
                  <a:lnTo>
                    <a:pt x="49" y="34"/>
                  </a:lnTo>
                  <a:lnTo>
                    <a:pt x="50" y="34"/>
                  </a:lnTo>
                  <a:close/>
                  <a:moveTo>
                    <a:pt x="70" y="14"/>
                  </a:moveTo>
                  <a:lnTo>
                    <a:pt x="71" y="14"/>
                  </a:lnTo>
                  <a:lnTo>
                    <a:pt x="68" y="15"/>
                  </a:lnTo>
                  <a:lnTo>
                    <a:pt x="70" y="14"/>
                  </a:lnTo>
                  <a:close/>
                  <a:moveTo>
                    <a:pt x="70" y="6"/>
                  </a:moveTo>
                  <a:lnTo>
                    <a:pt x="71" y="8"/>
                  </a:lnTo>
                  <a:lnTo>
                    <a:pt x="72" y="8"/>
                  </a:lnTo>
                  <a:lnTo>
                    <a:pt x="71" y="9"/>
                  </a:lnTo>
                  <a:lnTo>
                    <a:pt x="71" y="10"/>
                  </a:lnTo>
                  <a:lnTo>
                    <a:pt x="71" y="12"/>
                  </a:lnTo>
                  <a:lnTo>
                    <a:pt x="71" y="13"/>
                  </a:lnTo>
                  <a:lnTo>
                    <a:pt x="70" y="13"/>
                  </a:lnTo>
                  <a:lnTo>
                    <a:pt x="68" y="10"/>
                  </a:lnTo>
                  <a:lnTo>
                    <a:pt x="66" y="10"/>
                  </a:lnTo>
                  <a:lnTo>
                    <a:pt x="64" y="9"/>
                  </a:lnTo>
                  <a:lnTo>
                    <a:pt x="67" y="9"/>
                  </a:lnTo>
                  <a:lnTo>
                    <a:pt x="68" y="9"/>
                  </a:lnTo>
                  <a:lnTo>
                    <a:pt x="70" y="8"/>
                  </a:lnTo>
                  <a:lnTo>
                    <a:pt x="68" y="8"/>
                  </a:lnTo>
                  <a:lnTo>
                    <a:pt x="70" y="6"/>
                  </a:lnTo>
                  <a:close/>
                  <a:moveTo>
                    <a:pt x="68" y="5"/>
                  </a:moveTo>
                  <a:lnTo>
                    <a:pt x="68" y="8"/>
                  </a:lnTo>
                  <a:lnTo>
                    <a:pt x="67" y="6"/>
                  </a:lnTo>
                  <a:lnTo>
                    <a:pt x="67" y="5"/>
                  </a:lnTo>
                  <a:lnTo>
                    <a:pt x="68" y="5"/>
                  </a:lnTo>
                  <a:close/>
                  <a:moveTo>
                    <a:pt x="71" y="1"/>
                  </a:moveTo>
                  <a:lnTo>
                    <a:pt x="71" y="2"/>
                  </a:lnTo>
                  <a:lnTo>
                    <a:pt x="71" y="5"/>
                  </a:lnTo>
                  <a:lnTo>
                    <a:pt x="71" y="6"/>
                  </a:lnTo>
                  <a:lnTo>
                    <a:pt x="70" y="5"/>
                  </a:lnTo>
                  <a:lnTo>
                    <a:pt x="71" y="4"/>
                  </a:lnTo>
                  <a:lnTo>
                    <a:pt x="71" y="1"/>
                  </a:lnTo>
                  <a:close/>
                  <a:moveTo>
                    <a:pt x="74" y="0"/>
                  </a:moveTo>
                  <a:lnTo>
                    <a:pt x="74" y="2"/>
                  </a:lnTo>
                  <a:lnTo>
                    <a:pt x="72" y="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1" name="Freeform 408"/>
            <p:cNvSpPr>
              <a:spLocks noEditPoints="1"/>
            </p:cNvSpPr>
            <p:nvPr/>
          </p:nvSpPr>
          <p:spPr bwMode="auto">
            <a:xfrm>
              <a:off x="5645991" y="2662800"/>
              <a:ext cx="390813" cy="362898"/>
            </a:xfrm>
            <a:custGeom>
              <a:avLst/>
              <a:gdLst>
                <a:gd name="T0" fmla="*/ 154 w 154"/>
                <a:gd name="T1" fmla="*/ 130 h 143"/>
                <a:gd name="T2" fmla="*/ 145 w 154"/>
                <a:gd name="T3" fmla="*/ 142 h 143"/>
                <a:gd name="T4" fmla="*/ 145 w 154"/>
                <a:gd name="T5" fmla="*/ 138 h 143"/>
                <a:gd name="T6" fmla="*/ 144 w 154"/>
                <a:gd name="T7" fmla="*/ 134 h 143"/>
                <a:gd name="T8" fmla="*/ 142 w 154"/>
                <a:gd name="T9" fmla="*/ 129 h 143"/>
                <a:gd name="T10" fmla="*/ 152 w 154"/>
                <a:gd name="T11" fmla="*/ 125 h 143"/>
                <a:gd name="T12" fmla="*/ 80 w 154"/>
                <a:gd name="T13" fmla="*/ 1 h 143"/>
                <a:gd name="T14" fmla="*/ 88 w 154"/>
                <a:gd name="T15" fmla="*/ 10 h 143"/>
                <a:gd name="T16" fmla="*/ 95 w 154"/>
                <a:gd name="T17" fmla="*/ 17 h 143"/>
                <a:gd name="T18" fmla="*/ 104 w 154"/>
                <a:gd name="T19" fmla="*/ 21 h 143"/>
                <a:gd name="T20" fmla="*/ 113 w 154"/>
                <a:gd name="T21" fmla="*/ 25 h 143"/>
                <a:gd name="T22" fmla="*/ 121 w 154"/>
                <a:gd name="T23" fmla="*/ 29 h 143"/>
                <a:gd name="T24" fmla="*/ 133 w 154"/>
                <a:gd name="T25" fmla="*/ 30 h 143"/>
                <a:gd name="T26" fmla="*/ 129 w 154"/>
                <a:gd name="T27" fmla="*/ 41 h 143"/>
                <a:gd name="T28" fmla="*/ 128 w 154"/>
                <a:gd name="T29" fmla="*/ 54 h 143"/>
                <a:gd name="T30" fmla="*/ 123 w 154"/>
                <a:gd name="T31" fmla="*/ 55 h 143"/>
                <a:gd name="T32" fmla="*/ 115 w 154"/>
                <a:gd name="T33" fmla="*/ 67 h 143"/>
                <a:gd name="T34" fmla="*/ 111 w 154"/>
                <a:gd name="T35" fmla="*/ 75 h 143"/>
                <a:gd name="T36" fmla="*/ 120 w 154"/>
                <a:gd name="T37" fmla="*/ 70 h 143"/>
                <a:gd name="T38" fmla="*/ 124 w 154"/>
                <a:gd name="T39" fmla="*/ 79 h 143"/>
                <a:gd name="T40" fmla="*/ 123 w 154"/>
                <a:gd name="T41" fmla="*/ 88 h 143"/>
                <a:gd name="T42" fmla="*/ 132 w 154"/>
                <a:gd name="T43" fmla="*/ 102 h 143"/>
                <a:gd name="T44" fmla="*/ 121 w 154"/>
                <a:gd name="T45" fmla="*/ 117 h 143"/>
                <a:gd name="T46" fmla="*/ 104 w 154"/>
                <a:gd name="T47" fmla="*/ 113 h 143"/>
                <a:gd name="T48" fmla="*/ 94 w 154"/>
                <a:gd name="T49" fmla="*/ 113 h 143"/>
                <a:gd name="T50" fmla="*/ 83 w 154"/>
                <a:gd name="T51" fmla="*/ 121 h 143"/>
                <a:gd name="T52" fmla="*/ 78 w 154"/>
                <a:gd name="T53" fmla="*/ 126 h 143"/>
                <a:gd name="T54" fmla="*/ 59 w 154"/>
                <a:gd name="T55" fmla="*/ 125 h 143"/>
                <a:gd name="T56" fmla="*/ 46 w 154"/>
                <a:gd name="T57" fmla="*/ 123 h 143"/>
                <a:gd name="T58" fmla="*/ 36 w 154"/>
                <a:gd name="T59" fmla="*/ 116 h 143"/>
                <a:gd name="T60" fmla="*/ 37 w 154"/>
                <a:gd name="T61" fmla="*/ 105 h 143"/>
                <a:gd name="T62" fmla="*/ 38 w 154"/>
                <a:gd name="T63" fmla="*/ 84 h 143"/>
                <a:gd name="T64" fmla="*/ 44 w 154"/>
                <a:gd name="T65" fmla="*/ 84 h 143"/>
                <a:gd name="T66" fmla="*/ 40 w 154"/>
                <a:gd name="T67" fmla="*/ 76 h 143"/>
                <a:gd name="T68" fmla="*/ 30 w 154"/>
                <a:gd name="T69" fmla="*/ 67 h 143"/>
                <a:gd name="T70" fmla="*/ 28 w 154"/>
                <a:gd name="T71" fmla="*/ 60 h 143"/>
                <a:gd name="T72" fmla="*/ 29 w 154"/>
                <a:gd name="T73" fmla="*/ 56 h 143"/>
                <a:gd name="T74" fmla="*/ 24 w 154"/>
                <a:gd name="T75" fmla="*/ 52 h 143"/>
                <a:gd name="T76" fmla="*/ 19 w 154"/>
                <a:gd name="T77" fmla="*/ 54 h 143"/>
                <a:gd name="T78" fmla="*/ 8 w 154"/>
                <a:gd name="T79" fmla="*/ 50 h 143"/>
                <a:gd name="T80" fmla="*/ 1 w 154"/>
                <a:gd name="T81" fmla="*/ 46 h 143"/>
                <a:gd name="T82" fmla="*/ 3 w 154"/>
                <a:gd name="T83" fmla="*/ 42 h 143"/>
                <a:gd name="T84" fmla="*/ 4 w 154"/>
                <a:gd name="T85" fmla="*/ 42 h 143"/>
                <a:gd name="T86" fmla="*/ 5 w 154"/>
                <a:gd name="T87" fmla="*/ 38 h 143"/>
                <a:gd name="T88" fmla="*/ 12 w 154"/>
                <a:gd name="T89" fmla="*/ 37 h 143"/>
                <a:gd name="T90" fmla="*/ 25 w 154"/>
                <a:gd name="T91" fmla="*/ 37 h 143"/>
                <a:gd name="T92" fmla="*/ 36 w 154"/>
                <a:gd name="T93" fmla="*/ 37 h 143"/>
                <a:gd name="T94" fmla="*/ 34 w 154"/>
                <a:gd name="T95" fmla="*/ 29 h 143"/>
                <a:gd name="T96" fmla="*/ 34 w 154"/>
                <a:gd name="T97" fmla="*/ 22 h 143"/>
                <a:gd name="T98" fmla="*/ 40 w 154"/>
                <a:gd name="T99" fmla="*/ 26 h 143"/>
                <a:gd name="T100" fmla="*/ 54 w 154"/>
                <a:gd name="T101" fmla="*/ 25 h 143"/>
                <a:gd name="T102" fmla="*/ 59 w 154"/>
                <a:gd name="T103" fmla="*/ 18 h 143"/>
                <a:gd name="T104" fmla="*/ 69 w 154"/>
                <a:gd name="T105" fmla="*/ 8 h 143"/>
                <a:gd name="T106" fmla="*/ 78 w 154"/>
                <a:gd name="T107" fmla="*/ 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" h="143">
                  <a:moveTo>
                    <a:pt x="152" y="118"/>
                  </a:moveTo>
                  <a:lnTo>
                    <a:pt x="153" y="118"/>
                  </a:lnTo>
                  <a:lnTo>
                    <a:pt x="153" y="122"/>
                  </a:lnTo>
                  <a:lnTo>
                    <a:pt x="153" y="125"/>
                  </a:lnTo>
                  <a:lnTo>
                    <a:pt x="154" y="130"/>
                  </a:lnTo>
                  <a:lnTo>
                    <a:pt x="153" y="135"/>
                  </a:lnTo>
                  <a:lnTo>
                    <a:pt x="153" y="138"/>
                  </a:lnTo>
                  <a:lnTo>
                    <a:pt x="152" y="142"/>
                  </a:lnTo>
                  <a:lnTo>
                    <a:pt x="149" y="143"/>
                  </a:lnTo>
                  <a:lnTo>
                    <a:pt x="145" y="142"/>
                  </a:lnTo>
                  <a:lnTo>
                    <a:pt x="145" y="141"/>
                  </a:lnTo>
                  <a:lnTo>
                    <a:pt x="146" y="139"/>
                  </a:lnTo>
                  <a:lnTo>
                    <a:pt x="146" y="139"/>
                  </a:lnTo>
                  <a:lnTo>
                    <a:pt x="146" y="138"/>
                  </a:lnTo>
                  <a:lnTo>
                    <a:pt x="145" y="138"/>
                  </a:lnTo>
                  <a:lnTo>
                    <a:pt x="145" y="137"/>
                  </a:lnTo>
                  <a:lnTo>
                    <a:pt x="144" y="135"/>
                  </a:lnTo>
                  <a:lnTo>
                    <a:pt x="142" y="135"/>
                  </a:lnTo>
                  <a:lnTo>
                    <a:pt x="144" y="134"/>
                  </a:lnTo>
                  <a:lnTo>
                    <a:pt x="144" y="134"/>
                  </a:lnTo>
                  <a:lnTo>
                    <a:pt x="142" y="133"/>
                  </a:lnTo>
                  <a:lnTo>
                    <a:pt x="141" y="131"/>
                  </a:lnTo>
                  <a:lnTo>
                    <a:pt x="142" y="131"/>
                  </a:lnTo>
                  <a:lnTo>
                    <a:pt x="144" y="130"/>
                  </a:lnTo>
                  <a:lnTo>
                    <a:pt x="142" y="129"/>
                  </a:lnTo>
                  <a:lnTo>
                    <a:pt x="144" y="126"/>
                  </a:lnTo>
                  <a:lnTo>
                    <a:pt x="148" y="125"/>
                  </a:lnTo>
                  <a:lnTo>
                    <a:pt x="149" y="123"/>
                  </a:lnTo>
                  <a:lnTo>
                    <a:pt x="150" y="125"/>
                  </a:lnTo>
                  <a:lnTo>
                    <a:pt x="152" y="125"/>
                  </a:lnTo>
                  <a:lnTo>
                    <a:pt x="152" y="122"/>
                  </a:lnTo>
                  <a:lnTo>
                    <a:pt x="150" y="121"/>
                  </a:lnTo>
                  <a:lnTo>
                    <a:pt x="152" y="118"/>
                  </a:lnTo>
                  <a:close/>
                  <a:moveTo>
                    <a:pt x="78" y="0"/>
                  </a:moveTo>
                  <a:lnTo>
                    <a:pt x="80" y="1"/>
                  </a:lnTo>
                  <a:lnTo>
                    <a:pt x="80" y="5"/>
                  </a:lnTo>
                  <a:lnTo>
                    <a:pt x="83" y="6"/>
                  </a:lnTo>
                  <a:lnTo>
                    <a:pt x="83" y="8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90" y="12"/>
                  </a:lnTo>
                  <a:lnTo>
                    <a:pt x="91" y="13"/>
                  </a:lnTo>
                  <a:lnTo>
                    <a:pt x="91" y="16"/>
                  </a:lnTo>
                  <a:lnTo>
                    <a:pt x="94" y="17"/>
                  </a:lnTo>
                  <a:lnTo>
                    <a:pt x="95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9" y="18"/>
                  </a:lnTo>
                  <a:lnTo>
                    <a:pt x="101" y="21"/>
                  </a:lnTo>
                  <a:lnTo>
                    <a:pt x="104" y="21"/>
                  </a:lnTo>
                  <a:lnTo>
                    <a:pt x="107" y="23"/>
                  </a:lnTo>
                  <a:lnTo>
                    <a:pt x="108" y="22"/>
                  </a:lnTo>
                  <a:lnTo>
                    <a:pt x="109" y="22"/>
                  </a:lnTo>
                  <a:lnTo>
                    <a:pt x="111" y="25"/>
                  </a:lnTo>
                  <a:lnTo>
                    <a:pt x="113" y="25"/>
                  </a:lnTo>
                  <a:lnTo>
                    <a:pt x="116" y="25"/>
                  </a:lnTo>
                  <a:lnTo>
                    <a:pt x="117" y="26"/>
                  </a:lnTo>
                  <a:lnTo>
                    <a:pt x="117" y="27"/>
                  </a:lnTo>
                  <a:lnTo>
                    <a:pt x="120" y="30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5" y="30"/>
                  </a:lnTo>
                  <a:lnTo>
                    <a:pt x="128" y="29"/>
                  </a:lnTo>
                  <a:lnTo>
                    <a:pt x="130" y="30"/>
                  </a:lnTo>
                  <a:lnTo>
                    <a:pt x="133" y="30"/>
                  </a:lnTo>
                  <a:lnTo>
                    <a:pt x="134" y="31"/>
                  </a:lnTo>
                  <a:lnTo>
                    <a:pt x="132" y="34"/>
                  </a:lnTo>
                  <a:lnTo>
                    <a:pt x="130" y="38"/>
                  </a:lnTo>
                  <a:lnTo>
                    <a:pt x="130" y="39"/>
                  </a:lnTo>
                  <a:lnTo>
                    <a:pt x="129" y="41"/>
                  </a:lnTo>
                  <a:lnTo>
                    <a:pt x="128" y="46"/>
                  </a:lnTo>
                  <a:lnTo>
                    <a:pt x="128" y="48"/>
                  </a:lnTo>
                  <a:lnTo>
                    <a:pt x="130" y="50"/>
                  </a:lnTo>
                  <a:lnTo>
                    <a:pt x="132" y="52"/>
                  </a:lnTo>
                  <a:lnTo>
                    <a:pt x="128" y="54"/>
                  </a:lnTo>
                  <a:lnTo>
                    <a:pt x="125" y="54"/>
                  </a:lnTo>
                  <a:lnTo>
                    <a:pt x="125" y="51"/>
                  </a:lnTo>
                  <a:lnTo>
                    <a:pt x="123" y="52"/>
                  </a:lnTo>
                  <a:lnTo>
                    <a:pt x="120" y="54"/>
                  </a:lnTo>
                  <a:lnTo>
                    <a:pt x="123" y="55"/>
                  </a:lnTo>
                  <a:lnTo>
                    <a:pt x="124" y="58"/>
                  </a:lnTo>
                  <a:lnTo>
                    <a:pt x="121" y="58"/>
                  </a:lnTo>
                  <a:lnTo>
                    <a:pt x="119" y="62"/>
                  </a:lnTo>
                  <a:lnTo>
                    <a:pt x="117" y="62"/>
                  </a:lnTo>
                  <a:lnTo>
                    <a:pt x="115" y="67"/>
                  </a:lnTo>
                  <a:lnTo>
                    <a:pt x="113" y="71"/>
                  </a:lnTo>
                  <a:lnTo>
                    <a:pt x="113" y="72"/>
                  </a:lnTo>
                  <a:lnTo>
                    <a:pt x="112" y="72"/>
                  </a:lnTo>
                  <a:lnTo>
                    <a:pt x="111" y="73"/>
                  </a:lnTo>
                  <a:lnTo>
                    <a:pt x="111" y="75"/>
                  </a:lnTo>
                  <a:lnTo>
                    <a:pt x="113" y="75"/>
                  </a:lnTo>
                  <a:lnTo>
                    <a:pt x="116" y="75"/>
                  </a:lnTo>
                  <a:lnTo>
                    <a:pt x="116" y="71"/>
                  </a:lnTo>
                  <a:lnTo>
                    <a:pt x="117" y="70"/>
                  </a:lnTo>
                  <a:lnTo>
                    <a:pt x="120" y="70"/>
                  </a:lnTo>
                  <a:lnTo>
                    <a:pt x="121" y="72"/>
                  </a:lnTo>
                  <a:lnTo>
                    <a:pt x="123" y="75"/>
                  </a:lnTo>
                  <a:lnTo>
                    <a:pt x="124" y="76"/>
                  </a:lnTo>
                  <a:lnTo>
                    <a:pt x="124" y="79"/>
                  </a:lnTo>
                  <a:lnTo>
                    <a:pt x="124" y="79"/>
                  </a:lnTo>
                  <a:lnTo>
                    <a:pt x="123" y="79"/>
                  </a:lnTo>
                  <a:lnTo>
                    <a:pt x="124" y="83"/>
                  </a:lnTo>
                  <a:lnTo>
                    <a:pt x="125" y="84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0" y="91"/>
                  </a:lnTo>
                  <a:lnTo>
                    <a:pt x="124" y="93"/>
                  </a:lnTo>
                  <a:lnTo>
                    <a:pt x="124" y="100"/>
                  </a:lnTo>
                  <a:lnTo>
                    <a:pt x="128" y="102"/>
                  </a:lnTo>
                  <a:lnTo>
                    <a:pt x="132" y="102"/>
                  </a:lnTo>
                  <a:lnTo>
                    <a:pt x="129" y="106"/>
                  </a:lnTo>
                  <a:lnTo>
                    <a:pt x="130" y="108"/>
                  </a:lnTo>
                  <a:lnTo>
                    <a:pt x="130" y="109"/>
                  </a:lnTo>
                  <a:lnTo>
                    <a:pt x="123" y="114"/>
                  </a:lnTo>
                  <a:lnTo>
                    <a:pt x="121" y="117"/>
                  </a:lnTo>
                  <a:lnTo>
                    <a:pt x="121" y="118"/>
                  </a:lnTo>
                  <a:lnTo>
                    <a:pt x="119" y="120"/>
                  </a:lnTo>
                  <a:lnTo>
                    <a:pt x="113" y="120"/>
                  </a:lnTo>
                  <a:lnTo>
                    <a:pt x="112" y="118"/>
                  </a:lnTo>
                  <a:lnTo>
                    <a:pt x="104" y="113"/>
                  </a:lnTo>
                  <a:lnTo>
                    <a:pt x="103" y="113"/>
                  </a:lnTo>
                  <a:lnTo>
                    <a:pt x="101" y="114"/>
                  </a:lnTo>
                  <a:lnTo>
                    <a:pt x="99" y="114"/>
                  </a:lnTo>
                  <a:lnTo>
                    <a:pt x="96" y="113"/>
                  </a:lnTo>
                  <a:lnTo>
                    <a:pt x="94" y="113"/>
                  </a:lnTo>
                  <a:lnTo>
                    <a:pt x="92" y="112"/>
                  </a:lnTo>
                  <a:lnTo>
                    <a:pt x="91" y="112"/>
                  </a:lnTo>
                  <a:lnTo>
                    <a:pt x="87" y="116"/>
                  </a:lnTo>
                  <a:lnTo>
                    <a:pt x="84" y="118"/>
                  </a:lnTo>
                  <a:lnTo>
                    <a:pt x="83" y="121"/>
                  </a:lnTo>
                  <a:lnTo>
                    <a:pt x="83" y="125"/>
                  </a:lnTo>
                  <a:lnTo>
                    <a:pt x="83" y="127"/>
                  </a:lnTo>
                  <a:lnTo>
                    <a:pt x="84" y="129"/>
                  </a:lnTo>
                  <a:lnTo>
                    <a:pt x="82" y="129"/>
                  </a:lnTo>
                  <a:lnTo>
                    <a:pt x="78" y="126"/>
                  </a:lnTo>
                  <a:lnTo>
                    <a:pt x="73" y="126"/>
                  </a:lnTo>
                  <a:lnTo>
                    <a:pt x="70" y="125"/>
                  </a:lnTo>
                  <a:lnTo>
                    <a:pt x="66" y="125"/>
                  </a:lnTo>
                  <a:lnTo>
                    <a:pt x="65" y="123"/>
                  </a:lnTo>
                  <a:lnTo>
                    <a:pt x="59" y="125"/>
                  </a:lnTo>
                  <a:lnTo>
                    <a:pt x="57" y="126"/>
                  </a:lnTo>
                  <a:lnTo>
                    <a:pt x="55" y="126"/>
                  </a:lnTo>
                  <a:lnTo>
                    <a:pt x="51" y="126"/>
                  </a:lnTo>
                  <a:lnTo>
                    <a:pt x="49" y="123"/>
                  </a:lnTo>
                  <a:lnTo>
                    <a:pt x="46" y="123"/>
                  </a:lnTo>
                  <a:lnTo>
                    <a:pt x="45" y="122"/>
                  </a:lnTo>
                  <a:lnTo>
                    <a:pt x="40" y="120"/>
                  </a:lnTo>
                  <a:lnTo>
                    <a:pt x="37" y="120"/>
                  </a:lnTo>
                  <a:lnTo>
                    <a:pt x="37" y="118"/>
                  </a:lnTo>
                  <a:lnTo>
                    <a:pt x="36" y="116"/>
                  </a:lnTo>
                  <a:lnTo>
                    <a:pt x="34" y="116"/>
                  </a:lnTo>
                  <a:lnTo>
                    <a:pt x="34" y="116"/>
                  </a:lnTo>
                  <a:lnTo>
                    <a:pt x="33" y="114"/>
                  </a:lnTo>
                  <a:lnTo>
                    <a:pt x="36" y="112"/>
                  </a:lnTo>
                  <a:lnTo>
                    <a:pt x="37" y="105"/>
                  </a:lnTo>
                  <a:lnTo>
                    <a:pt x="38" y="97"/>
                  </a:lnTo>
                  <a:lnTo>
                    <a:pt x="40" y="96"/>
                  </a:lnTo>
                  <a:lnTo>
                    <a:pt x="38" y="95"/>
                  </a:lnTo>
                  <a:lnTo>
                    <a:pt x="37" y="91"/>
                  </a:lnTo>
                  <a:lnTo>
                    <a:pt x="38" y="84"/>
                  </a:lnTo>
                  <a:lnTo>
                    <a:pt x="40" y="84"/>
                  </a:lnTo>
                  <a:lnTo>
                    <a:pt x="42" y="85"/>
                  </a:lnTo>
                  <a:lnTo>
                    <a:pt x="44" y="88"/>
                  </a:lnTo>
                  <a:lnTo>
                    <a:pt x="46" y="91"/>
                  </a:lnTo>
                  <a:lnTo>
                    <a:pt x="44" y="84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0" y="76"/>
                  </a:lnTo>
                  <a:lnTo>
                    <a:pt x="38" y="75"/>
                  </a:lnTo>
                  <a:lnTo>
                    <a:pt x="38" y="72"/>
                  </a:lnTo>
                  <a:lnTo>
                    <a:pt x="36" y="71"/>
                  </a:lnTo>
                  <a:lnTo>
                    <a:pt x="33" y="71"/>
                  </a:lnTo>
                  <a:lnTo>
                    <a:pt x="30" y="67"/>
                  </a:lnTo>
                  <a:lnTo>
                    <a:pt x="28" y="67"/>
                  </a:lnTo>
                  <a:lnTo>
                    <a:pt x="28" y="66"/>
                  </a:lnTo>
                  <a:lnTo>
                    <a:pt x="29" y="63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3" y="59"/>
                  </a:lnTo>
                  <a:lnTo>
                    <a:pt x="32" y="58"/>
                  </a:lnTo>
                  <a:lnTo>
                    <a:pt x="29" y="56"/>
                  </a:lnTo>
                  <a:lnTo>
                    <a:pt x="26" y="59"/>
                  </a:lnTo>
                  <a:lnTo>
                    <a:pt x="25" y="58"/>
                  </a:lnTo>
                  <a:lnTo>
                    <a:pt x="24" y="56"/>
                  </a:lnTo>
                  <a:lnTo>
                    <a:pt x="25" y="54"/>
                  </a:lnTo>
                  <a:lnTo>
                    <a:pt x="24" y="52"/>
                  </a:lnTo>
                  <a:lnTo>
                    <a:pt x="21" y="54"/>
                  </a:lnTo>
                  <a:lnTo>
                    <a:pt x="21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4"/>
                  </a:lnTo>
                  <a:lnTo>
                    <a:pt x="16" y="52"/>
                  </a:lnTo>
                  <a:lnTo>
                    <a:pt x="15" y="52"/>
                  </a:lnTo>
                  <a:lnTo>
                    <a:pt x="13" y="51"/>
                  </a:lnTo>
                  <a:lnTo>
                    <a:pt x="9" y="48"/>
                  </a:lnTo>
                  <a:lnTo>
                    <a:pt x="8" y="50"/>
                  </a:lnTo>
                  <a:lnTo>
                    <a:pt x="7" y="48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4" y="45"/>
                  </a:lnTo>
                  <a:lnTo>
                    <a:pt x="5" y="45"/>
                  </a:lnTo>
                  <a:lnTo>
                    <a:pt x="4" y="43"/>
                  </a:lnTo>
                  <a:lnTo>
                    <a:pt x="3" y="42"/>
                  </a:lnTo>
                  <a:lnTo>
                    <a:pt x="3" y="45"/>
                  </a:lnTo>
                  <a:lnTo>
                    <a:pt x="1" y="42"/>
                  </a:lnTo>
                  <a:lnTo>
                    <a:pt x="3" y="42"/>
                  </a:lnTo>
                  <a:lnTo>
                    <a:pt x="5" y="42"/>
                  </a:lnTo>
                  <a:lnTo>
                    <a:pt x="4" y="42"/>
                  </a:lnTo>
                  <a:lnTo>
                    <a:pt x="3" y="41"/>
                  </a:lnTo>
                  <a:lnTo>
                    <a:pt x="0" y="42"/>
                  </a:lnTo>
                  <a:lnTo>
                    <a:pt x="0" y="39"/>
                  </a:lnTo>
                  <a:lnTo>
                    <a:pt x="1" y="38"/>
                  </a:lnTo>
                  <a:lnTo>
                    <a:pt x="5" y="38"/>
                  </a:lnTo>
                  <a:lnTo>
                    <a:pt x="7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11" y="35"/>
                  </a:lnTo>
                  <a:lnTo>
                    <a:pt x="12" y="37"/>
                  </a:lnTo>
                  <a:lnTo>
                    <a:pt x="15" y="34"/>
                  </a:lnTo>
                  <a:lnTo>
                    <a:pt x="17" y="34"/>
                  </a:lnTo>
                  <a:lnTo>
                    <a:pt x="20" y="34"/>
                  </a:lnTo>
                  <a:lnTo>
                    <a:pt x="22" y="38"/>
                  </a:lnTo>
                  <a:lnTo>
                    <a:pt x="25" y="37"/>
                  </a:lnTo>
                  <a:lnTo>
                    <a:pt x="26" y="37"/>
                  </a:lnTo>
                  <a:lnTo>
                    <a:pt x="28" y="37"/>
                  </a:lnTo>
                  <a:lnTo>
                    <a:pt x="30" y="37"/>
                  </a:lnTo>
                  <a:lnTo>
                    <a:pt x="32" y="37"/>
                  </a:lnTo>
                  <a:lnTo>
                    <a:pt x="36" y="37"/>
                  </a:lnTo>
                  <a:lnTo>
                    <a:pt x="36" y="35"/>
                  </a:lnTo>
                  <a:lnTo>
                    <a:pt x="34" y="33"/>
                  </a:lnTo>
                  <a:lnTo>
                    <a:pt x="34" y="31"/>
                  </a:lnTo>
                  <a:lnTo>
                    <a:pt x="34" y="30"/>
                  </a:lnTo>
                  <a:lnTo>
                    <a:pt x="34" y="29"/>
                  </a:lnTo>
                  <a:lnTo>
                    <a:pt x="30" y="25"/>
                  </a:lnTo>
                  <a:lnTo>
                    <a:pt x="32" y="23"/>
                  </a:lnTo>
                  <a:lnTo>
                    <a:pt x="30" y="21"/>
                  </a:lnTo>
                  <a:lnTo>
                    <a:pt x="32" y="22"/>
                  </a:lnTo>
                  <a:lnTo>
                    <a:pt x="34" y="22"/>
                  </a:lnTo>
                  <a:lnTo>
                    <a:pt x="37" y="21"/>
                  </a:lnTo>
                  <a:lnTo>
                    <a:pt x="38" y="22"/>
                  </a:lnTo>
                  <a:lnTo>
                    <a:pt x="38" y="23"/>
                  </a:lnTo>
                  <a:lnTo>
                    <a:pt x="40" y="25"/>
                  </a:lnTo>
                  <a:lnTo>
                    <a:pt x="40" y="26"/>
                  </a:lnTo>
                  <a:lnTo>
                    <a:pt x="42" y="26"/>
                  </a:lnTo>
                  <a:lnTo>
                    <a:pt x="44" y="26"/>
                  </a:lnTo>
                  <a:lnTo>
                    <a:pt x="49" y="27"/>
                  </a:lnTo>
                  <a:lnTo>
                    <a:pt x="51" y="26"/>
                  </a:lnTo>
                  <a:lnTo>
                    <a:pt x="54" y="25"/>
                  </a:lnTo>
                  <a:lnTo>
                    <a:pt x="53" y="23"/>
                  </a:lnTo>
                  <a:lnTo>
                    <a:pt x="51" y="22"/>
                  </a:lnTo>
                  <a:lnTo>
                    <a:pt x="53" y="21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5" y="17"/>
                  </a:lnTo>
                  <a:lnTo>
                    <a:pt x="65" y="16"/>
                  </a:lnTo>
                  <a:lnTo>
                    <a:pt x="69" y="13"/>
                  </a:lnTo>
                  <a:lnTo>
                    <a:pt x="69" y="8"/>
                  </a:lnTo>
                  <a:lnTo>
                    <a:pt x="69" y="5"/>
                  </a:lnTo>
                  <a:lnTo>
                    <a:pt x="70" y="4"/>
                  </a:lnTo>
                  <a:lnTo>
                    <a:pt x="73" y="1"/>
                  </a:lnTo>
                  <a:lnTo>
                    <a:pt x="74" y="2"/>
                  </a:lnTo>
                  <a:lnTo>
                    <a:pt x="78" y="1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2" name="Freeform 409"/>
            <p:cNvSpPr>
              <a:spLocks/>
            </p:cNvSpPr>
            <p:nvPr/>
          </p:nvSpPr>
          <p:spPr bwMode="auto">
            <a:xfrm>
              <a:off x="6181454" y="3223643"/>
              <a:ext cx="10151" cy="10151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1 h 4"/>
                <a:gd name="T4" fmla="*/ 4 w 4"/>
                <a:gd name="T5" fmla="*/ 3 h 4"/>
                <a:gd name="T6" fmla="*/ 2 w 4"/>
                <a:gd name="T7" fmla="*/ 4 h 4"/>
                <a:gd name="T8" fmla="*/ 0 w 4"/>
                <a:gd name="T9" fmla="*/ 3 h 4"/>
                <a:gd name="T10" fmla="*/ 0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4" y="1"/>
                  </a:lnTo>
                  <a:lnTo>
                    <a:pt x="4" y="3"/>
                  </a:lnTo>
                  <a:lnTo>
                    <a:pt x="2" y="4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3" name="Freeform 410"/>
            <p:cNvSpPr>
              <a:spLocks noEditPoints="1"/>
            </p:cNvSpPr>
            <p:nvPr/>
          </p:nvSpPr>
          <p:spPr bwMode="auto">
            <a:xfrm>
              <a:off x="5950520" y="2815065"/>
              <a:ext cx="345133" cy="385737"/>
            </a:xfrm>
            <a:custGeom>
              <a:avLst/>
              <a:gdLst>
                <a:gd name="T0" fmla="*/ 99 w 136"/>
                <a:gd name="T1" fmla="*/ 141 h 152"/>
                <a:gd name="T2" fmla="*/ 99 w 136"/>
                <a:gd name="T3" fmla="*/ 152 h 152"/>
                <a:gd name="T4" fmla="*/ 83 w 136"/>
                <a:gd name="T5" fmla="*/ 145 h 152"/>
                <a:gd name="T6" fmla="*/ 70 w 136"/>
                <a:gd name="T7" fmla="*/ 137 h 152"/>
                <a:gd name="T8" fmla="*/ 78 w 136"/>
                <a:gd name="T9" fmla="*/ 131 h 152"/>
                <a:gd name="T10" fmla="*/ 95 w 136"/>
                <a:gd name="T11" fmla="*/ 129 h 152"/>
                <a:gd name="T12" fmla="*/ 32 w 136"/>
                <a:gd name="T13" fmla="*/ 87 h 152"/>
                <a:gd name="T14" fmla="*/ 37 w 136"/>
                <a:gd name="T15" fmla="*/ 96 h 152"/>
                <a:gd name="T16" fmla="*/ 35 w 136"/>
                <a:gd name="T17" fmla="*/ 111 h 152"/>
                <a:gd name="T18" fmla="*/ 30 w 136"/>
                <a:gd name="T19" fmla="*/ 115 h 152"/>
                <a:gd name="T20" fmla="*/ 25 w 136"/>
                <a:gd name="T21" fmla="*/ 120 h 152"/>
                <a:gd name="T22" fmla="*/ 24 w 136"/>
                <a:gd name="T23" fmla="*/ 106 h 152"/>
                <a:gd name="T24" fmla="*/ 22 w 136"/>
                <a:gd name="T25" fmla="*/ 99 h 152"/>
                <a:gd name="T26" fmla="*/ 20 w 136"/>
                <a:gd name="T27" fmla="*/ 90 h 152"/>
                <a:gd name="T28" fmla="*/ 20 w 136"/>
                <a:gd name="T29" fmla="*/ 85 h 152"/>
                <a:gd name="T30" fmla="*/ 20 w 136"/>
                <a:gd name="T31" fmla="*/ 87 h 152"/>
                <a:gd name="T32" fmla="*/ 50 w 136"/>
                <a:gd name="T33" fmla="*/ 69 h 152"/>
                <a:gd name="T34" fmla="*/ 42 w 136"/>
                <a:gd name="T35" fmla="*/ 63 h 152"/>
                <a:gd name="T36" fmla="*/ 43 w 136"/>
                <a:gd name="T37" fmla="*/ 61 h 152"/>
                <a:gd name="T38" fmla="*/ 66 w 136"/>
                <a:gd name="T39" fmla="*/ 6 h 152"/>
                <a:gd name="T40" fmla="*/ 78 w 136"/>
                <a:gd name="T41" fmla="*/ 15 h 152"/>
                <a:gd name="T42" fmla="*/ 70 w 136"/>
                <a:gd name="T43" fmla="*/ 23 h 152"/>
                <a:gd name="T44" fmla="*/ 63 w 136"/>
                <a:gd name="T45" fmla="*/ 29 h 152"/>
                <a:gd name="T46" fmla="*/ 63 w 136"/>
                <a:gd name="T47" fmla="*/ 41 h 152"/>
                <a:gd name="T48" fmla="*/ 82 w 136"/>
                <a:gd name="T49" fmla="*/ 57 h 152"/>
                <a:gd name="T50" fmla="*/ 87 w 136"/>
                <a:gd name="T51" fmla="*/ 67 h 152"/>
                <a:gd name="T52" fmla="*/ 97 w 136"/>
                <a:gd name="T53" fmla="*/ 75 h 152"/>
                <a:gd name="T54" fmla="*/ 108 w 136"/>
                <a:gd name="T55" fmla="*/ 78 h 152"/>
                <a:gd name="T56" fmla="*/ 113 w 136"/>
                <a:gd name="T57" fmla="*/ 85 h 152"/>
                <a:gd name="T58" fmla="*/ 134 w 136"/>
                <a:gd name="T59" fmla="*/ 96 h 152"/>
                <a:gd name="T60" fmla="*/ 134 w 136"/>
                <a:gd name="T61" fmla="*/ 106 h 152"/>
                <a:gd name="T62" fmla="*/ 129 w 136"/>
                <a:gd name="T63" fmla="*/ 99 h 152"/>
                <a:gd name="T64" fmla="*/ 120 w 136"/>
                <a:gd name="T65" fmla="*/ 96 h 152"/>
                <a:gd name="T66" fmla="*/ 116 w 136"/>
                <a:gd name="T67" fmla="*/ 104 h 152"/>
                <a:gd name="T68" fmla="*/ 120 w 136"/>
                <a:gd name="T69" fmla="*/ 112 h 152"/>
                <a:gd name="T70" fmla="*/ 118 w 136"/>
                <a:gd name="T71" fmla="*/ 120 h 152"/>
                <a:gd name="T72" fmla="*/ 111 w 136"/>
                <a:gd name="T73" fmla="*/ 135 h 152"/>
                <a:gd name="T74" fmla="*/ 107 w 136"/>
                <a:gd name="T75" fmla="*/ 129 h 152"/>
                <a:gd name="T76" fmla="*/ 109 w 136"/>
                <a:gd name="T77" fmla="*/ 123 h 152"/>
                <a:gd name="T78" fmla="*/ 108 w 136"/>
                <a:gd name="T79" fmla="*/ 111 h 152"/>
                <a:gd name="T80" fmla="*/ 100 w 136"/>
                <a:gd name="T81" fmla="*/ 102 h 152"/>
                <a:gd name="T82" fmla="*/ 96 w 136"/>
                <a:gd name="T83" fmla="*/ 95 h 152"/>
                <a:gd name="T84" fmla="*/ 88 w 136"/>
                <a:gd name="T85" fmla="*/ 91 h 152"/>
                <a:gd name="T86" fmla="*/ 79 w 136"/>
                <a:gd name="T87" fmla="*/ 85 h 152"/>
                <a:gd name="T88" fmla="*/ 70 w 136"/>
                <a:gd name="T89" fmla="*/ 83 h 152"/>
                <a:gd name="T90" fmla="*/ 57 w 136"/>
                <a:gd name="T91" fmla="*/ 67 h 152"/>
                <a:gd name="T92" fmla="*/ 45 w 136"/>
                <a:gd name="T93" fmla="*/ 60 h 152"/>
                <a:gd name="T94" fmla="*/ 39 w 136"/>
                <a:gd name="T95" fmla="*/ 48 h 152"/>
                <a:gd name="T96" fmla="*/ 25 w 136"/>
                <a:gd name="T97" fmla="*/ 40 h 152"/>
                <a:gd name="T98" fmla="*/ 9 w 136"/>
                <a:gd name="T99" fmla="*/ 46 h 152"/>
                <a:gd name="T100" fmla="*/ 0 w 136"/>
                <a:gd name="T101" fmla="*/ 31 h 152"/>
                <a:gd name="T102" fmla="*/ 3 w 136"/>
                <a:gd name="T103" fmla="*/ 19 h 152"/>
                <a:gd name="T104" fmla="*/ 18 w 136"/>
                <a:gd name="T105" fmla="*/ 10 h 152"/>
                <a:gd name="T106" fmla="*/ 29 w 136"/>
                <a:gd name="T107" fmla="*/ 15 h 152"/>
                <a:gd name="T108" fmla="*/ 38 w 136"/>
                <a:gd name="T109" fmla="*/ 10 h 152"/>
                <a:gd name="T110" fmla="*/ 54 w 136"/>
                <a:gd name="T111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6" h="152">
                  <a:moveTo>
                    <a:pt x="101" y="128"/>
                  </a:moveTo>
                  <a:lnTo>
                    <a:pt x="104" y="131"/>
                  </a:lnTo>
                  <a:lnTo>
                    <a:pt x="103" y="133"/>
                  </a:lnTo>
                  <a:lnTo>
                    <a:pt x="101" y="136"/>
                  </a:lnTo>
                  <a:lnTo>
                    <a:pt x="99" y="141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0" y="148"/>
                  </a:lnTo>
                  <a:lnTo>
                    <a:pt x="100" y="152"/>
                  </a:lnTo>
                  <a:lnTo>
                    <a:pt x="99" y="152"/>
                  </a:lnTo>
                  <a:lnTo>
                    <a:pt x="92" y="149"/>
                  </a:lnTo>
                  <a:lnTo>
                    <a:pt x="92" y="148"/>
                  </a:lnTo>
                  <a:lnTo>
                    <a:pt x="89" y="146"/>
                  </a:lnTo>
                  <a:lnTo>
                    <a:pt x="88" y="146"/>
                  </a:lnTo>
                  <a:lnTo>
                    <a:pt x="83" y="145"/>
                  </a:lnTo>
                  <a:lnTo>
                    <a:pt x="82" y="142"/>
                  </a:lnTo>
                  <a:lnTo>
                    <a:pt x="79" y="141"/>
                  </a:lnTo>
                  <a:lnTo>
                    <a:pt x="75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0" y="133"/>
                  </a:lnTo>
                  <a:lnTo>
                    <a:pt x="72" y="132"/>
                  </a:lnTo>
                  <a:lnTo>
                    <a:pt x="74" y="132"/>
                  </a:lnTo>
                  <a:lnTo>
                    <a:pt x="75" y="132"/>
                  </a:lnTo>
                  <a:lnTo>
                    <a:pt x="78" y="131"/>
                  </a:lnTo>
                  <a:lnTo>
                    <a:pt x="80" y="133"/>
                  </a:lnTo>
                  <a:lnTo>
                    <a:pt x="83" y="133"/>
                  </a:lnTo>
                  <a:lnTo>
                    <a:pt x="87" y="132"/>
                  </a:lnTo>
                  <a:lnTo>
                    <a:pt x="92" y="132"/>
                  </a:lnTo>
                  <a:lnTo>
                    <a:pt x="95" y="129"/>
                  </a:lnTo>
                  <a:lnTo>
                    <a:pt x="97" y="131"/>
                  </a:lnTo>
                  <a:lnTo>
                    <a:pt x="99" y="131"/>
                  </a:lnTo>
                  <a:lnTo>
                    <a:pt x="101" y="128"/>
                  </a:lnTo>
                  <a:close/>
                  <a:moveTo>
                    <a:pt x="30" y="86"/>
                  </a:moveTo>
                  <a:lnTo>
                    <a:pt x="32" y="87"/>
                  </a:lnTo>
                  <a:lnTo>
                    <a:pt x="33" y="87"/>
                  </a:lnTo>
                  <a:lnTo>
                    <a:pt x="34" y="90"/>
                  </a:lnTo>
                  <a:lnTo>
                    <a:pt x="35" y="91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4" y="98"/>
                  </a:lnTo>
                  <a:lnTo>
                    <a:pt x="37" y="100"/>
                  </a:lnTo>
                  <a:lnTo>
                    <a:pt x="35" y="104"/>
                  </a:lnTo>
                  <a:lnTo>
                    <a:pt x="37" y="110"/>
                  </a:lnTo>
                  <a:lnTo>
                    <a:pt x="35" y="111"/>
                  </a:lnTo>
                  <a:lnTo>
                    <a:pt x="35" y="115"/>
                  </a:lnTo>
                  <a:lnTo>
                    <a:pt x="35" y="116"/>
                  </a:lnTo>
                  <a:lnTo>
                    <a:pt x="34" y="116"/>
                  </a:lnTo>
                  <a:lnTo>
                    <a:pt x="33" y="115"/>
                  </a:lnTo>
                  <a:lnTo>
                    <a:pt x="30" y="115"/>
                  </a:lnTo>
                  <a:lnTo>
                    <a:pt x="29" y="116"/>
                  </a:lnTo>
                  <a:lnTo>
                    <a:pt x="29" y="119"/>
                  </a:lnTo>
                  <a:lnTo>
                    <a:pt x="28" y="120"/>
                  </a:lnTo>
                  <a:lnTo>
                    <a:pt x="26" y="120"/>
                  </a:lnTo>
                  <a:lnTo>
                    <a:pt x="25" y="120"/>
                  </a:lnTo>
                  <a:lnTo>
                    <a:pt x="24" y="119"/>
                  </a:lnTo>
                  <a:lnTo>
                    <a:pt x="22" y="113"/>
                  </a:lnTo>
                  <a:lnTo>
                    <a:pt x="21" y="112"/>
                  </a:lnTo>
                  <a:lnTo>
                    <a:pt x="22" y="108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1" y="104"/>
                  </a:lnTo>
                  <a:lnTo>
                    <a:pt x="21" y="103"/>
                  </a:lnTo>
                  <a:lnTo>
                    <a:pt x="22" y="102"/>
                  </a:lnTo>
                  <a:lnTo>
                    <a:pt x="22" y="99"/>
                  </a:lnTo>
                  <a:lnTo>
                    <a:pt x="21" y="98"/>
                  </a:lnTo>
                  <a:lnTo>
                    <a:pt x="21" y="96"/>
                  </a:lnTo>
                  <a:lnTo>
                    <a:pt x="18" y="94"/>
                  </a:lnTo>
                  <a:lnTo>
                    <a:pt x="20" y="92"/>
                  </a:lnTo>
                  <a:lnTo>
                    <a:pt x="20" y="90"/>
                  </a:lnTo>
                  <a:lnTo>
                    <a:pt x="22" y="91"/>
                  </a:lnTo>
                  <a:lnTo>
                    <a:pt x="24" y="91"/>
                  </a:lnTo>
                  <a:lnTo>
                    <a:pt x="28" y="86"/>
                  </a:lnTo>
                  <a:lnTo>
                    <a:pt x="30" y="86"/>
                  </a:lnTo>
                  <a:close/>
                  <a:moveTo>
                    <a:pt x="20" y="85"/>
                  </a:moveTo>
                  <a:lnTo>
                    <a:pt x="21" y="86"/>
                  </a:lnTo>
                  <a:lnTo>
                    <a:pt x="20" y="87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7"/>
                  </a:lnTo>
                  <a:lnTo>
                    <a:pt x="20" y="86"/>
                  </a:lnTo>
                  <a:lnTo>
                    <a:pt x="20" y="85"/>
                  </a:lnTo>
                  <a:close/>
                  <a:moveTo>
                    <a:pt x="50" y="69"/>
                  </a:moveTo>
                  <a:lnTo>
                    <a:pt x="51" y="70"/>
                  </a:lnTo>
                  <a:lnTo>
                    <a:pt x="50" y="69"/>
                  </a:lnTo>
                  <a:lnTo>
                    <a:pt x="50" y="69"/>
                  </a:lnTo>
                  <a:close/>
                  <a:moveTo>
                    <a:pt x="43" y="61"/>
                  </a:moveTo>
                  <a:lnTo>
                    <a:pt x="45" y="62"/>
                  </a:lnTo>
                  <a:lnTo>
                    <a:pt x="45" y="63"/>
                  </a:lnTo>
                  <a:lnTo>
                    <a:pt x="42" y="63"/>
                  </a:lnTo>
                  <a:lnTo>
                    <a:pt x="41" y="63"/>
                  </a:lnTo>
                  <a:lnTo>
                    <a:pt x="39" y="63"/>
                  </a:lnTo>
                  <a:lnTo>
                    <a:pt x="39" y="62"/>
                  </a:lnTo>
                  <a:lnTo>
                    <a:pt x="42" y="61"/>
                  </a:lnTo>
                  <a:lnTo>
                    <a:pt x="43" y="61"/>
                  </a:lnTo>
                  <a:close/>
                  <a:moveTo>
                    <a:pt x="54" y="0"/>
                  </a:moveTo>
                  <a:lnTo>
                    <a:pt x="57" y="0"/>
                  </a:lnTo>
                  <a:lnTo>
                    <a:pt x="60" y="0"/>
                  </a:lnTo>
                  <a:lnTo>
                    <a:pt x="60" y="3"/>
                  </a:lnTo>
                  <a:lnTo>
                    <a:pt x="66" y="6"/>
                  </a:lnTo>
                  <a:lnTo>
                    <a:pt x="74" y="7"/>
                  </a:lnTo>
                  <a:lnTo>
                    <a:pt x="78" y="7"/>
                  </a:lnTo>
                  <a:lnTo>
                    <a:pt x="79" y="8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6" y="16"/>
                  </a:lnTo>
                  <a:lnTo>
                    <a:pt x="76" y="21"/>
                  </a:lnTo>
                  <a:lnTo>
                    <a:pt x="74" y="20"/>
                  </a:lnTo>
                  <a:lnTo>
                    <a:pt x="72" y="21"/>
                  </a:lnTo>
                  <a:lnTo>
                    <a:pt x="70" y="23"/>
                  </a:lnTo>
                  <a:lnTo>
                    <a:pt x="67" y="23"/>
                  </a:lnTo>
                  <a:lnTo>
                    <a:pt x="66" y="25"/>
                  </a:lnTo>
                  <a:lnTo>
                    <a:pt x="63" y="25"/>
                  </a:lnTo>
                  <a:lnTo>
                    <a:pt x="62" y="27"/>
                  </a:lnTo>
                  <a:lnTo>
                    <a:pt x="63" y="29"/>
                  </a:lnTo>
                  <a:lnTo>
                    <a:pt x="64" y="32"/>
                  </a:lnTo>
                  <a:lnTo>
                    <a:pt x="63" y="35"/>
                  </a:lnTo>
                  <a:lnTo>
                    <a:pt x="62" y="35"/>
                  </a:lnTo>
                  <a:lnTo>
                    <a:pt x="63" y="38"/>
                  </a:lnTo>
                  <a:lnTo>
                    <a:pt x="63" y="41"/>
                  </a:lnTo>
                  <a:lnTo>
                    <a:pt x="64" y="44"/>
                  </a:lnTo>
                  <a:lnTo>
                    <a:pt x="70" y="46"/>
                  </a:lnTo>
                  <a:lnTo>
                    <a:pt x="72" y="48"/>
                  </a:lnTo>
                  <a:lnTo>
                    <a:pt x="74" y="49"/>
                  </a:lnTo>
                  <a:lnTo>
                    <a:pt x="82" y="57"/>
                  </a:lnTo>
                  <a:lnTo>
                    <a:pt x="82" y="60"/>
                  </a:lnTo>
                  <a:lnTo>
                    <a:pt x="83" y="60"/>
                  </a:lnTo>
                  <a:lnTo>
                    <a:pt x="83" y="62"/>
                  </a:lnTo>
                  <a:lnTo>
                    <a:pt x="84" y="65"/>
                  </a:lnTo>
                  <a:lnTo>
                    <a:pt x="87" y="67"/>
                  </a:lnTo>
                  <a:lnTo>
                    <a:pt x="88" y="70"/>
                  </a:lnTo>
                  <a:lnTo>
                    <a:pt x="92" y="73"/>
                  </a:lnTo>
                  <a:lnTo>
                    <a:pt x="93" y="74"/>
                  </a:lnTo>
                  <a:lnTo>
                    <a:pt x="96" y="74"/>
                  </a:lnTo>
                  <a:lnTo>
                    <a:pt x="97" y="75"/>
                  </a:lnTo>
                  <a:lnTo>
                    <a:pt x="103" y="75"/>
                  </a:lnTo>
                  <a:lnTo>
                    <a:pt x="104" y="75"/>
                  </a:lnTo>
                  <a:lnTo>
                    <a:pt x="107" y="75"/>
                  </a:lnTo>
                  <a:lnTo>
                    <a:pt x="109" y="77"/>
                  </a:lnTo>
                  <a:lnTo>
                    <a:pt x="108" y="78"/>
                  </a:lnTo>
                  <a:lnTo>
                    <a:pt x="105" y="81"/>
                  </a:lnTo>
                  <a:lnTo>
                    <a:pt x="105" y="81"/>
                  </a:lnTo>
                  <a:lnTo>
                    <a:pt x="107" y="83"/>
                  </a:lnTo>
                  <a:lnTo>
                    <a:pt x="109" y="83"/>
                  </a:lnTo>
                  <a:lnTo>
                    <a:pt x="113" y="85"/>
                  </a:lnTo>
                  <a:lnTo>
                    <a:pt x="122" y="88"/>
                  </a:lnTo>
                  <a:lnTo>
                    <a:pt x="126" y="91"/>
                  </a:lnTo>
                  <a:lnTo>
                    <a:pt x="129" y="94"/>
                  </a:lnTo>
                  <a:lnTo>
                    <a:pt x="133" y="95"/>
                  </a:lnTo>
                  <a:lnTo>
                    <a:pt x="134" y="96"/>
                  </a:lnTo>
                  <a:lnTo>
                    <a:pt x="136" y="98"/>
                  </a:lnTo>
                  <a:lnTo>
                    <a:pt x="136" y="102"/>
                  </a:lnTo>
                  <a:lnTo>
                    <a:pt x="134" y="103"/>
                  </a:lnTo>
                  <a:lnTo>
                    <a:pt x="134" y="104"/>
                  </a:lnTo>
                  <a:lnTo>
                    <a:pt x="134" y="106"/>
                  </a:lnTo>
                  <a:lnTo>
                    <a:pt x="134" y="106"/>
                  </a:lnTo>
                  <a:lnTo>
                    <a:pt x="132" y="104"/>
                  </a:lnTo>
                  <a:lnTo>
                    <a:pt x="130" y="103"/>
                  </a:lnTo>
                  <a:lnTo>
                    <a:pt x="129" y="100"/>
                  </a:lnTo>
                  <a:lnTo>
                    <a:pt x="129" y="99"/>
                  </a:lnTo>
                  <a:lnTo>
                    <a:pt x="128" y="98"/>
                  </a:lnTo>
                  <a:lnTo>
                    <a:pt x="124" y="98"/>
                  </a:lnTo>
                  <a:lnTo>
                    <a:pt x="124" y="96"/>
                  </a:lnTo>
                  <a:lnTo>
                    <a:pt x="121" y="96"/>
                  </a:lnTo>
                  <a:lnTo>
                    <a:pt x="120" y="96"/>
                  </a:lnTo>
                  <a:lnTo>
                    <a:pt x="118" y="96"/>
                  </a:lnTo>
                  <a:lnTo>
                    <a:pt x="117" y="99"/>
                  </a:lnTo>
                  <a:lnTo>
                    <a:pt x="116" y="102"/>
                  </a:lnTo>
                  <a:lnTo>
                    <a:pt x="116" y="103"/>
                  </a:lnTo>
                  <a:lnTo>
                    <a:pt x="116" y="104"/>
                  </a:lnTo>
                  <a:lnTo>
                    <a:pt x="114" y="106"/>
                  </a:lnTo>
                  <a:lnTo>
                    <a:pt x="114" y="107"/>
                  </a:lnTo>
                  <a:lnTo>
                    <a:pt x="114" y="108"/>
                  </a:lnTo>
                  <a:lnTo>
                    <a:pt x="117" y="108"/>
                  </a:lnTo>
                  <a:lnTo>
                    <a:pt x="120" y="112"/>
                  </a:lnTo>
                  <a:lnTo>
                    <a:pt x="121" y="113"/>
                  </a:lnTo>
                  <a:lnTo>
                    <a:pt x="121" y="116"/>
                  </a:lnTo>
                  <a:lnTo>
                    <a:pt x="121" y="117"/>
                  </a:lnTo>
                  <a:lnTo>
                    <a:pt x="120" y="119"/>
                  </a:lnTo>
                  <a:lnTo>
                    <a:pt x="118" y="120"/>
                  </a:lnTo>
                  <a:lnTo>
                    <a:pt x="116" y="121"/>
                  </a:lnTo>
                  <a:lnTo>
                    <a:pt x="116" y="127"/>
                  </a:lnTo>
                  <a:lnTo>
                    <a:pt x="113" y="129"/>
                  </a:lnTo>
                  <a:lnTo>
                    <a:pt x="112" y="132"/>
                  </a:lnTo>
                  <a:lnTo>
                    <a:pt x="111" y="135"/>
                  </a:lnTo>
                  <a:lnTo>
                    <a:pt x="108" y="135"/>
                  </a:lnTo>
                  <a:lnTo>
                    <a:pt x="105" y="132"/>
                  </a:lnTo>
                  <a:lnTo>
                    <a:pt x="105" y="131"/>
                  </a:lnTo>
                  <a:lnTo>
                    <a:pt x="105" y="129"/>
                  </a:lnTo>
                  <a:lnTo>
                    <a:pt x="107" y="129"/>
                  </a:lnTo>
                  <a:lnTo>
                    <a:pt x="108" y="127"/>
                  </a:lnTo>
                  <a:lnTo>
                    <a:pt x="108" y="125"/>
                  </a:lnTo>
                  <a:lnTo>
                    <a:pt x="108" y="123"/>
                  </a:lnTo>
                  <a:lnTo>
                    <a:pt x="109" y="123"/>
                  </a:lnTo>
                  <a:lnTo>
                    <a:pt x="109" y="123"/>
                  </a:lnTo>
                  <a:lnTo>
                    <a:pt x="111" y="120"/>
                  </a:lnTo>
                  <a:lnTo>
                    <a:pt x="111" y="119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08" y="111"/>
                  </a:lnTo>
                  <a:lnTo>
                    <a:pt x="107" y="107"/>
                  </a:lnTo>
                  <a:lnTo>
                    <a:pt x="105" y="103"/>
                  </a:lnTo>
                  <a:lnTo>
                    <a:pt x="104" y="102"/>
                  </a:lnTo>
                  <a:lnTo>
                    <a:pt x="103" y="103"/>
                  </a:lnTo>
                  <a:lnTo>
                    <a:pt x="100" y="102"/>
                  </a:lnTo>
                  <a:lnTo>
                    <a:pt x="99" y="100"/>
                  </a:lnTo>
                  <a:lnTo>
                    <a:pt x="96" y="100"/>
                  </a:lnTo>
                  <a:lnTo>
                    <a:pt x="95" y="99"/>
                  </a:lnTo>
                  <a:lnTo>
                    <a:pt x="96" y="98"/>
                  </a:lnTo>
                  <a:lnTo>
                    <a:pt x="96" y="95"/>
                  </a:lnTo>
                  <a:lnTo>
                    <a:pt x="95" y="94"/>
                  </a:lnTo>
                  <a:lnTo>
                    <a:pt x="92" y="94"/>
                  </a:lnTo>
                  <a:lnTo>
                    <a:pt x="91" y="94"/>
                  </a:lnTo>
                  <a:lnTo>
                    <a:pt x="91" y="92"/>
                  </a:lnTo>
                  <a:lnTo>
                    <a:pt x="88" y="91"/>
                  </a:lnTo>
                  <a:lnTo>
                    <a:pt x="87" y="92"/>
                  </a:lnTo>
                  <a:lnTo>
                    <a:pt x="85" y="91"/>
                  </a:lnTo>
                  <a:lnTo>
                    <a:pt x="83" y="86"/>
                  </a:lnTo>
                  <a:lnTo>
                    <a:pt x="80" y="86"/>
                  </a:lnTo>
                  <a:lnTo>
                    <a:pt x="79" y="85"/>
                  </a:lnTo>
                  <a:lnTo>
                    <a:pt x="76" y="86"/>
                  </a:lnTo>
                  <a:lnTo>
                    <a:pt x="75" y="86"/>
                  </a:lnTo>
                  <a:lnTo>
                    <a:pt x="74" y="85"/>
                  </a:lnTo>
                  <a:lnTo>
                    <a:pt x="72" y="83"/>
                  </a:lnTo>
                  <a:lnTo>
                    <a:pt x="70" y="83"/>
                  </a:lnTo>
                  <a:lnTo>
                    <a:pt x="66" y="79"/>
                  </a:lnTo>
                  <a:lnTo>
                    <a:pt x="60" y="73"/>
                  </a:lnTo>
                  <a:lnTo>
                    <a:pt x="59" y="73"/>
                  </a:lnTo>
                  <a:lnTo>
                    <a:pt x="58" y="70"/>
                  </a:lnTo>
                  <a:lnTo>
                    <a:pt x="57" y="67"/>
                  </a:lnTo>
                  <a:lnTo>
                    <a:pt x="53" y="67"/>
                  </a:lnTo>
                  <a:lnTo>
                    <a:pt x="53" y="66"/>
                  </a:lnTo>
                  <a:lnTo>
                    <a:pt x="50" y="62"/>
                  </a:lnTo>
                  <a:lnTo>
                    <a:pt x="47" y="61"/>
                  </a:lnTo>
                  <a:lnTo>
                    <a:pt x="45" y="60"/>
                  </a:lnTo>
                  <a:lnTo>
                    <a:pt x="45" y="56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1" y="49"/>
                  </a:lnTo>
                  <a:lnTo>
                    <a:pt x="39" y="48"/>
                  </a:lnTo>
                  <a:lnTo>
                    <a:pt x="39" y="46"/>
                  </a:lnTo>
                  <a:lnTo>
                    <a:pt x="38" y="44"/>
                  </a:lnTo>
                  <a:lnTo>
                    <a:pt x="34" y="42"/>
                  </a:lnTo>
                  <a:lnTo>
                    <a:pt x="33" y="41"/>
                  </a:lnTo>
                  <a:lnTo>
                    <a:pt x="25" y="40"/>
                  </a:lnTo>
                  <a:lnTo>
                    <a:pt x="17" y="42"/>
                  </a:lnTo>
                  <a:lnTo>
                    <a:pt x="17" y="45"/>
                  </a:lnTo>
                  <a:lnTo>
                    <a:pt x="16" y="48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12" y="42"/>
                  </a:lnTo>
                  <a:lnTo>
                    <a:pt x="8" y="42"/>
                  </a:lnTo>
                  <a:lnTo>
                    <a:pt x="4" y="40"/>
                  </a:lnTo>
                  <a:lnTo>
                    <a:pt x="4" y="33"/>
                  </a:lnTo>
                  <a:lnTo>
                    <a:pt x="0" y="31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5" y="24"/>
                  </a:lnTo>
                  <a:lnTo>
                    <a:pt x="4" y="23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6" y="19"/>
                  </a:lnTo>
                  <a:lnTo>
                    <a:pt x="12" y="16"/>
                  </a:lnTo>
                  <a:lnTo>
                    <a:pt x="14" y="17"/>
                  </a:lnTo>
                  <a:lnTo>
                    <a:pt x="18" y="10"/>
                  </a:lnTo>
                  <a:lnTo>
                    <a:pt x="21" y="11"/>
                  </a:lnTo>
                  <a:lnTo>
                    <a:pt x="21" y="15"/>
                  </a:lnTo>
                  <a:lnTo>
                    <a:pt x="25" y="16"/>
                  </a:lnTo>
                  <a:lnTo>
                    <a:pt x="26" y="19"/>
                  </a:lnTo>
                  <a:lnTo>
                    <a:pt x="29" y="15"/>
                  </a:lnTo>
                  <a:lnTo>
                    <a:pt x="29" y="11"/>
                  </a:lnTo>
                  <a:lnTo>
                    <a:pt x="34" y="12"/>
                  </a:lnTo>
                  <a:lnTo>
                    <a:pt x="35" y="12"/>
                  </a:lnTo>
                  <a:lnTo>
                    <a:pt x="38" y="13"/>
                  </a:lnTo>
                  <a:lnTo>
                    <a:pt x="38" y="10"/>
                  </a:lnTo>
                  <a:lnTo>
                    <a:pt x="43" y="8"/>
                  </a:lnTo>
                  <a:lnTo>
                    <a:pt x="42" y="4"/>
                  </a:lnTo>
                  <a:lnTo>
                    <a:pt x="45" y="2"/>
                  </a:lnTo>
                  <a:lnTo>
                    <a:pt x="49" y="3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4" name="Freeform 411"/>
            <p:cNvSpPr>
              <a:spLocks noEditPoints="1"/>
            </p:cNvSpPr>
            <p:nvPr/>
          </p:nvSpPr>
          <p:spPr bwMode="auto">
            <a:xfrm>
              <a:off x="5519104" y="2939415"/>
              <a:ext cx="370511" cy="276615"/>
            </a:xfrm>
            <a:custGeom>
              <a:avLst/>
              <a:gdLst>
                <a:gd name="T0" fmla="*/ 120 w 146"/>
                <a:gd name="T1" fmla="*/ 71 h 109"/>
                <a:gd name="T2" fmla="*/ 117 w 146"/>
                <a:gd name="T3" fmla="*/ 68 h 109"/>
                <a:gd name="T4" fmla="*/ 134 w 146"/>
                <a:gd name="T5" fmla="*/ 59 h 109"/>
                <a:gd name="T6" fmla="*/ 133 w 146"/>
                <a:gd name="T7" fmla="*/ 64 h 109"/>
                <a:gd name="T8" fmla="*/ 129 w 146"/>
                <a:gd name="T9" fmla="*/ 61 h 109"/>
                <a:gd name="T10" fmla="*/ 146 w 146"/>
                <a:gd name="T11" fmla="*/ 57 h 109"/>
                <a:gd name="T12" fmla="*/ 140 w 146"/>
                <a:gd name="T13" fmla="*/ 57 h 109"/>
                <a:gd name="T14" fmla="*/ 17 w 146"/>
                <a:gd name="T15" fmla="*/ 0 h 109"/>
                <a:gd name="T16" fmla="*/ 25 w 146"/>
                <a:gd name="T17" fmla="*/ 1 h 109"/>
                <a:gd name="T18" fmla="*/ 33 w 146"/>
                <a:gd name="T19" fmla="*/ 1 h 109"/>
                <a:gd name="T20" fmla="*/ 41 w 146"/>
                <a:gd name="T21" fmla="*/ 3 h 109"/>
                <a:gd name="T22" fmla="*/ 59 w 146"/>
                <a:gd name="T23" fmla="*/ 3 h 109"/>
                <a:gd name="T24" fmla="*/ 69 w 146"/>
                <a:gd name="T25" fmla="*/ 5 h 109"/>
                <a:gd name="T26" fmla="*/ 79 w 146"/>
                <a:gd name="T27" fmla="*/ 8 h 109"/>
                <a:gd name="T28" fmla="*/ 83 w 146"/>
                <a:gd name="T29" fmla="*/ 5 h 109"/>
                <a:gd name="T30" fmla="*/ 86 w 146"/>
                <a:gd name="T31" fmla="*/ 7 h 109"/>
                <a:gd name="T32" fmla="*/ 90 w 146"/>
                <a:gd name="T33" fmla="*/ 11 h 109"/>
                <a:gd name="T34" fmla="*/ 99 w 146"/>
                <a:gd name="T35" fmla="*/ 14 h 109"/>
                <a:gd name="T36" fmla="*/ 107 w 146"/>
                <a:gd name="T37" fmla="*/ 17 h 109"/>
                <a:gd name="T38" fmla="*/ 116 w 146"/>
                <a:gd name="T39" fmla="*/ 16 h 109"/>
                <a:gd name="T40" fmla="*/ 128 w 146"/>
                <a:gd name="T41" fmla="*/ 17 h 109"/>
                <a:gd name="T42" fmla="*/ 134 w 146"/>
                <a:gd name="T43" fmla="*/ 21 h 109"/>
                <a:gd name="T44" fmla="*/ 132 w 146"/>
                <a:gd name="T45" fmla="*/ 29 h 109"/>
                <a:gd name="T46" fmla="*/ 125 w 146"/>
                <a:gd name="T47" fmla="*/ 37 h 109"/>
                <a:gd name="T48" fmla="*/ 113 w 146"/>
                <a:gd name="T49" fmla="*/ 41 h 109"/>
                <a:gd name="T50" fmla="*/ 112 w 146"/>
                <a:gd name="T51" fmla="*/ 46 h 109"/>
                <a:gd name="T52" fmla="*/ 109 w 146"/>
                <a:gd name="T53" fmla="*/ 46 h 109"/>
                <a:gd name="T54" fmla="*/ 103 w 146"/>
                <a:gd name="T55" fmla="*/ 53 h 109"/>
                <a:gd name="T56" fmla="*/ 99 w 146"/>
                <a:gd name="T57" fmla="*/ 64 h 109"/>
                <a:gd name="T58" fmla="*/ 104 w 146"/>
                <a:gd name="T59" fmla="*/ 72 h 109"/>
                <a:gd name="T60" fmla="*/ 97 w 146"/>
                <a:gd name="T61" fmla="*/ 79 h 109"/>
                <a:gd name="T62" fmla="*/ 95 w 146"/>
                <a:gd name="T63" fmla="*/ 88 h 109"/>
                <a:gd name="T64" fmla="*/ 82 w 146"/>
                <a:gd name="T65" fmla="*/ 93 h 109"/>
                <a:gd name="T66" fmla="*/ 76 w 146"/>
                <a:gd name="T67" fmla="*/ 99 h 109"/>
                <a:gd name="T68" fmla="*/ 71 w 146"/>
                <a:gd name="T69" fmla="*/ 100 h 109"/>
                <a:gd name="T70" fmla="*/ 67 w 146"/>
                <a:gd name="T71" fmla="*/ 100 h 109"/>
                <a:gd name="T72" fmla="*/ 57 w 146"/>
                <a:gd name="T73" fmla="*/ 100 h 109"/>
                <a:gd name="T74" fmla="*/ 45 w 146"/>
                <a:gd name="T75" fmla="*/ 104 h 109"/>
                <a:gd name="T76" fmla="*/ 40 w 146"/>
                <a:gd name="T77" fmla="*/ 109 h 109"/>
                <a:gd name="T78" fmla="*/ 29 w 146"/>
                <a:gd name="T79" fmla="*/ 100 h 109"/>
                <a:gd name="T80" fmla="*/ 21 w 146"/>
                <a:gd name="T81" fmla="*/ 93 h 109"/>
                <a:gd name="T82" fmla="*/ 17 w 146"/>
                <a:gd name="T83" fmla="*/ 88 h 109"/>
                <a:gd name="T84" fmla="*/ 24 w 146"/>
                <a:gd name="T85" fmla="*/ 78 h 109"/>
                <a:gd name="T86" fmla="*/ 24 w 146"/>
                <a:gd name="T87" fmla="*/ 71 h 109"/>
                <a:gd name="T88" fmla="*/ 17 w 146"/>
                <a:gd name="T89" fmla="*/ 59 h 109"/>
                <a:gd name="T90" fmla="*/ 25 w 146"/>
                <a:gd name="T91" fmla="*/ 54 h 109"/>
                <a:gd name="T92" fmla="*/ 26 w 146"/>
                <a:gd name="T93" fmla="*/ 42 h 109"/>
                <a:gd name="T94" fmla="*/ 32 w 146"/>
                <a:gd name="T95" fmla="*/ 34 h 109"/>
                <a:gd name="T96" fmla="*/ 29 w 146"/>
                <a:gd name="T97" fmla="*/ 26 h 109"/>
                <a:gd name="T98" fmla="*/ 16 w 146"/>
                <a:gd name="T99" fmla="*/ 26 h 109"/>
                <a:gd name="T100" fmla="*/ 11 w 146"/>
                <a:gd name="T101" fmla="*/ 24 h 109"/>
                <a:gd name="T102" fmla="*/ 4 w 146"/>
                <a:gd name="T103" fmla="*/ 24 h 109"/>
                <a:gd name="T104" fmla="*/ 5 w 146"/>
                <a:gd name="T105" fmla="*/ 20 h 109"/>
                <a:gd name="T106" fmla="*/ 3 w 146"/>
                <a:gd name="T107" fmla="*/ 17 h 109"/>
                <a:gd name="T108" fmla="*/ 3 w 146"/>
                <a:gd name="T109" fmla="*/ 13 h 109"/>
                <a:gd name="T110" fmla="*/ 0 w 146"/>
                <a:gd name="T111" fmla="*/ 11 h 109"/>
                <a:gd name="T112" fmla="*/ 7 w 146"/>
                <a:gd name="T113" fmla="*/ 7 h 109"/>
                <a:gd name="T114" fmla="*/ 11 w 146"/>
                <a:gd name="T115" fmla="*/ 4 h 109"/>
                <a:gd name="T116" fmla="*/ 16 w 146"/>
                <a:gd name="T11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6" h="109">
                  <a:moveTo>
                    <a:pt x="120" y="67"/>
                  </a:moveTo>
                  <a:lnTo>
                    <a:pt x="121" y="70"/>
                  </a:lnTo>
                  <a:lnTo>
                    <a:pt x="120" y="71"/>
                  </a:lnTo>
                  <a:lnTo>
                    <a:pt x="119" y="72"/>
                  </a:lnTo>
                  <a:lnTo>
                    <a:pt x="117" y="71"/>
                  </a:lnTo>
                  <a:lnTo>
                    <a:pt x="117" y="68"/>
                  </a:lnTo>
                  <a:lnTo>
                    <a:pt x="120" y="67"/>
                  </a:lnTo>
                  <a:close/>
                  <a:moveTo>
                    <a:pt x="132" y="58"/>
                  </a:moveTo>
                  <a:lnTo>
                    <a:pt x="134" y="59"/>
                  </a:lnTo>
                  <a:lnTo>
                    <a:pt x="137" y="59"/>
                  </a:lnTo>
                  <a:lnTo>
                    <a:pt x="134" y="62"/>
                  </a:lnTo>
                  <a:lnTo>
                    <a:pt x="133" y="64"/>
                  </a:lnTo>
                  <a:lnTo>
                    <a:pt x="130" y="63"/>
                  </a:lnTo>
                  <a:lnTo>
                    <a:pt x="129" y="62"/>
                  </a:lnTo>
                  <a:lnTo>
                    <a:pt x="129" y="61"/>
                  </a:lnTo>
                  <a:lnTo>
                    <a:pt x="132" y="58"/>
                  </a:lnTo>
                  <a:close/>
                  <a:moveTo>
                    <a:pt x="144" y="54"/>
                  </a:moveTo>
                  <a:lnTo>
                    <a:pt x="146" y="57"/>
                  </a:lnTo>
                  <a:lnTo>
                    <a:pt x="145" y="58"/>
                  </a:lnTo>
                  <a:lnTo>
                    <a:pt x="144" y="57"/>
                  </a:lnTo>
                  <a:lnTo>
                    <a:pt x="140" y="57"/>
                  </a:lnTo>
                  <a:lnTo>
                    <a:pt x="140" y="55"/>
                  </a:lnTo>
                  <a:lnTo>
                    <a:pt x="144" y="54"/>
                  </a:lnTo>
                  <a:close/>
                  <a:moveTo>
                    <a:pt x="17" y="0"/>
                  </a:moveTo>
                  <a:lnTo>
                    <a:pt x="20" y="0"/>
                  </a:lnTo>
                  <a:lnTo>
                    <a:pt x="22" y="3"/>
                  </a:lnTo>
                  <a:lnTo>
                    <a:pt x="25" y="1"/>
                  </a:lnTo>
                  <a:lnTo>
                    <a:pt x="28" y="1"/>
                  </a:lnTo>
                  <a:lnTo>
                    <a:pt x="30" y="3"/>
                  </a:lnTo>
                  <a:lnTo>
                    <a:pt x="33" y="1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41" y="3"/>
                  </a:lnTo>
                  <a:lnTo>
                    <a:pt x="49" y="4"/>
                  </a:lnTo>
                  <a:lnTo>
                    <a:pt x="53" y="5"/>
                  </a:lnTo>
                  <a:lnTo>
                    <a:pt x="59" y="3"/>
                  </a:lnTo>
                  <a:lnTo>
                    <a:pt x="63" y="3"/>
                  </a:lnTo>
                  <a:lnTo>
                    <a:pt x="65" y="5"/>
                  </a:lnTo>
                  <a:lnTo>
                    <a:pt x="69" y="5"/>
                  </a:lnTo>
                  <a:lnTo>
                    <a:pt x="70" y="4"/>
                  </a:lnTo>
                  <a:lnTo>
                    <a:pt x="72" y="4"/>
                  </a:lnTo>
                  <a:lnTo>
                    <a:pt x="79" y="8"/>
                  </a:lnTo>
                  <a:lnTo>
                    <a:pt x="80" y="5"/>
                  </a:lnTo>
                  <a:lnTo>
                    <a:pt x="82" y="5"/>
                  </a:lnTo>
                  <a:lnTo>
                    <a:pt x="83" y="5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6" y="7"/>
                  </a:lnTo>
                  <a:lnTo>
                    <a:pt x="87" y="9"/>
                  </a:lnTo>
                  <a:lnTo>
                    <a:pt x="87" y="11"/>
                  </a:lnTo>
                  <a:lnTo>
                    <a:pt x="90" y="11"/>
                  </a:lnTo>
                  <a:lnTo>
                    <a:pt x="95" y="13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1" y="17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9" y="16"/>
                  </a:lnTo>
                  <a:lnTo>
                    <a:pt x="115" y="14"/>
                  </a:lnTo>
                  <a:lnTo>
                    <a:pt x="116" y="16"/>
                  </a:lnTo>
                  <a:lnTo>
                    <a:pt x="120" y="16"/>
                  </a:lnTo>
                  <a:lnTo>
                    <a:pt x="123" y="17"/>
                  </a:lnTo>
                  <a:lnTo>
                    <a:pt x="128" y="17"/>
                  </a:lnTo>
                  <a:lnTo>
                    <a:pt x="132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2" y="22"/>
                  </a:lnTo>
                  <a:lnTo>
                    <a:pt x="133" y="26"/>
                  </a:lnTo>
                  <a:lnTo>
                    <a:pt x="132" y="29"/>
                  </a:lnTo>
                  <a:lnTo>
                    <a:pt x="132" y="32"/>
                  </a:lnTo>
                  <a:lnTo>
                    <a:pt x="126" y="34"/>
                  </a:lnTo>
                  <a:lnTo>
                    <a:pt x="125" y="37"/>
                  </a:lnTo>
                  <a:lnTo>
                    <a:pt x="121" y="38"/>
                  </a:lnTo>
                  <a:lnTo>
                    <a:pt x="116" y="38"/>
                  </a:lnTo>
                  <a:lnTo>
                    <a:pt x="113" y="41"/>
                  </a:lnTo>
                  <a:lnTo>
                    <a:pt x="111" y="42"/>
                  </a:lnTo>
                  <a:lnTo>
                    <a:pt x="112" y="42"/>
                  </a:lnTo>
                  <a:lnTo>
                    <a:pt x="112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8" y="45"/>
                  </a:lnTo>
                  <a:lnTo>
                    <a:pt x="105" y="51"/>
                  </a:lnTo>
                  <a:lnTo>
                    <a:pt x="103" y="53"/>
                  </a:lnTo>
                  <a:lnTo>
                    <a:pt x="99" y="61"/>
                  </a:lnTo>
                  <a:lnTo>
                    <a:pt x="97" y="62"/>
                  </a:lnTo>
                  <a:lnTo>
                    <a:pt x="99" y="64"/>
                  </a:lnTo>
                  <a:lnTo>
                    <a:pt x="99" y="67"/>
                  </a:lnTo>
                  <a:lnTo>
                    <a:pt x="101" y="68"/>
                  </a:lnTo>
                  <a:lnTo>
                    <a:pt x="104" y="72"/>
                  </a:lnTo>
                  <a:lnTo>
                    <a:pt x="101" y="75"/>
                  </a:lnTo>
                  <a:lnTo>
                    <a:pt x="97" y="76"/>
                  </a:lnTo>
                  <a:lnTo>
                    <a:pt x="97" y="79"/>
                  </a:lnTo>
                  <a:lnTo>
                    <a:pt x="94" y="84"/>
                  </a:lnTo>
                  <a:lnTo>
                    <a:pt x="94" y="87"/>
                  </a:lnTo>
                  <a:lnTo>
                    <a:pt x="95" y="88"/>
                  </a:lnTo>
                  <a:lnTo>
                    <a:pt x="94" y="89"/>
                  </a:lnTo>
                  <a:lnTo>
                    <a:pt x="90" y="91"/>
                  </a:lnTo>
                  <a:lnTo>
                    <a:pt x="82" y="93"/>
                  </a:lnTo>
                  <a:lnTo>
                    <a:pt x="82" y="96"/>
                  </a:lnTo>
                  <a:lnTo>
                    <a:pt x="79" y="100"/>
                  </a:lnTo>
                  <a:lnTo>
                    <a:pt x="76" y="99"/>
                  </a:lnTo>
                  <a:lnTo>
                    <a:pt x="75" y="97"/>
                  </a:lnTo>
                  <a:lnTo>
                    <a:pt x="74" y="100"/>
                  </a:lnTo>
                  <a:lnTo>
                    <a:pt x="71" y="100"/>
                  </a:lnTo>
                  <a:lnTo>
                    <a:pt x="70" y="100"/>
                  </a:lnTo>
                  <a:lnTo>
                    <a:pt x="67" y="100"/>
                  </a:lnTo>
                  <a:lnTo>
                    <a:pt x="67" y="100"/>
                  </a:lnTo>
                  <a:lnTo>
                    <a:pt x="63" y="100"/>
                  </a:lnTo>
                  <a:lnTo>
                    <a:pt x="59" y="99"/>
                  </a:lnTo>
                  <a:lnTo>
                    <a:pt x="57" y="100"/>
                  </a:lnTo>
                  <a:lnTo>
                    <a:pt x="53" y="100"/>
                  </a:lnTo>
                  <a:lnTo>
                    <a:pt x="49" y="104"/>
                  </a:lnTo>
                  <a:lnTo>
                    <a:pt x="45" y="104"/>
                  </a:lnTo>
                  <a:lnTo>
                    <a:pt x="43" y="107"/>
                  </a:lnTo>
                  <a:lnTo>
                    <a:pt x="42" y="108"/>
                  </a:lnTo>
                  <a:lnTo>
                    <a:pt x="40" y="109"/>
                  </a:lnTo>
                  <a:lnTo>
                    <a:pt x="36" y="109"/>
                  </a:lnTo>
                  <a:lnTo>
                    <a:pt x="32" y="105"/>
                  </a:lnTo>
                  <a:lnTo>
                    <a:pt x="29" y="100"/>
                  </a:lnTo>
                  <a:lnTo>
                    <a:pt x="30" y="99"/>
                  </a:lnTo>
                  <a:lnTo>
                    <a:pt x="25" y="95"/>
                  </a:lnTo>
                  <a:lnTo>
                    <a:pt x="21" y="93"/>
                  </a:lnTo>
                  <a:lnTo>
                    <a:pt x="20" y="93"/>
                  </a:lnTo>
                  <a:lnTo>
                    <a:pt x="20" y="91"/>
                  </a:lnTo>
                  <a:lnTo>
                    <a:pt x="17" y="88"/>
                  </a:lnTo>
                  <a:lnTo>
                    <a:pt x="20" y="83"/>
                  </a:lnTo>
                  <a:lnTo>
                    <a:pt x="24" y="80"/>
                  </a:lnTo>
                  <a:lnTo>
                    <a:pt x="24" y="78"/>
                  </a:lnTo>
                  <a:lnTo>
                    <a:pt x="21" y="78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2" y="66"/>
                  </a:lnTo>
                  <a:lnTo>
                    <a:pt x="20" y="64"/>
                  </a:lnTo>
                  <a:lnTo>
                    <a:pt x="17" y="59"/>
                  </a:lnTo>
                  <a:lnTo>
                    <a:pt x="20" y="58"/>
                  </a:lnTo>
                  <a:lnTo>
                    <a:pt x="22" y="58"/>
                  </a:lnTo>
                  <a:lnTo>
                    <a:pt x="25" y="54"/>
                  </a:lnTo>
                  <a:lnTo>
                    <a:pt x="24" y="51"/>
                  </a:lnTo>
                  <a:lnTo>
                    <a:pt x="25" y="50"/>
                  </a:lnTo>
                  <a:lnTo>
                    <a:pt x="26" y="42"/>
                  </a:lnTo>
                  <a:lnTo>
                    <a:pt x="25" y="38"/>
                  </a:lnTo>
                  <a:lnTo>
                    <a:pt x="30" y="34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0" y="29"/>
                  </a:lnTo>
                  <a:lnTo>
                    <a:pt x="29" y="26"/>
                  </a:lnTo>
                  <a:lnTo>
                    <a:pt x="24" y="25"/>
                  </a:lnTo>
                  <a:lnTo>
                    <a:pt x="22" y="28"/>
                  </a:lnTo>
                  <a:lnTo>
                    <a:pt x="16" y="26"/>
                  </a:lnTo>
                  <a:lnTo>
                    <a:pt x="12" y="28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9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5" y="20"/>
                  </a:lnTo>
                  <a:lnTo>
                    <a:pt x="4" y="18"/>
                  </a:lnTo>
                  <a:lnTo>
                    <a:pt x="5" y="16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1" y="8"/>
                  </a:lnTo>
                  <a:lnTo>
                    <a:pt x="5" y="5"/>
                  </a:lnTo>
                  <a:lnTo>
                    <a:pt x="7" y="7"/>
                  </a:lnTo>
                  <a:lnTo>
                    <a:pt x="11" y="7"/>
                  </a:lnTo>
                  <a:lnTo>
                    <a:pt x="12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5" name="Freeform 412"/>
            <p:cNvSpPr>
              <a:spLocks/>
            </p:cNvSpPr>
            <p:nvPr/>
          </p:nvSpPr>
          <p:spPr bwMode="auto">
            <a:xfrm>
              <a:off x="5508953" y="3000321"/>
              <a:ext cx="93897" cy="182718"/>
            </a:xfrm>
            <a:custGeom>
              <a:avLst/>
              <a:gdLst>
                <a:gd name="T0" fmla="*/ 15 w 37"/>
                <a:gd name="T1" fmla="*/ 0 h 72"/>
                <a:gd name="T2" fmla="*/ 16 w 37"/>
                <a:gd name="T3" fmla="*/ 4 h 72"/>
                <a:gd name="T4" fmla="*/ 26 w 37"/>
                <a:gd name="T5" fmla="*/ 4 h 72"/>
                <a:gd name="T6" fmla="*/ 33 w 37"/>
                <a:gd name="T7" fmla="*/ 2 h 72"/>
                <a:gd name="T8" fmla="*/ 37 w 37"/>
                <a:gd name="T9" fmla="*/ 8 h 72"/>
                <a:gd name="T10" fmla="*/ 34 w 37"/>
                <a:gd name="T11" fmla="*/ 10 h 72"/>
                <a:gd name="T12" fmla="*/ 30 w 37"/>
                <a:gd name="T13" fmla="*/ 18 h 72"/>
                <a:gd name="T14" fmla="*/ 28 w 37"/>
                <a:gd name="T15" fmla="*/ 27 h 72"/>
                <a:gd name="T16" fmla="*/ 26 w 37"/>
                <a:gd name="T17" fmla="*/ 34 h 72"/>
                <a:gd name="T18" fmla="*/ 21 w 37"/>
                <a:gd name="T19" fmla="*/ 35 h 72"/>
                <a:gd name="T20" fmla="*/ 26 w 37"/>
                <a:gd name="T21" fmla="*/ 42 h 72"/>
                <a:gd name="T22" fmla="*/ 24 w 37"/>
                <a:gd name="T23" fmla="*/ 51 h 72"/>
                <a:gd name="T24" fmla="*/ 28 w 37"/>
                <a:gd name="T25" fmla="*/ 54 h 72"/>
                <a:gd name="T26" fmla="*/ 24 w 37"/>
                <a:gd name="T27" fmla="*/ 59 h 72"/>
                <a:gd name="T28" fmla="*/ 24 w 37"/>
                <a:gd name="T29" fmla="*/ 67 h 72"/>
                <a:gd name="T30" fmla="*/ 24 w 37"/>
                <a:gd name="T31" fmla="*/ 69 h 72"/>
                <a:gd name="T32" fmla="*/ 20 w 37"/>
                <a:gd name="T33" fmla="*/ 71 h 72"/>
                <a:gd name="T34" fmla="*/ 15 w 37"/>
                <a:gd name="T35" fmla="*/ 71 h 72"/>
                <a:gd name="T36" fmla="*/ 5 w 37"/>
                <a:gd name="T37" fmla="*/ 72 h 72"/>
                <a:gd name="T38" fmla="*/ 5 w 37"/>
                <a:gd name="T39" fmla="*/ 69 h 72"/>
                <a:gd name="T40" fmla="*/ 7 w 37"/>
                <a:gd name="T41" fmla="*/ 59 h 72"/>
                <a:gd name="T42" fmla="*/ 7 w 37"/>
                <a:gd name="T43" fmla="*/ 54 h 72"/>
                <a:gd name="T44" fmla="*/ 5 w 37"/>
                <a:gd name="T45" fmla="*/ 51 h 72"/>
                <a:gd name="T46" fmla="*/ 3 w 37"/>
                <a:gd name="T47" fmla="*/ 52 h 72"/>
                <a:gd name="T48" fmla="*/ 5 w 37"/>
                <a:gd name="T49" fmla="*/ 47 h 72"/>
                <a:gd name="T50" fmla="*/ 5 w 37"/>
                <a:gd name="T51" fmla="*/ 44 h 72"/>
                <a:gd name="T52" fmla="*/ 3 w 37"/>
                <a:gd name="T53" fmla="*/ 48 h 72"/>
                <a:gd name="T54" fmla="*/ 0 w 37"/>
                <a:gd name="T55" fmla="*/ 47 h 72"/>
                <a:gd name="T56" fmla="*/ 4 w 37"/>
                <a:gd name="T57" fmla="*/ 35 h 72"/>
                <a:gd name="T58" fmla="*/ 7 w 37"/>
                <a:gd name="T59" fmla="*/ 29 h 72"/>
                <a:gd name="T60" fmla="*/ 8 w 37"/>
                <a:gd name="T61" fmla="*/ 22 h 72"/>
                <a:gd name="T62" fmla="*/ 8 w 37"/>
                <a:gd name="T63" fmla="*/ 18 h 72"/>
                <a:gd name="T64" fmla="*/ 8 w 37"/>
                <a:gd name="T65" fmla="*/ 14 h 72"/>
                <a:gd name="T66" fmla="*/ 8 w 37"/>
                <a:gd name="T67" fmla="*/ 2 h 72"/>
                <a:gd name="T68" fmla="*/ 13 w 37"/>
                <a:gd name="T6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" h="72">
                  <a:moveTo>
                    <a:pt x="13" y="0"/>
                  </a:moveTo>
                  <a:lnTo>
                    <a:pt x="15" y="0"/>
                  </a:lnTo>
                  <a:lnTo>
                    <a:pt x="15" y="2"/>
                  </a:lnTo>
                  <a:lnTo>
                    <a:pt x="16" y="4"/>
                  </a:lnTo>
                  <a:lnTo>
                    <a:pt x="20" y="2"/>
                  </a:lnTo>
                  <a:lnTo>
                    <a:pt x="26" y="4"/>
                  </a:lnTo>
                  <a:lnTo>
                    <a:pt x="28" y="1"/>
                  </a:lnTo>
                  <a:lnTo>
                    <a:pt x="33" y="2"/>
                  </a:lnTo>
                  <a:lnTo>
                    <a:pt x="34" y="5"/>
                  </a:lnTo>
                  <a:lnTo>
                    <a:pt x="37" y="8"/>
                  </a:lnTo>
                  <a:lnTo>
                    <a:pt x="36" y="10"/>
                  </a:lnTo>
                  <a:lnTo>
                    <a:pt x="34" y="10"/>
                  </a:lnTo>
                  <a:lnTo>
                    <a:pt x="29" y="14"/>
                  </a:lnTo>
                  <a:lnTo>
                    <a:pt x="30" y="18"/>
                  </a:lnTo>
                  <a:lnTo>
                    <a:pt x="29" y="26"/>
                  </a:lnTo>
                  <a:lnTo>
                    <a:pt x="28" y="27"/>
                  </a:lnTo>
                  <a:lnTo>
                    <a:pt x="29" y="30"/>
                  </a:lnTo>
                  <a:lnTo>
                    <a:pt x="26" y="34"/>
                  </a:lnTo>
                  <a:lnTo>
                    <a:pt x="24" y="34"/>
                  </a:lnTo>
                  <a:lnTo>
                    <a:pt x="21" y="35"/>
                  </a:lnTo>
                  <a:lnTo>
                    <a:pt x="24" y="40"/>
                  </a:lnTo>
                  <a:lnTo>
                    <a:pt x="26" y="42"/>
                  </a:lnTo>
                  <a:lnTo>
                    <a:pt x="28" y="47"/>
                  </a:lnTo>
                  <a:lnTo>
                    <a:pt x="24" y="51"/>
                  </a:lnTo>
                  <a:lnTo>
                    <a:pt x="25" y="54"/>
                  </a:lnTo>
                  <a:lnTo>
                    <a:pt x="28" y="54"/>
                  </a:lnTo>
                  <a:lnTo>
                    <a:pt x="28" y="56"/>
                  </a:lnTo>
                  <a:lnTo>
                    <a:pt x="24" y="59"/>
                  </a:lnTo>
                  <a:lnTo>
                    <a:pt x="21" y="64"/>
                  </a:lnTo>
                  <a:lnTo>
                    <a:pt x="24" y="67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6" y="72"/>
                  </a:lnTo>
                  <a:lnTo>
                    <a:pt x="15" y="71"/>
                  </a:lnTo>
                  <a:lnTo>
                    <a:pt x="9" y="69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5" y="69"/>
                  </a:lnTo>
                  <a:lnTo>
                    <a:pt x="7" y="65"/>
                  </a:lnTo>
                  <a:lnTo>
                    <a:pt x="7" y="59"/>
                  </a:lnTo>
                  <a:lnTo>
                    <a:pt x="8" y="56"/>
                  </a:lnTo>
                  <a:lnTo>
                    <a:pt x="7" y="54"/>
                  </a:lnTo>
                  <a:lnTo>
                    <a:pt x="8" y="51"/>
                  </a:lnTo>
                  <a:lnTo>
                    <a:pt x="5" y="51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3" y="50"/>
                  </a:lnTo>
                  <a:lnTo>
                    <a:pt x="5" y="47"/>
                  </a:lnTo>
                  <a:lnTo>
                    <a:pt x="5" y="47"/>
                  </a:lnTo>
                  <a:lnTo>
                    <a:pt x="5" y="44"/>
                  </a:lnTo>
                  <a:lnTo>
                    <a:pt x="3" y="47"/>
                  </a:lnTo>
                  <a:lnTo>
                    <a:pt x="3" y="48"/>
                  </a:lnTo>
                  <a:lnTo>
                    <a:pt x="0" y="48"/>
                  </a:lnTo>
                  <a:lnTo>
                    <a:pt x="0" y="47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8" y="22"/>
                  </a:lnTo>
                  <a:lnTo>
                    <a:pt x="9" y="21"/>
                  </a:lnTo>
                  <a:lnTo>
                    <a:pt x="8" y="18"/>
                  </a:lnTo>
                  <a:lnTo>
                    <a:pt x="9" y="15"/>
                  </a:lnTo>
                  <a:lnTo>
                    <a:pt x="8" y="14"/>
                  </a:lnTo>
                  <a:lnTo>
                    <a:pt x="9" y="6"/>
                  </a:lnTo>
                  <a:lnTo>
                    <a:pt x="8" y="2"/>
                  </a:lnTo>
                  <a:lnTo>
                    <a:pt x="8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6" name="Freeform 413"/>
            <p:cNvSpPr>
              <a:spLocks noEditPoints="1"/>
            </p:cNvSpPr>
            <p:nvPr/>
          </p:nvSpPr>
          <p:spPr bwMode="auto">
            <a:xfrm>
              <a:off x="6328643" y="3005396"/>
              <a:ext cx="258850" cy="251237"/>
            </a:xfrm>
            <a:custGeom>
              <a:avLst/>
              <a:gdLst>
                <a:gd name="T0" fmla="*/ 56 w 102"/>
                <a:gd name="T1" fmla="*/ 91 h 99"/>
                <a:gd name="T2" fmla="*/ 73 w 102"/>
                <a:gd name="T3" fmla="*/ 92 h 99"/>
                <a:gd name="T4" fmla="*/ 80 w 102"/>
                <a:gd name="T5" fmla="*/ 92 h 99"/>
                <a:gd name="T6" fmla="*/ 63 w 102"/>
                <a:gd name="T7" fmla="*/ 99 h 99"/>
                <a:gd name="T8" fmla="*/ 48 w 102"/>
                <a:gd name="T9" fmla="*/ 92 h 99"/>
                <a:gd name="T10" fmla="*/ 91 w 102"/>
                <a:gd name="T11" fmla="*/ 92 h 99"/>
                <a:gd name="T12" fmla="*/ 91 w 102"/>
                <a:gd name="T13" fmla="*/ 86 h 99"/>
                <a:gd name="T14" fmla="*/ 41 w 102"/>
                <a:gd name="T15" fmla="*/ 79 h 99"/>
                <a:gd name="T16" fmla="*/ 96 w 102"/>
                <a:gd name="T17" fmla="*/ 86 h 99"/>
                <a:gd name="T18" fmla="*/ 41 w 102"/>
                <a:gd name="T19" fmla="*/ 78 h 99"/>
                <a:gd name="T20" fmla="*/ 79 w 102"/>
                <a:gd name="T21" fmla="*/ 77 h 99"/>
                <a:gd name="T22" fmla="*/ 67 w 102"/>
                <a:gd name="T23" fmla="*/ 70 h 99"/>
                <a:gd name="T24" fmla="*/ 69 w 102"/>
                <a:gd name="T25" fmla="*/ 69 h 99"/>
                <a:gd name="T26" fmla="*/ 58 w 102"/>
                <a:gd name="T27" fmla="*/ 67 h 99"/>
                <a:gd name="T28" fmla="*/ 55 w 102"/>
                <a:gd name="T29" fmla="*/ 65 h 99"/>
                <a:gd name="T30" fmla="*/ 77 w 102"/>
                <a:gd name="T31" fmla="*/ 63 h 99"/>
                <a:gd name="T32" fmla="*/ 84 w 102"/>
                <a:gd name="T33" fmla="*/ 61 h 99"/>
                <a:gd name="T34" fmla="*/ 79 w 102"/>
                <a:gd name="T35" fmla="*/ 61 h 99"/>
                <a:gd name="T36" fmla="*/ 13 w 102"/>
                <a:gd name="T37" fmla="*/ 61 h 99"/>
                <a:gd name="T38" fmla="*/ 59 w 102"/>
                <a:gd name="T39" fmla="*/ 60 h 99"/>
                <a:gd name="T40" fmla="*/ 16 w 102"/>
                <a:gd name="T41" fmla="*/ 57 h 99"/>
                <a:gd name="T42" fmla="*/ 9 w 102"/>
                <a:gd name="T43" fmla="*/ 53 h 99"/>
                <a:gd name="T44" fmla="*/ 73 w 102"/>
                <a:gd name="T45" fmla="*/ 54 h 99"/>
                <a:gd name="T46" fmla="*/ 14 w 102"/>
                <a:gd name="T47" fmla="*/ 48 h 99"/>
                <a:gd name="T48" fmla="*/ 59 w 102"/>
                <a:gd name="T49" fmla="*/ 44 h 99"/>
                <a:gd name="T50" fmla="*/ 46 w 102"/>
                <a:gd name="T51" fmla="*/ 45 h 99"/>
                <a:gd name="T52" fmla="*/ 54 w 102"/>
                <a:gd name="T53" fmla="*/ 56 h 99"/>
                <a:gd name="T54" fmla="*/ 52 w 102"/>
                <a:gd name="T55" fmla="*/ 56 h 99"/>
                <a:gd name="T56" fmla="*/ 42 w 102"/>
                <a:gd name="T57" fmla="*/ 46 h 99"/>
                <a:gd name="T58" fmla="*/ 47 w 102"/>
                <a:gd name="T59" fmla="*/ 42 h 99"/>
                <a:gd name="T60" fmla="*/ 77 w 102"/>
                <a:gd name="T61" fmla="*/ 37 h 99"/>
                <a:gd name="T62" fmla="*/ 76 w 102"/>
                <a:gd name="T63" fmla="*/ 41 h 99"/>
                <a:gd name="T64" fmla="*/ 73 w 102"/>
                <a:gd name="T65" fmla="*/ 38 h 99"/>
                <a:gd name="T66" fmla="*/ 5 w 102"/>
                <a:gd name="T67" fmla="*/ 37 h 99"/>
                <a:gd name="T68" fmla="*/ 64 w 102"/>
                <a:gd name="T69" fmla="*/ 28 h 99"/>
                <a:gd name="T70" fmla="*/ 66 w 102"/>
                <a:gd name="T71" fmla="*/ 27 h 99"/>
                <a:gd name="T72" fmla="*/ 58 w 102"/>
                <a:gd name="T73" fmla="*/ 17 h 99"/>
                <a:gd name="T74" fmla="*/ 76 w 102"/>
                <a:gd name="T75" fmla="*/ 3 h 99"/>
                <a:gd name="T76" fmla="*/ 62 w 102"/>
                <a:gd name="T77" fmla="*/ 12 h 99"/>
                <a:gd name="T78" fmla="*/ 47 w 102"/>
                <a:gd name="T79" fmla="*/ 17 h 99"/>
                <a:gd name="T80" fmla="*/ 47 w 102"/>
                <a:gd name="T81" fmla="*/ 25 h 99"/>
                <a:gd name="T82" fmla="*/ 42 w 102"/>
                <a:gd name="T83" fmla="*/ 28 h 99"/>
                <a:gd name="T84" fmla="*/ 33 w 102"/>
                <a:gd name="T85" fmla="*/ 27 h 99"/>
                <a:gd name="T86" fmla="*/ 39 w 102"/>
                <a:gd name="T87" fmla="*/ 41 h 99"/>
                <a:gd name="T88" fmla="*/ 34 w 102"/>
                <a:gd name="T89" fmla="*/ 44 h 99"/>
                <a:gd name="T90" fmla="*/ 50 w 102"/>
                <a:gd name="T91" fmla="*/ 57 h 99"/>
                <a:gd name="T92" fmla="*/ 42 w 102"/>
                <a:gd name="T93" fmla="*/ 62 h 99"/>
                <a:gd name="T94" fmla="*/ 41 w 102"/>
                <a:gd name="T95" fmla="*/ 66 h 99"/>
                <a:gd name="T96" fmla="*/ 43 w 102"/>
                <a:gd name="T97" fmla="*/ 78 h 99"/>
                <a:gd name="T98" fmla="*/ 30 w 102"/>
                <a:gd name="T99" fmla="*/ 73 h 99"/>
                <a:gd name="T100" fmla="*/ 26 w 102"/>
                <a:gd name="T101" fmla="*/ 66 h 99"/>
                <a:gd name="T102" fmla="*/ 29 w 102"/>
                <a:gd name="T103" fmla="*/ 53 h 99"/>
                <a:gd name="T104" fmla="*/ 34 w 102"/>
                <a:gd name="T105" fmla="*/ 53 h 99"/>
                <a:gd name="T106" fmla="*/ 17 w 102"/>
                <a:gd name="T107" fmla="*/ 49 h 99"/>
                <a:gd name="T108" fmla="*/ 9 w 102"/>
                <a:gd name="T109" fmla="*/ 29 h 99"/>
                <a:gd name="T110" fmla="*/ 33 w 102"/>
                <a:gd name="T111" fmla="*/ 12 h 99"/>
                <a:gd name="T112" fmla="*/ 55 w 102"/>
                <a:gd name="T113" fmla="*/ 7 h 99"/>
                <a:gd name="T114" fmla="*/ 72 w 102"/>
                <a:gd name="T115" fmla="*/ 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2" h="99">
                  <a:moveTo>
                    <a:pt x="51" y="90"/>
                  </a:moveTo>
                  <a:lnTo>
                    <a:pt x="51" y="90"/>
                  </a:lnTo>
                  <a:lnTo>
                    <a:pt x="51" y="91"/>
                  </a:lnTo>
                  <a:lnTo>
                    <a:pt x="54" y="91"/>
                  </a:lnTo>
                  <a:lnTo>
                    <a:pt x="54" y="91"/>
                  </a:lnTo>
                  <a:lnTo>
                    <a:pt x="54" y="90"/>
                  </a:lnTo>
                  <a:lnTo>
                    <a:pt x="54" y="90"/>
                  </a:lnTo>
                  <a:lnTo>
                    <a:pt x="55" y="90"/>
                  </a:lnTo>
                  <a:lnTo>
                    <a:pt x="56" y="91"/>
                  </a:lnTo>
                  <a:lnTo>
                    <a:pt x="55" y="91"/>
                  </a:lnTo>
                  <a:lnTo>
                    <a:pt x="56" y="91"/>
                  </a:lnTo>
                  <a:lnTo>
                    <a:pt x="58" y="92"/>
                  </a:lnTo>
                  <a:lnTo>
                    <a:pt x="59" y="94"/>
                  </a:lnTo>
                  <a:lnTo>
                    <a:pt x="62" y="92"/>
                  </a:lnTo>
                  <a:lnTo>
                    <a:pt x="64" y="91"/>
                  </a:lnTo>
                  <a:lnTo>
                    <a:pt x="67" y="91"/>
                  </a:lnTo>
                  <a:lnTo>
                    <a:pt x="69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5" y="94"/>
                  </a:lnTo>
                  <a:lnTo>
                    <a:pt x="75" y="95"/>
                  </a:lnTo>
                  <a:lnTo>
                    <a:pt x="76" y="95"/>
                  </a:lnTo>
                  <a:lnTo>
                    <a:pt x="77" y="95"/>
                  </a:lnTo>
                  <a:lnTo>
                    <a:pt x="77" y="95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80" y="92"/>
                  </a:lnTo>
                  <a:lnTo>
                    <a:pt x="80" y="94"/>
                  </a:lnTo>
                  <a:lnTo>
                    <a:pt x="80" y="95"/>
                  </a:lnTo>
                  <a:lnTo>
                    <a:pt x="80" y="96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1" y="98"/>
                  </a:lnTo>
                  <a:lnTo>
                    <a:pt x="68" y="98"/>
                  </a:lnTo>
                  <a:lnTo>
                    <a:pt x="66" y="99"/>
                  </a:lnTo>
                  <a:lnTo>
                    <a:pt x="63" y="99"/>
                  </a:lnTo>
                  <a:lnTo>
                    <a:pt x="62" y="98"/>
                  </a:lnTo>
                  <a:lnTo>
                    <a:pt x="59" y="96"/>
                  </a:lnTo>
                  <a:lnTo>
                    <a:pt x="58" y="95"/>
                  </a:lnTo>
                  <a:lnTo>
                    <a:pt x="55" y="96"/>
                  </a:lnTo>
                  <a:lnTo>
                    <a:pt x="54" y="95"/>
                  </a:lnTo>
                  <a:lnTo>
                    <a:pt x="50" y="96"/>
                  </a:lnTo>
                  <a:lnTo>
                    <a:pt x="48" y="95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0"/>
                  </a:lnTo>
                  <a:lnTo>
                    <a:pt x="50" y="91"/>
                  </a:lnTo>
                  <a:lnTo>
                    <a:pt x="51" y="91"/>
                  </a:lnTo>
                  <a:lnTo>
                    <a:pt x="50" y="90"/>
                  </a:lnTo>
                  <a:lnTo>
                    <a:pt x="51" y="90"/>
                  </a:lnTo>
                  <a:close/>
                  <a:moveTo>
                    <a:pt x="89" y="87"/>
                  </a:moveTo>
                  <a:lnTo>
                    <a:pt x="89" y="89"/>
                  </a:lnTo>
                  <a:lnTo>
                    <a:pt x="91" y="91"/>
                  </a:lnTo>
                  <a:lnTo>
                    <a:pt x="91" y="92"/>
                  </a:lnTo>
                  <a:lnTo>
                    <a:pt x="89" y="92"/>
                  </a:lnTo>
                  <a:lnTo>
                    <a:pt x="89" y="91"/>
                  </a:lnTo>
                  <a:lnTo>
                    <a:pt x="88" y="90"/>
                  </a:lnTo>
                  <a:lnTo>
                    <a:pt x="89" y="87"/>
                  </a:lnTo>
                  <a:close/>
                  <a:moveTo>
                    <a:pt x="91" y="86"/>
                  </a:moveTo>
                  <a:lnTo>
                    <a:pt x="91" y="87"/>
                  </a:lnTo>
                  <a:lnTo>
                    <a:pt x="89" y="87"/>
                  </a:lnTo>
                  <a:lnTo>
                    <a:pt x="89" y="87"/>
                  </a:lnTo>
                  <a:lnTo>
                    <a:pt x="91" y="86"/>
                  </a:lnTo>
                  <a:close/>
                  <a:moveTo>
                    <a:pt x="41" y="79"/>
                  </a:moveTo>
                  <a:lnTo>
                    <a:pt x="42" y="81"/>
                  </a:lnTo>
                  <a:lnTo>
                    <a:pt x="43" y="82"/>
                  </a:lnTo>
                  <a:lnTo>
                    <a:pt x="42" y="85"/>
                  </a:lnTo>
                  <a:lnTo>
                    <a:pt x="41" y="83"/>
                  </a:lnTo>
                  <a:lnTo>
                    <a:pt x="41" y="82"/>
                  </a:lnTo>
                  <a:lnTo>
                    <a:pt x="41" y="81"/>
                  </a:lnTo>
                  <a:lnTo>
                    <a:pt x="41" y="79"/>
                  </a:lnTo>
                  <a:lnTo>
                    <a:pt x="41" y="79"/>
                  </a:lnTo>
                  <a:close/>
                  <a:moveTo>
                    <a:pt x="102" y="78"/>
                  </a:moveTo>
                  <a:lnTo>
                    <a:pt x="101" y="79"/>
                  </a:lnTo>
                  <a:lnTo>
                    <a:pt x="101" y="81"/>
                  </a:lnTo>
                  <a:lnTo>
                    <a:pt x="101" y="82"/>
                  </a:lnTo>
                  <a:lnTo>
                    <a:pt x="100" y="82"/>
                  </a:lnTo>
                  <a:lnTo>
                    <a:pt x="100" y="83"/>
                  </a:lnTo>
                  <a:lnTo>
                    <a:pt x="98" y="83"/>
                  </a:lnTo>
                  <a:lnTo>
                    <a:pt x="97" y="85"/>
                  </a:lnTo>
                  <a:lnTo>
                    <a:pt x="96" y="86"/>
                  </a:lnTo>
                  <a:lnTo>
                    <a:pt x="96" y="86"/>
                  </a:lnTo>
                  <a:lnTo>
                    <a:pt x="95" y="86"/>
                  </a:lnTo>
                  <a:lnTo>
                    <a:pt x="96" y="85"/>
                  </a:lnTo>
                  <a:lnTo>
                    <a:pt x="95" y="83"/>
                  </a:lnTo>
                  <a:lnTo>
                    <a:pt x="95" y="82"/>
                  </a:lnTo>
                  <a:lnTo>
                    <a:pt x="97" y="81"/>
                  </a:lnTo>
                  <a:lnTo>
                    <a:pt x="100" y="79"/>
                  </a:lnTo>
                  <a:lnTo>
                    <a:pt x="102" y="78"/>
                  </a:lnTo>
                  <a:close/>
                  <a:moveTo>
                    <a:pt x="41" y="78"/>
                  </a:moveTo>
                  <a:lnTo>
                    <a:pt x="41" y="78"/>
                  </a:lnTo>
                  <a:lnTo>
                    <a:pt x="41" y="78"/>
                  </a:lnTo>
                  <a:lnTo>
                    <a:pt x="41" y="78"/>
                  </a:lnTo>
                  <a:close/>
                  <a:moveTo>
                    <a:pt x="81" y="75"/>
                  </a:moveTo>
                  <a:lnTo>
                    <a:pt x="81" y="77"/>
                  </a:lnTo>
                  <a:lnTo>
                    <a:pt x="81" y="78"/>
                  </a:lnTo>
                  <a:lnTo>
                    <a:pt x="80" y="78"/>
                  </a:lnTo>
                  <a:lnTo>
                    <a:pt x="79" y="78"/>
                  </a:lnTo>
                  <a:lnTo>
                    <a:pt x="79" y="77"/>
                  </a:lnTo>
                  <a:lnTo>
                    <a:pt x="81" y="75"/>
                  </a:lnTo>
                  <a:close/>
                  <a:moveTo>
                    <a:pt x="56" y="75"/>
                  </a:moveTo>
                  <a:lnTo>
                    <a:pt x="59" y="75"/>
                  </a:lnTo>
                  <a:lnTo>
                    <a:pt x="58" y="77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6" y="75"/>
                  </a:lnTo>
                  <a:close/>
                  <a:moveTo>
                    <a:pt x="66" y="70"/>
                  </a:moveTo>
                  <a:lnTo>
                    <a:pt x="67" y="70"/>
                  </a:lnTo>
                  <a:lnTo>
                    <a:pt x="67" y="70"/>
                  </a:lnTo>
                  <a:lnTo>
                    <a:pt x="66" y="73"/>
                  </a:lnTo>
                  <a:lnTo>
                    <a:pt x="64" y="71"/>
                  </a:lnTo>
                  <a:lnTo>
                    <a:pt x="66" y="70"/>
                  </a:lnTo>
                  <a:close/>
                  <a:moveTo>
                    <a:pt x="58" y="70"/>
                  </a:moveTo>
                  <a:lnTo>
                    <a:pt x="58" y="71"/>
                  </a:lnTo>
                  <a:lnTo>
                    <a:pt x="56" y="70"/>
                  </a:lnTo>
                  <a:lnTo>
                    <a:pt x="58" y="70"/>
                  </a:lnTo>
                  <a:close/>
                  <a:moveTo>
                    <a:pt x="69" y="69"/>
                  </a:moveTo>
                  <a:lnTo>
                    <a:pt x="71" y="69"/>
                  </a:lnTo>
                  <a:lnTo>
                    <a:pt x="71" y="70"/>
                  </a:lnTo>
                  <a:lnTo>
                    <a:pt x="69" y="71"/>
                  </a:lnTo>
                  <a:lnTo>
                    <a:pt x="68" y="71"/>
                  </a:lnTo>
                  <a:lnTo>
                    <a:pt x="68" y="70"/>
                  </a:lnTo>
                  <a:lnTo>
                    <a:pt x="69" y="69"/>
                  </a:lnTo>
                  <a:close/>
                  <a:moveTo>
                    <a:pt x="56" y="66"/>
                  </a:moveTo>
                  <a:lnTo>
                    <a:pt x="58" y="66"/>
                  </a:lnTo>
                  <a:lnTo>
                    <a:pt x="58" y="67"/>
                  </a:lnTo>
                  <a:lnTo>
                    <a:pt x="56" y="67"/>
                  </a:lnTo>
                  <a:lnTo>
                    <a:pt x="56" y="66"/>
                  </a:lnTo>
                  <a:close/>
                  <a:moveTo>
                    <a:pt x="68" y="66"/>
                  </a:moveTo>
                  <a:lnTo>
                    <a:pt x="69" y="66"/>
                  </a:lnTo>
                  <a:lnTo>
                    <a:pt x="68" y="66"/>
                  </a:lnTo>
                  <a:lnTo>
                    <a:pt x="68" y="66"/>
                  </a:lnTo>
                  <a:close/>
                  <a:moveTo>
                    <a:pt x="55" y="63"/>
                  </a:moveTo>
                  <a:lnTo>
                    <a:pt x="56" y="65"/>
                  </a:lnTo>
                  <a:lnTo>
                    <a:pt x="55" y="65"/>
                  </a:lnTo>
                  <a:lnTo>
                    <a:pt x="55" y="65"/>
                  </a:lnTo>
                  <a:lnTo>
                    <a:pt x="55" y="63"/>
                  </a:lnTo>
                  <a:close/>
                  <a:moveTo>
                    <a:pt x="66" y="63"/>
                  </a:moveTo>
                  <a:lnTo>
                    <a:pt x="67" y="65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4" y="63"/>
                  </a:lnTo>
                  <a:lnTo>
                    <a:pt x="66" y="63"/>
                  </a:lnTo>
                  <a:close/>
                  <a:moveTo>
                    <a:pt x="77" y="63"/>
                  </a:moveTo>
                  <a:lnTo>
                    <a:pt x="77" y="63"/>
                  </a:lnTo>
                  <a:lnTo>
                    <a:pt x="75" y="66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7" y="63"/>
                  </a:lnTo>
                  <a:close/>
                  <a:moveTo>
                    <a:pt x="81" y="60"/>
                  </a:moveTo>
                  <a:lnTo>
                    <a:pt x="83" y="60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61"/>
                  </a:lnTo>
                  <a:lnTo>
                    <a:pt x="85" y="62"/>
                  </a:lnTo>
                  <a:lnTo>
                    <a:pt x="84" y="62"/>
                  </a:lnTo>
                  <a:lnTo>
                    <a:pt x="84" y="63"/>
                  </a:lnTo>
                  <a:lnTo>
                    <a:pt x="83" y="63"/>
                  </a:lnTo>
                  <a:lnTo>
                    <a:pt x="81" y="62"/>
                  </a:lnTo>
                  <a:lnTo>
                    <a:pt x="80" y="62"/>
                  </a:lnTo>
                  <a:lnTo>
                    <a:pt x="79" y="62"/>
                  </a:lnTo>
                  <a:lnTo>
                    <a:pt x="79" y="61"/>
                  </a:lnTo>
                  <a:lnTo>
                    <a:pt x="81" y="60"/>
                  </a:lnTo>
                  <a:close/>
                  <a:moveTo>
                    <a:pt x="14" y="60"/>
                  </a:moveTo>
                  <a:lnTo>
                    <a:pt x="16" y="60"/>
                  </a:lnTo>
                  <a:lnTo>
                    <a:pt x="16" y="61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3" y="61"/>
                  </a:lnTo>
                  <a:lnTo>
                    <a:pt x="13" y="60"/>
                  </a:lnTo>
                  <a:lnTo>
                    <a:pt x="14" y="60"/>
                  </a:lnTo>
                  <a:close/>
                  <a:moveTo>
                    <a:pt x="60" y="60"/>
                  </a:moveTo>
                  <a:lnTo>
                    <a:pt x="62" y="61"/>
                  </a:lnTo>
                  <a:lnTo>
                    <a:pt x="63" y="62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60" y="61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60" y="60"/>
                  </a:lnTo>
                  <a:close/>
                  <a:moveTo>
                    <a:pt x="12" y="50"/>
                  </a:moveTo>
                  <a:lnTo>
                    <a:pt x="13" y="50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4"/>
                  </a:lnTo>
                  <a:lnTo>
                    <a:pt x="16" y="56"/>
                  </a:lnTo>
                  <a:lnTo>
                    <a:pt x="16" y="57"/>
                  </a:lnTo>
                  <a:lnTo>
                    <a:pt x="14" y="58"/>
                  </a:lnTo>
                  <a:lnTo>
                    <a:pt x="13" y="57"/>
                  </a:lnTo>
                  <a:lnTo>
                    <a:pt x="12" y="57"/>
                  </a:lnTo>
                  <a:lnTo>
                    <a:pt x="12" y="56"/>
                  </a:lnTo>
                  <a:lnTo>
                    <a:pt x="12" y="54"/>
                  </a:lnTo>
                  <a:lnTo>
                    <a:pt x="12" y="56"/>
                  </a:lnTo>
                  <a:lnTo>
                    <a:pt x="10" y="57"/>
                  </a:lnTo>
                  <a:lnTo>
                    <a:pt x="9" y="56"/>
                  </a:lnTo>
                  <a:lnTo>
                    <a:pt x="9" y="53"/>
                  </a:lnTo>
                  <a:lnTo>
                    <a:pt x="10" y="53"/>
                  </a:lnTo>
                  <a:lnTo>
                    <a:pt x="12" y="53"/>
                  </a:lnTo>
                  <a:lnTo>
                    <a:pt x="12" y="50"/>
                  </a:lnTo>
                  <a:close/>
                  <a:moveTo>
                    <a:pt x="73" y="48"/>
                  </a:moveTo>
                  <a:lnTo>
                    <a:pt x="75" y="49"/>
                  </a:lnTo>
                  <a:lnTo>
                    <a:pt x="75" y="49"/>
                  </a:lnTo>
                  <a:lnTo>
                    <a:pt x="76" y="52"/>
                  </a:lnTo>
                  <a:lnTo>
                    <a:pt x="75" y="54"/>
                  </a:lnTo>
                  <a:lnTo>
                    <a:pt x="73" y="54"/>
                  </a:lnTo>
                  <a:lnTo>
                    <a:pt x="72" y="53"/>
                  </a:lnTo>
                  <a:lnTo>
                    <a:pt x="72" y="53"/>
                  </a:lnTo>
                  <a:lnTo>
                    <a:pt x="73" y="52"/>
                  </a:lnTo>
                  <a:lnTo>
                    <a:pt x="73" y="50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73" y="48"/>
                  </a:lnTo>
                  <a:close/>
                  <a:moveTo>
                    <a:pt x="13" y="46"/>
                  </a:moveTo>
                  <a:lnTo>
                    <a:pt x="14" y="48"/>
                  </a:lnTo>
                  <a:lnTo>
                    <a:pt x="13" y="49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8"/>
                  </a:lnTo>
                  <a:lnTo>
                    <a:pt x="13" y="46"/>
                  </a:lnTo>
                  <a:lnTo>
                    <a:pt x="13" y="46"/>
                  </a:lnTo>
                  <a:close/>
                  <a:moveTo>
                    <a:pt x="56" y="42"/>
                  </a:moveTo>
                  <a:lnTo>
                    <a:pt x="58" y="44"/>
                  </a:lnTo>
                  <a:lnTo>
                    <a:pt x="59" y="44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8" y="45"/>
                  </a:lnTo>
                  <a:lnTo>
                    <a:pt x="58" y="45"/>
                  </a:lnTo>
                  <a:lnTo>
                    <a:pt x="56" y="42"/>
                  </a:lnTo>
                  <a:lnTo>
                    <a:pt x="56" y="42"/>
                  </a:lnTo>
                  <a:close/>
                  <a:moveTo>
                    <a:pt x="42" y="42"/>
                  </a:moveTo>
                  <a:lnTo>
                    <a:pt x="43" y="45"/>
                  </a:lnTo>
                  <a:lnTo>
                    <a:pt x="46" y="45"/>
                  </a:lnTo>
                  <a:lnTo>
                    <a:pt x="47" y="46"/>
                  </a:lnTo>
                  <a:lnTo>
                    <a:pt x="48" y="46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2" y="49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6"/>
                  </a:lnTo>
                  <a:lnTo>
                    <a:pt x="55" y="57"/>
                  </a:lnTo>
                  <a:lnTo>
                    <a:pt x="56" y="56"/>
                  </a:lnTo>
                  <a:lnTo>
                    <a:pt x="58" y="57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2" y="57"/>
                  </a:lnTo>
                  <a:lnTo>
                    <a:pt x="52" y="56"/>
                  </a:lnTo>
                  <a:lnTo>
                    <a:pt x="52" y="54"/>
                  </a:lnTo>
                  <a:lnTo>
                    <a:pt x="51" y="52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6" y="50"/>
                  </a:lnTo>
                  <a:lnTo>
                    <a:pt x="46" y="49"/>
                  </a:lnTo>
                  <a:lnTo>
                    <a:pt x="44" y="48"/>
                  </a:lnTo>
                  <a:lnTo>
                    <a:pt x="43" y="46"/>
                  </a:lnTo>
                  <a:lnTo>
                    <a:pt x="42" y="46"/>
                  </a:lnTo>
                  <a:lnTo>
                    <a:pt x="42" y="45"/>
                  </a:lnTo>
                  <a:lnTo>
                    <a:pt x="41" y="45"/>
                  </a:lnTo>
                  <a:lnTo>
                    <a:pt x="38" y="45"/>
                  </a:lnTo>
                  <a:lnTo>
                    <a:pt x="37" y="45"/>
                  </a:lnTo>
                  <a:lnTo>
                    <a:pt x="39" y="44"/>
                  </a:lnTo>
                  <a:lnTo>
                    <a:pt x="42" y="42"/>
                  </a:lnTo>
                  <a:close/>
                  <a:moveTo>
                    <a:pt x="46" y="40"/>
                  </a:moveTo>
                  <a:lnTo>
                    <a:pt x="47" y="41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4" y="40"/>
                  </a:lnTo>
                  <a:lnTo>
                    <a:pt x="46" y="40"/>
                  </a:lnTo>
                  <a:close/>
                  <a:moveTo>
                    <a:pt x="43" y="40"/>
                  </a:moveTo>
                  <a:lnTo>
                    <a:pt x="44" y="40"/>
                  </a:lnTo>
                  <a:lnTo>
                    <a:pt x="43" y="41"/>
                  </a:lnTo>
                  <a:lnTo>
                    <a:pt x="42" y="40"/>
                  </a:lnTo>
                  <a:lnTo>
                    <a:pt x="43" y="40"/>
                  </a:lnTo>
                  <a:close/>
                  <a:moveTo>
                    <a:pt x="77" y="37"/>
                  </a:moveTo>
                  <a:lnTo>
                    <a:pt x="79" y="37"/>
                  </a:lnTo>
                  <a:lnTo>
                    <a:pt x="77" y="38"/>
                  </a:lnTo>
                  <a:lnTo>
                    <a:pt x="79" y="38"/>
                  </a:lnTo>
                  <a:lnTo>
                    <a:pt x="79" y="41"/>
                  </a:lnTo>
                  <a:lnTo>
                    <a:pt x="79" y="42"/>
                  </a:lnTo>
                  <a:lnTo>
                    <a:pt x="76" y="44"/>
                  </a:lnTo>
                  <a:lnTo>
                    <a:pt x="75" y="42"/>
                  </a:lnTo>
                  <a:lnTo>
                    <a:pt x="75" y="41"/>
                  </a:lnTo>
                  <a:lnTo>
                    <a:pt x="76" y="41"/>
                  </a:lnTo>
                  <a:lnTo>
                    <a:pt x="76" y="38"/>
                  </a:lnTo>
                  <a:lnTo>
                    <a:pt x="75" y="40"/>
                  </a:lnTo>
                  <a:lnTo>
                    <a:pt x="75" y="41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2" y="42"/>
                  </a:lnTo>
                  <a:lnTo>
                    <a:pt x="71" y="41"/>
                  </a:lnTo>
                  <a:lnTo>
                    <a:pt x="71" y="38"/>
                  </a:lnTo>
                  <a:lnTo>
                    <a:pt x="73" y="38"/>
                  </a:lnTo>
                  <a:lnTo>
                    <a:pt x="75" y="37"/>
                  </a:lnTo>
                  <a:lnTo>
                    <a:pt x="77" y="37"/>
                  </a:lnTo>
                  <a:close/>
                  <a:moveTo>
                    <a:pt x="1" y="32"/>
                  </a:moveTo>
                  <a:lnTo>
                    <a:pt x="2" y="32"/>
                  </a:lnTo>
                  <a:lnTo>
                    <a:pt x="2" y="35"/>
                  </a:lnTo>
                  <a:lnTo>
                    <a:pt x="4" y="36"/>
                  </a:lnTo>
                  <a:lnTo>
                    <a:pt x="5" y="36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2" y="37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1" y="32"/>
                  </a:lnTo>
                  <a:close/>
                  <a:moveTo>
                    <a:pt x="66" y="27"/>
                  </a:moveTo>
                  <a:lnTo>
                    <a:pt x="66" y="27"/>
                  </a:lnTo>
                  <a:lnTo>
                    <a:pt x="64" y="28"/>
                  </a:lnTo>
                  <a:lnTo>
                    <a:pt x="64" y="31"/>
                  </a:lnTo>
                  <a:lnTo>
                    <a:pt x="63" y="31"/>
                  </a:lnTo>
                  <a:lnTo>
                    <a:pt x="62" y="31"/>
                  </a:lnTo>
                  <a:lnTo>
                    <a:pt x="62" y="29"/>
                  </a:lnTo>
                  <a:lnTo>
                    <a:pt x="60" y="28"/>
                  </a:lnTo>
                  <a:lnTo>
                    <a:pt x="62" y="27"/>
                  </a:lnTo>
                  <a:lnTo>
                    <a:pt x="63" y="27"/>
                  </a:lnTo>
                  <a:lnTo>
                    <a:pt x="64" y="28"/>
                  </a:lnTo>
                  <a:lnTo>
                    <a:pt x="66" y="27"/>
                  </a:lnTo>
                  <a:close/>
                  <a:moveTo>
                    <a:pt x="68" y="20"/>
                  </a:moveTo>
                  <a:lnTo>
                    <a:pt x="69" y="20"/>
                  </a:lnTo>
                  <a:lnTo>
                    <a:pt x="69" y="21"/>
                  </a:lnTo>
                  <a:lnTo>
                    <a:pt x="68" y="21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8" y="20"/>
                  </a:lnTo>
                  <a:close/>
                  <a:moveTo>
                    <a:pt x="56" y="16"/>
                  </a:moveTo>
                  <a:lnTo>
                    <a:pt x="58" y="17"/>
                  </a:lnTo>
                  <a:lnTo>
                    <a:pt x="58" y="19"/>
                  </a:lnTo>
                  <a:lnTo>
                    <a:pt x="56" y="19"/>
                  </a:lnTo>
                  <a:lnTo>
                    <a:pt x="56" y="19"/>
                  </a:lnTo>
                  <a:lnTo>
                    <a:pt x="55" y="19"/>
                  </a:lnTo>
                  <a:lnTo>
                    <a:pt x="55" y="16"/>
                  </a:lnTo>
                  <a:lnTo>
                    <a:pt x="56" y="16"/>
                  </a:lnTo>
                  <a:close/>
                  <a:moveTo>
                    <a:pt x="75" y="0"/>
                  </a:moveTo>
                  <a:lnTo>
                    <a:pt x="76" y="0"/>
                  </a:lnTo>
                  <a:lnTo>
                    <a:pt x="76" y="3"/>
                  </a:lnTo>
                  <a:lnTo>
                    <a:pt x="79" y="4"/>
                  </a:lnTo>
                  <a:lnTo>
                    <a:pt x="77" y="7"/>
                  </a:lnTo>
                  <a:lnTo>
                    <a:pt x="75" y="8"/>
                  </a:lnTo>
                  <a:lnTo>
                    <a:pt x="75" y="11"/>
                  </a:lnTo>
                  <a:lnTo>
                    <a:pt x="73" y="15"/>
                  </a:lnTo>
                  <a:lnTo>
                    <a:pt x="71" y="15"/>
                  </a:lnTo>
                  <a:lnTo>
                    <a:pt x="68" y="13"/>
                  </a:lnTo>
                  <a:lnTo>
                    <a:pt x="63" y="13"/>
                  </a:lnTo>
                  <a:lnTo>
                    <a:pt x="62" y="12"/>
                  </a:lnTo>
                  <a:lnTo>
                    <a:pt x="60" y="12"/>
                  </a:lnTo>
                  <a:lnTo>
                    <a:pt x="60" y="13"/>
                  </a:lnTo>
                  <a:lnTo>
                    <a:pt x="58" y="15"/>
                  </a:lnTo>
                  <a:lnTo>
                    <a:pt x="56" y="15"/>
                  </a:lnTo>
                  <a:lnTo>
                    <a:pt x="54" y="13"/>
                  </a:lnTo>
                  <a:lnTo>
                    <a:pt x="52" y="13"/>
                  </a:lnTo>
                  <a:lnTo>
                    <a:pt x="51" y="17"/>
                  </a:lnTo>
                  <a:lnTo>
                    <a:pt x="50" y="17"/>
                  </a:lnTo>
                  <a:lnTo>
                    <a:pt x="47" y="17"/>
                  </a:lnTo>
                  <a:lnTo>
                    <a:pt x="46" y="19"/>
                  </a:lnTo>
                  <a:lnTo>
                    <a:pt x="47" y="21"/>
                  </a:lnTo>
                  <a:lnTo>
                    <a:pt x="50" y="21"/>
                  </a:lnTo>
                  <a:lnTo>
                    <a:pt x="52" y="24"/>
                  </a:lnTo>
                  <a:lnTo>
                    <a:pt x="52" y="25"/>
                  </a:lnTo>
                  <a:lnTo>
                    <a:pt x="51" y="23"/>
                  </a:lnTo>
                  <a:lnTo>
                    <a:pt x="46" y="23"/>
                  </a:lnTo>
                  <a:lnTo>
                    <a:pt x="46" y="24"/>
                  </a:lnTo>
                  <a:lnTo>
                    <a:pt x="47" y="25"/>
                  </a:lnTo>
                  <a:lnTo>
                    <a:pt x="50" y="27"/>
                  </a:lnTo>
                  <a:lnTo>
                    <a:pt x="48" y="28"/>
                  </a:lnTo>
                  <a:lnTo>
                    <a:pt x="47" y="27"/>
                  </a:lnTo>
                  <a:lnTo>
                    <a:pt x="44" y="24"/>
                  </a:lnTo>
                  <a:lnTo>
                    <a:pt x="43" y="24"/>
                  </a:lnTo>
                  <a:lnTo>
                    <a:pt x="42" y="25"/>
                  </a:lnTo>
                  <a:lnTo>
                    <a:pt x="43" y="27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1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5" y="21"/>
                  </a:lnTo>
                  <a:lnTo>
                    <a:pt x="37" y="21"/>
                  </a:lnTo>
                  <a:lnTo>
                    <a:pt x="37" y="19"/>
                  </a:lnTo>
                  <a:lnTo>
                    <a:pt x="34" y="19"/>
                  </a:lnTo>
                  <a:lnTo>
                    <a:pt x="33" y="21"/>
                  </a:lnTo>
                  <a:lnTo>
                    <a:pt x="33" y="27"/>
                  </a:lnTo>
                  <a:lnTo>
                    <a:pt x="31" y="28"/>
                  </a:lnTo>
                  <a:lnTo>
                    <a:pt x="35" y="29"/>
                  </a:lnTo>
                  <a:lnTo>
                    <a:pt x="35" y="32"/>
                  </a:lnTo>
                  <a:lnTo>
                    <a:pt x="37" y="32"/>
                  </a:lnTo>
                  <a:lnTo>
                    <a:pt x="41" y="37"/>
                  </a:lnTo>
                  <a:lnTo>
                    <a:pt x="42" y="38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41" y="40"/>
                  </a:lnTo>
                  <a:lnTo>
                    <a:pt x="38" y="38"/>
                  </a:lnTo>
                  <a:lnTo>
                    <a:pt x="37" y="37"/>
                  </a:lnTo>
                  <a:lnTo>
                    <a:pt x="37" y="38"/>
                  </a:lnTo>
                  <a:lnTo>
                    <a:pt x="35" y="40"/>
                  </a:lnTo>
                  <a:lnTo>
                    <a:pt x="38" y="41"/>
                  </a:lnTo>
                  <a:lnTo>
                    <a:pt x="38" y="42"/>
                  </a:lnTo>
                  <a:lnTo>
                    <a:pt x="37" y="44"/>
                  </a:lnTo>
                  <a:lnTo>
                    <a:pt x="34" y="44"/>
                  </a:lnTo>
                  <a:lnTo>
                    <a:pt x="37" y="46"/>
                  </a:lnTo>
                  <a:lnTo>
                    <a:pt x="39" y="46"/>
                  </a:lnTo>
                  <a:lnTo>
                    <a:pt x="39" y="48"/>
                  </a:lnTo>
                  <a:lnTo>
                    <a:pt x="42" y="48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50" y="53"/>
                  </a:lnTo>
                  <a:lnTo>
                    <a:pt x="50" y="54"/>
                  </a:lnTo>
                  <a:lnTo>
                    <a:pt x="50" y="57"/>
                  </a:lnTo>
                  <a:lnTo>
                    <a:pt x="51" y="60"/>
                  </a:lnTo>
                  <a:lnTo>
                    <a:pt x="51" y="61"/>
                  </a:lnTo>
                  <a:lnTo>
                    <a:pt x="48" y="61"/>
                  </a:lnTo>
                  <a:lnTo>
                    <a:pt x="48" y="61"/>
                  </a:lnTo>
                  <a:lnTo>
                    <a:pt x="44" y="58"/>
                  </a:lnTo>
                  <a:lnTo>
                    <a:pt x="43" y="60"/>
                  </a:lnTo>
                  <a:lnTo>
                    <a:pt x="42" y="60"/>
                  </a:lnTo>
                  <a:lnTo>
                    <a:pt x="39" y="60"/>
                  </a:lnTo>
                  <a:lnTo>
                    <a:pt x="42" y="62"/>
                  </a:lnTo>
                  <a:lnTo>
                    <a:pt x="42" y="63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6" y="66"/>
                  </a:lnTo>
                  <a:lnTo>
                    <a:pt x="46" y="67"/>
                  </a:lnTo>
                  <a:lnTo>
                    <a:pt x="43" y="66"/>
                  </a:lnTo>
                  <a:lnTo>
                    <a:pt x="42" y="67"/>
                  </a:lnTo>
                  <a:lnTo>
                    <a:pt x="41" y="66"/>
                  </a:lnTo>
                  <a:lnTo>
                    <a:pt x="42" y="66"/>
                  </a:lnTo>
                  <a:lnTo>
                    <a:pt x="39" y="65"/>
                  </a:lnTo>
                  <a:lnTo>
                    <a:pt x="38" y="65"/>
                  </a:lnTo>
                  <a:lnTo>
                    <a:pt x="38" y="66"/>
                  </a:lnTo>
                  <a:lnTo>
                    <a:pt x="39" y="67"/>
                  </a:lnTo>
                  <a:lnTo>
                    <a:pt x="41" y="71"/>
                  </a:lnTo>
                  <a:lnTo>
                    <a:pt x="42" y="74"/>
                  </a:lnTo>
                  <a:lnTo>
                    <a:pt x="42" y="75"/>
                  </a:lnTo>
                  <a:lnTo>
                    <a:pt x="43" y="78"/>
                  </a:lnTo>
                  <a:lnTo>
                    <a:pt x="39" y="75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5" y="77"/>
                  </a:lnTo>
                  <a:lnTo>
                    <a:pt x="35" y="79"/>
                  </a:lnTo>
                  <a:lnTo>
                    <a:pt x="34" y="78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0" y="73"/>
                  </a:lnTo>
                  <a:lnTo>
                    <a:pt x="30" y="70"/>
                  </a:lnTo>
                  <a:lnTo>
                    <a:pt x="29" y="73"/>
                  </a:lnTo>
                  <a:lnTo>
                    <a:pt x="30" y="74"/>
                  </a:lnTo>
                  <a:lnTo>
                    <a:pt x="29" y="74"/>
                  </a:lnTo>
                  <a:lnTo>
                    <a:pt x="27" y="74"/>
                  </a:lnTo>
                  <a:lnTo>
                    <a:pt x="25" y="70"/>
                  </a:lnTo>
                  <a:lnTo>
                    <a:pt x="25" y="69"/>
                  </a:lnTo>
                  <a:lnTo>
                    <a:pt x="26" y="67"/>
                  </a:lnTo>
                  <a:lnTo>
                    <a:pt x="26" y="66"/>
                  </a:lnTo>
                  <a:lnTo>
                    <a:pt x="23" y="63"/>
                  </a:lnTo>
                  <a:lnTo>
                    <a:pt x="21" y="62"/>
                  </a:lnTo>
                  <a:lnTo>
                    <a:pt x="18" y="60"/>
                  </a:lnTo>
                  <a:lnTo>
                    <a:pt x="19" y="57"/>
                  </a:lnTo>
                  <a:lnTo>
                    <a:pt x="21" y="57"/>
                  </a:lnTo>
                  <a:lnTo>
                    <a:pt x="22" y="54"/>
                  </a:lnTo>
                  <a:lnTo>
                    <a:pt x="23" y="56"/>
                  </a:lnTo>
                  <a:lnTo>
                    <a:pt x="26" y="54"/>
                  </a:lnTo>
                  <a:lnTo>
                    <a:pt x="29" y="53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7" y="58"/>
                  </a:lnTo>
                  <a:lnTo>
                    <a:pt x="38" y="57"/>
                  </a:lnTo>
                  <a:lnTo>
                    <a:pt x="41" y="56"/>
                  </a:lnTo>
                  <a:lnTo>
                    <a:pt x="38" y="56"/>
                  </a:lnTo>
                  <a:lnTo>
                    <a:pt x="37" y="54"/>
                  </a:lnTo>
                  <a:lnTo>
                    <a:pt x="34" y="54"/>
                  </a:lnTo>
                  <a:lnTo>
                    <a:pt x="34" y="53"/>
                  </a:lnTo>
                  <a:lnTo>
                    <a:pt x="33" y="54"/>
                  </a:lnTo>
                  <a:lnTo>
                    <a:pt x="29" y="52"/>
                  </a:lnTo>
                  <a:lnTo>
                    <a:pt x="27" y="52"/>
                  </a:lnTo>
                  <a:lnTo>
                    <a:pt x="26" y="53"/>
                  </a:lnTo>
                  <a:lnTo>
                    <a:pt x="23" y="53"/>
                  </a:lnTo>
                  <a:lnTo>
                    <a:pt x="22" y="50"/>
                  </a:lnTo>
                  <a:lnTo>
                    <a:pt x="19" y="53"/>
                  </a:lnTo>
                  <a:lnTo>
                    <a:pt x="18" y="53"/>
                  </a:lnTo>
                  <a:lnTo>
                    <a:pt x="17" y="49"/>
                  </a:lnTo>
                  <a:lnTo>
                    <a:pt x="14" y="45"/>
                  </a:lnTo>
                  <a:lnTo>
                    <a:pt x="14" y="44"/>
                  </a:lnTo>
                  <a:lnTo>
                    <a:pt x="13" y="44"/>
                  </a:lnTo>
                  <a:lnTo>
                    <a:pt x="10" y="40"/>
                  </a:lnTo>
                  <a:lnTo>
                    <a:pt x="6" y="37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8" y="32"/>
                  </a:lnTo>
                  <a:lnTo>
                    <a:pt x="9" y="29"/>
                  </a:lnTo>
                  <a:lnTo>
                    <a:pt x="9" y="27"/>
                  </a:lnTo>
                  <a:lnTo>
                    <a:pt x="14" y="24"/>
                  </a:lnTo>
                  <a:lnTo>
                    <a:pt x="16" y="21"/>
                  </a:lnTo>
                  <a:lnTo>
                    <a:pt x="17" y="17"/>
                  </a:lnTo>
                  <a:lnTo>
                    <a:pt x="21" y="15"/>
                  </a:lnTo>
                  <a:lnTo>
                    <a:pt x="25" y="13"/>
                  </a:lnTo>
                  <a:lnTo>
                    <a:pt x="25" y="12"/>
                  </a:lnTo>
                  <a:lnTo>
                    <a:pt x="27" y="11"/>
                  </a:lnTo>
                  <a:lnTo>
                    <a:pt x="33" y="12"/>
                  </a:lnTo>
                  <a:lnTo>
                    <a:pt x="35" y="10"/>
                  </a:lnTo>
                  <a:lnTo>
                    <a:pt x="38" y="10"/>
                  </a:lnTo>
                  <a:lnTo>
                    <a:pt x="39" y="8"/>
                  </a:lnTo>
                  <a:lnTo>
                    <a:pt x="41" y="10"/>
                  </a:lnTo>
                  <a:lnTo>
                    <a:pt x="44" y="10"/>
                  </a:lnTo>
                  <a:lnTo>
                    <a:pt x="47" y="8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5" y="7"/>
                  </a:lnTo>
                  <a:lnTo>
                    <a:pt x="56" y="8"/>
                  </a:lnTo>
                  <a:lnTo>
                    <a:pt x="58" y="10"/>
                  </a:lnTo>
                  <a:lnTo>
                    <a:pt x="59" y="8"/>
                  </a:lnTo>
                  <a:lnTo>
                    <a:pt x="62" y="8"/>
                  </a:lnTo>
                  <a:lnTo>
                    <a:pt x="64" y="10"/>
                  </a:lnTo>
                  <a:lnTo>
                    <a:pt x="66" y="8"/>
                  </a:lnTo>
                  <a:lnTo>
                    <a:pt x="71" y="8"/>
                  </a:lnTo>
                  <a:lnTo>
                    <a:pt x="72" y="7"/>
                  </a:lnTo>
                  <a:lnTo>
                    <a:pt x="72" y="4"/>
                  </a:lnTo>
                  <a:lnTo>
                    <a:pt x="72" y="2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7" name="Freeform 414"/>
            <p:cNvSpPr>
              <a:spLocks noEditPoints="1"/>
            </p:cNvSpPr>
            <p:nvPr/>
          </p:nvSpPr>
          <p:spPr bwMode="auto">
            <a:xfrm>
              <a:off x="7046826" y="2990170"/>
              <a:ext cx="162416" cy="137038"/>
            </a:xfrm>
            <a:custGeom>
              <a:avLst/>
              <a:gdLst>
                <a:gd name="T0" fmla="*/ 6 w 64"/>
                <a:gd name="T1" fmla="*/ 35 h 54"/>
                <a:gd name="T2" fmla="*/ 9 w 64"/>
                <a:gd name="T3" fmla="*/ 34 h 54"/>
                <a:gd name="T4" fmla="*/ 14 w 64"/>
                <a:gd name="T5" fmla="*/ 38 h 54"/>
                <a:gd name="T6" fmla="*/ 20 w 64"/>
                <a:gd name="T7" fmla="*/ 48 h 54"/>
                <a:gd name="T8" fmla="*/ 13 w 64"/>
                <a:gd name="T9" fmla="*/ 46 h 54"/>
                <a:gd name="T10" fmla="*/ 9 w 64"/>
                <a:gd name="T11" fmla="*/ 42 h 54"/>
                <a:gd name="T12" fmla="*/ 4 w 64"/>
                <a:gd name="T13" fmla="*/ 38 h 54"/>
                <a:gd name="T14" fmla="*/ 2 w 64"/>
                <a:gd name="T15" fmla="*/ 35 h 54"/>
                <a:gd name="T16" fmla="*/ 0 w 64"/>
                <a:gd name="T17" fmla="*/ 34 h 54"/>
                <a:gd name="T18" fmla="*/ 1 w 64"/>
                <a:gd name="T19" fmla="*/ 33 h 54"/>
                <a:gd name="T20" fmla="*/ 42 w 64"/>
                <a:gd name="T21" fmla="*/ 0 h 54"/>
                <a:gd name="T22" fmla="*/ 47 w 64"/>
                <a:gd name="T23" fmla="*/ 6 h 54"/>
                <a:gd name="T24" fmla="*/ 50 w 64"/>
                <a:gd name="T25" fmla="*/ 12 h 54"/>
                <a:gd name="T26" fmla="*/ 54 w 64"/>
                <a:gd name="T27" fmla="*/ 17 h 54"/>
                <a:gd name="T28" fmla="*/ 59 w 64"/>
                <a:gd name="T29" fmla="*/ 18 h 54"/>
                <a:gd name="T30" fmla="*/ 64 w 64"/>
                <a:gd name="T31" fmla="*/ 22 h 54"/>
                <a:gd name="T32" fmla="*/ 60 w 64"/>
                <a:gd name="T33" fmla="*/ 23 h 54"/>
                <a:gd name="T34" fmla="*/ 54 w 64"/>
                <a:gd name="T35" fmla="*/ 26 h 54"/>
                <a:gd name="T36" fmla="*/ 55 w 64"/>
                <a:gd name="T37" fmla="*/ 31 h 54"/>
                <a:gd name="T38" fmla="*/ 54 w 64"/>
                <a:gd name="T39" fmla="*/ 35 h 54"/>
                <a:gd name="T40" fmla="*/ 54 w 64"/>
                <a:gd name="T41" fmla="*/ 38 h 54"/>
                <a:gd name="T42" fmla="*/ 52 w 64"/>
                <a:gd name="T43" fmla="*/ 43 h 54"/>
                <a:gd name="T44" fmla="*/ 51 w 64"/>
                <a:gd name="T45" fmla="*/ 43 h 54"/>
                <a:gd name="T46" fmla="*/ 51 w 64"/>
                <a:gd name="T47" fmla="*/ 39 h 54"/>
                <a:gd name="T48" fmla="*/ 49 w 64"/>
                <a:gd name="T49" fmla="*/ 42 h 54"/>
                <a:gd name="T50" fmla="*/ 50 w 64"/>
                <a:gd name="T51" fmla="*/ 47 h 54"/>
                <a:gd name="T52" fmla="*/ 50 w 64"/>
                <a:gd name="T53" fmla="*/ 52 h 54"/>
                <a:gd name="T54" fmla="*/ 47 w 64"/>
                <a:gd name="T55" fmla="*/ 52 h 54"/>
                <a:gd name="T56" fmla="*/ 45 w 64"/>
                <a:gd name="T57" fmla="*/ 51 h 54"/>
                <a:gd name="T58" fmla="*/ 45 w 64"/>
                <a:gd name="T59" fmla="*/ 43 h 54"/>
                <a:gd name="T60" fmla="*/ 41 w 64"/>
                <a:gd name="T61" fmla="*/ 41 h 54"/>
                <a:gd name="T62" fmla="*/ 41 w 64"/>
                <a:gd name="T63" fmla="*/ 38 h 54"/>
                <a:gd name="T64" fmla="*/ 39 w 64"/>
                <a:gd name="T65" fmla="*/ 37 h 54"/>
                <a:gd name="T66" fmla="*/ 38 w 64"/>
                <a:gd name="T67" fmla="*/ 35 h 54"/>
                <a:gd name="T68" fmla="*/ 34 w 64"/>
                <a:gd name="T69" fmla="*/ 38 h 54"/>
                <a:gd name="T70" fmla="*/ 30 w 64"/>
                <a:gd name="T71" fmla="*/ 41 h 54"/>
                <a:gd name="T72" fmla="*/ 27 w 64"/>
                <a:gd name="T73" fmla="*/ 43 h 54"/>
                <a:gd name="T74" fmla="*/ 26 w 64"/>
                <a:gd name="T75" fmla="*/ 46 h 54"/>
                <a:gd name="T76" fmla="*/ 22 w 64"/>
                <a:gd name="T77" fmla="*/ 46 h 54"/>
                <a:gd name="T78" fmla="*/ 22 w 64"/>
                <a:gd name="T79" fmla="*/ 43 h 54"/>
                <a:gd name="T80" fmla="*/ 22 w 64"/>
                <a:gd name="T81" fmla="*/ 39 h 54"/>
                <a:gd name="T82" fmla="*/ 22 w 64"/>
                <a:gd name="T83" fmla="*/ 35 h 54"/>
                <a:gd name="T84" fmla="*/ 13 w 64"/>
                <a:gd name="T85" fmla="*/ 33 h 54"/>
                <a:gd name="T86" fmla="*/ 13 w 64"/>
                <a:gd name="T87" fmla="*/ 27 h 54"/>
                <a:gd name="T88" fmla="*/ 8 w 64"/>
                <a:gd name="T89" fmla="*/ 21 h 54"/>
                <a:gd name="T90" fmla="*/ 9 w 64"/>
                <a:gd name="T91" fmla="*/ 16 h 54"/>
                <a:gd name="T92" fmla="*/ 2 w 64"/>
                <a:gd name="T93" fmla="*/ 13 h 54"/>
                <a:gd name="T94" fmla="*/ 0 w 64"/>
                <a:gd name="T95" fmla="*/ 9 h 54"/>
                <a:gd name="T96" fmla="*/ 12 w 64"/>
                <a:gd name="T97" fmla="*/ 12 h 54"/>
                <a:gd name="T98" fmla="*/ 20 w 64"/>
                <a:gd name="T99" fmla="*/ 13 h 54"/>
                <a:gd name="T100" fmla="*/ 18 w 64"/>
                <a:gd name="T101" fmla="*/ 6 h 54"/>
                <a:gd name="T102" fmla="*/ 17 w 64"/>
                <a:gd name="T103" fmla="*/ 1 h 54"/>
                <a:gd name="T104" fmla="*/ 26 w 64"/>
                <a:gd name="T105" fmla="*/ 5 h 54"/>
                <a:gd name="T106" fmla="*/ 33 w 64"/>
                <a:gd name="T107" fmla="*/ 9 h 54"/>
                <a:gd name="T108" fmla="*/ 37 w 64"/>
                <a:gd name="T109" fmla="*/ 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4" h="54">
                  <a:moveTo>
                    <a:pt x="4" y="31"/>
                  </a:moveTo>
                  <a:lnTo>
                    <a:pt x="6" y="35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12" y="37"/>
                  </a:lnTo>
                  <a:lnTo>
                    <a:pt x="14" y="38"/>
                  </a:lnTo>
                  <a:lnTo>
                    <a:pt x="20" y="46"/>
                  </a:lnTo>
                  <a:lnTo>
                    <a:pt x="20" y="48"/>
                  </a:lnTo>
                  <a:lnTo>
                    <a:pt x="16" y="46"/>
                  </a:lnTo>
                  <a:lnTo>
                    <a:pt x="13" y="46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4" y="35"/>
                  </a:lnTo>
                  <a:lnTo>
                    <a:pt x="2" y="35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1" y="33"/>
                  </a:lnTo>
                  <a:lnTo>
                    <a:pt x="4" y="31"/>
                  </a:lnTo>
                  <a:close/>
                  <a:moveTo>
                    <a:pt x="42" y="0"/>
                  </a:moveTo>
                  <a:lnTo>
                    <a:pt x="45" y="1"/>
                  </a:lnTo>
                  <a:lnTo>
                    <a:pt x="47" y="6"/>
                  </a:lnTo>
                  <a:lnTo>
                    <a:pt x="47" y="9"/>
                  </a:lnTo>
                  <a:lnTo>
                    <a:pt x="50" y="12"/>
                  </a:lnTo>
                  <a:lnTo>
                    <a:pt x="54" y="14"/>
                  </a:lnTo>
                  <a:lnTo>
                    <a:pt x="54" y="17"/>
                  </a:lnTo>
                  <a:lnTo>
                    <a:pt x="56" y="18"/>
                  </a:lnTo>
                  <a:lnTo>
                    <a:pt x="59" y="18"/>
                  </a:lnTo>
                  <a:lnTo>
                    <a:pt x="63" y="19"/>
                  </a:lnTo>
                  <a:lnTo>
                    <a:pt x="64" y="22"/>
                  </a:lnTo>
                  <a:lnTo>
                    <a:pt x="63" y="22"/>
                  </a:lnTo>
                  <a:lnTo>
                    <a:pt x="60" y="23"/>
                  </a:lnTo>
                  <a:lnTo>
                    <a:pt x="58" y="23"/>
                  </a:lnTo>
                  <a:lnTo>
                    <a:pt x="54" y="26"/>
                  </a:lnTo>
                  <a:lnTo>
                    <a:pt x="54" y="30"/>
                  </a:lnTo>
                  <a:lnTo>
                    <a:pt x="55" y="31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2" y="39"/>
                  </a:lnTo>
                  <a:lnTo>
                    <a:pt x="52" y="43"/>
                  </a:lnTo>
                  <a:lnTo>
                    <a:pt x="52" y="44"/>
                  </a:lnTo>
                  <a:lnTo>
                    <a:pt x="51" y="43"/>
                  </a:lnTo>
                  <a:lnTo>
                    <a:pt x="52" y="42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49" y="42"/>
                  </a:lnTo>
                  <a:lnTo>
                    <a:pt x="50" y="46"/>
                  </a:lnTo>
                  <a:lnTo>
                    <a:pt x="50" y="47"/>
                  </a:lnTo>
                  <a:lnTo>
                    <a:pt x="50" y="48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47" y="52"/>
                  </a:lnTo>
                  <a:lnTo>
                    <a:pt x="46" y="51"/>
                  </a:lnTo>
                  <a:lnTo>
                    <a:pt x="45" y="51"/>
                  </a:lnTo>
                  <a:lnTo>
                    <a:pt x="41" y="46"/>
                  </a:lnTo>
                  <a:lnTo>
                    <a:pt x="45" y="43"/>
                  </a:lnTo>
                  <a:lnTo>
                    <a:pt x="42" y="42"/>
                  </a:lnTo>
                  <a:lnTo>
                    <a:pt x="41" y="41"/>
                  </a:lnTo>
                  <a:lnTo>
                    <a:pt x="42" y="39"/>
                  </a:lnTo>
                  <a:lnTo>
                    <a:pt x="41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5" y="37"/>
                  </a:lnTo>
                  <a:lnTo>
                    <a:pt x="34" y="38"/>
                  </a:lnTo>
                  <a:lnTo>
                    <a:pt x="31" y="39"/>
                  </a:lnTo>
                  <a:lnTo>
                    <a:pt x="30" y="41"/>
                  </a:lnTo>
                  <a:lnTo>
                    <a:pt x="29" y="43"/>
                  </a:lnTo>
                  <a:lnTo>
                    <a:pt x="27" y="43"/>
                  </a:lnTo>
                  <a:lnTo>
                    <a:pt x="26" y="44"/>
                  </a:lnTo>
                  <a:lnTo>
                    <a:pt x="26" y="46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2" y="43"/>
                  </a:lnTo>
                  <a:lnTo>
                    <a:pt x="24" y="42"/>
                  </a:lnTo>
                  <a:lnTo>
                    <a:pt x="22" y="39"/>
                  </a:lnTo>
                  <a:lnTo>
                    <a:pt x="25" y="38"/>
                  </a:lnTo>
                  <a:lnTo>
                    <a:pt x="22" y="35"/>
                  </a:lnTo>
                  <a:lnTo>
                    <a:pt x="18" y="35"/>
                  </a:lnTo>
                  <a:lnTo>
                    <a:pt x="13" y="33"/>
                  </a:lnTo>
                  <a:lnTo>
                    <a:pt x="12" y="29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8" y="21"/>
                  </a:lnTo>
                  <a:lnTo>
                    <a:pt x="8" y="18"/>
                  </a:lnTo>
                  <a:lnTo>
                    <a:pt x="9" y="16"/>
                  </a:lnTo>
                  <a:lnTo>
                    <a:pt x="6" y="13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9"/>
                  </a:lnTo>
                  <a:lnTo>
                    <a:pt x="5" y="8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20" y="13"/>
                  </a:lnTo>
                  <a:lnTo>
                    <a:pt x="21" y="9"/>
                  </a:lnTo>
                  <a:lnTo>
                    <a:pt x="18" y="6"/>
                  </a:lnTo>
                  <a:lnTo>
                    <a:pt x="16" y="5"/>
                  </a:lnTo>
                  <a:lnTo>
                    <a:pt x="17" y="1"/>
                  </a:lnTo>
                  <a:lnTo>
                    <a:pt x="21" y="1"/>
                  </a:lnTo>
                  <a:lnTo>
                    <a:pt x="26" y="5"/>
                  </a:lnTo>
                  <a:lnTo>
                    <a:pt x="27" y="8"/>
                  </a:lnTo>
                  <a:lnTo>
                    <a:pt x="33" y="9"/>
                  </a:lnTo>
                  <a:lnTo>
                    <a:pt x="34" y="6"/>
                  </a:lnTo>
                  <a:lnTo>
                    <a:pt x="37" y="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8" name="Freeform 415"/>
            <p:cNvSpPr>
              <a:spLocks/>
            </p:cNvSpPr>
            <p:nvPr/>
          </p:nvSpPr>
          <p:spPr bwMode="auto">
            <a:xfrm>
              <a:off x="7029061" y="3076453"/>
              <a:ext cx="619210" cy="494861"/>
            </a:xfrm>
            <a:custGeom>
              <a:avLst/>
              <a:gdLst>
                <a:gd name="T0" fmla="*/ 11 w 244"/>
                <a:gd name="T1" fmla="*/ 4 h 195"/>
                <a:gd name="T2" fmla="*/ 23 w 244"/>
                <a:gd name="T3" fmla="*/ 12 h 195"/>
                <a:gd name="T4" fmla="*/ 31 w 244"/>
                <a:gd name="T5" fmla="*/ 12 h 195"/>
                <a:gd name="T6" fmla="*/ 37 w 244"/>
                <a:gd name="T7" fmla="*/ 7 h 195"/>
                <a:gd name="T8" fmla="*/ 45 w 244"/>
                <a:gd name="T9" fmla="*/ 1 h 195"/>
                <a:gd name="T10" fmla="*/ 48 w 244"/>
                <a:gd name="T11" fmla="*/ 7 h 195"/>
                <a:gd name="T12" fmla="*/ 53 w 244"/>
                <a:gd name="T13" fmla="*/ 17 h 195"/>
                <a:gd name="T14" fmla="*/ 59 w 244"/>
                <a:gd name="T15" fmla="*/ 22 h 195"/>
                <a:gd name="T16" fmla="*/ 63 w 244"/>
                <a:gd name="T17" fmla="*/ 32 h 195"/>
                <a:gd name="T18" fmla="*/ 75 w 244"/>
                <a:gd name="T19" fmla="*/ 33 h 195"/>
                <a:gd name="T20" fmla="*/ 94 w 244"/>
                <a:gd name="T21" fmla="*/ 42 h 195"/>
                <a:gd name="T22" fmla="*/ 121 w 244"/>
                <a:gd name="T23" fmla="*/ 41 h 195"/>
                <a:gd name="T24" fmla="*/ 127 w 244"/>
                <a:gd name="T25" fmla="*/ 30 h 195"/>
                <a:gd name="T26" fmla="*/ 141 w 244"/>
                <a:gd name="T27" fmla="*/ 20 h 195"/>
                <a:gd name="T28" fmla="*/ 154 w 244"/>
                <a:gd name="T29" fmla="*/ 18 h 195"/>
                <a:gd name="T30" fmla="*/ 173 w 244"/>
                <a:gd name="T31" fmla="*/ 25 h 195"/>
                <a:gd name="T32" fmla="*/ 185 w 244"/>
                <a:gd name="T33" fmla="*/ 32 h 195"/>
                <a:gd name="T34" fmla="*/ 203 w 244"/>
                <a:gd name="T35" fmla="*/ 45 h 195"/>
                <a:gd name="T36" fmla="*/ 204 w 244"/>
                <a:gd name="T37" fmla="*/ 57 h 195"/>
                <a:gd name="T38" fmla="*/ 204 w 244"/>
                <a:gd name="T39" fmla="*/ 63 h 195"/>
                <a:gd name="T40" fmla="*/ 200 w 244"/>
                <a:gd name="T41" fmla="*/ 72 h 195"/>
                <a:gd name="T42" fmla="*/ 207 w 244"/>
                <a:gd name="T43" fmla="*/ 80 h 195"/>
                <a:gd name="T44" fmla="*/ 206 w 244"/>
                <a:gd name="T45" fmla="*/ 101 h 195"/>
                <a:gd name="T46" fmla="*/ 220 w 244"/>
                <a:gd name="T47" fmla="*/ 116 h 195"/>
                <a:gd name="T48" fmla="*/ 219 w 244"/>
                <a:gd name="T49" fmla="*/ 145 h 195"/>
                <a:gd name="T50" fmla="*/ 232 w 244"/>
                <a:gd name="T51" fmla="*/ 153 h 195"/>
                <a:gd name="T52" fmla="*/ 236 w 244"/>
                <a:gd name="T53" fmla="*/ 163 h 195"/>
                <a:gd name="T54" fmla="*/ 241 w 244"/>
                <a:gd name="T55" fmla="*/ 174 h 195"/>
                <a:gd name="T56" fmla="*/ 227 w 244"/>
                <a:gd name="T57" fmla="*/ 179 h 195"/>
                <a:gd name="T58" fmla="*/ 227 w 244"/>
                <a:gd name="T59" fmla="*/ 193 h 195"/>
                <a:gd name="T60" fmla="*/ 216 w 244"/>
                <a:gd name="T61" fmla="*/ 192 h 195"/>
                <a:gd name="T62" fmla="*/ 211 w 244"/>
                <a:gd name="T63" fmla="*/ 191 h 195"/>
                <a:gd name="T64" fmla="*/ 192 w 244"/>
                <a:gd name="T65" fmla="*/ 189 h 195"/>
                <a:gd name="T66" fmla="*/ 181 w 244"/>
                <a:gd name="T67" fmla="*/ 187 h 195"/>
                <a:gd name="T68" fmla="*/ 170 w 244"/>
                <a:gd name="T69" fmla="*/ 178 h 195"/>
                <a:gd name="T70" fmla="*/ 165 w 244"/>
                <a:gd name="T71" fmla="*/ 168 h 195"/>
                <a:gd name="T72" fmla="*/ 153 w 244"/>
                <a:gd name="T73" fmla="*/ 170 h 195"/>
                <a:gd name="T74" fmla="*/ 136 w 244"/>
                <a:gd name="T75" fmla="*/ 174 h 195"/>
                <a:gd name="T76" fmla="*/ 123 w 244"/>
                <a:gd name="T77" fmla="*/ 170 h 195"/>
                <a:gd name="T78" fmla="*/ 116 w 244"/>
                <a:gd name="T79" fmla="*/ 163 h 195"/>
                <a:gd name="T80" fmla="*/ 103 w 244"/>
                <a:gd name="T81" fmla="*/ 159 h 195"/>
                <a:gd name="T82" fmla="*/ 94 w 244"/>
                <a:gd name="T83" fmla="*/ 147 h 195"/>
                <a:gd name="T84" fmla="*/ 92 w 244"/>
                <a:gd name="T85" fmla="*/ 145 h 195"/>
                <a:gd name="T86" fmla="*/ 83 w 244"/>
                <a:gd name="T87" fmla="*/ 130 h 195"/>
                <a:gd name="T88" fmla="*/ 75 w 244"/>
                <a:gd name="T89" fmla="*/ 130 h 195"/>
                <a:gd name="T90" fmla="*/ 71 w 244"/>
                <a:gd name="T91" fmla="*/ 128 h 195"/>
                <a:gd name="T92" fmla="*/ 69 w 244"/>
                <a:gd name="T93" fmla="*/ 132 h 195"/>
                <a:gd name="T94" fmla="*/ 62 w 244"/>
                <a:gd name="T95" fmla="*/ 128 h 195"/>
                <a:gd name="T96" fmla="*/ 56 w 244"/>
                <a:gd name="T97" fmla="*/ 112 h 195"/>
                <a:gd name="T98" fmla="*/ 49 w 244"/>
                <a:gd name="T99" fmla="*/ 99 h 195"/>
                <a:gd name="T100" fmla="*/ 33 w 244"/>
                <a:gd name="T101" fmla="*/ 92 h 195"/>
                <a:gd name="T102" fmla="*/ 32 w 244"/>
                <a:gd name="T103" fmla="*/ 83 h 195"/>
                <a:gd name="T104" fmla="*/ 27 w 244"/>
                <a:gd name="T105" fmla="*/ 79 h 195"/>
                <a:gd name="T106" fmla="*/ 28 w 244"/>
                <a:gd name="T107" fmla="*/ 66 h 195"/>
                <a:gd name="T108" fmla="*/ 31 w 244"/>
                <a:gd name="T109" fmla="*/ 58 h 195"/>
                <a:gd name="T110" fmla="*/ 32 w 244"/>
                <a:gd name="T111" fmla="*/ 55 h 195"/>
                <a:gd name="T112" fmla="*/ 20 w 244"/>
                <a:gd name="T113" fmla="*/ 51 h 195"/>
                <a:gd name="T114" fmla="*/ 15 w 244"/>
                <a:gd name="T115" fmla="*/ 41 h 195"/>
                <a:gd name="T116" fmla="*/ 11 w 244"/>
                <a:gd name="T117" fmla="*/ 33 h 195"/>
                <a:gd name="T118" fmla="*/ 7 w 244"/>
                <a:gd name="T119" fmla="*/ 20 h 195"/>
                <a:gd name="T120" fmla="*/ 3 w 244"/>
                <a:gd name="T121" fmla="*/ 8 h 195"/>
                <a:gd name="T122" fmla="*/ 7 w 244"/>
                <a:gd name="T123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4" h="195">
                  <a:moveTo>
                    <a:pt x="7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20" y="12"/>
                  </a:lnTo>
                  <a:lnTo>
                    <a:pt x="23" y="12"/>
                  </a:lnTo>
                  <a:lnTo>
                    <a:pt x="27" y="14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29" y="12"/>
                  </a:lnTo>
                  <a:lnTo>
                    <a:pt x="31" y="12"/>
                  </a:lnTo>
                  <a:lnTo>
                    <a:pt x="33" y="12"/>
                  </a:lnTo>
                  <a:lnTo>
                    <a:pt x="33" y="10"/>
                  </a:lnTo>
                  <a:lnTo>
                    <a:pt x="34" y="9"/>
                  </a:lnTo>
                  <a:lnTo>
                    <a:pt x="36" y="9"/>
                  </a:lnTo>
                  <a:lnTo>
                    <a:pt x="37" y="7"/>
                  </a:lnTo>
                  <a:lnTo>
                    <a:pt x="38" y="5"/>
                  </a:lnTo>
                  <a:lnTo>
                    <a:pt x="41" y="4"/>
                  </a:lnTo>
                  <a:lnTo>
                    <a:pt x="42" y="3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48" y="4"/>
                  </a:lnTo>
                  <a:lnTo>
                    <a:pt x="49" y="5"/>
                  </a:lnTo>
                  <a:lnTo>
                    <a:pt x="48" y="7"/>
                  </a:lnTo>
                  <a:lnTo>
                    <a:pt x="49" y="8"/>
                  </a:lnTo>
                  <a:lnTo>
                    <a:pt x="52" y="9"/>
                  </a:lnTo>
                  <a:lnTo>
                    <a:pt x="48" y="12"/>
                  </a:lnTo>
                  <a:lnTo>
                    <a:pt x="52" y="17"/>
                  </a:lnTo>
                  <a:lnTo>
                    <a:pt x="53" y="17"/>
                  </a:lnTo>
                  <a:lnTo>
                    <a:pt x="54" y="18"/>
                  </a:lnTo>
                  <a:lnTo>
                    <a:pt x="57" y="20"/>
                  </a:lnTo>
                  <a:lnTo>
                    <a:pt x="57" y="18"/>
                  </a:lnTo>
                  <a:lnTo>
                    <a:pt x="57" y="20"/>
                  </a:lnTo>
                  <a:lnTo>
                    <a:pt x="59" y="22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9" y="29"/>
                  </a:lnTo>
                  <a:lnTo>
                    <a:pt x="61" y="29"/>
                  </a:lnTo>
                  <a:lnTo>
                    <a:pt x="63" y="32"/>
                  </a:lnTo>
                  <a:lnTo>
                    <a:pt x="66" y="32"/>
                  </a:lnTo>
                  <a:lnTo>
                    <a:pt x="69" y="32"/>
                  </a:lnTo>
                  <a:lnTo>
                    <a:pt x="71" y="32"/>
                  </a:lnTo>
                  <a:lnTo>
                    <a:pt x="74" y="33"/>
                  </a:lnTo>
                  <a:lnTo>
                    <a:pt x="75" y="33"/>
                  </a:lnTo>
                  <a:lnTo>
                    <a:pt x="77" y="35"/>
                  </a:lnTo>
                  <a:lnTo>
                    <a:pt x="78" y="38"/>
                  </a:lnTo>
                  <a:lnTo>
                    <a:pt x="84" y="39"/>
                  </a:lnTo>
                  <a:lnTo>
                    <a:pt x="87" y="41"/>
                  </a:lnTo>
                  <a:lnTo>
                    <a:pt x="94" y="42"/>
                  </a:lnTo>
                  <a:lnTo>
                    <a:pt x="98" y="42"/>
                  </a:lnTo>
                  <a:lnTo>
                    <a:pt x="106" y="39"/>
                  </a:lnTo>
                  <a:lnTo>
                    <a:pt x="111" y="39"/>
                  </a:lnTo>
                  <a:lnTo>
                    <a:pt x="119" y="39"/>
                  </a:lnTo>
                  <a:lnTo>
                    <a:pt x="121" y="41"/>
                  </a:lnTo>
                  <a:lnTo>
                    <a:pt x="121" y="37"/>
                  </a:lnTo>
                  <a:lnTo>
                    <a:pt x="120" y="34"/>
                  </a:lnTo>
                  <a:lnTo>
                    <a:pt x="119" y="32"/>
                  </a:lnTo>
                  <a:lnTo>
                    <a:pt x="121" y="30"/>
                  </a:lnTo>
                  <a:lnTo>
                    <a:pt x="127" y="30"/>
                  </a:lnTo>
                  <a:lnTo>
                    <a:pt x="128" y="26"/>
                  </a:lnTo>
                  <a:lnTo>
                    <a:pt x="129" y="25"/>
                  </a:lnTo>
                  <a:lnTo>
                    <a:pt x="132" y="25"/>
                  </a:lnTo>
                  <a:lnTo>
                    <a:pt x="136" y="21"/>
                  </a:lnTo>
                  <a:lnTo>
                    <a:pt x="141" y="20"/>
                  </a:lnTo>
                  <a:lnTo>
                    <a:pt x="146" y="21"/>
                  </a:lnTo>
                  <a:lnTo>
                    <a:pt x="146" y="17"/>
                  </a:lnTo>
                  <a:lnTo>
                    <a:pt x="149" y="17"/>
                  </a:lnTo>
                  <a:lnTo>
                    <a:pt x="152" y="18"/>
                  </a:lnTo>
                  <a:lnTo>
                    <a:pt x="154" y="18"/>
                  </a:lnTo>
                  <a:lnTo>
                    <a:pt x="158" y="21"/>
                  </a:lnTo>
                  <a:lnTo>
                    <a:pt x="162" y="22"/>
                  </a:lnTo>
                  <a:lnTo>
                    <a:pt x="169" y="26"/>
                  </a:lnTo>
                  <a:lnTo>
                    <a:pt x="171" y="26"/>
                  </a:lnTo>
                  <a:lnTo>
                    <a:pt x="173" y="25"/>
                  </a:lnTo>
                  <a:lnTo>
                    <a:pt x="178" y="28"/>
                  </a:lnTo>
                  <a:lnTo>
                    <a:pt x="179" y="28"/>
                  </a:lnTo>
                  <a:lnTo>
                    <a:pt x="181" y="32"/>
                  </a:lnTo>
                  <a:lnTo>
                    <a:pt x="182" y="32"/>
                  </a:lnTo>
                  <a:lnTo>
                    <a:pt x="185" y="32"/>
                  </a:lnTo>
                  <a:lnTo>
                    <a:pt x="189" y="33"/>
                  </a:lnTo>
                  <a:lnTo>
                    <a:pt x="194" y="39"/>
                  </a:lnTo>
                  <a:lnTo>
                    <a:pt x="199" y="39"/>
                  </a:lnTo>
                  <a:lnTo>
                    <a:pt x="202" y="41"/>
                  </a:lnTo>
                  <a:lnTo>
                    <a:pt x="203" y="45"/>
                  </a:lnTo>
                  <a:lnTo>
                    <a:pt x="203" y="46"/>
                  </a:lnTo>
                  <a:lnTo>
                    <a:pt x="203" y="49"/>
                  </a:lnTo>
                  <a:lnTo>
                    <a:pt x="203" y="50"/>
                  </a:lnTo>
                  <a:lnTo>
                    <a:pt x="204" y="53"/>
                  </a:lnTo>
                  <a:lnTo>
                    <a:pt x="204" y="57"/>
                  </a:lnTo>
                  <a:lnTo>
                    <a:pt x="204" y="58"/>
                  </a:lnTo>
                  <a:lnTo>
                    <a:pt x="204" y="59"/>
                  </a:lnTo>
                  <a:lnTo>
                    <a:pt x="206" y="62"/>
                  </a:lnTo>
                  <a:lnTo>
                    <a:pt x="204" y="62"/>
                  </a:lnTo>
                  <a:lnTo>
                    <a:pt x="204" y="63"/>
                  </a:lnTo>
                  <a:lnTo>
                    <a:pt x="202" y="66"/>
                  </a:lnTo>
                  <a:lnTo>
                    <a:pt x="199" y="66"/>
                  </a:lnTo>
                  <a:lnTo>
                    <a:pt x="200" y="68"/>
                  </a:lnTo>
                  <a:lnTo>
                    <a:pt x="202" y="70"/>
                  </a:lnTo>
                  <a:lnTo>
                    <a:pt x="200" y="72"/>
                  </a:lnTo>
                  <a:lnTo>
                    <a:pt x="200" y="74"/>
                  </a:lnTo>
                  <a:lnTo>
                    <a:pt x="202" y="78"/>
                  </a:lnTo>
                  <a:lnTo>
                    <a:pt x="202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3" y="86"/>
                  </a:lnTo>
                  <a:lnTo>
                    <a:pt x="202" y="88"/>
                  </a:lnTo>
                  <a:lnTo>
                    <a:pt x="206" y="95"/>
                  </a:lnTo>
                  <a:lnTo>
                    <a:pt x="207" y="100"/>
                  </a:lnTo>
                  <a:lnTo>
                    <a:pt x="206" y="101"/>
                  </a:lnTo>
                  <a:lnTo>
                    <a:pt x="207" y="104"/>
                  </a:lnTo>
                  <a:lnTo>
                    <a:pt x="208" y="108"/>
                  </a:lnTo>
                  <a:lnTo>
                    <a:pt x="217" y="108"/>
                  </a:lnTo>
                  <a:lnTo>
                    <a:pt x="220" y="112"/>
                  </a:lnTo>
                  <a:lnTo>
                    <a:pt x="220" y="116"/>
                  </a:lnTo>
                  <a:lnTo>
                    <a:pt x="221" y="120"/>
                  </a:lnTo>
                  <a:lnTo>
                    <a:pt x="220" y="122"/>
                  </a:lnTo>
                  <a:lnTo>
                    <a:pt x="211" y="134"/>
                  </a:lnTo>
                  <a:lnTo>
                    <a:pt x="217" y="142"/>
                  </a:lnTo>
                  <a:lnTo>
                    <a:pt x="219" y="145"/>
                  </a:lnTo>
                  <a:lnTo>
                    <a:pt x="221" y="147"/>
                  </a:lnTo>
                  <a:lnTo>
                    <a:pt x="224" y="150"/>
                  </a:lnTo>
                  <a:lnTo>
                    <a:pt x="225" y="151"/>
                  </a:lnTo>
                  <a:lnTo>
                    <a:pt x="229" y="151"/>
                  </a:lnTo>
                  <a:lnTo>
                    <a:pt x="232" y="153"/>
                  </a:lnTo>
                  <a:lnTo>
                    <a:pt x="232" y="153"/>
                  </a:lnTo>
                  <a:lnTo>
                    <a:pt x="236" y="154"/>
                  </a:lnTo>
                  <a:lnTo>
                    <a:pt x="236" y="158"/>
                  </a:lnTo>
                  <a:lnTo>
                    <a:pt x="236" y="161"/>
                  </a:lnTo>
                  <a:lnTo>
                    <a:pt x="236" y="163"/>
                  </a:lnTo>
                  <a:lnTo>
                    <a:pt x="237" y="166"/>
                  </a:lnTo>
                  <a:lnTo>
                    <a:pt x="240" y="166"/>
                  </a:lnTo>
                  <a:lnTo>
                    <a:pt x="243" y="167"/>
                  </a:lnTo>
                  <a:lnTo>
                    <a:pt x="244" y="172"/>
                  </a:lnTo>
                  <a:lnTo>
                    <a:pt x="241" y="174"/>
                  </a:lnTo>
                  <a:lnTo>
                    <a:pt x="239" y="172"/>
                  </a:lnTo>
                  <a:lnTo>
                    <a:pt x="233" y="174"/>
                  </a:lnTo>
                  <a:lnTo>
                    <a:pt x="232" y="175"/>
                  </a:lnTo>
                  <a:lnTo>
                    <a:pt x="228" y="178"/>
                  </a:lnTo>
                  <a:lnTo>
                    <a:pt x="227" y="179"/>
                  </a:lnTo>
                  <a:lnTo>
                    <a:pt x="228" y="182"/>
                  </a:lnTo>
                  <a:lnTo>
                    <a:pt x="225" y="184"/>
                  </a:lnTo>
                  <a:lnTo>
                    <a:pt x="227" y="187"/>
                  </a:lnTo>
                  <a:lnTo>
                    <a:pt x="227" y="191"/>
                  </a:lnTo>
                  <a:lnTo>
                    <a:pt x="227" y="193"/>
                  </a:lnTo>
                  <a:lnTo>
                    <a:pt x="225" y="193"/>
                  </a:lnTo>
                  <a:lnTo>
                    <a:pt x="225" y="193"/>
                  </a:lnTo>
                  <a:lnTo>
                    <a:pt x="224" y="195"/>
                  </a:lnTo>
                  <a:lnTo>
                    <a:pt x="220" y="193"/>
                  </a:lnTo>
                  <a:lnTo>
                    <a:pt x="216" y="192"/>
                  </a:lnTo>
                  <a:lnTo>
                    <a:pt x="215" y="191"/>
                  </a:lnTo>
                  <a:lnTo>
                    <a:pt x="214" y="191"/>
                  </a:lnTo>
                  <a:lnTo>
                    <a:pt x="214" y="192"/>
                  </a:lnTo>
                  <a:lnTo>
                    <a:pt x="212" y="192"/>
                  </a:lnTo>
                  <a:lnTo>
                    <a:pt x="211" y="191"/>
                  </a:lnTo>
                  <a:lnTo>
                    <a:pt x="210" y="192"/>
                  </a:lnTo>
                  <a:lnTo>
                    <a:pt x="208" y="191"/>
                  </a:lnTo>
                  <a:lnTo>
                    <a:pt x="203" y="191"/>
                  </a:lnTo>
                  <a:lnTo>
                    <a:pt x="199" y="189"/>
                  </a:lnTo>
                  <a:lnTo>
                    <a:pt x="192" y="189"/>
                  </a:lnTo>
                  <a:lnTo>
                    <a:pt x="190" y="187"/>
                  </a:lnTo>
                  <a:lnTo>
                    <a:pt x="189" y="187"/>
                  </a:lnTo>
                  <a:lnTo>
                    <a:pt x="186" y="189"/>
                  </a:lnTo>
                  <a:lnTo>
                    <a:pt x="183" y="187"/>
                  </a:lnTo>
                  <a:lnTo>
                    <a:pt x="181" y="187"/>
                  </a:lnTo>
                  <a:lnTo>
                    <a:pt x="174" y="187"/>
                  </a:lnTo>
                  <a:lnTo>
                    <a:pt x="174" y="186"/>
                  </a:lnTo>
                  <a:lnTo>
                    <a:pt x="173" y="186"/>
                  </a:lnTo>
                  <a:lnTo>
                    <a:pt x="173" y="182"/>
                  </a:lnTo>
                  <a:lnTo>
                    <a:pt x="170" y="178"/>
                  </a:lnTo>
                  <a:lnTo>
                    <a:pt x="169" y="174"/>
                  </a:lnTo>
                  <a:lnTo>
                    <a:pt x="166" y="170"/>
                  </a:lnTo>
                  <a:lnTo>
                    <a:pt x="166" y="168"/>
                  </a:lnTo>
                  <a:lnTo>
                    <a:pt x="165" y="168"/>
                  </a:lnTo>
                  <a:lnTo>
                    <a:pt x="165" y="168"/>
                  </a:lnTo>
                  <a:lnTo>
                    <a:pt x="161" y="167"/>
                  </a:lnTo>
                  <a:lnTo>
                    <a:pt x="158" y="168"/>
                  </a:lnTo>
                  <a:lnTo>
                    <a:pt x="156" y="171"/>
                  </a:lnTo>
                  <a:lnTo>
                    <a:pt x="153" y="171"/>
                  </a:lnTo>
                  <a:lnTo>
                    <a:pt x="153" y="170"/>
                  </a:lnTo>
                  <a:lnTo>
                    <a:pt x="153" y="171"/>
                  </a:lnTo>
                  <a:lnTo>
                    <a:pt x="148" y="174"/>
                  </a:lnTo>
                  <a:lnTo>
                    <a:pt x="144" y="178"/>
                  </a:lnTo>
                  <a:lnTo>
                    <a:pt x="140" y="175"/>
                  </a:lnTo>
                  <a:lnTo>
                    <a:pt x="136" y="174"/>
                  </a:lnTo>
                  <a:lnTo>
                    <a:pt x="132" y="174"/>
                  </a:lnTo>
                  <a:lnTo>
                    <a:pt x="132" y="175"/>
                  </a:lnTo>
                  <a:lnTo>
                    <a:pt x="127" y="171"/>
                  </a:lnTo>
                  <a:lnTo>
                    <a:pt x="125" y="171"/>
                  </a:lnTo>
                  <a:lnTo>
                    <a:pt x="123" y="170"/>
                  </a:lnTo>
                  <a:lnTo>
                    <a:pt x="120" y="168"/>
                  </a:lnTo>
                  <a:lnTo>
                    <a:pt x="117" y="164"/>
                  </a:lnTo>
                  <a:lnTo>
                    <a:pt x="119" y="163"/>
                  </a:lnTo>
                  <a:lnTo>
                    <a:pt x="119" y="163"/>
                  </a:lnTo>
                  <a:lnTo>
                    <a:pt x="116" y="163"/>
                  </a:lnTo>
                  <a:lnTo>
                    <a:pt x="115" y="162"/>
                  </a:lnTo>
                  <a:lnTo>
                    <a:pt x="112" y="162"/>
                  </a:lnTo>
                  <a:lnTo>
                    <a:pt x="111" y="161"/>
                  </a:lnTo>
                  <a:lnTo>
                    <a:pt x="107" y="159"/>
                  </a:lnTo>
                  <a:lnTo>
                    <a:pt x="103" y="159"/>
                  </a:lnTo>
                  <a:lnTo>
                    <a:pt x="100" y="158"/>
                  </a:lnTo>
                  <a:lnTo>
                    <a:pt x="96" y="150"/>
                  </a:lnTo>
                  <a:lnTo>
                    <a:pt x="96" y="149"/>
                  </a:lnTo>
                  <a:lnTo>
                    <a:pt x="95" y="149"/>
                  </a:lnTo>
                  <a:lnTo>
                    <a:pt x="94" y="147"/>
                  </a:lnTo>
                  <a:lnTo>
                    <a:pt x="94" y="146"/>
                  </a:lnTo>
                  <a:lnTo>
                    <a:pt x="95" y="147"/>
                  </a:lnTo>
                  <a:lnTo>
                    <a:pt x="95" y="147"/>
                  </a:lnTo>
                  <a:lnTo>
                    <a:pt x="94" y="145"/>
                  </a:lnTo>
                  <a:lnTo>
                    <a:pt x="92" y="145"/>
                  </a:lnTo>
                  <a:lnTo>
                    <a:pt x="91" y="145"/>
                  </a:lnTo>
                  <a:lnTo>
                    <a:pt x="91" y="141"/>
                  </a:lnTo>
                  <a:lnTo>
                    <a:pt x="87" y="136"/>
                  </a:lnTo>
                  <a:lnTo>
                    <a:pt x="86" y="133"/>
                  </a:lnTo>
                  <a:lnTo>
                    <a:pt x="83" y="130"/>
                  </a:lnTo>
                  <a:lnTo>
                    <a:pt x="83" y="129"/>
                  </a:lnTo>
                  <a:lnTo>
                    <a:pt x="79" y="132"/>
                  </a:lnTo>
                  <a:lnTo>
                    <a:pt x="78" y="132"/>
                  </a:lnTo>
                  <a:lnTo>
                    <a:pt x="77" y="130"/>
                  </a:lnTo>
                  <a:lnTo>
                    <a:pt x="75" y="130"/>
                  </a:lnTo>
                  <a:lnTo>
                    <a:pt x="73" y="129"/>
                  </a:lnTo>
                  <a:lnTo>
                    <a:pt x="73" y="128"/>
                  </a:lnTo>
                  <a:lnTo>
                    <a:pt x="74" y="126"/>
                  </a:lnTo>
                  <a:lnTo>
                    <a:pt x="73" y="128"/>
                  </a:lnTo>
                  <a:lnTo>
                    <a:pt x="71" y="128"/>
                  </a:lnTo>
                  <a:lnTo>
                    <a:pt x="70" y="128"/>
                  </a:lnTo>
                  <a:lnTo>
                    <a:pt x="71" y="129"/>
                  </a:lnTo>
                  <a:lnTo>
                    <a:pt x="71" y="130"/>
                  </a:lnTo>
                  <a:lnTo>
                    <a:pt x="70" y="132"/>
                  </a:lnTo>
                  <a:lnTo>
                    <a:pt x="69" y="132"/>
                  </a:lnTo>
                  <a:lnTo>
                    <a:pt x="67" y="130"/>
                  </a:lnTo>
                  <a:lnTo>
                    <a:pt x="67" y="129"/>
                  </a:lnTo>
                  <a:lnTo>
                    <a:pt x="66" y="129"/>
                  </a:lnTo>
                  <a:lnTo>
                    <a:pt x="65" y="129"/>
                  </a:lnTo>
                  <a:lnTo>
                    <a:pt x="62" y="128"/>
                  </a:lnTo>
                  <a:lnTo>
                    <a:pt x="61" y="126"/>
                  </a:lnTo>
                  <a:lnTo>
                    <a:pt x="59" y="118"/>
                  </a:lnTo>
                  <a:lnTo>
                    <a:pt x="56" y="118"/>
                  </a:lnTo>
                  <a:lnTo>
                    <a:pt x="56" y="116"/>
                  </a:lnTo>
                  <a:lnTo>
                    <a:pt x="56" y="112"/>
                  </a:lnTo>
                  <a:lnTo>
                    <a:pt x="58" y="111"/>
                  </a:lnTo>
                  <a:lnTo>
                    <a:pt x="56" y="105"/>
                  </a:lnTo>
                  <a:lnTo>
                    <a:pt x="53" y="104"/>
                  </a:lnTo>
                  <a:lnTo>
                    <a:pt x="50" y="100"/>
                  </a:lnTo>
                  <a:lnTo>
                    <a:pt x="49" y="99"/>
                  </a:lnTo>
                  <a:lnTo>
                    <a:pt x="48" y="99"/>
                  </a:lnTo>
                  <a:lnTo>
                    <a:pt x="40" y="93"/>
                  </a:lnTo>
                  <a:lnTo>
                    <a:pt x="37" y="93"/>
                  </a:lnTo>
                  <a:lnTo>
                    <a:pt x="36" y="95"/>
                  </a:lnTo>
                  <a:lnTo>
                    <a:pt x="33" y="92"/>
                  </a:lnTo>
                  <a:lnTo>
                    <a:pt x="34" y="91"/>
                  </a:lnTo>
                  <a:lnTo>
                    <a:pt x="33" y="89"/>
                  </a:lnTo>
                  <a:lnTo>
                    <a:pt x="34" y="87"/>
                  </a:lnTo>
                  <a:lnTo>
                    <a:pt x="32" y="86"/>
                  </a:lnTo>
                  <a:lnTo>
                    <a:pt x="32" y="83"/>
                  </a:lnTo>
                  <a:lnTo>
                    <a:pt x="29" y="83"/>
                  </a:lnTo>
                  <a:lnTo>
                    <a:pt x="28" y="82"/>
                  </a:lnTo>
                  <a:lnTo>
                    <a:pt x="25" y="82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8"/>
                  </a:lnTo>
                  <a:lnTo>
                    <a:pt x="27" y="75"/>
                  </a:lnTo>
                  <a:lnTo>
                    <a:pt x="27" y="71"/>
                  </a:lnTo>
                  <a:lnTo>
                    <a:pt x="28" y="70"/>
                  </a:lnTo>
                  <a:lnTo>
                    <a:pt x="28" y="66"/>
                  </a:lnTo>
                  <a:lnTo>
                    <a:pt x="31" y="67"/>
                  </a:lnTo>
                  <a:lnTo>
                    <a:pt x="32" y="66"/>
                  </a:lnTo>
                  <a:lnTo>
                    <a:pt x="32" y="62"/>
                  </a:lnTo>
                  <a:lnTo>
                    <a:pt x="31" y="61"/>
                  </a:lnTo>
                  <a:lnTo>
                    <a:pt x="31" y="58"/>
                  </a:lnTo>
                  <a:lnTo>
                    <a:pt x="32" y="58"/>
                  </a:lnTo>
                  <a:lnTo>
                    <a:pt x="34" y="57"/>
                  </a:lnTo>
                  <a:lnTo>
                    <a:pt x="34" y="57"/>
                  </a:lnTo>
                  <a:lnTo>
                    <a:pt x="33" y="55"/>
                  </a:lnTo>
                  <a:lnTo>
                    <a:pt x="32" y="55"/>
                  </a:lnTo>
                  <a:lnTo>
                    <a:pt x="29" y="55"/>
                  </a:lnTo>
                  <a:lnTo>
                    <a:pt x="28" y="55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0" y="51"/>
                  </a:lnTo>
                  <a:lnTo>
                    <a:pt x="19" y="49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2" y="37"/>
                  </a:lnTo>
                  <a:lnTo>
                    <a:pt x="11" y="33"/>
                  </a:lnTo>
                  <a:lnTo>
                    <a:pt x="8" y="29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7" y="20"/>
                  </a:lnTo>
                  <a:lnTo>
                    <a:pt x="5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8"/>
                  </a:lnTo>
                  <a:lnTo>
                    <a:pt x="2" y="5"/>
                  </a:lnTo>
                  <a:lnTo>
                    <a:pt x="0" y="4"/>
                  </a:lnTo>
                  <a:lnTo>
                    <a:pt x="4" y="4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9" name="Freeform 416"/>
            <p:cNvSpPr>
              <a:spLocks/>
            </p:cNvSpPr>
            <p:nvPr/>
          </p:nvSpPr>
          <p:spPr bwMode="auto">
            <a:xfrm>
              <a:off x="6998608" y="3015547"/>
              <a:ext cx="111661" cy="91359"/>
            </a:xfrm>
            <a:custGeom>
              <a:avLst/>
              <a:gdLst>
                <a:gd name="T0" fmla="*/ 10 w 44"/>
                <a:gd name="T1" fmla="*/ 0 h 36"/>
                <a:gd name="T2" fmla="*/ 11 w 44"/>
                <a:gd name="T3" fmla="*/ 0 h 36"/>
                <a:gd name="T4" fmla="*/ 19 w 44"/>
                <a:gd name="T5" fmla="*/ 0 h 36"/>
                <a:gd name="T6" fmla="*/ 21 w 44"/>
                <a:gd name="T7" fmla="*/ 3 h 36"/>
                <a:gd name="T8" fmla="*/ 25 w 44"/>
                <a:gd name="T9" fmla="*/ 3 h 36"/>
                <a:gd name="T10" fmla="*/ 28 w 44"/>
                <a:gd name="T11" fmla="*/ 6 h 36"/>
                <a:gd name="T12" fmla="*/ 27 w 44"/>
                <a:gd name="T13" fmla="*/ 8 h 36"/>
                <a:gd name="T14" fmla="*/ 27 w 44"/>
                <a:gd name="T15" fmla="*/ 11 h 36"/>
                <a:gd name="T16" fmla="*/ 32 w 44"/>
                <a:gd name="T17" fmla="*/ 15 h 36"/>
                <a:gd name="T18" fmla="*/ 32 w 44"/>
                <a:gd name="T19" fmla="*/ 17 h 36"/>
                <a:gd name="T20" fmla="*/ 31 w 44"/>
                <a:gd name="T21" fmla="*/ 19 h 36"/>
                <a:gd name="T22" fmla="*/ 32 w 44"/>
                <a:gd name="T23" fmla="*/ 23 h 36"/>
                <a:gd name="T24" fmla="*/ 37 w 44"/>
                <a:gd name="T25" fmla="*/ 25 h 36"/>
                <a:gd name="T26" fmla="*/ 41 w 44"/>
                <a:gd name="T27" fmla="*/ 25 h 36"/>
                <a:gd name="T28" fmla="*/ 44 w 44"/>
                <a:gd name="T29" fmla="*/ 28 h 36"/>
                <a:gd name="T30" fmla="*/ 41 w 44"/>
                <a:gd name="T31" fmla="*/ 29 h 36"/>
                <a:gd name="T32" fmla="*/ 43 w 44"/>
                <a:gd name="T33" fmla="*/ 32 h 36"/>
                <a:gd name="T34" fmla="*/ 41 w 44"/>
                <a:gd name="T35" fmla="*/ 33 h 36"/>
                <a:gd name="T36" fmla="*/ 41 w 44"/>
                <a:gd name="T37" fmla="*/ 36 h 36"/>
                <a:gd name="T38" fmla="*/ 39 w 44"/>
                <a:gd name="T39" fmla="*/ 36 h 36"/>
                <a:gd name="T40" fmla="*/ 33 w 44"/>
                <a:gd name="T41" fmla="*/ 28 h 36"/>
                <a:gd name="T42" fmla="*/ 31 w 44"/>
                <a:gd name="T43" fmla="*/ 27 h 36"/>
                <a:gd name="T44" fmla="*/ 28 w 44"/>
                <a:gd name="T45" fmla="*/ 24 h 36"/>
                <a:gd name="T46" fmla="*/ 27 w 44"/>
                <a:gd name="T47" fmla="*/ 24 h 36"/>
                <a:gd name="T48" fmla="*/ 25 w 44"/>
                <a:gd name="T49" fmla="*/ 25 h 36"/>
                <a:gd name="T50" fmla="*/ 23 w 44"/>
                <a:gd name="T51" fmla="*/ 21 h 36"/>
                <a:gd name="T52" fmla="*/ 20 w 44"/>
                <a:gd name="T53" fmla="*/ 23 h 36"/>
                <a:gd name="T54" fmla="*/ 19 w 44"/>
                <a:gd name="T55" fmla="*/ 23 h 36"/>
                <a:gd name="T56" fmla="*/ 17 w 44"/>
                <a:gd name="T57" fmla="*/ 21 h 36"/>
                <a:gd name="T58" fmla="*/ 15 w 44"/>
                <a:gd name="T59" fmla="*/ 20 h 36"/>
                <a:gd name="T60" fmla="*/ 14 w 44"/>
                <a:gd name="T61" fmla="*/ 20 h 36"/>
                <a:gd name="T62" fmla="*/ 10 w 44"/>
                <a:gd name="T63" fmla="*/ 20 h 36"/>
                <a:gd name="T64" fmla="*/ 6 w 44"/>
                <a:gd name="T65" fmla="*/ 17 h 36"/>
                <a:gd name="T66" fmla="*/ 6 w 44"/>
                <a:gd name="T67" fmla="*/ 12 h 36"/>
                <a:gd name="T68" fmla="*/ 7 w 44"/>
                <a:gd name="T69" fmla="*/ 9 h 36"/>
                <a:gd name="T70" fmla="*/ 6 w 44"/>
                <a:gd name="T71" fmla="*/ 7 h 36"/>
                <a:gd name="T72" fmla="*/ 3 w 44"/>
                <a:gd name="T73" fmla="*/ 6 h 36"/>
                <a:gd name="T74" fmla="*/ 3 w 44"/>
                <a:gd name="T75" fmla="*/ 4 h 36"/>
                <a:gd name="T76" fmla="*/ 0 w 44"/>
                <a:gd name="T77" fmla="*/ 3 h 36"/>
                <a:gd name="T78" fmla="*/ 4 w 44"/>
                <a:gd name="T79" fmla="*/ 2 h 36"/>
                <a:gd name="T80" fmla="*/ 10 w 44"/>
                <a:gd name="T8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4" h="36">
                  <a:moveTo>
                    <a:pt x="10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1" y="3"/>
                  </a:lnTo>
                  <a:lnTo>
                    <a:pt x="25" y="3"/>
                  </a:lnTo>
                  <a:lnTo>
                    <a:pt x="28" y="6"/>
                  </a:lnTo>
                  <a:lnTo>
                    <a:pt x="27" y="8"/>
                  </a:lnTo>
                  <a:lnTo>
                    <a:pt x="27" y="11"/>
                  </a:lnTo>
                  <a:lnTo>
                    <a:pt x="32" y="15"/>
                  </a:lnTo>
                  <a:lnTo>
                    <a:pt x="32" y="17"/>
                  </a:lnTo>
                  <a:lnTo>
                    <a:pt x="31" y="19"/>
                  </a:lnTo>
                  <a:lnTo>
                    <a:pt x="32" y="23"/>
                  </a:lnTo>
                  <a:lnTo>
                    <a:pt x="37" y="25"/>
                  </a:lnTo>
                  <a:lnTo>
                    <a:pt x="41" y="25"/>
                  </a:lnTo>
                  <a:lnTo>
                    <a:pt x="44" y="28"/>
                  </a:lnTo>
                  <a:lnTo>
                    <a:pt x="41" y="29"/>
                  </a:lnTo>
                  <a:lnTo>
                    <a:pt x="43" y="32"/>
                  </a:lnTo>
                  <a:lnTo>
                    <a:pt x="41" y="33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3" y="28"/>
                  </a:lnTo>
                  <a:lnTo>
                    <a:pt x="31" y="27"/>
                  </a:lnTo>
                  <a:lnTo>
                    <a:pt x="28" y="24"/>
                  </a:lnTo>
                  <a:lnTo>
                    <a:pt x="27" y="24"/>
                  </a:lnTo>
                  <a:lnTo>
                    <a:pt x="25" y="25"/>
                  </a:lnTo>
                  <a:lnTo>
                    <a:pt x="23" y="21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1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0" y="20"/>
                  </a:lnTo>
                  <a:lnTo>
                    <a:pt x="6" y="17"/>
                  </a:lnTo>
                  <a:lnTo>
                    <a:pt x="6" y="12"/>
                  </a:lnTo>
                  <a:lnTo>
                    <a:pt x="7" y="9"/>
                  </a:lnTo>
                  <a:lnTo>
                    <a:pt x="6" y="7"/>
                  </a:lnTo>
                  <a:lnTo>
                    <a:pt x="3" y="6"/>
                  </a:lnTo>
                  <a:lnTo>
                    <a:pt x="3" y="4"/>
                  </a:lnTo>
                  <a:lnTo>
                    <a:pt x="0" y="3"/>
                  </a:lnTo>
                  <a:lnTo>
                    <a:pt x="4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0" name="Freeform 417"/>
            <p:cNvSpPr>
              <a:spLocks noEditPoints="1"/>
            </p:cNvSpPr>
            <p:nvPr/>
          </p:nvSpPr>
          <p:spPr bwMode="auto">
            <a:xfrm>
              <a:off x="6501210" y="2992707"/>
              <a:ext cx="558304" cy="223321"/>
            </a:xfrm>
            <a:custGeom>
              <a:avLst/>
              <a:gdLst>
                <a:gd name="T0" fmla="*/ 27 w 220"/>
                <a:gd name="T1" fmla="*/ 82 h 88"/>
                <a:gd name="T2" fmla="*/ 1 w 220"/>
                <a:gd name="T3" fmla="*/ 30 h 88"/>
                <a:gd name="T4" fmla="*/ 13 w 220"/>
                <a:gd name="T5" fmla="*/ 1 h 88"/>
                <a:gd name="T6" fmla="*/ 25 w 220"/>
                <a:gd name="T7" fmla="*/ 7 h 88"/>
                <a:gd name="T8" fmla="*/ 36 w 220"/>
                <a:gd name="T9" fmla="*/ 16 h 88"/>
                <a:gd name="T10" fmla="*/ 25 w 220"/>
                <a:gd name="T11" fmla="*/ 18 h 88"/>
                <a:gd name="T12" fmla="*/ 7 w 220"/>
                <a:gd name="T13" fmla="*/ 29 h 88"/>
                <a:gd name="T14" fmla="*/ 9 w 220"/>
                <a:gd name="T15" fmla="*/ 24 h 88"/>
                <a:gd name="T16" fmla="*/ 3 w 220"/>
                <a:gd name="T17" fmla="*/ 20 h 88"/>
                <a:gd name="T18" fmla="*/ 11 w 220"/>
                <a:gd name="T19" fmla="*/ 9 h 88"/>
                <a:gd name="T20" fmla="*/ 13 w 220"/>
                <a:gd name="T21" fmla="*/ 1 h 88"/>
                <a:gd name="T22" fmla="*/ 109 w 220"/>
                <a:gd name="T23" fmla="*/ 7 h 88"/>
                <a:gd name="T24" fmla="*/ 116 w 220"/>
                <a:gd name="T25" fmla="*/ 8 h 88"/>
                <a:gd name="T26" fmla="*/ 127 w 220"/>
                <a:gd name="T27" fmla="*/ 12 h 88"/>
                <a:gd name="T28" fmla="*/ 142 w 220"/>
                <a:gd name="T29" fmla="*/ 17 h 88"/>
                <a:gd name="T30" fmla="*/ 156 w 220"/>
                <a:gd name="T31" fmla="*/ 15 h 88"/>
                <a:gd name="T32" fmla="*/ 169 w 220"/>
                <a:gd name="T33" fmla="*/ 13 h 88"/>
                <a:gd name="T34" fmla="*/ 178 w 220"/>
                <a:gd name="T35" fmla="*/ 5 h 88"/>
                <a:gd name="T36" fmla="*/ 186 w 220"/>
                <a:gd name="T37" fmla="*/ 8 h 88"/>
                <a:gd name="T38" fmla="*/ 199 w 220"/>
                <a:gd name="T39" fmla="*/ 13 h 88"/>
                <a:gd name="T40" fmla="*/ 202 w 220"/>
                <a:gd name="T41" fmla="*/ 26 h 88"/>
                <a:gd name="T42" fmla="*/ 215 w 220"/>
                <a:gd name="T43" fmla="*/ 33 h 88"/>
                <a:gd name="T44" fmla="*/ 211 w 220"/>
                <a:gd name="T45" fmla="*/ 41 h 88"/>
                <a:gd name="T46" fmla="*/ 215 w 220"/>
                <a:gd name="T47" fmla="*/ 53 h 88"/>
                <a:gd name="T48" fmla="*/ 219 w 220"/>
                <a:gd name="T49" fmla="*/ 66 h 88"/>
                <a:gd name="T50" fmla="*/ 215 w 220"/>
                <a:gd name="T51" fmla="*/ 68 h 88"/>
                <a:gd name="T52" fmla="*/ 200 w 220"/>
                <a:gd name="T53" fmla="*/ 68 h 88"/>
                <a:gd name="T54" fmla="*/ 185 w 220"/>
                <a:gd name="T55" fmla="*/ 72 h 88"/>
                <a:gd name="T56" fmla="*/ 167 w 220"/>
                <a:gd name="T57" fmla="*/ 75 h 88"/>
                <a:gd name="T58" fmla="*/ 153 w 220"/>
                <a:gd name="T59" fmla="*/ 75 h 88"/>
                <a:gd name="T60" fmla="*/ 136 w 220"/>
                <a:gd name="T61" fmla="*/ 79 h 88"/>
                <a:gd name="T62" fmla="*/ 129 w 220"/>
                <a:gd name="T63" fmla="*/ 84 h 88"/>
                <a:gd name="T64" fmla="*/ 123 w 220"/>
                <a:gd name="T65" fmla="*/ 87 h 88"/>
                <a:gd name="T66" fmla="*/ 124 w 220"/>
                <a:gd name="T67" fmla="*/ 76 h 88"/>
                <a:gd name="T68" fmla="*/ 112 w 220"/>
                <a:gd name="T69" fmla="*/ 78 h 88"/>
                <a:gd name="T70" fmla="*/ 99 w 220"/>
                <a:gd name="T71" fmla="*/ 86 h 88"/>
                <a:gd name="T72" fmla="*/ 80 w 220"/>
                <a:gd name="T73" fmla="*/ 86 h 88"/>
                <a:gd name="T74" fmla="*/ 59 w 220"/>
                <a:gd name="T75" fmla="*/ 78 h 88"/>
                <a:gd name="T76" fmla="*/ 57 w 220"/>
                <a:gd name="T77" fmla="*/ 84 h 88"/>
                <a:gd name="T78" fmla="*/ 46 w 220"/>
                <a:gd name="T79" fmla="*/ 86 h 88"/>
                <a:gd name="T80" fmla="*/ 42 w 220"/>
                <a:gd name="T81" fmla="*/ 80 h 88"/>
                <a:gd name="T82" fmla="*/ 36 w 220"/>
                <a:gd name="T83" fmla="*/ 79 h 88"/>
                <a:gd name="T84" fmla="*/ 29 w 220"/>
                <a:gd name="T85" fmla="*/ 80 h 88"/>
                <a:gd name="T86" fmla="*/ 21 w 220"/>
                <a:gd name="T87" fmla="*/ 79 h 88"/>
                <a:gd name="T88" fmla="*/ 30 w 220"/>
                <a:gd name="T89" fmla="*/ 75 h 88"/>
                <a:gd name="T90" fmla="*/ 23 w 220"/>
                <a:gd name="T91" fmla="*/ 75 h 88"/>
                <a:gd name="T92" fmla="*/ 17 w 220"/>
                <a:gd name="T93" fmla="*/ 67 h 88"/>
                <a:gd name="T94" fmla="*/ 12 w 220"/>
                <a:gd name="T95" fmla="*/ 59 h 88"/>
                <a:gd name="T96" fmla="*/ 9 w 220"/>
                <a:gd name="T97" fmla="*/ 54 h 88"/>
                <a:gd name="T98" fmla="*/ 15 w 220"/>
                <a:gd name="T99" fmla="*/ 54 h 88"/>
                <a:gd name="T100" fmla="*/ 17 w 220"/>
                <a:gd name="T101" fmla="*/ 49 h 88"/>
                <a:gd name="T102" fmla="*/ 15 w 220"/>
                <a:gd name="T103" fmla="*/ 46 h 88"/>
                <a:gd name="T104" fmla="*/ 11 w 220"/>
                <a:gd name="T105" fmla="*/ 40 h 88"/>
                <a:gd name="T106" fmla="*/ 7 w 220"/>
                <a:gd name="T107" fmla="*/ 36 h 88"/>
                <a:gd name="T108" fmla="*/ 16 w 220"/>
                <a:gd name="T109" fmla="*/ 26 h 88"/>
                <a:gd name="T110" fmla="*/ 25 w 220"/>
                <a:gd name="T111" fmla="*/ 28 h 88"/>
                <a:gd name="T112" fmla="*/ 37 w 220"/>
                <a:gd name="T113" fmla="*/ 26 h 88"/>
                <a:gd name="T114" fmla="*/ 45 w 220"/>
                <a:gd name="T115" fmla="*/ 22 h 88"/>
                <a:gd name="T116" fmla="*/ 37 w 220"/>
                <a:gd name="T117" fmla="*/ 15 h 88"/>
                <a:gd name="T118" fmla="*/ 50 w 220"/>
                <a:gd name="T119" fmla="*/ 13 h 88"/>
                <a:gd name="T120" fmla="*/ 63 w 220"/>
                <a:gd name="T121" fmla="*/ 13 h 88"/>
                <a:gd name="T122" fmla="*/ 71 w 220"/>
                <a:gd name="T123" fmla="*/ 5 h 88"/>
                <a:gd name="T124" fmla="*/ 92 w 220"/>
                <a:gd name="T125" fmla="*/ 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" h="88">
                  <a:moveTo>
                    <a:pt x="27" y="82"/>
                  </a:moveTo>
                  <a:lnTo>
                    <a:pt x="28" y="82"/>
                  </a:lnTo>
                  <a:lnTo>
                    <a:pt x="28" y="82"/>
                  </a:lnTo>
                  <a:lnTo>
                    <a:pt x="27" y="83"/>
                  </a:lnTo>
                  <a:lnTo>
                    <a:pt x="27" y="82"/>
                  </a:lnTo>
                  <a:lnTo>
                    <a:pt x="27" y="82"/>
                  </a:lnTo>
                  <a:close/>
                  <a:moveTo>
                    <a:pt x="3" y="28"/>
                  </a:moveTo>
                  <a:lnTo>
                    <a:pt x="4" y="28"/>
                  </a:lnTo>
                  <a:lnTo>
                    <a:pt x="4" y="29"/>
                  </a:lnTo>
                  <a:lnTo>
                    <a:pt x="1" y="30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3" y="28"/>
                  </a:lnTo>
                  <a:lnTo>
                    <a:pt x="3" y="28"/>
                  </a:lnTo>
                  <a:close/>
                  <a:moveTo>
                    <a:pt x="13" y="1"/>
                  </a:moveTo>
                  <a:lnTo>
                    <a:pt x="17" y="1"/>
                  </a:lnTo>
                  <a:lnTo>
                    <a:pt x="20" y="4"/>
                  </a:lnTo>
                  <a:lnTo>
                    <a:pt x="21" y="3"/>
                  </a:lnTo>
                  <a:lnTo>
                    <a:pt x="24" y="3"/>
                  </a:lnTo>
                  <a:lnTo>
                    <a:pt x="25" y="7"/>
                  </a:lnTo>
                  <a:lnTo>
                    <a:pt x="28" y="11"/>
                  </a:lnTo>
                  <a:lnTo>
                    <a:pt x="30" y="11"/>
                  </a:lnTo>
                  <a:lnTo>
                    <a:pt x="33" y="13"/>
                  </a:lnTo>
                  <a:lnTo>
                    <a:pt x="36" y="15"/>
                  </a:lnTo>
                  <a:lnTo>
                    <a:pt x="36" y="16"/>
                  </a:lnTo>
                  <a:lnTo>
                    <a:pt x="34" y="18"/>
                  </a:lnTo>
                  <a:lnTo>
                    <a:pt x="30" y="18"/>
                  </a:lnTo>
                  <a:lnTo>
                    <a:pt x="29" y="17"/>
                  </a:lnTo>
                  <a:lnTo>
                    <a:pt x="27" y="17"/>
                  </a:lnTo>
                  <a:lnTo>
                    <a:pt x="25" y="18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17" y="22"/>
                  </a:lnTo>
                  <a:lnTo>
                    <a:pt x="12" y="25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8" y="25"/>
                  </a:lnTo>
                  <a:lnTo>
                    <a:pt x="9" y="24"/>
                  </a:lnTo>
                  <a:lnTo>
                    <a:pt x="12" y="22"/>
                  </a:lnTo>
                  <a:lnTo>
                    <a:pt x="9" y="24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5" y="20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9" y="12"/>
                  </a:lnTo>
                  <a:lnTo>
                    <a:pt x="11" y="9"/>
                  </a:lnTo>
                  <a:lnTo>
                    <a:pt x="8" y="8"/>
                  </a:lnTo>
                  <a:lnTo>
                    <a:pt x="8" y="5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1"/>
                  </a:lnTo>
                  <a:close/>
                  <a:moveTo>
                    <a:pt x="103" y="0"/>
                  </a:moveTo>
                  <a:lnTo>
                    <a:pt x="103" y="0"/>
                  </a:lnTo>
                  <a:lnTo>
                    <a:pt x="103" y="3"/>
                  </a:lnTo>
                  <a:lnTo>
                    <a:pt x="108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12" y="4"/>
                  </a:lnTo>
                  <a:lnTo>
                    <a:pt x="115" y="4"/>
                  </a:lnTo>
                  <a:lnTo>
                    <a:pt x="116" y="5"/>
                  </a:lnTo>
                  <a:lnTo>
                    <a:pt x="116" y="8"/>
                  </a:lnTo>
                  <a:lnTo>
                    <a:pt x="119" y="11"/>
                  </a:lnTo>
                  <a:lnTo>
                    <a:pt x="120" y="11"/>
                  </a:lnTo>
                  <a:lnTo>
                    <a:pt x="121" y="9"/>
                  </a:lnTo>
                  <a:lnTo>
                    <a:pt x="123" y="9"/>
                  </a:lnTo>
                  <a:lnTo>
                    <a:pt x="127" y="12"/>
                  </a:lnTo>
                  <a:lnTo>
                    <a:pt x="129" y="13"/>
                  </a:lnTo>
                  <a:lnTo>
                    <a:pt x="134" y="15"/>
                  </a:lnTo>
                  <a:lnTo>
                    <a:pt x="136" y="15"/>
                  </a:lnTo>
                  <a:lnTo>
                    <a:pt x="138" y="16"/>
                  </a:lnTo>
                  <a:lnTo>
                    <a:pt x="142" y="17"/>
                  </a:lnTo>
                  <a:lnTo>
                    <a:pt x="148" y="15"/>
                  </a:lnTo>
                  <a:lnTo>
                    <a:pt x="152" y="15"/>
                  </a:lnTo>
                  <a:lnTo>
                    <a:pt x="154" y="13"/>
                  </a:lnTo>
                  <a:lnTo>
                    <a:pt x="154" y="15"/>
                  </a:lnTo>
                  <a:lnTo>
                    <a:pt x="156" y="15"/>
                  </a:lnTo>
                  <a:lnTo>
                    <a:pt x="158" y="15"/>
                  </a:lnTo>
                  <a:lnTo>
                    <a:pt x="162" y="16"/>
                  </a:lnTo>
                  <a:lnTo>
                    <a:pt x="163" y="15"/>
                  </a:lnTo>
                  <a:lnTo>
                    <a:pt x="167" y="15"/>
                  </a:lnTo>
                  <a:lnTo>
                    <a:pt x="169" y="13"/>
                  </a:lnTo>
                  <a:lnTo>
                    <a:pt x="173" y="11"/>
                  </a:lnTo>
                  <a:lnTo>
                    <a:pt x="175" y="9"/>
                  </a:lnTo>
                  <a:lnTo>
                    <a:pt x="177" y="7"/>
                  </a:lnTo>
                  <a:lnTo>
                    <a:pt x="177" y="5"/>
                  </a:lnTo>
                  <a:lnTo>
                    <a:pt x="178" y="5"/>
                  </a:lnTo>
                  <a:lnTo>
                    <a:pt x="179" y="8"/>
                  </a:lnTo>
                  <a:lnTo>
                    <a:pt x="181" y="8"/>
                  </a:lnTo>
                  <a:lnTo>
                    <a:pt x="182" y="7"/>
                  </a:lnTo>
                  <a:lnTo>
                    <a:pt x="185" y="8"/>
                  </a:lnTo>
                  <a:lnTo>
                    <a:pt x="186" y="8"/>
                  </a:lnTo>
                  <a:lnTo>
                    <a:pt x="187" y="7"/>
                  </a:lnTo>
                  <a:lnTo>
                    <a:pt x="190" y="7"/>
                  </a:lnTo>
                  <a:lnTo>
                    <a:pt x="195" y="11"/>
                  </a:lnTo>
                  <a:lnTo>
                    <a:pt x="196" y="12"/>
                  </a:lnTo>
                  <a:lnTo>
                    <a:pt x="199" y="13"/>
                  </a:lnTo>
                  <a:lnTo>
                    <a:pt x="199" y="15"/>
                  </a:lnTo>
                  <a:lnTo>
                    <a:pt x="202" y="16"/>
                  </a:lnTo>
                  <a:lnTo>
                    <a:pt x="203" y="18"/>
                  </a:lnTo>
                  <a:lnTo>
                    <a:pt x="202" y="21"/>
                  </a:lnTo>
                  <a:lnTo>
                    <a:pt x="202" y="26"/>
                  </a:lnTo>
                  <a:lnTo>
                    <a:pt x="206" y="29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3" y="30"/>
                  </a:lnTo>
                  <a:lnTo>
                    <a:pt x="215" y="33"/>
                  </a:lnTo>
                  <a:lnTo>
                    <a:pt x="213" y="34"/>
                  </a:lnTo>
                  <a:lnTo>
                    <a:pt x="212" y="37"/>
                  </a:lnTo>
                  <a:lnTo>
                    <a:pt x="208" y="37"/>
                  </a:lnTo>
                  <a:lnTo>
                    <a:pt x="210" y="38"/>
                  </a:lnTo>
                  <a:lnTo>
                    <a:pt x="211" y="41"/>
                  </a:lnTo>
                  <a:lnTo>
                    <a:pt x="211" y="45"/>
                  </a:lnTo>
                  <a:lnTo>
                    <a:pt x="211" y="47"/>
                  </a:lnTo>
                  <a:lnTo>
                    <a:pt x="211" y="50"/>
                  </a:lnTo>
                  <a:lnTo>
                    <a:pt x="213" y="51"/>
                  </a:lnTo>
                  <a:lnTo>
                    <a:pt x="215" y="53"/>
                  </a:lnTo>
                  <a:lnTo>
                    <a:pt x="213" y="55"/>
                  </a:lnTo>
                  <a:lnTo>
                    <a:pt x="213" y="59"/>
                  </a:lnTo>
                  <a:lnTo>
                    <a:pt x="213" y="61"/>
                  </a:lnTo>
                  <a:lnTo>
                    <a:pt x="216" y="62"/>
                  </a:lnTo>
                  <a:lnTo>
                    <a:pt x="219" y="66"/>
                  </a:lnTo>
                  <a:lnTo>
                    <a:pt x="220" y="70"/>
                  </a:lnTo>
                  <a:lnTo>
                    <a:pt x="219" y="71"/>
                  </a:lnTo>
                  <a:lnTo>
                    <a:pt x="216" y="72"/>
                  </a:lnTo>
                  <a:lnTo>
                    <a:pt x="215" y="71"/>
                  </a:lnTo>
                  <a:lnTo>
                    <a:pt x="215" y="68"/>
                  </a:lnTo>
                  <a:lnTo>
                    <a:pt x="213" y="67"/>
                  </a:lnTo>
                  <a:lnTo>
                    <a:pt x="210" y="68"/>
                  </a:lnTo>
                  <a:lnTo>
                    <a:pt x="206" y="67"/>
                  </a:lnTo>
                  <a:lnTo>
                    <a:pt x="202" y="67"/>
                  </a:lnTo>
                  <a:lnTo>
                    <a:pt x="200" y="68"/>
                  </a:lnTo>
                  <a:lnTo>
                    <a:pt x="196" y="68"/>
                  </a:lnTo>
                  <a:lnTo>
                    <a:pt x="194" y="71"/>
                  </a:lnTo>
                  <a:lnTo>
                    <a:pt x="192" y="70"/>
                  </a:lnTo>
                  <a:lnTo>
                    <a:pt x="190" y="71"/>
                  </a:lnTo>
                  <a:lnTo>
                    <a:pt x="185" y="72"/>
                  </a:lnTo>
                  <a:lnTo>
                    <a:pt x="179" y="72"/>
                  </a:lnTo>
                  <a:lnTo>
                    <a:pt x="177" y="72"/>
                  </a:lnTo>
                  <a:lnTo>
                    <a:pt x="174" y="72"/>
                  </a:lnTo>
                  <a:lnTo>
                    <a:pt x="169" y="74"/>
                  </a:lnTo>
                  <a:lnTo>
                    <a:pt x="167" y="75"/>
                  </a:lnTo>
                  <a:lnTo>
                    <a:pt x="165" y="76"/>
                  </a:lnTo>
                  <a:lnTo>
                    <a:pt x="163" y="78"/>
                  </a:lnTo>
                  <a:lnTo>
                    <a:pt x="158" y="78"/>
                  </a:lnTo>
                  <a:lnTo>
                    <a:pt x="154" y="76"/>
                  </a:lnTo>
                  <a:lnTo>
                    <a:pt x="153" y="75"/>
                  </a:lnTo>
                  <a:lnTo>
                    <a:pt x="152" y="75"/>
                  </a:lnTo>
                  <a:lnTo>
                    <a:pt x="145" y="75"/>
                  </a:lnTo>
                  <a:lnTo>
                    <a:pt x="144" y="76"/>
                  </a:lnTo>
                  <a:lnTo>
                    <a:pt x="142" y="76"/>
                  </a:lnTo>
                  <a:lnTo>
                    <a:pt x="136" y="79"/>
                  </a:lnTo>
                  <a:lnTo>
                    <a:pt x="134" y="78"/>
                  </a:lnTo>
                  <a:lnTo>
                    <a:pt x="131" y="78"/>
                  </a:lnTo>
                  <a:lnTo>
                    <a:pt x="131" y="79"/>
                  </a:lnTo>
                  <a:lnTo>
                    <a:pt x="131" y="84"/>
                  </a:lnTo>
                  <a:lnTo>
                    <a:pt x="129" y="84"/>
                  </a:lnTo>
                  <a:lnTo>
                    <a:pt x="129" y="87"/>
                  </a:lnTo>
                  <a:lnTo>
                    <a:pt x="127" y="88"/>
                  </a:lnTo>
                  <a:lnTo>
                    <a:pt x="124" y="88"/>
                  </a:lnTo>
                  <a:lnTo>
                    <a:pt x="121" y="88"/>
                  </a:lnTo>
                  <a:lnTo>
                    <a:pt x="123" y="87"/>
                  </a:lnTo>
                  <a:lnTo>
                    <a:pt x="120" y="84"/>
                  </a:lnTo>
                  <a:lnTo>
                    <a:pt x="120" y="83"/>
                  </a:lnTo>
                  <a:lnTo>
                    <a:pt x="123" y="80"/>
                  </a:lnTo>
                  <a:lnTo>
                    <a:pt x="124" y="78"/>
                  </a:lnTo>
                  <a:lnTo>
                    <a:pt x="124" y="76"/>
                  </a:lnTo>
                  <a:lnTo>
                    <a:pt x="121" y="76"/>
                  </a:lnTo>
                  <a:lnTo>
                    <a:pt x="119" y="78"/>
                  </a:lnTo>
                  <a:lnTo>
                    <a:pt x="119" y="79"/>
                  </a:lnTo>
                  <a:lnTo>
                    <a:pt x="115" y="79"/>
                  </a:lnTo>
                  <a:lnTo>
                    <a:pt x="112" y="78"/>
                  </a:lnTo>
                  <a:lnTo>
                    <a:pt x="108" y="76"/>
                  </a:lnTo>
                  <a:lnTo>
                    <a:pt x="107" y="76"/>
                  </a:lnTo>
                  <a:lnTo>
                    <a:pt x="102" y="83"/>
                  </a:lnTo>
                  <a:lnTo>
                    <a:pt x="100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8" y="86"/>
                  </a:lnTo>
                  <a:lnTo>
                    <a:pt x="94" y="87"/>
                  </a:lnTo>
                  <a:lnTo>
                    <a:pt x="83" y="88"/>
                  </a:lnTo>
                  <a:lnTo>
                    <a:pt x="80" y="86"/>
                  </a:lnTo>
                  <a:lnTo>
                    <a:pt x="77" y="80"/>
                  </a:lnTo>
                  <a:lnTo>
                    <a:pt x="74" y="80"/>
                  </a:lnTo>
                  <a:lnTo>
                    <a:pt x="69" y="78"/>
                  </a:lnTo>
                  <a:lnTo>
                    <a:pt x="65" y="78"/>
                  </a:lnTo>
                  <a:lnTo>
                    <a:pt x="59" y="78"/>
                  </a:lnTo>
                  <a:lnTo>
                    <a:pt x="59" y="80"/>
                  </a:lnTo>
                  <a:lnTo>
                    <a:pt x="59" y="82"/>
                  </a:lnTo>
                  <a:lnTo>
                    <a:pt x="59" y="84"/>
                  </a:lnTo>
                  <a:lnTo>
                    <a:pt x="58" y="86"/>
                  </a:lnTo>
                  <a:lnTo>
                    <a:pt x="57" y="84"/>
                  </a:lnTo>
                  <a:lnTo>
                    <a:pt x="55" y="86"/>
                  </a:lnTo>
                  <a:lnTo>
                    <a:pt x="53" y="86"/>
                  </a:lnTo>
                  <a:lnTo>
                    <a:pt x="52" y="87"/>
                  </a:lnTo>
                  <a:lnTo>
                    <a:pt x="49" y="87"/>
                  </a:lnTo>
                  <a:lnTo>
                    <a:pt x="46" y="86"/>
                  </a:lnTo>
                  <a:lnTo>
                    <a:pt x="45" y="87"/>
                  </a:lnTo>
                  <a:lnTo>
                    <a:pt x="42" y="84"/>
                  </a:lnTo>
                  <a:lnTo>
                    <a:pt x="42" y="83"/>
                  </a:lnTo>
                  <a:lnTo>
                    <a:pt x="41" y="82"/>
                  </a:lnTo>
                  <a:lnTo>
                    <a:pt x="42" y="80"/>
                  </a:lnTo>
                  <a:lnTo>
                    <a:pt x="42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37" y="79"/>
                  </a:lnTo>
                  <a:lnTo>
                    <a:pt x="36" y="79"/>
                  </a:lnTo>
                  <a:lnTo>
                    <a:pt x="34" y="78"/>
                  </a:lnTo>
                  <a:lnTo>
                    <a:pt x="33" y="78"/>
                  </a:lnTo>
                  <a:lnTo>
                    <a:pt x="30" y="79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79"/>
                  </a:lnTo>
                  <a:lnTo>
                    <a:pt x="28" y="79"/>
                  </a:lnTo>
                  <a:lnTo>
                    <a:pt x="25" y="79"/>
                  </a:lnTo>
                  <a:lnTo>
                    <a:pt x="23" y="80"/>
                  </a:lnTo>
                  <a:lnTo>
                    <a:pt x="21" y="79"/>
                  </a:lnTo>
                  <a:lnTo>
                    <a:pt x="23" y="79"/>
                  </a:lnTo>
                  <a:lnTo>
                    <a:pt x="27" y="79"/>
                  </a:lnTo>
                  <a:lnTo>
                    <a:pt x="29" y="78"/>
                  </a:lnTo>
                  <a:lnTo>
                    <a:pt x="30" y="76"/>
                  </a:lnTo>
                  <a:lnTo>
                    <a:pt x="30" y="75"/>
                  </a:lnTo>
                  <a:lnTo>
                    <a:pt x="25" y="75"/>
                  </a:lnTo>
                  <a:lnTo>
                    <a:pt x="21" y="76"/>
                  </a:lnTo>
                  <a:lnTo>
                    <a:pt x="20" y="76"/>
                  </a:lnTo>
                  <a:lnTo>
                    <a:pt x="21" y="75"/>
                  </a:lnTo>
                  <a:lnTo>
                    <a:pt x="23" y="75"/>
                  </a:lnTo>
                  <a:lnTo>
                    <a:pt x="24" y="74"/>
                  </a:lnTo>
                  <a:lnTo>
                    <a:pt x="21" y="70"/>
                  </a:lnTo>
                  <a:lnTo>
                    <a:pt x="19" y="70"/>
                  </a:lnTo>
                  <a:lnTo>
                    <a:pt x="19" y="68"/>
                  </a:lnTo>
                  <a:lnTo>
                    <a:pt x="17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5" y="62"/>
                  </a:lnTo>
                  <a:lnTo>
                    <a:pt x="12" y="59"/>
                  </a:lnTo>
                  <a:lnTo>
                    <a:pt x="12" y="61"/>
                  </a:lnTo>
                  <a:lnTo>
                    <a:pt x="9" y="59"/>
                  </a:lnTo>
                  <a:lnTo>
                    <a:pt x="9" y="58"/>
                  </a:lnTo>
                  <a:lnTo>
                    <a:pt x="11" y="57"/>
                  </a:lnTo>
                  <a:lnTo>
                    <a:pt x="9" y="54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2" y="55"/>
                  </a:lnTo>
                  <a:lnTo>
                    <a:pt x="13" y="55"/>
                  </a:lnTo>
                  <a:lnTo>
                    <a:pt x="15" y="54"/>
                  </a:lnTo>
                  <a:lnTo>
                    <a:pt x="16" y="53"/>
                  </a:lnTo>
                  <a:lnTo>
                    <a:pt x="15" y="53"/>
                  </a:lnTo>
                  <a:lnTo>
                    <a:pt x="13" y="51"/>
                  </a:lnTo>
                  <a:lnTo>
                    <a:pt x="16" y="50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5" y="47"/>
                  </a:lnTo>
                  <a:lnTo>
                    <a:pt x="15" y="46"/>
                  </a:lnTo>
                  <a:lnTo>
                    <a:pt x="13" y="43"/>
                  </a:lnTo>
                  <a:lnTo>
                    <a:pt x="13" y="42"/>
                  </a:lnTo>
                  <a:lnTo>
                    <a:pt x="16" y="40"/>
                  </a:lnTo>
                  <a:lnTo>
                    <a:pt x="13" y="40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7" y="41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4"/>
                  </a:lnTo>
                  <a:lnTo>
                    <a:pt x="7" y="32"/>
                  </a:lnTo>
                  <a:lnTo>
                    <a:pt x="8" y="30"/>
                  </a:lnTo>
                  <a:lnTo>
                    <a:pt x="13" y="26"/>
                  </a:lnTo>
                  <a:lnTo>
                    <a:pt x="16" y="26"/>
                  </a:lnTo>
                  <a:lnTo>
                    <a:pt x="19" y="28"/>
                  </a:lnTo>
                  <a:lnTo>
                    <a:pt x="21" y="28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5" y="28"/>
                  </a:lnTo>
                  <a:lnTo>
                    <a:pt x="28" y="26"/>
                  </a:lnTo>
                  <a:lnTo>
                    <a:pt x="30" y="28"/>
                  </a:lnTo>
                  <a:lnTo>
                    <a:pt x="36" y="28"/>
                  </a:lnTo>
                  <a:lnTo>
                    <a:pt x="38" y="28"/>
                  </a:lnTo>
                  <a:lnTo>
                    <a:pt x="37" y="26"/>
                  </a:lnTo>
                  <a:lnTo>
                    <a:pt x="34" y="26"/>
                  </a:lnTo>
                  <a:lnTo>
                    <a:pt x="34" y="25"/>
                  </a:lnTo>
                  <a:lnTo>
                    <a:pt x="36" y="24"/>
                  </a:lnTo>
                  <a:lnTo>
                    <a:pt x="40" y="22"/>
                  </a:lnTo>
                  <a:lnTo>
                    <a:pt x="45" y="22"/>
                  </a:lnTo>
                  <a:lnTo>
                    <a:pt x="45" y="21"/>
                  </a:lnTo>
                  <a:lnTo>
                    <a:pt x="42" y="20"/>
                  </a:lnTo>
                  <a:lnTo>
                    <a:pt x="40" y="20"/>
                  </a:lnTo>
                  <a:lnTo>
                    <a:pt x="37" y="17"/>
                  </a:lnTo>
                  <a:lnTo>
                    <a:pt x="37" y="15"/>
                  </a:lnTo>
                  <a:lnTo>
                    <a:pt x="41" y="15"/>
                  </a:lnTo>
                  <a:lnTo>
                    <a:pt x="42" y="15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50" y="13"/>
                  </a:lnTo>
                  <a:lnTo>
                    <a:pt x="52" y="13"/>
                  </a:lnTo>
                  <a:lnTo>
                    <a:pt x="58" y="16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3"/>
                  </a:lnTo>
                  <a:lnTo>
                    <a:pt x="65" y="11"/>
                  </a:lnTo>
                  <a:lnTo>
                    <a:pt x="66" y="11"/>
                  </a:lnTo>
                  <a:lnTo>
                    <a:pt x="67" y="8"/>
                  </a:lnTo>
                  <a:lnTo>
                    <a:pt x="70" y="8"/>
                  </a:lnTo>
                  <a:lnTo>
                    <a:pt x="71" y="5"/>
                  </a:lnTo>
                  <a:lnTo>
                    <a:pt x="75" y="5"/>
                  </a:lnTo>
                  <a:lnTo>
                    <a:pt x="78" y="4"/>
                  </a:lnTo>
                  <a:lnTo>
                    <a:pt x="83" y="3"/>
                  </a:lnTo>
                  <a:lnTo>
                    <a:pt x="86" y="1"/>
                  </a:lnTo>
                  <a:lnTo>
                    <a:pt x="92" y="1"/>
                  </a:lnTo>
                  <a:lnTo>
                    <a:pt x="94" y="1"/>
                  </a:lnTo>
                  <a:lnTo>
                    <a:pt x="96" y="1"/>
                  </a:lnTo>
                  <a:lnTo>
                    <a:pt x="100" y="1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1" name="Freeform 418"/>
            <p:cNvSpPr>
              <a:spLocks/>
            </p:cNvSpPr>
            <p:nvPr/>
          </p:nvSpPr>
          <p:spPr bwMode="auto">
            <a:xfrm>
              <a:off x="6902174" y="3162737"/>
              <a:ext cx="294378" cy="281690"/>
            </a:xfrm>
            <a:custGeom>
              <a:avLst/>
              <a:gdLst>
                <a:gd name="T0" fmla="*/ 48 w 116"/>
                <a:gd name="T1" fmla="*/ 0 h 111"/>
                <a:gd name="T2" fmla="*/ 55 w 116"/>
                <a:gd name="T3" fmla="*/ 0 h 111"/>
                <a:gd name="T4" fmla="*/ 57 w 116"/>
                <a:gd name="T5" fmla="*/ 4 h 111"/>
                <a:gd name="T6" fmla="*/ 62 w 116"/>
                <a:gd name="T7" fmla="*/ 4 h 111"/>
                <a:gd name="T8" fmla="*/ 65 w 116"/>
                <a:gd name="T9" fmla="*/ 7 h 111"/>
                <a:gd name="T10" fmla="*/ 66 w 116"/>
                <a:gd name="T11" fmla="*/ 12 h 111"/>
                <a:gd name="T12" fmla="*/ 69 w 116"/>
                <a:gd name="T13" fmla="*/ 15 h 111"/>
                <a:gd name="T14" fmla="*/ 73 w 116"/>
                <a:gd name="T15" fmla="*/ 19 h 111"/>
                <a:gd name="T16" fmla="*/ 78 w 116"/>
                <a:gd name="T17" fmla="*/ 21 h 111"/>
                <a:gd name="T18" fmla="*/ 82 w 116"/>
                <a:gd name="T19" fmla="*/ 21 h 111"/>
                <a:gd name="T20" fmla="*/ 84 w 116"/>
                <a:gd name="T21" fmla="*/ 23 h 111"/>
                <a:gd name="T22" fmla="*/ 82 w 116"/>
                <a:gd name="T23" fmla="*/ 24 h 111"/>
                <a:gd name="T24" fmla="*/ 81 w 116"/>
                <a:gd name="T25" fmla="*/ 27 h 111"/>
                <a:gd name="T26" fmla="*/ 82 w 116"/>
                <a:gd name="T27" fmla="*/ 32 h 111"/>
                <a:gd name="T28" fmla="*/ 78 w 116"/>
                <a:gd name="T29" fmla="*/ 32 h 111"/>
                <a:gd name="T30" fmla="*/ 77 w 116"/>
                <a:gd name="T31" fmla="*/ 37 h 111"/>
                <a:gd name="T32" fmla="*/ 77 w 116"/>
                <a:gd name="T33" fmla="*/ 44 h 111"/>
                <a:gd name="T34" fmla="*/ 75 w 116"/>
                <a:gd name="T35" fmla="*/ 45 h 111"/>
                <a:gd name="T36" fmla="*/ 78 w 116"/>
                <a:gd name="T37" fmla="*/ 48 h 111"/>
                <a:gd name="T38" fmla="*/ 82 w 116"/>
                <a:gd name="T39" fmla="*/ 49 h 111"/>
                <a:gd name="T40" fmla="*/ 84 w 116"/>
                <a:gd name="T41" fmla="*/ 53 h 111"/>
                <a:gd name="T42" fmla="*/ 84 w 116"/>
                <a:gd name="T43" fmla="*/ 57 h 111"/>
                <a:gd name="T44" fmla="*/ 86 w 116"/>
                <a:gd name="T45" fmla="*/ 61 h 111"/>
                <a:gd name="T46" fmla="*/ 90 w 116"/>
                <a:gd name="T47" fmla="*/ 59 h 111"/>
                <a:gd name="T48" fmla="*/ 99 w 116"/>
                <a:gd name="T49" fmla="*/ 65 h 111"/>
                <a:gd name="T50" fmla="*/ 103 w 116"/>
                <a:gd name="T51" fmla="*/ 70 h 111"/>
                <a:gd name="T52" fmla="*/ 108 w 116"/>
                <a:gd name="T53" fmla="*/ 77 h 111"/>
                <a:gd name="T54" fmla="*/ 106 w 116"/>
                <a:gd name="T55" fmla="*/ 82 h 111"/>
                <a:gd name="T56" fmla="*/ 109 w 116"/>
                <a:gd name="T57" fmla="*/ 84 h 111"/>
                <a:gd name="T58" fmla="*/ 112 w 116"/>
                <a:gd name="T59" fmla="*/ 94 h 111"/>
                <a:gd name="T60" fmla="*/ 116 w 116"/>
                <a:gd name="T61" fmla="*/ 95 h 111"/>
                <a:gd name="T62" fmla="*/ 113 w 116"/>
                <a:gd name="T63" fmla="*/ 99 h 111"/>
                <a:gd name="T64" fmla="*/ 109 w 116"/>
                <a:gd name="T65" fmla="*/ 99 h 111"/>
                <a:gd name="T66" fmla="*/ 100 w 116"/>
                <a:gd name="T67" fmla="*/ 100 h 111"/>
                <a:gd name="T68" fmla="*/ 95 w 116"/>
                <a:gd name="T69" fmla="*/ 111 h 111"/>
                <a:gd name="T70" fmla="*/ 17 w 116"/>
                <a:gd name="T71" fmla="*/ 71 h 111"/>
                <a:gd name="T72" fmla="*/ 2 w 116"/>
                <a:gd name="T73" fmla="*/ 55 h 111"/>
                <a:gd name="T74" fmla="*/ 2 w 116"/>
                <a:gd name="T75" fmla="*/ 55 h 111"/>
                <a:gd name="T76" fmla="*/ 23 w 116"/>
                <a:gd name="T77" fmla="*/ 38 h 111"/>
                <a:gd name="T78" fmla="*/ 25 w 116"/>
                <a:gd name="T79" fmla="*/ 32 h 111"/>
                <a:gd name="T80" fmla="*/ 27 w 116"/>
                <a:gd name="T81" fmla="*/ 27 h 111"/>
                <a:gd name="T82" fmla="*/ 24 w 116"/>
                <a:gd name="T83" fmla="*/ 19 h 111"/>
                <a:gd name="T84" fmla="*/ 27 w 116"/>
                <a:gd name="T85" fmla="*/ 11 h 111"/>
                <a:gd name="T86" fmla="*/ 33 w 116"/>
                <a:gd name="T87" fmla="*/ 7 h 111"/>
                <a:gd name="T88" fmla="*/ 36 w 116"/>
                <a:gd name="T89" fmla="*/ 4 h 111"/>
                <a:gd name="T90" fmla="*/ 38 w 116"/>
                <a:gd name="T91" fmla="*/ 1 h 111"/>
                <a:gd name="T92" fmla="*/ 44 w 116"/>
                <a:gd name="T9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6" h="111">
                  <a:moveTo>
                    <a:pt x="44" y="0"/>
                  </a:moveTo>
                  <a:lnTo>
                    <a:pt x="48" y="0"/>
                  </a:lnTo>
                  <a:lnTo>
                    <a:pt x="52" y="1"/>
                  </a:lnTo>
                  <a:lnTo>
                    <a:pt x="55" y="0"/>
                  </a:lnTo>
                  <a:lnTo>
                    <a:pt x="57" y="1"/>
                  </a:lnTo>
                  <a:lnTo>
                    <a:pt x="57" y="4"/>
                  </a:lnTo>
                  <a:lnTo>
                    <a:pt x="58" y="5"/>
                  </a:lnTo>
                  <a:lnTo>
                    <a:pt x="62" y="4"/>
                  </a:lnTo>
                  <a:lnTo>
                    <a:pt x="63" y="4"/>
                  </a:lnTo>
                  <a:lnTo>
                    <a:pt x="65" y="7"/>
                  </a:lnTo>
                  <a:lnTo>
                    <a:pt x="65" y="9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9" y="15"/>
                  </a:lnTo>
                  <a:lnTo>
                    <a:pt x="70" y="17"/>
                  </a:lnTo>
                  <a:lnTo>
                    <a:pt x="73" y="19"/>
                  </a:lnTo>
                  <a:lnTo>
                    <a:pt x="74" y="19"/>
                  </a:lnTo>
                  <a:lnTo>
                    <a:pt x="78" y="21"/>
                  </a:lnTo>
                  <a:lnTo>
                    <a:pt x="79" y="21"/>
                  </a:lnTo>
                  <a:lnTo>
                    <a:pt x="82" y="21"/>
                  </a:lnTo>
                  <a:lnTo>
                    <a:pt x="83" y="21"/>
                  </a:lnTo>
                  <a:lnTo>
                    <a:pt x="84" y="23"/>
                  </a:lnTo>
                  <a:lnTo>
                    <a:pt x="84" y="23"/>
                  </a:lnTo>
                  <a:lnTo>
                    <a:pt x="82" y="24"/>
                  </a:lnTo>
                  <a:lnTo>
                    <a:pt x="81" y="24"/>
                  </a:lnTo>
                  <a:lnTo>
                    <a:pt x="81" y="27"/>
                  </a:lnTo>
                  <a:lnTo>
                    <a:pt x="82" y="28"/>
                  </a:lnTo>
                  <a:lnTo>
                    <a:pt x="82" y="32"/>
                  </a:lnTo>
                  <a:lnTo>
                    <a:pt x="81" y="33"/>
                  </a:lnTo>
                  <a:lnTo>
                    <a:pt x="78" y="32"/>
                  </a:lnTo>
                  <a:lnTo>
                    <a:pt x="78" y="36"/>
                  </a:lnTo>
                  <a:lnTo>
                    <a:pt x="77" y="37"/>
                  </a:lnTo>
                  <a:lnTo>
                    <a:pt x="77" y="41"/>
                  </a:lnTo>
                  <a:lnTo>
                    <a:pt x="77" y="44"/>
                  </a:lnTo>
                  <a:lnTo>
                    <a:pt x="77" y="45"/>
                  </a:lnTo>
                  <a:lnTo>
                    <a:pt x="75" y="45"/>
                  </a:lnTo>
                  <a:lnTo>
                    <a:pt x="75" y="48"/>
                  </a:lnTo>
                  <a:lnTo>
                    <a:pt x="78" y="48"/>
                  </a:lnTo>
                  <a:lnTo>
                    <a:pt x="79" y="49"/>
                  </a:lnTo>
                  <a:lnTo>
                    <a:pt x="82" y="49"/>
                  </a:lnTo>
                  <a:lnTo>
                    <a:pt x="82" y="52"/>
                  </a:lnTo>
                  <a:lnTo>
                    <a:pt x="84" y="53"/>
                  </a:lnTo>
                  <a:lnTo>
                    <a:pt x="83" y="55"/>
                  </a:lnTo>
                  <a:lnTo>
                    <a:pt x="84" y="57"/>
                  </a:lnTo>
                  <a:lnTo>
                    <a:pt x="83" y="58"/>
                  </a:lnTo>
                  <a:lnTo>
                    <a:pt x="86" y="61"/>
                  </a:lnTo>
                  <a:lnTo>
                    <a:pt x="87" y="59"/>
                  </a:lnTo>
                  <a:lnTo>
                    <a:pt x="90" y="59"/>
                  </a:lnTo>
                  <a:lnTo>
                    <a:pt x="98" y="65"/>
                  </a:lnTo>
                  <a:lnTo>
                    <a:pt x="99" y="65"/>
                  </a:lnTo>
                  <a:lnTo>
                    <a:pt x="100" y="66"/>
                  </a:lnTo>
                  <a:lnTo>
                    <a:pt x="103" y="70"/>
                  </a:lnTo>
                  <a:lnTo>
                    <a:pt x="106" y="71"/>
                  </a:lnTo>
                  <a:lnTo>
                    <a:pt x="108" y="77"/>
                  </a:lnTo>
                  <a:lnTo>
                    <a:pt x="106" y="78"/>
                  </a:lnTo>
                  <a:lnTo>
                    <a:pt x="106" y="82"/>
                  </a:lnTo>
                  <a:lnTo>
                    <a:pt x="106" y="84"/>
                  </a:lnTo>
                  <a:lnTo>
                    <a:pt x="109" y="84"/>
                  </a:lnTo>
                  <a:lnTo>
                    <a:pt x="111" y="92"/>
                  </a:lnTo>
                  <a:lnTo>
                    <a:pt x="112" y="94"/>
                  </a:lnTo>
                  <a:lnTo>
                    <a:pt x="115" y="95"/>
                  </a:lnTo>
                  <a:lnTo>
                    <a:pt x="116" y="95"/>
                  </a:lnTo>
                  <a:lnTo>
                    <a:pt x="115" y="96"/>
                  </a:lnTo>
                  <a:lnTo>
                    <a:pt x="113" y="99"/>
                  </a:lnTo>
                  <a:lnTo>
                    <a:pt x="112" y="98"/>
                  </a:lnTo>
                  <a:lnTo>
                    <a:pt x="109" y="99"/>
                  </a:lnTo>
                  <a:lnTo>
                    <a:pt x="106" y="98"/>
                  </a:lnTo>
                  <a:lnTo>
                    <a:pt x="100" y="100"/>
                  </a:lnTo>
                  <a:lnTo>
                    <a:pt x="98" y="105"/>
                  </a:lnTo>
                  <a:lnTo>
                    <a:pt x="95" y="111"/>
                  </a:lnTo>
                  <a:lnTo>
                    <a:pt x="73" y="111"/>
                  </a:lnTo>
                  <a:lnTo>
                    <a:pt x="17" y="71"/>
                  </a:lnTo>
                  <a:lnTo>
                    <a:pt x="7" y="71"/>
                  </a:lnTo>
                  <a:lnTo>
                    <a:pt x="2" y="55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3" y="40"/>
                  </a:lnTo>
                  <a:lnTo>
                    <a:pt x="23" y="38"/>
                  </a:lnTo>
                  <a:lnTo>
                    <a:pt x="25" y="36"/>
                  </a:lnTo>
                  <a:lnTo>
                    <a:pt x="25" y="32"/>
                  </a:lnTo>
                  <a:lnTo>
                    <a:pt x="24" y="30"/>
                  </a:lnTo>
                  <a:lnTo>
                    <a:pt x="27" y="27"/>
                  </a:lnTo>
                  <a:lnTo>
                    <a:pt x="27" y="23"/>
                  </a:lnTo>
                  <a:lnTo>
                    <a:pt x="24" y="19"/>
                  </a:lnTo>
                  <a:lnTo>
                    <a:pt x="24" y="15"/>
                  </a:lnTo>
                  <a:lnTo>
                    <a:pt x="27" y="11"/>
                  </a:lnTo>
                  <a:lnTo>
                    <a:pt x="32" y="9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8" y="1"/>
                  </a:lnTo>
                  <a:lnTo>
                    <a:pt x="42" y="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2" name="Freeform 419"/>
            <p:cNvSpPr>
              <a:spLocks/>
            </p:cNvSpPr>
            <p:nvPr/>
          </p:nvSpPr>
          <p:spPr bwMode="auto">
            <a:xfrm>
              <a:off x="7143260" y="3411436"/>
              <a:ext cx="53293" cy="53293"/>
            </a:xfrm>
            <a:custGeom>
              <a:avLst/>
              <a:gdLst>
                <a:gd name="T0" fmla="*/ 11 w 21"/>
                <a:gd name="T1" fmla="*/ 0 h 21"/>
                <a:gd name="T2" fmla="*/ 14 w 21"/>
                <a:gd name="T3" fmla="*/ 1 h 21"/>
                <a:gd name="T4" fmla="*/ 17 w 21"/>
                <a:gd name="T5" fmla="*/ 0 h 21"/>
                <a:gd name="T6" fmla="*/ 18 w 21"/>
                <a:gd name="T7" fmla="*/ 1 h 21"/>
                <a:gd name="T8" fmla="*/ 18 w 21"/>
                <a:gd name="T9" fmla="*/ 1 h 21"/>
                <a:gd name="T10" fmla="*/ 20 w 21"/>
                <a:gd name="T11" fmla="*/ 6 h 21"/>
                <a:gd name="T12" fmla="*/ 13 w 21"/>
                <a:gd name="T13" fmla="*/ 7 h 21"/>
                <a:gd name="T14" fmla="*/ 17 w 21"/>
                <a:gd name="T15" fmla="*/ 11 h 21"/>
                <a:gd name="T16" fmla="*/ 18 w 21"/>
                <a:gd name="T17" fmla="*/ 10 h 21"/>
                <a:gd name="T18" fmla="*/ 18 w 21"/>
                <a:gd name="T19" fmla="*/ 11 h 21"/>
                <a:gd name="T20" fmla="*/ 18 w 21"/>
                <a:gd name="T21" fmla="*/ 14 h 21"/>
                <a:gd name="T22" fmla="*/ 20 w 21"/>
                <a:gd name="T23" fmla="*/ 15 h 21"/>
                <a:gd name="T24" fmla="*/ 20 w 21"/>
                <a:gd name="T25" fmla="*/ 15 h 21"/>
                <a:gd name="T26" fmla="*/ 20 w 21"/>
                <a:gd name="T27" fmla="*/ 15 h 21"/>
                <a:gd name="T28" fmla="*/ 21 w 21"/>
                <a:gd name="T29" fmla="*/ 17 h 21"/>
                <a:gd name="T30" fmla="*/ 13 w 21"/>
                <a:gd name="T31" fmla="*/ 21 h 21"/>
                <a:gd name="T32" fmla="*/ 13 w 21"/>
                <a:gd name="T33" fmla="*/ 17 h 21"/>
                <a:gd name="T34" fmla="*/ 1 w 21"/>
                <a:gd name="T35" fmla="*/ 13 h 21"/>
                <a:gd name="T36" fmla="*/ 0 w 21"/>
                <a:gd name="T37" fmla="*/ 13 h 21"/>
                <a:gd name="T38" fmla="*/ 3 w 21"/>
                <a:gd name="T39" fmla="*/ 7 h 21"/>
                <a:gd name="T40" fmla="*/ 5 w 21"/>
                <a:gd name="T41" fmla="*/ 2 h 21"/>
                <a:gd name="T42" fmla="*/ 11 w 21"/>
                <a:gd name="T4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" h="21">
                  <a:moveTo>
                    <a:pt x="11" y="0"/>
                  </a:moveTo>
                  <a:lnTo>
                    <a:pt x="14" y="1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6"/>
                  </a:lnTo>
                  <a:lnTo>
                    <a:pt x="13" y="7"/>
                  </a:lnTo>
                  <a:lnTo>
                    <a:pt x="17" y="11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8" y="14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7"/>
                  </a:lnTo>
                  <a:lnTo>
                    <a:pt x="13" y="21"/>
                  </a:lnTo>
                  <a:lnTo>
                    <a:pt x="13" y="17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3" y="7"/>
                  </a:lnTo>
                  <a:lnTo>
                    <a:pt x="5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3" name="Freeform 420"/>
            <p:cNvSpPr>
              <a:spLocks/>
            </p:cNvSpPr>
            <p:nvPr/>
          </p:nvSpPr>
          <p:spPr bwMode="auto">
            <a:xfrm>
              <a:off x="6709305" y="3231255"/>
              <a:ext cx="63444" cy="35528"/>
            </a:xfrm>
            <a:custGeom>
              <a:avLst/>
              <a:gdLst>
                <a:gd name="T0" fmla="*/ 25 w 25"/>
                <a:gd name="T1" fmla="*/ 0 h 14"/>
                <a:gd name="T2" fmla="*/ 25 w 25"/>
                <a:gd name="T3" fmla="*/ 0 h 14"/>
                <a:gd name="T4" fmla="*/ 25 w 25"/>
                <a:gd name="T5" fmla="*/ 1 h 14"/>
                <a:gd name="T6" fmla="*/ 21 w 25"/>
                <a:gd name="T7" fmla="*/ 2 h 14"/>
                <a:gd name="T8" fmla="*/ 18 w 25"/>
                <a:gd name="T9" fmla="*/ 5 h 14"/>
                <a:gd name="T10" fmla="*/ 20 w 25"/>
                <a:gd name="T11" fmla="*/ 7 h 14"/>
                <a:gd name="T12" fmla="*/ 20 w 25"/>
                <a:gd name="T13" fmla="*/ 10 h 14"/>
                <a:gd name="T14" fmla="*/ 17 w 25"/>
                <a:gd name="T15" fmla="*/ 9 h 14"/>
                <a:gd name="T16" fmla="*/ 14 w 25"/>
                <a:gd name="T17" fmla="*/ 10 h 14"/>
                <a:gd name="T18" fmla="*/ 12 w 25"/>
                <a:gd name="T19" fmla="*/ 13 h 14"/>
                <a:gd name="T20" fmla="*/ 9 w 25"/>
                <a:gd name="T21" fmla="*/ 13 h 14"/>
                <a:gd name="T22" fmla="*/ 8 w 25"/>
                <a:gd name="T23" fmla="*/ 14 h 14"/>
                <a:gd name="T24" fmla="*/ 6 w 25"/>
                <a:gd name="T25" fmla="*/ 13 h 14"/>
                <a:gd name="T26" fmla="*/ 4 w 25"/>
                <a:gd name="T27" fmla="*/ 14 h 14"/>
                <a:gd name="T28" fmla="*/ 1 w 25"/>
                <a:gd name="T29" fmla="*/ 11 h 14"/>
                <a:gd name="T30" fmla="*/ 0 w 25"/>
                <a:gd name="T31" fmla="*/ 10 h 14"/>
                <a:gd name="T32" fmla="*/ 0 w 25"/>
                <a:gd name="T33" fmla="*/ 7 h 14"/>
                <a:gd name="T34" fmla="*/ 1 w 25"/>
                <a:gd name="T35" fmla="*/ 6 h 14"/>
                <a:gd name="T36" fmla="*/ 2 w 25"/>
                <a:gd name="T37" fmla="*/ 5 h 14"/>
                <a:gd name="T38" fmla="*/ 4 w 25"/>
                <a:gd name="T39" fmla="*/ 6 h 14"/>
                <a:gd name="T40" fmla="*/ 6 w 25"/>
                <a:gd name="T41" fmla="*/ 5 h 14"/>
                <a:gd name="T42" fmla="*/ 6 w 25"/>
                <a:gd name="T43" fmla="*/ 3 h 14"/>
                <a:gd name="T44" fmla="*/ 6 w 25"/>
                <a:gd name="T45" fmla="*/ 2 h 14"/>
                <a:gd name="T46" fmla="*/ 9 w 25"/>
                <a:gd name="T47" fmla="*/ 2 h 14"/>
                <a:gd name="T48" fmla="*/ 12 w 25"/>
                <a:gd name="T49" fmla="*/ 3 h 14"/>
                <a:gd name="T50" fmla="*/ 14 w 25"/>
                <a:gd name="T51" fmla="*/ 3 h 14"/>
                <a:gd name="T52" fmla="*/ 20 w 25"/>
                <a:gd name="T53" fmla="*/ 1 h 14"/>
                <a:gd name="T54" fmla="*/ 24 w 25"/>
                <a:gd name="T55" fmla="*/ 0 h 14"/>
                <a:gd name="T56" fmla="*/ 25 w 25"/>
                <a:gd name="T5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" h="14">
                  <a:moveTo>
                    <a:pt x="25" y="0"/>
                  </a:moveTo>
                  <a:lnTo>
                    <a:pt x="25" y="0"/>
                  </a:lnTo>
                  <a:lnTo>
                    <a:pt x="25" y="1"/>
                  </a:lnTo>
                  <a:lnTo>
                    <a:pt x="21" y="2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17" y="9"/>
                  </a:lnTo>
                  <a:lnTo>
                    <a:pt x="14" y="10"/>
                  </a:lnTo>
                  <a:lnTo>
                    <a:pt x="12" y="13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1" y="11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6"/>
                  </a:lnTo>
                  <a:lnTo>
                    <a:pt x="2" y="5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20" y="1"/>
                  </a:lnTo>
                  <a:lnTo>
                    <a:pt x="24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4" name="Freeform 421"/>
            <p:cNvSpPr>
              <a:spLocks/>
            </p:cNvSpPr>
            <p:nvPr/>
          </p:nvSpPr>
          <p:spPr bwMode="auto">
            <a:xfrm>
              <a:off x="6805739" y="3170349"/>
              <a:ext cx="187793" cy="170030"/>
            </a:xfrm>
            <a:custGeom>
              <a:avLst/>
              <a:gdLst>
                <a:gd name="T0" fmla="*/ 74 w 74"/>
                <a:gd name="T1" fmla="*/ 1 h 67"/>
                <a:gd name="T2" fmla="*/ 71 w 74"/>
                <a:gd name="T3" fmla="*/ 4 h 67"/>
                <a:gd name="T4" fmla="*/ 65 w 74"/>
                <a:gd name="T5" fmla="*/ 8 h 67"/>
                <a:gd name="T6" fmla="*/ 62 w 74"/>
                <a:gd name="T7" fmla="*/ 16 h 67"/>
                <a:gd name="T8" fmla="*/ 65 w 74"/>
                <a:gd name="T9" fmla="*/ 24 h 67"/>
                <a:gd name="T10" fmla="*/ 63 w 74"/>
                <a:gd name="T11" fmla="*/ 29 h 67"/>
                <a:gd name="T12" fmla="*/ 61 w 74"/>
                <a:gd name="T13" fmla="*/ 35 h 67"/>
                <a:gd name="T14" fmla="*/ 40 w 74"/>
                <a:gd name="T15" fmla="*/ 52 h 67"/>
                <a:gd name="T16" fmla="*/ 16 w 74"/>
                <a:gd name="T17" fmla="*/ 67 h 67"/>
                <a:gd name="T18" fmla="*/ 13 w 74"/>
                <a:gd name="T19" fmla="*/ 66 h 67"/>
                <a:gd name="T20" fmla="*/ 7 w 74"/>
                <a:gd name="T21" fmla="*/ 62 h 67"/>
                <a:gd name="T22" fmla="*/ 7 w 74"/>
                <a:gd name="T23" fmla="*/ 60 h 67"/>
                <a:gd name="T24" fmla="*/ 4 w 74"/>
                <a:gd name="T25" fmla="*/ 54 h 67"/>
                <a:gd name="T26" fmla="*/ 4 w 74"/>
                <a:gd name="T27" fmla="*/ 54 h 67"/>
                <a:gd name="T28" fmla="*/ 7 w 74"/>
                <a:gd name="T29" fmla="*/ 47 h 67"/>
                <a:gd name="T30" fmla="*/ 11 w 74"/>
                <a:gd name="T31" fmla="*/ 46 h 67"/>
                <a:gd name="T32" fmla="*/ 11 w 74"/>
                <a:gd name="T33" fmla="*/ 43 h 67"/>
                <a:gd name="T34" fmla="*/ 9 w 74"/>
                <a:gd name="T35" fmla="*/ 39 h 67"/>
                <a:gd name="T36" fmla="*/ 3 w 74"/>
                <a:gd name="T37" fmla="*/ 37 h 67"/>
                <a:gd name="T38" fmla="*/ 4 w 74"/>
                <a:gd name="T39" fmla="*/ 30 h 67"/>
                <a:gd name="T40" fmla="*/ 0 w 74"/>
                <a:gd name="T41" fmla="*/ 22 h 67"/>
                <a:gd name="T42" fmla="*/ 1 w 74"/>
                <a:gd name="T43" fmla="*/ 18 h 67"/>
                <a:gd name="T44" fmla="*/ 4 w 74"/>
                <a:gd name="T45" fmla="*/ 18 h 67"/>
                <a:gd name="T46" fmla="*/ 9 w 74"/>
                <a:gd name="T47" fmla="*/ 17 h 67"/>
                <a:gd name="T48" fmla="*/ 11 w 74"/>
                <a:gd name="T49" fmla="*/ 14 h 67"/>
                <a:gd name="T50" fmla="*/ 11 w 74"/>
                <a:gd name="T51" fmla="*/ 8 h 67"/>
                <a:gd name="T52" fmla="*/ 16 w 74"/>
                <a:gd name="T53" fmla="*/ 9 h 67"/>
                <a:gd name="T54" fmla="*/ 24 w 74"/>
                <a:gd name="T55" fmla="*/ 6 h 67"/>
                <a:gd name="T56" fmla="*/ 32 w 74"/>
                <a:gd name="T57" fmla="*/ 5 h 67"/>
                <a:gd name="T58" fmla="*/ 34 w 74"/>
                <a:gd name="T59" fmla="*/ 6 h 67"/>
                <a:gd name="T60" fmla="*/ 43 w 74"/>
                <a:gd name="T61" fmla="*/ 8 h 67"/>
                <a:gd name="T62" fmla="*/ 47 w 74"/>
                <a:gd name="T63" fmla="*/ 5 h 67"/>
                <a:gd name="T64" fmla="*/ 54 w 74"/>
                <a:gd name="T65" fmla="*/ 2 h 67"/>
                <a:gd name="T66" fmla="*/ 59 w 74"/>
                <a:gd name="T67" fmla="*/ 2 h 67"/>
                <a:gd name="T68" fmla="*/ 70 w 74"/>
                <a:gd name="T69" fmla="*/ 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" h="67">
                  <a:moveTo>
                    <a:pt x="72" y="0"/>
                  </a:moveTo>
                  <a:lnTo>
                    <a:pt x="74" y="1"/>
                  </a:lnTo>
                  <a:lnTo>
                    <a:pt x="72" y="4"/>
                  </a:lnTo>
                  <a:lnTo>
                    <a:pt x="71" y="4"/>
                  </a:lnTo>
                  <a:lnTo>
                    <a:pt x="70" y="6"/>
                  </a:lnTo>
                  <a:lnTo>
                    <a:pt x="65" y="8"/>
                  </a:lnTo>
                  <a:lnTo>
                    <a:pt x="62" y="12"/>
                  </a:lnTo>
                  <a:lnTo>
                    <a:pt x="62" y="16"/>
                  </a:lnTo>
                  <a:lnTo>
                    <a:pt x="65" y="20"/>
                  </a:lnTo>
                  <a:lnTo>
                    <a:pt x="65" y="24"/>
                  </a:lnTo>
                  <a:lnTo>
                    <a:pt x="62" y="27"/>
                  </a:lnTo>
                  <a:lnTo>
                    <a:pt x="63" y="29"/>
                  </a:lnTo>
                  <a:lnTo>
                    <a:pt x="63" y="33"/>
                  </a:lnTo>
                  <a:lnTo>
                    <a:pt x="61" y="35"/>
                  </a:lnTo>
                  <a:lnTo>
                    <a:pt x="61" y="37"/>
                  </a:lnTo>
                  <a:lnTo>
                    <a:pt x="40" y="52"/>
                  </a:lnTo>
                  <a:lnTo>
                    <a:pt x="38" y="52"/>
                  </a:lnTo>
                  <a:lnTo>
                    <a:pt x="16" y="67"/>
                  </a:lnTo>
                  <a:lnTo>
                    <a:pt x="14" y="66"/>
                  </a:lnTo>
                  <a:lnTo>
                    <a:pt x="13" y="66"/>
                  </a:lnTo>
                  <a:lnTo>
                    <a:pt x="11" y="64"/>
                  </a:lnTo>
                  <a:lnTo>
                    <a:pt x="7" y="62"/>
                  </a:lnTo>
                  <a:lnTo>
                    <a:pt x="5" y="62"/>
                  </a:lnTo>
                  <a:lnTo>
                    <a:pt x="7" y="60"/>
                  </a:lnTo>
                  <a:lnTo>
                    <a:pt x="7" y="56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5" y="51"/>
                  </a:lnTo>
                  <a:lnTo>
                    <a:pt x="7" y="47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9" y="39"/>
                  </a:lnTo>
                  <a:lnTo>
                    <a:pt x="8" y="37"/>
                  </a:lnTo>
                  <a:lnTo>
                    <a:pt x="3" y="37"/>
                  </a:lnTo>
                  <a:lnTo>
                    <a:pt x="3" y="33"/>
                  </a:lnTo>
                  <a:lnTo>
                    <a:pt x="4" y="30"/>
                  </a:lnTo>
                  <a:lnTo>
                    <a:pt x="3" y="26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4" y="18"/>
                  </a:lnTo>
                  <a:lnTo>
                    <a:pt x="7" y="18"/>
                  </a:lnTo>
                  <a:lnTo>
                    <a:pt x="9" y="17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4" y="8"/>
                  </a:lnTo>
                  <a:lnTo>
                    <a:pt x="16" y="9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5" y="5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8" y="8"/>
                  </a:lnTo>
                  <a:lnTo>
                    <a:pt x="43" y="8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9" y="4"/>
                  </a:lnTo>
                  <a:lnTo>
                    <a:pt x="54" y="2"/>
                  </a:lnTo>
                  <a:lnTo>
                    <a:pt x="57" y="2"/>
                  </a:lnTo>
                  <a:lnTo>
                    <a:pt x="59" y="2"/>
                  </a:lnTo>
                  <a:lnTo>
                    <a:pt x="65" y="2"/>
                  </a:lnTo>
                  <a:lnTo>
                    <a:pt x="70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5" name="Freeform 422"/>
            <p:cNvSpPr>
              <a:spLocks/>
            </p:cNvSpPr>
            <p:nvPr/>
          </p:nvSpPr>
          <p:spPr bwMode="auto">
            <a:xfrm>
              <a:off x="6770211" y="3307387"/>
              <a:ext cx="45679" cy="129426"/>
            </a:xfrm>
            <a:custGeom>
              <a:avLst/>
              <a:gdLst>
                <a:gd name="T0" fmla="*/ 18 w 18"/>
                <a:gd name="T1" fmla="*/ 0 h 51"/>
                <a:gd name="T2" fmla="*/ 17 w 18"/>
                <a:gd name="T3" fmla="*/ 1 h 51"/>
                <a:gd name="T4" fmla="*/ 17 w 18"/>
                <a:gd name="T5" fmla="*/ 4 h 51"/>
                <a:gd name="T6" fmla="*/ 15 w 18"/>
                <a:gd name="T7" fmla="*/ 8 h 51"/>
                <a:gd name="T8" fmla="*/ 17 w 18"/>
                <a:gd name="T9" fmla="*/ 9 h 51"/>
                <a:gd name="T10" fmla="*/ 17 w 18"/>
                <a:gd name="T11" fmla="*/ 10 h 51"/>
                <a:gd name="T12" fmla="*/ 17 w 18"/>
                <a:gd name="T13" fmla="*/ 10 h 51"/>
                <a:gd name="T14" fmla="*/ 17 w 18"/>
                <a:gd name="T15" fmla="*/ 12 h 51"/>
                <a:gd name="T16" fmla="*/ 15 w 18"/>
                <a:gd name="T17" fmla="*/ 13 h 51"/>
                <a:gd name="T18" fmla="*/ 14 w 18"/>
                <a:gd name="T19" fmla="*/ 13 h 51"/>
                <a:gd name="T20" fmla="*/ 14 w 18"/>
                <a:gd name="T21" fmla="*/ 12 h 51"/>
                <a:gd name="T22" fmla="*/ 10 w 18"/>
                <a:gd name="T23" fmla="*/ 12 h 51"/>
                <a:gd name="T24" fmla="*/ 10 w 18"/>
                <a:gd name="T25" fmla="*/ 14 h 51"/>
                <a:gd name="T26" fmla="*/ 11 w 18"/>
                <a:gd name="T27" fmla="*/ 16 h 51"/>
                <a:gd name="T28" fmla="*/ 11 w 18"/>
                <a:gd name="T29" fmla="*/ 21 h 51"/>
                <a:gd name="T30" fmla="*/ 10 w 18"/>
                <a:gd name="T31" fmla="*/ 25 h 51"/>
                <a:gd name="T32" fmla="*/ 11 w 18"/>
                <a:gd name="T33" fmla="*/ 26 h 51"/>
                <a:gd name="T34" fmla="*/ 14 w 18"/>
                <a:gd name="T35" fmla="*/ 25 h 51"/>
                <a:gd name="T36" fmla="*/ 15 w 18"/>
                <a:gd name="T37" fmla="*/ 25 h 51"/>
                <a:gd name="T38" fmla="*/ 15 w 18"/>
                <a:gd name="T39" fmla="*/ 25 h 51"/>
                <a:gd name="T40" fmla="*/ 15 w 18"/>
                <a:gd name="T41" fmla="*/ 30 h 51"/>
                <a:gd name="T42" fmla="*/ 15 w 18"/>
                <a:gd name="T43" fmla="*/ 31 h 51"/>
                <a:gd name="T44" fmla="*/ 15 w 18"/>
                <a:gd name="T45" fmla="*/ 34 h 51"/>
                <a:gd name="T46" fmla="*/ 15 w 18"/>
                <a:gd name="T47" fmla="*/ 37 h 51"/>
                <a:gd name="T48" fmla="*/ 14 w 18"/>
                <a:gd name="T49" fmla="*/ 37 h 51"/>
                <a:gd name="T50" fmla="*/ 14 w 18"/>
                <a:gd name="T51" fmla="*/ 41 h 51"/>
                <a:gd name="T52" fmla="*/ 13 w 18"/>
                <a:gd name="T53" fmla="*/ 43 h 51"/>
                <a:gd name="T54" fmla="*/ 13 w 18"/>
                <a:gd name="T55" fmla="*/ 46 h 51"/>
                <a:gd name="T56" fmla="*/ 13 w 18"/>
                <a:gd name="T57" fmla="*/ 47 h 51"/>
                <a:gd name="T58" fmla="*/ 13 w 18"/>
                <a:gd name="T59" fmla="*/ 48 h 51"/>
                <a:gd name="T60" fmla="*/ 13 w 18"/>
                <a:gd name="T61" fmla="*/ 50 h 51"/>
                <a:gd name="T62" fmla="*/ 10 w 18"/>
                <a:gd name="T63" fmla="*/ 51 h 51"/>
                <a:gd name="T64" fmla="*/ 9 w 18"/>
                <a:gd name="T65" fmla="*/ 47 h 51"/>
                <a:gd name="T66" fmla="*/ 10 w 18"/>
                <a:gd name="T67" fmla="*/ 45 h 51"/>
                <a:gd name="T68" fmla="*/ 7 w 18"/>
                <a:gd name="T69" fmla="*/ 38 h 51"/>
                <a:gd name="T70" fmla="*/ 5 w 18"/>
                <a:gd name="T71" fmla="*/ 34 h 51"/>
                <a:gd name="T72" fmla="*/ 3 w 18"/>
                <a:gd name="T73" fmla="*/ 29 h 51"/>
                <a:gd name="T74" fmla="*/ 1 w 18"/>
                <a:gd name="T75" fmla="*/ 26 h 51"/>
                <a:gd name="T76" fmla="*/ 0 w 18"/>
                <a:gd name="T77" fmla="*/ 25 h 51"/>
                <a:gd name="T78" fmla="*/ 3 w 18"/>
                <a:gd name="T79" fmla="*/ 20 h 51"/>
                <a:gd name="T80" fmla="*/ 6 w 18"/>
                <a:gd name="T81" fmla="*/ 13 h 51"/>
                <a:gd name="T82" fmla="*/ 7 w 18"/>
                <a:gd name="T83" fmla="*/ 5 h 51"/>
                <a:gd name="T84" fmla="*/ 10 w 18"/>
                <a:gd name="T85" fmla="*/ 2 h 51"/>
                <a:gd name="T86" fmla="*/ 11 w 18"/>
                <a:gd name="T87" fmla="*/ 2 h 51"/>
                <a:gd name="T88" fmla="*/ 15 w 18"/>
                <a:gd name="T89" fmla="*/ 2 h 51"/>
                <a:gd name="T90" fmla="*/ 17 w 18"/>
                <a:gd name="T91" fmla="*/ 0 h 51"/>
                <a:gd name="T92" fmla="*/ 18 w 18"/>
                <a:gd name="T9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" h="51">
                  <a:moveTo>
                    <a:pt x="18" y="0"/>
                  </a:moveTo>
                  <a:lnTo>
                    <a:pt x="17" y="1"/>
                  </a:lnTo>
                  <a:lnTo>
                    <a:pt x="17" y="4"/>
                  </a:lnTo>
                  <a:lnTo>
                    <a:pt x="15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2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4" y="12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1" y="16"/>
                  </a:lnTo>
                  <a:lnTo>
                    <a:pt x="11" y="21"/>
                  </a:lnTo>
                  <a:lnTo>
                    <a:pt x="10" y="25"/>
                  </a:lnTo>
                  <a:lnTo>
                    <a:pt x="11" y="26"/>
                  </a:lnTo>
                  <a:lnTo>
                    <a:pt x="14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30"/>
                  </a:lnTo>
                  <a:lnTo>
                    <a:pt x="15" y="31"/>
                  </a:lnTo>
                  <a:lnTo>
                    <a:pt x="15" y="34"/>
                  </a:lnTo>
                  <a:lnTo>
                    <a:pt x="15" y="37"/>
                  </a:lnTo>
                  <a:lnTo>
                    <a:pt x="14" y="37"/>
                  </a:lnTo>
                  <a:lnTo>
                    <a:pt x="14" y="41"/>
                  </a:lnTo>
                  <a:lnTo>
                    <a:pt x="13" y="43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3" y="48"/>
                  </a:lnTo>
                  <a:lnTo>
                    <a:pt x="13" y="50"/>
                  </a:lnTo>
                  <a:lnTo>
                    <a:pt x="10" y="51"/>
                  </a:lnTo>
                  <a:lnTo>
                    <a:pt x="9" y="47"/>
                  </a:lnTo>
                  <a:lnTo>
                    <a:pt x="10" y="45"/>
                  </a:lnTo>
                  <a:lnTo>
                    <a:pt x="7" y="38"/>
                  </a:lnTo>
                  <a:lnTo>
                    <a:pt x="5" y="34"/>
                  </a:lnTo>
                  <a:lnTo>
                    <a:pt x="3" y="29"/>
                  </a:lnTo>
                  <a:lnTo>
                    <a:pt x="1" y="26"/>
                  </a:lnTo>
                  <a:lnTo>
                    <a:pt x="0" y="25"/>
                  </a:lnTo>
                  <a:lnTo>
                    <a:pt x="3" y="20"/>
                  </a:lnTo>
                  <a:lnTo>
                    <a:pt x="6" y="13"/>
                  </a:lnTo>
                  <a:lnTo>
                    <a:pt x="7" y="5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6" name="Freeform 423"/>
            <p:cNvSpPr>
              <a:spLocks/>
            </p:cNvSpPr>
            <p:nvPr/>
          </p:nvSpPr>
          <p:spPr bwMode="auto">
            <a:xfrm>
              <a:off x="6808278" y="3307387"/>
              <a:ext cx="15226" cy="25377"/>
            </a:xfrm>
            <a:custGeom>
              <a:avLst/>
              <a:gdLst>
                <a:gd name="T0" fmla="*/ 3 w 6"/>
                <a:gd name="T1" fmla="*/ 0 h 10"/>
                <a:gd name="T2" fmla="*/ 3 w 6"/>
                <a:gd name="T3" fmla="*/ 0 h 10"/>
                <a:gd name="T4" fmla="*/ 6 w 6"/>
                <a:gd name="T5" fmla="*/ 2 h 10"/>
                <a:gd name="T6" fmla="*/ 6 w 6"/>
                <a:gd name="T7" fmla="*/ 6 h 10"/>
                <a:gd name="T8" fmla="*/ 4 w 6"/>
                <a:gd name="T9" fmla="*/ 8 h 10"/>
                <a:gd name="T10" fmla="*/ 4 w 6"/>
                <a:gd name="T11" fmla="*/ 8 h 10"/>
                <a:gd name="T12" fmla="*/ 3 w 6"/>
                <a:gd name="T13" fmla="*/ 9 h 10"/>
                <a:gd name="T14" fmla="*/ 2 w 6"/>
                <a:gd name="T15" fmla="*/ 10 h 10"/>
                <a:gd name="T16" fmla="*/ 2 w 6"/>
                <a:gd name="T17" fmla="*/ 10 h 10"/>
                <a:gd name="T18" fmla="*/ 2 w 6"/>
                <a:gd name="T19" fmla="*/ 9 h 10"/>
                <a:gd name="T20" fmla="*/ 0 w 6"/>
                <a:gd name="T21" fmla="*/ 8 h 10"/>
                <a:gd name="T22" fmla="*/ 2 w 6"/>
                <a:gd name="T23" fmla="*/ 4 h 10"/>
                <a:gd name="T24" fmla="*/ 2 w 6"/>
                <a:gd name="T25" fmla="*/ 1 h 10"/>
                <a:gd name="T26" fmla="*/ 3 w 6"/>
                <a:gd name="T27" fmla="*/ 0 h 10"/>
                <a:gd name="T28" fmla="*/ 3 w 6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6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3" y="9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0" y="8"/>
                  </a:lnTo>
                  <a:lnTo>
                    <a:pt x="2" y="4"/>
                  </a:lnTo>
                  <a:lnTo>
                    <a:pt x="2" y="1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7" name="Freeform 424"/>
            <p:cNvSpPr>
              <a:spLocks/>
            </p:cNvSpPr>
            <p:nvPr/>
          </p:nvSpPr>
          <p:spPr bwMode="auto">
            <a:xfrm>
              <a:off x="6795588" y="3337840"/>
              <a:ext cx="17765" cy="35528"/>
            </a:xfrm>
            <a:custGeom>
              <a:avLst/>
              <a:gdLst>
                <a:gd name="T0" fmla="*/ 0 w 7"/>
                <a:gd name="T1" fmla="*/ 0 h 14"/>
                <a:gd name="T2" fmla="*/ 4 w 7"/>
                <a:gd name="T3" fmla="*/ 0 h 14"/>
                <a:gd name="T4" fmla="*/ 4 w 7"/>
                <a:gd name="T5" fmla="*/ 1 h 14"/>
                <a:gd name="T6" fmla="*/ 5 w 7"/>
                <a:gd name="T7" fmla="*/ 1 h 14"/>
                <a:gd name="T8" fmla="*/ 7 w 7"/>
                <a:gd name="T9" fmla="*/ 0 h 14"/>
                <a:gd name="T10" fmla="*/ 7 w 7"/>
                <a:gd name="T11" fmla="*/ 1 h 14"/>
                <a:gd name="T12" fmla="*/ 7 w 7"/>
                <a:gd name="T13" fmla="*/ 2 h 14"/>
                <a:gd name="T14" fmla="*/ 7 w 7"/>
                <a:gd name="T15" fmla="*/ 4 h 14"/>
                <a:gd name="T16" fmla="*/ 7 w 7"/>
                <a:gd name="T17" fmla="*/ 6 h 14"/>
                <a:gd name="T18" fmla="*/ 7 w 7"/>
                <a:gd name="T19" fmla="*/ 8 h 14"/>
                <a:gd name="T20" fmla="*/ 5 w 7"/>
                <a:gd name="T21" fmla="*/ 13 h 14"/>
                <a:gd name="T22" fmla="*/ 5 w 7"/>
                <a:gd name="T23" fmla="*/ 13 h 14"/>
                <a:gd name="T24" fmla="*/ 4 w 7"/>
                <a:gd name="T25" fmla="*/ 13 h 14"/>
                <a:gd name="T26" fmla="*/ 1 w 7"/>
                <a:gd name="T27" fmla="*/ 14 h 14"/>
                <a:gd name="T28" fmla="*/ 0 w 7"/>
                <a:gd name="T29" fmla="*/ 13 h 14"/>
                <a:gd name="T30" fmla="*/ 1 w 7"/>
                <a:gd name="T31" fmla="*/ 9 h 14"/>
                <a:gd name="T32" fmla="*/ 1 w 7"/>
                <a:gd name="T33" fmla="*/ 4 h 14"/>
                <a:gd name="T34" fmla="*/ 0 w 7"/>
                <a:gd name="T35" fmla="*/ 2 h 14"/>
                <a:gd name="T36" fmla="*/ 0 w 7"/>
                <a:gd name="T3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1" y="9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8" name="Freeform 425"/>
            <p:cNvSpPr>
              <a:spLocks/>
            </p:cNvSpPr>
            <p:nvPr/>
          </p:nvSpPr>
          <p:spPr bwMode="auto">
            <a:xfrm>
              <a:off x="6795588" y="3264246"/>
              <a:ext cx="40604" cy="48218"/>
            </a:xfrm>
            <a:custGeom>
              <a:avLst/>
              <a:gdLst>
                <a:gd name="T0" fmla="*/ 7 w 16"/>
                <a:gd name="T1" fmla="*/ 0 h 19"/>
                <a:gd name="T2" fmla="*/ 12 w 16"/>
                <a:gd name="T3" fmla="*/ 0 h 19"/>
                <a:gd name="T4" fmla="*/ 13 w 16"/>
                <a:gd name="T5" fmla="*/ 2 h 19"/>
                <a:gd name="T6" fmla="*/ 15 w 16"/>
                <a:gd name="T7" fmla="*/ 4 h 19"/>
                <a:gd name="T8" fmla="*/ 15 w 16"/>
                <a:gd name="T9" fmla="*/ 6 h 19"/>
                <a:gd name="T10" fmla="*/ 16 w 16"/>
                <a:gd name="T11" fmla="*/ 9 h 19"/>
                <a:gd name="T12" fmla="*/ 15 w 16"/>
                <a:gd name="T13" fmla="*/ 9 h 19"/>
                <a:gd name="T14" fmla="*/ 13 w 16"/>
                <a:gd name="T15" fmla="*/ 9 h 19"/>
                <a:gd name="T16" fmla="*/ 11 w 16"/>
                <a:gd name="T17" fmla="*/ 10 h 19"/>
                <a:gd name="T18" fmla="*/ 9 w 16"/>
                <a:gd name="T19" fmla="*/ 14 h 19"/>
                <a:gd name="T20" fmla="*/ 8 w 16"/>
                <a:gd name="T21" fmla="*/ 17 h 19"/>
                <a:gd name="T22" fmla="*/ 7 w 16"/>
                <a:gd name="T23" fmla="*/ 17 h 19"/>
                <a:gd name="T24" fmla="*/ 5 w 16"/>
                <a:gd name="T25" fmla="*/ 19 h 19"/>
                <a:gd name="T26" fmla="*/ 1 w 16"/>
                <a:gd name="T27" fmla="*/ 19 h 19"/>
                <a:gd name="T28" fmla="*/ 0 w 16"/>
                <a:gd name="T29" fmla="*/ 19 h 19"/>
                <a:gd name="T30" fmla="*/ 0 w 16"/>
                <a:gd name="T31" fmla="*/ 18 h 19"/>
                <a:gd name="T32" fmla="*/ 0 w 16"/>
                <a:gd name="T33" fmla="*/ 15 h 19"/>
                <a:gd name="T34" fmla="*/ 3 w 16"/>
                <a:gd name="T35" fmla="*/ 13 h 19"/>
                <a:gd name="T36" fmla="*/ 4 w 16"/>
                <a:gd name="T37" fmla="*/ 9 h 19"/>
                <a:gd name="T38" fmla="*/ 5 w 16"/>
                <a:gd name="T39" fmla="*/ 1 h 19"/>
                <a:gd name="T40" fmla="*/ 7 w 16"/>
                <a:gd name="T41" fmla="*/ 1 h 19"/>
                <a:gd name="T42" fmla="*/ 7 w 16"/>
                <a:gd name="T4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19">
                  <a:moveTo>
                    <a:pt x="7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1" y="10"/>
                  </a:lnTo>
                  <a:lnTo>
                    <a:pt x="9" y="14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5" y="19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3" y="13"/>
                  </a:lnTo>
                  <a:lnTo>
                    <a:pt x="4" y="9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9" name="Freeform 426"/>
            <p:cNvSpPr>
              <a:spLocks/>
            </p:cNvSpPr>
            <p:nvPr/>
          </p:nvSpPr>
          <p:spPr bwMode="auto">
            <a:xfrm>
              <a:off x="6798127" y="3302312"/>
              <a:ext cx="121812" cy="152265"/>
            </a:xfrm>
            <a:custGeom>
              <a:avLst/>
              <a:gdLst>
                <a:gd name="T0" fmla="*/ 43 w 48"/>
                <a:gd name="T1" fmla="*/ 0 h 60"/>
                <a:gd name="T2" fmla="*/ 48 w 48"/>
                <a:gd name="T3" fmla="*/ 16 h 60"/>
                <a:gd name="T4" fmla="*/ 48 w 48"/>
                <a:gd name="T5" fmla="*/ 15 h 60"/>
                <a:gd name="T6" fmla="*/ 43 w 48"/>
                <a:gd name="T7" fmla="*/ 20 h 60"/>
                <a:gd name="T8" fmla="*/ 25 w 48"/>
                <a:gd name="T9" fmla="*/ 25 h 60"/>
                <a:gd name="T10" fmla="*/ 39 w 48"/>
                <a:gd name="T11" fmla="*/ 40 h 60"/>
                <a:gd name="T12" fmla="*/ 33 w 48"/>
                <a:gd name="T13" fmla="*/ 47 h 60"/>
                <a:gd name="T14" fmla="*/ 33 w 48"/>
                <a:gd name="T15" fmla="*/ 49 h 60"/>
                <a:gd name="T16" fmla="*/ 24 w 48"/>
                <a:gd name="T17" fmla="*/ 50 h 60"/>
                <a:gd name="T18" fmla="*/ 16 w 48"/>
                <a:gd name="T19" fmla="*/ 60 h 60"/>
                <a:gd name="T20" fmla="*/ 4 w 48"/>
                <a:gd name="T21" fmla="*/ 56 h 60"/>
                <a:gd name="T22" fmla="*/ 0 w 48"/>
                <a:gd name="T23" fmla="*/ 56 h 60"/>
                <a:gd name="T24" fmla="*/ 0 w 48"/>
                <a:gd name="T25" fmla="*/ 56 h 60"/>
                <a:gd name="T26" fmla="*/ 2 w 48"/>
                <a:gd name="T27" fmla="*/ 52 h 60"/>
                <a:gd name="T28" fmla="*/ 2 w 48"/>
                <a:gd name="T29" fmla="*/ 52 h 60"/>
                <a:gd name="T30" fmla="*/ 2 w 48"/>
                <a:gd name="T31" fmla="*/ 52 h 60"/>
                <a:gd name="T32" fmla="*/ 2 w 48"/>
                <a:gd name="T33" fmla="*/ 50 h 60"/>
                <a:gd name="T34" fmla="*/ 2 w 48"/>
                <a:gd name="T35" fmla="*/ 49 h 60"/>
                <a:gd name="T36" fmla="*/ 2 w 48"/>
                <a:gd name="T37" fmla="*/ 48 h 60"/>
                <a:gd name="T38" fmla="*/ 2 w 48"/>
                <a:gd name="T39" fmla="*/ 45 h 60"/>
                <a:gd name="T40" fmla="*/ 3 w 48"/>
                <a:gd name="T41" fmla="*/ 43 h 60"/>
                <a:gd name="T42" fmla="*/ 3 w 48"/>
                <a:gd name="T43" fmla="*/ 39 h 60"/>
                <a:gd name="T44" fmla="*/ 4 w 48"/>
                <a:gd name="T45" fmla="*/ 39 h 60"/>
                <a:gd name="T46" fmla="*/ 4 w 48"/>
                <a:gd name="T47" fmla="*/ 36 h 60"/>
                <a:gd name="T48" fmla="*/ 4 w 48"/>
                <a:gd name="T49" fmla="*/ 33 h 60"/>
                <a:gd name="T50" fmla="*/ 4 w 48"/>
                <a:gd name="T51" fmla="*/ 32 h 60"/>
                <a:gd name="T52" fmla="*/ 6 w 48"/>
                <a:gd name="T53" fmla="*/ 22 h 60"/>
                <a:gd name="T54" fmla="*/ 6 w 48"/>
                <a:gd name="T55" fmla="*/ 20 h 60"/>
                <a:gd name="T56" fmla="*/ 6 w 48"/>
                <a:gd name="T57" fmla="*/ 18 h 60"/>
                <a:gd name="T58" fmla="*/ 6 w 48"/>
                <a:gd name="T59" fmla="*/ 16 h 60"/>
                <a:gd name="T60" fmla="*/ 6 w 48"/>
                <a:gd name="T61" fmla="*/ 15 h 60"/>
                <a:gd name="T62" fmla="*/ 6 w 48"/>
                <a:gd name="T63" fmla="*/ 12 h 60"/>
                <a:gd name="T64" fmla="*/ 6 w 48"/>
                <a:gd name="T65" fmla="*/ 12 h 60"/>
                <a:gd name="T66" fmla="*/ 7 w 48"/>
                <a:gd name="T67" fmla="*/ 11 h 60"/>
                <a:gd name="T68" fmla="*/ 8 w 48"/>
                <a:gd name="T69" fmla="*/ 10 h 60"/>
                <a:gd name="T70" fmla="*/ 10 w 48"/>
                <a:gd name="T71" fmla="*/ 10 h 60"/>
                <a:gd name="T72" fmla="*/ 14 w 48"/>
                <a:gd name="T73" fmla="*/ 12 h 60"/>
                <a:gd name="T74" fmla="*/ 16 w 48"/>
                <a:gd name="T75" fmla="*/ 14 h 60"/>
                <a:gd name="T76" fmla="*/ 17 w 48"/>
                <a:gd name="T77" fmla="*/ 14 h 60"/>
                <a:gd name="T78" fmla="*/ 19 w 48"/>
                <a:gd name="T79" fmla="*/ 15 h 60"/>
                <a:gd name="T80" fmla="*/ 43 w 48"/>
                <a:gd name="T8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60">
                  <a:moveTo>
                    <a:pt x="43" y="0"/>
                  </a:moveTo>
                  <a:lnTo>
                    <a:pt x="48" y="16"/>
                  </a:lnTo>
                  <a:lnTo>
                    <a:pt x="48" y="15"/>
                  </a:lnTo>
                  <a:lnTo>
                    <a:pt x="43" y="20"/>
                  </a:lnTo>
                  <a:lnTo>
                    <a:pt x="25" y="25"/>
                  </a:lnTo>
                  <a:lnTo>
                    <a:pt x="39" y="40"/>
                  </a:lnTo>
                  <a:lnTo>
                    <a:pt x="33" y="47"/>
                  </a:lnTo>
                  <a:lnTo>
                    <a:pt x="33" y="49"/>
                  </a:lnTo>
                  <a:lnTo>
                    <a:pt x="24" y="50"/>
                  </a:lnTo>
                  <a:lnTo>
                    <a:pt x="16" y="60"/>
                  </a:lnTo>
                  <a:lnTo>
                    <a:pt x="4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5"/>
                  </a:lnTo>
                  <a:lnTo>
                    <a:pt x="3" y="43"/>
                  </a:lnTo>
                  <a:lnTo>
                    <a:pt x="3" y="39"/>
                  </a:lnTo>
                  <a:lnTo>
                    <a:pt x="4" y="39"/>
                  </a:lnTo>
                  <a:lnTo>
                    <a:pt x="4" y="36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4" y="12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9" y="1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0" name="Freeform 427"/>
            <p:cNvSpPr>
              <a:spLocks/>
            </p:cNvSpPr>
            <p:nvPr/>
          </p:nvSpPr>
          <p:spPr bwMode="auto">
            <a:xfrm>
              <a:off x="6795588" y="3340379"/>
              <a:ext cx="624285" cy="527851"/>
            </a:xfrm>
            <a:custGeom>
              <a:avLst/>
              <a:gdLst>
                <a:gd name="T0" fmla="*/ 115 w 246"/>
                <a:gd name="T1" fmla="*/ 41 h 208"/>
                <a:gd name="T2" fmla="*/ 150 w 246"/>
                <a:gd name="T3" fmla="*/ 49 h 208"/>
                <a:gd name="T4" fmla="*/ 159 w 246"/>
                <a:gd name="T5" fmla="*/ 46 h 208"/>
                <a:gd name="T6" fmla="*/ 162 w 246"/>
                <a:gd name="T7" fmla="*/ 51 h 208"/>
                <a:gd name="T8" fmla="*/ 170 w 246"/>
                <a:gd name="T9" fmla="*/ 59 h 208"/>
                <a:gd name="T10" fmla="*/ 170 w 246"/>
                <a:gd name="T11" fmla="*/ 59 h 208"/>
                <a:gd name="T12" fmla="*/ 173 w 246"/>
                <a:gd name="T13" fmla="*/ 63 h 208"/>
                <a:gd name="T14" fmla="*/ 179 w 246"/>
                <a:gd name="T15" fmla="*/ 71 h 208"/>
                <a:gd name="T16" fmla="*/ 180 w 246"/>
                <a:gd name="T17" fmla="*/ 79 h 208"/>
                <a:gd name="T18" fmla="*/ 187 w 246"/>
                <a:gd name="T19" fmla="*/ 89 h 208"/>
                <a:gd name="T20" fmla="*/ 191 w 246"/>
                <a:gd name="T21" fmla="*/ 95 h 208"/>
                <a:gd name="T22" fmla="*/ 196 w 246"/>
                <a:gd name="T23" fmla="*/ 97 h 208"/>
                <a:gd name="T24" fmla="*/ 198 w 246"/>
                <a:gd name="T25" fmla="*/ 99 h 208"/>
                <a:gd name="T26" fmla="*/ 199 w 246"/>
                <a:gd name="T27" fmla="*/ 101 h 208"/>
                <a:gd name="T28" fmla="*/ 203 w 246"/>
                <a:gd name="T29" fmla="*/ 109 h 208"/>
                <a:gd name="T30" fmla="*/ 244 w 246"/>
                <a:gd name="T31" fmla="*/ 120 h 208"/>
                <a:gd name="T32" fmla="*/ 245 w 246"/>
                <a:gd name="T33" fmla="*/ 155 h 208"/>
                <a:gd name="T34" fmla="*/ 144 w 246"/>
                <a:gd name="T35" fmla="*/ 197 h 208"/>
                <a:gd name="T36" fmla="*/ 116 w 246"/>
                <a:gd name="T37" fmla="*/ 188 h 208"/>
                <a:gd name="T38" fmla="*/ 108 w 246"/>
                <a:gd name="T39" fmla="*/ 192 h 208"/>
                <a:gd name="T40" fmla="*/ 105 w 246"/>
                <a:gd name="T41" fmla="*/ 200 h 208"/>
                <a:gd name="T42" fmla="*/ 99 w 246"/>
                <a:gd name="T43" fmla="*/ 193 h 208"/>
                <a:gd name="T44" fmla="*/ 94 w 246"/>
                <a:gd name="T45" fmla="*/ 187 h 208"/>
                <a:gd name="T46" fmla="*/ 82 w 246"/>
                <a:gd name="T47" fmla="*/ 174 h 208"/>
                <a:gd name="T48" fmla="*/ 78 w 246"/>
                <a:gd name="T49" fmla="*/ 160 h 208"/>
                <a:gd name="T50" fmla="*/ 71 w 246"/>
                <a:gd name="T51" fmla="*/ 155 h 208"/>
                <a:gd name="T52" fmla="*/ 66 w 246"/>
                <a:gd name="T53" fmla="*/ 154 h 208"/>
                <a:gd name="T54" fmla="*/ 58 w 246"/>
                <a:gd name="T55" fmla="*/ 145 h 208"/>
                <a:gd name="T56" fmla="*/ 54 w 246"/>
                <a:gd name="T57" fmla="*/ 134 h 208"/>
                <a:gd name="T58" fmla="*/ 55 w 246"/>
                <a:gd name="T59" fmla="*/ 128 h 208"/>
                <a:gd name="T60" fmla="*/ 51 w 246"/>
                <a:gd name="T61" fmla="*/ 120 h 208"/>
                <a:gd name="T62" fmla="*/ 49 w 246"/>
                <a:gd name="T63" fmla="*/ 112 h 208"/>
                <a:gd name="T64" fmla="*/ 44 w 246"/>
                <a:gd name="T65" fmla="*/ 107 h 208"/>
                <a:gd name="T66" fmla="*/ 36 w 246"/>
                <a:gd name="T67" fmla="*/ 104 h 208"/>
                <a:gd name="T68" fmla="*/ 32 w 246"/>
                <a:gd name="T69" fmla="*/ 99 h 208"/>
                <a:gd name="T70" fmla="*/ 32 w 246"/>
                <a:gd name="T71" fmla="*/ 92 h 208"/>
                <a:gd name="T72" fmla="*/ 25 w 246"/>
                <a:gd name="T73" fmla="*/ 84 h 208"/>
                <a:gd name="T74" fmla="*/ 21 w 246"/>
                <a:gd name="T75" fmla="*/ 79 h 208"/>
                <a:gd name="T76" fmla="*/ 17 w 246"/>
                <a:gd name="T77" fmla="*/ 70 h 208"/>
                <a:gd name="T78" fmla="*/ 13 w 246"/>
                <a:gd name="T79" fmla="*/ 64 h 208"/>
                <a:gd name="T80" fmla="*/ 5 w 246"/>
                <a:gd name="T81" fmla="*/ 57 h 208"/>
                <a:gd name="T82" fmla="*/ 3 w 246"/>
                <a:gd name="T83" fmla="*/ 55 h 208"/>
                <a:gd name="T84" fmla="*/ 0 w 246"/>
                <a:gd name="T85" fmla="*/ 54 h 208"/>
                <a:gd name="T86" fmla="*/ 1 w 246"/>
                <a:gd name="T87" fmla="*/ 41 h 208"/>
                <a:gd name="T88" fmla="*/ 25 w 246"/>
                <a:gd name="T89" fmla="*/ 35 h 208"/>
                <a:gd name="T90" fmla="*/ 40 w 246"/>
                <a:gd name="T91" fmla="*/ 25 h 208"/>
                <a:gd name="T92" fmla="*/ 49 w 246"/>
                <a:gd name="T9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6" h="208">
                  <a:moveTo>
                    <a:pt x="49" y="0"/>
                  </a:moveTo>
                  <a:lnTo>
                    <a:pt x="59" y="1"/>
                  </a:lnTo>
                  <a:lnTo>
                    <a:pt x="115" y="41"/>
                  </a:lnTo>
                  <a:lnTo>
                    <a:pt x="138" y="41"/>
                  </a:lnTo>
                  <a:lnTo>
                    <a:pt x="150" y="45"/>
                  </a:lnTo>
                  <a:lnTo>
                    <a:pt x="150" y="49"/>
                  </a:lnTo>
                  <a:lnTo>
                    <a:pt x="158" y="45"/>
                  </a:lnTo>
                  <a:lnTo>
                    <a:pt x="158" y="46"/>
                  </a:lnTo>
                  <a:lnTo>
                    <a:pt x="159" y="46"/>
                  </a:lnTo>
                  <a:lnTo>
                    <a:pt x="159" y="47"/>
                  </a:lnTo>
                  <a:lnTo>
                    <a:pt x="161" y="49"/>
                  </a:lnTo>
                  <a:lnTo>
                    <a:pt x="162" y="51"/>
                  </a:lnTo>
                  <a:lnTo>
                    <a:pt x="165" y="58"/>
                  </a:lnTo>
                  <a:lnTo>
                    <a:pt x="169" y="58"/>
                  </a:lnTo>
                  <a:lnTo>
                    <a:pt x="170" y="59"/>
                  </a:lnTo>
                  <a:lnTo>
                    <a:pt x="171" y="60"/>
                  </a:lnTo>
                  <a:lnTo>
                    <a:pt x="170" y="59"/>
                  </a:lnTo>
                  <a:lnTo>
                    <a:pt x="170" y="59"/>
                  </a:lnTo>
                  <a:lnTo>
                    <a:pt x="169" y="60"/>
                  </a:lnTo>
                  <a:lnTo>
                    <a:pt x="171" y="62"/>
                  </a:lnTo>
                  <a:lnTo>
                    <a:pt x="173" y="63"/>
                  </a:lnTo>
                  <a:lnTo>
                    <a:pt x="176" y="68"/>
                  </a:lnTo>
                  <a:lnTo>
                    <a:pt x="178" y="68"/>
                  </a:lnTo>
                  <a:lnTo>
                    <a:pt x="179" y="71"/>
                  </a:lnTo>
                  <a:lnTo>
                    <a:pt x="179" y="72"/>
                  </a:lnTo>
                  <a:lnTo>
                    <a:pt x="180" y="78"/>
                  </a:lnTo>
                  <a:lnTo>
                    <a:pt x="180" y="79"/>
                  </a:lnTo>
                  <a:lnTo>
                    <a:pt x="179" y="79"/>
                  </a:lnTo>
                  <a:lnTo>
                    <a:pt x="182" y="82"/>
                  </a:lnTo>
                  <a:lnTo>
                    <a:pt x="187" y="89"/>
                  </a:lnTo>
                  <a:lnTo>
                    <a:pt x="188" y="92"/>
                  </a:lnTo>
                  <a:lnTo>
                    <a:pt x="190" y="95"/>
                  </a:lnTo>
                  <a:lnTo>
                    <a:pt x="191" y="95"/>
                  </a:lnTo>
                  <a:lnTo>
                    <a:pt x="191" y="95"/>
                  </a:lnTo>
                  <a:lnTo>
                    <a:pt x="195" y="97"/>
                  </a:lnTo>
                  <a:lnTo>
                    <a:pt x="196" y="97"/>
                  </a:lnTo>
                  <a:lnTo>
                    <a:pt x="198" y="97"/>
                  </a:lnTo>
                  <a:lnTo>
                    <a:pt x="199" y="97"/>
                  </a:lnTo>
                  <a:lnTo>
                    <a:pt x="198" y="99"/>
                  </a:lnTo>
                  <a:lnTo>
                    <a:pt x="198" y="100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7"/>
                  </a:lnTo>
                  <a:lnTo>
                    <a:pt x="203" y="109"/>
                  </a:lnTo>
                  <a:lnTo>
                    <a:pt x="205" y="118"/>
                  </a:lnTo>
                  <a:lnTo>
                    <a:pt x="240" y="124"/>
                  </a:lnTo>
                  <a:lnTo>
                    <a:pt x="244" y="120"/>
                  </a:lnTo>
                  <a:lnTo>
                    <a:pt x="244" y="120"/>
                  </a:lnTo>
                  <a:lnTo>
                    <a:pt x="246" y="130"/>
                  </a:lnTo>
                  <a:lnTo>
                    <a:pt x="245" y="155"/>
                  </a:lnTo>
                  <a:lnTo>
                    <a:pt x="166" y="179"/>
                  </a:lnTo>
                  <a:lnTo>
                    <a:pt x="145" y="208"/>
                  </a:lnTo>
                  <a:lnTo>
                    <a:pt x="144" y="197"/>
                  </a:lnTo>
                  <a:lnTo>
                    <a:pt x="133" y="192"/>
                  </a:lnTo>
                  <a:lnTo>
                    <a:pt x="124" y="188"/>
                  </a:lnTo>
                  <a:lnTo>
                    <a:pt x="116" y="188"/>
                  </a:lnTo>
                  <a:lnTo>
                    <a:pt x="112" y="185"/>
                  </a:lnTo>
                  <a:lnTo>
                    <a:pt x="109" y="187"/>
                  </a:lnTo>
                  <a:lnTo>
                    <a:pt x="108" y="192"/>
                  </a:lnTo>
                  <a:lnTo>
                    <a:pt x="109" y="196"/>
                  </a:lnTo>
                  <a:lnTo>
                    <a:pt x="107" y="199"/>
                  </a:lnTo>
                  <a:lnTo>
                    <a:pt x="105" y="200"/>
                  </a:lnTo>
                  <a:lnTo>
                    <a:pt x="104" y="200"/>
                  </a:lnTo>
                  <a:lnTo>
                    <a:pt x="101" y="200"/>
                  </a:lnTo>
                  <a:lnTo>
                    <a:pt x="99" y="193"/>
                  </a:lnTo>
                  <a:lnTo>
                    <a:pt x="96" y="192"/>
                  </a:lnTo>
                  <a:lnTo>
                    <a:pt x="95" y="187"/>
                  </a:lnTo>
                  <a:lnTo>
                    <a:pt x="94" y="187"/>
                  </a:lnTo>
                  <a:lnTo>
                    <a:pt x="84" y="178"/>
                  </a:lnTo>
                  <a:lnTo>
                    <a:pt x="84" y="175"/>
                  </a:lnTo>
                  <a:lnTo>
                    <a:pt x="82" y="174"/>
                  </a:lnTo>
                  <a:lnTo>
                    <a:pt x="79" y="163"/>
                  </a:lnTo>
                  <a:lnTo>
                    <a:pt x="78" y="163"/>
                  </a:lnTo>
                  <a:lnTo>
                    <a:pt x="78" y="160"/>
                  </a:lnTo>
                  <a:lnTo>
                    <a:pt x="75" y="160"/>
                  </a:lnTo>
                  <a:lnTo>
                    <a:pt x="75" y="159"/>
                  </a:lnTo>
                  <a:lnTo>
                    <a:pt x="71" y="155"/>
                  </a:lnTo>
                  <a:lnTo>
                    <a:pt x="70" y="155"/>
                  </a:lnTo>
                  <a:lnTo>
                    <a:pt x="69" y="154"/>
                  </a:lnTo>
                  <a:lnTo>
                    <a:pt x="66" y="154"/>
                  </a:lnTo>
                  <a:lnTo>
                    <a:pt x="65" y="153"/>
                  </a:lnTo>
                  <a:lnTo>
                    <a:pt x="58" y="146"/>
                  </a:lnTo>
                  <a:lnTo>
                    <a:pt x="58" y="145"/>
                  </a:lnTo>
                  <a:lnTo>
                    <a:pt x="55" y="142"/>
                  </a:lnTo>
                  <a:lnTo>
                    <a:pt x="55" y="138"/>
                  </a:lnTo>
                  <a:lnTo>
                    <a:pt x="54" y="134"/>
                  </a:lnTo>
                  <a:lnTo>
                    <a:pt x="53" y="132"/>
                  </a:lnTo>
                  <a:lnTo>
                    <a:pt x="54" y="132"/>
                  </a:lnTo>
                  <a:lnTo>
                    <a:pt x="55" y="128"/>
                  </a:lnTo>
                  <a:lnTo>
                    <a:pt x="54" y="126"/>
                  </a:lnTo>
                  <a:lnTo>
                    <a:pt x="53" y="122"/>
                  </a:lnTo>
                  <a:lnTo>
                    <a:pt x="51" y="120"/>
                  </a:lnTo>
                  <a:lnTo>
                    <a:pt x="50" y="116"/>
                  </a:lnTo>
                  <a:lnTo>
                    <a:pt x="49" y="114"/>
                  </a:lnTo>
                  <a:lnTo>
                    <a:pt x="49" y="112"/>
                  </a:lnTo>
                  <a:lnTo>
                    <a:pt x="47" y="112"/>
                  </a:lnTo>
                  <a:lnTo>
                    <a:pt x="46" y="109"/>
                  </a:lnTo>
                  <a:lnTo>
                    <a:pt x="44" y="107"/>
                  </a:lnTo>
                  <a:lnTo>
                    <a:pt x="40" y="104"/>
                  </a:lnTo>
                  <a:lnTo>
                    <a:pt x="37" y="103"/>
                  </a:lnTo>
                  <a:lnTo>
                    <a:pt x="36" y="104"/>
                  </a:lnTo>
                  <a:lnTo>
                    <a:pt x="34" y="103"/>
                  </a:lnTo>
                  <a:lnTo>
                    <a:pt x="34" y="101"/>
                  </a:lnTo>
                  <a:lnTo>
                    <a:pt x="32" y="99"/>
                  </a:lnTo>
                  <a:lnTo>
                    <a:pt x="32" y="97"/>
                  </a:lnTo>
                  <a:lnTo>
                    <a:pt x="32" y="96"/>
                  </a:lnTo>
                  <a:lnTo>
                    <a:pt x="32" y="92"/>
                  </a:lnTo>
                  <a:lnTo>
                    <a:pt x="30" y="91"/>
                  </a:lnTo>
                  <a:lnTo>
                    <a:pt x="28" y="85"/>
                  </a:lnTo>
                  <a:lnTo>
                    <a:pt x="25" y="84"/>
                  </a:lnTo>
                  <a:lnTo>
                    <a:pt x="24" y="83"/>
                  </a:lnTo>
                  <a:lnTo>
                    <a:pt x="24" y="80"/>
                  </a:lnTo>
                  <a:lnTo>
                    <a:pt x="21" y="79"/>
                  </a:lnTo>
                  <a:lnTo>
                    <a:pt x="21" y="78"/>
                  </a:lnTo>
                  <a:lnTo>
                    <a:pt x="20" y="75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3" y="67"/>
                  </a:lnTo>
                  <a:lnTo>
                    <a:pt x="13" y="64"/>
                  </a:lnTo>
                  <a:lnTo>
                    <a:pt x="12" y="64"/>
                  </a:lnTo>
                  <a:lnTo>
                    <a:pt x="11" y="62"/>
                  </a:lnTo>
                  <a:lnTo>
                    <a:pt x="5" y="57"/>
                  </a:lnTo>
                  <a:lnTo>
                    <a:pt x="7" y="55"/>
                  </a:lnTo>
                  <a:lnTo>
                    <a:pt x="4" y="54"/>
                  </a:lnTo>
                  <a:lnTo>
                    <a:pt x="3" y="55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1" y="45"/>
                  </a:lnTo>
                  <a:lnTo>
                    <a:pt x="1" y="41"/>
                  </a:lnTo>
                  <a:lnTo>
                    <a:pt x="5" y="41"/>
                  </a:lnTo>
                  <a:lnTo>
                    <a:pt x="17" y="45"/>
                  </a:lnTo>
                  <a:lnTo>
                    <a:pt x="25" y="35"/>
                  </a:lnTo>
                  <a:lnTo>
                    <a:pt x="34" y="34"/>
                  </a:lnTo>
                  <a:lnTo>
                    <a:pt x="34" y="32"/>
                  </a:lnTo>
                  <a:lnTo>
                    <a:pt x="40" y="25"/>
                  </a:lnTo>
                  <a:lnTo>
                    <a:pt x="26" y="10"/>
                  </a:lnTo>
                  <a:lnTo>
                    <a:pt x="44" y="5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1" name="Freeform 428"/>
            <p:cNvSpPr>
              <a:spLocks/>
            </p:cNvSpPr>
            <p:nvPr/>
          </p:nvSpPr>
          <p:spPr bwMode="auto">
            <a:xfrm>
              <a:off x="7277760" y="3538323"/>
              <a:ext cx="22841" cy="48218"/>
            </a:xfrm>
            <a:custGeom>
              <a:avLst/>
              <a:gdLst>
                <a:gd name="T0" fmla="*/ 4 w 9"/>
                <a:gd name="T1" fmla="*/ 0 h 19"/>
                <a:gd name="T2" fmla="*/ 4 w 9"/>
                <a:gd name="T3" fmla="*/ 0 h 19"/>
                <a:gd name="T4" fmla="*/ 6 w 9"/>
                <a:gd name="T5" fmla="*/ 1 h 19"/>
                <a:gd name="T6" fmla="*/ 6 w 9"/>
                <a:gd name="T7" fmla="*/ 2 h 19"/>
                <a:gd name="T8" fmla="*/ 8 w 9"/>
                <a:gd name="T9" fmla="*/ 2 h 19"/>
                <a:gd name="T10" fmla="*/ 8 w 9"/>
                <a:gd name="T11" fmla="*/ 4 h 19"/>
                <a:gd name="T12" fmla="*/ 6 w 9"/>
                <a:gd name="T13" fmla="*/ 7 h 19"/>
                <a:gd name="T14" fmla="*/ 6 w 9"/>
                <a:gd name="T15" fmla="*/ 7 h 19"/>
                <a:gd name="T16" fmla="*/ 6 w 9"/>
                <a:gd name="T17" fmla="*/ 11 h 19"/>
                <a:gd name="T18" fmla="*/ 8 w 9"/>
                <a:gd name="T19" fmla="*/ 11 h 19"/>
                <a:gd name="T20" fmla="*/ 9 w 9"/>
                <a:gd name="T21" fmla="*/ 13 h 19"/>
                <a:gd name="T22" fmla="*/ 8 w 9"/>
                <a:gd name="T23" fmla="*/ 19 h 19"/>
                <a:gd name="T24" fmla="*/ 6 w 9"/>
                <a:gd name="T25" fmla="*/ 19 h 19"/>
                <a:gd name="T26" fmla="*/ 6 w 9"/>
                <a:gd name="T27" fmla="*/ 19 h 19"/>
                <a:gd name="T28" fmla="*/ 5 w 9"/>
                <a:gd name="T29" fmla="*/ 19 h 19"/>
                <a:gd name="T30" fmla="*/ 1 w 9"/>
                <a:gd name="T31" fmla="*/ 17 h 19"/>
                <a:gd name="T32" fmla="*/ 1 w 9"/>
                <a:gd name="T33" fmla="*/ 17 h 19"/>
                <a:gd name="T34" fmla="*/ 1 w 9"/>
                <a:gd name="T35" fmla="*/ 15 h 19"/>
                <a:gd name="T36" fmla="*/ 1 w 9"/>
                <a:gd name="T37" fmla="*/ 13 h 19"/>
                <a:gd name="T38" fmla="*/ 0 w 9"/>
                <a:gd name="T39" fmla="*/ 13 h 19"/>
                <a:gd name="T40" fmla="*/ 0 w 9"/>
                <a:gd name="T41" fmla="*/ 10 h 19"/>
                <a:gd name="T42" fmla="*/ 0 w 9"/>
                <a:gd name="T43" fmla="*/ 7 h 19"/>
                <a:gd name="T44" fmla="*/ 1 w 9"/>
                <a:gd name="T45" fmla="*/ 7 h 19"/>
                <a:gd name="T46" fmla="*/ 1 w 9"/>
                <a:gd name="T47" fmla="*/ 7 h 19"/>
                <a:gd name="T48" fmla="*/ 1 w 9"/>
                <a:gd name="T49" fmla="*/ 4 h 19"/>
                <a:gd name="T50" fmla="*/ 1 w 9"/>
                <a:gd name="T51" fmla="*/ 4 h 19"/>
                <a:gd name="T52" fmla="*/ 1 w 9"/>
                <a:gd name="T53" fmla="*/ 2 h 19"/>
                <a:gd name="T54" fmla="*/ 2 w 9"/>
                <a:gd name="T55" fmla="*/ 1 h 19"/>
                <a:gd name="T56" fmla="*/ 2 w 9"/>
                <a:gd name="T57" fmla="*/ 1 h 19"/>
                <a:gd name="T58" fmla="*/ 2 w 9"/>
                <a:gd name="T59" fmla="*/ 1 h 19"/>
                <a:gd name="T60" fmla="*/ 4 w 9"/>
                <a:gd name="T6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" h="19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11"/>
                  </a:lnTo>
                  <a:lnTo>
                    <a:pt x="8" y="11"/>
                  </a:lnTo>
                  <a:lnTo>
                    <a:pt x="9" y="13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2" name="Freeform 429"/>
            <p:cNvSpPr>
              <a:spLocks/>
            </p:cNvSpPr>
            <p:nvPr/>
          </p:nvSpPr>
          <p:spPr bwMode="auto">
            <a:xfrm>
              <a:off x="7300600" y="3540860"/>
              <a:ext cx="142114" cy="114199"/>
            </a:xfrm>
            <a:custGeom>
              <a:avLst/>
              <a:gdLst>
                <a:gd name="T0" fmla="*/ 51 w 56"/>
                <a:gd name="T1" fmla="*/ 0 h 45"/>
                <a:gd name="T2" fmla="*/ 53 w 56"/>
                <a:gd name="T3" fmla="*/ 0 h 45"/>
                <a:gd name="T4" fmla="*/ 54 w 56"/>
                <a:gd name="T5" fmla="*/ 5 h 45"/>
                <a:gd name="T6" fmla="*/ 55 w 56"/>
                <a:gd name="T7" fmla="*/ 5 h 45"/>
                <a:gd name="T8" fmla="*/ 55 w 56"/>
                <a:gd name="T9" fmla="*/ 5 h 45"/>
                <a:gd name="T10" fmla="*/ 55 w 56"/>
                <a:gd name="T11" fmla="*/ 5 h 45"/>
                <a:gd name="T12" fmla="*/ 56 w 56"/>
                <a:gd name="T13" fmla="*/ 5 h 45"/>
                <a:gd name="T14" fmla="*/ 56 w 56"/>
                <a:gd name="T15" fmla="*/ 6 h 45"/>
                <a:gd name="T16" fmla="*/ 56 w 56"/>
                <a:gd name="T17" fmla="*/ 9 h 45"/>
                <a:gd name="T18" fmla="*/ 55 w 56"/>
                <a:gd name="T19" fmla="*/ 10 h 45"/>
                <a:gd name="T20" fmla="*/ 45 w 56"/>
                <a:gd name="T21" fmla="*/ 41 h 45"/>
                <a:gd name="T22" fmla="*/ 41 w 56"/>
                <a:gd name="T23" fmla="*/ 45 h 45"/>
                <a:gd name="T24" fmla="*/ 6 w 56"/>
                <a:gd name="T25" fmla="*/ 39 h 45"/>
                <a:gd name="T26" fmla="*/ 4 w 56"/>
                <a:gd name="T27" fmla="*/ 30 h 45"/>
                <a:gd name="T28" fmla="*/ 0 w 56"/>
                <a:gd name="T29" fmla="*/ 28 h 45"/>
                <a:gd name="T30" fmla="*/ 0 w 56"/>
                <a:gd name="T31" fmla="*/ 22 h 45"/>
                <a:gd name="T32" fmla="*/ 1 w 56"/>
                <a:gd name="T33" fmla="*/ 24 h 45"/>
                <a:gd name="T34" fmla="*/ 3 w 56"/>
                <a:gd name="T35" fmla="*/ 22 h 45"/>
                <a:gd name="T36" fmla="*/ 3 w 56"/>
                <a:gd name="T37" fmla="*/ 28 h 45"/>
                <a:gd name="T38" fmla="*/ 5 w 56"/>
                <a:gd name="T39" fmla="*/ 28 h 45"/>
                <a:gd name="T40" fmla="*/ 6 w 56"/>
                <a:gd name="T41" fmla="*/ 28 h 45"/>
                <a:gd name="T42" fmla="*/ 9 w 56"/>
                <a:gd name="T43" fmla="*/ 28 h 45"/>
                <a:gd name="T44" fmla="*/ 13 w 56"/>
                <a:gd name="T45" fmla="*/ 24 h 45"/>
                <a:gd name="T46" fmla="*/ 17 w 56"/>
                <a:gd name="T47" fmla="*/ 25 h 45"/>
                <a:gd name="T48" fmla="*/ 20 w 56"/>
                <a:gd name="T49" fmla="*/ 25 h 45"/>
                <a:gd name="T50" fmla="*/ 20 w 56"/>
                <a:gd name="T51" fmla="*/ 25 h 45"/>
                <a:gd name="T52" fmla="*/ 22 w 56"/>
                <a:gd name="T53" fmla="*/ 25 h 45"/>
                <a:gd name="T54" fmla="*/ 24 w 56"/>
                <a:gd name="T55" fmla="*/ 26 h 45"/>
                <a:gd name="T56" fmla="*/ 26 w 56"/>
                <a:gd name="T57" fmla="*/ 26 h 45"/>
                <a:gd name="T58" fmla="*/ 30 w 56"/>
                <a:gd name="T59" fmla="*/ 25 h 45"/>
                <a:gd name="T60" fmla="*/ 30 w 56"/>
                <a:gd name="T61" fmla="*/ 24 h 45"/>
                <a:gd name="T62" fmla="*/ 31 w 56"/>
                <a:gd name="T63" fmla="*/ 24 h 45"/>
                <a:gd name="T64" fmla="*/ 30 w 56"/>
                <a:gd name="T65" fmla="*/ 22 h 45"/>
                <a:gd name="T66" fmla="*/ 33 w 56"/>
                <a:gd name="T67" fmla="*/ 22 h 45"/>
                <a:gd name="T68" fmla="*/ 33 w 56"/>
                <a:gd name="T69" fmla="*/ 21 h 45"/>
                <a:gd name="T70" fmla="*/ 34 w 56"/>
                <a:gd name="T71" fmla="*/ 24 h 45"/>
                <a:gd name="T72" fmla="*/ 37 w 56"/>
                <a:gd name="T73" fmla="*/ 20 h 45"/>
                <a:gd name="T74" fmla="*/ 37 w 56"/>
                <a:gd name="T75" fmla="*/ 18 h 45"/>
                <a:gd name="T76" fmla="*/ 35 w 56"/>
                <a:gd name="T77" fmla="*/ 18 h 45"/>
                <a:gd name="T78" fmla="*/ 37 w 56"/>
                <a:gd name="T79" fmla="*/ 16 h 45"/>
                <a:gd name="T80" fmla="*/ 43 w 56"/>
                <a:gd name="T81" fmla="*/ 10 h 45"/>
                <a:gd name="T82" fmla="*/ 43 w 56"/>
                <a:gd name="T83" fmla="*/ 8 h 45"/>
                <a:gd name="T84" fmla="*/ 51 w 56"/>
                <a:gd name="T85" fmla="*/ 3 h 45"/>
                <a:gd name="T86" fmla="*/ 51 w 56"/>
                <a:gd name="T87" fmla="*/ 1 h 45"/>
                <a:gd name="T88" fmla="*/ 51 w 56"/>
                <a:gd name="T8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" h="45">
                  <a:moveTo>
                    <a:pt x="51" y="0"/>
                  </a:moveTo>
                  <a:lnTo>
                    <a:pt x="53" y="0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6" y="5"/>
                  </a:lnTo>
                  <a:lnTo>
                    <a:pt x="56" y="6"/>
                  </a:lnTo>
                  <a:lnTo>
                    <a:pt x="56" y="9"/>
                  </a:lnTo>
                  <a:lnTo>
                    <a:pt x="55" y="10"/>
                  </a:lnTo>
                  <a:lnTo>
                    <a:pt x="45" y="41"/>
                  </a:lnTo>
                  <a:lnTo>
                    <a:pt x="41" y="45"/>
                  </a:lnTo>
                  <a:lnTo>
                    <a:pt x="6" y="39"/>
                  </a:lnTo>
                  <a:lnTo>
                    <a:pt x="4" y="30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" y="24"/>
                  </a:lnTo>
                  <a:lnTo>
                    <a:pt x="3" y="22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6" y="28"/>
                  </a:lnTo>
                  <a:lnTo>
                    <a:pt x="9" y="28"/>
                  </a:lnTo>
                  <a:lnTo>
                    <a:pt x="13" y="24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2" y="25"/>
                  </a:lnTo>
                  <a:lnTo>
                    <a:pt x="24" y="26"/>
                  </a:lnTo>
                  <a:lnTo>
                    <a:pt x="26" y="26"/>
                  </a:lnTo>
                  <a:lnTo>
                    <a:pt x="30" y="25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0" y="22"/>
                  </a:lnTo>
                  <a:lnTo>
                    <a:pt x="33" y="22"/>
                  </a:lnTo>
                  <a:lnTo>
                    <a:pt x="33" y="21"/>
                  </a:lnTo>
                  <a:lnTo>
                    <a:pt x="34" y="24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7" y="16"/>
                  </a:lnTo>
                  <a:lnTo>
                    <a:pt x="43" y="10"/>
                  </a:lnTo>
                  <a:lnTo>
                    <a:pt x="43" y="8"/>
                  </a:lnTo>
                  <a:lnTo>
                    <a:pt x="51" y="3"/>
                  </a:lnTo>
                  <a:lnTo>
                    <a:pt x="51" y="1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3" name="Freeform 431"/>
            <p:cNvSpPr>
              <a:spLocks/>
            </p:cNvSpPr>
            <p:nvPr/>
          </p:nvSpPr>
          <p:spPr bwMode="auto">
            <a:xfrm>
              <a:off x="5283092" y="3327689"/>
              <a:ext cx="10151" cy="5075"/>
            </a:xfrm>
            <a:custGeom>
              <a:avLst/>
              <a:gdLst>
                <a:gd name="T0" fmla="*/ 2 w 4"/>
                <a:gd name="T1" fmla="*/ 0 h 2"/>
                <a:gd name="T2" fmla="*/ 4 w 4"/>
                <a:gd name="T3" fmla="*/ 1 h 2"/>
                <a:gd name="T4" fmla="*/ 2 w 4"/>
                <a:gd name="T5" fmla="*/ 2 h 2"/>
                <a:gd name="T6" fmla="*/ 0 w 4"/>
                <a:gd name="T7" fmla="*/ 1 h 2"/>
                <a:gd name="T8" fmla="*/ 0 w 4"/>
                <a:gd name="T9" fmla="*/ 0 h 2"/>
                <a:gd name="T10" fmla="*/ 2 w 4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lnTo>
                    <a:pt x="4" y="1"/>
                  </a:lnTo>
                  <a:lnTo>
                    <a:pt x="2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4" name="Freeform 432"/>
            <p:cNvSpPr>
              <a:spLocks noEditPoints="1"/>
            </p:cNvSpPr>
            <p:nvPr/>
          </p:nvSpPr>
          <p:spPr bwMode="auto">
            <a:xfrm>
              <a:off x="5252640" y="3454576"/>
              <a:ext cx="131963" cy="45679"/>
            </a:xfrm>
            <a:custGeom>
              <a:avLst/>
              <a:gdLst>
                <a:gd name="T0" fmla="*/ 1 w 52"/>
                <a:gd name="T1" fmla="*/ 15 h 18"/>
                <a:gd name="T2" fmla="*/ 1 w 52"/>
                <a:gd name="T3" fmla="*/ 15 h 18"/>
                <a:gd name="T4" fmla="*/ 1 w 52"/>
                <a:gd name="T5" fmla="*/ 17 h 18"/>
                <a:gd name="T6" fmla="*/ 1 w 52"/>
                <a:gd name="T7" fmla="*/ 18 h 18"/>
                <a:gd name="T8" fmla="*/ 0 w 52"/>
                <a:gd name="T9" fmla="*/ 17 h 18"/>
                <a:gd name="T10" fmla="*/ 0 w 52"/>
                <a:gd name="T11" fmla="*/ 17 h 18"/>
                <a:gd name="T12" fmla="*/ 1 w 52"/>
                <a:gd name="T13" fmla="*/ 15 h 18"/>
                <a:gd name="T14" fmla="*/ 26 w 52"/>
                <a:gd name="T15" fmla="*/ 12 h 18"/>
                <a:gd name="T16" fmla="*/ 27 w 52"/>
                <a:gd name="T17" fmla="*/ 12 h 18"/>
                <a:gd name="T18" fmla="*/ 30 w 52"/>
                <a:gd name="T19" fmla="*/ 12 h 18"/>
                <a:gd name="T20" fmla="*/ 30 w 52"/>
                <a:gd name="T21" fmla="*/ 14 h 18"/>
                <a:gd name="T22" fmla="*/ 29 w 52"/>
                <a:gd name="T23" fmla="*/ 15 h 18"/>
                <a:gd name="T24" fmla="*/ 27 w 52"/>
                <a:gd name="T25" fmla="*/ 17 h 18"/>
                <a:gd name="T26" fmla="*/ 25 w 52"/>
                <a:gd name="T27" fmla="*/ 14 h 18"/>
                <a:gd name="T28" fmla="*/ 26 w 52"/>
                <a:gd name="T29" fmla="*/ 12 h 18"/>
                <a:gd name="T30" fmla="*/ 8 w 52"/>
                <a:gd name="T31" fmla="*/ 12 h 18"/>
                <a:gd name="T32" fmla="*/ 9 w 52"/>
                <a:gd name="T33" fmla="*/ 12 h 18"/>
                <a:gd name="T34" fmla="*/ 9 w 52"/>
                <a:gd name="T35" fmla="*/ 12 h 18"/>
                <a:gd name="T36" fmla="*/ 9 w 52"/>
                <a:gd name="T37" fmla="*/ 13 h 18"/>
                <a:gd name="T38" fmla="*/ 8 w 52"/>
                <a:gd name="T39" fmla="*/ 12 h 18"/>
                <a:gd name="T40" fmla="*/ 8 w 52"/>
                <a:gd name="T41" fmla="*/ 12 h 18"/>
                <a:gd name="T42" fmla="*/ 19 w 52"/>
                <a:gd name="T43" fmla="*/ 8 h 18"/>
                <a:gd name="T44" fmla="*/ 22 w 52"/>
                <a:gd name="T45" fmla="*/ 8 h 18"/>
                <a:gd name="T46" fmla="*/ 21 w 52"/>
                <a:gd name="T47" fmla="*/ 10 h 18"/>
                <a:gd name="T48" fmla="*/ 18 w 52"/>
                <a:gd name="T49" fmla="*/ 10 h 18"/>
                <a:gd name="T50" fmla="*/ 14 w 52"/>
                <a:gd name="T51" fmla="*/ 13 h 18"/>
                <a:gd name="T52" fmla="*/ 13 w 52"/>
                <a:gd name="T53" fmla="*/ 12 h 18"/>
                <a:gd name="T54" fmla="*/ 12 w 52"/>
                <a:gd name="T55" fmla="*/ 10 h 18"/>
                <a:gd name="T56" fmla="*/ 13 w 52"/>
                <a:gd name="T57" fmla="*/ 9 h 18"/>
                <a:gd name="T58" fmla="*/ 16 w 52"/>
                <a:gd name="T59" fmla="*/ 9 h 18"/>
                <a:gd name="T60" fmla="*/ 18 w 52"/>
                <a:gd name="T61" fmla="*/ 8 h 18"/>
                <a:gd name="T62" fmla="*/ 19 w 52"/>
                <a:gd name="T63" fmla="*/ 8 h 18"/>
                <a:gd name="T64" fmla="*/ 47 w 52"/>
                <a:gd name="T65" fmla="*/ 5 h 18"/>
                <a:gd name="T66" fmla="*/ 47 w 52"/>
                <a:gd name="T67" fmla="*/ 8 h 18"/>
                <a:gd name="T68" fmla="*/ 44 w 52"/>
                <a:gd name="T69" fmla="*/ 12 h 18"/>
                <a:gd name="T70" fmla="*/ 42 w 52"/>
                <a:gd name="T71" fmla="*/ 13 h 18"/>
                <a:gd name="T72" fmla="*/ 41 w 52"/>
                <a:gd name="T73" fmla="*/ 12 h 18"/>
                <a:gd name="T74" fmla="*/ 43 w 52"/>
                <a:gd name="T75" fmla="*/ 9 h 18"/>
                <a:gd name="T76" fmla="*/ 43 w 52"/>
                <a:gd name="T77" fmla="*/ 8 h 18"/>
                <a:gd name="T78" fmla="*/ 47 w 52"/>
                <a:gd name="T79" fmla="*/ 5 h 18"/>
                <a:gd name="T80" fmla="*/ 2 w 52"/>
                <a:gd name="T81" fmla="*/ 2 h 18"/>
                <a:gd name="T82" fmla="*/ 4 w 52"/>
                <a:gd name="T83" fmla="*/ 2 h 18"/>
                <a:gd name="T84" fmla="*/ 4 w 52"/>
                <a:gd name="T85" fmla="*/ 6 h 18"/>
                <a:gd name="T86" fmla="*/ 2 w 52"/>
                <a:gd name="T87" fmla="*/ 8 h 18"/>
                <a:gd name="T88" fmla="*/ 2 w 52"/>
                <a:gd name="T89" fmla="*/ 5 h 18"/>
                <a:gd name="T90" fmla="*/ 2 w 52"/>
                <a:gd name="T91" fmla="*/ 4 h 18"/>
                <a:gd name="T92" fmla="*/ 2 w 52"/>
                <a:gd name="T93" fmla="*/ 2 h 18"/>
                <a:gd name="T94" fmla="*/ 51 w 52"/>
                <a:gd name="T95" fmla="*/ 0 h 18"/>
                <a:gd name="T96" fmla="*/ 52 w 52"/>
                <a:gd name="T97" fmla="*/ 1 h 18"/>
                <a:gd name="T98" fmla="*/ 51 w 52"/>
                <a:gd name="T99" fmla="*/ 1 h 18"/>
                <a:gd name="T100" fmla="*/ 48 w 52"/>
                <a:gd name="T101" fmla="*/ 2 h 18"/>
                <a:gd name="T102" fmla="*/ 50 w 52"/>
                <a:gd name="T103" fmla="*/ 0 h 18"/>
                <a:gd name="T104" fmla="*/ 51 w 52"/>
                <a:gd name="T10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" h="18">
                  <a:moveTo>
                    <a:pt x="1" y="15"/>
                  </a:moveTo>
                  <a:lnTo>
                    <a:pt x="1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close/>
                  <a:moveTo>
                    <a:pt x="26" y="12"/>
                  </a:moveTo>
                  <a:lnTo>
                    <a:pt x="27" y="12"/>
                  </a:lnTo>
                  <a:lnTo>
                    <a:pt x="30" y="12"/>
                  </a:lnTo>
                  <a:lnTo>
                    <a:pt x="30" y="14"/>
                  </a:lnTo>
                  <a:lnTo>
                    <a:pt x="29" y="15"/>
                  </a:lnTo>
                  <a:lnTo>
                    <a:pt x="27" y="17"/>
                  </a:lnTo>
                  <a:lnTo>
                    <a:pt x="25" y="14"/>
                  </a:lnTo>
                  <a:lnTo>
                    <a:pt x="26" y="12"/>
                  </a:lnTo>
                  <a:close/>
                  <a:moveTo>
                    <a:pt x="8" y="12"/>
                  </a:moveTo>
                  <a:lnTo>
                    <a:pt x="9" y="12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8" y="12"/>
                  </a:lnTo>
                  <a:lnTo>
                    <a:pt x="8" y="12"/>
                  </a:lnTo>
                  <a:close/>
                  <a:moveTo>
                    <a:pt x="19" y="8"/>
                  </a:moveTo>
                  <a:lnTo>
                    <a:pt x="22" y="8"/>
                  </a:lnTo>
                  <a:lnTo>
                    <a:pt x="21" y="10"/>
                  </a:lnTo>
                  <a:lnTo>
                    <a:pt x="18" y="10"/>
                  </a:lnTo>
                  <a:lnTo>
                    <a:pt x="14" y="13"/>
                  </a:lnTo>
                  <a:lnTo>
                    <a:pt x="13" y="12"/>
                  </a:lnTo>
                  <a:lnTo>
                    <a:pt x="12" y="10"/>
                  </a:lnTo>
                  <a:lnTo>
                    <a:pt x="13" y="9"/>
                  </a:lnTo>
                  <a:lnTo>
                    <a:pt x="16" y="9"/>
                  </a:lnTo>
                  <a:lnTo>
                    <a:pt x="18" y="8"/>
                  </a:lnTo>
                  <a:lnTo>
                    <a:pt x="19" y="8"/>
                  </a:lnTo>
                  <a:close/>
                  <a:moveTo>
                    <a:pt x="47" y="5"/>
                  </a:moveTo>
                  <a:lnTo>
                    <a:pt x="47" y="8"/>
                  </a:lnTo>
                  <a:lnTo>
                    <a:pt x="44" y="12"/>
                  </a:lnTo>
                  <a:lnTo>
                    <a:pt x="42" y="13"/>
                  </a:lnTo>
                  <a:lnTo>
                    <a:pt x="41" y="12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47" y="5"/>
                  </a:lnTo>
                  <a:close/>
                  <a:moveTo>
                    <a:pt x="2" y="2"/>
                  </a:moveTo>
                  <a:lnTo>
                    <a:pt x="4" y="2"/>
                  </a:lnTo>
                  <a:lnTo>
                    <a:pt x="4" y="6"/>
                  </a:lnTo>
                  <a:lnTo>
                    <a:pt x="2" y="8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close/>
                  <a:moveTo>
                    <a:pt x="51" y="0"/>
                  </a:moveTo>
                  <a:lnTo>
                    <a:pt x="52" y="1"/>
                  </a:lnTo>
                  <a:lnTo>
                    <a:pt x="51" y="1"/>
                  </a:lnTo>
                  <a:lnTo>
                    <a:pt x="48" y="2"/>
                  </a:lnTo>
                  <a:lnTo>
                    <a:pt x="50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5" name="Freeform 434"/>
            <p:cNvSpPr>
              <a:spLocks noEditPoints="1"/>
            </p:cNvSpPr>
            <p:nvPr/>
          </p:nvSpPr>
          <p:spPr bwMode="auto">
            <a:xfrm>
              <a:off x="7331053" y="3528172"/>
              <a:ext cx="223322" cy="317219"/>
            </a:xfrm>
            <a:custGeom>
              <a:avLst/>
              <a:gdLst>
                <a:gd name="T0" fmla="*/ 46 w 88"/>
                <a:gd name="T1" fmla="*/ 22 h 125"/>
                <a:gd name="T2" fmla="*/ 50 w 88"/>
                <a:gd name="T3" fmla="*/ 29 h 125"/>
                <a:gd name="T4" fmla="*/ 59 w 88"/>
                <a:gd name="T5" fmla="*/ 35 h 125"/>
                <a:gd name="T6" fmla="*/ 63 w 88"/>
                <a:gd name="T7" fmla="*/ 34 h 125"/>
                <a:gd name="T8" fmla="*/ 71 w 88"/>
                <a:gd name="T9" fmla="*/ 34 h 125"/>
                <a:gd name="T10" fmla="*/ 76 w 88"/>
                <a:gd name="T11" fmla="*/ 39 h 125"/>
                <a:gd name="T12" fmla="*/ 79 w 88"/>
                <a:gd name="T13" fmla="*/ 43 h 125"/>
                <a:gd name="T14" fmla="*/ 85 w 88"/>
                <a:gd name="T15" fmla="*/ 50 h 125"/>
                <a:gd name="T16" fmla="*/ 88 w 88"/>
                <a:gd name="T17" fmla="*/ 51 h 125"/>
                <a:gd name="T18" fmla="*/ 87 w 88"/>
                <a:gd name="T19" fmla="*/ 55 h 125"/>
                <a:gd name="T20" fmla="*/ 85 w 88"/>
                <a:gd name="T21" fmla="*/ 59 h 125"/>
                <a:gd name="T22" fmla="*/ 79 w 88"/>
                <a:gd name="T23" fmla="*/ 68 h 125"/>
                <a:gd name="T24" fmla="*/ 76 w 88"/>
                <a:gd name="T25" fmla="*/ 72 h 125"/>
                <a:gd name="T26" fmla="*/ 73 w 88"/>
                <a:gd name="T27" fmla="*/ 76 h 125"/>
                <a:gd name="T28" fmla="*/ 72 w 88"/>
                <a:gd name="T29" fmla="*/ 75 h 125"/>
                <a:gd name="T30" fmla="*/ 72 w 88"/>
                <a:gd name="T31" fmla="*/ 73 h 125"/>
                <a:gd name="T32" fmla="*/ 70 w 88"/>
                <a:gd name="T33" fmla="*/ 76 h 125"/>
                <a:gd name="T34" fmla="*/ 70 w 88"/>
                <a:gd name="T35" fmla="*/ 79 h 125"/>
                <a:gd name="T36" fmla="*/ 66 w 88"/>
                <a:gd name="T37" fmla="*/ 83 h 125"/>
                <a:gd name="T38" fmla="*/ 66 w 88"/>
                <a:gd name="T39" fmla="*/ 86 h 125"/>
                <a:gd name="T40" fmla="*/ 67 w 88"/>
                <a:gd name="T41" fmla="*/ 89 h 125"/>
                <a:gd name="T42" fmla="*/ 68 w 88"/>
                <a:gd name="T43" fmla="*/ 93 h 125"/>
                <a:gd name="T44" fmla="*/ 68 w 88"/>
                <a:gd name="T45" fmla="*/ 94 h 125"/>
                <a:gd name="T46" fmla="*/ 62 w 88"/>
                <a:gd name="T47" fmla="*/ 97 h 125"/>
                <a:gd name="T48" fmla="*/ 56 w 88"/>
                <a:gd name="T49" fmla="*/ 96 h 125"/>
                <a:gd name="T50" fmla="*/ 52 w 88"/>
                <a:gd name="T51" fmla="*/ 105 h 125"/>
                <a:gd name="T52" fmla="*/ 50 w 88"/>
                <a:gd name="T53" fmla="*/ 109 h 125"/>
                <a:gd name="T54" fmla="*/ 44 w 88"/>
                <a:gd name="T55" fmla="*/ 109 h 125"/>
                <a:gd name="T56" fmla="*/ 39 w 88"/>
                <a:gd name="T57" fmla="*/ 109 h 125"/>
                <a:gd name="T58" fmla="*/ 38 w 88"/>
                <a:gd name="T59" fmla="*/ 113 h 125"/>
                <a:gd name="T60" fmla="*/ 39 w 88"/>
                <a:gd name="T61" fmla="*/ 114 h 125"/>
                <a:gd name="T62" fmla="*/ 38 w 88"/>
                <a:gd name="T63" fmla="*/ 115 h 125"/>
                <a:gd name="T64" fmla="*/ 35 w 88"/>
                <a:gd name="T65" fmla="*/ 121 h 125"/>
                <a:gd name="T66" fmla="*/ 33 w 88"/>
                <a:gd name="T67" fmla="*/ 119 h 125"/>
                <a:gd name="T68" fmla="*/ 27 w 88"/>
                <a:gd name="T69" fmla="*/ 119 h 125"/>
                <a:gd name="T70" fmla="*/ 21 w 88"/>
                <a:gd name="T71" fmla="*/ 122 h 125"/>
                <a:gd name="T72" fmla="*/ 17 w 88"/>
                <a:gd name="T73" fmla="*/ 125 h 125"/>
                <a:gd name="T74" fmla="*/ 16 w 88"/>
                <a:gd name="T75" fmla="*/ 125 h 125"/>
                <a:gd name="T76" fmla="*/ 10 w 88"/>
                <a:gd name="T77" fmla="*/ 111 h 125"/>
                <a:gd name="T78" fmla="*/ 0 w 88"/>
                <a:gd name="T79" fmla="*/ 92 h 125"/>
                <a:gd name="T80" fmla="*/ 35 w 88"/>
                <a:gd name="T81" fmla="*/ 56 h 125"/>
                <a:gd name="T82" fmla="*/ 43 w 88"/>
                <a:gd name="T83" fmla="*/ 15 h 125"/>
                <a:gd name="T84" fmla="*/ 43 w 88"/>
                <a:gd name="T85" fmla="*/ 0 h 125"/>
                <a:gd name="T86" fmla="*/ 43 w 88"/>
                <a:gd name="T87" fmla="*/ 0 h 125"/>
                <a:gd name="T88" fmla="*/ 43 w 88"/>
                <a:gd name="T89" fmla="*/ 1 h 125"/>
                <a:gd name="T90" fmla="*/ 44 w 88"/>
                <a:gd name="T91" fmla="*/ 4 h 125"/>
                <a:gd name="T92" fmla="*/ 43 w 88"/>
                <a:gd name="T93" fmla="*/ 8 h 125"/>
                <a:gd name="T94" fmla="*/ 42 w 88"/>
                <a:gd name="T95" fmla="*/ 10 h 125"/>
                <a:gd name="T96" fmla="*/ 39 w 88"/>
                <a:gd name="T97" fmla="*/ 5 h 125"/>
                <a:gd name="T98" fmla="*/ 41 w 88"/>
                <a:gd name="T99" fmla="*/ 2 h 125"/>
                <a:gd name="T100" fmla="*/ 42 w 88"/>
                <a:gd name="T101" fmla="*/ 2 h 125"/>
                <a:gd name="T102" fmla="*/ 43 w 88"/>
                <a:gd name="T10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8" h="125">
                  <a:moveTo>
                    <a:pt x="44" y="14"/>
                  </a:moveTo>
                  <a:lnTo>
                    <a:pt x="46" y="22"/>
                  </a:lnTo>
                  <a:lnTo>
                    <a:pt x="50" y="26"/>
                  </a:lnTo>
                  <a:lnTo>
                    <a:pt x="50" y="29"/>
                  </a:lnTo>
                  <a:lnTo>
                    <a:pt x="56" y="34"/>
                  </a:lnTo>
                  <a:lnTo>
                    <a:pt x="59" y="35"/>
                  </a:lnTo>
                  <a:lnTo>
                    <a:pt x="60" y="34"/>
                  </a:lnTo>
                  <a:lnTo>
                    <a:pt x="63" y="34"/>
                  </a:lnTo>
                  <a:lnTo>
                    <a:pt x="68" y="35"/>
                  </a:lnTo>
                  <a:lnTo>
                    <a:pt x="71" y="34"/>
                  </a:lnTo>
                  <a:lnTo>
                    <a:pt x="73" y="34"/>
                  </a:lnTo>
                  <a:lnTo>
                    <a:pt x="76" y="39"/>
                  </a:lnTo>
                  <a:lnTo>
                    <a:pt x="77" y="42"/>
                  </a:lnTo>
                  <a:lnTo>
                    <a:pt x="79" y="43"/>
                  </a:lnTo>
                  <a:lnTo>
                    <a:pt x="80" y="46"/>
                  </a:lnTo>
                  <a:lnTo>
                    <a:pt x="85" y="50"/>
                  </a:lnTo>
                  <a:lnTo>
                    <a:pt x="87" y="50"/>
                  </a:lnTo>
                  <a:lnTo>
                    <a:pt x="88" y="51"/>
                  </a:lnTo>
                  <a:lnTo>
                    <a:pt x="88" y="52"/>
                  </a:lnTo>
                  <a:lnTo>
                    <a:pt x="87" y="55"/>
                  </a:lnTo>
                  <a:lnTo>
                    <a:pt x="87" y="56"/>
                  </a:lnTo>
                  <a:lnTo>
                    <a:pt x="85" y="59"/>
                  </a:lnTo>
                  <a:lnTo>
                    <a:pt x="81" y="65"/>
                  </a:lnTo>
                  <a:lnTo>
                    <a:pt x="79" y="68"/>
                  </a:lnTo>
                  <a:lnTo>
                    <a:pt x="77" y="71"/>
                  </a:lnTo>
                  <a:lnTo>
                    <a:pt x="76" y="72"/>
                  </a:lnTo>
                  <a:lnTo>
                    <a:pt x="75" y="77"/>
                  </a:lnTo>
                  <a:lnTo>
                    <a:pt x="73" y="76"/>
                  </a:lnTo>
                  <a:lnTo>
                    <a:pt x="72" y="76"/>
                  </a:lnTo>
                  <a:lnTo>
                    <a:pt x="72" y="75"/>
                  </a:lnTo>
                  <a:lnTo>
                    <a:pt x="72" y="73"/>
                  </a:lnTo>
                  <a:lnTo>
                    <a:pt x="72" y="73"/>
                  </a:lnTo>
                  <a:lnTo>
                    <a:pt x="71" y="73"/>
                  </a:lnTo>
                  <a:lnTo>
                    <a:pt x="70" y="76"/>
                  </a:lnTo>
                  <a:lnTo>
                    <a:pt x="68" y="77"/>
                  </a:lnTo>
                  <a:lnTo>
                    <a:pt x="70" y="79"/>
                  </a:lnTo>
                  <a:lnTo>
                    <a:pt x="68" y="79"/>
                  </a:lnTo>
                  <a:lnTo>
                    <a:pt x="66" y="83"/>
                  </a:lnTo>
                  <a:lnTo>
                    <a:pt x="66" y="84"/>
                  </a:lnTo>
                  <a:lnTo>
                    <a:pt x="66" y="86"/>
                  </a:lnTo>
                  <a:lnTo>
                    <a:pt x="66" y="86"/>
                  </a:lnTo>
                  <a:lnTo>
                    <a:pt x="67" y="89"/>
                  </a:lnTo>
                  <a:lnTo>
                    <a:pt x="66" y="89"/>
                  </a:lnTo>
                  <a:lnTo>
                    <a:pt x="68" y="93"/>
                  </a:lnTo>
                  <a:lnTo>
                    <a:pt x="68" y="94"/>
                  </a:lnTo>
                  <a:lnTo>
                    <a:pt x="68" y="94"/>
                  </a:lnTo>
                  <a:lnTo>
                    <a:pt x="63" y="96"/>
                  </a:lnTo>
                  <a:lnTo>
                    <a:pt x="62" y="97"/>
                  </a:lnTo>
                  <a:lnTo>
                    <a:pt x="59" y="96"/>
                  </a:lnTo>
                  <a:lnTo>
                    <a:pt x="56" y="96"/>
                  </a:lnTo>
                  <a:lnTo>
                    <a:pt x="52" y="101"/>
                  </a:lnTo>
                  <a:lnTo>
                    <a:pt x="52" y="105"/>
                  </a:lnTo>
                  <a:lnTo>
                    <a:pt x="51" y="106"/>
                  </a:lnTo>
                  <a:lnTo>
                    <a:pt x="50" y="109"/>
                  </a:lnTo>
                  <a:lnTo>
                    <a:pt x="47" y="108"/>
                  </a:lnTo>
                  <a:lnTo>
                    <a:pt x="44" y="109"/>
                  </a:lnTo>
                  <a:lnTo>
                    <a:pt x="41" y="109"/>
                  </a:lnTo>
                  <a:lnTo>
                    <a:pt x="39" y="109"/>
                  </a:lnTo>
                  <a:lnTo>
                    <a:pt x="38" y="111"/>
                  </a:lnTo>
                  <a:lnTo>
                    <a:pt x="38" y="113"/>
                  </a:lnTo>
                  <a:lnTo>
                    <a:pt x="38" y="114"/>
                  </a:lnTo>
                  <a:lnTo>
                    <a:pt x="39" y="114"/>
                  </a:lnTo>
                  <a:lnTo>
                    <a:pt x="39" y="115"/>
                  </a:lnTo>
                  <a:lnTo>
                    <a:pt x="38" y="115"/>
                  </a:lnTo>
                  <a:lnTo>
                    <a:pt x="38" y="117"/>
                  </a:lnTo>
                  <a:lnTo>
                    <a:pt x="35" y="121"/>
                  </a:lnTo>
                  <a:lnTo>
                    <a:pt x="34" y="121"/>
                  </a:lnTo>
                  <a:lnTo>
                    <a:pt x="33" y="119"/>
                  </a:lnTo>
                  <a:lnTo>
                    <a:pt x="30" y="119"/>
                  </a:lnTo>
                  <a:lnTo>
                    <a:pt x="27" y="119"/>
                  </a:lnTo>
                  <a:lnTo>
                    <a:pt x="23" y="122"/>
                  </a:lnTo>
                  <a:lnTo>
                    <a:pt x="21" y="122"/>
                  </a:lnTo>
                  <a:lnTo>
                    <a:pt x="19" y="125"/>
                  </a:lnTo>
                  <a:lnTo>
                    <a:pt x="17" y="125"/>
                  </a:lnTo>
                  <a:lnTo>
                    <a:pt x="17" y="123"/>
                  </a:lnTo>
                  <a:lnTo>
                    <a:pt x="16" y="125"/>
                  </a:lnTo>
                  <a:lnTo>
                    <a:pt x="9" y="117"/>
                  </a:lnTo>
                  <a:lnTo>
                    <a:pt x="10" y="111"/>
                  </a:lnTo>
                  <a:lnTo>
                    <a:pt x="0" y="97"/>
                  </a:lnTo>
                  <a:lnTo>
                    <a:pt x="0" y="92"/>
                  </a:lnTo>
                  <a:lnTo>
                    <a:pt x="34" y="81"/>
                  </a:lnTo>
                  <a:lnTo>
                    <a:pt x="35" y="56"/>
                  </a:lnTo>
                  <a:lnTo>
                    <a:pt x="33" y="46"/>
                  </a:lnTo>
                  <a:lnTo>
                    <a:pt x="43" y="15"/>
                  </a:lnTo>
                  <a:lnTo>
                    <a:pt x="44" y="14"/>
                  </a:lnTo>
                  <a:close/>
                  <a:moveTo>
                    <a:pt x="43" y="0"/>
                  </a:move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2"/>
                  </a:lnTo>
                  <a:lnTo>
                    <a:pt x="44" y="4"/>
                  </a:lnTo>
                  <a:lnTo>
                    <a:pt x="43" y="6"/>
                  </a:lnTo>
                  <a:lnTo>
                    <a:pt x="43" y="8"/>
                  </a:lnTo>
                  <a:lnTo>
                    <a:pt x="43" y="10"/>
                  </a:lnTo>
                  <a:lnTo>
                    <a:pt x="42" y="10"/>
                  </a:lnTo>
                  <a:lnTo>
                    <a:pt x="41" y="5"/>
                  </a:lnTo>
                  <a:lnTo>
                    <a:pt x="39" y="5"/>
                  </a:lnTo>
                  <a:lnTo>
                    <a:pt x="39" y="4"/>
                  </a:lnTo>
                  <a:lnTo>
                    <a:pt x="41" y="2"/>
                  </a:lnTo>
                  <a:lnTo>
                    <a:pt x="41" y="4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3" y="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6" name="Freeform 435"/>
            <p:cNvSpPr>
              <a:spLocks noEditPoints="1"/>
            </p:cNvSpPr>
            <p:nvPr/>
          </p:nvSpPr>
          <p:spPr bwMode="auto">
            <a:xfrm>
              <a:off x="7049363" y="3761644"/>
              <a:ext cx="365435" cy="223321"/>
            </a:xfrm>
            <a:custGeom>
              <a:avLst/>
              <a:gdLst>
                <a:gd name="T0" fmla="*/ 120 w 144"/>
                <a:gd name="T1" fmla="*/ 88 h 88"/>
                <a:gd name="T2" fmla="*/ 115 w 144"/>
                <a:gd name="T3" fmla="*/ 88 h 88"/>
                <a:gd name="T4" fmla="*/ 133 w 144"/>
                <a:gd name="T5" fmla="*/ 80 h 88"/>
                <a:gd name="T6" fmla="*/ 134 w 144"/>
                <a:gd name="T7" fmla="*/ 81 h 88"/>
                <a:gd name="T8" fmla="*/ 138 w 144"/>
                <a:gd name="T9" fmla="*/ 81 h 88"/>
                <a:gd name="T10" fmla="*/ 142 w 144"/>
                <a:gd name="T11" fmla="*/ 81 h 88"/>
                <a:gd name="T12" fmla="*/ 144 w 144"/>
                <a:gd name="T13" fmla="*/ 83 h 88"/>
                <a:gd name="T14" fmla="*/ 141 w 144"/>
                <a:gd name="T15" fmla="*/ 84 h 88"/>
                <a:gd name="T16" fmla="*/ 136 w 144"/>
                <a:gd name="T17" fmla="*/ 87 h 88"/>
                <a:gd name="T18" fmla="*/ 132 w 144"/>
                <a:gd name="T19" fmla="*/ 85 h 88"/>
                <a:gd name="T20" fmla="*/ 130 w 144"/>
                <a:gd name="T21" fmla="*/ 83 h 88"/>
                <a:gd name="T22" fmla="*/ 133 w 144"/>
                <a:gd name="T23" fmla="*/ 80 h 88"/>
                <a:gd name="T24" fmla="*/ 111 w 144"/>
                <a:gd name="T25" fmla="*/ 5 h 88"/>
                <a:gd name="T26" fmla="*/ 120 w 144"/>
                <a:gd name="T27" fmla="*/ 25 h 88"/>
                <a:gd name="T28" fmla="*/ 124 w 144"/>
                <a:gd name="T29" fmla="*/ 33 h 88"/>
                <a:gd name="T30" fmla="*/ 115 w 144"/>
                <a:gd name="T31" fmla="*/ 39 h 88"/>
                <a:gd name="T32" fmla="*/ 116 w 144"/>
                <a:gd name="T33" fmla="*/ 43 h 88"/>
                <a:gd name="T34" fmla="*/ 116 w 144"/>
                <a:gd name="T35" fmla="*/ 44 h 88"/>
                <a:gd name="T36" fmla="*/ 108 w 144"/>
                <a:gd name="T37" fmla="*/ 48 h 88"/>
                <a:gd name="T38" fmla="*/ 96 w 144"/>
                <a:gd name="T39" fmla="*/ 52 h 88"/>
                <a:gd name="T40" fmla="*/ 82 w 144"/>
                <a:gd name="T41" fmla="*/ 56 h 88"/>
                <a:gd name="T42" fmla="*/ 79 w 144"/>
                <a:gd name="T43" fmla="*/ 58 h 88"/>
                <a:gd name="T44" fmla="*/ 73 w 144"/>
                <a:gd name="T45" fmla="*/ 64 h 88"/>
                <a:gd name="T46" fmla="*/ 70 w 144"/>
                <a:gd name="T47" fmla="*/ 64 h 88"/>
                <a:gd name="T48" fmla="*/ 67 w 144"/>
                <a:gd name="T49" fmla="*/ 66 h 88"/>
                <a:gd name="T50" fmla="*/ 65 w 144"/>
                <a:gd name="T51" fmla="*/ 64 h 88"/>
                <a:gd name="T52" fmla="*/ 59 w 144"/>
                <a:gd name="T53" fmla="*/ 69 h 88"/>
                <a:gd name="T54" fmla="*/ 54 w 144"/>
                <a:gd name="T55" fmla="*/ 71 h 88"/>
                <a:gd name="T56" fmla="*/ 46 w 144"/>
                <a:gd name="T57" fmla="*/ 72 h 88"/>
                <a:gd name="T58" fmla="*/ 42 w 144"/>
                <a:gd name="T59" fmla="*/ 72 h 88"/>
                <a:gd name="T60" fmla="*/ 40 w 144"/>
                <a:gd name="T61" fmla="*/ 71 h 88"/>
                <a:gd name="T62" fmla="*/ 34 w 144"/>
                <a:gd name="T63" fmla="*/ 73 h 88"/>
                <a:gd name="T64" fmla="*/ 32 w 144"/>
                <a:gd name="T65" fmla="*/ 76 h 88"/>
                <a:gd name="T66" fmla="*/ 28 w 144"/>
                <a:gd name="T67" fmla="*/ 80 h 88"/>
                <a:gd name="T68" fmla="*/ 24 w 144"/>
                <a:gd name="T69" fmla="*/ 79 h 88"/>
                <a:gd name="T70" fmla="*/ 20 w 144"/>
                <a:gd name="T71" fmla="*/ 81 h 88"/>
                <a:gd name="T72" fmla="*/ 16 w 144"/>
                <a:gd name="T73" fmla="*/ 81 h 88"/>
                <a:gd name="T74" fmla="*/ 12 w 144"/>
                <a:gd name="T75" fmla="*/ 80 h 88"/>
                <a:gd name="T76" fmla="*/ 9 w 144"/>
                <a:gd name="T77" fmla="*/ 75 h 88"/>
                <a:gd name="T78" fmla="*/ 9 w 144"/>
                <a:gd name="T79" fmla="*/ 71 h 88"/>
                <a:gd name="T80" fmla="*/ 7 w 144"/>
                <a:gd name="T81" fmla="*/ 64 h 88"/>
                <a:gd name="T82" fmla="*/ 1 w 144"/>
                <a:gd name="T83" fmla="*/ 50 h 88"/>
                <a:gd name="T84" fmla="*/ 0 w 144"/>
                <a:gd name="T85" fmla="*/ 47 h 88"/>
                <a:gd name="T86" fmla="*/ 1 w 144"/>
                <a:gd name="T87" fmla="*/ 47 h 88"/>
                <a:gd name="T88" fmla="*/ 3 w 144"/>
                <a:gd name="T89" fmla="*/ 46 h 88"/>
                <a:gd name="T90" fmla="*/ 3 w 144"/>
                <a:gd name="T91" fmla="*/ 35 h 88"/>
                <a:gd name="T92" fmla="*/ 4 w 144"/>
                <a:gd name="T93" fmla="*/ 34 h 88"/>
                <a:gd name="T94" fmla="*/ 7 w 144"/>
                <a:gd name="T95" fmla="*/ 33 h 88"/>
                <a:gd name="T96" fmla="*/ 8 w 144"/>
                <a:gd name="T97" fmla="*/ 26 h 88"/>
                <a:gd name="T98" fmla="*/ 12 w 144"/>
                <a:gd name="T99" fmla="*/ 19 h 88"/>
                <a:gd name="T100" fmla="*/ 24 w 144"/>
                <a:gd name="T101" fmla="*/ 22 h 88"/>
                <a:gd name="T102" fmla="*/ 44 w 144"/>
                <a:gd name="T103" fmla="*/ 31 h 88"/>
                <a:gd name="T104" fmla="*/ 66 w 144"/>
                <a:gd name="T105" fmla="*/ 1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4" h="88">
                  <a:moveTo>
                    <a:pt x="117" y="87"/>
                  </a:moveTo>
                  <a:lnTo>
                    <a:pt x="120" y="88"/>
                  </a:lnTo>
                  <a:lnTo>
                    <a:pt x="119" y="88"/>
                  </a:lnTo>
                  <a:lnTo>
                    <a:pt x="115" y="88"/>
                  </a:lnTo>
                  <a:lnTo>
                    <a:pt x="117" y="87"/>
                  </a:lnTo>
                  <a:close/>
                  <a:moveTo>
                    <a:pt x="133" y="80"/>
                  </a:moveTo>
                  <a:lnTo>
                    <a:pt x="134" y="80"/>
                  </a:lnTo>
                  <a:lnTo>
                    <a:pt x="134" y="81"/>
                  </a:lnTo>
                  <a:lnTo>
                    <a:pt x="136" y="83"/>
                  </a:lnTo>
                  <a:lnTo>
                    <a:pt x="138" y="81"/>
                  </a:lnTo>
                  <a:lnTo>
                    <a:pt x="140" y="81"/>
                  </a:lnTo>
                  <a:lnTo>
                    <a:pt x="142" y="81"/>
                  </a:lnTo>
                  <a:lnTo>
                    <a:pt x="144" y="83"/>
                  </a:lnTo>
                  <a:lnTo>
                    <a:pt x="144" y="83"/>
                  </a:lnTo>
                  <a:lnTo>
                    <a:pt x="144" y="84"/>
                  </a:lnTo>
                  <a:lnTo>
                    <a:pt x="141" y="84"/>
                  </a:lnTo>
                  <a:lnTo>
                    <a:pt x="138" y="87"/>
                  </a:lnTo>
                  <a:lnTo>
                    <a:pt x="136" y="87"/>
                  </a:lnTo>
                  <a:lnTo>
                    <a:pt x="133" y="87"/>
                  </a:lnTo>
                  <a:lnTo>
                    <a:pt x="132" y="85"/>
                  </a:lnTo>
                  <a:lnTo>
                    <a:pt x="129" y="84"/>
                  </a:lnTo>
                  <a:lnTo>
                    <a:pt x="130" y="83"/>
                  </a:lnTo>
                  <a:lnTo>
                    <a:pt x="132" y="81"/>
                  </a:lnTo>
                  <a:lnTo>
                    <a:pt x="133" y="80"/>
                  </a:lnTo>
                  <a:close/>
                  <a:moveTo>
                    <a:pt x="111" y="0"/>
                  </a:moveTo>
                  <a:lnTo>
                    <a:pt x="111" y="5"/>
                  </a:lnTo>
                  <a:lnTo>
                    <a:pt x="121" y="19"/>
                  </a:lnTo>
                  <a:lnTo>
                    <a:pt x="120" y="25"/>
                  </a:lnTo>
                  <a:lnTo>
                    <a:pt x="127" y="33"/>
                  </a:lnTo>
                  <a:lnTo>
                    <a:pt x="124" y="33"/>
                  </a:lnTo>
                  <a:lnTo>
                    <a:pt x="119" y="34"/>
                  </a:lnTo>
                  <a:lnTo>
                    <a:pt x="115" y="39"/>
                  </a:lnTo>
                  <a:lnTo>
                    <a:pt x="115" y="42"/>
                  </a:lnTo>
                  <a:lnTo>
                    <a:pt x="116" y="43"/>
                  </a:lnTo>
                  <a:lnTo>
                    <a:pt x="115" y="43"/>
                  </a:lnTo>
                  <a:lnTo>
                    <a:pt x="116" y="44"/>
                  </a:lnTo>
                  <a:lnTo>
                    <a:pt x="111" y="46"/>
                  </a:lnTo>
                  <a:lnTo>
                    <a:pt x="108" y="48"/>
                  </a:lnTo>
                  <a:lnTo>
                    <a:pt x="104" y="51"/>
                  </a:lnTo>
                  <a:lnTo>
                    <a:pt x="96" y="52"/>
                  </a:lnTo>
                  <a:lnTo>
                    <a:pt x="95" y="54"/>
                  </a:lnTo>
                  <a:lnTo>
                    <a:pt x="82" y="56"/>
                  </a:lnTo>
                  <a:lnTo>
                    <a:pt x="80" y="56"/>
                  </a:lnTo>
                  <a:lnTo>
                    <a:pt x="79" y="58"/>
                  </a:lnTo>
                  <a:lnTo>
                    <a:pt x="76" y="62"/>
                  </a:lnTo>
                  <a:lnTo>
                    <a:pt x="73" y="64"/>
                  </a:lnTo>
                  <a:lnTo>
                    <a:pt x="71" y="64"/>
                  </a:lnTo>
                  <a:lnTo>
                    <a:pt x="70" y="64"/>
                  </a:lnTo>
                  <a:lnTo>
                    <a:pt x="69" y="66"/>
                  </a:lnTo>
                  <a:lnTo>
                    <a:pt x="67" y="66"/>
                  </a:lnTo>
                  <a:lnTo>
                    <a:pt x="66" y="64"/>
                  </a:lnTo>
                  <a:lnTo>
                    <a:pt x="65" y="64"/>
                  </a:lnTo>
                  <a:lnTo>
                    <a:pt x="59" y="68"/>
                  </a:lnTo>
                  <a:lnTo>
                    <a:pt x="59" y="69"/>
                  </a:lnTo>
                  <a:lnTo>
                    <a:pt x="58" y="71"/>
                  </a:lnTo>
                  <a:lnTo>
                    <a:pt x="54" y="71"/>
                  </a:lnTo>
                  <a:lnTo>
                    <a:pt x="48" y="73"/>
                  </a:lnTo>
                  <a:lnTo>
                    <a:pt x="46" y="72"/>
                  </a:lnTo>
                  <a:lnTo>
                    <a:pt x="45" y="71"/>
                  </a:lnTo>
                  <a:lnTo>
                    <a:pt x="42" y="72"/>
                  </a:lnTo>
                  <a:lnTo>
                    <a:pt x="41" y="71"/>
                  </a:lnTo>
                  <a:lnTo>
                    <a:pt x="40" y="71"/>
                  </a:lnTo>
                  <a:lnTo>
                    <a:pt x="38" y="71"/>
                  </a:lnTo>
                  <a:lnTo>
                    <a:pt x="34" y="73"/>
                  </a:lnTo>
                  <a:lnTo>
                    <a:pt x="33" y="76"/>
                  </a:lnTo>
                  <a:lnTo>
                    <a:pt x="32" y="76"/>
                  </a:lnTo>
                  <a:lnTo>
                    <a:pt x="30" y="80"/>
                  </a:lnTo>
                  <a:lnTo>
                    <a:pt x="28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81"/>
                  </a:lnTo>
                  <a:lnTo>
                    <a:pt x="20" y="81"/>
                  </a:lnTo>
                  <a:lnTo>
                    <a:pt x="17" y="81"/>
                  </a:lnTo>
                  <a:lnTo>
                    <a:pt x="16" y="81"/>
                  </a:lnTo>
                  <a:lnTo>
                    <a:pt x="13" y="81"/>
                  </a:lnTo>
                  <a:lnTo>
                    <a:pt x="12" y="80"/>
                  </a:lnTo>
                  <a:lnTo>
                    <a:pt x="12" y="77"/>
                  </a:lnTo>
                  <a:lnTo>
                    <a:pt x="9" y="75"/>
                  </a:lnTo>
                  <a:lnTo>
                    <a:pt x="8" y="71"/>
                  </a:lnTo>
                  <a:lnTo>
                    <a:pt x="9" y="71"/>
                  </a:lnTo>
                  <a:lnTo>
                    <a:pt x="9" y="67"/>
                  </a:lnTo>
                  <a:lnTo>
                    <a:pt x="7" y="64"/>
                  </a:lnTo>
                  <a:lnTo>
                    <a:pt x="5" y="54"/>
                  </a:lnTo>
                  <a:lnTo>
                    <a:pt x="1" y="50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3" y="46"/>
                  </a:lnTo>
                  <a:lnTo>
                    <a:pt x="3" y="42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4" y="34"/>
                  </a:lnTo>
                  <a:lnTo>
                    <a:pt x="5" y="34"/>
                  </a:lnTo>
                  <a:lnTo>
                    <a:pt x="7" y="33"/>
                  </a:lnTo>
                  <a:lnTo>
                    <a:pt x="9" y="30"/>
                  </a:lnTo>
                  <a:lnTo>
                    <a:pt x="8" y="26"/>
                  </a:lnTo>
                  <a:lnTo>
                    <a:pt x="9" y="21"/>
                  </a:lnTo>
                  <a:lnTo>
                    <a:pt x="12" y="19"/>
                  </a:lnTo>
                  <a:lnTo>
                    <a:pt x="16" y="22"/>
                  </a:lnTo>
                  <a:lnTo>
                    <a:pt x="24" y="22"/>
                  </a:lnTo>
                  <a:lnTo>
                    <a:pt x="33" y="26"/>
                  </a:lnTo>
                  <a:lnTo>
                    <a:pt x="44" y="31"/>
                  </a:lnTo>
                  <a:lnTo>
                    <a:pt x="45" y="42"/>
                  </a:lnTo>
                  <a:lnTo>
                    <a:pt x="66" y="13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7" name="Freeform 436"/>
            <p:cNvSpPr>
              <a:spLocks/>
            </p:cNvSpPr>
            <p:nvPr/>
          </p:nvSpPr>
          <p:spPr bwMode="auto">
            <a:xfrm>
              <a:off x="6496134" y="3363218"/>
              <a:ext cx="375586" cy="317219"/>
            </a:xfrm>
            <a:custGeom>
              <a:avLst/>
              <a:gdLst>
                <a:gd name="T0" fmla="*/ 25 w 148"/>
                <a:gd name="T1" fmla="*/ 3 h 125"/>
                <a:gd name="T2" fmla="*/ 34 w 148"/>
                <a:gd name="T3" fmla="*/ 5 h 125"/>
                <a:gd name="T4" fmla="*/ 42 w 148"/>
                <a:gd name="T5" fmla="*/ 7 h 125"/>
                <a:gd name="T6" fmla="*/ 54 w 148"/>
                <a:gd name="T7" fmla="*/ 9 h 125"/>
                <a:gd name="T8" fmla="*/ 59 w 148"/>
                <a:gd name="T9" fmla="*/ 5 h 125"/>
                <a:gd name="T10" fmla="*/ 65 w 148"/>
                <a:gd name="T11" fmla="*/ 1 h 125"/>
                <a:gd name="T12" fmla="*/ 69 w 148"/>
                <a:gd name="T13" fmla="*/ 1 h 125"/>
                <a:gd name="T14" fmla="*/ 68 w 148"/>
                <a:gd name="T15" fmla="*/ 4 h 125"/>
                <a:gd name="T16" fmla="*/ 75 w 148"/>
                <a:gd name="T17" fmla="*/ 3 h 125"/>
                <a:gd name="T18" fmla="*/ 73 w 148"/>
                <a:gd name="T19" fmla="*/ 0 h 125"/>
                <a:gd name="T20" fmla="*/ 81 w 148"/>
                <a:gd name="T21" fmla="*/ 3 h 125"/>
                <a:gd name="T22" fmla="*/ 81 w 148"/>
                <a:gd name="T23" fmla="*/ 5 h 125"/>
                <a:gd name="T24" fmla="*/ 86 w 148"/>
                <a:gd name="T25" fmla="*/ 8 h 125"/>
                <a:gd name="T26" fmla="*/ 89 w 148"/>
                <a:gd name="T27" fmla="*/ 7 h 125"/>
                <a:gd name="T28" fmla="*/ 106 w 148"/>
                <a:gd name="T29" fmla="*/ 5 h 125"/>
                <a:gd name="T30" fmla="*/ 111 w 148"/>
                <a:gd name="T31" fmla="*/ 7 h 125"/>
                <a:gd name="T32" fmla="*/ 118 w 148"/>
                <a:gd name="T33" fmla="*/ 23 h 125"/>
                <a:gd name="T34" fmla="*/ 118 w 148"/>
                <a:gd name="T35" fmla="*/ 30 h 125"/>
                <a:gd name="T36" fmla="*/ 114 w 148"/>
                <a:gd name="T37" fmla="*/ 42 h 125"/>
                <a:gd name="T38" fmla="*/ 113 w 148"/>
                <a:gd name="T39" fmla="*/ 50 h 125"/>
                <a:gd name="T40" fmla="*/ 109 w 148"/>
                <a:gd name="T41" fmla="*/ 49 h 125"/>
                <a:gd name="T42" fmla="*/ 100 w 148"/>
                <a:gd name="T43" fmla="*/ 40 h 125"/>
                <a:gd name="T44" fmla="*/ 94 w 148"/>
                <a:gd name="T45" fmla="*/ 30 h 125"/>
                <a:gd name="T46" fmla="*/ 92 w 148"/>
                <a:gd name="T47" fmla="*/ 25 h 125"/>
                <a:gd name="T48" fmla="*/ 90 w 148"/>
                <a:gd name="T49" fmla="*/ 25 h 125"/>
                <a:gd name="T50" fmla="*/ 92 w 148"/>
                <a:gd name="T51" fmla="*/ 32 h 125"/>
                <a:gd name="T52" fmla="*/ 97 w 148"/>
                <a:gd name="T53" fmla="*/ 41 h 125"/>
                <a:gd name="T54" fmla="*/ 105 w 148"/>
                <a:gd name="T55" fmla="*/ 50 h 125"/>
                <a:gd name="T56" fmla="*/ 109 w 148"/>
                <a:gd name="T57" fmla="*/ 58 h 125"/>
                <a:gd name="T58" fmla="*/ 111 w 148"/>
                <a:gd name="T59" fmla="*/ 66 h 125"/>
                <a:gd name="T60" fmla="*/ 119 w 148"/>
                <a:gd name="T61" fmla="*/ 83 h 125"/>
                <a:gd name="T62" fmla="*/ 127 w 148"/>
                <a:gd name="T63" fmla="*/ 94 h 125"/>
                <a:gd name="T64" fmla="*/ 130 w 148"/>
                <a:gd name="T65" fmla="*/ 95 h 125"/>
                <a:gd name="T66" fmla="*/ 134 w 148"/>
                <a:gd name="T67" fmla="*/ 100 h 125"/>
                <a:gd name="T68" fmla="*/ 130 w 148"/>
                <a:gd name="T69" fmla="*/ 100 h 125"/>
                <a:gd name="T70" fmla="*/ 130 w 148"/>
                <a:gd name="T71" fmla="*/ 107 h 125"/>
                <a:gd name="T72" fmla="*/ 138 w 148"/>
                <a:gd name="T73" fmla="*/ 115 h 125"/>
                <a:gd name="T74" fmla="*/ 143 w 148"/>
                <a:gd name="T75" fmla="*/ 119 h 125"/>
                <a:gd name="T76" fmla="*/ 148 w 148"/>
                <a:gd name="T77" fmla="*/ 124 h 125"/>
                <a:gd name="T78" fmla="*/ 3 w 148"/>
                <a:gd name="T79" fmla="*/ 30 h 125"/>
                <a:gd name="T80" fmla="*/ 2 w 148"/>
                <a:gd name="T81" fmla="*/ 17 h 125"/>
                <a:gd name="T82" fmla="*/ 2 w 148"/>
                <a:gd name="T83" fmla="*/ 8 h 125"/>
                <a:gd name="T84" fmla="*/ 3 w 148"/>
                <a:gd name="T85" fmla="*/ 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25">
                  <a:moveTo>
                    <a:pt x="11" y="0"/>
                  </a:moveTo>
                  <a:lnTo>
                    <a:pt x="15" y="1"/>
                  </a:lnTo>
                  <a:lnTo>
                    <a:pt x="25" y="3"/>
                  </a:lnTo>
                  <a:lnTo>
                    <a:pt x="29" y="3"/>
                  </a:lnTo>
                  <a:lnTo>
                    <a:pt x="31" y="5"/>
                  </a:lnTo>
                  <a:lnTo>
                    <a:pt x="34" y="5"/>
                  </a:lnTo>
                  <a:lnTo>
                    <a:pt x="35" y="5"/>
                  </a:lnTo>
                  <a:lnTo>
                    <a:pt x="38" y="7"/>
                  </a:lnTo>
                  <a:lnTo>
                    <a:pt x="42" y="7"/>
                  </a:lnTo>
                  <a:lnTo>
                    <a:pt x="44" y="7"/>
                  </a:lnTo>
                  <a:lnTo>
                    <a:pt x="50" y="9"/>
                  </a:lnTo>
                  <a:lnTo>
                    <a:pt x="54" y="9"/>
                  </a:lnTo>
                  <a:lnTo>
                    <a:pt x="54" y="8"/>
                  </a:lnTo>
                  <a:lnTo>
                    <a:pt x="56" y="7"/>
                  </a:lnTo>
                  <a:lnTo>
                    <a:pt x="59" y="5"/>
                  </a:lnTo>
                  <a:lnTo>
                    <a:pt x="60" y="4"/>
                  </a:lnTo>
                  <a:lnTo>
                    <a:pt x="64" y="3"/>
                  </a:lnTo>
                  <a:lnTo>
                    <a:pt x="65" y="1"/>
                  </a:lnTo>
                  <a:lnTo>
                    <a:pt x="68" y="1"/>
                  </a:lnTo>
                  <a:lnTo>
                    <a:pt x="71" y="1"/>
                  </a:lnTo>
                  <a:lnTo>
                    <a:pt x="69" y="1"/>
                  </a:lnTo>
                  <a:lnTo>
                    <a:pt x="67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2" y="3"/>
                  </a:lnTo>
                  <a:lnTo>
                    <a:pt x="75" y="3"/>
                  </a:lnTo>
                  <a:lnTo>
                    <a:pt x="75" y="1"/>
                  </a:lnTo>
                  <a:lnTo>
                    <a:pt x="72" y="1"/>
                  </a:lnTo>
                  <a:lnTo>
                    <a:pt x="73" y="0"/>
                  </a:lnTo>
                  <a:lnTo>
                    <a:pt x="77" y="1"/>
                  </a:lnTo>
                  <a:lnTo>
                    <a:pt x="80" y="3"/>
                  </a:lnTo>
                  <a:lnTo>
                    <a:pt x="81" y="3"/>
                  </a:lnTo>
                  <a:lnTo>
                    <a:pt x="82" y="3"/>
                  </a:lnTo>
                  <a:lnTo>
                    <a:pt x="81" y="4"/>
                  </a:lnTo>
                  <a:lnTo>
                    <a:pt x="81" y="5"/>
                  </a:lnTo>
                  <a:lnTo>
                    <a:pt x="84" y="7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5"/>
                  </a:lnTo>
                  <a:lnTo>
                    <a:pt x="85" y="4"/>
                  </a:lnTo>
                  <a:lnTo>
                    <a:pt x="89" y="7"/>
                  </a:lnTo>
                  <a:lnTo>
                    <a:pt x="96" y="5"/>
                  </a:lnTo>
                  <a:lnTo>
                    <a:pt x="102" y="7"/>
                  </a:lnTo>
                  <a:lnTo>
                    <a:pt x="106" y="5"/>
                  </a:lnTo>
                  <a:lnTo>
                    <a:pt x="108" y="3"/>
                  </a:lnTo>
                  <a:lnTo>
                    <a:pt x="109" y="4"/>
                  </a:lnTo>
                  <a:lnTo>
                    <a:pt x="111" y="7"/>
                  </a:lnTo>
                  <a:lnTo>
                    <a:pt x="113" y="12"/>
                  </a:lnTo>
                  <a:lnTo>
                    <a:pt x="115" y="16"/>
                  </a:lnTo>
                  <a:lnTo>
                    <a:pt x="118" y="23"/>
                  </a:lnTo>
                  <a:lnTo>
                    <a:pt x="117" y="25"/>
                  </a:lnTo>
                  <a:lnTo>
                    <a:pt x="118" y="29"/>
                  </a:lnTo>
                  <a:lnTo>
                    <a:pt x="118" y="30"/>
                  </a:lnTo>
                  <a:lnTo>
                    <a:pt x="117" y="37"/>
                  </a:lnTo>
                  <a:lnTo>
                    <a:pt x="117" y="40"/>
                  </a:lnTo>
                  <a:lnTo>
                    <a:pt x="114" y="42"/>
                  </a:lnTo>
                  <a:lnTo>
                    <a:pt x="115" y="44"/>
                  </a:lnTo>
                  <a:lnTo>
                    <a:pt x="115" y="49"/>
                  </a:lnTo>
                  <a:lnTo>
                    <a:pt x="113" y="50"/>
                  </a:lnTo>
                  <a:lnTo>
                    <a:pt x="113" y="51"/>
                  </a:lnTo>
                  <a:lnTo>
                    <a:pt x="113" y="50"/>
                  </a:lnTo>
                  <a:lnTo>
                    <a:pt x="109" y="49"/>
                  </a:lnTo>
                  <a:lnTo>
                    <a:pt x="104" y="42"/>
                  </a:lnTo>
                  <a:lnTo>
                    <a:pt x="104" y="41"/>
                  </a:lnTo>
                  <a:lnTo>
                    <a:pt x="100" y="40"/>
                  </a:lnTo>
                  <a:lnTo>
                    <a:pt x="98" y="37"/>
                  </a:lnTo>
                  <a:lnTo>
                    <a:pt x="98" y="34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3" y="28"/>
                  </a:lnTo>
                  <a:lnTo>
                    <a:pt x="92" y="25"/>
                  </a:lnTo>
                  <a:lnTo>
                    <a:pt x="90" y="25"/>
                  </a:lnTo>
                  <a:lnTo>
                    <a:pt x="90" y="24"/>
                  </a:lnTo>
                  <a:lnTo>
                    <a:pt x="90" y="25"/>
                  </a:lnTo>
                  <a:lnTo>
                    <a:pt x="90" y="26"/>
                  </a:lnTo>
                  <a:lnTo>
                    <a:pt x="90" y="28"/>
                  </a:lnTo>
                  <a:lnTo>
                    <a:pt x="92" y="32"/>
                  </a:lnTo>
                  <a:lnTo>
                    <a:pt x="92" y="34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104" y="46"/>
                  </a:lnTo>
                  <a:lnTo>
                    <a:pt x="105" y="49"/>
                  </a:lnTo>
                  <a:lnTo>
                    <a:pt x="105" y="50"/>
                  </a:lnTo>
                  <a:lnTo>
                    <a:pt x="105" y="53"/>
                  </a:lnTo>
                  <a:lnTo>
                    <a:pt x="109" y="57"/>
                  </a:lnTo>
                  <a:lnTo>
                    <a:pt x="109" y="58"/>
                  </a:lnTo>
                  <a:lnTo>
                    <a:pt x="110" y="59"/>
                  </a:lnTo>
                  <a:lnTo>
                    <a:pt x="110" y="65"/>
                  </a:lnTo>
                  <a:lnTo>
                    <a:pt x="111" y="66"/>
                  </a:lnTo>
                  <a:lnTo>
                    <a:pt x="111" y="69"/>
                  </a:lnTo>
                  <a:lnTo>
                    <a:pt x="119" y="79"/>
                  </a:lnTo>
                  <a:lnTo>
                    <a:pt x="119" y="83"/>
                  </a:lnTo>
                  <a:lnTo>
                    <a:pt x="122" y="84"/>
                  </a:lnTo>
                  <a:lnTo>
                    <a:pt x="126" y="91"/>
                  </a:lnTo>
                  <a:lnTo>
                    <a:pt x="127" y="94"/>
                  </a:lnTo>
                  <a:lnTo>
                    <a:pt x="129" y="96"/>
                  </a:lnTo>
                  <a:lnTo>
                    <a:pt x="129" y="95"/>
                  </a:lnTo>
                  <a:lnTo>
                    <a:pt x="130" y="95"/>
                  </a:lnTo>
                  <a:lnTo>
                    <a:pt x="131" y="99"/>
                  </a:lnTo>
                  <a:lnTo>
                    <a:pt x="133" y="99"/>
                  </a:lnTo>
                  <a:lnTo>
                    <a:pt x="134" y="100"/>
                  </a:lnTo>
                  <a:lnTo>
                    <a:pt x="131" y="100"/>
                  </a:lnTo>
                  <a:lnTo>
                    <a:pt x="130" y="99"/>
                  </a:lnTo>
                  <a:lnTo>
                    <a:pt x="130" y="100"/>
                  </a:lnTo>
                  <a:lnTo>
                    <a:pt x="130" y="101"/>
                  </a:lnTo>
                  <a:lnTo>
                    <a:pt x="130" y="104"/>
                  </a:lnTo>
                  <a:lnTo>
                    <a:pt x="130" y="107"/>
                  </a:lnTo>
                  <a:lnTo>
                    <a:pt x="131" y="112"/>
                  </a:lnTo>
                  <a:lnTo>
                    <a:pt x="135" y="115"/>
                  </a:lnTo>
                  <a:lnTo>
                    <a:pt x="138" y="115"/>
                  </a:lnTo>
                  <a:lnTo>
                    <a:pt x="139" y="115"/>
                  </a:lnTo>
                  <a:lnTo>
                    <a:pt x="140" y="117"/>
                  </a:lnTo>
                  <a:lnTo>
                    <a:pt x="143" y="119"/>
                  </a:lnTo>
                  <a:lnTo>
                    <a:pt x="144" y="120"/>
                  </a:lnTo>
                  <a:lnTo>
                    <a:pt x="147" y="123"/>
                  </a:lnTo>
                  <a:lnTo>
                    <a:pt x="148" y="124"/>
                  </a:lnTo>
                  <a:lnTo>
                    <a:pt x="148" y="124"/>
                  </a:lnTo>
                  <a:lnTo>
                    <a:pt x="7" y="125"/>
                  </a:lnTo>
                  <a:lnTo>
                    <a:pt x="3" y="30"/>
                  </a:lnTo>
                  <a:lnTo>
                    <a:pt x="2" y="25"/>
                  </a:lnTo>
                  <a:lnTo>
                    <a:pt x="0" y="21"/>
                  </a:lnTo>
                  <a:lnTo>
                    <a:pt x="2" y="17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2" y="8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8" name="Freeform 437"/>
            <p:cNvSpPr>
              <a:spLocks/>
            </p:cNvSpPr>
            <p:nvPr/>
          </p:nvSpPr>
          <p:spPr bwMode="auto">
            <a:xfrm>
              <a:off x="6427616" y="3677898"/>
              <a:ext cx="497398" cy="570993"/>
            </a:xfrm>
            <a:custGeom>
              <a:avLst/>
              <a:gdLst>
                <a:gd name="T0" fmla="*/ 175 w 196"/>
                <a:gd name="T1" fmla="*/ 2 h 225"/>
                <a:gd name="T2" fmla="*/ 179 w 196"/>
                <a:gd name="T3" fmla="*/ 10 h 225"/>
                <a:gd name="T4" fmla="*/ 177 w 196"/>
                <a:gd name="T5" fmla="*/ 10 h 225"/>
                <a:gd name="T6" fmla="*/ 182 w 196"/>
                <a:gd name="T7" fmla="*/ 35 h 225"/>
                <a:gd name="T8" fmla="*/ 194 w 196"/>
                <a:gd name="T9" fmla="*/ 46 h 225"/>
                <a:gd name="T10" fmla="*/ 194 w 196"/>
                <a:gd name="T11" fmla="*/ 52 h 225"/>
                <a:gd name="T12" fmla="*/ 185 w 196"/>
                <a:gd name="T13" fmla="*/ 55 h 225"/>
                <a:gd name="T14" fmla="*/ 179 w 196"/>
                <a:gd name="T15" fmla="*/ 60 h 225"/>
                <a:gd name="T16" fmla="*/ 179 w 196"/>
                <a:gd name="T17" fmla="*/ 68 h 225"/>
                <a:gd name="T18" fmla="*/ 174 w 196"/>
                <a:gd name="T19" fmla="*/ 84 h 225"/>
                <a:gd name="T20" fmla="*/ 175 w 196"/>
                <a:gd name="T21" fmla="*/ 95 h 225"/>
                <a:gd name="T22" fmla="*/ 169 w 196"/>
                <a:gd name="T23" fmla="*/ 112 h 225"/>
                <a:gd name="T24" fmla="*/ 160 w 196"/>
                <a:gd name="T25" fmla="*/ 124 h 225"/>
                <a:gd name="T26" fmla="*/ 153 w 196"/>
                <a:gd name="T27" fmla="*/ 137 h 225"/>
                <a:gd name="T28" fmla="*/ 149 w 196"/>
                <a:gd name="T29" fmla="*/ 150 h 225"/>
                <a:gd name="T30" fmla="*/ 145 w 196"/>
                <a:gd name="T31" fmla="*/ 166 h 225"/>
                <a:gd name="T32" fmla="*/ 138 w 196"/>
                <a:gd name="T33" fmla="*/ 167 h 225"/>
                <a:gd name="T34" fmla="*/ 142 w 196"/>
                <a:gd name="T35" fmla="*/ 172 h 225"/>
                <a:gd name="T36" fmla="*/ 149 w 196"/>
                <a:gd name="T37" fmla="*/ 183 h 225"/>
                <a:gd name="T38" fmla="*/ 156 w 196"/>
                <a:gd name="T39" fmla="*/ 187 h 225"/>
                <a:gd name="T40" fmla="*/ 162 w 196"/>
                <a:gd name="T41" fmla="*/ 201 h 225"/>
                <a:gd name="T42" fmla="*/ 150 w 196"/>
                <a:gd name="T43" fmla="*/ 213 h 225"/>
                <a:gd name="T44" fmla="*/ 144 w 196"/>
                <a:gd name="T45" fmla="*/ 220 h 225"/>
                <a:gd name="T46" fmla="*/ 129 w 196"/>
                <a:gd name="T47" fmla="*/ 221 h 225"/>
                <a:gd name="T48" fmla="*/ 124 w 196"/>
                <a:gd name="T49" fmla="*/ 225 h 225"/>
                <a:gd name="T50" fmla="*/ 115 w 196"/>
                <a:gd name="T51" fmla="*/ 221 h 225"/>
                <a:gd name="T52" fmla="*/ 111 w 196"/>
                <a:gd name="T53" fmla="*/ 224 h 225"/>
                <a:gd name="T54" fmla="*/ 106 w 196"/>
                <a:gd name="T55" fmla="*/ 221 h 225"/>
                <a:gd name="T56" fmla="*/ 99 w 196"/>
                <a:gd name="T57" fmla="*/ 214 h 225"/>
                <a:gd name="T58" fmla="*/ 91 w 196"/>
                <a:gd name="T59" fmla="*/ 210 h 225"/>
                <a:gd name="T60" fmla="*/ 84 w 196"/>
                <a:gd name="T61" fmla="*/ 212 h 225"/>
                <a:gd name="T62" fmla="*/ 77 w 196"/>
                <a:gd name="T63" fmla="*/ 214 h 225"/>
                <a:gd name="T64" fmla="*/ 70 w 196"/>
                <a:gd name="T65" fmla="*/ 206 h 225"/>
                <a:gd name="T66" fmla="*/ 65 w 196"/>
                <a:gd name="T67" fmla="*/ 202 h 225"/>
                <a:gd name="T68" fmla="*/ 58 w 196"/>
                <a:gd name="T69" fmla="*/ 193 h 225"/>
                <a:gd name="T70" fmla="*/ 53 w 196"/>
                <a:gd name="T71" fmla="*/ 185 h 225"/>
                <a:gd name="T72" fmla="*/ 45 w 196"/>
                <a:gd name="T73" fmla="*/ 181 h 225"/>
                <a:gd name="T74" fmla="*/ 44 w 196"/>
                <a:gd name="T75" fmla="*/ 175 h 225"/>
                <a:gd name="T76" fmla="*/ 38 w 196"/>
                <a:gd name="T77" fmla="*/ 170 h 225"/>
                <a:gd name="T78" fmla="*/ 29 w 196"/>
                <a:gd name="T79" fmla="*/ 163 h 225"/>
                <a:gd name="T80" fmla="*/ 21 w 196"/>
                <a:gd name="T81" fmla="*/ 162 h 225"/>
                <a:gd name="T82" fmla="*/ 21 w 196"/>
                <a:gd name="T83" fmla="*/ 151 h 225"/>
                <a:gd name="T84" fmla="*/ 12 w 196"/>
                <a:gd name="T85" fmla="*/ 137 h 225"/>
                <a:gd name="T86" fmla="*/ 12 w 196"/>
                <a:gd name="T87" fmla="*/ 131 h 225"/>
                <a:gd name="T88" fmla="*/ 7 w 196"/>
                <a:gd name="T89" fmla="*/ 121 h 225"/>
                <a:gd name="T90" fmla="*/ 7 w 196"/>
                <a:gd name="T91" fmla="*/ 113 h 225"/>
                <a:gd name="T92" fmla="*/ 4 w 196"/>
                <a:gd name="T93" fmla="*/ 108 h 225"/>
                <a:gd name="T94" fmla="*/ 7 w 196"/>
                <a:gd name="T95" fmla="*/ 99 h 225"/>
                <a:gd name="T96" fmla="*/ 9 w 196"/>
                <a:gd name="T97" fmla="*/ 91 h 225"/>
                <a:gd name="T98" fmla="*/ 16 w 196"/>
                <a:gd name="T99" fmla="*/ 77 h 225"/>
                <a:gd name="T100" fmla="*/ 24 w 196"/>
                <a:gd name="T101" fmla="*/ 29 h 225"/>
                <a:gd name="T102" fmla="*/ 175 w 196"/>
                <a:gd name="T103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6" h="225">
                  <a:moveTo>
                    <a:pt x="175" y="0"/>
                  </a:moveTo>
                  <a:lnTo>
                    <a:pt x="175" y="1"/>
                  </a:lnTo>
                  <a:lnTo>
                    <a:pt x="175" y="1"/>
                  </a:lnTo>
                  <a:lnTo>
                    <a:pt x="175" y="2"/>
                  </a:lnTo>
                  <a:lnTo>
                    <a:pt x="175" y="2"/>
                  </a:lnTo>
                  <a:lnTo>
                    <a:pt x="175" y="4"/>
                  </a:lnTo>
                  <a:lnTo>
                    <a:pt x="175" y="4"/>
                  </a:lnTo>
                  <a:lnTo>
                    <a:pt x="177" y="5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79" y="12"/>
                  </a:lnTo>
                  <a:lnTo>
                    <a:pt x="179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7" y="10"/>
                  </a:lnTo>
                  <a:lnTo>
                    <a:pt x="178" y="13"/>
                  </a:lnTo>
                  <a:lnTo>
                    <a:pt x="181" y="21"/>
                  </a:lnTo>
                  <a:lnTo>
                    <a:pt x="181" y="26"/>
                  </a:lnTo>
                  <a:lnTo>
                    <a:pt x="181" y="30"/>
                  </a:lnTo>
                  <a:lnTo>
                    <a:pt x="182" y="35"/>
                  </a:lnTo>
                  <a:lnTo>
                    <a:pt x="185" y="39"/>
                  </a:lnTo>
                  <a:lnTo>
                    <a:pt x="186" y="39"/>
                  </a:lnTo>
                  <a:lnTo>
                    <a:pt x="191" y="43"/>
                  </a:lnTo>
                  <a:lnTo>
                    <a:pt x="191" y="46"/>
                  </a:lnTo>
                  <a:lnTo>
                    <a:pt x="194" y="46"/>
                  </a:lnTo>
                  <a:lnTo>
                    <a:pt x="196" y="47"/>
                  </a:lnTo>
                  <a:lnTo>
                    <a:pt x="196" y="49"/>
                  </a:lnTo>
                  <a:lnTo>
                    <a:pt x="196" y="49"/>
                  </a:lnTo>
                  <a:lnTo>
                    <a:pt x="195" y="51"/>
                  </a:lnTo>
                  <a:lnTo>
                    <a:pt x="194" y="52"/>
                  </a:lnTo>
                  <a:lnTo>
                    <a:pt x="191" y="52"/>
                  </a:lnTo>
                  <a:lnTo>
                    <a:pt x="191" y="54"/>
                  </a:lnTo>
                  <a:lnTo>
                    <a:pt x="189" y="54"/>
                  </a:lnTo>
                  <a:lnTo>
                    <a:pt x="187" y="55"/>
                  </a:lnTo>
                  <a:lnTo>
                    <a:pt x="185" y="55"/>
                  </a:lnTo>
                  <a:lnTo>
                    <a:pt x="185" y="56"/>
                  </a:lnTo>
                  <a:lnTo>
                    <a:pt x="185" y="58"/>
                  </a:lnTo>
                  <a:lnTo>
                    <a:pt x="185" y="59"/>
                  </a:lnTo>
                  <a:lnTo>
                    <a:pt x="181" y="59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8" y="66"/>
                  </a:lnTo>
                  <a:lnTo>
                    <a:pt x="179" y="66"/>
                  </a:lnTo>
                  <a:lnTo>
                    <a:pt x="181" y="67"/>
                  </a:lnTo>
                  <a:lnTo>
                    <a:pt x="179" y="68"/>
                  </a:lnTo>
                  <a:lnTo>
                    <a:pt x="178" y="72"/>
                  </a:lnTo>
                  <a:lnTo>
                    <a:pt x="177" y="77"/>
                  </a:lnTo>
                  <a:lnTo>
                    <a:pt x="175" y="80"/>
                  </a:lnTo>
                  <a:lnTo>
                    <a:pt x="175" y="83"/>
                  </a:lnTo>
                  <a:lnTo>
                    <a:pt x="174" y="84"/>
                  </a:lnTo>
                  <a:lnTo>
                    <a:pt x="174" y="87"/>
                  </a:lnTo>
                  <a:lnTo>
                    <a:pt x="175" y="92"/>
                  </a:lnTo>
                  <a:lnTo>
                    <a:pt x="175" y="95"/>
                  </a:lnTo>
                  <a:lnTo>
                    <a:pt x="177" y="95"/>
                  </a:lnTo>
                  <a:lnTo>
                    <a:pt x="175" y="95"/>
                  </a:lnTo>
                  <a:lnTo>
                    <a:pt x="174" y="99"/>
                  </a:lnTo>
                  <a:lnTo>
                    <a:pt x="174" y="102"/>
                  </a:lnTo>
                  <a:lnTo>
                    <a:pt x="171" y="108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6" y="113"/>
                  </a:lnTo>
                  <a:lnTo>
                    <a:pt x="166" y="114"/>
                  </a:lnTo>
                  <a:lnTo>
                    <a:pt x="163" y="120"/>
                  </a:lnTo>
                  <a:lnTo>
                    <a:pt x="163" y="121"/>
                  </a:lnTo>
                  <a:lnTo>
                    <a:pt x="160" y="124"/>
                  </a:lnTo>
                  <a:lnTo>
                    <a:pt x="158" y="127"/>
                  </a:lnTo>
                  <a:lnTo>
                    <a:pt x="156" y="135"/>
                  </a:lnTo>
                  <a:lnTo>
                    <a:pt x="154" y="135"/>
                  </a:lnTo>
                  <a:lnTo>
                    <a:pt x="154" y="135"/>
                  </a:lnTo>
                  <a:lnTo>
                    <a:pt x="153" y="137"/>
                  </a:lnTo>
                  <a:lnTo>
                    <a:pt x="150" y="141"/>
                  </a:lnTo>
                  <a:lnTo>
                    <a:pt x="150" y="143"/>
                  </a:lnTo>
                  <a:lnTo>
                    <a:pt x="150" y="145"/>
                  </a:lnTo>
                  <a:lnTo>
                    <a:pt x="150" y="147"/>
                  </a:lnTo>
                  <a:lnTo>
                    <a:pt x="149" y="150"/>
                  </a:lnTo>
                  <a:lnTo>
                    <a:pt x="148" y="152"/>
                  </a:lnTo>
                  <a:lnTo>
                    <a:pt x="148" y="158"/>
                  </a:lnTo>
                  <a:lnTo>
                    <a:pt x="148" y="163"/>
                  </a:lnTo>
                  <a:lnTo>
                    <a:pt x="146" y="164"/>
                  </a:lnTo>
                  <a:lnTo>
                    <a:pt x="145" y="166"/>
                  </a:lnTo>
                  <a:lnTo>
                    <a:pt x="144" y="166"/>
                  </a:lnTo>
                  <a:lnTo>
                    <a:pt x="142" y="164"/>
                  </a:lnTo>
                  <a:lnTo>
                    <a:pt x="141" y="166"/>
                  </a:lnTo>
                  <a:lnTo>
                    <a:pt x="138" y="164"/>
                  </a:lnTo>
                  <a:lnTo>
                    <a:pt x="138" y="167"/>
                  </a:lnTo>
                  <a:lnTo>
                    <a:pt x="137" y="168"/>
                  </a:lnTo>
                  <a:lnTo>
                    <a:pt x="135" y="171"/>
                  </a:lnTo>
                  <a:lnTo>
                    <a:pt x="136" y="172"/>
                  </a:lnTo>
                  <a:lnTo>
                    <a:pt x="137" y="172"/>
                  </a:lnTo>
                  <a:lnTo>
                    <a:pt x="142" y="172"/>
                  </a:lnTo>
                  <a:lnTo>
                    <a:pt x="144" y="174"/>
                  </a:lnTo>
                  <a:lnTo>
                    <a:pt x="146" y="176"/>
                  </a:lnTo>
                  <a:lnTo>
                    <a:pt x="146" y="177"/>
                  </a:lnTo>
                  <a:lnTo>
                    <a:pt x="148" y="179"/>
                  </a:lnTo>
                  <a:lnTo>
                    <a:pt x="149" y="183"/>
                  </a:lnTo>
                  <a:lnTo>
                    <a:pt x="152" y="184"/>
                  </a:lnTo>
                  <a:lnTo>
                    <a:pt x="152" y="184"/>
                  </a:lnTo>
                  <a:lnTo>
                    <a:pt x="153" y="185"/>
                  </a:lnTo>
                  <a:lnTo>
                    <a:pt x="154" y="185"/>
                  </a:lnTo>
                  <a:lnTo>
                    <a:pt x="156" y="187"/>
                  </a:lnTo>
                  <a:lnTo>
                    <a:pt x="157" y="189"/>
                  </a:lnTo>
                  <a:lnTo>
                    <a:pt x="160" y="191"/>
                  </a:lnTo>
                  <a:lnTo>
                    <a:pt x="160" y="196"/>
                  </a:lnTo>
                  <a:lnTo>
                    <a:pt x="161" y="197"/>
                  </a:lnTo>
                  <a:lnTo>
                    <a:pt x="162" y="201"/>
                  </a:lnTo>
                  <a:lnTo>
                    <a:pt x="158" y="205"/>
                  </a:lnTo>
                  <a:lnTo>
                    <a:pt x="154" y="210"/>
                  </a:lnTo>
                  <a:lnTo>
                    <a:pt x="153" y="209"/>
                  </a:lnTo>
                  <a:lnTo>
                    <a:pt x="152" y="212"/>
                  </a:lnTo>
                  <a:lnTo>
                    <a:pt x="150" y="213"/>
                  </a:lnTo>
                  <a:lnTo>
                    <a:pt x="149" y="213"/>
                  </a:lnTo>
                  <a:lnTo>
                    <a:pt x="148" y="216"/>
                  </a:lnTo>
                  <a:lnTo>
                    <a:pt x="148" y="216"/>
                  </a:lnTo>
                  <a:lnTo>
                    <a:pt x="145" y="217"/>
                  </a:lnTo>
                  <a:lnTo>
                    <a:pt x="144" y="220"/>
                  </a:lnTo>
                  <a:lnTo>
                    <a:pt x="141" y="221"/>
                  </a:lnTo>
                  <a:lnTo>
                    <a:pt x="138" y="220"/>
                  </a:lnTo>
                  <a:lnTo>
                    <a:pt x="135" y="220"/>
                  </a:lnTo>
                  <a:lnTo>
                    <a:pt x="132" y="221"/>
                  </a:lnTo>
                  <a:lnTo>
                    <a:pt x="129" y="221"/>
                  </a:lnTo>
                  <a:lnTo>
                    <a:pt x="129" y="221"/>
                  </a:lnTo>
                  <a:lnTo>
                    <a:pt x="127" y="221"/>
                  </a:lnTo>
                  <a:lnTo>
                    <a:pt x="125" y="222"/>
                  </a:lnTo>
                  <a:lnTo>
                    <a:pt x="125" y="225"/>
                  </a:lnTo>
                  <a:lnTo>
                    <a:pt x="124" y="225"/>
                  </a:lnTo>
                  <a:lnTo>
                    <a:pt x="121" y="224"/>
                  </a:lnTo>
                  <a:lnTo>
                    <a:pt x="121" y="222"/>
                  </a:lnTo>
                  <a:lnTo>
                    <a:pt x="119" y="221"/>
                  </a:lnTo>
                  <a:lnTo>
                    <a:pt x="117" y="222"/>
                  </a:lnTo>
                  <a:lnTo>
                    <a:pt x="115" y="221"/>
                  </a:lnTo>
                  <a:lnTo>
                    <a:pt x="112" y="220"/>
                  </a:lnTo>
                  <a:lnTo>
                    <a:pt x="111" y="221"/>
                  </a:lnTo>
                  <a:lnTo>
                    <a:pt x="111" y="222"/>
                  </a:lnTo>
                  <a:lnTo>
                    <a:pt x="111" y="224"/>
                  </a:lnTo>
                  <a:lnTo>
                    <a:pt x="111" y="224"/>
                  </a:lnTo>
                  <a:lnTo>
                    <a:pt x="109" y="224"/>
                  </a:lnTo>
                  <a:lnTo>
                    <a:pt x="107" y="224"/>
                  </a:lnTo>
                  <a:lnTo>
                    <a:pt x="107" y="224"/>
                  </a:lnTo>
                  <a:lnTo>
                    <a:pt x="107" y="222"/>
                  </a:lnTo>
                  <a:lnTo>
                    <a:pt x="106" y="221"/>
                  </a:lnTo>
                  <a:lnTo>
                    <a:pt x="106" y="220"/>
                  </a:lnTo>
                  <a:lnTo>
                    <a:pt x="104" y="218"/>
                  </a:lnTo>
                  <a:lnTo>
                    <a:pt x="103" y="217"/>
                  </a:lnTo>
                  <a:lnTo>
                    <a:pt x="100" y="216"/>
                  </a:lnTo>
                  <a:lnTo>
                    <a:pt x="99" y="214"/>
                  </a:lnTo>
                  <a:lnTo>
                    <a:pt x="98" y="213"/>
                  </a:lnTo>
                  <a:lnTo>
                    <a:pt x="96" y="210"/>
                  </a:lnTo>
                  <a:lnTo>
                    <a:pt x="95" y="209"/>
                  </a:lnTo>
                  <a:lnTo>
                    <a:pt x="92" y="209"/>
                  </a:lnTo>
                  <a:lnTo>
                    <a:pt x="91" y="210"/>
                  </a:lnTo>
                  <a:lnTo>
                    <a:pt x="90" y="212"/>
                  </a:lnTo>
                  <a:lnTo>
                    <a:pt x="88" y="213"/>
                  </a:lnTo>
                  <a:lnTo>
                    <a:pt x="87" y="213"/>
                  </a:lnTo>
                  <a:lnTo>
                    <a:pt x="87" y="212"/>
                  </a:lnTo>
                  <a:lnTo>
                    <a:pt x="84" y="212"/>
                  </a:lnTo>
                  <a:lnTo>
                    <a:pt x="82" y="212"/>
                  </a:lnTo>
                  <a:lnTo>
                    <a:pt x="81" y="213"/>
                  </a:lnTo>
                  <a:lnTo>
                    <a:pt x="79" y="214"/>
                  </a:lnTo>
                  <a:lnTo>
                    <a:pt x="78" y="214"/>
                  </a:lnTo>
                  <a:lnTo>
                    <a:pt x="77" y="214"/>
                  </a:lnTo>
                  <a:lnTo>
                    <a:pt x="74" y="212"/>
                  </a:lnTo>
                  <a:lnTo>
                    <a:pt x="73" y="210"/>
                  </a:lnTo>
                  <a:lnTo>
                    <a:pt x="71" y="210"/>
                  </a:lnTo>
                  <a:lnTo>
                    <a:pt x="70" y="208"/>
                  </a:lnTo>
                  <a:lnTo>
                    <a:pt x="70" y="206"/>
                  </a:lnTo>
                  <a:lnTo>
                    <a:pt x="69" y="206"/>
                  </a:lnTo>
                  <a:lnTo>
                    <a:pt x="69" y="206"/>
                  </a:lnTo>
                  <a:lnTo>
                    <a:pt x="69" y="205"/>
                  </a:lnTo>
                  <a:lnTo>
                    <a:pt x="66" y="202"/>
                  </a:lnTo>
                  <a:lnTo>
                    <a:pt x="65" y="202"/>
                  </a:lnTo>
                  <a:lnTo>
                    <a:pt x="65" y="199"/>
                  </a:lnTo>
                  <a:lnTo>
                    <a:pt x="65" y="197"/>
                  </a:lnTo>
                  <a:lnTo>
                    <a:pt x="62" y="196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58" y="192"/>
                  </a:lnTo>
                  <a:lnTo>
                    <a:pt x="57" y="191"/>
                  </a:lnTo>
                  <a:lnTo>
                    <a:pt x="54" y="189"/>
                  </a:lnTo>
                  <a:lnTo>
                    <a:pt x="54" y="188"/>
                  </a:lnTo>
                  <a:lnTo>
                    <a:pt x="53" y="185"/>
                  </a:lnTo>
                  <a:lnTo>
                    <a:pt x="53" y="184"/>
                  </a:lnTo>
                  <a:lnTo>
                    <a:pt x="49" y="181"/>
                  </a:lnTo>
                  <a:lnTo>
                    <a:pt x="48" y="181"/>
                  </a:lnTo>
                  <a:lnTo>
                    <a:pt x="46" y="180"/>
                  </a:lnTo>
                  <a:lnTo>
                    <a:pt x="45" y="181"/>
                  </a:lnTo>
                  <a:lnTo>
                    <a:pt x="42" y="180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6"/>
                  </a:lnTo>
                  <a:lnTo>
                    <a:pt x="44" y="175"/>
                  </a:lnTo>
                  <a:lnTo>
                    <a:pt x="44" y="174"/>
                  </a:lnTo>
                  <a:lnTo>
                    <a:pt x="42" y="172"/>
                  </a:lnTo>
                  <a:lnTo>
                    <a:pt x="41" y="172"/>
                  </a:lnTo>
                  <a:lnTo>
                    <a:pt x="38" y="171"/>
                  </a:lnTo>
                  <a:lnTo>
                    <a:pt x="38" y="170"/>
                  </a:lnTo>
                  <a:lnTo>
                    <a:pt x="36" y="168"/>
                  </a:lnTo>
                  <a:lnTo>
                    <a:pt x="34" y="168"/>
                  </a:lnTo>
                  <a:lnTo>
                    <a:pt x="32" y="167"/>
                  </a:lnTo>
                  <a:lnTo>
                    <a:pt x="29" y="166"/>
                  </a:lnTo>
                  <a:lnTo>
                    <a:pt x="29" y="163"/>
                  </a:lnTo>
                  <a:lnTo>
                    <a:pt x="29" y="162"/>
                  </a:lnTo>
                  <a:lnTo>
                    <a:pt x="29" y="160"/>
                  </a:lnTo>
                  <a:lnTo>
                    <a:pt x="25" y="160"/>
                  </a:lnTo>
                  <a:lnTo>
                    <a:pt x="24" y="162"/>
                  </a:lnTo>
                  <a:lnTo>
                    <a:pt x="21" y="162"/>
                  </a:lnTo>
                  <a:lnTo>
                    <a:pt x="20" y="160"/>
                  </a:lnTo>
                  <a:lnTo>
                    <a:pt x="20" y="156"/>
                  </a:lnTo>
                  <a:lnTo>
                    <a:pt x="20" y="154"/>
                  </a:lnTo>
                  <a:lnTo>
                    <a:pt x="21" y="154"/>
                  </a:lnTo>
                  <a:lnTo>
                    <a:pt x="21" y="151"/>
                  </a:lnTo>
                  <a:lnTo>
                    <a:pt x="21" y="149"/>
                  </a:lnTo>
                  <a:lnTo>
                    <a:pt x="19" y="145"/>
                  </a:lnTo>
                  <a:lnTo>
                    <a:pt x="16" y="141"/>
                  </a:lnTo>
                  <a:lnTo>
                    <a:pt x="15" y="139"/>
                  </a:lnTo>
                  <a:lnTo>
                    <a:pt x="12" y="137"/>
                  </a:lnTo>
                  <a:lnTo>
                    <a:pt x="13" y="137"/>
                  </a:lnTo>
                  <a:lnTo>
                    <a:pt x="13" y="134"/>
                  </a:lnTo>
                  <a:lnTo>
                    <a:pt x="12" y="133"/>
                  </a:lnTo>
                  <a:lnTo>
                    <a:pt x="12" y="133"/>
                  </a:lnTo>
                  <a:lnTo>
                    <a:pt x="12" y="131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8" y="126"/>
                  </a:lnTo>
                  <a:lnTo>
                    <a:pt x="7" y="124"/>
                  </a:lnTo>
                  <a:lnTo>
                    <a:pt x="7" y="121"/>
                  </a:lnTo>
                  <a:lnTo>
                    <a:pt x="5" y="118"/>
                  </a:lnTo>
                  <a:lnTo>
                    <a:pt x="7" y="117"/>
                  </a:lnTo>
                  <a:lnTo>
                    <a:pt x="5" y="116"/>
                  </a:lnTo>
                  <a:lnTo>
                    <a:pt x="7" y="116"/>
                  </a:lnTo>
                  <a:lnTo>
                    <a:pt x="7" y="113"/>
                  </a:lnTo>
                  <a:lnTo>
                    <a:pt x="5" y="113"/>
                  </a:lnTo>
                  <a:lnTo>
                    <a:pt x="3" y="116"/>
                  </a:lnTo>
                  <a:lnTo>
                    <a:pt x="0" y="114"/>
                  </a:lnTo>
                  <a:lnTo>
                    <a:pt x="0" y="112"/>
                  </a:lnTo>
                  <a:lnTo>
                    <a:pt x="4" y="108"/>
                  </a:lnTo>
                  <a:lnTo>
                    <a:pt x="5" y="105"/>
                  </a:lnTo>
                  <a:lnTo>
                    <a:pt x="5" y="102"/>
                  </a:lnTo>
                  <a:lnTo>
                    <a:pt x="3" y="101"/>
                  </a:lnTo>
                  <a:lnTo>
                    <a:pt x="4" y="100"/>
                  </a:lnTo>
                  <a:lnTo>
                    <a:pt x="7" y="99"/>
                  </a:lnTo>
                  <a:lnTo>
                    <a:pt x="8" y="96"/>
                  </a:lnTo>
                  <a:lnTo>
                    <a:pt x="7" y="95"/>
                  </a:lnTo>
                  <a:lnTo>
                    <a:pt x="5" y="93"/>
                  </a:lnTo>
                  <a:lnTo>
                    <a:pt x="8" y="91"/>
                  </a:lnTo>
                  <a:lnTo>
                    <a:pt x="9" y="91"/>
                  </a:lnTo>
                  <a:lnTo>
                    <a:pt x="13" y="85"/>
                  </a:lnTo>
                  <a:lnTo>
                    <a:pt x="15" y="83"/>
                  </a:lnTo>
                  <a:lnTo>
                    <a:pt x="13" y="81"/>
                  </a:lnTo>
                  <a:lnTo>
                    <a:pt x="13" y="79"/>
                  </a:lnTo>
                  <a:lnTo>
                    <a:pt x="16" y="77"/>
                  </a:lnTo>
                  <a:lnTo>
                    <a:pt x="19" y="77"/>
                  </a:lnTo>
                  <a:lnTo>
                    <a:pt x="20" y="77"/>
                  </a:lnTo>
                  <a:lnTo>
                    <a:pt x="23" y="76"/>
                  </a:lnTo>
                  <a:lnTo>
                    <a:pt x="24" y="76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25"/>
                  </a:lnTo>
                  <a:lnTo>
                    <a:pt x="34" y="24"/>
                  </a:lnTo>
                  <a:lnTo>
                    <a:pt x="34" y="1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9" name="Freeform 438"/>
            <p:cNvSpPr>
              <a:spLocks/>
            </p:cNvSpPr>
            <p:nvPr/>
          </p:nvSpPr>
          <p:spPr bwMode="auto">
            <a:xfrm>
              <a:off x="6770211" y="3898682"/>
              <a:ext cx="459333" cy="347672"/>
            </a:xfrm>
            <a:custGeom>
              <a:avLst/>
              <a:gdLst>
                <a:gd name="T0" fmla="*/ 54 w 181"/>
                <a:gd name="T1" fmla="*/ 2 h 137"/>
                <a:gd name="T2" fmla="*/ 63 w 181"/>
                <a:gd name="T3" fmla="*/ 2 h 137"/>
                <a:gd name="T4" fmla="*/ 67 w 181"/>
                <a:gd name="T5" fmla="*/ 2 h 137"/>
                <a:gd name="T6" fmla="*/ 73 w 181"/>
                <a:gd name="T7" fmla="*/ 5 h 137"/>
                <a:gd name="T8" fmla="*/ 80 w 181"/>
                <a:gd name="T9" fmla="*/ 6 h 137"/>
                <a:gd name="T10" fmla="*/ 86 w 181"/>
                <a:gd name="T11" fmla="*/ 13 h 137"/>
                <a:gd name="T12" fmla="*/ 93 w 181"/>
                <a:gd name="T13" fmla="*/ 14 h 137"/>
                <a:gd name="T14" fmla="*/ 100 w 181"/>
                <a:gd name="T15" fmla="*/ 21 h 137"/>
                <a:gd name="T16" fmla="*/ 105 w 181"/>
                <a:gd name="T17" fmla="*/ 26 h 137"/>
                <a:gd name="T18" fmla="*/ 110 w 181"/>
                <a:gd name="T19" fmla="*/ 31 h 137"/>
                <a:gd name="T20" fmla="*/ 106 w 181"/>
                <a:gd name="T21" fmla="*/ 38 h 137"/>
                <a:gd name="T22" fmla="*/ 105 w 181"/>
                <a:gd name="T23" fmla="*/ 44 h 137"/>
                <a:gd name="T24" fmla="*/ 109 w 181"/>
                <a:gd name="T25" fmla="*/ 48 h 137"/>
                <a:gd name="T26" fmla="*/ 117 w 181"/>
                <a:gd name="T27" fmla="*/ 47 h 137"/>
                <a:gd name="T28" fmla="*/ 119 w 181"/>
                <a:gd name="T29" fmla="*/ 60 h 137"/>
                <a:gd name="T30" fmla="*/ 123 w 181"/>
                <a:gd name="T31" fmla="*/ 68 h 137"/>
                <a:gd name="T32" fmla="*/ 165 w 181"/>
                <a:gd name="T33" fmla="*/ 83 h 137"/>
                <a:gd name="T34" fmla="*/ 136 w 181"/>
                <a:gd name="T35" fmla="*/ 118 h 137"/>
                <a:gd name="T36" fmla="*/ 125 w 181"/>
                <a:gd name="T37" fmla="*/ 121 h 137"/>
                <a:gd name="T38" fmla="*/ 118 w 181"/>
                <a:gd name="T39" fmla="*/ 126 h 137"/>
                <a:gd name="T40" fmla="*/ 107 w 181"/>
                <a:gd name="T41" fmla="*/ 130 h 137"/>
                <a:gd name="T42" fmla="*/ 104 w 181"/>
                <a:gd name="T43" fmla="*/ 131 h 137"/>
                <a:gd name="T44" fmla="*/ 96 w 181"/>
                <a:gd name="T45" fmla="*/ 129 h 137"/>
                <a:gd name="T46" fmla="*/ 88 w 181"/>
                <a:gd name="T47" fmla="*/ 130 h 137"/>
                <a:gd name="T48" fmla="*/ 81 w 181"/>
                <a:gd name="T49" fmla="*/ 131 h 137"/>
                <a:gd name="T50" fmla="*/ 75 w 181"/>
                <a:gd name="T51" fmla="*/ 137 h 137"/>
                <a:gd name="T52" fmla="*/ 67 w 181"/>
                <a:gd name="T53" fmla="*/ 135 h 137"/>
                <a:gd name="T54" fmla="*/ 59 w 181"/>
                <a:gd name="T55" fmla="*/ 133 h 137"/>
                <a:gd name="T56" fmla="*/ 48 w 181"/>
                <a:gd name="T57" fmla="*/ 125 h 137"/>
                <a:gd name="T58" fmla="*/ 38 w 181"/>
                <a:gd name="T59" fmla="*/ 125 h 137"/>
                <a:gd name="T60" fmla="*/ 32 w 181"/>
                <a:gd name="T61" fmla="*/ 115 h 137"/>
                <a:gd name="T62" fmla="*/ 27 w 181"/>
                <a:gd name="T63" fmla="*/ 113 h 137"/>
                <a:gd name="T64" fmla="*/ 25 w 181"/>
                <a:gd name="T65" fmla="*/ 109 h 137"/>
                <a:gd name="T66" fmla="*/ 21 w 181"/>
                <a:gd name="T67" fmla="*/ 100 h 137"/>
                <a:gd name="T68" fmla="*/ 17 w 181"/>
                <a:gd name="T69" fmla="*/ 97 h 137"/>
                <a:gd name="T70" fmla="*/ 13 w 181"/>
                <a:gd name="T71" fmla="*/ 92 h 137"/>
                <a:gd name="T72" fmla="*/ 9 w 181"/>
                <a:gd name="T73" fmla="*/ 87 h 137"/>
                <a:gd name="T74" fmla="*/ 1 w 181"/>
                <a:gd name="T75" fmla="*/ 85 h 137"/>
                <a:gd name="T76" fmla="*/ 3 w 181"/>
                <a:gd name="T77" fmla="*/ 80 h 137"/>
                <a:gd name="T78" fmla="*/ 7 w 181"/>
                <a:gd name="T79" fmla="*/ 77 h 137"/>
                <a:gd name="T80" fmla="*/ 11 w 181"/>
                <a:gd name="T81" fmla="*/ 77 h 137"/>
                <a:gd name="T82" fmla="*/ 13 w 181"/>
                <a:gd name="T83" fmla="*/ 65 h 137"/>
                <a:gd name="T84" fmla="*/ 15 w 181"/>
                <a:gd name="T85" fmla="*/ 58 h 137"/>
                <a:gd name="T86" fmla="*/ 18 w 181"/>
                <a:gd name="T87" fmla="*/ 50 h 137"/>
                <a:gd name="T88" fmla="*/ 21 w 181"/>
                <a:gd name="T89" fmla="*/ 48 h 137"/>
                <a:gd name="T90" fmla="*/ 28 w 181"/>
                <a:gd name="T91" fmla="*/ 34 h 137"/>
                <a:gd name="T92" fmla="*/ 31 w 181"/>
                <a:gd name="T93" fmla="*/ 26 h 137"/>
                <a:gd name="T94" fmla="*/ 36 w 181"/>
                <a:gd name="T95" fmla="*/ 21 h 137"/>
                <a:gd name="T96" fmla="*/ 40 w 181"/>
                <a:gd name="T97" fmla="*/ 8 h 137"/>
                <a:gd name="T98" fmla="*/ 46 w 181"/>
                <a:gd name="T99" fmla="*/ 8 h 137"/>
                <a:gd name="T100" fmla="*/ 51 w 181"/>
                <a:gd name="T101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1" h="137">
                  <a:moveTo>
                    <a:pt x="51" y="0"/>
                  </a:moveTo>
                  <a:lnTo>
                    <a:pt x="52" y="1"/>
                  </a:lnTo>
                  <a:lnTo>
                    <a:pt x="54" y="2"/>
                  </a:lnTo>
                  <a:lnTo>
                    <a:pt x="57" y="4"/>
                  </a:lnTo>
                  <a:lnTo>
                    <a:pt x="60" y="4"/>
                  </a:lnTo>
                  <a:lnTo>
                    <a:pt x="63" y="2"/>
                  </a:lnTo>
                  <a:lnTo>
                    <a:pt x="64" y="1"/>
                  </a:lnTo>
                  <a:lnTo>
                    <a:pt x="67" y="2"/>
                  </a:lnTo>
                  <a:lnTo>
                    <a:pt x="67" y="2"/>
                  </a:lnTo>
                  <a:lnTo>
                    <a:pt x="69" y="2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5" y="4"/>
                  </a:lnTo>
                  <a:lnTo>
                    <a:pt x="77" y="5"/>
                  </a:lnTo>
                  <a:lnTo>
                    <a:pt x="80" y="6"/>
                  </a:lnTo>
                  <a:lnTo>
                    <a:pt x="81" y="6"/>
                  </a:lnTo>
                  <a:lnTo>
                    <a:pt x="85" y="10"/>
                  </a:lnTo>
                  <a:lnTo>
                    <a:pt x="86" y="13"/>
                  </a:lnTo>
                  <a:lnTo>
                    <a:pt x="90" y="13"/>
                  </a:lnTo>
                  <a:lnTo>
                    <a:pt x="90" y="14"/>
                  </a:lnTo>
                  <a:lnTo>
                    <a:pt x="93" y="14"/>
                  </a:lnTo>
                  <a:lnTo>
                    <a:pt x="93" y="15"/>
                  </a:lnTo>
                  <a:lnTo>
                    <a:pt x="96" y="17"/>
                  </a:lnTo>
                  <a:lnTo>
                    <a:pt x="100" y="21"/>
                  </a:lnTo>
                  <a:lnTo>
                    <a:pt x="102" y="21"/>
                  </a:lnTo>
                  <a:lnTo>
                    <a:pt x="104" y="23"/>
                  </a:lnTo>
                  <a:lnTo>
                    <a:pt x="105" y="26"/>
                  </a:lnTo>
                  <a:lnTo>
                    <a:pt x="105" y="27"/>
                  </a:lnTo>
                  <a:lnTo>
                    <a:pt x="106" y="27"/>
                  </a:lnTo>
                  <a:lnTo>
                    <a:pt x="110" y="31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6" y="38"/>
                  </a:lnTo>
                  <a:lnTo>
                    <a:pt x="106" y="40"/>
                  </a:lnTo>
                  <a:lnTo>
                    <a:pt x="105" y="43"/>
                  </a:lnTo>
                  <a:lnTo>
                    <a:pt x="105" y="44"/>
                  </a:lnTo>
                  <a:lnTo>
                    <a:pt x="104" y="47"/>
                  </a:lnTo>
                  <a:lnTo>
                    <a:pt x="105" y="48"/>
                  </a:lnTo>
                  <a:lnTo>
                    <a:pt x="109" y="48"/>
                  </a:lnTo>
                  <a:lnTo>
                    <a:pt x="111" y="47"/>
                  </a:lnTo>
                  <a:lnTo>
                    <a:pt x="115" y="46"/>
                  </a:lnTo>
                  <a:lnTo>
                    <a:pt x="117" y="47"/>
                  </a:lnTo>
                  <a:lnTo>
                    <a:pt x="117" y="48"/>
                  </a:lnTo>
                  <a:lnTo>
                    <a:pt x="117" y="54"/>
                  </a:lnTo>
                  <a:lnTo>
                    <a:pt x="119" y="60"/>
                  </a:lnTo>
                  <a:lnTo>
                    <a:pt x="122" y="62"/>
                  </a:lnTo>
                  <a:lnTo>
                    <a:pt x="122" y="64"/>
                  </a:lnTo>
                  <a:lnTo>
                    <a:pt x="123" y="68"/>
                  </a:lnTo>
                  <a:lnTo>
                    <a:pt x="127" y="69"/>
                  </a:lnTo>
                  <a:lnTo>
                    <a:pt x="131" y="72"/>
                  </a:lnTo>
                  <a:lnTo>
                    <a:pt x="165" y="83"/>
                  </a:lnTo>
                  <a:lnTo>
                    <a:pt x="181" y="83"/>
                  </a:lnTo>
                  <a:lnTo>
                    <a:pt x="143" y="119"/>
                  </a:lnTo>
                  <a:lnTo>
                    <a:pt x="136" y="118"/>
                  </a:lnTo>
                  <a:lnTo>
                    <a:pt x="129" y="119"/>
                  </a:lnTo>
                  <a:lnTo>
                    <a:pt x="127" y="121"/>
                  </a:lnTo>
                  <a:lnTo>
                    <a:pt x="125" y="121"/>
                  </a:lnTo>
                  <a:lnTo>
                    <a:pt x="122" y="122"/>
                  </a:lnTo>
                  <a:lnTo>
                    <a:pt x="121" y="125"/>
                  </a:lnTo>
                  <a:lnTo>
                    <a:pt x="118" y="126"/>
                  </a:lnTo>
                  <a:lnTo>
                    <a:pt x="115" y="127"/>
                  </a:lnTo>
                  <a:lnTo>
                    <a:pt x="111" y="129"/>
                  </a:lnTo>
                  <a:lnTo>
                    <a:pt x="107" y="130"/>
                  </a:lnTo>
                  <a:lnTo>
                    <a:pt x="107" y="131"/>
                  </a:lnTo>
                  <a:lnTo>
                    <a:pt x="106" y="131"/>
                  </a:lnTo>
                  <a:lnTo>
                    <a:pt x="104" y="131"/>
                  </a:lnTo>
                  <a:lnTo>
                    <a:pt x="100" y="133"/>
                  </a:lnTo>
                  <a:lnTo>
                    <a:pt x="97" y="131"/>
                  </a:lnTo>
                  <a:lnTo>
                    <a:pt x="96" y="129"/>
                  </a:lnTo>
                  <a:lnTo>
                    <a:pt x="94" y="127"/>
                  </a:lnTo>
                  <a:lnTo>
                    <a:pt x="89" y="129"/>
                  </a:lnTo>
                  <a:lnTo>
                    <a:pt x="88" y="130"/>
                  </a:lnTo>
                  <a:lnTo>
                    <a:pt x="85" y="130"/>
                  </a:lnTo>
                  <a:lnTo>
                    <a:pt x="82" y="130"/>
                  </a:lnTo>
                  <a:lnTo>
                    <a:pt x="81" y="131"/>
                  </a:lnTo>
                  <a:lnTo>
                    <a:pt x="79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2" y="137"/>
                  </a:lnTo>
                  <a:lnTo>
                    <a:pt x="69" y="137"/>
                  </a:lnTo>
                  <a:lnTo>
                    <a:pt x="67" y="135"/>
                  </a:lnTo>
                  <a:lnTo>
                    <a:pt x="63" y="135"/>
                  </a:lnTo>
                  <a:lnTo>
                    <a:pt x="60" y="135"/>
                  </a:lnTo>
                  <a:lnTo>
                    <a:pt x="59" y="133"/>
                  </a:lnTo>
                  <a:lnTo>
                    <a:pt x="56" y="130"/>
                  </a:lnTo>
                  <a:lnTo>
                    <a:pt x="51" y="126"/>
                  </a:lnTo>
                  <a:lnTo>
                    <a:pt x="48" y="125"/>
                  </a:lnTo>
                  <a:lnTo>
                    <a:pt x="43" y="125"/>
                  </a:lnTo>
                  <a:lnTo>
                    <a:pt x="40" y="125"/>
                  </a:lnTo>
                  <a:lnTo>
                    <a:pt x="38" y="125"/>
                  </a:lnTo>
                  <a:lnTo>
                    <a:pt x="35" y="125"/>
                  </a:lnTo>
                  <a:lnTo>
                    <a:pt x="32" y="122"/>
                  </a:lnTo>
                  <a:lnTo>
                    <a:pt x="32" y="115"/>
                  </a:lnTo>
                  <a:lnTo>
                    <a:pt x="31" y="114"/>
                  </a:lnTo>
                  <a:lnTo>
                    <a:pt x="28" y="115"/>
                  </a:lnTo>
                  <a:lnTo>
                    <a:pt x="27" y="113"/>
                  </a:lnTo>
                  <a:lnTo>
                    <a:pt x="27" y="114"/>
                  </a:lnTo>
                  <a:lnTo>
                    <a:pt x="26" y="110"/>
                  </a:lnTo>
                  <a:lnTo>
                    <a:pt x="25" y="109"/>
                  </a:lnTo>
                  <a:lnTo>
                    <a:pt x="25" y="104"/>
                  </a:lnTo>
                  <a:lnTo>
                    <a:pt x="22" y="102"/>
                  </a:lnTo>
                  <a:lnTo>
                    <a:pt x="21" y="100"/>
                  </a:lnTo>
                  <a:lnTo>
                    <a:pt x="19" y="98"/>
                  </a:lnTo>
                  <a:lnTo>
                    <a:pt x="18" y="98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14" y="96"/>
                  </a:lnTo>
                  <a:lnTo>
                    <a:pt x="13" y="92"/>
                  </a:lnTo>
                  <a:lnTo>
                    <a:pt x="11" y="90"/>
                  </a:lnTo>
                  <a:lnTo>
                    <a:pt x="11" y="89"/>
                  </a:lnTo>
                  <a:lnTo>
                    <a:pt x="9" y="87"/>
                  </a:lnTo>
                  <a:lnTo>
                    <a:pt x="7" y="85"/>
                  </a:lnTo>
                  <a:lnTo>
                    <a:pt x="2" y="85"/>
                  </a:lnTo>
                  <a:lnTo>
                    <a:pt x="1" y="85"/>
                  </a:lnTo>
                  <a:lnTo>
                    <a:pt x="0" y="84"/>
                  </a:lnTo>
                  <a:lnTo>
                    <a:pt x="2" y="81"/>
                  </a:lnTo>
                  <a:lnTo>
                    <a:pt x="3" y="80"/>
                  </a:lnTo>
                  <a:lnTo>
                    <a:pt x="3" y="77"/>
                  </a:lnTo>
                  <a:lnTo>
                    <a:pt x="6" y="79"/>
                  </a:lnTo>
                  <a:lnTo>
                    <a:pt x="7" y="77"/>
                  </a:lnTo>
                  <a:lnTo>
                    <a:pt x="9" y="79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3" y="76"/>
                  </a:lnTo>
                  <a:lnTo>
                    <a:pt x="13" y="71"/>
                  </a:lnTo>
                  <a:lnTo>
                    <a:pt x="13" y="65"/>
                  </a:lnTo>
                  <a:lnTo>
                    <a:pt x="14" y="63"/>
                  </a:lnTo>
                  <a:lnTo>
                    <a:pt x="15" y="60"/>
                  </a:lnTo>
                  <a:lnTo>
                    <a:pt x="15" y="58"/>
                  </a:lnTo>
                  <a:lnTo>
                    <a:pt x="15" y="56"/>
                  </a:lnTo>
                  <a:lnTo>
                    <a:pt x="15" y="54"/>
                  </a:lnTo>
                  <a:lnTo>
                    <a:pt x="18" y="50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3" y="40"/>
                  </a:lnTo>
                  <a:lnTo>
                    <a:pt x="25" y="37"/>
                  </a:lnTo>
                  <a:lnTo>
                    <a:pt x="28" y="34"/>
                  </a:lnTo>
                  <a:lnTo>
                    <a:pt x="28" y="33"/>
                  </a:lnTo>
                  <a:lnTo>
                    <a:pt x="31" y="27"/>
                  </a:lnTo>
                  <a:lnTo>
                    <a:pt x="31" y="26"/>
                  </a:lnTo>
                  <a:lnTo>
                    <a:pt x="34" y="25"/>
                  </a:lnTo>
                  <a:lnTo>
                    <a:pt x="35" y="25"/>
                  </a:lnTo>
                  <a:lnTo>
                    <a:pt x="36" y="21"/>
                  </a:lnTo>
                  <a:lnTo>
                    <a:pt x="39" y="15"/>
                  </a:lnTo>
                  <a:lnTo>
                    <a:pt x="39" y="12"/>
                  </a:lnTo>
                  <a:lnTo>
                    <a:pt x="40" y="8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0" name="Freeform 439"/>
            <p:cNvSpPr>
              <a:spLocks/>
            </p:cNvSpPr>
            <p:nvPr/>
          </p:nvSpPr>
          <p:spPr bwMode="auto">
            <a:xfrm>
              <a:off x="6869184" y="3802248"/>
              <a:ext cx="200483" cy="175105"/>
            </a:xfrm>
            <a:custGeom>
              <a:avLst/>
              <a:gdLst>
                <a:gd name="T0" fmla="*/ 24 w 79"/>
                <a:gd name="T1" fmla="*/ 0 h 69"/>
                <a:gd name="T2" fmla="*/ 30 w 79"/>
                <a:gd name="T3" fmla="*/ 15 h 69"/>
                <a:gd name="T4" fmla="*/ 33 w 79"/>
                <a:gd name="T5" fmla="*/ 25 h 69"/>
                <a:gd name="T6" fmla="*/ 34 w 79"/>
                <a:gd name="T7" fmla="*/ 28 h 69"/>
                <a:gd name="T8" fmla="*/ 37 w 79"/>
                <a:gd name="T9" fmla="*/ 31 h 69"/>
                <a:gd name="T10" fmla="*/ 40 w 79"/>
                <a:gd name="T11" fmla="*/ 35 h 69"/>
                <a:gd name="T12" fmla="*/ 38 w 79"/>
                <a:gd name="T13" fmla="*/ 32 h 69"/>
                <a:gd name="T14" fmla="*/ 40 w 79"/>
                <a:gd name="T15" fmla="*/ 30 h 69"/>
                <a:gd name="T16" fmla="*/ 41 w 79"/>
                <a:gd name="T17" fmla="*/ 34 h 69"/>
                <a:gd name="T18" fmla="*/ 45 w 79"/>
                <a:gd name="T19" fmla="*/ 38 h 69"/>
                <a:gd name="T20" fmla="*/ 47 w 79"/>
                <a:gd name="T21" fmla="*/ 36 h 69"/>
                <a:gd name="T22" fmla="*/ 50 w 79"/>
                <a:gd name="T23" fmla="*/ 36 h 69"/>
                <a:gd name="T24" fmla="*/ 53 w 79"/>
                <a:gd name="T25" fmla="*/ 40 h 69"/>
                <a:gd name="T26" fmla="*/ 57 w 79"/>
                <a:gd name="T27" fmla="*/ 43 h 69"/>
                <a:gd name="T28" fmla="*/ 62 w 79"/>
                <a:gd name="T29" fmla="*/ 50 h 69"/>
                <a:gd name="T30" fmla="*/ 67 w 79"/>
                <a:gd name="T31" fmla="*/ 53 h 69"/>
                <a:gd name="T32" fmla="*/ 67 w 79"/>
                <a:gd name="T33" fmla="*/ 52 h 69"/>
                <a:gd name="T34" fmla="*/ 71 w 79"/>
                <a:gd name="T35" fmla="*/ 59 h 69"/>
                <a:gd name="T36" fmla="*/ 74 w 79"/>
                <a:gd name="T37" fmla="*/ 61 h 69"/>
                <a:gd name="T38" fmla="*/ 74 w 79"/>
                <a:gd name="T39" fmla="*/ 64 h 69"/>
                <a:gd name="T40" fmla="*/ 76 w 79"/>
                <a:gd name="T41" fmla="*/ 65 h 69"/>
                <a:gd name="T42" fmla="*/ 78 w 79"/>
                <a:gd name="T43" fmla="*/ 65 h 69"/>
                <a:gd name="T44" fmla="*/ 76 w 79"/>
                <a:gd name="T45" fmla="*/ 68 h 69"/>
                <a:gd name="T46" fmla="*/ 74 w 79"/>
                <a:gd name="T47" fmla="*/ 69 h 69"/>
                <a:gd name="T48" fmla="*/ 67 w 79"/>
                <a:gd name="T49" fmla="*/ 65 h 69"/>
                <a:gd name="T50" fmla="*/ 66 w 79"/>
                <a:gd name="T51" fmla="*/ 64 h 69"/>
                <a:gd name="T52" fmla="*/ 63 w 79"/>
                <a:gd name="T53" fmla="*/ 59 h 69"/>
                <a:gd name="T54" fmla="*/ 57 w 79"/>
                <a:gd name="T55" fmla="*/ 55 h 69"/>
                <a:gd name="T56" fmla="*/ 54 w 79"/>
                <a:gd name="T57" fmla="*/ 52 h 69"/>
                <a:gd name="T58" fmla="*/ 51 w 79"/>
                <a:gd name="T59" fmla="*/ 51 h 69"/>
                <a:gd name="T60" fmla="*/ 46 w 79"/>
                <a:gd name="T61" fmla="*/ 48 h 69"/>
                <a:gd name="T62" fmla="*/ 41 w 79"/>
                <a:gd name="T63" fmla="*/ 44 h 69"/>
                <a:gd name="T64" fmla="*/ 36 w 79"/>
                <a:gd name="T65" fmla="*/ 42 h 69"/>
                <a:gd name="T66" fmla="*/ 34 w 79"/>
                <a:gd name="T67" fmla="*/ 43 h 69"/>
                <a:gd name="T68" fmla="*/ 28 w 79"/>
                <a:gd name="T69" fmla="*/ 40 h 69"/>
                <a:gd name="T70" fmla="*/ 25 w 79"/>
                <a:gd name="T71" fmla="*/ 39 h 69"/>
                <a:gd name="T72" fmla="*/ 21 w 79"/>
                <a:gd name="T73" fmla="*/ 42 h 69"/>
                <a:gd name="T74" fmla="*/ 15 w 79"/>
                <a:gd name="T75" fmla="*/ 40 h 69"/>
                <a:gd name="T76" fmla="*/ 12 w 79"/>
                <a:gd name="T77" fmla="*/ 38 h 69"/>
                <a:gd name="T78" fmla="*/ 7 w 79"/>
                <a:gd name="T79" fmla="*/ 44 h 69"/>
                <a:gd name="T80" fmla="*/ 4 w 79"/>
                <a:gd name="T81" fmla="*/ 46 h 69"/>
                <a:gd name="T82" fmla="*/ 1 w 79"/>
                <a:gd name="T83" fmla="*/ 43 h 69"/>
                <a:gd name="T84" fmla="*/ 0 w 79"/>
                <a:gd name="T85" fmla="*/ 35 h 69"/>
                <a:gd name="T86" fmla="*/ 1 w 79"/>
                <a:gd name="T87" fmla="*/ 31 h 69"/>
                <a:gd name="T88" fmla="*/ 4 w 79"/>
                <a:gd name="T89" fmla="*/ 23 h 69"/>
                <a:gd name="T90" fmla="*/ 7 w 79"/>
                <a:gd name="T91" fmla="*/ 18 h 69"/>
                <a:gd name="T92" fmla="*/ 4 w 79"/>
                <a:gd name="T93" fmla="*/ 17 h 69"/>
                <a:gd name="T94" fmla="*/ 5 w 79"/>
                <a:gd name="T95" fmla="*/ 11 h 69"/>
                <a:gd name="T96" fmla="*/ 11 w 79"/>
                <a:gd name="T97" fmla="*/ 10 h 69"/>
                <a:gd name="T98" fmla="*/ 11 w 79"/>
                <a:gd name="T99" fmla="*/ 7 h 69"/>
                <a:gd name="T100" fmla="*/ 13 w 79"/>
                <a:gd name="T101" fmla="*/ 6 h 69"/>
                <a:gd name="T102" fmla="*/ 17 w 79"/>
                <a:gd name="T103" fmla="*/ 5 h 69"/>
                <a:gd name="T104" fmla="*/ 20 w 79"/>
                <a:gd name="T105" fmla="*/ 3 h 69"/>
                <a:gd name="T106" fmla="*/ 22 w 79"/>
                <a:gd name="T10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9" h="69">
                  <a:moveTo>
                    <a:pt x="22" y="0"/>
                  </a:moveTo>
                  <a:lnTo>
                    <a:pt x="24" y="0"/>
                  </a:lnTo>
                  <a:lnTo>
                    <a:pt x="26" y="2"/>
                  </a:lnTo>
                  <a:lnTo>
                    <a:pt x="30" y="15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6" y="28"/>
                  </a:lnTo>
                  <a:lnTo>
                    <a:pt x="37" y="31"/>
                  </a:lnTo>
                  <a:lnTo>
                    <a:pt x="37" y="35"/>
                  </a:lnTo>
                  <a:lnTo>
                    <a:pt x="40" y="35"/>
                  </a:lnTo>
                  <a:lnTo>
                    <a:pt x="40" y="32"/>
                  </a:lnTo>
                  <a:lnTo>
                    <a:pt x="38" y="32"/>
                  </a:lnTo>
                  <a:lnTo>
                    <a:pt x="38" y="30"/>
                  </a:lnTo>
                  <a:lnTo>
                    <a:pt x="40" y="30"/>
                  </a:lnTo>
                  <a:lnTo>
                    <a:pt x="42" y="32"/>
                  </a:lnTo>
                  <a:lnTo>
                    <a:pt x="41" y="34"/>
                  </a:lnTo>
                  <a:lnTo>
                    <a:pt x="43" y="36"/>
                  </a:lnTo>
                  <a:lnTo>
                    <a:pt x="45" y="38"/>
                  </a:lnTo>
                  <a:lnTo>
                    <a:pt x="46" y="38"/>
                  </a:lnTo>
                  <a:lnTo>
                    <a:pt x="47" y="36"/>
                  </a:lnTo>
                  <a:lnTo>
                    <a:pt x="47" y="38"/>
                  </a:lnTo>
                  <a:lnTo>
                    <a:pt x="50" y="36"/>
                  </a:lnTo>
                  <a:lnTo>
                    <a:pt x="51" y="39"/>
                  </a:lnTo>
                  <a:lnTo>
                    <a:pt x="53" y="40"/>
                  </a:lnTo>
                  <a:lnTo>
                    <a:pt x="57" y="42"/>
                  </a:lnTo>
                  <a:lnTo>
                    <a:pt x="57" y="43"/>
                  </a:lnTo>
                  <a:lnTo>
                    <a:pt x="61" y="47"/>
                  </a:lnTo>
                  <a:lnTo>
                    <a:pt x="62" y="50"/>
                  </a:lnTo>
                  <a:lnTo>
                    <a:pt x="65" y="51"/>
                  </a:lnTo>
                  <a:lnTo>
                    <a:pt x="67" y="53"/>
                  </a:lnTo>
                  <a:lnTo>
                    <a:pt x="67" y="53"/>
                  </a:lnTo>
                  <a:lnTo>
                    <a:pt x="67" y="52"/>
                  </a:lnTo>
                  <a:lnTo>
                    <a:pt x="68" y="53"/>
                  </a:lnTo>
                  <a:lnTo>
                    <a:pt x="71" y="59"/>
                  </a:lnTo>
                  <a:lnTo>
                    <a:pt x="72" y="59"/>
                  </a:lnTo>
                  <a:lnTo>
                    <a:pt x="74" y="61"/>
                  </a:lnTo>
                  <a:lnTo>
                    <a:pt x="74" y="61"/>
                  </a:lnTo>
                  <a:lnTo>
                    <a:pt x="74" y="64"/>
                  </a:lnTo>
                  <a:lnTo>
                    <a:pt x="75" y="64"/>
                  </a:lnTo>
                  <a:lnTo>
                    <a:pt x="76" y="65"/>
                  </a:lnTo>
                  <a:lnTo>
                    <a:pt x="78" y="64"/>
                  </a:lnTo>
                  <a:lnTo>
                    <a:pt x="78" y="65"/>
                  </a:lnTo>
                  <a:lnTo>
                    <a:pt x="79" y="65"/>
                  </a:lnTo>
                  <a:lnTo>
                    <a:pt x="76" y="68"/>
                  </a:lnTo>
                  <a:lnTo>
                    <a:pt x="75" y="68"/>
                  </a:lnTo>
                  <a:lnTo>
                    <a:pt x="74" y="69"/>
                  </a:lnTo>
                  <a:lnTo>
                    <a:pt x="71" y="69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6" y="64"/>
                  </a:lnTo>
                  <a:lnTo>
                    <a:pt x="65" y="61"/>
                  </a:lnTo>
                  <a:lnTo>
                    <a:pt x="63" y="59"/>
                  </a:lnTo>
                  <a:lnTo>
                    <a:pt x="61" y="59"/>
                  </a:lnTo>
                  <a:lnTo>
                    <a:pt x="57" y="55"/>
                  </a:lnTo>
                  <a:lnTo>
                    <a:pt x="54" y="53"/>
                  </a:lnTo>
                  <a:lnTo>
                    <a:pt x="54" y="52"/>
                  </a:lnTo>
                  <a:lnTo>
                    <a:pt x="51" y="52"/>
                  </a:lnTo>
                  <a:lnTo>
                    <a:pt x="51" y="51"/>
                  </a:lnTo>
                  <a:lnTo>
                    <a:pt x="47" y="51"/>
                  </a:lnTo>
                  <a:lnTo>
                    <a:pt x="46" y="48"/>
                  </a:lnTo>
                  <a:lnTo>
                    <a:pt x="42" y="44"/>
                  </a:lnTo>
                  <a:lnTo>
                    <a:pt x="41" y="44"/>
                  </a:lnTo>
                  <a:lnTo>
                    <a:pt x="38" y="43"/>
                  </a:lnTo>
                  <a:lnTo>
                    <a:pt x="36" y="42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0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5" y="39"/>
                  </a:lnTo>
                  <a:lnTo>
                    <a:pt x="24" y="40"/>
                  </a:lnTo>
                  <a:lnTo>
                    <a:pt x="21" y="42"/>
                  </a:lnTo>
                  <a:lnTo>
                    <a:pt x="18" y="42"/>
                  </a:lnTo>
                  <a:lnTo>
                    <a:pt x="15" y="40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9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4" y="46"/>
                  </a:lnTo>
                  <a:lnTo>
                    <a:pt x="1" y="46"/>
                  </a:lnTo>
                  <a:lnTo>
                    <a:pt x="1" y="43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1" y="34"/>
                  </a:lnTo>
                  <a:lnTo>
                    <a:pt x="1" y="31"/>
                  </a:lnTo>
                  <a:lnTo>
                    <a:pt x="3" y="28"/>
                  </a:lnTo>
                  <a:lnTo>
                    <a:pt x="4" y="23"/>
                  </a:lnTo>
                  <a:lnTo>
                    <a:pt x="5" y="19"/>
                  </a:lnTo>
                  <a:lnTo>
                    <a:pt x="7" y="18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20" y="3"/>
                  </a:lnTo>
                  <a:lnTo>
                    <a:pt x="21" y="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1" name="Freeform 440"/>
            <p:cNvSpPr>
              <a:spLocks/>
            </p:cNvSpPr>
            <p:nvPr/>
          </p:nvSpPr>
          <p:spPr bwMode="auto">
            <a:xfrm>
              <a:off x="7034136" y="3967201"/>
              <a:ext cx="45679" cy="53293"/>
            </a:xfrm>
            <a:custGeom>
              <a:avLst/>
              <a:gdLst>
                <a:gd name="T0" fmla="*/ 14 w 18"/>
                <a:gd name="T1" fmla="*/ 0 h 21"/>
                <a:gd name="T2" fmla="*/ 14 w 18"/>
                <a:gd name="T3" fmla="*/ 0 h 21"/>
                <a:gd name="T4" fmla="*/ 14 w 18"/>
                <a:gd name="T5" fmla="*/ 0 h 21"/>
                <a:gd name="T6" fmla="*/ 17 w 18"/>
                <a:gd name="T7" fmla="*/ 3 h 21"/>
                <a:gd name="T8" fmla="*/ 17 w 18"/>
                <a:gd name="T9" fmla="*/ 3 h 21"/>
                <a:gd name="T10" fmla="*/ 17 w 18"/>
                <a:gd name="T11" fmla="*/ 4 h 21"/>
                <a:gd name="T12" fmla="*/ 18 w 18"/>
                <a:gd name="T13" fmla="*/ 8 h 21"/>
                <a:gd name="T14" fmla="*/ 17 w 18"/>
                <a:gd name="T15" fmla="*/ 8 h 21"/>
                <a:gd name="T16" fmla="*/ 14 w 18"/>
                <a:gd name="T17" fmla="*/ 11 h 21"/>
                <a:gd name="T18" fmla="*/ 13 w 18"/>
                <a:gd name="T19" fmla="*/ 11 h 21"/>
                <a:gd name="T20" fmla="*/ 11 w 18"/>
                <a:gd name="T21" fmla="*/ 13 h 21"/>
                <a:gd name="T22" fmla="*/ 9 w 18"/>
                <a:gd name="T23" fmla="*/ 13 h 21"/>
                <a:gd name="T24" fmla="*/ 10 w 18"/>
                <a:gd name="T25" fmla="*/ 15 h 21"/>
                <a:gd name="T26" fmla="*/ 10 w 18"/>
                <a:gd name="T27" fmla="*/ 15 h 21"/>
                <a:gd name="T28" fmla="*/ 13 w 18"/>
                <a:gd name="T29" fmla="*/ 15 h 21"/>
                <a:gd name="T30" fmla="*/ 15 w 18"/>
                <a:gd name="T31" fmla="*/ 13 h 21"/>
                <a:gd name="T32" fmla="*/ 15 w 18"/>
                <a:gd name="T33" fmla="*/ 15 h 21"/>
                <a:gd name="T34" fmla="*/ 13 w 18"/>
                <a:gd name="T35" fmla="*/ 20 h 21"/>
                <a:gd name="T36" fmla="*/ 13 w 18"/>
                <a:gd name="T37" fmla="*/ 20 h 21"/>
                <a:gd name="T38" fmla="*/ 11 w 18"/>
                <a:gd name="T39" fmla="*/ 19 h 21"/>
                <a:gd name="T40" fmla="*/ 7 w 18"/>
                <a:gd name="T41" fmla="*/ 20 h 21"/>
                <a:gd name="T42" fmla="*/ 5 w 18"/>
                <a:gd name="T43" fmla="*/ 21 h 21"/>
                <a:gd name="T44" fmla="*/ 1 w 18"/>
                <a:gd name="T45" fmla="*/ 21 h 21"/>
                <a:gd name="T46" fmla="*/ 0 w 18"/>
                <a:gd name="T47" fmla="*/ 20 h 21"/>
                <a:gd name="T48" fmla="*/ 1 w 18"/>
                <a:gd name="T49" fmla="*/ 17 h 21"/>
                <a:gd name="T50" fmla="*/ 1 w 18"/>
                <a:gd name="T51" fmla="*/ 16 h 21"/>
                <a:gd name="T52" fmla="*/ 2 w 18"/>
                <a:gd name="T53" fmla="*/ 13 h 21"/>
                <a:gd name="T54" fmla="*/ 2 w 18"/>
                <a:gd name="T55" fmla="*/ 11 h 21"/>
                <a:gd name="T56" fmla="*/ 3 w 18"/>
                <a:gd name="T57" fmla="*/ 8 h 21"/>
                <a:gd name="T58" fmla="*/ 3 w 18"/>
                <a:gd name="T59" fmla="*/ 6 h 21"/>
                <a:gd name="T60" fmla="*/ 9 w 18"/>
                <a:gd name="T61" fmla="*/ 4 h 21"/>
                <a:gd name="T62" fmla="*/ 10 w 18"/>
                <a:gd name="T63" fmla="*/ 3 h 21"/>
                <a:gd name="T64" fmla="*/ 11 w 18"/>
                <a:gd name="T65" fmla="*/ 3 h 21"/>
                <a:gd name="T66" fmla="*/ 14 w 18"/>
                <a:gd name="T6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1">
                  <a:moveTo>
                    <a:pt x="14" y="0"/>
                  </a:moveTo>
                  <a:lnTo>
                    <a:pt x="14" y="0"/>
                  </a:lnTo>
                  <a:lnTo>
                    <a:pt x="14" y="0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9" y="13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3" y="15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1" y="19"/>
                  </a:lnTo>
                  <a:lnTo>
                    <a:pt x="7" y="20"/>
                  </a:lnTo>
                  <a:lnTo>
                    <a:pt x="5" y="21"/>
                  </a:lnTo>
                  <a:lnTo>
                    <a:pt x="1" y="21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3" y="8"/>
                  </a:lnTo>
                  <a:lnTo>
                    <a:pt x="3" y="6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2" name="Freeform 441"/>
            <p:cNvSpPr>
              <a:spLocks/>
            </p:cNvSpPr>
            <p:nvPr/>
          </p:nvSpPr>
          <p:spPr bwMode="auto">
            <a:xfrm>
              <a:off x="7013834" y="3992578"/>
              <a:ext cx="307068" cy="406039"/>
            </a:xfrm>
            <a:custGeom>
              <a:avLst/>
              <a:gdLst>
                <a:gd name="T0" fmla="*/ 118 w 121"/>
                <a:gd name="T1" fmla="*/ 1 h 160"/>
                <a:gd name="T2" fmla="*/ 119 w 121"/>
                <a:gd name="T3" fmla="*/ 3 h 160"/>
                <a:gd name="T4" fmla="*/ 118 w 121"/>
                <a:gd name="T5" fmla="*/ 7 h 160"/>
                <a:gd name="T6" fmla="*/ 119 w 121"/>
                <a:gd name="T7" fmla="*/ 10 h 160"/>
                <a:gd name="T8" fmla="*/ 118 w 121"/>
                <a:gd name="T9" fmla="*/ 15 h 160"/>
                <a:gd name="T10" fmla="*/ 119 w 121"/>
                <a:gd name="T11" fmla="*/ 18 h 160"/>
                <a:gd name="T12" fmla="*/ 121 w 121"/>
                <a:gd name="T13" fmla="*/ 19 h 160"/>
                <a:gd name="T14" fmla="*/ 118 w 121"/>
                <a:gd name="T15" fmla="*/ 19 h 160"/>
                <a:gd name="T16" fmla="*/ 117 w 121"/>
                <a:gd name="T17" fmla="*/ 25 h 160"/>
                <a:gd name="T18" fmla="*/ 116 w 121"/>
                <a:gd name="T19" fmla="*/ 31 h 160"/>
                <a:gd name="T20" fmla="*/ 108 w 121"/>
                <a:gd name="T21" fmla="*/ 46 h 160"/>
                <a:gd name="T22" fmla="*/ 104 w 121"/>
                <a:gd name="T23" fmla="*/ 50 h 160"/>
                <a:gd name="T24" fmla="*/ 96 w 121"/>
                <a:gd name="T25" fmla="*/ 65 h 160"/>
                <a:gd name="T26" fmla="*/ 92 w 121"/>
                <a:gd name="T27" fmla="*/ 77 h 160"/>
                <a:gd name="T28" fmla="*/ 79 w 121"/>
                <a:gd name="T29" fmla="*/ 94 h 160"/>
                <a:gd name="T30" fmla="*/ 54 w 121"/>
                <a:gd name="T31" fmla="*/ 118 h 160"/>
                <a:gd name="T32" fmla="*/ 42 w 121"/>
                <a:gd name="T33" fmla="*/ 125 h 160"/>
                <a:gd name="T34" fmla="*/ 26 w 121"/>
                <a:gd name="T35" fmla="*/ 140 h 160"/>
                <a:gd name="T36" fmla="*/ 22 w 121"/>
                <a:gd name="T37" fmla="*/ 143 h 160"/>
                <a:gd name="T38" fmla="*/ 8 w 121"/>
                <a:gd name="T39" fmla="*/ 159 h 160"/>
                <a:gd name="T40" fmla="*/ 0 w 121"/>
                <a:gd name="T41" fmla="*/ 105 h 160"/>
                <a:gd name="T42" fmla="*/ 11 w 121"/>
                <a:gd name="T43" fmla="*/ 94 h 160"/>
                <a:gd name="T44" fmla="*/ 19 w 121"/>
                <a:gd name="T45" fmla="*/ 90 h 160"/>
                <a:gd name="T46" fmla="*/ 26 w 121"/>
                <a:gd name="T47" fmla="*/ 85 h 160"/>
                <a:gd name="T48" fmla="*/ 33 w 121"/>
                <a:gd name="T49" fmla="*/ 82 h 160"/>
                <a:gd name="T50" fmla="*/ 85 w 121"/>
                <a:gd name="T51" fmla="*/ 46 h 160"/>
                <a:gd name="T52" fmla="*/ 31 w 121"/>
                <a:gd name="T53" fmla="*/ 32 h 160"/>
                <a:gd name="T54" fmla="*/ 26 w 121"/>
                <a:gd name="T55" fmla="*/ 25 h 160"/>
                <a:gd name="T56" fmla="*/ 21 w 121"/>
                <a:gd name="T57" fmla="*/ 11 h 160"/>
                <a:gd name="T58" fmla="*/ 25 w 121"/>
                <a:gd name="T59" fmla="*/ 6 h 160"/>
                <a:gd name="T60" fmla="*/ 34 w 121"/>
                <a:gd name="T61" fmla="*/ 17 h 160"/>
                <a:gd name="T62" fmla="*/ 40 w 121"/>
                <a:gd name="T63" fmla="*/ 21 h 160"/>
                <a:gd name="T64" fmla="*/ 48 w 121"/>
                <a:gd name="T65" fmla="*/ 17 h 160"/>
                <a:gd name="T66" fmla="*/ 55 w 121"/>
                <a:gd name="T67" fmla="*/ 13 h 160"/>
                <a:gd name="T68" fmla="*/ 60 w 121"/>
                <a:gd name="T69" fmla="*/ 13 h 160"/>
                <a:gd name="T70" fmla="*/ 73 w 121"/>
                <a:gd name="T71" fmla="*/ 10 h 160"/>
                <a:gd name="T72" fmla="*/ 80 w 121"/>
                <a:gd name="T73" fmla="*/ 10 h 160"/>
                <a:gd name="T74" fmla="*/ 89 w 121"/>
                <a:gd name="T75" fmla="*/ 7 h 160"/>
                <a:gd name="T76" fmla="*/ 98 w 121"/>
                <a:gd name="T77" fmla="*/ 7 h 160"/>
                <a:gd name="T78" fmla="*/ 105 w 121"/>
                <a:gd name="T79" fmla="*/ 6 h 160"/>
                <a:gd name="T80" fmla="*/ 110 w 121"/>
                <a:gd name="T81" fmla="*/ 2 h 160"/>
                <a:gd name="T82" fmla="*/ 112 w 121"/>
                <a:gd name="T83" fmla="*/ 1 h 160"/>
                <a:gd name="T84" fmla="*/ 114 w 121"/>
                <a:gd name="T8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1" h="160">
                  <a:moveTo>
                    <a:pt x="114" y="0"/>
                  </a:moveTo>
                  <a:lnTo>
                    <a:pt x="116" y="0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21" y="1"/>
                  </a:lnTo>
                  <a:lnTo>
                    <a:pt x="119" y="3"/>
                  </a:lnTo>
                  <a:lnTo>
                    <a:pt x="118" y="5"/>
                  </a:lnTo>
                  <a:lnTo>
                    <a:pt x="118" y="7"/>
                  </a:lnTo>
                  <a:lnTo>
                    <a:pt x="118" y="7"/>
                  </a:lnTo>
                  <a:lnTo>
                    <a:pt x="118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8" y="11"/>
                  </a:lnTo>
                  <a:lnTo>
                    <a:pt x="118" y="13"/>
                  </a:lnTo>
                  <a:lnTo>
                    <a:pt x="118" y="15"/>
                  </a:lnTo>
                  <a:lnTo>
                    <a:pt x="119" y="17"/>
                  </a:lnTo>
                  <a:lnTo>
                    <a:pt x="118" y="18"/>
                  </a:lnTo>
                  <a:lnTo>
                    <a:pt x="119" y="18"/>
                  </a:lnTo>
                  <a:lnTo>
                    <a:pt x="119" y="18"/>
                  </a:lnTo>
                  <a:lnTo>
                    <a:pt x="121" y="18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19" y="19"/>
                  </a:lnTo>
                  <a:lnTo>
                    <a:pt x="118" y="19"/>
                  </a:lnTo>
                  <a:lnTo>
                    <a:pt x="117" y="19"/>
                  </a:lnTo>
                  <a:lnTo>
                    <a:pt x="116" y="23"/>
                  </a:lnTo>
                  <a:lnTo>
                    <a:pt x="117" y="25"/>
                  </a:lnTo>
                  <a:lnTo>
                    <a:pt x="116" y="27"/>
                  </a:lnTo>
                  <a:lnTo>
                    <a:pt x="116" y="28"/>
                  </a:lnTo>
                  <a:lnTo>
                    <a:pt x="116" y="31"/>
                  </a:lnTo>
                  <a:lnTo>
                    <a:pt x="112" y="36"/>
                  </a:lnTo>
                  <a:lnTo>
                    <a:pt x="109" y="43"/>
                  </a:lnTo>
                  <a:lnTo>
                    <a:pt x="108" y="46"/>
                  </a:lnTo>
                  <a:lnTo>
                    <a:pt x="106" y="44"/>
                  </a:lnTo>
                  <a:lnTo>
                    <a:pt x="104" y="48"/>
                  </a:lnTo>
                  <a:lnTo>
                    <a:pt x="104" y="50"/>
                  </a:lnTo>
                  <a:lnTo>
                    <a:pt x="105" y="51"/>
                  </a:lnTo>
                  <a:lnTo>
                    <a:pt x="102" y="52"/>
                  </a:lnTo>
                  <a:lnTo>
                    <a:pt x="96" y="65"/>
                  </a:lnTo>
                  <a:lnTo>
                    <a:pt x="96" y="68"/>
                  </a:lnTo>
                  <a:lnTo>
                    <a:pt x="92" y="75"/>
                  </a:lnTo>
                  <a:lnTo>
                    <a:pt x="92" y="77"/>
                  </a:lnTo>
                  <a:lnTo>
                    <a:pt x="84" y="88"/>
                  </a:lnTo>
                  <a:lnTo>
                    <a:pt x="83" y="90"/>
                  </a:lnTo>
                  <a:lnTo>
                    <a:pt x="79" y="94"/>
                  </a:lnTo>
                  <a:lnTo>
                    <a:pt x="72" y="101"/>
                  </a:lnTo>
                  <a:lnTo>
                    <a:pt x="59" y="113"/>
                  </a:lnTo>
                  <a:lnTo>
                    <a:pt x="54" y="118"/>
                  </a:lnTo>
                  <a:lnTo>
                    <a:pt x="50" y="118"/>
                  </a:lnTo>
                  <a:lnTo>
                    <a:pt x="47" y="121"/>
                  </a:lnTo>
                  <a:lnTo>
                    <a:pt x="42" y="125"/>
                  </a:lnTo>
                  <a:lnTo>
                    <a:pt x="34" y="132"/>
                  </a:lnTo>
                  <a:lnTo>
                    <a:pt x="33" y="132"/>
                  </a:lnTo>
                  <a:lnTo>
                    <a:pt x="26" y="140"/>
                  </a:lnTo>
                  <a:lnTo>
                    <a:pt x="25" y="140"/>
                  </a:lnTo>
                  <a:lnTo>
                    <a:pt x="23" y="143"/>
                  </a:lnTo>
                  <a:lnTo>
                    <a:pt x="22" y="143"/>
                  </a:lnTo>
                  <a:lnTo>
                    <a:pt x="19" y="146"/>
                  </a:lnTo>
                  <a:lnTo>
                    <a:pt x="18" y="148"/>
                  </a:lnTo>
                  <a:lnTo>
                    <a:pt x="8" y="159"/>
                  </a:lnTo>
                  <a:lnTo>
                    <a:pt x="8" y="160"/>
                  </a:lnTo>
                  <a:lnTo>
                    <a:pt x="0" y="152"/>
                  </a:lnTo>
                  <a:lnTo>
                    <a:pt x="0" y="105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3"/>
                  </a:lnTo>
                  <a:lnTo>
                    <a:pt x="15" y="92"/>
                  </a:lnTo>
                  <a:lnTo>
                    <a:pt x="19" y="90"/>
                  </a:lnTo>
                  <a:lnTo>
                    <a:pt x="22" y="89"/>
                  </a:lnTo>
                  <a:lnTo>
                    <a:pt x="25" y="88"/>
                  </a:lnTo>
                  <a:lnTo>
                    <a:pt x="26" y="85"/>
                  </a:lnTo>
                  <a:lnTo>
                    <a:pt x="29" y="84"/>
                  </a:lnTo>
                  <a:lnTo>
                    <a:pt x="31" y="84"/>
                  </a:lnTo>
                  <a:lnTo>
                    <a:pt x="33" y="82"/>
                  </a:lnTo>
                  <a:lnTo>
                    <a:pt x="40" y="81"/>
                  </a:lnTo>
                  <a:lnTo>
                    <a:pt x="47" y="82"/>
                  </a:lnTo>
                  <a:lnTo>
                    <a:pt x="85" y="46"/>
                  </a:lnTo>
                  <a:lnTo>
                    <a:pt x="69" y="46"/>
                  </a:lnTo>
                  <a:lnTo>
                    <a:pt x="35" y="35"/>
                  </a:lnTo>
                  <a:lnTo>
                    <a:pt x="31" y="32"/>
                  </a:lnTo>
                  <a:lnTo>
                    <a:pt x="27" y="31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3" y="23"/>
                  </a:lnTo>
                  <a:lnTo>
                    <a:pt x="21" y="17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33" y="14"/>
                  </a:lnTo>
                  <a:lnTo>
                    <a:pt x="34" y="17"/>
                  </a:lnTo>
                  <a:lnTo>
                    <a:pt x="35" y="17"/>
                  </a:lnTo>
                  <a:lnTo>
                    <a:pt x="38" y="19"/>
                  </a:lnTo>
                  <a:lnTo>
                    <a:pt x="40" y="21"/>
                  </a:lnTo>
                  <a:lnTo>
                    <a:pt x="44" y="19"/>
                  </a:lnTo>
                  <a:lnTo>
                    <a:pt x="44" y="18"/>
                  </a:lnTo>
                  <a:lnTo>
                    <a:pt x="48" y="17"/>
                  </a:lnTo>
                  <a:lnTo>
                    <a:pt x="50" y="17"/>
                  </a:lnTo>
                  <a:lnTo>
                    <a:pt x="54" y="13"/>
                  </a:lnTo>
                  <a:lnTo>
                    <a:pt x="55" y="13"/>
                  </a:lnTo>
                  <a:lnTo>
                    <a:pt x="56" y="14"/>
                  </a:lnTo>
                  <a:lnTo>
                    <a:pt x="59" y="14"/>
                  </a:lnTo>
                  <a:lnTo>
                    <a:pt x="60" y="13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73" y="10"/>
                  </a:lnTo>
                  <a:lnTo>
                    <a:pt x="76" y="9"/>
                  </a:lnTo>
                  <a:lnTo>
                    <a:pt x="77" y="10"/>
                  </a:lnTo>
                  <a:lnTo>
                    <a:pt x="80" y="10"/>
                  </a:lnTo>
                  <a:lnTo>
                    <a:pt x="83" y="10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8" y="7"/>
                  </a:lnTo>
                  <a:lnTo>
                    <a:pt x="100" y="6"/>
                  </a:lnTo>
                  <a:lnTo>
                    <a:pt x="104" y="5"/>
                  </a:lnTo>
                  <a:lnTo>
                    <a:pt x="105" y="6"/>
                  </a:lnTo>
                  <a:lnTo>
                    <a:pt x="105" y="5"/>
                  </a:lnTo>
                  <a:lnTo>
                    <a:pt x="109" y="5"/>
                  </a:lnTo>
                  <a:lnTo>
                    <a:pt x="110" y="2"/>
                  </a:lnTo>
                  <a:lnTo>
                    <a:pt x="112" y="2"/>
                  </a:lnTo>
                  <a:lnTo>
                    <a:pt x="112" y="1"/>
                  </a:lnTo>
                  <a:lnTo>
                    <a:pt x="112" y="1"/>
                  </a:lnTo>
                  <a:lnTo>
                    <a:pt x="113" y="0"/>
                  </a:lnTo>
                  <a:lnTo>
                    <a:pt x="114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3" name="Freeform 442"/>
            <p:cNvSpPr>
              <a:spLocks noEditPoints="1"/>
            </p:cNvSpPr>
            <p:nvPr/>
          </p:nvSpPr>
          <p:spPr bwMode="auto">
            <a:xfrm>
              <a:off x="6724531" y="4185447"/>
              <a:ext cx="314680" cy="307068"/>
            </a:xfrm>
            <a:custGeom>
              <a:avLst/>
              <a:gdLst>
                <a:gd name="T0" fmla="*/ 4 w 124"/>
                <a:gd name="T1" fmla="*/ 79 h 121"/>
                <a:gd name="T2" fmla="*/ 0 w 124"/>
                <a:gd name="T3" fmla="*/ 79 h 121"/>
                <a:gd name="T4" fmla="*/ 45 w 124"/>
                <a:gd name="T5" fmla="*/ 0 h 121"/>
                <a:gd name="T6" fmla="*/ 49 w 124"/>
                <a:gd name="T7" fmla="*/ 1 h 121"/>
                <a:gd name="T8" fmla="*/ 50 w 124"/>
                <a:gd name="T9" fmla="*/ 9 h 121"/>
                <a:gd name="T10" fmla="*/ 56 w 124"/>
                <a:gd name="T11" fmla="*/ 12 h 121"/>
                <a:gd name="T12" fmla="*/ 61 w 124"/>
                <a:gd name="T13" fmla="*/ 12 h 121"/>
                <a:gd name="T14" fmla="*/ 69 w 124"/>
                <a:gd name="T15" fmla="*/ 13 h 121"/>
                <a:gd name="T16" fmla="*/ 77 w 124"/>
                <a:gd name="T17" fmla="*/ 20 h 121"/>
                <a:gd name="T18" fmla="*/ 81 w 124"/>
                <a:gd name="T19" fmla="*/ 22 h 121"/>
                <a:gd name="T20" fmla="*/ 87 w 124"/>
                <a:gd name="T21" fmla="*/ 24 h 121"/>
                <a:gd name="T22" fmla="*/ 93 w 124"/>
                <a:gd name="T23" fmla="*/ 24 h 121"/>
                <a:gd name="T24" fmla="*/ 97 w 124"/>
                <a:gd name="T25" fmla="*/ 24 h 121"/>
                <a:gd name="T26" fmla="*/ 100 w 124"/>
                <a:gd name="T27" fmla="*/ 17 h 121"/>
                <a:gd name="T28" fmla="*/ 106 w 124"/>
                <a:gd name="T29" fmla="*/ 17 h 121"/>
                <a:gd name="T30" fmla="*/ 112 w 124"/>
                <a:gd name="T31" fmla="*/ 14 h 121"/>
                <a:gd name="T32" fmla="*/ 115 w 124"/>
                <a:gd name="T33" fmla="*/ 18 h 121"/>
                <a:gd name="T34" fmla="*/ 122 w 124"/>
                <a:gd name="T35" fmla="*/ 18 h 121"/>
                <a:gd name="T36" fmla="*/ 114 w 124"/>
                <a:gd name="T37" fmla="*/ 29 h 121"/>
                <a:gd name="T38" fmla="*/ 122 w 124"/>
                <a:gd name="T39" fmla="*/ 84 h 121"/>
                <a:gd name="T40" fmla="*/ 118 w 124"/>
                <a:gd name="T41" fmla="*/ 89 h 121"/>
                <a:gd name="T42" fmla="*/ 115 w 124"/>
                <a:gd name="T43" fmla="*/ 91 h 121"/>
                <a:gd name="T44" fmla="*/ 112 w 124"/>
                <a:gd name="T45" fmla="*/ 93 h 121"/>
                <a:gd name="T46" fmla="*/ 107 w 124"/>
                <a:gd name="T47" fmla="*/ 96 h 121"/>
                <a:gd name="T48" fmla="*/ 104 w 124"/>
                <a:gd name="T49" fmla="*/ 97 h 121"/>
                <a:gd name="T50" fmla="*/ 103 w 124"/>
                <a:gd name="T51" fmla="*/ 101 h 121"/>
                <a:gd name="T52" fmla="*/ 102 w 124"/>
                <a:gd name="T53" fmla="*/ 105 h 121"/>
                <a:gd name="T54" fmla="*/ 100 w 124"/>
                <a:gd name="T55" fmla="*/ 110 h 121"/>
                <a:gd name="T56" fmla="*/ 94 w 124"/>
                <a:gd name="T57" fmla="*/ 120 h 121"/>
                <a:gd name="T58" fmla="*/ 90 w 124"/>
                <a:gd name="T59" fmla="*/ 121 h 121"/>
                <a:gd name="T60" fmla="*/ 74 w 124"/>
                <a:gd name="T61" fmla="*/ 109 h 121"/>
                <a:gd name="T62" fmla="*/ 74 w 124"/>
                <a:gd name="T63" fmla="*/ 106 h 121"/>
                <a:gd name="T64" fmla="*/ 29 w 124"/>
                <a:gd name="T65" fmla="*/ 77 h 121"/>
                <a:gd name="T66" fmla="*/ 28 w 124"/>
                <a:gd name="T67" fmla="*/ 66 h 121"/>
                <a:gd name="T68" fmla="*/ 32 w 124"/>
                <a:gd name="T69" fmla="*/ 60 h 121"/>
                <a:gd name="T70" fmla="*/ 35 w 124"/>
                <a:gd name="T71" fmla="*/ 56 h 121"/>
                <a:gd name="T72" fmla="*/ 37 w 124"/>
                <a:gd name="T73" fmla="*/ 52 h 121"/>
                <a:gd name="T74" fmla="*/ 41 w 124"/>
                <a:gd name="T75" fmla="*/ 51 h 121"/>
                <a:gd name="T76" fmla="*/ 41 w 124"/>
                <a:gd name="T77" fmla="*/ 47 h 121"/>
                <a:gd name="T78" fmla="*/ 45 w 124"/>
                <a:gd name="T79" fmla="*/ 41 h 121"/>
                <a:gd name="T80" fmla="*/ 43 w 124"/>
                <a:gd name="T81" fmla="*/ 37 h 121"/>
                <a:gd name="T82" fmla="*/ 43 w 124"/>
                <a:gd name="T83" fmla="*/ 35 h 121"/>
                <a:gd name="T84" fmla="*/ 39 w 124"/>
                <a:gd name="T85" fmla="*/ 30 h 121"/>
                <a:gd name="T86" fmla="*/ 36 w 124"/>
                <a:gd name="T87" fmla="*/ 25 h 121"/>
                <a:gd name="T88" fmla="*/ 33 w 124"/>
                <a:gd name="T89" fmla="*/ 22 h 121"/>
                <a:gd name="T90" fmla="*/ 33 w 124"/>
                <a:gd name="T91" fmla="*/ 20 h 121"/>
                <a:gd name="T92" fmla="*/ 31 w 124"/>
                <a:gd name="T93" fmla="*/ 16 h 121"/>
                <a:gd name="T94" fmla="*/ 31 w 124"/>
                <a:gd name="T95" fmla="*/ 16 h 121"/>
                <a:gd name="T96" fmla="*/ 33 w 124"/>
                <a:gd name="T97" fmla="*/ 13 h 121"/>
                <a:gd name="T98" fmla="*/ 36 w 124"/>
                <a:gd name="T99" fmla="*/ 9 h 121"/>
                <a:gd name="T100" fmla="*/ 41 w 124"/>
                <a:gd name="T101" fmla="*/ 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" h="121">
                  <a:moveTo>
                    <a:pt x="10" y="79"/>
                  </a:moveTo>
                  <a:lnTo>
                    <a:pt x="4" y="7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" y="79"/>
                  </a:lnTo>
                  <a:close/>
                  <a:moveTo>
                    <a:pt x="45" y="0"/>
                  </a:moveTo>
                  <a:lnTo>
                    <a:pt x="46" y="2"/>
                  </a:lnTo>
                  <a:lnTo>
                    <a:pt x="49" y="1"/>
                  </a:lnTo>
                  <a:lnTo>
                    <a:pt x="50" y="2"/>
                  </a:lnTo>
                  <a:lnTo>
                    <a:pt x="50" y="9"/>
                  </a:lnTo>
                  <a:lnTo>
                    <a:pt x="53" y="12"/>
                  </a:lnTo>
                  <a:lnTo>
                    <a:pt x="56" y="12"/>
                  </a:lnTo>
                  <a:lnTo>
                    <a:pt x="58" y="12"/>
                  </a:lnTo>
                  <a:lnTo>
                    <a:pt x="61" y="12"/>
                  </a:lnTo>
                  <a:lnTo>
                    <a:pt x="66" y="12"/>
                  </a:lnTo>
                  <a:lnTo>
                    <a:pt x="69" y="13"/>
                  </a:lnTo>
                  <a:lnTo>
                    <a:pt x="74" y="17"/>
                  </a:lnTo>
                  <a:lnTo>
                    <a:pt x="77" y="20"/>
                  </a:lnTo>
                  <a:lnTo>
                    <a:pt x="78" y="22"/>
                  </a:lnTo>
                  <a:lnTo>
                    <a:pt x="81" y="22"/>
                  </a:lnTo>
                  <a:lnTo>
                    <a:pt x="85" y="22"/>
                  </a:lnTo>
                  <a:lnTo>
                    <a:pt x="87" y="24"/>
                  </a:lnTo>
                  <a:lnTo>
                    <a:pt x="90" y="24"/>
                  </a:lnTo>
                  <a:lnTo>
                    <a:pt x="93" y="24"/>
                  </a:lnTo>
                  <a:lnTo>
                    <a:pt x="94" y="24"/>
                  </a:lnTo>
                  <a:lnTo>
                    <a:pt x="97" y="24"/>
                  </a:lnTo>
                  <a:lnTo>
                    <a:pt x="99" y="18"/>
                  </a:lnTo>
                  <a:lnTo>
                    <a:pt x="100" y="17"/>
                  </a:lnTo>
                  <a:lnTo>
                    <a:pt x="103" y="17"/>
                  </a:lnTo>
                  <a:lnTo>
                    <a:pt x="106" y="17"/>
                  </a:lnTo>
                  <a:lnTo>
                    <a:pt x="107" y="16"/>
                  </a:lnTo>
                  <a:lnTo>
                    <a:pt x="112" y="14"/>
                  </a:lnTo>
                  <a:lnTo>
                    <a:pt x="114" y="16"/>
                  </a:lnTo>
                  <a:lnTo>
                    <a:pt x="115" y="18"/>
                  </a:lnTo>
                  <a:lnTo>
                    <a:pt x="118" y="20"/>
                  </a:lnTo>
                  <a:lnTo>
                    <a:pt x="122" y="18"/>
                  </a:lnTo>
                  <a:lnTo>
                    <a:pt x="124" y="18"/>
                  </a:lnTo>
                  <a:lnTo>
                    <a:pt x="114" y="29"/>
                  </a:lnTo>
                  <a:lnTo>
                    <a:pt x="114" y="76"/>
                  </a:lnTo>
                  <a:lnTo>
                    <a:pt x="122" y="84"/>
                  </a:lnTo>
                  <a:lnTo>
                    <a:pt x="122" y="84"/>
                  </a:lnTo>
                  <a:lnTo>
                    <a:pt x="118" y="89"/>
                  </a:lnTo>
                  <a:lnTo>
                    <a:pt x="116" y="89"/>
                  </a:lnTo>
                  <a:lnTo>
                    <a:pt x="115" y="91"/>
                  </a:lnTo>
                  <a:lnTo>
                    <a:pt x="116" y="92"/>
                  </a:lnTo>
                  <a:lnTo>
                    <a:pt x="112" y="93"/>
                  </a:lnTo>
                  <a:lnTo>
                    <a:pt x="110" y="96"/>
                  </a:lnTo>
                  <a:lnTo>
                    <a:pt x="107" y="96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3" y="100"/>
                  </a:lnTo>
                  <a:lnTo>
                    <a:pt x="103" y="101"/>
                  </a:lnTo>
                  <a:lnTo>
                    <a:pt x="104" y="101"/>
                  </a:lnTo>
                  <a:lnTo>
                    <a:pt x="102" y="105"/>
                  </a:lnTo>
                  <a:lnTo>
                    <a:pt x="100" y="108"/>
                  </a:lnTo>
                  <a:lnTo>
                    <a:pt x="100" y="110"/>
                  </a:lnTo>
                  <a:lnTo>
                    <a:pt x="98" y="113"/>
                  </a:lnTo>
                  <a:lnTo>
                    <a:pt x="94" y="120"/>
                  </a:lnTo>
                  <a:lnTo>
                    <a:pt x="91" y="121"/>
                  </a:lnTo>
                  <a:lnTo>
                    <a:pt x="90" y="121"/>
                  </a:lnTo>
                  <a:lnTo>
                    <a:pt x="75" y="110"/>
                  </a:lnTo>
                  <a:lnTo>
                    <a:pt x="74" y="109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3" y="102"/>
                  </a:lnTo>
                  <a:lnTo>
                    <a:pt x="29" y="77"/>
                  </a:lnTo>
                  <a:lnTo>
                    <a:pt x="25" y="77"/>
                  </a:lnTo>
                  <a:lnTo>
                    <a:pt x="28" y="66"/>
                  </a:lnTo>
                  <a:lnTo>
                    <a:pt x="29" y="63"/>
                  </a:lnTo>
                  <a:lnTo>
                    <a:pt x="32" y="60"/>
                  </a:lnTo>
                  <a:lnTo>
                    <a:pt x="33" y="58"/>
                  </a:lnTo>
                  <a:lnTo>
                    <a:pt x="35" y="56"/>
                  </a:lnTo>
                  <a:lnTo>
                    <a:pt x="36" y="54"/>
                  </a:lnTo>
                  <a:lnTo>
                    <a:pt x="37" y="52"/>
                  </a:lnTo>
                  <a:lnTo>
                    <a:pt x="37" y="51"/>
                  </a:lnTo>
                  <a:lnTo>
                    <a:pt x="41" y="51"/>
                  </a:lnTo>
                  <a:lnTo>
                    <a:pt x="41" y="49"/>
                  </a:lnTo>
                  <a:lnTo>
                    <a:pt x="41" y="47"/>
                  </a:lnTo>
                  <a:lnTo>
                    <a:pt x="45" y="43"/>
                  </a:lnTo>
                  <a:lnTo>
                    <a:pt x="45" y="41"/>
                  </a:lnTo>
                  <a:lnTo>
                    <a:pt x="44" y="39"/>
                  </a:lnTo>
                  <a:lnTo>
                    <a:pt x="43" y="37"/>
                  </a:lnTo>
                  <a:lnTo>
                    <a:pt x="44" y="35"/>
                  </a:lnTo>
                  <a:lnTo>
                    <a:pt x="43" y="35"/>
                  </a:lnTo>
                  <a:lnTo>
                    <a:pt x="40" y="34"/>
                  </a:lnTo>
                  <a:lnTo>
                    <a:pt x="39" y="30"/>
                  </a:lnTo>
                  <a:lnTo>
                    <a:pt x="36" y="27"/>
                  </a:lnTo>
                  <a:lnTo>
                    <a:pt x="36" y="25"/>
                  </a:lnTo>
                  <a:lnTo>
                    <a:pt x="36" y="22"/>
                  </a:lnTo>
                  <a:lnTo>
                    <a:pt x="33" y="22"/>
                  </a:lnTo>
                  <a:lnTo>
                    <a:pt x="35" y="21"/>
                  </a:lnTo>
                  <a:lnTo>
                    <a:pt x="33" y="20"/>
                  </a:lnTo>
                  <a:lnTo>
                    <a:pt x="32" y="17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2" y="13"/>
                  </a:lnTo>
                  <a:lnTo>
                    <a:pt x="33" y="13"/>
                  </a:lnTo>
                  <a:lnTo>
                    <a:pt x="35" y="12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41" y="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4" name="Freeform 443"/>
            <p:cNvSpPr>
              <a:spLocks/>
            </p:cNvSpPr>
            <p:nvPr/>
          </p:nvSpPr>
          <p:spPr bwMode="auto">
            <a:xfrm>
              <a:off x="6661089" y="4226051"/>
              <a:ext cx="177642" cy="170030"/>
            </a:xfrm>
            <a:custGeom>
              <a:avLst/>
              <a:gdLst>
                <a:gd name="T0" fmla="*/ 57 w 70"/>
                <a:gd name="T1" fmla="*/ 1 h 67"/>
                <a:gd name="T2" fmla="*/ 60 w 70"/>
                <a:gd name="T3" fmla="*/ 5 h 67"/>
                <a:gd name="T4" fmla="*/ 61 w 70"/>
                <a:gd name="T5" fmla="*/ 6 h 67"/>
                <a:gd name="T6" fmla="*/ 61 w 70"/>
                <a:gd name="T7" fmla="*/ 11 h 67"/>
                <a:gd name="T8" fmla="*/ 65 w 70"/>
                <a:gd name="T9" fmla="*/ 18 h 67"/>
                <a:gd name="T10" fmla="*/ 69 w 70"/>
                <a:gd name="T11" fmla="*/ 19 h 67"/>
                <a:gd name="T12" fmla="*/ 69 w 70"/>
                <a:gd name="T13" fmla="*/ 23 h 67"/>
                <a:gd name="T14" fmla="*/ 70 w 70"/>
                <a:gd name="T15" fmla="*/ 27 h 67"/>
                <a:gd name="T16" fmla="*/ 66 w 70"/>
                <a:gd name="T17" fmla="*/ 33 h 67"/>
                <a:gd name="T18" fmla="*/ 62 w 70"/>
                <a:gd name="T19" fmla="*/ 35 h 67"/>
                <a:gd name="T20" fmla="*/ 61 w 70"/>
                <a:gd name="T21" fmla="*/ 38 h 67"/>
                <a:gd name="T22" fmla="*/ 58 w 70"/>
                <a:gd name="T23" fmla="*/ 42 h 67"/>
                <a:gd name="T24" fmla="*/ 54 w 70"/>
                <a:gd name="T25" fmla="*/ 47 h 67"/>
                <a:gd name="T26" fmla="*/ 50 w 70"/>
                <a:gd name="T27" fmla="*/ 61 h 67"/>
                <a:gd name="T28" fmla="*/ 25 w 70"/>
                <a:gd name="T29" fmla="*/ 63 h 67"/>
                <a:gd name="T30" fmla="*/ 15 w 70"/>
                <a:gd name="T31" fmla="*/ 63 h 67"/>
                <a:gd name="T32" fmla="*/ 14 w 70"/>
                <a:gd name="T33" fmla="*/ 64 h 67"/>
                <a:gd name="T34" fmla="*/ 12 w 70"/>
                <a:gd name="T35" fmla="*/ 64 h 67"/>
                <a:gd name="T36" fmla="*/ 10 w 70"/>
                <a:gd name="T37" fmla="*/ 65 h 67"/>
                <a:gd name="T38" fmla="*/ 7 w 70"/>
                <a:gd name="T39" fmla="*/ 67 h 67"/>
                <a:gd name="T40" fmla="*/ 6 w 70"/>
                <a:gd name="T41" fmla="*/ 65 h 67"/>
                <a:gd name="T42" fmla="*/ 2 w 70"/>
                <a:gd name="T43" fmla="*/ 67 h 67"/>
                <a:gd name="T44" fmla="*/ 2 w 70"/>
                <a:gd name="T45" fmla="*/ 67 h 67"/>
                <a:gd name="T46" fmla="*/ 3 w 70"/>
                <a:gd name="T47" fmla="*/ 59 h 67"/>
                <a:gd name="T48" fmla="*/ 3 w 70"/>
                <a:gd name="T49" fmla="*/ 52 h 67"/>
                <a:gd name="T50" fmla="*/ 8 w 70"/>
                <a:gd name="T51" fmla="*/ 42 h 67"/>
                <a:gd name="T52" fmla="*/ 14 w 70"/>
                <a:gd name="T53" fmla="*/ 36 h 67"/>
                <a:gd name="T54" fmla="*/ 19 w 70"/>
                <a:gd name="T55" fmla="*/ 27 h 67"/>
                <a:gd name="T56" fmla="*/ 17 w 70"/>
                <a:gd name="T57" fmla="*/ 23 h 67"/>
                <a:gd name="T58" fmla="*/ 16 w 70"/>
                <a:gd name="T59" fmla="*/ 19 h 67"/>
                <a:gd name="T60" fmla="*/ 17 w 70"/>
                <a:gd name="T61" fmla="*/ 11 h 67"/>
                <a:gd name="T62" fmla="*/ 19 w 70"/>
                <a:gd name="T63" fmla="*/ 8 h 67"/>
                <a:gd name="T64" fmla="*/ 19 w 70"/>
                <a:gd name="T65" fmla="*/ 6 h 67"/>
                <a:gd name="T66" fmla="*/ 20 w 70"/>
                <a:gd name="T67" fmla="*/ 4 h 67"/>
                <a:gd name="T68" fmla="*/ 25 w 70"/>
                <a:gd name="T69" fmla="*/ 6 h 67"/>
                <a:gd name="T70" fmla="*/ 29 w 70"/>
                <a:gd name="T71" fmla="*/ 6 h 67"/>
                <a:gd name="T72" fmla="*/ 32 w 70"/>
                <a:gd name="T73" fmla="*/ 9 h 67"/>
                <a:gd name="T74" fmla="*/ 33 w 70"/>
                <a:gd name="T75" fmla="*/ 6 h 67"/>
                <a:gd name="T76" fmla="*/ 37 w 70"/>
                <a:gd name="T77" fmla="*/ 5 h 67"/>
                <a:gd name="T78" fmla="*/ 40 w 70"/>
                <a:gd name="T79" fmla="*/ 5 h 67"/>
                <a:gd name="T80" fmla="*/ 46 w 70"/>
                <a:gd name="T81" fmla="*/ 4 h 67"/>
                <a:gd name="T82" fmla="*/ 52 w 70"/>
                <a:gd name="T83" fmla="*/ 4 h 67"/>
                <a:gd name="T84" fmla="*/ 56 w 70"/>
                <a:gd name="T8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" h="67">
                  <a:moveTo>
                    <a:pt x="56" y="0"/>
                  </a:moveTo>
                  <a:lnTo>
                    <a:pt x="57" y="1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58" y="6"/>
                  </a:lnTo>
                  <a:lnTo>
                    <a:pt x="61" y="6"/>
                  </a:lnTo>
                  <a:lnTo>
                    <a:pt x="61" y="9"/>
                  </a:lnTo>
                  <a:lnTo>
                    <a:pt x="61" y="11"/>
                  </a:lnTo>
                  <a:lnTo>
                    <a:pt x="64" y="14"/>
                  </a:lnTo>
                  <a:lnTo>
                    <a:pt x="65" y="18"/>
                  </a:lnTo>
                  <a:lnTo>
                    <a:pt x="68" y="19"/>
                  </a:lnTo>
                  <a:lnTo>
                    <a:pt x="69" y="19"/>
                  </a:lnTo>
                  <a:lnTo>
                    <a:pt x="68" y="21"/>
                  </a:lnTo>
                  <a:lnTo>
                    <a:pt x="69" y="23"/>
                  </a:lnTo>
                  <a:lnTo>
                    <a:pt x="70" y="25"/>
                  </a:lnTo>
                  <a:lnTo>
                    <a:pt x="70" y="27"/>
                  </a:lnTo>
                  <a:lnTo>
                    <a:pt x="66" y="31"/>
                  </a:lnTo>
                  <a:lnTo>
                    <a:pt x="66" y="33"/>
                  </a:lnTo>
                  <a:lnTo>
                    <a:pt x="66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1" y="38"/>
                  </a:lnTo>
                  <a:lnTo>
                    <a:pt x="60" y="40"/>
                  </a:lnTo>
                  <a:lnTo>
                    <a:pt x="58" y="42"/>
                  </a:lnTo>
                  <a:lnTo>
                    <a:pt x="57" y="44"/>
                  </a:lnTo>
                  <a:lnTo>
                    <a:pt x="54" y="47"/>
                  </a:lnTo>
                  <a:lnTo>
                    <a:pt x="53" y="50"/>
                  </a:lnTo>
                  <a:lnTo>
                    <a:pt x="50" y="61"/>
                  </a:lnTo>
                  <a:lnTo>
                    <a:pt x="3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15" y="6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0" y="64"/>
                  </a:lnTo>
                  <a:lnTo>
                    <a:pt x="10" y="65"/>
                  </a:lnTo>
                  <a:lnTo>
                    <a:pt x="10" y="67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5"/>
                  </a:lnTo>
                  <a:lnTo>
                    <a:pt x="3" y="67"/>
                  </a:lnTo>
                  <a:lnTo>
                    <a:pt x="2" y="67"/>
                  </a:lnTo>
                  <a:lnTo>
                    <a:pt x="0" y="67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3" y="59"/>
                  </a:lnTo>
                  <a:lnTo>
                    <a:pt x="3" y="55"/>
                  </a:lnTo>
                  <a:lnTo>
                    <a:pt x="3" y="52"/>
                  </a:lnTo>
                  <a:lnTo>
                    <a:pt x="4" y="51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4" y="36"/>
                  </a:lnTo>
                  <a:lnTo>
                    <a:pt x="19" y="29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7" y="23"/>
                  </a:lnTo>
                  <a:lnTo>
                    <a:pt x="16" y="22"/>
                  </a:lnTo>
                  <a:lnTo>
                    <a:pt x="16" y="19"/>
                  </a:lnTo>
                  <a:lnTo>
                    <a:pt x="17" y="15"/>
                  </a:lnTo>
                  <a:lnTo>
                    <a:pt x="17" y="11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20" y="4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7" y="5"/>
                  </a:lnTo>
                  <a:lnTo>
                    <a:pt x="29" y="6"/>
                  </a:lnTo>
                  <a:lnTo>
                    <a:pt x="29" y="8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3" y="6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40" y="5"/>
                  </a:lnTo>
                  <a:lnTo>
                    <a:pt x="43" y="4"/>
                  </a:lnTo>
                  <a:lnTo>
                    <a:pt x="46" y="4"/>
                  </a:lnTo>
                  <a:lnTo>
                    <a:pt x="49" y="5"/>
                  </a:lnTo>
                  <a:lnTo>
                    <a:pt x="52" y="4"/>
                  </a:lnTo>
                  <a:lnTo>
                    <a:pt x="53" y="1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5" name="Freeform 444"/>
            <p:cNvSpPr>
              <a:spLocks/>
            </p:cNvSpPr>
            <p:nvPr/>
          </p:nvSpPr>
          <p:spPr bwMode="auto">
            <a:xfrm>
              <a:off x="6211907" y="4015419"/>
              <a:ext cx="390813" cy="263925"/>
            </a:xfrm>
            <a:custGeom>
              <a:avLst/>
              <a:gdLst>
                <a:gd name="T0" fmla="*/ 97 w 154"/>
                <a:gd name="T1" fmla="*/ 4 h 104"/>
                <a:gd name="T2" fmla="*/ 106 w 154"/>
                <a:gd name="T3" fmla="*/ 16 h 104"/>
                <a:gd name="T4" fmla="*/ 105 w 154"/>
                <a:gd name="T5" fmla="*/ 23 h 104"/>
                <a:gd name="T6" fmla="*/ 110 w 154"/>
                <a:gd name="T7" fmla="*/ 27 h 104"/>
                <a:gd name="T8" fmla="*/ 114 w 154"/>
                <a:gd name="T9" fmla="*/ 33 h 104"/>
                <a:gd name="T10" fmla="*/ 123 w 154"/>
                <a:gd name="T11" fmla="*/ 37 h 104"/>
                <a:gd name="T12" fmla="*/ 129 w 154"/>
                <a:gd name="T13" fmla="*/ 41 h 104"/>
                <a:gd name="T14" fmla="*/ 126 w 154"/>
                <a:gd name="T15" fmla="*/ 46 h 104"/>
                <a:gd name="T16" fmla="*/ 133 w 154"/>
                <a:gd name="T17" fmla="*/ 48 h 104"/>
                <a:gd name="T18" fmla="*/ 139 w 154"/>
                <a:gd name="T19" fmla="*/ 55 h 104"/>
                <a:gd name="T20" fmla="*/ 143 w 154"/>
                <a:gd name="T21" fmla="*/ 60 h 104"/>
                <a:gd name="T22" fmla="*/ 150 w 154"/>
                <a:gd name="T23" fmla="*/ 66 h 104"/>
                <a:gd name="T24" fmla="*/ 154 w 154"/>
                <a:gd name="T25" fmla="*/ 73 h 104"/>
                <a:gd name="T26" fmla="*/ 148 w 154"/>
                <a:gd name="T27" fmla="*/ 72 h 104"/>
                <a:gd name="T28" fmla="*/ 138 w 154"/>
                <a:gd name="T29" fmla="*/ 72 h 104"/>
                <a:gd name="T30" fmla="*/ 131 w 154"/>
                <a:gd name="T31" fmla="*/ 71 h 104"/>
                <a:gd name="T32" fmla="*/ 129 w 154"/>
                <a:gd name="T33" fmla="*/ 71 h 104"/>
                <a:gd name="T34" fmla="*/ 122 w 154"/>
                <a:gd name="T35" fmla="*/ 75 h 104"/>
                <a:gd name="T36" fmla="*/ 118 w 154"/>
                <a:gd name="T37" fmla="*/ 73 h 104"/>
                <a:gd name="T38" fmla="*/ 109 w 154"/>
                <a:gd name="T39" fmla="*/ 76 h 104"/>
                <a:gd name="T40" fmla="*/ 100 w 154"/>
                <a:gd name="T41" fmla="*/ 76 h 104"/>
                <a:gd name="T42" fmla="*/ 92 w 154"/>
                <a:gd name="T43" fmla="*/ 80 h 104"/>
                <a:gd name="T44" fmla="*/ 90 w 154"/>
                <a:gd name="T45" fmla="*/ 84 h 104"/>
                <a:gd name="T46" fmla="*/ 83 w 154"/>
                <a:gd name="T47" fmla="*/ 81 h 104"/>
                <a:gd name="T48" fmla="*/ 75 w 154"/>
                <a:gd name="T49" fmla="*/ 80 h 104"/>
                <a:gd name="T50" fmla="*/ 65 w 154"/>
                <a:gd name="T51" fmla="*/ 77 h 104"/>
                <a:gd name="T52" fmla="*/ 59 w 154"/>
                <a:gd name="T53" fmla="*/ 72 h 104"/>
                <a:gd name="T54" fmla="*/ 52 w 154"/>
                <a:gd name="T55" fmla="*/ 75 h 104"/>
                <a:gd name="T56" fmla="*/ 51 w 154"/>
                <a:gd name="T57" fmla="*/ 80 h 104"/>
                <a:gd name="T58" fmla="*/ 50 w 154"/>
                <a:gd name="T59" fmla="*/ 85 h 104"/>
                <a:gd name="T60" fmla="*/ 47 w 154"/>
                <a:gd name="T61" fmla="*/ 89 h 104"/>
                <a:gd name="T62" fmla="*/ 39 w 154"/>
                <a:gd name="T63" fmla="*/ 88 h 104"/>
                <a:gd name="T64" fmla="*/ 30 w 154"/>
                <a:gd name="T65" fmla="*/ 92 h 104"/>
                <a:gd name="T66" fmla="*/ 19 w 154"/>
                <a:gd name="T67" fmla="*/ 104 h 104"/>
                <a:gd name="T68" fmla="*/ 15 w 154"/>
                <a:gd name="T69" fmla="*/ 96 h 104"/>
                <a:gd name="T70" fmla="*/ 8 w 154"/>
                <a:gd name="T71" fmla="*/ 84 h 104"/>
                <a:gd name="T72" fmla="*/ 2 w 154"/>
                <a:gd name="T73" fmla="*/ 75 h 104"/>
                <a:gd name="T74" fmla="*/ 0 w 154"/>
                <a:gd name="T75" fmla="*/ 63 h 104"/>
                <a:gd name="T76" fmla="*/ 5 w 154"/>
                <a:gd name="T77" fmla="*/ 55 h 104"/>
                <a:gd name="T78" fmla="*/ 10 w 154"/>
                <a:gd name="T79" fmla="*/ 44 h 104"/>
                <a:gd name="T80" fmla="*/ 14 w 154"/>
                <a:gd name="T81" fmla="*/ 44 h 104"/>
                <a:gd name="T82" fmla="*/ 23 w 154"/>
                <a:gd name="T83" fmla="*/ 42 h 104"/>
                <a:gd name="T84" fmla="*/ 27 w 154"/>
                <a:gd name="T85" fmla="*/ 42 h 104"/>
                <a:gd name="T86" fmla="*/ 36 w 154"/>
                <a:gd name="T87" fmla="*/ 39 h 104"/>
                <a:gd name="T88" fmla="*/ 51 w 154"/>
                <a:gd name="T89" fmla="*/ 34 h 104"/>
                <a:gd name="T90" fmla="*/ 51 w 154"/>
                <a:gd name="T91" fmla="*/ 27 h 104"/>
                <a:gd name="T92" fmla="*/ 58 w 154"/>
                <a:gd name="T93" fmla="*/ 25 h 104"/>
                <a:gd name="T94" fmla="*/ 69 w 154"/>
                <a:gd name="T95" fmla="*/ 25 h 104"/>
                <a:gd name="T96" fmla="*/ 75 w 154"/>
                <a:gd name="T97" fmla="*/ 18 h 104"/>
                <a:gd name="T98" fmla="*/ 77 w 154"/>
                <a:gd name="T99" fmla="*/ 12 h 104"/>
                <a:gd name="T100" fmla="*/ 84 w 154"/>
                <a:gd name="T101" fmla="*/ 8 h 104"/>
                <a:gd name="T102" fmla="*/ 89 w 154"/>
                <a:gd name="T103" fmla="*/ 1 h 104"/>
                <a:gd name="T104" fmla="*/ 97 w 154"/>
                <a:gd name="T10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4" h="104">
                  <a:moveTo>
                    <a:pt x="97" y="0"/>
                  </a:moveTo>
                  <a:lnTo>
                    <a:pt x="98" y="1"/>
                  </a:lnTo>
                  <a:lnTo>
                    <a:pt x="98" y="4"/>
                  </a:lnTo>
                  <a:lnTo>
                    <a:pt x="97" y="4"/>
                  </a:lnTo>
                  <a:lnTo>
                    <a:pt x="100" y="6"/>
                  </a:lnTo>
                  <a:lnTo>
                    <a:pt x="101" y="8"/>
                  </a:lnTo>
                  <a:lnTo>
                    <a:pt x="104" y="12"/>
                  </a:lnTo>
                  <a:lnTo>
                    <a:pt x="106" y="16"/>
                  </a:lnTo>
                  <a:lnTo>
                    <a:pt x="106" y="18"/>
                  </a:lnTo>
                  <a:lnTo>
                    <a:pt x="106" y="21"/>
                  </a:lnTo>
                  <a:lnTo>
                    <a:pt x="105" y="21"/>
                  </a:lnTo>
                  <a:lnTo>
                    <a:pt x="105" y="23"/>
                  </a:lnTo>
                  <a:lnTo>
                    <a:pt x="105" y="27"/>
                  </a:lnTo>
                  <a:lnTo>
                    <a:pt x="106" y="29"/>
                  </a:lnTo>
                  <a:lnTo>
                    <a:pt x="109" y="29"/>
                  </a:lnTo>
                  <a:lnTo>
                    <a:pt x="110" y="27"/>
                  </a:lnTo>
                  <a:lnTo>
                    <a:pt x="114" y="27"/>
                  </a:lnTo>
                  <a:lnTo>
                    <a:pt x="114" y="29"/>
                  </a:lnTo>
                  <a:lnTo>
                    <a:pt x="114" y="30"/>
                  </a:lnTo>
                  <a:lnTo>
                    <a:pt x="114" y="33"/>
                  </a:lnTo>
                  <a:lnTo>
                    <a:pt x="117" y="34"/>
                  </a:lnTo>
                  <a:lnTo>
                    <a:pt x="119" y="35"/>
                  </a:lnTo>
                  <a:lnTo>
                    <a:pt x="121" y="35"/>
                  </a:lnTo>
                  <a:lnTo>
                    <a:pt x="123" y="37"/>
                  </a:lnTo>
                  <a:lnTo>
                    <a:pt x="123" y="38"/>
                  </a:lnTo>
                  <a:lnTo>
                    <a:pt x="126" y="39"/>
                  </a:lnTo>
                  <a:lnTo>
                    <a:pt x="127" y="39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7" y="43"/>
                  </a:lnTo>
                  <a:lnTo>
                    <a:pt x="126" y="44"/>
                  </a:lnTo>
                  <a:lnTo>
                    <a:pt x="126" y="46"/>
                  </a:lnTo>
                  <a:lnTo>
                    <a:pt x="127" y="47"/>
                  </a:lnTo>
                  <a:lnTo>
                    <a:pt x="130" y="48"/>
                  </a:lnTo>
                  <a:lnTo>
                    <a:pt x="131" y="47"/>
                  </a:lnTo>
                  <a:lnTo>
                    <a:pt x="133" y="48"/>
                  </a:lnTo>
                  <a:lnTo>
                    <a:pt x="134" y="48"/>
                  </a:lnTo>
                  <a:lnTo>
                    <a:pt x="138" y="51"/>
                  </a:lnTo>
                  <a:lnTo>
                    <a:pt x="138" y="52"/>
                  </a:lnTo>
                  <a:lnTo>
                    <a:pt x="139" y="55"/>
                  </a:lnTo>
                  <a:lnTo>
                    <a:pt x="139" y="56"/>
                  </a:lnTo>
                  <a:lnTo>
                    <a:pt x="142" y="58"/>
                  </a:lnTo>
                  <a:lnTo>
                    <a:pt x="143" y="59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7" y="63"/>
                  </a:lnTo>
                  <a:lnTo>
                    <a:pt x="150" y="64"/>
                  </a:lnTo>
                  <a:lnTo>
                    <a:pt x="150" y="66"/>
                  </a:lnTo>
                  <a:lnTo>
                    <a:pt x="150" y="69"/>
                  </a:lnTo>
                  <a:lnTo>
                    <a:pt x="151" y="69"/>
                  </a:lnTo>
                  <a:lnTo>
                    <a:pt x="154" y="72"/>
                  </a:lnTo>
                  <a:lnTo>
                    <a:pt x="154" y="73"/>
                  </a:lnTo>
                  <a:lnTo>
                    <a:pt x="154" y="73"/>
                  </a:lnTo>
                  <a:lnTo>
                    <a:pt x="154" y="73"/>
                  </a:lnTo>
                  <a:lnTo>
                    <a:pt x="151" y="72"/>
                  </a:lnTo>
                  <a:lnTo>
                    <a:pt x="148" y="72"/>
                  </a:lnTo>
                  <a:lnTo>
                    <a:pt x="144" y="73"/>
                  </a:lnTo>
                  <a:lnTo>
                    <a:pt x="144" y="73"/>
                  </a:lnTo>
                  <a:lnTo>
                    <a:pt x="141" y="73"/>
                  </a:lnTo>
                  <a:lnTo>
                    <a:pt x="138" y="72"/>
                  </a:lnTo>
                  <a:lnTo>
                    <a:pt x="137" y="72"/>
                  </a:lnTo>
                  <a:lnTo>
                    <a:pt x="135" y="71"/>
                  </a:lnTo>
                  <a:lnTo>
                    <a:pt x="134" y="71"/>
                  </a:lnTo>
                  <a:lnTo>
                    <a:pt x="131" y="71"/>
                  </a:lnTo>
                  <a:lnTo>
                    <a:pt x="130" y="69"/>
                  </a:lnTo>
                  <a:lnTo>
                    <a:pt x="129" y="69"/>
                  </a:lnTo>
                  <a:lnTo>
                    <a:pt x="129" y="71"/>
                  </a:lnTo>
                  <a:lnTo>
                    <a:pt x="129" y="71"/>
                  </a:lnTo>
                  <a:lnTo>
                    <a:pt x="127" y="73"/>
                  </a:lnTo>
                  <a:lnTo>
                    <a:pt x="126" y="73"/>
                  </a:lnTo>
                  <a:lnTo>
                    <a:pt x="125" y="73"/>
                  </a:lnTo>
                  <a:lnTo>
                    <a:pt x="122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8" y="73"/>
                  </a:lnTo>
                  <a:lnTo>
                    <a:pt x="118" y="73"/>
                  </a:lnTo>
                  <a:lnTo>
                    <a:pt x="117" y="72"/>
                  </a:lnTo>
                  <a:lnTo>
                    <a:pt x="115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8" y="76"/>
                  </a:lnTo>
                  <a:lnTo>
                    <a:pt x="104" y="77"/>
                  </a:lnTo>
                  <a:lnTo>
                    <a:pt x="101" y="77"/>
                  </a:lnTo>
                  <a:lnTo>
                    <a:pt x="100" y="76"/>
                  </a:lnTo>
                  <a:lnTo>
                    <a:pt x="98" y="76"/>
                  </a:lnTo>
                  <a:lnTo>
                    <a:pt x="96" y="76"/>
                  </a:lnTo>
                  <a:lnTo>
                    <a:pt x="94" y="77"/>
                  </a:lnTo>
                  <a:lnTo>
                    <a:pt x="92" y="80"/>
                  </a:lnTo>
                  <a:lnTo>
                    <a:pt x="92" y="81"/>
                  </a:lnTo>
                  <a:lnTo>
                    <a:pt x="93" y="83"/>
                  </a:lnTo>
                  <a:lnTo>
                    <a:pt x="93" y="83"/>
                  </a:lnTo>
                  <a:lnTo>
                    <a:pt x="90" y="84"/>
                  </a:lnTo>
                  <a:lnTo>
                    <a:pt x="89" y="83"/>
                  </a:lnTo>
                  <a:lnTo>
                    <a:pt x="87" y="83"/>
                  </a:lnTo>
                  <a:lnTo>
                    <a:pt x="84" y="81"/>
                  </a:lnTo>
                  <a:lnTo>
                    <a:pt x="83" y="81"/>
                  </a:lnTo>
                  <a:lnTo>
                    <a:pt x="81" y="83"/>
                  </a:lnTo>
                  <a:lnTo>
                    <a:pt x="80" y="83"/>
                  </a:lnTo>
                  <a:lnTo>
                    <a:pt x="77" y="81"/>
                  </a:lnTo>
                  <a:lnTo>
                    <a:pt x="75" y="80"/>
                  </a:lnTo>
                  <a:lnTo>
                    <a:pt x="72" y="81"/>
                  </a:lnTo>
                  <a:lnTo>
                    <a:pt x="71" y="80"/>
                  </a:lnTo>
                  <a:lnTo>
                    <a:pt x="68" y="77"/>
                  </a:lnTo>
                  <a:lnTo>
                    <a:pt x="65" y="77"/>
                  </a:lnTo>
                  <a:lnTo>
                    <a:pt x="63" y="73"/>
                  </a:lnTo>
                  <a:lnTo>
                    <a:pt x="62" y="73"/>
                  </a:lnTo>
                  <a:lnTo>
                    <a:pt x="59" y="72"/>
                  </a:lnTo>
                  <a:lnTo>
                    <a:pt x="59" y="72"/>
                  </a:lnTo>
                  <a:lnTo>
                    <a:pt x="58" y="73"/>
                  </a:lnTo>
                  <a:lnTo>
                    <a:pt x="56" y="73"/>
                  </a:lnTo>
                  <a:lnTo>
                    <a:pt x="54" y="75"/>
                  </a:lnTo>
                  <a:lnTo>
                    <a:pt x="52" y="75"/>
                  </a:lnTo>
                  <a:lnTo>
                    <a:pt x="52" y="76"/>
                  </a:lnTo>
                  <a:lnTo>
                    <a:pt x="51" y="77"/>
                  </a:lnTo>
                  <a:lnTo>
                    <a:pt x="51" y="79"/>
                  </a:lnTo>
                  <a:lnTo>
                    <a:pt x="51" y="80"/>
                  </a:lnTo>
                  <a:lnTo>
                    <a:pt x="50" y="81"/>
                  </a:lnTo>
                  <a:lnTo>
                    <a:pt x="48" y="81"/>
                  </a:lnTo>
                  <a:lnTo>
                    <a:pt x="48" y="83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48" y="88"/>
                  </a:lnTo>
                  <a:lnTo>
                    <a:pt x="48" y="89"/>
                  </a:lnTo>
                  <a:lnTo>
                    <a:pt x="47" y="89"/>
                  </a:lnTo>
                  <a:lnTo>
                    <a:pt x="46" y="91"/>
                  </a:lnTo>
                  <a:lnTo>
                    <a:pt x="43" y="89"/>
                  </a:lnTo>
                  <a:lnTo>
                    <a:pt x="43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1" y="91"/>
                  </a:lnTo>
                  <a:lnTo>
                    <a:pt x="30" y="92"/>
                  </a:lnTo>
                  <a:lnTo>
                    <a:pt x="29" y="92"/>
                  </a:lnTo>
                  <a:lnTo>
                    <a:pt x="25" y="96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1"/>
                  </a:lnTo>
                  <a:lnTo>
                    <a:pt x="18" y="98"/>
                  </a:lnTo>
                  <a:lnTo>
                    <a:pt x="15" y="96"/>
                  </a:lnTo>
                  <a:lnTo>
                    <a:pt x="14" y="94"/>
                  </a:lnTo>
                  <a:lnTo>
                    <a:pt x="11" y="91"/>
                  </a:lnTo>
                  <a:lnTo>
                    <a:pt x="9" y="87"/>
                  </a:lnTo>
                  <a:lnTo>
                    <a:pt x="8" y="84"/>
                  </a:lnTo>
                  <a:lnTo>
                    <a:pt x="6" y="81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75"/>
                  </a:lnTo>
                  <a:lnTo>
                    <a:pt x="1" y="72"/>
                  </a:lnTo>
                  <a:lnTo>
                    <a:pt x="1" y="69"/>
                  </a:lnTo>
                  <a:lnTo>
                    <a:pt x="1" y="66"/>
                  </a:lnTo>
                  <a:lnTo>
                    <a:pt x="0" y="63"/>
                  </a:lnTo>
                  <a:lnTo>
                    <a:pt x="0" y="60"/>
                  </a:lnTo>
                  <a:lnTo>
                    <a:pt x="1" y="59"/>
                  </a:lnTo>
                  <a:lnTo>
                    <a:pt x="2" y="58"/>
                  </a:lnTo>
                  <a:lnTo>
                    <a:pt x="5" y="55"/>
                  </a:lnTo>
                  <a:lnTo>
                    <a:pt x="6" y="52"/>
                  </a:lnTo>
                  <a:lnTo>
                    <a:pt x="8" y="48"/>
                  </a:lnTo>
                  <a:lnTo>
                    <a:pt x="9" y="46"/>
                  </a:lnTo>
                  <a:lnTo>
                    <a:pt x="10" y="44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4" y="43"/>
                  </a:lnTo>
                  <a:lnTo>
                    <a:pt x="14" y="44"/>
                  </a:lnTo>
                  <a:lnTo>
                    <a:pt x="17" y="44"/>
                  </a:lnTo>
                  <a:lnTo>
                    <a:pt x="18" y="44"/>
                  </a:lnTo>
                  <a:lnTo>
                    <a:pt x="22" y="44"/>
                  </a:lnTo>
                  <a:lnTo>
                    <a:pt x="23" y="42"/>
                  </a:lnTo>
                  <a:lnTo>
                    <a:pt x="23" y="39"/>
                  </a:lnTo>
                  <a:lnTo>
                    <a:pt x="25" y="38"/>
                  </a:lnTo>
                  <a:lnTo>
                    <a:pt x="26" y="39"/>
                  </a:lnTo>
                  <a:lnTo>
                    <a:pt x="27" y="42"/>
                  </a:lnTo>
                  <a:lnTo>
                    <a:pt x="27" y="43"/>
                  </a:lnTo>
                  <a:lnTo>
                    <a:pt x="30" y="43"/>
                  </a:lnTo>
                  <a:lnTo>
                    <a:pt x="33" y="41"/>
                  </a:lnTo>
                  <a:lnTo>
                    <a:pt x="36" y="39"/>
                  </a:lnTo>
                  <a:lnTo>
                    <a:pt x="39" y="37"/>
                  </a:lnTo>
                  <a:lnTo>
                    <a:pt x="46" y="35"/>
                  </a:lnTo>
                  <a:lnTo>
                    <a:pt x="50" y="35"/>
                  </a:lnTo>
                  <a:lnTo>
                    <a:pt x="51" y="34"/>
                  </a:lnTo>
                  <a:lnTo>
                    <a:pt x="55" y="31"/>
                  </a:lnTo>
                  <a:lnTo>
                    <a:pt x="54" y="30"/>
                  </a:lnTo>
                  <a:lnTo>
                    <a:pt x="52" y="30"/>
                  </a:lnTo>
                  <a:lnTo>
                    <a:pt x="51" y="27"/>
                  </a:lnTo>
                  <a:lnTo>
                    <a:pt x="51" y="25"/>
                  </a:lnTo>
                  <a:lnTo>
                    <a:pt x="52" y="25"/>
                  </a:lnTo>
                  <a:lnTo>
                    <a:pt x="55" y="25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2" y="26"/>
                  </a:lnTo>
                  <a:lnTo>
                    <a:pt x="65" y="25"/>
                  </a:lnTo>
                  <a:lnTo>
                    <a:pt x="69" y="25"/>
                  </a:lnTo>
                  <a:lnTo>
                    <a:pt x="72" y="22"/>
                  </a:lnTo>
                  <a:lnTo>
                    <a:pt x="73" y="22"/>
                  </a:lnTo>
                  <a:lnTo>
                    <a:pt x="75" y="19"/>
                  </a:lnTo>
                  <a:lnTo>
                    <a:pt x="75" y="18"/>
                  </a:lnTo>
                  <a:lnTo>
                    <a:pt x="75" y="17"/>
                  </a:lnTo>
                  <a:lnTo>
                    <a:pt x="76" y="16"/>
                  </a:lnTo>
                  <a:lnTo>
                    <a:pt x="76" y="13"/>
                  </a:lnTo>
                  <a:lnTo>
                    <a:pt x="77" y="12"/>
                  </a:lnTo>
                  <a:lnTo>
                    <a:pt x="79" y="12"/>
                  </a:lnTo>
                  <a:lnTo>
                    <a:pt x="80" y="12"/>
                  </a:lnTo>
                  <a:lnTo>
                    <a:pt x="83" y="9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5"/>
                  </a:lnTo>
                  <a:lnTo>
                    <a:pt x="87" y="2"/>
                  </a:lnTo>
                  <a:lnTo>
                    <a:pt x="89" y="1"/>
                  </a:lnTo>
                  <a:lnTo>
                    <a:pt x="92" y="1"/>
                  </a:lnTo>
                  <a:lnTo>
                    <a:pt x="93" y="2"/>
                  </a:lnTo>
                  <a:lnTo>
                    <a:pt x="9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6" name="Freeform 445"/>
            <p:cNvSpPr>
              <a:spLocks/>
            </p:cNvSpPr>
            <p:nvPr/>
          </p:nvSpPr>
          <p:spPr bwMode="auto">
            <a:xfrm>
              <a:off x="6049491" y="3317538"/>
              <a:ext cx="464408" cy="433955"/>
            </a:xfrm>
            <a:custGeom>
              <a:avLst/>
              <a:gdLst>
                <a:gd name="T0" fmla="*/ 25 w 183"/>
                <a:gd name="T1" fmla="*/ 1 h 171"/>
                <a:gd name="T2" fmla="*/ 33 w 183"/>
                <a:gd name="T3" fmla="*/ 4 h 171"/>
                <a:gd name="T4" fmla="*/ 45 w 183"/>
                <a:gd name="T5" fmla="*/ 4 h 171"/>
                <a:gd name="T6" fmla="*/ 56 w 183"/>
                <a:gd name="T7" fmla="*/ 6 h 171"/>
                <a:gd name="T8" fmla="*/ 66 w 183"/>
                <a:gd name="T9" fmla="*/ 12 h 171"/>
                <a:gd name="T10" fmla="*/ 70 w 183"/>
                <a:gd name="T11" fmla="*/ 22 h 171"/>
                <a:gd name="T12" fmla="*/ 78 w 183"/>
                <a:gd name="T13" fmla="*/ 25 h 171"/>
                <a:gd name="T14" fmla="*/ 83 w 183"/>
                <a:gd name="T15" fmla="*/ 25 h 171"/>
                <a:gd name="T16" fmla="*/ 98 w 183"/>
                <a:gd name="T17" fmla="*/ 31 h 171"/>
                <a:gd name="T18" fmla="*/ 106 w 183"/>
                <a:gd name="T19" fmla="*/ 38 h 171"/>
                <a:gd name="T20" fmla="*/ 114 w 183"/>
                <a:gd name="T21" fmla="*/ 39 h 171"/>
                <a:gd name="T22" fmla="*/ 118 w 183"/>
                <a:gd name="T23" fmla="*/ 34 h 171"/>
                <a:gd name="T24" fmla="*/ 122 w 183"/>
                <a:gd name="T25" fmla="*/ 29 h 171"/>
                <a:gd name="T26" fmla="*/ 118 w 183"/>
                <a:gd name="T27" fmla="*/ 21 h 171"/>
                <a:gd name="T28" fmla="*/ 120 w 183"/>
                <a:gd name="T29" fmla="*/ 13 h 171"/>
                <a:gd name="T30" fmla="*/ 124 w 183"/>
                <a:gd name="T31" fmla="*/ 8 h 171"/>
                <a:gd name="T32" fmla="*/ 135 w 183"/>
                <a:gd name="T33" fmla="*/ 4 h 171"/>
                <a:gd name="T34" fmla="*/ 139 w 183"/>
                <a:gd name="T35" fmla="*/ 2 h 171"/>
                <a:gd name="T36" fmla="*/ 143 w 183"/>
                <a:gd name="T37" fmla="*/ 2 h 171"/>
                <a:gd name="T38" fmla="*/ 148 w 183"/>
                <a:gd name="T39" fmla="*/ 4 h 171"/>
                <a:gd name="T40" fmla="*/ 156 w 183"/>
                <a:gd name="T41" fmla="*/ 6 h 171"/>
                <a:gd name="T42" fmla="*/ 154 w 183"/>
                <a:gd name="T43" fmla="*/ 9 h 171"/>
                <a:gd name="T44" fmla="*/ 160 w 183"/>
                <a:gd name="T45" fmla="*/ 12 h 171"/>
                <a:gd name="T46" fmla="*/ 165 w 183"/>
                <a:gd name="T47" fmla="*/ 13 h 171"/>
                <a:gd name="T48" fmla="*/ 174 w 183"/>
                <a:gd name="T49" fmla="*/ 13 h 171"/>
                <a:gd name="T50" fmla="*/ 178 w 183"/>
                <a:gd name="T51" fmla="*/ 16 h 171"/>
                <a:gd name="T52" fmla="*/ 179 w 183"/>
                <a:gd name="T53" fmla="*/ 21 h 171"/>
                <a:gd name="T54" fmla="*/ 179 w 183"/>
                <a:gd name="T55" fmla="*/ 29 h 171"/>
                <a:gd name="T56" fmla="*/ 178 w 183"/>
                <a:gd name="T57" fmla="*/ 35 h 171"/>
                <a:gd name="T58" fmla="*/ 178 w 183"/>
                <a:gd name="T59" fmla="*/ 43 h 171"/>
                <a:gd name="T60" fmla="*/ 183 w 183"/>
                <a:gd name="T61" fmla="*/ 166 h 171"/>
                <a:gd name="T62" fmla="*/ 173 w 183"/>
                <a:gd name="T63" fmla="*/ 171 h 171"/>
                <a:gd name="T64" fmla="*/ 173 w 183"/>
                <a:gd name="T65" fmla="*/ 171 h 171"/>
                <a:gd name="T66" fmla="*/ 53 w 183"/>
                <a:gd name="T67" fmla="*/ 133 h 171"/>
                <a:gd name="T68" fmla="*/ 31 w 183"/>
                <a:gd name="T69" fmla="*/ 126 h 171"/>
                <a:gd name="T70" fmla="*/ 28 w 183"/>
                <a:gd name="T71" fmla="*/ 122 h 171"/>
                <a:gd name="T72" fmla="*/ 24 w 183"/>
                <a:gd name="T73" fmla="*/ 117 h 171"/>
                <a:gd name="T74" fmla="*/ 20 w 183"/>
                <a:gd name="T75" fmla="*/ 113 h 171"/>
                <a:gd name="T76" fmla="*/ 11 w 183"/>
                <a:gd name="T77" fmla="*/ 112 h 171"/>
                <a:gd name="T78" fmla="*/ 10 w 183"/>
                <a:gd name="T79" fmla="*/ 109 h 171"/>
                <a:gd name="T80" fmla="*/ 8 w 183"/>
                <a:gd name="T81" fmla="*/ 104 h 171"/>
                <a:gd name="T82" fmla="*/ 7 w 183"/>
                <a:gd name="T83" fmla="*/ 100 h 171"/>
                <a:gd name="T84" fmla="*/ 4 w 183"/>
                <a:gd name="T85" fmla="*/ 94 h 171"/>
                <a:gd name="T86" fmla="*/ 0 w 183"/>
                <a:gd name="T87" fmla="*/ 88 h 171"/>
                <a:gd name="T88" fmla="*/ 2 w 183"/>
                <a:gd name="T89" fmla="*/ 87 h 171"/>
                <a:gd name="T90" fmla="*/ 6 w 183"/>
                <a:gd name="T91" fmla="*/ 83 h 171"/>
                <a:gd name="T92" fmla="*/ 4 w 183"/>
                <a:gd name="T93" fmla="*/ 76 h 171"/>
                <a:gd name="T94" fmla="*/ 6 w 183"/>
                <a:gd name="T95" fmla="*/ 68 h 171"/>
                <a:gd name="T96" fmla="*/ 3 w 183"/>
                <a:gd name="T97" fmla="*/ 59 h 171"/>
                <a:gd name="T98" fmla="*/ 3 w 183"/>
                <a:gd name="T99" fmla="*/ 54 h 171"/>
                <a:gd name="T100" fmla="*/ 2 w 183"/>
                <a:gd name="T101" fmla="*/ 42 h 171"/>
                <a:gd name="T102" fmla="*/ 0 w 183"/>
                <a:gd name="T103" fmla="*/ 38 h 171"/>
                <a:gd name="T104" fmla="*/ 2 w 183"/>
                <a:gd name="T105" fmla="*/ 37 h 171"/>
                <a:gd name="T106" fmla="*/ 4 w 183"/>
                <a:gd name="T107" fmla="*/ 37 h 171"/>
                <a:gd name="T108" fmla="*/ 7 w 183"/>
                <a:gd name="T109" fmla="*/ 33 h 171"/>
                <a:gd name="T110" fmla="*/ 8 w 183"/>
                <a:gd name="T111" fmla="*/ 31 h 171"/>
                <a:gd name="T112" fmla="*/ 8 w 183"/>
                <a:gd name="T113" fmla="*/ 27 h 171"/>
                <a:gd name="T114" fmla="*/ 7 w 183"/>
                <a:gd name="T115" fmla="*/ 22 h 171"/>
                <a:gd name="T116" fmla="*/ 10 w 183"/>
                <a:gd name="T117" fmla="*/ 19 h 171"/>
                <a:gd name="T118" fmla="*/ 14 w 183"/>
                <a:gd name="T119" fmla="*/ 17 h 171"/>
                <a:gd name="T120" fmla="*/ 21 w 183"/>
                <a:gd name="T121" fmla="*/ 10 h 171"/>
                <a:gd name="T122" fmla="*/ 23 w 183"/>
                <a:gd name="T123" fmla="*/ 6 h 171"/>
                <a:gd name="T124" fmla="*/ 23 w 183"/>
                <a:gd name="T125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3" h="171">
                  <a:moveTo>
                    <a:pt x="23" y="0"/>
                  </a:moveTo>
                  <a:lnTo>
                    <a:pt x="25" y="1"/>
                  </a:lnTo>
                  <a:lnTo>
                    <a:pt x="27" y="4"/>
                  </a:lnTo>
                  <a:lnTo>
                    <a:pt x="33" y="4"/>
                  </a:lnTo>
                  <a:lnTo>
                    <a:pt x="41" y="2"/>
                  </a:lnTo>
                  <a:lnTo>
                    <a:pt x="45" y="4"/>
                  </a:lnTo>
                  <a:lnTo>
                    <a:pt x="52" y="5"/>
                  </a:lnTo>
                  <a:lnTo>
                    <a:pt x="56" y="6"/>
                  </a:lnTo>
                  <a:lnTo>
                    <a:pt x="64" y="8"/>
                  </a:lnTo>
                  <a:lnTo>
                    <a:pt x="66" y="12"/>
                  </a:lnTo>
                  <a:lnTo>
                    <a:pt x="66" y="16"/>
                  </a:lnTo>
                  <a:lnTo>
                    <a:pt x="70" y="22"/>
                  </a:lnTo>
                  <a:lnTo>
                    <a:pt x="74" y="25"/>
                  </a:lnTo>
                  <a:lnTo>
                    <a:pt x="78" y="25"/>
                  </a:lnTo>
                  <a:lnTo>
                    <a:pt x="79" y="23"/>
                  </a:lnTo>
                  <a:lnTo>
                    <a:pt x="83" y="25"/>
                  </a:lnTo>
                  <a:lnTo>
                    <a:pt x="93" y="29"/>
                  </a:lnTo>
                  <a:lnTo>
                    <a:pt x="98" y="31"/>
                  </a:lnTo>
                  <a:lnTo>
                    <a:pt x="102" y="34"/>
                  </a:lnTo>
                  <a:lnTo>
                    <a:pt x="106" y="38"/>
                  </a:lnTo>
                  <a:lnTo>
                    <a:pt x="111" y="39"/>
                  </a:lnTo>
                  <a:lnTo>
                    <a:pt x="114" y="39"/>
                  </a:lnTo>
                  <a:lnTo>
                    <a:pt x="118" y="35"/>
                  </a:lnTo>
                  <a:lnTo>
                    <a:pt x="118" y="34"/>
                  </a:lnTo>
                  <a:lnTo>
                    <a:pt x="120" y="31"/>
                  </a:lnTo>
                  <a:lnTo>
                    <a:pt x="122" y="29"/>
                  </a:lnTo>
                  <a:lnTo>
                    <a:pt x="120" y="23"/>
                  </a:lnTo>
                  <a:lnTo>
                    <a:pt x="118" y="21"/>
                  </a:lnTo>
                  <a:lnTo>
                    <a:pt x="119" y="14"/>
                  </a:lnTo>
                  <a:lnTo>
                    <a:pt x="120" y="13"/>
                  </a:lnTo>
                  <a:lnTo>
                    <a:pt x="120" y="10"/>
                  </a:lnTo>
                  <a:lnTo>
                    <a:pt x="124" y="8"/>
                  </a:lnTo>
                  <a:lnTo>
                    <a:pt x="128" y="5"/>
                  </a:lnTo>
                  <a:lnTo>
                    <a:pt x="135" y="4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41" y="4"/>
                  </a:lnTo>
                  <a:lnTo>
                    <a:pt x="143" y="2"/>
                  </a:lnTo>
                  <a:lnTo>
                    <a:pt x="144" y="2"/>
                  </a:lnTo>
                  <a:lnTo>
                    <a:pt x="148" y="4"/>
                  </a:lnTo>
                  <a:lnTo>
                    <a:pt x="151" y="4"/>
                  </a:lnTo>
                  <a:lnTo>
                    <a:pt x="156" y="6"/>
                  </a:lnTo>
                  <a:lnTo>
                    <a:pt x="156" y="8"/>
                  </a:lnTo>
                  <a:lnTo>
                    <a:pt x="154" y="9"/>
                  </a:lnTo>
                  <a:lnTo>
                    <a:pt x="156" y="10"/>
                  </a:lnTo>
                  <a:lnTo>
                    <a:pt x="160" y="12"/>
                  </a:lnTo>
                  <a:lnTo>
                    <a:pt x="164" y="12"/>
                  </a:lnTo>
                  <a:lnTo>
                    <a:pt x="165" y="13"/>
                  </a:lnTo>
                  <a:lnTo>
                    <a:pt x="173" y="14"/>
                  </a:lnTo>
                  <a:lnTo>
                    <a:pt x="174" y="13"/>
                  </a:lnTo>
                  <a:lnTo>
                    <a:pt x="177" y="14"/>
                  </a:lnTo>
                  <a:lnTo>
                    <a:pt x="178" y="16"/>
                  </a:lnTo>
                  <a:lnTo>
                    <a:pt x="179" y="19"/>
                  </a:lnTo>
                  <a:lnTo>
                    <a:pt x="179" y="21"/>
                  </a:lnTo>
                  <a:lnTo>
                    <a:pt x="178" y="26"/>
                  </a:lnTo>
                  <a:lnTo>
                    <a:pt x="179" y="29"/>
                  </a:lnTo>
                  <a:lnTo>
                    <a:pt x="179" y="31"/>
                  </a:lnTo>
                  <a:lnTo>
                    <a:pt x="178" y="35"/>
                  </a:lnTo>
                  <a:lnTo>
                    <a:pt x="176" y="39"/>
                  </a:lnTo>
                  <a:lnTo>
                    <a:pt x="178" y="43"/>
                  </a:lnTo>
                  <a:lnTo>
                    <a:pt x="179" y="48"/>
                  </a:lnTo>
                  <a:lnTo>
                    <a:pt x="183" y="166"/>
                  </a:lnTo>
                  <a:lnTo>
                    <a:pt x="173" y="167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77" y="122"/>
                  </a:lnTo>
                  <a:lnTo>
                    <a:pt x="53" y="133"/>
                  </a:lnTo>
                  <a:lnTo>
                    <a:pt x="52" y="130"/>
                  </a:lnTo>
                  <a:lnTo>
                    <a:pt x="31" y="126"/>
                  </a:lnTo>
                  <a:lnTo>
                    <a:pt x="29" y="123"/>
                  </a:lnTo>
                  <a:lnTo>
                    <a:pt x="28" y="122"/>
                  </a:lnTo>
                  <a:lnTo>
                    <a:pt x="27" y="121"/>
                  </a:lnTo>
                  <a:lnTo>
                    <a:pt x="24" y="117"/>
                  </a:lnTo>
                  <a:lnTo>
                    <a:pt x="23" y="114"/>
                  </a:lnTo>
                  <a:lnTo>
                    <a:pt x="20" y="113"/>
                  </a:lnTo>
                  <a:lnTo>
                    <a:pt x="16" y="112"/>
                  </a:lnTo>
                  <a:lnTo>
                    <a:pt x="11" y="112"/>
                  </a:lnTo>
                  <a:lnTo>
                    <a:pt x="10" y="110"/>
                  </a:lnTo>
                  <a:lnTo>
                    <a:pt x="10" y="109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7" y="100"/>
                  </a:lnTo>
                  <a:lnTo>
                    <a:pt x="7" y="98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87"/>
                  </a:lnTo>
                  <a:lnTo>
                    <a:pt x="4" y="84"/>
                  </a:lnTo>
                  <a:lnTo>
                    <a:pt x="6" y="83"/>
                  </a:lnTo>
                  <a:lnTo>
                    <a:pt x="6" y="79"/>
                  </a:lnTo>
                  <a:lnTo>
                    <a:pt x="4" y="76"/>
                  </a:lnTo>
                  <a:lnTo>
                    <a:pt x="4" y="75"/>
                  </a:lnTo>
                  <a:lnTo>
                    <a:pt x="6" y="68"/>
                  </a:lnTo>
                  <a:lnTo>
                    <a:pt x="4" y="64"/>
                  </a:lnTo>
                  <a:lnTo>
                    <a:pt x="3" y="59"/>
                  </a:lnTo>
                  <a:lnTo>
                    <a:pt x="4" y="58"/>
                  </a:lnTo>
                  <a:lnTo>
                    <a:pt x="3" y="54"/>
                  </a:lnTo>
                  <a:lnTo>
                    <a:pt x="3" y="46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3" y="37"/>
                  </a:lnTo>
                  <a:lnTo>
                    <a:pt x="4" y="37"/>
                  </a:lnTo>
                  <a:lnTo>
                    <a:pt x="6" y="35"/>
                  </a:lnTo>
                  <a:lnTo>
                    <a:pt x="7" y="33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8" y="27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10" y="19"/>
                  </a:lnTo>
                  <a:lnTo>
                    <a:pt x="12" y="19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21" y="10"/>
                  </a:lnTo>
                  <a:lnTo>
                    <a:pt x="24" y="6"/>
                  </a:lnTo>
                  <a:lnTo>
                    <a:pt x="23" y="6"/>
                  </a:lnTo>
                  <a:lnTo>
                    <a:pt x="21" y="1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7" name="Freeform 446"/>
            <p:cNvSpPr>
              <a:spLocks noEditPoints="1"/>
            </p:cNvSpPr>
            <p:nvPr/>
          </p:nvSpPr>
          <p:spPr bwMode="auto">
            <a:xfrm>
              <a:off x="5991124" y="3175425"/>
              <a:ext cx="119275" cy="236011"/>
            </a:xfrm>
            <a:custGeom>
              <a:avLst/>
              <a:gdLst>
                <a:gd name="T0" fmla="*/ 38 w 47"/>
                <a:gd name="T1" fmla="*/ 47 h 93"/>
                <a:gd name="T2" fmla="*/ 37 w 47"/>
                <a:gd name="T3" fmla="*/ 49 h 93"/>
                <a:gd name="T4" fmla="*/ 35 w 47"/>
                <a:gd name="T5" fmla="*/ 47 h 93"/>
                <a:gd name="T6" fmla="*/ 26 w 47"/>
                <a:gd name="T7" fmla="*/ 2 h 93"/>
                <a:gd name="T8" fmla="*/ 27 w 47"/>
                <a:gd name="T9" fmla="*/ 4 h 93"/>
                <a:gd name="T10" fmla="*/ 30 w 47"/>
                <a:gd name="T11" fmla="*/ 10 h 93"/>
                <a:gd name="T12" fmla="*/ 37 w 47"/>
                <a:gd name="T13" fmla="*/ 4 h 93"/>
                <a:gd name="T14" fmla="*/ 37 w 47"/>
                <a:gd name="T15" fmla="*/ 7 h 93"/>
                <a:gd name="T16" fmla="*/ 34 w 47"/>
                <a:gd name="T17" fmla="*/ 12 h 93"/>
                <a:gd name="T18" fmla="*/ 31 w 47"/>
                <a:gd name="T19" fmla="*/ 18 h 93"/>
                <a:gd name="T20" fmla="*/ 38 w 47"/>
                <a:gd name="T21" fmla="*/ 23 h 93"/>
                <a:gd name="T22" fmla="*/ 38 w 47"/>
                <a:gd name="T23" fmla="*/ 28 h 93"/>
                <a:gd name="T24" fmla="*/ 38 w 47"/>
                <a:gd name="T25" fmla="*/ 31 h 93"/>
                <a:gd name="T26" fmla="*/ 38 w 47"/>
                <a:gd name="T27" fmla="*/ 33 h 93"/>
                <a:gd name="T28" fmla="*/ 29 w 47"/>
                <a:gd name="T29" fmla="*/ 40 h 93"/>
                <a:gd name="T30" fmla="*/ 29 w 47"/>
                <a:gd name="T31" fmla="*/ 48 h 93"/>
                <a:gd name="T32" fmla="*/ 34 w 47"/>
                <a:gd name="T33" fmla="*/ 49 h 93"/>
                <a:gd name="T34" fmla="*/ 37 w 47"/>
                <a:gd name="T35" fmla="*/ 52 h 93"/>
                <a:gd name="T36" fmla="*/ 38 w 47"/>
                <a:gd name="T37" fmla="*/ 50 h 93"/>
                <a:gd name="T38" fmla="*/ 39 w 47"/>
                <a:gd name="T39" fmla="*/ 50 h 93"/>
                <a:gd name="T40" fmla="*/ 41 w 47"/>
                <a:gd name="T41" fmla="*/ 54 h 93"/>
                <a:gd name="T42" fmla="*/ 46 w 47"/>
                <a:gd name="T43" fmla="*/ 56 h 93"/>
                <a:gd name="T44" fmla="*/ 46 w 47"/>
                <a:gd name="T45" fmla="*/ 62 h 93"/>
                <a:gd name="T46" fmla="*/ 44 w 47"/>
                <a:gd name="T47" fmla="*/ 66 h 93"/>
                <a:gd name="T48" fmla="*/ 37 w 47"/>
                <a:gd name="T49" fmla="*/ 73 h 93"/>
                <a:gd name="T50" fmla="*/ 33 w 47"/>
                <a:gd name="T51" fmla="*/ 75 h 93"/>
                <a:gd name="T52" fmla="*/ 30 w 47"/>
                <a:gd name="T53" fmla="*/ 78 h 93"/>
                <a:gd name="T54" fmla="*/ 31 w 47"/>
                <a:gd name="T55" fmla="*/ 83 h 93"/>
                <a:gd name="T56" fmla="*/ 31 w 47"/>
                <a:gd name="T57" fmla="*/ 87 h 93"/>
                <a:gd name="T58" fmla="*/ 30 w 47"/>
                <a:gd name="T59" fmla="*/ 89 h 93"/>
                <a:gd name="T60" fmla="*/ 27 w 47"/>
                <a:gd name="T61" fmla="*/ 93 h 93"/>
                <a:gd name="T62" fmla="*/ 25 w 47"/>
                <a:gd name="T63" fmla="*/ 93 h 93"/>
                <a:gd name="T64" fmla="*/ 14 w 47"/>
                <a:gd name="T65" fmla="*/ 66 h 93"/>
                <a:gd name="T66" fmla="*/ 12 w 47"/>
                <a:gd name="T67" fmla="*/ 64 h 93"/>
                <a:gd name="T68" fmla="*/ 8 w 47"/>
                <a:gd name="T69" fmla="*/ 60 h 93"/>
                <a:gd name="T70" fmla="*/ 4 w 47"/>
                <a:gd name="T71" fmla="*/ 57 h 93"/>
                <a:gd name="T72" fmla="*/ 1 w 47"/>
                <a:gd name="T73" fmla="*/ 53 h 93"/>
                <a:gd name="T74" fmla="*/ 0 w 47"/>
                <a:gd name="T75" fmla="*/ 49 h 93"/>
                <a:gd name="T76" fmla="*/ 4 w 47"/>
                <a:gd name="T77" fmla="*/ 41 h 93"/>
                <a:gd name="T78" fmla="*/ 8 w 47"/>
                <a:gd name="T79" fmla="*/ 39 h 93"/>
                <a:gd name="T80" fmla="*/ 9 w 47"/>
                <a:gd name="T81" fmla="*/ 33 h 93"/>
                <a:gd name="T82" fmla="*/ 9 w 47"/>
                <a:gd name="T83" fmla="*/ 31 h 93"/>
                <a:gd name="T84" fmla="*/ 10 w 47"/>
                <a:gd name="T85" fmla="*/ 28 h 93"/>
                <a:gd name="T86" fmla="*/ 9 w 47"/>
                <a:gd name="T87" fmla="*/ 25 h 93"/>
                <a:gd name="T88" fmla="*/ 10 w 47"/>
                <a:gd name="T89" fmla="*/ 18 h 93"/>
                <a:gd name="T90" fmla="*/ 10 w 47"/>
                <a:gd name="T91" fmla="*/ 10 h 93"/>
                <a:gd name="T92" fmla="*/ 10 w 47"/>
                <a:gd name="T93" fmla="*/ 7 h 93"/>
                <a:gd name="T94" fmla="*/ 14 w 47"/>
                <a:gd name="T95" fmla="*/ 4 h 93"/>
                <a:gd name="T96" fmla="*/ 21 w 47"/>
                <a:gd name="T97" fmla="*/ 0 h 93"/>
                <a:gd name="T98" fmla="*/ 22 w 47"/>
                <a:gd name="T99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7" h="93">
                  <a:moveTo>
                    <a:pt x="35" y="47"/>
                  </a:moveTo>
                  <a:lnTo>
                    <a:pt x="38" y="47"/>
                  </a:lnTo>
                  <a:lnTo>
                    <a:pt x="39" y="48"/>
                  </a:lnTo>
                  <a:lnTo>
                    <a:pt x="37" y="49"/>
                  </a:lnTo>
                  <a:lnTo>
                    <a:pt x="35" y="48"/>
                  </a:lnTo>
                  <a:lnTo>
                    <a:pt x="35" y="47"/>
                  </a:lnTo>
                  <a:close/>
                  <a:moveTo>
                    <a:pt x="25" y="0"/>
                  </a:moveTo>
                  <a:lnTo>
                    <a:pt x="26" y="2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9" y="8"/>
                  </a:lnTo>
                  <a:lnTo>
                    <a:pt x="30" y="10"/>
                  </a:lnTo>
                  <a:lnTo>
                    <a:pt x="31" y="7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7"/>
                  </a:lnTo>
                  <a:lnTo>
                    <a:pt x="35" y="11"/>
                  </a:lnTo>
                  <a:lnTo>
                    <a:pt x="34" y="12"/>
                  </a:lnTo>
                  <a:lnTo>
                    <a:pt x="31" y="15"/>
                  </a:lnTo>
                  <a:lnTo>
                    <a:pt x="31" y="18"/>
                  </a:lnTo>
                  <a:lnTo>
                    <a:pt x="34" y="22"/>
                  </a:lnTo>
                  <a:lnTo>
                    <a:pt x="38" y="23"/>
                  </a:lnTo>
                  <a:lnTo>
                    <a:pt x="38" y="27"/>
                  </a:lnTo>
                  <a:lnTo>
                    <a:pt x="38" y="28"/>
                  </a:lnTo>
                  <a:lnTo>
                    <a:pt x="39" y="29"/>
                  </a:lnTo>
                  <a:lnTo>
                    <a:pt x="38" y="31"/>
                  </a:lnTo>
                  <a:lnTo>
                    <a:pt x="38" y="32"/>
                  </a:lnTo>
                  <a:lnTo>
                    <a:pt x="38" y="33"/>
                  </a:lnTo>
                  <a:lnTo>
                    <a:pt x="34" y="36"/>
                  </a:lnTo>
                  <a:lnTo>
                    <a:pt x="29" y="40"/>
                  </a:lnTo>
                  <a:lnTo>
                    <a:pt x="27" y="44"/>
                  </a:lnTo>
                  <a:lnTo>
                    <a:pt x="29" y="48"/>
                  </a:lnTo>
                  <a:lnTo>
                    <a:pt x="33" y="50"/>
                  </a:lnTo>
                  <a:lnTo>
                    <a:pt x="34" y="49"/>
                  </a:lnTo>
                  <a:lnTo>
                    <a:pt x="35" y="52"/>
                  </a:lnTo>
                  <a:lnTo>
                    <a:pt x="37" y="52"/>
                  </a:lnTo>
                  <a:lnTo>
                    <a:pt x="38" y="52"/>
                  </a:lnTo>
                  <a:lnTo>
                    <a:pt x="38" y="50"/>
                  </a:lnTo>
                  <a:lnTo>
                    <a:pt x="38" y="50"/>
                  </a:lnTo>
                  <a:lnTo>
                    <a:pt x="39" y="50"/>
                  </a:lnTo>
                  <a:lnTo>
                    <a:pt x="41" y="53"/>
                  </a:lnTo>
                  <a:lnTo>
                    <a:pt x="41" y="54"/>
                  </a:lnTo>
                  <a:lnTo>
                    <a:pt x="43" y="56"/>
                  </a:lnTo>
                  <a:lnTo>
                    <a:pt x="46" y="56"/>
                  </a:lnTo>
                  <a:lnTo>
                    <a:pt x="44" y="57"/>
                  </a:lnTo>
                  <a:lnTo>
                    <a:pt x="46" y="62"/>
                  </a:lnTo>
                  <a:lnTo>
                    <a:pt x="47" y="62"/>
                  </a:lnTo>
                  <a:lnTo>
                    <a:pt x="44" y="66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5" y="75"/>
                  </a:lnTo>
                  <a:lnTo>
                    <a:pt x="33" y="75"/>
                  </a:lnTo>
                  <a:lnTo>
                    <a:pt x="30" y="77"/>
                  </a:lnTo>
                  <a:lnTo>
                    <a:pt x="30" y="78"/>
                  </a:lnTo>
                  <a:lnTo>
                    <a:pt x="30" y="79"/>
                  </a:lnTo>
                  <a:lnTo>
                    <a:pt x="31" y="83"/>
                  </a:lnTo>
                  <a:lnTo>
                    <a:pt x="31" y="86"/>
                  </a:lnTo>
                  <a:lnTo>
                    <a:pt x="31" y="87"/>
                  </a:lnTo>
                  <a:lnTo>
                    <a:pt x="31" y="87"/>
                  </a:lnTo>
                  <a:lnTo>
                    <a:pt x="30" y="89"/>
                  </a:lnTo>
                  <a:lnTo>
                    <a:pt x="29" y="91"/>
                  </a:lnTo>
                  <a:lnTo>
                    <a:pt x="27" y="93"/>
                  </a:lnTo>
                  <a:lnTo>
                    <a:pt x="26" y="93"/>
                  </a:lnTo>
                  <a:lnTo>
                    <a:pt x="25" y="93"/>
                  </a:lnTo>
                  <a:lnTo>
                    <a:pt x="17" y="69"/>
                  </a:lnTo>
                  <a:lnTo>
                    <a:pt x="14" y="66"/>
                  </a:lnTo>
                  <a:lnTo>
                    <a:pt x="13" y="65"/>
                  </a:lnTo>
                  <a:lnTo>
                    <a:pt x="12" y="64"/>
                  </a:lnTo>
                  <a:lnTo>
                    <a:pt x="9" y="64"/>
                  </a:lnTo>
                  <a:lnTo>
                    <a:pt x="8" y="60"/>
                  </a:lnTo>
                  <a:lnTo>
                    <a:pt x="5" y="57"/>
                  </a:lnTo>
                  <a:lnTo>
                    <a:pt x="4" y="57"/>
                  </a:lnTo>
                  <a:lnTo>
                    <a:pt x="1" y="54"/>
                  </a:lnTo>
                  <a:lnTo>
                    <a:pt x="1" y="53"/>
                  </a:lnTo>
                  <a:lnTo>
                    <a:pt x="1" y="50"/>
                  </a:lnTo>
                  <a:lnTo>
                    <a:pt x="0" y="49"/>
                  </a:lnTo>
                  <a:lnTo>
                    <a:pt x="1" y="44"/>
                  </a:lnTo>
                  <a:lnTo>
                    <a:pt x="4" y="41"/>
                  </a:lnTo>
                  <a:lnTo>
                    <a:pt x="6" y="40"/>
                  </a:lnTo>
                  <a:lnTo>
                    <a:pt x="8" y="39"/>
                  </a:lnTo>
                  <a:lnTo>
                    <a:pt x="9" y="37"/>
                  </a:lnTo>
                  <a:lnTo>
                    <a:pt x="9" y="33"/>
                  </a:lnTo>
                  <a:lnTo>
                    <a:pt x="10" y="32"/>
                  </a:lnTo>
                  <a:lnTo>
                    <a:pt x="9" y="31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10" y="27"/>
                  </a:lnTo>
                  <a:lnTo>
                    <a:pt x="9" y="25"/>
                  </a:lnTo>
                  <a:lnTo>
                    <a:pt x="8" y="23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4" y="4"/>
                  </a:lnTo>
                  <a:lnTo>
                    <a:pt x="18" y="2"/>
                  </a:lnTo>
                  <a:lnTo>
                    <a:pt x="21" y="0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8" name="Freeform 447"/>
            <p:cNvSpPr>
              <a:spLocks/>
            </p:cNvSpPr>
            <p:nvPr/>
          </p:nvSpPr>
          <p:spPr bwMode="auto">
            <a:xfrm>
              <a:off x="5521640" y="3185576"/>
              <a:ext cx="606522" cy="586220"/>
            </a:xfrm>
            <a:custGeom>
              <a:avLst/>
              <a:gdLst>
                <a:gd name="T0" fmla="*/ 173 w 239"/>
                <a:gd name="T1" fmla="*/ 3 h 231"/>
                <a:gd name="T2" fmla="*/ 179 w 239"/>
                <a:gd name="T3" fmla="*/ 0 h 231"/>
                <a:gd name="T4" fmla="*/ 190 w 239"/>
                <a:gd name="T5" fmla="*/ 2 h 231"/>
                <a:gd name="T6" fmla="*/ 195 w 239"/>
                <a:gd name="T7" fmla="*/ 3 h 231"/>
                <a:gd name="T8" fmla="*/ 195 w 239"/>
                <a:gd name="T9" fmla="*/ 10 h 231"/>
                <a:gd name="T10" fmla="*/ 194 w 239"/>
                <a:gd name="T11" fmla="*/ 21 h 231"/>
                <a:gd name="T12" fmla="*/ 195 w 239"/>
                <a:gd name="T13" fmla="*/ 25 h 231"/>
                <a:gd name="T14" fmla="*/ 194 w 239"/>
                <a:gd name="T15" fmla="*/ 29 h 231"/>
                <a:gd name="T16" fmla="*/ 191 w 239"/>
                <a:gd name="T17" fmla="*/ 36 h 231"/>
                <a:gd name="T18" fmla="*/ 185 w 239"/>
                <a:gd name="T19" fmla="*/ 45 h 231"/>
                <a:gd name="T20" fmla="*/ 186 w 239"/>
                <a:gd name="T21" fmla="*/ 50 h 231"/>
                <a:gd name="T22" fmla="*/ 193 w 239"/>
                <a:gd name="T23" fmla="*/ 56 h 231"/>
                <a:gd name="T24" fmla="*/ 198 w 239"/>
                <a:gd name="T25" fmla="*/ 61 h 231"/>
                <a:gd name="T26" fmla="*/ 210 w 239"/>
                <a:gd name="T27" fmla="*/ 89 h 231"/>
                <a:gd name="T28" fmla="*/ 210 w 239"/>
                <a:gd name="T29" fmla="*/ 94 h 231"/>
                <a:gd name="T30" fmla="*/ 212 w 239"/>
                <a:gd name="T31" fmla="*/ 110 h 231"/>
                <a:gd name="T32" fmla="*/ 214 w 239"/>
                <a:gd name="T33" fmla="*/ 120 h 231"/>
                <a:gd name="T34" fmla="*/ 214 w 239"/>
                <a:gd name="T35" fmla="*/ 131 h 231"/>
                <a:gd name="T36" fmla="*/ 210 w 239"/>
                <a:gd name="T37" fmla="*/ 139 h 231"/>
                <a:gd name="T38" fmla="*/ 210 w 239"/>
                <a:gd name="T39" fmla="*/ 143 h 231"/>
                <a:gd name="T40" fmla="*/ 215 w 239"/>
                <a:gd name="T41" fmla="*/ 152 h 231"/>
                <a:gd name="T42" fmla="*/ 216 w 239"/>
                <a:gd name="T43" fmla="*/ 160 h 231"/>
                <a:gd name="T44" fmla="*/ 219 w 239"/>
                <a:gd name="T45" fmla="*/ 164 h 231"/>
                <a:gd name="T46" fmla="*/ 231 w 239"/>
                <a:gd name="T47" fmla="*/ 166 h 231"/>
                <a:gd name="T48" fmla="*/ 236 w 239"/>
                <a:gd name="T49" fmla="*/ 174 h 231"/>
                <a:gd name="T50" fmla="*/ 239 w 239"/>
                <a:gd name="T51" fmla="*/ 178 h 231"/>
                <a:gd name="T52" fmla="*/ 153 w 239"/>
                <a:gd name="T53" fmla="*/ 228 h 231"/>
                <a:gd name="T54" fmla="*/ 143 w 239"/>
                <a:gd name="T55" fmla="*/ 231 h 231"/>
                <a:gd name="T56" fmla="*/ 140 w 239"/>
                <a:gd name="T57" fmla="*/ 224 h 231"/>
                <a:gd name="T58" fmla="*/ 135 w 239"/>
                <a:gd name="T59" fmla="*/ 219 h 231"/>
                <a:gd name="T60" fmla="*/ 125 w 239"/>
                <a:gd name="T61" fmla="*/ 215 h 231"/>
                <a:gd name="T62" fmla="*/ 44 w 239"/>
                <a:gd name="T63" fmla="*/ 156 h 231"/>
                <a:gd name="T64" fmla="*/ 0 w 239"/>
                <a:gd name="T65" fmla="*/ 127 h 231"/>
                <a:gd name="T66" fmla="*/ 0 w 239"/>
                <a:gd name="T67" fmla="*/ 124 h 231"/>
                <a:gd name="T68" fmla="*/ 8 w 239"/>
                <a:gd name="T69" fmla="*/ 107 h 231"/>
                <a:gd name="T70" fmla="*/ 23 w 239"/>
                <a:gd name="T71" fmla="*/ 103 h 231"/>
                <a:gd name="T72" fmla="*/ 33 w 239"/>
                <a:gd name="T73" fmla="*/ 102 h 231"/>
                <a:gd name="T74" fmla="*/ 64 w 239"/>
                <a:gd name="T75" fmla="*/ 83 h 231"/>
                <a:gd name="T76" fmla="*/ 66 w 239"/>
                <a:gd name="T77" fmla="*/ 74 h 231"/>
                <a:gd name="T78" fmla="*/ 74 w 239"/>
                <a:gd name="T79" fmla="*/ 68 h 231"/>
                <a:gd name="T80" fmla="*/ 90 w 239"/>
                <a:gd name="T81" fmla="*/ 64 h 231"/>
                <a:gd name="T82" fmla="*/ 89 w 239"/>
                <a:gd name="T83" fmla="*/ 60 h 231"/>
                <a:gd name="T84" fmla="*/ 85 w 239"/>
                <a:gd name="T85" fmla="*/ 56 h 231"/>
                <a:gd name="T86" fmla="*/ 82 w 239"/>
                <a:gd name="T87" fmla="*/ 41 h 231"/>
                <a:gd name="T88" fmla="*/ 81 w 239"/>
                <a:gd name="T89" fmla="*/ 32 h 231"/>
                <a:gd name="T90" fmla="*/ 79 w 239"/>
                <a:gd name="T91" fmla="*/ 27 h 231"/>
                <a:gd name="T92" fmla="*/ 85 w 239"/>
                <a:gd name="T93" fmla="*/ 24 h 231"/>
                <a:gd name="T94" fmla="*/ 89 w 239"/>
                <a:gd name="T95" fmla="*/ 19 h 231"/>
                <a:gd name="T96" fmla="*/ 96 w 239"/>
                <a:gd name="T97" fmla="*/ 16 h 231"/>
                <a:gd name="T98" fmla="*/ 99 w 239"/>
                <a:gd name="T99" fmla="*/ 16 h 231"/>
                <a:gd name="T100" fmla="*/ 103 w 239"/>
                <a:gd name="T101" fmla="*/ 12 h 231"/>
                <a:gd name="T102" fmla="*/ 110 w 239"/>
                <a:gd name="T103" fmla="*/ 11 h 231"/>
                <a:gd name="T104" fmla="*/ 123 w 239"/>
                <a:gd name="T105" fmla="*/ 6 h 231"/>
                <a:gd name="T106" fmla="*/ 131 w 239"/>
                <a:gd name="T107" fmla="*/ 7 h 231"/>
                <a:gd name="T108" fmla="*/ 139 w 239"/>
                <a:gd name="T109" fmla="*/ 4 h 231"/>
                <a:gd name="T110" fmla="*/ 143 w 239"/>
                <a:gd name="T111" fmla="*/ 3 h 231"/>
                <a:gd name="T112" fmla="*/ 149 w 239"/>
                <a:gd name="T113" fmla="*/ 3 h 231"/>
                <a:gd name="T114" fmla="*/ 156 w 239"/>
                <a:gd name="T115" fmla="*/ 6 h 231"/>
                <a:gd name="T116" fmla="*/ 162 w 239"/>
                <a:gd name="T117" fmla="*/ 3 h 231"/>
                <a:gd name="T118" fmla="*/ 168 w 239"/>
                <a:gd name="T119" fmla="*/ 2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9" h="231">
                  <a:moveTo>
                    <a:pt x="170" y="0"/>
                  </a:moveTo>
                  <a:lnTo>
                    <a:pt x="173" y="0"/>
                  </a:lnTo>
                  <a:lnTo>
                    <a:pt x="173" y="3"/>
                  </a:lnTo>
                  <a:lnTo>
                    <a:pt x="177" y="3"/>
                  </a:lnTo>
                  <a:lnTo>
                    <a:pt x="179" y="2"/>
                  </a:lnTo>
                  <a:lnTo>
                    <a:pt x="179" y="0"/>
                  </a:lnTo>
                  <a:lnTo>
                    <a:pt x="182" y="2"/>
                  </a:lnTo>
                  <a:lnTo>
                    <a:pt x="185" y="3"/>
                  </a:lnTo>
                  <a:lnTo>
                    <a:pt x="190" y="2"/>
                  </a:lnTo>
                  <a:lnTo>
                    <a:pt x="191" y="3"/>
                  </a:lnTo>
                  <a:lnTo>
                    <a:pt x="195" y="2"/>
                  </a:lnTo>
                  <a:lnTo>
                    <a:pt x="195" y="3"/>
                  </a:lnTo>
                  <a:lnTo>
                    <a:pt x="195" y="3"/>
                  </a:lnTo>
                  <a:lnTo>
                    <a:pt x="195" y="6"/>
                  </a:lnTo>
                  <a:lnTo>
                    <a:pt x="195" y="10"/>
                  </a:lnTo>
                  <a:lnTo>
                    <a:pt x="195" y="14"/>
                  </a:lnTo>
                  <a:lnTo>
                    <a:pt x="193" y="19"/>
                  </a:lnTo>
                  <a:lnTo>
                    <a:pt x="194" y="21"/>
                  </a:lnTo>
                  <a:lnTo>
                    <a:pt x="195" y="23"/>
                  </a:lnTo>
                  <a:lnTo>
                    <a:pt x="195" y="24"/>
                  </a:lnTo>
                  <a:lnTo>
                    <a:pt x="195" y="25"/>
                  </a:lnTo>
                  <a:lnTo>
                    <a:pt x="194" y="27"/>
                  </a:lnTo>
                  <a:lnTo>
                    <a:pt x="195" y="28"/>
                  </a:lnTo>
                  <a:lnTo>
                    <a:pt x="194" y="29"/>
                  </a:lnTo>
                  <a:lnTo>
                    <a:pt x="194" y="33"/>
                  </a:lnTo>
                  <a:lnTo>
                    <a:pt x="193" y="35"/>
                  </a:lnTo>
                  <a:lnTo>
                    <a:pt x="191" y="36"/>
                  </a:lnTo>
                  <a:lnTo>
                    <a:pt x="189" y="37"/>
                  </a:lnTo>
                  <a:lnTo>
                    <a:pt x="186" y="40"/>
                  </a:lnTo>
                  <a:lnTo>
                    <a:pt x="185" y="45"/>
                  </a:lnTo>
                  <a:lnTo>
                    <a:pt x="186" y="46"/>
                  </a:lnTo>
                  <a:lnTo>
                    <a:pt x="186" y="49"/>
                  </a:lnTo>
                  <a:lnTo>
                    <a:pt x="186" y="50"/>
                  </a:lnTo>
                  <a:lnTo>
                    <a:pt x="189" y="53"/>
                  </a:lnTo>
                  <a:lnTo>
                    <a:pt x="190" y="53"/>
                  </a:lnTo>
                  <a:lnTo>
                    <a:pt x="193" y="56"/>
                  </a:lnTo>
                  <a:lnTo>
                    <a:pt x="194" y="60"/>
                  </a:lnTo>
                  <a:lnTo>
                    <a:pt x="197" y="60"/>
                  </a:lnTo>
                  <a:lnTo>
                    <a:pt x="198" y="61"/>
                  </a:lnTo>
                  <a:lnTo>
                    <a:pt x="199" y="62"/>
                  </a:lnTo>
                  <a:lnTo>
                    <a:pt x="202" y="65"/>
                  </a:lnTo>
                  <a:lnTo>
                    <a:pt x="210" y="89"/>
                  </a:lnTo>
                  <a:lnTo>
                    <a:pt x="208" y="90"/>
                  </a:lnTo>
                  <a:lnTo>
                    <a:pt x="208" y="94"/>
                  </a:lnTo>
                  <a:lnTo>
                    <a:pt x="210" y="94"/>
                  </a:lnTo>
                  <a:lnTo>
                    <a:pt x="211" y="98"/>
                  </a:lnTo>
                  <a:lnTo>
                    <a:pt x="211" y="106"/>
                  </a:lnTo>
                  <a:lnTo>
                    <a:pt x="212" y="110"/>
                  </a:lnTo>
                  <a:lnTo>
                    <a:pt x="211" y="111"/>
                  </a:lnTo>
                  <a:lnTo>
                    <a:pt x="212" y="116"/>
                  </a:lnTo>
                  <a:lnTo>
                    <a:pt x="214" y="120"/>
                  </a:lnTo>
                  <a:lnTo>
                    <a:pt x="212" y="127"/>
                  </a:lnTo>
                  <a:lnTo>
                    <a:pt x="212" y="128"/>
                  </a:lnTo>
                  <a:lnTo>
                    <a:pt x="214" y="131"/>
                  </a:lnTo>
                  <a:lnTo>
                    <a:pt x="214" y="135"/>
                  </a:lnTo>
                  <a:lnTo>
                    <a:pt x="212" y="136"/>
                  </a:lnTo>
                  <a:lnTo>
                    <a:pt x="210" y="139"/>
                  </a:lnTo>
                  <a:lnTo>
                    <a:pt x="208" y="140"/>
                  </a:lnTo>
                  <a:lnTo>
                    <a:pt x="208" y="140"/>
                  </a:lnTo>
                  <a:lnTo>
                    <a:pt x="210" y="143"/>
                  </a:lnTo>
                  <a:lnTo>
                    <a:pt x="212" y="146"/>
                  </a:lnTo>
                  <a:lnTo>
                    <a:pt x="215" y="150"/>
                  </a:lnTo>
                  <a:lnTo>
                    <a:pt x="215" y="152"/>
                  </a:lnTo>
                  <a:lnTo>
                    <a:pt x="216" y="154"/>
                  </a:lnTo>
                  <a:lnTo>
                    <a:pt x="216" y="156"/>
                  </a:lnTo>
                  <a:lnTo>
                    <a:pt x="216" y="160"/>
                  </a:lnTo>
                  <a:lnTo>
                    <a:pt x="218" y="161"/>
                  </a:lnTo>
                  <a:lnTo>
                    <a:pt x="218" y="162"/>
                  </a:lnTo>
                  <a:lnTo>
                    <a:pt x="219" y="164"/>
                  </a:lnTo>
                  <a:lnTo>
                    <a:pt x="224" y="164"/>
                  </a:lnTo>
                  <a:lnTo>
                    <a:pt x="228" y="165"/>
                  </a:lnTo>
                  <a:lnTo>
                    <a:pt x="231" y="166"/>
                  </a:lnTo>
                  <a:lnTo>
                    <a:pt x="232" y="169"/>
                  </a:lnTo>
                  <a:lnTo>
                    <a:pt x="235" y="173"/>
                  </a:lnTo>
                  <a:lnTo>
                    <a:pt x="236" y="174"/>
                  </a:lnTo>
                  <a:lnTo>
                    <a:pt x="237" y="175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185" y="211"/>
                  </a:lnTo>
                  <a:lnTo>
                    <a:pt x="170" y="224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48" y="229"/>
                  </a:lnTo>
                  <a:lnTo>
                    <a:pt x="143" y="231"/>
                  </a:lnTo>
                  <a:lnTo>
                    <a:pt x="140" y="229"/>
                  </a:lnTo>
                  <a:lnTo>
                    <a:pt x="139" y="227"/>
                  </a:lnTo>
                  <a:lnTo>
                    <a:pt x="140" y="224"/>
                  </a:lnTo>
                  <a:lnTo>
                    <a:pt x="140" y="221"/>
                  </a:lnTo>
                  <a:lnTo>
                    <a:pt x="139" y="220"/>
                  </a:lnTo>
                  <a:lnTo>
                    <a:pt x="135" y="219"/>
                  </a:lnTo>
                  <a:lnTo>
                    <a:pt x="133" y="216"/>
                  </a:lnTo>
                  <a:lnTo>
                    <a:pt x="129" y="215"/>
                  </a:lnTo>
                  <a:lnTo>
                    <a:pt x="125" y="215"/>
                  </a:lnTo>
                  <a:lnTo>
                    <a:pt x="123" y="214"/>
                  </a:lnTo>
                  <a:lnTo>
                    <a:pt x="122" y="207"/>
                  </a:lnTo>
                  <a:lnTo>
                    <a:pt x="44" y="156"/>
                  </a:lnTo>
                  <a:lnTo>
                    <a:pt x="44" y="156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2" y="114"/>
                  </a:lnTo>
                  <a:lnTo>
                    <a:pt x="7" y="110"/>
                  </a:lnTo>
                  <a:lnTo>
                    <a:pt x="8" y="107"/>
                  </a:lnTo>
                  <a:lnTo>
                    <a:pt x="12" y="104"/>
                  </a:lnTo>
                  <a:lnTo>
                    <a:pt x="19" y="103"/>
                  </a:lnTo>
                  <a:lnTo>
                    <a:pt x="23" y="103"/>
                  </a:lnTo>
                  <a:lnTo>
                    <a:pt x="24" y="103"/>
                  </a:lnTo>
                  <a:lnTo>
                    <a:pt x="29" y="103"/>
                  </a:lnTo>
                  <a:lnTo>
                    <a:pt x="33" y="102"/>
                  </a:lnTo>
                  <a:lnTo>
                    <a:pt x="42" y="96"/>
                  </a:lnTo>
                  <a:lnTo>
                    <a:pt x="56" y="89"/>
                  </a:lnTo>
                  <a:lnTo>
                    <a:pt x="64" y="83"/>
                  </a:lnTo>
                  <a:lnTo>
                    <a:pt x="65" y="81"/>
                  </a:lnTo>
                  <a:lnTo>
                    <a:pt x="65" y="77"/>
                  </a:lnTo>
                  <a:lnTo>
                    <a:pt x="66" y="74"/>
                  </a:lnTo>
                  <a:lnTo>
                    <a:pt x="69" y="71"/>
                  </a:lnTo>
                  <a:lnTo>
                    <a:pt x="71" y="68"/>
                  </a:lnTo>
                  <a:lnTo>
                    <a:pt x="74" y="68"/>
                  </a:lnTo>
                  <a:lnTo>
                    <a:pt x="89" y="68"/>
                  </a:lnTo>
                  <a:lnTo>
                    <a:pt x="90" y="65"/>
                  </a:lnTo>
                  <a:lnTo>
                    <a:pt x="90" y="64"/>
                  </a:lnTo>
                  <a:lnTo>
                    <a:pt x="91" y="61"/>
                  </a:lnTo>
                  <a:lnTo>
                    <a:pt x="90" y="60"/>
                  </a:lnTo>
                  <a:lnTo>
                    <a:pt x="89" y="60"/>
                  </a:lnTo>
                  <a:lnTo>
                    <a:pt x="87" y="58"/>
                  </a:lnTo>
                  <a:lnTo>
                    <a:pt x="86" y="58"/>
                  </a:lnTo>
                  <a:lnTo>
                    <a:pt x="85" y="56"/>
                  </a:lnTo>
                  <a:lnTo>
                    <a:pt x="83" y="52"/>
                  </a:lnTo>
                  <a:lnTo>
                    <a:pt x="82" y="44"/>
                  </a:lnTo>
                  <a:lnTo>
                    <a:pt x="82" y="41"/>
                  </a:lnTo>
                  <a:lnTo>
                    <a:pt x="82" y="37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1" y="31"/>
                  </a:lnTo>
                  <a:lnTo>
                    <a:pt x="79" y="28"/>
                  </a:lnTo>
                  <a:lnTo>
                    <a:pt x="79" y="27"/>
                  </a:lnTo>
                  <a:lnTo>
                    <a:pt x="78" y="25"/>
                  </a:lnTo>
                  <a:lnTo>
                    <a:pt x="81" y="25"/>
                  </a:lnTo>
                  <a:lnTo>
                    <a:pt x="85" y="24"/>
                  </a:lnTo>
                  <a:lnTo>
                    <a:pt x="87" y="21"/>
                  </a:lnTo>
                  <a:lnTo>
                    <a:pt x="87" y="20"/>
                  </a:lnTo>
                  <a:lnTo>
                    <a:pt x="89" y="19"/>
                  </a:lnTo>
                  <a:lnTo>
                    <a:pt x="93" y="18"/>
                  </a:lnTo>
                  <a:lnTo>
                    <a:pt x="95" y="18"/>
                  </a:lnTo>
                  <a:lnTo>
                    <a:pt x="96" y="16"/>
                  </a:lnTo>
                  <a:lnTo>
                    <a:pt x="98" y="16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100" y="16"/>
                  </a:lnTo>
                  <a:lnTo>
                    <a:pt x="102" y="15"/>
                  </a:lnTo>
                  <a:lnTo>
                    <a:pt x="103" y="12"/>
                  </a:lnTo>
                  <a:lnTo>
                    <a:pt x="106" y="11"/>
                  </a:lnTo>
                  <a:lnTo>
                    <a:pt x="107" y="11"/>
                  </a:lnTo>
                  <a:lnTo>
                    <a:pt x="110" y="11"/>
                  </a:lnTo>
                  <a:lnTo>
                    <a:pt x="116" y="6"/>
                  </a:lnTo>
                  <a:lnTo>
                    <a:pt x="119" y="7"/>
                  </a:lnTo>
                  <a:lnTo>
                    <a:pt x="123" y="6"/>
                  </a:lnTo>
                  <a:lnTo>
                    <a:pt x="125" y="6"/>
                  </a:lnTo>
                  <a:lnTo>
                    <a:pt x="128" y="7"/>
                  </a:lnTo>
                  <a:lnTo>
                    <a:pt x="131" y="7"/>
                  </a:lnTo>
                  <a:lnTo>
                    <a:pt x="133" y="3"/>
                  </a:lnTo>
                  <a:lnTo>
                    <a:pt x="136" y="4"/>
                  </a:lnTo>
                  <a:lnTo>
                    <a:pt x="139" y="4"/>
                  </a:lnTo>
                  <a:lnTo>
                    <a:pt x="139" y="3"/>
                  </a:lnTo>
                  <a:lnTo>
                    <a:pt x="141" y="2"/>
                  </a:lnTo>
                  <a:lnTo>
                    <a:pt x="143" y="3"/>
                  </a:lnTo>
                  <a:lnTo>
                    <a:pt x="144" y="3"/>
                  </a:lnTo>
                  <a:lnTo>
                    <a:pt x="147" y="3"/>
                  </a:lnTo>
                  <a:lnTo>
                    <a:pt x="149" y="3"/>
                  </a:lnTo>
                  <a:lnTo>
                    <a:pt x="152" y="3"/>
                  </a:lnTo>
                  <a:lnTo>
                    <a:pt x="154" y="3"/>
                  </a:lnTo>
                  <a:lnTo>
                    <a:pt x="156" y="6"/>
                  </a:lnTo>
                  <a:lnTo>
                    <a:pt x="158" y="6"/>
                  </a:lnTo>
                  <a:lnTo>
                    <a:pt x="161" y="3"/>
                  </a:lnTo>
                  <a:lnTo>
                    <a:pt x="162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8" y="2"/>
                  </a:lnTo>
                  <a:lnTo>
                    <a:pt x="168" y="0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9" name="Freeform 448"/>
            <p:cNvSpPr>
              <a:spLocks/>
            </p:cNvSpPr>
            <p:nvPr/>
          </p:nvSpPr>
          <p:spPr bwMode="auto">
            <a:xfrm>
              <a:off x="5402367" y="3223643"/>
              <a:ext cx="350209" cy="276615"/>
            </a:xfrm>
            <a:custGeom>
              <a:avLst/>
              <a:gdLst>
                <a:gd name="T0" fmla="*/ 88 w 138"/>
                <a:gd name="T1" fmla="*/ 1 h 109"/>
                <a:gd name="T2" fmla="*/ 88 w 138"/>
                <a:gd name="T3" fmla="*/ 4 h 109"/>
                <a:gd name="T4" fmla="*/ 89 w 138"/>
                <a:gd name="T5" fmla="*/ 6 h 109"/>
                <a:gd name="T6" fmla="*/ 96 w 138"/>
                <a:gd name="T7" fmla="*/ 10 h 109"/>
                <a:gd name="T8" fmla="*/ 103 w 138"/>
                <a:gd name="T9" fmla="*/ 8 h 109"/>
                <a:gd name="T10" fmla="*/ 108 w 138"/>
                <a:gd name="T11" fmla="*/ 9 h 109"/>
                <a:gd name="T12" fmla="*/ 113 w 138"/>
                <a:gd name="T13" fmla="*/ 6 h 109"/>
                <a:gd name="T14" fmla="*/ 115 w 138"/>
                <a:gd name="T15" fmla="*/ 6 h 109"/>
                <a:gd name="T16" fmla="*/ 117 w 138"/>
                <a:gd name="T17" fmla="*/ 10 h 109"/>
                <a:gd name="T18" fmla="*/ 125 w 138"/>
                <a:gd name="T19" fmla="*/ 10 h 109"/>
                <a:gd name="T20" fmla="*/ 126 w 138"/>
                <a:gd name="T21" fmla="*/ 13 h 109"/>
                <a:gd name="T22" fmla="*/ 128 w 138"/>
                <a:gd name="T23" fmla="*/ 17 h 109"/>
                <a:gd name="T24" fmla="*/ 129 w 138"/>
                <a:gd name="T25" fmla="*/ 22 h 109"/>
                <a:gd name="T26" fmla="*/ 129 w 138"/>
                <a:gd name="T27" fmla="*/ 29 h 109"/>
                <a:gd name="T28" fmla="*/ 132 w 138"/>
                <a:gd name="T29" fmla="*/ 41 h 109"/>
                <a:gd name="T30" fmla="*/ 134 w 138"/>
                <a:gd name="T31" fmla="*/ 43 h 109"/>
                <a:gd name="T32" fmla="*/ 137 w 138"/>
                <a:gd name="T33" fmla="*/ 45 h 109"/>
                <a:gd name="T34" fmla="*/ 137 w 138"/>
                <a:gd name="T35" fmla="*/ 49 h 109"/>
                <a:gd name="T36" fmla="*/ 136 w 138"/>
                <a:gd name="T37" fmla="*/ 53 h 109"/>
                <a:gd name="T38" fmla="*/ 118 w 138"/>
                <a:gd name="T39" fmla="*/ 53 h 109"/>
                <a:gd name="T40" fmla="*/ 113 w 138"/>
                <a:gd name="T41" fmla="*/ 59 h 109"/>
                <a:gd name="T42" fmla="*/ 112 w 138"/>
                <a:gd name="T43" fmla="*/ 66 h 109"/>
                <a:gd name="T44" fmla="*/ 103 w 138"/>
                <a:gd name="T45" fmla="*/ 74 h 109"/>
                <a:gd name="T46" fmla="*/ 80 w 138"/>
                <a:gd name="T47" fmla="*/ 87 h 109"/>
                <a:gd name="T48" fmla="*/ 71 w 138"/>
                <a:gd name="T49" fmla="*/ 88 h 109"/>
                <a:gd name="T50" fmla="*/ 66 w 138"/>
                <a:gd name="T51" fmla="*/ 88 h 109"/>
                <a:gd name="T52" fmla="*/ 55 w 138"/>
                <a:gd name="T53" fmla="*/ 92 h 109"/>
                <a:gd name="T54" fmla="*/ 49 w 138"/>
                <a:gd name="T55" fmla="*/ 99 h 109"/>
                <a:gd name="T56" fmla="*/ 47 w 138"/>
                <a:gd name="T57" fmla="*/ 109 h 109"/>
                <a:gd name="T58" fmla="*/ 0 w 138"/>
                <a:gd name="T59" fmla="*/ 108 h 109"/>
                <a:gd name="T60" fmla="*/ 14 w 138"/>
                <a:gd name="T61" fmla="*/ 103 h 109"/>
                <a:gd name="T62" fmla="*/ 26 w 138"/>
                <a:gd name="T63" fmla="*/ 95 h 109"/>
                <a:gd name="T64" fmla="*/ 30 w 138"/>
                <a:gd name="T65" fmla="*/ 88 h 109"/>
                <a:gd name="T66" fmla="*/ 39 w 138"/>
                <a:gd name="T67" fmla="*/ 76 h 109"/>
                <a:gd name="T68" fmla="*/ 37 w 138"/>
                <a:gd name="T69" fmla="*/ 74 h 109"/>
                <a:gd name="T70" fmla="*/ 37 w 138"/>
                <a:gd name="T71" fmla="*/ 64 h 109"/>
                <a:gd name="T72" fmla="*/ 39 w 138"/>
                <a:gd name="T73" fmla="*/ 55 h 109"/>
                <a:gd name="T74" fmla="*/ 45 w 138"/>
                <a:gd name="T75" fmla="*/ 49 h 109"/>
                <a:gd name="T76" fmla="*/ 49 w 138"/>
                <a:gd name="T77" fmla="*/ 41 h 109"/>
                <a:gd name="T78" fmla="*/ 53 w 138"/>
                <a:gd name="T79" fmla="*/ 37 h 109"/>
                <a:gd name="T80" fmla="*/ 59 w 138"/>
                <a:gd name="T81" fmla="*/ 34 h 109"/>
                <a:gd name="T82" fmla="*/ 66 w 138"/>
                <a:gd name="T83" fmla="*/ 29 h 109"/>
                <a:gd name="T84" fmla="*/ 70 w 138"/>
                <a:gd name="T85" fmla="*/ 28 h 109"/>
                <a:gd name="T86" fmla="*/ 78 w 138"/>
                <a:gd name="T87" fmla="*/ 20 h 109"/>
                <a:gd name="T88" fmla="*/ 80 w 138"/>
                <a:gd name="T89" fmla="*/ 10 h 109"/>
                <a:gd name="T90" fmla="*/ 83 w 138"/>
                <a:gd name="T91" fmla="*/ 3 h 109"/>
                <a:gd name="T92" fmla="*/ 86 w 138"/>
                <a:gd name="T93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8" h="109">
                  <a:moveTo>
                    <a:pt x="88" y="0"/>
                  </a:moveTo>
                  <a:lnTo>
                    <a:pt x="88" y="1"/>
                  </a:lnTo>
                  <a:lnTo>
                    <a:pt x="88" y="3"/>
                  </a:lnTo>
                  <a:lnTo>
                    <a:pt x="88" y="4"/>
                  </a:lnTo>
                  <a:lnTo>
                    <a:pt x="88" y="5"/>
                  </a:lnTo>
                  <a:lnTo>
                    <a:pt x="89" y="6"/>
                  </a:lnTo>
                  <a:lnTo>
                    <a:pt x="93" y="9"/>
                  </a:lnTo>
                  <a:lnTo>
                    <a:pt x="96" y="10"/>
                  </a:lnTo>
                  <a:lnTo>
                    <a:pt x="100" y="9"/>
                  </a:lnTo>
                  <a:lnTo>
                    <a:pt x="103" y="8"/>
                  </a:lnTo>
                  <a:lnTo>
                    <a:pt x="104" y="8"/>
                  </a:lnTo>
                  <a:lnTo>
                    <a:pt x="108" y="9"/>
                  </a:lnTo>
                  <a:lnTo>
                    <a:pt x="112" y="9"/>
                  </a:lnTo>
                  <a:lnTo>
                    <a:pt x="113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6" y="9"/>
                  </a:lnTo>
                  <a:lnTo>
                    <a:pt x="117" y="10"/>
                  </a:lnTo>
                  <a:lnTo>
                    <a:pt x="124" y="10"/>
                  </a:lnTo>
                  <a:lnTo>
                    <a:pt x="125" y="10"/>
                  </a:lnTo>
                  <a:lnTo>
                    <a:pt x="126" y="12"/>
                  </a:lnTo>
                  <a:lnTo>
                    <a:pt x="126" y="13"/>
                  </a:lnTo>
                  <a:lnTo>
                    <a:pt x="128" y="16"/>
                  </a:lnTo>
                  <a:lnTo>
                    <a:pt x="128" y="17"/>
                  </a:lnTo>
                  <a:lnTo>
                    <a:pt x="129" y="18"/>
                  </a:lnTo>
                  <a:lnTo>
                    <a:pt x="129" y="22"/>
                  </a:lnTo>
                  <a:lnTo>
                    <a:pt x="129" y="26"/>
                  </a:lnTo>
                  <a:lnTo>
                    <a:pt x="129" y="29"/>
                  </a:lnTo>
                  <a:lnTo>
                    <a:pt x="130" y="37"/>
                  </a:lnTo>
                  <a:lnTo>
                    <a:pt x="132" y="41"/>
                  </a:lnTo>
                  <a:lnTo>
                    <a:pt x="133" y="43"/>
                  </a:lnTo>
                  <a:lnTo>
                    <a:pt x="134" y="43"/>
                  </a:lnTo>
                  <a:lnTo>
                    <a:pt x="136" y="45"/>
                  </a:lnTo>
                  <a:lnTo>
                    <a:pt x="137" y="45"/>
                  </a:lnTo>
                  <a:lnTo>
                    <a:pt x="138" y="46"/>
                  </a:lnTo>
                  <a:lnTo>
                    <a:pt x="137" y="49"/>
                  </a:lnTo>
                  <a:lnTo>
                    <a:pt x="137" y="50"/>
                  </a:lnTo>
                  <a:lnTo>
                    <a:pt x="136" y="53"/>
                  </a:lnTo>
                  <a:lnTo>
                    <a:pt x="121" y="53"/>
                  </a:lnTo>
                  <a:lnTo>
                    <a:pt x="118" y="53"/>
                  </a:lnTo>
                  <a:lnTo>
                    <a:pt x="116" y="56"/>
                  </a:lnTo>
                  <a:lnTo>
                    <a:pt x="113" y="59"/>
                  </a:lnTo>
                  <a:lnTo>
                    <a:pt x="112" y="62"/>
                  </a:lnTo>
                  <a:lnTo>
                    <a:pt x="112" y="66"/>
                  </a:lnTo>
                  <a:lnTo>
                    <a:pt x="111" y="68"/>
                  </a:lnTo>
                  <a:lnTo>
                    <a:pt x="103" y="74"/>
                  </a:lnTo>
                  <a:lnTo>
                    <a:pt x="89" y="81"/>
                  </a:lnTo>
                  <a:lnTo>
                    <a:pt x="80" y="87"/>
                  </a:lnTo>
                  <a:lnTo>
                    <a:pt x="76" y="88"/>
                  </a:lnTo>
                  <a:lnTo>
                    <a:pt x="71" y="88"/>
                  </a:lnTo>
                  <a:lnTo>
                    <a:pt x="70" y="88"/>
                  </a:lnTo>
                  <a:lnTo>
                    <a:pt x="66" y="88"/>
                  </a:lnTo>
                  <a:lnTo>
                    <a:pt x="59" y="89"/>
                  </a:lnTo>
                  <a:lnTo>
                    <a:pt x="55" y="92"/>
                  </a:lnTo>
                  <a:lnTo>
                    <a:pt x="54" y="95"/>
                  </a:lnTo>
                  <a:lnTo>
                    <a:pt x="49" y="99"/>
                  </a:lnTo>
                  <a:lnTo>
                    <a:pt x="47" y="109"/>
                  </a:lnTo>
                  <a:lnTo>
                    <a:pt x="47" y="109"/>
                  </a:lnTo>
                  <a:lnTo>
                    <a:pt x="47" y="109"/>
                  </a:lnTo>
                  <a:lnTo>
                    <a:pt x="0" y="108"/>
                  </a:lnTo>
                  <a:lnTo>
                    <a:pt x="3" y="104"/>
                  </a:lnTo>
                  <a:lnTo>
                    <a:pt x="14" y="103"/>
                  </a:lnTo>
                  <a:lnTo>
                    <a:pt x="22" y="95"/>
                  </a:lnTo>
                  <a:lnTo>
                    <a:pt x="26" y="95"/>
                  </a:lnTo>
                  <a:lnTo>
                    <a:pt x="30" y="91"/>
                  </a:lnTo>
                  <a:lnTo>
                    <a:pt x="30" y="88"/>
                  </a:lnTo>
                  <a:lnTo>
                    <a:pt x="38" y="79"/>
                  </a:lnTo>
                  <a:lnTo>
                    <a:pt x="39" y="76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8" y="68"/>
                  </a:lnTo>
                  <a:lnTo>
                    <a:pt x="37" y="64"/>
                  </a:lnTo>
                  <a:lnTo>
                    <a:pt x="37" y="62"/>
                  </a:lnTo>
                  <a:lnTo>
                    <a:pt x="39" y="55"/>
                  </a:lnTo>
                  <a:lnTo>
                    <a:pt x="45" y="51"/>
                  </a:lnTo>
                  <a:lnTo>
                    <a:pt x="45" y="49"/>
                  </a:lnTo>
                  <a:lnTo>
                    <a:pt x="42" y="45"/>
                  </a:lnTo>
                  <a:lnTo>
                    <a:pt x="49" y="41"/>
                  </a:lnTo>
                  <a:lnTo>
                    <a:pt x="50" y="38"/>
                  </a:lnTo>
                  <a:lnTo>
                    <a:pt x="53" y="37"/>
                  </a:lnTo>
                  <a:lnTo>
                    <a:pt x="58" y="34"/>
                  </a:lnTo>
                  <a:lnTo>
                    <a:pt x="59" y="34"/>
                  </a:lnTo>
                  <a:lnTo>
                    <a:pt x="62" y="30"/>
                  </a:lnTo>
                  <a:lnTo>
                    <a:pt x="66" y="29"/>
                  </a:lnTo>
                  <a:lnTo>
                    <a:pt x="68" y="28"/>
                  </a:lnTo>
                  <a:lnTo>
                    <a:pt x="70" y="28"/>
                  </a:lnTo>
                  <a:lnTo>
                    <a:pt x="75" y="22"/>
                  </a:lnTo>
                  <a:lnTo>
                    <a:pt x="78" y="20"/>
                  </a:lnTo>
                  <a:lnTo>
                    <a:pt x="78" y="14"/>
                  </a:lnTo>
                  <a:lnTo>
                    <a:pt x="80" y="10"/>
                  </a:lnTo>
                  <a:lnTo>
                    <a:pt x="80" y="4"/>
                  </a:lnTo>
                  <a:lnTo>
                    <a:pt x="83" y="3"/>
                  </a:lnTo>
                  <a:lnTo>
                    <a:pt x="84" y="3"/>
                  </a:lnTo>
                  <a:lnTo>
                    <a:pt x="86" y="1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0" name="Freeform 449"/>
            <p:cNvSpPr>
              <a:spLocks/>
            </p:cNvSpPr>
            <p:nvPr/>
          </p:nvSpPr>
          <p:spPr bwMode="auto">
            <a:xfrm>
              <a:off x="5278017" y="3497719"/>
              <a:ext cx="243623" cy="200483"/>
            </a:xfrm>
            <a:custGeom>
              <a:avLst/>
              <a:gdLst>
                <a:gd name="T0" fmla="*/ 49 w 96"/>
                <a:gd name="T1" fmla="*/ 0 h 79"/>
                <a:gd name="T2" fmla="*/ 96 w 96"/>
                <a:gd name="T3" fmla="*/ 1 h 79"/>
                <a:gd name="T4" fmla="*/ 96 w 96"/>
                <a:gd name="T5" fmla="*/ 4 h 79"/>
                <a:gd name="T6" fmla="*/ 96 w 96"/>
                <a:gd name="T7" fmla="*/ 4 h 79"/>
                <a:gd name="T8" fmla="*/ 96 w 96"/>
                <a:gd name="T9" fmla="*/ 21 h 79"/>
                <a:gd name="T10" fmla="*/ 59 w 96"/>
                <a:gd name="T11" fmla="*/ 21 h 79"/>
                <a:gd name="T12" fmla="*/ 58 w 96"/>
                <a:gd name="T13" fmla="*/ 51 h 79"/>
                <a:gd name="T14" fmla="*/ 54 w 96"/>
                <a:gd name="T15" fmla="*/ 51 h 79"/>
                <a:gd name="T16" fmla="*/ 52 w 96"/>
                <a:gd name="T17" fmla="*/ 52 h 79"/>
                <a:gd name="T18" fmla="*/ 49 w 96"/>
                <a:gd name="T19" fmla="*/ 54 h 79"/>
                <a:gd name="T20" fmla="*/ 48 w 96"/>
                <a:gd name="T21" fmla="*/ 56 h 79"/>
                <a:gd name="T22" fmla="*/ 48 w 96"/>
                <a:gd name="T23" fmla="*/ 79 h 79"/>
                <a:gd name="T24" fmla="*/ 0 w 96"/>
                <a:gd name="T25" fmla="*/ 79 h 79"/>
                <a:gd name="T26" fmla="*/ 0 w 96"/>
                <a:gd name="T27" fmla="*/ 75 h 79"/>
                <a:gd name="T28" fmla="*/ 2 w 96"/>
                <a:gd name="T29" fmla="*/ 72 h 79"/>
                <a:gd name="T30" fmla="*/ 2 w 96"/>
                <a:gd name="T31" fmla="*/ 70 h 79"/>
                <a:gd name="T32" fmla="*/ 3 w 96"/>
                <a:gd name="T33" fmla="*/ 68 h 79"/>
                <a:gd name="T34" fmla="*/ 4 w 96"/>
                <a:gd name="T35" fmla="*/ 67 h 79"/>
                <a:gd name="T36" fmla="*/ 8 w 96"/>
                <a:gd name="T37" fmla="*/ 60 h 79"/>
                <a:gd name="T38" fmla="*/ 9 w 96"/>
                <a:gd name="T39" fmla="*/ 60 h 79"/>
                <a:gd name="T40" fmla="*/ 8 w 96"/>
                <a:gd name="T41" fmla="*/ 59 h 79"/>
                <a:gd name="T42" fmla="*/ 9 w 96"/>
                <a:gd name="T43" fmla="*/ 58 h 79"/>
                <a:gd name="T44" fmla="*/ 13 w 96"/>
                <a:gd name="T45" fmla="*/ 51 h 79"/>
                <a:gd name="T46" fmla="*/ 13 w 96"/>
                <a:gd name="T47" fmla="*/ 50 h 79"/>
                <a:gd name="T48" fmla="*/ 16 w 96"/>
                <a:gd name="T49" fmla="*/ 43 h 79"/>
                <a:gd name="T50" fmla="*/ 17 w 96"/>
                <a:gd name="T51" fmla="*/ 42 h 79"/>
                <a:gd name="T52" fmla="*/ 24 w 96"/>
                <a:gd name="T53" fmla="*/ 37 h 79"/>
                <a:gd name="T54" fmla="*/ 24 w 96"/>
                <a:gd name="T55" fmla="*/ 34 h 79"/>
                <a:gd name="T56" fmla="*/ 32 w 96"/>
                <a:gd name="T57" fmla="*/ 23 h 79"/>
                <a:gd name="T58" fmla="*/ 31 w 96"/>
                <a:gd name="T59" fmla="*/ 20 h 79"/>
                <a:gd name="T60" fmla="*/ 33 w 96"/>
                <a:gd name="T61" fmla="*/ 18 h 79"/>
                <a:gd name="T62" fmla="*/ 34 w 96"/>
                <a:gd name="T63" fmla="*/ 16 h 79"/>
                <a:gd name="T64" fmla="*/ 42 w 96"/>
                <a:gd name="T65" fmla="*/ 12 h 79"/>
                <a:gd name="T66" fmla="*/ 45 w 96"/>
                <a:gd name="T67" fmla="*/ 12 h 79"/>
                <a:gd name="T68" fmla="*/ 45 w 96"/>
                <a:gd name="T69" fmla="*/ 6 h 79"/>
                <a:gd name="T70" fmla="*/ 49 w 96"/>
                <a:gd name="T71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6" h="79">
                  <a:moveTo>
                    <a:pt x="49" y="0"/>
                  </a:moveTo>
                  <a:lnTo>
                    <a:pt x="96" y="1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96" y="21"/>
                  </a:lnTo>
                  <a:lnTo>
                    <a:pt x="59" y="21"/>
                  </a:lnTo>
                  <a:lnTo>
                    <a:pt x="58" y="51"/>
                  </a:lnTo>
                  <a:lnTo>
                    <a:pt x="54" y="51"/>
                  </a:lnTo>
                  <a:lnTo>
                    <a:pt x="52" y="52"/>
                  </a:lnTo>
                  <a:lnTo>
                    <a:pt x="49" y="54"/>
                  </a:lnTo>
                  <a:lnTo>
                    <a:pt x="48" y="56"/>
                  </a:lnTo>
                  <a:lnTo>
                    <a:pt x="48" y="79"/>
                  </a:lnTo>
                  <a:lnTo>
                    <a:pt x="0" y="79"/>
                  </a:lnTo>
                  <a:lnTo>
                    <a:pt x="0" y="75"/>
                  </a:lnTo>
                  <a:lnTo>
                    <a:pt x="2" y="72"/>
                  </a:lnTo>
                  <a:lnTo>
                    <a:pt x="2" y="70"/>
                  </a:lnTo>
                  <a:lnTo>
                    <a:pt x="3" y="68"/>
                  </a:lnTo>
                  <a:lnTo>
                    <a:pt x="4" y="67"/>
                  </a:lnTo>
                  <a:lnTo>
                    <a:pt x="8" y="60"/>
                  </a:lnTo>
                  <a:lnTo>
                    <a:pt x="9" y="60"/>
                  </a:lnTo>
                  <a:lnTo>
                    <a:pt x="8" y="59"/>
                  </a:lnTo>
                  <a:lnTo>
                    <a:pt x="9" y="58"/>
                  </a:lnTo>
                  <a:lnTo>
                    <a:pt x="13" y="51"/>
                  </a:lnTo>
                  <a:lnTo>
                    <a:pt x="13" y="50"/>
                  </a:lnTo>
                  <a:lnTo>
                    <a:pt x="16" y="43"/>
                  </a:lnTo>
                  <a:lnTo>
                    <a:pt x="17" y="42"/>
                  </a:lnTo>
                  <a:lnTo>
                    <a:pt x="24" y="37"/>
                  </a:lnTo>
                  <a:lnTo>
                    <a:pt x="24" y="34"/>
                  </a:lnTo>
                  <a:lnTo>
                    <a:pt x="32" y="23"/>
                  </a:lnTo>
                  <a:lnTo>
                    <a:pt x="31" y="20"/>
                  </a:lnTo>
                  <a:lnTo>
                    <a:pt x="33" y="18"/>
                  </a:lnTo>
                  <a:lnTo>
                    <a:pt x="34" y="16"/>
                  </a:lnTo>
                  <a:lnTo>
                    <a:pt x="42" y="12"/>
                  </a:lnTo>
                  <a:lnTo>
                    <a:pt x="45" y="12"/>
                  </a:lnTo>
                  <a:lnTo>
                    <a:pt x="45" y="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1" name="Freeform 450"/>
            <p:cNvSpPr>
              <a:spLocks/>
            </p:cNvSpPr>
            <p:nvPr/>
          </p:nvSpPr>
          <p:spPr bwMode="auto">
            <a:xfrm>
              <a:off x="5275480" y="3507870"/>
              <a:ext cx="357823" cy="393351"/>
            </a:xfrm>
            <a:custGeom>
              <a:avLst/>
              <a:gdLst>
                <a:gd name="T0" fmla="*/ 141 w 141"/>
                <a:gd name="T1" fmla="*/ 29 h 155"/>
                <a:gd name="T2" fmla="*/ 141 w 141"/>
                <a:gd name="T3" fmla="*/ 29 h 155"/>
                <a:gd name="T4" fmla="*/ 136 w 141"/>
                <a:gd name="T5" fmla="*/ 134 h 155"/>
                <a:gd name="T6" fmla="*/ 136 w 141"/>
                <a:gd name="T7" fmla="*/ 147 h 155"/>
                <a:gd name="T8" fmla="*/ 92 w 141"/>
                <a:gd name="T9" fmla="*/ 146 h 155"/>
                <a:gd name="T10" fmla="*/ 89 w 141"/>
                <a:gd name="T11" fmla="*/ 144 h 155"/>
                <a:gd name="T12" fmla="*/ 86 w 141"/>
                <a:gd name="T13" fmla="*/ 146 h 155"/>
                <a:gd name="T14" fmla="*/ 83 w 141"/>
                <a:gd name="T15" fmla="*/ 141 h 155"/>
                <a:gd name="T16" fmla="*/ 74 w 141"/>
                <a:gd name="T17" fmla="*/ 150 h 155"/>
                <a:gd name="T18" fmla="*/ 71 w 141"/>
                <a:gd name="T19" fmla="*/ 144 h 155"/>
                <a:gd name="T20" fmla="*/ 67 w 141"/>
                <a:gd name="T21" fmla="*/ 142 h 155"/>
                <a:gd name="T22" fmla="*/ 63 w 141"/>
                <a:gd name="T23" fmla="*/ 147 h 155"/>
                <a:gd name="T24" fmla="*/ 63 w 141"/>
                <a:gd name="T25" fmla="*/ 152 h 155"/>
                <a:gd name="T26" fmla="*/ 57 w 141"/>
                <a:gd name="T27" fmla="*/ 155 h 155"/>
                <a:gd name="T28" fmla="*/ 55 w 141"/>
                <a:gd name="T29" fmla="*/ 152 h 155"/>
                <a:gd name="T30" fmla="*/ 50 w 141"/>
                <a:gd name="T31" fmla="*/ 150 h 155"/>
                <a:gd name="T32" fmla="*/ 47 w 141"/>
                <a:gd name="T33" fmla="*/ 147 h 155"/>
                <a:gd name="T34" fmla="*/ 45 w 141"/>
                <a:gd name="T35" fmla="*/ 142 h 155"/>
                <a:gd name="T36" fmla="*/ 43 w 141"/>
                <a:gd name="T37" fmla="*/ 138 h 155"/>
                <a:gd name="T38" fmla="*/ 41 w 141"/>
                <a:gd name="T39" fmla="*/ 138 h 155"/>
                <a:gd name="T40" fmla="*/ 37 w 141"/>
                <a:gd name="T41" fmla="*/ 138 h 155"/>
                <a:gd name="T42" fmla="*/ 34 w 141"/>
                <a:gd name="T43" fmla="*/ 134 h 155"/>
                <a:gd name="T44" fmla="*/ 25 w 141"/>
                <a:gd name="T45" fmla="*/ 131 h 155"/>
                <a:gd name="T46" fmla="*/ 17 w 141"/>
                <a:gd name="T47" fmla="*/ 134 h 155"/>
                <a:gd name="T48" fmla="*/ 9 w 141"/>
                <a:gd name="T49" fmla="*/ 137 h 155"/>
                <a:gd name="T50" fmla="*/ 5 w 141"/>
                <a:gd name="T51" fmla="*/ 138 h 155"/>
                <a:gd name="T52" fmla="*/ 8 w 141"/>
                <a:gd name="T53" fmla="*/ 126 h 155"/>
                <a:gd name="T54" fmla="*/ 10 w 141"/>
                <a:gd name="T55" fmla="*/ 113 h 155"/>
                <a:gd name="T56" fmla="*/ 5 w 141"/>
                <a:gd name="T57" fmla="*/ 96 h 155"/>
                <a:gd name="T58" fmla="*/ 8 w 141"/>
                <a:gd name="T59" fmla="*/ 94 h 155"/>
                <a:gd name="T60" fmla="*/ 8 w 141"/>
                <a:gd name="T61" fmla="*/ 89 h 155"/>
                <a:gd name="T62" fmla="*/ 7 w 141"/>
                <a:gd name="T63" fmla="*/ 81 h 155"/>
                <a:gd name="T64" fmla="*/ 4 w 141"/>
                <a:gd name="T65" fmla="*/ 83 h 155"/>
                <a:gd name="T66" fmla="*/ 0 w 141"/>
                <a:gd name="T67" fmla="*/ 83 h 155"/>
                <a:gd name="T68" fmla="*/ 1 w 141"/>
                <a:gd name="T69" fmla="*/ 76 h 155"/>
                <a:gd name="T70" fmla="*/ 49 w 141"/>
                <a:gd name="T71" fmla="*/ 75 h 155"/>
                <a:gd name="T72" fmla="*/ 50 w 141"/>
                <a:gd name="T73" fmla="*/ 50 h 155"/>
                <a:gd name="T74" fmla="*/ 55 w 141"/>
                <a:gd name="T75" fmla="*/ 47 h 155"/>
                <a:gd name="T76" fmla="*/ 60 w 141"/>
                <a:gd name="T77" fmla="*/ 17 h 155"/>
                <a:gd name="T78" fmla="*/ 97 w 141"/>
                <a:gd name="T79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" h="155">
                  <a:moveTo>
                    <a:pt x="97" y="0"/>
                  </a:moveTo>
                  <a:lnTo>
                    <a:pt x="141" y="29"/>
                  </a:lnTo>
                  <a:lnTo>
                    <a:pt x="141" y="29"/>
                  </a:lnTo>
                  <a:lnTo>
                    <a:pt x="141" y="29"/>
                  </a:lnTo>
                  <a:lnTo>
                    <a:pt x="126" y="29"/>
                  </a:lnTo>
                  <a:lnTo>
                    <a:pt x="136" y="134"/>
                  </a:lnTo>
                  <a:lnTo>
                    <a:pt x="139" y="137"/>
                  </a:lnTo>
                  <a:lnTo>
                    <a:pt x="136" y="147"/>
                  </a:lnTo>
                  <a:lnTo>
                    <a:pt x="93" y="147"/>
                  </a:lnTo>
                  <a:lnTo>
                    <a:pt x="92" y="146"/>
                  </a:lnTo>
                  <a:lnTo>
                    <a:pt x="91" y="144"/>
                  </a:lnTo>
                  <a:lnTo>
                    <a:pt x="89" y="144"/>
                  </a:lnTo>
                  <a:lnTo>
                    <a:pt x="87" y="147"/>
                  </a:lnTo>
                  <a:lnTo>
                    <a:pt x="86" y="146"/>
                  </a:lnTo>
                  <a:lnTo>
                    <a:pt x="86" y="142"/>
                  </a:lnTo>
                  <a:lnTo>
                    <a:pt x="83" y="141"/>
                  </a:lnTo>
                  <a:lnTo>
                    <a:pt x="76" y="143"/>
                  </a:lnTo>
                  <a:lnTo>
                    <a:pt x="74" y="150"/>
                  </a:lnTo>
                  <a:lnTo>
                    <a:pt x="72" y="148"/>
                  </a:lnTo>
                  <a:lnTo>
                    <a:pt x="71" y="144"/>
                  </a:lnTo>
                  <a:lnTo>
                    <a:pt x="70" y="142"/>
                  </a:lnTo>
                  <a:lnTo>
                    <a:pt x="67" y="142"/>
                  </a:lnTo>
                  <a:lnTo>
                    <a:pt x="63" y="143"/>
                  </a:lnTo>
                  <a:lnTo>
                    <a:pt x="63" y="147"/>
                  </a:lnTo>
                  <a:lnTo>
                    <a:pt x="64" y="148"/>
                  </a:lnTo>
                  <a:lnTo>
                    <a:pt x="63" y="152"/>
                  </a:lnTo>
                  <a:lnTo>
                    <a:pt x="59" y="152"/>
                  </a:lnTo>
                  <a:lnTo>
                    <a:pt x="57" y="155"/>
                  </a:lnTo>
                  <a:lnTo>
                    <a:pt x="57" y="155"/>
                  </a:lnTo>
                  <a:lnTo>
                    <a:pt x="55" y="152"/>
                  </a:lnTo>
                  <a:lnTo>
                    <a:pt x="53" y="151"/>
                  </a:lnTo>
                  <a:lnTo>
                    <a:pt x="50" y="150"/>
                  </a:lnTo>
                  <a:lnTo>
                    <a:pt x="50" y="147"/>
                  </a:lnTo>
                  <a:lnTo>
                    <a:pt x="47" y="147"/>
                  </a:lnTo>
                  <a:lnTo>
                    <a:pt x="47" y="144"/>
                  </a:lnTo>
                  <a:lnTo>
                    <a:pt x="45" y="142"/>
                  </a:lnTo>
                  <a:lnTo>
                    <a:pt x="45" y="139"/>
                  </a:lnTo>
                  <a:lnTo>
                    <a:pt x="43" y="138"/>
                  </a:lnTo>
                  <a:lnTo>
                    <a:pt x="41" y="138"/>
                  </a:lnTo>
                  <a:lnTo>
                    <a:pt x="41" y="138"/>
                  </a:lnTo>
                  <a:lnTo>
                    <a:pt x="38" y="139"/>
                  </a:lnTo>
                  <a:lnTo>
                    <a:pt x="37" y="138"/>
                  </a:lnTo>
                  <a:lnTo>
                    <a:pt x="37" y="137"/>
                  </a:lnTo>
                  <a:lnTo>
                    <a:pt x="34" y="134"/>
                  </a:lnTo>
                  <a:lnTo>
                    <a:pt x="32" y="133"/>
                  </a:lnTo>
                  <a:lnTo>
                    <a:pt x="25" y="131"/>
                  </a:lnTo>
                  <a:lnTo>
                    <a:pt x="24" y="131"/>
                  </a:lnTo>
                  <a:lnTo>
                    <a:pt x="17" y="134"/>
                  </a:lnTo>
                  <a:lnTo>
                    <a:pt x="10" y="134"/>
                  </a:lnTo>
                  <a:lnTo>
                    <a:pt x="9" y="137"/>
                  </a:lnTo>
                  <a:lnTo>
                    <a:pt x="7" y="137"/>
                  </a:lnTo>
                  <a:lnTo>
                    <a:pt x="5" y="138"/>
                  </a:lnTo>
                  <a:lnTo>
                    <a:pt x="5" y="134"/>
                  </a:lnTo>
                  <a:lnTo>
                    <a:pt x="8" y="126"/>
                  </a:lnTo>
                  <a:lnTo>
                    <a:pt x="10" y="122"/>
                  </a:lnTo>
                  <a:lnTo>
                    <a:pt x="10" y="113"/>
                  </a:lnTo>
                  <a:lnTo>
                    <a:pt x="9" y="101"/>
                  </a:lnTo>
                  <a:lnTo>
                    <a:pt x="5" y="96"/>
                  </a:lnTo>
                  <a:lnTo>
                    <a:pt x="7" y="94"/>
                  </a:lnTo>
                  <a:lnTo>
                    <a:pt x="8" y="94"/>
                  </a:lnTo>
                  <a:lnTo>
                    <a:pt x="9" y="91"/>
                  </a:lnTo>
                  <a:lnTo>
                    <a:pt x="8" y="89"/>
                  </a:lnTo>
                  <a:lnTo>
                    <a:pt x="9" y="87"/>
                  </a:lnTo>
                  <a:lnTo>
                    <a:pt x="7" y="81"/>
                  </a:lnTo>
                  <a:lnTo>
                    <a:pt x="5" y="83"/>
                  </a:lnTo>
                  <a:lnTo>
                    <a:pt x="4" y="83"/>
                  </a:lnTo>
                  <a:lnTo>
                    <a:pt x="3" y="80"/>
                  </a:lnTo>
                  <a:lnTo>
                    <a:pt x="0" y="83"/>
                  </a:lnTo>
                  <a:lnTo>
                    <a:pt x="0" y="79"/>
                  </a:lnTo>
                  <a:lnTo>
                    <a:pt x="1" y="76"/>
                  </a:lnTo>
                  <a:lnTo>
                    <a:pt x="1" y="75"/>
                  </a:lnTo>
                  <a:lnTo>
                    <a:pt x="49" y="75"/>
                  </a:lnTo>
                  <a:lnTo>
                    <a:pt x="49" y="52"/>
                  </a:lnTo>
                  <a:lnTo>
                    <a:pt x="50" y="50"/>
                  </a:lnTo>
                  <a:lnTo>
                    <a:pt x="53" y="48"/>
                  </a:lnTo>
                  <a:lnTo>
                    <a:pt x="55" y="47"/>
                  </a:lnTo>
                  <a:lnTo>
                    <a:pt x="59" y="47"/>
                  </a:lnTo>
                  <a:lnTo>
                    <a:pt x="60" y="17"/>
                  </a:lnTo>
                  <a:lnTo>
                    <a:pt x="97" y="17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2" name="Freeform 451"/>
            <p:cNvSpPr>
              <a:spLocks/>
            </p:cNvSpPr>
            <p:nvPr/>
          </p:nvSpPr>
          <p:spPr bwMode="auto">
            <a:xfrm>
              <a:off x="5420131" y="3581464"/>
              <a:ext cx="489786" cy="456794"/>
            </a:xfrm>
            <a:custGeom>
              <a:avLst/>
              <a:gdLst>
                <a:gd name="T0" fmla="*/ 163 w 193"/>
                <a:gd name="T1" fmla="*/ 58 h 180"/>
                <a:gd name="T2" fmla="*/ 173 w 193"/>
                <a:gd name="T3" fmla="*/ 60 h 180"/>
                <a:gd name="T4" fmla="*/ 180 w 193"/>
                <a:gd name="T5" fmla="*/ 65 h 180"/>
                <a:gd name="T6" fmla="*/ 180 w 193"/>
                <a:gd name="T7" fmla="*/ 73 h 180"/>
                <a:gd name="T8" fmla="*/ 193 w 193"/>
                <a:gd name="T9" fmla="*/ 72 h 180"/>
                <a:gd name="T10" fmla="*/ 192 w 193"/>
                <a:gd name="T11" fmla="*/ 106 h 180"/>
                <a:gd name="T12" fmla="*/ 188 w 193"/>
                <a:gd name="T13" fmla="*/ 113 h 180"/>
                <a:gd name="T14" fmla="*/ 175 w 193"/>
                <a:gd name="T15" fmla="*/ 119 h 180"/>
                <a:gd name="T16" fmla="*/ 162 w 193"/>
                <a:gd name="T17" fmla="*/ 122 h 180"/>
                <a:gd name="T18" fmla="*/ 147 w 193"/>
                <a:gd name="T19" fmla="*/ 122 h 180"/>
                <a:gd name="T20" fmla="*/ 144 w 193"/>
                <a:gd name="T21" fmla="*/ 122 h 180"/>
                <a:gd name="T22" fmla="*/ 133 w 193"/>
                <a:gd name="T23" fmla="*/ 122 h 180"/>
                <a:gd name="T24" fmla="*/ 117 w 193"/>
                <a:gd name="T25" fmla="*/ 131 h 180"/>
                <a:gd name="T26" fmla="*/ 102 w 193"/>
                <a:gd name="T27" fmla="*/ 140 h 180"/>
                <a:gd name="T28" fmla="*/ 97 w 193"/>
                <a:gd name="T29" fmla="*/ 142 h 180"/>
                <a:gd name="T30" fmla="*/ 93 w 193"/>
                <a:gd name="T31" fmla="*/ 148 h 180"/>
                <a:gd name="T32" fmla="*/ 84 w 193"/>
                <a:gd name="T33" fmla="*/ 160 h 180"/>
                <a:gd name="T34" fmla="*/ 82 w 193"/>
                <a:gd name="T35" fmla="*/ 168 h 180"/>
                <a:gd name="T36" fmla="*/ 81 w 193"/>
                <a:gd name="T37" fmla="*/ 172 h 180"/>
                <a:gd name="T38" fmla="*/ 77 w 193"/>
                <a:gd name="T39" fmla="*/ 180 h 180"/>
                <a:gd name="T40" fmla="*/ 73 w 193"/>
                <a:gd name="T41" fmla="*/ 176 h 180"/>
                <a:gd name="T42" fmla="*/ 67 w 193"/>
                <a:gd name="T43" fmla="*/ 177 h 180"/>
                <a:gd name="T44" fmla="*/ 57 w 193"/>
                <a:gd name="T45" fmla="*/ 177 h 180"/>
                <a:gd name="T46" fmla="*/ 52 w 193"/>
                <a:gd name="T47" fmla="*/ 177 h 180"/>
                <a:gd name="T48" fmla="*/ 48 w 193"/>
                <a:gd name="T49" fmla="*/ 175 h 180"/>
                <a:gd name="T50" fmla="*/ 46 w 193"/>
                <a:gd name="T51" fmla="*/ 171 h 180"/>
                <a:gd name="T52" fmla="*/ 44 w 193"/>
                <a:gd name="T53" fmla="*/ 169 h 180"/>
                <a:gd name="T54" fmla="*/ 43 w 193"/>
                <a:gd name="T55" fmla="*/ 164 h 180"/>
                <a:gd name="T56" fmla="*/ 42 w 193"/>
                <a:gd name="T57" fmla="*/ 158 h 180"/>
                <a:gd name="T58" fmla="*/ 36 w 193"/>
                <a:gd name="T59" fmla="*/ 155 h 180"/>
                <a:gd name="T60" fmla="*/ 30 w 193"/>
                <a:gd name="T61" fmla="*/ 155 h 180"/>
                <a:gd name="T62" fmla="*/ 23 w 193"/>
                <a:gd name="T63" fmla="*/ 160 h 180"/>
                <a:gd name="T64" fmla="*/ 17 w 193"/>
                <a:gd name="T65" fmla="*/ 158 h 180"/>
                <a:gd name="T66" fmla="*/ 13 w 193"/>
                <a:gd name="T67" fmla="*/ 158 h 180"/>
                <a:gd name="T68" fmla="*/ 10 w 193"/>
                <a:gd name="T69" fmla="*/ 152 h 180"/>
                <a:gd name="T70" fmla="*/ 11 w 193"/>
                <a:gd name="T71" fmla="*/ 148 h 180"/>
                <a:gd name="T72" fmla="*/ 7 w 193"/>
                <a:gd name="T73" fmla="*/ 143 h 180"/>
                <a:gd name="T74" fmla="*/ 3 w 193"/>
                <a:gd name="T75" fmla="*/ 139 h 180"/>
                <a:gd name="T76" fmla="*/ 2 w 193"/>
                <a:gd name="T77" fmla="*/ 131 h 180"/>
                <a:gd name="T78" fmla="*/ 0 w 193"/>
                <a:gd name="T79" fmla="*/ 126 h 180"/>
                <a:gd name="T80" fmla="*/ 7 w 193"/>
                <a:gd name="T81" fmla="*/ 119 h 180"/>
                <a:gd name="T82" fmla="*/ 10 w 193"/>
                <a:gd name="T83" fmla="*/ 113 h 180"/>
                <a:gd name="T84" fmla="*/ 15 w 193"/>
                <a:gd name="T85" fmla="*/ 119 h 180"/>
                <a:gd name="T86" fmla="*/ 26 w 193"/>
                <a:gd name="T87" fmla="*/ 112 h 180"/>
                <a:gd name="T88" fmla="*/ 30 w 193"/>
                <a:gd name="T89" fmla="*/ 118 h 180"/>
                <a:gd name="T90" fmla="*/ 35 w 193"/>
                <a:gd name="T91" fmla="*/ 117 h 180"/>
                <a:gd name="T92" fmla="*/ 82 w 193"/>
                <a:gd name="T93" fmla="*/ 108 h 180"/>
                <a:gd name="T94" fmla="*/ 84 w 193"/>
                <a:gd name="T9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" h="180">
                  <a:moveTo>
                    <a:pt x="84" y="0"/>
                  </a:moveTo>
                  <a:lnTo>
                    <a:pt x="162" y="51"/>
                  </a:lnTo>
                  <a:lnTo>
                    <a:pt x="163" y="58"/>
                  </a:lnTo>
                  <a:lnTo>
                    <a:pt x="165" y="59"/>
                  </a:lnTo>
                  <a:lnTo>
                    <a:pt x="169" y="59"/>
                  </a:lnTo>
                  <a:lnTo>
                    <a:pt x="173" y="60"/>
                  </a:lnTo>
                  <a:lnTo>
                    <a:pt x="175" y="63"/>
                  </a:lnTo>
                  <a:lnTo>
                    <a:pt x="179" y="64"/>
                  </a:lnTo>
                  <a:lnTo>
                    <a:pt x="180" y="65"/>
                  </a:lnTo>
                  <a:lnTo>
                    <a:pt x="180" y="68"/>
                  </a:lnTo>
                  <a:lnTo>
                    <a:pt x="179" y="71"/>
                  </a:lnTo>
                  <a:lnTo>
                    <a:pt x="180" y="73"/>
                  </a:lnTo>
                  <a:lnTo>
                    <a:pt x="183" y="75"/>
                  </a:lnTo>
                  <a:lnTo>
                    <a:pt x="188" y="73"/>
                  </a:lnTo>
                  <a:lnTo>
                    <a:pt x="193" y="72"/>
                  </a:lnTo>
                  <a:lnTo>
                    <a:pt x="193" y="72"/>
                  </a:lnTo>
                  <a:lnTo>
                    <a:pt x="192" y="94"/>
                  </a:lnTo>
                  <a:lnTo>
                    <a:pt x="192" y="106"/>
                  </a:lnTo>
                  <a:lnTo>
                    <a:pt x="189" y="106"/>
                  </a:lnTo>
                  <a:lnTo>
                    <a:pt x="189" y="112"/>
                  </a:lnTo>
                  <a:lnTo>
                    <a:pt x="188" y="113"/>
                  </a:lnTo>
                  <a:lnTo>
                    <a:pt x="183" y="117"/>
                  </a:lnTo>
                  <a:lnTo>
                    <a:pt x="179" y="118"/>
                  </a:lnTo>
                  <a:lnTo>
                    <a:pt x="175" y="119"/>
                  </a:lnTo>
                  <a:lnTo>
                    <a:pt x="172" y="121"/>
                  </a:lnTo>
                  <a:lnTo>
                    <a:pt x="164" y="121"/>
                  </a:lnTo>
                  <a:lnTo>
                    <a:pt x="162" y="122"/>
                  </a:lnTo>
                  <a:lnTo>
                    <a:pt x="159" y="122"/>
                  </a:lnTo>
                  <a:lnTo>
                    <a:pt x="150" y="123"/>
                  </a:lnTo>
                  <a:lnTo>
                    <a:pt x="147" y="122"/>
                  </a:lnTo>
                  <a:lnTo>
                    <a:pt x="147" y="123"/>
                  </a:lnTo>
                  <a:lnTo>
                    <a:pt x="146" y="122"/>
                  </a:lnTo>
                  <a:lnTo>
                    <a:pt x="144" y="122"/>
                  </a:lnTo>
                  <a:lnTo>
                    <a:pt x="140" y="121"/>
                  </a:lnTo>
                  <a:lnTo>
                    <a:pt x="138" y="121"/>
                  </a:lnTo>
                  <a:lnTo>
                    <a:pt x="133" y="122"/>
                  </a:lnTo>
                  <a:lnTo>
                    <a:pt x="129" y="125"/>
                  </a:lnTo>
                  <a:lnTo>
                    <a:pt x="126" y="127"/>
                  </a:lnTo>
                  <a:lnTo>
                    <a:pt x="117" y="131"/>
                  </a:lnTo>
                  <a:lnTo>
                    <a:pt x="110" y="137"/>
                  </a:lnTo>
                  <a:lnTo>
                    <a:pt x="109" y="139"/>
                  </a:lnTo>
                  <a:lnTo>
                    <a:pt x="102" y="140"/>
                  </a:lnTo>
                  <a:lnTo>
                    <a:pt x="101" y="140"/>
                  </a:lnTo>
                  <a:lnTo>
                    <a:pt x="98" y="140"/>
                  </a:lnTo>
                  <a:lnTo>
                    <a:pt x="97" y="142"/>
                  </a:lnTo>
                  <a:lnTo>
                    <a:pt x="96" y="142"/>
                  </a:lnTo>
                  <a:lnTo>
                    <a:pt x="93" y="147"/>
                  </a:lnTo>
                  <a:lnTo>
                    <a:pt x="93" y="148"/>
                  </a:lnTo>
                  <a:lnTo>
                    <a:pt x="90" y="152"/>
                  </a:lnTo>
                  <a:lnTo>
                    <a:pt x="86" y="159"/>
                  </a:lnTo>
                  <a:lnTo>
                    <a:pt x="84" y="160"/>
                  </a:lnTo>
                  <a:lnTo>
                    <a:pt x="82" y="163"/>
                  </a:lnTo>
                  <a:lnTo>
                    <a:pt x="82" y="164"/>
                  </a:lnTo>
                  <a:lnTo>
                    <a:pt x="82" y="168"/>
                  </a:lnTo>
                  <a:lnTo>
                    <a:pt x="81" y="168"/>
                  </a:lnTo>
                  <a:lnTo>
                    <a:pt x="81" y="171"/>
                  </a:lnTo>
                  <a:lnTo>
                    <a:pt x="81" y="172"/>
                  </a:lnTo>
                  <a:lnTo>
                    <a:pt x="81" y="176"/>
                  </a:lnTo>
                  <a:lnTo>
                    <a:pt x="80" y="176"/>
                  </a:lnTo>
                  <a:lnTo>
                    <a:pt x="77" y="180"/>
                  </a:lnTo>
                  <a:lnTo>
                    <a:pt x="73" y="179"/>
                  </a:lnTo>
                  <a:lnTo>
                    <a:pt x="73" y="177"/>
                  </a:lnTo>
                  <a:lnTo>
                    <a:pt x="73" y="176"/>
                  </a:lnTo>
                  <a:lnTo>
                    <a:pt x="71" y="176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9"/>
                  </a:lnTo>
                  <a:lnTo>
                    <a:pt x="60" y="179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2" y="179"/>
                  </a:lnTo>
                  <a:lnTo>
                    <a:pt x="52" y="177"/>
                  </a:lnTo>
                  <a:lnTo>
                    <a:pt x="51" y="176"/>
                  </a:lnTo>
                  <a:lnTo>
                    <a:pt x="48" y="176"/>
                  </a:lnTo>
                  <a:lnTo>
                    <a:pt x="48" y="175"/>
                  </a:lnTo>
                  <a:lnTo>
                    <a:pt x="47" y="173"/>
                  </a:lnTo>
                  <a:lnTo>
                    <a:pt x="47" y="171"/>
                  </a:lnTo>
                  <a:lnTo>
                    <a:pt x="46" y="171"/>
                  </a:lnTo>
                  <a:lnTo>
                    <a:pt x="44" y="172"/>
                  </a:lnTo>
                  <a:lnTo>
                    <a:pt x="43" y="173"/>
                  </a:lnTo>
                  <a:lnTo>
                    <a:pt x="44" y="169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3" y="164"/>
                  </a:lnTo>
                  <a:lnTo>
                    <a:pt x="42" y="164"/>
                  </a:lnTo>
                  <a:lnTo>
                    <a:pt x="43" y="160"/>
                  </a:lnTo>
                  <a:lnTo>
                    <a:pt x="42" y="158"/>
                  </a:lnTo>
                  <a:lnTo>
                    <a:pt x="39" y="156"/>
                  </a:lnTo>
                  <a:lnTo>
                    <a:pt x="39" y="155"/>
                  </a:lnTo>
                  <a:lnTo>
                    <a:pt x="36" y="155"/>
                  </a:lnTo>
                  <a:lnTo>
                    <a:pt x="35" y="156"/>
                  </a:lnTo>
                  <a:lnTo>
                    <a:pt x="32" y="155"/>
                  </a:lnTo>
                  <a:lnTo>
                    <a:pt x="30" y="155"/>
                  </a:lnTo>
                  <a:lnTo>
                    <a:pt x="27" y="159"/>
                  </a:lnTo>
                  <a:lnTo>
                    <a:pt x="26" y="159"/>
                  </a:lnTo>
                  <a:lnTo>
                    <a:pt x="23" y="160"/>
                  </a:lnTo>
                  <a:lnTo>
                    <a:pt x="21" y="160"/>
                  </a:lnTo>
                  <a:lnTo>
                    <a:pt x="18" y="159"/>
                  </a:lnTo>
                  <a:lnTo>
                    <a:pt x="17" y="158"/>
                  </a:lnTo>
                  <a:lnTo>
                    <a:pt x="14" y="159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3" y="156"/>
                  </a:lnTo>
                  <a:lnTo>
                    <a:pt x="13" y="155"/>
                  </a:lnTo>
                  <a:lnTo>
                    <a:pt x="10" y="152"/>
                  </a:lnTo>
                  <a:lnTo>
                    <a:pt x="10" y="151"/>
                  </a:lnTo>
                  <a:lnTo>
                    <a:pt x="11" y="150"/>
                  </a:lnTo>
                  <a:lnTo>
                    <a:pt x="11" y="148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7" y="143"/>
                  </a:lnTo>
                  <a:lnTo>
                    <a:pt x="6" y="144"/>
                  </a:lnTo>
                  <a:lnTo>
                    <a:pt x="5" y="143"/>
                  </a:lnTo>
                  <a:lnTo>
                    <a:pt x="3" y="139"/>
                  </a:lnTo>
                  <a:lnTo>
                    <a:pt x="1" y="137"/>
                  </a:lnTo>
                  <a:lnTo>
                    <a:pt x="1" y="135"/>
                  </a:lnTo>
                  <a:lnTo>
                    <a:pt x="2" y="131"/>
                  </a:lnTo>
                  <a:lnTo>
                    <a:pt x="1" y="129"/>
                  </a:lnTo>
                  <a:lnTo>
                    <a:pt x="1" y="127"/>
                  </a:lnTo>
                  <a:lnTo>
                    <a:pt x="0" y="126"/>
                  </a:lnTo>
                  <a:lnTo>
                    <a:pt x="2" y="123"/>
                  </a:lnTo>
                  <a:lnTo>
                    <a:pt x="6" y="123"/>
                  </a:lnTo>
                  <a:lnTo>
                    <a:pt x="7" y="119"/>
                  </a:lnTo>
                  <a:lnTo>
                    <a:pt x="6" y="118"/>
                  </a:lnTo>
                  <a:lnTo>
                    <a:pt x="6" y="114"/>
                  </a:lnTo>
                  <a:lnTo>
                    <a:pt x="10" y="113"/>
                  </a:lnTo>
                  <a:lnTo>
                    <a:pt x="13" y="113"/>
                  </a:lnTo>
                  <a:lnTo>
                    <a:pt x="14" y="115"/>
                  </a:lnTo>
                  <a:lnTo>
                    <a:pt x="15" y="119"/>
                  </a:lnTo>
                  <a:lnTo>
                    <a:pt x="17" y="121"/>
                  </a:lnTo>
                  <a:lnTo>
                    <a:pt x="19" y="114"/>
                  </a:lnTo>
                  <a:lnTo>
                    <a:pt x="26" y="112"/>
                  </a:lnTo>
                  <a:lnTo>
                    <a:pt x="29" y="113"/>
                  </a:lnTo>
                  <a:lnTo>
                    <a:pt x="29" y="117"/>
                  </a:lnTo>
                  <a:lnTo>
                    <a:pt x="30" y="118"/>
                  </a:lnTo>
                  <a:lnTo>
                    <a:pt x="32" y="115"/>
                  </a:lnTo>
                  <a:lnTo>
                    <a:pt x="34" y="115"/>
                  </a:lnTo>
                  <a:lnTo>
                    <a:pt x="35" y="117"/>
                  </a:lnTo>
                  <a:lnTo>
                    <a:pt x="36" y="118"/>
                  </a:lnTo>
                  <a:lnTo>
                    <a:pt x="79" y="118"/>
                  </a:lnTo>
                  <a:lnTo>
                    <a:pt x="82" y="108"/>
                  </a:lnTo>
                  <a:lnTo>
                    <a:pt x="79" y="105"/>
                  </a:lnTo>
                  <a:lnTo>
                    <a:pt x="69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3" name="Freeform 452"/>
            <p:cNvSpPr>
              <a:spLocks/>
            </p:cNvSpPr>
            <p:nvPr/>
          </p:nvSpPr>
          <p:spPr bwMode="auto">
            <a:xfrm>
              <a:off x="5625689" y="3888532"/>
              <a:ext cx="228397" cy="167491"/>
            </a:xfrm>
            <a:custGeom>
              <a:avLst/>
              <a:gdLst>
                <a:gd name="T0" fmla="*/ 63 w 90"/>
                <a:gd name="T1" fmla="*/ 1 h 66"/>
                <a:gd name="T2" fmla="*/ 66 w 90"/>
                <a:gd name="T3" fmla="*/ 2 h 66"/>
                <a:gd name="T4" fmla="*/ 65 w 90"/>
                <a:gd name="T5" fmla="*/ 6 h 66"/>
                <a:gd name="T6" fmla="*/ 63 w 90"/>
                <a:gd name="T7" fmla="*/ 12 h 66"/>
                <a:gd name="T8" fmla="*/ 75 w 90"/>
                <a:gd name="T9" fmla="*/ 25 h 66"/>
                <a:gd name="T10" fmla="*/ 84 w 90"/>
                <a:gd name="T11" fmla="*/ 25 h 66"/>
                <a:gd name="T12" fmla="*/ 86 w 90"/>
                <a:gd name="T13" fmla="*/ 27 h 66"/>
                <a:gd name="T14" fmla="*/ 87 w 90"/>
                <a:gd name="T15" fmla="*/ 30 h 66"/>
                <a:gd name="T16" fmla="*/ 88 w 90"/>
                <a:gd name="T17" fmla="*/ 35 h 66"/>
                <a:gd name="T18" fmla="*/ 90 w 90"/>
                <a:gd name="T19" fmla="*/ 38 h 66"/>
                <a:gd name="T20" fmla="*/ 84 w 90"/>
                <a:gd name="T21" fmla="*/ 41 h 66"/>
                <a:gd name="T22" fmla="*/ 79 w 90"/>
                <a:gd name="T23" fmla="*/ 42 h 66"/>
                <a:gd name="T24" fmla="*/ 78 w 90"/>
                <a:gd name="T25" fmla="*/ 44 h 66"/>
                <a:gd name="T26" fmla="*/ 77 w 90"/>
                <a:gd name="T27" fmla="*/ 48 h 66"/>
                <a:gd name="T28" fmla="*/ 73 w 90"/>
                <a:gd name="T29" fmla="*/ 51 h 66"/>
                <a:gd name="T30" fmla="*/ 59 w 90"/>
                <a:gd name="T31" fmla="*/ 48 h 66"/>
                <a:gd name="T32" fmla="*/ 58 w 90"/>
                <a:gd name="T33" fmla="*/ 47 h 66"/>
                <a:gd name="T34" fmla="*/ 53 w 90"/>
                <a:gd name="T35" fmla="*/ 48 h 66"/>
                <a:gd name="T36" fmla="*/ 42 w 90"/>
                <a:gd name="T37" fmla="*/ 50 h 66"/>
                <a:gd name="T38" fmla="*/ 33 w 90"/>
                <a:gd name="T39" fmla="*/ 50 h 66"/>
                <a:gd name="T40" fmla="*/ 28 w 90"/>
                <a:gd name="T41" fmla="*/ 52 h 66"/>
                <a:gd name="T42" fmla="*/ 30 w 90"/>
                <a:gd name="T43" fmla="*/ 58 h 66"/>
                <a:gd name="T44" fmla="*/ 32 w 90"/>
                <a:gd name="T45" fmla="*/ 64 h 66"/>
                <a:gd name="T46" fmla="*/ 28 w 90"/>
                <a:gd name="T47" fmla="*/ 63 h 66"/>
                <a:gd name="T48" fmla="*/ 24 w 90"/>
                <a:gd name="T49" fmla="*/ 64 h 66"/>
                <a:gd name="T50" fmla="*/ 17 w 90"/>
                <a:gd name="T51" fmla="*/ 63 h 66"/>
                <a:gd name="T52" fmla="*/ 13 w 90"/>
                <a:gd name="T53" fmla="*/ 60 h 66"/>
                <a:gd name="T54" fmla="*/ 9 w 90"/>
                <a:gd name="T55" fmla="*/ 59 h 66"/>
                <a:gd name="T56" fmla="*/ 4 w 90"/>
                <a:gd name="T57" fmla="*/ 56 h 66"/>
                <a:gd name="T58" fmla="*/ 0 w 90"/>
                <a:gd name="T59" fmla="*/ 55 h 66"/>
                <a:gd name="T60" fmla="*/ 0 w 90"/>
                <a:gd name="T61" fmla="*/ 50 h 66"/>
                <a:gd name="T62" fmla="*/ 1 w 90"/>
                <a:gd name="T63" fmla="*/ 47 h 66"/>
                <a:gd name="T64" fmla="*/ 1 w 90"/>
                <a:gd name="T65" fmla="*/ 42 h 66"/>
                <a:gd name="T66" fmla="*/ 5 w 90"/>
                <a:gd name="T67" fmla="*/ 38 h 66"/>
                <a:gd name="T68" fmla="*/ 12 w 90"/>
                <a:gd name="T69" fmla="*/ 27 h 66"/>
                <a:gd name="T70" fmla="*/ 15 w 90"/>
                <a:gd name="T71" fmla="*/ 21 h 66"/>
                <a:gd name="T72" fmla="*/ 17 w 90"/>
                <a:gd name="T73" fmla="*/ 19 h 66"/>
                <a:gd name="T74" fmla="*/ 21 w 90"/>
                <a:gd name="T75" fmla="*/ 19 h 66"/>
                <a:gd name="T76" fmla="*/ 29 w 90"/>
                <a:gd name="T77" fmla="*/ 16 h 66"/>
                <a:gd name="T78" fmla="*/ 45 w 90"/>
                <a:gd name="T79" fmla="*/ 6 h 66"/>
                <a:gd name="T80" fmla="*/ 52 w 90"/>
                <a:gd name="T81" fmla="*/ 1 h 66"/>
                <a:gd name="T82" fmla="*/ 59 w 90"/>
                <a:gd name="T8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0" h="66">
                  <a:moveTo>
                    <a:pt x="59" y="0"/>
                  </a:moveTo>
                  <a:lnTo>
                    <a:pt x="63" y="1"/>
                  </a:lnTo>
                  <a:lnTo>
                    <a:pt x="65" y="1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5" y="6"/>
                  </a:lnTo>
                  <a:lnTo>
                    <a:pt x="63" y="9"/>
                  </a:lnTo>
                  <a:lnTo>
                    <a:pt x="63" y="12"/>
                  </a:lnTo>
                  <a:lnTo>
                    <a:pt x="75" y="19"/>
                  </a:lnTo>
                  <a:lnTo>
                    <a:pt x="75" y="25"/>
                  </a:lnTo>
                  <a:lnTo>
                    <a:pt x="79" y="27"/>
                  </a:lnTo>
                  <a:lnTo>
                    <a:pt x="84" y="25"/>
                  </a:lnTo>
                  <a:lnTo>
                    <a:pt x="86" y="26"/>
                  </a:lnTo>
                  <a:lnTo>
                    <a:pt x="86" y="27"/>
                  </a:lnTo>
                  <a:lnTo>
                    <a:pt x="87" y="27"/>
                  </a:lnTo>
                  <a:lnTo>
                    <a:pt x="87" y="30"/>
                  </a:lnTo>
                  <a:lnTo>
                    <a:pt x="86" y="33"/>
                  </a:lnTo>
                  <a:lnTo>
                    <a:pt x="88" y="35"/>
                  </a:lnTo>
                  <a:lnTo>
                    <a:pt x="90" y="35"/>
                  </a:lnTo>
                  <a:lnTo>
                    <a:pt x="90" y="38"/>
                  </a:lnTo>
                  <a:lnTo>
                    <a:pt x="87" y="41"/>
                  </a:lnTo>
                  <a:lnTo>
                    <a:pt x="84" y="41"/>
                  </a:lnTo>
                  <a:lnTo>
                    <a:pt x="81" y="42"/>
                  </a:lnTo>
                  <a:lnTo>
                    <a:pt x="79" y="42"/>
                  </a:lnTo>
                  <a:lnTo>
                    <a:pt x="77" y="43"/>
                  </a:lnTo>
                  <a:lnTo>
                    <a:pt x="78" y="44"/>
                  </a:lnTo>
                  <a:lnTo>
                    <a:pt x="75" y="47"/>
                  </a:lnTo>
                  <a:lnTo>
                    <a:pt x="77" y="48"/>
                  </a:lnTo>
                  <a:lnTo>
                    <a:pt x="73" y="50"/>
                  </a:lnTo>
                  <a:lnTo>
                    <a:pt x="73" y="51"/>
                  </a:lnTo>
                  <a:lnTo>
                    <a:pt x="61" y="47"/>
                  </a:lnTo>
                  <a:lnTo>
                    <a:pt x="59" y="48"/>
                  </a:lnTo>
                  <a:lnTo>
                    <a:pt x="59" y="48"/>
                  </a:lnTo>
                  <a:lnTo>
                    <a:pt x="58" y="47"/>
                  </a:lnTo>
                  <a:lnTo>
                    <a:pt x="55" y="48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2" y="50"/>
                  </a:lnTo>
                  <a:lnTo>
                    <a:pt x="41" y="50"/>
                  </a:lnTo>
                  <a:lnTo>
                    <a:pt x="33" y="50"/>
                  </a:lnTo>
                  <a:lnTo>
                    <a:pt x="28" y="50"/>
                  </a:lnTo>
                  <a:lnTo>
                    <a:pt x="28" y="52"/>
                  </a:lnTo>
                  <a:lnTo>
                    <a:pt x="29" y="56"/>
                  </a:lnTo>
                  <a:lnTo>
                    <a:pt x="30" y="58"/>
                  </a:lnTo>
                  <a:lnTo>
                    <a:pt x="32" y="62"/>
                  </a:lnTo>
                  <a:lnTo>
                    <a:pt x="32" y="64"/>
                  </a:lnTo>
                  <a:lnTo>
                    <a:pt x="29" y="64"/>
                  </a:lnTo>
                  <a:lnTo>
                    <a:pt x="28" y="63"/>
                  </a:lnTo>
                  <a:lnTo>
                    <a:pt x="25" y="63"/>
                  </a:lnTo>
                  <a:lnTo>
                    <a:pt x="24" y="64"/>
                  </a:lnTo>
                  <a:lnTo>
                    <a:pt x="21" y="66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3" y="60"/>
                  </a:lnTo>
                  <a:lnTo>
                    <a:pt x="11" y="60"/>
                  </a:lnTo>
                  <a:lnTo>
                    <a:pt x="9" y="59"/>
                  </a:lnTo>
                  <a:lnTo>
                    <a:pt x="8" y="59"/>
                  </a:lnTo>
                  <a:lnTo>
                    <a:pt x="4" y="56"/>
                  </a:lnTo>
                  <a:lnTo>
                    <a:pt x="0" y="54"/>
                  </a:lnTo>
                  <a:lnTo>
                    <a:pt x="0" y="55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0" y="47"/>
                  </a:lnTo>
                  <a:lnTo>
                    <a:pt x="1" y="47"/>
                  </a:lnTo>
                  <a:lnTo>
                    <a:pt x="1" y="43"/>
                  </a:lnTo>
                  <a:lnTo>
                    <a:pt x="1" y="42"/>
                  </a:lnTo>
                  <a:lnTo>
                    <a:pt x="3" y="39"/>
                  </a:lnTo>
                  <a:lnTo>
                    <a:pt x="5" y="38"/>
                  </a:lnTo>
                  <a:lnTo>
                    <a:pt x="9" y="31"/>
                  </a:lnTo>
                  <a:lnTo>
                    <a:pt x="12" y="27"/>
                  </a:lnTo>
                  <a:lnTo>
                    <a:pt x="12" y="26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17" y="19"/>
                  </a:lnTo>
                  <a:lnTo>
                    <a:pt x="20" y="19"/>
                  </a:lnTo>
                  <a:lnTo>
                    <a:pt x="21" y="19"/>
                  </a:lnTo>
                  <a:lnTo>
                    <a:pt x="28" y="18"/>
                  </a:lnTo>
                  <a:lnTo>
                    <a:pt x="29" y="16"/>
                  </a:lnTo>
                  <a:lnTo>
                    <a:pt x="36" y="10"/>
                  </a:lnTo>
                  <a:lnTo>
                    <a:pt x="45" y="6"/>
                  </a:lnTo>
                  <a:lnTo>
                    <a:pt x="48" y="4"/>
                  </a:lnTo>
                  <a:lnTo>
                    <a:pt x="52" y="1"/>
                  </a:lnTo>
                  <a:lnTo>
                    <a:pt x="57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4" name="Freeform 453"/>
            <p:cNvSpPr>
              <a:spLocks/>
            </p:cNvSpPr>
            <p:nvPr/>
          </p:nvSpPr>
          <p:spPr bwMode="auto">
            <a:xfrm>
              <a:off x="5257715" y="3840314"/>
              <a:ext cx="195407" cy="142114"/>
            </a:xfrm>
            <a:custGeom>
              <a:avLst/>
              <a:gdLst>
                <a:gd name="T0" fmla="*/ 32 w 77"/>
                <a:gd name="T1" fmla="*/ 0 h 56"/>
                <a:gd name="T2" fmla="*/ 41 w 77"/>
                <a:gd name="T3" fmla="*/ 3 h 56"/>
                <a:gd name="T4" fmla="*/ 44 w 77"/>
                <a:gd name="T5" fmla="*/ 7 h 56"/>
                <a:gd name="T6" fmla="*/ 48 w 77"/>
                <a:gd name="T7" fmla="*/ 7 h 56"/>
                <a:gd name="T8" fmla="*/ 50 w 77"/>
                <a:gd name="T9" fmla="*/ 7 h 56"/>
                <a:gd name="T10" fmla="*/ 52 w 77"/>
                <a:gd name="T11" fmla="*/ 11 h 56"/>
                <a:gd name="T12" fmla="*/ 54 w 77"/>
                <a:gd name="T13" fmla="*/ 16 h 56"/>
                <a:gd name="T14" fmla="*/ 57 w 77"/>
                <a:gd name="T15" fmla="*/ 19 h 56"/>
                <a:gd name="T16" fmla="*/ 62 w 77"/>
                <a:gd name="T17" fmla="*/ 21 h 56"/>
                <a:gd name="T18" fmla="*/ 65 w 77"/>
                <a:gd name="T19" fmla="*/ 25 h 56"/>
                <a:gd name="T20" fmla="*/ 66 w 77"/>
                <a:gd name="T21" fmla="*/ 29 h 56"/>
                <a:gd name="T22" fmla="*/ 65 w 77"/>
                <a:gd name="T23" fmla="*/ 35 h 56"/>
                <a:gd name="T24" fmla="*/ 69 w 77"/>
                <a:gd name="T25" fmla="*/ 41 h 56"/>
                <a:gd name="T26" fmla="*/ 71 w 77"/>
                <a:gd name="T27" fmla="*/ 41 h 56"/>
                <a:gd name="T28" fmla="*/ 73 w 77"/>
                <a:gd name="T29" fmla="*/ 44 h 56"/>
                <a:gd name="T30" fmla="*/ 75 w 77"/>
                <a:gd name="T31" fmla="*/ 48 h 56"/>
                <a:gd name="T32" fmla="*/ 74 w 77"/>
                <a:gd name="T33" fmla="*/ 50 h 56"/>
                <a:gd name="T34" fmla="*/ 77 w 77"/>
                <a:gd name="T35" fmla="*/ 54 h 56"/>
                <a:gd name="T36" fmla="*/ 77 w 77"/>
                <a:gd name="T37" fmla="*/ 54 h 56"/>
                <a:gd name="T38" fmla="*/ 73 w 77"/>
                <a:gd name="T39" fmla="*/ 53 h 56"/>
                <a:gd name="T40" fmla="*/ 69 w 77"/>
                <a:gd name="T41" fmla="*/ 54 h 56"/>
                <a:gd name="T42" fmla="*/ 61 w 77"/>
                <a:gd name="T43" fmla="*/ 53 h 56"/>
                <a:gd name="T44" fmla="*/ 54 w 77"/>
                <a:gd name="T45" fmla="*/ 48 h 56"/>
                <a:gd name="T46" fmla="*/ 45 w 77"/>
                <a:gd name="T47" fmla="*/ 49 h 56"/>
                <a:gd name="T48" fmla="*/ 41 w 77"/>
                <a:gd name="T49" fmla="*/ 48 h 56"/>
                <a:gd name="T50" fmla="*/ 27 w 77"/>
                <a:gd name="T51" fmla="*/ 49 h 56"/>
                <a:gd name="T52" fmla="*/ 16 w 77"/>
                <a:gd name="T53" fmla="*/ 52 h 56"/>
                <a:gd name="T54" fmla="*/ 10 w 77"/>
                <a:gd name="T55" fmla="*/ 53 h 56"/>
                <a:gd name="T56" fmla="*/ 10 w 77"/>
                <a:gd name="T57" fmla="*/ 50 h 56"/>
                <a:gd name="T58" fmla="*/ 12 w 77"/>
                <a:gd name="T59" fmla="*/ 50 h 56"/>
                <a:gd name="T60" fmla="*/ 11 w 77"/>
                <a:gd name="T61" fmla="*/ 48 h 56"/>
                <a:gd name="T62" fmla="*/ 7 w 77"/>
                <a:gd name="T63" fmla="*/ 48 h 56"/>
                <a:gd name="T64" fmla="*/ 8 w 77"/>
                <a:gd name="T65" fmla="*/ 44 h 56"/>
                <a:gd name="T66" fmla="*/ 17 w 77"/>
                <a:gd name="T67" fmla="*/ 42 h 56"/>
                <a:gd name="T68" fmla="*/ 21 w 77"/>
                <a:gd name="T69" fmla="*/ 40 h 56"/>
                <a:gd name="T70" fmla="*/ 25 w 77"/>
                <a:gd name="T71" fmla="*/ 38 h 56"/>
                <a:gd name="T72" fmla="*/ 28 w 77"/>
                <a:gd name="T73" fmla="*/ 38 h 56"/>
                <a:gd name="T74" fmla="*/ 32 w 77"/>
                <a:gd name="T75" fmla="*/ 40 h 56"/>
                <a:gd name="T76" fmla="*/ 37 w 77"/>
                <a:gd name="T77" fmla="*/ 40 h 56"/>
                <a:gd name="T78" fmla="*/ 44 w 77"/>
                <a:gd name="T79" fmla="*/ 42 h 56"/>
                <a:gd name="T80" fmla="*/ 44 w 77"/>
                <a:gd name="T81" fmla="*/ 38 h 56"/>
                <a:gd name="T82" fmla="*/ 37 w 77"/>
                <a:gd name="T83" fmla="*/ 36 h 56"/>
                <a:gd name="T84" fmla="*/ 32 w 77"/>
                <a:gd name="T85" fmla="*/ 33 h 56"/>
                <a:gd name="T86" fmla="*/ 27 w 77"/>
                <a:gd name="T87" fmla="*/ 33 h 56"/>
                <a:gd name="T88" fmla="*/ 19 w 77"/>
                <a:gd name="T89" fmla="*/ 37 h 56"/>
                <a:gd name="T90" fmla="*/ 16 w 77"/>
                <a:gd name="T91" fmla="*/ 38 h 56"/>
                <a:gd name="T92" fmla="*/ 10 w 77"/>
                <a:gd name="T93" fmla="*/ 37 h 56"/>
                <a:gd name="T94" fmla="*/ 8 w 77"/>
                <a:gd name="T95" fmla="*/ 35 h 56"/>
                <a:gd name="T96" fmla="*/ 10 w 77"/>
                <a:gd name="T97" fmla="*/ 32 h 56"/>
                <a:gd name="T98" fmla="*/ 4 w 77"/>
                <a:gd name="T99" fmla="*/ 27 h 56"/>
                <a:gd name="T100" fmla="*/ 8 w 77"/>
                <a:gd name="T101" fmla="*/ 16 h 56"/>
                <a:gd name="T102" fmla="*/ 12 w 77"/>
                <a:gd name="T103" fmla="*/ 7 h 56"/>
                <a:gd name="T104" fmla="*/ 16 w 77"/>
                <a:gd name="T105" fmla="*/ 6 h 56"/>
                <a:gd name="T106" fmla="*/ 24 w 77"/>
                <a:gd name="T10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7" h="56">
                  <a:moveTo>
                    <a:pt x="31" y="0"/>
                  </a:moveTo>
                  <a:lnTo>
                    <a:pt x="32" y="0"/>
                  </a:lnTo>
                  <a:lnTo>
                    <a:pt x="39" y="2"/>
                  </a:lnTo>
                  <a:lnTo>
                    <a:pt x="41" y="3"/>
                  </a:lnTo>
                  <a:lnTo>
                    <a:pt x="44" y="6"/>
                  </a:lnTo>
                  <a:lnTo>
                    <a:pt x="44" y="7"/>
                  </a:lnTo>
                  <a:lnTo>
                    <a:pt x="45" y="8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2" y="8"/>
                  </a:lnTo>
                  <a:lnTo>
                    <a:pt x="52" y="11"/>
                  </a:lnTo>
                  <a:lnTo>
                    <a:pt x="54" y="13"/>
                  </a:lnTo>
                  <a:lnTo>
                    <a:pt x="54" y="16"/>
                  </a:lnTo>
                  <a:lnTo>
                    <a:pt x="57" y="16"/>
                  </a:lnTo>
                  <a:lnTo>
                    <a:pt x="57" y="19"/>
                  </a:lnTo>
                  <a:lnTo>
                    <a:pt x="60" y="20"/>
                  </a:lnTo>
                  <a:lnTo>
                    <a:pt x="62" y="21"/>
                  </a:lnTo>
                  <a:lnTo>
                    <a:pt x="64" y="24"/>
                  </a:lnTo>
                  <a:lnTo>
                    <a:pt x="65" y="25"/>
                  </a:lnTo>
                  <a:lnTo>
                    <a:pt x="65" y="27"/>
                  </a:lnTo>
                  <a:lnTo>
                    <a:pt x="66" y="29"/>
                  </a:lnTo>
                  <a:lnTo>
                    <a:pt x="65" y="33"/>
                  </a:lnTo>
                  <a:lnTo>
                    <a:pt x="65" y="35"/>
                  </a:lnTo>
                  <a:lnTo>
                    <a:pt x="67" y="37"/>
                  </a:lnTo>
                  <a:lnTo>
                    <a:pt x="69" y="41"/>
                  </a:lnTo>
                  <a:lnTo>
                    <a:pt x="70" y="42"/>
                  </a:lnTo>
                  <a:lnTo>
                    <a:pt x="71" y="41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5" y="46"/>
                  </a:lnTo>
                  <a:lnTo>
                    <a:pt x="75" y="48"/>
                  </a:lnTo>
                  <a:lnTo>
                    <a:pt x="74" y="49"/>
                  </a:lnTo>
                  <a:lnTo>
                    <a:pt x="74" y="50"/>
                  </a:lnTo>
                  <a:lnTo>
                    <a:pt x="77" y="53"/>
                  </a:lnTo>
                  <a:lnTo>
                    <a:pt x="77" y="54"/>
                  </a:lnTo>
                  <a:lnTo>
                    <a:pt x="77" y="56"/>
                  </a:lnTo>
                  <a:lnTo>
                    <a:pt x="77" y="54"/>
                  </a:lnTo>
                  <a:lnTo>
                    <a:pt x="74" y="54"/>
                  </a:lnTo>
                  <a:lnTo>
                    <a:pt x="73" y="53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5" y="52"/>
                  </a:lnTo>
                  <a:lnTo>
                    <a:pt x="61" y="53"/>
                  </a:lnTo>
                  <a:lnTo>
                    <a:pt x="60" y="50"/>
                  </a:lnTo>
                  <a:lnTo>
                    <a:pt x="54" y="48"/>
                  </a:lnTo>
                  <a:lnTo>
                    <a:pt x="46" y="48"/>
                  </a:lnTo>
                  <a:lnTo>
                    <a:pt x="45" y="49"/>
                  </a:lnTo>
                  <a:lnTo>
                    <a:pt x="45" y="49"/>
                  </a:lnTo>
                  <a:lnTo>
                    <a:pt x="41" y="48"/>
                  </a:lnTo>
                  <a:lnTo>
                    <a:pt x="31" y="48"/>
                  </a:lnTo>
                  <a:lnTo>
                    <a:pt x="27" y="49"/>
                  </a:lnTo>
                  <a:lnTo>
                    <a:pt x="24" y="53"/>
                  </a:lnTo>
                  <a:lnTo>
                    <a:pt x="16" y="52"/>
                  </a:lnTo>
                  <a:lnTo>
                    <a:pt x="12" y="54"/>
                  </a:lnTo>
                  <a:lnTo>
                    <a:pt x="10" y="53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1" y="50"/>
                  </a:lnTo>
                  <a:lnTo>
                    <a:pt x="12" y="50"/>
                  </a:lnTo>
                  <a:lnTo>
                    <a:pt x="15" y="49"/>
                  </a:lnTo>
                  <a:lnTo>
                    <a:pt x="11" y="48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10" y="42"/>
                  </a:lnTo>
                  <a:lnTo>
                    <a:pt x="17" y="42"/>
                  </a:lnTo>
                  <a:lnTo>
                    <a:pt x="19" y="41"/>
                  </a:lnTo>
                  <a:lnTo>
                    <a:pt x="21" y="40"/>
                  </a:lnTo>
                  <a:lnTo>
                    <a:pt x="24" y="38"/>
                  </a:lnTo>
                  <a:lnTo>
                    <a:pt x="25" y="38"/>
                  </a:lnTo>
                  <a:lnTo>
                    <a:pt x="27" y="40"/>
                  </a:lnTo>
                  <a:lnTo>
                    <a:pt x="28" y="38"/>
                  </a:lnTo>
                  <a:lnTo>
                    <a:pt x="29" y="37"/>
                  </a:lnTo>
                  <a:lnTo>
                    <a:pt x="32" y="40"/>
                  </a:lnTo>
                  <a:lnTo>
                    <a:pt x="35" y="40"/>
                  </a:lnTo>
                  <a:lnTo>
                    <a:pt x="37" y="40"/>
                  </a:lnTo>
                  <a:lnTo>
                    <a:pt x="41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4" y="38"/>
                  </a:lnTo>
                  <a:lnTo>
                    <a:pt x="42" y="40"/>
                  </a:lnTo>
                  <a:lnTo>
                    <a:pt x="37" y="36"/>
                  </a:lnTo>
                  <a:lnTo>
                    <a:pt x="36" y="36"/>
                  </a:lnTo>
                  <a:lnTo>
                    <a:pt x="32" y="33"/>
                  </a:lnTo>
                  <a:lnTo>
                    <a:pt x="29" y="33"/>
                  </a:lnTo>
                  <a:lnTo>
                    <a:pt x="27" y="33"/>
                  </a:lnTo>
                  <a:lnTo>
                    <a:pt x="24" y="35"/>
                  </a:lnTo>
                  <a:lnTo>
                    <a:pt x="19" y="37"/>
                  </a:lnTo>
                  <a:lnTo>
                    <a:pt x="17" y="37"/>
                  </a:lnTo>
                  <a:lnTo>
                    <a:pt x="16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12" y="36"/>
                  </a:lnTo>
                  <a:lnTo>
                    <a:pt x="8" y="35"/>
                  </a:lnTo>
                  <a:lnTo>
                    <a:pt x="10" y="35"/>
                  </a:lnTo>
                  <a:lnTo>
                    <a:pt x="10" y="32"/>
                  </a:lnTo>
                  <a:lnTo>
                    <a:pt x="7" y="31"/>
                  </a:lnTo>
                  <a:lnTo>
                    <a:pt x="4" y="27"/>
                  </a:lnTo>
                  <a:lnTo>
                    <a:pt x="0" y="24"/>
                  </a:lnTo>
                  <a:lnTo>
                    <a:pt x="8" y="16"/>
                  </a:lnTo>
                  <a:lnTo>
                    <a:pt x="11" y="11"/>
                  </a:lnTo>
                  <a:lnTo>
                    <a:pt x="12" y="7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7" y="3"/>
                  </a:lnTo>
                  <a:lnTo>
                    <a:pt x="24" y="3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5" name="Freeform 454"/>
            <p:cNvSpPr>
              <a:spLocks/>
            </p:cNvSpPr>
            <p:nvPr/>
          </p:nvSpPr>
          <p:spPr bwMode="auto">
            <a:xfrm>
              <a:off x="5275480" y="3924060"/>
              <a:ext cx="96434" cy="27916"/>
            </a:xfrm>
            <a:custGeom>
              <a:avLst/>
              <a:gdLst>
                <a:gd name="T0" fmla="*/ 20 w 38"/>
                <a:gd name="T1" fmla="*/ 0 h 11"/>
                <a:gd name="T2" fmla="*/ 22 w 38"/>
                <a:gd name="T3" fmla="*/ 0 h 11"/>
                <a:gd name="T4" fmla="*/ 25 w 38"/>
                <a:gd name="T5" fmla="*/ 0 h 11"/>
                <a:gd name="T6" fmla="*/ 29 w 38"/>
                <a:gd name="T7" fmla="*/ 3 h 11"/>
                <a:gd name="T8" fmla="*/ 30 w 38"/>
                <a:gd name="T9" fmla="*/ 3 h 11"/>
                <a:gd name="T10" fmla="*/ 35 w 38"/>
                <a:gd name="T11" fmla="*/ 7 h 11"/>
                <a:gd name="T12" fmla="*/ 37 w 38"/>
                <a:gd name="T13" fmla="*/ 5 h 11"/>
                <a:gd name="T14" fmla="*/ 38 w 38"/>
                <a:gd name="T15" fmla="*/ 8 h 11"/>
                <a:gd name="T16" fmla="*/ 37 w 38"/>
                <a:gd name="T17" fmla="*/ 9 h 11"/>
                <a:gd name="T18" fmla="*/ 34 w 38"/>
                <a:gd name="T19" fmla="*/ 9 h 11"/>
                <a:gd name="T20" fmla="*/ 30 w 38"/>
                <a:gd name="T21" fmla="*/ 7 h 11"/>
                <a:gd name="T22" fmla="*/ 28 w 38"/>
                <a:gd name="T23" fmla="*/ 7 h 11"/>
                <a:gd name="T24" fmla="*/ 25 w 38"/>
                <a:gd name="T25" fmla="*/ 7 h 11"/>
                <a:gd name="T26" fmla="*/ 22 w 38"/>
                <a:gd name="T27" fmla="*/ 4 h 11"/>
                <a:gd name="T28" fmla="*/ 21 w 38"/>
                <a:gd name="T29" fmla="*/ 5 h 11"/>
                <a:gd name="T30" fmla="*/ 20 w 38"/>
                <a:gd name="T31" fmla="*/ 7 h 11"/>
                <a:gd name="T32" fmla="*/ 18 w 38"/>
                <a:gd name="T33" fmla="*/ 5 h 11"/>
                <a:gd name="T34" fmla="*/ 17 w 38"/>
                <a:gd name="T35" fmla="*/ 5 h 11"/>
                <a:gd name="T36" fmla="*/ 14 w 38"/>
                <a:gd name="T37" fmla="*/ 7 h 11"/>
                <a:gd name="T38" fmla="*/ 12 w 38"/>
                <a:gd name="T39" fmla="*/ 8 h 11"/>
                <a:gd name="T40" fmla="*/ 10 w 38"/>
                <a:gd name="T41" fmla="*/ 9 h 11"/>
                <a:gd name="T42" fmla="*/ 3 w 38"/>
                <a:gd name="T43" fmla="*/ 9 h 11"/>
                <a:gd name="T44" fmla="*/ 1 w 38"/>
                <a:gd name="T45" fmla="*/ 11 h 11"/>
                <a:gd name="T46" fmla="*/ 1 w 38"/>
                <a:gd name="T47" fmla="*/ 11 h 11"/>
                <a:gd name="T48" fmla="*/ 0 w 38"/>
                <a:gd name="T49" fmla="*/ 8 h 11"/>
                <a:gd name="T50" fmla="*/ 3 w 38"/>
                <a:gd name="T51" fmla="*/ 7 h 11"/>
                <a:gd name="T52" fmla="*/ 5 w 38"/>
                <a:gd name="T53" fmla="*/ 9 h 11"/>
                <a:gd name="T54" fmla="*/ 8 w 38"/>
                <a:gd name="T55" fmla="*/ 9 h 11"/>
                <a:gd name="T56" fmla="*/ 9 w 38"/>
                <a:gd name="T57" fmla="*/ 8 h 11"/>
                <a:gd name="T58" fmla="*/ 7 w 38"/>
                <a:gd name="T59" fmla="*/ 8 h 11"/>
                <a:gd name="T60" fmla="*/ 4 w 38"/>
                <a:gd name="T61" fmla="*/ 7 h 11"/>
                <a:gd name="T62" fmla="*/ 4 w 38"/>
                <a:gd name="T63" fmla="*/ 5 h 11"/>
                <a:gd name="T64" fmla="*/ 9 w 38"/>
                <a:gd name="T65" fmla="*/ 5 h 11"/>
                <a:gd name="T66" fmla="*/ 10 w 38"/>
                <a:gd name="T67" fmla="*/ 4 h 11"/>
                <a:gd name="T68" fmla="*/ 12 w 38"/>
                <a:gd name="T69" fmla="*/ 4 h 11"/>
                <a:gd name="T70" fmla="*/ 17 w 38"/>
                <a:gd name="T71" fmla="*/ 2 h 11"/>
                <a:gd name="T72" fmla="*/ 20 w 38"/>
                <a:gd name="T7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11">
                  <a:moveTo>
                    <a:pt x="20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5" y="7"/>
                  </a:lnTo>
                  <a:lnTo>
                    <a:pt x="37" y="5"/>
                  </a:lnTo>
                  <a:lnTo>
                    <a:pt x="38" y="8"/>
                  </a:lnTo>
                  <a:lnTo>
                    <a:pt x="37" y="9"/>
                  </a:lnTo>
                  <a:lnTo>
                    <a:pt x="34" y="9"/>
                  </a:lnTo>
                  <a:lnTo>
                    <a:pt x="30" y="7"/>
                  </a:lnTo>
                  <a:lnTo>
                    <a:pt x="28" y="7"/>
                  </a:lnTo>
                  <a:lnTo>
                    <a:pt x="25" y="7"/>
                  </a:lnTo>
                  <a:lnTo>
                    <a:pt x="22" y="4"/>
                  </a:lnTo>
                  <a:lnTo>
                    <a:pt x="21" y="5"/>
                  </a:lnTo>
                  <a:lnTo>
                    <a:pt x="20" y="7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4" y="7"/>
                  </a:lnTo>
                  <a:lnTo>
                    <a:pt x="12" y="8"/>
                  </a:lnTo>
                  <a:lnTo>
                    <a:pt x="10" y="9"/>
                  </a:lnTo>
                  <a:lnTo>
                    <a:pt x="3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3" y="7"/>
                  </a:lnTo>
                  <a:lnTo>
                    <a:pt x="5" y="9"/>
                  </a:lnTo>
                  <a:lnTo>
                    <a:pt x="8" y="9"/>
                  </a:lnTo>
                  <a:lnTo>
                    <a:pt x="9" y="8"/>
                  </a:lnTo>
                  <a:lnTo>
                    <a:pt x="7" y="8"/>
                  </a:lnTo>
                  <a:lnTo>
                    <a:pt x="4" y="7"/>
                  </a:lnTo>
                  <a:lnTo>
                    <a:pt x="4" y="5"/>
                  </a:lnTo>
                  <a:lnTo>
                    <a:pt x="9" y="5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7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6" name="Freeform 455"/>
            <p:cNvSpPr>
              <a:spLocks/>
            </p:cNvSpPr>
            <p:nvPr/>
          </p:nvSpPr>
          <p:spPr bwMode="auto">
            <a:xfrm>
              <a:off x="5283092" y="3962125"/>
              <a:ext cx="91359" cy="55830"/>
            </a:xfrm>
            <a:custGeom>
              <a:avLst/>
              <a:gdLst>
                <a:gd name="T0" fmla="*/ 21 w 36"/>
                <a:gd name="T1" fmla="*/ 0 h 22"/>
                <a:gd name="T2" fmla="*/ 31 w 36"/>
                <a:gd name="T3" fmla="*/ 0 h 22"/>
                <a:gd name="T4" fmla="*/ 35 w 36"/>
                <a:gd name="T5" fmla="*/ 1 h 22"/>
                <a:gd name="T6" fmla="*/ 35 w 36"/>
                <a:gd name="T7" fmla="*/ 5 h 22"/>
                <a:gd name="T8" fmla="*/ 35 w 36"/>
                <a:gd name="T9" fmla="*/ 6 h 22"/>
                <a:gd name="T10" fmla="*/ 35 w 36"/>
                <a:gd name="T11" fmla="*/ 10 h 22"/>
                <a:gd name="T12" fmla="*/ 36 w 36"/>
                <a:gd name="T13" fmla="*/ 12 h 22"/>
                <a:gd name="T14" fmla="*/ 35 w 36"/>
                <a:gd name="T15" fmla="*/ 14 h 22"/>
                <a:gd name="T16" fmla="*/ 34 w 36"/>
                <a:gd name="T17" fmla="*/ 15 h 22"/>
                <a:gd name="T18" fmla="*/ 30 w 36"/>
                <a:gd name="T19" fmla="*/ 15 h 22"/>
                <a:gd name="T20" fmla="*/ 26 w 36"/>
                <a:gd name="T21" fmla="*/ 18 h 22"/>
                <a:gd name="T22" fmla="*/ 25 w 36"/>
                <a:gd name="T23" fmla="*/ 18 h 22"/>
                <a:gd name="T24" fmla="*/ 23 w 36"/>
                <a:gd name="T25" fmla="*/ 21 h 22"/>
                <a:gd name="T26" fmla="*/ 19 w 36"/>
                <a:gd name="T27" fmla="*/ 22 h 22"/>
                <a:gd name="T28" fmla="*/ 19 w 36"/>
                <a:gd name="T29" fmla="*/ 21 h 22"/>
                <a:gd name="T30" fmla="*/ 19 w 36"/>
                <a:gd name="T31" fmla="*/ 19 h 22"/>
                <a:gd name="T32" fmla="*/ 14 w 36"/>
                <a:gd name="T33" fmla="*/ 19 h 22"/>
                <a:gd name="T34" fmla="*/ 17 w 36"/>
                <a:gd name="T35" fmla="*/ 17 h 22"/>
                <a:gd name="T36" fmla="*/ 15 w 36"/>
                <a:gd name="T37" fmla="*/ 17 h 22"/>
                <a:gd name="T38" fmla="*/ 17 w 36"/>
                <a:gd name="T39" fmla="*/ 15 h 22"/>
                <a:gd name="T40" fmla="*/ 15 w 36"/>
                <a:gd name="T41" fmla="*/ 14 h 22"/>
                <a:gd name="T42" fmla="*/ 14 w 36"/>
                <a:gd name="T43" fmla="*/ 14 h 22"/>
                <a:gd name="T44" fmla="*/ 13 w 36"/>
                <a:gd name="T45" fmla="*/ 13 h 22"/>
                <a:gd name="T46" fmla="*/ 19 w 36"/>
                <a:gd name="T47" fmla="*/ 13 h 22"/>
                <a:gd name="T48" fmla="*/ 19 w 36"/>
                <a:gd name="T49" fmla="*/ 13 h 22"/>
                <a:gd name="T50" fmla="*/ 17 w 36"/>
                <a:gd name="T51" fmla="*/ 10 h 22"/>
                <a:gd name="T52" fmla="*/ 14 w 36"/>
                <a:gd name="T53" fmla="*/ 12 h 22"/>
                <a:gd name="T54" fmla="*/ 10 w 36"/>
                <a:gd name="T55" fmla="*/ 13 h 22"/>
                <a:gd name="T56" fmla="*/ 9 w 36"/>
                <a:gd name="T57" fmla="*/ 12 h 22"/>
                <a:gd name="T58" fmla="*/ 9 w 36"/>
                <a:gd name="T59" fmla="*/ 12 h 22"/>
                <a:gd name="T60" fmla="*/ 6 w 36"/>
                <a:gd name="T61" fmla="*/ 10 h 22"/>
                <a:gd name="T62" fmla="*/ 4 w 36"/>
                <a:gd name="T63" fmla="*/ 9 h 22"/>
                <a:gd name="T64" fmla="*/ 6 w 36"/>
                <a:gd name="T65" fmla="*/ 8 h 22"/>
                <a:gd name="T66" fmla="*/ 5 w 36"/>
                <a:gd name="T67" fmla="*/ 6 h 22"/>
                <a:gd name="T68" fmla="*/ 1 w 36"/>
                <a:gd name="T69" fmla="*/ 6 h 22"/>
                <a:gd name="T70" fmla="*/ 0 w 36"/>
                <a:gd name="T71" fmla="*/ 5 h 22"/>
                <a:gd name="T72" fmla="*/ 0 w 36"/>
                <a:gd name="T73" fmla="*/ 5 h 22"/>
                <a:gd name="T74" fmla="*/ 2 w 36"/>
                <a:gd name="T75" fmla="*/ 6 h 22"/>
                <a:gd name="T76" fmla="*/ 6 w 36"/>
                <a:gd name="T77" fmla="*/ 4 h 22"/>
                <a:gd name="T78" fmla="*/ 14 w 36"/>
                <a:gd name="T79" fmla="*/ 5 h 22"/>
                <a:gd name="T80" fmla="*/ 17 w 36"/>
                <a:gd name="T81" fmla="*/ 1 h 22"/>
                <a:gd name="T82" fmla="*/ 21 w 36"/>
                <a:gd name="T8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" h="22">
                  <a:moveTo>
                    <a:pt x="21" y="0"/>
                  </a:moveTo>
                  <a:lnTo>
                    <a:pt x="31" y="0"/>
                  </a:lnTo>
                  <a:lnTo>
                    <a:pt x="35" y="1"/>
                  </a:lnTo>
                  <a:lnTo>
                    <a:pt x="35" y="5"/>
                  </a:lnTo>
                  <a:lnTo>
                    <a:pt x="35" y="6"/>
                  </a:lnTo>
                  <a:lnTo>
                    <a:pt x="35" y="10"/>
                  </a:lnTo>
                  <a:lnTo>
                    <a:pt x="36" y="12"/>
                  </a:lnTo>
                  <a:lnTo>
                    <a:pt x="35" y="14"/>
                  </a:lnTo>
                  <a:lnTo>
                    <a:pt x="34" y="15"/>
                  </a:lnTo>
                  <a:lnTo>
                    <a:pt x="30" y="15"/>
                  </a:lnTo>
                  <a:lnTo>
                    <a:pt x="26" y="18"/>
                  </a:lnTo>
                  <a:lnTo>
                    <a:pt x="25" y="18"/>
                  </a:lnTo>
                  <a:lnTo>
                    <a:pt x="23" y="21"/>
                  </a:lnTo>
                  <a:lnTo>
                    <a:pt x="19" y="22"/>
                  </a:lnTo>
                  <a:lnTo>
                    <a:pt x="19" y="21"/>
                  </a:lnTo>
                  <a:lnTo>
                    <a:pt x="19" y="19"/>
                  </a:lnTo>
                  <a:lnTo>
                    <a:pt x="14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7" y="15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3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7" y="10"/>
                  </a:lnTo>
                  <a:lnTo>
                    <a:pt x="14" y="12"/>
                  </a:lnTo>
                  <a:lnTo>
                    <a:pt x="10" y="13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6" y="10"/>
                  </a:lnTo>
                  <a:lnTo>
                    <a:pt x="4" y="9"/>
                  </a:lnTo>
                  <a:lnTo>
                    <a:pt x="6" y="8"/>
                  </a:lnTo>
                  <a:lnTo>
                    <a:pt x="5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6"/>
                  </a:lnTo>
                  <a:lnTo>
                    <a:pt x="6" y="4"/>
                  </a:lnTo>
                  <a:lnTo>
                    <a:pt x="14" y="5"/>
                  </a:lnTo>
                  <a:lnTo>
                    <a:pt x="17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7" name="Freeform 456"/>
            <p:cNvSpPr>
              <a:spLocks/>
            </p:cNvSpPr>
            <p:nvPr/>
          </p:nvSpPr>
          <p:spPr bwMode="auto">
            <a:xfrm>
              <a:off x="5341461" y="3962125"/>
              <a:ext cx="210634" cy="210634"/>
            </a:xfrm>
            <a:custGeom>
              <a:avLst/>
              <a:gdLst>
                <a:gd name="T0" fmla="*/ 21 w 83"/>
                <a:gd name="T1" fmla="*/ 0 h 83"/>
                <a:gd name="T2" fmla="*/ 28 w 83"/>
                <a:gd name="T3" fmla="*/ 5 h 83"/>
                <a:gd name="T4" fmla="*/ 36 w 83"/>
                <a:gd name="T5" fmla="*/ 6 h 83"/>
                <a:gd name="T6" fmla="*/ 40 w 83"/>
                <a:gd name="T7" fmla="*/ 5 h 83"/>
                <a:gd name="T8" fmla="*/ 44 w 83"/>
                <a:gd name="T9" fmla="*/ 6 h 83"/>
                <a:gd name="T10" fmla="*/ 45 w 83"/>
                <a:gd name="T11" fmla="*/ 9 h 83"/>
                <a:gd name="T12" fmla="*/ 49 w 83"/>
                <a:gd name="T13" fmla="*/ 9 h 83"/>
                <a:gd name="T14" fmla="*/ 54 w 83"/>
                <a:gd name="T15" fmla="*/ 10 h 83"/>
                <a:gd name="T16" fmla="*/ 58 w 83"/>
                <a:gd name="T17" fmla="*/ 9 h 83"/>
                <a:gd name="T18" fmla="*/ 63 w 83"/>
                <a:gd name="T19" fmla="*/ 5 h 83"/>
                <a:gd name="T20" fmla="*/ 67 w 83"/>
                <a:gd name="T21" fmla="*/ 5 h 83"/>
                <a:gd name="T22" fmla="*/ 70 w 83"/>
                <a:gd name="T23" fmla="*/ 6 h 83"/>
                <a:gd name="T24" fmla="*/ 74 w 83"/>
                <a:gd name="T25" fmla="*/ 10 h 83"/>
                <a:gd name="T26" fmla="*/ 74 w 83"/>
                <a:gd name="T27" fmla="*/ 14 h 83"/>
                <a:gd name="T28" fmla="*/ 77 w 83"/>
                <a:gd name="T29" fmla="*/ 17 h 83"/>
                <a:gd name="T30" fmla="*/ 74 w 83"/>
                <a:gd name="T31" fmla="*/ 23 h 83"/>
                <a:gd name="T32" fmla="*/ 77 w 83"/>
                <a:gd name="T33" fmla="*/ 21 h 83"/>
                <a:gd name="T34" fmla="*/ 78 w 83"/>
                <a:gd name="T35" fmla="*/ 23 h 83"/>
                <a:gd name="T36" fmla="*/ 79 w 83"/>
                <a:gd name="T37" fmla="*/ 26 h 83"/>
                <a:gd name="T38" fmla="*/ 83 w 83"/>
                <a:gd name="T39" fmla="*/ 27 h 83"/>
                <a:gd name="T40" fmla="*/ 83 w 83"/>
                <a:gd name="T41" fmla="*/ 30 h 83"/>
                <a:gd name="T42" fmla="*/ 78 w 83"/>
                <a:gd name="T43" fmla="*/ 33 h 83"/>
                <a:gd name="T44" fmla="*/ 79 w 83"/>
                <a:gd name="T45" fmla="*/ 39 h 83"/>
                <a:gd name="T46" fmla="*/ 79 w 83"/>
                <a:gd name="T47" fmla="*/ 46 h 83"/>
                <a:gd name="T48" fmla="*/ 82 w 83"/>
                <a:gd name="T49" fmla="*/ 48 h 83"/>
                <a:gd name="T50" fmla="*/ 81 w 83"/>
                <a:gd name="T51" fmla="*/ 50 h 83"/>
                <a:gd name="T52" fmla="*/ 78 w 83"/>
                <a:gd name="T53" fmla="*/ 52 h 83"/>
                <a:gd name="T54" fmla="*/ 82 w 83"/>
                <a:gd name="T55" fmla="*/ 56 h 83"/>
                <a:gd name="T56" fmla="*/ 78 w 83"/>
                <a:gd name="T57" fmla="*/ 65 h 83"/>
                <a:gd name="T58" fmla="*/ 75 w 83"/>
                <a:gd name="T59" fmla="*/ 68 h 83"/>
                <a:gd name="T60" fmla="*/ 74 w 83"/>
                <a:gd name="T61" fmla="*/ 75 h 83"/>
                <a:gd name="T62" fmla="*/ 73 w 83"/>
                <a:gd name="T63" fmla="*/ 77 h 83"/>
                <a:gd name="T64" fmla="*/ 50 w 83"/>
                <a:gd name="T65" fmla="*/ 80 h 83"/>
                <a:gd name="T66" fmla="*/ 45 w 83"/>
                <a:gd name="T67" fmla="*/ 76 h 83"/>
                <a:gd name="T68" fmla="*/ 45 w 83"/>
                <a:gd name="T69" fmla="*/ 73 h 83"/>
                <a:gd name="T70" fmla="*/ 49 w 83"/>
                <a:gd name="T71" fmla="*/ 69 h 83"/>
                <a:gd name="T72" fmla="*/ 50 w 83"/>
                <a:gd name="T73" fmla="*/ 52 h 83"/>
                <a:gd name="T74" fmla="*/ 49 w 83"/>
                <a:gd name="T75" fmla="*/ 50 h 83"/>
                <a:gd name="T76" fmla="*/ 50 w 83"/>
                <a:gd name="T77" fmla="*/ 47 h 83"/>
                <a:gd name="T78" fmla="*/ 49 w 83"/>
                <a:gd name="T79" fmla="*/ 43 h 83"/>
                <a:gd name="T80" fmla="*/ 45 w 83"/>
                <a:gd name="T81" fmla="*/ 35 h 83"/>
                <a:gd name="T82" fmla="*/ 33 w 83"/>
                <a:gd name="T83" fmla="*/ 33 h 83"/>
                <a:gd name="T84" fmla="*/ 28 w 83"/>
                <a:gd name="T85" fmla="*/ 35 h 83"/>
                <a:gd name="T86" fmla="*/ 25 w 83"/>
                <a:gd name="T87" fmla="*/ 40 h 83"/>
                <a:gd name="T88" fmla="*/ 20 w 83"/>
                <a:gd name="T89" fmla="*/ 42 h 83"/>
                <a:gd name="T90" fmla="*/ 15 w 83"/>
                <a:gd name="T91" fmla="*/ 39 h 83"/>
                <a:gd name="T92" fmla="*/ 11 w 83"/>
                <a:gd name="T93" fmla="*/ 35 h 83"/>
                <a:gd name="T94" fmla="*/ 9 w 83"/>
                <a:gd name="T95" fmla="*/ 33 h 83"/>
                <a:gd name="T96" fmla="*/ 9 w 83"/>
                <a:gd name="T97" fmla="*/ 31 h 83"/>
                <a:gd name="T98" fmla="*/ 6 w 83"/>
                <a:gd name="T99" fmla="*/ 31 h 83"/>
                <a:gd name="T100" fmla="*/ 0 w 83"/>
                <a:gd name="T101" fmla="*/ 27 h 83"/>
                <a:gd name="T102" fmla="*/ 0 w 83"/>
                <a:gd name="T103" fmla="*/ 21 h 83"/>
                <a:gd name="T104" fmla="*/ 2 w 83"/>
                <a:gd name="T105" fmla="*/ 18 h 83"/>
                <a:gd name="T106" fmla="*/ 7 w 83"/>
                <a:gd name="T107" fmla="*/ 15 h 83"/>
                <a:gd name="T108" fmla="*/ 12 w 83"/>
                <a:gd name="T109" fmla="*/ 14 h 83"/>
                <a:gd name="T110" fmla="*/ 12 w 83"/>
                <a:gd name="T111" fmla="*/ 10 h 83"/>
                <a:gd name="T112" fmla="*/ 12 w 83"/>
                <a:gd name="T113" fmla="*/ 5 h 83"/>
                <a:gd name="T114" fmla="*/ 13 w 83"/>
                <a:gd name="T11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83">
                  <a:moveTo>
                    <a:pt x="13" y="0"/>
                  </a:moveTo>
                  <a:lnTo>
                    <a:pt x="21" y="0"/>
                  </a:lnTo>
                  <a:lnTo>
                    <a:pt x="27" y="2"/>
                  </a:lnTo>
                  <a:lnTo>
                    <a:pt x="28" y="5"/>
                  </a:lnTo>
                  <a:lnTo>
                    <a:pt x="32" y="4"/>
                  </a:lnTo>
                  <a:lnTo>
                    <a:pt x="36" y="6"/>
                  </a:lnTo>
                  <a:lnTo>
                    <a:pt x="37" y="5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4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8" y="8"/>
                  </a:lnTo>
                  <a:lnTo>
                    <a:pt x="49" y="9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7" y="9"/>
                  </a:lnTo>
                  <a:lnTo>
                    <a:pt x="58" y="9"/>
                  </a:lnTo>
                  <a:lnTo>
                    <a:pt x="61" y="5"/>
                  </a:lnTo>
                  <a:lnTo>
                    <a:pt x="63" y="5"/>
                  </a:lnTo>
                  <a:lnTo>
                    <a:pt x="66" y="6"/>
                  </a:lnTo>
                  <a:lnTo>
                    <a:pt x="67" y="5"/>
                  </a:lnTo>
                  <a:lnTo>
                    <a:pt x="70" y="5"/>
                  </a:lnTo>
                  <a:lnTo>
                    <a:pt x="70" y="6"/>
                  </a:lnTo>
                  <a:lnTo>
                    <a:pt x="73" y="8"/>
                  </a:lnTo>
                  <a:lnTo>
                    <a:pt x="74" y="10"/>
                  </a:lnTo>
                  <a:lnTo>
                    <a:pt x="73" y="14"/>
                  </a:lnTo>
                  <a:lnTo>
                    <a:pt x="74" y="14"/>
                  </a:lnTo>
                  <a:lnTo>
                    <a:pt x="77" y="15"/>
                  </a:lnTo>
                  <a:lnTo>
                    <a:pt x="77" y="17"/>
                  </a:lnTo>
                  <a:lnTo>
                    <a:pt x="75" y="19"/>
                  </a:lnTo>
                  <a:lnTo>
                    <a:pt x="74" y="23"/>
                  </a:lnTo>
                  <a:lnTo>
                    <a:pt x="75" y="22"/>
                  </a:lnTo>
                  <a:lnTo>
                    <a:pt x="77" y="21"/>
                  </a:lnTo>
                  <a:lnTo>
                    <a:pt x="78" y="21"/>
                  </a:lnTo>
                  <a:lnTo>
                    <a:pt x="78" y="23"/>
                  </a:lnTo>
                  <a:lnTo>
                    <a:pt x="79" y="25"/>
                  </a:lnTo>
                  <a:lnTo>
                    <a:pt x="79" y="26"/>
                  </a:lnTo>
                  <a:lnTo>
                    <a:pt x="82" y="26"/>
                  </a:lnTo>
                  <a:lnTo>
                    <a:pt x="83" y="27"/>
                  </a:lnTo>
                  <a:lnTo>
                    <a:pt x="83" y="29"/>
                  </a:lnTo>
                  <a:lnTo>
                    <a:pt x="83" y="30"/>
                  </a:lnTo>
                  <a:lnTo>
                    <a:pt x="78" y="31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9"/>
                  </a:lnTo>
                  <a:lnTo>
                    <a:pt x="79" y="42"/>
                  </a:lnTo>
                  <a:lnTo>
                    <a:pt x="79" y="46"/>
                  </a:lnTo>
                  <a:lnTo>
                    <a:pt x="81" y="46"/>
                  </a:lnTo>
                  <a:lnTo>
                    <a:pt x="82" y="48"/>
                  </a:lnTo>
                  <a:lnTo>
                    <a:pt x="82" y="51"/>
                  </a:lnTo>
                  <a:lnTo>
                    <a:pt x="81" y="50"/>
                  </a:lnTo>
                  <a:lnTo>
                    <a:pt x="78" y="51"/>
                  </a:lnTo>
                  <a:lnTo>
                    <a:pt x="78" y="52"/>
                  </a:lnTo>
                  <a:lnTo>
                    <a:pt x="81" y="55"/>
                  </a:lnTo>
                  <a:lnTo>
                    <a:pt x="82" y="56"/>
                  </a:lnTo>
                  <a:lnTo>
                    <a:pt x="81" y="59"/>
                  </a:lnTo>
                  <a:lnTo>
                    <a:pt x="78" y="65"/>
                  </a:lnTo>
                  <a:lnTo>
                    <a:pt x="77" y="67"/>
                  </a:lnTo>
                  <a:lnTo>
                    <a:pt x="75" y="68"/>
                  </a:lnTo>
                  <a:lnTo>
                    <a:pt x="77" y="69"/>
                  </a:lnTo>
                  <a:lnTo>
                    <a:pt x="74" y="75"/>
                  </a:lnTo>
                  <a:lnTo>
                    <a:pt x="73" y="76"/>
                  </a:lnTo>
                  <a:lnTo>
                    <a:pt x="73" y="77"/>
                  </a:lnTo>
                  <a:lnTo>
                    <a:pt x="54" y="83"/>
                  </a:lnTo>
                  <a:lnTo>
                    <a:pt x="50" y="80"/>
                  </a:lnTo>
                  <a:lnTo>
                    <a:pt x="49" y="80"/>
                  </a:lnTo>
                  <a:lnTo>
                    <a:pt x="45" y="76"/>
                  </a:lnTo>
                  <a:lnTo>
                    <a:pt x="44" y="75"/>
                  </a:lnTo>
                  <a:lnTo>
                    <a:pt x="45" y="73"/>
                  </a:lnTo>
                  <a:lnTo>
                    <a:pt x="44" y="73"/>
                  </a:lnTo>
                  <a:lnTo>
                    <a:pt x="49" y="69"/>
                  </a:lnTo>
                  <a:lnTo>
                    <a:pt x="50" y="54"/>
                  </a:lnTo>
                  <a:lnTo>
                    <a:pt x="50" y="52"/>
                  </a:lnTo>
                  <a:lnTo>
                    <a:pt x="49" y="51"/>
                  </a:lnTo>
                  <a:lnTo>
                    <a:pt x="49" y="50"/>
                  </a:lnTo>
                  <a:lnTo>
                    <a:pt x="50" y="48"/>
                  </a:lnTo>
                  <a:lnTo>
                    <a:pt x="50" y="47"/>
                  </a:lnTo>
                  <a:lnTo>
                    <a:pt x="49" y="44"/>
                  </a:lnTo>
                  <a:lnTo>
                    <a:pt x="49" y="43"/>
                  </a:lnTo>
                  <a:lnTo>
                    <a:pt x="46" y="38"/>
                  </a:lnTo>
                  <a:lnTo>
                    <a:pt x="45" y="35"/>
                  </a:lnTo>
                  <a:lnTo>
                    <a:pt x="44" y="33"/>
                  </a:lnTo>
                  <a:lnTo>
                    <a:pt x="33" y="33"/>
                  </a:lnTo>
                  <a:lnTo>
                    <a:pt x="31" y="34"/>
                  </a:lnTo>
                  <a:lnTo>
                    <a:pt x="28" y="35"/>
                  </a:lnTo>
                  <a:lnTo>
                    <a:pt x="25" y="39"/>
                  </a:lnTo>
                  <a:lnTo>
                    <a:pt x="25" y="40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7" y="40"/>
                  </a:lnTo>
                  <a:lnTo>
                    <a:pt x="15" y="39"/>
                  </a:lnTo>
                  <a:lnTo>
                    <a:pt x="13" y="35"/>
                  </a:lnTo>
                  <a:lnTo>
                    <a:pt x="11" y="35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6" y="31"/>
                  </a:lnTo>
                  <a:lnTo>
                    <a:pt x="3" y="31"/>
                  </a:lnTo>
                  <a:lnTo>
                    <a:pt x="0" y="27"/>
                  </a:lnTo>
                  <a:lnTo>
                    <a:pt x="2" y="23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7" y="15"/>
                  </a:lnTo>
                  <a:lnTo>
                    <a:pt x="11" y="15"/>
                  </a:lnTo>
                  <a:lnTo>
                    <a:pt x="12" y="14"/>
                  </a:lnTo>
                  <a:lnTo>
                    <a:pt x="13" y="12"/>
                  </a:lnTo>
                  <a:lnTo>
                    <a:pt x="12" y="10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2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8" name="Freeform 457"/>
            <p:cNvSpPr>
              <a:spLocks noEditPoints="1"/>
            </p:cNvSpPr>
            <p:nvPr/>
          </p:nvSpPr>
          <p:spPr bwMode="auto">
            <a:xfrm>
              <a:off x="5389678" y="4045872"/>
              <a:ext cx="78671" cy="101510"/>
            </a:xfrm>
            <a:custGeom>
              <a:avLst/>
              <a:gdLst>
                <a:gd name="T0" fmla="*/ 5 w 31"/>
                <a:gd name="T1" fmla="*/ 31 h 40"/>
                <a:gd name="T2" fmla="*/ 6 w 31"/>
                <a:gd name="T3" fmla="*/ 31 h 40"/>
                <a:gd name="T4" fmla="*/ 8 w 31"/>
                <a:gd name="T5" fmla="*/ 32 h 40"/>
                <a:gd name="T6" fmla="*/ 8 w 31"/>
                <a:gd name="T7" fmla="*/ 34 h 40"/>
                <a:gd name="T8" fmla="*/ 8 w 31"/>
                <a:gd name="T9" fmla="*/ 34 h 40"/>
                <a:gd name="T10" fmla="*/ 5 w 31"/>
                <a:gd name="T11" fmla="*/ 32 h 40"/>
                <a:gd name="T12" fmla="*/ 5 w 31"/>
                <a:gd name="T13" fmla="*/ 31 h 40"/>
                <a:gd name="T14" fmla="*/ 5 w 31"/>
                <a:gd name="T15" fmla="*/ 31 h 40"/>
                <a:gd name="T16" fmla="*/ 14 w 31"/>
                <a:gd name="T17" fmla="*/ 0 h 40"/>
                <a:gd name="T18" fmla="*/ 25 w 31"/>
                <a:gd name="T19" fmla="*/ 0 h 40"/>
                <a:gd name="T20" fmla="*/ 26 w 31"/>
                <a:gd name="T21" fmla="*/ 2 h 40"/>
                <a:gd name="T22" fmla="*/ 27 w 31"/>
                <a:gd name="T23" fmla="*/ 5 h 40"/>
                <a:gd name="T24" fmla="*/ 30 w 31"/>
                <a:gd name="T25" fmla="*/ 10 h 40"/>
                <a:gd name="T26" fmla="*/ 30 w 31"/>
                <a:gd name="T27" fmla="*/ 11 h 40"/>
                <a:gd name="T28" fmla="*/ 31 w 31"/>
                <a:gd name="T29" fmla="*/ 14 h 40"/>
                <a:gd name="T30" fmla="*/ 31 w 31"/>
                <a:gd name="T31" fmla="*/ 15 h 40"/>
                <a:gd name="T32" fmla="*/ 30 w 31"/>
                <a:gd name="T33" fmla="*/ 17 h 40"/>
                <a:gd name="T34" fmla="*/ 30 w 31"/>
                <a:gd name="T35" fmla="*/ 18 h 40"/>
                <a:gd name="T36" fmla="*/ 31 w 31"/>
                <a:gd name="T37" fmla="*/ 19 h 40"/>
                <a:gd name="T38" fmla="*/ 31 w 31"/>
                <a:gd name="T39" fmla="*/ 21 h 40"/>
                <a:gd name="T40" fmla="*/ 30 w 31"/>
                <a:gd name="T41" fmla="*/ 36 h 40"/>
                <a:gd name="T42" fmla="*/ 25 w 31"/>
                <a:gd name="T43" fmla="*/ 40 h 40"/>
                <a:gd name="T44" fmla="*/ 23 w 31"/>
                <a:gd name="T45" fmla="*/ 39 h 40"/>
                <a:gd name="T46" fmla="*/ 19 w 31"/>
                <a:gd name="T47" fmla="*/ 39 h 40"/>
                <a:gd name="T48" fmla="*/ 13 w 31"/>
                <a:gd name="T49" fmla="*/ 36 h 40"/>
                <a:gd name="T50" fmla="*/ 10 w 31"/>
                <a:gd name="T51" fmla="*/ 35 h 40"/>
                <a:gd name="T52" fmla="*/ 10 w 31"/>
                <a:gd name="T53" fmla="*/ 34 h 40"/>
                <a:gd name="T54" fmla="*/ 9 w 31"/>
                <a:gd name="T55" fmla="*/ 32 h 40"/>
                <a:gd name="T56" fmla="*/ 8 w 31"/>
                <a:gd name="T57" fmla="*/ 30 h 40"/>
                <a:gd name="T58" fmla="*/ 9 w 31"/>
                <a:gd name="T59" fmla="*/ 29 h 40"/>
                <a:gd name="T60" fmla="*/ 9 w 31"/>
                <a:gd name="T61" fmla="*/ 29 h 40"/>
                <a:gd name="T62" fmla="*/ 6 w 31"/>
                <a:gd name="T63" fmla="*/ 29 h 40"/>
                <a:gd name="T64" fmla="*/ 4 w 31"/>
                <a:gd name="T65" fmla="*/ 26 h 40"/>
                <a:gd name="T66" fmla="*/ 4 w 31"/>
                <a:gd name="T67" fmla="*/ 23 h 40"/>
                <a:gd name="T68" fmla="*/ 2 w 31"/>
                <a:gd name="T69" fmla="*/ 19 h 40"/>
                <a:gd name="T70" fmla="*/ 0 w 31"/>
                <a:gd name="T71" fmla="*/ 19 h 40"/>
                <a:gd name="T72" fmla="*/ 0 w 31"/>
                <a:gd name="T73" fmla="*/ 17 h 40"/>
                <a:gd name="T74" fmla="*/ 1 w 31"/>
                <a:gd name="T75" fmla="*/ 14 h 40"/>
                <a:gd name="T76" fmla="*/ 0 w 31"/>
                <a:gd name="T77" fmla="*/ 13 h 40"/>
                <a:gd name="T78" fmla="*/ 0 w 31"/>
                <a:gd name="T79" fmla="*/ 11 h 40"/>
                <a:gd name="T80" fmla="*/ 1 w 31"/>
                <a:gd name="T81" fmla="*/ 9 h 40"/>
                <a:gd name="T82" fmla="*/ 1 w 31"/>
                <a:gd name="T83" fmla="*/ 9 h 40"/>
                <a:gd name="T84" fmla="*/ 2 w 31"/>
                <a:gd name="T85" fmla="*/ 9 h 40"/>
                <a:gd name="T86" fmla="*/ 6 w 31"/>
                <a:gd name="T87" fmla="*/ 7 h 40"/>
                <a:gd name="T88" fmla="*/ 6 w 31"/>
                <a:gd name="T89" fmla="*/ 6 h 40"/>
                <a:gd name="T90" fmla="*/ 9 w 31"/>
                <a:gd name="T91" fmla="*/ 2 h 40"/>
                <a:gd name="T92" fmla="*/ 12 w 31"/>
                <a:gd name="T93" fmla="*/ 1 h 40"/>
                <a:gd name="T94" fmla="*/ 14 w 31"/>
                <a:gd name="T9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" h="40">
                  <a:moveTo>
                    <a:pt x="5" y="31"/>
                  </a:moveTo>
                  <a:lnTo>
                    <a:pt x="6" y="31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5" y="32"/>
                  </a:lnTo>
                  <a:lnTo>
                    <a:pt x="5" y="31"/>
                  </a:lnTo>
                  <a:lnTo>
                    <a:pt x="5" y="31"/>
                  </a:lnTo>
                  <a:close/>
                  <a:moveTo>
                    <a:pt x="14" y="0"/>
                  </a:moveTo>
                  <a:lnTo>
                    <a:pt x="25" y="0"/>
                  </a:lnTo>
                  <a:lnTo>
                    <a:pt x="26" y="2"/>
                  </a:lnTo>
                  <a:lnTo>
                    <a:pt x="27" y="5"/>
                  </a:lnTo>
                  <a:lnTo>
                    <a:pt x="30" y="10"/>
                  </a:lnTo>
                  <a:lnTo>
                    <a:pt x="30" y="11"/>
                  </a:lnTo>
                  <a:lnTo>
                    <a:pt x="31" y="14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30" y="18"/>
                  </a:lnTo>
                  <a:lnTo>
                    <a:pt x="31" y="19"/>
                  </a:lnTo>
                  <a:lnTo>
                    <a:pt x="31" y="21"/>
                  </a:lnTo>
                  <a:lnTo>
                    <a:pt x="30" y="36"/>
                  </a:lnTo>
                  <a:lnTo>
                    <a:pt x="25" y="40"/>
                  </a:lnTo>
                  <a:lnTo>
                    <a:pt x="23" y="39"/>
                  </a:lnTo>
                  <a:lnTo>
                    <a:pt x="19" y="39"/>
                  </a:lnTo>
                  <a:lnTo>
                    <a:pt x="13" y="36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9" y="32"/>
                  </a:lnTo>
                  <a:lnTo>
                    <a:pt x="8" y="30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6" y="29"/>
                  </a:lnTo>
                  <a:lnTo>
                    <a:pt x="4" y="26"/>
                  </a:lnTo>
                  <a:lnTo>
                    <a:pt x="4" y="23"/>
                  </a:lnTo>
                  <a:lnTo>
                    <a:pt x="2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2" y="9"/>
                  </a:lnTo>
                  <a:lnTo>
                    <a:pt x="6" y="7"/>
                  </a:lnTo>
                  <a:lnTo>
                    <a:pt x="6" y="6"/>
                  </a:lnTo>
                  <a:lnTo>
                    <a:pt x="9" y="2"/>
                  </a:lnTo>
                  <a:lnTo>
                    <a:pt x="12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9" name="Freeform 458"/>
            <p:cNvSpPr>
              <a:spLocks/>
            </p:cNvSpPr>
            <p:nvPr/>
          </p:nvSpPr>
          <p:spPr bwMode="auto">
            <a:xfrm>
              <a:off x="5442971" y="4091551"/>
              <a:ext cx="119275" cy="129426"/>
            </a:xfrm>
            <a:custGeom>
              <a:avLst/>
              <a:gdLst>
                <a:gd name="T0" fmla="*/ 20 w 47"/>
                <a:gd name="T1" fmla="*/ 0 h 51"/>
                <a:gd name="T2" fmla="*/ 21 w 47"/>
                <a:gd name="T3" fmla="*/ 0 h 51"/>
                <a:gd name="T4" fmla="*/ 22 w 47"/>
                <a:gd name="T5" fmla="*/ 4 h 51"/>
                <a:gd name="T6" fmla="*/ 25 w 47"/>
                <a:gd name="T7" fmla="*/ 4 h 51"/>
                <a:gd name="T8" fmla="*/ 25 w 47"/>
                <a:gd name="T9" fmla="*/ 9 h 51"/>
                <a:gd name="T10" fmla="*/ 25 w 47"/>
                <a:gd name="T11" fmla="*/ 12 h 51"/>
                <a:gd name="T12" fmla="*/ 27 w 47"/>
                <a:gd name="T13" fmla="*/ 16 h 51"/>
                <a:gd name="T14" fmla="*/ 29 w 47"/>
                <a:gd name="T15" fmla="*/ 14 h 51"/>
                <a:gd name="T16" fmla="*/ 33 w 47"/>
                <a:gd name="T17" fmla="*/ 12 h 51"/>
                <a:gd name="T18" fmla="*/ 34 w 47"/>
                <a:gd name="T19" fmla="*/ 13 h 51"/>
                <a:gd name="T20" fmla="*/ 35 w 47"/>
                <a:gd name="T21" fmla="*/ 14 h 51"/>
                <a:gd name="T22" fmla="*/ 35 w 47"/>
                <a:gd name="T23" fmla="*/ 16 h 51"/>
                <a:gd name="T24" fmla="*/ 35 w 47"/>
                <a:gd name="T25" fmla="*/ 17 h 51"/>
                <a:gd name="T26" fmla="*/ 37 w 47"/>
                <a:gd name="T27" fmla="*/ 18 h 51"/>
                <a:gd name="T28" fmla="*/ 34 w 47"/>
                <a:gd name="T29" fmla="*/ 24 h 51"/>
                <a:gd name="T30" fmla="*/ 33 w 47"/>
                <a:gd name="T31" fmla="*/ 25 h 51"/>
                <a:gd name="T32" fmla="*/ 33 w 47"/>
                <a:gd name="T33" fmla="*/ 28 h 51"/>
                <a:gd name="T34" fmla="*/ 35 w 47"/>
                <a:gd name="T35" fmla="*/ 28 h 51"/>
                <a:gd name="T36" fmla="*/ 37 w 47"/>
                <a:gd name="T37" fmla="*/ 28 h 51"/>
                <a:gd name="T38" fmla="*/ 38 w 47"/>
                <a:gd name="T39" fmla="*/ 28 h 51"/>
                <a:gd name="T40" fmla="*/ 39 w 47"/>
                <a:gd name="T41" fmla="*/ 29 h 51"/>
                <a:gd name="T42" fmla="*/ 41 w 47"/>
                <a:gd name="T43" fmla="*/ 29 h 51"/>
                <a:gd name="T44" fmla="*/ 42 w 47"/>
                <a:gd name="T45" fmla="*/ 29 h 51"/>
                <a:gd name="T46" fmla="*/ 43 w 47"/>
                <a:gd name="T47" fmla="*/ 32 h 51"/>
                <a:gd name="T48" fmla="*/ 45 w 47"/>
                <a:gd name="T49" fmla="*/ 33 h 51"/>
                <a:gd name="T50" fmla="*/ 47 w 47"/>
                <a:gd name="T51" fmla="*/ 33 h 51"/>
                <a:gd name="T52" fmla="*/ 47 w 47"/>
                <a:gd name="T53" fmla="*/ 36 h 51"/>
                <a:gd name="T54" fmla="*/ 46 w 47"/>
                <a:gd name="T55" fmla="*/ 37 h 51"/>
                <a:gd name="T56" fmla="*/ 46 w 47"/>
                <a:gd name="T57" fmla="*/ 38 h 51"/>
                <a:gd name="T58" fmla="*/ 46 w 47"/>
                <a:gd name="T59" fmla="*/ 39 h 51"/>
                <a:gd name="T60" fmla="*/ 45 w 47"/>
                <a:gd name="T61" fmla="*/ 42 h 51"/>
                <a:gd name="T62" fmla="*/ 46 w 47"/>
                <a:gd name="T63" fmla="*/ 43 h 51"/>
                <a:gd name="T64" fmla="*/ 45 w 47"/>
                <a:gd name="T65" fmla="*/ 46 h 51"/>
                <a:gd name="T66" fmla="*/ 46 w 47"/>
                <a:gd name="T67" fmla="*/ 49 h 51"/>
                <a:gd name="T68" fmla="*/ 46 w 47"/>
                <a:gd name="T69" fmla="*/ 51 h 51"/>
                <a:gd name="T70" fmla="*/ 34 w 47"/>
                <a:gd name="T71" fmla="*/ 47 h 51"/>
                <a:gd name="T72" fmla="*/ 25 w 47"/>
                <a:gd name="T73" fmla="*/ 39 h 51"/>
                <a:gd name="T74" fmla="*/ 22 w 47"/>
                <a:gd name="T75" fmla="*/ 39 h 51"/>
                <a:gd name="T76" fmla="*/ 16 w 47"/>
                <a:gd name="T77" fmla="*/ 33 h 51"/>
                <a:gd name="T78" fmla="*/ 10 w 47"/>
                <a:gd name="T79" fmla="*/ 29 h 51"/>
                <a:gd name="T80" fmla="*/ 9 w 47"/>
                <a:gd name="T81" fmla="*/ 29 h 51"/>
                <a:gd name="T82" fmla="*/ 5 w 47"/>
                <a:gd name="T83" fmla="*/ 25 h 51"/>
                <a:gd name="T84" fmla="*/ 4 w 47"/>
                <a:gd name="T85" fmla="*/ 24 h 51"/>
                <a:gd name="T86" fmla="*/ 5 w 47"/>
                <a:gd name="T87" fmla="*/ 22 h 51"/>
                <a:gd name="T88" fmla="*/ 2 w 47"/>
                <a:gd name="T89" fmla="*/ 21 h 51"/>
                <a:gd name="T90" fmla="*/ 0 w 47"/>
                <a:gd name="T91" fmla="*/ 21 h 51"/>
                <a:gd name="T92" fmla="*/ 0 w 47"/>
                <a:gd name="T93" fmla="*/ 20 h 51"/>
                <a:gd name="T94" fmla="*/ 1 w 47"/>
                <a:gd name="T95" fmla="*/ 16 h 51"/>
                <a:gd name="T96" fmla="*/ 4 w 47"/>
                <a:gd name="T97" fmla="*/ 14 h 51"/>
                <a:gd name="T98" fmla="*/ 6 w 47"/>
                <a:gd name="T99" fmla="*/ 12 h 51"/>
                <a:gd name="T100" fmla="*/ 6 w 47"/>
                <a:gd name="T101" fmla="*/ 11 h 51"/>
                <a:gd name="T102" fmla="*/ 8 w 47"/>
                <a:gd name="T103" fmla="*/ 7 h 51"/>
                <a:gd name="T104" fmla="*/ 9 w 47"/>
                <a:gd name="T105" fmla="*/ 7 h 51"/>
                <a:gd name="T106" fmla="*/ 9 w 47"/>
                <a:gd name="T107" fmla="*/ 4 h 51"/>
                <a:gd name="T108" fmla="*/ 10 w 47"/>
                <a:gd name="T109" fmla="*/ 3 h 51"/>
                <a:gd name="T110" fmla="*/ 13 w 47"/>
                <a:gd name="T111" fmla="*/ 1 h 51"/>
                <a:gd name="T112" fmla="*/ 14 w 47"/>
                <a:gd name="T113" fmla="*/ 1 h 51"/>
                <a:gd name="T114" fmla="*/ 20 w 47"/>
                <a:gd name="T11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" h="51">
                  <a:moveTo>
                    <a:pt x="20" y="0"/>
                  </a:moveTo>
                  <a:lnTo>
                    <a:pt x="21" y="0"/>
                  </a:lnTo>
                  <a:lnTo>
                    <a:pt x="22" y="4"/>
                  </a:lnTo>
                  <a:lnTo>
                    <a:pt x="25" y="4"/>
                  </a:lnTo>
                  <a:lnTo>
                    <a:pt x="25" y="9"/>
                  </a:lnTo>
                  <a:lnTo>
                    <a:pt x="25" y="12"/>
                  </a:lnTo>
                  <a:lnTo>
                    <a:pt x="27" y="16"/>
                  </a:lnTo>
                  <a:lnTo>
                    <a:pt x="29" y="14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5" y="14"/>
                  </a:lnTo>
                  <a:lnTo>
                    <a:pt x="35" y="16"/>
                  </a:lnTo>
                  <a:lnTo>
                    <a:pt x="35" y="17"/>
                  </a:lnTo>
                  <a:lnTo>
                    <a:pt x="37" y="18"/>
                  </a:lnTo>
                  <a:lnTo>
                    <a:pt x="34" y="24"/>
                  </a:lnTo>
                  <a:lnTo>
                    <a:pt x="33" y="25"/>
                  </a:lnTo>
                  <a:lnTo>
                    <a:pt x="33" y="28"/>
                  </a:lnTo>
                  <a:lnTo>
                    <a:pt x="35" y="28"/>
                  </a:lnTo>
                  <a:lnTo>
                    <a:pt x="37" y="28"/>
                  </a:lnTo>
                  <a:lnTo>
                    <a:pt x="38" y="28"/>
                  </a:lnTo>
                  <a:lnTo>
                    <a:pt x="39" y="29"/>
                  </a:lnTo>
                  <a:lnTo>
                    <a:pt x="41" y="29"/>
                  </a:lnTo>
                  <a:lnTo>
                    <a:pt x="42" y="29"/>
                  </a:lnTo>
                  <a:lnTo>
                    <a:pt x="43" y="32"/>
                  </a:lnTo>
                  <a:lnTo>
                    <a:pt x="45" y="33"/>
                  </a:lnTo>
                  <a:lnTo>
                    <a:pt x="47" y="33"/>
                  </a:lnTo>
                  <a:lnTo>
                    <a:pt x="47" y="36"/>
                  </a:lnTo>
                  <a:lnTo>
                    <a:pt x="46" y="37"/>
                  </a:lnTo>
                  <a:lnTo>
                    <a:pt x="46" y="38"/>
                  </a:lnTo>
                  <a:lnTo>
                    <a:pt x="46" y="39"/>
                  </a:lnTo>
                  <a:lnTo>
                    <a:pt x="45" y="42"/>
                  </a:lnTo>
                  <a:lnTo>
                    <a:pt x="46" y="43"/>
                  </a:lnTo>
                  <a:lnTo>
                    <a:pt x="45" y="46"/>
                  </a:lnTo>
                  <a:lnTo>
                    <a:pt x="46" y="49"/>
                  </a:lnTo>
                  <a:lnTo>
                    <a:pt x="46" y="51"/>
                  </a:lnTo>
                  <a:lnTo>
                    <a:pt x="34" y="47"/>
                  </a:lnTo>
                  <a:lnTo>
                    <a:pt x="25" y="39"/>
                  </a:lnTo>
                  <a:lnTo>
                    <a:pt x="22" y="39"/>
                  </a:lnTo>
                  <a:lnTo>
                    <a:pt x="16" y="33"/>
                  </a:lnTo>
                  <a:lnTo>
                    <a:pt x="10" y="29"/>
                  </a:lnTo>
                  <a:lnTo>
                    <a:pt x="9" y="29"/>
                  </a:lnTo>
                  <a:lnTo>
                    <a:pt x="5" y="25"/>
                  </a:lnTo>
                  <a:lnTo>
                    <a:pt x="4" y="24"/>
                  </a:lnTo>
                  <a:lnTo>
                    <a:pt x="5" y="22"/>
                  </a:lnTo>
                  <a:lnTo>
                    <a:pt x="2" y="21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6"/>
                  </a:lnTo>
                  <a:lnTo>
                    <a:pt x="4" y="14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0" name="Freeform 459"/>
            <p:cNvSpPr>
              <a:spLocks/>
            </p:cNvSpPr>
            <p:nvPr/>
          </p:nvSpPr>
          <p:spPr bwMode="auto">
            <a:xfrm>
              <a:off x="5526716" y="4025570"/>
              <a:ext cx="185256" cy="195407"/>
            </a:xfrm>
            <a:custGeom>
              <a:avLst/>
              <a:gdLst>
                <a:gd name="T0" fmla="*/ 43 w 73"/>
                <a:gd name="T1" fmla="*/ 2 h 77"/>
                <a:gd name="T2" fmla="*/ 48 w 73"/>
                <a:gd name="T3" fmla="*/ 5 h 77"/>
                <a:gd name="T4" fmla="*/ 52 w 73"/>
                <a:gd name="T5" fmla="*/ 6 h 77"/>
                <a:gd name="T6" fmla="*/ 56 w 73"/>
                <a:gd name="T7" fmla="*/ 9 h 77"/>
                <a:gd name="T8" fmla="*/ 63 w 73"/>
                <a:gd name="T9" fmla="*/ 10 h 77"/>
                <a:gd name="T10" fmla="*/ 67 w 73"/>
                <a:gd name="T11" fmla="*/ 9 h 77"/>
                <a:gd name="T12" fmla="*/ 71 w 73"/>
                <a:gd name="T13" fmla="*/ 10 h 77"/>
                <a:gd name="T14" fmla="*/ 69 w 73"/>
                <a:gd name="T15" fmla="*/ 15 h 77"/>
                <a:gd name="T16" fmla="*/ 71 w 73"/>
                <a:gd name="T17" fmla="*/ 19 h 77"/>
                <a:gd name="T18" fmla="*/ 73 w 73"/>
                <a:gd name="T19" fmla="*/ 25 h 77"/>
                <a:gd name="T20" fmla="*/ 72 w 73"/>
                <a:gd name="T21" fmla="*/ 30 h 77"/>
                <a:gd name="T22" fmla="*/ 67 w 73"/>
                <a:gd name="T23" fmla="*/ 37 h 77"/>
                <a:gd name="T24" fmla="*/ 66 w 73"/>
                <a:gd name="T25" fmla="*/ 40 h 77"/>
                <a:gd name="T26" fmla="*/ 64 w 73"/>
                <a:gd name="T27" fmla="*/ 44 h 77"/>
                <a:gd name="T28" fmla="*/ 63 w 73"/>
                <a:gd name="T29" fmla="*/ 51 h 77"/>
                <a:gd name="T30" fmla="*/ 64 w 73"/>
                <a:gd name="T31" fmla="*/ 54 h 77"/>
                <a:gd name="T32" fmla="*/ 67 w 73"/>
                <a:gd name="T33" fmla="*/ 60 h 77"/>
                <a:gd name="T34" fmla="*/ 71 w 73"/>
                <a:gd name="T35" fmla="*/ 63 h 77"/>
                <a:gd name="T36" fmla="*/ 68 w 73"/>
                <a:gd name="T37" fmla="*/ 67 h 77"/>
                <a:gd name="T38" fmla="*/ 66 w 73"/>
                <a:gd name="T39" fmla="*/ 68 h 77"/>
                <a:gd name="T40" fmla="*/ 62 w 73"/>
                <a:gd name="T41" fmla="*/ 65 h 77"/>
                <a:gd name="T42" fmla="*/ 56 w 73"/>
                <a:gd name="T43" fmla="*/ 65 h 77"/>
                <a:gd name="T44" fmla="*/ 34 w 73"/>
                <a:gd name="T45" fmla="*/ 68 h 77"/>
                <a:gd name="T46" fmla="*/ 30 w 73"/>
                <a:gd name="T47" fmla="*/ 69 h 77"/>
                <a:gd name="T48" fmla="*/ 21 w 73"/>
                <a:gd name="T49" fmla="*/ 73 h 77"/>
                <a:gd name="T50" fmla="*/ 14 w 73"/>
                <a:gd name="T51" fmla="*/ 77 h 77"/>
                <a:gd name="T52" fmla="*/ 13 w 73"/>
                <a:gd name="T53" fmla="*/ 75 h 77"/>
                <a:gd name="T54" fmla="*/ 13 w 73"/>
                <a:gd name="T55" fmla="*/ 69 h 77"/>
                <a:gd name="T56" fmla="*/ 13 w 73"/>
                <a:gd name="T57" fmla="*/ 65 h 77"/>
                <a:gd name="T58" fmla="*/ 13 w 73"/>
                <a:gd name="T59" fmla="*/ 63 h 77"/>
                <a:gd name="T60" fmla="*/ 14 w 73"/>
                <a:gd name="T61" fmla="*/ 59 h 77"/>
                <a:gd name="T62" fmla="*/ 10 w 73"/>
                <a:gd name="T63" fmla="*/ 58 h 77"/>
                <a:gd name="T64" fmla="*/ 8 w 73"/>
                <a:gd name="T65" fmla="*/ 55 h 77"/>
                <a:gd name="T66" fmla="*/ 5 w 73"/>
                <a:gd name="T67" fmla="*/ 54 h 77"/>
                <a:gd name="T68" fmla="*/ 2 w 73"/>
                <a:gd name="T69" fmla="*/ 54 h 77"/>
                <a:gd name="T70" fmla="*/ 0 w 73"/>
                <a:gd name="T71" fmla="*/ 51 h 77"/>
                <a:gd name="T72" fmla="*/ 4 w 73"/>
                <a:gd name="T73" fmla="*/ 44 h 77"/>
                <a:gd name="T74" fmla="*/ 4 w 73"/>
                <a:gd name="T75" fmla="*/ 42 h 77"/>
                <a:gd name="T76" fmla="*/ 8 w 73"/>
                <a:gd name="T77" fmla="*/ 34 h 77"/>
                <a:gd name="T78" fmla="*/ 8 w 73"/>
                <a:gd name="T79" fmla="*/ 30 h 77"/>
                <a:gd name="T80" fmla="*/ 5 w 73"/>
                <a:gd name="T81" fmla="*/ 26 h 77"/>
                <a:gd name="T82" fmla="*/ 9 w 73"/>
                <a:gd name="T83" fmla="*/ 26 h 77"/>
                <a:gd name="T84" fmla="*/ 8 w 73"/>
                <a:gd name="T85" fmla="*/ 21 h 77"/>
                <a:gd name="T86" fmla="*/ 6 w 73"/>
                <a:gd name="T87" fmla="*/ 17 h 77"/>
                <a:gd name="T88" fmla="*/ 6 w 73"/>
                <a:gd name="T89" fmla="*/ 9 h 77"/>
                <a:gd name="T90" fmla="*/ 5 w 73"/>
                <a:gd name="T91" fmla="*/ 6 h 77"/>
                <a:gd name="T92" fmla="*/ 14 w 73"/>
                <a:gd name="T93" fmla="*/ 2 h 77"/>
                <a:gd name="T94" fmla="*/ 18 w 73"/>
                <a:gd name="T95" fmla="*/ 4 h 77"/>
                <a:gd name="T96" fmla="*/ 25 w 73"/>
                <a:gd name="T97" fmla="*/ 2 h 77"/>
                <a:gd name="T98" fmla="*/ 29 w 73"/>
                <a:gd name="T99" fmla="*/ 1 h 77"/>
                <a:gd name="T100" fmla="*/ 31 w 73"/>
                <a:gd name="T101" fmla="*/ 2 h 77"/>
                <a:gd name="T102" fmla="*/ 35 w 73"/>
                <a:gd name="T103" fmla="*/ 5 h 77"/>
                <a:gd name="T104" fmla="*/ 39 w 73"/>
                <a:gd name="T10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3" h="77">
                  <a:moveTo>
                    <a:pt x="39" y="0"/>
                  </a:moveTo>
                  <a:lnTo>
                    <a:pt x="43" y="2"/>
                  </a:lnTo>
                  <a:lnTo>
                    <a:pt x="47" y="5"/>
                  </a:lnTo>
                  <a:lnTo>
                    <a:pt x="48" y="5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5" y="8"/>
                  </a:lnTo>
                  <a:lnTo>
                    <a:pt x="56" y="9"/>
                  </a:lnTo>
                  <a:lnTo>
                    <a:pt x="60" y="12"/>
                  </a:lnTo>
                  <a:lnTo>
                    <a:pt x="63" y="10"/>
                  </a:lnTo>
                  <a:lnTo>
                    <a:pt x="64" y="9"/>
                  </a:lnTo>
                  <a:lnTo>
                    <a:pt x="67" y="9"/>
                  </a:lnTo>
                  <a:lnTo>
                    <a:pt x="68" y="10"/>
                  </a:lnTo>
                  <a:lnTo>
                    <a:pt x="71" y="10"/>
                  </a:lnTo>
                  <a:lnTo>
                    <a:pt x="71" y="12"/>
                  </a:lnTo>
                  <a:lnTo>
                    <a:pt x="69" y="15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2" y="21"/>
                  </a:lnTo>
                  <a:lnTo>
                    <a:pt x="73" y="25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69" y="31"/>
                  </a:lnTo>
                  <a:lnTo>
                    <a:pt x="67" y="37"/>
                  </a:lnTo>
                  <a:lnTo>
                    <a:pt x="67" y="39"/>
                  </a:lnTo>
                  <a:lnTo>
                    <a:pt x="66" y="40"/>
                  </a:lnTo>
                  <a:lnTo>
                    <a:pt x="66" y="43"/>
                  </a:lnTo>
                  <a:lnTo>
                    <a:pt x="64" y="44"/>
                  </a:lnTo>
                  <a:lnTo>
                    <a:pt x="64" y="50"/>
                  </a:lnTo>
                  <a:lnTo>
                    <a:pt x="63" y="51"/>
                  </a:lnTo>
                  <a:lnTo>
                    <a:pt x="63" y="52"/>
                  </a:lnTo>
                  <a:lnTo>
                    <a:pt x="64" y="54"/>
                  </a:lnTo>
                  <a:lnTo>
                    <a:pt x="67" y="58"/>
                  </a:lnTo>
                  <a:lnTo>
                    <a:pt x="67" y="60"/>
                  </a:lnTo>
                  <a:lnTo>
                    <a:pt x="69" y="62"/>
                  </a:lnTo>
                  <a:lnTo>
                    <a:pt x="71" y="63"/>
                  </a:lnTo>
                  <a:lnTo>
                    <a:pt x="71" y="67"/>
                  </a:lnTo>
                  <a:lnTo>
                    <a:pt x="68" y="67"/>
                  </a:lnTo>
                  <a:lnTo>
                    <a:pt x="67" y="67"/>
                  </a:lnTo>
                  <a:lnTo>
                    <a:pt x="66" y="68"/>
                  </a:lnTo>
                  <a:lnTo>
                    <a:pt x="64" y="65"/>
                  </a:lnTo>
                  <a:lnTo>
                    <a:pt x="62" y="65"/>
                  </a:lnTo>
                  <a:lnTo>
                    <a:pt x="62" y="68"/>
                  </a:lnTo>
                  <a:lnTo>
                    <a:pt x="56" y="65"/>
                  </a:lnTo>
                  <a:lnTo>
                    <a:pt x="50" y="68"/>
                  </a:lnTo>
                  <a:lnTo>
                    <a:pt x="34" y="68"/>
                  </a:lnTo>
                  <a:lnTo>
                    <a:pt x="30" y="68"/>
                  </a:lnTo>
                  <a:lnTo>
                    <a:pt x="30" y="69"/>
                  </a:lnTo>
                  <a:lnTo>
                    <a:pt x="22" y="72"/>
                  </a:lnTo>
                  <a:lnTo>
                    <a:pt x="21" y="73"/>
                  </a:lnTo>
                  <a:lnTo>
                    <a:pt x="18" y="73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5"/>
                  </a:lnTo>
                  <a:lnTo>
                    <a:pt x="12" y="72"/>
                  </a:lnTo>
                  <a:lnTo>
                    <a:pt x="13" y="69"/>
                  </a:lnTo>
                  <a:lnTo>
                    <a:pt x="12" y="68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3" y="63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12" y="59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4" y="54"/>
                  </a:lnTo>
                  <a:lnTo>
                    <a:pt x="2" y="54"/>
                  </a:lnTo>
                  <a:lnTo>
                    <a:pt x="0" y="54"/>
                  </a:lnTo>
                  <a:lnTo>
                    <a:pt x="0" y="51"/>
                  </a:lnTo>
                  <a:lnTo>
                    <a:pt x="1" y="50"/>
                  </a:lnTo>
                  <a:lnTo>
                    <a:pt x="4" y="44"/>
                  </a:lnTo>
                  <a:lnTo>
                    <a:pt x="2" y="43"/>
                  </a:lnTo>
                  <a:lnTo>
                    <a:pt x="4" y="42"/>
                  </a:lnTo>
                  <a:lnTo>
                    <a:pt x="5" y="40"/>
                  </a:lnTo>
                  <a:lnTo>
                    <a:pt x="8" y="34"/>
                  </a:lnTo>
                  <a:lnTo>
                    <a:pt x="9" y="31"/>
                  </a:lnTo>
                  <a:lnTo>
                    <a:pt x="8" y="30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8" y="25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8" y="21"/>
                  </a:lnTo>
                  <a:lnTo>
                    <a:pt x="6" y="21"/>
                  </a:lnTo>
                  <a:lnTo>
                    <a:pt x="6" y="17"/>
                  </a:lnTo>
                  <a:lnTo>
                    <a:pt x="6" y="14"/>
                  </a:lnTo>
                  <a:lnTo>
                    <a:pt x="6" y="9"/>
                  </a:lnTo>
                  <a:lnTo>
                    <a:pt x="5" y="8"/>
                  </a:lnTo>
                  <a:lnTo>
                    <a:pt x="5" y="6"/>
                  </a:lnTo>
                  <a:lnTo>
                    <a:pt x="10" y="5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8" y="4"/>
                  </a:lnTo>
                  <a:lnTo>
                    <a:pt x="23" y="4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1" y="2"/>
                  </a:lnTo>
                  <a:lnTo>
                    <a:pt x="31" y="4"/>
                  </a:lnTo>
                  <a:lnTo>
                    <a:pt x="35" y="5"/>
                  </a:lnTo>
                  <a:lnTo>
                    <a:pt x="38" y="1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1" name="Freeform 460"/>
            <p:cNvSpPr>
              <a:spLocks/>
            </p:cNvSpPr>
            <p:nvPr/>
          </p:nvSpPr>
          <p:spPr bwMode="auto">
            <a:xfrm>
              <a:off x="5686595" y="4007805"/>
              <a:ext cx="126887" cy="200483"/>
            </a:xfrm>
            <a:custGeom>
              <a:avLst/>
              <a:gdLst>
                <a:gd name="T0" fmla="*/ 35 w 50"/>
                <a:gd name="T1" fmla="*/ 1 h 79"/>
                <a:gd name="T2" fmla="*/ 37 w 50"/>
                <a:gd name="T3" fmla="*/ 5 h 79"/>
                <a:gd name="T4" fmla="*/ 39 w 50"/>
                <a:gd name="T5" fmla="*/ 9 h 79"/>
                <a:gd name="T6" fmla="*/ 43 w 50"/>
                <a:gd name="T7" fmla="*/ 12 h 79"/>
                <a:gd name="T8" fmla="*/ 43 w 50"/>
                <a:gd name="T9" fmla="*/ 20 h 79"/>
                <a:gd name="T10" fmla="*/ 45 w 50"/>
                <a:gd name="T11" fmla="*/ 21 h 79"/>
                <a:gd name="T12" fmla="*/ 45 w 50"/>
                <a:gd name="T13" fmla="*/ 28 h 79"/>
                <a:gd name="T14" fmla="*/ 46 w 50"/>
                <a:gd name="T15" fmla="*/ 30 h 79"/>
                <a:gd name="T16" fmla="*/ 45 w 50"/>
                <a:gd name="T17" fmla="*/ 33 h 79"/>
                <a:gd name="T18" fmla="*/ 46 w 50"/>
                <a:gd name="T19" fmla="*/ 40 h 79"/>
                <a:gd name="T20" fmla="*/ 46 w 50"/>
                <a:gd name="T21" fmla="*/ 47 h 79"/>
                <a:gd name="T22" fmla="*/ 45 w 50"/>
                <a:gd name="T23" fmla="*/ 51 h 79"/>
                <a:gd name="T24" fmla="*/ 46 w 50"/>
                <a:gd name="T25" fmla="*/ 58 h 79"/>
                <a:gd name="T26" fmla="*/ 47 w 50"/>
                <a:gd name="T27" fmla="*/ 62 h 79"/>
                <a:gd name="T28" fmla="*/ 50 w 50"/>
                <a:gd name="T29" fmla="*/ 65 h 79"/>
                <a:gd name="T30" fmla="*/ 38 w 50"/>
                <a:gd name="T31" fmla="*/ 69 h 79"/>
                <a:gd name="T32" fmla="*/ 25 w 50"/>
                <a:gd name="T33" fmla="*/ 74 h 79"/>
                <a:gd name="T34" fmla="*/ 10 w 50"/>
                <a:gd name="T35" fmla="*/ 78 h 79"/>
                <a:gd name="T36" fmla="*/ 3 w 50"/>
                <a:gd name="T37" fmla="*/ 75 h 79"/>
                <a:gd name="T38" fmla="*/ 5 w 50"/>
                <a:gd name="T39" fmla="*/ 74 h 79"/>
                <a:gd name="T40" fmla="*/ 8 w 50"/>
                <a:gd name="T41" fmla="*/ 70 h 79"/>
                <a:gd name="T42" fmla="*/ 4 w 50"/>
                <a:gd name="T43" fmla="*/ 67 h 79"/>
                <a:gd name="T44" fmla="*/ 1 w 50"/>
                <a:gd name="T45" fmla="*/ 61 h 79"/>
                <a:gd name="T46" fmla="*/ 0 w 50"/>
                <a:gd name="T47" fmla="*/ 58 h 79"/>
                <a:gd name="T48" fmla="*/ 1 w 50"/>
                <a:gd name="T49" fmla="*/ 51 h 79"/>
                <a:gd name="T50" fmla="*/ 3 w 50"/>
                <a:gd name="T51" fmla="*/ 47 h 79"/>
                <a:gd name="T52" fmla="*/ 4 w 50"/>
                <a:gd name="T53" fmla="*/ 44 h 79"/>
                <a:gd name="T54" fmla="*/ 9 w 50"/>
                <a:gd name="T55" fmla="*/ 37 h 79"/>
                <a:gd name="T56" fmla="*/ 10 w 50"/>
                <a:gd name="T57" fmla="*/ 32 h 79"/>
                <a:gd name="T58" fmla="*/ 8 w 50"/>
                <a:gd name="T59" fmla="*/ 26 h 79"/>
                <a:gd name="T60" fmla="*/ 6 w 50"/>
                <a:gd name="T61" fmla="*/ 22 h 79"/>
                <a:gd name="T62" fmla="*/ 8 w 50"/>
                <a:gd name="T63" fmla="*/ 15 h 79"/>
                <a:gd name="T64" fmla="*/ 5 w 50"/>
                <a:gd name="T65" fmla="*/ 9 h 79"/>
                <a:gd name="T66" fmla="*/ 4 w 50"/>
                <a:gd name="T67" fmla="*/ 3 h 79"/>
                <a:gd name="T68" fmla="*/ 17 w 50"/>
                <a:gd name="T69" fmla="*/ 3 h 79"/>
                <a:gd name="T70" fmla="*/ 25 w 50"/>
                <a:gd name="T71" fmla="*/ 3 h 79"/>
                <a:gd name="T72" fmla="*/ 31 w 50"/>
                <a:gd name="T73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0" h="79">
                  <a:moveTo>
                    <a:pt x="34" y="0"/>
                  </a:moveTo>
                  <a:lnTo>
                    <a:pt x="35" y="1"/>
                  </a:lnTo>
                  <a:lnTo>
                    <a:pt x="37" y="4"/>
                  </a:lnTo>
                  <a:lnTo>
                    <a:pt x="37" y="5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41" y="11"/>
                  </a:lnTo>
                  <a:lnTo>
                    <a:pt x="43" y="12"/>
                  </a:lnTo>
                  <a:lnTo>
                    <a:pt x="43" y="16"/>
                  </a:lnTo>
                  <a:lnTo>
                    <a:pt x="43" y="20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5"/>
                  </a:lnTo>
                  <a:lnTo>
                    <a:pt x="45" y="28"/>
                  </a:lnTo>
                  <a:lnTo>
                    <a:pt x="45" y="29"/>
                  </a:lnTo>
                  <a:lnTo>
                    <a:pt x="46" y="30"/>
                  </a:lnTo>
                  <a:lnTo>
                    <a:pt x="46" y="32"/>
                  </a:lnTo>
                  <a:lnTo>
                    <a:pt x="45" y="33"/>
                  </a:lnTo>
                  <a:lnTo>
                    <a:pt x="46" y="36"/>
                  </a:lnTo>
                  <a:lnTo>
                    <a:pt x="46" y="40"/>
                  </a:lnTo>
                  <a:lnTo>
                    <a:pt x="46" y="41"/>
                  </a:lnTo>
                  <a:lnTo>
                    <a:pt x="46" y="47"/>
                  </a:lnTo>
                  <a:lnTo>
                    <a:pt x="46" y="50"/>
                  </a:lnTo>
                  <a:lnTo>
                    <a:pt x="45" y="51"/>
                  </a:lnTo>
                  <a:lnTo>
                    <a:pt x="45" y="55"/>
                  </a:lnTo>
                  <a:lnTo>
                    <a:pt x="46" y="58"/>
                  </a:lnTo>
                  <a:lnTo>
                    <a:pt x="46" y="61"/>
                  </a:lnTo>
                  <a:lnTo>
                    <a:pt x="47" y="62"/>
                  </a:lnTo>
                  <a:lnTo>
                    <a:pt x="49" y="63"/>
                  </a:lnTo>
                  <a:lnTo>
                    <a:pt x="50" y="65"/>
                  </a:lnTo>
                  <a:lnTo>
                    <a:pt x="43" y="66"/>
                  </a:lnTo>
                  <a:lnTo>
                    <a:pt x="38" y="69"/>
                  </a:lnTo>
                  <a:lnTo>
                    <a:pt x="31" y="74"/>
                  </a:lnTo>
                  <a:lnTo>
                    <a:pt x="25" y="74"/>
                  </a:lnTo>
                  <a:lnTo>
                    <a:pt x="14" y="79"/>
                  </a:lnTo>
                  <a:lnTo>
                    <a:pt x="10" y="78"/>
                  </a:lnTo>
                  <a:lnTo>
                    <a:pt x="4" y="76"/>
                  </a:lnTo>
                  <a:lnTo>
                    <a:pt x="3" y="75"/>
                  </a:lnTo>
                  <a:lnTo>
                    <a:pt x="4" y="74"/>
                  </a:lnTo>
                  <a:lnTo>
                    <a:pt x="5" y="74"/>
                  </a:lnTo>
                  <a:lnTo>
                    <a:pt x="8" y="74"/>
                  </a:lnTo>
                  <a:lnTo>
                    <a:pt x="8" y="70"/>
                  </a:lnTo>
                  <a:lnTo>
                    <a:pt x="6" y="69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1" y="61"/>
                  </a:lnTo>
                  <a:lnTo>
                    <a:pt x="0" y="59"/>
                  </a:lnTo>
                  <a:lnTo>
                    <a:pt x="0" y="58"/>
                  </a:lnTo>
                  <a:lnTo>
                    <a:pt x="1" y="57"/>
                  </a:lnTo>
                  <a:lnTo>
                    <a:pt x="1" y="51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6" y="38"/>
                  </a:lnTo>
                  <a:lnTo>
                    <a:pt x="9" y="37"/>
                  </a:lnTo>
                  <a:lnTo>
                    <a:pt x="9" y="34"/>
                  </a:lnTo>
                  <a:lnTo>
                    <a:pt x="10" y="32"/>
                  </a:lnTo>
                  <a:lnTo>
                    <a:pt x="9" y="28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6" y="22"/>
                  </a:lnTo>
                  <a:lnTo>
                    <a:pt x="8" y="19"/>
                  </a:lnTo>
                  <a:lnTo>
                    <a:pt x="8" y="15"/>
                  </a:lnTo>
                  <a:lnTo>
                    <a:pt x="6" y="11"/>
                  </a:lnTo>
                  <a:lnTo>
                    <a:pt x="5" y="9"/>
                  </a:lnTo>
                  <a:lnTo>
                    <a:pt x="4" y="5"/>
                  </a:lnTo>
                  <a:lnTo>
                    <a:pt x="4" y="3"/>
                  </a:lnTo>
                  <a:lnTo>
                    <a:pt x="9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25" y="3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2" name="Freeform 461"/>
            <p:cNvSpPr>
              <a:spLocks/>
            </p:cNvSpPr>
            <p:nvPr/>
          </p:nvSpPr>
          <p:spPr bwMode="auto">
            <a:xfrm>
              <a:off x="5775415" y="4007805"/>
              <a:ext cx="60906" cy="164954"/>
            </a:xfrm>
            <a:custGeom>
              <a:avLst/>
              <a:gdLst>
                <a:gd name="T0" fmla="*/ 2 w 24"/>
                <a:gd name="T1" fmla="*/ 0 h 65"/>
                <a:gd name="T2" fmla="*/ 14 w 24"/>
                <a:gd name="T3" fmla="*/ 4 h 65"/>
                <a:gd name="T4" fmla="*/ 12 w 24"/>
                <a:gd name="T5" fmla="*/ 5 h 65"/>
                <a:gd name="T6" fmla="*/ 14 w 24"/>
                <a:gd name="T7" fmla="*/ 9 h 65"/>
                <a:gd name="T8" fmla="*/ 16 w 24"/>
                <a:gd name="T9" fmla="*/ 11 h 65"/>
                <a:gd name="T10" fmla="*/ 18 w 24"/>
                <a:gd name="T11" fmla="*/ 12 h 65"/>
                <a:gd name="T12" fmla="*/ 19 w 24"/>
                <a:gd name="T13" fmla="*/ 13 h 65"/>
                <a:gd name="T14" fmla="*/ 22 w 24"/>
                <a:gd name="T15" fmla="*/ 19 h 65"/>
                <a:gd name="T16" fmla="*/ 23 w 24"/>
                <a:gd name="T17" fmla="*/ 24 h 65"/>
                <a:gd name="T18" fmla="*/ 23 w 24"/>
                <a:gd name="T19" fmla="*/ 28 h 65"/>
                <a:gd name="T20" fmla="*/ 23 w 24"/>
                <a:gd name="T21" fmla="*/ 29 h 65"/>
                <a:gd name="T22" fmla="*/ 23 w 24"/>
                <a:gd name="T23" fmla="*/ 32 h 65"/>
                <a:gd name="T24" fmla="*/ 22 w 24"/>
                <a:gd name="T25" fmla="*/ 33 h 65"/>
                <a:gd name="T26" fmla="*/ 22 w 24"/>
                <a:gd name="T27" fmla="*/ 36 h 65"/>
                <a:gd name="T28" fmla="*/ 22 w 24"/>
                <a:gd name="T29" fmla="*/ 50 h 65"/>
                <a:gd name="T30" fmla="*/ 23 w 24"/>
                <a:gd name="T31" fmla="*/ 53 h 65"/>
                <a:gd name="T32" fmla="*/ 23 w 24"/>
                <a:gd name="T33" fmla="*/ 55 h 65"/>
                <a:gd name="T34" fmla="*/ 24 w 24"/>
                <a:gd name="T35" fmla="*/ 59 h 65"/>
                <a:gd name="T36" fmla="*/ 24 w 24"/>
                <a:gd name="T37" fmla="*/ 61 h 65"/>
                <a:gd name="T38" fmla="*/ 23 w 24"/>
                <a:gd name="T39" fmla="*/ 61 h 65"/>
                <a:gd name="T40" fmla="*/ 16 w 24"/>
                <a:gd name="T41" fmla="*/ 65 h 65"/>
                <a:gd name="T42" fmla="*/ 15 w 24"/>
                <a:gd name="T43" fmla="*/ 65 h 65"/>
                <a:gd name="T44" fmla="*/ 14 w 24"/>
                <a:gd name="T45" fmla="*/ 63 h 65"/>
                <a:gd name="T46" fmla="*/ 12 w 24"/>
                <a:gd name="T47" fmla="*/ 62 h 65"/>
                <a:gd name="T48" fmla="*/ 11 w 24"/>
                <a:gd name="T49" fmla="*/ 61 h 65"/>
                <a:gd name="T50" fmla="*/ 11 w 24"/>
                <a:gd name="T51" fmla="*/ 58 h 65"/>
                <a:gd name="T52" fmla="*/ 10 w 24"/>
                <a:gd name="T53" fmla="*/ 55 h 65"/>
                <a:gd name="T54" fmla="*/ 10 w 24"/>
                <a:gd name="T55" fmla="*/ 51 h 65"/>
                <a:gd name="T56" fmla="*/ 11 w 24"/>
                <a:gd name="T57" fmla="*/ 50 h 65"/>
                <a:gd name="T58" fmla="*/ 11 w 24"/>
                <a:gd name="T59" fmla="*/ 47 h 65"/>
                <a:gd name="T60" fmla="*/ 11 w 24"/>
                <a:gd name="T61" fmla="*/ 41 h 65"/>
                <a:gd name="T62" fmla="*/ 11 w 24"/>
                <a:gd name="T63" fmla="*/ 40 h 65"/>
                <a:gd name="T64" fmla="*/ 11 w 24"/>
                <a:gd name="T65" fmla="*/ 36 h 65"/>
                <a:gd name="T66" fmla="*/ 10 w 24"/>
                <a:gd name="T67" fmla="*/ 33 h 65"/>
                <a:gd name="T68" fmla="*/ 11 w 24"/>
                <a:gd name="T69" fmla="*/ 32 h 65"/>
                <a:gd name="T70" fmla="*/ 11 w 24"/>
                <a:gd name="T71" fmla="*/ 30 h 65"/>
                <a:gd name="T72" fmla="*/ 10 w 24"/>
                <a:gd name="T73" fmla="*/ 29 h 65"/>
                <a:gd name="T74" fmla="*/ 10 w 24"/>
                <a:gd name="T75" fmla="*/ 28 h 65"/>
                <a:gd name="T76" fmla="*/ 11 w 24"/>
                <a:gd name="T77" fmla="*/ 25 h 65"/>
                <a:gd name="T78" fmla="*/ 10 w 24"/>
                <a:gd name="T79" fmla="*/ 21 h 65"/>
                <a:gd name="T80" fmla="*/ 10 w 24"/>
                <a:gd name="T81" fmla="*/ 21 h 65"/>
                <a:gd name="T82" fmla="*/ 8 w 24"/>
                <a:gd name="T83" fmla="*/ 20 h 65"/>
                <a:gd name="T84" fmla="*/ 8 w 24"/>
                <a:gd name="T85" fmla="*/ 16 h 65"/>
                <a:gd name="T86" fmla="*/ 8 w 24"/>
                <a:gd name="T87" fmla="*/ 12 h 65"/>
                <a:gd name="T88" fmla="*/ 6 w 24"/>
                <a:gd name="T89" fmla="*/ 11 h 65"/>
                <a:gd name="T90" fmla="*/ 4 w 24"/>
                <a:gd name="T91" fmla="*/ 9 h 65"/>
                <a:gd name="T92" fmla="*/ 3 w 24"/>
                <a:gd name="T93" fmla="*/ 7 h 65"/>
                <a:gd name="T94" fmla="*/ 2 w 24"/>
                <a:gd name="T95" fmla="*/ 5 h 65"/>
                <a:gd name="T96" fmla="*/ 2 w 24"/>
                <a:gd name="T97" fmla="*/ 4 h 65"/>
                <a:gd name="T98" fmla="*/ 0 w 24"/>
                <a:gd name="T99" fmla="*/ 1 h 65"/>
                <a:gd name="T100" fmla="*/ 2 w 24"/>
                <a:gd name="T10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" h="65">
                  <a:moveTo>
                    <a:pt x="2" y="0"/>
                  </a:moveTo>
                  <a:lnTo>
                    <a:pt x="14" y="4"/>
                  </a:lnTo>
                  <a:lnTo>
                    <a:pt x="12" y="5"/>
                  </a:lnTo>
                  <a:lnTo>
                    <a:pt x="14" y="9"/>
                  </a:lnTo>
                  <a:lnTo>
                    <a:pt x="16" y="11"/>
                  </a:lnTo>
                  <a:lnTo>
                    <a:pt x="18" y="12"/>
                  </a:lnTo>
                  <a:lnTo>
                    <a:pt x="19" y="13"/>
                  </a:lnTo>
                  <a:lnTo>
                    <a:pt x="22" y="19"/>
                  </a:lnTo>
                  <a:lnTo>
                    <a:pt x="23" y="24"/>
                  </a:lnTo>
                  <a:lnTo>
                    <a:pt x="23" y="28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3"/>
                  </a:lnTo>
                  <a:lnTo>
                    <a:pt x="22" y="36"/>
                  </a:lnTo>
                  <a:lnTo>
                    <a:pt x="22" y="50"/>
                  </a:lnTo>
                  <a:lnTo>
                    <a:pt x="23" y="53"/>
                  </a:lnTo>
                  <a:lnTo>
                    <a:pt x="23" y="55"/>
                  </a:lnTo>
                  <a:lnTo>
                    <a:pt x="24" y="59"/>
                  </a:lnTo>
                  <a:lnTo>
                    <a:pt x="24" y="61"/>
                  </a:lnTo>
                  <a:lnTo>
                    <a:pt x="23" y="61"/>
                  </a:lnTo>
                  <a:lnTo>
                    <a:pt x="16" y="65"/>
                  </a:lnTo>
                  <a:lnTo>
                    <a:pt x="15" y="65"/>
                  </a:lnTo>
                  <a:lnTo>
                    <a:pt x="14" y="63"/>
                  </a:lnTo>
                  <a:lnTo>
                    <a:pt x="12" y="62"/>
                  </a:lnTo>
                  <a:lnTo>
                    <a:pt x="11" y="61"/>
                  </a:lnTo>
                  <a:lnTo>
                    <a:pt x="11" y="58"/>
                  </a:lnTo>
                  <a:lnTo>
                    <a:pt x="10" y="55"/>
                  </a:lnTo>
                  <a:lnTo>
                    <a:pt x="10" y="51"/>
                  </a:lnTo>
                  <a:lnTo>
                    <a:pt x="11" y="50"/>
                  </a:lnTo>
                  <a:lnTo>
                    <a:pt x="11" y="47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1" y="36"/>
                  </a:lnTo>
                  <a:lnTo>
                    <a:pt x="10" y="33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11" y="25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6" y="11"/>
                  </a:lnTo>
                  <a:lnTo>
                    <a:pt x="4" y="9"/>
                  </a:lnTo>
                  <a:lnTo>
                    <a:pt x="3" y="7"/>
                  </a:lnTo>
                  <a:lnTo>
                    <a:pt x="2" y="5"/>
                  </a:lnTo>
                  <a:lnTo>
                    <a:pt x="2" y="4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3" name="Freeform 462"/>
            <p:cNvSpPr>
              <a:spLocks/>
            </p:cNvSpPr>
            <p:nvPr/>
          </p:nvSpPr>
          <p:spPr bwMode="auto">
            <a:xfrm>
              <a:off x="5805868" y="3967201"/>
              <a:ext cx="96434" cy="197944"/>
            </a:xfrm>
            <a:custGeom>
              <a:avLst/>
              <a:gdLst>
                <a:gd name="T0" fmla="*/ 27 w 38"/>
                <a:gd name="T1" fmla="*/ 3 h 78"/>
                <a:gd name="T2" fmla="*/ 31 w 38"/>
                <a:gd name="T3" fmla="*/ 7 h 78"/>
                <a:gd name="T4" fmla="*/ 33 w 38"/>
                <a:gd name="T5" fmla="*/ 11 h 78"/>
                <a:gd name="T6" fmla="*/ 33 w 38"/>
                <a:gd name="T7" fmla="*/ 15 h 78"/>
                <a:gd name="T8" fmla="*/ 37 w 38"/>
                <a:gd name="T9" fmla="*/ 20 h 78"/>
                <a:gd name="T10" fmla="*/ 37 w 38"/>
                <a:gd name="T11" fmla="*/ 25 h 78"/>
                <a:gd name="T12" fmla="*/ 35 w 38"/>
                <a:gd name="T13" fmla="*/ 28 h 78"/>
                <a:gd name="T14" fmla="*/ 36 w 38"/>
                <a:gd name="T15" fmla="*/ 31 h 78"/>
                <a:gd name="T16" fmla="*/ 35 w 38"/>
                <a:gd name="T17" fmla="*/ 32 h 78"/>
                <a:gd name="T18" fmla="*/ 32 w 38"/>
                <a:gd name="T19" fmla="*/ 36 h 78"/>
                <a:gd name="T20" fmla="*/ 29 w 38"/>
                <a:gd name="T21" fmla="*/ 41 h 78"/>
                <a:gd name="T22" fmla="*/ 27 w 38"/>
                <a:gd name="T23" fmla="*/ 41 h 78"/>
                <a:gd name="T24" fmla="*/ 24 w 38"/>
                <a:gd name="T25" fmla="*/ 44 h 78"/>
                <a:gd name="T26" fmla="*/ 24 w 38"/>
                <a:gd name="T27" fmla="*/ 48 h 78"/>
                <a:gd name="T28" fmla="*/ 24 w 38"/>
                <a:gd name="T29" fmla="*/ 52 h 78"/>
                <a:gd name="T30" fmla="*/ 24 w 38"/>
                <a:gd name="T31" fmla="*/ 54 h 78"/>
                <a:gd name="T32" fmla="*/ 24 w 38"/>
                <a:gd name="T33" fmla="*/ 56 h 78"/>
                <a:gd name="T34" fmla="*/ 24 w 38"/>
                <a:gd name="T35" fmla="*/ 63 h 78"/>
                <a:gd name="T36" fmla="*/ 24 w 38"/>
                <a:gd name="T37" fmla="*/ 66 h 78"/>
                <a:gd name="T38" fmla="*/ 24 w 38"/>
                <a:gd name="T39" fmla="*/ 75 h 78"/>
                <a:gd name="T40" fmla="*/ 16 w 38"/>
                <a:gd name="T41" fmla="*/ 78 h 78"/>
                <a:gd name="T42" fmla="*/ 12 w 38"/>
                <a:gd name="T43" fmla="*/ 75 h 78"/>
                <a:gd name="T44" fmla="*/ 11 w 38"/>
                <a:gd name="T45" fmla="*/ 69 h 78"/>
                <a:gd name="T46" fmla="*/ 10 w 38"/>
                <a:gd name="T47" fmla="*/ 52 h 78"/>
                <a:gd name="T48" fmla="*/ 11 w 38"/>
                <a:gd name="T49" fmla="*/ 48 h 78"/>
                <a:gd name="T50" fmla="*/ 11 w 38"/>
                <a:gd name="T51" fmla="*/ 44 h 78"/>
                <a:gd name="T52" fmla="*/ 10 w 38"/>
                <a:gd name="T53" fmla="*/ 35 h 78"/>
                <a:gd name="T54" fmla="*/ 6 w 38"/>
                <a:gd name="T55" fmla="*/ 28 h 78"/>
                <a:gd name="T56" fmla="*/ 2 w 38"/>
                <a:gd name="T57" fmla="*/ 25 h 78"/>
                <a:gd name="T58" fmla="*/ 2 w 38"/>
                <a:gd name="T59" fmla="*/ 19 h 78"/>
                <a:gd name="T60" fmla="*/ 4 w 38"/>
                <a:gd name="T61" fmla="*/ 16 h 78"/>
                <a:gd name="T62" fmla="*/ 6 w 38"/>
                <a:gd name="T63" fmla="*/ 12 h 78"/>
                <a:gd name="T64" fmla="*/ 10 w 38"/>
                <a:gd name="T65" fmla="*/ 11 h 78"/>
                <a:gd name="T66" fmla="*/ 16 w 38"/>
                <a:gd name="T67" fmla="*/ 10 h 78"/>
                <a:gd name="T68" fmla="*/ 19 w 38"/>
                <a:gd name="T69" fmla="*/ 4 h 78"/>
                <a:gd name="T70" fmla="*/ 21 w 38"/>
                <a:gd name="T71" fmla="*/ 3 h 78"/>
                <a:gd name="T72" fmla="*/ 23 w 38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78">
                  <a:moveTo>
                    <a:pt x="23" y="0"/>
                  </a:moveTo>
                  <a:lnTo>
                    <a:pt x="27" y="3"/>
                  </a:lnTo>
                  <a:lnTo>
                    <a:pt x="28" y="6"/>
                  </a:lnTo>
                  <a:lnTo>
                    <a:pt x="31" y="7"/>
                  </a:lnTo>
                  <a:lnTo>
                    <a:pt x="33" y="10"/>
                  </a:lnTo>
                  <a:lnTo>
                    <a:pt x="33" y="11"/>
                  </a:lnTo>
                  <a:lnTo>
                    <a:pt x="33" y="12"/>
                  </a:lnTo>
                  <a:lnTo>
                    <a:pt x="33" y="15"/>
                  </a:lnTo>
                  <a:lnTo>
                    <a:pt x="37" y="17"/>
                  </a:lnTo>
                  <a:lnTo>
                    <a:pt x="37" y="20"/>
                  </a:lnTo>
                  <a:lnTo>
                    <a:pt x="38" y="24"/>
                  </a:lnTo>
                  <a:lnTo>
                    <a:pt x="37" y="25"/>
                  </a:lnTo>
                  <a:lnTo>
                    <a:pt x="35" y="25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6" y="31"/>
                  </a:lnTo>
                  <a:lnTo>
                    <a:pt x="36" y="32"/>
                  </a:lnTo>
                  <a:lnTo>
                    <a:pt x="35" y="32"/>
                  </a:lnTo>
                  <a:lnTo>
                    <a:pt x="32" y="33"/>
                  </a:lnTo>
                  <a:lnTo>
                    <a:pt x="32" y="36"/>
                  </a:lnTo>
                  <a:lnTo>
                    <a:pt x="31" y="38"/>
                  </a:lnTo>
                  <a:lnTo>
                    <a:pt x="29" y="41"/>
                  </a:lnTo>
                  <a:lnTo>
                    <a:pt x="28" y="41"/>
                  </a:lnTo>
                  <a:lnTo>
                    <a:pt x="27" y="41"/>
                  </a:lnTo>
                  <a:lnTo>
                    <a:pt x="25" y="42"/>
                  </a:lnTo>
                  <a:lnTo>
                    <a:pt x="24" y="44"/>
                  </a:lnTo>
                  <a:lnTo>
                    <a:pt x="24" y="46"/>
                  </a:lnTo>
                  <a:lnTo>
                    <a:pt x="24" y="48"/>
                  </a:lnTo>
                  <a:lnTo>
                    <a:pt x="24" y="50"/>
                  </a:lnTo>
                  <a:lnTo>
                    <a:pt x="24" y="52"/>
                  </a:lnTo>
                  <a:lnTo>
                    <a:pt x="24" y="53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24" y="56"/>
                  </a:lnTo>
                  <a:lnTo>
                    <a:pt x="24" y="58"/>
                  </a:lnTo>
                  <a:lnTo>
                    <a:pt x="24" y="63"/>
                  </a:lnTo>
                  <a:lnTo>
                    <a:pt x="24" y="65"/>
                  </a:lnTo>
                  <a:lnTo>
                    <a:pt x="24" y="66"/>
                  </a:lnTo>
                  <a:lnTo>
                    <a:pt x="24" y="73"/>
                  </a:lnTo>
                  <a:lnTo>
                    <a:pt x="24" y="75"/>
                  </a:lnTo>
                  <a:lnTo>
                    <a:pt x="24" y="75"/>
                  </a:lnTo>
                  <a:lnTo>
                    <a:pt x="16" y="78"/>
                  </a:lnTo>
                  <a:lnTo>
                    <a:pt x="12" y="77"/>
                  </a:lnTo>
                  <a:lnTo>
                    <a:pt x="12" y="75"/>
                  </a:lnTo>
                  <a:lnTo>
                    <a:pt x="11" y="71"/>
                  </a:lnTo>
                  <a:lnTo>
                    <a:pt x="11" y="69"/>
                  </a:lnTo>
                  <a:lnTo>
                    <a:pt x="10" y="66"/>
                  </a:lnTo>
                  <a:lnTo>
                    <a:pt x="10" y="52"/>
                  </a:lnTo>
                  <a:lnTo>
                    <a:pt x="10" y="49"/>
                  </a:lnTo>
                  <a:lnTo>
                    <a:pt x="11" y="48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11" y="40"/>
                  </a:lnTo>
                  <a:lnTo>
                    <a:pt x="10" y="35"/>
                  </a:lnTo>
                  <a:lnTo>
                    <a:pt x="7" y="29"/>
                  </a:lnTo>
                  <a:lnTo>
                    <a:pt x="6" y="28"/>
                  </a:lnTo>
                  <a:lnTo>
                    <a:pt x="4" y="27"/>
                  </a:lnTo>
                  <a:lnTo>
                    <a:pt x="2" y="25"/>
                  </a:lnTo>
                  <a:lnTo>
                    <a:pt x="0" y="21"/>
                  </a:lnTo>
                  <a:lnTo>
                    <a:pt x="2" y="19"/>
                  </a:lnTo>
                  <a:lnTo>
                    <a:pt x="6" y="17"/>
                  </a:lnTo>
                  <a:lnTo>
                    <a:pt x="4" y="16"/>
                  </a:lnTo>
                  <a:lnTo>
                    <a:pt x="7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3" y="10"/>
                  </a:lnTo>
                  <a:lnTo>
                    <a:pt x="16" y="10"/>
                  </a:lnTo>
                  <a:lnTo>
                    <a:pt x="19" y="7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1" y="3"/>
                  </a:lnTo>
                  <a:lnTo>
                    <a:pt x="21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4" name="Freeform 463"/>
            <p:cNvSpPr>
              <a:spLocks noEditPoints="1"/>
            </p:cNvSpPr>
            <p:nvPr/>
          </p:nvSpPr>
          <p:spPr bwMode="auto">
            <a:xfrm>
              <a:off x="6138313" y="3627143"/>
              <a:ext cx="350209" cy="499936"/>
            </a:xfrm>
            <a:custGeom>
              <a:avLst/>
              <a:gdLst>
                <a:gd name="T0" fmla="*/ 1 w 138"/>
                <a:gd name="T1" fmla="*/ 130 h 197"/>
                <a:gd name="T2" fmla="*/ 42 w 138"/>
                <a:gd name="T3" fmla="*/ 0 h 197"/>
                <a:gd name="T4" fmla="*/ 137 w 138"/>
                <a:gd name="T5" fmla="*/ 96 h 197"/>
                <a:gd name="T6" fmla="*/ 130 w 138"/>
                <a:gd name="T7" fmla="*/ 97 h 197"/>
                <a:gd name="T8" fmla="*/ 129 w 138"/>
                <a:gd name="T9" fmla="*/ 103 h 197"/>
                <a:gd name="T10" fmla="*/ 122 w 138"/>
                <a:gd name="T11" fmla="*/ 111 h 197"/>
                <a:gd name="T12" fmla="*/ 122 w 138"/>
                <a:gd name="T13" fmla="*/ 116 h 197"/>
                <a:gd name="T14" fmla="*/ 117 w 138"/>
                <a:gd name="T15" fmla="*/ 121 h 197"/>
                <a:gd name="T16" fmla="*/ 118 w 138"/>
                <a:gd name="T17" fmla="*/ 128 h 197"/>
                <a:gd name="T18" fmla="*/ 117 w 138"/>
                <a:gd name="T19" fmla="*/ 136 h 197"/>
                <a:gd name="T20" fmla="*/ 121 w 138"/>
                <a:gd name="T21" fmla="*/ 136 h 197"/>
                <a:gd name="T22" fmla="*/ 119 w 138"/>
                <a:gd name="T23" fmla="*/ 138 h 197"/>
                <a:gd name="T24" fmla="*/ 122 w 138"/>
                <a:gd name="T25" fmla="*/ 146 h 197"/>
                <a:gd name="T26" fmla="*/ 126 w 138"/>
                <a:gd name="T27" fmla="*/ 151 h 197"/>
                <a:gd name="T28" fmla="*/ 122 w 138"/>
                <a:gd name="T29" fmla="*/ 155 h 197"/>
                <a:gd name="T30" fmla="*/ 116 w 138"/>
                <a:gd name="T31" fmla="*/ 155 h 197"/>
                <a:gd name="T32" fmla="*/ 113 w 138"/>
                <a:gd name="T33" fmla="*/ 161 h 197"/>
                <a:gd name="T34" fmla="*/ 108 w 138"/>
                <a:gd name="T35" fmla="*/ 165 h 197"/>
                <a:gd name="T36" fmla="*/ 105 w 138"/>
                <a:gd name="T37" fmla="*/ 169 h 197"/>
                <a:gd name="T38" fmla="*/ 104 w 138"/>
                <a:gd name="T39" fmla="*/ 172 h 197"/>
                <a:gd name="T40" fmla="*/ 98 w 138"/>
                <a:gd name="T41" fmla="*/ 178 h 197"/>
                <a:gd name="T42" fmla="*/ 88 w 138"/>
                <a:gd name="T43" fmla="*/ 178 h 197"/>
                <a:gd name="T44" fmla="*/ 81 w 138"/>
                <a:gd name="T45" fmla="*/ 178 h 197"/>
                <a:gd name="T46" fmla="*/ 81 w 138"/>
                <a:gd name="T47" fmla="*/ 183 h 197"/>
                <a:gd name="T48" fmla="*/ 80 w 138"/>
                <a:gd name="T49" fmla="*/ 187 h 197"/>
                <a:gd name="T50" fmla="*/ 68 w 138"/>
                <a:gd name="T51" fmla="*/ 190 h 197"/>
                <a:gd name="T52" fmla="*/ 59 w 138"/>
                <a:gd name="T53" fmla="*/ 196 h 197"/>
                <a:gd name="T54" fmla="*/ 55 w 138"/>
                <a:gd name="T55" fmla="*/ 192 h 197"/>
                <a:gd name="T56" fmla="*/ 52 w 138"/>
                <a:gd name="T57" fmla="*/ 195 h 197"/>
                <a:gd name="T58" fmla="*/ 46 w 138"/>
                <a:gd name="T59" fmla="*/ 197 h 197"/>
                <a:gd name="T60" fmla="*/ 42 w 138"/>
                <a:gd name="T61" fmla="*/ 194 h 197"/>
                <a:gd name="T62" fmla="*/ 38 w 138"/>
                <a:gd name="T63" fmla="*/ 186 h 197"/>
                <a:gd name="T64" fmla="*/ 27 w 138"/>
                <a:gd name="T65" fmla="*/ 176 h 197"/>
                <a:gd name="T66" fmla="*/ 23 w 138"/>
                <a:gd name="T67" fmla="*/ 172 h 197"/>
                <a:gd name="T68" fmla="*/ 25 w 138"/>
                <a:gd name="T69" fmla="*/ 169 h 197"/>
                <a:gd name="T70" fmla="*/ 29 w 138"/>
                <a:gd name="T71" fmla="*/ 166 h 197"/>
                <a:gd name="T72" fmla="*/ 33 w 138"/>
                <a:gd name="T73" fmla="*/ 167 h 197"/>
                <a:gd name="T74" fmla="*/ 39 w 138"/>
                <a:gd name="T75" fmla="*/ 167 h 197"/>
                <a:gd name="T76" fmla="*/ 40 w 138"/>
                <a:gd name="T77" fmla="*/ 166 h 197"/>
                <a:gd name="T78" fmla="*/ 35 w 138"/>
                <a:gd name="T79" fmla="*/ 161 h 197"/>
                <a:gd name="T80" fmla="*/ 34 w 138"/>
                <a:gd name="T81" fmla="*/ 154 h 197"/>
                <a:gd name="T82" fmla="*/ 34 w 138"/>
                <a:gd name="T83" fmla="*/ 147 h 197"/>
                <a:gd name="T84" fmla="*/ 33 w 138"/>
                <a:gd name="T85" fmla="*/ 142 h 197"/>
                <a:gd name="T86" fmla="*/ 31 w 138"/>
                <a:gd name="T87" fmla="*/ 136 h 197"/>
                <a:gd name="T88" fmla="*/ 22 w 138"/>
                <a:gd name="T89" fmla="*/ 130 h 197"/>
                <a:gd name="T90" fmla="*/ 15 w 138"/>
                <a:gd name="T91" fmla="*/ 122 h 197"/>
                <a:gd name="T92" fmla="*/ 17 w 138"/>
                <a:gd name="T93" fmla="*/ 105 h 197"/>
                <a:gd name="T94" fmla="*/ 38 w 138"/>
                <a:gd name="T95" fmla="*/ 84 h 197"/>
                <a:gd name="T96" fmla="*/ 43 w 138"/>
                <a:gd name="T97" fmla="*/ 42 h 197"/>
                <a:gd name="T98" fmla="*/ 35 w 138"/>
                <a:gd name="T99" fmla="*/ 28 h 197"/>
                <a:gd name="T100" fmla="*/ 29 w 138"/>
                <a:gd name="T101" fmla="*/ 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8" h="197">
                  <a:moveTo>
                    <a:pt x="4" y="128"/>
                  </a:moveTo>
                  <a:lnTo>
                    <a:pt x="4" y="130"/>
                  </a:lnTo>
                  <a:lnTo>
                    <a:pt x="1" y="130"/>
                  </a:lnTo>
                  <a:lnTo>
                    <a:pt x="0" y="129"/>
                  </a:lnTo>
                  <a:lnTo>
                    <a:pt x="4" y="128"/>
                  </a:lnTo>
                  <a:close/>
                  <a:moveTo>
                    <a:pt x="42" y="0"/>
                  </a:moveTo>
                  <a:lnTo>
                    <a:pt x="138" y="49"/>
                  </a:lnTo>
                  <a:lnTo>
                    <a:pt x="138" y="96"/>
                  </a:lnTo>
                  <a:lnTo>
                    <a:pt x="137" y="96"/>
                  </a:lnTo>
                  <a:lnTo>
                    <a:pt x="134" y="97"/>
                  </a:lnTo>
                  <a:lnTo>
                    <a:pt x="133" y="97"/>
                  </a:lnTo>
                  <a:lnTo>
                    <a:pt x="130" y="97"/>
                  </a:lnTo>
                  <a:lnTo>
                    <a:pt x="127" y="99"/>
                  </a:lnTo>
                  <a:lnTo>
                    <a:pt x="127" y="101"/>
                  </a:lnTo>
                  <a:lnTo>
                    <a:pt x="129" y="103"/>
                  </a:lnTo>
                  <a:lnTo>
                    <a:pt x="127" y="105"/>
                  </a:lnTo>
                  <a:lnTo>
                    <a:pt x="123" y="111"/>
                  </a:lnTo>
                  <a:lnTo>
                    <a:pt x="122" y="111"/>
                  </a:lnTo>
                  <a:lnTo>
                    <a:pt x="119" y="113"/>
                  </a:lnTo>
                  <a:lnTo>
                    <a:pt x="121" y="115"/>
                  </a:lnTo>
                  <a:lnTo>
                    <a:pt x="122" y="116"/>
                  </a:lnTo>
                  <a:lnTo>
                    <a:pt x="121" y="119"/>
                  </a:lnTo>
                  <a:lnTo>
                    <a:pt x="118" y="120"/>
                  </a:lnTo>
                  <a:lnTo>
                    <a:pt x="117" y="121"/>
                  </a:lnTo>
                  <a:lnTo>
                    <a:pt x="119" y="122"/>
                  </a:lnTo>
                  <a:lnTo>
                    <a:pt x="119" y="125"/>
                  </a:lnTo>
                  <a:lnTo>
                    <a:pt x="118" y="128"/>
                  </a:lnTo>
                  <a:lnTo>
                    <a:pt x="114" y="132"/>
                  </a:lnTo>
                  <a:lnTo>
                    <a:pt x="114" y="134"/>
                  </a:lnTo>
                  <a:lnTo>
                    <a:pt x="117" y="136"/>
                  </a:lnTo>
                  <a:lnTo>
                    <a:pt x="119" y="133"/>
                  </a:lnTo>
                  <a:lnTo>
                    <a:pt x="121" y="133"/>
                  </a:lnTo>
                  <a:lnTo>
                    <a:pt x="121" y="136"/>
                  </a:lnTo>
                  <a:lnTo>
                    <a:pt x="119" y="136"/>
                  </a:lnTo>
                  <a:lnTo>
                    <a:pt x="121" y="137"/>
                  </a:lnTo>
                  <a:lnTo>
                    <a:pt x="119" y="138"/>
                  </a:lnTo>
                  <a:lnTo>
                    <a:pt x="121" y="141"/>
                  </a:lnTo>
                  <a:lnTo>
                    <a:pt x="121" y="144"/>
                  </a:lnTo>
                  <a:lnTo>
                    <a:pt x="122" y="146"/>
                  </a:lnTo>
                  <a:lnTo>
                    <a:pt x="126" y="147"/>
                  </a:lnTo>
                  <a:lnTo>
                    <a:pt x="127" y="149"/>
                  </a:lnTo>
                  <a:lnTo>
                    <a:pt x="126" y="151"/>
                  </a:lnTo>
                  <a:lnTo>
                    <a:pt x="126" y="153"/>
                  </a:lnTo>
                  <a:lnTo>
                    <a:pt x="126" y="154"/>
                  </a:lnTo>
                  <a:lnTo>
                    <a:pt x="122" y="155"/>
                  </a:lnTo>
                  <a:lnTo>
                    <a:pt x="121" y="154"/>
                  </a:lnTo>
                  <a:lnTo>
                    <a:pt x="118" y="154"/>
                  </a:lnTo>
                  <a:lnTo>
                    <a:pt x="116" y="155"/>
                  </a:lnTo>
                  <a:lnTo>
                    <a:pt x="113" y="158"/>
                  </a:lnTo>
                  <a:lnTo>
                    <a:pt x="113" y="159"/>
                  </a:lnTo>
                  <a:lnTo>
                    <a:pt x="113" y="161"/>
                  </a:lnTo>
                  <a:lnTo>
                    <a:pt x="112" y="162"/>
                  </a:lnTo>
                  <a:lnTo>
                    <a:pt x="109" y="165"/>
                  </a:lnTo>
                  <a:lnTo>
                    <a:pt x="108" y="165"/>
                  </a:lnTo>
                  <a:lnTo>
                    <a:pt x="106" y="165"/>
                  </a:lnTo>
                  <a:lnTo>
                    <a:pt x="105" y="166"/>
                  </a:lnTo>
                  <a:lnTo>
                    <a:pt x="105" y="169"/>
                  </a:lnTo>
                  <a:lnTo>
                    <a:pt x="104" y="170"/>
                  </a:lnTo>
                  <a:lnTo>
                    <a:pt x="104" y="171"/>
                  </a:lnTo>
                  <a:lnTo>
                    <a:pt x="104" y="172"/>
                  </a:lnTo>
                  <a:lnTo>
                    <a:pt x="102" y="175"/>
                  </a:lnTo>
                  <a:lnTo>
                    <a:pt x="101" y="175"/>
                  </a:lnTo>
                  <a:lnTo>
                    <a:pt x="98" y="178"/>
                  </a:lnTo>
                  <a:lnTo>
                    <a:pt x="94" y="178"/>
                  </a:lnTo>
                  <a:lnTo>
                    <a:pt x="91" y="179"/>
                  </a:lnTo>
                  <a:lnTo>
                    <a:pt x="88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1" y="178"/>
                  </a:lnTo>
                  <a:lnTo>
                    <a:pt x="80" y="178"/>
                  </a:lnTo>
                  <a:lnTo>
                    <a:pt x="80" y="180"/>
                  </a:lnTo>
                  <a:lnTo>
                    <a:pt x="81" y="183"/>
                  </a:lnTo>
                  <a:lnTo>
                    <a:pt x="83" y="183"/>
                  </a:lnTo>
                  <a:lnTo>
                    <a:pt x="84" y="184"/>
                  </a:lnTo>
                  <a:lnTo>
                    <a:pt x="80" y="187"/>
                  </a:lnTo>
                  <a:lnTo>
                    <a:pt x="79" y="188"/>
                  </a:lnTo>
                  <a:lnTo>
                    <a:pt x="75" y="188"/>
                  </a:lnTo>
                  <a:lnTo>
                    <a:pt x="68" y="190"/>
                  </a:lnTo>
                  <a:lnTo>
                    <a:pt x="65" y="192"/>
                  </a:lnTo>
                  <a:lnTo>
                    <a:pt x="62" y="194"/>
                  </a:lnTo>
                  <a:lnTo>
                    <a:pt x="59" y="196"/>
                  </a:lnTo>
                  <a:lnTo>
                    <a:pt x="56" y="196"/>
                  </a:lnTo>
                  <a:lnTo>
                    <a:pt x="56" y="195"/>
                  </a:lnTo>
                  <a:lnTo>
                    <a:pt x="55" y="192"/>
                  </a:lnTo>
                  <a:lnTo>
                    <a:pt x="54" y="191"/>
                  </a:lnTo>
                  <a:lnTo>
                    <a:pt x="52" y="192"/>
                  </a:lnTo>
                  <a:lnTo>
                    <a:pt x="52" y="195"/>
                  </a:lnTo>
                  <a:lnTo>
                    <a:pt x="51" y="197"/>
                  </a:lnTo>
                  <a:lnTo>
                    <a:pt x="47" y="197"/>
                  </a:lnTo>
                  <a:lnTo>
                    <a:pt x="46" y="197"/>
                  </a:lnTo>
                  <a:lnTo>
                    <a:pt x="43" y="197"/>
                  </a:lnTo>
                  <a:lnTo>
                    <a:pt x="43" y="196"/>
                  </a:lnTo>
                  <a:lnTo>
                    <a:pt x="42" y="194"/>
                  </a:lnTo>
                  <a:lnTo>
                    <a:pt x="42" y="192"/>
                  </a:lnTo>
                  <a:lnTo>
                    <a:pt x="39" y="188"/>
                  </a:lnTo>
                  <a:lnTo>
                    <a:pt x="38" y="186"/>
                  </a:lnTo>
                  <a:lnTo>
                    <a:pt x="37" y="184"/>
                  </a:lnTo>
                  <a:lnTo>
                    <a:pt x="31" y="179"/>
                  </a:lnTo>
                  <a:lnTo>
                    <a:pt x="27" y="176"/>
                  </a:lnTo>
                  <a:lnTo>
                    <a:pt x="26" y="175"/>
                  </a:lnTo>
                  <a:lnTo>
                    <a:pt x="25" y="174"/>
                  </a:lnTo>
                  <a:lnTo>
                    <a:pt x="23" y="172"/>
                  </a:lnTo>
                  <a:lnTo>
                    <a:pt x="23" y="171"/>
                  </a:lnTo>
                  <a:lnTo>
                    <a:pt x="23" y="170"/>
                  </a:lnTo>
                  <a:lnTo>
                    <a:pt x="25" y="169"/>
                  </a:lnTo>
                  <a:lnTo>
                    <a:pt x="25" y="166"/>
                  </a:lnTo>
                  <a:lnTo>
                    <a:pt x="26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31" y="166"/>
                  </a:lnTo>
                  <a:lnTo>
                    <a:pt x="33" y="167"/>
                  </a:lnTo>
                  <a:lnTo>
                    <a:pt x="35" y="166"/>
                  </a:lnTo>
                  <a:lnTo>
                    <a:pt x="38" y="167"/>
                  </a:lnTo>
                  <a:lnTo>
                    <a:pt x="39" y="167"/>
                  </a:lnTo>
                  <a:lnTo>
                    <a:pt x="40" y="167"/>
                  </a:lnTo>
                  <a:lnTo>
                    <a:pt x="42" y="167"/>
                  </a:lnTo>
                  <a:lnTo>
                    <a:pt x="40" y="166"/>
                  </a:lnTo>
                  <a:lnTo>
                    <a:pt x="38" y="163"/>
                  </a:lnTo>
                  <a:lnTo>
                    <a:pt x="37" y="161"/>
                  </a:lnTo>
                  <a:lnTo>
                    <a:pt x="35" y="161"/>
                  </a:lnTo>
                  <a:lnTo>
                    <a:pt x="33" y="158"/>
                  </a:lnTo>
                  <a:lnTo>
                    <a:pt x="33" y="155"/>
                  </a:lnTo>
                  <a:lnTo>
                    <a:pt x="34" y="154"/>
                  </a:lnTo>
                  <a:lnTo>
                    <a:pt x="35" y="150"/>
                  </a:lnTo>
                  <a:lnTo>
                    <a:pt x="34" y="149"/>
                  </a:lnTo>
                  <a:lnTo>
                    <a:pt x="34" y="147"/>
                  </a:lnTo>
                  <a:lnTo>
                    <a:pt x="34" y="146"/>
                  </a:lnTo>
                  <a:lnTo>
                    <a:pt x="34" y="145"/>
                  </a:lnTo>
                  <a:lnTo>
                    <a:pt x="33" y="142"/>
                  </a:lnTo>
                  <a:lnTo>
                    <a:pt x="33" y="140"/>
                  </a:lnTo>
                  <a:lnTo>
                    <a:pt x="31" y="138"/>
                  </a:lnTo>
                  <a:lnTo>
                    <a:pt x="31" y="136"/>
                  </a:lnTo>
                  <a:lnTo>
                    <a:pt x="29" y="133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1" y="126"/>
                  </a:lnTo>
                  <a:lnTo>
                    <a:pt x="17" y="122"/>
                  </a:lnTo>
                  <a:lnTo>
                    <a:pt x="15" y="122"/>
                  </a:lnTo>
                  <a:lnTo>
                    <a:pt x="15" y="108"/>
                  </a:lnTo>
                  <a:lnTo>
                    <a:pt x="15" y="105"/>
                  </a:lnTo>
                  <a:lnTo>
                    <a:pt x="17" y="105"/>
                  </a:lnTo>
                  <a:lnTo>
                    <a:pt x="18" y="105"/>
                  </a:lnTo>
                  <a:lnTo>
                    <a:pt x="18" y="104"/>
                  </a:lnTo>
                  <a:lnTo>
                    <a:pt x="38" y="84"/>
                  </a:lnTo>
                  <a:lnTo>
                    <a:pt x="38" y="67"/>
                  </a:lnTo>
                  <a:lnTo>
                    <a:pt x="40" y="45"/>
                  </a:lnTo>
                  <a:lnTo>
                    <a:pt x="43" y="42"/>
                  </a:lnTo>
                  <a:lnTo>
                    <a:pt x="43" y="38"/>
                  </a:lnTo>
                  <a:lnTo>
                    <a:pt x="35" y="29"/>
                  </a:lnTo>
                  <a:lnTo>
                    <a:pt x="35" y="28"/>
                  </a:lnTo>
                  <a:lnTo>
                    <a:pt x="35" y="24"/>
                  </a:lnTo>
                  <a:lnTo>
                    <a:pt x="30" y="8"/>
                  </a:lnTo>
                  <a:lnTo>
                    <a:pt x="29" y="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5" name="Freeform 464"/>
            <p:cNvSpPr>
              <a:spLocks/>
            </p:cNvSpPr>
            <p:nvPr/>
          </p:nvSpPr>
          <p:spPr bwMode="auto">
            <a:xfrm>
              <a:off x="5785566" y="3637294"/>
              <a:ext cx="461870" cy="355284"/>
            </a:xfrm>
            <a:custGeom>
              <a:avLst/>
              <a:gdLst>
                <a:gd name="T0" fmla="*/ 156 w 182"/>
                <a:gd name="T1" fmla="*/ 4 h 140"/>
                <a:gd name="T2" fmla="*/ 168 w 182"/>
                <a:gd name="T3" fmla="*/ 3 h 140"/>
                <a:gd name="T4" fmla="*/ 174 w 182"/>
                <a:gd name="T5" fmla="*/ 20 h 140"/>
                <a:gd name="T6" fmla="*/ 174 w 182"/>
                <a:gd name="T7" fmla="*/ 25 h 140"/>
                <a:gd name="T8" fmla="*/ 182 w 182"/>
                <a:gd name="T9" fmla="*/ 38 h 140"/>
                <a:gd name="T10" fmla="*/ 177 w 182"/>
                <a:gd name="T11" fmla="*/ 63 h 140"/>
                <a:gd name="T12" fmla="*/ 157 w 182"/>
                <a:gd name="T13" fmla="*/ 100 h 140"/>
                <a:gd name="T14" fmla="*/ 156 w 182"/>
                <a:gd name="T15" fmla="*/ 101 h 140"/>
                <a:gd name="T16" fmla="*/ 154 w 182"/>
                <a:gd name="T17" fmla="*/ 104 h 140"/>
                <a:gd name="T18" fmla="*/ 153 w 182"/>
                <a:gd name="T19" fmla="*/ 117 h 140"/>
                <a:gd name="T20" fmla="*/ 150 w 182"/>
                <a:gd name="T21" fmla="*/ 121 h 140"/>
                <a:gd name="T22" fmla="*/ 148 w 182"/>
                <a:gd name="T23" fmla="*/ 121 h 140"/>
                <a:gd name="T24" fmla="*/ 145 w 182"/>
                <a:gd name="T25" fmla="*/ 122 h 140"/>
                <a:gd name="T26" fmla="*/ 143 w 182"/>
                <a:gd name="T27" fmla="*/ 124 h 140"/>
                <a:gd name="T28" fmla="*/ 137 w 182"/>
                <a:gd name="T29" fmla="*/ 125 h 140"/>
                <a:gd name="T30" fmla="*/ 131 w 182"/>
                <a:gd name="T31" fmla="*/ 122 h 140"/>
                <a:gd name="T32" fmla="*/ 123 w 182"/>
                <a:gd name="T33" fmla="*/ 124 h 140"/>
                <a:gd name="T34" fmla="*/ 114 w 182"/>
                <a:gd name="T35" fmla="*/ 124 h 140"/>
                <a:gd name="T36" fmla="*/ 108 w 182"/>
                <a:gd name="T37" fmla="*/ 130 h 140"/>
                <a:gd name="T38" fmla="*/ 102 w 182"/>
                <a:gd name="T39" fmla="*/ 128 h 140"/>
                <a:gd name="T40" fmla="*/ 95 w 182"/>
                <a:gd name="T41" fmla="*/ 125 h 140"/>
                <a:gd name="T42" fmla="*/ 93 w 182"/>
                <a:gd name="T43" fmla="*/ 124 h 140"/>
                <a:gd name="T44" fmla="*/ 89 w 182"/>
                <a:gd name="T45" fmla="*/ 121 h 140"/>
                <a:gd name="T46" fmla="*/ 85 w 182"/>
                <a:gd name="T47" fmla="*/ 122 h 140"/>
                <a:gd name="T48" fmla="*/ 81 w 182"/>
                <a:gd name="T49" fmla="*/ 124 h 140"/>
                <a:gd name="T50" fmla="*/ 79 w 182"/>
                <a:gd name="T51" fmla="*/ 125 h 140"/>
                <a:gd name="T52" fmla="*/ 74 w 182"/>
                <a:gd name="T53" fmla="*/ 120 h 140"/>
                <a:gd name="T54" fmla="*/ 69 w 182"/>
                <a:gd name="T55" fmla="*/ 117 h 140"/>
                <a:gd name="T56" fmla="*/ 66 w 182"/>
                <a:gd name="T57" fmla="*/ 117 h 140"/>
                <a:gd name="T58" fmla="*/ 61 w 182"/>
                <a:gd name="T59" fmla="*/ 116 h 140"/>
                <a:gd name="T60" fmla="*/ 58 w 182"/>
                <a:gd name="T61" fmla="*/ 117 h 140"/>
                <a:gd name="T62" fmla="*/ 54 w 182"/>
                <a:gd name="T63" fmla="*/ 117 h 140"/>
                <a:gd name="T64" fmla="*/ 49 w 182"/>
                <a:gd name="T65" fmla="*/ 117 h 140"/>
                <a:gd name="T66" fmla="*/ 48 w 182"/>
                <a:gd name="T67" fmla="*/ 118 h 140"/>
                <a:gd name="T68" fmla="*/ 44 w 182"/>
                <a:gd name="T69" fmla="*/ 121 h 140"/>
                <a:gd name="T70" fmla="*/ 45 w 182"/>
                <a:gd name="T71" fmla="*/ 124 h 140"/>
                <a:gd name="T72" fmla="*/ 45 w 182"/>
                <a:gd name="T73" fmla="*/ 126 h 140"/>
                <a:gd name="T74" fmla="*/ 45 w 182"/>
                <a:gd name="T75" fmla="*/ 129 h 140"/>
                <a:gd name="T76" fmla="*/ 41 w 182"/>
                <a:gd name="T77" fmla="*/ 132 h 140"/>
                <a:gd name="T78" fmla="*/ 41 w 182"/>
                <a:gd name="T79" fmla="*/ 134 h 140"/>
                <a:gd name="T80" fmla="*/ 44 w 182"/>
                <a:gd name="T81" fmla="*/ 137 h 140"/>
                <a:gd name="T82" fmla="*/ 41 w 182"/>
                <a:gd name="T83" fmla="*/ 140 h 140"/>
                <a:gd name="T84" fmla="*/ 36 w 182"/>
                <a:gd name="T85" fmla="*/ 136 h 140"/>
                <a:gd name="T86" fmla="*/ 31 w 182"/>
                <a:gd name="T87" fmla="*/ 130 h 140"/>
                <a:gd name="T88" fmla="*/ 29 w 182"/>
                <a:gd name="T89" fmla="*/ 133 h 140"/>
                <a:gd name="T90" fmla="*/ 25 w 182"/>
                <a:gd name="T91" fmla="*/ 134 h 140"/>
                <a:gd name="T92" fmla="*/ 24 w 182"/>
                <a:gd name="T93" fmla="*/ 129 h 140"/>
                <a:gd name="T94" fmla="*/ 23 w 182"/>
                <a:gd name="T95" fmla="*/ 126 h 140"/>
                <a:gd name="T96" fmla="*/ 21 w 182"/>
                <a:gd name="T97" fmla="*/ 124 h 140"/>
                <a:gd name="T98" fmla="*/ 12 w 182"/>
                <a:gd name="T99" fmla="*/ 124 h 140"/>
                <a:gd name="T100" fmla="*/ 0 w 182"/>
                <a:gd name="T101" fmla="*/ 111 h 140"/>
                <a:gd name="T102" fmla="*/ 2 w 182"/>
                <a:gd name="T103" fmla="*/ 105 h 140"/>
                <a:gd name="T104" fmla="*/ 3 w 182"/>
                <a:gd name="T105" fmla="*/ 100 h 140"/>
                <a:gd name="T106" fmla="*/ 15 w 182"/>
                <a:gd name="T107" fmla="*/ 100 h 140"/>
                <a:gd name="T108" fmla="*/ 20 w 182"/>
                <a:gd name="T109" fmla="*/ 99 h 140"/>
                <a:gd name="T110" fmla="*/ 31 w 182"/>
                <a:gd name="T111" fmla="*/ 97 h 140"/>
                <a:gd name="T112" fmla="*/ 39 w 182"/>
                <a:gd name="T113" fmla="*/ 95 h 140"/>
                <a:gd name="T114" fmla="*/ 45 w 182"/>
                <a:gd name="T115" fmla="*/ 90 h 140"/>
                <a:gd name="T116" fmla="*/ 48 w 182"/>
                <a:gd name="T117" fmla="*/ 84 h 140"/>
                <a:gd name="T118" fmla="*/ 49 w 182"/>
                <a:gd name="T119" fmla="*/ 50 h 140"/>
                <a:gd name="T120" fmla="*/ 81 w 182"/>
                <a:gd name="T121" fmla="*/ 3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" h="140">
                  <a:moveTo>
                    <a:pt x="135" y="0"/>
                  </a:moveTo>
                  <a:lnTo>
                    <a:pt x="156" y="4"/>
                  </a:lnTo>
                  <a:lnTo>
                    <a:pt x="157" y="7"/>
                  </a:lnTo>
                  <a:lnTo>
                    <a:pt x="168" y="3"/>
                  </a:lnTo>
                  <a:lnTo>
                    <a:pt x="169" y="4"/>
                  </a:lnTo>
                  <a:lnTo>
                    <a:pt x="174" y="20"/>
                  </a:lnTo>
                  <a:lnTo>
                    <a:pt x="174" y="24"/>
                  </a:lnTo>
                  <a:lnTo>
                    <a:pt x="174" y="25"/>
                  </a:lnTo>
                  <a:lnTo>
                    <a:pt x="182" y="34"/>
                  </a:lnTo>
                  <a:lnTo>
                    <a:pt x="182" y="38"/>
                  </a:lnTo>
                  <a:lnTo>
                    <a:pt x="179" y="41"/>
                  </a:lnTo>
                  <a:lnTo>
                    <a:pt x="177" y="63"/>
                  </a:lnTo>
                  <a:lnTo>
                    <a:pt x="177" y="80"/>
                  </a:lnTo>
                  <a:lnTo>
                    <a:pt x="157" y="100"/>
                  </a:lnTo>
                  <a:lnTo>
                    <a:pt x="157" y="101"/>
                  </a:lnTo>
                  <a:lnTo>
                    <a:pt x="156" y="101"/>
                  </a:lnTo>
                  <a:lnTo>
                    <a:pt x="154" y="101"/>
                  </a:lnTo>
                  <a:lnTo>
                    <a:pt x="154" y="104"/>
                  </a:lnTo>
                  <a:lnTo>
                    <a:pt x="154" y="118"/>
                  </a:lnTo>
                  <a:lnTo>
                    <a:pt x="153" y="117"/>
                  </a:lnTo>
                  <a:lnTo>
                    <a:pt x="152" y="120"/>
                  </a:lnTo>
                  <a:lnTo>
                    <a:pt x="150" y="121"/>
                  </a:lnTo>
                  <a:lnTo>
                    <a:pt x="149" y="121"/>
                  </a:lnTo>
                  <a:lnTo>
                    <a:pt x="148" y="121"/>
                  </a:lnTo>
                  <a:lnTo>
                    <a:pt x="147" y="121"/>
                  </a:lnTo>
                  <a:lnTo>
                    <a:pt x="145" y="122"/>
                  </a:lnTo>
                  <a:lnTo>
                    <a:pt x="143" y="124"/>
                  </a:lnTo>
                  <a:lnTo>
                    <a:pt x="143" y="124"/>
                  </a:lnTo>
                  <a:lnTo>
                    <a:pt x="139" y="125"/>
                  </a:lnTo>
                  <a:lnTo>
                    <a:pt x="137" y="125"/>
                  </a:lnTo>
                  <a:lnTo>
                    <a:pt x="135" y="125"/>
                  </a:lnTo>
                  <a:lnTo>
                    <a:pt x="131" y="122"/>
                  </a:lnTo>
                  <a:lnTo>
                    <a:pt x="125" y="122"/>
                  </a:lnTo>
                  <a:lnTo>
                    <a:pt x="123" y="124"/>
                  </a:lnTo>
                  <a:lnTo>
                    <a:pt x="116" y="122"/>
                  </a:lnTo>
                  <a:lnTo>
                    <a:pt x="114" y="124"/>
                  </a:lnTo>
                  <a:lnTo>
                    <a:pt x="111" y="128"/>
                  </a:lnTo>
                  <a:lnTo>
                    <a:pt x="108" y="130"/>
                  </a:lnTo>
                  <a:lnTo>
                    <a:pt x="106" y="129"/>
                  </a:lnTo>
                  <a:lnTo>
                    <a:pt x="102" y="128"/>
                  </a:lnTo>
                  <a:lnTo>
                    <a:pt x="99" y="128"/>
                  </a:lnTo>
                  <a:lnTo>
                    <a:pt x="95" y="125"/>
                  </a:lnTo>
                  <a:lnTo>
                    <a:pt x="93" y="124"/>
                  </a:lnTo>
                  <a:lnTo>
                    <a:pt x="93" y="124"/>
                  </a:lnTo>
                  <a:lnTo>
                    <a:pt x="90" y="121"/>
                  </a:lnTo>
                  <a:lnTo>
                    <a:pt x="89" y="121"/>
                  </a:lnTo>
                  <a:lnTo>
                    <a:pt x="89" y="122"/>
                  </a:lnTo>
                  <a:lnTo>
                    <a:pt x="85" y="122"/>
                  </a:lnTo>
                  <a:lnTo>
                    <a:pt x="82" y="124"/>
                  </a:lnTo>
                  <a:lnTo>
                    <a:pt x="81" y="124"/>
                  </a:lnTo>
                  <a:lnTo>
                    <a:pt x="79" y="125"/>
                  </a:lnTo>
                  <a:lnTo>
                    <a:pt x="79" y="125"/>
                  </a:lnTo>
                  <a:lnTo>
                    <a:pt x="77" y="124"/>
                  </a:lnTo>
                  <a:lnTo>
                    <a:pt x="74" y="120"/>
                  </a:lnTo>
                  <a:lnTo>
                    <a:pt x="73" y="118"/>
                  </a:lnTo>
                  <a:lnTo>
                    <a:pt x="69" y="117"/>
                  </a:lnTo>
                  <a:lnTo>
                    <a:pt x="68" y="117"/>
                  </a:lnTo>
                  <a:lnTo>
                    <a:pt x="66" y="117"/>
                  </a:lnTo>
                  <a:lnTo>
                    <a:pt x="62" y="116"/>
                  </a:lnTo>
                  <a:lnTo>
                    <a:pt x="61" y="116"/>
                  </a:lnTo>
                  <a:lnTo>
                    <a:pt x="60" y="116"/>
                  </a:lnTo>
                  <a:lnTo>
                    <a:pt x="58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8"/>
                  </a:lnTo>
                  <a:lnTo>
                    <a:pt x="45" y="120"/>
                  </a:lnTo>
                  <a:lnTo>
                    <a:pt x="44" y="121"/>
                  </a:lnTo>
                  <a:lnTo>
                    <a:pt x="45" y="122"/>
                  </a:lnTo>
                  <a:lnTo>
                    <a:pt x="45" y="124"/>
                  </a:lnTo>
                  <a:lnTo>
                    <a:pt x="44" y="124"/>
                  </a:lnTo>
                  <a:lnTo>
                    <a:pt x="45" y="126"/>
                  </a:lnTo>
                  <a:lnTo>
                    <a:pt x="45" y="128"/>
                  </a:lnTo>
                  <a:lnTo>
                    <a:pt x="45" y="129"/>
                  </a:lnTo>
                  <a:lnTo>
                    <a:pt x="44" y="129"/>
                  </a:lnTo>
                  <a:lnTo>
                    <a:pt x="41" y="132"/>
                  </a:lnTo>
                  <a:lnTo>
                    <a:pt x="41" y="133"/>
                  </a:lnTo>
                  <a:lnTo>
                    <a:pt x="41" y="134"/>
                  </a:lnTo>
                  <a:lnTo>
                    <a:pt x="43" y="137"/>
                  </a:lnTo>
                  <a:lnTo>
                    <a:pt x="44" y="137"/>
                  </a:lnTo>
                  <a:lnTo>
                    <a:pt x="44" y="138"/>
                  </a:lnTo>
                  <a:lnTo>
                    <a:pt x="41" y="140"/>
                  </a:lnTo>
                  <a:lnTo>
                    <a:pt x="39" y="137"/>
                  </a:lnTo>
                  <a:lnTo>
                    <a:pt x="36" y="136"/>
                  </a:lnTo>
                  <a:lnTo>
                    <a:pt x="35" y="133"/>
                  </a:lnTo>
                  <a:lnTo>
                    <a:pt x="31" y="130"/>
                  </a:lnTo>
                  <a:lnTo>
                    <a:pt x="29" y="132"/>
                  </a:lnTo>
                  <a:lnTo>
                    <a:pt x="29" y="133"/>
                  </a:lnTo>
                  <a:lnTo>
                    <a:pt x="28" y="134"/>
                  </a:lnTo>
                  <a:lnTo>
                    <a:pt x="25" y="134"/>
                  </a:lnTo>
                  <a:lnTo>
                    <a:pt x="23" y="132"/>
                  </a:lnTo>
                  <a:lnTo>
                    <a:pt x="24" y="129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1" y="124"/>
                  </a:lnTo>
                  <a:lnTo>
                    <a:pt x="16" y="126"/>
                  </a:lnTo>
                  <a:lnTo>
                    <a:pt x="12" y="124"/>
                  </a:lnTo>
                  <a:lnTo>
                    <a:pt x="12" y="118"/>
                  </a:lnTo>
                  <a:lnTo>
                    <a:pt x="0" y="111"/>
                  </a:lnTo>
                  <a:lnTo>
                    <a:pt x="0" y="108"/>
                  </a:lnTo>
                  <a:lnTo>
                    <a:pt x="2" y="105"/>
                  </a:lnTo>
                  <a:lnTo>
                    <a:pt x="3" y="103"/>
                  </a:lnTo>
                  <a:lnTo>
                    <a:pt x="3" y="100"/>
                  </a:lnTo>
                  <a:lnTo>
                    <a:pt x="6" y="101"/>
                  </a:lnTo>
                  <a:lnTo>
                    <a:pt x="15" y="100"/>
                  </a:lnTo>
                  <a:lnTo>
                    <a:pt x="18" y="100"/>
                  </a:lnTo>
                  <a:lnTo>
                    <a:pt x="20" y="99"/>
                  </a:lnTo>
                  <a:lnTo>
                    <a:pt x="28" y="99"/>
                  </a:lnTo>
                  <a:lnTo>
                    <a:pt x="31" y="97"/>
                  </a:lnTo>
                  <a:lnTo>
                    <a:pt x="35" y="96"/>
                  </a:lnTo>
                  <a:lnTo>
                    <a:pt x="39" y="95"/>
                  </a:lnTo>
                  <a:lnTo>
                    <a:pt x="44" y="91"/>
                  </a:lnTo>
                  <a:lnTo>
                    <a:pt x="45" y="90"/>
                  </a:lnTo>
                  <a:lnTo>
                    <a:pt x="45" y="84"/>
                  </a:lnTo>
                  <a:lnTo>
                    <a:pt x="48" y="84"/>
                  </a:lnTo>
                  <a:lnTo>
                    <a:pt x="48" y="72"/>
                  </a:lnTo>
                  <a:lnTo>
                    <a:pt x="49" y="50"/>
                  </a:lnTo>
                  <a:lnTo>
                    <a:pt x="66" y="46"/>
                  </a:lnTo>
                  <a:lnTo>
                    <a:pt x="81" y="33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6" name="Freeform 465"/>
            <p:cNvSpPr>
              <a:spLocks/>
            </p:cNvSpPr>
            <p:nvPr/>
          </p:nvSpPr>
          <p:spPr bwMode="auto">
            <a:xfrm>
              <a:off x="5866774" y="3931672"/>
              <a:ext cx="345133" cy="294378"/>
            </a:xfrm>
            <a:custGeom>
              <a:avLst/>
              <a:gdLst>
                <a:gd name="T0" fmla="*/ 34 w 136"/>
                <a:gd name="T1" fmla="*/ 1 h 116"/>
                <a:gd name="T2" fmla="*/ 41 w 136"/>
                <a:gd name="T3" fmla="*/ 2 h 116"/>
                <a:gd name="T4" fmla="*/ 47 w 136"/>
                <a:gd name="T5" fmla="*/ 9 h 116"/>
                <a:gd name="T6" fmla="*/ 50 w 136"/>
                <a:gd name="T7" fmla="*/ 8 h 116"/>
                <a:gd name="T8" fmla="*/ 57 w 136"/>
                <a:gd name="T9" fmla="*/ 5 h 116"/>
                <a:gd name="T10" fmla="*/ 61 w 136"/>
                <a:gd name="T11" fmla="*/ 8 h 116"/>
                <a:gd name="T12" fmla="*/ 70 w 136"/>
                <a:gd name="T13" fmla="*/ 12 h 116"/>
                <a:gd name="T14" fmla="*/ 79 w 136"/>
                <a:gd name="T15" fmla="*/ 12 h 116"/>
                <a:gd name="T16" fmla="*/ 91 w 136"/>
                <a:gd name="T17" fmla="*/ 8 h 116"/>
                <a:gd name="T18" fmla="*/ 103 w 136"/>
                <a:gd name="T19" fmla="*/ 9 h 116"/>
                <a:gd name="T20" fmla="*/ 111 w 136"/>
                <a:gd name="T21" fmla="*/ 10 h 116"/>
                <a:gd name="T22" fmla="*/ 115 w 136"/>
                <a:gd name="T23" fmla="*/ 5 h 116"/>
                <a:gd name="T24" fmla="*/ 118 w 136"/>
                <a:gd name="T25" fmla="*/ 5 h 116"/>
                <a:gd name="T26" fmla="*/ 124 w 136"/>
                <a:gd name="T27" fmla="*/ 2 h 116"/>
                <a:gd name="T28" fmla="*/ 129 w 136"/>
                <a:gd name="T29" fmla="*/ 10 h 116"/>
                <a:gd name="T30" fmla="*/ 130 w 136"/>
                <a:gd name="T31" fmla="*/ 14 h 116"/>
                <a:gd name="T32" fmla="*/ 134 w 136"/>
                <a:gd name="T33" fmla="*/ 21 h 116"/>
                <a:gd name="T34" fmla="*/ 136 w 136"/>
                <a:gd name="T35" fmla="*/ 27 h 116"/>
                <a:gd name="T36" fmla="*/ 130 w 136"/>
                <a:gd name="T37" fmla="*/ 31 h 116"/>
                <a:gd name="T38" fmla="*/ 126 w 136"/>
                <a:gd name="T39" fmla="*/ 34 h 116"/>
                <a:gd name="T40" fmla="*/ 122 w 136"/>
                <a:gd name="T41" fmla="*/ 42 h 116"/>
                <a:gd name="T42" fmla="*/ 122 w 136"/>
                <a:gd name="T43" fmla="*/ 50 h 116"/>
                <a:gd name="T44" fmla="*/ 116 w 136"/>
                <a:gd name="T45" fmla="*/ 55 h 116"/>
                <a:gd name="T46" fmla="*/ 115 w 136"/>
                <a:gd name="T47" fmla="*/ 63 h 116"/>
                <a:gd name="T48" fmla="*/ 108 w 136"/>
                <a:gd name="T49" fmla="*/ 70 h 116"/>
                <a:gd name="T50" fmla="*/ 104 w 136"/>
                <a:gd name="T51" fmla="*/ 76 h 116"/>
                <a:gd name="T52" fmla="*/ 103 w 136"/>
                <a:gd name="T53" fmla="*/ 83 h 116"/>
                <a:gd name="T54" fmla="*/ 100 w 136"/>
                <a:gd name="T55" fmla="*/ 85 h 116"/>
                <a:gd name="T56" fmla="*/ 95 w 136"/>
                <a:gd name="T57" fmla="*/ 89 h 116"/>
                <a:gd name="T58" fmla="*/ 88 w 136"/>
                <a:gd name="T59" fmla="*/ 84 h 116"/>
                <a:gd name="T60" fmla="*/ 83 w 136"/>
                <a:gd name="T61" fmla="*/ 83 h 116"/>
                <a:gd name="T62" fmla="*/ 79 w 136"/>
                <a:gd name="T63" fmla="*/ 85 h 116"/>
                <a:gd name="T64" fmla="*/ 75 w 136"/>
                <a:gd name="T65" fmla="*/ 92 h 116"/>
                <a:gd name="T66" fmla="*/ 71 w 136"/>
                <a:gd name="T67" fmla="*/ 97 h 116"/>
                <a:gd name="T68" fmla="*/ 70 w 136"/>
                <a:gd name="T69" fmla="*/ 104 h 116"/>
                <a:gd name="T70" fmla="*/ 66 w 136"/>
                <a:gd name="T71" fmla="*/ 112 h 116"/>
                <a:gd name="T72" fmla="*/ 63 w 136"/>
                <a:gd name="T73" fmla="*/ 109 h 116"/>
                <a:gd name="T74" fmla="*/ 57 w 136"/>
                <a:gd name="T75" fmla="*/ 113 h 116"/>
                <a:gd name="T76" fmla="*/ 47 w 136"/>
                <a:gd name="T77" fmla="*/ 116 h 116"/>
                <a:gd name="T78" fmla="*/ 29 w 136"/>
                <a:gd name="T79" fmla="*/ 112 h 116"/>
                <a:gd name="T80" fmla="*/ 25 w 136"/>
                <a:gd name="T81" fmla="*/ 104 h 116"/>
                <a:gd name="T82" fmla="*/ 9 w 136"/>
                <a:gd name="T83" fmla="*/ 88 h 116"/>
                <a:gd name="T84" fmla="*/ 0 w 136"/>
                <a:gd name="T85" fmla="*/ 87 h 116"/>
                <a:gd name="T86" fmla="*/ 0 w 136"/>
                <a:gd name="T87" fmla="*/ 77 h 116"/>
                <a:gd name="T88" fmla="*/ 0 w 136"/>
                <a:gd name="T89" fmla="*/ 68 h 116"/>
                <a:gd name="T90" fmla="*/ 0 w 136"/>
                <a:gd name="T91" fmla="*/ 66 h 116"/>
                <a:gd name="T92" fmla="*/ 0 w 136"/>
                <a:gd name="T93" fmla="*/ 60 h 116"/>
                <a:gd name="T94" fmla="*/ 3 w 136"/>
                <a:gd name="T95" fmla="*/ 55 h 116"/>
                <a:gd name="T96" fmla="*/ 7 w 136"/>
                <a:gd name="T97" fmla="*/ 52 h 116"/>
                <a:gd name="T98" fmla="*/ 11 w 136"/>
                <a:gd name="T99" fmla="*/ 46 h 116"/>
                <a:gd name="T100" fmla="*/ 9 w 136"/>
                <a:gd name="T101" fmla="*/ 42 h 116"/>
                <a:gd name="T102" fmla="*/ 13 w 136"/>
                <a:gd name="T103" fmla="*/ 39 h 116"/>
                <a:gd name="T104" fmla="*/ 13 w 136"/>
                <a:gd name="T105" fmla="*/ 31 h 116"/>
                <a:gd name="T106" fmla="*/ 9 w 136"/>
                <a:gd name="T107" fmla="*/ 25 h 116"/>
                <a:gd name="T108" fmla="*/ 11 w 136"/>
                <a:gd name="T109" fmla="*/ 21 h 116"/>
                <a:gd name="T110" fmla="*/ 9 w 136"/>
                <a:gd name="T111" fmla="*/ 16 h 116"/>
                <a:gd name="T112" fmla="*/ 13 w 136"/>
                <a:gd name="T113" fmla="*/ 12 h 116"/>
                <a:gd name="T114" fmla="*/ 13 w 136"/>
                <a:gd name="T115" fmla="*/ 8 h 116"/>
                <a:gd name="T116" fmla="*/ 13 w 136"/>
                <a:gd name="T117" fmla="*/ 4 h 116"/>
                <a:gd name="T118" fmla="*/ 17 w 136"/>
                <a:gd name="T119" fmla="*/ 1 h 116"/>
                <a:gd name="T120" fmla="*/ 22 w 136"/>
                <a:gd name="T121" fmla="*/ 1 h 116"/>
                <a:gd name="T122" fmla="*/ 29 w 136"/>
                <a:gd name="T12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6" h="116">
                  <a:moveTo>
                    <a:pt x="29" y="0"/>
                  </a:moveTo>
                  <a:lnTo>
                    <a:pt x="30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41" y="2"/>
                  </a:lnTo>
                  <a:lnTo>
                    <a:pt x="42" y="4"/>
                  </a:lnTo>
                  <a:lnTo>
                    <a:pt x="45" y="8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8"/>
                  </a:lnTo>
                  <a:lnTo>
                    <a:pt x="53" y="6"/>
                  </a:lnTo>
                  <a:lnTo>
                    <a:pt x="57" y="6"/>
                  </a:lnTo>
                  <a:lnTo>
                    <a:pt x="57" y="5"/>
                  </a:lnTo>
                  <a:lnTo>
                    <a:pt x="58" y="5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9"/>
                  </a:lnTo>
                  <a:lnTo>
                    <a:pt x="67" y="12"/>
                  </a:lnTo>
                  <a:lnTo>
                    <a:pt x="70" y="12"/>
                  </a:lnTo>
                  <a:lnTo>
                    <a:pt x="74" y="13"/>
                  </a:lnTo>
                  <a:lnTo>
                    <a:pt x="76" y="14"/>
                  </a:lnTo>
                  <a:lnTo>
                    <a:pt x="79" y="12"/>
                  </a:lnTo>
                  <a:lnTo>
                    <a:pt x="82" y="8"/>
                  </a:lnTo>
                  <a:lnTo>
                    <a:pt x="84" y="6"/>
                  </a:lnTo>
                  <a:lnTo>
                    <a:pt x="91" y="8"/>
                  </a:lnTo>
                  <a:lnTo>
                    <a:pt x="93" y="6"/>
                  </a:lnTo>
                  <a:lnTo>
                    <a:pt x="99" y="6"/>
                  </a:lnTo>
                  <a:lnTo>
                    <a:pt x="103" y="9"/>
                  </a:lnTo>
                  <a:lnTo>
                    <a:pt x="105" y="9"/>
                  </a:lnTo>
                  <a:lnTo>
                    <a:pt x="108" y="10"/>
                  </a:lnTo>
                  <a:lnTo>
                    <a:pt x="111" y="10"/>
                  </a:lnTo>
                  <a:lnTo>
                    <a:pt x="111" y="8"/>
                  </a:lnTo>
                  <a:lnTo>
                    <a:pt x="113" y="6"/>
                  </a:lnTo>
                  <a:lnTo>
                    <a:pt x="115" y="5"/>
                  </a:lnTo>
                  <a:lnTo>
                    <a:pt x="116" y="5"/>
                  </a:lnTo>
                  <a:lnTo>
                    <a:pt x="117" y="5"/>
                  </a:lnTo>
                  <a:lnTo>
                    <a:pt x="118" y="5"/>
                  </a:lnTo>
                  <a:lnTo>
                    <a:pt x="120" y="4"/>
                  </a:lnTo>
                  <a:lnTo>
                    <a:pt x="121" y="1"/>
                  </a:lnTo>
                  <a:lnTo>
                    <a:pt x="124" y="2"/>
                  </a:lnTo>
                  <a:lnTo>
                    <a:pt x="128" y="6"/>
                  </a:lnTo>
                  <a:lnTo>
                    <a:pt x="129" y="10"/>
                  </a:lnTo>
                  <a:lnTo>
                    <a:pt x="129" y="10"/>
                  </a:lnTo>
                  <a:lnTo>
                    <a:pt x="129" y="10"/>
                  </a:lnTo>
                  <a:lnTo>
                    <a:pt x="130" y="13"/>
                  </a:lnTo>
                  <a:lnTo>
                    <a:pt x="130" y="14"/>
                  </a:lnTo>
                  <a:lnTo>
                    <a:pt x="130" y="18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2"/>
                  </a:lnTo>
                  <a:lnTo>
                    <a:pt x="134" y="24"/>
                  </a:lnTo>
                  <a:lnTo>
                    <a:pt x="136" y="27"/>
                  </a:lnTo>
                  <a:lnTo>
                    <a:pt x="136" y="29"/>
                  </a:lnTo>
                  <a:lnTo>
                    <a:pt x="133" y="30"/>
                  </a:lnTo>
                  <a:lnTo>
                    <a:pt x="130" y="31"/>
                  </a:lnTo>
                  <a:lnTo>
                    <a:pt x="129" y="31"/>
                  </a:lnTo>
                  <a:lnTo>
                    <a:pt x="128" y="34"/>
                  </a:lnTo>
                  <a:lnTo>
                    <a:pt x="126" y="34"/>
                  </a:lnTo>
                  <a:lnTo>
                    <a:pt x="125" y="35"/>
                  </a:lnTo>
                  <a:lnTo>
                    <a:pt x="124" y="39"/>
                  </a:lnTo>
                  <a:lnTo>
                    <a:pt x="122" y="42"/>
                  </a:lnTo>
                  <a:lnTo>
                    <a:pt x="122" y="43"/>
                  </a:lnTo>
                  <a:lnTo>
                    <a:pt x="122" y="47"/>
                  </a:lnTo>
                  <a:lnTo>
                    <a:pt x="122" y="50"/>
                  </a:lnTo>
                  <a:lnTo>
                    <a:pt x="120" y="52"/>
                  </a:lnTo>
                  <a:lnTo>
                    <a:pt x="117" y="52"/>
                  </a:lnTo>
                  <a:lnTo>
                    <a:pt x="116" y="55"/>
                  </a:lnTo>
                  <a:lnTo>
                    <a:pt x="116" y="58"/>
                  </a:lnTo>
                  <a:lnTo>
                    <a:pt x="115" y="60"/>
                  </a:lnTo>
                  <a:lnTo>
                    <a:pt x="115" y="63"/>
                  </a:lnTo>
                  <a:lnTo>
                    <a:pt x="112" y="64"/>
                  </a:lnTo>
                  <a:lnTo>
                    <a:pt x="109" y="67"/>
                  </a:lnTo>
                  <a:lnTo>
                    <a:pt x="108" y="70"/>
                  </a:lnTo>
                  <a:lnTo>
                    <a:pt x="108" y="71"/>
                  </a:lnTo>
                  <a:lnTo>
                    <a:pt x="108" y="72"/>
                  </a:lnTo>
                  <a:lnTo>
                    <a:pt x="104" y="76"/>
                  </a:lnTo>
                  <a:lnTo>
                    <a:pt x="104" y="79"/>
                  </a:lnTo>
                  <a:lnTo>
                    <a:pt x="104" y="81"/>
                  </a:lnTo>
                  <a:lnTo>
                    <a:pt x="103" y="83"/>
                  </a:lnTo>
                  <a:lnTo>
                    <a:pt x="100" y="84"/>
                  </a:lnTo>
                  <a:lnTo>
                    <a:pt x="100" y="85"/>
                  </a:lnTo>
                  <a:lnTo>
                    <a:pt x="100" y="85"/>
                  </a:lnTo>
                  <a:lnTo>
                    <a:pt x="97" y="88"/>
                  </a:lnTo>
                  <a:lnTo>
                    <a:pt x="96" y="91"/>
                  </a:lnTo>
                  <a:lnTo>
                    <a:pt x="95" y="89"/>
                  </a:lnTo>
                  <a:lnTo>
                    <a:pt x="92" y="88"/>
                  </a:lnTo>
                  <a:lnTo>
                    <a:pt x="91" y="85"/>
                  </a:lnTo>
                  <a:lnTo>
                    <a:pt x="88" y="84"/>
                  </a:lnTo>
                  <a:lnTo>
                    <a:pt x="87" y="84"/>
                  </a:lnTo>
                  <a:lnTo>
                    <a:pt x="84" y="84"/>
                  </a:lnTo>
                  <a:lnTo>
                    <a:pt x="83" y="83"/>
                  </a:lnTo>
                  <a:lnTo>
                    <a:pt x="83" y="84"/>
                  </a:lnTo>
                  <a:lnTo>
                    <a:pt x="80" y="84"/>
                  </a:lnTo>
                  <a:lnTo>
                    <a:pt x="79" y="85"/>
                  </a:lnTo>
                  <a:lnTo>
                    <a:pt x="79" y="88"/>
                  </a:lnTo>
                  <a:lnTo>
                    <a:pt x="76" y="91"/>
                  </a:lnTo>
                  <a:lnTo>
                    <a:pt x="75" y="92"/>
                  </a:lnTo>
                  <a:lnTo>
                    <a:pt x="72" y="93"/>
                  </a:lnTo>
                  <a:lnTo>
                    <a:pt x="71" y="96"/>
                  </a:lnTo>
                  <a:lnTo>
                    <a:pt x="71" y="97"/>
                  </a:lnTo>
                  <a:lnTo>
                    <a:pt x="70" y="99"/>
                  </a:lnTo>
                  <a:lnTo>
                    <a:pt x="70" y="100"/>
                  </a:lnTo>
                  <a:lnTo>
                    <a:pt x="70" y="104"/>
                  </a:lnTo>
                  <a:lnTo>
                    <a:pt x="68" y="106"/>
                  </a:lnTo>
                  <a:lnTo>
                    <a:pt x="66" y="110"/>
                  </a:lnTo>
                  <a:lnTo>
                    <a:pt x="66" y="112"/>
                  </a:lnTo>
                  <a:lnTo>
                    <a:pt x="66" y="112"/>
                  </a:lnTo>
                  <a:lnTo>
                    <a:pt x="65" y="112"/>
                  </a:lnTo>
                  <a:lnTo>
                    <a:pt x="63" y="109"/>
                  </a:lnTo>
                  <a:lnTo>
                    <a:pt x="62" y="113"/>
                  </a:lnTo>
                  <a:lnTo>
                    <a:pt x="58" y="113"/>
                  </a:lnTo>
                  <a:lnTo>
                    <a:pt x="57" y="113"/>
                  </a:lnTo>
                  <a:lnTo>
                    <a:pt x="50" y="114"/>
                  </a:lnTo>
                  <a:lnTo>
                    <a:pt x="50" y="114"/>
                  </a:lnTo>
                  <a:lnTo>
                    <a:pt x="47" y="116"/>
                  </a:lnTo>
                  <a:lnTo>
                    <a:pt x="36" y="116"/>
                  </a:lnTo>
                  <a:lnTo>
                    <a:pt x="32" y="114"/>
                  </a:lnTo>
                  <a:lnTo>
                    <a:pt x="29" y="112"/>
                  </a:lnTo>
                  <a:lnTo>
                    <a:pt x="26" y="108"/>
                  </a:lnTo>
                  <a:lnTo>
                    <a:pt x="25" y="108"/>
                  </a:lnTo>
                  <a:lnTo>
                    <a:pt x="25" y="104"/>
                  </a:lnTo>
                  <a:lnTo>
                    <a:pt x="22" y="97"/>
                  </a:lnTo>
                  <a:lnTo>
                    <a:pt x="17" y="93"/>
                  </a:lnTo>
                  <a:lnTo>
                    <a:pt x="9" y="88"/>
                  </a:lnTo>
                  <a:lnTo>
                    <a:pt x="5" y="89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0"/>
                  </a:lnTo>
                  <a:lnTo>
                    <a:pt x="0" y="79"/>
                  </a:lnTo>
                  <a:lnTo>
                    <a:pt x="0" y="77"/>
                  </a:lnTo>
                  <a:lnTo>
                    <a:pt x="0" y="72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1" y="56"/>
                  </a:lnTo>
                  <a:lnTo>
                    <a:pt x="3" y="55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7" y="52"/>
                  </a:lnTo>
                  <a:lnTo>
                    <a:pt x="8" y="50"/>
                  </a:lnTo>
                  <a:lnTo>
                    <a:pt x="8" y="47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9" y="42"/>
                  </a:lnTo>
                  <a:lnTo>
                    <a:pt x="11" y="42"/>
                  </a:lnTo>
                  <a:lnTo>
                    <a:pt x="11" y="39"/>
                  </a:lnTo>
                  <a:lnTo>
                    <a:pt x="13" y="39"/>
                  </a:lnTo>
                  <a:lnTo>
                    <a:pt x="14" y="38"/>
                  </a:lnTo>
                  <a:lnTo>
                    <a:pt x="13" y="34"/>
                  </a:lnTo>
                  <a:lnTo>
                    <a:pt x="13" y="31"/>
                  </a:lnTo>
                  <a:lnTo>
                    <a:pt x="9" y="29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9" y="18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7" name="Freeform 466"/>
            <p:cNvSpPr>
              <a:spLocks/>
            </p:cNvSpPr>
            <p:nvPr/>
          </p:nvSpPr>
          <p:spPr bwMode="auto">
            <a:xfrm>
              <a:off x="5965747" y="4342787"/>
              <a:ext cx="10151" cy="10151"/>
            </a:xfrm>
            <a:custGeom>
              <a:avLst/>
              <a:gdLst>
                <a:gd name="T0" fmla="*/ 2 w 4"/>
                <a:gd name="T1" fmla="*/ 0 h 4"/>
                <a:gd name="T2" fmla="*/ 4 w 4"/>
                <a:gd name="T3" fmla="*/ 1 h 4"/>
                <a:gd name="T4" fmla="*/ 3 w 4"/>
                <a:gd name="T5" fmla="*/ 4 h 4"/>
                <a:gd name="T6" fmla="*/ 2 w 4"/>
                <a:gd name="T7" fmla="*/ 4 h 4"/>
                <a:gd name="T8" fmla="*/ 2 w 4"/>
                <a:gd name="T9" fmla="*/ 4 h 4"/>
                <a:gd name="T10" fmla="*/ 0 w 4"/>
                <a:gd name="T11" fmla="*/ 2 h 4"/>
                <a:gd name="T12" fmla="*/ 2 w 4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lnTo>
                    <a:pt x="4" y="1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8" name="Freeform 467"/>
            <p:cNvSpPr>
              <a:spLocks/>
            </p:cNvSpPr>
            <p:nvPr/>
          </p:nvSpPr>
          <p:spPr bwMode="auto">
            <a:xfrm>
              <a:off x="6024114" y="4236202"/>
              <a:ext cx="15226" cy="22840"/>
            </a:xfrm>
            <a:custGeom>
              <a:avLst/>
              <a:gdLst>
                <a:gd name="T0" fmla="*/ 5 w 6"/>
                <a:gd name="T1" fmla="*/ 0 h 9"/>
                <a:gd name="T2" fmla="*/ 6 w 6"/>
                <a:gd name="T3" fmla="*/ 1 h 9"/>
                <a:gd name="T4" fmla="*/ 6 w 6"/>
                <a:gd name="T5" fmla="*/ 5 h 9"/>
                <a:gd name="T6" fmla="*/ 5 w 6"/>
                <a:gd name="T7" fmla="*/ 9 h 9"/>
                <a:gd name="T8" fmla="*/ 3 w 6"/>
                <a:gd name="T9" fmla="*/ 9 h 9"/>
                <a:gd name="T10" fmla="*/ 0 w 6"/>
                <a:gd name="T11" fmla="*/ 7 h 9"/>
                <a:gd name="T12" fmla="*/ 0 w 6"/>
                <a:gd name="T13" fmla="*/ 6 h 9"/>
                <a:gd name="T14" fmla="*/ 3 w 6"/>
                <a:gd name="T15" fmla="*/ 6 h 9"/>
                <a:gd name="T16" fmla="*/ 3 w 6"/>
                <a:gd name="T17" fmla="*/ 2 h 9"/>
                <a:gd name="T18" fmla="*/ 5 w 6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6" y="1"/>
                  </a:lnTo>
                  <a:lnTo>
                    <a:pt x="6" y="5"/>
                  </a:lnTo>
                  <a:lnTo>
                    <a:pt x="5" y="9"/>
                  </a:lnTo>
                  <a:lnTo>
                    <a:pt x="3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9" name="Freeform 468"/>
            <p:cNvSpPr>
              <a:spLocks/>
            </p:cNvSpPr>
            <p:nvPr/>
          </p:nvSpPr>
          <p:spPr bwMode="auto">
            <a:xfrm>
              <a:off x="6034265" y="3957050"/>
              <a:ext cx="225860" cy="345133"/>
            </a:xfrm>
            <a:custGeom>
              <a:avLst/>
              <a:gdLst>
                <a:gd name="T0" fmla="*/ 72 w 89"/>
                <a:gd name="T1" fmla="*/ 6 h 136"/>
                <a:gd name="T2" fmla="*/ 74 w 89"/>
                <a:gd name="T3" fmla="*/ 12 h 136"/>
                <a:gd name="T4" fmla="*/ 75 w 89"/>
                <a:gd name="T5" fmla="*/ 17 h 136"/>
                <a:gd name="T6" fmla="*/ 75 w 89"/>
                <a:gd name="T7" fmla="*/ 24 h 136"/>
                <a:gd name="T8" fmla="*/ 76 w 89"/>
                <a:gd name="T9" fmla="*/ 31 h 136"/>
                <a:gd name="T10" fmla="*/ 81 w 89"/>
                <a:gd name="T11" fmla="*/ 36 h 136"/>
                <a:gd name="T12" fmla="*/ 80 w 89"/>
                <a:gd name="T13" fmla="*/ 37 h 136"/>
                <a:gd name="T14" fmla="*/ 74 w 89"/>
                <a:gd name="T15" fmla="*/ 37 h 136"/>
                <a:gd name="T16" fmla="*/ 70 w 89"/>
                <a:gd name="T17" fmla="*/ 36 h 136"/>
                <a:gd name="T18" fmla="*/ 66 w 89"/>
                <a:gd name="T19" fmla="*/ 39 h 136"/>
                <a:gd name="T20" fmla="*/ 64 w 89"/>
                <a:gd name="T21" fmla="*/ 42 h 136"/>
                <a:gd name="T22" fmla="*/ 68 w 89"/>
                <a:gd name="T23" fmla="*/ 46 h 136"/>
                <a:gd name="T24" fmla="*/ 79 w 89"/>
                <a:gd name="T25" fmla="*/ 56 h 136"/>
                <a:gd name="T26" fmla="*/ 83 w 89"/>
                <a:gd name="T27" fmla="*/ 65 h 136"/>
                <a:gd name="T28" fmla="*/ 78 w 89"/>
                <a:gd name="T29" fmla="*/ 71 h 136"/>
                <a:gd name="T30" fmla="*/ 72 w 89"/>
                <a:gd name="T31" fmla="*/ 81 h 136"/>
                <a:gd name="T32" fmla="*/ 70 w 89"/>
                <a:gd name="T33" fmla="*/ 86 h 136"/>
                <a:gd name="T34" fmla="*/ 71 w 89"/>
                <a:gd name="T35" fmla="*/ 95 h 136"/>
                <a:gd name="T36" fmla="*/ 72 w 89"/>
                <a:gd name="T37" fmla="*/ 103 h 136"/>
                <a:gd name="T38" fmla="*/ 79 w 89"/>
                <a:gd name="T39" fmla="*/ 110 h 136"/>
                <a:gd name="T40" fmla="*/ 85 w 89"/>
                <a:gd name="T41" fmla="*/ 119 h 136"/>
                <a:gd name="T42" fmla="*/ 89 w 89"/>
                <a:gd name="T43" fmla="*/ 127 h 136"/>
                <a:gd name="T44" fmla="*/ 89 w 89"/>
                <a:gd name="T45" fmla="*/ 128 h 136"/>
                <a:gd name="T46" fmla="*/ 87 w 89"/>
                <a:gd name="T47" fmla="*/ 132 h 136"/>
                <a:gd name="T48" fmla="*/ 87 w 89"/>
                <a:gd name="T49" fmla="*/ 136 h 136"/>
                <a:gd name="T50" fmla="*/ 84 w 89"/>
                <a:gd name="T51" fmla="*/ 135 h 136"/>
                <a:gd name="T52" fmla="*/ 80 w 89"/>
                <a:gd name="T53" fmla="*/ 135 h 136"/>
                <a:gd name="T54" fmla="*/ 76 w 89"/>
                <a:gd name="T55" fmla="*/ 133 h 136"/>
                <a:gd name="T56" fmla="*/ 74 w 89"/>
                <a:gd name="T57" fmla="*/ 132 h 136"/>
                <a:gd name="T58" fmla="*/ 70 w 89"/>
                <a:gd name="T59" fmla="*/ 132 h 136"/>
                <a:gd name="T60" fmla="*/ 52 w 89"/>
                <a:gd name="T61" fmla="*/ 132 h 136"/>
                <a:gd name="T62" fmla="*/ 51 w 89"/>
                <a:gd name="T63" fmla="*/ 131 h 136"/>
                <a:gd name="T64" fmla="*/ 46 w 89"/>
                <a:gd name="T65" fmla="*/ 131 h 136"/>
                <a:gd name="T66" fmla="*/ 39 w 89"/>
                <a:gd name="T67" fmla="*/ 129 h 136"/>
                <a:gd name="T68" fmla="*/ 34 w 89"/>
                <a:gd name="T69" fmla="*/ 131 h 136"/>
                <a:gd name="T70" fmla="*/ 31 w 89"/>
                <a:gd name="T71" fmla="*/ 132 h 136"/>
                <a:gd name="T72" fmla="*/ 16 w 89"/>
                <a:gd name="T73" fmla="*/ 131 h 136"/>
                <a:gd name="T74" fmla="*/ 16 w 89"/>
                <a:gd name="T75" fmla="*/ 129 h 136"/>
                <a:gd name="T76" fmla="*/ 14 w 89"/>
                <a:gd name="T77" fmla="*/ 119 h 136"/>
                <a:gd name="T78" fmla="*/ 13 w 89"/>
                <a:gd name="T79" fmla="*/ 111 h 136"/>
                <a:gd name="T80" fmla="*/ 6 w 89"/>
                <a:gd name="T81" fmla="*/ 108 h 136"/>
                <a:gd name="T82" fmla="*/ 1 w 89"/>
                <a:gd name="T83" fmla="*/ 102 h 136"/>
                <a:gd name="T84" fmla="*/ 2 w 89"/>
                <a:gd name="T85" fmla="*/ 96 h 136"/>
                <a:gd name="T86" fmla="*/ 4 w 89"/>
                <a:gd name="T87" fmla="*/ 89 h 136"/>
                <a:gd name="T88" fmla="*/ 6 w 89"/>
                <a:gd name="T89" fmla="*/ 83 h 136"/>
                <a:gd name="T90" fmla="*/ 13 w 89"/>
                <a:gd name="T91" fmla="*/ 78 h 136"/>
                <a:gd name="T92" fmla="*/ 17 w 89"/>
                <a:gd name="T93" fmla="*/ 74 h 136"/>
                <a:gd name="T94" fmla="*/ 21 w 89"/>
                <a:gd name="T95" fmla="*/ 74 h 136"/>
                <a:gd name="T96" fmla="*/ 26 w 89"/>
                <a:gd name="T97" fmla="*/ 78 h 136"/>
                <a:gd name="T98" fmla="*/ 31 w 89"/>
                <a:gd name="T99" fmla="*/ 78 h 136"/>
                <a:gd name="T100" fmla="*/ 34 w 89"/>
                <a:gd name="T101" fmla="*/ 74 h 136"/>
                <a:gd name="T102" fmla="*/ 38 w 89"/>
                <a:gd name="T103" fmla="*/ 69 h 136"/>
                <a:gd name="T104" fmla="*/ 42 w 89"/>
                <a:gd name="T105" fmla="*/ 61 h 136"/>
                <a:gd name="T106" fmla="*/ 46 w 89"/>
                <a:gd name="T107" fmla="*/ 54 h 136"/>
                <a:gd name="T108" fmla="*/ 50 w 89"/>
                <a:gd name="T109" fmla="*/ 48 h 136"/>
                <a:gd name="T110" fmla="*/ 54 w 89"/>
                <a:gd name="T111" fmla="*/ 42 h 136"/>
                <a:gd name="T112" fmla="*/ 56 w 89"/>
                <a:gd name="T113" fmla="*/ 33 h 136"/>
                <a:gd name="T114" fmla="*/ 59 w 89"/>
                <a:gd name="T115" fmla="*/ 25 h 136"/>
                <a:gd name="T116" fmla="*/ 63 w 89"/>
                <a:gd name="T117" fmla="*/ 21 h 136"/>
                <a:gd name="T118" fmla="*/ 70 w 89"/>
                <a:gd name="T119" fmla="*/ 19 h 136"/>
                <a:gd name="T120" fmla="*/ 68 w 89"/>
                <a:gd name="T121" fmla="*/ 12 h 136"/>
                <a:gd name="T122" fmla="*/ 64 w 89"/>
                <a:gd name="T123" fmla="*/ 8 h 136"/>
                <a:gd name="T124" fmla="*/ 63 w 89"/>
                <a:gd name="T12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9" h="136">
                  <a:moveTo>
                    <a:pt x="63" y="0"/>
                  </a:moveTo>
                  <a:lnTo>
                    <a:pt x="70" y="3"/>
                  </a:lnTo>
                  <a:lnTo>
                    <a:pt x="72" y="6"/>
                  </a:lnTo>
                  <a:lnTo>
                    <a:pt x="72" y="8"/>
                  </a:lnTo>
                  <a:lnTo>
                    <a:pt x="74" y="10"/>
                  </a:lnTo>
                  <a:lnTo>
                    <a:pt x="74" y="12"/>
                  </a:lnTo>
                  <a:lnTo>
                    <a:pt x="75" y="15"/>
                  </a:lnTo>
                  <a:lnTo>
                    <a:pt x="75" y="16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6" y="20"/>
                  </a:lnTo>
                  <a:lnTo>
                    <a:pt x="75" y="24"/>
                  </a:lnTo>
                  <a:lnTo>
                    <a:pt x="74" y="25"/>
                  </a:lnTo>
                  <a:lnTo>
                    <a:pt x="74" y="28"/>
                  </a:lnTo>
                  <a:lnTo>
                    <a:pt x="76" y="31"/>
                  </a:lnTo>
                  <a:lnTo>
                    <a:pt x="78" y="31"/>
                  </a:lnTo>
                  <a:lnTo>
                    <a:pt x="79" y="33"/>
                  </a:lnTo>
                  <a:lnTo>
                    <a:pt x="81" y="36"/>
                  </a:lnTo>
                  <a:lnTo>
                    <a:pt x="83" y="37"/>
                  </a:lnTo>
                  <a:lnTo>
                    <a:pt x="81" y="37"/>
                  </a:lnTo>
                  <a:lnTo>
                    <a:pt x="80" y="37"/>
                  </a:lnTo>
                  <a:lnTo>
                    <a:pt x="79" y="37"/>
                  </a:lnTo>
                  <a:lnTo>
                    <a:pt x="76" y="36"/>
                  </a:lnTo>
                  <a:lnTo>
                    <a:pt x="74" y="37"/>
                  </a:lnTo>
                  <a:lnTo>
                    <a:pt x="72" y="36"/>
                  </a:lnTo>
                  <a:lnTo>
                    <a:pt x="70" y="37"/>
                  </a:lnTo>
                  <a:lnTo>
                    <a:pt x="70" y="36"/>
                  </a:lnTo>
                  <a:lnTo>
                    <a:pt x="67" y="36"/>
                  </a:lnTo>
                  <a:lnTo>
                    <a:pt x="66" y="36"/>
                  </a:lnTo>
                  <a:lnTo>
                    <a:pt x="66" y="39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4" y="42"/>
                  </a:lnTo>
                  <a:lnTo>
                    <a:pt x="66" y="44"/>
                  </a:lnTo>
                  <a:lnTo>
                    <a:pt x="67" y="45"/>
                  </a:lnTo>
                  <a:lnTo>
                    <a:pt x="68" y="46"/>
                  </a:lnTo>
                  <a:lnTo>
                    <a:pt x="72" y="49"/>
                  </a:lnTo>
                  <a:lnTo>
                    <a:pt x="78" y="54"/>
                  </a:lnTo>
                  <a:lnTo>
                    <a:pt x="79" y="56"/>
                  </a:lnTo>
                  <a:lnTo>
                    <a:pt x="80" y="58"/>
                  </a:lnTo>
                  <a:lnTo>
                    <a:pt x="83" y="62"/>
                  </a:lnTo>
                  <a:lnTo>
                    <a:pt x="83" y="65"/>
                  </a:lnTo>
                  <a:lnTo>
                    <a:pt x="80" y="67"/>
                  </a:lnTo>
                  <a:lnTo>
                    <a:pt x="79" y="69"/>
                  </a:lnTo>
                  <a:lnTo>
                    <a:pt x="78" y="71"/>
                  </a:lnTo>
                  <a:lnTo>
                    <a:pt x="76" y="75"/>
                  </a:lnTo>
                  <a:lnTo>
                    <a:pt x="75" y="78"/>
                  </a:lnTo>
                  <a:lnTo>
                    <a:pt x="72" y="81"/>
                  </a:lnTo>
                  <a:lnTo>
                    <a:pt x="71" y="82"/>
                  </a:lnTo>
                  <a:lnTo>
                    <a:pt x="70" y="83"/>
                  </a:lnTo>
                  <a:lnTo>
                    <a:pt x="70" y="86"/>
                  </a:lnTo>
                  <a:lnTo>
                    <a:pt x="71" y="89"/>
                  </a:lnTo>
                  <a:lnTo>
                    <a:pt x="71" y="92"/>
                  </a:lnTo>
                  <a:lnTo>
                    <a:pt x="71" y="95"/>
                  </a:lnTo>
                  <a:lnTo>
                    <a:pt x="72" y="98"/>
                  </a:lnTo>
                  <a:lnTo>
                    <a:pt x="72" y="103"/>
                  </a:lnTo>
                  <a:lnTo>
                    <a:pt x="72" y="103"/>
                  </a:lnTo>
                  <a:lnTo>
                    <a:pt x="76" y="104"/>
                  </a:lnTo>
                  <a:lnTo>
                    <a:pt x="78" y="107"/>
                  </a:lnTo>
                  <a:lnTo>
                    <a:pt x="79" y="110"/>
                  </a:lnTo>
                  <a:lnTo>
                    <a:pt x="81" y="114"/>
                  </a:lnTo>
                  <a:lnTo>
                    <a:pt x="84" y="117"/>
                  </a:lnTo>
                  <a:lnTo>
                    <a:pt x="85" y="119"/>
                  </a:lnTo>
                  <a:lnTo>
                    <a:pt x="88" y="121"/>
                  </a:lnTo>
                  <a:lnTo>
                    <a:pt x="89" y="124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9" y="128"/>
                  </a:lnTo>
                  <a:lnTo>
                    <a:pt x="89" y="129"/>
                  </a:lnTo>
                  <a:lnTo>
                    <a:pt x="88" y="131"/>
                  </a:lnTo>
                  <a:lnTo>
                    <a:pt x="87" y="132"/>
                  </a:lnTo>
                  <a:lnTo>
                    <a:pt x="88" y="135"/>
                  </a:lnTo>
                  <a:lnTo>
                    <a:pt x="88" y="135"/>
                  </a:lnTo>
                  <a:lnTo>
                    <a:pt x="87" y="136"/>
                  </a:lnTo>
                  <a:lnTo>
                    <a:pt x="85" y="135"/>
                  </a:lnTo>
                  <a:lnTo>
                    <a:pt x="85" y="135"/>
                  </a:lnTo>
                  <a:lnTo>
                    <a:pt x="84" y="135"/>
                  </a:lnTo>
                  <a:lnTo>
                    <a:pt x="83" y="135"/>
                  </a:lnTo>
                  <a:lnTo>
                    <a:pt x="80" y="135"/>
                  </a:lnTo>
                  <a:lnTo>
                    <a:pt x="80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6" y="133"/>
                  </a:lnTo>
                  <a:lnTo>
                    <a:pt x="75" y="135"/>
                  </a:lnTo>
                  <a:lnTo>
                    <a:pt x="75" y="133"/>
                  </a:lnTo>
                  <a:lnTo>
                    <a:pt x="74" y="132"/>
                  </a:lnTo>
                  <a:lnTo>
                    <a:pt x="72" y="133"/>
                  </a:lnTo>
                  <a:lnTo>
                    <a:pt x="71" y="132"/>
                  </a:lnTo>
                  <a:lnTo>
                    <a:pt x="70" y="132"/>
                  </a:lnTo>
                  <a:lnTo>
                    <a:pt x="70" y="132"/>
                  </a:lnTo>
                  <a:lnTo>
                    <a:pt x="68" y="132"/>
                  </a:lnTo>
                  <a:lnTo>
                    <a:pt x="52" y="132"/>
                  </a:lnTo>
                  <a:lnTo>
                    <a:pt x="52" y="131"/>
                  </a:lnTo>
                  <a:lnTo>
                    <a:pt x="51" y="131"/>
                  </a:lnTo>
                  <a:lnTo>
                    <a:pt x="51" y="131"/>
                  </a:lnTo>
                  <a:lnTo>
                    <a:pt x="47" y="131"/>
                  </a:lnTo>
                  <a:lnTo>
                    <a:pt x="47" y="131"/>
                  </a:lnTo>
                  <a:lnTo>
                    <a:pt x="46" y="131"/>
                  </a:lnTo>
                  <a:lnTo>
                    <a:pt x="43" y="131"/>
                  </a:lnTo>
                  <a:lnTo>
                    <a:pt x="43" y="131"/>
                  </a:lnTo>
                  <a:lnTo>
                    <a:pt x="39" y="129"/>
                  </a:lnTo>
                  <a:lnTo>
                    <a:pt x="38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3" y="131"/>
                  </a:lnTo>
                  <a:lnTo>
                    <a:pt x="31" y="131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17" y="132"/>
                  </a:lnTo>
                  <a:lnTo>
                    <a:pt x="16" y="131"/>
                  </a:lnTo>
                  <a:lnTo>
                    <a:pt x="14" y="131"/>
                  </a:lnTo>
                  <a:lnTo>
                    <a:pt x="13" y="132"/>
                  </a:lnTo>
                  <a:lnTo>
                    <a:pt x="16" y="129"/>
                  </a:lnTo>
                  <a:lnTo>
                    <a:pt x="13" y="128"/>
                  </a:lnTo>
                  <a:lnTo>
                    <a:pt x="14" y="124"/>
                  </a:lnTo>
                  <a:lnTo>
                    <a:pt x="14" y="119"/>
                  </a:lnTo>
                  <a:lnTo>
                    <a:pt x="12" y="116"/>
                  </a:lnTo>
                  <a:lnTo>
                    <a:pt x="12" y="112"/>
                  </a:lnTo>
                  <a:lnTo>
                    <a:pt x="13" y="111"/>
                  </a:lnTo>
                  <a:lnTo>
                    <a:pt x="12" y="108"/>
                  </a:lnTo>
                  <a:lnTo>
                    <a:pt x="8" y="110"/>
                  </a:lnTo>
                  <a:lnTo>
                    <a:pt x="6" y="108"/>
                  </a:lnTo>
                  <a:lnTo>
                    <a:pt x="5" y="108"/>
                  </a:lnTo>
                  <a:lnTo>
                    <a:pt x="4" y="102"/>
                  </a:lnTo>
                  <a:lnTo>
                    <a:pt x="1" y="102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2" y="96"/>
                  </a:lnTo>
                  <a:lnTo>
                    <a:pt x="4" y="94"/>
                  </a:lnTo>
                  <a:lnTo>
                    <a:pt x="4" y="90"/>
                  </a:lnTo>
                  <a:lnTo>
                    <a:pt x="4" y="89"/>
                  </a:lnTo>
                  <a:lnTo>
                    <a:pt x="5" y="87"/>
                  </a:lnTo>
                  <a:lnTo>
                    <a:pt x="5" y="86"/>
                  </a:lnTo>
                  <a:lnTo>
                    <a:pt x="6" y="83"/>
                  </a:lnTo>
                  <a:lnTo>
                    <a:pt x="9" y="82"/>
                  </a:lnTo>
                  <a:lnTo>
                    <a:pt x="10" y="81"/>
                  </a:lnTo>
                  <a:lnTo>
                    <a:pt x="13" y="78"/>
                  </a:lnTo>
                  <a:lnTo>
                    <a:pt x="13" y="75"/>
                  </a:lnTo>
                  <a:lnTo>
                    <a:pt x="14" y="74"/>
                  </a:lnTo>
                  <a:lnTo>
                    <a:pt x="17" y="74"/>
                  </a:lnTo>
                  <a:lnTo>
                    <a:pt x="17" y="73"/>
                  </a:lnTo>
                  <a:lnTo>
                    <a:pt x="18" y="74"/>
                  </a:lnTo>
                  <a:lnTo>
                    <a:pt x="21" y="74"/>
                  </a:lnTo>
                  <a:lnTo>
                    <a:pt x="22" y="74"/>
                  </a:lnTo>
                  <a:lnTo>
                    <a:pt x="25" y="75"/>
                  </a:lnTo>
                  <a:lnTo>
                    <a:pt x="26" y="78"/>
                  </a:lnTo>
                  <a:lnTo>
                    <a:pt x="29" y="79"/>
                  </a:lnTo>
                  <a:lnTo>
                    <a:pt x="30" y="81"/>
                  </a:lnTo>
                  <a:lnTo>
                    <a:pt x="31" y="78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7" y="73"/>
                  </a:lnTo>
                  <a:lnTo>
                    <a:pt x="38" y="71"/>
                  </a:lnTo>
                  <a:lnTo>
                    <a:pt x="38" y="69"/>
                  </a:lnTo>
                  <a:lnTo>
                    <a:pt x="38" y="66"/>
                  </a:lnTo>
                  <a:lnTo>
                    <a:pt x="42" y="62"/>
                  </a:lnTo>
                  <a:lnTo>
                    <a:pt x="42" y="61"/>
                  </a:lnTo>
                  <a:lnTo>
                    <a:pt x="42" y="60"/>
                  </a:lnTo>
                  <a:lnTo>
                    <a:pt x="43" y="57"/>
                  </a:lnTo>
                  <a:lnTo>
                    <a:pt x="46" y="54"/>
                  </a:lnTo>
                  <a:lnTo>
                    <a:pt x="49" y="53"/>
                  </a:lnTo>
                  <a:lnTo>
                    <a:pt x="49" y="50"/>
                  </a:lnTo>
                  <a:lnTo>
                    <a:pt x="50" y="48"/>
                  </a:lnTo>
                  <a:lnTo>
                    <a:pt x="50" y="45"/>
                  </a:lnTo>
                  <a:lnTo>
                    <a:pt x="51" y="42"/>
                  </a:lnTo>
                  <a:lnTo>
                    <a:pt x="54" y="42"/>
                  </a:lnTo>
                  <a:lnTo>
                    <a:pt x="56" y="40"/>
                  </a:lnTo>
                  <a:lnTo>
                    <a:pt x="56" y="37"/>
                  </a:lnTo>
                  <a:lnTo>
                    <a:pt x="56" y="33"/>
                  </a:lnTo>
                  <a:lnTo>
                    <a:pt x="56" y="32"/>
                  </a:lnTo>
                  <a:lnTo>
                    <a:pt x="58" y="29"/>
                  </a:lnTo>
                  <a:lnTo>
                    <a:pt x="59" y="25"/>
                  </a:lnTo>
                  <a:lnTo>
                    <a:pt x="60" y="24"/>
                  </a:lnTo>
                  <a:lnTo>
                    <a:pt x="62" y="24"/>
                  </a:lnTo>
                  <a:lnTo>
                    <a:pt x="63" y="21"/>
                  </a:lnTo>
                  <a:lnTo>
                    <a:pt x="64" y="21"/>
                  </a:lnTo>
                  <a:lnTo>
                    <a:pt x="67" y="20"/>
                  </a:lnTo>
                  <a:lnTo>
                    <a:pt x="70" y="19"/>
                  </a:lnTo>
                  <a:lnTo>
                    <a:pt x="70" y="17"/>
                  </a:lnTo>
                  <a:lnTo>
                    <a:pt x="68" y="14"/>
                  </a:lnTo>
                  <a:lnTo>
                    <a:pt x="68" y="12"/>
                  </a:lnTo>
                  <a:lnTo>
                    <a:pt x="68" y="11"/>
                  </a:lnTo>
                  <a:lnTo>
                    <a:pt x="66" y="11"/>
                  </a:lnTo>
                  <a:lnTo>
                    <a:pt x="64" y="8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0" name="Freeform 469"/>
            <p:cNvSpPr>
              <a:spLocks/>
            </p:cNvSpPr>
            <p:nvPr/>
          </p:nvSpPr>
          <p:spPr bwMode="auto">
            <a:xfrm>
              <a:off x="6034265" y="4284420"/>
              <a:ext cx="172567" cy="187793"/>
            </a:xfrm>
            <a:custGeom>
              <a:avLst/>
              <a:gdLst>
                <a:gd name="T0" fmla="*/ 43 w 68"/>
                <a:gd name="T1" fmla="*/ 2 h 74"/>
                <a:gd name="T2" fmla="*/ 46 w 68"/>
                <a:gd name="T3" fmla="*/ 2 h 74"/>
                <a:gd name="T4" fmla="*/ 47 w 68"/>
                <a:gd name="T5" fmla="*/ 2 h 74"/>
                <a:gd name="T6" fmla="*/ 51 w 68"/>
                <a:gd name="T7" fmla="*/ 2 h 74"/>
                <a:gd name="T8" fmla="*/ 52 w 68"/>
                <a:gd name="T9" fmla="*/ 3 h 74"/>
                <a:gd name="T10" fmla="*/ 52 w 68"/>
                <a:gd name="T11" fmla="*/ 4 h 74"/>
                <a:gd name="T12" fmla="*/ 52 w 68"/>
                <a:gd name="T13" fmla="*/ 10 h 74"/>
                <a:gd name="T14" fmla="*/ 52 w 68"/>
                <a:gd name="T15" fmla="*/ 13 h 74"/>
                <a:gd name="T16" fmla="*/ 56 w 68"/>
                <a:gd name="T17" fmla="*/ 13 h 74"/>
                <a:gd name="T18" fmla="*/ 60 w 68"/>
                <a:gd name="T19" fmla="*/ 12 h 74"/>
                <a:gd name="T20" fmla="*/ 67 w 68"/>
                <a:gd name="T21" fmla="*/ 12 h 74"/>
                <a:gd name="T22" fmla="*/ 68 w 68"/>
                <a:gd name="T23" fmla="*/ 16 h 74"/>
                <a:gd name="T24" fmla="*/ 68 w 68"/>
                <a:gd name="T25" fmla="*/ 19 h 74"/>
                <a:gd name="T26" fmla="*/ 66 w 68"/>
                <a:gd name="T27" fmla="*/ 21 h 74"/>
                <a:gd name="T28" fmla="*/ 63 w 68"/>
                <a:gd name="T29" fmla="*/ 25 h 74"/>
                <a:gd name="T30" fmla="*/ 64 w 68"/>
                <a:gd name="T31" fmla="*/ 27 h 74"/>
                <a:gd name="T32" fmla="*/ 63 w 68"/>
                <a:gd name="T33" fmla="*/ 28 h 74"/>
                <a:gd name="T34" fmla="*/ 62 w 68"/>
                <a:gd name="T35" fmla="*/ 29 h 74"/>
                <a:gd name="T36" fmla="*/ 63 w 68"/>
                <a:gd name="T37" fmla="*/ 32 h 74"/>
                <a:gd name="T38" fmla="*/ 64 w 68"/>
                <a:gd name="T39" fmla="*/ 33 h 74"/>
                <a:gd name="T40" fmla="*/ 67 w 68"/>
                <a:gd name="T41" fmla="*/ 36 h 74"/>
                <a:gd name="T42" fmla="*/ 68 w 68"/>
                <a:gd name="T43" fmla="*/ 40 h 74"/>
                <a:gd name="T44" fmla="*/ 64 w 68"/>
                <a:gd name="T45" fmla="*/ 53 h 74"/>
                <a:gd name="T46" fmla="*/ 64 w 68"/>
                <a:gd name="T47" fmla="*/ 57 h 74"/>
                <a:gd name="T48" fmla="*/ 63 w 68"/>
                <a:gd name="T49" fmla="*/ 56 h 74"/>
                <a:gd name="T50" fmla="*/ 58 w 68"/>
                <a:gd name="T51" fmla="*/ 54 h 74"/>
                <a:gd name="T52" fmla="*/ 55 w 68"/>
                <a:gd name="T53" fmla="*/ 56 h 74"/>
                <a:gd name="T54" fmla="*/ 50 w 68"/>
                <a:gd name="T55" fmla="*/ 54 h 74"/>
                <a:gd name="T56" fmla="*/ 46 w 68"/>
                <a:gd name="T57" fmla="*/ 49 h 74"/>
                <a:gd name="T58" fmla="*/ 46 w 68"/>
                <a:gd name="T59" fmla="*/ 53 h 74"/>
                <a:gd name="T60" fmla="*/ 41 w 68"/>
                <a:gd name="T61" fmla="*/ 56 h 74"/>
                <a:gd name="T62" fmla="*/ 38 w 68"/>
                <a:gd name="T63" fmla="*/ 57 h 74"/>
                <a:gd name="T64" fmla="*/ 35 w 68"/>
                <a:gd name="T65" fmla="*/ 57 h 74"/>
                <a:gd name="T66" fmla="*/ 31 w 68"/>
                <a:gd name="T67" fmla="*/ 58 h 74"/>
                <a:gd name="T68" fmla="*/ 31 w 68"/>
                <a:gd name="T69" fmla="*/ 62 h 74"/>
                <a:gd name="T70" fmla="*/ 35 w 68"/>
                <a:gd name="T71" fmla="*/ 61 h 74"/>
                <a:gd name="T72" fmla="*/ 38 w 68"/>
                <a:gd name="T73" fmla="*/ 63 h 74"/>
                <a:gd name="T74" fmla="*/ 38 w 68"/>
                <a:gd name="T75" fmla="*/ 71 h 74"/>
                <a:gd name="T76" fmla="*/ 34 w 68"/>
                <a:gd name="T77" fmla="*/ 69 h 74"/>
                <a:gd name="T78" fmla="*/ 31 w 68"/>
                <a:gd name="T79" fmla="*/ 70 h 74"/>
                <a:gd name="T80" fmla="*/ 30 w 68"/>
                <a:gd name="T81" fmla="*/ 73 h 74"/>
                <a:gd name="T82" fmla="*/ 27 w 68"/>
                <a:gd name="T83" fmla="*/ 74 h 74"/>
                <a:gd name="T84" fmla="*/ 26 w 68"/>
                <a:gd name="T85" fmla="*/ 71 h 74"/>
                <a:gd name="T86" fmla="*/ 20 w 68"/>
                <a:gd name="T87" fmla="*/ 66 h 74"/>
                <a:gd name="T88" fmla="*/ 12 w 68"/>
                <a:gd name="T89" fmla="*/ 58 h 74"/>
                <a:gd name="T90" fmla="*/ 9 w 68"/>
                <a:gd name="T91" fmla="*/ 56 h 74"/>
                <a:gd name="T92" fmla="*/ 6 w 68"/>
                <a:gd name="T93" fmla="*/ 52 h 74"/>
                <a:gd name="T94" fmla="*/ 4 w 68"/>
                <a:gd name="T95" fmla="*/ 45 h 74"/>
                <a:gd name="T96" fmla="*/ 2 w 68"/>
                <a:gd name="T97" fmla="*/ 42 h 74"/>
                <a:gd name="T98" fmla="*/ 1 w 68"/>
                <a:gd name="T99" fmla="*/ 36 h 74"/>
                <a:gd name="T100" fmla="*/ 5 w 68"/>
                <a:gd name="T101" fmla="*/ 35 h 74"/>
                <a:gd name="T102" fmla="*/ 6 w 68"/>
                <a:gd name="T103" fmla="*/ 24 h 74"/>
                <a:gd name="T104" fmla="*/ 13 w 68"/>
                <a:gd name="T105" fmla="*/ 25 h 74"/>
                <a:gd name="T106" fmla="*/ 8 w 68"/>
                <a:gd name="T107" fmla="*/ 20 h 74"/>
                <a:gd name="T108" fmla="*/ 10 w 68"/>
                <a:gd name="T109" fmla="*/ 17 h 74"/>
                <a:gd name="T110" fmla="*/ 13 w 68"/>
                <a:gd name="T111" fmla="*/ 16 h 74"/>
                <a:gd name="T112" fmla="*/ 14 w 68"/>
                <a:gd name="T113" fmla="*/ 16 h 74"/>
                <a:gd name="T114" fmla="*/ 31 w 68"/>
                <a:gd name="T115" fmla="*/ 3 h 74"/>
                <a:gd name="T116" fmla="*/ 33 w 68"/>
                <a:gd name="T117" fmla="*/ 2 h 74"/>
                <a:gd name="T118" fmla="*/ 34 w 68"/>
                <a:gd name="T119" fmla="*/ 2 h 74"/>
                <a:gd name="T120" fmla="*/ 39 w 68"/>
                <a:gd name="T12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8" h="74">
                  <a:moveTo>
                    <a:pt x="39" y="0"/>
                  </a:moveTo>
                  <a:lnTo>
                    <a:pt x="43" y="2"/>
                  </a:lnTo>
                  <a:lnTo>
                    <a:pt x="43" y="2"/>
                  </a:lnTo>
                  <a:lnTo>
                    <a:pt x="46" y="2"/>
                  </a:lnTo>
                  <a:lnTo>
                    <a:pt x="47" y="2"/>
                  </a:lnTo>
                  <a:lnTo>
                    <a:pt x="47" y="2"/>
                  </a:lnTo>
                  <a:lnTo>
                    <a:pt x="51" y="2"/>
                  </a:lnTo>
                  <a:lnTo>
                    <a:pt x="51" y="2"/>
                  </a:lnTo>
                  <a:lnTo>
                    <a:pt x="52" y="2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52" y="4"/>
                  </a:lnTo>
                  <a:lnTo>
                    <a:pt x="52" y="7"/>
                  </a:lnTo>
                  <a:lnTo>
                    <a:pt x="52" y="10"/>
                  </a:lnTo>
                  <a:lnTo>
                    <a:pt x="54" y="12"/>
                  </a:lnTo>
                  <a:lnTo>
                    <a:pt x="52" y="13"/>
                  </a:lnTo>
                  <a:lnTo>
                    <a:pt x="54" y="13"/>
                  </a:lnTo>
                  <a:lnTo>
                    <a:pt x="56" y="13"/>
                  </a:lnTo>
                  <a:lnTo>
                    <a:pt x="58" y="13"/>
                  </a:lnTo>
                  <a:lnTo>
                    <a:pt x="60" y="12"/>
                  </a:lnTo>
                  <a:lnTo>
                    <a:pt x="63" y="12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68" y="16"/>
                  </a:lnTo>
                  <a:lnTo>
                    <a:pt x="67" y="17"/>
                  </a:lnTo>
                  <a:lnTo>
                    <a:pt x="68" y="19"/>
                  </a:lnTo>
                  <a:lnTo>
                    <a:pt x="68" y="21"/>
                  </a:lnTo>
                  <a:lnTo>
                    <a:pt x="66" y="21"/>
                  </a:lnTo>
                  <a:lnTo>
                    <a:pt x="63" y="23"/>
                  </a:lnTo>
                  <a:lnTo>
                    <a:pt x="63" y="25"/>
                  </a:lnTo>
                  <a:lnTo>
                    <a:pt x="63" y="25"/>
                  </a:lnTo>
                  <a:lnTo>
                    <a:pt x="64" y="27"/>
                  </a:lnTo>
                  <a:lnTo>
                    <a:pt x="63" y="27"/>
                  </a:lnTo>
                  <a:lnTo>
                    <a:pt x="63" y="28"/>
                  </a:lnTo>
                  <a:lnTo>
                    <a:pt x="62" y="28"/>
                  </a:lnTo>
                  <a:lnTo>
                    <a:pt x="62" y="29"/>
                  </a:lnTo>
                  <a:lnTo>
                    <a:pt x="62" y="31"/>
                  </a:lnTo>
                  <a:lnTo>
                    <a:pt x="63" y="32"/>
                  </a:lnTo>
                  <a:lnTo>
                    <a:pt x="64" y="32"/>
                  </a:lnTo>
                  <a:lnTo>
                    <a:pt x="64" y="33"/>
                  </a:lnTo>
                  <a:lnTo>
                    <a:pt x="66" y="35"/>
                  </a:lnTo>
                  <a:lnTo>
                    <a:pt x="67" y="36"/>
                  </a:lnTo>
                  <a:lnTo>
                    <a:pt x="68" y="37"/>
                  </a:lnTo>
                  <a:lnTo>
                    <a:pt x="68" y="40"/>
                  </a:lnTo>
                  <a:lnTo>
                    <a:pt x="67" y="44"/>
                  </a:lnTo>
                  <a:lnTo>
                    <a:pt x="64" y="53"/>
                  </a:lnTo>
                  <a:lnTo>
                    <a:pt x="64" y="56"/>
                  </a:lnTo>
                  <a:lnTo>
                    <a:pt x="64" y="57"/>
                  </a:lnTo>
                  <a:lnTo>
                    <a:pt x="63" y="57"/>
                  </a:lnTo>
                  <a:lnTo>
                    <a:pt x="63" y="56"/>
                  </a:lnTo>
                  <a:lnTo>
                    <a:pt x="60" y="54"/>
                  </a:lnTo>
                  <a:lnTo>
                    <a:pt x="58" y="54"/>
                  </a:lnTo>
                  <a:lnTo>
                    <a:pt x="56" y="56"/>
                  </a:lnTo>
                  <a:lnTo>
                    <a:pt x="55" y="56"/>
                  </a:lnTo>
                  <a:lnTo>
                    <a:pt x="51" y="56"/>
                  </a:lnTo>
                  <a:lnTo>
                    <a:pt x="50" y="54"/>
                  </a:lnTo>
                  <a:lnTo>
                    <a:pt x="49" y="49"/>
                  </a:lnTo>
                  <a:lnTo>
                    <a:pt x="46" y="49"/>
                  </a:lnTo>
                  <a:lnTo>
                    <a:pt x="45" y="50"/>
                  </a:lnTo>
                  <a:lnTo>
                    <a:pt x="46" y="53"/>
                  </a:lnTo>
                  <a:lnTo>
                    <a:pt x="45" y="56"/>
                  </a:lnTo>
                  <a:lnTo>
                    <a:pt x="41" y="56"/>
                  </a:lnTo>
                  <a:lnTo>
                    <a:pt x="39" y="56"/>
                  </a:lnTo>
                  <a:lnTo>
                    <a:pt x="38" y="57"/>
                  </a:lnTo>
                  <a:lnTo>
                    <a:pt x="37" y="58"/>
                  </a:lnTo>
                  <a:lnTo>
                    <a:pt x="35" y="57"/>
                  </a:lnTo>
                  <a:lnTo>
                    <a:pt x="33" y="57"/>
                  </a:lnTo>
                  <a:lnTo>
                    <a:pt x="31" y="58"/>
                  </a:lnTo>
                  <a:lnTo>
                    <a:pt x="31" y="60"/>
                  </a:lnTo>
                  <a:lnTo>
                    <a:pt x="31" y="62"/>
                  </a:lnTo>
                  <a:lnTo>
                    <a:pt x="34" y="61"/>
                  </a:lnTo>
                  <a:lnTo>
                    <a:pt x="35" y="61"/>
                  </a:lnTo>
                  <a:lnTo>
                    <a:pt x="37" y="62"/>
                  </a:lnTo>
                  <a:lnTo>
                    <a:pt x="38" y="63"/>
                  </a:lnTo>
                  <a:lnTo>
                    <a:pt x="39" y="69"/>
                  </a:lnTo>
                  <a:lnTo>
                    <a:pt x="38" y="71"/>
                  </a:lnTo>
                  <a:lnTo>
                    <a:pt x="35" y="69"/>
                  </a:lnTo>
                  <a:lnTo>
                    <a:pt x="34" y="69"/>
                  </a:lnTo>
                  <a:lnTo>
                    <a:pt x="34" y="70"/>
                  </a:lnTo>
                  <a:lnTo>
                    <a:pt x="31" y="70"/>
                  </a:lnTo>
                  <a:lnTo>
                    <a:pt x="30" y="70"/>
                  </a:lnTo>
                  <a:lnTo>
                    <a:pt x="30" y="73"/>
                  </a:lnTo>
                  <a:lnTo>
                    <a:pt x="29" y="74"/>
                  </a:lnTo>
                  <a:lnTo>
                    <a:pt x="27" y="74"/>
                  </a:lnTo>
                  <a:lnTo>
                    <a:pt x="26" y="73"/>
                  </a:lnTo>
                  <a:lnTo>
                    <a:pt x="26" y="71"/>
                  </a:lnTo>
                  <a:lnTo>
                    <a:pt x="21" y="69"/>
                  </a:lnTo>
                  <a:lnTo>
                    <a:pt x="20" y="66"/>
                  </a:lnTo>
                  <a:lnTo>
                    <a:pt x="14" y="62"/>
                  </a:lnTo>
                  <a:lnTo>
                    <a:pt x="12" y="58"/>
                  </a:lnTo>
                  <a:lnTo>
                    <a:pt x="13" y="58"/>
                  </a:lnTo>
                  <a:lnTo>
                    <a:pt x="9" y="56"/>
                  </a:lnTo>
                  <a:lnTo>
                    <a:pt x="8" y="53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4" y="45"/>
                  </a:lnTo>
                  <a:lnTo>
                    <a:pt x="4" y="42"/>
                  </a:lnTo>
                  <a:lnTo>
                    <a:pt x="2" y="42"/>
                  </a:lnTo>
                  <a:lnTo>
                    <a:pt x="0" y="37"/>
                  </a:lnTo>
                  <a:lnTo>
                    <a:pt x="1" y="36"/>
                  </a:lnTo>
                  <a:lnTo>
                    <a:pt x="4" y="36"/>
                  </a:lnTo>
                  <a:lnTo>
                    <a:pt x="5" y="35"/>
                  </a:lnTo>
                  <a:lnTo>
                    <a:pt x="6" y="28"/>
                  </a:lnTo>
                  <a:lnTo>
                    <a:pt x="6" y="24"/>
                  </a:lnTo>
                  <a:lnTo>
                    <a:pt x="8" y="27"/>
                  </a:lnTo>
                  <a:lnTo>
                    <a:pt x="13" y="25"/>
                  </a:lnTo>
                  <a:lnTo>
                    <a:pt x="9" y="24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10" y="17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31" y="16"/>
                  </a:lnTo>
                  <a:lnTo>
                    <a:pt x="31" y="3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8" y="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1" name="Freeform 470"/>
            <p:cNvSpPr>
              <a:spLocks/>
            </p:cNvSpPr>
            <p:nvPr/>
          </p:nvSpPr>
          <p:spPr bwMode="auto">
            <a:xfrm>
              <a:off x="6049491" y="4289495"/>
              <a:ext cx="63444" cy="38067"/>
            </a:xfrm>
            <a:custGeom>
              <a:avLst/>
              <a:gdLst>
                <a:gd name="T0" fmla="*/ 8 w 25"/>
                <a:gd name="T1" fmla="*/ 0 h 15"/>
                <a:gd name="T2" fmla="*/ 10 w 25"/>
                <a:gd name="T3" fmla="*/ 0 h 15"/>
                <a:gd name="T4" fmla="*/ 11 w 25"/>
                <a:gd name="T5" fmla="*/ 1 h 15"/>
                <a:gd name="T6" fmla="*/ 25 w 25"/>
                <a:gd name="T7" fmla="*/ 1 h 15"/>
                <a:gd name="T8" fmla="*/ 25 w 25"/>
                <a:gd name="T9" fmla="*/ 14 h 15"/>
                <a:gd name="T10" fmla="*/ 8 w 25"/>
                <a:gd name="T11" fmla="*/ 14 h 15"/>
                <a:gd name="T12" fmla="*/ 8 w 25"/>
                <a:gd name="T13" fmla="*/ 14 h 15"/>
                <a:gd name="T14" fmla="*/ 7 w 25"/>
                <a:gd name="T15" fmla="*/ 14 h 15"/>
                <a:gd name="T16" fmla="*/ 6 w 25"/>
                <a:gd name="T17" fmla="*/ 15 h 15"/>
                <a:gd name="T18" fmla="*/ 4 w 25"/>
                <a:gd name="T19" fmla="*/ 15 h 15"/>
                <a:gd name="T20" fmla="*/ 4 w 25"/>
                <a:gd name="T21" fmla="*/ 14 h 15"/>
                <a:gd name="T22" fmla="*/ 0 w 25"/>
                <a:gd name="T23" fmla="*/ 13 h 15"/>
                <a:gd name="T24" fmla="*/ 4 w 25"/>
                <a:gd name="T25" fmla="*/ 8 h 15"/>
                <a:gd name="T26" fmla="*/ 7 w 25"/>
                <a:gd name="T27" fmla="*/ 2 h 15"/>
                <a:gd name="T28" fmla="*/ 7 w 25"/>
                <a:gd name="T29" fmla="*/ 1 h 15"/>
                <a:gd name="T30" fmla="*/ 7 w 25"/>
                <a:gd name="T31" fmla="*/ 1 h 15"/>
                <a:gd name="T32" fmla="*/ 8 w 25"/>
                <a:gd name="T3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5">
                  <a:moveTo>
                    <a:pt x="8" y="0"/>
                  </a:moveTo>
                  <a:lnTo>
                    <a:pt x="10" y="0"/>
                  </a:lnTo>
                  <a:lnTo>
                    <a:pt x="11" y="1"/>
                  </a:lnTo>
                  <a:lnTo>
                    <a:pt x="25" y="1"/>
                  </a:lnTo>
                  <a:lnTo>
                    <a:pt x="25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6" y="15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0" y="13"/>
                  </a:lnTo>
                  <a:lnTo>
                    <a:pt x="4" y="8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2" name="Freeform 471"/>
            <p:cNvSpPr>
              <a:spLocks/>
            </p:cNvSpPr>
            <p:nvPr/>
          </p:nvSpPr>
          <p:spPr bwMode="auto">
            <a:xfrm>
              <a:off x="6107860" y="4238740"/>
              <a:ext cx="230936" cy="269001"/>
            </a:xfrm>
            <a:custGeom>
              <a:avLst/>
              <a:gdLst>
                <a:gd name="T0" fmla="*/ 84 w 91"/>
                <a:gd name="T1" fmla="*/ 1 h 106"/>
                <a:gd name="T2" fmla="*/ 89 w 91"/>
                <a:gd name="T3" fmla="*/ 1 h 106"/>
                <a:gd name="T4" fmla="*/ 91 w 91"/>
                <a:gd name="T5" fmla="*/ 9 h 106"/>
                <a:gd name="T6" fmla="*/ 83 w 91"/>
                <a:gd name="T7" fmla="*/ 18 h 106"/>
                <a:gd name="T8" fmla="*/ 83 w 91"/>
                <a:gd name="T9" fmla="*/ 29 h 106"/>
                <a:gd name="T10" fmla="*/ 81 w 91"/>
                <a:gd name="T11" fmla="*/ 35 h 106"/>
                <a:gd name="T12" fmla="*/ 80 w 91"/>
                <a:gd name="T13" fmla="*/ 43 h 106"/>
                <a:gd name="T14" fmla="*/ 77 w 91"/>
                <a:gd name="T15" fmla="*/ 51 h 106"/>
                <a:gd name="T16" fmla="*/ 70 w 91"/>
                <a:gd name="T17" fmla="*/ 60 h 106"/>
                <a:gd name="T18" fmla="*/ 63 w 91"/>
                <a:gd name="T19" fmla="*/ 64 h 106"/>
                <a:gd name="T20" fmla="*/ 58 w 91"/>
                <a:gd name="T21" fmla="*/ 74 h 106"/>
                <a:gd name="T22" fmla="*/ 59 w 91"/>
                <a:gd name="T23" fmla="*/ 84 h 106"/>
                <a:gd name="T24" fmla="*/ 56 w 91"/>
                <a:gd name="T25" fmla="*/ 92 h 106"/>
                <a:gd name="T26" fmla="*/ 51 w 91"/>
                <a:gd name="T27" fmla="*/ 96 h 106"/>
                <a:gd name="T28" fmla="*/ 42 w 91"/>
                <a:gd name="T29" fmla="*/ 105 h 106"/>
                <a:gd name="T30" fmla="*/ 38 w 91"/>
                <a:gd name="T31" fmla="*/ 100 h 106"/>
                <a:gd name="T32" fmla="*/ 35 w 91"/>
                <a:gd name="T33" fmla="*/ 97 h 106"/>
                <a:gd name="T34" fmla="*/ 30 w 91"/>
                <a:gd name="T35" fmla="*/ 100 h 106"/>
                <a:gd name="T36" fmla="*/ 26 w 91"/>
                <a:gd name="T37" fmla="*/ 104 h 106"/>
                <a:gd name="T38" fmla="*/ 23 w 91"/>
                <a:gd name="T39" fmla="*/ 103 h 106"/>
                <a:gd name="T40" fmla="*/ 22 w 91"/>
                <a:gd name="T41" fmla="*/ 100 h 106"/>
                <a:gd name="T42" fmla="*/ 18 w 91"/>
                <a:gd name="T43" fmla="*/ 99 h 106"/>
                <a:gd name="T44" fmla="*/ 14 w 91"/>
                <a:gd name="T45" fmla="*/ 103 h 106"/>
                <a:gd name="T46" fmla="*/ 10 w 91"/>
                <a:gd name="T47" fmla="*/ 106 h 106"/>
                <a:gd name="T48" fmla="*/ 8 w 91"/>
                <a:gd name="T49" fmla="*/ 103 h 106"/>
                <a:gd name="T50" fmla="*/ 2 w 91"/>
                <a:gd name="T51" fmla="*/ 96 h 106"/>
                <a:gd name="T52" fmla="*/ 1 w 91"/>
                <a:gd name="T53" fmla="*/ 91 h 106"/>
                <a:gd name="T54" fmla="*/ 5 w 91"/>
                <a:gd name="T55" fmla="*/ 88 h 106"/>
                <a:gd name="T56" fmla="*/ 9 w 91"/>
                <a:gd name="T57" fmla="*/ 89 h 106"/>
                <a:gd name="T58" fmla="*/ 8 w 91"/>
                <a:gd name="T59" fmla="*/ 80 h 106"/>
                <a:gd name="T60" fmla="*/ 2 w 91"/>
                <a:gd name="T61" fmla="*/ 80 h 106"/>
                <a:gd name="T62" fmla="*/ 4 w 91"/>
                <a:gd name="T63" fmla="*/ 75 h 106"/>
                <a:gd name="T64" fmla="*/ 9 w 91"/>
                <a:gd name="T65" fmla="*/ 75 h 106"/>
                <a:gd name="T66" fmla="*/ 16 w 91"/>
                <a:gd name="T67" fmla="*/ 74 h 106"/>
                <a:gd name="T68" fmla="*/ 17 w 91"/>
                <a:gd name="T69" fmla="*/ 67 h 106"/>
                <a:gd name="T70" fmla="*/ 22 w 91"/>
                <a:gd name="T71" fmla="*/ 74 h 106"/>
                <a:gd name="T72" fmla="*/ 29 w 91"/>
                <a:gd name="T73" fmla="*/ 72 h 106"/>
                <a:gd name="T74" fmla="*/ 34 w 91"/>
                <a:gd name="T75" fmla="*/ 75 h 106"/>
                <a:gd name="T76" fmla="*/ 35 w 91"/>
                <a:gd name="T77" fmla="*/ 71 h 106"/>
                <a:gd name="T78" fmla="*/ 39 w 91"/>
                <a:gd name="T79" fmla="*/ 55 h 106"/>
                <a:gd name="T80" fmla="*/ 35 w 91"/>
                <a:gd name="T81" fmla="*/ 51 h 106"/>
                <a:gd name="T82" fmla="*/ 33 w 91"/>
                <a:gd name="T83" fmla="*/ 49 h 106"/>
                <a:gd name="T84" fmla="*/ 34 w 91"/>
                <a:gd name="T85" fmla="*/ 46 h 106"/>
                <a:gd name="T86" fmla="*/ 34 w 91"/>
                <a:gd name="T87" fmla="*/ 43 h 106"/>
                <a:gd name="T88" fmla="*/ 37 w 91"/>
                <a:gd name="T89" fmla="*/ 39 h 106"/>
                <a:gd name="T90" fmla="*/ 38 w 91"/>
                <a:gd name="T91" fmla="*/ 35 h 106"/>
                <a:gd name="T92" fmla="*/ 38 w 91"/>
                <a:gd name="T93" fmla="*/ 30 h 106"/>
                <a:gd name="T94" fmla="*/ 29 w 91"/>
                <a:gd name="T95" fmla="*/ 31 h 106"/>
                <a:gd name="T96" fmla="*/ 23 w 91"/>
                <a:gd name="T97" fmla="*/ 31 h 106"/>
                <a:gd name="T98" fmla="*/ 23 w 91"/>
                <a:gd name="T99" fmla="*/ 25 h 106"/>
                <a:gd name="T100" fmla="*/ 39 w 91"/>
                <a:gd name="T101" fmla="*/ 21 h 106"/>
                <a:gd name="T102" fmla="*/ 42 w 91"/>
                <a:gd name="T103" fmla="*/ 21 h 106"/>
                <a:gd name="T104" fmla="*/ 46 w 91"/>
                <a:gd name="T105" fmla="*/ 22 h 106"/>
                <a:gd name="T106" fmla="*/ 49 w 91"/>
                <a:gd name="T107" fmla="*/ 22 h 106"/>
                <a:gd name="T108" fmla="*/ 51 w 91"/>
                <a:gd name="T109" fmla="*/ 24 h 106"/>
                <a:gd name="T110" fmla="*/ 56 w 91"/>
                <a:gd name="T111" fmla="*/ 24 h 106"/>
                <a:gd name="T112" fmla="*/ 59 w 91"/>
                <a:gd name="T113" fmla="*/ 24 h 106"/>
                <a:gd name="T114" fmla="*/ 59 w 91"/>
                <a:gd name="T115" fmla="*/ 20 h 106"/>
                <a:gd name="T116" fmla="*/ 66 w 91"/>
                <a:gd name="T117" fmla="*/ 8 h 106"/>
                <a:gd name="T118" fmla="*/ 72 w 91"/>
                <a:gd name="T119" fmla="*/ 3 h 106"/>
                <a:gd name="T120" fmla="*/ 80 w 91"/>
                <a:gd name="T121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1" h="106">
                  <a:moveTo>
                    <a:pt x="80" y="0"/>
                  </a:moveTo>
                  <a:lnTo>
                    <a:pt x="84" y="0"/>
                  </a:lnTo>
                  <a:lnTo>
                    <a:pt x="84" y="1"/>
                  </a:lnTo>
                  <a:lnTo>
                    <a:pt x="87" y="3"/>
                  </a:lnTo>
                  <a:lnTo>
                    <a:pt x="88" y="1"/>
                  </a:lnTo>
                  <a:lnTo>
                    <a:pt x="89" y="1"/>
                  </a:lnTo>
                  <a:lnTo>
                    <a:pt x="89" y="3"/>
                  </a:lnTo>
                  <a:lnTo>
                    <a:pt x="91" y="4"/>
                  </a:lnTo>
                  <a:lnTo>
                    <a:pt x="91" y="9"/>
                  </a:lnTo>
                  <a:lnTo>
                    <a:pt x="88" y="10"/>
                  </a:lnTo>
                  <a:lnTo>
                    <a:pt x="88" y="12"/>
                  </a:lnTo>
                  <a:lnTo>
                    <a:pt x="83" y="18"/>
                  </a:lnTo>
                  <a:lnTo>
                    <a:pt x="84" y="24"/>
                  </a:lnTo>
                  <a:lnTo>
                    <a:pt x="83" y="26"/>
                  </a:lnTo>
                  <a:lnTo>
                    <a:pt x="83" y="29"/>
                  </a:lnTo>
                  <a:lnTo>
                    <a:pt x="81" y="30"/>
                  </a:lnTo>
                  <a:lnTo>
                    <a:pt x="80" y="34"/>
                  </a:lnTo>
                  <a:lnTo>
                    <a:pt x="81" y="35"/>
                  </a:lnTo>
                  <a:lnTo>
                    <a:pt x="80" y="39"/>
                  </a:lnTo>
                  <a:lnTo>
                    <a:pt x="81" y="39"/>
                  </a:lnTo>
                  <a:lnTo>
                    <a:pt x="80" y="43"/>
                  </a:lnTo>
                  <a:lnTo>
                    <a:pt x="79" y="43"/>
                  </a:lnTo>
                  <a:lnTo>
                    <a:pt x="77" y="47"/>
                  </a:lnTo>
                  <a:lnTo>
                    <a:pt x="77" y="51"/>
                  </a:lnTo>
                  <a:lnTo>
                    <a:pt x="74" y="58"/>
                  </a:lnTo>
                  <a:lnTo>
                    <a:pt x="72" y="59"/>
                  </a:lnTo>
                  <a:lnTo>
                    <a:pt x="70" y="60"/>
                  </a:lnTo>
                  <a:lnTo>
                    <a:pt x="68" y="59"/>
                  </a:lnTo>
                  <a:lnTo>
                    <a:pt x="66" y="62"/>
                  </a:lnTo>
                  <a:lnTo>
                    <a:pt x="63" y="64"/>
                  </a:lnTo>
                  <a:lnTo>
                    <a:pt x="63" y="67"/>
                  </a:lnTo>
                  <a:lnTo>
                    <a:pt x="59" y="71"/>
                  </a:lnTo>
                  <a:lnTo>
                    <a:pt x="58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59" y="84"/>
                  </a:lnTo>
                  <a:lnTo>
                    <a:pt x="58" y="87"/>
                  </a:lnTo>
                  <a:lnTo>
                    <a:pt x="58" y="89"/>
                  </a:lnTo>
                  <a:lnTo>
                    <a:pt x="56" y="92"/>
                  </a:lnTo>
                  <a:lnTo>
                    <a:pt x="54" y="93"/>
                  </a:lnTo>
                  <a:lnTo>
                    <a:pt x="52" y="95"/>
                  </a:lnTo>
                  <a:lnTo>
                    <a:pt x="51" y="96"/>
                  </a:lnTo>
                  <a:lnTo>
                    <a:pt x="46" y="101"/>
                  </a:lnTo>
                  <a:lnTo>
                    <a:pt x="45" y="104"/>
                  </a:lnTo>
                  <a:lnTo>
                    <a:pt x="42" y="105"/>
                  </a:lnTo>
                  <a:lnTo>
                    <a:pt x="39" y="103"/>
                  </a:lnTo>
                  <a:lnTo>
                    <a:pt x="38" y="101"/>
                  </a:lnTo>
                  <a:lnTo>
                    <a:pt x="38" y="100"/>
                  </a:lnTo>
                  <a:lnTo>
                    <a:pt x="39" y="97"/>
                  </a:lnTo>
                  <a:lnTo>
                    <a:pt x="39" y="96"/>
                  </a:lnTo>
                  <a:lnTo>
                    <a:pt x="35" y="97"/>
                  </a:lnTo>
                  <a:lnTo>
                    <a:pt x="33" y="100"/>
                  </a:lnTo>
                  <a:lnTo>
                    <a:pt x="31" y="100"/>
                  </a:lnTo>
                  <a:lnTo>
                    <a:pt x="30" y="100"/>
                  </a:lnTo>
                  <a:lnTo>
                    <a:pt x="30" y="103"/>
                  </a:lnTo>
                  <a:lnTo>
                    <a:pt x="29" y="104"/>
                  </a:lnTo>
                  <a:lnTo>
                    <a:pt x="26" y="104"/>
                  </a:lnTo>
                  <a:lnTo>
                    <a:pt x="26" y="103"/>
                  </a:lnTo>
                  <a:lnTo>
                    <a:pt x="26" y="101"/>
                  </a:lnTo>
                  <a:lnTo>
                    <a:pt x="23" y="103"/>
                  </a:lnTo>
                  <a:lnTo>
                    <a:pt x="22" y="103"/>
                  </a:lnTo>
                  <a:lnTo>
                    <a:pt x="22" y="103"/>
                  </a:lnTo>
                  <a:lnTo>
                    <a:pt x="22" y="100"/>
                  </a:lnTo>
                  <a:lnTo>
                    <a:pt x="21" y="99"/>
                  </a:lnTo>
                  <a:lnTo>
                    <a:pt x="20" y="99"/>
                  </a:lnTo>
                  <a:lnTo>
                    <a:pt x="18" y="99"/>
                  </a:lnTo>
                  <a:lnTo>
                    <a:pt x="17" y="100"/>
                  </a:lnTo>
                  <a:lnTo>
                    <a:pt x="16" y="100"/>
                  </a:lnTo>
                  <a:lnTo>
                    <a:pt x="14" y="103"/>
                  </a:lnTo>
                  <a:lnTo>
                    <a:pt x="13" y="103"/>
                  </a:lnTo>
                  <a:lnTo>
                    <a:pt x="12" y="103"/>
                  </a:lnTo>
                  <a:lnTo>
                    <a:pt x="10" y="106"/>
                  </a:lnTo>
                  <a:lnTo>
                    <a:pt x="9" y="106"/>
                  </a:lnTo>
                  <a:lnTo>
                    <a:pt x="8" y="105"/>
                  </a:lnTo>
                  <a:lnTo>
                    <a:pt x="8" y="103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2" y="96"/>
                  </a:lnTo>
                  <a:lnTo>
                    <a:pt x="2" y="95"/>
                  </a:lnTo>
                  <a:lnTo>
                    <a:pt x="0" y="92"/>
                  </a:lnTo>
                  <a:lnTo>
                    <a:pt x="1" y="91"/>
                  </a:lnTo>
                  <a:lnTo>
                    <a:pt x="1" y="88"/>
                  </a:lnTo>
                  <a:lnTo>
                    <a:pt x="2" y="88"/>
                  </a:lnTo>
                  <a:lnTo>
                    <a:pt x="5" y="88"/>
                  </a:lnTo>
                  <a:lnTo>
                    <a:pt x="5" y="87"/>
                  </a:lnTo>
                  <a:lnTo>
                    <a:pt x="6" y="87"/>
                  </a:lnTo>
                  <a:lnTo>
                    <a:pt x="9" y="89"/>
                  </a:lnTo>
                  <a:lnTo>
                    <a:pt x="10" y="87"/>
                  </a:lnTo>
                  <a:lnTo>
                    <a:pt x="9" y="81"/>
                  </a:lnTo>
                  <a:lnTo>
                    <a:pt x="8" y="80"/>
                  </a:lnTo>
                  <a:lnTo>
                    <a:pt x="6" y="79"/>
                  </a:lnTo>
                  <a:lnTo>
                    <a:pt x="5" y="79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6"/>
                  </a:lnTo>
                  <a:lnTo>
                    <a:pt x="4" y="75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5"/>
                  </a:lnTo>
                  <a:lnTo>
                    <a:pt x="10" y="74"/>
                  </a:lnTo>
                  <a:lnTo>
                    <a:pt x="12" y="74"/>
                  </a:lnTo>
                  <a:lnTo>
                    <a:pt x="16" y="74"/>
                  </a:lnTo>
                  <a:lnTo>
                    <a:pt x="17" y="71"/>
                  </a:lnTo>
                  <a:lnTo>
                    <a:pt x="16" y="68"/>
                  </a:lnTo>
                  <a:lnTo>
                    <a:pt x="17" y="67"/>
                  </a:lnTo>
                  <a:lnTo>
                    <a:pt x="20" y="67"/>
                  </a:lnTo>
                  <a:lnTo>
                    <a:pt x="21" y="72"/>
                  </a:lnTo>
                  <a:lnTo>
                    <a:pt x="22" y="74"/>
                  </a:lnTo>
                  <a:lnTo>
                    <a:pt x="26" y="74"/>
                  </a:lnTo>
                  <a:lnTo>
                    <a:pt x="27" y="74"/>
                  </a:lnTo>
                  <a:lnTo>
                    <a:pt x="29" y="72"/>
                  </a:lnTo>
                  <a:lnTo>
                    <a:pt x="31" y="72"/>
                  </a:lnTo>
                  <a:lnTo>
                    <a:pt x="34" y="74"/>
                  </a:lnTo>
                  <a:lnTo>
                    <a:pt x="34" y="75"/>
                  </a:lnTo>
                  <a:lnTo>
                    <a:pt x="35" y="75"/>
                  </a:lnTo>
                  <a:lnTo>
                    <a:pt x="35" y="74"/>
                  </a:lnTo>
                  <a:lnTo>
                    <a:pt x="35" y="71"/>
                  </a:lnTo>
                  <a:lnTo>
                    <a:pt x="38" y="62"/>
                  </a:lnTo>
                  <a:lnTo>
                    <a:pt x="39" y="58"/>
                  </a:lnTo>
                  <a:lnTo>
                    <a:pt x="39" y="55"/>
                  </a:lnTo>
                  <a:lnTo>
                    <a:pt x="38" y="54"/>
                  </a:lnTo>
                  <a:lnTo>
                    <a:pt x="37" y="53"/>
                  </a:lnTo>
                  <a:lnTo>
                    <a:pt x="35" y="51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3" y="49"/>
                  </a:lnTo>
                  <a:lnTo>
                    <a:pt x="33" y="47"/>
                  </a:lnTo>
                  <a:lnTo>
                    <a:pt x="33" y="46"/>
                  </a:lnTo>
                  <a:lnTo>
                    <a:pt x="34" y="46"/>
                  </a:lnTo>
                  <a:lnTo>
                    <a:pt x="34" y="45"/>
                  </a:lnTo>
                  <a:lnTo>
                    <a:pt x="35" y="45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4" y="41"/>
                  </a:lnTo>
                  <a:lnTo>
                    <a:pt x="37" y="39"/>
                  </a:lnTo>
                  <a:lnTo>
                    <a:pt x="39" y="39"/>
                  </a:lnTo>
                  <a:lnTo>
                    <a:pt x="39" y="37"/>
                  </a:lnTo>
                  <a:lnTo>
                    <a:pt x="38" y="35"/>
                  </a:lnTo>
                  <a:lnTo>
                    <a:pt x="39" y="34"/>
                  </a:lnTo>
                  <a:lnTo>
                    <a:pt x="39" y="30"/>
                  </a:lnTo>
                  <a:lnTo>
                    <a:pt x="38" y="30"/>
                  </a:lnTo>
                  <a:lnTo>
                    <a:pt x="34" y="30"/>
                  </a:lnTo>
                  <a:lnTo>
                    <a:pt x="31" y="30"/>
                  </a:lnTo>
                  <a:lnTo>
                    <a:pt x="29" y="31"/>
                  </a:lnTo>
                  <a:lnTo>
                    <a:pt x="27" y="31"/>
                  </a:lnTo>
                  <a:lnTo>
                    <a:pt x="25" y="31"/>
                  </a:lnTo>
                  <a:lnTo>
                    <a:pt x="23" y="31"/>
                  </a:lnTo>
                  <a:lnTo>
                    <a:pt x="25" y="30"/>
                  </a:lnTo>
                  <a:lnTo>
                    <a:pt x="23" y="28"/>
                  </a:lnTo>
                  <a:lnTo>
                    <a:pt x="23" y="25"/>
                  </a:lnTo>
                  <a:lnTo>
                    <a:pt x="23" y="22"/>
                  </a:lnTo>
                  <a:lnTo>
                    <a:pt x="23" y="21"/>
                  </a:lnTo>
                  <a:lnTo>
                    <a:pt x="39" y="21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2" y="21"/>
                  </a:lnTo>
                  <a:lnTo>
                    <a:pt x="43" y="22"/>
                  </a:lnTo>
                  <a:lnTo>
                    <a:pt x="45" y="21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7" y="22"/>
                  </a:lnTo>
                  <a:lnTo>
                    <a:pt x="49" y="22"/>
                  </a:lnTo>
                  <a:lnTo>
                    <a:pt x="49" y="22"/>
                  </a:lnTo>
                  <a:lnTo>
                    <a:pt x="51" y="24"/>
                  </a:lnTo>
                  <a:lnTo>
                    <a:pt x="51" y="24"/>
                  </a:lnTo>
                  <a:lnTo>
                    <a:pt x="54" y="24"/>
                  </a:lnTo>
                  <a:lnTo>
                    <a:pt x="55" y="24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58" y="25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1"/>
                  </a:lnTo>
                  <a:lnTo>
                    <a:pt x="59" y="20"/>
                  </a:lnTo>
                  <a:lnTo>
                    <a:pt x="60" y="18"/>
                  </a:lnTo>
                  <a:lnTo>
                    <a:pt x="60" y="17"/>
                  </a:lnTo>
                  <a:lnTo>
                    <a:pt x="66" y="8"/>
                  </a:lnTo>
                  <a:lnTo>
                    <a:pt x="70" y="4"/>
                  </a:lnTo>
                  <a:lnTo>
                    <a:pt x="71" y="4"/>
                  </a:lnTo>
                  <a:lnTo>
                    <a:pt x="72" y="3"/>
                  </a:lnTo>
                  <a:lnTo>
                    <a:pt x="77" y="1"/>
                  </a:lnTo>
                  <a:lnTo>
                    <a:pt x="79" y="1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3" name="Freeform 472"/>
            <p:cNvSpPr>
              <a:spLocks/>
            </p:cNvSpPr>
            <p:nvPr/>
          </p:nvSpPr>
          <p:spPr bwMode="auto">
            <a:xfrm>
              <a:off x="6130699" y="4489976"/>
              <a:ext cx="32991" cy="43142"/>
            </a:xfrm>
            <a:custGeom>
              <a:avLst/>
              <a:gdLst>
                <a:gd name="T0" fmla="*/ 9 w 13"/>
                <a:gd name="T1" fmla="*/ 0 h 17"/>
                <a:gd name="T2" fmla="*/ 11 w 13"/>
                <a:gd name="T3" fmla="*/ 0 h 17"/>
                <a:gd name="T4" fmla="*/ 12 w 13"/>
                <a:gd name="T5" fmla="*/ 0 h 17"/>
                <a:gd name="T6" fmla="*/ 13 w 13"/>
                <a:gd name="T7" fmla="*/ 1 h 17"/>
                <a:gd name="T8" fmla="*/ 13 w 13"/>
                <a:gd name="T9" fmla="*/ 4 h 17"/>
                <a:gd name="T10" fmla="*/ 11 w 13"/>
                <a:gd name="T11" fmla="*/ 6 h 17"/>
                <a:gd name="T12" fmla="*/ 8 w 13"/>
                <a:gd name="T13" fmla="*/ 7 h 17"/>
                <a:gd name="T14" fmla="*/ 8 w 13"/>
                <a:gd name="T15" fmla="*/ 9 h 17"/>
                <a:gd name="T16" fmla="*/ 8 w 13"/>
                <a:gd name="T17" fmla="*/ 13 h 17"/>
                <a:gd name="T18" fmla="*/ 7 w 13"/>
                <a:gd name="T19" fmla="*/ 14 h 17"/>
                <a:gd name="T20" fmla="*/ 4 w 13"/>
                <a:gd name="T21" fmla="*/ 15 h 17"/>
                <a:gd name="T22" fmla="*/ 1 w 13"/>
                <a:gd name="T23" fmla="*/ 17 h 17"/>
                <a:gd name="T24" fmla="*/ 1 w 13"/>
                <a:gd name="T25" fmla="*/ 15 h 17"/>
                <a:gd name="T26" fmla="*/ 3 w 13"/>
                <a:gd name="T27" fmla="*/ 13 h 17"/>
                <a:gd name="T28" fmla="*/ 1 w 13"/>
                <a:gd name="T29" fmla="*/ 9 h 17"/>
                <a:gd name="T30" fmla="*/ 0 w 13"/>
                <a:gd name="T31" fmla="*/ 7 h 17"/>
                <a:gd name="T32" fmla="*/ 1 w 13"/>
                <a:gd name="T33" fmla="*/ 7 h 17"/>
                <a:gd name="T34" fmla="*/ 3 w 13"/>
                <a:gd name="T35" fmla="*/ 4 h 17"/>
                <a:gd name="T36" fmla="*/ 4 w 13"/>
                <a:gd name="T37" fmla="*/ 4 h 17"/>
                <a:gd name="T38" fmla="*/ 5 w 13"/>
                <a:gd name="T39" fmla="*/ 4 h 17"/>
                <a:gd name="T40" fmla="*/ 7 w 13"/>
                <a:gd name="T41" fmla="*/ 1 h 17"/>
                <a:gd name="T42" fmla="*/ 8 w 13"/>
                <a:gd name="T43" fmla="*/ 1 h 17"/>
                <a:gd name="T44" fmla="*/ 9 w 13"/>
                <a:gd name="T4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" h="17">
                  <a:moveTo>
                    <a:pt x="9" y="0"/>
                  </a:moveTo>
                  <a:lnTo>
                    <a:pt x="11" y="0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4" y="15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3" y="13"/>
                  </a:lnTo>
                  <a:lnTo>
                    <a:pt x="1" y="9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4" name="Freeform 473"/>
            <p:cNvSpPr>
              <a:spLocks/>
            </p:cNvSpPr>
            <p:nvPr/>
          </p:nvSpPr>
          <p:spPr bwMode="auto">
            <a:xfrm>
              <a:off x="6656013" y="4380854"/>
              <a:ext cx="337521" cy="345133"/>
            </a:xfrm>
            <a:custGeom>
              <a:avLst/>
              <a:gdLst>
                <a:gd name="T0" fmla="*/ 101 w 133"/>
                <a:gd name="T1" fmla="*/ 29 h 136"/>
                <a:gd name="T2" fmla="*/ 102 w 133"/>
                <a:gd name="T3" fmla="*/ 33 h 136"/>
                <a:gd name="T4" fmla="*/ 117 w 133"/>
                <a:gd name="T5" fmla="*/ 44 h 136"/>
                <a:gd name="T6" fmla="*/ 114 w 133"/>
                <a:gd name="T7" fmla="*/ 56 h 136"/>
                <a:gd name="T8" fmla="*/ 116 w 133"/>
                <a:gd name="T9" fmla="*/ 66 h 136"/>
                <a:gd name="T10" fmla="*/ 121 w 133"/>
                <a:gd name="T11" fmla="*/ 73 h 136"/>
                <a:gd name="T12" fmla="*/ 118 w 133"/>
                <a:gd name="T13" fmla="*/ 75 h 136"/>
                <a:gd name="T14" fmla="*/ 120 w 133"/>
                <a:gd name="T15" fmla="*/ 83 h 136"/>
                <a:gd name="T16" fmla="*/ 118 w 133"/>
                <a:gd name="T17" fmla="*/ 91 h 136"/>
                <a:gd name="T18" fmla="*/ 120 w 133"/>
                <a:gd name="T19" fmla="*/ 95 h 136"/>
                <a:gd name="T20" fmla="*/ 121 w 133"/>
                <a:gd name="T21" fmla="*/ 100 h 136"/>
                <a:gd name="T22" fmla="*/ 122 w 133"/>
                <a:gd name="T23" fmla="*/ 107 h 136"/>
                <a:gd name="T24" fmla="*/ 131 w 133"/>
                <a:gd name="T25" fmla="*/ 114 h 136"/>
                <a:gd name="T26" fmla="*/ 131 w 133"/>
                <a:gd name="T27" fmla="*/ 116 h 136"/>
                <a:gd name="T28" fmla="*/ 127 w 133"/>
                <a:gd name="T29" fmla="*/ 118 h 136"/>
                <a:gd name="T30" fmla="*/ 121 w 133"/>
                <a:gd name="T31" fmla="*/ 122 h 136"/>
                <a:gd name="T32" fmla="*/ 116 w 133"/>
                <a:gd name="T33" fmla="*/ 124 h 136"/>
                <a:gd name="T34" fmla="*/ 109 w 133"/>
                <a:gd name="T35" fmla="*/ 125 h 136"/>
                <a:gd name="T36" fmla="*/ 104 w 133"/>
                <a:gd name="T37" fmla="*/ 124 h 136"/>
                <a:gd name="T38" fmla="*/ 101 w 133"/>
                <a:gd name="T39" fmla="*/ 125 h 136"/>
                <a:gd name="T40" fmla="*/ 95 w 133"/>
                <a:gd name="T41" fmla="*/ 129 h 136"/>
                <a:gd name="T42" fmla="*/ 91 w 133"/>
                <a:gd name="T43" fmla="*/ 127 h 136"/>
                <a:gd name="T44" fmla="*/ 88 w 133"/>
                <a:gd name="T45" fmla="*/ 128 h 136"/>
                <a:gd name="T46" fmla="*/ 81 w 133"/>
                <a:gd name="T47" fmla="*/ 129 h 136"/>
                <a:gd name="T48" fmla="*/ 77 w 133"/>
                <a:gd name="T49" fmla="*/ 127 h 136"/>
                <a:gd name="T50" fmla="*/ 75 w 133"/>
                <a:gd name="T51" fmla="*/ 125 h 136"/>
                <a:gd name="T52" fmla="*/ 60 w 133"/>
                <a:gd name="T53" fmla="*/ 127 h 136"/>
                <a:gd name="T54" fmla="*/ 58 w 133"/>
                <a:gd name="T55" fmla="*/ 111 h 136"/>
                <a:gd name="T56" fmla="*/ 51 w 133"/>
                <a:gd name="T57" fmla="*/ 104 h 136"/>
                <a:gd name="T58" fmla="*/ 48 w 133"/>
                <a:gd name="T59" fmla="*/ 103 h 136"/>
                <a:gd name="T60" fmla="*/ 46 w 133"/>
                <a:gd name="T61" fmla="*/ 103 h 136"/>
                <a:gd name="T62" fmla="*/ 43 w 133"/>
                <a:gd name="T63" fmla="*/ 102 h 136"/>
                <a:gd name="T64" fmla="*/ 42 w 133"/>
                <a:gd name="T65" fmla="*/ 102 h 136"/>
                <a:gd name="T66" fmla="*/ 37 w 133"/>
                <a:gd name="T67" fmla="*/ 97 h 136"/>
                <a:gd name="T68" fmla="*/ 30 w 133"/>
                <a:gd name="T69" fmla="*/ 94 h 136"/>
                <a:gd name="T70" fmla="*/ 26 w 133"/>
                <a:gd name="T71" fmla="*/ 91 h 136"/>
                <a:gd name="T72" fmla="*/ 21 w 133"/>
                <a:gd name="T73" fmla="*/ 90 h 136"/>
                <a:gd name="T74" fmla="*/ 13 w 133"/>
                <a:gd name="T75" fmla="*/ 78 h 136"/>
                <a:gd name="T76" fmla="*/ 0 w 133"/>
                <a:gd name="T77" fmla="*/ 43 h 136"/>
                <a:gd name="T78" fmla="*/ 12 w 133"/>
                <a:gd name="T79" fmla="*/ 39 h 136"/>
                <a:gd name="T80" fmla="*/ 18 w 133"/>
                <a:gd name="T81" fmla="*/ 33 h 136"/>
                <a:gd name="T82" fmla="*/ 19 w 133"/>
                <a:gd name="T83" fmla="*/ 25 h 136"/>
                <a:gd name="T84" fmla="*/ 16 w 133"/>
                <a:gd name="T85" fmla="*/ 23 h 136"/>
                <a:gd name="T86" fmla="*/ 14 w 133"/>
                <a:gd name="T87" fmla="*/ 19 h 136"/>
                <a:gd name="T88" fmla="*/ 18 w 133"/>
                <a:gd name="T89" fmla="*/ 20 h 136"/>
                <a:gd name="T90" fmla="*/ 19 w 133"/>
                <a:gd name="T91" fmla="*/ 15 h 136"/>
                <a:gd name="T92" fmla="*/ 18 w 133"/>
                <a:gd name="T93" fmla="*/ 8 h 136"/>
                <a:gd name="T94" fmla="*/ 14 w 133"/>
                <a:gd name="T95" fmla="*/ 3 h 136"/>
                <a:gd name="T96" fmla="*/ 17 w 133"/>
                <a:gd name="T97" fmla="*/ 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6">
                  <a:moveTo>
                    <a:pt x="56" y="0"/>
                  </a:moveTo>
                  <a:lnTo>
                    <a:pt x="100" y="25"/>
                  </a:lnTo>
                  <a:lnTo>
                    <a:pt x="101" y="29"/>
                  </a:lnTo>
                  <a:lnTo>
                    <a:pt x="101" y="31"/>
                  </a:lnTo>
                  <a:lnTo>
                    <a:pt x="101" y="32"/>
                  </a:lnTo>
                  <a:lnTo>
                    <a:pt x="102" y="33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8" y="47"/>
                  </a:lnTo>
                  <a:lnTo>
                    <a:pt x="117" y="48"/>
                  </a:lnTo>
                  <a:lnTo>
                    <a:pt x="114" y="56"/>
                  </a:lnTo>
                  <a:lnTo>
                    <a:pt x="113" y="60"/>
                  </a:lnTo>
                  <a:lnTo>
                    <a:pt x="113" y="64"/>
                  </a:lnTo>
                  <a:lnTo>
                    <a:pt x="116" y="66"/>
                  </a:lnTo>
                  <a:lnTo>
                    <a:pt x="118" y="69"/>
                  </a:lnTo>
                  <a:lnTo>
                    <a:pt x="120" y="69"/>
                  </a:lnTo>
                  <a:lnTo>
                    <a:pt x="121" y="73"/>
                  </a:lnTo>
                  <a:lnTo>
                    <a:pt x="121" y="74"/>
                  </a:lnTo>
                  <a:lnTo>
                    <a:pt x="120" y="74"/>
                  </a:lnTo>
                  <a:lnTo>
                    <a:pt x="118" y="75"/>
                  </a:lnTo>
                  <a:lnTo>
                    <a:pt x="118" y="78"/>
                  </a:lnTo>
                  <a:lnTo>
                    <a:pt x="118" y="82"/>
                  </a:lnTo>
                  <a:lnTo>
                    <a:pt x="120" y="83"/>
                  </a:lnTo>
                  <a:lnTo>
                    <a:pt x="120" y="86"/>
                  </a:lnTo>
                  <a:lnTo>
                    <a:pt x="118" y="89"/>
                  </a:lnTo>
                  <a:lnTo>
                    <a:pt x="118" y="91"/>
                  </a:lnTo>
                  <a:lnTo>
                    <a:pt x="120" y="94"/>
                  </a:lnTo>
                  <a:lnTo>
                    <a:pt x="118" y="94"/>
                  </a:lnTo>
                  <a:lnTo>
                    <a:pt x="120" y="95"/>
                  </a:lnTo>
                  <a:lnTo>
                    <a:pt x="120" y="98"/>
                  </a:lnTo>
                  <a:lnTo>
                    <a:pt x="121" y="99"/>
                  </a:lnTo>
                  <a:lnTo>
                    <a:pt x="121" y="100"/>
                  </a:lnTo>
                  <a:lnTo>
                    <a:pt x="121" y="102"/>
                  </a:lnTo>
                  <a:lnTo>
                    <a:pt x="122" y="106"/>
                  </a:lnTo>
                  <a:lnTo>
                    <a:pt x="122" y="107"/>
                  </a:lnTo>
                  <a:lnTo>
                    <a:pt x="126" y="111"/>
                  </a:lnTo>
                  <a:lnTo>
                    <a:pt x="130" y="112"/>
                  </a:lnTo>
                  <a:lnTo>
                    <a:pt x="131" y="114"/>
                  </a:lnTo>
                  <a:lnTo>
                    <a:pt x="131" y="115"/>
                  </a:lnTo>
                  <a:lnTo>
                    <a:pt x="133" y="115"/>
                  </a:lnTo>
                  <a:lnTo>
                    <a:pt x="131" y="116"/>
                  </a:lnTo>
                  <a:lnTo>
                    <a:pt x="131" y="116"/>
                  </a:lnTo>
                  <a:lnTo>
                    <a:pt x="129" y="116"/>
                  </a:lnTo>
                  <a:lnTo>
                    <a:pt x="127" y="118"/>
                  </a:lnTo>
                  <a:lnTo>
                    <a:pt x="126" y="120"/>
                  </a:lnTo>
                  <a:lnTo>
                    <a:pt x="124" y="120"/>
                  </a:lnTo>
                  <a:lnTo>
                    <a:pt x="121" y="122"/>
                  </a:lnTo>
                  <a:lnTo>
                    <a:pt x="118" y="122"/>
                  </a:lnTo>
                  <a:lnTo>
                    <a:pt x="118" y="123"/>
                  </a:lnTo>
                  <a:lnTo>
                    <a:pt x="116" y="124"/>
                  </a:lnTo>
                  <a:lnTo>
                    <a:pt x="114" y="123"/>
                  </a:lnTo>
                  <a:lnTo>
                    <a:pt x="110" y="124"/>
                  </a:lnTo>
                  <a:lnTo>
                    <a:pt x="109" y="125"/>
                  </a:lnTo>
                  <a:lnTo>
                    <a:pt x="106" y="125"/>
                  </a:lnTo>
                  <a:lnTo>
                    <a:pt x="105" y="124"/>
                  </a:lnTo>
                  <a:lnTo>
                    <a:pt x="104" y="124"/>
                  </a:lnTo>
                  <a:lnTo>
                    <a:pt x="101" y="124"/>
                  </a:lnTo>
                  <a:lnTo>
                    <a:pt x="100" y="124"/>
                  </a:lnTo>
                  <a:lnTo>
                    <a:pt x="101" y="125"/>
                  </a:lnTo>
                  <a:lnTo>
                    <a:pt x="100" y="128"/>
                  </a:lnTo>
                  <a:lnTo>
                    <a:pt x="97" y="128"/>
                  </a:lnTo>
                  <a:lnTo>
                    <a:pt x="95" y="129"/>
                  </a:lnTo>
                  <a:lnTo>
                    <a:pt x="93" y="128"/>
                  </a:lnTo>
                  <a:lnTo>
                    <a:pt x="92" y="128"/>
                  </a:lnTo>
                  <a:lnTo>
                    <a:pt x="91" y="127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8" y="128"/>
                  </a:lnTo>
                  <a:lnTo>
                    <a:pt x="85" y="129"/>
                  </a:lnTo>
                  <a:lnTo>
                    <a:pt x="81" y="131"/>
                  </a:lnTo>
                  <a:lnTo>
                    <a:pt x="81" y="129"/>
                  </a:lnTo>
                  <a:lnTo>
                    <a:pt x="80" y="128"/>
                  </a:lnTo>
                  <a:lnTo>
                    <a:pt x="79" y="128"/>
                  </a:lnTo>
                  <a:lnTo>
                    <a:pt x="77" y="127"/>
                  </a:lnTo>
                  <a:lnTo>
                    <a:pt x="76" y="127"/>
                  </a:lnTo>
                  <a:lnTo>
                    <a:pt x="76" y="125"/>
                  </a:lnTo>
                  <a:lnTo>
                    <a:pt x="75" y="125"/>
                  </a:lnTo>
                  <a:lnTo>
                    <a:pt x="73" y="127"/>
                  </a:lnTo>
                  <a:lnTo>
                    <a:pt x="72" y="127"/>
                  </a:lnTo>
                  <a:lnTo>
                    <a:pt x="60" y="127"/>
                  </a:lnTo>
                  <a:lnTo>
                    <a:pt x="58" y="136"/>
                  </a:lnTo>
                  <a:lnTo>
                    <a:pt x="59" y="116"/>
                  </a:lnTo>
                  <a:lnTo>
                    <a:pt x="58" y="111"/>
                  </a:lnTo>
                  <a:lnTo>
                    <a:pt x="54" y="107"/>
                  </a:lnTo>
                  <a:lnTo>
                    <a:pt x="52" y="106"/>
                  </a:lnTo>
                  <a:lnTo>
                    <a:pt x="51" y="104"/>
                  </a:lnTo>
                  <a:lnTo>
                    <a:pt x="51" y="104"/>
                  </a:lnTo>
                  <a:lnTo>
                    <a:pt x="50" y="104"/>
                  </a:lnTo>
                  <a:lnTo>
                    <a:pt x="48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6" y="103"/>
                  </a:lnTo>
                  <a:lnTo>
                    <a:pt x="45" y="103"/>
                  </a:lnTo>
                  <a:lnTo>
                    <a:pt x="45" y="102"/>
                  </a:lnTo>
                  <a:lnTo>
                    <a:pt x="43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39" y="99"/>
                  </a:lnTo>
                  <a:lnTo>
                    <a:pt x="39" y="98"/>
                  </a:lnTo>
                  <a:lnTo>
                    <a:pt x="37" y="97"/>
                  </a:lnTo>
                  <a:lnTo>
                    <a:pt x="37" y="97"/>
                  </a:lnTo>
                  <a:lnTo>
                    <a:pt x="35" y="97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6" y="93"/>
                  </a:lnTo>
                  <a:lnTo>
                    <a:pt x="26" y="91"/>
                  </a:lnTo>
                  <a:lnTo>
                    <a:pt x="23" y="90"/>
                  </a:lnTo>
                  <a:lnTo>
                    <a:pt x="22" y="90"/>
                  </a:lnTo>
                  <a:lnTo>
                    <a:pt x="21" y="90"/>
                  </a:lnTo>
                  <a:lnTo>
                    <a:pt x="19" y="90"/>
                  </a:lnTo>
                  <a:lnTo>
                    <a:pt x="16" y="89"/>
                  </a:lnTo>
                  <a:lnTo>
                    <a:pt x="13" y="78"/>
                  </a:lnTo>
                  <a:lnTo>
                    <a:pt x="4" y="68"/>
                  </a:lnTo>
                  <a:lnTo>
                    <a:pt x="1" y="53"/>
                  </a:lnTo>
                  <a:lnTo>
                    <a:pt x="0" y="43"/>
                  </a:lnTo>
                  <a:lnTo>
                    <a:pt x="5" y="44"/>
                  </a:lnTo>
                  <a:lnTo>
                    <a:pt x="9" y="43"/>
                  </a:lnTo>
                  <a:lnTo>
                    <a:pt x="12" y="39"/>
                  </a:lnTo>
                  <a:lnTo>
                    <a:pt x="14" y="36"/>
                  </a:lnTo>
                  <a:lnTo>
                    <a:pt x="16" y="35"/>
                  </a:lnTo>
                  <a:lnTo>
                    <a:pt x="18" y="33"/>
                  </a:lnTo>
                  <a:lnTo>
                    <a:pt x="19" y="31"/>
                  </a:lnTo>
                  <a:lnTo>
                    <a:pt x="19" y="29"/>
                  </a:lnTo>
                  <a:lnTo>
                    <a:pt x="19" y="25"/>
                  </a:lnTo>
                  <a:lnTo>
                    <a:pt x="18" y="25"/>
                  </a:lnTo>
                  <a:lnTo>
                    <a:pt x="17" y="24"/>
                  </a:lnTo>
                  <a:lnTo>
                    <a:pt x="16" y="23"/>
                  </a:lnTo>
                  <a:lnTo>
                    <a:pt x="16" y="22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6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18" y="19"/>
                  </a:lnTo>
                  <a:lnTo>
                    <a:pt x="19" y="18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7" y="7"/>
                  </a:lnTo>
                  <a:lnTo>
                    <a:pt x="16" y="6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31" y="2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5" name="Freeform 474"/>
            <p:cNvSpPr>
              <a:spLocks/>
            </p:cNvSpPr>
            <p:nvPr/>
          </p:nvSpPr>
          <p:spPr bwMode="auto">
            <a:xfrm>
              <a:off x="6645862" y="4388466"/>
              <a:ext cx="58369" cy="50755"/>
            </a:xfrm>
            <a:custGeom>
              <a:avLst/>
              <a:gdLst>
                <a:gd name="T0" fmla="*/ 18 w 23"/>
                <a:gd name="T1" fmla="*/ 0 h 20"/>
                <a:gd name="T2" fmla="*/ 20 w 23"/>
                <a:gd name="T3" fmla="*/ 3 h 20"/>
                <a:gd name="T4" fmla="*/ 21 w 23"/>
                <a:gd name="T5" fmla="*/ 4 h 20"/>
                <a:gd name="T6" fmla="*/ 22 w 23"/>
                <a:gd name="T7" fmla="*/ 5 h 20"/>
                <a:gd name="T8" fmla="*/ 22 w 23"/>
                <a:gd name="T9" fmla="*/ 7 h 20"/>
                <a:gd name="T10" fmla="*/ 23 w 23"/>
                <a:gd name="T11" fmla="*/ 11 h 20"/>
                <a:gd name="T12" fmla="*/ 23 w 23"/>
                <a:gd name="T13" fmla="*/ 12 h 20"/>
                <a:gd name="T14" fmla="*/ 23 w 23"/>
                <a:gd name="T15" fmla="*/ 15 h 20"/>
                <a:gd name="T16" fmla="*/ 22 w 23"/>
                <a:gd name="T17" fmla="*/ 16 h 20"/>
                <a:gd name="T18" fmla="*/ 22 w 23"/>
                <a:gd name="T19" fmla="*/ 17 h 20"/>
                <a:gd name="T20" fmla="*/ 21 w 23"/>
                <a:gd name="T21" fmla="*/ 17 h 20"/>
                <a:gd name="T22" fmla="*/ 20 w 23"/>
                <a:gd name="T23" fmla="*/ 17 h 20"/>
                <a:gd name="T24" fmla="*/ 18 w 23"/>
                <a:gd name="T25" fmla="*/ 16 h 20"/>
                <a:gd name="T26" fmla="*/ 18 w 23"/>
                <a:gd name="T27" fmla="*/ 16 h 20"/>
                <a:gd name="T28" fmla="*/ 17 w 23"/>
                <a:gd name="T29" fmla="*/ 15 h 20"/>
                <a:gd name="T30" fmla="*/ 17 w 23"/>
                <a:gd name="T31" fmla="*/ 13 h 20"/>
                <a:gd name="T32" fmla="*/ 16 w 23"/>
                <a:gd name="T33" fmla="*/ 13 h 20"/>
                <a:gd name="T34" fmla="*/ 14 w 23"/>
                <a:gd name="T35" fmla="*/ 12 h 20"/>
                <a:gd name="T36" fmla="*/ 13 w 23"/>
                <a:gd name="T37" fmla="*/ 12 h 20"/>
                <a:gd name="T38" fmla="*/ 14 w 23"/>
                <a:gd name="T39" fmla="*/ 15 h 20"/>
                <a:gd name="T40" fmla="*/ 12 w 23"/>
                <a:gd name="T41" fmla="*/ 19 h 20"/>
                <a:gd name="T42" fmla="*/ 12 w 23"/>
                <a:gd name="T43" fmla="*/ 19 h 20"/>
                <a:gd name="T44" fmla="*/ 10 w 23"/>
                <a:gd name="T45" fmla="*/ 20 h 20"/>
                <a:gd name="T46" fmla="*/ 9 w 23"/>
                <a:gd name="T47" fmla="*/ 19 h 20"/>
                <a:gd name="T48" fmla="*/ 8 w 23"/>
                <a:gd name="T49" fmla="*/ 19 h 20"/>
                <a:gd name="T50" fmla="*/ 8 w 23"/>
                <a:gd name="T51" fmla="*/ 20 h 20"/>
                <a:gd name="T52" fmla="*/ 5 w 23"/>
                <a:gd name="T53" fmla="*/ 19 h 20"/>
                <a:gd name="T54" fmla="*/ 4 w 23"/>
                <a:gd name="T55" fmla="*/ 17 h 20"/>
                <a:gd name="T56" fmla="*/ 2 w 23"/>
                <a:gd name="T57" fmla="*/ 16 h 20"/>
                <a:gd name="T58" fmla="*/ 1 w 23"/>
                <a:gd name="T59" fmla="*/ 16 h 20"/>
                <a:gd name="T60" fmla="*/ 0 w 23"/>
                <a:gd name="T61" fmla="*/ 17 h 20"/>
                <a:gd name="T62" fmla="*/ 0 w 23"/>
                <a:gd name="T63" fmla="*/ 15 h 20"/>
                <a:gd name="T64" fmla="*/ 2 w 23"/>
                <a:gd name="T65" fmla="*/ 8 h 20"/>
                <a:gd name="T66" fmla="*/ 4 w 23"/>
                <a:gd name="T67" fmla="*/ 5 h 20"/>
                <a:gd name="T68" fmla="*/ 6 w 23"/>
                <a:gd name="T69" fmla="*/ 3 h 20"/>
                <a:gd name="T70" fmla="*/ 8 w 23"/>
                <a:gd name="T71" fmla="*/ 3 h 20"/>
                <a:gd name="T72" fmla="*/ 9 w 23"/>
                <a:gd name="T73" fmla="*/ 3 h 20"/>
                <a:gd name="T74" fmla="*/ 12 w 23"/>
                <a:gd name="T75" fmla="*/ 1 h 20"/>
                <a:gd name="T76" fmla="*/ 13 w 23"/>
                <a:gd name="T77" fmla="*/ 1 h 20"/>
                <a:gd name="T78" fmla="*/ 13 w 23"/>
                <a:gd name="T79" fmla="*/ 3 h 20"/>
                <a:gd name="T80" fmla="*/ 16 w 23"/>
                <a:gd name="T81" fmla="*/ 3 h 20"/>
                <a:gd name="T82" fmla="*/ 16 w 23"/>
                <a:gd name="T83" fmla="*/ 1 h 20"/>
                <a:gd name="T84" fmla="*/ 16 w 23"/>
                <a:gd name="T85" fmla="*/ 0 h 20"/>
                <a:gd name="T86" fmla="*/ 18 w 23"/>
                <a:gd name="T8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" h="20">
                  <a:moveTo>
                    <a:pt x="18" y="0"/>
                  </a:moveTo>
                  <a:lnTo>
                    <a:pt x="20" y="3"/>
                  </a:lnTo>
                  <a:lnTo>
                    <a:pt x="21" y="4"/>
                  </a:lnTo>
                  <a:lnTo>
                    <a:pt x="22" y="5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2"/>
                  </a:lnTo>
                  <a:lnTo>
                    <a:pt x="23" y="15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5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4" y="15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0" y="20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5" y="19"/>
                  </a:lnTo>
                  <a:lnTo>
                    <a:pt x="4" y="17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2" y="8"/>
                  </a:lnTo>
                  <a:lnTo>
                    <a:pt x="4" y="5"/>
                  </a:lnTo>
                  <a:lnTo>
                    <a:pt x="6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3" y="3"/>
                  </a:lnTo>
                  <a:lnTo>
                    <a:pt x="16" y="3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6" name="Freeform 475"/>
            <p:cNvSpPr>
              <a:spLocks/>
            </p:cNvSpPr>
            <p:nvPr/>
          </p:nvSpPr>
          <p:spPr bwMode="auto">
            <a:xfrm>
              <a:off x="6645862" y="4418919"/>
              <a:ext cx="58369" cy="73595"/>
            </a:xfrm>
            <a:custGeom>
              <a:avLst/>
              <a:gdLst>
                <a:gd name="T0" fmla="*/ 13 w 23"/>
                <a:gd name="T1" fmla="*/ 0 h 29"/>
                <a:gd name="T2" fmla="*/ 14 w 23"/>
                <a:gd name="T3" fmla="*/ 0 h 29"/>
                <a:gd name="T4" fmla="*/ 16 w 23"/>
                <a:gd name="T5" fmla="*/ 1 h 29"/>
                <a:gd name="T6" fmla="*/ 17 w 23"/>
                <a:gd name="T7" fmla="*/ 1 h 29"/>
                <a:gd name="T8" fmla="*/ 17 w 23"/>
                <a:gd name="T9" fmla="*/ 3 h 29"/>
                <a:gd name="T10" fmla="*/ 18 w 23"/>
                <a:gd name="T11" fmla="*/ 4 h 29"/>
                <a:gd name="T12" fmla="*/ 18 w 23"/>
                <a:gd name="T13" fmla="*/ 5 h 29"/>
                <a:gd name="T14" fmla="*/ 20 w 23"/>
                <a:gd name="T15" fmla="*/ 7 h 29"/>
                <a:gd name="T16" fmla="*/ 20 w 23"/>
                <a:gd name="T17" fmla="*/ 8 h 29"/>
                <a:gd name="T18" fmla="*/ 21 w 23"/>
                <a:gd name="T19" fmla="*/ 9 h 29"/>
                <a:gd name="T20" fmla="*/ 22 w 23"/>
                <a:gd name="T21" fmla="*/ 10 h 29"/>
                <a:gd name="T22" fmla="*/ 23 w 23"/>
                <a:gd name="T23" fmla="*/ 10 h 29"/>
                <a:gd name="T24" fmla="*/ 23 w 23"/>
                <a:gd name="T25" fmla="*/ 14 h 29"/>
                <a:gd name="T26" fmla="*/ 23 w 23"/>
                <a:gd name="T27" fmla="*/ 16 h 29"/>
                <a:gd name="T28" fmla="*/ 22 w 23"/>
                <a:gd name="T29" fmla="*/ 18 h 29"/>
                <a:gd name="T30" fmla="*/ 20 w 23"/>
                <a:gd name="T31" fmla="*/ 20 h 29"/>
                <a:gd name="T32" fmla="*/ 18 w 23"/>
                <a:gd name="T33" fmla="*/ 21 h 29"/>
                <a:gd name="T34" fmla="*/ 16 w 23"/>
                <a:gd name="T35" fmla="*/ 24 h 29"/>
                <a:gd name="T36" fmla="*/ 13 w 23"/>
                <a:gd name="T37" fmla="*/ 28 h 29"/>
                <a:gd name="T38" fmla="*/ 9 w 23"/>
                <a:gd name="T39" fmla="*/ 29 h 29"/>
                <a:gd name="T40" fmla="*/ 4 w 23"/>
                <a:gd name="T41" fmla="*/ 28 h 29"/>
                <a:gd name="T42" fmla="*/ 1 w 23"/>
                <a:gd name="T43" fmla="*/ 14 h 29"/>
                <a:gd name="T44" fmla="*/ 1 w 23"/>
                <a:gd name="T45" fmla="*/ 12 h 29"/>
                <a:gd name="T46" fmla="*/ 1 w 23"/>
                <a:gd name="T47" fmla="*/ 9 h 29"/>
                <a:gd name="T48" fmla="*/ 0 w 23"/>
                <a:gd name="T49" fmla="*/ 7 h 29"/>
                <a:gd name="T50" fmla="*/ 0 w 23"/>
                <a:gd name="T51" fmla="*/ 5 h 29"/>
                <a:gd name="T52" fmla="*/ 1 w 23"/>
                <a:gd name="T53" fmla="*/ 4 h 29"/>
                <a:gd name="T54" fmla="*/ 2 w 23"/>
                <a:gd name="T55" fmla="*/ 4 h 29"/>
                <a:gd name="T56" fmla="*/ 4 w 23"/>
                <a:gd name="T57" fmla="*/ 5 h 29"/>
                <a:gd name="T58" fmla="*/ 5 w 23"/>
                <a:gd name="T59" fmla="*/ 7 h 29"/>
                <a:gd name="T60" fmla="*/ 8 w 23"/>
                <a:gd name="T61" fmla="*/ 8 h 29"/>
                <a:gd name="T62" fmla="*/ 8 w 23"/>
                <a:gd name="T63" fmla="*/ 7 h 29"/>
                <a:gd name="T64" fmla="*/ 9 w 23"/>
                <a:gd name="T65" fmla="*/ 7 h 29"/>
                <a:gd name="T66" fmla="*/ 10 w 23"/>
                <a:gd name="T67" fmla="*/ 8 h 29"/>
                <a:gd name="T68" fmla="*/ 12 w 23"/>
                <a:gd name="T69" fmla="*/ 7 h 29"/>
                <a:gd name="T70" fmla="*/ 12 w 23"/>
                <a:gd name="T71" fmla="*/ 7 h 29"/>
                <a:gd name="T72" fmla="*/ 14 w 23"/>
                <a:gd name="T73" fmla="*/ 3 h 29"/>
                <a:gd name="T74" fmla="*/ 13 w 23"/>
                <a:gd name="T7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" h="29">
                  <a:moveTo>
                    <a:pt x="13" y="0"/>
                  </a:moveTo>
                  <a:lnTo>
                    <a:pt x="14" y="0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21" y="9"/>
                  </a:lnTo>
                  <a:lnTo>
                    <a:pt x="22" y="10"/>
                  </a:lnTo>
                  <a:lnTo>
                    <a:pt x="23" y="10"/>
                  </a:lnTo>
                  <a:lnTo>
                    <a:pt x="23" y="14"/>
                  </a:lnTo>
                  <a:lnTo>
                    <a:pt x="23" y="16"/>
                  </a:lnTo>
                  <a:lnTo>
                    <a:pt x="22" y="18"/>
                  </a:lnTo>
                  <a:lnTo>
                    <a:pt x="20" y="20"/>
                  </a:lnTo>
                  <a:lnTo>
                    <a:pt x="18" y="21"/>
                  </a:lnTo>
                  <a:lnTo>
                    <a:pt x="16" y="24"/>
                  </a:lnTo>
                  <a:lnTo>
                    <a:pt x="13" y="28"/>
                  </a:lnTo>
                  <a:lnTo>
                    <a:pt x="9" y="29"/>
                  </a:lnTo>
                  <a:lnTo>
                    <a:pt x="4" y="28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4"/>
                  </a:lnTo>
                  <a:lnTo>
                    <a:pt x="2" y="4"/>
                  </a:lnTo>
                  <a:lnTo>
                    <a:pt x="4" y="5"/>
                  </a:lnTo>
                  <a:lnTo>
                    <a:pt x="5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9" y="7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4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7" name="Freeform 476"/>
            <p:cNvSpPr>
              <a:spLocks/>
            </p:cNvSpPr>
            <p:nvPr/>
          </p:nvSpPr>
          <p:spPr bwMode="auto">
            <a:xfrm>
              <a:off x="6133238" y="4190522"/>
              <a:ext cx="576069" cy="570993"/>
            </a:xfrm>
            <a:custGeom>
              <a:avLst/>
              <a:gdLst>
                <a:gd name="T0" fmla="*/ 169 w 227"/>
                <a:gd name="T1" fmla="*/ 3 h 225"/>
                <a:gd name="T2" fmla="*/ 185 w 227"/>
                <a:gd name="T3" fmla="*/ 4 h 225"/>
                <a:gd name="T4" fmla="*/ 193 w 227"/>
                <a:gd name="T5" fmla="*/ 12 h 225"/>
                <a:gd name="T6" fmla="*/ 203 w 227"/>
                <a:gd name="T7" fmla="*/ 10 h 225"/>
                <a:gd name="T8" fmla="*/ 211 w 227"/>
                <a:gd name="T9" fmla="*/ 7 h 225"/>
                <a:gd name="T10" fmla="*/ 220 w 227"/>
                <a:gd name="T11" fmla="*/ 16 h 225"/>
                <a:gd name="T12" fmla="*/ 225 w 227"/>
                <a:gd name="T13" fmla="*/ 22 h 225"/>
                <a:gd name="T14" fmla="*/ 224 w 227"/>
                <a:gd name="T15" fmla="*/ 36 h 225"/>
                <a:gd name="T16" fmla="*/ 218 w 227"/>
                <a:gd name="T17" fmla="*/ 54 h 225"/>
                <a:gd name="T18" fmla="*/ 208 w 227"/>
                <a:gd name="T19" fmla="*/ 78 h 225"/>
                <a:gd name="T20" fmla="*/ 203 w 227"/>
                <a:gd name="T21" fmla="*/ 99 h 225"/>
                <a:gd name="T22" fmla="*/ 222 w 227"/>
                <a:gd name="T23" fmla="*/ 164 h 225"/>
                <a:gd name="T24" fmla="*/ 199 w 227"/>
                <a:gd name="T25" fmla="*/ 181 h 225"/>
                <a:gd name="T26" fmla="*/ 198 w 227"/>
                <a:gd name="T27" fmla="*/ 190 h 225"/>
                <a:gd name="T28" fmla="*/ 194 w 227"/>
                <a:gd name="T29" fmla="*/ 203 h 225"/>
                <a:gd name="T30" fmla="*/ 206 w 227"/>
                <a:gd name="T31" fmla="*/ 214 h 225"/>
                <a:gd name="T32" fmla="*/ 210 w 227"/>
                <a:gd name="T33" fmla="*/ 224 h 225"/>
                <a:gd name="T34" fmla="*/ 202 w 227"/>
                <a:gd name="T35" fmla="*/ 225 h 225"/>
                <a:gd name="T36" fmla="*/ 189 w 227"/>
                <a:gd name="T37" fmla="*/ 214 h 225"/>
                <a:gd name="T38" fmla="*/ 178 w 227"/>
                <a:gd name="T39" fmla="*/ 203 h 225"/>
                <a:gd name="T40" fmla="*/ 169 w 227"/>
                <a:gd name="T41" fmla="*/ 210 h 225"/>
                <a:gd name="T42" fmla="*/ 158 w 227"/>
                <a:gd name="T43" fmla="*/ 204 h 225"/>
                <a:gd name="T44" fmla="*/ 156 w 227"/>
                <a:gd name="T45" fmla="*/ 198 h 225"/>
                <a:gd name="T46" fmla="*/ 146 w 227"/>
                <a:gd name="T47" fmla="*/ 202 h 225"/>
                <a:gd name="T48" fmla="*/ 141 w 227"/>
                <a:gd name="T49" fmla="*/ 197 h 225"/>
                <a:gd name="T50" fmla="*/ 132 w 227"/>
                <a:gd name="T51" fmla="*/ 199 h 225"/>
                <a:gd name="T52" fmla="*/ 123 w 227"/>
                <a:gd name="T53" fmla="*/ 198 h 225"/>
                <a:gd name="T54" fmla="*/ 120 w 227"/>
                <a:gd name="T55" fmla="*/ 195 h 225"/>
                <a:gd name="T56" fmla="*/ 120 w 227"/>
                <a:gd name="T57" fmla="*/ 187 h 225"/>
                <a:gd name="T58" fmla="*/ 118 w 227"/>
                <a:gd name="T59" fmla="*/ 179 h 225"/>
                <a:gd name="T60" fmla="*/ 115 w 227"/>
                <a:gd name="T61" fmla="*/ 172 h 225"/>
                <a:gd name="T62" fmla="*/ 115 w 227"/>
                <a:gd name="T63" fmla="*/ 161 h 225"/>
                <a:gd name="T64" fmla="*/ 102 w 227"/>
                <a:gd name="T65" fmla="*/ 152 h 225"/>
                <a:gd name="T66" fmla="*/ 87 w 227"/>
                <a:gd name="T67" fmla="*/ 148 h 225"/>
                <a:gd name="T68" fmla="*/ 77 w 227"/>
                <a:gd name="T69" fmla="*/ 160 h 225"/>
                <a:gd name="T70" fmla="*/ 62 w 227"/>
                <a:gd name="T71" fmla="*/ 160 h 225"/>
                <a:gd name="T72" fmla="*/ 58 w 227"/>
                <a:gd name="T73" fmla="*/ 149 h 225"/>
                <a:gd name="T74" fmla="*/ 56 w 227"/>
                <a:gd name="T75" fmla="*/ 139 h 225"/>
                <a:gd name="T76" fmla="*/ 31 w 227"/>
                <a:gd name="T77" fmla="*/ 135 h 225"/>
                <a:gd name="T78" fmla="*/ 15 w 227"/>
                <a:gd name="T79" fmla="*/ 135 h 225"/>
                <a:gd name="T80" fmla="*/ 7 w 227"/>
                <a:gd name="T81" fmla="*/ 137 h 225"/>
                <a:gd name="T82" fmla="*/ 3 w 227"/>
                <a:gd name="T83" fmla="*/ 133 h 225"/>
                <a:gd name="T84" fmla="*/ 12 w 227"/>
                <a:gd name="T85" fmla="*/ 122 h 225"/>
                <a:gd name="T86" fmla="*/ 20 w 227"/>
                <a:gd name="T87" fmla="*/ 122 h 225"/>
                <a:gd name="T88" fmla="*/ 29 w 227"/>
                <a:gd name="T89" fmla="*/ 116 h 225"/>
                <a:gd name="T90" fmla="*/ 36 w 227"/>
                <a:gd name="T91" fmla="*/ 120 h 225"/>
                <a:gd name="T92" fmla="*/ 48 w 227"/>
                <a:gd name="T93" fmla="*/ 106 h 225"/>
                <a:gd name="T94" fmla="*/ 53 w 227"/>
                <a:gd name="T95" fmla="*/ 86 h 225"/>
                <a:gd name="T96" fmla="*/ 64 w 227"/>
                <a:gd name="T97" fmla="*/ 77 h 225"/>
                <a:gd name="T98" fmla="*/ 70 w 227"/>
                <a:gd name="T99" fmla="*/ 58 h 225"/>
                <a:gd name="T100" fmla="*/ 74 w 227"/>
                <a:gd name="T101" fmla="*/ 43 h 225"/>
                <a:gd name="T102" fmla="*/ 79 w 227"/>
                <a:gd name="T103" fmla="*/ 22 h 225"/>
                <a:gd name="T104" fmla="*/ 81 w 227"/>
                <a:gd name="T105" fmla="*/ 12 h 225"/>
                <a:gd name="T106" fmla="*/ 85 w 227"/>
                <a:gd name="T107" fmla="*/ 6 h 225"/>
                <a:gd name="T108" fmla="*/ 94 w 227"/>
                <a:gd name="T109" fmla="*/ 4 h 225"/>
                <a:gd name="T110" fmla="*/ 108 w 227"/>
                <a:gd name="T111" fmla="*/ 12 h 225"/>
                <a:gd name="T112" fmla="*/ 120 w 227"/>
                <a:gd name="T113" fmla="*/ 14 h 225"/>
                <a:gd name="T114" fmla="*/ 125 w 227"/>
                <a:gd name="T115" fmla="*/ 8 h 225"/>
                <a:gd name="T116" fmla="*/ 139 w 227"/>
                <a:gd name="T117" fmla="*/ 7 h 225"/>
                <a:gd name="T118" fmla="*/ 149 w 227"/>
                <a:gd name="T119" fmla="*/ 4 h 225"/>
                <a:gd name="T120" fmla="*/ 158 w 227"/>
                <a:gd name="T121" fmla="*/ 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7" h="225">
                  <a:moveTo>
                    <a:pt x="161" y="0"/>
                  </a:moveTo>
                  <a:lnTo>
                    <a:pt x="162" y="2"/>
                  </a:lnTo>
                  <a:lnTo>
                    <a:pt x="165" y="2"/>
                  </a:lnTo>
                  <a:lnTo>
                    <a:pt x="166" y="2"/>
                  </a:lnTo>
                  <a:lnTo>
                    <a:pt x="168" y="3"/>
                  </a:lnTo>
                  <a:lnTo>
                    <a:pt x="169" y="3"/>
                  </a:lnTo>
                  <a:lnTo>
                    <a:pt x="172" y="4"/>
                  </a:lnTo>
                  <a:lnTo>
                    <a:pt x="175" y="4"/>
                  </a:lnTo>
                  <a:lnTo>
                    <a:pt x="175" y="4"/>
                  </a:lnTo>
                  <a:lnTo>
                    <a:pt x="179" y="3"/>
                  </a:lnTo>
                  <a:lnTo>
                    <a:pt x="182" y="3"/>
                  </a:lnTo>
                  <a:lnTo>
                    <a:pt x="185" y="4"/>
                  </a:lnTo>
                  <a:lnTo>
                    <a:pt x="186" y="4"/>
                  </a:lnTo>
                  <a:lnTo>
                    <a:pt x="186" y="6"/>
                  </a:lnTo>
                  <a:lnTo>
                    <a:pt x="187" y="8"/>
                  </a:lnTo>
                  <a:lnTo>
                    <a:pt x="189" y="8"/>
                  </a:lnTo>
                  <a:lnTo>
                    <a:pt x="190" y="10"/>
                  </a:lnTo>
                  <a:lnTo>
                    <a:pt x="193" y="12"/>
                  </a:lnTo>
                  <a:lnTo>
                    <a:pt x="194" y="12"/>
                  </a:lnTo>
                  <a:lnTo>
                    <a:pt x="195" y="12"/>
                  </a:lnTo>
                  <a:lnTo>
                    <a:pt x="197" y="11"/>
                  </a:lnTo>
                  <a:lnTo>
                    <a:pt x="198" y="10"/>
                  </a:lnTo>
                  <a:lnTo>
                    <a:pt x="200" y="10"/>
                  </a:lnTo>
                  <a:lnTo>
                    <a:pt x="203" y="10"/>
                  </a:lnTo>
                  <a:lnTo>
                    <a:pt x="203" y="11"/>
                  </a:lnTo>
                  <a:lnTo>
                    <a:pt x="204" y="11"/>
                  </a:lnTo>
                  <a:lnTo>
                    <a:pt x="206" y="10"/>
                  </a:lnTo>
                  <a:lnTo>
                    <a:pt x="207" y="8"/>
                  </a:lnTo>
                  <a:lnTo>
                    <a:pt x="208" y="7"/>
                  </a:lnTo>
                  <a:lnTo>
                    <a:pt x="211" y="7"/>
                  </a:lnTo>
                  <a:lnTo>
                    <a:pt x="212" y="8"/>
                  </a:lnTo>
                  <a:lnTo>
                    <a:pt x="214" y="11"/>
                  </a:lnTo>
                  <a:lnTo>
                    <a:pt x="215" y="12"/>
                  </a:lnTo>
                  <a:lnTo>
                    <a:pt x="216" y="14"/>
                  </a:lnTo>
                  <a:lnTo>
                    <a:pt x="219" y="15"/>
                  </a:lnTo>
                  <a:lnTo>
                    <a:pt x="220" y="16"/>
                  </a:lnTo>
                  <a:lnTo>
                    <a:pt x="222" y="18"/>
                  </a:lnTo>
                  <a:lnTo>
                    <a:pt x="222" y="19"/>
                  </a:lnTo>
                  <a:lnTo>
                    <a:pt x="223" y="20"/>
                  </a:lnTo>
                  <a:lnTo>
                    <a:pt x="223" y="22"/>
                  </a:lnTo>
                  <a:lnTo>
                    <a:pt x="223" y="22"/>
                  </a:lnTo>
                  <a:lnTo>
                    <a:pt x="225" y="22"/>
                  </a:lnTo>
                  <a:lnTo>
                    <a:pt x="227" y="22"/>
                  </a:lnTo>
                  <a:lnTo>
                    <a:pt x="227" y="24"/>
                  </a:lnTo>
                  <a:lnTo>
                    <a:pt x="225" y="25"/>
                  </a:lnTo>
                  <a:lnTo>
                    <a:pt x="225" y="29"/>
                  </a:lnTo>
                  <a:lnTo>
                    <a:pt x="224" y="33"/>
                  </a:lnTo>
                  <a:lnTo>
                    <a:pt x="224" y="36"/>
                  </a:lnTo>
                  <a:lnTo>
                    <a:pt x="225" y="37"/>
                  </a:lnTo>
                  <a:lnTo>
                    <a:pt x="227" y="39"/>
                  </a:lnTo>
                  <a:lnTo>
                    <a:pt x="227" y="41"/>
                  </a:lnTo>
                  <a:lnTo>
                    <a:pt x="227" y="43"/>
                  </a:lnTo>
                  <a:lnTo>
                    <a:pt x="222" y="50"/>
                  </a:lnTo>
                  <a:lnTo>
                    <a:pt x="218" y="54"/>
                  </a:lnTo>
                  <a:lnTo>
                    <a:pt x="216" y="56"/>
                  </a:lnTo>
                  <a:lnTo>
                    <a:pt x="212" y="65"/>
                  </a:lnTo>
                  <a:lnTo>
                    <a:pt x="211" y="66"/>
                  </a:lnTo>
                  <a:lnTo>
                    <a:pt x="211" y="69"/>
                  </a:lnTo>
                  <a:lnTo>
                    <a:pt x="211" y="73"/>
                  </a:lnTo>
                  <a:lnTo>
                    <a:pt x="208" y="78"/>
                  </a:lnTo>
                  <a:lnTo>
                    <a:pt x="210" y="81"/>
                  </a:lnTo>
                  <a:lnTo>
                    <a:pt x="206" y="83"/>
                  </a:lnTo>
                  <a:lnTo>
                    <a:pt x="204" y="86"/>
                  </a:lnTo>
                  <a:lnTo>
                    <a:pt x="202" y="93"/>
                  </a:lnTo>
                  <a:lnTo>
                    <a:pt x="202" y="97"/>
                  </a:lnTo>
                  <a:lnTo>
                    <a:pt x="203" y="99"/>
                  </a:lnTo>
                  <a:lnTo>
                    <a:pt x="203" y="102"/>
                  </a:lnTo>
                  <a:lnTo>
                    <a:pt x="203" y="104"/>
                  </a:lnTo>
                  <a:lnTo>
                    <a:pt x="207" y="128"/>
                  </a:lnTo>
                  <a:lnTo>
                    <a:pt x="210" y="143"/>
                  </a:lnTo>
                  <a:lnTo>
                    <a:pt x="219" y="153"/>
                  </a:lnTo>
                  <a:lnTo>
                    <a:pt x="222" y="164"/>
                  </a:lnTo>
                  <a:lnTo>
                    <a:pt x="219" y="162"/>
                  </a:lnTo>
                  <a:lnTo>
                    <a:pt x="200" y="166"/>
                  </a:lnTo>
                  <a:lnTo>
                    <a:pt x="195" y="175"/>
                  </a:lnTo>
                  <a:lnTo>
                    <a:pt x="197" y="178"/>
                  </a:lnTo>
                  <a:lnTo>
                    <a:pt x="198" y="179"/>
                  </a:lnTo>
                  <a:lnTo>
                    <a:pt x="199" y="181"/>
                  </a:lnTo>
                  <a:lnTo>
                    <a:pt x="198" y="182"/>
                  </a:lnTo>
                  <a:lnTo>
                    <a:pt x="198" y="183"/>
                  </a:lnTo>
                  <a:lnTo>
                    <a:pt x="198" y="185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90"/>
                  </a:lnTo>
                  <a:lnTo>
                    <a:pt x="197" y="191"/>
                  </a:lnTo>
                  <a:lnTo>
                    <a:pt x="197" y="191"/>
                  </a:lnTo>
                  <a:lnTo>
                    <a:pt x="197" y="193"/>
                  </a:lnTo>
                  <a:lnTo>
                    <a:pt x="194" y="195"/>
                  </a:lnTo>
                  <a:lnTo>
                    <a:pt x="194" y="197"/>
                  </a:lnTo>
                  <a:lnTo>
                    <a:pt x="194" y="203"/>
                  </a:lnTo>
                  <a:lnTo>
                    <a:pt x="194" y="206"/>
                  </a:lnTo>
                  <a:lnTo>
                    <a:pt x="195" y="207"/>
                  </a:lnTo>
                  <a:lnTo>
                    <a:pt x="199" y="211"/>
                  </a:lnTo>
                  <a:lnTo>
                    <a:pt x="199" y="212"/>
                  </a:lnTo>
                  <a:lnTo>
                    <a:pt x="200" y="214"/>
                  </a:lnTo>
                  <a:lnTo>
                    <a:pt x="206" y="214"/>
                  </a:lnTo>
                  <a:lnTo>
                    <a:pt x="206" y="214"/>
                  </a:lnTo>
                  <a:lnTo>
                    <a:pt x="206" y="212"/>
                  </a:lnTo>
                  <a:lnTo>
                    <a:pt x="204" y="211"/>
                  </a:lnTo>
                  <a:lnTo>
                    <a:pt x="207" y="211"/>
                  </a:lnTo>
                  <a:lnTo>
                    <a:pt x="210" y="211"/>
                  </a:lnTo>
                  <a:lnTo>
                    <a:pt x="210" y="224"/>
                  </a:lnTo>
                  <a:lnTo>
                    <a:pt x="210" y="225"/>
                  </a:lnTo>
                  <a:lnTo>
                    <a:pt x="207" y="224"/>
                  </a:lnTo>
                  <a:lnTo>
                    <a:pt x="207" y="224"/>
                  </a:lnTo>
                  <a:lnTo>
                    <a:pt x="206" y="224"/>
                  </a:lnTo>
                  <a:lnTo>
                    <a:pt x="204" y="224"/>
                  </a:lnTo>
                  <a:lnTo>
                    <a:pt x="202" y="225"/>
                  </a:lnTo>
                  <a:lnTo>
                    <a:pt x="200" y="225"/>
                  </a:lnTo>
                  <a:lnTo>
                    <a:pt x="198" y="223"/>
                  </a:lnTo>
                  <a:lnTo>
                    <a:pt x="197" y="220"/>
                  </a:lnTo>
                  <a:lnTo>
                    <a:pt x="194" y="218"/>
                  </a:lnTo>
                  <a:lnTo>
                    <a:pt x="191" y="215"/>
                  </a:lnTo>
                  <a:lnTo>
                    <a:pt x="189" y="214"/>
                  </a:lnTo>
                  <a:lnTo>
                    <a:pt x="185" y="211"/>
                  </a:lnTo>
                  <a:lnTo>
                    <a:pt x="182" y="210"/>
                  </a:lnTo>
                  <a:lnTo>
                    <a:pt x="181" y="208"/>
                  </a:lnTo>
                  <a:lnTo>
                    <a:pt x="179" y="207"/>
                  </a:lnTo>
                  <a:lnTo>
                    <a:pt x="179" y="203"/>
                  </a:lnTo>
                  <a:lnTo>
                    <a:pt x="178" y="203"/>
                  </a:lnTo>
                  <a:lnTo>
                    <a:pt x="178" y="203"/>
                  </a:lnTo>
                  <a:lnTo>
                    <a:pt x="175" y="203"/>
                  </a:lnTo>
                  <a:lnTo>
                    <a:pt x="175" y="207"/>
                  </a:lnTo>
                  <a:lnTo>
                    <a:pt x="174" y="208"/>
                  </a:lnTo>
                  <a:lnTo>
                    <a:pt x="172" y="210"/>
                  </a:lnTo>
                  <a:lnTo>
                    <a:pt x="169" y="210"/>
                  </a:lnTo>
                  <a:lnTo>
                    <a:pt x="169" y="208"/>
                  </a:lnTo>
                  <a:lnTo>
                    <a:pt x="166" y="208"/>
                  </a:lnTo>
                  <a:lnTo>
                    <a:pt x="164" y="207"/>
                  </a:lnTo>
                  <a:lnTo>
                    <a:pt x="161" y="206"/>
                  </a:lnTo>
                  <a:lnTo>
                    <a:pt x="160" y="206"/>
                  </a:lnTo>
                  <a:lnTo>
                    <a:pt x="158" y="204"/>
                  </a:lnTo>
                  <a:lnTo>
                    <a:pt x="157" y="204"/>
                  </a:lnTo>
                  <a:lnTo>
                    <a:pt x="157" y="203"/>
                  </a:lnTo>
                  <a:lnTo>
                    <a:pt x="157" y="202"/>
                  </a:lnTo>
                  <a:lnTo>
                    <a:pt x="156" y="200"/>
                  </a:lnTo>
                  <a:lnTo>
                    <a:pt x="156" y="199"/>
                  </a:lnTo>
                  <a:lnTo>
                    <a:pt x="156" y="198"/>
                  </a:lnTo>
                  <a:lnTo>
                    <a:pt x="152" y="199"/>
                  </a:lnTo>
                  <a:lnTo>
                    <a:pt x="152" y="200"/>
                  </a:lnTo>
                  <a:lnTo>
                    <a:pt x="149" y="200"/>
                  </a:lnTo>
                  <a:lnTo>
                    <a:pt x="148" y="200"/>
                  </a:lnTo>
                  <a:lnTo>
                    <a:pt x="146" y="202"/>
                  </a:lnTo>
                  <a:lnTo>
                    <a:pt x="146" y="202"/>
                  </a:lnTo>
                  <a:lnTo>
                    <a:pt x="145" y="200"/>
                  </a:lnTo>
                  <a:lnTo>
                    <a:pt x="145" y="199"/>
                  </a:lnTo>
                  <a:lnTo>
                    <a:pt x="145" y="198"/>
                  </a:lnTo>
                  <a:lnTo>
                    <a:pt x="143" y="198"/>
                  </a:lnTo>
                  <a:lnTo>
                    <a:pt x="141" y="198"/>
                  </a:lnTo>
                  <a:lnTo>
                    <a:pt x="141" y="197"/>
                  </a:lnTo>
                  <a:lnTo>
                    <a:pt x="141" y="197"/>
                  </a:lnTo>
                  <a:lnTo>
                    <a:pt x="139" y="197"/>
                  </a:lnTo>
                  <a:lnTo>
                    <a:pt x="136" y="198"/>
                  </a:lnTo>
                  <a:lnTo>
                    <a:pt x="135" y="199"/>
                  </a:lnTo>
                  <a:lnTo>
                    <a:pt x="133" y="199"/>
                  </a:lnTo>
                  <a:lnTo>
                    <a:pt x="132" y="199"/>
                  </a:lnTo>
                  <a:lnTo>
                    <a:pt x="131" y="199"/>
                  </a:lnTo>
                  <a:lnTo>
                    <a:pt x="128" y="199"/>
                  </a:lnTo>
                  <a:lnTo>
                    <a:pt x="127" y="199"/>
                  </a:lnTo>
                  <a:lnTo>
                    <a:pt x="125" y="198"/>
                  </a:lnTo>
                  <a:lnTo>
                    <a:pt x="124" y="198"/>
                  </a:lnTo>
                  <a:lnTo>
                    <a:pt x="123" y="198"/>
                  </a:lnTo>
                  <a:lnTo>
                    <a:pt x="123" y="198"/>
                  </a:lnTo>
                  <a:lnTo>
                    <a:pt x="121" y="199"/>
                  </a:lnTo>
                  <a:lnTo>
                    <a:pt x="120" y="199"/>
                  </a:lnTo>
                  <a:lnTo>
                    <a:pt x="120" y="198"/>
                  </a:lnTo>
                  <a:lnTo>
                    <a:pt x="120" y="197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21" y="193"/>
                  </a:lnTo>
                  <a:lnTo>
                    <a:pt x="120" y="191"/>
                  </a:lnTo>
                  <a:lnTo>
                    <a:pt x="119" y="190"/>
                  </a:lnTo>
                  <a:lnTo>
                    <a:pt x="120" y="189"/>
                  </a:lnTo>
                  <a:lnTo>
                    <a:pt x="120" y="187"/>
                  </a:lnTo>
                  <a:lnTo>
                    <a:pt x="119" y="186"/>
                  </a:lnTo>
                  <a:lnTo>
                    <a:pt x="119" y="185"/>
                  </a:lnTo>
                  <a:lnTo>
                    <a:pt x="119" y="183"/>
                  </a:lnTo>
                  <a:lnTo>
                    <a:pt x="119" y="182"/>
                  </a:lnTo>
                  <a:lnTo>
                    <a:pt x="118" y="181"/>
                  </a:lnTo>
                  <a:lnTo>
                    <a:pt x="118" y="179"/>
                  </a:lnTo>
                  <a:lnTo>
                    <a:pt x="116" y="179"/>
                  </a:lnTo>
                  <a:lnTo>
                    <a:pt x="116" y="178"/>
                  </a:lnTo>
                  <a:lnTo>
                    <a:pt x="115" y="177"/>
                  </a:lnTo>
                  <a:lnTo>
                    <a:pt x="115" y="175"/>
                  </a:lnTo>
                  <a:lnTo>
                    <a:pt x="115" y="174"/>
                  </a:lnTo>
                  <a:lnTo>
                    <a:pt x="115" y="172"/>
                  </a:lnTo>
                  <a:lnTo>
                    <a:pt x="115" y="168"/>
                  </a:lnTo>
                  <a:lnTo>
                    <a:pt x="115" y="166"/>
                  </a:lnTo>
                  <a:lnTo>
                    <a:pt x="115" y="165"/>
                  </a:lnTo>
                  <a:lnTo>
                    <a:pt x="115" y="165"/>
                  </a:lnTo>
                  <a:lnTo>
                    <a:pt x="115" y="162"/>
                  </a:lnTo>
                  <a:lnTo>
                    <a:pt x="115" y="161"/>
                  </a:lnTo>
                  <a:lnTo>
                    <a:pt x="115" y="160"/>
                  </a:lnTo>
                  <a:lnTo>
                    <a:pt x="116" y="157"/>
                  </a:lnTo>
                  <a:lnTo>
                    <a:pt x="116" y="156"/>
                  </a:lnTo>
                  <a:lnTo>
                    <a:pt x="116" y="153"/>
                  </a:lnTo>
                  <a:lnTo>
                    <a:pt x="116" y="152"/>
                  </a:lnTo>
                  <a:lnTo>
                    <a:pt x="102" y="152"/>
                  </a:lnTo>
                  <a:lnTo>
                    <a:pt x="102" y="150"/>
                  </a:lnTo>
                  <a:lnTo>
                    <a:pt x="102" y="149"/>
                  </a:lnTo>
                  <a:lnTo>
                    <a:pt x="102" y="148"/>
                  </a:lnTo>
                  <a:lnTo>
                    <a:pt x="99" y="147"/>
                  </a:lnTo>
                  <a:lnTo>
                    <a:pt x="99" y="148"/>
                  </a:lnTo>
                  <a:lnTo>
                    <a:pt x="87" y="148"/>
                  </a:lnTo>
                  <a:lnTo>
                    <a:pt x="87" y="152"/>
                  </a:lnTo>
                  <a:lnTo>
                    <a:pt x="86" y="153"/>
                  </a:lnTo>
                  <a:lnTo>
                    <a:pt x="85" y="154"/>
                  </a:lnTo>
                  <a:lnTo>
                    <a:pt x="85" y="156"/>
                  </a:lnTo>
                  <a:lnTo>
                    <a:pt x="86" y="160"/>
                  </a:lnTo>
                  <a:lnTo>
                    <a:pt x="77" y="160"/>
                  </a:lnTo>
                  <a:lnTo>
                    <a:pt x="75" y="161"/>
                  </a:lnTo>
                  <a:lnTo>
                    <a:pt x="70" y="161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4" y="161"/>
                  </a:lnTo>
                  <a:lnTo>
                    <a:pt x="62" y="160"/>
                  </a:lnTo>
                  <a:lnTo>
                    <a:pt x="62" y="156"/>
                  </a:lnTo>
                  <a:lnTo>
                    <a:pt x="61" y="154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8" y="150"/>
                  </a:lnTo>
                  <a:lnTo>
                    <a:pt x="58" y="149"/>
                  </a:lnTo>
                  <a:lnTo>
                    <a:pt x="57" y="147"/>
                  </a:lnTo>
                  <a:lnTo>
                    <a:pt x="56" y="144"/>
                  </a:lnTo>
                  <a:lnTo>
                    <a:pt x="56" y="143"/>
                  </a:lnTo>
                  <a:lnTo>
                    <a:pt x="57" y="141"/>
                  </a:lnTo>
                  <a:lnTo>
                    <a:pt x="57" y="140"/>
                  </a:lnTo>
                  <a:lnTo>
                    <a:pt x="56" y="139"/>
                  </a:lnTo>
                  <a:lnTo>
                    <a:pt x="56" y="137"/>
                  </a:lnTo>
                  <a:lnTo>
                    <a:pt x="56" y="137"/>
                  </a:lnTo>
                  <a:lnTo>
                    <a:pt x="56" y="135"/>
                  </a:lnTo>
                  <a:lnTo>
                    <a:pt x="42" y="135"/>
                  </a:lnTo>
                  <a:lnTo>
                    <a:pt x="35" y="135"/>
                  </a:lnTo>
                  <a:lnTo>
                    <a:pt x="31" y="135"/>
                  </a:lnTo>
                  <a:lnTo>
                    <a:pt x="27" y="135"/>
                  </a:lnTo>
                  <a:lnTo>
                    <a:pt x="25" y="135"/>
                  </a:lnTo>
                  <a:lnTo>
                    <a:pt x="21" y="135"/>
                  </a:lnTo>
                  <a:lnTo>
                    <a:pt x="19" y="135"/>
                  </a:lnTo>
                  <a:lnTo>
                    <a:pt x="16" y="135"/>
                  </a:lnTo>
                  <a:lnTo>
                    <a:pt x="15" y="135"/>
                  </a:lnTo>
                  <a:lnTo>
                    <a:pt x="13" y="135"/>
                  </a:lnTo>
                  <a:lnTo>
                    <a:pt x="11" y="135"/>
                  </a:lnTo>
                  <a:lnTo>
                    <a:pt x="10" y="136"/>
                  </a:lnTo>
                  <a:lnTo>
                    <a:pt x="8" y="136"/>
                  </a:lnTo>
                  <a:lnTo>
                    <a:pt x="7" y="136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6" y="136"/>
                  </a:lnTo>
                  <a:lnTo>
                    <a:pt x="2" y="136"/>
                  </a:lnTo>
                  <a:lnTo>
                    <a:pt x="0" y="135"/>
                  </a:lnTo>
                  <a:lnTo>
                    <a:pt x="3" y="133"/>
                  </a:lnTo>
                  <a:lnTo>
                    <a:pt x="6" y="132"/>
                  </a:lnTo>
                  <a:lnTo>
                    <a:pt x="7" y="131"/>
                  </a:lnTo>
                  <a:lnTo>
                    <a:pt x="7" y="127"/>
                  </a:lnTo>
                  <a:lnTo>
                    <a:pt x="7" y="125"/>
                  </a:lnTo>
                  <a:lnTo>
                    <a:pt x="10" y="124"/>
                  </a:lnTo>
                  <a:lnTo>
                    <a:pt x="12" y="122"/>
                  </a:lnTo>
                  <a:lnTo>
                    <a:pt x="13" y="122"/>
                  </a:lnTo>
                  <a:lnTo>
                    <a:pt x="16" y="120"/>
                  </a:lnTo>
                  <a:lnTo>
                    <a:pt x="16" y="122"/>
                  </a:lnTo>
                  <a:lnTo>
                    <a:pt x="16" y="123"/>
                  </a:lnTo>
                  <a:lnTo>
                    <a:pt x="19" y="123"/>
                  </a:lnTo>
                  <a:lnTo>
                    <a:pt x="20" y="122"/>
                  </a:lnTo>
                  <a:lnTo>
                    <a:pt x="20" y="119"/>
                  </a:lnTo>
                  <a:lnTo>
                    <a:pt x="21" y="119"/>
                  </a:lnTo>
                  <a:lnTo>
                    <a:pt x="23" y="119"/>
                  </a:lnTo>
                  <a:lnTo>
                    <a:pt x="25" y="116"/>
                  </a:lnTo>
                  <a:lnTo>
                    <a:pt x="29" y="115"/>
                  </a:lnTo>
                  <a:lnTo>
                    <a:pt x="29" y="116"/>
                  </a:lnTo>
                  <a:lnTo>
                    <a:pt x="28" y="119"/>
                  </a:lnTo>
                  <a:lnTo>
                    <a:pt x="28" y="120"/>
                  </a:lnTo>
                  <a:lnTo>
                    <a:pt x="29" y="122"/>
                  </a:lnTo>
                  <a:lnTo>
                    <a:pt x="32" y="124"/>
                  </a:lnTo>
                  <a:lnTo>
                    <a:pt x="35" y="123"/>
                  </a:lnTo>
                  <a:lnTo>
                    <a:pt x="36" y="120"/>
                  </a:lnTo>
                  <a:lnTo>
                    <a:pt x="41" y="115"/>
                  </a:lnTo>
                  <a:lnTo>
                    <a:pt x="42" y="114"/>
                  </a:lnTo>
                  <a:lnTo>
                    <a:pt x="44" y="112"/>
                  </a:lnTo>
                  <a:lnTo>
                    <a:pt x="46" y="111"/>
                  </a:lnTo>
                  <a:lnTo>
                    <a:pt x="48" y="108"/>
                  </a:lnTo>
                  <a:lnTo>
                    <a:pt x="48" y="106"/>
                  </a:lnTo>
                  <a:lnTo>
                    <a:pt x="49" y="103"/>
                  </a:lnTo>
                  <a:lnTo>
                    <a:pt x="49" y="97"/>
                  </a:lnTo>
                  <a:lnTo>
                    <a:pt x="49" y="95"/>
                  </a:lnTo>
                  <a:lnTo>
                    <a:pt x="48" y="93"/>
                  </a:lnTo>
                  <a:lnTo>
                    <a:pt x="49" y="90"/>
                  </a:lnTo>
                  <a:lnTo>
                    <a:pt x="53" y="86"/>
                  </a:lnTo>
                  <a:lnTo>
                    <a:pt x="53" y="83"/>
                  </a:lnTo>
                  <a:lnTo>
                    <a:pt x="56" y="81"/>
                  </a:lnTo>
                  <a:lnTo>
                    <a:pt x="58" y="78"/>
                  </a:lnTo>
                  <a:lnTo>
                    <a:pt x="60" y="79"/>
                  </a:lnTo>
                  <a:lnTo>
                    <a:pt x="62" y="78"/>
                  </a:lnTo>
                  <a:lnTo>
                    <a:pt x="64" y="77"/>
                  </a:lnTo>
                  <a:lnTo>
                    <a:pt x="67" y="70"/>
                  </a:lnTo>
                  <a:lnTo>
                    <a:pt x="67" y="66"/>
                  </a:lnTo>
                  <a:lnTo>
                    <a:pt x="69" y="62"/>
                  </a:lnTo>
                  <a:lnTo>
                    <a:pt x="70" y="62"/>
                  </a:lnTo>
                  <a:lnTo>
                    <a:pt x="71" y="58"/>
                  </a:lnTo>
                  <a:lnTo>
                    <a:pt x="70" y="58"/>
                  </a:lnTo>
                  <a:lnTo>
                    <a:pt x="71" y="54"/>
                  </a:lnTo>
                  <a:lnTo>
                    <a:pt x="70" y="53"/>
                  </a:lnTo>
                  <a:lnTo>
                    <a:pt x="71" y="49"/>
                  </a:lnTo>
                  <a:lnTo>
                    <a:pt x="73" y="48"/>
                  </a:lnTo>
                  <a:lnTo>
                    <a:pt x="73" y="45"/>
                  </a:lnTo>
                  <a:lnTo>
                    <a:pt x="74" y="43"/>
                  </a:lnTo>
                  <a:lnTo>
                    <a:pt x="73" y="37"/>
                  </a:lnTo>
                  <a:lnTo>
                    <a:pt x="78" y="31"/>
                  </a:lnTo>
                  <a:lnTo>
                    <a:pt x="78" y="29"/>
                  </a:lnTo>
                  <a:lnTo>
                    <a:pt x="81" y="28"/>
                  </a:lnTo>
                  <a:lnTo>
                    <a:pt x="81" y="23"/>
                  </a:lnTo>
                  <a:lnTo>
                    <a:pt x="79" y="22"/>
                  </a:lnTo>
                  <a:lnTo>
                    <a:pt x="79" y="19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9" y="14"/>
                  </a:lnTo>
                  <a:lnTo>
                    <a:pt x="79" y="12"/>
                  </a:lnTo>
                  <a:lnTo>
                    <a:pt x="81" y="12"/>
                  </a:lnTo>
                  <a:lnTo>
                    <a:pt x="82" y="11"/>
                  </a:lnTo>
                  <a:lnTo>
                    <a:pt x="82" y="10"/>
                  </a:lnTo>
                  <a:lnTo>
                    <a:pt x="82" y="8"/>
                  </a:lnTo>
                  <a:lnTo>
                    <a:pt x="83" y="7"/>
                  </a:lnTo>
                  <a:lnTo>
                    <a:pt x="83" y="6"/>
                  </a:lnTo>
                  <a:lnTo>
                    <a:pt x="85" y="6"/>
                  </a:lnTo>
                  <a:lnTo>
                    <a:pt x="87" y="4"/>
                  </a:lnTo>
                  <a:lnTo>
                    <a:pt x="89" y="4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3" y="4"/>
                  </a:lnTo>
                  <a:lnTo>
                    <a:pt x="94" y="4"/>
                  </a:lnTo>
                  <a:lnTo>
                    <a:pt x="96" y="8"/>
                  </a:lnTo>
                  <a:lnTo>
                    <a:pt x="99" y="8"/>
                  </a:lnTo>
                  <a:lnTo>
                    <a:pt x="102" y="11"/>
                  </a:lnTo>
                  <a:lnTo>
                    <a:pt x="103" y="12"/>
                  </a:lnTo>
                  <a:lnTo>
                    <a:pt x="106" y="11"/>
                  </a:lnTo>
                  <a:lnTo>
                    <a:pt x="108" y="12"/>
                  </a:lnTo>
                  <a:lnTo>
                    <a:pt x="111" y="14"/>
                  </a:lnTo>
                  <a:lnTo>
                    <a:pt x="112" y="14"/>
                  </a:lnTo>
                  <a:lnTo>
                    <a:pt x="114" y="12"/>
                  </a:lnTo>
                  <a:lnTo>
                    <a:pt x="115" y="12"/>
                  </a:lnTo>
                  <a:lnTo>
                    <a:pt x="118" y="14"/>
                  </a:lnTo>
                  <a:lnTo>
                    <a:pt x="120" y="14"/>
                  </a:lnTo>
                  <a:lnTo>
                    <a:pt x="121" y="15"/>
                  </a:lnTo>
                  <a:lnTo>
                    <a:pt x="124" y="14"/>
                  </a:lnTo>
                  <a:lnTo>
                    <a:pt x="124" y="14"/>
                  </a:lnTo>
                  <a:lnTo>
                    <a:pt x="123" y="12"/>
                  </a:lnTo>
                  <a:lnTo>
                    <a:pt x="123" y="11"/>
                  </a:lnTo>
                  <a:lnTo>
                    <a:pt x="125" y="8"/>
                  </a:lnTo>
                  <a:lnTo>
                    <a:pt x="127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2" y="8"/>
                  </a:lnTo>
                  <a:lnTo>
                    <a:pt x="135" y="8"/>
                  </a:lnTo>
                  <a:lnTo>
                    <a:pt x="139" y="7"/>
                  </a:lnTo>
                  <a:lnTo>
                    <a:pt x="140" y="7"/>
                  </a:lnTo>
                  <a:lnTo>
                    <a:pt x="143" y="6"/>
                  </a:lnTo>
                  <a:lnTo>
                    <a:pt x="146" y="3"/>
                  </a:lnTo>
                  <a:lnTo>
                    <a:pt x="148" y="3"/>
                  </a:lnTo>
                  <a:lnTo>
                    <a:pt x="149" y="4"/>
                  </a:lnTo>
                  <a:lnTo>
                    <a:pt x="149" y="4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3" y="6"/>
                  </a:lnTo>
                  <a:lnTo>
                    <a:pt x="156" y="4"/>
                  </a:lnTo>
                  <a:lnTo>
                    <a:pt x="157" y="4"/>
                  </a:lnTo>
                  <a:lnTo>
                    <a:pt x="158" y="4"/>
                  </a:lnTo>
                  <a:lnTo>
                    <a:pt x="160" y="2"/>
                  </a:lnTo>
                  <a:lnTo>
                    <a:pt x="160" y="2"/>
                  </a:lnTo>
                  <a:lnTo>
                    <a:pt x="160" y="0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8" name="Freeform 477"/>
            <p:cNvSpPr>
              <a:spLocks/>
            </p:cNvSpPr>
            <p:nvPr/>
          </p:nvSpPr>
          <p:spPr bwMode="auto">
            <a:xfrm>
              <a:off x="6754984" y="4639704"/>
              <a:ext cx="93897" cy="241087"/>
            </a:xfrm>
            <a:custGeom>
              <a:avLst/>
              <a:gdLst>
                <a:gd name="T0" fmla="*/ 6 w 37"/>
                <a:gd name="T1" fmla="*/ 0 h 95"/>
                <a:gd name="T2" fmla="*/ 7 w 37"/>
                <a:gd name="T3" fmla="*/ 1 h 95"/>
                <a:gd name="T4" fmla="*/ 8 w 37"/>
                <a:gd name="T5" fmla="*/ 1 h 95"/>
                <a:gd name="T6" fmla="*/ 11 w 37"/>
                <a:gd name="T7" fmla="*/ 2 h 95"/>
                <a:gd name="T8" fmla="*/ 12 w 37"/>
                <a:gd name="T9" fmla="*/ 2 h 95"/>
                <a:gd name="T10" fmla="*/ 15 w 37"/>
                <a:gd name="T11" fmla="*/ 5 h 95"/>
                <a:gd name="T12" fmla="*/ 20 w 37"/>
                <a:gd name="T13" fmla="*/ 14 h 95"/>
                <a:gd name="T14" fmla="*/ 19 w 37"/>
                <a:gd name="T15" fmla="*/ 37 h 95"/>
                <a:gd name="T16" fmla="*/ 24 w 37"/>
                <a:gd name="T17" fmla="*/ 48 h 95"/>
                <a:gd name="T18" fmla="*/ 27 w 37"/>
                <a:gd name="T19" fmla="*/ 51 h 95"/>
                <a:gd name="T20" fmla="*/ 32 w 37"/>
                <a:gd name="T21" fmla="*/ 56 h 95"/>
                <a:gd name="T22" fmla="*/ 36 w 37"/>
                <a:gd name="T23" fmla="*/ 62 h 95"/>
                <a:gd name="T24" fmla="*/ 37 w 37"/>
                <a:gd name="T25" fmla="*/ 66 h 95"/>
                <a:gd name="T26" fmla="*/ 36 w 37"/>
                <a:gd name="T27" fmla="*/ 68 h 95"/>
                <a:gd name="T28" fmla="*/ 34 w 37"/>
                <a:gd name="T29" fmla="*/ 70 h 95"/>
                <a:gd name="T30" fmla="*/ 34 w 37"/>
                <a:gd name="T31" fmla="*/ 71 h 95"/>
                <a:gd name="T32" fmla="*/ 36 w 37"/>
                <a:gd name="T33" fmla="*/ 73 h 95"/>
                <a:gd name="T34" fmla="*/ 34 w 37"/>
                <a:gd name="T35" fmla="*/ 80 h 95"/>
                <a:gd name="T36" fmla="*/ 31 w 37"/>
                <a:gd name="T37" fmla="*/ 81 h 95"/>
                <a:gd name="T38" fmla="*/ 29 w 37"/>
                <a:gd name="T39" fmla="*/ 87 h 95"/>
                <a:gd name="T40" fmla="*/ 28 w 37"/>
                <a:gd name="T41" fmla="*/ 92 h 95"/>
                <a:gd name="T42" fmla="*/ 25 w 37"/>
                <a:gd name="T43" fmla="*/ 95 h 95"/>
                <a:gd name="T44" fmla="*/ 25 w 37"/>
                <a:gd name="T45" fmla="*/ 92 h 95"/>
                <a:gd name="T46" fmla="*/ 23 w 37"/>
                <a:gd name="T47" fmla="*/ 88 h 95"/>
                <a:gd name="T48" fmla="*/ 20 w 37"/>
                <a:gd name="T49" fmla="*/ 85 h 95"/>
                <a:gd name="T50" fmla="*/ 17 w 37"/>
                <a:gd name="T51" fmla="*/ 81 h 95"/>
                <a:gd name="T52" fmla="*/ 16 w 37"/>
                <a:gd name="T53" fmla="*/ 76 h 95"/>
                <a:gd name="T54" fmla="*/ 17 w 37"/>
                <a:gd name="T55" fmla="*/ 72 h 95"/>
                <a:gd name="T56" fmla="*/ 21 w 37"/>
                <a:gd name="T57" fmla="*/ 67 h 95"/>
                <a:gd name="T58" fmla="*/ 20 w 37"/>
                <a:gd name="T59" fmla="*/ 62 h 95"/>
                <a:gd name="T60" fmla="*/ 13 w 37"/>
                <a:gd name="T61" fmla="*/ 60 h 95"/>
                <a:gd name="T62" fmla="*/ 12 w 37"/>
                <a:gd name="T63" fmla="*/ 62 h 95"/>
                <a:gd name="T64" fmla="*/ 8 w 37"/>
                <a:gd name="T65" fmla="*/ 62 h 95"/>
                <a:gd name="T66" fmla="*/ 7 w 37"/>
                <a:gd name="T67" fmla="*/ 59 h 95"/>
                <a:gd name="T68" fmla="*/ 7 w 37"/>
                <a:gd name="T69" fmla="*/ 56 h 95"/>
                <a:gd name="T70" fmla="*/ 3 w 37"/>
                <a:gd name="T71" fmla="*/ 55 h 95"/>
                <a:gd name="T72" fmla="*/ 0 w 37"/>
                <a:gd name="T73" fmla="*/ 51 h 95"/>
                <a:gd name="T74" fmla="*/ 2 w 37"/>
                <a:gd name="T75" fmla="*/ 50 h 95"/>
                <a:gd name="T76" fmla="*/ 3 w 37"/>
                <a:gd name="T77" fmla="*/ 46 h 95"/>
                <a:gd name="T78" fmla="*/ 3 w 37"/>
                <a:gd name="T79" fmla="*/ 43 h 95"/>
                <a:gd name="T80" fmla="*/ 3 w 37"/>
                <a:gd name="T81" fmla="*/ 41 h 95"/>
                <a:gd name="T82" fmla="*/ 8 w 37"/>
                <a:gd name="T83" fmla="*/ 38 h 95"/>
                <a:gd name="T84" fmla="*/ 9 w 37"/>
                <a:gd name="T85" fmla="*/ 37 h 95"/>
                <a:gd name="T86" fmla="*/ 8 w 37"/>
                <a:gd name="T87" fmla="*/ 35 h 95"/>
                <a:gd name="T88" fmla="*/ 7 w 37"/>
                <a:gd name="T89" fmla="*/ 33 h 95"/>
                <a:gd name="T90" fmla="*/ 8 w 37"/>
                <a:gd name="T91" fmla="*/ 30 h 95"/>
                <a:gd name="T92" fmla="*/ 8 w 37"/>
                <a:gd name="T93" fmla="*/ 27 h 95"/>
                <a:gd name="T94" fmla="*/ 7 w 37"/>
                <a:gd name="T95" fmla="*/ 23 h 95"/>
                <a:gd name="T96" fmla="*/ 7 w 37"/>
                <a:gd name="T97" fmla="*/ 20 h 95"/>
                <a:gd name="T98" fmla="*/ 9 w 37"/>
                <a:gd name="T99" fmla="*/ 17 h 95"/>
                <a:gd name="T100" fmla="*/ 11 w 37"/>
                <a:gd name="T101" fmla="*/ 13 h 95"/>
                <a:gd name="T102" fmla="*/ 8 w 37"/>
                <a:gd name="T103" fmla="*/ 10 h 95"/>
                <a:gd name="T104" fmla="*/ 8 w 37"/>
                <a:gd name="T105" fmla="*/ 6 h 95"/>
                <a:gd name="T106" fmla="*/ 7 w 37"/>
                <a:gd name="T107" fmla="*/ 5 h 95"/>
                <a:gd name="T108" fmla="*/ 6 w 37"/>
                <a:gd name="T109" fmla="*/ 2 h 95"/>
                <a:gd name="T110" fmla="*/ 3 w 37"/>
                <a:gd name="T11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7" h="95">
                  <a:moveTo>
                    <a:pt x="4" y="0"/>
                  </a:move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9" y="9"/>
                  </a:lnTo>
                  <a:lnTo>
                    <a:pt x="20" y="14"/>
                  </a:lnTo>
                  <a:lnTo>
                    <a:pt x="19" y="34"/>
                  </a:lnTo>
                  <a:lnTo>
                    <a:pt x="19" y="37"/>
                  </a:lnTo>
                  <a:lnTo>
                    <a:pt x="20" y="47"/>
                  </a:lnTo>
                  <a:lnTo>
                    <a:pt x="24" y="48"/>
                  </a:lnTo>
                  <a:lnTo>
                    <a:pt x="27" y="51"/>
                  </a:lnTo>
                  <a:lnTo>
                    <a:pt x="27" y="51"/>
                  </a:lnTo>
                  <a:lnTo>
                    <a:pt x="28" y="52"/>
                  </a:lnTo>
                  <a:lnTo>
                    <a:pt x="32" y="56"/>
                  </a:lnTo>
                  <a:lnTo>
                    <a:pt x="33" y="58"/>
                  </a:lnTo>
                  <a:lnTo>
                    <a:pt x="36" y="62"/>
                  </a:lnTo>
                  <a:lnTo>
                    <a:pt x="37" y="64"/>
                  </a:lnTo>
                  <a:lnTo>
                    <a:pt x="37" y="66"/>
                  </a:lnTo>
                  <a:lnTo>
                    <a:pt x="37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4" y="71"/>
                  </a:lnTo>
                  <a:lnTo>
                    <a:pt x="34" y="72"/>
                  </a:lnTo>
                  <a:lnTo>
                    <a:pt x="36" y="73"/>
                  </a:lnTo>
                  <a:lnTo>
                    <a:pt x="34" y="77"/>
                  </a:lnTo>
                  <a:lnTo>
                    <a:pt x="34" y="80"/>
                  </a:lnTo>
                  <a:lnTo>
                    <a:pt x="33" y="81"/>
                  </a:lnTo>
                  <a:lnTo>
                    <a:pt x="31" y="81"/>
                  </a:lnTo>
                  <a:lnTo>
                    <a:pt x="29" y="85"/>
                  </a:lnTo>
                  <a:lnTo>
                    <a:pt x="29" y="87"/>
                  </a:lnTo>
                  <a:lnTo>
                    <a:pt x="28" y="89"/>
                  </a:lnTo>
                  <a:lnTo>
                    <a:pt x="28" y="92"/>
                  </a:lnTo>
                  <a:lnTo>
                    <a:pt x="28" y="95"/>
                  </a:lnTo>
                  <a:lnTo>
                    <a:pt x="25" y="95"/>
                  </a:lnTo>
                  <a:lnTo>
                    <a:pt x="25" y="93"/>
                  </a:lnTo>
                  <a:lnTo>
                    <a:pt x="25" y="92"/>
                  </a:lnTo>
                  <a:lnTo>
                    <a:pt x="24" y="89"/>
                  </a:lnTo>
                  <a:lnTo>
                    <a:pt x="23" y="88"/>
                  </a:lnTo>
                  <a:lnTo>
                    <a:pt x="21" y="88"/>
                  </a:lnTo>
                  <a:lnTo>
                    <a:pt x="20" y="85"/>
                  </a:lnTo>
                  <a:lnTo>
                    <a:pt x="17" y="83"/>
                  </a:lnTo>
                  <a:lnTo>
                    <a:pt x="17" y="81"/>
                  </a:lnTo>
                  <a:lnTo>
                    <a:pt x="16" y="79"/>
                  </a:lnTo>
                  <a:lnTo>
                    <a:pt x="16" y="76"/>
                  </a:lnTo>
                  <a:lnTo>
                    <a:pt x="17" y="75"/>
                  </a:lnTo>
                  <a:lnTo>
                    <a:pt x="17" y="72"/>
                  </a:lnTo>
                  <a:lnTo>
                    <a:pt x="20" y="70"/>
                  </a:lnTo>
                  <a:lnTo>
                    <a:pt x="21" y="67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6" y="60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9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2" y="50"/>
                  </a:lnTo>
                  <a:lnTo>
                    <a:pt x="3" y="47"/>
                  </a:lnTo>
                  <a:lnTo>
                    <a:pt x="3" y="46"/>
                  </a:lnTo>
                  <a:lnTo>
                    <a:pt x="3" y="45"/>
                  </a:lnTo>
                  <a:lnTo>
                    <a:pt x="3" y="43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6" y="39"/>
                  </a:lnTo>
                  <a:lnTo>
                    <a:pt x="8" y="38"/>
                  </a:lnTo>
                  <a:lnTo>
                    <a:pt x="8" y="37"/>
                  </a:lnTo>
                  <a:lnTo>
                    <a:pt x="9" y="37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7" y="33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7" y="29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9" y="12"/>
                  </a:lnTo>
                  <a:lnTo>
                    <a:pt x="8" y="10"/>
                  </a:lnTo>
                  <a:lnTo>
                    <a:pt x="7" y="9"/>
                  </a:lnTo>
                  <a:lnTo>
                    <a:pt x="8" y="6"/>
                  </a:lnTo>
                  <a:lnTo>
                    <a:pt x="8" y="5"/>
                  </a:lnTo>
                  <a:lnTo>
                    <a:pt x="7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1"/>
                  </a:lnTo>
                  <a:lnTo>
                    <a:pt x="3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9" name="Freeform 478"/>
            <p:cNvSpPr>
              <a:spLocks/>
            </p:cNvSpPr>
            <p:nvPr/>
          </p:nvSpPr>
          <p:spPr bwMode="auto">
            <a:xfrm>
              <a:off x="6425078" y="4601637"/>
              <a:ext cx="357823" cy="304529"/>
            </a:xfrm>
            <a:custGeom>
              <a:avLst/>
              <a:gdLst>
                <a:gd name="T0" fmla="*/ 113 w 141"/>
                <a:gd name="T1" fmla="*/ 3 h 120"/>
                <a:gd name="T2" fmla="*/ 118 w 141"/>
                <a:gd name="T3" fmla="*/ 7 h 120"/>
                <a:gd name="T4" fmla="*/ 128 w 141"/>
                <a:gd name="T5" fmla="*/ 10 h 120"/>
                <a:gd name="T6" fmla="*/ 133 w 141"/>
                <a:gd name="T7" fmla="*/ 15 h 120"/>
                <a:gd name="T8" fmla="*/ 137 w 141"/>
                <a:gd name="T9" fmla="*/ 20 h 120"/>
                <a:gd name="T10" fmla="*/ 138 w 141"/>
                <a:gd name="T11" fmla="*/ 25 h 120"/>
                <a:gd name="T12" fmla="*/ 139 w 141"/>
                <a:gd name="T13" fmla="*/ 32 h 120"/>
                <a:gd name="T14" fmla="*/ 137 w 141"/>
                <a:gd name="T15" fmla="*/ 38 h 120"/>
                <a:gd name="T16" fmla="*/ 138 w 141"/>
                <a:gd name="T17" fmla="*/ 45 h 120"/>
                <a:gd name="T18" fmla="*/ 138 w 141"/>
                <a:gd name="T19" fmla="*/ 50 h 120"/>
                <a:gd name="T20" fmla="*/ 138 w 141"/>
                <a:gd name="T21" fmla="*/ 53 h 120"/>
                <a:gd name="T22" fmla="*/ 133 w 141"/>
                <a:gd name="T23" fmla="*/ 58 h 120"/>
                <a:gd name="T24" fmla="*/ 132 w 141"/>
                <a:gd name="T25" fmla="*/ 65 h 120"/>
                <a:gd name="T26" fmla="*/ 133 w 141"/>
                <a:gd name="T27" fmla="*/ 70 h 120"/>
                <a:gd name="T28" fmla="*/ 122 w 141"/>
                <a:gd name="T29" fmla="*/ 75 h 120"/>
                <a:gd name="T30" fmla="*/ 101 w 141"/>
                <a:gd name="T31" fmla="*/ 83 h 120"/>
                <a:gd name="T32" fmla="*/ 101 w 141"/>
                <a:gd name="T33" fmla="*/ 90 h 120"/>
                <a:gd name="T34" fmla="*/ 96 w 141"/>
                <a:gd name="T35" fmla="*/ 90 h 120"/>
                <a:gd name="T36" fmla="*/ 87 w 141"/>
                <a:gd name="T37" fmla="*/ 92 h 120"/>
                <a:gd name="T38" fmla="*/ 82 w 141"/>
                <a:gd name="T39" fmla="*/ 98 h 120"/>
                <a:gd name="T40" fmla="*/ 76 w 141"/>
                <a:gd name="T41" fmla="*/ 102 h 120"/>
                <a:gd name="T42" fmla="*/ 58 w 141"/>
                <a:gd name="T43" fmla="*/ 120 h 120"/>
                <a:gd name="T44" fmla="*/ 53 w 141"/>
                <a:gd name="T45" fmla="*/ 117 h 120"/>
                <a:gd name="T46" fmla="*/ 46 w 141"/>
                <a:gd name="T47" fmla="*/ 119 h 120"/>
                <a:gd name="T48" fmla="*/ 39 w 141"/>
                <a:gd name="T49" fmla="*/ 116 h 120"/>
                <a:gd name="T50" fmla="*/ 34 w 141"/>
                <a:gd name="T51" fmla="*/ 113 h 120"/>
                <a:gd name="T52" fmla="*/ 31 w 141"/>
                <a:gd name="T53" fmla="*/ 112 h 120"/>
                <a:gd name="T54" fmla="*/ 16 w 141"/>
                <a:gd name="T55" fmla="*/ 113 h 120"/>
                <a:gd name="T56" fmla="*/ 10 w 141"/>
                <a:gd name="T57" fmla="*/ 110 h 120"/>
                <a:gd name="T58" fmla="*/ 4 w 141"/>
                <a:gd name="T59" fmla="*/ 103 h 120"/>
                <a:gd name="T60" fmla="*/ 1 w 141"/>
                <a:gd name="T61" fmla="*/ 58 h 120"/>
                <a:gd name="T62" fmla="*/ 28 w 141"/>
                <a:gd name="T63" fmla="*/ 53 h 120"/>
                <a:gd name="T64" fmla="*/ 26 w 141"/>
                <a:gd name="T65" fmla="*/ 42 h 120"/>
                <a:gd name="T66" fmla="*/ 26 w 141"/>
                <a:gd name="T67" fmla="*/ 35 h 120"/>
                <a:gd name="T68" fmla="*/ 30 w 141"/>
                <a:gd name="T69" fmla="*/ 37 h 120"/>
                <a:gd name="T70" fmla="*/ 33 w 141"/>
                <a:gd name="T71" fmla="*/ 38 h 120"/>
                <a:gd name="T72" fmla="*/ 41 w 141"/>
                <a:gd name="T73" fmla="*/ 36 h 120"/>
                <a:gd name="T74" fmla="*/ 42 w 141"/>
                <a:gd name="T75" fmla="*/ 41 h 120"/>
                <a:gd name="T76" fmla="*/ 46 w 141"/>
                <a:gd name="T77" fmla="*/ 44 h 120"/>
                <a:gd name="T78" fmla="*/ 54 w 141"/>
                <a:gd name="T79" fmla="*/ 48 h 120"/>
                <a:gd name="T80" fmla="*/ 60 w 141"/>
                <a:gd name="T81" fmla="*/ 41 h 120"/>
                <a:gd name="T82" fmla="*/ 64 w 141"/>
                <a:gd name="T83" fmla="*/ 45 h 120"/>
                <a:gd name="T84" fmla="*/ 74 w 141"/>
                <a:gd name="T85" fmla="*/ 52 h 120"/>
                <a:gd name="T86" fmla="*/ 83 w 141"/>
                <a:gd name="T87" fmla="*/ 61 h 120"/>
                <a:gd name="T88" fmla="*/ 91 w 141"/>
                <a:gd name="T89" fmla="*/ 62 h 120"/>
                <a:gd name="T90" fmla="*/ 95 w 141"/>
                <a:gd name="T91" fmla="*/ 62 h 120"/>
                <a:gd name="T92" fmla="*/ 91 w 141"/>
                <a:gd name="T93" fmla="*/ 50 h 120"/>
                <a:gd name="T94" fmla="*/ 84 w 141"/>
                <a:gd name="T95" fmla="*/ 50 h 120"/>
                <a:gd name="T96" fmla="*/ 79 w 141"/>
                <a:gd name="T97" fmla="*/ 41 h 120"/>
                <a:gd name="T98" fmla="*/ 82 w 141"/>
                <a:gd name="T99" fmla="*/ 29 h 120"/>
                <a:gd name="T100" fmla="*/ 83 w 141"/>
                <a:gd name="T101" fmla="*/ 24 h 120"/>
                <a:gd name="T102" fmla="*/ 84 w 141"/>
                <a:gd name="T103" fmla="*/ 19 h 120"/>
                <a:gd name="T104" fmla="*/ 85 w 141"/>
                <a:gd name="T105" fmla="*/ 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1" h="120">
                  <a:moveTo>
                    <a:pt x="104" y="0"/>
                  </a:moveTo>
                  <a:lnTo>
                    <a:pt x="110" y="3"/>
                  </a:lnTo>
                  <a:lnTo>
                    <a:pt x="112" y="3"/>
                  </a:lnTo>
                  <a:lnTo>
                    <a:pt x="113" y="3"/>
                  </a:lnTo>
                  <a:lnTo>
                    <a:pt x="114" y="3"/>
                  </a:lnTo>
                  <a:lnTo>
                    <a:pt x="117" y="4"/>
                  </a:lnTo>
                  <a:lnTo>
                    <a:pt x="117" y="6"/>
                  </a:lnTo>
                  <a:lnTo>
                    <a:pt x="118" y="7"/>
                  </a:lnTo>
                  <a:lnTo>
                    <a:pt x="121" y="7"/>
                  </a:lnTo>
                  <a:lnTo>
                    <a:pt x="126" y="10"/>
                  </a:lnTo>
                  <a:lnTo>
                    <a:pt x="128" y="10"/>
                  </a:lnTo>
                  <a:lnTo>
                    <a:pt x="128" y="10"/>
                  </a:lnTo>
                  <a:lnTo>
                    <a:pt x="130" y="11"/>
                  </a:lnTo>
                  <a:lnTo>
                    <a:pt x="130" y="12"/>
                  </a:lnTo>
                  <a:lnTo>
                    <a:pt x="133" y="15"/>
                  </a:lnTo>
                  <a:lnTo>
                    <a:pt x="133" y="15"/>
                  </a:lnTo>
                  <a:lnTo>
                    <a:pt x="134" y="16"/>
                  </a:lnTo>
                  <a:lnTo>
                    <a:pt x="136" y="17"/>
                  </a:lnTo>
                  <a:lnTo>
                    <a:pt x="136" y="19"/>
                  </a:lnTo>
                  <a:lnTo>
                    <a:pt x="137" y="20"/>
                  </a:lnTo>
                  <a:lnTo>
                    <a:pt x="138" y="20"/>
                  </a:lnTo>
                  <a:lnTo>
                    <a:pt x="138" y="21"/>
                  </a:lnTo>
                  <a:lnTo>
                    <a:pt x="137" y="24"/>
                  </a:lnTo>
                  <a:lnTo>
                    <a:pt x="138" y="25"/>
                  </a:lnTo>
                  <a:lnTo>
                    <a:pt x="139" y="27"/>
                  </a:lnTo>
                  <a:lnTo>
                    <a:pt x="141" y="28"/>
                  </a:lnTo>
                  <a:lnTo>
                    <a:pt x="141" y="31"/>
                  </a:lnTo>
                  <a:lnTo>
                    <a:pt x="139" y="32"/>
                  </a:lnTo>
                  <a:lnTo>
                    <a:pt x="139" y="32"/>
                  </a:lnTo>
                  <a:lnTo>
                    <a:pt x="137" y="35"/>
                  </a:lnTo>
                  <a:lnTo>
                    <a:pt x="137" y="37"/>
                  </a:lnTo>
                  <a:lnTo>
                    <a:pt x="137" y="38"/>
                  </a:lnTo>
                  <a:lnTo>
                    <a:pt x="138" y="41"/>
                  </a:lnTo>
                  <a:lnTo>
                    <a:pt x="138" y="42"/>
                  </a:lnTo>
                  <a:lnTo>
                    <a:pt x="137" y="44"/>
                  </a:lnTo>
                  <a:lnTo>
                    <a:pt x="138" y="45"/>
                  </a:lnTo>
                  <a:lnTo>
                    <a:pt x="138" y="46"/>
                  </a:lnTo>
                  <a:lnTo>
                    <a:pt x="137" y="48"/>
                  </a:lnTo>
                  <a:lnTo>
                    <a:pt x="138" y="49"/>
                  </a:lnTo>
                  <a:lnTo>
                    <a:pt x="138" y="50"/>
                  </a:lnTo>
                  <a:lnTo>
                    <a:pt x="139" y="50"/>
                  </a:lnTo>
                  <a:lnTo>
                    <a:pt x="139" y="52"/>
                  </a:lnTo>
                  <a:lnTo>
                    <a:pt x="138" y="52"/>
                  </a:lnTo>
                  <a:lnTo>
                    <a:pt x="138" y="53"/>
                  </a:lnTo>
                  <a:lnTo>
                    <a:pt x="136" y="54"/>
                  </a:lnTo>
                  <a:lnTo>
                    <a:pt x="133" y="56"/>
                  </a:lnTo>
                  <a:lnTo>
                    <a:pt x="133" y="57"/>
                  </a:lnTo>
                  <a:lnTo>
                    <a:pt x="133" y="58"/>
                  </a:lnTo>
                  <a:lnTo>
                    <a:pt x="133" y="60"/>
                  </a:lnTo>
                  <a:lnTo>
                    <a:pt x="133" y="61"/>
                  </a:lnTo>
                  <a:lnTo>
                    <a:pt x="133" y="62"/>
                  </a:lnTo>
                  <a:lnTo>
                    <a:pt x="132" y="65"/>
                  </a:lnTo>
                  <a:lnTo>
                    <a:pt x="130" y="65"/>
                  </a:lnTo>
                  <a:lnTo>
                    <a:pt x="130" y="66"/>
                  </a:lnTo>
                  <a:lnTo>
                    <a:pt x="132" y="69"/>
                  </a:lnTo>
                  <a:lnTo>
                    <a:pt x="133" y="70"/>
                  </a:lnTo>
                  <a:lnTo>
                    <a:pt x="133" y="71"/>
                  </a:lnTo>
                  <a:lnTo>
                    <a:pt x="133" y="71"/>
                  </a:lnTo>
                  <a:lnTo>
                    <a:pt x="129" y="73"/>
                  </a:lnTo>
                  <a:lnTo>
                    <a:pt x="122" y="75"/>
                  </a:lnTo>
                  <a:lnTo>
                    <a:pt x="120" y="77"/>
                  </a:lnTo>
                  <a:lnTo>
                    <a:pt x="108" y="82"/>
                  </a:lnTo>
                  <a:lnTo>
                    <a:pt x="105" y="82"/>
                  </a:lnTo>
                  <a:lnTo>
                    <a:pt x="101" y="83"/>
                  </a:lnTo>
                  <a:lnTo>
                    <a:pt x="100" y="86"/>
                  </a:lnTo>
                  <a:lnTo>
                    <a:pt x="101" y="88"/>
                  </a:lnTo>
                  <a:lnTo>
                    <a:pt x="101" y="90"/>
                  </a:lnTo>
                  <a:lnTo>
                    <a:pt x="101" y="90"/>
                  </a:lnTo>
                  <a:lnTo>
                    <a:pt x="100" y="91"/>
                  </a:lnTo>
                  <a:lnTo>
                    <a:pt x="97" y="90"/>
                  </a:lnTo>
                  <a:lnTo>
                    <a:pt x="96" y="90"/>
                  </a:lnTo>
                  <a:lnTo>
                    <a:pt x="96" y="90"/>
                  </a:lnTo>
                  <a:lnTo>
                    <a:pt x="92" y="90"/>
                  </a:lnTo>
                  <a:lnTo>
                    <a:pt x="89" y="91"/>
                  </a:lnTo>
                  <a:lnTo>
                    <a:pt x="88" y="91"/>
                  </a:lnTo>
                  <a:lnTo>
                    <a:pt x="87" y="92"/>
                  </a:lnTo>
                  <a:lnTo>
                    <a:pt x="83" y="94"/>
                  </a:lnTo>
                  <a:lnTo>
                    <a:pt x="82" y="95"/>
                  </a:lnTo>
                  <a:lnTo>
                    <a:pt x="83" y="96"/>
                  </a:lnTo>
                  <a:lnTo>
                    <a:pt x="82" y="98"/>
                  </a:lnTo>
                  <a:lnTo>
                    <a:pt x="82" y="99"/>
                  </a:lnTo>
                  <a:lnTo>
                    <a:pt x="82" y="99"/>
                  </a:lnTo>
                  <a:lnTo>
                    <a:pt x="80" y="100"/>
                  </a:lnTo>
                  <a:lnTo>
                    <a:pt x="76" y="102"/>
                  </a:lnTo>
                  <a:lnTo>
                    <a:pt x="70" y="107"/>
                  </a:lnTo>
                  <a:lnTo>
                    <a:pt x="64" y="113"/>
                  </a:lnTo>
                  <a:lnTo>
                    <a:pt x="60" y="119"/>
                  </a:lnTo>
                  <a:lnTo>
                    <a:pt x="58" y="120"/>
                  </a:lnTo>
                  <a:lnTo>
                    <a:pt x="55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3" y="117"/>
                  </a:lnTo>
                  <a:lnTo>
                    <a:pt x="53" y="117"/>
                  </a:lnTo>
                  <a:lnTo>
                    <a:pt x="51" y="116"/>
                  </a:lnTo>
                  <a:lnTo>
                    <a:pt x="49" y="117"/>
                  </a:lnTo>
                  <a:lnTo>
                    <a:pt x="46" y="119"/>
                  </a:lnTo>
                  <a:lnTo>
                    <a:pt x="45" y="119"/>
                  </a:lnTo>
                  <a:lnTo>
                    <a:pt x="43" y="117"/>
                  </a:lnTo>
                  <a:lnTo>
                    <a:pt x="42" y="116"/>
                  </a:lnTo>
                  <a:lnTo>
                    <a:pt x="39" y="116"/>
                  </a:lnTo>
                  <a:lnTo>
                    <a:pt x="38" y="116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4" y="113"/>
                  </a:lnTo>
                  <a:lnTo>
                    <a:pt x="33" y="113"/>
                  </a:lnTo>
                  <a:lnTo>
                    <a:pt x="33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29" y="113"/>
                  </a:lnTo>
                  <a:lnTo>
                    <a:pt x="28" y="112"/>
                  </a:lnTo>
                  <a:lnTo>
                    <a:pt x="16" y="115"/>
                  </a:lnTo>
                  <a:lnTo>
                    <a:pt x="16" y="113"/>
                  </a:lnTo>
                  <a:lnTo>
                    <a:pt x="14" y="112"/>
                  </a:lnTo>
                  <a:lnTo>
                    <a:pt x="13" y="111"/>
                  </a:lnTo>
                  <a:lnTo>
                    <a:pt x="12" y="110"/>
                  </a:lnTo>
                  <a:lnTo>
                    <a:pt x="10" y="110"/>
                  </a:lnTo>
                  <a:lnTo>
                    <a:pt x="9" y="108"/>
                  </a:lnTo>
                  <a:lnTo>
                    <a:pt x="6" y="104"/>
                  </a:lnTo>
                  <a:lnTo>
                    <a:pt x="5" y="104"/>
                  </a:lnTo>
                  <a:lnTo>
                    <a:pt x="4" y="103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1" y="58"/>
                  </a:lnTo>
                  <a:lnTo>
                    <a:pt x="26" y="58"/>
                  </a:lnTo>
                  <a:lnTo>
                    <a:pt x="25" y="57"/>
                  </a:lnTo>
                  <a:lnTo>
                    <a:pt x="26" y="54"/>
                  </a:lnTo>
                  <a:lnTo>
                    <a:pt x="28" y="53"/>
                  </a:lnTo>
                  <a:lnTo>
                    <a:pt x="28" y="52"/>
                  </a:lnTo>
                  <a:lnTo>
                    <a:pt x="25" y="49"/>
                  </a:lnTo>
                  <a:lnTo>
                    <a:pt x="25" y="46"/>
                  </a:lnTo>
                  <a:lnTo>
                    <a:pt x="26" y="42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6" y="36"/>
                  </a:lnTo>
                  <a:lnTo>
                    <a:pt x="26" y="35"/>
                  </a:lnTo>
                  <a:lnTo>
                    <a:pt x="26" y="36"/>
                  </a:lnTo>
                  <a:lnTo>
                    <a:pt x="28" y="36"/>
                  </a:lnTo>
                  <a:lnTo>
                    <a:pt x="30" y="36"/>
                  </a:lnTo>
                  <a:lnTo>
                    <a:pt x="30" y="37"/>
                  </a:lnTo>
                  <a:lnTo>
                    <a:pt x="30" y="38"/>
                  </a:lnTo>
                  <a:lnTo>
                    <a:pt x="31" y="40"/>
                  </a:lnTo>
                  <a:lnTo>
                    <a:pt x="31" y="40"/>
                  </a:lnTo>
                  <a:lnTo>
                    <a:pt x="33" y="38"/>
                  </a:lnTo>
                  <a:lnTo>
                    <a:pt x="34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1" y="36"/>
                  </a:lnTo>
                  <a:lnTo>
                    <a:pt x="41" y="37"/>
                  </a:lnTo>
                  <a:lnTo>
                    <a:pt x="41" y="38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2" y="42"/>
                  </a:lnTo>
                  <a:lnTo>
                    <a:pt x="43" y="42"/>
                  </a:lnTo>
                  <a:lnTo>
                    <a:pt x="45" y="44"/>
                  </a:lnTo>
                  <a:lnTo>
                    <a:pt x="46" y="44"/>
                  </a:lnTo>
                  <a:lnTo>
                    <a:pt x="49" y="45"/>
                  </a:lnTo>
                  <a:lnTo>
                    <a:pt x="51" y="46"/>
                  </a:lnTo>
                  <a:lnTo>
                    <a:pt x="54" y="46"/>
                  </a:lnTo>
                  <a:lnTo>
                    <a:pt x="54" y="48"/>
                  </a:lnTo>
                  <a:lnTo>
                    <a:pt x="57" y="48"/>
                  </a:lnTo>
                  <a:lnTo>
                    <a:pt x="59" y="46"/>
                  </a:lnTo>
                  <a:lnTo>
                    <a:pt x="60" y="45"/>
                  </a:lnTo>
                  <a:lnTo>
                    <a:pt x="60" y="41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64" y="41"/>
                  </a:lnTo>
                  <a:lnTo>
                    <a:pt x="64" y="45"/>
                  </a:lnTo>
                  <a:lnTo>
                    <a:pt x="66" y="46"/>
                  </a:lnTo>
                  <a:lnTo>
                    <a:pt x="67" y="48"/>
                  </a:lnTo>
                  <a:lnTo>
                    <a:pt x="70" y="49"/>
                  </a:lnTo>
                  <a:lnTo>
                    <a:pt x="74" y="52"/>
                  </a:lnTo>
                  <a:lnTo>
                    <a:pt x="76" y="53"/>
                  </a:lnTo>
                  <a:lnTo>
                    <a:pt x="79" y="56"/>
                  </a:lnTo>
                  <a:lnTo>
                    <a:pt x="82" y="58"/>
                  </a:lnTo>
                  <a:lnTo>
                    <a:pt x="83" y="61"/>
                  </a:lnTo>
                  <a:lnTo>
                    <a:pt x="85" y="63"/>
                  </a:lnTo>
                  <a:lnTo>
                    <a:pt x="87" y="63"/>
                  </a:lnTo>
                  <a:lnTo>
                    <a:pt x="89" y="62"/>
                  </a:lnTo>
                  <a:lnTo>
                    <a:pt x="91" y="62"/>
                  </a:lnTo>
                  <a:lnTo>
                    <a:pt x="92" y="62"/>
                  </a:lnTo>
                  <a:lnTo>
                    <a:pt x="92" y="62"/>
                  </a:lnTo>
                  <a:lnTo>
                    <a:pt x="95" y="63"/>
                  </a:lnTo>
                  <a:lnTo>
                    <a:pt x="95" y="62"/>
                  </a:lnTo>
                  <a:lnTo>
                    <a:pt x="95" y="49"/>
                  </a:lnTo>
                  <a:lnTo>
                    <a:pt x="92" y="49"/>
                  </a:lnTo>
                  <a:lnTo>
                    <a:pt x="89" y="49"/>
                  </a:lnTo>
                  <a:lnTo>
                    <a:pt x="91" y="50"/>
                  </a:lnTo>
                  <a:lnTo>
                    <a:pt x="91" y="52"/>
                  </a:lnTo>
                  <a:lnTo>
                    <a:pt x="91" y="52"/>
                  </a:lnTo>
                  <a:lnTo>
                    <a:pt x="85" y="52"/>
                  </a:lnTo>
                  <a:lnTo>
                    <a:pt x="84" y="50"/>
                  </a:lnTo>
                  <a:lnTo>
                    <a:pt x="84" y="49"/>
                  </a:lnTo>
                  <a:lnTo>
                    <a:pt x="80" y="45"/>
                  </a:lnTo>
                  <a:lnTo>
                    <a:pt x="79" y="44"/>
                  </a:lnTo>
                  <a:lnTo>
                    <a:pt x="79" y="41"/>
                  </a:lnTo>
                  <a:lnTo>
                    <a:pt x="79" y="35"/>
                  </a:lnTo>
                  <a:lnTo>
                    <a:pt x="79" y="33"/>
                  </a:lnTo>
                  <a:lnTo>
                    <a:pt x="82" y="31"/>
                  </a:lnTo>
                  <a:lnTo>
                    <a:pt x="82" y="29"/>
                  </a:lnTo>
                  <a:lnTo>
                    <a:pt x="82" y="29"/>
                  </a:lnTo>
                  <a:lnTo>
                    <a:pt x="83" y="28"/>
                  </a:lnTo>
                  <a:lnTo>
                    <a:pt x="83" y="25"/>
                  </a:lnTo>
                  <a:lnTo>
                    <a:pt x="83" y="24"/>
                  </a:lnTo>
                  <a:lnTo>
                    <a:pt x="83" y="23"/>
                  </a:lnTo>
                  <a:lnTo>
                    <a:pt x="83" y="21"/>
                  </a:lnTo>
                  <a:lnTo>
                    <a:pt x="83" y="20"/>
                  </a:lnTo>
                  <a:lnTo>
                    <a:pt x="84" y="19"/>
                  </a:lnTo>
                  <a:lnTo>
                    <a:pt x="83" y="17"/>
                  </a:lnTo>
                  <a:lnTo>
                    <a:pt x="82" y="16"/>
                  </a:lnTo>
                  <a:lnTo>
                    <a:pt x="80" y="13"/>
                  </a:lnTo>
                  <a:lnTo>
                    <a:pt x="85" y="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0" name="Freeform 479"/>
            <p:cNvSpPr>
              <a:spLocks/>
            </p:cNvSpPr>
            <p:nvPr/>
          </p:nvSpPr>
          <p:spPr bwMode="auto">
            <a:xfrm>
              <a:off x="6118011" y="4533119"/>
              <a:ext cx="378125" cy="373049"/>
            </a:xfrm>
            <a:custGeom>
              <a:avLst/>
              <a:gdLst>
                <a:gd name="T0" fmla="*/ 25 w 149"/>
                <a:gd name="T1" fmla="*/ 0 h 147"/>
                <a:gd name="T2" fmla="*/ 37 w 149"/>
                <a:gd name="T3" fmla="*/ 0 h 147"/>
                <a:gd name="T4" fmla="*/ 62 w 149"/>
                <a:gd name="T5" fmla="*/ 2 h 147"/>
                <a:gd name="T6" fmla="*/ 63 w 149"/>
                <a:gd name="T7" fmla="*/ 6 h 147"/>
                <a:gd name="T8" fmla="*/ 64 w 149"/>
                <a:gd name="T9" fmla="*/ 14 h 147"/>
                <a:gd name="T10" fmla="*/ 67 w 149"/>
                <a:gd name="T11" fmla="*/ 19 h 147"/>
                <a:gd name="T12" fmla="*/ 73 w 149"/>
                <a:gd name="T13" fmla="*/ 26 h 147"/>
                <a:gd name="T14" fmla="*/ 83 w 149"/>
                <a:gd name="T15" fmla="*/ 25 h 147"/>
                <a:gd name="T16" fmla="*/ 92 w 149"/>
                <a:gd name="T17" fmla="*/ 18 h 147"/>
                <a:gd name="T18" fmla="*/ 105 w 149"/>
                <a:gd name="T19" fmla="*/ 12 h 147"/>
                <a:gd name="T20" fmla="*/ 108 w 149"/>
                <a:gd name="T21" fmla="*/ 17 h 147"/>
                <a:gd name="T22" fmla="*/ 122 w 149"/>
                <a:gd name="T23" fmla="*/ 22 h 147"/>
                <a:gd name="T24" fmla="*/ 121 w 149"/>
                <a:gd name="T25" fmla="*/ 30 h 147"/>
                <a:gd name="T26" fmla="*/ 121 w 149"/>
                <a:gd name="T27" fmla="*/ 37 h 147"/>
                <a:gd name="T28" fmla="*/ 122 w 149"/>
                <a:gd name="T29" fmla="*/ 43 h 147"/>
                <a:gd name="T30" fmla="*/ 125 w 149"/>
                <a:gd name="T31" fmla="*/ 47 h 147"/>
                <a:gd name="T32" fmla="*/ 126 w 149"/>
                <a:gd name="T33" fmla="*/ 52 h 147"/>
                <a:gd name="T34" fmla="*/ 127 w 149"/>
                <a:gd name="T35" fmla="*/ 58 h 147"/>
                <a:gd name="T36" fmla="*/ 126 w 149"/>
                <a:gd name="T37" fmla="*/ 63 h 147"/>
                <a:gd name="T38" fmla="*/ 129 w 149"/>
                <a:gd name="T39" fmla="*/ 63 h 147"/>
                <a:gd name="T40" fmla="*/ 134 w 149"/>
                <a:gd name="T41" fmla="*/ 64 h 147"/>
                <a:gd name="T42" fmla="*/ 141 w 149"/>
                <a:gd name="T43" fmla="*/ 64 h 147"/>
                <a:gd name="T44" fmla="*/ 147 w 149"/>
                <a:gd name="T45" fmla="*/ 63 h 147"/>
                <a:gd name="T46" fmla="*/ 146 w 149"/>
                <a:gd name="T47" fmla="*/ 73 h 147"/>
                <a:gd name="T48" fmla="*/ 147 w 149"/>
                <a:gd name="T49" fmla="*/ 81 h 147"/>
                <a:gd name="T50" fmla="*/ 121 w 149"/>
                <a:gd name="T51" fmla="*/ 125 h 147"/>
                <a:gd name="T52" fmla="*/ 126 w 149"/>
                <a:gd name="T53" fmla="*/ 131 h 147"/>
                <a:gd name="T54" fmla="*/ 133 w 149"/>
                <a:gd name="T55" fmla="*/ 137 h 147"/>
                <a:gd name="T56" fmla="*/ 137 w 149"/>
                <a:gd name="T57" fmla="*/ 142 h 147"/>
                <a:gd name="T58" fmla="*/ 116 w 149"/>
                <a:gd name="T59" fmla="*/ 147 h 147"/>
                <a:gd name="T60" fmla="*/ 113 w 149"/>
                <a:gd name="T61" fmla="*/ 146 h 147"/>
                <a:gd name="T62" fmla="*/ 109 w 149"/>
                <a:gd name="T63" fmla="*/ 146 h 147"/>
                <a:gd name="T64" fmla="*/ 101 w 149"/>
                <a:gd name="T65" fmla="*/ 143 h 147"/>
                <a:gd name="T66" fmla="*/ 97 w 149"/>
                <a:gd name="T67" fmla="*/ 144 h 147"/>
                <a:gd name="T68" fmla="*/ 89 w 149"/>
                <a:gd name="T69" fmla="*/ 144 h 147"/>
                <a:gd name="T70" fmla="*/ 83 w 149"/>
                <a:gd name="T71" fmla="*/ 143 h 147"/>
                <a:gd name="T72" fmla="*/ 77 w 149"/>
                <a:gd name="T73" fmla="*/ 138 h 147"/>
                <a:gd name="T74" fmla="*/ 30 w 149"/>
                <a:gd name="T75" fmla="*/ 139 h 147"/>
                <a:gd name="T76" fmla="*/ 22 w 149"/>
                <a:gd name="T77" fmla="*/ 137 h 147"/>
                <a:gd name="T78" fmla="*/ 21 w 149"/>
                <a:gd name="T79" fmla="*/ 134 h 147"/>
                <a:gd name="T80" fmla="*/ 17 w 149"/>
                <a:gd name="T81" fmla="*/ 134 h 147"/>
                <a:gd name="T82" fmla="*/ 9 w 149"/>
                <a:gd name="T83" fmla="*/ 137 h 147"/>
                <a:gd name="T84" fmla="*/ 4 w 149"/>
                <a:gd name="T85" fmla="*/ 137 h 147"/>
                <a:gd name="T86" fmla="*/ 0 w 149"/>
                <a:gd name="T87" fmla="*/ 138 h 147"/>
                <a:gd name="T88" fmla="*/ 0 w 149"/>
                <a:gd name="T89" fmla="*/ 127 h 147"/>
                <a:gd name="T90" fmla="*/ 4 w 149"/>
                <a:gd name="T91" fmla="*/ 110 h 147"/>
                <a:gd name="T92" fmla="*/ 8 w 149"/>
                <a:gd name="T93" fmla="*/ 92 h 147"/>
                <a:gd name="T94" fmla="*/ 21 w 149"/>
                <a:gd name="T95" fmla="*/ 80 h 147"/>
                <a:gd name="T96" fmla="*/ 25 w 149"/>
                <a:gd name="T97" fmla="*/ 56 h 147"/>
                <a:gd name="T98" fmla="*/ 18 w 149"/>
                <a:gd name="T99" fmla="*/ 39 h 147"/>
                <a:gd name="T100" fmla="*/ 17 w 149"/>
                <a:gd name="T101" fmla="*/ 23 h 147"/>
                <a:gd name="T102" fmla="*/ 9 w 149"/>
                <a:gd name="T103" fmla="*/ 4 h 147"/>
                <a:gd name="T104" fmla="*/ 13 w 149"/>
                <a:gd name="T105" fmla="*/ 1 h 147"/>
                <a:gd name="T106" fmla="*/ 19 w 149"/>
                <a:gd name="T10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" h="147">
                  <a:moveTo>
                    <a:pt x="19" y="0"/>
                  </a:moveTo>
                  <a:lnTo>
                    <a:pt x="21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62" y="0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3" y="5"/>
                  </a:lnTo>
                  <a:lnTo>
                    <a:pt x="63" y="6"/>
                  </a:lnTo>
                  <a:lnTo>
                    <a:pt x="62" y="8"/>
                  </a:lnTo>
                  <a:lnTo>
                    <a:pt x="62" y="9"/>
                  </a:lnTo>
                  <a:lnTo>
                    <a:pt x="63" y="12"/>
                  </a:lnTo>
                  <a:lnTo>
                    <a:pt x="64" y="14"/>
                  </a:lnTo>
                  <a:lnTo>
                    <a:pt x="64" y="15"/>
                  </a:lnTo>
                  <a:lnTo>
                    <a:pt x="64" y="17"/>
                  </a:lnTo>
                  <a:lnTo>
                    <a:pt x="66" y="17"/>
                  </a:lnTo>
                  <a:lnTo>
                    <a:pt x="67" y="19"/>
                  </a:lnTo>
                  <a:lnTo>
                    <a:pt x="68" y="21"/>
                  </a:lnTo>
                  <a:lnTo>
                    <a:pt x="68" y="25"/>
                  </a:lnTo>
                  <a:lnTo>
                    <a:pt x="70" y="26"/>
                  </a:lnTo>
                  <a:lnTo>
                    <a:pt x="73" y="26"/>
                  </a:lnTo>
                  <a:lnTo>
                    <a:pt x="75" y="26"/>
                  </a:lnTo>
                  <a:lnTo>
                    <a:pt x="76" y="26"/>
                  </a:lnTo>
                  <a:lnTo>
                    <a:pt x="81" y="26"/>
                  </a:lnTo>
                  <a:lnTo>
                    <a:pt x="83" y="25"/>
                  </a:lnTo>
                  <a:lnTo>
                    <a:pt x="92" y="25"/>
                  </a:lnTo>
                  <a:lnTo>
                    <a:pt x="91" y="21"/>
                  </a:lnTo>
                  <a:lnTo>
                    <a:pt x="91" y="19"/>
                  </a:lnTo>
                  <a:lnTo>
                    <a:pt x="92" y="18"/>
                  </a:lnTo>
                  <a:lnTo>
                    <a:pt x="93" y="17"/>
                  </a:lnTo>
                  <a:lnTo>
                    <a:pt x="93" y="13"/>
                  </a:lnTo>
                  <a:lnTo>
                    <a:pt x="105" y="13"/>
                  </a:lnTo>
                  <a:lnTo>
                    <a:pt x="105" y="12"/>
                  </a:lnTo>
                  <a:lnTo>
                    <a:pt x="108" y="13"/>
                  </a:lnTo>
                  <a:lnTo>
                    <a:pt x="108" y="14"/>
                  </a:lnTo>
                  <a:lnTo>
                    <a:pt x="108" y="15"/>
                  </a:lnTo>
                  <a:lnTo>
                    <a:pt x="108" y="17"/>
                  </a:lnTo>
                  <a:lnTo>
                    <a:pt x="122" y="17"/>
                  </a:lnTo>
                  <a:lnTo>
                    <a:pt x="122" y="18"/>
                  </a:lnTo>
                  <a:lnTo>
                    <a:pt x="122" y="21"/>
                  </a:lnTo>
                  <a:lnTo>
                    <a:pt x="122" y="22"/>
                  </a:lnTo>
                  <a:lnTo>
                    <a:pt x="121" y="25"/>
                  </a:lnTo>
                  <a:lnTo>
                    <a:pt x="121" y="26"/>
                  </a:lnTo>
                  <a:lnTo>
                    <a:pt x="121" y="27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1" y="31"/>
                  </a:lnTo>
                  <a:lnTo>
                    <a:pt x="121" y="33"/>
                  </a:lnTo>
                  <a:lnTo>
                    <a:pt x="121" y="37"/>
                  </a:lnTo>
                  <a:lnTo>
                    <a:pt x="121" y="39"/>
                  </a:lnTo>
                  <a:lnTo>
                    <a:pt x="121" y="40"/>
                  </a:lnTo>
                  <a:lnTo>
                    <a:pt x="121" y="42"/>
                  </a:lnTo>
                  <a:lnTo>
                    <a:pt x="122" y="43"/>
                  </a:lnTo>
                  <a:lnTo>
                    <a:pt x="122" y="44"/>
                  </a:lnTo>
                  <a:lnTo>
                    <a:pt x="124" y="44"/>
                  </a:lnTo>
                  <a:lnTo>
                    <a:pt x="124" y="46"/>
                  </a:lnTo>
                  <a:lnTo>
                    <a:pt x="125" y="47"/>
                  </a:lnTo>
                  <a:lnTo>
                    <a:pt x="125" y="48"/>
                  </a:lnTo>
                  <a:lnTo>
                    <a:pt x="125" y="50"/>
                  </a:lnTo>
                  <a:lnTo>
                    <a:pt x="125" y="51"/>
                  </a:lnTo>
                  <a:lnTo>
                    <a:pt x="126" y="52"/>
                  </a:lnTo>
                  <a:lnTo>
                    <a:pt x="126" y="54"/>
                  </a:lnTo>
                  <a:lnTo>
                    <a:pt x="125" y="55"/>
                  </a:lnTo>
                  <a:lnTo>
                    <a:pt x="126" y="56"/>
                  </a:lnTo>
                  <a:lnTo>
                    <a:pt x="127" y="58"/>
                  </a:lnTo>
                  <a:lnTo>
                    <a:pt x="126" y="60"/>
                  </a:lnTo>
                  <a:lnTo>
                    <a:pt x="126" y="60"/>
                  </a:lnTo>
                  <a:lnTo>
                    <a:pt x="126" y="62"/>
                  </a:lnTo>
                  <a:lnTo>
                    <a:pt x="126" y="63"/>
                  </a:lnTo>
                  <a:lnTo>
                    <a:pt x="126" y="64"/>
                  </a:lnTo>
                  <a:lnTo>
                    <a:pt x="127" y="64"/>
                  </a:lnTo>
                  <a:lnTo>
                    <a:pt x="129" y="63"/>
                  </a:lnTo>
                  <a:lnTo>
                    <a:pt x="129" y="63"/>
                  </a:lnTo>
                  <a:lnTo>
                    <a:pt x="130" y="63"/>
                  </a:lnTo>
                  <a:lnTo>
                    <a:pt x="131" y="63"/>
                  </a:lnTo>
                  <a:lnTo>
                    <a:pt x="133" y="64"/>
                  </a:lnTo>
                  <a:lnTo>
                    <a:pt x="134" y="64"/>
                  </a:lnTo>
                  <a:lnTo>
                    <a:pt x="137" y="64"/>
                  </a:lnTo>
                  <a:lnTo>
                    <a:pt x="138" y="64"/>
                  </a:lnTo>
                  <a:lnTo>
                    <a:pt x="139" y="64"/>
                  </a:lnTo>
                  <a:lnTo>
                    <a:pt x="141" y="64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7" y="62"/>
                  </a:lnTo>
                  <a:lnTo>
                    <a:pt x="147" y="63"/>
                  </a:lnTo>
                  <a:lnTo>
                    <a:pt x="146" y="63"/>
                  </a:lnTo>
                  <a:lnTo>
                    <a:pt x="146" y="64"/>
                  </a:lnTo>
                  <a:lnTo>
                    <a:pt x="147" y="69"/>
                  </a:lnTo>
                  <a:lnTo>
                    <a:pt x="146" y="73"/>
                  </a:lnTo>
                  <a:lnTo>
                    <a:pt x="146" y="76"/>
                  </a:lnTo>
                  <a:lnTo>
                    <a:pt x="149" y="79"/>
                  </a:lnTo>
                  <a:lnTo>
                    <a:pt x="149" y="80"/>
                  </a:lnTo>
                  <a:lnTo>
                    <a:pt x="147" y="81"/>
                  </a:lnTo>
                  <a:lnTo>
                    <a:pt x="146" y="84"/>
                  </a:lnTo>
                  <a:lnTo>
                    <a:pt x="147" y="85"/>
                  </a:lnTo>
                  <a:lnTo>
                    <a:pt x="122" y="85"/>
                  </a:lnTo>
                  <a:lnTo>
                    <a:pt x="121" y="125"/>
                  </a:lnTo>
                  <a:lnTo>
                    <a:pt x="121" y="126"/>
                  </a:lnTo>
                  <a:lnTo>
                    <a:pt x="124" y="129"/>
                  </a:lnTo>
                  <a:lnTo>
                    <a:pt x="125" y="130"/>
                  </a:lnTo>
                  <a:lnTo>
                    <a:pt x="126" y="131"/>
                  </a:lnTo>
                  <a:lnTo>
                    <a:pt x="127" y="131"/>
                  </a:lnTo>
                  <a:lnTo>
                    <a:pt x="130" y="135"/>
                  </a:lnTo>
                  <a:lnTo>
                    <a:pt x="131" y="137"/>
                  </a:lnTo>
                  <a:lnTo>
                    <a:pt x="133" y="137"/>
                  </a:lnTo>
                  <a:lnTo>
                    <a:pt x="134" y="138"/>
                  </a:lnTo>
                  <a:lnTo>
                    <a:pt x="135" y="139"/>
                  </a:lnTo>
                  <a:lnTo>
                    <a:pt x="137" y="140"/>
                  </a:lnTo>
                  <a:lnTo>
                    <a:pt x="137" y="142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7"/>
                  </a:lnTo>
                  <a:lnTo>
                    <a:pt x="116" y="147"/>
                  </a:lnTo>
                  <a:lnTo>
                    <a:pt x="116" y="146"/>
                  </a:lnTo>
                  <a:lnTo>
                    <a:pt x="114" y="146"/>
                  </a:lnTo>
                  <a:lnTo>
                    <a:pt x="113" y="146"/>
                  </a:lnTo>
                  <a:lnTo>
                    <a:pt x="113" y="146"/>
                  </a:lnTo>
                  <a:lnTo>
                    <a:pt x="112" y="144"/>
                  </a:lnTo>
                  <a:lnTo>
                    <a:pt x="110" y="144"/>
                  </a:lnTo>
                  <a:lnTo>
                    <a:pt x="109" y="144"/>
                  </a:lnTo>
                  <a:lnTo>
                    <a:pt x="109" y="146"/>
                  </a:lnTo>
                  <a:lnTo>
                    <a:pt x="108" y="146"/>
                  </a:lnTo>
                  <a:lnTo>
                    <a:pt x="106" y="146"/>
                  </a:lnTo>
                  <a:lnTo>
                    <a:pt x="104" y="146"/>
                  </a:lnTo>
                  <a:lnTo>
                    <a:pt x="101" y="143"/>
                  </a:lnTo>
                  <a:lnTo>
                    <a:pt x="100" y="143"/>
                  </a:lnTo>
                  <a:lnTo>
                    <a:pt x="100" y="143"/>
                  </a:lnTo>
                  <a:lnTo>
                    <a:pt x="99" y="144"/>
                  </a:lnTo>
                  <a:lnTo>
                    <a:pt x="97" y="144"/>
                  </a:lnTo>
                  <a:lnTo>
                    <a:pt x="95" y="143"/>
                  </a:lnTo>
                  <a:lnTo>
                    <a:pt x="92" y="144"/>
                  </a:lnTo>
                  <a:lnTo>
                    <a:pt x="91" y="144"/>
                  </a:lnTo>
                  <a:lnTo>
                    <a:pt x="89" y="144"/>
                  </a:lnTo>
                  <a:lnTo>
                    <a:pt x="88" y="143"/>
                  </a:lnTo>
                  <a:lnTo>
                    <a:pt x="87" y="143"/>
                  </a:lnTo>
                  <a:lnTo>
                    <a:pt x="85" y="143"/>
                  </a:lnTo>
                  <a:lnTo>
                    <a:pt x="83" y="143"/>
                  </a:lnTo>
                  <a:lnTo>
                    <a:pt x="80" y="142"/>
                  </a:lnTo>
                  <a:lnTo>
                    <a:pt x="80" y="140"/>
                  </a:lnTo>
                  <a:lnTo>
                    <a:pt x="79" y="138"/>
                  </a:lnTo>
                  <a:lnTo>
                    <a:pt x="77" y="138"/>
                  </a:lnTo>
                  <a:lnTo>
                    <a:pt x="34" y="138"/>
                  </a:lnTo>
                  <a:lnTo>
                    <a:pt x="33" y="138"/>
                  </a:lnTo>
                  <a:lnTo>
                    <a:pt x="31" y="138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5"/>
                  </a:lnTo>
                  <a:lnTo>
                    <a:pt x="21" y="134"/>
                  </a:lnTo>
                  <a:lnTo>
                    <a:pt x="21" y="134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0" y="135"/>
                  </a:lnTo>
                  <a:lnTo>
                    <a:pt x="9" y="137"/>
                  </a:lnTo>
                  <a:lnTo>
                    <a:pt x="9" y="138"/>
                  </a:lnTo>
                  <a:lnTo>
                    <a:pt x="6" y="137"/>
                  </a:lnTo>
                  <a:lnTo>
                    <a:pt x="4" y="137"/>
                  </a:lnTo>
                  <a:lnTo>
                    <a:pt x="4" y="137"/>
                  </a:lnTo>
                  <a:lnTo>
                    <a:pt x="2" y="138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7"/>
                  </a:lnTo>
                  <a:lnTo>
                    <a:pt x="0" y="133"/>
                  </a:lnTo>
                  <a:lnTo>
                    <a:pt x="0" y="127"/>
                  </a:lnTo>
                  <a:lnTo>
                    <a:pt x="0" y="123"/>
                  </a:lnTo>
                  <a:lnTo>
                    <a:pt x="0" y="119"/>
                  </a:lnTo>
                  <a:lnTo>
                    <a:pt x="4" y="115"/>
                  </a:lnTo>
                  <a:lnTo>
                    <a:pt x="4" y="110"/>
                  </a:lnTo>
                  <a:lnTo>
                    <a:pt x="6" y="106"/>
                  </a:lnTo>
                  <a:lnTo>
                    <a:pt x="6" y="97"/>
                  </a:lnTo>
                  <a:lnTo>
                    <a:pt x="8" y="96"/>
                  </a:lnTo>
                  <a:lnTo>
                    <a:pt x="8" y="92"/>
                  </a:lnTo>
                  <a:lnTo>
                    <a:pt x="14" y="87"/>
                  </a:lnTo>
                  <a:lnTo>
                    <a:pt x="14" y="84"/>
                  </a:lnTo>
                  <a:lnTo>
                    <a:pt x="19" y="80"/>
                  </a:lnTo>
                  <a:lnTo>
                    <a:pt x="21" y="80"/>
                  </a:lnTo>
                  <a:lnTo>
                    <a:pt x="26" y="71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5" y="56"/>
                  </a:lnTo>
                  <a:lnTo>
                    <a:pt x="21" y="50"/>
                  </a:lnTo>
                  <a:lnTo>
                    <a:pt x="21" y="46"/>
                  </a:lnTo>
                  <a:lnTo>
                    <a:pt x="18" y="43"/>
                  </a:lnTo>
                  <a:lnTo>
                    <a:pt x="18" y="39"/>
                  </a:lnTo>
                  <a:lnTo>
                    <a:pt x="17" y="38"/>
                  </a:lnTo>
                  <a:lnTo>
                    <a:pt x="19" y="34"/>
                  </a:lnTo>
                  <a:lnTo>
                    <a:pt x="21" y="29"/>
                  </a:lnTo>
                  <a:lnTo>
                    <a:pt x="17" y="23"/>
                  </a:lnTo>
                  <a:lnTo>
                    <a:pt x="17" y="14"/>
                  </a:lnTo>
                  <a:lnTo>
                    <a:pt x="10" y="8"/>
                  </a:lnTo>
                  <a:lnTo>
                    <a:pt x="10" y="5"/>
                  </a:lnTo>
                  <a:lnTo>
                    <a:pt x="9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7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1" name="Freeform 480"/>
            <p:cNvSpPr>
              <a:spLocks/>
            </p:cNvSpPr>
            <p:nvPr/>
          </p:nvSpPr>
          <p:spPr bwMode="auto">
            <a:xfrm>
              <a:off x="6521512" y="4830034"/>
              <a:ext cx="233473" cy="213171"/>
            </a:xfrm>
            <a:custGeom>
              <a:avLst/>
              <a:gdLst>
                <a:gd name="T0" fmla="*/ 58 w 92"/>
                <a:gd name="T1" fmla="*/ 0 h 84"/>
                <a:gd name="T2" fmla="*/ 63 w 92"/>
                <a:gd name="T3" fmla="*/ 0 h 84"/>
                <a:gd name="T4" fmla="*/ 67 w 92"/>
                <a:gd name="T5" fmla="*/ 5 h 84"/>
                <a:gd name="T6" fmla="*/ 71 w 92"/>
                <a:gd name="T7" fmla="*/ 6 h 84"/>
                <a:gd name="T8" fmla="*/ 79 w 92"/>
                <a:gd name="T9" fmla="*/ 8 h 84"/>
                <a:gd name="T10" fmla="*/ 87 w 92"/>
                <a:gd name="T11" fmla="*/ 10 h 84"/>
                <a:gd name="T12" fmla="*/ 92 w 92"/>
                <a:gd name="T13" fmla="*/ 14 h 84"/>
                <a:gd name="T14" fmla="*/ 92 w 92"/>
                <a:gd name="T15" fmla="*/ 20 h 84"/>
                <a:gd name="T16" fmla="*/ 92 w 92"/>
                <a:gd name="T17" fmla="*/ 25 h 84"/>
                <a:gd name="T18" fmla="*/ 90 w 92"/>
                <a:gd name="T19" fmla="*/ 31 h 84"/>
                <a:gd name="T20" fmla="*/ 91 w 92"/>
                <a:gd name="T21" fmla="*/ 34 h 84"/>
                <a:gd name="T22" fmla="*/ 90 w 92"/>
                <a:gd name="T23" fmla="*/ 41 h 84"/>
                <a:gd name="T24" fmla="*/ 90 w 92"/>
                <a:gd name="T25" fmla="*/ 43 h 84"/>
                <a:gd name="T26" fmla="*/ 90 w 92"/>
                <a:gd name="T27" fmla="*/ 48 h 84"/>
                <a:gd name="T28" fmla="*/ 90 w 92"/>
                <a:gd name="T29" fmla="*/ 54 h 84"/>
                <a:gd name="T30" fmla="*/ 84 w 92"/>
                <a:gd name="T31" fmla="*/ 58 h 84"/>
                <a:gd name="T32" fmla="*/ 84 w 92"/>
                <a:gd name="T33" fmla="*/ 62 h 84"/>
                <a:gd name="T34" fmla="*/ 83 w 92"/>
                <a:gd name="T35" fmla="*/ 71 h 84"/>
                <a:gd name="T36" fmla="*/ 65 w 92"/>
                <a:gd name="T37" fmla="*/ 81 h 84"/>
                <a:gd name="T38" fmla="*/ 58 w 92"/>
                <a:gd name="T39" fmla="*/ 83 h 84"/>
                <a:gd name="T40" fmla="*/ 54 w 92"/>
                <a:gd name="T41" fmla="*/ 80 h 84"/>
                <a:gd name="T42" fmla="*/ 46 w 92"/>
                <a:gd name="T43" fmla="*/ 79 h 84"/>
                <a:gd name="T44" fmla="*/ 44 w 92"/>
                <a:gd name="T45" fmla="*/ 75 h 84"/>
                <a:gd name="T46" fmla="*/ 38 w 92"/>
                <a:gd name="T47" fmla="*/ 73 h 84"/>
                <a:gd name="T48" fmla="*/ 32 w 92"/>
                <a:gd name="T49" fmla="*/ 72 h 84"/>
                <a:gd name="T50" fmla="*/ 28 w 92"/>
                <a:gd name="T51" fmla="*/ 67 h 84"/>
                <a:gd name="T52" fmla="*/ 26 w 92"/>
                <a:gd name="T53" fmla="*/ 60 h 84"/>
                <a:gd name="T54" fmla="*/ 22 w 92"/>
                <a:gd name="T55" fmla="*/ 58 h 84"/>
                <a:gd name="T56" fmla="*/ 21 w 92"/>
                <a:gd name="T57" fmla="*/ 55 h 84"/>
                <a:gd name="T58" fmla="*/ 16 w 92"/>
                <a:gd name="T59" fmla="*/ 51 h 84"/>
                <a:gd name="T60" fmla="*/ 11 w 92"/>
                <a:gd name="T61" fmla="*/ 45 h 84"/>
                <a:gd name="T62" fmla="*/ 8 w 92"/>
                <a:gd name="T63" fmla="*/ 41 h 84"/>
                <a:gd name="T64" fmla="*/ 5 w 92"/>
                <a:gd name="T65" fmla="*/ 35 h 84"/>
                <a:gd name="T66" fmla="*/ 3 w 92"/>
                <a:gd name="T67" fmla="*/ 33 h 84"/>
                <a:gd name="T68" fmla="*/ 0 w 92"/>
                <a:gd name="T69" fmla="*/ 29 h 84"/>
                <a:gd name="T70" fmla="*/ 0 w 92"/>
                <a:gd name="T71" fmla="*/ 26 h 84"/>
                <a:gd name="T72" fmla="*/ 4 w 92"/>
                <a:gd name="T73" fmla="*/ 26 h 84"/>
                <a:gd name="T74" fmla="*/ 8 w 92"/>
                <a:gd name="T75" fmla="*/ 29 h 84"/>
                <a:gd name="T76" fmla="*/ 15 w 92"/>
                <a:gd name="T77" fmla="*/ 27 h 84"/>
                <a:gd name="T78" fmla="*/ 16 w 92"/>
                <a:gd name="T79" fmla="*/ 27 h 84"/>
                <a:gd name="T80" fmla="*/ 22 w 92"/>
                <a:gd name="T81" fmla="*/ 29 h 84"/>
                <a:gd name="T82" fmla="*/ 38 w 92"/>
                <a:gd name="T83" fmla="*/ 12 h 84"/>
                <a:gd name="T84" fmla="*/ 44 w 92"/>
                <a:gd name="T85" fmla="*/ 9 h 84"/>
                <a:gd name="T86" fmla="*/ 44 w 92"/>
                <a:gd name="T87" fmla="*/ 5 h 84"/>
                <a:gd name="T88" fmla="*/ 50 w 92"/>
                <a:gd name="T89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2" h="84">
                  <a:moveTo>
                    <a:pt x="54" y="0"/>
                  </a:moveTo>
                  <a:lnTo>
                    <a:pt x="58" y="0"/>
                  </a:lnTo>
                  <a:lnTo>
                    <a:pt x="58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5"/>
                  </a:lnTo>
                  <a:lnTo>
                    <a:pt x="67" y="5"/>
                  </a:lnTo>
                  <a:lnTo>
                    <a:pt x="70" y="5"/>
                  </a:lnTo>
                  <a:lnTo>
                    <a:pt x="70" y="6"/>
                  </a:lnTo>
                  <a:lnTo>
                    <a:pt x="71" y="6"/>
                  </a:lnTo>
                  <a:lnTo>
                    <a:pt x="72" y="5"/>
                  </a:lnTo>
                  <a:lnTo>
                    <a:pt x="75" y="5"/>
                  </a:lnTo>
                  <a:lnTo>
                    <a:pt x="79" y="8"/>
                  </a:lnTo>
                  <a:lnTo>
                    <a:pt x="80" y="10"/>
                  </a:lnTo>
                  <a:lnTo>
                    <a:pt x="83" y="10"/>
                  </a:lnTo>
                  <a:lnTo>
                    <a:pt x="87" y="10"/>
                  </a:lnTo>
                  <a:lnTo>
                    <a:pt x="88" y="13"/>
                  </a:lnTo>
                  <a:lnTo>
                    <a:pt x="90" y="14"/>
                  </a:lnTo>
                  <a:lnTo>
                    <a:pt x="92" y="14"/>
                  </a:lnTo>
                  <a:lnTo>
                    <a:pt x="92" y="17"/>
                  </a:lnTo>
                  <a:lnTo>
                    <a:pt x="91" y="18"/>
                  </a:lnTo>
                  <a:lnTo>
                    <a:pt x="92" y="20"/>
                  </a:lnTo>
                  <a:lnTo>
                    <a:pt x="91" y="22"/>
                  </a:lnTo>
                  <a:lnTo>
                    <a:pt x="92" y="23"/>
                  </a:lnTo>
                  <a:lnTo>
                    <a:pt x="92" y="25"/>
                  </a:lnTo>
                  <a:lnTo>
                    <a:pt x="91" y="26"/>
                  </a:lnTo>
                  <a:lnTo>
                    <a:pt x="91" y="30"/>
                  </a:lnTo>
                  <a:lnTo>
                    <a:pt x="90" y="31"/>
                  </a:lnTo>
                  <a:lnTo>
                    <a:pt x="90" y="33"/>
                  </a:lnTo>
                  <a:lnTo>
                    <a:pt x="92" y="33"/>
                  </a:lnTo>
                  <a:lnTo>
                    <a:pt x="91" y="34"/>
                  </a:lnTo>
                  <a:lnTo>
                    <a:pt x="90" y="35"/>
                  </a:lnTo>
                  <a:lnTo>
                    <a:pt x="90" y="38"/>
                  </a:lnTo>
                  <a:lnTo>
                    <a:pt x="90" y="41"/>
                  </a:lnTo>
                  <a:lnTo>
                    <a:pt x="88" y="41"/>
                  </a:lnTo>
                  <a:lnTo>
                    <a:pt x="88" y="42"/>
                  </a:lnTo>
                  <a:lnTo>
                    <a:pt x="90" y="43"/>
                  </a:lnTo>
                  <a:lnTo>
                    <a:pt x="91" y="46"/>
                  </a:lnTo>
                  <a:lnTo>
                    <a:pt x="90" y="47"/>
                  </a:lnTo>
                  <a:lnTo>
                    <a:pt x="90" y="48"/>
                  </a:lnTo>
                  <a:lnTo>
                    <a:pt x="91" y="50"/>
                  </a:lnTo>
                  <a:lnTo>
                    <a:pt x="91" y="51"/>
                  </a:lnTo>
                  <a:lnTo>
                    <a:pt x="90" y="54"/>
                  </a:lnTo>
                  <a:lnTo>
                    <a:pt x="87" y="55"/>
                  </a:lnTo>
                  <a:lnTo>
                    <a:pt x="87" y="56"/>
                  </a:lnTo>
                  <a:lnTo>
                    <a:pt x="84" y="58"/>
                  </a:lnTo>
                  <a:lnTo>
                    <a:pt x="84" y="59"/>
                  </a:lnTo>
                  <a:lnTo>
                    <a:pt x="86" y="60"/>
                  </a:lnTo>
                  <a:lnTo>
                    <a:pt x="84" y="62"/>
                  </a:lnTo>
                  <a:lnTo>
                    <a:pt x="84" y="66"/>
                  </a:lnTo>
                  <a:lnTo>
                    <a:pt x="83" y="67"/>
                  </a:lnTo>
                  <a:lnTo>
                    <a:pt x="83" y="71"/>
                  </a:lnTo>
                  <a:lnTo>
                    <a:pt x="70" y="84"/>
                  </a:lnTo>
                  <a:lnTo>
                    <a:pt x="69" y="83"/>
                  </a:lnTo>
                  <a:lnTo>
                    <a:pt x="65" y="81"/>
                  </a:lnTo>
                  <a:lnTo>
                    <a:pt x="61" y="83"/>
                  </a:lnTo>
                  <a:lnTo>
                    <a:pt x="59" y="83"/>
                  </a:lnTo>
                  <a:lnTo>
                    <a:pt x="58" y="83"/>
                  </a:lnTo>
                  <a:lnTo>
                    <a:pt x="57" y="81"/>
                  </a:lnTo>
                  <a:lnTo>
                    <a:pt x="54" y="81"/>
                  </a:lnTo>
                  <a:lnTo>
                    <a:pt x="54" y="80"/>
                  </a:lnTo>
                  <a:lnTo>
                    <a:pt x="50" y="79"/>
                  </a:lnTo>
                  <a:lnTo>
                    <a:pt x="46" y="80"/>
                  </a:lnTo>
                  <a:lnTo>
                    <a:pt x="46" y="79"/>
                  </a:lnTo>
                  <a:lnTo>
                    <a:pt x="45" y="77"/>
                  </a:lnTo>
                  <a:lnTo>
                    <a:pt x="45" y="76"/>
                  </a:lnTo>
                  <a:lnTo>
                    <a:pt x="44" y="75"/>
                  </a:lnTo>
                  <a:lnTo>
                    <a:pt x="42" y="75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6" y="72"/>
                  </a:lnTo>
                  <a:lnTo>
                    <a:pt x="34" y="73"/>
                  </a:lnTo>
                  <a:lnTo>
                    <a:pt x="32" y="72"/>
                  </a:lnTo>
                  <a:lnTo>
                    <a:pt x="30" y="71"/>
                  </a:lnTo>
                  <a:lnTo>
                    <a:pt x="28" y="68"/>
                  </a:lnTo>
                  <a:lnTo>
                    <a:pt x="28" y="67"/>
                  </a:lnTo>
                  <a:lnTo>
                    <a:pt x="26" y="66"/>
                  </a:lnTo>
                  <a:lnTo>
                    <a:pt x="26" y="63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2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20" y="54"/>
                  </a:lnTo>
                  <a:lnTo>
                    <a:pt x="19" y="52"/>
                  </a:lnTo>
                  <a:lnTo>
                    <a:pt x="16" y="51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1" y="31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4" y="26"/>
                  </a:lnTo>
                  <a:lnTo>
                    <a:pt x="5" y="27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11" y="27"/>
                  </a:lnTo>
                  <a:lnTo>
                    <a:pt x="13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7" y="29"/>
                  </a:lnTo>
                  <a:lnTo>
                    <a:pt x="20" y="30"/>
                  </a:lnTo>
                  <a:lnTo>
                    <a:pt x="22" y="29"/>
                  </a:lnTo>
                  <a:lnTo>
                    <a:pt x="26" y="23"/>
                  </a:lnTo>
                  <a:lnTo>
                    <a:pt x="32" y="17"/>
                  </a:lnTo>
                  <a:lnTo>
                    <a:pt x="38" y="12"/>
                  </a:lnTo>
                  <a:lnTo>
                    <a:pt x="42" y="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8"/>
                  </a:lnTo>
                  <a:lnTo>
                    <a:pt x="45" y="6"/>
                  </a:lnTo>
                  <a:lnTo>
                    <a:pt x="44" y="5"/>
                  </a:lnTo>
                  <a:lnTo>
                    <a:pt x="45" y="4"/>
                  </a:lnTo>
                  <a:lnTo>
                    <a:pt x="49" y="2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2" name="Freeform 481"/>
            <p:cNvSpPr>
              <a:spLocks/>
            </p:cNvSpPr>
            <p:nvPr/>
          </p:nvSpPr>
          <p:spPr bwMode="auto">
            <a:xfrm>
              <a:off x="6359096" y="4896015"/>
              <a:ext cx="279152" cy="281690"/>
            </a:xfrm>
            <a:custGeom>
              <a:avLst/>
              <a:gdLst>
                <a:gd name="T0" fmla="*/ 64 w 110"/>
                <a:gd name="T1" fmla="*/ 1 h 111"/>
                <a:gd name="T2" fmla="*/ 64 w 110"/>
                <a:gd name="T3" fmla="*/ 4 h 111"/>
                <a:gd name="T4" fmla="*/ 68 w 110"/>
                <a:gd name="T5" fmla="*/ 8 h 111"/>
                <a:gd name="T6" fmla="*/ 71 w 110"/>
                <a:gd name="T7" fmla="*/ 11 h 111"/>
                <a:gd name="T8" fmla="*/ 73 w 110"/>
                <a:gd name="T9" fmla="*/ 16 h 111"/>
                <a:gd name="T10" fmla="*/ 76 w 110"/>
                <a:gd name="T11" fmla="*/ 19 h 111"/>
                <a:gd name="T12" fmla="*/ 83 w 110"/>
                <a:gd name="T13" fmla="*/ 26 h 111"/>
                <a:gd name="T14" fmla="*/ 86 w 110"/>
                <a:gd name="T15" fmla="*/ 30 h 111"/>
                <a:gd name="T16" fmla="*/ 86 w 110"/>
                <a:gd name="T17" fmla="*/ 33 h 111"/>
                <a:gd name="T18" fmla="*/ 90 w 110"/>
                <a:gd name="T19" fmla="*/ 37 h 111"/>
                <a:gd name="T20" fmla="*/ 92 w 110"/>
                <a:gd name="T21" fmla="*/ 42 h 111"/>
                <a:gd name="T22" fmla="*/ 98 w 110"/>
                <a:gd name="T23" fmla="*/ 47 h 111"/>
                <a:gd name="T24" fmla="*/ 104 w 110"/>
                <a:gd name="T25" fmla="*/ 47 h 111"/>
                <a:gd name="T26" fmla="*/ 109 w 110"/>
                <a:gd name="T27" fmla="*/ 50 h 111"/>
                <a:gd name="T28" fmla="*/ 110 w 110"/>
                <a:gd name="T29" fmla="*/ 54 h 111"/>
                <a:gd name="T30" fmla="*/ 106 w 110"/>
                <a:gd name="T31" fmla="*/ 55 h 111"/>
                <a:gd name="T32" fmla="*/ 105 w 110"/>
                <a:gd name="T33" fmla="*/ 59 h 111"/>
                <a:gd name="T34" fmla="*/ 100 w 110"/>
                <a:gd name="T35" fmla="*/ 61 h 111"/>
                <a:gd name="T36" fmla="*/ 94 w 110"/>
                <a:gd name="T37" fmla="*/ 61 h 111"/>
                <a:gd name="T38" fmla="*/ 89 w 110"/>
                <a:gd name="T39" fmla="*/ 65 h 111"/>
                <a:gd name="T40" fmla="*/ 86 w 110"/>
                <a:gd name="T41" fmla="*/ 69 h 111"/>
                <a:gd name="T42" fmla="*/ 80 w 110"/>
                <a:gd name="T43" fmla="*/ 74 h 111"/>
                <a:gd name="T44" fmla="*/ 81 w 110"/>
                <a:gd name="T45" fmla="*/ 79 h 111"/>
                <a:gd name="T46" fmla="*/ 77 w 110"/>
                <a:gd name="T47" fmla="*/ 80 h 111"/>
                <a:gd name="T48" fmla="*/ 75 w 110"/>
                <a:gd name="T49" fmla="*/ 84 h 111"/>
                <a:gd name="T50" fmla="*/ 71 w 110"/>
                <a:gd name="T51" fmla="*/ 87 h 111"/>
                <a:gd name="T52" fmla="*/ 67 w 110"/>
                <a:gd name="T53" fmla="*/ 92 h 111"/>
                <a:gd name="T54" fmla="*/ 65 w 110"/>
                <a:gd name="T55" fmla="*/ 97 h 111"/>
                <a:gd name="T56" fmla="*/ 61 w 110"/>
                <a:gd name="T57" fmla="*/ 99 h 111"/>
                <a:gd name="T58" fmla="*/ 56 w 110"/>
                <a:gd name="T59" fmla="*/ 97 h 111"/>
                <a:gd name="T60" fmla="*/ 50 w 110"/>
                <a:gd name="T61" fmla="*/ 99 h 111"/>
                <a:gd name="T62" fmla="*/ 43 w 110"/>
                <a:gd name="T63" fmla="*/ 94 h 111"/>
                <a:gd name="T64" fmla="*/ 32 w 110"/>
                <a:gd name="T65" fmla="*/ 96 h 111"/>
                <a:gd name="T66" fmla="*/ 25 w 110"/>
                <a:gd name="T67" fmla="*/ 105 h 111"/>
                <a:gd name="T68" fmla="*/ 19 w 110"/>
                <a:gd name="T69" fmla="*/ 109 h 111"/>
                <a:gd name="T70" fmla="*/ 13 w 110"/>
                <a:gd name="T71" fmla="*/ 111 h 111"/>
                <a:gd name="T72" fmla="*/ 6 w 110"/>
                <a:gd name="T73" fmla="*/ 108 h 111"/>
                <a:gd name="T74" fmla="*/ 5 w 110"/>
                <a:gd name="T75" fmla="*/ 95 h 111"/>
                <a:gd name="T76" fmla="*/ 0 w 110"/>
                <a:gd name="T77" fmla="*/ 88 h 111"/>
                <a:gd name="T78" fmla="*/ 2 w 110"/>
                <a:gd name="T79" fmla="*/ 51 h 111"/>
                <a:gd name="T80" fmla="*/ 23 w 110"/>
                <a:gd name="T81" fmla="*/ 8 h 111"/>
                <a:gd name="T82" fmla="*/ 40 w 110"/>
                <a:gd name="T83" fmla="*/ 5 h 111"/>
                <a:gd name="T84" fmla="*/ 42 w 110"/>
                <a:gd name="T85" fmla="*/ 7 h 111"/>
                <a:gd name="T86" fmla="*/ 42 w 110"/>
                <a:gd name="T87" fmla="*/ 9 h 111"/>
                <a:gd name="T88" fmla="*/ 48 w 110"/>
                <a:gd name="T89" fmla="*/ 4 h 111"/>
                <a:gd name="T90" fmla="*/ 55 w 110"/>
                <a:gd name="T91" fmla="*/ 3 h 111"/>
                <a:gd name="T92" fmla="*/ 61 w 110"/>
                <a:gd name="T9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0" h="111">
                  <a:moveTo>
                    <a:pt x="64" y="0"/>
                  </a:moveTo>
                  <a:lnTo>
                    <a:pt x="64" y="0"/>
                  </a:lnTo>
                  <a:lnTo>
                    <a:pt x="64" y="1"/>
                  </a:lnTo>
                  <a:lnTo>
                    <a:pt x="64" y="1"/>
                  </a:lnTo>
                  <a:lnTo>
                    <a:pt x="64" y="3"/>
                  </a:lnTo>
                  <a:lnTo>
                    <a:pt x="64" y="4"/>
                  </a:lnTo>
                  <a:lnTo>
                    <a:pt x="65" y="5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9" y="9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1" y="12"/>
                  </a:lnTo>
                  <a:lnTo>
                    <a:pt x="72" y="15"/>
                  </a:lnTo>
                  <a:lnTo>
                    <a:pt x="73" y="16"/>
                  </a:lnTo>
                  <a:lnTo>
                    <a:pt x="73" y="17"/>
                  </a:lnTo>
                  <a:lnTo>
                    <a:pt x="75" y="19"/>
                  </a:lnTo>
                  <a:lnTo>
                    <a:pt x="76" y="19"/>
                  </a:lnTo>
                  <a:lnTo>
                    <a:pt x="76" y="20"/>
                  </a:lnTo>
                  <a:lnTo>
                    <a:pt x="80" y="25"/>
                  </a:lnTo>
                  <a:lnTo>
                    <a:pt x="83" y="26"/>
                  </a:lnTo>
                  <a:lnTo>
                    <a:pt x="84" y="28"/>
                  </a:lnTo>
                  <a:lnTo>
                    <a:pt x="85" y="29"/>
                  </a:lnTo>
                  <a:lnTo>
                    <a:pt x="86" y="30"/>
                  </a:lnTo>
                  <a:lnTo>
                    <a:pt x="86" y="30"/>
                  </a:lnTo>
                  <a:lnTo>
                    <a:pt x="86" y="32"/>
                  </a:lnTo>
                  <a:lnTo>
                    <a:pt x="86" y="33"/>
                  </a:lnTo>
                  <a:lnTo>
                    <a:pt x="89" y="33"/>
                  </a:lnTo>
                  <a:lnTo>
                    <a:pt x="90" y="34"/>
                  </a:lnTo>
                  <a:lnTo>
                    <a:pt x="90" y="37"/>
                  </a:lnTo>
                  <a:lnTo>
                    <a:pt x="90" y="40"/>
                  </a:lnTo>
                  <a:lnTo>
                    <a:pt x="92" y="41"/>
                  </a:lnTo>
                  <a:lnTo>
                    <a:pt x="92" y="42"/>
                  </a:lnTo>
                  <a:lnTo>
                    <a:pt x="94" y="45"/>
                  </a:lnTo>
                  <a:lnTo>
                    <a:pt x="96" y="46"/>
                  </a:lnTo>
                  <a:lnTo>
                    <a:pt x="98" y="47"/>
                  </a:lnTo>
                  <a:lnTo>
                    <a:pt x="100" y="46"/>
                  </a:lnTo>
                  <a:lnTo>
                    <a:pt x="102" y="47"/>
                  </a:lnTo>
                  <a:lnTo>
                    <a:pt x="104" y="47"/>
                  </a:lnTo>
                  <a:lnTo>
                    <a:pt x="106" y="49"/>
                  </a:lnTo>
                  <a:lnTo>
                    <a:pt x="108" y="49"/>
                  </a:lnTo>
                  <a:lnTo>
                    <a:pt x="109" y="50"/>
                  </a:lnTo>
                  <a:lnTo>
                    <a:pt x="109" y="51"/>
                  </a:lnTo>
                  <a:lnTo>
                    <a:pt x="110" y="53"/>
                  </a:lnTo>
                  <a:lnTo>
                    <a:pt x="110" y="54"/>
                  </a:lnTo>
                  <a:lnTo>
                    <a:pt x="109" y="54"/>
                  </a:lnTo>
                  <a:lnTo>
                    <a:pt x="108" y="54"/>
                  </a:lnTo>
                  <a:lnTo>
                    <a:pt x="106" y="55"/>
                  </a:lnTo>
                  <a:lnTo>
                    <a:pt x="105" y="55"/>
                  </a:lnTo>
                  <a:lnTo>
                    <a:pt x="105" y="57"/>
                  </a:lnTo>
                  <a:lnTo>
                    <a:pt x="105" y="59"/>
                  </a:lnTo>
                  <a:lnTo>
                    <a:pt x="102" y="59"/>
                  </a:lnTo>
                  <a:lnTo>
                    <a:pt x="101" y="61"/>
                  </a:lnTo>
                  <a:lnTo>
                    <a:pt x="100" y="61"/>
                  </a:lnTo>
                  <a:lnTo>
                    <a:pt x="98" y="61"/>
                  </a:lnTo>
                  <a:lnTo>
                    <a:pt x="97" y="61"/>
                  </a:lnTo>
                  <a:lnTo>
                    <a:pt x="94" y="61"/>
                  </a:lnTo>
                  <a:lnTo>
                    <a:pt x="92" y="63"/>
                  </a:lnTo>
                  <a:lnTo>
                    <a:pt x="92" y="65"/>
                  </a:lnTo>
                  <a:lnTo>
                    <a:pt x="89" y="65"/>
                  </a:lnTo>
                  <a:lnTo>
                    <a:pt x="89" y="66"/>
                  </a:lnTo>
                  <a:lnTo>
                    <a:pt x="88" y="67"/>
                  </a:lnTo>
                  <a:lnTo>
                    <a:pt x="86" y="69"/>
                  </a:lnTo>
                  <a:lnTo>
                    <a:pt x="85" y="69"/>
                  </a:lnTo>
                  <a:lnTo>
                    <a:pt x="84" y="69"/>
                  </a:lnTo>
                  <a:lnTo>
                    <a:pt x="80" y="74"/>
                  </a:lnTo>
                  <a:lnTo>
                    <a:pt x="80" y="76"/>
                  </a:lnTo>
                  <a:lnTo>
                    <a:pt x="81" y="78"/>
                  </a:lnTo>
                  <a:lnTo>
                    <a:pt x="81" y="79"/>
                  </a:lnTo>
                  <a:lnTo>
                    <a:pt x="79" y="79"/>
                  </a:lnTo>
                  <a:lnTo>
                    <a:pt x="79" y="80"/>
                  </a:lnTo>
                  <a:lnTo>
                    <a:pt x="77" y="80"/>
                  </a:lnTo>
                  <a:lnTo>
                    <a:pt x="76" y="82"/>
                  </a:lnTo>
                  <a:lnTo>
                    <a:pt x="75" y="83"/>
                  </a:lnTo>
                  <a:lnTo>
                    <a:pt x="75" y="84"/>
                  </a:lnTo>
                  <a:lnTo>
                    <a:pt x="73" y="86"/>
                  </a:lnTo>
                  <a:lnTo>
                    <a:pt x="72" y="86"/>
                  </a:lnTo>
                  <a:lnTo>
                    <a:pt x="71" y="87"/>
                  </a:lnTo>
                  <a:lnTo>
                    <a:pt x="68" y="87"/>
                  </a:lnTo>
                  <a:lnTo>
                    <a:pt x="67" y="88"/>
                  </a:lnTo>
                  <a:lnTo>
                    <a:pt x="67" y="92"/>
                  </a:lnTo>
                  <a:lnTo>
                    <a:pt x="65" y="94"/>
                  </a:lnTo>
                  <a:lnTo>
                    <a:pt x="65" y="95"/>
                  </a:lnTo>
                  <a:lnTo>
                    <a:pt x="65" y="97"/>
                  </a:lnTo>
                  <a:lnTo>
                    <a:pt x="65" y="97"/>
                  </a:lnTo>
                  <a:lnTo>
                    <a:pt x="63" y="100"/>
                  </a:lnTo>
                  <a:lnTo>
                    <a:pt x="61" y="99"/>
                  </a:lnTo>
                  <a:lnTo>
                    <a:pt x="60" y="97"/>
                  </a:lnTo>
                  <a:lnTo>
                    <a:pt x="59" y="97"/>
                  </a:lnTo>
                  <a:lnTo>
                    <a:pt x="56" y="97"/>
                  </a:lnTo>
                  <a:lnTo>
                    <a:pt x="54" y="99"/>
                  </a:lnTo>
                  <a:lnTo>
                    <a:pt x="51" y="9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44" y="96"/>
                  </a:lnTo>
                  <a:lnTo>
                    <a:pt x="43" y="94"/>
                  </a:lnTo>
                  <a:lnTo>
                    <a:pt x="39" y="94"/>
                  </a:lnTo>
                  <a:lnTo>
                    <a:pt x="35" y="94"/>
                  </a:lnTo>
                  <a:lnTo>
                    <a:pt x="32" y="96"/>
                  </a:lnTo>
                  <a:lnTo>
                    <a:pt x="31" y="101"/>
                  </a:lnTo>
                  <a:lnTo>
                    <a:pt x="29" y="104"/>
                  </a:lnTo>
                  <a:lnTo>
                    <a:pt x="25" y="105"/>
                  </a:lnTo>
                  <a:lnTo>
                    <a:pt x="23" y="107"/>
                  </a:lnTo>
                  <a:lnTo>
                    <a:pt x="22" y="108"/>
                  </a:lnTo>
                  <a:lnTo>
                    <a:pt x="19" y="109"/>
                  </a:lnTo>
                  <a:lnTo>
                    <a:pt x="17" y="111"/>
                  </a:lnTo>
                  <a:lnTo>
                    <a:pt x="14" y="109"/>
                  </a:lnTo>
                  <a:lnTo>
                    <a:pt x="13" y="111"/>
                  </a:lnTo>
                  <a:lnTo>
                    <a:pt x="9" y="111"/>
                  </a:lnTo>
                  <a:lnTo>
                    <a:pt x="6" y="111"/>
                  </a:lnTo>
                  <a:lnTo>
                    <a:pt x="6" y="108"/>
                  </a:lnTo>
                  <a:lnTo>
                    <a:pt x="7" y="104"/>
                  </a:lnTo>
                  <a:lnTo>
                    <a:pt x="7" y="101"/>
                  </a:lnTo>
                  <a:lnTo>
                    <a:pt x="5" y="95"/>
                  </a:lnTo>
                  <a:lnTo>
                    <a:pt x="4" y="9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51"/>
                  </a:lnTo>
                  <a:lnTo>
                    <a:pt x="13" y="50"/>
                  </a:lnTo>
                  <a:lnTo>
                    <a:pt x="14" y="8"/>
                  </a:lnTo>
                  <a:lnTo>
                    <a:pt x="23" y="8"/>
                  </a:lnTo>
                  <a:lnTo>
                    <a:pt x="35" y="5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0" y="4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3" y="8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11"/>
                  </a:lnTo>
                  <a:lnTo>
                    <a:pt x="47" y="8"/>
                  </a:lnTo>
                  <a:lnTo>
                    <a:pt x="48" y="4"/>
                  </a:lnTo>
                  <a:lnTo>
                    <a:pt x="51" y="3"/>
                  </a:lnTo>
                  <a:lnTo>
                    <a:pt x="54" y="1"/>
                  </a:lnTo>
                  <a:lnTo>
                    <a:pt x="55" y="3"/>
                  </a:lnTo>
                  <a:lnTo>
                    <a:pt x="56" y="3"/>
                  </a:lnTo>
                  <a:lnTo>
                    <a:pt x="57" y="1"/>
                  </a:lnTo>
                  <a:lnTo>
                    <a:pt x="61" y="0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3" name="Freeform 482"/>
            <p:cNvSpPr>
              <a:spLocks/>
            </p:cNvSpPr>
            <p:nvPr/>
          </p:nvSpPr>
          <p:spPr bwMode="auto">
            <a:xfrm>
              <a:off x="6118011" y="4870638"/>
              <a:ext cx="403502" cy="380662"/>
            </a:xfrm>
            <a:custGeom>
              <a:avLst/>
              <a:gdLst>
                <a:gd name="T0" fmla="*/ 17 w 159"/>
                <a:gd name="T1" fmla="*/ 1 h 150"/>
                <a:gd name="T2" fmla="*/ 21 w 159"/>
                <a:gd name="T3" fmla="*/ 1 h 150"/>
                <a:gd name="T4" fmla="*/ 22 w 159"/>
                <a:gd name="T5" fmla="*/ 4 h 150"/>
                <a:gd name="T6" fmla="*/ 27 w 159"/>
                <a:gd name="T7" fmla="*/ 6 h 150"/>
                <a:gd name="T8" fmla="*/ 31 w 159"/>
                <a:gd name="T9" fmla="*/ 5 h 150"/>
                <a:gd name="T10" fmla="*/ 77 w 159"/>
                <a:gd name="T11" fmla="*/ 5 h 150"/>
                <a:gd name="T12" fmla="*/ 80 w 159"/>
                <a:gd name="T13" fmla="*/ 9 h 150"/>
                <a:gd name="T14" fmla="*/ 87 w 159"/>
                <a:gd name="T15" fmla="*/ 10 h 150"/>
                <a:gd name="T16" fmla="*/ 91 w 159"/>
                <a:gd name="T17" fmla="*/ 11 h 150"/>
                <a:gd name="T18" fmla="*/ 97 w 159"/>
                <a:gd name="T19" fmla="*/ 11 h 150"/>
                <a:gd name="T20" fmla="*/ 100 w 159"/>
                <a:gd name="T21" fmla="*/ 10 h 150"/>
                <a:gd name="T22" fmla="*/ 106 w 159"/>
                <a:gd name="T23" fmla="*/ 13 h 150"/>
                <a:gd name="T24" fmla="*/ 109 w 159"/>
                <a:gd name="T25" fmla="*/ 11 h 150"/>
                <a:gd name="T26" fmla="*/ 113 w 159"/>
                <a:gd name="T27" fmla="*/ 13 h 150"/>
                <a:gd name="T28" fmla="*/ 116 w 159"/>
                <a:gd name="T29" fmla="*/ 13 h 150"/>
                <a:gd name="T30" fmla="*/ 118 w 159"/>
                <a:gd name="T31" fmla="*/ 14 h 150"/>
                <a:gd name="T32" fmla="*/ 150 w 159"/>
                <a:gd name="T33" fmla="*/ 7 h 150"/>
                <a:gd name="T34" fmla="*/ 154 w 159"/>
                <a:gd name="T35" fmla="*/ 6 h 150"/>
                <a:gd name="T36" fmla="*/ 156 w 159"/>
                <a:gd name="T37" fmla="*/ 7 h 150"/>
                <a:gd name="T38" fmla="*/ 156 w 159"/>
                <a:gd name="T39" fmla="*/ 10 h 150"/>
                <a:gd name="T40" fmla="*/ 150 w 159"/>
                <a:gd name="T41" fmla="*/ 13 h 150"/>
                <a:gd name="T42" fmla="*/ 143 w 159"/>
                <a:gd name="T43" fmla="*/ 14 h 150"/>
                <a:gd name="T44" fmla="*/ 137 w 159"/>
                <a:gd name="T45" fmla="*/ 19 h 150"/>
                <a:gd name="T46" fmla="*/ 137 w 159"/>
                <a:gd name="T47" fmla="*/ 17 h 150"/>
                <a:gd name="T48" fmla="*/ 135 w 159"/>
                <a:gd name="T49" fmla="*/ 15 h 150"/>
                <a:gd name="T50" fmla="*/ 118 w 159"/>
                <a:gd name="T51" fmla="*/ 18 h 150"/>
                <a:gd name="T52" fmla="*/ 97 w 159"/>
                <a:gd name="T53" fmla="*/ 61 h 150"/>
                <a:gd name="T54" fmla="*/ 95 w 159"/>
                <a:gd name="T55" fmla="*/ 98 h 150"/>
                <a:gd name="T56" fmla="*/ 88 w 159"/>
                <a:gd name="T57" fmla="*/ 142 h 150"/>
                <a:gd name="T58" fmla="*/ 83 w 159"/>
                <a:gd name="T59" fmla="*/ 146 h 150"/>
                <a:gd name="T60" fmla="*/ 80 w 159"/>
                <a:gd name="T61" fmla="*/ 148 h 150"/>
                <a:gd name="T62" fmla="*/ 76 w 159"/>
                <a:gd name="T63" fmla="*/ 147 h 150"/>
                <a:gd name="T64" fmla="*/ 71 w 159"/>
                <a:gd name="T65" fmla="*/ 147 h 150"/>
                <a:gd name="T66" fmla="*/ 63 w 159"/>
                <a:gd name="T67" fmla="*/ 146 h 150"/>
                <a:gd name="T68" fmla="*/ 60 w 159"/>
                <a:gd name="T69" fmla="*/ 139 h 150"/>
                <a:gd name="T70" fmla="*/ 54 w 159"/>
                <a:gd name="T71" fmla="*/ 140 h 150"/>
                <a:gd name="T72" fmla="*/ 52 w 159"/>
                <a:gd name="T73" fmla="*/ 143 h 150"/>
                <a:gd name="T74" fmla="*/ 46 w 159"/>
                <a:gd name="T75" fmla="*/ 139 h 150"/>
                <a:gd name="T76" fmla="*/ 38 w 159"/>
                <a:gd name="T77" fmla="*/ 129 h 150"/>
                <a:gd name="T78" fmla="*/ 37 w 159"/>
                <a:gd name="T79" fmla="*/ 119 h 150"/>
                <a:gd name="T80" fmla="*/ 35 w 159"/>
                <a:gd name="T81" fmla="*/ 115 h 150"/>
                <a:gd name="T82" fmla="*/ 34 w 159"/>
                <a:gd name="T83" fmla="*/ 106 h 150"/>
                <a:gd name="T84" fmla="*/ 30 w 159"/>
                <a:gd name="T85" fmla="*/ 88 h 150"/>
                <a:gd name="T86" fmla="*/ 30 w 159"/>
                <a:gd name="T87" fmla="*/ 72 h 150"/>
                <a:gd name="T88" fmla="*/ 23 w 159"/>
                <a:gd name="T89" fmla="*/ 55 h 150"/>
                <a:gd name="T90" fmla="*/ 10 w 159"/>
                <a:gd name="T91" fmla="*/ 29 h 150"/>
                <a:gd name="T92" fmla="*/ 0 w 159"/>
                <a:gd name="T93" fmla="*/ 5 h 150"/>
                <a:gd name="T94" fmla="*/ 1 w 159"/>
                <a:gd name="T95" fmla="*/ 5 h 150"/>
                <a:gd name="T96" fmla="*/ 4 w 159"/>
                <a:gd name="T97" fmla="*/ 4 h 150"/>
                <a:gd name="T98" fmla="*/ 9 w 159"/>
                <a:gd name="T99" fmla="*/ 4 h 150"/>
                <a:gd name="T100" fmla="*/ 14 w 159"/>
                <a:gd name="T101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9" h="150">
                  <a:moveTo>
                    <a:pt x="14" y="0"/>
                  </a:moveTo>
                  <a:lnTo>
                    <a:pt x="17" y="1"/>
                  </a:lnTo>
                  <a:lnTo>
                    <a:pt x="17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5" y="6"/>
                  </a:lnTo>
                  <a:lnTo>
                    <a:pt x="27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4" y="5"/>
                  </a:lnTo>
                  <a:lnTo>
                    <a:pt x="77" y="5"/>
                  </a:lnTo>
                  <a:lnTo>
                    <a:pt x="79" y="5"/>
                  </a:lnTo>
                  <a:lnTo>
                    <a:pt x="80" y="7"/>
                  </a:lnTo>
                  <a:lnTo>
                    <a:pt x="80" y="9"/>
                  </a:lnTo>
                  <a:lnTo>
                    <a:pt x="83" y="10"/>
                  </a:lnTo>
                  <a:lnTo>
                    <a:pt x="85" y="10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89" y="11"/>
                  </a:lnTo>
                  <a:lnTo>
                    <a:pt x="91" y="11"/>
                  </a:lnTo>
                  <a:lnTo>
                    <a:pt x="92" y="11"/>
                  </a:lnTo>
                  <a:lnTo>
                    <a:pt x="95" y="10"/>
                  </a:lnTo>
                  <a:lnTo>
                    <a:pt x="97" y="11"/>
                  </a:lnTo>
                  <a:lnTo>
                    <a:pt x="99" y="11"/>
                  </a:lnTo>
                  <a:lnTo>
                    <a:pt x="100" y="10"/>
                  </a:lnTo>
                  <a:lnTo>
                    <a:pt x="100" y="10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9" y="13"/>
                  </a:lnTo>
                  <a:lnTo>
                    <a:pt x="109" y="11"/>
                  </a:lnTo>
                  <a:lnTo>
                    <a:pt x="110" y="11"/>
                  </a:lnTo>
                  <a:lnTo>
                    <a:pt x="112" y="11"/>
                  </a:lnTo>
                  <a:lnTo>
                    <a:pt x="113" y="13"/>
                  </a:lnTo>
                  <a:lnTo>
                    <a:pt x="113" y="13"/>
                  </a:lnTo>
                  <a:lnTo>
                    <a:pt x="114" y="13"/>
                  </a:lnTo>
                  <a:lnTo>
                    <a:pt x="116" y="13"/>
                  </a:lnTo>
                  <a:lnTo>
                    <a:pt x="116" y="14"/>
                  </a:lnTo>
                  <a:lnTo>
                    <a:pt x="117" y="14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49" y="6"/>
                  </a:lnTo>
                  <a:lnTo>
                    <a:pt x="150" y="7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4" y="6"/>
                  </a:lnTo>
                  <a:lnTo>
                    <a:pt x="154" y="7"/>
                  </a:lnTo>
                  <a:lnTo>
                    <a:pt x="155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9" y="10"/>
                  </a:lnTo>
                  <a:lnTo>
                    <a:pt x="156" y="10"/>
                  </a:lnTo>
                  <a:lnTo>
                    <a:pt x="152" y="11"/>
                  </a:lnTo>
                  <a:lnTo>
                    <a:pt x="151" y="13"/>
                  </a:lnTo>
                  <a:lnTo>
                    <a:pt x="150" y="13"/>
                  </a:lnTo>
                  <a:lnTo>
                    <a:pt x="149" y="11"/>
                  </a:lnTo>
                  <a:lnTo>
                    <a:pt x="146" y="13"/>
                  </a:lnTo>
                  <a:lnTo>
                    <a:pt x="143" y="14"/>
                  </a:lnTo>
                  <a:lnTo>
                    <a:pt x="142" y="18"/>
                  </a:lnTo>
                  <a:lnTo>
                    <a:pt x="138" y="21"/>
                  </a:lnTo>
                  <a:lnTo>
                    <a:pt x="137" y="19"/>
                  </a:lnTo>
                  <a:lnTo>
                    <a:pt x="137" y="18"/>
                  </a:lnTo>
                  <a:lnTo>
                    <a:pt x="138" y="18"/>
                  </a:lnTo>
                  <a:lnTo>
                    <a:pt x="137" y="17"/>
                  </a:lnTo>
                  <a:lnTo>
                    <a:pt x="137" y="15"/>
                  </a:lnTo>
                  <a:lnTo>
                    <a:pt x="135" y="14"/>
                  </a:lnTo>
                  <a:lnTo>
                    <a:pt x="135" y="15"/>
                  </a:lnTo>
                  <a:lnTo>
                    <a:pt x="133" y="15"/>
                  </a:lnTo>
                  <a:lnTo>
                    <a:pt x="130" y="15"/>
                  </a:lnTo>
                  <a:lnTo>
                    <a:pt x="118" y="18"/>
                  </a:lnTo>
                  <a:lnTo>
                    <a:pt x="109" y="18"/>
                  </a:lnTo>
                  <a:lnTo>
                    <a:pt x="108" y="60"/>
                  </a:lnTo>
                  <a:lnTo>
                    <a:pt x="97" y="61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3" y="142"/>
                  </a:lnTo>
                  <a:lnTo>
                    <a:pt x="92" y="142"/>
                  </a:lnTo>
                  <a:lnTo>
                    <a:pt x="88" y="142"/>
                  </a:lnTo>
                  <a:lnTo>
                    <a:pt x="85" y="143"/>
                  </a:lnTo>
                  <a:lnTo>
                    <a:pt x="84" y="146"/>
                  </a:lnTo>
                  <a:lnTo>
                    <a:pt x="83" y="146"/>
                  </a:lnTo>
                  <a:lnTo>
                    <a:pt x="81" y="147"/>
                  </a:lnTo>
                  <a:lnTo>
                    <a:pt x="81" y="150"/>
                  </a:lnTo>
                  <a:lnTo>
                    <a:pt x="80" y="148"/>
                  </a:lnTo>
                  <a:lnTo>
                    <a:pt x="79" y="150"/>
                  </a:lnTo>
                  <a:lnTo>
                    <a:pt x="77" y="147"/>
                  </a:lnTo>
                  <a:lnTo>
                    <a:pt x="76" y="147"/>
                  </a:lnTo>
                  <a:lnTo>
                    <a:pt x="75" y="148"/>
                  </a:lnTo>
                  <a:lnTo>
                    <a:pt x="72" y="148"/>
                  </a:lnTo>
                  <a:lnTo>
                    <a:pt x="71" y="147"/>
                  </a:lnTo>
                  <a:lnTo>
                    <a:pt x="70" y="148"/>
                  </a:lnTo>
                  <a:lnTo>
                    <a:pt x="67" y="147"/>
                  </a:lnTo>
                  <a:lnTo>
                    <a:pt x="63" y="146"/>
                  </a:lnTo>
                  <a:lnTo>
                    <a:pt x="62" y="142"/>
                  </a:lnTo>
                  <a:lnTo>
                    <a:pt x="62" y="139"/>
                  </a:lnTo>
                  <a:lnTo>
                    <a:pt x="60" y="139"/>
                  </a:lnTo>
                  <a:lnTo>
                    <a:pt x="59" y="136"/>
                  </a:lnTo>
                  <a:lnTo>
                    <a:pt x="55" y="138"/>
                  </a:lnTo>
                  <a:lnTo>
                    <a:pt x="54" y="140"/>
                  </a:lnTo>
                  <a:lnTo>
                    <a:pt x="55" y="140"/>
                  </a:lnTo>
                  <a:lnTo>
                    <a:pt x="55" y="143"/>
                  </a:lnTo>
                  <a:lnTo>
                    <a:pt x="52" y="143"/>
                  </a:lnTo>
                  <a:lnTo>
                    <a:pt x="51" y="144"/>
                  </a:lnTo>
                  <a:lnTo>
                    <a:pt x="47" y="140"/>
                  </a:lnTo>
                  <a:lnTo>
                    <a:pt x="46" y="139"/>
                  </a:lnTo>
                  <a:lnTo>
                    <a:pt x="43" y="136"/>
                  </a:lnTo>
                  <a:lnTo>
                    <a:pt x="41" y="131"/>
                  </a:lnTo>
                  <a:lnTo>
                    <a:pt x="38" y="129"/>
                  </a:lnTo>
                  <a:lnTo>
                    <a:pt x="38" y="123"/>
                  </a:lnTo>
                  <a:lnTo>
                    <a:pt x="37" y="122"/>
                  </a:lnTo>
                  <a:lnTo>
                    <a:pt x="37" y="119"/>
                  </a:lnTo>
                  <a:lnTo>
                    <a:pt x="38" y="118"/>
                  </a:lnTo>
                  <a:lnTo>
                    <a:pt x="37" y="115"/>
                  </a:lnTo>
                  <a:lnTo>
                    <a:pt x="35" y="115"/>
                  </a:lnTo>
                  <a:lnTo>
                    <a:pt x="34" y="109"/>
                  </a:lnTo>
                  <a:lnTo>
                    <a:pt x="33" y="107"/>
                  </a:lnTo>
                  <a:lnTo>
                    <a:pt x="34" y="106"/>
                  </a:lnTo>
                  <a:lnTo>
                    <a:pt x="33" y="102"/>
                  </a:lnTo>
                  <a:lnTo>
                    <a:pt x="34" y="97"/>
                  </a:lnTo>
                  <a:lnTo>
                    <a:pt x="30" y="88"/>
                  </a:lnTo>
                  <a:lnTo>
                    <a:pt x="30" y="79"/>
                  </a:lnTo>
                  <a:lnTo>
                    <a:pt x="27" y="73"/>
                  </a:lnTo>
                  <a:lnTo>
                    <a:pt x="30" y="72"/>
                  </a:lnTo>
                  <a:lnTo>
                    <a:pt x="30" y="68"/>
                  </a:lnTo>
                  <a:lnTo>
                    <a:pt x="23" y="59"/>
                  </a:lnTo>
                  <a:lnTo>
                    <a:pt x="23" y="55"/>
                  </a:lnTo>
                  <a:lnTo>
                    <a:pt x="17" y="47"/>
                  </a:lnTo>
                  <a:lnTo>
                    <a:pt x="17" y="42"/>
                  </a:lnTo>
                  <a:lnTo>
                    <a:pt x="10" y="29"/>
                  </a:lnTo>
                  <a:lnTo>
                    <a:pt x="6" y="22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9" y="5"/>
                  </a:lnTo>
                  <a:lnTo>
                    <a:pt x="9" y="4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4" name="Freeform 486"/>
            <p:cNvSpPr>
              <a:spLocks/>
            </p:cNvSpPr>
            <p:nvPr/>
          </p:nvSpPr>
          <p:spPr bwMode="auto">
            <a:xfrm>
              <a:off x="7480779" y="4969611"/>
              <a:ext cx="17765" cy="20302"/>
            </a:xfrm>
            <a:custGeom>
              <a:avLst/>
              <a:gdLst>
                <a:gd name="T0" fmla="*/ 5 w 7"/>
                <a:gd name="T1" fmla="*/ 0 h 8"/>
                <a:gd name="T2" fmla="*/ 7 w 7"/>
                <a:gd name="T3" fmla="*/ 1 h 8"/>
                <a:gd name="T4" fmla="*/ 7 w 7"/>
                <a:gd name="T5" fmla="*/ 3 h 8"/>
                <a:gd name="T6" fmla="*/ 5 w 7"/>
                <a:gd name="T7" fmla="*/ 4 h 8"/>
                <a:gd name="T8" fmla="*/ 7 w 7"/>
                <a:gd name="T9" fmla="*/ 7 h 8"/>
                <a:gd name="T10" fmla="*/ 4 w 7"/>
                <a:gd name="T11" fmla="*/ 8 h 8"/>
                <a:gd name="T12" fmla="*/ 0 w 7"/>
                <a:gd name="T13" fmla="*/ 5 h 8"/>
                <a:gd name="T14" fmla="*/ 1 w 7"/>
                <a:gd name="T15" fmla="*/ 4 h 8"/>
                <a:gd name="T16" fmla="*/ 3 w 7"/>
                <a:gd name="T17" fmla="*/ 0 h 8"/>
                <a:gd name="T18" fmla="*/ 4 w 7"/>
                <a:gd name="T19" fmla="*/ 1 h 8"/>
                <a:gd name="T20" fmla="*/ 5 w 7"/>
                <a:gd name="T2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lnTo>
                    <a:pt x="7" y="1"/>
                  </a:lnTo>
                  <a:lnTo>
                    <a:pt x="7" y="3"/>
                  </a:lnTo>
                  <a:lnTo>
                    <a:pt x="5" y="4"/>
                  </a:lnTo>
                  <a:lnTo>
                    <a:pt x="7" y="7"/>
                  </a:lnTo>
                  <a:lnTo>
                    <a:pt x="4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0"/>
                  </a:lnTo>
                  <a:lnTo>
                    <a:pt x="4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5" name="Freeform 487"/>
            <p:cNvSpPr>
              <a:spLocks/>
            </p:cNvSpPr>
            <p:nvPr/>
          </p:nvSpPr>
          <p:spPr bwMode="auto">
            <a:xfrm>
              <a:off x="7419873" y="4992449"/>
              <a:ext cx="17765" cy="20302"/>
            </a:xfrm>
            <a:custGeom>
              <a:avLst/>
              <a:gdLst>
                <a:gd name="T0" fmla="*/ 2 w 7"/>
                <a:gd name="T1" fmla="*/ 0 h 8"/>
                <a:gd name="T2" fmla="*/ 4 w 7"/>
                <a:gd name="T3" fmla="*/ 2 h 8"/>
                <a:gd name="T4" fmla="*/ 6 w 7"/>
                <a:gd name="T5" fmla="*/ 4 h 8"/>
                <a:gd name="T6" fmla="*/ 7 w 7"/>
                <a:gd name="T7" fmla="*/ 6 h 8"/>
                <a:gd name="T8" fmla="*/ 4 w 7"/>
                <a:gd name="T9" fmla="*/ 8 h 8"/>
                <a:gd name="T10" fmla="*/ 3 w 7"/>
                <a:gd name="T11" fmla="*/ 8 h 8"/>
                <a:gd name="T12" fmla="*/ 0 w 7"/>
                <a:gd name="T13" fmla="*/ 4 h 8"/>
                <a:gd name="T14" fmla="*/ 0 w 7"/>
                <a:gd name="T15" fmla="*/ 2 h 8"/>
                <a:gd name="T16" fmla="*/ 2 w 7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lnTo>
                    <a:pt x="4" y="2"/>
                  </a:lnTo>
                  <a:lnTo>
                    <a:pt x="6" y="4"/>
                  </a:lnTo>
                  <a:lnTo>
                    <a:pt x="7" y="6"/>
                  </a:lnTo>
                  <a:lnTo>
                    <a:pt x="4" y="8"/>
                  </a:lnTo>
                  <a:lnTo>
                    <a:pt x="3" y="8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6" name="Freeform 488"/>
            <p:cNvSpPr>
              <a:spLocks noEditPoints="1"/>
            </p:cNvSpPr>
            <p:nvPr/>
          </p:nvSpPr>
          <p:spPr bwMode="auto">
            <a:xfrm>
              <a:off x="7049363" y="4718373"/>
              <a:ext cx="230936" cy="428880"/>
            </a:xfrm>
            <a:custGeom>
              <a:avLst/>
              <a:gdLst>
                <a:gd name="T0" fmla="*/ 83 w 91"/>
                <a:gd name="T1" fmla="*/ 64 h 169"/>
                <a:gd name="T2" fmla="*/ 84 w 91"/>
                <a:gd name="T3" fmla="*/ 58 h 169"/>
                <a:gd name="T4" fmla="*/ 71 w 91"/>
                <a:gd name="T5" fmla="*/ 17 h 169"/>
                <a:gd name="T6" fmla="*/ 67 w 91"/>
                <a:gd name="T7" fmla="*/ 16 h 169"/>
                <a:gd name="T8" fmla="*/ 66 w 91"/>
                <a:gd name="T9" fmla="*/ 17 h 169"/>
                <a:gd name="T10" fmla="*/ 73 w 91"/>
                <a:gd name="T11" fmla="*/ 11 h 169"/>
                <a:gd name="T12" fmla="*/ 80 w 91"/>
                <a:gd name="T13" fmla="*/ 0 h 169"/>
                <a:gd name="T14" fmla="*/ 83 w 91"/>
                <a:gd name="T15" fmla="*/ 8 h 169"/>
                <a:gd name="T16" fmla="*/ 87 w 91"/>
                <a:gd name="T17" fmla="*/ 17 h 169"/>
                <a:gd name="T18" fmla="*/ 88 w 91"/>
                <a:gd name="T19" fmla="*/ 31 h 169"/>
                <a:gd name="T20" fmla="*/ 91 w 91"/>
                <a:gd name="T21" fmla="*/ 40 h 169"/>
                <a:gd name="T22" fmla="*/ 88 w 91"/>
                <a:gd name="T23" fmla="*/ 45 h 169"/>
                <a:gd name="T24" fmla="*/ 84 w 91"/>
                <a:gd name="T25" fmla="*/ 46 h 169"/>
                <a:gd name="T26" fmla="*/ 82 w 91"/>
                <a:gd name="T27" fmla="*/ 46 h 169"/>
                <a:gd name="T28" fmla="*/ 82 w 91"/>
                <a:gd name="T29" fmla="*/ 53 h 169"/>
                <a:gd name="T30" fmla="*/ 79 w 91"/>
                <a:gd name="T31" fmla="*/ 62 h 169"/>
                <a:gd name="T32" fmla="*/ 78 w 91"/>
                <a:gd name="T33" fmla="*/ 73 h 169"/>
                <a:gd name="T34" fmla="*/ 73 w 91"/>
                <a:gd name="T35" fmla="*/ 90 h 169"/>
                <a:gd name="T36" fmla="*/ 65 w 91"/>
                <a:gd name="T37" fmla="*/ 111 h 169"/>
                <a:gd name="T38" fmla="*/ 57 w 91"/>
                <a:gd name="T39" fmla="*/ 128 h 169"/>
                <a:gd name="T40" fmla="*/ 53 w 91"/>
                <a:gd name="T41" fmla="*/ 140 h 169"/>
                <a:gd name="T42" fmla="*/ 50 w 91"/>
                <a:gd name="T43" fmla="*/ 149 h 169"/>
                <a:gd name="T44" fmla="*/ 45 w 91"/>
                <a:gd name="T45" fmla="*/ 160 h 169"/>
                <a:gd name="T46" fmla="*/ 36 w 91"/>
                <a:gd name="T47" fmla="*/ 162 h 169"/>
                <a:gd name="T48" fmla="*/ 21 w 91"/>
                <a:gd name="T49" fmla="*/ 167 h 169"/>
                <a:gd name="T50" fmla="*/ 17 w 91"/>
                <a:gd name="T51" fmla="*/ 166 h 169"/>
                <a:gd name="T52" fmla="*/ 11 w 91"/>
                <a:gd name="T53" fmla="*/ 164 h 169"/>
                <a:gd name="T54" fmla="*/ 5 w 91"/>
                <a:gd name="T55" fmla="*/ 157 h 169"/>
                <a:gd name="T56" fmla="*/ 4 w 91"/>
                <a:gd name="T57" fmla="*/ 148 h 169"/>
                <a:gd name="T58" fmla="*/ 7 w 91"/>
                <a:gd name="T59" fmla="*/ 141 h 169"/>
                <a:gd name="T60" fmla="*/ 4 w 91"/>
                <a:gd name="T61" fmla="*/ 136 h 169"/>
                <a:gd name="T62" fmla="*/ 1 w 91"/>
                <a:gd name="T63" fmla="*/ 125 h 169"/>
                <a:gd name="T64" fmla="*/ 4 w 91"/>
                <a:gd name="T65" fmla="*/ 114 h 169"/>
                <a:gd name="T66" fmla="*/ 11 w 91"/>
                <a:gd name="T67" fmla="*/ 106 h 169"/>
                <a:gd name="T68" fmla="*/ 16 w 91"/>
                <a:gd name="T69" fmla="*/ 99 h 169"/>
                <a:gd name="T70" fmla="*/ 19 w 91"/>
                <a:gd name="T71" fmla="*/ 89 h 169"/>
                <a:gd name="T72" fmla="*/ 13 w 91"/>
                <a:gd name="T73" fmla="*/ 75 h 169"/>
                <a:gd name="T74" fmla="*/ 12 w 91"/>
                <a:gd name="T75" fmla="*/ 66 h 169"/>
                <a:gd name="T76" fmla="*/ 19 w 91"/>
                <a:gd name="T77" fmla="*/ 53 h 169"/>
                <a:gd name="T78" fmla="*/ 24 w 91"/>
                <a:gd name="T79" fmla="*/ 52 h 169"/>
                <a:gd name="T80" fmla="*/ 33 w 91"/>
                <a:gd name="T81" fmla="*/ 49 h 169"/>
                <a:gd name="T82" fmla="*/ 34 w 91"/>
                <a:gd name="T83" fmla="*/ 46 h 169"/>
                <a:gd name="T84" fmla="*/ 41 w 91"/>
                <a:gd name="T85" fmla="*/ 45 h 169"/>
                <a:gd name="T86" fmla="*/ 45 w 91"/>
                <a:gd name="T87" fmla="*/ 49 h 169"/>
                <a:gd name="T88" fmla="*/ 50 w 91"/>
                <a:gd name="T89" fmla="*/ 40 h 169"/>
                <a:gd name="T90" fmla="*/ 51 w 91"/>
                <a:gd name="T91" fmla="*/ 44 h 169"/>
                <a:gd name="T92" fmla="*/ 53 w 91"/>
                <a:gd name="T93" fmla="*/ 41 h 169"/>
                <a:gd name="T94" fmla="*/ 54 w 91"/>
                <a:gd name="T95" fmla="*/ 35 h 169"/>
                <a:gd name="T96" fmla="*/ 57 w 91"/>
                <a:gd name="T97" fmla="*/ 37 h 169"/>
                <a:gd name="T98" fmla="*/ 63 w 91"/>
                <a:gd name="T99" fmla="*/ 35 h 169"/>
                <a:gd name="T100" fmla="*/ 61 w 91"/>
                <a:gd name="T101" fmla="*/ 28 h 169"/>
                <a:gd name="T102" fmla="*/ 65 w 91"/>
                <a:gd name="T103" fmla="*/ 27 h 169"/>
                <a:gd name="T104" fmla="*/ 66 w 91"/>
                <a:gd name="T105" fmla="*/ 20 h 169"/>
                <a:gd name="T106" fmla="*/ 69 w 91"/>
                <a:gd name="T107" fmla="*/ 20 h 169"/>
                <a:gd name="T108" fmla="*/ 74 w 91"/>
                <a:gd name="T109" fmla="*/ 14 h 169"/>
                <a:gd name="T110" fmla="*/ 75 w 91"/>
                <a:gd name="T111" fmla="*/ 7 h 169"/>
                <a:gd name="T112" fmla="*/ 78 w 91"/>
                <a:gd name="T113" fmla="*/ 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1" h="169">
                  <a:moveTo>
                    <a:pt x="86" y="57"/>
                  </a:moveTo>
                  <a:lnTo>
                    <a:pt x="84" y="60"/>
                  </a:lnTo>
                  <a:lnTo>
                    <a:pt x="83" y="61"/>
                  </a:lnTo>
                  <a:lnTo>
                    <a:pt x="83" y="64"/>
                  </a:lnTo>
                  <a:lnTo>
                    <a:pt x="83" y="61"/>
                  </a:lnTo>
                  <a:lnTo>
                    <a:pt x="83" y="60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6" y="57"/>
                  </a:lnTo>
                  <a:close/>
                  <a:moveTo>
                    <a:pt x="71" y="15"/>
                  </a:moveTo>
                  <a:lnTo>
                    <a:pt x="71" y="16"/>
                  </a:lnTo>
                  <a:lnTo>
                    <a:pt x="71" y="17"/>
                  </a:lnTo>
                  <a:lnTo>
                    <a:pt x="70" y="16"/>
                  </a:lnTo>
                  <a:lnTo>
                    <a:pt x="71" y="15"/>
                  </a:lnTo>
                  <a:close/>
                  <a:moveTo>
                    <a:pt x="67" y="15"/>
                  </a:moveTo>
                  <a:lnTo>
                    <a:pt x="67" y="16"/>
                  </a:lnTo>
                  <a:lnTo>
                    <a:pt x="69" y="16"/>
                  </a:lnTo>
                  <a:lnTo>
                    <a:pt x="69" y="19"/>
                  </a:lnTo>
                  <a:lnTo>
                    <a:pt x="67" y="17"/>
                  </a:lnTo>
                  <a:lnTo>
                    <a:pt x="66" y="17"/>
                  </a:lnTo>
                  <a:lnTo>
                    <a:pt x="66" y="15"/>
                  </a:lnTo>
                  <a:lnTo>
                    <a:pt x="67" y="15"/>
                  </a:lnTo>
                  <a:close/>
                  <a:moveTo>
                    <a:pt x="73" y="10"/>
                  </a:moveTo>
                  <a:lnTo>
                    <a:pt x="73" y="11"/>
                  </a:lnTo>
                  <a:lnTo>
                    <a:pt x="71" y="12"/>
                  </a:lnTo>
                  <a:lnTo>
                    <a:pt x="70" y="11"/>
                  </a:lnTo>
                  <a:lnTo>
                    <a:pt x="73" y="10"/>
                  </a:lnTo>
                  <a:close/>
                  <a:moveTo>
                    <a:pt x="80" y="0"/>
                  </a:moveTo>
                  <a:lnTo>
                    <a:pt x="82" y="3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3" y="8"/>
                  </a:lnTo>
                  <a:lnTo>
                    <a:pt x="84" y="11"/>
                  </a:lnTo>
                  <a:lnTo>
                    <a:pt x="86" y="11"/>
                  </a:lnTo>
                  <a:lnTo>
                    <a:pt x="86" y="12"/>
                  </a:lnTo>
                  <a:lnTo>
                    <a:pt x="87" y="17"/>
                  </a:lnTo>
                  <a:lnTo>
                    <a:pt x="88" y="20"/>
                  </a:lnTo>
                  <a:lnTo>
                    <a:pt x="88" y="27"/>
                  </a:lnTo>
                  <a:lnTo>
                    <a:pt x="87" y="27"/>
                  </a:lnTo>
                  <a:lnTo>
                    <a:pt x="88" y="31"/>
                  </a:lnTo>
                  <a:lnTo>
                    <a:pt x="88" y="33"/>
                  </a:lnTo>
                  <a:lnTo>
                    <a:pt x="87" y="35"/>
                  </a:lnTo>
                  <a:lnTo>
                    <a:pt x="88" y="36"/>
                  </a:lnTo>
                  <a:lnTo>
                    <a:pt x="91" y="40"/>
                  </a:lnTo>
                  <a:lnTo>
                    <a:pt x="91" y="42"/>
                  </a:lnTo>
                  <a:lnTo>
                    <a:pt x="90" y="42"/>
                  </a:lnTo>
                  <a:lnTo>
                    <a:pt x="90" y="45"/>
                  </a:lnTo>
                  <a:lnTo>
                    <a:pt x="88" y="45"/>
                  </a:lnTo>
                  <a:lnTo>
                    <a:pt x="88" y="48"/>
                  </a:lnTo>
                  <a:lnTo>
                    <a:pt x="88" y="49"/>
                  </a:lnTo>
                  <a:lnTo>
                    <a:pt x="87" y="49"/>
                  </a:lnTo>
                  <a:lnTo>
                    <a:pt x="84" y="46"/>
                  </a:lnTo>
                  <a:lnTo>
                    <a:pt x="84" y="44"/>
                  </a:lnTo>
                  <a:lnTo>
                    <a:pt x="83" y="42"/>
                  </a:lnTo>
                  <a:lnTo>
                    <a:pt x="82" y="44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2" y="50"/>
                  </a:lnTo>
                  <a:lnTo>
                    <a:pt x="82" y="52"/>
                  </a:lnTo>
                  <a:lnTo>
                    <a:pt x="82" y="53"/>
                  </a:lnTo>
                  <a:lnTo>
                    <a:pt x="83" y="56"/>
                  </a:lnTo>
                  <a:lnTo>
                    <a:pt x="80" y="57"/>
                  </a:lnTo>
                  <a:lnTo>
                    <a:pt x="82" y="60"/>
                  </a:lnTo>
                  <a:lnTo>
                    <a:pt x="79" y="62"/>
                  </a:lnTo>
                  <a:lnTo>
                    <a:pt x="78" y="66"/>
                  </a:lnTo>
                  <a:lnTo>
                    <a:pt x="79" y="67"/>
                  </a:lnTo>
                  <a:lnTo>
                    <a:pt x="79" y="71"/>
                  </a:lnTo>
                  <a:lnTo>
                    <a:pt x="78" y="73"/>
                  </a:lnTo>
                  <a:lnTo>
                    <a:pt x="76" y="77"/>
                  </a:lnTo>
                  <a:lnTo>
                    <a:pt x="75" y="83"/>
                  </a:lnTo>
                  <a:lnTo>
                    <a:pt x="73" y="87"/>
                  </a:lnTo>
                  <a:lnTo>
                    <a:pt x="73" y="90"/>
                  </a:lnTo>
                  <a:lnTo>
                    <a:pt x="70" y="94"/>
                  </a:lnTo>
                  <a:lnTo>
                    <a:pt x="70" y="98"/>
                  </a:lnTo>
                  <a:lnTo>
                    <a:pt x="67" y="102"/>
                  </a:lnTo>
                  <a:lnTo>
                    <a:pt x="65" y="111"/>
                  </a:lnTo>
                  <a:lnTo>
                    <a:pt x="61" y="116"/>
                  </a:lnTo>
                  <a:lnTo>
                    <a:pt x="61" y="121"/>
                  </a:lnTo>
                  <a:lnTo>
                    <a:pt x="58" y="123"/>
                  </a:lnTo>
                  <a:lnTo>
                    <a:pt x="57" y="128"/>
                  </a:lnTo>
                  <a:lnTo>
                    <a:pt x="55" y="136"/>
                  </a:lnTo>
                  <a:lnTo>
                    <a:pt x="53" y="139"/>
                  </a:lnTo>
                  <a:lnTo>
                    <a:pt x="53" y="139"/>
                  </a:lnTo>
                  <a:lnTo>
                    <a:pt x="53" y="140"/>
                  </a:lnTo>
                  <a:lnTo>
                    <a:pt x="51" y="144"/>
                  </a:lnTo>
                  <a:lnTo>
                    <a:pt x="50" y="145"/>
                  </a:lnTo>
                  <a:lnTo>
                    <a:pt x="50" y="145"/>
                  </a:lnTo>
                  <a:lnTo>
                    <a:pt x="50" y="149"/>
                  </a:lnTo>
                  <a:lnTo>
                    <a:pt x="49" y="150"/>
                  </a:lnTo>
                  <a:lnTo>
                    <a:pt x="49" y="153"/>
                  </a:lnTo>
                  <a:lnTo>
                    <a:pt x="46" y="156"/>
                  </a:lnTo>
                  <a:lnTo>
                    <a:pt x="45" y="160"/>
                  </a:lnTo>
                  <a:lnTo>
                    <a:pt x="44" y="160"/>
                  </a:lnTo>
                  <a:lnTo>
                    <a:pt x="42" y="162"/>
                  </a:lnTo>
                  <a:lnTo>
                    <a:pt x="38" y="164"/>
                  </a:lnTo>
                  <a:lnTo>
                    <a:pt x="36" y="162"/>
                  </a:lnTo>
                  <a:lnTo>
                    <a:pt x="29" y="164"/>
                  </a:lnTo>
                  <a:lnTo>
                    <a:pt x="26" y="166"/>
                  </a:lnTo>
                  <a:lnTo>
                    <a:pt x="24" y="167"/>
                  </a:lnTo>
                  <a:lnTo>
                    <a:pt x="21" y="167"/>
                  </a:lnTo>
                  <a:lnTo>
                    <a:pt x="20" y="169"/>
                  </a:lnTo>
                  <a:lnTo>
                    <a:pt x="19" y="167"/>
                  </a:lnTo>
                  <a:lnTo>
                    <a:pt x="19" y="166"/>
                  </a:lnTo>
                  <a:lnTo>
                    <a:pt x="17" y="166"/>
                  </a:lnTo>
                  <a:lnTo>
                    <a:pt x="16" y="164"/>
                  </a:lnTo>
                  <a:lnTo>
                    <a:pt x="13" y="164"/>
                  </a:lnTo>
                  <a:lnTo>
                    <a:pt x="13" y="162"/>
                  </a:lnTo>
                  <a:lnTo>
                    <a:pt x="11" y="164"/>
                  </a:lnTo>
                  <a:lnTo>
                    <a:pt x="9" y="161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5" y="157"/>
                  </a:lnTo>
                  <a:lnTo>
                    <a:pt x="4" y="156"/>
                  </a:lnTo>
                  <a:lnTo>
                    <a:pt x="4" y="154"/>
                  </a:lnTo>
                  <a:lnTo>
                    <a:pt x="4" y="153"/>
                  </a:lnTo>
                  <a:lnTo>
                    <a:pt x="4" y="148"/>
                  </a:lnTo>
                  <a:lnTo>
                    <a:pt x="4" y="144"/>
                  </a:lnTo>
                  <a:lnTo>
                    <a:pt x="3" y="142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5" y="141"/>
                  </a:lnTo>
                  <a:lnTo>
                    <a:pt x="4" y="140"/>
                  </a:lnTo>
                  <a:lnTo>
                    <a:pt x="4" y="139"/>
                  </a:lnTo>
                  <a:lnTo>
                    <a:pt x="4" y="136"/>
                  </a:lnTo>
                  <a:lnTo>
                    <a:pt x="1" y="132"/>
                  </a:lnTo>
                  <a:lnTo>
                    <a:pt x="1" y="128"/>
                  </a:lnTo>
                  <a:lnTo>
                    <a:pt x="0" y="127"/>
                  </a:lnTo>
                  <a:lnTo>
                    <a:pt x="1" y="125"/>
                  </a:lnTo>
                  <a:lnTo>
                    <a:pt x="1" y="121"/>
                  </a:lnTo>
                  <a:lnTo>
                    <a:pt x="4" y="119"/>
                  </a:lnTo>
                  <a:lnTo>
                    <a:pt x="3" y="115"/>
                  </a:lnTo>
                  <a:lnTo>
                    <a:pt x="4" y="114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07"/>
                  </a:lnTo>
                  <a:lnTo>
                    <a:pt x="11" y="106"/>
                  </a:lnTo>
                  <a:lnTo>
                    <a:pt x="12" y="103"/>
                  </a:lnTo>
                  <a:lnTo>
                    <a:pt x="13" y="103"/>
                  </a:lnTo>
                  <a:lnTo>
                    <a:pt x="15" y="100"/>
                  </a:lnTo>
                  <a:lnTo>
                    <a:pt x="16" y="99"/>
                  </a:lnTo>
                  <a:lnTo>
                    <a:pt x="17" y="92"/>
                  </a:lnTo>
                  <a:lnTo>
                    <a:pt x="17" y="91"/>
                  </a:lnTo>
                  <a:lnTo>
                    <a:pt x="19" y="90"/>
                  </a:lnTo>
                  <a:lnTo>
                    <a:pt x="19" y="89"/>
                  </a:lnTo>
                  <a:lnTo>
                    <a:pt x="16" y="86"/>
                  </a:lnTo>
                  <a:lnTo>
                    <a:pt x="17" y="85"/>
                  </a:lnTo>
                  <a:lnTo>
                    <a:pt x="13" y="78"/>
                  </a:lnTo>
                  <a:lnTo>
                    <a:pt x="13" y="75"/>
                  </a:lnTo>
                  <a:lnTo>
                    <a:pt x="12" y="73"/>
                  </a:lnTo>
                  <a:lnTo>
                    <a:pt x="15" y="70"/>
                  </a:lnTo>
                  <a:lnTo>
                    <a:pt x="12" y="69"/>
                  </a:lnTo>
                  <a:lnTo>
                    <a:pt x="12" y="66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9" y="57"/>
                  </a:lnTo>
                  <a:lnTo>
                    <a:pt x="19" y="53"/>
                  </a:lnTo>
                  <a:lnTo>
                    <a:pt x="20" y="52"/>
                  </a:lnTo>
                  <a:lnTo>
                    <a:pt x="23" y="52"/>
                  </a:lnTo>
                  <a:lnTo>
                    <a:pt x="23" y="52"/>
                  </a:lnTo>
                  <a:lnTo>
                    <a:pt x="24" y="52"/>
                  </a:lnTo>
                  <a:lnTo>
                    <a:pt x="29" y="48"/>
                  </a:lnTo>
                  <a:lnTo>
                    <a:pt x="30" y="50"/>
                  </a:lnTo>
                  <a:lnTo>
                    <a:pt x="32" y="48"/>
                  </a:lnTo>
                  <a:lnTo>
                    <a:pt x="33" y="49"/>
                  </a:lnTo>
                  <a:lnTo>
                    <a:pt x="33" y="50"/>
                  </a:lnTo>
                  <a:lnTo>
                    <a:pt x="33" y="50"/>
                  </a:lnTo>
                  <a:lnTo>
                    <a:pt x="34" y="50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36" y="45"/>
                  </a:lnTo>
                  <a:lnTo>
                    <a:pt x="38" y="48"/>
                  </a:lnTo>
                  <a:lnTo>
                    <a:pt x="41" y="45"/>
                  </a:lnTo>
                  <a:lnTo>
                    <a:pt x="42" y="45"/>
                  </a:lnTo>
                  <a:lnTo>
                    <a:pt x="42" y="48"/>
                  </a:lnTo>
                  <a:lnTo>
                    <a:pt x="44" y="49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6"/>
                  </a:lnTo>
                  <a:lnTo>
                    <a:pt x="46" y="44"/>
                  </a:lnTo>
                  <a:lnTo>
                    <a:pt x="50" y="40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1" y="42"/>
                  </a:lnTo>
                  <a:lnTo>
                    <a:pt x="51" y="44"/>
                  </a:lnTo>
                  <a:lnTo>
                    <a:pt x="53" y="42"/>
                  </a:lnTo>
                  <a:lnTo>
                    <a:pt x="54" y="42"/>
                  </a:lnTo>
                  <a:lnTo>
                    <a:pt x="55" y="41"/>
                  </a:lnTo>
                  <a:lnTo>
                    <a:pt x="53" y="41"/>
                  </a:lnTo>
                  <a:lnTo>
                    <a:pt x="53" y="39"/>
                  </a:lnTo>
                  <a:lnTo>
                    <a:pt x="55" y="37"/>
                  </a:lnTo>
                  <a:lnTo>
                    <a:pt x="55" y="36"/>
                  </a:lnTo>
                  <a:lnTo>
                    <a:pt x="54" y="35"/>
                  </a:lnTo>
                  <a:lnTo>
                    <a:pt x="57" y="33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57" y="37"/>
                  </a:lnTo>
                  <a:lnTo>
                    <a:pt x="59" y="35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3" y="35"/>
                  </a:lnTo>
                  <a:lnTo>
                    <a:pt x="65" y="33"/>
                  </a:lnTo>
                  <a:lnTo>
                    <a:pt x="63" y="32"/>
                  </a:lnTo>
                  <a:lnTo>
                    <a:pt x="62" y="31"/>
                  </a:lnTo>
                  <a:lnTo>
                    <a:pt x="61" y="28"/>
                  </a:lnTo>
                  <a:lnTo>
                    <a:pt x="63" y="28"/>
                  </a:lnTo>
                  <a:lnTo>
                    <a:pt x="65" y="28"/>
                  </a:lnTo>
                  <a:lnTo>
                    <a:pt x="66" y="28"/>
                  </a:lnTo>
                  <a:lnTo>
                    <a:pt x="65" y="27"/>
                  </a:lnTo>
                  <a:lnTo>
                    <a:pt x="63" y="24"/>
                  </a:lnTo>
                  <a:lnTo>
                    <a:pt x="63" y="21"/>
                  </a:lnTo>
                  <a:lnTo>
                    <a:pt x="65" y="20"/>
                  </a:lnTo>
                  <a:lnTo>
                    <a:pt x="66" y="20"/>
                  </a:lnTo>
                  <a:lnTo>
                    <a:pt x="66" y="23"/>
                  </a:lnTo>
                  <a:lnTo>
                    <a:pt x="67" y="24"/>
                  </a:lnTo>
                  <a:lnTo>
                    <a:pt x="69" y="23"/>
                  </a:lnTo>
                  <a:lnTo>
                    <a:pt x="69" y="20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4" y="16"/>
                  </a:lnTo>
                  <a:lnTo>
                    <a:pt x="74" y="14"/>
                  </a:lnTo>
                  <a:lnTo>
                    <a:pt x="76" y="11"/>
                  </a:lnTo>
                  <a:lnTo>
                    <a:pt x="76" y="11"/>
                  </a:lnTo>
                  <a:lnTo>
                    <a:pt x="75" y="8"/>
                  </a:lnTo>
                  <a:lnTo>
                    <a:pt x="75" y="7"/>
                  </a:lnTo>
                  <a:lnTo>
                    <a:pt x="73" y="4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78" y="4"/>
                  </a:lnTo>
                  <a:lnTo>
                    <a:pt x="78" y="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7" name="Freeform 489"/>
            <p:cNvSpPr>
              <a:spLocks/>
            </p:cNvSpPr>
            <p:nvPr/>
          </p:nvSpPr>
          <p:spPr bwMode="auto">
            <a:xfrm>
              <a:off x="6678852" y="4672694"/>
              <a:ext cx="314680" cy="507549"/>
            </a:xfrm>
            <a:custGeom>
              <a:avLst/>
              <a:gdLst>
                <a:gd name="T0" fmla="*/ 124 w 124"/>
                <a:gd name="T1" fmla="*/ 5 h 200"/>
                <a:gd name="T2" fmla="*/ 121 w 124"/>
                <a:gd name="T3" fmla="*/ 13 h 200"/>
                <a:gd name="T4" fmla="*/ 122 w 124"/>
                <a:gd name="T5" fmla="*/ 24 h 200"/>
                <a:gd name="T6" fmla="*/ 121 w 124"/>
                <a:gd name="T7" fmla="*/ 37 h 200"/>
                <a:gd name="T8" fmla="*/ 120 w 124"/>
                <a:gd name="T9" fmla="*/ 46 h 200"/>
                <a:gd name="T10" fmla="*/ 121 w 124"/>
                <a:gd name="T11" fmla="*/ 53 h 200"/>
                <a:gd name="T12" fmla="*/ 118 w 124"/>
                <a:gd name="T13" fmla="*/ 58 h 200"/>
                <a:gd name="T14" fmla="*/ 118 w 124"/>
                <a:gd name="T15" fmla="*/ 62 h 200"/>
                <a:gd name="T16" fmla="*/ 111 w 124"/>
                <a:gd name="T17" fmla="*/ 72 h 200"/>
                <a:gd name="T18" fmla="*/ 91 w 124"/>
                <a:gd name="T19" fmla="*/ 82 h 200"/>
                <a:gd name="T20" fmla="*/ 82 w 124"/>
                <a:gd name="T21" fmla="*/ 88 h 200"/>
                <a:gd name="T22" fmla="*/ 75 w 124"/>
                <a:gd name="T23" fmla="*/ 93 h 200"/>
                <a:gd name="T24" fmla="*/ 67 w 124"/>
                <a:gd name="T25" fmla="*/ 101 h 200"/>
                <a:gd name="T26" fmla="*/ 57 w 124"/>
                <a:gd name="T27" fmla="*/ 110 h 200"/>
                <a:gd name="T28" fmla="*/ 49 w 124"/>
                <a:gd name="T29" fmla="*/ 112 h 200"/>
                <a:gd name="T30" fmla="*/ 47 w 124"/>
                <a:gd name="T31" fmla="*/ 120 h 200"/>
                <a:gd name="T32" fmla="*/ 53 w 124"/>
                <a:gd name="T33" fmla="*/ 130 h 200"/>
                <a:gd name="T34" fmla="*/ 55 w 124"/>
                <a:gd name="T35" fmla="*/ 146 h 200"/>
                <a:gd name="T36" fmla="*/ 57 w 124"/>
                <a:gd name="T37" fmla="*/ 146 h 200"/>
                <a:gd name="T38" fmla="*/ 54 w 124"/>
                <a:gd name="T39" fmla="*/ 157 h 200"/>
                <a:gd name="T40" fmla="*/ 55 w 124"/>
                <a:gd name="T41" fmla="*/ 162 h 200"/>
                <a:gd name="T42" fmla="*/ 41 w 124"/>
                <a:gd name="T43" fmla="*/ 176 h 200"/>
                <a:gd name="T44" fmla="*/ 21 w 124"/>
                <a:gd name="T45" fmla="*/ 185 h 200"/>
                <a:gd name="T46" fmla="*/ 20 w 124"/>
                <a:gd name="T47" fmla="*/ 192 h 200"/>
                <a:gd name="T48" fmla="*/ 24 w 124"/>
                <a:gd name="T49" fmla="*/ 191 h 200"/>
                <a:gd name="T50" fmla="*/ 20 w 124"/>
                <a:gd name="T51" fmla="*/ 200 h 200"/>
                <a:gd name="T52" fmla="*/ 14 w 124"/>
                <a:gd name="T53" fmla="*/ 195 h 200"/>
                <a:gd name="T54" fmla="*/ 12 w 124"/>
                <a:gd name="T55" fmla="*/ 189 h 200"/>
                <a:gd name="T56" fmla="*/ 12 w 124"/>
                <a:gd name="T57" fmla="*/ 167 h 200"/>
                <a:gd name="T58" fmla="*/ 10 w 124"/>
                <a:gd name="T59" fmla="*/ 153 h 200"/>
                <a:gd name="T60" fmla="*/ 21 w 124"/>
                <a:gd name="T61" fmla="*/ 129 h 200"/>
                <a:gd name="T62" fmla="*/ 22 w 124"/>
                <a:gd name="T63" fmla="*/ 120 h 200"/>
                <a:gd name="T64" fmla="*/ 29 w 124"/>
                <a:gd name="T65" fmla="*/ 112 h 200"/>
                <a:gd name="T66" fmla="*/ 26 w 124"/>
                <a:gd name="T67" fmla="*/ 104 h 200"/>
                <a:gd name="T68" fmla="*/ 29 w 124"/>
                <a:gd name="T69" fmla="*/ 96 h 200"/>
                <a:gd name="T70" fmla="*/ 29 w 124"/>
                <a:gd name="T71" fmla="*/ 88 h 200"/>
                <a:gd name="T72" fmla="*/ 29 w 124"/>
                <a:gd name="T73" fmla="*/ 80 h 200"/>
                <a:gd name="T74" fmla="*/ 25 w 124"/>
                <a:gd name="T75" fmla="*/ 72 h 200"/>
                <a:gd name="T76" fmla="*/ 10 w 124"/>
                <a:gd name="T77" fmla="*/ 67 h 200"/>
                <a:gd name="T78" fmla="*/ 1 w 124"/>
                <a:gd name="T79" fmla="*/ 67 h 200"/>
                <a:gd name="T80" fmla="*/ 8 w 124"/>
                <a:gd name="T81" fmla="*/ 54 h 200"/>
                <a:gd name="T82" fmla="*/ 37 w 124"/>
                <a:gd name="T83" fmla="*/ 43 h 200"/>
                <a:gd name="T84" fmla="*/ 41 w 124"/>
                <a:gd name="T85" fmla="*/ 49 h 200"/>
                <a:gd name="T86" fmla="*/ 50 w 124"/>
                <a:gd name="T87" fmla="*/ 49 h 200"/>
                <a:gd name="T88" fmla="*/ 47 w 124"/>
                <a:gd name="T89" fmla="*/ 62 h 200"/>
                <a:gd name="T90" fmla="*/ 50 w 124"/>
                <a:gd name="T91" fmla="*/ 72 h 200"/>
                <a:gd name="T92" fmla="*/ 55 w 124"/>
                <a:gd name="T93" fmla="*/ 80 h 200"/>
                <a:gd name="T94" fmla="*/ 59 w 124"/>
                <a:gd name="T95" fmla="*/ 74 h 200"/>
                <a:gd name="T96" fmla="*/ 64 w 124"/>
                <a:gd name="T97" fmla="*/ 64 h 200"/>
                <a:gd name="T98" fmla="*/ 64 w 124"/>
                <a:gd name="T99" fmla="*/ 57 h 200"/>
                <a:gd name="T100" fmla="*/ 67 w 124"/>
                <a:gd name="T101" fmla="*/ 51 h 200"/>
                <a:gd name="T102" fmla="*/ 57 w 124"/>
                <a:gd name="T103" fmla="*/ 38 h 200"/>
                <a:gd name="T104" fmla="*/ 51 w 124"/>
                <a:gd name="T105" fmla="*/ 12 h 200"/>
                <a:gd name="T106" fmla="*/ 67 w 124"/>
                <a:gd name="T107" fmla="*/ 12 h 200"/>
                <a:gd name="T108" fmla="*/ 72 w 124"/>
                <a:gd name="T109" fmla="*/ 16 h 200"/>
                <a:gd name="T110" fmla="*/ 82 w 124"/>
                <a:gd name="T111" fmla="*/ 12 h 200"/>
                <a:gd name="T112" fmla="*/ 91 w 124"/>
                <a:gd name="T113" fmla="*/ 13 h 200"/>
                <a:gd name="T114" fmla="*/ 96 w 124"/>
                <a:gd name="T115" fmla="*/ 9 h 200"/>
                <a:gd name="T116" fmla="*/ 107 w 124"/>
                <a:gd name="T117" fmla="*/ 9 h 200"/>
                <a:gd name="T118" fmla="*/ 117 w 124"/>
                <a:gd name="T119" fmla="*/ 5 h 200"/>
                <a:gd name="T120" fmla="*/ 124 w 124"/>
                <a:gd name="T12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4" h="200">
                  <a:moveTo>
                    <a:pt x="124" y="0"/>
                  </a:moveTo>
                  <a:lnTo>
                    <a:pt x="124" y="1"/>
                  </a:lnTo>
                  <a:lnTo>
                    <a:pt x="124" y="4"/>
                  </a:lnTo>
                  <a:lnTo>
                    <a:pt x="124" y="5"/>
                  </a:lnTo>
                  <a:lnTo>
                    <a:pt x="124" y="5"/>
                  </a:lnTo>
                  <a:lnTo>
                    <a:pt x="121" y="9"/>
                  </a:lnTo>
                  <a:lnTo>
                    <a:pt x="121" y="10"/>
                  </a:lnTo>
                  <a:lnTo>
                    <a:pt x="121" y="12"/>
                  </a:lnTo>
                  <a:lnTo>
                    <a:pt x="121" y="12"/>
                  </a:lnTo>
                  <a:lnTo>
                    <a:pt x="121" y="13"/>
                  </a:lnTo>
                  <a:lnTo>
                    <a:pt x="121" y="17"/>
                  </a:lnTo>
                  <a:lnTo>
                    <a:pt x="122" y="20"/>
                  </a:lnTo>
                  <a:lnTo>
                    <a:pt x="122" y="21"/>
                  </a:lnTo>
                  <a:lnTo>
                    <a:pt x="122" y="24"/>
                  </a:lnTo>
                  <a:lnTo>
                    <a:pt x="122" y="24"/>
                  </a:lnTo>
                  <a:lnTo>
                    <a:pt x="122" y="28"/>
                  </a:lnTo>
                  <a:lnTo>
                    <a:pt x="121" y="29"/>
                  </a:lnTo>
                  <a:lnTo>
                    <a:pt x="122" y="32"/>
                  </a:lnTo>
                  <a:lnTo>
                    <a:pt x="121" y="37"/>
                  </a:lnTo>
                  <a:lnTo>
                    <a:pt x="121" y="37"/>
                  </a:lnTo>
                  <a:lnTo>
                    <a:pt x="121" y="38"/>
                  </a:lnTo>
                  <a:lnTo>
                    <a:pt x="121" y="43"/>
                  </a:lnTo>
                  <a:lnTo>
                    <a:pt x="120" y="43"/>
                  </a:lnTo>
                  <a:lnTo>
                    <a:pt x="120" y="45"/>
                  </a:lnTo>
                  <a:lnTo>
                    <a:pt x="120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24" y="51"/>
                  </a:lnTo>
                  <a:lnTo>
                    <a:pt x="122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1" y="55"/>
                  </a:lnTo>
                  <a:lnTo>
                    <a:pt x="120" y="55"/>
                  </a:lnTo>
                  <a:lnTo>
                    <a:pt x="118" y="57"/>
                  </a:lnTo>
                  <a:lnTo>
                    <a:pt x="118" y="58"/>
                  </a:lnTo>
                  <a:lnTo>
                    <a:pt x="120" y="57"/>
                  </a:lnTo>
                  <a:lnTo>
                    <a:pt x="121" y="58"/>
                  </a:lnTo>
                  <a:lnTo>
                    <a:pt x="120" y="59"/>
                  </a:lnTo>
                  <a:lnTo>
                    <a:pt x="120" y="62"/>
                  </a:lnTo>
                  <a:lnTo>
                    <a:pt x="118" y="62"/>
                  </a:lnTo>
                  <a:lnTo>
                    <a:pt x="116" y="64"/>
                  </a:lnTo>
                  <a:lnTo>
                    <a:pt x="116" y="66"/>
                  </a:lnTo>
                  <a:lnTo>
                    <a:pt x="113" y="70"/>
                  </a:lnTo>
                  <a:lnTo>
                    <a:pt x="111" y="70"/>
                  </a:lnTo>
                  <a:lnTo>
                    <a:pt x="111" y="72"/>
                  </a:lnTo>
                  <a:lnTo>
                    <a:pt x="103" y="76"/>
                  </a:lnTo>
                  <a:lnTo>
                    <a:pt x="103" y="76"/>
                  </a:lnTo>
                  <a:lnTo>
                    <a:pt x="101" y="78"/>
                  </a:lnTo>
                  <a:lnTo>
                    <a:pt x="93" y="82"/>
                  </a:lnTo>
                  <a:lnTo>
                    <a:pt x="91" y="82"/>
                  </a:lnTo>
                  <a:lnTo>
                    <a:pt x="91" y="83"/>
                  </a:lnTo>
                  <a:lnTo>
                    <a:pt x="87" y="84"/>
                  </a:lnTo>
                  <a:lnTo>
                    <a:pt x="83" y="87"/>
                  </a:lnTo>
                  <a:lnTo>
                    <a:pt x="82" y="87"/>
                  </a:lnTo>
                  <a:lnTo>
                    <a:pt x="82" y="88"/>
                  </a:lnTo>
                  <a:lnTo>
                    <a:pt x="79" y="91"/>
                  </a:lnTo>
                  <a:lnTo>
                    <a:pt x="78" y="92"/>
                  </a:lnTo>
                  <a:lnTo>
                    <a:pt x="76" y="89"/>
                  </a:lnTo>
                  <a:lnTo>
                    <a:pt x="76" y="93"/>
                  </a:lnTo>
                  <a:lnTo>
                    <a:pt x="75" y="93"/>
                  </a:lnTo>
                  <a:lnTo>
                    <a:pt x="74" y="95"/>
                  </a:lnTo>
                  <a:lnTo>
                    <a:pt x="70" y="99"/>
                  </a:lnTo>
                  <a:lnTo>
                    <a:pt x="70" y="99"/>
                  </a:lnTo>
                  <a:lnTo>
                    <a:pt x="68" y="100"/>
                  </a:lnTo>
                  <a:lnTo>
                    <a:pt x="67" y="101"/>
                  </a:lnTo>
                  <a:lnTo>
                    <a:pt x="67" y="103"/>
                  </a:lnTo>
                  <a:lnTo>
                    <a:pt x="64" y="103"/>
                  </a:lnTo>
                  <a:lnTo>
                    <a:pt x="58" y="107"/>
                  </a:lnTo>
                  <a:lnTo>
                    <a:pt x="58" y="109"/>
                  </a:lnTo>
                  <a:lnTo>
                    <a:pt x="57" y="110"/>
                  </a:lnTo>
                  <a:lnTo>
                    <a:pt x="53" y="110"/>
                  </a:lnTo>
                  <a:lnTo>
                    <a:pt x="53" y="112"/>
                  </a:lnTo>
                  <a:lnTo>
                    <a:pt x="50" y="110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0" y="113"/>
                  </a:lnTo>
                  <a:lnTo>
                    <a:pt x="50" y="116"/>
                  </a:lnTo>
                  <a:lnTo>
                    <a:pt x="49" y="117"/>
                  </a:lnTo>
                  <a:lnTo>
                    <a:pt x="49" y="118"/>
                  </a:lnTo>
                  <a:lnTo>
                    <a:pt x="47" y="120"/>
                  </a:lnTo>
                  <a:lnTo>
                    <a:pt x="51" y="125"/>
                  </a:lnTo>
                  <a:lnTo>
                    <a:pt x="51" y="126"/>
                  </a:lnTo>
                  <a:lnTo>
                    <a:pt x="50" y="128"/>
                  </a:lnTo>
                  <a:lnTo>
                    <a:pt x="51" y="128"/>
                  </a:lnTo>
                  <a:lnTo>
                    <a:pt x="53" y="130"/>
                  </a:lnTo>
                  <a:lnTo>
                    <a:pt x="53" y="133"/>
                  </a:lnTo>
                  <a:lnTo>
                    <a:pt x="54" y="135"/>
                  </a:lnTo>
                  <a:lnTo>
                    <a:pt x="53" y="143"/>
                  </a:lnTo>
                  <a:lnTo>
                    <a:pt x="54" y="146"/>
                  </a:lnTo>
                  <a:lnTo>
                    <a:pt x="55" y="146"/>
                  </a:lnTo>
                  <a:lnTo>
                    <a:pt x="55" y="143"/>
                  </a:lnTo>
                  <a:lnTo>
                    <a:pt x="57" y="141"/>
                  </a:lnTo>
                  <a:lnTo>
                    <a:pt x="57" y="143"/>
                  </a:lnTo>
                  <a:lnTo>
                    <a:pt x="57" y="143"/>
                  </a:lnTo>
                  <a:lnTo>
                    <a:pt x="57" y="146"/>
                  </a:lnTo>
                  <a:lnTo>
                    <a:pt x="55" y="147"/>
                  </a:lnTo>
                  <a:lnTo>
                    <a:pt x="55" y="151"/>
                  </a:lnTo>
                  <a:lnTo>
                    <a:pt x="57" y="151"/>
                  </a:lnTo>
                  <a:lnTo>
                    <a:pt x="54" y="155"/>
                  </a:lnTo>
                  <a:lnTo>
                    <a:pt x="54" y="157"/>
                  </a:lnTo>
                  <a:lnTo>
                    <a:pt x="54" y="158"/>
                  </a:lnTo>
                  <a:lnTo>
                    <a:pt x="54" y="160"/>
                  </a:lnTo>
                  <a:lnTo>
                    <a:pt x="53" y="160"/>
                  </a:lnTo>
                  <a:lnTo>
                    <a:pt x="53" y="163"/>
                  </a:lnTo>
                  <a:lnTo>
                    <a:pt x="55" y="162"/>
                  </a:lnTo>
                  <a:lnTo>
                    <a:pt x="55" y="163"/>
                  </a:lnTo>
                  <a:lnTo>
                    <a:pt x="54" y="166"/>
                  </a:lnTo>
                  <a:lnTo>
                    <a:pt x="53" y="168"/>
                  </a:lnTo>
                  <a:lnTo>
                    <a:pt x="49" y="172"/>
                  </a:lnTo>
                  <a:lnTo>
                    <a:pt x="41" y="176"/>
                  </a:lnTo>
                  <a:lnTo>
                    <a:pt x="30" y="179"/>
                  </a:lnTo>
                  <a:lnTo>
                    <a:pt x="26" y="182"/>
                  </a:lnTo>
                  <a:lnTo>
                    <a:pt x="24" y="183"/>
                  </a:lnTo>
                  <a:lnTo>
                    <a:pt x="22" y="184"/>
                  </a:lnTo>
                  <a:lnTo>
                    <a:pt x="21" y="185"/>
                  </a:lnTo>
                  <a:lnTo>
                    <a:pt x="21" y="188"/>
                  </a:lnTo>
                  <a:lnTo>
                    <a:pt x="20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1" y="192"/>
                  </a:lnTo>
                  <a:lnTo>
                    <a:pt x="22" y="193"/>
                  </a:lnTo>
                  <a:lnTo>
                    <a:pt x="22" y="191"/>
                  </a:lnTo>
                  <a:lnTo>
                    <a:pt x="24" y="191"/>
                  </a:lnTo>
                  <a:lnTo>
                    <a:pt x="24" y="192"/>
                  </a:lnTo>
                  <a:lnTo>
                    <a:pt x="24" y="196"/>
                  </a:lnTo>
                  <a:lnTo>
                    <a:pt x="22" y="197"/>
                  </a:lnTo>
                  <a:lnTo>
                    <a:pt x="22" y="199"/>
                  </a:lnTo>
                  <a:lnTo>
                    <a:pt x="20" y="200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7"/>
                  </a:lnTo>
                  <a:lnTo>
                    <a:pt x="14" y="196"/>
                  </a:lnTo>
                  <a:lnTo>
                    <a:pt x="14" y="195"/>
                  </a:lnTo>
                  <a:lnTo>
                    <a:pt x="16" y="193"/>
                  </a:lnTo>
                  <a:lnTo>
                    <a:pt x="14" y="192"/>
                  </a:lnTo>
                  <a:lnTo>
                    <a:pt x="13" y="191"/>
                  </a:lnTo>
                  <a:lnTo>
                    <a:pt x="12" y="189"/>
                  </a:lnTo>
                  <a:lnTo>
                    <a:pt x="12" y="189"/>
                  </a:lnTo>
                  <a:lnTo>
                    <a:pt x="12" y="185"/>
                  </a:lnTo>
                  <a:lnTo>
                    <a:pt x="12" y="182"/>
                  </a:lnTo>
                  <a:lnTo>
                    <a:pt x="13" y="179"/>
                  </a:lnTo>
                  <a:lnTo>
                    <a:pt x="13" y="170"/>
                  </a:lnTo>
                  <a:lnTo>
                    <a:pt x="12" y="167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55"/>
                  </a:lnTo>
                  <a:lnTo>
                    <a:pt x="10" y="153"/>
                  </a:lnTo>
                  <a:lnTo>
                    <a:pt x="9" y="150"/>
                  </a:lnTo>
                  <a:lnTo>
                    <a:pt x="9" y="146"/>
                  </a:lnTo>
                  <a:lnTo>
                    <a:pt x="8" y="146"/>
                  </a:lnTo>
                  <a:lnTo>
                    <a:pt x="21" y="133"/>
                  </a:lnTo>
                  <a:lnTo>
                    <a:pt x="21" y="129"/>
                  </a:lnTo>
                  <a:lnTo>
                    <a:pt x="22" y="128"/>
                  </a:lnTo>
                  <a:lnTo>
                    <a:pt x="22" y="124"/>
                  </a:lnTo>
                  <a:lnTo>
                    <a:pt x="24" y="122"/>
                  </a:lnTo>
                  <a:lnTo>
                    <a:pt x="22" y="121"/>
                  </a:lnTo>
                  <a:lnTo>
                    <a:pt x="22" y="120"/>
                  </a:lnTo>
                  <a:lnTo>
                    <a:pt x="25" y="118"/>
                  </a:lnTo>
                  <a:lnTo>
                    <a:pt x="25" y="117"/>
                  </a:lnTo>
                  <a:lnTo>
                    <a:pt x="28" y="116"/>
                  </a:lnTo>
                  <a:lnTo>
                    <a:pt x="29" y="113"/>
                  </a:lnTo>
                  <a:lnTo>
                    <a:pt x="29" y="112"/>
                  </a:lnTo>
                  <a:lnTo>
                    <a:pt x="28" y="110"/>
                  </a:lnTo>
                  <a:lnTo>
                    <a:pt x="28" y="109"/>
                  </a:lnTo>
                  <a:lnTo>
                    <a:pt x="29" y="108"/>
                  </a:lnTo>
                  <a:lnTo>
                    <a:pt x="28" y="105"/>
                  </a:lnTo>
                  <a:lnTo>
                    <a:pt x="26" y="104"/>
                  </a:lnTo>
                  <a:lnTo>
                    <a:pt x="26" y="103"/>
                  </a:lnTo>
                  <a:lnTo>
                    <a:pt x="28" y="103"/>
                  </a:lnTo>
                  <a:lnTo>
                    <a:pt x="28" y="100"/>
                  </a:lnTo>
                  <a:lnTo>
                    <a:pt x="28" y="97"/>
                  </a:lnTo>
                  <a:lnTo>
                    <a:pt x="29" y="96"/>
                  </a:lnTo>
                  <a:lnTo>
                    <a:pt x="30" y="95"/>
                  </a:lnTo>
                  <a:lnTo>
                    <a:pt x="28" y="95"/>
                  </a:lnTo>
                  <a:lnTo>
                    <a:pt x="28" y="93"/>
                  </a:lnTo>
                  <a:lnTo>
                    <a:pt x="29" y="92"/>
                  </a:lnTo>
                  <a:lnTo>
                    <a:pt x="29" y="88"/>
                  </a:lnTo>
                  <a:lnTo>
                    <a:pt x="30" y="87"/>
                  </a:lnTo>
                  <a:lnTo>
                    <a:pt x="30" y="85"/>
                  </a:lnTo>
                  <a:lnTo>
                    <a:pt x="29" y="84"/>
                  </a:lnTo>
                  <a:lnTo>
                    <a:pt x="30" y="82"/>
                  </a:lnTo>
                  <a:lnTo>
                    <a:pt x="29" y="80"/>
                  </a:lnTo>
                  <a:lnTo>
                    <a:pt x="30" y="79"/>
                  </a:lnTo>
                  <a:lnTo>
                    <a:pt x="30" y="76"/>
                  </a:lnTo>
                  <a:lnTo>
                    <a:pt x="28" y="76"/>
                  </a:lnTo>
                  <a:lnTo>
                    <a:pt x="26" y="75"/>
                  </a:lnTo>
                  <a:lnTo>
                    <a:pt x="25" y="72"/>
                  </a:lnTo>
                  <a:lnTo>
                    <a:pt x="21" y="72"/>
                  </a:lnTo>
                  <a:lnTo>
                    <a:pt x="18" y="72"/>
                  </a:lnTo>
                  <a:lnTo>
                    <a:pt x="17" y="70"/>
                  </a:lnTo>
                  <a:lnTo>
                    <a:pt x="13" y="67"/>
                  </a:lnTo>
                  <a:lnTo>
                    <a:pt x="10" y="67"/>
                  </a:lnTo>
                  <a:lnTo>
                    <a:pt x="9" y="68"/>
                  </a:lnTo>
                  <a:lnTo>
                    <a:pt x="8" y="68"/>
                  </a:lnTo>
                  <a:lnTo>
                    <a:pt x="8" y="67"/>
                  </a:lnTo>
                  <a:lnTo>
                    <a:pt x="5" y="67"/>
                  </a:lnTo>
                  <a:lnTo>
                    <a:pt x="1" y="67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1" y="55"/>
                  </a:lnTo>
                  <a:lnTo>
                    <a:pt x="5" y="54"/>
                  </a:lnTo>
                  <a:lnTo>
                    <a:pt x="8" y="54"/>
                  </a:lnTo>
                  <a:lnTo>
                    <a:pt x="20" y="49"/>
                  </a:lnTo>
                  <a:lnTo>
                    <a:pt x="22" y="47"/>
                  </a:lnTo>
                  <a:lnTo>
                    <a:pt x="29" y="45"/>
                  </a:lnTo>
                  <a:lnTo>
                    <a:pt x="33" y="43"/>
                  </a:lnTo>
                  <a:lnTo>
                    <a:pt x="37" y="43"/>
                  </a:lnTo>
                  <a:lnTo>
                    <a:pt x="37" y="45"/>
                  </a:lnTo>
                  <a:lnTo>
                    <a:pt x="37" y="46"/>
                  </a:lnTo>
                  <a:lnTo>
                    <a:pt x="38" y="46"/>
                  </a:lnTo>
                  <a:lnTo>
                    <a:pt x="38" y="49"/>
                  </a:lnTo>
                  <a:lnTo>
                    <a:pt x="41" y="49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43" y="47"/>
                  </a:lnTo>
                  <a:lnTo>
                    <a:pt x="46" y="47"/>
                  </a:lnTo>
                  <a:lnTo>
                    <a:pt x="50" y="49"/>
                  </a:lnTo>
                  <a:lnTo>
                    <a:pt x="51" y="50"/>
                  </a:lnTo>
                  <a:lnTo>
                    <a:pt x="51" y="54"/>
                  </a:lnTo>
                  <a:lnTo>
                    <a:pt x="50" y="57"/>
                  </a:lnTo>
                  <a:lnTo>
                    <a:pt x="47" y="59"/>
                  </a:lnTo>
                  <a:lnTo>
                    <a:pt x="47" y="62"/>
                  </a:lnTo>
                  <a:lnTo>
                    <a:pt x="46" y="63"/>
                  </a:lnTo>
                  <a:lnTo>
                    <a:pt x="46" y="66"/>
                  </a:lnTo>
                  <a:lnTo>
                    <a:pt x="47" y="68"/>
                  </a:lnTo>
                  <a:lnTo>
                    <a:pt x="47" y="70"/>
                  </a:lnTo>
                  <a:lnTo>
                    <a:pt x="50" y="72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4" y="76"/>
                  </a:lnTo>
                  <a:lnTo>
                    <a:pt x="55" y="79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8" y="82"/>
                  </a:lnTo>
                  <a:lnTo>
                    <a:pt x="58" y="79"/>
                  </a:lnTo>
                  <a:lnTo>
                    <a:pt x="58" y="76"/>
                  </a:lnTo>
                  <a:lnTo>
                    <a:pt x="59" y="74"/>
                  </a:lnTo>
                  <a:lnTo>
                    <a:pt x="59" y="72"/>
                  </a:lnTo>
                  <a:lnTo>
                    <a:pt x="61" y="68"/>
                  </a:lnTo>
                  <a:lnTo>
                    <a:pt x="63" y="68"/>
                  </a:lnTo>
                  <a:lnTo>
                    <a:pt x="64" y="67"/>
                  </a:lnTo>
                  <a:lnTo>
                    <a:pt x="64" y="64"/>
                  </a:lnTo>
                  <a:lnTo>
                    <a:pt x="66" y="60"/>
                  </a:lnTo>
                  <a:lnTo>
                    <a:pt x="64" y="59"/>
                  </a:lnTo>
                  <a:lnTo>
                    <a:pt x="64" y="58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7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7" y="53"/>
                  </a:lnTo>
                  <a:lnTo>
                    <a:pt x="67" y="51"/>
                  </a:lnTo>
                  <a:lnTo>
                    <a:pt x="66" y="49"/>
                  </a:lnTo>
                  <a:lnTo>
                    <a:pt x="63" y="45"/>
                  </a:lnTo>
                  <a:lnTo>
                    <a:pt x="62" y="43"/>
                  </a:lnTo>
                  <a:lnTo>
                    <a:pt x="58" y="39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4" y="35"/>
                  </a:lnTo>
                  <a:lnTo>
                    <a:pt x="50" y="34"/>
                  </a:lnTo>
                  <a:lnTo>
                    <a:pt x="49" y="24"/>
                  </a:lnTo>
                  <a:lnTo>
                    <a:pt x="51" y="12"/>
                  </a:lnTo>
                  <a:lnTo>
                    <a:pt x="63" y="12"/>
                  </a:lnTo>
                  <a:lnTo>
                    <a:pt x="64" y="12"/>
                  </a:lnTo>
                  <a:lnTo>
                    <a:pt x="66" y="10"/>
                  </a:lnTo>
                  <a:lnTo>
                    <a:pt x="67" y="10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70" y="13"/>
                  </a:lnTo>
                  <a:lnTo>
                    <a:pt x="71" y="13"/>
                  </a:lnTo>
                  <a:lnTo>
                    <a:pt x="72" y="14"/>
                  </a:lnTo>
                  <a:lnTo>
                    <a:pt x="72" y="16"/>
                  </a:lnTo>
                  <a:lnTo>
                    <a:pt x="76" y="14"/>
                  </a:lnTo>
                  <a:lnTo>
                    <a:pt x="79" y="13"/>
                  </a:lnTo>
                  <a:lnTo>
                    <a:pt x="80" y="12"/>
                  </a:lnTo>
                  <a:lnTo>
                    <a:pt x="80" y="12"/>
                  </a:lnTo>
                  <a:lnTo>
                    <a:pt x="82" y="12"/>
                  </a:lnTo>
                  <a:lnTo>
                    <a:pt x="83" y="13"/>
                  </a:lnTo>
                  <a:lnTo>
                    <a:pt x="84" y="13"/>
                  </a:lnTo>
                  <a:lnTo>
                    <a:pt x="86" y="14"/>
                  </a:lnTo>
                  <a:lnTo>
                    <a:pt x="88" y="13"/>
                  </a:lnTo>
                  <a:lnTo>
                    <a:pt x="91" y="13"/>
                  </a:lnTo>
                  <a:lnTo>
                    <a:pt x="92" y="10"/>
                  </a:lnTo>
                  <a:lnTo>
                    <a:pt x="91" y="9"/>
                  </a:lnTo>
                  <a:lnTo>
                    <a:pt x="92" y="9"/>
                  </a:lnTo>
                  <a:lnTo>
                    <a:pt x="95" y="9"/>
                  </a:lnTo>
                  <a:lnTo>
                    <a:pt x="96" y="9"/>
                  </a:lnTo>
                  <a:lnTo>
                    <a:pt x="97" y="10"/>
                  </a:lnTo>
                  <a:lnTo>
                    <a:pt x="100" y="10"/>
                  </a:lnTo>
                  <a:lnTo>
                    <a:pt x="101" y="9"/>
                  </a:lnTo>
                  <a:lnTo>
                    <a:pt x="105" y="8"/>
                  </a:lnTo>
                  <a:lnTo>
                    <a:pt x="107" y="9"/>
                  </a:lnTo>
                  <a:lnTo>
                    <a:pt x="109" y="8"/>
                  </a:lnTo>
                  <a:lnTo>
                    <a:pt x="109" y="7"/>
                  </a:lnTo>
                  <a:lnTo>
                    <a:pt x="112" y="7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20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8" name="Freeform 490"/>
            <p:cNvSpPr>
              <a:spLocks/>
            </p:cNvSpPr>
            <p:nvPr/>
          </p:nvSpPr>
          <p:spPr bwMode="auto">
            <a:xfrm>
              <a:off x="6676315" y="5142177"/>
              <a:ext cx="43142" cy="48218"/>
            </a:xfrm>
            <a:custGeom>
              <a:avLst/>
              <a:gdLst>
                <a:gd name="T0" fmla="*/ 6 w 17"/>
                <a:gd name="T1" fmla="*/ 0 h 19"/>
                <a:gd name="T2" fmla="*/ 9 w 17"/>
                <a:gd name="T3" fmla="*/ 2 h 19"/>
                <a:gd name="T4" fmla="*/ 10 w 17"/>
                <a:gd name="T5" fmla="*/ 3 h 19"/>
                <a:gd name="T6" fmla="*/ 13 w 17"/>
                <a:gd name="T7" fmla="*/ 4 h 19"/>
                <a:gd name="T8" fmla="*/ 13 w 17"/>
                <a:gd name="T9" fmla="*/ 4 h 19"/>
                <a:gd name="T10" fmla="*/ 13 w 17"/>
                <a:gd name="T11" fmla="*/ 4 h 19"/>
                <a:gd name="T12" fmla="*/ 14 w 17"/>
                <a:gd name="T13" fmla="*/ 6 h 19"/>
                <a:gd name="T14" fmla="*/ 15 w 17"/>
                <a:gd name="T15" fmla="*/ 7 h 19"/>
                <a:gd name="T16" fmla="*/ 17 w 17"/>
                <a:gd name="T17" fmla="*/ 8 h 19"/>
                <a:gd name="T18" fmla="*/ 15 w 17"/>
                <a:gd name="T19" fmla="*/ 10 h 19"/>
                <a:gd name="T20" fmla="*/ 15 w 17"/>
                <a:gd name="T21" fmla="*/ 11 h 19"/>
                <a:gd name="T22" fmla="*/ 15 w 17"/>
                <a:gd name="T23" fmla="*/ 12 h 19"/>
                <a:gd name="T24" fmla="*/ 15 w 17"/>
                <a:gd name="T25" fmla="*/ 14 h 19"/>
                <a:gd name="T26" fmla="*/ 14 w 17"/>
                <a:gd name="T27" fmla="*/ 14 h 19"/>
                <a:gd name="T28" fmla="*/ 13 w 17"/>
                <a:gd name="T29" fmla="*/ 15 h 19"/>
                <a:gd name="T30" fmla="*/ 14 w 17"/>
                <a:gd name="T31" fmla="*/ 16 h 19"/>
                <a:gd name="T32" fmla="*/ 13 w 17"/>
                <a:gd name="T33" fmla="*/ 19 h 19"/>
                <a:gd name="T34" fmla="*/ 11 w 17"/>
                <a:gd name="T35" fmla="*/ 19 h 19"/>
                <a:gd name="T36" fmla="*/ 6 w 17"/>
                <a:gd name="T37" fmla="*/ 19 h 19"/>
                <a:gd name="T38" fmla="*/ 2 w 17"/>
                <a:gd name="T39" fmla="*/ 16 h 19"/>
                <a:gd name="T40" fmla="*/ 1 w 17"/>
                <a:gd name="T41" fmla="*/ 15 h 19"/>
                <a:gd name="T42" fmla="*/ 0 w 17"/>
                <a:gd name="T43" fmla="*/ 14 h 19"/>
                <a:gd name="T44" fmla="*/ 0 w 17"/>
                <a:gd name="T45" fmla="*/ 12 h 19"/>
                <a:gd name="T46" fmla="*/ 1 w 17"/>
                <a:gd name="T47" fmla="*/ 8 h 19"/>
                <a:gd name="T48" fmla="*/ 4 w 17"/>
                <a:gd name="T49" fmla="*/ 3 h 19"/>
                <a:gd name="T50" fmla="*/ 4 w 17"/>
                <a:gd name="T51" fmla="*/ 2 h 19"/>
                <a:gd name="T52" fmla="*/ 6 w 17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" h="19">
                  <a:moveTo>
                    <a:pt x="6" y="0"/>
                  </a:moveTo>
                  <a:lnTo>
                    <a:pt x="9" y="2"/>
                  </a:lnTo>
                  <a:lnTo>
                    <a:pt x="10" y="3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5" y="7"/>
                  </a:lnTo>
                  <a:lnTo>
                    <a:pt x="17" y="8"/>
                  </a:lnTo>
                  <a:lnTo>
                    <a:pt x="15" y="10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3" y="15"/>
                  </a:lnTo>
                  <a:lnTo>
                    <a:pt x="14" y="16"/>
                  </a:lnTo>
                  <a:lnTo>
                    <a:pt x="13" y="19"/>
                  </a:lnTo>
                  <a:lnTo>
                    <a:pt x="11" y="19"/>
                  </a:lnTo>
                  <a:lnTo>
                    <a:pt x="6" y="19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3"/>
                  </a:lnTo>
                  <a:lnTo>
                    <a:pt x="4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9" name="Freeform 491"/>
            <p:cNvSpPr>
              <a:spLocks noEditPoints="1"/>
            </p:cNvSpPr>
            <p:nvPr/>
          </p:nvSpPr>
          <p:spPr bwMode="auto">
            <a:xfrm>
              <a:off x="6247435" y="5030516"/>
              <a:ext cx="487247" cy="413653"/>
            </a:xfrm>
            <a:custGeom>
              <a:avLst/>
              <a:gdLst>
                <a:gd name="T0" fmla="*/ 130 w 192"/>
                <a:gd name="T1" fmla="*/ 87 h 163"/>
                <a:gd name="T2" fmla="*/ 123 w 192"/>
                <a:gd name="T3" fmla="*/ 97 h 163"/>
                <a:gd name="T4" fmla="*/ 128 w 192"/>
                <a:gd name="T5" fmla="*/ 105 h 163"/>
                <a:gd name="T6" fmla="*/ 136 w 192"/>
                <a:gd name="T7" fmla="*/ 106 h 163"/>
                <a:gd name="T8" fmla="*/ 144 w 192"/>
                <a:gd name="T9" fmla="*/ 101 h 163"/>
                <a:gd name="T10" fmla="*/ 148 w 192"/>
                <a:gd name="T11" fmla="*/ 94 h 163"/>
                <a:gd name="T12" fmla="*/ 144 w 192"/>
                <a:gd name="T13" fmla="*/ 84 h 163"/>
                <a:gd name="T14" fmla="*/ 158 w 192"/>
                <a:gd name="T15" fmla="*/ 0 h 163"/>
                <a:gd name="T16" fmla="*/ 167 w 192"/>
                <a:gd name="T17" fmla="*/ 4 h 163"/>
                <a:gd name="T18" fmla="*/ 179 w 192"/>
                <a:gd name="T19" fmla="*/ 9 h 163"/>
                <a:gd name="T20" fmla="*/ 182 w 192"/>
                <a:gd name="T21" fmla="*/ 23 h 163"/>
                <a:gd name="T22" fmla="*/ 182 w 192"/>
                <a:gd name="T23" fmla="*/ 44 h 163"/>
                <a:gd name="T24" fmla="*/ 173 w 192"/>
                <a:gd name="T25" fmla="*/ 46 h 163"/>
                <a:gd name="T26" fmla="*/ 170 w 192"/>
                <a:gd name="T27" fmla="*/ 59 h 163"/>
                <a:gd name="T28" fmla="*/ 183 w 192"/>
                <a:gd name="T29" fmla="*/ 60 h 163"/>
                <a:gd name="T30" fmla="*/ 192 w 192"/>
                <a:gd name="T31" fmla="*/ 58 h 163"/>
                <a:gd name="T32" fmla="*/ 190 w 192"/>
                <a:gd name="T33" fmla="*/ 69 h 163"/>
                <a:gd name="T34" fmla="*/ 180 w 192"/>
                <a:gd name="T35" fmla="*/ 85 h 163"/>
                <a:gd name="T36" fmla="*/ 173 w 192"/>
                <a:gd name="T37" fmla="*/ 91 h 163"/>
                <a:gd name="T38" fmla="*/ 166 w 192"/>
                <a:gd name="T39" fmla="*/ 100 h 163"/>
                <a:gd name="T40" fmla="*/ 153 w 192"/>
                <a:gd name="T41" fmla="*/ 119 h 163"/>
                <a:gd name="T42" fmla="*/ 134 w 192"/>
                <a:gd name="T43" fmla="*/ 135 h 163"/>
                <a:gd name="T44" fmla="*/ 120 w 192"/>
                <a:gd name="T45" fmla="*/ 146 h 163"/>
                <a:gd name="T46" fmla="*/ 109 w 192"/>
                <a:gd name="T47" fmla="*/ 148 h 163"/>
                <a:gd name="T48" fmla="*/ 103 w 192"/>
                <a:gd name="T49" fmla="*/ 154 h 163"/>
                <a:gd name="T50" fmla="*/ 94 w 192"/>
                <a:gd name="T51" fmla="*/ 156 h 163"/>
                <a:gd name="T52" fmla="*/ 76 w 192"/>
                <a:gd name="T53" fmla="*/ 154 h 163"/>
                <a:gd name="T54" fmla="*/ 63 w 192"/>
                <a:gd name="T55" fmla="*/ 155 h 163"/>
                <a:gd name="T56" fmla="*/ 58 w 192"/>
                <a:gd name="T57" fmla="*/ 158 h 163"/>
                <a:gd name="T58" fmla="*/ 46 w 192"/>
                <a:gd name="T59" fmla="*/ 159 h 163"/>
                <a:gd name="T60" fmla="*/ 37 w 192"/>
                <a:gd name="T61" fmla="*/ 163 h 163"/>
                <a:gd name="T62" fmla="*/ 26 w 192"/>
                <a:gd name="T63" fmla="*/ 158 h 163"/>
                <a:gd name="T64" fmla="*/ 21 w 192"/>
                <a:gd name="T65" fmla="*/ 154 h 163"/>
                <a:gd name="T66" fmla="*/ 19 w 192"/>
                <a:gd name="T67" fmla="*/ 152 h 163"/>
                <a:gd name="T68" fmla="*/ 13 w 192"/>
                <a:gd name="T69" fmla="*/ 138 h 163"/>
                <a:gd name="T70" fmla="*/ 19 w 192"/>
                <a:gd name="T71" fmla="*/ 134 h 163"/>
                <a:gd name="T72" fmla="*/ 15 w 192"/>
                <a:gd name="T73" fmla="*/ 116 h 163"/>
                <a:gd name="T74" fmla="*/ 4 w 192"/>
                <a:gd name="T75" fmla="*/ 88 h 163"/>
                <a:gd name="T76" fmla="*/ 4 w 192"/>
                <a:gd name="T77" fmla="*/ 80 h 163"/>
                <a:gd name="T78" fmla="*/ 9 w 192"/>
                <a:gd name="T79" fmla="*/ 76 h 163"/>
                <a:gd name="T80" fmla="*/ 19 w 192"/>
                <a:gd name="T81" fmla="*/ 85 h 163"/>
                <a:gd name="T82" fmla="*/ 26 w 192"/>
                <a:gd name="T83" fmla="*/ 84 h 163"/>
                <a:gd name="T84" fmla="*/ 32 w 192"/>
                <a:gd name="T85" fmla="*/ 83 h 163"/>
                <a:gd name="T86" fmla="*/ 42 w 192"/>
                <a:gd name="T87" fmla="*/ 79 h 163"/>
                <a:gd name="T88" fmla="*/ 51 w 192"/>
                <a:gd name="T89" fmla="*/ 51 h 163"/>
                <a:gd name="T90" fmla="*/ 58 w 192"/>
                <a:gd name="T91" fmla="*/ 56 h 163"/>
                <a:gd name="T92" fmla="*/ 69 w 192"/>
                <a:gd name="T93" fmla="*/ 52 h 163"/>
                <a:gd name="T94" fmla="*/ 83 w 192"/>
                <a:gd name="T95" fmla="*/ 41 h 163"/>
                <a:gd name="T96" fmla="*/ 95 w 192"/>
                <a:gd name="T97" fmla="*/ 44 h 163"/>
                <a:gd name="T98" fmla="*/ 105 w 192"/>
                <a:gd name="T99" fmla="*/ 46 h 163"/>
                <a:gd name="T100" fmla="*/ 109 w 192"/>
                <a:gd name="T101" fmla="*/ 41 h 163"/>
                <a:gd name="T102" fmla="*/ 116 w 192"/>
                <a:gd name="T103" fmla="*/ 33 h 163"/>
                <a:gd name="T104" fmla="*/ 121 w 192"/>
                <a:gd name="T105" fmla="*/ 27 h 163"/>
                <a:gd name="T106" fmla="*/ 124 w 192"/>
                <a:gd name="T107" fmla="*/ 23 h 163"/>
                <a:gd name="T108" fmla="*/ 132 w 192"/>
                <a:gd name="T109" fmla="*/ 14 h 163"/>
                <a:gd name="T110" fmla="*/ 138 w 192"/>
                <a:gd name="T111" fmla="*/ 8 h 163"/>
                <a:gd name="T112" fmla="*/ 146 w 192"/>
                <a:gd name="T113" fmla="*/ 6 h 163"/>
                <a:gd name="T114" fmla="*/ 152 w 192"/>
                <a:gd name="T115" fmla="*/ 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2" h="163">
                  <a:moveTo>
                    <a:pt x="138" y="83"/>
                  </a:moveTo>
                  <a:lnTo>
                    <a:pt x="137" y="84"/>
                  </a:lnTo>
                  <a:lnTo>
                    <a:pt x="136" y="84"/>
                  </a:lnTo>
                  <a:lnTo>
                    <a:pt x="134" y="85"/>
                  </a:lnTo>
                  <a:lnTo>
                    <a:pt x="130" y="87"/>
                  </a:lnTo>
                  <a:lnTo>
                    <a:pt x="128" y="88"/>
                  </a:lnTo>
                  <a:lnTo>
                    <a:pt x="127" y="92"/>
                  </a:lnTo>
                  <a:lnTo>
                    <a:pt x="124" y="94"/>
                  </a:lnTo>
                  <a:lnTo>
                    <a:pt x="123" y="94"/>
                  </a:lnTo>
                  <a:lnTo>
                    <a:pt x="123" y="97"/>
                  </a:lnTo>
                  <a:lnTo>
                    <a:pt x="125" y="98"/>
                  </a:lnTo>
                  <a:lnTo>
                    <a:pt x="125" y="100"/>
                  </a:lnTo>
                  <a:lnTo>
                    <a:pt x="127" y="101"/>
                  </a:lnTo>
                  <a:lnTo>
                    <a:pt x="127" y="104"/>
                  </a:lnTo>
                  <a:lnTo>
                    <a:pt x="128" y="105"/>
                  </a:lnTo>
                  <a:lnTo>
                    <a:pt x="129" y="108"/>
                  </a:lnTo>
                  <a:lnTo>
                    <a:pt x="132" y="108"/>
                  </a:lnTo>
                  <a:lnTo>
                    <a:pt x="134" y="108"/>
                  </a:lnTo>
                  <a:lnTo>
                    <a:pt x="134" y="106"/>
                  </a:lnTo>
                  <a:lnTo>
                    <a:pt x="136" y="106"/>
                  </a:lnTo>
                  <a:lnTo>
                    <a:pt x="137" y="102"/>
                  </a:lnTo>
                  <a:lnTo>
                    <a:pt x="138" y="102"/>
                  </a:lnTo>
                  <a:lnTo>
                    <a:pt x="141" y="101"/>
                  </a:lnTo>
                  <a:lnTo>
                    <a:pt x="142" y="101"/>
                  </a:lnTo>
                  <a:lnTo>
                    <a:pt x="144" y="101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5" y="97"/>
                  </a:lnTo>
                  <a:lnTo>
                    <a:pt x="145" y="96"/>
                  </a:lnTo>
                  <a:lnTo>
                    <a:pt x="148" y="94"/>
                  </a:lnTo>
                  <a:lnTo>
                    <a:pt x="150" y="93"/>
                  </a:lnTo>
                  <a:lnTo>
                    <a:pt x="149" y="91"/>
                  </a:lnTo>
                  <a:lnTo>
                    <a:pt x="148" y="85"/>
                  </a:lnTo>
                  <a:lnTo>
                    <a:pt x="145" y="84"/>
                  </a:lnTo>
                  <a:lnTo>
                    <a:pt x="144" y="84"/>
                  </a:lnTo>
                  <a:lnTo>
                    <a:pt x="141" y="83"/>
                  </a:lnTo>
                  <a:lnTo>
                    <a:pt x="141" y="83"/>
                  </a:lnTo>
                  <a:lnTo>
                    <a:pt x="140" y="83"/>
                  </a:lnTo>
                  <a:lnTo>
                    <a:pt x="138" y="83"/>
                  </a:lnTo>
                  <a:close/>
                  <a:moveTo>
                    <a:pt x="158" y="0"/>
                  </a:moveTo>
                  <a:lnTo>
                    <a:pt x="162" y="1"/>
                  </a:lnTo>
                  <a:lnTo>
                    <a:pt x="162" y="2"/>
                  </a:lnTo>
                  <a:lnTo>
                    <a:pt x="165" y="2"/>
                  </a:lnTo>
                  <a:lnTo>
                    <a:pt x="166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73" y="2"/>
                  </a:lnTo>
                  <a:lnTo>
                    <a:pt x="177" y="4"/>
                  </a:lnTo>
                  <a:lnTo>
                    <a:pt x="179" y="5"/>
                  </a:lnTo>
                  <a:lnTo>
                    <a:pt x="179" y="9"/>
                  </a:lnTo>
                  <a:lnTo>
                    <a:pt x="180" y="12"/>
                  </a:lnTo>
                  <a:lnTo>
                    <a:pt x="182" y="14"/>
                  </a:lnTo>
                  <a:lnTo>
                    <a:pt x="182" y="21"/>
                  </a:lnTo>
                  <a:lnTo>
                    <a:pt x="182" y="21"/>
                  </a:lnTo>
                  <a:lnTo>
                    <a:pt x="182" y="23"/>
                  </a:lnTo>
                  <a:lnTo>
                    <a:pt x="182" y="26"/>
                  </a:lnTo>
                  <a:lnTo>
                    <a:pt x="183" y="29"/>
                  </a:lnTo>
                  <a:lnTo>
                    <a:pt x="183" y="38"/>
                  </a:lnTo>
                  <a:lnTo>
                    <a:pt x="182" y="41"/>
                  </a:lnTo>
                  <a:lnTo>
                    <a:pt x="182" y="44"/>
                  </a:lnTo>
                  <a:lnTo>
                    <a:pt x="182" y="48"/>
                  </a:lnTo>
                  <a:lnTo>
                    <a:pt x="179" y="47"/>
                  </a:lnTo>
                  <a:lnTo>
                    <a:pt x="178" y="46"/>
                  </a:lnTo>
                  <a:lnTo>
                    <a:pt x="175" y="44"/>
                  </a:lnTo>
                  <a:lnTo>
                    <a:pt x="173" y="46"/>
                  </a:lnTo>
                  <a:lnTo>
                    <a:pt x="173" y="47"/>
                  </a:lnTo>
                  <a:lnTo>
                    <a:pt x="170" y="52"/>
                  </a:lnTo>
                  <a:lnTo>
                    <a:pt x="169" y="56"/>
                  </a:lnTo>
                  <a:lnTo>
                    <a:pt x="169" y="58"/>
                  </a:lnTo>
                  <a:lnTo>
                    <a:pt x="170" y="59"/>
                  </a:lnTo>
                  <a:lnTo>
                    <a:pt x="171" y="60"/>
                  </a:lnTo>
                  <a:lnTo>
                    <a:pt x="175" y="63"/>
                  </a:lnTo>
                  <a:lnTo>
                    <a:pt x="180" y="63"/>
                  </a:lnTo>
                  <a:lnTo>
                    <a:pt x="182" y="63"/>
                  </a:lnTo>
                  <a:lnTo>
                    <a:pt x="183" y="60"/>
                  </a:lnTo>
                  <a:lnTo>
                    <a:pt x="182" y="59"/>
                  </a:lnTo>
                  <a:lnTo>
                    <a:pt x="183" y="58"/>
                  </a:lnTo>
                  <a:lnTo>
                    <a:pt x="186" y="58"/>
                  </a:lnTo>
                  <a:lnTo>
                    <a:pt x="190" y="59"/>
                  </a:lnTo>
                  <a:lnTo>
                    <a:pt x="192" y="58"/>
                  </a:lnTo>
                  <a:lnTo>
                    <a:pt x="192" y="59"/>
                  </a:lnTo>
                  <a:lnTo>
                    <a:pt x="191" y="60"/>
                  </a:lnTo>
                  <a:lnTo>
                    <a:pt x="191" y="62"/>
                  </a:lnTo>
                  <a:lnTo>
                    <a:pt x="190" y="66"/>
                  </a:lnTo>
                  <a:lnTo>
                    <a:pt x="190" y="69"/>
                  </a:lnTo>
                  <a:lnTo>
                    <a:pt x="188" y="72"/>
                  </a:lnTo>
                  <a:lnTo>
                    <a:pt x="187" y="77"/>
                  </a:lnTo>
                  <a:lnTo>
                    <a:pt x="184" y="79"/>
                  </a:lnTo>
                  <a:lnTo>
                    <a:pt x="184" y="81"/>
                  </a:lnTo>
                  <a:lnTo>
                    <a:pt x="180" y="85"/>
                  </a:lnTo>
                  <a:lnTo>
                    <a:pt x="180" y="85"/>
                  </a:lnTo>
                  <a:lnTo>
                    <a:pt x="179" y="87"/>
                  </a:lnTo>
                  <a:lnTo>
                    <a:pt x="177" y="87"/>
                  </a:lnTo>
                  <a:lnTo>
                    <a:pt x="175" y="89"/>
                  </a:lnTo>
                  <a:lnTo>
                    <a:pt x="173" y="91"/>
                  </a:lnTo>
                  <a:lnTo>
                    <a:pt x="171" y="93"/>
                  </a:lnTo>
                  <a:lnTo>
                    <a:pt x="169" y="96"/>
                  </a:lnTo>
                  <a:lnTo>
                    <a:pt x="169" y="97"/>
                  </a:lnTo>
                  <a:lnTo>
                    <a:pt x="167" y="100"/>
                  </a:lnTo>
                  <a:lnTo>
                    <a:pt x="166" y="100"/>
                  </a:lnTo>
                  <a:lnTo>
                    <a:pt x="163" y="104"/>
                  </a:lnTo>
                  <a:lnTo>
                    <a:pt x="159" y="112"/>
                  </a:lnTo>
                  <a:lnTo>
                    <a:pt x="155" y="116"/>
                  </a:lnTo>
                  <a:lnTo>
                    <a:pt x="154" y="118"/>
                  </a:lnTo>
                  <a:lnTo>
                    <a:pt x="153" y="119"/>
                  </a:lnTo>
                  <a:lnTo>
                    <a:pt x="150" y="122"/>
                  </a:lnTo>
                  <a:lnTo>
                    <a:pt x="149" y="122"/>
                  </a:lnTo>
                  <a:lnTo>
                    <a:pt x="149" y="122"/>
                  </a:lnTo>
                  <a:lnTo>
                    <a:pt x="136" y="135"/>
                  </a:lnTo>
                  <a:lnTo>
                    <a:pt x="134" y="135"/>
                  </a:lnTo>
                  <a:lnTo>
                    <a:pt x="134" y="135"/>
                  </a:lnTo>
                  <a:lnTo>
                    <a:pt x="133" y="138"/>
                  </a:lnTo>
                  <a:lnTo>
                    <a:pt x="124" y="143"/>
                  </a:lnTo>
                  <a:lnTo>
                    <a:pt x="123" y="146"/>
                  </a:lnTo>
                  <a:lnTo>
                    <a:pt x="120" y="146"/>
                  </a:lnTo>
                  <a:lnTo>
                    <a:pt x="120" y="147"/>
                  </a:lnTo>
                  <a:lnTo>
                    <a:pt x="116" y="148"/>
                  </a:lnTo>
                  <a:lnTo>
                    <a:pt x="113" y="150"/>
                  </a:lnTo>
                  <a:lnTo>
                    <a:pt x="111" y="150"/>
                  </a:lnTo>
                  <a:lnTo>
                    <a:pt x="109" y="148"/>
                  </a:lnTo>
                  <a:lnTo>
                    <a:pt x="105" y="148"/>
                  </a:lnTo>
                  <a:lnTo>
                    <a:pt x="103" y="150"/>
                  </a:lnTo>
                  <a:lnTo>
                    <a:pt x="101" y="152"/>
                  </a:lnTo>
                  <a:lnTo>
                    <a:pt x="103" y="154"/>
                  </a:lnTo>
                  <a:lnTo>
                    <a:pt x="103" y="154"/>
                  </a:lnTo>
                  <a:lnTo>
                    <a:pt x="99" y="154"/>
                  </a:lnTo>
                  <a:lnTo>
                    <a:pt x="96" y="152"/>
                  </a:lnTo>
                  <a:lnTo>
                    <a:pt x="94" y="152"/>
                  </a:lnTo>
                  <a:lnTo>
                    <a:pt x="92" y="155"/>
                  </a:lnTo>
                  <a:lnTo>
                    <a:pt x="94" y="156"/>
                  </a:lnTo>
                  <a:lnTo>
                    <a:pt x="92" y="156"/>
                  </a:lnTo>
                  <a:lnTo>
                    <a:pt x="87" y="155"/>
                  </a:lnTo>
                  <a:lnTo>
                    <a:pt x="86" y="154"/>
                  </a:lnTo>
                  <a:lnTo>
                    <a:pt x="79" y="152"/>
                  </a:lnTo>
                  <a:lnTo>
                    <a:pt x="76" y="154"/>
                  </a:lnTo>
                  <a:lnTo>
                    <a:pt x="76" y="155"/>
                  </a:lnTo>
                  <a:lnTo>
                    <a:pt x="74" y="155"/>
                  </a:lnTo>
                  <a:lnTo>
                    <a:pt x="71" y="154"/>
                  </a:lnTo>
                  <a:lnTo>
                    <a:pt x="65" y="154"/>
                  </a:lnTo>
                  <a:lnTo>
                    <a:pt x="63" y="155"/>
                  </a:lnTo>
                  <a:lnTo>
                    <a:pt x="62" y="156"/>
                  </a:lnTo>
                  <a:lnTo>
                    <a:pt x="61" y="156"/>
                  </a:lnTo>
                  <a:lnTo>
                    <a:pt x="59" y="156"/>
                  </a:lnTo>
                  <a:lnTo>
                    <a:pt x="58" y="158"/>
                  </a:lnTo>
                  <a:lnTo>
                    <a:pt x="58" y="158"/>
                  </a:lnTo>
                  <a:lnTo>
                    <a:pt x="55" y="159"/>
                  </a:lnTo>
                  <a:lnTo>
                    <a:pt x="53" y="159"/>
                  </a:lnTo>
                  <a:lnTo>
                    <a:pt x="50" y="158"/>
                  </a:lnTo>
                  <a:lnTo>
                    <a:pt x="46" y="158"/>
                  </a:lnTo>
                  <a:lnTo>
                    <a:pt x="46" y="159"/>
                  </a:lnTo>
                  <a:lnTo>
                    <a:pt x="44" y="159"/>
                  </a:lnTo>
                  <a:lnTo>
                    <a:pt x="41" y="162"/>
                  </a:lnTo>
                  <a:lnTo>
                    <a:pt x="38" y="162"/>
                  </a:lnTo>
                  <a:lnTo>
                    <a:pt x="38" y="163"/>
                  </a:lnTo>
                  <a:lnTo>
                    <a:pt x="37" y="163"/>
                  </a:lnTo>
                  <a:lnTo>
                    <a:pt x="36" y="163"/>
                  </a:lnTo>
                  <a:lnTo>
                    <a:pt x="29" y="160"/>
                  </a:lnTo>
                  <a:lnTo>
                    <a:pt x="28" y="162"/>
                  </a:lnTo>
                  <a:lnTo>
                    <a:pt x="28" y="159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8"/>
                  </a:lnTo>
                  <a:lnTo>
                    <a:pt x="24" y="156"/>
                  </a:lnTo>
                  <a:lnTo>
                    <a:pt x="24" y="155"/>
                  </a:lnTo>
                  <a:lnTo>
                    <a:pt x="21" y="154"/>
                  </a:lnTo>
                  <a:lnTo>
                    <a:pt x="19" y="156"/>
                  </a:lnTo>
                  <a:lnTo>
                    <a:pt x="19" y="158"/>
                  </a:lnTo>
                  <a:lnTo>
                    <a:pt x="17" y="156"/>
                  </a:lnTo>
                  <a:lnTo>
                    <a:pt x="17" y="155"/>
                  </a:lnTo>
                  <a:lnTo>
                    <a:pt x="19" y="152"/>
                  </a:lnTo>
                  <a:lnTo>
                    <a:pt x="17" y="150"/>
                  </a:lnTo>
                  <a:lnTo>
                    <a:pt x="20" y="147"/>
                  </a:lnTo>
                  <a:lnTo>
                    <a:pt x="17" y="143"/>
                  </a:lnTo>
                  <a:lnTo>
                    <a:pt x="15" y="141"/>
                  </a:lnTo>
                  <a:lnTo>
                    <a:pt x="13" y="138"/>
                  </a:lnTo>
                  <a:lnTo>
                    <a:pt x="13" y="135"/>
                  </a:lnTo>
                  <a:lnTo>
                    <a:pt x="15" y="134"/>
                  </a:lnTo>
                  <a:lnTo>
                    <a:pt x="16" y="135"/>
                  </a:lnTo>
                  <a:lnTo>
                    <a:pt x="17" y="135"/>
                  </a:lnTo>
                  <a:lnTo>
                    <a:pt x="19" y="134"/>
                  </a:lnTo>
                  <a:lnTo>
                    <a:pt x="19" y="130"/>
                  </a:lnTo>
                  <a:lnTo>
                    <a:pt x="17" y="126"/>
                  </a:lnTo>
                  <a:lnTo>
                    <a:pt x="17" y="125"/>
                  </a:lnTo>
                  <a:lnTo>
                    <a:pt x="15" y="118"/>
                  </a:lnTo>
                  <a:lnTo>
                    <a:pt x="15" y="116"/>
                  </a:lnTo>
                  <a:lnTo>
                    <a:pt x="11" y="112"/>
                  </a:lnTo>
                  <a:lnTo>
                    <a:pt x="9" y="105"/>
                  </a:lnTo>
                  <a:lnTo>
                    <a:pt x="7" y="98"/>
                  </a:lnTo>
                  <a:lnTo>
                    <a:pt x="7" y="94"/>
                  </a:lnTo>
                  <a:lnTo>
                    <a:pt x="4" y="88"/>
                  </a:lnTo>
                  <a:lnTo>
                    <a:pt x="0" y="85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77"/>
                  </a:lnTo>
                  <a:lnTo>
                    <a:pt x="3" y="77"/>
                  </a:lnTo>
                  <a:lnTo>
                    <a:pt x="4" y="75"/>
                  </a:lnTo>
                  <a:lnTo>
                    <a:pt x="8" y="73"/>
                  </a:lnTo>
                  <a:lnTo>
                    <a:pt x="9" y="76"/>
                  </a:lnTo>
                  <a:lnTo>
                    <a:pt x="11" y="76"/>
                  </a:lnTo>
                  <a:lnTo>
                    <a:pt x="11" y="79"/>
                  </a:lnTo>
                  <a:lnTo>
                    <a:pt x="12" y="83"/>
                  </a:lnTo>
                  <a:lnTo>
                    <a:pt x="16" y="84"/>
                  </a:lnTo>
                  <a:lnTo>
                    <a:pt x="19" y="85"/>
                  </a:lnTo>
                  <a:lnTo>
                    <a:pt x="20" y="84"/>
                  </a:lnTo>
                  <a:lnTo>
                    <a:pt x="21" y="85"/>
                  </a:lnTo>
                  <a:lnTo>
                    <a:pt x="24" y="85"/>
                  </a:lnTo>
                  <a:lnTo>
                    <a:pt x="25" y="84"/>
                  </a:lnTo>
                  <a:lnTo>
                    <a:pt x="26" y="84"/>
                  </a:lnTo>
                  <a:lnTo>
                    <a:pt x="28" y="87"/>
                  </a:lnTo>
                  <a:lnTo>
                    <a:pt x="29" y="85"/>
                  </a:lnTo>
                  <a:lnTo>
                    <a:pt x="30" y="87"/>
                  </a:lnTo>
                  <a:lnTo>
                    <a:pt x="30" y="84"/>
                  </a:lnTo>
                  <a:lnTo>
                    <a:pt x="32" y="83"/>
                  </a:lnTo>
                  <a:lnTo>
                    <a:pt x="33" y="83"/>
                  </a:lnTo>
                  <a:lnTo>
                    <a:pt x="34" y="80"/>
                  </a:lnTo>
                  <a:lnTo>
                    <a:pt x="37" y="79"/>
                  </a:lnTo>
                  <a:lnTo>
                    <a:pt x="41" y="79"/>
                  </a:lnTo>
                  <a:lnTo>
                    <a:pt x="42" y="79"/>
                  </a:lnTo>
                  <a:lnTo>
                    <a:pt x="44" y="35"/>
                  </a:lnTo>
                  <a:lnTo>
                    <a:pt x="48" y="38"/>
                  </a:lnTo>
                  <a:lnTo>
                    <a:pt x="49" y="42"/>
                  </a:lnTo>
                  <a:lnTo>
                    <a:pt x="51" y="48"/>
                  </a:lnTo>
                  <a:lnTo>
                    <a:pt x="51" y="51"/>
                  </a:lnTo>
                  <a:lnTo>
                    <a:pt x="50" y="55"/>
                  </a:lnTo>
                  <a:lnTo>
                    <a:pt x="50" y="58"/>
                  </a:lnTo>
                  <a:lnTo>
                    <a:pt x="53" y="58"/>
                  </a:lnTo>
                  <a:lnTo>
                    <a:pt x="57" y="58"/>
                  </a:lnTo>
                  <a:lnTo>
                    <a:pt x="58" y="56"/>
                  </a:lnTo>
                  <a:lnTo>
                    <a:pt x="61" y="58"/>
                  </a:lnTo>
                  <a:lnTo>
                    <a:pt x="63" y="56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9" y="52"/>
                  </a:lnTo>
                  <a:lnTo>
                    <a:pt x="73" y="51"/>
                  </a:lnTo>
                  <a:lnTo>
                    <a:pt x="75" y="48"/>
                  </a:lnTo>
                  <a:lnTo>
                    <a:pt x="76" y="43"/>
                  </a:lnTo>
                  <a:lnTo>
                    <a:pt x="79" y="41"/>
                  </a:lnTo>
                  <a:lnTo>
                    <a:pt x="83" y="41"/>
                  </a:lnTo>
                  <a:lnTo>
                    <a:pt x="87" y="41"/>
                  </a:lnTo>
                  <a:lnTo>
                    <a:pt x="88" y="43"/>
                  </a:lnTo>
                  <a:lnTo>
                    <a:pt x="90" y="43"/>
                  </a:lnTo>
                  <a:lnTo>
                    <a:pt x="94" y="46"/>
                  </a:lnTo>
                  <a:lnTo>
                    <a:pt x="95" y="44"/>
                  </a:lnTo>
                  <a:lnTo>
                    <a:pt x="98" y="46"/>
                  </a:lnTo>
                  <a:lnTo>
                    <a:pt x="100" y="44"/>
                  </a:lnTo>
                  <a:lnTo>
                    <a:pt x="103" y="44"/>
                  </a:lnTo>
                  <a:lnTo>
                    <a:pt x="104" y="44"/>
                  </a:lnTo>
                  <a:lnTo>
                    <a:pt x="105" y="46"/>
                  </a:lnTo>
                  <a:lnTo>
                    <a:pt x="107" y="47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1"/>
                  </a:lnTo>
                  <a:lnTo>
                    <a:pt x="111" y="39"/>
                  </a:lnTo>
                  <a:lnTo>
                    <a:pt x="111" y="35"/>
                  </a:lnTo>
                  <a:lnTo>
                    <a:pt x="112" y="34"/>
                  </a:lnTo>
                  <a:lnTo>
                    <a:pt x="115" y="34"/>
                  </a:lnTo>
                  <a:lnTo>
                    <a:pt x="116" y="33"/>
                  </a:lnTo>
                  <a:lnTo>
                    <a:pt x="117" y="33"/>
                  </a:lnTo>
                  <a:lnTo>
                    <a:pt x="119" y="31"/>
                  </a:lnTo>
                  <a:lnTo>
                    <a:pt x="119" y="30"/>
                  </a:lnTo>
                  <a:lnTo>
                    <a:pt x="120" y="29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6"/>
                  </a:lnTo>
                  <a:lnTo>
                    <a:pt x="125" y="26"/>
                  </a:lnTo>
                  <a:lnTo>
                    <a:pt x="125" y="25"/>
                  </a:lnTo>
                  <a:lnTo>
                    <a:pt x="124" y="23"/>
                  </a:lnTo>
                  <a:lnTo>
                    <a:pt x="124" y="21"/>
                  </a:lnTo>
                  <a:lnTo>
                    <a:pt x="128" y="16"/>
                  </a:lnTo>
                  <a:lnTo>
                    <a:pt x="129" y="16"/>
                  </a:lnTo>
                  <a:lnTo>
                    <a:pt x="130" y="16"/>
                  </a:lnTo>
                  <a:lnTo>
                    <a:pt x="132" y="14"/>
                  </a:lnTo>
                  <a:lnTo>
                    <a:pt x="133" y="13"/>
                  </a:lnTo>
                  <a:lnTo>
                    <a:pt x="133" y="12"/>
                  </a:lnTo>
                  <a:lnTo>
                    <a:pt x="136" y="12"/>
                  </a:lnTo>
                  <a:lnTo>
                    <a:pt x="136" y="10"/>
                  </a:lnTo>
                  <a:lnTo>
                    <a:pt x="138" y="8"/>
                  </a:lnTo>
                  <a:lnTo>
                    <a:pt x="141" y="8"/>
                  </a:lnTo>
                  <a:lnTo>
                    <a:pt x="142" y="8"/>
                  </a:lnTo>
                  <a:lnTo>
                    <a:pt x="144" y="8"/>
                  </a:lnTo>
                  <a:lnTo>
                    <a:pt x="145" y="8"/>
                  </a:lnTo>
                  <a:lnTo>
                    <a:pt x="146" y="6"/>
                  </a:lnTo>
                  <a:lnTo>
                    <a:pt x="149" y="6"/>
                  </a:lnTo>
                  <a:lnTo>
                    <a:pt x="149" y="4"/>
                  </a:lnTo>
                  <a:lnTo>
                    <a:pt x="149" y="2"/>
                  </a:lnTo>
                  <a:lnTo>
                    <a:pt x="150" y="2"/>
                  </a:lnTo>
                  <a:lnTo>
                    <a:pt x="152" y="1"/>
                  </a:lnTo>
                  <a:lnTo>
                    <a:pt x="153" y="1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0" name="Freeform 492"/>
            <p:cNvSpPr>
              <a:spLocks/>
            </p:cNvSpPr>
            <p:nvPr/>
          </p:nvSpPr>
          <p:spPr bwMode="auto">
            <a:xfrm>
              <a:off x="6559579" y="5241148"/>
              <a:ext cx="68520" cy="63444"/>
            </a:xfrm>
            <a:custGeom>
              <a:avLst/>
              <a:gdLst>
                <a:gd name="T0" fmla="*/ 15 w 27"/>
                <a:gd name="T1" fmla="*/ 0 h 25"/>
                <a:gd name="T2" fmla="*/ 17 w 27"/>
                <a:gd name="T3" fmla="*/ 0 h 25"/>
                <a:gd name="T4" fmla="*/ 18 w 27"/>
                <a:gd name="T5" fmla="*/ 0 h 25"/>
                <a:gd name="T6" fmla="*/ 18 w 27"/>
                <a:gd name="T7" fmla="*/ 0 h 25"/>
                <a:gd name="T8" fmla="*/ 21 w 27"/>
                <a:gd name="T9" fmla="*/ 1 h 25"/>
                <a:gd name="T10" fmla="*/ 22 w 27"/>
                <a:gd name="T11" fmla="*/ 1 h 25"/>
                <a:gd name="T12" fmla="*/ 25 w 27"/>
                <a:gd name="T13" fmla="*/ 2 h 25"/>
                <a:gd name="T14" fmla="*/ 26 w 27"/>
                <a:gd name="T15" fmla="*/ 8 h 25"/>
                <a:gd name="T16" fmla="*/ 27 w 27"/>
                <a:gd name="T17" fmla="*/ 10 h 25"/>
                <a:gd name="T18" fmla="*/ 25 w 27"/>
                <a:gd name="T19" fmla="*/ 11 h 25"/>
                <a:gd name="T20" fmla="*/ 22 w 27"/>
                <a:gd name="T21" fmla="*/ 13 h 25"/>
                <a:gd name="T22" fmla="*/ 22 w 27"/>
                <a:gd name="T23" fmla="*/ 14 h 25"/>
                <a:gd name="T24" fmla="*/ 23 w 27"/>
                <a:gd name="T25" fmla="*/ 15 h 25"/>
                <a:gd name="T26" fmla="*/ 23 w 27"/>
                <a:gd name="T27" fmla="*/ 17 h 25"/>
                <a:gd name="T28" fmla="*/ 21 w 27"/>
                <a:gd name="T29" fmla="*/ 18 h 25"/>
                <a:gd name="T30" fmla="*/ 19 w 27"/>
                <a:gd name="T31" fmla="*/ 18 h 25"/>
                <a:gd name="T32" fmla="*/ 18 w 27"/>
                <a:gd name="T33" fmla="*/ 18 h 25"/>
                <a:gd name="T34" fmla="*/ 15 w 27"/>
                <a:gd name="T35" fmla="*/ 19 h 25"/>
                <a:gd name="T36" fmla="*/ 14 w 27"/>
                <a:gd name="T37" fmla="*/ 19 h 25"/>
                <a:gd name="T38" fmla="*/ 13 w 27"/>
                <a:gd name="T39" fmla="*/ 23 h 25"/>
                <a:gd name="T40" fmla="*/ 11 w 27"/>
                <a:gd name="T41" fmla="*/ 23 h 25"/>
                <a:gd name="T42" fmla="*/ 11 w 27"/>
                <a:gd name="T43" fmla="*/ 25 h 25"/>
                <a:gd name="T44" fmla="*/ 9 w 27"/>
                <a:gd name="T45" fmla="*/ 25 h 25"/>
                <a:gd name="T46" fmla="*/ 6 w 27"/>
                <a:gd name="T47" fmla="*/ 25 h 25"/>
                <a:gd name="T48" fmla="*/ 5 w 27"/>
                <a:gd name="T49" fmla="*/ 22 h 25"/>
                <a:gd name="T50" fmla="*/ 4 w 27"/>
                <a:gd name="T51" fmla="*/ 21 h 25"/>
                <a:gd name="T52" fmla="*/ 4 w 27"/>
                <a:gd name="T53" fmla="*/ 18 h 25"/>
                <a:gd name="T54" fmla="*/ 2 w 27"/>
                <a:gd name="T55" fmla="*/ 17 h 25"/>
                <a:gd name="T56" fmla="*/ 2 w 27"/>
                <a:gd name="T57" fmla="*/ 15 h 25"/>
                <a:gd name="T58" fmla="*/ 0 w 27"/>
                <a:gd name="T59" fmla="*/ 14 h 25"/>
                <a:gd name="T60" fmla="*/ 0 w 27"/>
                <a:gd name="T61" fmla="*/ 11 h 25"/>
                <a:gd name="T62" fmla="*/ 1 w 27"/>
                <a:gd name="T63" fmla="*/ 11 h 25"/>
                <a:gd name="T64" fmla="*/ 4 w 27"/>
                <a:gd name="T65" fmla="*/ 9 h 25"/>
                <a:gd name="T66" fmla="*/ 5 w 27"/>
                <a:gd name="T67" fmla="*/ 5 h 25"/>
                <a:gd name="T68" fmla="*/ 7 w 27"/>
                <a:gd name="T69" fmla="*/ 4 h 25"/>
                <a:gd name="T70" fmla="*/ 11 w 27"/>
                <a:gd name="T71" fmla="*/ 2 h 25"/>
                <a:gd name="T72" fmla="*/ 13 w 27"/>
                <a:gd name="T73" fmla="*/ 1 h 25"/>
                <a:gd name="T74" fmla="*/ 14 w 27"/>
                <a:gd name="T75" fmla="*/ 1 h 25"/>
                <a:gd name="T76" fmla="*/ 15 w 27"/>
                <a:gd name="T7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" h="25">
                  <a:moveTo>
                    <a:pt x="15" y="0"/>
                  </a:moveTo>
                  <a:lnTo>
                    <a:pt x="17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5" y="2"/>
                  </a:lnTo>
                  <a:lnTo>
                    <a:pt x="26" y="8"/>
                  </a:lnTo>
                  <a:lnTo>
                    <a:pt x="27" y="10"/>
                  </a:lnTo>
                  <a:lnTo>
                    <a:pt x="25" y="11"/>
                  </a:lnTo>
                  <a:lnTo>
                    <a:pt x="22" y="13"/>
                  </a:lnTo>
                  <a:lnTo>
                    <a:pt x="22" y="14"/>
                  </a:lnTo>
                  <a:lnTo>
                    <a:pt x="23" y="15"/>
                  </a:lnTo>
                  <a:lnTo>
                    <a:pt x="23" y="17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3" y="23"/>
                  </a:lnTo>
                  <a:lnTo>
                    <a:pt x="11" y="23"/>
                  </a:lnTo>
                  <a:lnTo>
                    <a:pt x="11" y="25"/>
                  </a:lnTo>
                  <a:lnTo>
                    <a:pt x="9" y="25"/>
                  </a:lnTo>
                  <a:lnTo>
                    <a:pt x="6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4" y="9"/>
                  </a:lnTo>
                  <a:lnTo>
                    <a:pt x="5" y="5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1" name="Freeform 592"/>
            <p:cNvSpPr>
              <a:spLocks noEditPoints="1"/>
            </p:cNvSpPr>
            <p:nvPr/>
          </p:nvSpPr>
          <p:spPr bwMode="auto">
            <a:xfrm>
              <a:off x="6650938" y="4451911"/>
              <a:ext cx="50755" cy="7614"/>
            </a:xfrm>
            <a:custGeom>
              <a:avLst/>
              <a:gdLst>
                <a:gd name="T0" fmla="*/ 2 w 20"/>
                <a:gd name="T1" fmla="*/ 3 h 3"/>
                <a:gd name="T2" fmla="*/ 2 w 20"/>
                <a:gd name="T3" fmla="*/ 3 h 3"/>
                <a:gd name="T4" fmla="*/ 2 w 20"/>
                <a:gd name="T5" fmla="*/ 1 h 3"/>
                <a:gd name="T6" fmla="*/ 18 w 20"/>
                <a:gd name="T7" fmla="*/ 0 h 3"/>
                <a:gd name="T8" fmla="*/ 19 w 20"/>
                <a:gd name="T9" fmla="*/ 3 h 3"/>
                <a:gd name="T10" fmla="*/ 19 w 20"/>
                <a:gd name="T11" fmla="*/ 1 h 3"/>
                <a:gd name="T12" fmla="*/ 18 w 20"/>
                <a:gd name="T13" fmla="*/ 0 h 3"/>
                <a:gd name="T14" fmla="*/ 0 w 20"/>
                <a:gd name="T15" fmla="*/ 1 h 3"/>
                <a:gd name="T16" fmla="*/ 2 w 20"/>
                <a:gd name="T17" fmla="*/ 1 h 3"/>
                <a:gd name="T18" fmla="*/ 2 w 20"/>
                <a:gd name="T19" fmla="*/ 0 h 3"/>
                <a:gd name="T20" fmla="*/ 7 w 20"/>
                <a:gd name="T21" fmla="*/ 0 h 3"/>
                <a:gd name="T22" fmla="*/ 8 w 20"/>
                <a:gd name="T23" fmla="*/ 1 h 3"/>
                <a:gd name="T24" fmla="*/ 8 w 20"/>
                <a:gd name="T25" fmla="*/ 0 h 3"/>
                <a:gd name="T26" fmla="*/ 20 w 20"/>
                <a:gd name="T27" fmla="*/ 0 h 3"/>
                <a:gd name="T28" fmla="*/ 20 w 20"/>
                <a:gd name="T29" fmla="*/ 3 h 3"/>
                <a:gd name="T30" fmla="*/ 18 w 20"/>
                <a:gd name="T31" fmla="*/ 0 h 3"/>
                <a:gd name="T32" fmla="*/ 19 w 20"/>
                <a:gd name="T33" fmla="*/ 0 h 3"/>
                <a:gd name="T34" fmla="*/ 19 w 20"/>
                <a:gd name="T35" fmla="*/ 3 h 3"/>
                <a:gd name="T36" fmla="*/ 18 w 20"/>
                <a:gd name="T37" fmla="*/ 3 h 3"/>
                <a:gd name="T38" fmla="*/ 14 w 20"/>
                <a:gd name="T39" fmla="*/ 0 h 3"/>
                <a:gd name="T40" fmla="*/ 15 w 20"/>
                <a:gd name="T41" fmla="*/ 0 h 3"/>
                <a:gd name="T42" fmla="*/ 15 w 20"/>
                <a:gd name="T43" fmla="*/ 3 h 3"/>
                <a:gd name="T44" fmla="*/ 14 w 20"/>
                <a:gd name="T45" fmla="*/ 3 h 3"/>
                <a:gd name="T46" fmla="*/ 11 w 20"/>
                <a:gd name="T47" fmla="*/ 0 h 3"/>
                <a:gd name="T48" fmla="*/ 11 w 20"/>
                <a:gd name="T49" fmla="*/ 3 h 3"/>
                <a:gd name="T50" fmla="*/ 12 w 20"/>
                <a:gd name="T51" fmla="*/ 1 h 3"/>
                <a:gd name="T52" fmla="*/ 12 w 20"/>
                <a:gd name="T53" fmla="*/ 1 h 3"/>
                <a:gd name="T54" fmla="*/ 11 w 20"/>
                <a:gd name="T55" fmla="*/ 3 h 3"/>
                <a:gd name="T56" fmla="*/ 10 w 20"/>
                <a:gd name="T57" fmla="*/ 1 h 3"/>
                <a:gd name="T58" fmla="*/ 8 w 20"/>
                <a:gd name="T59" fmla="*/ 0 h 3"/>
                <a:gd name="T60" fmla="*/ 10 w 20"/>
                <a:gd name="T61" fmla="*/ 0 h 3"/>
                <a:gd name="T62" fmla="*/ 8 w 20"/>
                <a:gd name="T63" fmla="*/ 1 h 3"/>
                <a:gd name="T64" fmla="*/ 8 w 20"/>
                <a:gd name="T65" fmla="*/ 3 h 3"/>
                <a:gd name="T66" fmla="*/ 8 w 20"/>
                <a:gd name="T67" fmla="*/ 1 h 3"/>
                <a:gd name="T68" fmla="*/ 7 w 20"/>
                <a:gd name="T69" fmla="*/ 1 h 3"/>
                <a:gd name="T70" fmla="*/ 7 w 20"/>
                <a:gd name="T71" fmla="*/ 0 h 3"/>
                <a:gd name="T72" fmla="*/ 3 w 20"/>
                <a:gd name="T73" fmla="*/ 1 h 3"/>
                <a:gd name="T74" fmla="*/ 4 w 20"/>
                <a:gd name="T75" fmla="*/ 3 h 3"/>
                <a:gd name="T76" fmla="*/ 6 w 20"/>
                <a:gd name="T77" fmla="*/ 0 h 3"/>
                <a:gd name="T78" fmla="*/ 6 w 20"/>
                <a:gd name="T79" fmla="*/ 3 h 3"/>
                <a:gd name="T80" fmla="*/ 4 w 20"/>
                <a:gd name="T81" fmla="*/ 3 h 3"/>
                <a:gd name="T82" fmla="*/ 3 w 20"/>
                <a:gd name="T83" fmla="*/ 0 h 3"/>
                <a:gd name="T84" fmla="*/ 2 w 20"/>
                <a:gd name="T85" fmla="*/ 0 h 3"/>
                <a:gd name="T86" fmla="*/ 2 w 20"/>
                <a:gd name="T87" fmla="*/ 1 h 3"/>
                <a:gd name="T88" fmla="*/ 3 w 20"/>
                <a:gd name="T89" fmla="*/ 1 h 3"/>
                <a:gd name="T90" fmla="*/ 2 w 20"/>
                <a:gd name="T91" fmla="*/ 3 h 3"/>
                <a:gd name="T92" fmla="*/ 0 w 20"/>
                <a:gd name="T9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" h="3">
                  <a:moveTo>
                    <a:pt x="0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  <a:moveTo>
                    <a:pt x="18" y="0"/>
                  </a:moveTo>
                  <a:lnTo>
                    <a:pt x="18" y="3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8" y="0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close/>
                  <a:moveTo>
                    <a:pt x="7" y="0"/>
                  </a:moveTo>
                  <a:lnTo>
                    <a:pt x="7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7" y="0"/>
                  </a:lnTo>
                  <a:close/>
                  <a:moveTo>
                    <a:pt x="20" y="0"/>
                  </a:moveTo>
                  <a:lnTo>
                    <a:pt x="20" y="0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0"/>
                  </a:lnTo>
                  <a:close/>
                  <a:moveTo>
                    <a:pt x="16" y="0"/>
                  </a:moveTo>
                  <a:lnTo>
                    <a:pt x="18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6" y="3"/>
                  </a:lnTo>
                  <a:lnTo>
                    <a:pt x="16" y="0"/>
                  </a:lnTo>
                  <a:close/>
                  <a:moveTo>
                    <a:pt x="14" y="0"/>
                  </a:moveTo>
                  <a:lnTo>
                    <a:pt x="14" y="0"/>
                  </a:lnTo>
                  <a:lnTo>
                    <a:pt x="15" y="3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4" y="0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0"/>
                  </a:lnTo>
                  <a:close/>
                  <a:moveTo>
                    <a:pt x="10" y="0"/>
                  </a:moveTo>
                  <a:lnTo>
                    <a:pt x="11" y="0"/>
                  </a:lnTo>
                  <a:lnTo>
                    <a:pt x="11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1"/>
                  </a:lnTo>
                  <a:lnTo>
                    <a:pt x="10" y="0"/>
                  </a:lnTo>
                  <a:close/>
                  <a:moveTo>
                    <a:pt x="7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0"/>
                  </a:lnTo>
                  <a:close/>
                  <a:moveTo>
                    <a:pt x="3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0"/>
                  </a:lnTo>
                  <a:close/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152" name="자유형: 도형 151">
            <a:extLst>
              <a:ext uri="{FF2B5EF4-FFF2-40B4-BE49-F238E27FC236}">
                <a16:creationId xmlns:a16="http://schemas.microsoft.com/office/drawing/2014/main" id="{0EBDBD32-1E3F-40D8-B8CE-FB505545467D}"/>
              </a:ext>
            </a:extLst>
          </p:cNvPr>
          <p:cNvSpPr/>
          <p:nvPr/>
        </p:nvSpPr>
        <p:spPr>
          <a:xfrm>
            <a:off x="8508405" y="2720340"/>
            <a:ext cx="292695" cy="368434"/>
          </a:xfrm>
          <a:custGeom>
            <a:avLst/>
            <a:gdLst>
              <a:gd name="connsiteX0" fmla="*/ 3135 w 292695"/>
              <a:gd name="connsiteY0" fmla="*/ 236220 h 368434"/>
              <a:gd name="connsiteX1" fmla="*/ 41235 w 292695"/>
              <a:gd name="connsiteY1" fmla="*/ 358140 h 368434"/>
              <a:gd name="connsiteX2" fmla="*/ 292695 w 292695"/>
              <a:gd name="connsiteY2" fmla="*/ 0 h 368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2695" h="368434">
                <a:moveTo>
                  <a:pt x="3135" y="236220"/>
                </a:moveTo>
                <a:cubicBezTo>
                  <a:pt x="-1945" y="316865"/>
                  <a:pt x="-7025" y="397510"/>
                  <a:pt x="41235" y="358140"/>
                </a:cubicBezTo>
                <a:cubicBezTo>
                  <a:pt x="89495" y="318770"/>
                  <a:pt x="191095" y="159385"/>
                  <a:pt x="292695" y="0"/>
                </a:cubicBezTo>
              </a:path>
            </a:pathLst>
          </a:custGeom>
          <a:noFill/>
          <a:ln w="57150"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95" name="Group 194"/>
          <p:cNvGrpSpPr/>
          <p:nvPr/>
        </p:nvGrpSpPr>
        <p:grpSpPr>
          <a:xfrm>
            <a:off x="336176" y="147918"/>
            <a:ext cx="11393548" cy="900000"/>
            <a:chOff x="336176" y="147918"/>
            <a:chExt cx="11393548" cy="900000"/>
          </a:xfrm>
        </p:grpSpPr>
        <p:sp>
          <p:nvSpPr>
            <p:cNvPr id="196" name="Rectangle 195"/>
            <p:cNvSpPr/>
            <p:nvPr/>
          </p:nvSpPr>
          <p:spPr>
            <a:xfrm>
              <a:off x="336176" y="147918"/>
              <a:ext cx="2700000" cy="900000"/>
            </a:xfrm>
            <a:prstGeom prst="rect">
              <a:avLst/>
            </a:prstGeom>
            <a:solidFill>
              <a:srgbClr val="0033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800" b="1" dirty="0">
                  <a:solidFill>
                    <a:prstClr val="white"/>
                  </a:solidFill>
                  <a:latin typeface="Arial" pitchFamily="34" charset="0"/>
                  <a:cs typeface="Arial" pitchFamily="34" charset="0"/>
                </a:rPr>
                <a:t>2_FE-MED</a:t>
              </a:r>
            </a:p>
          </p:txBody>
        </p:sp>
        <p:sp>
          <p:nvSpPr>
            <p:cNvPr id="197" name="Rectangle 196"/>
            <p:cNvSpPr/>
            <p:nvPr/>
          </p:nvSpPr>
          <p:spPr>
            <a:xfrm>
              <a:off x="3089724" y="147918"/>
              <a:ext cx="8640000" cy="672815"/>
            </a:xfrm>
            <a:prstGeom prst="rect">
              <a:avLst/>
            </a:prstGeom>
            <a:solidFill>
              <a:srgbClr val="E6EE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4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[OCEAN Alliance] Asia-Med Service 5 (MED5)</a:t>
              </a:r>
              <a:br>
                <a:rPr lang="en-US" altLang="ko-KR" sz="24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</a:br>
              <a:r>
                <a:rPr lang="en-US" altLang="ko-KR" sz="24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(</a:t>
              </a:r>
              <a:r>
                <a:rPr lang="en-US" altLang="ko-KR" sz="2400" b="1" dirty="0" err="1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Phoenixian</a:t>
              </a:r>
              <a:r>
                <a:rPr lang="en-US" altLang="ko-KR" sz="24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 Express(PHOEX) / AEM6 / AAS / BEX2)</a:t>
              </a:r>
            </a:p>
          </p:txBody>
        </p:sp>
      </p:grpSp>
      <p:graphicFrame>
        <p:nvGraphicFramePr>
          <p:cNvPr id="209" name="표 208"/>
          <p:cNvGraphicFramePr>
            <a:graphicFrameLocks noGrp="1"/>
          </p:cNvGraphicFramePr>
          <p:nvPr>
            <p:extLst/>
          </p:nvPr>
        </p:nvGraphicFramePr>
        <p:xfrm>
          <a:off x="9766800" y="1029600"/>
          <a:ext cx="1963806" cy="11067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125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12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704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Terminal</a:t>
                      </a: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BNCT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Weekly throughput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4,700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Schedule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Fri ~ Sat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25" name="자유형 224"/>
          <p:cNvSpPr/>
          <p:nvPr/>
        </p:nvSpPr>
        <p:spPr>
          <a:xfrm>
            <a:off x="3169677" y="2240225"/>
            <a:ext cx="5422159" cy="2520275"/>
          </a:xfrm>
          <a:custGeom>
            <a:avLst/>
            <a:gdLst>
              <a:gd name="connsiteX0" fmla="*/ 97374 w 5568534"/>
              <a:gd name="connsiteY0" fmla="*/ 594581 h 2533871"/>
              <a:gd name="connsiteX1" fmla="*/ 303114 w 5568534"/>
              <a:gd name="connsiteY1" fmla="*/ 411701 h 2533871"/>
              <a:gd name="connsiteX2" fmla="*/ 59274 w 5568534"/>
              <a:gd name="connsiteY2" fmla="*/ 167861 h 2533871"/>
              <a:gd name="connsiteX3" fmla="*/ 120234 w 5568534"/>
              <a:gd name="connsiteY3" fmla="*/ 106901 h 2533871"/>
              <a:gd name="connsiteX4" fmla="*/ 21174 w 5568534"/>
              <a:gd name="connsiteY4" fmla="*/ 221 h 2533871"/>
              <a:gd name="connsiteX5" fmla="*/ 5934 w 5568534"/>
              <a:gd name="connsiteY5" fmla="*/ 137381 h 2533871"/>
              <a:gd name="connsiteX6" fmla="*/ 97374 w 5568534"/>
              <a:gd name="connsiteY6" fmla="*/ 274541 h 2533871"/>
              <a:gd name="connsiteX7" fmla="*/ 265014 w 5568534"/>
              <a:gd name="connsiteY7" fmla="*/ 221201 h 2533871"/>
              <a:gd name="connsiteX8" fmla="*/ 371694 w 5568534"/>
              <a:gd name="connsiteY8" fmla="*/ 602201 h 2533871"/>
              <a:gd name="connsiteX9" fmla="*/ 920334 w 5568534"/>
              <a:gd name="connsiteY9" fmla="*/ 830801 h 2533871"/>
              <a:gd name="connsiteX10" fmla="*/ 1339434 w 5568534"/>
              <a:gd name="connsiteY10" fmla="*/ 1379441 h 2533871"/>
              <a:gd name="connsiteX11" fmla="*/ 1598514 w 5568534"/>
              <a:gd name="connsiteY11" fmla="*/ 1867121 h 2533871"/>
              <a:gd name="connsiteX12" fmla="*/ 2238594 w 5568534"/>
              <a:gd name="connsiteY12" fmla="*/ 1653761 h 2533871"/>
              <a:gd name="connsiteX13" fmla="*/ 3541614 w 5568534"/>
              <a:gd name="connsiteY13" fmla="*/ 2309081 h 2533871"/>
              <a:gd name="connsiteX14" fmla="*/ 4036914 w 5568534"/>
              <a:gd name="connsiteY14" fmla="*/ 2126201 h 2533871"/>
              <a:gd name="connsiteX15" fmla="*/ 4433154 w 5568534"/>
              <a:gd name="connsiteY15" fmla="*/ 2217641 h 2533871"/>
              <a:gd name="connsiteX16" fmla="*/ 4524594 w 5568534"/>
              <a:gd name="connsiteY16" fmla="*/ 2385281 h 2533871"/>
              <a:gd name="connsiteX17" fmla="*/ 4623654 w 5568534"/>
              <a:gd name="connsiteY17" fmla="*/ 2453861 h 2533871"/>
              <a:gd name="connsiteX18" fmla="*/ 5019894 w 5568534"/>
              <a:gd name="connsiteY18" fmla="*/ 1196561 h 2533871"/>
              <a:gd name="connsiteX19" fmla="*/ 4936074 w 5568534"/>
              <a:gd name="connsiteY19" fmla="*/ 1470881 h 2533871"/>
              <a:gd name="connsiteX20" fmla="*/ 5027514 w 5568534"/>
              <a:gd name="connsiteY20" fmla="*/ 1196561 h 2533871"/>
              <a:gd name="connsiteX21" fmla="*/ 5004654 w 5568534"/>
              <a:gd name="connsiteY21" fmla="*/ 1242281 h 2533871"/>
              <a:gd name="connsiteX22" fmla="*/ 5240874 w 5568534"/>
              <a:gd name="connsiteY22" fmla="*/ 1166081 h 2533871"/>
              <a:gd name="connsiteX23" fmla="*/ 5461854 w 5568534"/>
              <a:gd name="connsiteY23" fmla="*/ 754601 h 2533871"/>
              <a:gd name="connsiteX24" fmla="*/ 5263734 w 5568534"/>
              <a:gd name="connsiteY24" fmla="*/ 708881 h 2533871"/>
              <a:gd name="connsiteX25" fmla="*/ 5324694 w 5568534"/>
              <a:gd name="connsiteY25" fmla="*/ 853661 h 2533871"/>
              <a:gd name="connsiteX26" fmla="*/ 5568534 w 5568534"/>
              <a:gd name="connsiteY26" fmla="*/ 465041 h 2533871"/>
              <a:gd name="connsiteX0" fmla="*/ 97374 w 5568534"/>
              <a:gd name="connsiteY0" fmla="*/ 594581 h 2533871"/>
              <a:gd name="connsiteX1" fmla="*/ 303114 w 5568534"/>
              <a:gd name="connsiteY1" fmla="*/ 411701 h 2533871"/>
              <a:gd name="connsiteX2" fmla="*/ 59274 w 5568534"/>
              <a:gd name="connsiteY2" fmla="*/ 167861 h 2533871"/>
              <a:gd name="connsiteX3" fmla="*/ 120234 w 5568534"/>
              <a:gd name="connsiteY3" fmla="*/ 106901 h 2533871"/>
              <a:gd name="connsiteX4" fmla="*/ 21174 w 5568534"/>
              <a:gd name="connsiteY4" fmla="*/ 221 h 2533871"/>
              <a:gd name="connsiteX5" fmla="*/ 5934 w 5568534"/>
              <a:gd name="connsiteY5" fmla="*/ 137381 h 2533871"/>
              <a:gd name="connsiteX6" fmla="*/ 97374 w 5568534"/>
              <a:gd name="connsiteY6" fmla="*/ 274541 h 2533871"/>
              <a:gd name="connsiteX7" fmla="*/ 265014 w 5568534"/>
              <a:gd name="connsiteY7" fmla="*/ 221201 h 2533871"/>
              <a:gd name="connsiteX8" fmla="*/ 371694 w 5568534"/>
              <a:gd name="connsiteY8" fmla="*/ 602201 h 2533871"/>
              <a:gd name="connsiteX9" fmla="*/ 920334 w 5568534"/>
              <a:gd name="connsiteY9" fmla="*/ 830801 h 2533871"/>
              <a:gd name="connsiteX10" fmla="*/ 1339434 w 5568534"/>
              <a:gd name="connsiteY10" fmla="*/ 1379441 h 2533871"/>
              <a:gd name="connsiteX11" fmla="*/ 1598514 w 5568534"/>
              <a:gd name="connsiteY11" fmla="*/ 1867121 h 2533871"/>
              <a:gd name="connsiteX12" fmla="*/ 2238594 w 5568534"/>
              <a:gd name="connsiteY12" fmla="*/ 1653761 h 2533871"/>
              <a:gd name="connsiteX13" fmla="*/ 3541614 w 5568534"/>
              <a:gd name="connsiteY13" fmla="*/ 2309081 h 2533871"/>
              <a:gd name="connsiteX14" fmla="*/ 4036914 w 5568534"/>
              <a:gd name="connsiteY14" fmla="*/ 2126201 h 2533871"/>
              <a:gd name="connsiteX15" fmla="*/ 4433154 w 5568534"/>
              <a:gd name="connsiteY15" fmla="*/ 2217641 h 2533871"/>
              <a:gd name="connsiteX16" fmla="*/ 4524594 w 5568534"/>
              <a:gd name="connsiteY16" fmla="*/ 2385281 h 2533871"/>
              <a:gd name="connsiteX17" fmla="*/ 4623654 w 5568534"/>
              <a:gd name="connsiteY17" fmla="*/ 2453861 h 2533871"/>
              <a:gd name="connsiteX18" fmla="*/ 5019894 w 5568534"/>
              <a:gd name="connsiteY18" fmla="*/ 1196561 h 2533871"/>
              <a:gd name="connsiteX19" fmla="*/ 4936074 w 5568534"/>
              <a:gd name="connsiteY19" fmla="*/ 1470881 h 2533871"/>
              <a:gd name="connsiteX20" fmla="*/ 5003702 w 5568534"/>
              <a:gd name="connsiteY20" fmla="*/ 1282286 h 2533871"/>
              <a:gd name="connsiteX21" fmla="*/ 5004654 w 5568534"/>
              <a:gd name="connsiteY21" fmla="*/ 1242281 h 2533871"/>
              <a:gd name="connsiteX22" fmla="*/ 5240874 w 5568534"/>
              <a:gd name="connsiteY22" fmla="*/ 1166081 h 2533871"/>
              <a:gd name="connsiteX23" fmla="*/ 5461854 w 5568534"/>
              <a:gd name="connsiteY23" fmla="*/ 754601 h 2533871"/>
              <a:gd name="connsiteX24" fmla="*/ 5263734 w 5568534"/>
              <a:gd name="connsiteY24" fmla="*/ 708881 h 2533871"/>
              <a:gd name="connsiteX25" fmla="*/ 5324694 w 5568534"/>
              <a:gd name="connsiteY25" fmla="*/ 853661 h 2533871"/>
              <a:gd name="connsiteX26" fmla="*/ 5568534 w 5568534"/>
              <a:gd name="connsiteY26" fmla="*/ 465041 h 2533871"/>
              <a:gd name="connsiteX0" fmla="*/ 97374 w 5568534"/>
              <a:gd name="connsiteY0" fmla="*/ 594581 h 2520442"/>
              <a:gd name="connsiteX1" fmla="*/ 303114 w 5568534"/>
              <a:gd name="connsiteY1" fmla="*/ 411701 h 2520442"/>
              <a:gd name="connsiteX2" fmla="*/ 59274 w 5568534"/>
              <a:gd name="connsiteY2" fmla="*/ 167861 h 2520442"/>
              <a:gd name="connsiteX3" fmla="*/ 120234 w 5568534"/>
              <a:gd name="connsiteY3" fmla="*/ 106901 h 2520442"/>
              <a:gd name="connsiteX4" fmla="*/ 21174 w 5568534"/>
              <a:gd name="connsiteY4" fmla="*/ 221 h 2520442"/>
              <a:gd name="connsiteX5" fmla="*/ 5934 w 5568534"/>
              <a:gd name="connsiteY5" fmla="*/ 137381 h 2520442"/>
              <a:gd name="connsiteX6" fmla="*/ 97374 w 5568534"/>
              <a:gd name="connsiteY6" fmla="*/ 274541 h 2520442"/>
              <a:gd name="connsiteX7" fmla="*/ 265014 w 5568534"/>
              <a:gd name="connsiteY7" fmla="*/ 221201 h 2520442"/>
              <a:gd name="connsiteX8" fmla="*/ 371694 w 5568534"/>
              <a:gd name="connsiteY8" fmla="*/ 602201 h 2520442"/>
              <a:gd name="connsiteX9" fmla="*/ 920334 w 5568534"/>
              <a:gd name="connsiteY9" fmla="*/ 830801 h 2520442"/>
              <a:gd name="connsiteX10" fmla="*/ 1339434 w 5568534"/>
              <a:gd name="connsiteY10" fmla="*/ 1379441 h 2520442"/>
              <a:gd name="connsiteX11" fmla="*/ 1598514 w 5568534"/>
              <a:gd name="connsiteY11" fmla="*/ 1867121 h 2520442"/>
              <a:gd name="connsiteX12" fmla="*/ 2238594 w 5568534"/>
              <a:gd name="connsiteY12" fmla="*/ 1653761 h 2520442"/>
              <a:gd name="connsiteX13" fmla="*/ 3541614 w 5568534"/>
              <a:gd name="connsiteY13" fmla="*/ 2309081 h 2520442"/>
              <a:gd name="connsiteX14" fmla="*/ 4036914 w 5568534"/>
              <a:gd name="connsiteY14" fmla="*/ 2126201 h 2520442"/>
              <a:gd name="connsiteX15" fmla="*/ 4433154 w 5568534"/>
              <a:gd name="connsiteY15" fmla="*/ 2217641 h 2520442"/>
              <a:gd name="connsiteX16" fmla="*/ 4524594 w 5568534"/>
              <a:gd name="connsiteY16" fmla="*/ 2385281 h 2520442"/>
              <a:gd name="connsiteX17" fmla="*/ 4623654 w 5568534"/>
              <a:gd name="connsiteY17" fmla="*/ 2453861 h 2520442"/>
              <a:gd name="connsiteX18" fmla="*/ 4955600 w 5568534"/>
              <a:gd name="connsiteY18" fmla="*/ 1379917 h 2520442"/>
              <a:gd name="connsiteX19" fmla="*/ 4936074 w 5568534"/>
              <a:gd name="connsiteY19" fmla="*/ 1470881 h 2520442"/>
              <a:gd name="connsiteX20" fmla="*/ 5003702 w 5568534"/>
              <a:gd name="connsiteY20" fmla="*/ 1282286 h 2520442"/>
              <a:gd name="connsiteX21" fmla="*/ 5004654 w 5568534"/>
              <a:gd name="connsiteY21" fmla="*/ 1242281 h 2520442"/>
              <a:gd name="connsiteX22" fmla="*/ 5240874 w 5568534"/>
              <a:gd name="connsiteY22" fmla="*/ 1166081 h 2520442"/>
              <a:gd name="connsiteX23" fmla="*/ 5461854 w 5568534"/>
              <a:gd name="connsiteY23" fmla="*/ 754601 h 2520442"/>
              <a:gd name="connsiteX24" fmla="*/ 5263734 w 5568534"/>
              <a:gd name="connsiteY24" fmla="*/ 708881 h 2520442"/>
              <a:gd name="connsiteX25" fmla="*/ 5324694 w 5568534"/>
              <a:gd name="connsiteY25" fmla="*/ 853661 h 2520442"/>
              <a:gd name="connsiteX26" fmla="*/ 5568534 w 5568534"/>
              <a:gd name="connsiteY26" fmla="*/ 465041 h 2520442"/>
              <a:gd name="connsiteX0" fmla="*/ 97374 w 5568534"/>
              <a:gd name="connsiteY0" fmla="*/ 594581 h 2520442"/>
              <a:gd name="connsiteX1" fmla="*/ 303114 w 5568534"/>
              <a:gd name="connsiteY1" fmla="*/ 411701 h 2520442"/>
              <a:gd name="connsiteX2" fmla="*/ 59274 w 5568534"/>
              <a:gd name="connsiteY2" fmla="*/ 167861 h 2520442"/>
              <a:gd name="connsiteX3" fmla="*/ 120234 w 5568534"/>
              <a:gd name="connsiteY3" fmla="*/ 106901 h 2520442"/>
              <a:gd name="connsiteX4" fmla="*/ 21174 w 5568534"/>
              <a:gd name="connsiteY4" fmla="*/ 221 h 2520442"/>
              <a:gd name="connsiteX5" fmla="*/ 5934 w 5568534"/>
              <a:gd name="connsiteY5" fmla="*/ 137381 h 2520442"/>
              <a:gd name="connsiteX6" fmla="*/ 97374 w 5568534"/>
              <a:gd name="connsiteY6" fmla="*/ 274541 h 2520442"/>
              <a:gd name="connsiteX7" fmla="*/ 265014 w 5568534"/>
              <a:gd name="connsiteY7" fmla="*/ 221201 h 2520442"/>
              <a:gd name="connsiteX8" fmla="*/ 371694 w 5568534"/>
              <a:gd name="connsiteY8" fmla="*/ 602201 h 2520442"/>
              <a:gd name="connsiteX9" fmla="*/ 920334 w 5568534"/>
              <a:gd name="connsiteY9" fmla="*/ 830801 h 2520442"/>
              <a:gd name="connsiteX10" fmla="*/ 1339434 w 5568534"/>
              <a:gd name="connsiteY10" fmla="*/ 1379441 h 2520442"/>
              <a:gd name="connsiteX11" fmla="*/ 1598514 w 5568534"/>
              <a:gd name="connsiteY11" fmla="*/ 1867121 h 2520442"/>
              <a:gd name="connsiteX12" fmla="*/ 2238594 w 5568534"/>
              <a:gd name="connsiteY12" fmla="*/ 1653761 h 2520442"/>
              <a:gd name="connsiteX13" fmla="*/ 3541614 w 5568534"/>
              <a:gd name="connsiteY13" fmla="*/ 2309081 h 2520442"/>
              <a:gd name="connsiteX14" fmla="*/ 4036914 w 5568534"/>
              <a:gd name="connsiteY14" fmla="*/ 2126201 h 2520442"/>
              <a:gd name="connsiteX15" fmla="*/ 4433154 w 5568534"/>
              <a:gd name="connsiteY15" fmla="*/ 2217641 h 2520442"/>
              <a:gd name="connsiteX16" fmla="*/ 4524594 w 5568534"/>
              <a:gd name="connsiteY16" fmla="*/ 2385281 h 2520442"/>
              <a:gd name="connsiteX17" fmla="*/ 4623654 w 5568534"/>
              <a:gd name="connsiteY17" fmla="*/ 2453861 h 2520442"/>
              <a:gd name="connsiteX18" fmla="*/ 4955600 w 5568534"/>
              <a:gd name="connsiteY18" fmla="*/ 1379917 h 2520442"/>
              <a:gd name="connsiteX19" fmla="*/ 4936074 w 5568534"/>
              <a:gd name="connsiteY19" fmla="*/ 1470881 h 2520442"/>
              <a:gd name="connsiteX20" fmla="*/ 5003702 w 5568534"/>
              <a:gd name="connsiteY20" fmla="*/ 1282286 h 2520442"/>
              <a:gd name="connsiteX21" fmla="*/ 5004654 w 5568534"/>
              <a:gd name="connsiteY21" fmla="*/ 1242281 h 2520442"/>
              <a:gd name="connsiteX22" fmla="*/ 5240874 w 5568534"/>
              <a:gd name="connsiteY22" fmla="*/ 1166081 h 2520442"/>
              <a:gd name="connsiteX23" fmla="*/ 5461854 w 5568534"/>
              <a:gd name="connsiteY23" fmla="*/ 754601 h 2520442"/>
              <a:gd name="connsiteX24" fmla="*/ 5263734 w 5568534"/>
              <a:gd name="connsiteY24" fmla="*/ 708881 h 2520442"/>
              <a:gd name="connsiteX25" fmla="*/ 5324694 w 5568534"/>
              <a:gd name="connsiteY25" fmla="*/ 853661 h 2520442"/>
              <a:gd name="connsiteX26" fmla="*/ 5568534 w 5568534"/>
              <a:gd name="connsiteY26" fmla="*/ 465041 h 2520442"/>
              <a:gd name="connsiteX0" fmla="*/ 97374 w 5568534"/>
              <a:gd name="connsiteY0" fmla="*/ 594581 h 2520442"/>
              <a:gd name="connsiteX1" fmla="*/ 303114 w 5568534"/>
              <a:gd name="connsiteY1" fmla="*/ 411701 h 2520442"/>
              <a:gd name="connsiteX2" fmla="*/ 59274 w 5568534"/>
              <a:gd name="connsiteY2" fmla="*/ 167861 h 2520442"/>
              <a:gd name="connsiteX3" fmla="*/ 120234 w 5568534"/>
              <a:gd name="connsiteY3" fmla="*/ 106901 h 2520442"/>
              <a:gd name="connsiteX4" fmla="*/ 21174 w 5568534"/>
              <a:gd name="connsiteY4" fmla="*/ 221 h 2520442"/>
              <a:gd name="connsiteX5" fmla="*/ 5934 w 5568534"/>
              <a:gd name="connsiteY5" fmla="*/ 137381 h 2520442"/>
              <a:gd name="connsiteX6" fmla="*/ 97374 w 5568534"/>
              <a:gd name="connsiteY6" fmla="*/ 274541 h 2520442"/>
              <a:gd name="connsiteX7" fmla="*/ 265014 w 5568534"/>
              <a:gd name="connsiteY7" fmla="*/ 221201 h 2520442"/>
              <a:gd name="connsiteX8" fmla="*/ 371694 w 5568534"/>
              <a:gd name="connsiteY8" fmla="*/ 602201 h 2520442"/>
              <a:gd name="connsiteX9" fmla="*/ 920334 w 5568534"/>
              <a:gd name="connsiteY9" fmla="*/ 830801 h 2520442"/>
              <a:gd name="connsiteX10" fmla="*/ 1339434 w 5568534"/>
              <a:gd name="connsiteY10" fmla="*/ 1379441 h 2520442"/>
              <a:gd name="connsiteX11" fmla="*/ 1598514 w 5568534"/>
              <a:gd name="connsiteY11" fmla="*/ 1867121 h 2520442"/>
              <a:gd name="connsiteX12" fmla="*/ 2238594 w 5568534"/>
              <a:gd name="connsiteY12" fmla="*/ 1653761 h 2520442"/>
              <a:gd name="connsiteX13" fmla="*/ 3541614 w 5568534"/>
              <a:gd name="connsiteY13" fmla="*/ 2309081 h 2520442"/>
              <a:gd name="connsiteX14" fmla="*/ 4036914 w 5568534"/>
              <a:gd name="connsiteY14" fmla="*/ 2126201 h 2520442"/>
              <a:gd name="connsiteX15" fmla="*/ 4433154 w 5568534"/>
              <a:gd name="connsiteY15" fmla="*/ 2217641 h 2520442"/>
              <a:gd name="connsiteX16" fmla="*/ 4524594 w 5568534"/>
              <a:gd name="connsiteY16" fmla="*/ 2385281 h 2520442"/>
              <a:gd name="connsiteX17" fmla="*/ 4623654 w 5568534"/>
              <a:gd name="connsiteY17" fmla="*/ 2453861 h 2520442"/>
              <a:gd name="connsiteX18" fmla="*/ 4955600 w 5568534"/>
              <a:gd name="connsiteY18" fmla="*/ 1379917 h 2520442"/>
              <a:gd name="connsiteX19" fmla="*/ 4936074 w 5568534"/>
              <a:gd name="connsiteY19" fmla="*/ 1470881 h 2520442"/>
              <a:gd name="connsiteX20" fmla="*/ 5003702 w 5568534"/>
              <a:gd name="connsiteY20" fmla="*/ 1282286 h 2520442"/>
              <a:gd name="connsiteX21" fmla="*/ 5004654 w 5568534"/>
              <a:gd name="connsiteY21" fmla="*/ 1242281 h 2520442"/>
              <a:gd name="connsiteX22" fmla="*/ 5240874 w 5568534"/>
              <a:gd name="connsiteY22" fmla="*/ 1166081 h 2520442"/>
              <a:gd name="connsiteX23" fmla="*/ 5461854 w 5568534"/>
              <a:gd name="connsiteY23" fmla="*/ 754601 h 2520442"/>
              <a:gd name="connsiteX24" fmla="*/ 5263734 w 5568534"/>
              <a:gd name="connsiteY24" fmla="*/ 708881 h 2520442"/>
              <a:gd name="connsiteX25" fmla="*/ 5324694 w 5568534"/>
              <a:gd name="connsiteY25" fmla="*/ 853661 h 2520442"/>
              <a:gd name="connsiteX26" fmla="*/ 5568534 w 5568534"/>
              <a:gd name="connsiteY26" fmla="*/ 465041 h 2520442"/>
              <a:gd name="connsiteX0" fmla="*/ 97374 w 5568534"/>
              <a:gd name="connsiteY0" fmla="*/ 594581 h 2520442"/>
              <a:gd name="connsiteX1" fmla="*/ 303114 w 5568534"/>
              <a:gd name="connsiteY1" fmla="*/ 411701 h 2520442"/>
              <a:gd name="connsiteX2" fmla="*/ 59274 w 5568534"/>
              <a:gd name="connsiteY2" fmla="*/ 167861 h 2520442"/>
              <a:gd name="connsiteX3" fmla="*/ 120234 w 5568534"/>
              <a:gd name="connsiteY3" fmla="*/ 106901 h 2520442"/>
              <a:gd name="connsiteX4" fmla="*/ 21174 w 5568534"/>
              <a:gd name="connsiteY4" fmla="*/ 221 h 2520442"/>
              <a:gd name="connsiteX5" fmla="*/ 5934 w 5568534"/>
              <a:gd name="connsiteY5" fmla="*/ 137381 h 2520442"/>
              <a:gd name="connsiteX6" fmla="*/ 97374 w 5568534"/>
              <a:gd name="connsiteY6" fmla="*/ 274541 h 2520442"/>
              <a:gd name="connsiteX7" fmla="*/ 265014 w 5568534"/>
              <a:gd name="connsiteY7" fmla="*/ 221201 h 2520442"/>
              <a:gd name="connsiteX8" fmla="*/ 371694 w 5568534"/>
              <a:gd name="connsiteY8" fmla="*/ 602201 h 2520442"/>
              <a:gd name="connsiteX9" fmla="*/ 920334 w 5568534"/>
              <a:gd name="connsiteY9" fmla="*/ 830801 h 2520442"/>
              <a:gd name="connsiteX10" fmla="*/ 1339434 w 5568534"/>
              <a:gd name="connsiteY10" fmla="*/ 1379441 h 2520442"/>
              <a:gd name="connsiteX11" fmla="*/ 1598514 w 5568534"/>
              <a:gd name="connsiteY11" fmla="*/ 1867121 h 2520442"/>
              <a:gd name="connsiteX12" fmla="*/ 2238594 w 5568534"/>
              <a:gd name="connsiteY12" fmla="*/ 1653761 h 2520442"/>
              <a:gd name="connsiteX13" fmla="*/ 3541614 w 5568534"/>
              <a:gd name="connsiteY13" fmla="*/ 2309081 h 2520442"/>
              <a:gd name="connsiteX14" fmla="*/ 4036914 w 5568534"/>
              <a:gd name="connsiteY14" fmla="*/ 2126201 h 2520442"/>
              <a:gd name="connsiteX15" fmla="*/ 4433154 w 5568534"/>
              <a:gd name="connsiteY15" fmla="*/ 2217641 h 2520442"/>
              <a:gd name="connsiteX16" fmla="*/ 4524594 w 5568534"/>
              <a:gd name="connsiteY16" fmla="*/ 2385281 h 2520442"/>
              <a:gd name="connsiteX17" fmla="*/ 4623654 w 5568534"/>
              <a:gd name="connsiteY17" fmla="*/ 2453861 h 2520442"/>
              <a:gd name="connsiteX18" fmla="*/ 4955600 w 5568534"/>
              <a:gd name="connsiteY18" fmla="*/ 1379917 h 2520442"/>
              <a:gd name="connsiteX19" fmla="*/ 4936074 w 5568534"/>
              <a:gd name="connsiteY19" fmla="*/ 1470881 h 2520442"/>
              <a:gd name="connsiteX20" fmla="*/ 5003702 w 5568534"/>
              <a:gd name="connsiteY20" fmla="*/ 1282286 h 2520442"/>
              <a:gd name="connsiteX21" fmla="*/ 5004654 w 5568534"/>
              <a:gd name="connsiteY21" fmla="*/ 1216087 h 2520442"/>
              <a:gd name="connsiteX22" fmla="*/ 5240874 w 5568534"/>
              <a:gd name="connsiteY22" fmla="*/ 1166081 h 2520442"/>
              <a:gd name="connsiteX23" fmla="*/ 5461854 w 5568534"/>
              <a:gd name="connsiteY23" fmla="*/ 754601 h 2520442"/>
              <a:gd name="connsiteX24" fmla="*/ 5263734 w 5568534"/>
              <a:gd name="connsiteY24" fmla="*/ 708881 h 2520442"/>
              <a:gd name="connsiteX25" fmla="*/ 5324694 w 5568534"/>
              <a:gd name="connsiteY25" fmla="*/ 853661 h 2520442"/>
              <a:gd name="connsiteX26" fmla="*/ 5568534 w 5568534"/>
              <a:gd name="connsiteY26" fmla="*/ 465041 h 2520442"/>
              <a:gd name="connsiteX0" fmla="*/ 97374 w 5568534"/>
              <a:gd name="connsiteY0" fmla="*/ 594581 h 2520442"/>
              <a:gd name="connsiteX1" fmla="*/ 303114 w 5568534"/>
              <a:gd name="connsiteY1" fmla="*/ 411701 h 2520442"/>
              <a:gd name="connsiteX2" fmla="*/ 59274 w 5568534"/>
              <a:gd name="connsiteY2" fmla="*/ 167861 h 2520442"/>
              <a:gd name="connsiteX3" fmla="*/ 120234 w 5568534"/>
              <a:gd name="connsiteY3" fmla="*/ 106901 h 2520442"/>
              <a:gd name="connsiteX4" fmla="*/ 21174 w 5568534"/>
              <a:gd name="connsiteY4" fmla="*/ 221 h 2520442"/>
              <a:gd name="connsiteX5" fmla="*/ 5934 w 5568534"/>
              <a:gd name="connsiteY5" fmla="*/ 137381 h 2520442"/>
              <a:gd name="connsiteX6" fmla="*/ 97374 w 5568534"/>
              <a:gd name="connsiteY6" fmla="*/ 274541 h 2520442"/>
              <a:gd name="connsiteX7" fmla="*/ 265014 w 5568534"/>
              <a:gd name="connsiteY7" fmla="*/ 221201 h 2520442"/>
              <a:gd name="connsiteX8" fmla="*/ 371694 w 5568534"/>
              <a:gd name="connsiteY8" fmla="*/ 602201 h 2520442"/>
              <a:gd name="connsiteX9" fmla="*/ 920334 w 5568534"/>
              <a:gd name="connsiteY9" fmla="*/ 830801 h 2520442"/>
              <a:gd name="connsiteX10" fmla="*/ 1339434 w 5568534"/>
              <a:gd name="connsiteY10" fmla="*/ 1379441 h 2520442"/>
              <a:gd name="connsiteX11" fmla="*/ 1598514 w 5568534"/>
              <a:gd name="connsiteY11" fmla="*/ 1867121 h 2520442"/>
              <a:gd name="connsiteX12" fmla="*/ 2238594 w 5568534"/>
              <a:gd name="connsiteY12" fmla="*/ 1653761 h 2520442"/>
              <a:gd name="connsiteX13" fmla="*/ 3541614 w 5568534"/>
              <a:gd name="connsiteY13" fmla="*/ 2309081 h 2520442"/>
              <a:gd name="connsiteX14" fmla="*/ 4036914 w 5568534"/>
              <a:gd name="connsiteY14" fmla="*/ 2126201 h 2520442"/>
              <a:gd name="connsiteX15" fmla="*/ 4433154 w 5568534"/>
              <a:gd name="connsiteY15" fmla="*/ 2217641 h 2520442"/>
              <a:gd name="connsiteX16" fmla="*/ 4524594 w 5568534"/>
              <a:gd name="connsiteY16" fmla="*/ 2385281 h 2520442"/>
              <a:gd name="connsiteX17" fmla="*/ 4623654 w 5568534"/>
              <a:gd name="connsiteY17" fmla="*/ 2453861 h 2520442"/>
              <a:gd name="connsiteX18" fmla="*/ 4955600 w 5568534"/>
              <a:gd name="connsiteY18" fmla="*/ 1379917 h 2520442"/>
              <a:gd name="connsiteX19" fmla="*/ 4936074 w 5568534"/>
              <a:gd name="connsiteY19" fmla="*/ 1470881 h 2520442"/>
              <a:gd name="connsiteX20" fmla="*/ 4979890 w 5568534"/>
              <a:gd name="connsiteY20" fmla="*/ 1275142 h 2520442"/>
              <a:gd name="connsiteX21" fmla="*/ 5004654 w 5568534"/>
              <a:gd name="connsiteY21" fmla="*/ 1216087 h 2520442"/>
              <a:gd name="connsiteX22" fmla="*/ 5240874 w 5568534"/>
              <a:gd name="connsiteY22" fmla="*/ 1166081 h 2520442"/>
              <a:gd name="connsiteX23" fmla="*/ 5461854 w 5568534"/>
              <a:gd name="connsiteY23" fmla="*/ 754601 h 2520442"/>
              <a:gd name="connsiteX24" fmla="*/ 5263734 w 5568534"/>
              <a:gd name="connsiteY24" fmla="*/ 708881 h 2520442"/>
              <a:gd name="connsiteX25" fmla="*/ 5324694 w 5568534"/>
              <a:gd name="connsiteY25" fmla="*/ 853661 h 2520442"/>
              <a:gd name="connsiteX26" fmla="*/ 5568534 w 5568534"/>
              <a:gd name="connsiteY26" fmla="*/ 465041 h 2520442"/>
              <a:gd name="connsiteX0" fmla="*/ 97374 w 5568534"/>
              <a:gd name="connsiteY0" fmla="*/ 594581 h 2520442"/>
              <a:gd name="connsiteX1" fmla="*/ 303114 w 5568534"/>
              <a:gd name="connsiteY1" fmla="*/ 411701 h 2520442"/>
              <a:gd name="connsiteX2" fmla="*/ 59274 w 5568534"/>
              <a:gd name="connsiteY2" fmla="*/ 167861 h 2520442"/>
              <a:gd name="connsiteX3" fmla="*/ 120234 w 5568534"/>
              <a:gd name="connsiteY3" fmla="*/ 106901 h 2520442"/>
              <a:gd name="connsiteX4" fmla="*/ 21174 w 5568534"/>
              <a:gd name="connsiteY4" fmla="*/ 221 h 2520442"/>
              <a:gd name="connsiteX5" fmla="*/ 5934 w 5568534"/>
              <a:gd name="connsiteY5" fmla="*/ 137381 h 2520442"/>
              <a:gd name="connsiteX6" fmla="*/ 97374 w 5568534"/>
              <a:gd name="connsiteY6" fmla="*/ 274541 h 2520442"/>
              <a:gd name="connsiteX7" fmla="*/ 265014 w 5568534"/>
              <a:gd name="connsiteY7" fmla="*/ 221201 h 2520442"/>
              <a:gd name="connsiteX8" fmla="*/ 371694 w 5568534"/>
              <a:gd name="connsiteY8" fmla="*/ 602201 h 2520442"/>
              <a:gd name="connsiteX9" fmla="*/ 920334 w 5568534"/>
              <a:gd name="connsiteY9" fmla="*/ 830801 h 2520442"/>
              <a:gd name="connsiteX10" fmla="*/ 1339434 w 5568534"/>
              <a:gd name="connsiteY10" fmla="*/ 1379441 h 2520442"/>
              <a:gd name="connsiteX11" fmla="*/ 1598514 w 5568534"/>
              <a:gd name="connsiteY11" fmla="*/ 1867121 h 2520442"/>
              <a:gd name="connsiteX12" fmla="*/ 2238594 w 5568534"/>
              <a:gd name="connsiteY12" fmla="*/ 1653761 h 2520442"/>
              <a:gd name="connsiteX13" fmla="*/ 3541614 w 5568534"/>
              <a:gd name="connsiteY13" fmla="*/ 2309081 h 2520442"/>
              <a:gd name="connsiteX14" fmla="*/ 4036914 w 5568534"/>
              <a:gd name="connsiteY14" fmla="*/ 2126201 h 2520442"/>
              <a:gd name="connsiteX15" fmla="*/ 4433154 w 5568534"/>
              <a:gd name="connsiteY15" fmla="*/ 2217641 h 2520442"/>
              <a:gd name="connsiteX16" fmla="*/ 4524594 w 5568534"/>
              <a:gd name="connsiteY16" fmla="*/ 2385281 h 2520442"/>
              <a:gd name="connsiteX17" fmla="*/ 4623654 w 5568534"/>
              <a:gd name="connsiteY17" fmla="*/ 2453861 h 2520442"/>
              <a:gd name="connsiteX18" fmla="*/ 4955600 w 5568534"/>
              <a:gd name="connsiteY18" fmla="*/ 1379917 h 2520442"/>
              <a:gd name="connsiteX19" fmla="*/ 4936074 w 5568534"/>
              <a:gd name="connsiteY19" fmla="*/ 1470881 h 2520442"/>
              <a:gd name="connsiteX20" fmla="*/ 4979890 w 5568534"/>
              <a:gd name="connsiteY20" fmla="*/ 1275142 h 2520442"/>
              <a:gd name="connsiteX21" fmla="*/ 5004654 w 5568534"/>
              <a:gd name="connsiteY21" fmla="*/ 1216087 h 2520442"/>
              <a:gd name="connsiteX22" fmla="*/ 5240874 w 5568534"/>
              <a:gd name="connsiteY22" fmla="*/ 1166081 h 2520442"/>
              <a:gd name="connsiteX23" fmla="*/ 5461854 w 5568534"/>
              <a:gd name="connsiteY23" fmla="*/ 754601 h 2520442"/>
              <a:gd name="connsiteX24" fmla="*/ 5263734 w 5568534"/>
              <a:gd name="connsiteY24" fmla="*/ 708881 h 2520442"/>
              <a:gd name="connsiteX25" fmla="*/ 5324694 w 5568534"/>
              <a:gd name="connsiteY25" fmla="*/ 853661 h 2520442"/>
              <a:gd name="connsiteX26" fmla="*/ 5568534 w 5568534"/>
              <a:gd name="connsiteY26" fmla="*/ 465041 h 2520442"/>
              <a:gd name="connsiteX0" fmla="*/ 131939 w 5603099"/>
              <a:gd name="connsiteY0" fmla="*/ 594626 h 2520487"/>
              <a:gd name="connsiteX1" fmla="*/ 337679 w 5603099"/>
              <a:gd name="connsiteY1" fmla="*/ 411746 h 2520487"/>
              <a:gd name="connsiteX2" fmla="*/ 93839 w 5603099"/>
              <a:gd name="connsiteY2" fmla="*/ 167906 h 2520487"/>
              <a:gd name="connsiteX3" fmla="*/ 154799 w 5603099"/>
              <a:gd name="connsiteY3" fmla="*/ 106946 h 2520487"/>
              <a:gd name="connsiteX4" fmla="*/ 55739 w 5603099"/>
              <a:gd name="connsiteY4" fmla="*/ 266 h 2520487"/>
              <a:gd name="connsiteX5" fmla="*/ 2399 w 5603099"/>
              <a:gd name="connsiteY5" fmla="*/ 140601 h 2520487"/>
              <a:gd name="connsiteX6" fmla="*/ 131939 w 5603099"/>
              <a:gd name="connsiteY6" fmla="*/ 274586 h 2520487"/>
              <a:gd name="connsiteX7" fmla="*/ 299579 w 5603099"/>
              <a:gd name="connsiteY7" fmla="*/ 221246 h 2520487"/>
              <a:gd name="connsiteX8" fmla="*/ 406259 w 5603099"/>
              <a:gd name="connsiteY8" fmla="*/ 602246 h 2520487"/>
              <a:gd name="connsiteX9" fmla="*/ 954899 w 5603099"/>
              <a:gd name="connsiteY9" fmla="*/ 830846 h 2520487"/>
              <a:gd name="connsiteX10" fmla="*/ 1373999 w 5603099"/>
              <a:gd name="connsiteY10" fmla="*/ 1379486 h 2520487"/>
              <a:gd name="connsiteX11" fmla="*/ 1633079 w 5603099"/>
              <a:gd name="connsiteY11" fmla="*/ 1867166 h 2520487"/>
              <a:gd name="connsiteX12" fmla="*/ 2273159 w 5603099"/>
              <a:gd name="connsiteY12" fmla="*/ 1653806 h 2520487"/>
              <a:gd name="connsiteX13" fmla="*/ 3576179 w 5603099"/>
              <a:gd name="connsiteY13" fmla="*/ 2309126 h 2520487"/>
              <a:gd name="connsiteX14" fmla="*/ 4071479 w 5603099"/>
              <a:gd name="connsiteY14" fmla="*/ 2126246 h 2520487"/>
              <a:gd name="connsiteX15" fmla="*/ 4467719 w 5603099"/>
              <a:gd name="connsiteY15" fmla="*/ 2217686 h 2520487"/>
              <a:gd name="connsiteX16" fmla="*/ 4559159 w 5603099"/>
              <a:gd name="connsiteY16" fmla="*/ 2385326 h 2520487"/>
              <a:gd name="connsiteX17" fmla="*/ 4658219 w 5603099"/>
              <a:gd name="connsiteY17" fmla="*/ 2453906 h 2520487"/>
              <a:gd name="connsiteX18" fmla="*/ 4990165 w 5603099"/>
              <a:gd name="connsiteY18" fmla="*/ 1379962 h 2520487"/>
              <a:gd name="connsiteX19" fmla="*/ 4970639 w 5603099"/>
              <a:gd name="connsiteY19" fmla="*/ 1470926 h 2520487"/>
              <a:gd name="connsiteX20" fmla="*/ 5014455 w 5603099"/>
              <a:gd name="connsiteY20" fmla="*/ 1275187 h 2520487"/>
              <a:gd name="connsiteX21" fmla="*/ 5039219 w 5603099"/>
              <a:gd name="connsiteY21" fmla="*/ 1216132 h 2520487"/>
              <a:gd name="connsiteX22" fmla="*/ 5275439 w 5603099"/>
              <a:gd name="connsiteY22" fmla="*/ 1166126 h 2520487"/>
              <a:gd name="connsiteX23" fmla="*/ 5496419 w 5603099"/>
              <a:gd name="connsiteY23" fmla="*/ 754646 h 2520487"/>
              <a:gd name="connsiteX24" fmla="*/ 5298299 w 5603099"/>
              <a:gd name="connsiteY24" fmla="*/ 708926 h 2520487"/>
              <a:gd name="connsiteX25" fmla="*/ 5359259 w 5603099"/>
              <a:gd name="connsiteY25" fmla="*/ 853706 h 2520487"/>
              <a:gd name="connsiteX26" fmla="*/ 5603099 w 5603099"/>
              <a:gd name="connsiteY26" fmla="*/ 465086 h 2520487"/>
              <a:gd name="connsiteX0" fmla="*/ 130423 w 5601583"/>
              <a:gd name="connsiteY0" fmla="*/ 594626 h 2520487"/>
              <a:gd name="connsiteX1" fmla="*/ 336163 w 5601583"/>
              <a:gd name="connsiteY1" fmla="*/ 411746 h 2520487"/>
              <a:gd name="connsiteX2" fmla="*/ 92323 w 5601583"/>
              <a:gd name="connsiteY2" fmla="*/ 167906 h 2520487"/>
              <a:gd name="connsiteX3" fmla="*/ 153283 w 5601583"/>
              <a:gd name="connsiteY3" fmla="*/ 106946 h 2520487"/>
              <a:gd name="connsiteX4" fmla="*/ 54223 w 5601583"/>
              <a:gd name="connsiteY4" fmla="*/ 266 h 2520487"/>
              <a:gd name="connsiteX5" fmla="*/ 883 w 5601583"/>
              <a:gd name="connsiteY5" fmla="*/ 140601 h 2520487"/>
              <a:gd name="connsiteX6" fmla="*/ 95498 w 5601583"/>
              <a:gd name="connsiteY6" fmla="*/ 299986 h 2520487"/>
              <a:gd name="connsiteX7" fmla="*/ 298063 w 5601583"/>
              <a:gd name="connsiteY7" fmla="*/ 221246 h 2520487"/>
              <a:gd name="connsiteX8" fmla="*/ 404743 w 5601583"/>
              <a:gd name="connsiteY8" fmla="*/ 602246 h 2520487"/>
              <a:gd name="connsiteX9" fmla="*/ 953383 w 5601583"/>
              <a:gd name="connsiteY9" fmla="*/ 830846 h 2520487"/>
              <a:gd name="connsiteX10" fmla="*/ 1372483 w 5601583"/>
              <a:gd name="connsiteY10" fmla="*/ 1379486 h 2520487"/>
              <a:gd name="connsiteX11" fmla="*/ 1631563 w 5601583"/>
              <a:gd name="connsiteY11" fmla="*/ 1867166 h 2520487"/>
              <a:gd name="connsiteX12" fmla="*/ 2271643 w 5601583"/>
              <a:gd name="connsiteY12" fmla="*/ 1653806 h 2520487"/>
              <a:gd name="connsiteX13" fmla="*/ 3574663 w 5601583"/>
              <a:gd name="connsiteY13" fmla="*/ 2309126 h 2520487"/>
              <a:gd name="connsiteX14" fmla="*/ 4069963 w 5601583"/>
              <a:gd name="connsiteY14" fmla="*/ 2126246 h 2520487"/>
              <a:gd name="connsiteX15" fmla="*/ 4466203 w 5601583"/>
              <a:gd name="connsiteY15" fmla="*/ 2217686 h 2520487"/>
              <a:gd name="connsiteX16" fmla="*/ 4557643 w 5601583"/>
              <a:gd name="connsiteY16" fmla="*/ 2385326 h 2520487"/>
              <a:gd name="connsiteX17" fmla="*/ 4656703 w 5601583"/>
              <a:gd name="connsiteY17" fmla="*/ 2453906 h 2520487"/>
              <a:gd name="connsiteX18" fmla="*/ 4988649 w 5601583"/>
              <a:gd name="connsiteY18" fmla="*/ 1379962 h 2520487"/>
              <a:gd name="connsiteX19" fmla="*/ 4969123 w 5601583"/>
              <a:gd name="connsiteY19" fmla="*/ 1470926 h 2520487"/>
              <a:gd name="connsiteX20" fmla="*/ 5012939 w 5601583"/>
              <a:gd name="connsiteY20" fmla="*/ 1275187 h 2520487"/>
              <a:gd name="connsiteX21" fmla="*/ 5037703 w 5601583"/>
              <a:gd name="connsiteY21" fmla="*/ 1216132 h 2520487"/>
              <a:gd name="connsiteX22" fmla="*/ 5273923 w 5601583"/>
              <a:gd name="connsiteY22" fmla="*/ 1166126 h 2520487"/>
              <a:gd name="connsiteX23" fmla="*/ 5494903 w 5601583"/>
              <a:gd name="connsiteY23" fmla="*/ 754646 h 2520487"/>
              <a:gd name="connsiteX24" fmla="*/ 5296783 w 5601583"/>
              <a:gd name="connsiteY24" fmla="*/ 708926 h 2520487"/>
              <a:gd name="connsiteX25" fmla="*/ 5357743 w 5601583"/>
              <a:gd name="connsiteY25" fmla="*/ 853706 h 2520487"/>
              <a:gd name="connsiteX26" fmla="*/ 5601583 w 5601583"/>
              <a:gd name="connsiteY26" fmla="*/ 465086 h 2520487"/>
              <a:gd name="connsiteX0" fmla="*/ 168134 w 5639294"/>
              <a:gd name="connsiteY0" fmla="*/ 594582 h 2520443"/>
              <a:gd name="connsiteX1" fmla="*/ 373874 w 5639294"/>
              <a:gd name="connsiteY1" fmla="*/ 411702 h 2520443"/>
              <a:gd name="connsiteX2" fmla="*/ 130034 w 5639294"/>
              <a:gd name="connsiteY2" fmla="*/ 167862 h 2520443"/>
              <a:gd name="connsiteX3" fmla="*/ 190994 w 5639294"/>
              <a:gd name="connsiteY3" fmla="*/ 106902 h 2520443"/>
              <a:gd name="connsiteX4" fmla="*/ 91934 w 5639294"/>
              <a:gd name="connsiteY4" fmla="*/ 222 h 2520443"/>
              <a:gd name="connsiteX5" fmla="*/ 494 w 5639294"/>
              <a:gd name="connsiteY5" fmla="*/ 137382 h 2520443"/>
              <a:gd name="connsiteX6" fmla="*/ 133209 w 5639294"/>
              <a:gd name="connsiteY6" fmla="*/ 299942 h 2520443"/>
              <a:gd name="connsiteX7" fmla="*/ 335774 w 5639294"/>
              <a:gd name="connsiteY7" fmla="*/ 221202 h 2520443"/>
              <a:gd name="connsiteX8" fmla="*/ 442454 w 5639294"/>
              <a:gd name="connsiteY8" fmla="*/ 602202 h 2520443"/>
              <a:gd name="connsiteX9" fmla="*/ 991094 w 5639294"/>
              <a:gd name="connsiteY9" fmla="*/ 830802 h 2520443"/>
              <a:gd name="connsiteX10" fmla="*/ 1410194 w 5639294"/>
              <a:gd name="connsiteY10" fmla="*/ 1379442 h 2520443"/>
              <a:gd name="connsiteX11" fmla="*/ 1669274 w 5639294"/>
              <a:gd name="connsiteY11" fmla="*/ 1867122 h 2520443"/>
              <a:gd name="connsiteX12" fmla="*/ 2309354 w 5639294"/>
              <a:gd name="connsiteY12" fmla="*/ 1653762 h 2520443"/>
              <a:gd name="connsiteX13" fmla="*/ 3612374 w 5639294"/>
              <a:gd name="connsiteY13" fmla="*/ 2309082 h 2520443"/>
              <a:gd name="connsiteX14" fmla="*/ 4107674 w 5639294"/>
              <a:gd name="connsiteY14" fmla="*/ 2126202 h 2520443"/>
              <a:gd name="connsiteX15" fmla="*/ 4503914 w 5639294"/>
              <a:gd name="connsiteY15" fmla="*/ 2217642 h 2520443"/>
              <a:gd name="connsiteX16" fmla="*/ 4595354 w 5639294"/>
              <a:gd name="connsiteY16" fmla="*/ 2385282 h 2520443"/>
              <a:gd name="connsiteX17" fmla="*/ 4694414 w 5639294"/>
              <a:gd name="connsiteY17" fmla="*/ 2453862 h 2520443"/>
              <a:gd name="connsiteX18" fmla="*/ 5026360 w 5639294"/>
              <a:gd name="connsiteY18" fmla="*/ 1379918 h 2520443"/>
              <a:gd name="connsiteX19" fmla="*/ 5006834 w 5639294"/>
              <a:gd name="connsiteY19" fmla="*/ 1470882 h 2520443"/>
              <a:gd name="connsiteX20" fmla="*/ 5050650 w 5639294"/>
              <a:gd name="connsiteY20" fmla="*/ 1275143 h 2520443"/>
              <a:gd name="connsiteX21" fmla="*/ 5075414 w 5639294"/>
              <a:gd name="connsiteY21" fmla="*/ 1216088 h 2520443"/>
              <a:gd name="connsiteX22" fmla="*/ 5311634 w 5639294"/>
              <a:gd name="connsiteY22" fmla="*/ 1166082 h 2520443"/>
              <a:gd name="connsiteX23" fmla="*/ 5532614 w 5639294"/>
              <a:gd name="connsiteY23" fmla="*/ 754602 h 2520443"/>
              <a:gd name="connsiteX24" fmla="*/ 5334494 w 5639294"/>
              <a:gd name="connsiteY24" fmla="*/ 708882 h 2520443"/>
              <a:gd name="connsiteX25" fmla="*/ 5395454 w 5639294"/>
              <a:gd name="connsiteY25" fmla="*/ 853662 h 2520443"/>
              <a:gd name="connsiteX26" fmla="*/ 5639294 w 5639294"/>
              <a:gd name="connsiteY26" fmla="*/ 465042 h 2520443"/>
              <a:gd name="connsiteX0" fmla="*/ 168911 w 5640071"/>
              <a:gd name="connsiteY0" fmla="*/ 594582 h 2520443"/>
              <a:gd name="connsiteX1" fmla="*/ 374651 w 5640071"/>
              <a:gd name="connsiteY1" fmla="*/ 411702 h 2520443"/>
              <a:gd name="connsiteX2" fmla="*/ 130811 w 5640071"/>
              <a:gd name="connsiteY2" fmla="*/ 167862 h 2520443"/>
              <a:gd name="connsiteX3" fmla="*/ 191771 w 5640071"/>
              <a:gd name="connsiteY3" fmla="*/ 106902 h 2520443"/>
              <a:gd name="connsiteX4" fmla="*/ 92711 w 5640071"/>
              <a:gd name="connsiteY4" fmla="*/ 222 h 2520443"/>
              <a:gd name="connsiteX5" fmla="*/ 1271 w 5640071"/>
              <a:gd name="connsiteY5" fmla="*/ 137382 h 2520443"/>
              <a:gd name="connsiteX6" fmla="*/ 162561 w 5640071"/>
              <a:gd name="connsiteY6" fmla="*/ 290417 h 2520443"/>
              <a:gd name="connsiteX7" fmla="*/ 336551 w 5640071"/>
              <a:gd name="connsiteY7" fmla="*/ 221202 h 2520443"/>
              <a:gd name="connsiteX8" fmla="*/ 443231 w 5640071"/>
              <a:gd name="connsiteY8" fmla="*/ 602202 h 2520443"/>
              <a:gd name="connsiteX9" fmla="*/ 991871 w 5640071"/>
              <a:gd name="connsiteY9" fmla="*/ 830802 h 2520443"/>
              <a:gd name="connsiteX10" fmla="*/ 1410971 w 5640071"/>
              <a:gd name="connsiteY10" fmla="*/ 1379442 h 2520443"/>
              <a:gd name="connsiteX11" fmla="*/ 1670051 w 5640071"/>
              <a:gd name="connsiteY11" fmla="*/ 1867122 h 2520443"/>
              <a:gd name="connsiteX12" fmla="*/ 2310131 w 5640071"/>
              <a:gd name="connsiteY12" fmla="*/ 1653762 h 2520443"/>
              <a:gd name="connsiteX13" fmla="*/ 3613151 w 5640071"/>
              <a:gd name="connsiteY13" fmla="*/ 2309082 h 2520443"/>
              <a:gd name="connsiteX14" fmla="*/ 4108451 w 5640071"/>
              <a:gd name="connsiteY14" fmla="*/ 2126202 h 2520443"/>
              <a:gd name="connsiteX15" fmla="*/ 4504691 w 5640071"/>
              <a:gd name="connsiteY15" fmla="*/ 2217642 h 2520443"/>
              <a:gd name="connsiteX16" fmla="*/ 4596131 w 5640071"/>
              <a:gd name="connsiteY16" fmla="*/ 2385282 h 2520443"/>
              <a:gd name="connsiteX17" fmla="*/ 4695191 w 5640071"/>
              <a:gd name="connsiteY17" fmla="*/ 2453862 h 2520443"/>
              <a:gd name="connsiteX18" fmla="*/ 5027137 w 5640071"/>
              <a:gd name="connsiteY18" fmla="*/ 1379918 h 2520443"/>
              <a:gd name="connsiteX19" fmla="*/ 5007611 w 5640071"/>
              <a:gd name="connsiteY19" fmla="*/ 1470882 h 2520443"/>
              <a:gd name="connsiteX20" fmla="*/ 5051427 w 5640071"/>
              <a:gd name="connsiteY20" fmla="*/ 1275143 h 2520443"/>
              <a:gd name="connsiteX21" fmla="*/ 5076191 w 5640071"/>
              <a:gd name="connsiteY21" fmla="*/ 1216088 h 2520443"/>
              <a:gd name="connsiteX22" fmla="*/ 5312411 w 5640071"/>
              <a:gd name="connsiteY22" fmla="*/ 1166082 h 2520443"/>
              <a:gd name="connsiteX23" fmla="*/ 5533391 w 5640071"/>
              <a:gd name="connsiteY23" fmla="*/ 754602 h 2520443"/>
              <a:gd name="connsiteX24" fmla="*/ 5335271 w 5640071"/>
              <a:gd name="connsiteY24" fmla="*/ 708882 h 2520443"/>
              <a:gd name="connsiteX25" fmla="*/ 5396231 w 5640071"/>
              <a:gd name="connsiteY25" fmla="*/ 853662 h 2520443"/>
              <a:gd name="connsiteX26" fmla="*/ 5640071 w 5640071"/>
              <a:gd name="connsiteY26" fmla="*/ 465042 h 2520443"/>
              <a:gd name="connsiteX0" fmla="*/ 153286 w 5624446"/>
              <a:gd name="connsiteY0" fmla="*/ 594414 h 2520275"/>
              <a:gd name="connsiteX1" fmla="*/ 359026 w 5624446"/>
              <a:gd name="connsiteY1" fmla="*/ 411534 h 2520275"/>
              <a:gd name="connsiteX2" fmla="*/ 115186 w 5624446"/>
              <a:gd name="connsiteY2" fmla="*/ 167694 h 2520275"/>
              <a:gd name="connsiteX3" fmla="*/ 176146 w 5624446"/>
              <a:gd name="connsiteY3" fmla="*/ 106734 h 2520275"/>
              <a:gd name="connsiteX4" fmla="*/ 77086 w 5624446"/>
              <a:gd name="connsiteY4" fmla="*/ 54 h 2520275"/>
              <a:gd name="connsiteX5" fmla="*/ 1521 w 5624446"/>
              <a:gd name="connsiteY5" fmla="*/ 121339 h 2520275"/>
              <a:gd name="connsiteX6" fmla="*/ 146936 w 5624446"/>
              <a:gd name="connsiteY6" fmla="*/ 290249 h 2520275"/>
              <a:gd name="connsiteX7" fmla="*/ 320926 w 5624446"/>
              <a:gd name="connsiteY7" fmla="*/ 221034 h 2520275"/>
              <a:gd name="connsiteX8" fmla="*/ 427606 w 5624446"/>
              <a:gd name="connsiteY8" fmla="*/ 602034 h 2520275"/>
              <a:gd name="connsiteX9" fmla="*/ 976246 w 5624446"/>
              <a:gd name="connsiteY9" fmla="*/ 830634 h 2520275"/>
              <a:gd name="connsiteX10" fmla="*/ 1395346 w 5624446"/>
              <a:gd name="connsiteY10" fmla="*/ 1379274 h 2520275"/>
              <a:gd name="connsiteX11" fmla="*/ 1654426 w 5624446"/>
              <a:gd name="connsiteY11" fmla="*/ 1866954 h 2520275"/>
              <a:gd name="connsiteX12" fmla="*/ 2294506 w 5624446"/>
              <a:gd name="connsiteY12" fmla="*/ 1653594 h 2520275"/>
              <a:gd name="connsiteX13" fmla="*/ 3597526 w 5624446"/>
              <a:gd name="connsiteY13" fmla="*/ 2308914 h 2520275"/>
              <a:gd name="connsiteX14" fmla="*/ 4092826 w 5624446"/>
              <a:gd name="connsiteY14" fmla="*/ 2126034 h 2520275"/>
              <a:gd name="connsiteX15" fmla="*/ 4489066 w 5624446"/>
              <a:gd name="connsiteY15" fmla="*/ 2217474 h 2520275"/>
              <a:gd name="connsiteX16" fmla="*/ 4580506 w 5624446"/>
              <a:gd name="connsiteY16" fmla="*/ 2385114 h 2520275"/>
              <a:gd name="connsiteX17" fmla="*/ 4679566 w 5624446"/>
              <a:gd name="connsiteY17" fmla="*/ 2453694 h 2520275"/>
              <a:gd name="connsiteX18" fmla="*/ 5011512 w 5624446"/>
              <a:gd name="connsiteY18" fmla="*/ 1379750 h 2520275"/>
              <a:gd name="connsiteX19" fmla="*/ 4991986 w 5624446"/>
              <a:gd name="connsiteY19" fmla="*/ 1470714 h 2520275"/>
              <a:gd name="connsiteX20" fmla="*/ 5035802 w 5624446"/>
              <a:gd name="connsiteY20" fmla="*/ 1274975 h 2520275"/>
              <a:gd name="connsiteX21" fmla="*/ 5060566 w 5624446"/>
              <a:gd name="connsiteY21" fmla="*/ 1215920 h 2520275"/>
              <a:gd name="connsiteX22" fmla="*/ 5296786 w 5624446"/>
              <a:gd name="connsiteY22" fmla="*/ 1165914 h 2520275"/>
              <a:gd name="connsiteX23" fmla="*/ 5517766 w 5624446"/>
              <a:gd name="connsiteY23" fmla="*/ 754434 h 2520275"/>
              <a:gd name="connsiteX24" fmla="*/ 5319646 w 5624446"/>
              <a:gd name="connsiteY24" fmla="*/ 708714 h 2520275"/>
              <a:gd name="connsiteX25" fmla="*/ 5380606 w 5624446"/>
              <a:gd name="connsiteY25" fmla="*/ 853494 h 2520275"/>
              <a:gd name="connsiteX26" fmla="*/ 5624446 w 5624446"/>
              <a:gd name="connsiteY26" fmla="*/ 464874 h 2520275"/>
              <a:gd name="connsiteX0" fmla="*/ 152642 w 5623802"/>
              <a:gd name="connsiteY0" fmla="*/ 594414 h 2520275"/>
              <a:gd name="connsiteX1" fmla="*/ 358382 w 5623802"/>
              <a:gd name="connsiteY1" fmla="*/ 411534 h 2520275"/>
              <a:gd name="connsiteX2" fmla="*/ 114542 w 5623802"/>
              <a:gd name="connsiteY2" fmla="*/ 167694 h 2520275"/>
              <a:gd name="connsiteX3" fmla="*/ 175502 w 5623802"/>
              <a:gd name="connsiteY3" fmla="*/ 106734 h 2520275"/>
              <a:gd name="connsiteX4" fmla="*/ 76442 w 5623802"/>
              <a:gd name="connsiteY4" fmla="*/ 54 h 2520275"/>
              <a:gd name="connsiteX5" fmla="*/ 877 w 5623802"/>
              <a:gd name="connsiteY5" fmla="*/ 121339 h 2520275"/>
              <a:gd name="connsiteX6" fmla="*/ 127242 w 5623802"/>
              <a:gd name="connsiteY6" fmla="*/ 296599 h 2520275"/>
              <a:gd name="connsiteX7" fmla="*/ 320282 w 5623802"/>
              <a:gd name="connsiteY7" fmla="*/ 221034 h 2520275"/>
              <a:gd name="connsiteX8" fmla="*/ 426962 w 5623802"/>
              <a:gd name="connsiteY8" fmla="*/ 602034 h 2520275"/>
              <a:gd name="connsiteX9" fmla="*/ 975602 w 5623802"/>
              <a:gd name="connsiteY9" fmla="*/ 830634 h 2520275"/>
              <a:gd name="connsiteX10" fmla="*/ 1394702 w 5623802"/>
              <a:gd name="connsiteY10" fmla="*/ 1379274 h 2520275"/>
              <a:gd name="connsiteX11" fmla="*/ 1653782 w 5623802"/>
              <a:gd name="connsiteY11" fmla="*/ 1866954 h 2520275"/>
              <a:gd name="connsiteX12" fmla="*/ 2293862 w 5623802"/>
              <a:gd name="connsiteY12" fmla="*/ 1653594 h 2520275"/>
              <a:gd name="connsiteX13" fmla="*/ 3596882 w 5623802"/>
              <a:gd name="connsiteY13" fmla="*/ 2308914 h 2520275"/>
              <a:gd name="connsiteX14" fmla="*/ 4092182 w 5623802"/>
              <a:gd name="connsiteY14" fmla="*/ 2126034 h 2520275"/>
              <a:gd name="connsiteX15" fmla="*/ 4488422 w 5623802"/>
              <a:gd name="connsiteY15" fmla="*/ 2217474 h 2520275"/>
              <a:gd name="connsiteX16" fmla="*/ 4579862 w 5623802"/>
              <a:gd name="connsiteY16" fmla="*/ 2385114 h 2520275"/>
              <a:gd name="connsiteX17" fmla="*/ 4678922 w 5623802"/>
              <a:gd name="connsiteY17" fmla="*/ 2453694 h 2520275"/>
              <a:gd name="connsiteX18" fmla="*/ 5010868 w 5623802"/>
              <a:gd name="connsiteY18" fmla="*/ 1379750 h 2520275"/>
              <a:gd name="connsiteX19" fmla="*/ 4991342 w 5623802"/>
              <a:gd name="connsiteY19" fmla="*/ 1470714 h 2520275"/>
              <a:gd name="connsiteX20" fmla="*/ 5035158 w 5623802"/>
              <a:gd name="connsiteY20" fmla="*/ 1274975 h 2520275"/>
              <a:gd name="connsiteX21" fmla="*/ 5059922 w 5623802"/>
              <a:gd name="connsiteY21" fmla="*/ 1215920 h 2520275"/>
              <a:gd name="connsiteX22" fmla="*/ 5296142 w 5623802"/>
              <a:gd name="connsiteY22" fmla="*/ 1165914 h 2520275"/>
              <a:gd name="connsiteX23" fmla="*/ 5517122 w 5623802"/>
              <a:gd name="connsiteY23" fmla="*/ 754434 h 2520275"/>
              <a:gd name="connsiteX24" fmla="*/ 5319002 w 5623802"/>
              <a:gd name="connsiteY24" fmla="*/ 708714 h 2520275"/>
              <a:gd name="connsiteX25" fmla="*/ 5379962 w 5623802"/>
              <a:gd name="connsiteY25" fmla="*/ 853494 h 2520275"/>
              <a:gd name="connsiteX26" fmla="*/ 5623802 w 5623802"/>
              <a:gd name="connsiteY26" fmla="*/ 464874 h 2520275"/>
              <a:gd name="connsiteX0" fmla="*/ 152642 w 5623802"/>
              <a:gd name="connsiteY0" fmla="*/ 594414 h 2520275"/>
              <a:gd name="connsiteX1" fmla="*/ 402832 w 5623802"/>
              <a:gd name="connsiteY1" fmla="*/ 417884 h 2520275"/>
              <a:gd name="connsiteX2" fmla="*/ 114542 w 5623802"/>
              <a:gd name="connsiteY2" fmla="*/ 167694 h 2520275"/>
              <a:gd name="connsiteX3" fmla="*/ 175502 w 5623802"/>
              <a:gd name="connsiteY3" fmla="*/ 106734 h 2520275"/>
              <a:gd name="connsiteX4" fmla="*/ 76442 w 5623802"/>
              <a:gd name="connsiteY4" fmla="*/ 54 h 2520275"/>
              <a:gd name="connsiteX5" fmla="*/ 877 w 5623802"/>
              <a:gd name="connsiteY5" fmla="*/ 121339 h 2520275"/>
              <a:gd name="connsiteX6" fmla="*/ 127242 w 5623802"/>
              <a:gd name="connsiteY6" fmla="*/ 296599 h 2520275"/>
              <a:gd name="connsiteX7" fmla="*/ 320282 w 5623802"/>
              <a:gd name="connsiteY7" fmla="*/ 221034 h 2520275"/>
              <a:gd name="connsiteX8" fmla="*/ 426962 w 5623802"/>
              <a:gd name="connsiteY8" fmla="*/ 602034 h 2520275"/>
              <a:gd name="connsiteX9" fmla="*/ 975602 w 5623802"/>
              <a:gd name="connsiteY9" fmla="*/ 830634 h 2520275"/>
              <a:gd name="connsiteX10" fmla="*/ 1394702 w 5623802"/>
              <a:gd name="connsiteY10" fmla="*/ 1379274 h 2520275"/>
              <a:gd name="connsiteX11" fmla="*/ 1653782 w 5623802"/>
              <a:gd name="connsiteY11" fmla="*/ 1866954 h 2520275"/>
              <a:gd name="connsiteX12" fmla="*/ 2293862 w 5623802"/>
              <a:gd name="connsiteY12" fmla="*/ 1653594 h 2520275"/>
              <a:gd name="connsiteX13" fmla="*/ 3596882 w 5623802"/>
              <a:gd name="connsiteY13" fmla="*/ 2308914 h 2520275"/>
              <a:gd name="connsiteX14" fmla="*/ 4092182 w 5623802"/>
              <a:gd name="connsiteY14" fmla="*/ 2126034 h 2520275"/>
              <a:gd name="connsiteX15" fmla="*/ 4488422 w 5623802"/>
              <a:gd name="connsiteY15" fmla="*/ 2217474 h 2520275"/>
              <a:gd name="connsiteX16" fmla="*/ 4579862 w 5623802"/>
              <a:gd name="connsiteY16" fmla="*/ 2385114 h 2520275"/>
              <a:gd name="connsiteX17" fmla="*/ 4678922 w 5623802"/>
              <a:gd name="connsiteY17" fmla="*/ 2453694 h 2520275"/>
              <a:gd name="connsiteX18" fmla="*/ 5010868 w 5623802"/>
              <a:gd name="connsiteY18" fmla="*/ 1379750 h 2520275"/>
              <a:gd name="connsiteX19" fmla="*/ 4991342 w 5623802"/>
              <a:gd name="connsiteY19" fmla="*/ 1470714 h 2520275"/>
              <a:gd name="connsiteX20" fmla="*/ 5035158 w 5623802"/>
              <a:gd name="connsiteY20" fmla="*/ 1274975 h 2520275"/>
              <a:gd name="connsiteX21" fmla="*/ 5059922 w 5623802"/>
              <a:gd name="connsiteY21" fmla="*/ 1215920 h 2520275"/>
              <a:gd name="connsiteX22" fmla="*/ 5296142 w 5623802"/>
              <a:gd name="connsiteY22" fmla="*/ 1165914 h 2520275"/>
              <a:gd name="connsiteX23" fmla="*/ 5517122 w 5623802"/>
              <a:gd name="connsiteY23" fmla="*/ 754434 h 2520275"/>
              <a:gd name="connsiteX24" fmla="*/ 5319002 w 5623802"/>
              <a:gd name="connsiteY24" fmla="*/ 708714 h 2520275"/>
              <a:gd name="connsiteX25" fmla="*/ 5379962 w 5623802"/>
              <a:gd name="connsiteY25" fmla="*/ 853494 h 2520275"/>
              <a:gd name="connsiteX26" fmla="*/ 5623802 w 5623802"/>
              <a:gd name="connsiteY26" fmla="*/ 464874 h 2520275"/>
              <a:gd name="connsiteX0" fmla="*/ 152642 w 5623802"/>
              <a:gd name="connsiteY0" fmla="*/ 594414 h 2520275"/>
              <a:gd name="connsiteX1" fmla="*/ 323457 w 5623802"/>
              <a:gd name="connsiteY1" fmla="*/ 436934 h 2520275"/>
              <a:gd name="connsiteX2" fmla="*/ 114542 w 5623802"/>
              <a:gd name="connsiteY2" fmla="*/ 167694 h 2520275"/>
              <a:gd name="connsiteX3" fmla="*/ 175502 w 5623802"/>
              <a:gd name="connsiteY3" fmla="*/ 106734 h 2520275"/>
              <a:gd name="connsiteX4" fmla="*/ 76442 w 5623802"/>
              <a:gd name="connsiteY4" fmla="*/ 54 h 2520275"/>
              <a:gd name="connsiteX5" fmla="*/ 877 w 5623802"/>
              <a:gd name="connsiteY5" fmla="*/ 121339 h 2520275"/>
              <a:gd name="connsiteX6" fmla="*/ 127242 w 5623802"/>
              <a:gd name="connsiteY6" fmla="*/ 296599 h 2520275"/>
              <a:gd name="connsiteX7" fmla="*/ 320282 w 5623802"/>
              <a:gd name="connsiteY7" fmla="*/ 221034 h 2520275"/>
              <a:gd name="connsiteX8" fmla="*/ 426962 w 5623802"/>
              <a:gd name="connsiteY8" fmla="*/ 602034 h 2520275"/>
              <a:gd name="connsiteX9" fmla="*/ 975602 w 5623802"/>
              <a:gd name="connsiteY9" fmla="*/ 830634 h 2520275"/>
              <a:gd name="connsiteX10" fmla="*/ 1394702 w 5623802"/>
              <a:gd name="connsiteY10" fmla="*/ 1379274 h 2520275"/>
              <a:gd name="connsiteX11" fmla="*/ 1653782 w 5623802"/>
              <a:gd name="connsiteY11" fmla="*/ 1866954 h 2520275"/>
              <a:gd name="connsiteX12" fmla="*/ 2293862 w 5623802"/>
              <a:gd name="connsiteY12" fmla="*/ 1653594 h 2520275"/>
              <a:gd name="connsiteX13" fmla="*/ 3596882 w 5623802"/>
              <a:gd name="connsiteY13" fmla="*/ 2308914 h 2520275"/>
              <a:gd name="connsiteX14" fmla="*/ 4092182 w 5623802"/>
              <a:gd name="connsiteY14" fmla="*/ 2126034 h 2520275"/>
              <a:gd name="connsiteX15" fmla="*/ 4488422 w 5623802"/>
              <a:gd name="connsiteY15" fmla="*/ 2217474 h 2520275"/>
              <a:gd name="connsiteX16" fmla="*/ 4579862 w 5623802"/>
              <a:gd name="connsiteY16" fmla="*/ 2385114 h 2520275"/>
              <a:gd name="connsiteX17" fmla="*/ 4678922 w 5623802"/>
              <a:gd name="connsiteY17" fmla="*/ 2453694 h 2520275"/>
              <a:gd name="connsiteX18" fmla="*/ 5010868 w 5623802"/>
              <a:gd name="connsiteY18" fmla="*/ 1379750 h 2520275"/>
              <a:gd name="connsiteX19" fmla="*/ 4991342 w 5623802"/>
              <a:gd name="connsiteY19" fmla="*/ 1470714 h 2520275"/>
              <a:gd name="connsiteX20" fmla="*/ 5035158 w 5623802"/>
              <a:gd name="connsiteY20" fmla="*/ 1274975 h 2520275"/>
              <a:gd name="connsiteX21" fmla="*/ 5059922 w 5623802"/>
              <a:gd name="connsiteY21" fmla="*/ 1215920 h 2520275"/>
              <a:gd name="connsiteX22" fmla="*/ 5296142 w 5623802"/>
              <a:gd name="connsiteY22" fmla="*/ 1165914 h 2520275"/>
              <a:gd name="connsiteX23" fmla="*/ 5517122 w 5623802"/>
              <a:gd name="connsiteY23" fmla="*/ 754434 h 2520275"/>
              <a:gd name="connsiteX24" fmla="*/ 5319002 w 5623802"/>
              <a:gd name="connsiteY24" fmla="*/ 708714 h 2520275"/>
              <a:gd name="connsiteX25" fmla="*/ 5379962 w 5623802"/>
              <a:gd name="connsiteY25" fmla="*/ 853494 h 2520275"/>
              <a:gd name="connsiteX26" fmla="*/ 5623802 w 5623802"/>
              <a:gd name="connsiteY26" fmla="*/ 464874 h 2520275"/>
              <a:gd name="connsiteX0" fmla="*/ 152642 w 5623802"/>
              <a:gd name="connsiteY0" fmla="*/ 594414 h 2520275"/>
              <a:gd name="connsiteX1" fmla="*/ 323457 w 5623802"/>
              <a:gd name="connsiteY1" fmla="*/ 436934 h 2520275"/>
              <a:gd name="connsiteX2" fmla="*/ 114542 w 5623802"/>
              <a:gd name="connsiteY2" fmla="*/ 167694 h 2520275"/>
              <a:gd name="connsiteX3" fmla="*/ 175502 w 5623802"/>
              <a:gd name="connsiteY3" fmla="*/ 106734 h 2520275"/>
              <a:gd name="connsiteX4" fmla="*/ 76442 w 5623802"/>
              <a:gd name="connsiteY4" fmla="*/ 54 h 2520275"/>
              <a:gd name="connsiteX5" fmla="*/ 877 w 5623802"/>
              <a:gd name="connsiteY5" fmla="*/ 121339 h 2520275"/>
              <a:gd name="connsiteX6" fmla="*/ 127242 w 5623802"/>
              <a:gd name="connsiteY6" fmla="*/ 296599 h 2520275"/>
              <a:gd name="connsiteX7" fmla="*/ 320282 w 5623802"/>
              <a:gd name="connsiteY7" fmla="*/ 221034 h 2520275"/>
              <a:gd name="connsiteX8" fmla="*/ 455537 w 5623802"/>
              <a:gd name="connsiteY8" fmla="*/ 595684 h 2520275"/>
              <a:gd name="connsiteX9" fmla="*/ 975602 w 5623802"/>
              <a:gd name="connsiteY9" fmla="*/ 830634 h 2520275"/>
              <a:gd name="connsiteX10" fmla="*/ 1394702 w 5623802"/>
              <a:gd name="connsiteY10" fmla="*/ 1379274 h 2520275"/>
              <a:gd name="connsiteX11" fmla="*/ 1653782 w 5623802"/>
              <a:gd name="connsiteY11" fmla="*/ 1866954 h 2520275"/>
              <a:gd name="connsiteX12" fmla="*/ 2293862 w 5623802"/>
              <a:gd name="connsiteY12" fmla="*/ 1653594 h 2520275"/>
              <a:gd name="connsiteX13" fmla="*/ 3596882 w 5623802"/>
              <a:gd name="connsiteY13" fmla="*/ 2308914 h 2520275"/>
              <a:gd name="connsiteX14" fmla="*/ 4092182 w 5623802"/>
              <a:gd name="connsiteY14" fmla="*/ 2126034 h 2520275"/>
              <a:gd name="connsiteX15" fmla="*/ 4488422 w 5623802"/>
              <a:gd name="connsiteY15" fmla="*/ 2217474 h 2520275"/>
              <a:gd name="connsiteX16" fmla="*/ 4579862 w 5623802"/>
              <a:gd name="connsiteY16" fmla="*/ 2385114 h 2520275"/>
              <a:gd name="connsiteX17" fmla="*/ 4678922 w 5623802"/>
              <a:gd name="connsiteY17" fmla="*/ 2453694 h 2520275"/>
              <a:gd name="connsiteX18" fmla="*/ 5010868 w 5623802"/>
              <a:gd name="connsiteY18" fmla="*/ 1379750 h 2520275"/>
              <a:gd name="connsiteX19" fmla="*/ 4991342 w 5623802"/>
              <a:gd name="connsiteY19" fmla="*/ 1470714 h 2520275"/>
              <a:gd name="connsiteX20" fmla="*/ 5035158 w 5623802"/>
              <a:gd name="connsiteY20" fmla="*/ 1274975 h 2520275"/>
              <a:gd name="connsiteX21" fmla="*/ 5059922 w 5623802"/>
              <a:gd name="connsiteY21" fmla="*/ 1215920 h 2520275"/>
              <a:gd name="connsiteX22" fmla="*/ 5296142 w 5623802"/>
              <a:gd name="connsiteY22" fmla="*/ 1165914 h 2520275"/>
              <a:gd name="connsiteX23" fmla="*/ 5517122 w 5623802"/>
              <a:gd name="connsiteY23" fmla="*/ 754434 h 2520275"/>
              <a:gd name="connsiteX24" fmla="*/ 5319002 w 5623802"/>
              <a:gd name="connsiteY24" fmla="*/ 708714 h 2520275"/>
              <a:gd name="connsiteX25" fmla="*/ 5379962 w 5623802"/>
              <a:gd name="connsiteY25" fmla="*/ 853494 h 2520275"/>
              <a:gd name="connsiteX26" fmla="*/ 5623802 w 5623802"/>
              <a:gd name="connsiteY26" fmla="*/ 464874 h 2520275"/>
              <a:gd name="connsiteX0" fmla="*/ 152642 w 5623802"/>
              <a:gd name="connsiteY0" fmla="*/ 594414 h 2520275"/>
              <a:gd name="connsiteX1" fmla="*/ 323457 w 5623802"/>
              <a:gd name="connsiteY1" fmla="*/ 436934 h 2520275"/>
              <a:gd name="connsiteX2" fmla="*/ 114542 w 5623802"/>
              <a:gd name="connsiteY2" fmla="*/ 167694 h 2520275"/>
              <a:gd name="connsiteX3" fmla="*/ 175502 w 5623802"/>
              <a:gd name="connsiteY3" fmla="*/ 106734 h 2520275"/>
              <a:gd name="connsiteX4" fmla="*/ 76442 w 5623802"/>
              <a:gd name="connsiteY4" fmla="*/ 54 h 2520275"/>
              <a:gd name="connsiteX5" fmla="*/ 877 w 5623802"/>
              <a:gd name="connsiteY5" fmla="*/ 121339 h 2520275"/>
              <a:gd name="connsiteX6" fmla="*/ 127242 w 5623802"/>
              <a:gd name="connsiteY6" fmla="*/ 296599 h 2520275"/>
              <a:gd name="connsiteX7" fmla="*/ 320282 w 5623802"/>
              <a:gd name="connsiteY7" fmla="*/ 221034 h 2520275"/>
              <a:gd name="connsiteX8" fmla="*/ 477762 w 5623802"/>
              <a:gd name="connsiteY8" fmla="*/ 598859 h 2520275"/>
              <a:gd name="connsiteX9" fmla="*/ 975602 w 5623802"/>
              <a:gd name="connsiteY9" fmla="*/ 830634 h 2520275"/>
              <a:gd name="connsiteX10" fmla="*/ 1394702 w 5623802"/>
              <a:gd name="connsiteY10" fmla="*/ 1379274 h 2520275"/>
              <a:gd name="connsiteX11" fmla="*/ 1653782 w 5623802"/>
              <a:gd name="connsiteY11" fmla="*/ 1866954 h 2520275"/>
              <a:gd name="connsiteX12" fmla="*/ 2293862 w 5623802"/>
              <a:gd name="connsiteY12" fmla="*/ 1653594 h 2520275"/>
              <a:gd name="connsiteX13" fmla="*/ 3596882 w 5623802"/>
              <a:gd name="connsiteY13" fmla="*/ 2308914 h 2520275"/>
              <a:gd name="connsiteX14" fmla="*/ 4092182 w 5623802"/>
              <a:gd name="connsiteY14" fmla="*/ 2126034 h 2520275"/>
              <a:gd name="connsiteX15" fmla="*/ 4488422 w 5623802"/>
              <a:gd name="connsiteY15" fmla="*/ 2217474 h 2520275"/>
              <a:gd name="connsiteX16" fmla="*/ 4579862 w 5623802"/>
              <a:gd name="connsiteY16" fmla="*/ 2385114 h 2520275"/>
              <a:gd name="connsiteX17" fmla="*/ 4678922 w 5623802"/>
              <a:gd name="connsiteY17" fmla="*/ 2453694 h 2520275"/>
              <a:gd name="connsiteX18" fmla="*/ 5010868 w 5623802"/>
              <a:gd name="connsiteY18" fmla="*/ 1379750 h 2520275"/>
              <a:gd name="connsiteX19" fmla="*/ 4991342 w 5623802"/>
              <a:gd name="connsiteY19" fmla="*/ 1470714 h 2520275"/>
              <a:gd name="connsiteX20" fmla="*/ 5035158 w 5623802"/>
              <a:gd name="connsiteY20" fmla="*/ 1274975 h 2520275"/>
              <a:gd name="connsiteX21" fmla="*/ 5059922 w 5623802"/>
              <a:gd name="connsiteY21" fmla="*/ 1215920 h 2520275"/>
              <a:gd name="connsiteX22" fmla="*/ 5296142 w 5623802"/>
              <a:gd name="connsiteY22" fmla="*/ 1165914 h 2520275"/>
              <a:gd name="connsiteX23" fmla="*/ 5517122 w 5623802"/>
              <a:gd name="connsiteY23" fmla="*/ 754434 h 2520275"/>
              <a:gd name="connsiteX24" fmla="*/ 5319002 w 5623802"/>
              <a:gd name="connsiteY24" fmla="*/ 708714 h 2520275"/>
              <a:gd name="connsiteX25" fmla="*/ 5379962 w 5623802"/>
              <a:gd name="connsiteY25" fmla="*/ 853494 h 2520275"/>
              <a:gd name="connsiteX26" fmla="*/ 5623802 w 5623802"/>
              <a:gd name="connsiteY26" fmla="*/ 464874 h 2520275"/>
              <a:gd name="connsiteX0" fmla="*/ 152642 w 5623802"/>
              <a:gd name="connsiteY0" fmla="*/ 594414 h 2520275"/>
              <a:gd name="connsiteX1" fmla="*/ 323457 w 5623802"/>
              <a:gd name="connsiteY1" fmla="*/ 436934 h 2520275"/>
              <a:gd name="connsiteX2" fmla="*/ 114542 w 5623802"/>
              <a:gd name="connsiteY2" fmla="*/ 167694 h 2520275"/>
              <a:gd name="connsiteX3" fmla="*/ 175502 w 5623802"/>
              <a:gd name="connsiteY3" fmla="*/ 106734 h 2520275"/>
              <a:gd name="connsiteX4" fmla="*/ 76442 w 5623802"/>
              <a:gd name="connsiteY4" fmla="*/ 54 h 2520275"/>
              <a:gd name="connsiteX5" fmla="*/ 877 w 5623802"/>
              <a:gd name="connsiteY5" fmla="*/ 121339 h 2520275"/>
              <a:gd name="connsiteX6" fmla="*/ 127242 w 5623802"/>
              <a:gd name="connsiteY6" fmla="*/ 296599 h 2520275"/>
              <a:gd name="connsiteX7" fmla="*/ 320282 w 5623802"/>
              <a:gd name="connsiteY7" fmla="*/ 221034 h 2520275"/>
              <a:gd name="connsiteX8" fmla="*/ 477762 w 5623802"/>
              <a:gd name="connsiteY8" fmla="*/ 598859 h 2520275"/>
              <a:gd name="connsiteX9" fmla="*/ 975602 w 5623802"/>
              <a:gd name="connsiteY9" fmla="*/ 830634 h 2520275"/>
              <a:gd name="connsiteX10" fmla="*/ 1394702 w 5623802"/>
              <a:gd name="connsiteY10" fmla="*/ 1379274 h 2520275"/>
              <a:gd name="connsiteX11" fmla="*/ 1653782 w 5623802"/>
              <a:gd name="connsiteY11" fmla="*/ 1866954 h 2520275"/>
              <a:gd name="connsiteX12" fmla="*/ 2293862 w 5623802"/>
              <a:gd name="connsiteY12" fmla="*/ 1653594 h 2520275"/>
              <a:gd name="connsiteX13" fmla="*/ 3596882 w 5623802"/>
              <a:gd name="connsiteY13" fmla="*/ 2308914 h 2520275"/>
              <a:gd name="connsiteX14" fmla="*/ 4092182 w 5623802"/>
              <a:gd name="connsiteY14" fmla="*/ 2126034 h 2520275"/>
              <a:gd name="connsiteX15" fmla="*/ 4488422 w 5623802"/>
              <a:gd name="connsiteY15" fmla="*/ 2217474 h 2520275"/>
              <a:gd name="connsiteX16" fmla="*/ 4579862 w 5623802"/>
              <a:gd name="connsiteY16" fmla="*/ 2385114 h 2520275"/>
              <a:gd name="connsiteX17" fmla="*/ 4678922 w 5623802"/>
              <a:gd name="connsiteY17" fmla="*/ 2453694 h 2520275"/>
              <a:gd name="connsiteX18" fmla="*/ 5010868 w 5623802"/>
              <a:gd name="connsiteY18" fmla="*/ 1379750 h 2520275"/>
              <a:gd name="connsiteX19" fmla="*/ 4991342 w 5623802"/>
              <a:gd name="connsiteY19" fmla="*/ 1470714 h 2520275"/>
              <a:gd name="connsiteX20" fmla="*/ 5035158 w 5623802"/>
              <a:gd name="connsiteY20" fmla="*/ 1274975 h 2520275"/>
              <a:gd name="connsiteX21" fmla="*/ 5059922 w 5623802"/>
              <a:gd name="connsiteY21" fmla="*/ 1215920 h 2520275"/>
              <a:gd name="connsiteX22" fmla="*/ 5296142 w 5623802"/>
              <a:gd name="connsiteY22" fmla="*/ 1165914 h 2520275"/>
              <a:gd name="connsiteX23" fmla="*/ 5517122 w 5623802"/>
              <a:gd name="connsiteY23" fmla="*/ 754434 h 2520275"/>
              <a:gd name="connsiteX24" fmla="*/ 5379962 w 5623802"/>
              <a:gd name="connsiteY24" fmla="*/ 853494 h 2520275"/>
              <a:gd name="connsiteX25" fmla="*/ 5623802 w 5623802"/>
              <a:gd name="connsiteY25" fmla="*/ 464874 h 2520275"/>
              <a:gd name="connsiteX0" fmla="*/ 152642 w 5623802"/>
              <a:gd name="connsiteY0" fmla="*/ 594414 h 2520275"/>
              <a:gd name="connsiteX1" fmla="*/ 323457 w 5623802"/>
              <a:gd name="connsiteY1" fmla="*/ 436934 h 2520275"/>
              <a:gd name="connsiteX2" fmla="*/ 114542 w 5623802"/>
              <a:gd name="connsiteY2" fmla="*/ 167694 h 2520275"/>
              <a:gd name="connsiteX3" fmla="*/ 175502 w 5623802"/>
              <a:gd name="connsiteY3" fmla="*/ 106734 h 2520275"/>
              <a:gd name="connsiteX4" fmla="*/ 76442 w 5623802"/>
              <a:gd name="connsiteY4" fmla="*/ 54 h 2520275"/>
              <a:gd name="connsiteX5" fmla="*/ 877 w 5623802"/>
              <a:gd name="connsiteY5" fmla="*/ 121339 h 2520275"/>
              <a:gd name="connsiteX6" fmla="*/ 127242 w 5623802"/>
              <a:gd name="connsiteY6" fmla="*/ 296599 h 2520275"/>
              <a:gd name="connsiteX7" fmla="*/ 320282 w 5623802"/>
              <a:gd name="connsiteY7" fmla="*/ 221034 h 2520275"/>
              <a:gd name="connsiteX8" fmla="*/ 477762 w 5623802"/>
              <a:gd name="connsiteY8" fmla="*/ 598859 h 2520275"/>
              <a:gd name="connsiteX9" fmla="*/ 975602 w 5623802"/>
              <a:gd name="connsiteY9" fmla="*/ 830634 h 2520275"/>
              <a:gd name="connsiteX10" fmla="*/ 1394702 w 5623802"/>
              <a:gd name="connsiteY10" fmla="*/ 1379274 h 2520275"/>
              <a:gd name="connsiteX11" fmla="*/ 1653782 w 5623802"/>
              <a:gd name="connsiteY11" fmla="*/ 1866954 h 2520275"/>
              <a:gd name="connsiteX12" fmla="*/ 2293862 w 5623802"/>
              <a:gd name="connsiteY12" fmla="*/ 1653594 h 2520275"/>
              <a:gd name="connsiteX13" fmla="*/ 3596882 w 5623802"/>
              <a:gd name="connsiteY13" fmla="*/ 2308914 h 2520275"/>
              <a:gd name="connsiteX14" fmla="*/ 4092182 w 5623802"/>
              <a:gd name="connsiteY14" fmla="*/ 2126034 h 2520275"/>
              <a:gd name="connsiteX15" fmla="*/ 4488422 w 5623802"/>
              <a:gd name="connsiteY15" fmla="*/ 2217474 h 2520275"/>
              <a:gd name="connsiteX16" fmla="*/ 4579862 w 5623802"/>
              <a:gd name="connsiteY16" fmla="*/ 2385114 h 2520275"/>
              <a:gd name="connsiteX17" fmla="*/ 4678922 w 5623802"/>
              <a:gd name="connsiteY17" fmla="*/ 2453694 h 2520275"/>
              <a:gd name="connsiteX18" fmla="*/ 5010868 w 5623802"/>
              <a:gd name="connsiteY18" fmla="*/ 1379750 h 2520275"/>
              <a:gd name="connsiteX19" fmla="*/ 4991342 w 5623802"/>
              <a:gd name="connsiteY19" fmla="*/ 1470714 h 2520275"/>
              <a:gd name="connsiteX20" fmla="*/ 5035158 w 5623802"/>
              <a:gd name="connsiteY20" fmla="*/ 1274975 h 2520275"/>
              <a:gd name="connsiteX21" fmla="*/ 5059922 w 5623802"/>
              <a:gd name="connsiteY21" fmla="*/ 1215920 h 2520275"/>
              <a:gd name="connsiteX22" fmla="*/ 5296142 w 5623802"/>
              <a:gd name="connsiteY22" fmla="*/ 1165914 h 2520275"/>
              <a:gd name="connsiteX23" fmla="*/ 5517122 w 5623802"/>
              <a:gd name="connsiteY23" fmla="*/ 754434 h 2520275"/>
              <a:gd name="connsiteX24" fmla="*/ 5623802 w 5623802"/>
              <a:gd name="connsiteY24" fmla="*/ 464874 h 2520275"/>
              <a:gd name="connsiteX0" fmla="*/ 152642 w 5517122"/>
              <a:gd name="connsiteY0" fmla="*/ 594414 h 2520275"/>
              <a:gd name="connsiteX1" fmla="*/ 323457 w 5517122"/>
              <a:gd name="connsiteY1" fmla="*/ 436934 h 2520275"/>
              <a:gd name="connsiteX2" fmla="*/ 114542 w 5517122"/>
              <a:gd name="connsiteY2" fmla="*/ 167694 h 2520275"/>
              <a:gd name="connsiteX3" fmla="*/ 175502 w 5517122"/>
              <a:gd name="connsiteY3" fmla="*/ 106734 h 2520275"/>
              <a:gd name="connsiteX4" fmla="*/ 76442 w 5517122"/>
              <a:gd name="connsiteY4" fmla="*/ 54 h 2520275"/>
              <a:gd name="connsiteX5" fmla="*/ 877 w 5517122"/>
              <a:gd name="connsiteY5" fmla="*/ 121339 h 2520275"/>
              <a:gd name="connsiteX6" fmla="*/ 127242 w 5517122"/>
              <a:gd name="connsiteY6" fmla="*/ 296599 h 2520275"/>
              <a:gd name="connsiteX7" fmla="*/ 320282 w 5517122"/>
              <a:gd name="connsiteY7" fmla="*/ 221034 h 2520275"/>
              <a:gd name="connsiteX8" fmla="*/ 477762 w 5517122"/>
              <a:gd name="connsiteY8" fmla="*/ 598859 h 2520275"/>
              <a:gd name="connsiteX9" fmla="*/ 975602 w 5517122"/>
              <a:gd name="connsiteY9" fmla="*/ 830634 h 2520275"/>
              <a:gd name="connsiteX10" fmla="*/ 1394702 w 5517122"/>
              <a:gd name="connsiteY10" fmla="*/ 1379274 h 2520275"/>
              <a:gd name="connsiteX11" fmla="*/ 1653782 w 5517122"/>
              <a:gd name="connsiteY11" fmla="*/ 1866954 h 2520275"/>
              <a:gd name="connsiteX12" fmla="*/ 2293862 w 5517122"/>
              <a:gd name="connsiteY12" fmla="*/ 1653594 h 2520275"/>
              <a:gd name="connsiteX13" fmla="*/ 3596882 w 5517122"/>
              <a:gd name="connsiteY13" fmla="*/ 2308914 h 2520275"/>
              <a:gd name="connsiteX14" fmla="*/ 4092182 w 5517122"/>
              <a:gd name="connsiteY14" fmla="*/ 2126034 h 2520275"/>
              <a:gd name="connsiteX15" fmla="*/ 4488422 w 5517122"/>
              <a:gd name="connsiteY15" fmla="*/ 2217474 h 2520275"/>
              <a:gd name="connsiteX16" fmla="*/ 4579862 w 5517122"/>
              <a:gd name="connsiteY16" fmla="*/ 2385114 h 2520275"/>
              <a:gd name="connsiteX17" fmla="*/ 4678922 w 5517122"/>
              <a:gd name="connsiteY17" fmla="*/ 2453694 h 2520275"/>
              <a:gd name="connsiteX18" fmla="*/ 5010868 w 5517122"/>
              <a:gd name="connsiteY18" fmla="*/ 1379750 h 2520275"/>
              <a:gd name="connsiteX19" fmla="*/ 4991342 w 5517122"/>
              <a:gd name="connsiteY19" fmla="*/ 1470714 h 2520275"/>
              <a:gd name="connsiteX20" fmla="*/ 5035158 w 5517122"/>
              <a:gd name="connsiteY20" fmla="*/ 1274975 h 2520275"/>
              <a:gd name="connsiteX21" fmla="*/ 5059922 w 5517122"/>
              <a:gd name="connsiteY21" fmla="*/ 1215920 h 2520275"/>
              <a:gd name="connsiteX22" fmla="*/ 5296142 w 5517122"/>
              <a:gd name="connsiteY22" fmla="*/ 1165914 h 2520275"/>
              <a:gd name="connsiteX23" fmla="*/ 5517122 w 5517122"/>
              <a:gd name="connsiteY23" fmla="*/ 754434 h 2520275"/>
              <a:gd name="connsiteX0" fmla="*/ 152642 w 5371072"/>
              <a:gd name="connsiteY0" fmla="*/ 594414 h 2520275"/>
              <a:gd name="connsiteX1" fmla="*/ 323457 w 5371072"/>
              <a:gd name="connsiteY1" fmla="*/ 436934 h 2520275"/>
              <a:gd name="connsiteX2" fmla="*/ 114542 w 5371072"/>
              <a:gd name="connsiteY2" fmla="*/ 167694 h 2520275"/>
              <a:gd name="connsiteX3" fmla="*/ 175502 w 5371072"/>
              <a:gd name="connsiteY3" fmla="*/ 106734 h 2520275"/>
              <a:gd name="connsiteX4" fmla="*/ 76442 w 5371072"/>
              <a:gd name="connsiteY4" fmla="*/ 54 h 2520275"/>
              <a:gd name="connsiteX5" fmla="*/ 877 w 5371072"/>
              <a:gd name="connsiteY5" fmla="*/ 121339 h 2520275"/>
              <a:gd name="connsiteX6" fmla="*/ 127242 w 5371072"/>
              <a:gd name="connsiteY6" fmla="*/ 296599 h 2520275"/>
              <a:gd name="connsiteX7" fmla="*/ 320282 w 5371072"/>
              <a:gd name="connsiteY7" fmla="*/ 221034 h 2520275"/>
              <a:gd name="connsiteX8" fmla="*/ 477762 w 5371072"/>
              <a:gd name="connsiteY8" fmla="*/ 598859 h 2520275"/>
              <a:gd name="connsiteX9" fmla="*/ 975602 w 5371072"/>
              <a:gd name="connsiteY9" fmla="*/ 830634 h 2520275"/>
              <a:gd name="connsiteX10" fmla="*/ 1394702 w 5371072"/>
              <a:gd name="connsiteY10" fmla="*/ 1379274 h 2520275"/>
              <a:gd name="connsiteX11" fmla="*/ 1653782 w 5371072"/>
              <a:gd name="connsiteY11" fmla="*/ 1866954 h 2520275"/>
              <a:gd name="connsiteX12" fmla="*/ 2293862 w 5371072"/>
              <a:gd name="connsiteY12" fmla="*/ 1653594 h 2520275"/>
              <a:gd name="connsiteX13" fmla="*/ 3596882 w 5371072"/>
              <a:gd name="connsiteY13" fmla="*/ 2308914 h 2520275"/>
              <a:gd name="connsiteX14" fmla="*/ 4092182 w 5371072"/>
              <a:gd name="connsiteY14" fmla="*/ 2126034 h 2520275"/>
              <a:gd name="connsiteX15" fmla="*/ 4488422 w 5371072"/>
              <a:gd name="connsiteY15" fmla="*/ 2217474 h 2520275"/>
              <a:gd name="connsiteX16" fmla="*/ 4579862 w 5371072"/>
              <a:gd name="connsiteY16" fmla="*/ 2385114 h 2520275"/>
              <a:gd name="connsiteX17" fmla="*/ 4678922 w 5371072"/>
              <a:gd name="connsiteY17" fmla="*/ 2453694 h 2520275"/>
              <a:gd name="connsiteX18" fmla="*/ 5010868 w 5371072"/>
              <a:gd name="connsiteY18" fmla="*/ 1379750 h 2520275"/>
              <a:gd name="connsiteX19" fmla="*/ 4991342 w 5371072"/>
              <a:gd name="connsiteY19" fmla="*/ 1470714 h 2520275"/>
              <a:gd name="connsiteX20" fmla="*/ 5035158 w 5371072"/>
              <a:gd name="connsiteY20" fmla="*/ 1274975 h 2520275"/>
              <a:gd name="connsiteX21" fmla="*/ 5059922 w 5371072"/>
              <a:gd name="connsiteY21" fmla="*/ 1215920 h 2520275"/>
              <a:gd name="connsiteX22" fmla="*/ 5296142 w 5371072"/>
              <a:gd name="connsiteY22" fmla="*/ 1165914 h 2520275"/>
              <a:gd name="connsiteX23" fmla="*/ 5371072 w 5371072"/>
              <a:gd name="connsiteY23" fmla="*/ 735384 h 2520275"/>
              <a:gd name="connsiteX0" fmla="*/ 152642 w 5427495"/>
              <a:gd name="connsiteY0" fmla="*/ 594414 h 2520275"/>
              <a:gd name="connsiteX1" fmla="*/ 323457 w 5427495"/>
              <a:gd name="connsiteY1" fmla="*/ 436934 h 2520275"/>
              <a:gd name="connsiteX2" fmla="*/ 114542 w 5427495"/>
              <a:gd name="connsiteY2" fmla="*/ 167694 h 2520275"/>
              <a:gd name="connsiteX3" fmla="*/ 175502 w 5427495"/>
              <a:gd name="connsiteY3" fmla="*/ 106734 h 2520275"/>
              <a:gd name="connsiteX4" fmla="*/ 76442 w 5427495"/>
              <a:gd name="connsiteY4" fmla="*/ 54 h 2520275"/>
              <a:gd name="connsiteX5" fmla="*/ 877 w 5427495"/>
              <a:gd name="connsiteY5" fmla="*/ 121339 h 2520275"/>
              <a:gd name="connsiteX6" fmla="*/ 127242 w 5427495"/>
              <a:gd name="connsiteY6" fmla="*/ 296599 h 2520275"/>
              <a:gd name="connsiteX7" fmla="*/ 320282 w 5427495"/>
              <a:gd name="connsiteY7" fmla="*/ 221034 h 2520275"/>
              <a:gd name="connsiteX8" fmla="*/ 477762 w 5427495"/>
              <a:gd name="connsiteY8" fmla="*/ 598859 h 2520275"/>
              <a:gd name="connsiteX9" fmla="*/ 975602 w 5427495"/>
              <a:gd name="connsiteY9" fmla="*/ 830634 h 2520275"/>
              <a:gd name="connsiteX10" fmla="*/ 1394702 w 5427495"/>
              <a:gd name="connsiteY10" fmla="*/ 1379274 h 2520275"/>
              <a:gd name="connsiteX11" fmla="*/ 1653782 w 5427495"/>
              <a:gd name="connsiteY11" fmla="*/ 1866954 h 2520275"/>
              <a:gd name="connsiteX12" fmla="*/ 2293862 w 5427495"/>
              <a:gd name="connsiteY12" fmla="*/ 1653594 h 2520275"/>
              <a:gd name="connsiteX13" fmla="*/ 3596882 w 5427495"/>
              <a:gd name="connsiteY13" fmla="*/ 2308914 h 2520275"/>
              <a:gd name="connsiteX14" fmla="*/ 4092182 w 5427495"/>
              <a:gd name="connsiteY14" fmla="*/ 2126034 h 2520275"/>
              <a:gd name="connsiteX15" fmla="*/ 4488422 w 5427495"/>
              <a:gd name="connsiteY15" fmla="*/ 2217474 h 2520275"/>
              <a:gd name="connsiteX16" fmla="*/ 4579862 w 5427495"/>
              <a:gd name="connsiteY16" fmla="*/ 2385114 h 2520275"/>
              <a:gd name="connsiteX17" fmla="*/ 4678922 w 5427495"/>
              <a:gd name="connsiteY17" fmla="*/ 2453694 h 2520275"/>
              <a:gd name="connsiteX18" fmla="*/ 5010868 w 5427495"/>
              <a:gd name="connsiteY18" fmla="*/ 1379750 h 2520275"/>
              <a:gd name="connsiteX19" fmla="*/ 4991342 w 5427495"/>
              <a:gd name="connsiteY19" fmla="*/ 1470714 h 2520275"/>
              <a:gd name="connsiteX20" fmla="*/ 5035158 w 5427495"/>
              <a:gd name="connsiteY20" fmla="*/ 1274975 h 2520275"/>
              <a:gd name="connsiteX21" fmla="*/ 5059922 w 5427495"/>
              <a:gd name="connsiteY21" fmla="*/ 1215920 h 2520275"/>
              <a:gd name="connsiteX22" fmla="*/ 5296142 w 5427495"/>
              <a:gd name="connsiteY22" fmla="*/ 1165914 h 2520275"/>
              <a:gd name="connsiteX23" fmla="*/ 5371072 w 5427495"/>
              <a:gd name="connsiteY23" fmla="*/ 735384 h 2520275"/>
              <a:gd name="connsiteX0" fmla="*/ 152642 w 5396761"/>
              <a:gd name="connsiteY0" fmla="*/ 594414 h 2520275"/>
              <a:gd name="connsiteX1" fmla="*/ 323457 w 5396761"/>
              <a:gd name="connsiteY1" fmla="*/ 436934 h 2520275"/>
              <a:gd name="connsiteX2" fmla="*/ 114542 w 5396761"/>
              <a:gd name="connsiteY2" fmla="*/ 167694 h 2520275"/>
              <a:gd name="connsiteX3" fmla="*/ 175502 w 5396761"/>
              <a:gd name="connsiteY3" fmla="*/ 106734 h 2520275"/>
              <a:gd name="connsiteX4" fmla="*/ 76442 w 5396761"/>
              <a:gd name="connsiteY4" fmla="*/ 54 h 2520275"/>
              <a:gd name="connsiteX5" fmla="*/ 877 w 5396761"/>
              <a:gd name="connsiteY5" fmla="*/ 121339 h 2520275"/>
              <a:gd name="connsiteX6" fmla="*/ 127242 w 5396761"/>
              <a:gd name="connsiteY6" fmla="*/ 296599 h 2520275"/>
              <a:gd name="connsiteX7" fmla="*/ 320282 w 5396761"/>
              <a:gd name="connsiteY7" fmla="*/ 221034 h 2520275"/>
              <a:gd name="connsiteX8" fmla="*/ 477762 w 5396761"/>
              <a:gd name="connsiteY8" fmla="*/ 598859 h 2520275"/>
              <a:gd name="connsiteX9" fmla="*/ 975602 w 5396761"/>
              <a:gd name="connsiteY9" fmla="*/ 830634 h 2520275"/>
              <a:gd name="connsiteX10" fmla="*/ 1394702 w 5396761"/>
              <a:gd name="connsiteY10" fmla="*/ 1379274 h 2520275"/>
              <a:gd name="connsiteX11" fmla="*/ 1653782 w 5396761"/>
              <a:gd name="connsiteY11" fmla="*/ 1866954 h 2520275"/>
              <a:gd name="connsiteX12" fmla="*/ 2293862 w 5396761"/>
              <a:gd name="connsiteY12" fmla="*/ 1653594 h 2520275"/>
              <a:gd name="connsiteX13" fmla="*/ 3596882 w 5396761"/>
              <a:gd name="connsiteY13" fmla="*/ 2308914 h 2520275"/>
              <a:gd name="connsiteX14" fmla="*/ 4092182 w 5396761"/>
              <a:gd name="connsiteY14" fmla="*/ 2126034 h 2520275"/>
              <a:gd name="connsiteX15" fmla="*/ 4488422 w 5396761"/>
              <a:gd name="connsiteY15" fmla="*/ 2217474 h 2520275"/>
              <a:gd name="connsiteX16" fmla="*/ 4579862 w 5396761"/>
              <a:gd name="connsiteY16" fmla="*/ 2385114 h 2520275"/>
              <a:gd name="connsiteX17" fmla="*/ 4678922 w 5396761"/>
              <a:gd name="connsiteY17" fmla="*/ 2453694 h 2520275"/>
              <a:gd name="connsiteX18" fmla="*/ 5010868 w 5396761"/>
              <a:gd name="connsiteY18" fmla="*/ 1379750 h 2520275"/>
              <a:gd name="connsiteX19" fmla="*/ 4991342 w 5396761"/>
              <a:gd name="connsiteY19" fmla="*/ 1470714 h 2520275"/>
              <a:gd name="connsiteX20" fmla="*/ 5035158 w 5396761"/>
              <a:gd name="connsiteY20" fmla="*/ 1274975 h 2520275"/>
              <a:gd name="connsiteX21" fmla="*/ 5059922 w 5396761"/>
              <a:gd name="connsiteY21" fmla="*/ 1215920 h 2520275"/>
              <a:gd name="connsiteX22" fmla="*/ 5296142 w 5396761"/>
              <a:gd name="connsiteY22" fmla="*/ 1165914 h 2520275"/>
              <a:gd name="connsiteX23" fmla="*/ 5332972 w 5396761"/>
              <a:gd name="connsiteY23" fmla="*/ 735384 h 2520275"/>
              <a:gd name="connsiteX0" fmla="*/ 152642 w 5422159"/>
              <a:gd name="connsiteY0" fmla="*/ 594414 h 2520275"/>
              <a:gd name="connsiteX1" fmla="*/ 323457 w 5422159"/>
              <a:gd name="connsiteY1" fmla="*/ 436934 h 2520275"/>
              <a:gd name="connsiteX2" fmla="*/ 114542 w 5422159"/>
              <a:gd name="connsiteY2" fmla="*/ 167694 h 2520275"/>
              <a:gd name="connsiteX3" fmla="*/ 175502 w 5422159"/>
              <a:gd name="connsiteY3" fmla="*/ 106734 h 2520275"/>
              <a:gd name="connsiteX4" fmla="*/ 76442 w 5422159"/>
              <a:gd name="connsiteY4" fmla="*/ 54 h 2520275"/>
              <a:gd name="connsiteX5" fmla="*/ 877 w 5422159"/>
              <a:gd name="connsiteY5" fmla="*/ 121339 h 2520275"/>
              <a:gd name="connsiteX6" fmla="*/ 127242 w 5422159"/>
              <a:gd name="connsiteY6" fmla="*/ 296599 h 2520275"/>
              <a:gd name="connsiteX7" fmla="*/ 320282 w 5422159"/>
              <a:gd name="connsiteY7" fmla="*/ 221034 h 2520275"/>
              <a:gd name="connsiteX8" fmla="*/ 477762 w 5422159"/>
              <a:gd name="connsiteY8" fmla="*/ 598859 h 2520275"/>
              <a:gd name="connsiteX9" fmla="*/ 975602 w 5422159"/>
              <a:gd name="connsiteY9" fmla="*/ 830634 h 2520275"/>
              <a:gd name="connsiteX10" fmla="*/ 1394702 w 5422159"/>
              <a:gd name="connsiteY10" fmla="*/ 1379274 h 2520275"/>
              <a:gd name="connsiteX11" fmla="*/ 1653782 w 5422159"/>
              <a:gd name="connsiteY11" fmla="*/ 1866954 h 2520275"/>
              <a:gd name="connsiteX12" fmla="*/ 2293862 w 5422159"/>
              <a:gd name="connsiteY12" fmla="*/ 1653594 h 2520275"/>
              <a:gd name="connsiteX13" fmla="*/ 3596882 w 5422159"/>
              <a:gd name="connsiteY13" fmla="*/ 2308914 h 2520275"/>
              <a:gd name="connsiteX14" fmla="*/ 4092182 w 5422159"/>
              <a:gd name="connsiteY14" fmla="*/ 2126034 h 2520275"/>
              <a:gd name="connsiteX15" fmla="*/ 4488422 w 5422159"/>
              <a:gd name="connsiteY15" fmla="*/ 2217474 h 2520275"/>
              <a:gd name="connsiteX16" fmla="*/ 4579862 w 5422159"/>
              <a:gd name="connsiteY16" fmla="*/ 2385114 h 2520275"/>
              <a:gd name="connsiteX17" fmla="*/ 4678922 w 5422159"/>
              <a:gd name="connsiteY17" fmla="*/ 2453694 h 2520275"/>
              <a:gd name="connsiteX18" fmla="*/ 5010868 w 5422159"/>
              <a:gd name="connsiteY18" fmla="*/ 1379750 h 2520275"/>
              <a:gd name="connsiteX19" fmla="*/ 4991342 w 5422159"/>
              <a:gd name="connsiteY19" fmla="*/ 1470714 h 2520275"/>
              <a:gd name="connsiteX20" fmla="*/ 5035158 w 5422159"/>
              <a:gd name="connsiteY20" fmla="*/ 1274975 h 2520275"/>
              <a:gd name="connsiteX21" fmla="*/ 5059922 w 5422159"/>
              <a:gd name="connsiteY21" fmla="*/ 1215920 h 2520275"/>
              <a:gd name="connsiteX22" fmla="*/ 5296142 w 5422159"/>
              <a:gd name="connsiteY22" fmla="*/ 1165914 h 2520275"/>
              <a:gd name="connsiteX23" fmla="*/ 5332972 w 5422159"/>
              <a:gd name="connsiteY23" fmla="*/ 735384 h 2520275"/>
              <a:gd name="connsiteX0" fmla="*/ 152642 w 5422159"/>
              <a:gd name="connsiteY0" fmla="*/ 594414 h 2520275"/>
              <a:gd name="connsiteX1" fmla="*/ 323457 w 5422159"/>
              <a:gd name="connsiteY1" fmla="*/ 436934 h 2520275"/>
              <a:gd name="connsiteX2" fmla="*/ 114542 w 5422159"/>
              <a:gd name="connsiteY2" fmla="*/ 167694 h 2520275"/>
              <a:gd name="connsiteX3" fmla="*/ 175502 w 5422159"/>
              <a:gd name="connsiteY3" fmla="*/ 106734 h 2520275"/>
              <a:gd name="connsiteX4" fmla="*/ 76442 w 5422159"/>
              <a:gd name="connsiteY4" fmla="*/ 54 h 2520275"/>
              <a:gd name="connsiteX5" fmla="*/ 877 w 5422159"/>
              <a:gd name="connsiteY5" fmla="*/ 121339 h 2520275"/>
              <a:gd name="connsiteX6" fmla="*/ 127242 w 5422159"/>
              <a:gd name="connsiteY6" fmla="*/ 296599 h 2520275"/>
              <a:gd name="connsiteX7" fmla="*/ 320282 w 5422159"/>
              <a:gd name="connsiteY7" fmla="*/ 221034 h 2520275"/>
              <a:gd name="connsiteX8" fmla="*/ 477762 w 5422159"/>
              <a:gd name="connsiteY8" fmla="*/ 598859 h 2520275"/>
              <a:gd name="connsiteX9" fmla="*/ 975602 w 5422159"/>
              <a:gd name="connsiteY9" fmla="*/ 830634 h 2520275"/>
              <a:gd name="connsiteX10" fmla="*/ 1394702 w 5422159"/>
              <a:gd name="connsiteY10" fmla="*/ 1379274 h 2520275"/>
              <a:gd name="connsiteX11" fmla="*/ 1710932 w 5422159"/>
              <a:gd name="connsiteY11" fmla="*/ 1795516 h 2520275"/>
              <a:gd name="connsiteX12" fmla="*/ 2293862 w 5422159"/>
              <a:gd name="connsiteY12" fmla="*/ 1653594 h 2520275"/>
              <a:gd name="connsiteX13" fmla="*/ 3596882 w 5422159"/>
              <a:gd name="connsiteY13" fmla="*/ 2308914 h 2520275"/>
              <a:gd name="connsiteX14" fmla="*/ 4092182 w 5422159"/>
              <a:gd name="connsiteY14" fmla="*/ 2126034 h 2520275"/>
              <a:gd name="connsiteX15" fmla="*/ 4488422 w 5422159"/>
              <a:gd name="connsiteY15" fmla="*/ 2217474 h 2520275"/>
              <a:gd name="connsiteX16" fmla="*/ 4579862 w 5422159"/>
              <a:gd name="connsiteY16" fmla="*/ 2385114 h 2520275"/>
              <a:gd name="connsiteX17" fmla="*/ 4678922 w 5422159"/>
              <a:gd name="connsiteY17" fmla="*/ 2453694 h 2520275"/>
              <a:gd name="connsiteX18" fmla="*/ 5010868 w 5422159"/>
              <a:gd name="connsiteY18" fmla="*/ 1379750 h 2520275"/>
              <a:gd name="connsiteX19" fmla="*/ 4991342 w 5422159"/>
              <a:gd name="connsiteY19" fmla="*/ 1470714 h 2520275"/>
              <a:gd name="connsiteX20" fmla="*/ 5035158 w 5422159"/>
              <a:gd name="connsiteY20" fmla="*/ 1274975 h 2520275"/>
              <a:gd name="connsiteX21" fmla="*/ 5059922 w 5422159"/>
              <a:gd name="connsiteY21" fmla="*/ 1215920 h 2520275"/>
              <a:gd name="connsiteX22" fmla="*/ 5296142 w 5422159"/>
              <a:gd name="connsiteY22" fmla="*/ 1165914 h 2520275"/>
              <a:gd name="connsiteX23" fmla="*/ 5332972 w 5422159"/>
              <a:gd name="connsiteY23" fmla="*/ 735384 h 2520275"/>
              <a:gd name="connsiteX0" fmla="*/ 137402 w 5422159"/>
              <a:gd name="connsiteY0" fmla="*/ 769674 h 2520275"/>
              <a:gd name="connsiteX1" fmla="*/ 323457 w 5422159"/>
              <a:gd name="connsiteY1" fmla="*/ 436934 h 2520275"/>
              <a:gd name="connsiteX2" fmla="*/ 114542 w 5422159"/>
              <a:gd name="connsiteY2" fmla="*/ 167694 h 2520275"/>
              <a:gd name="connsiteX3" fmla="*/ 175502 w 5422159"/>
              <a:gd name="connsiteY3" fmla="*/ 106734 h 2520275"/>
              <a:gd name="connsiteX4" fmla="*/ 76442 w 5422159"/>
              <a:gd name="connsiteY4" fmla="*/ 54 h 2520275"/>
              <a:gd name="connsiteX5" fmla="*/ 877 w 5422159"/>
              <a:gd name="connsiteY5" fmla="*/ 121339 h 2520275"/>
              <a:gd name="connsiteX6" fmla="*/ 127242 w 5422159"/>
              <a:gd name="connsiteY6" fmla="*/ 296599 h 2520275"/>
              <a:gd name="connsiteX7" fmla="*/ 320282 w 5422159"/>
              <a:gd name="connsiteY7" fmla="*/ 221034 h 2520275"/>
              <a:gd name="connsiteX8" fmla="*/ 477762 w 5422159"/>
              <a:gd name="connsiteY8" fmla="*/ 598859 h 2520275"/>
              <a:gd name="connsiteX9" fmla="*/ 975602 w 5422159"/>
              <a:gd name="connsiteY9" fmla="*/ 830634 h 2520275"/>
              <a:gd name="connsiteX10" fmla="*/ 1394702 w 5422159"/>
              <a:gd name="connsiteY10" fmla="*/ 1379274 h 2520275"/>
              <a:gd name="connsiteX11" fmla="*/ 1710932 w 5422159"/>
              <a:gd name="connsiteY11" fmla="*/ 1795516 h 2520275"/>
              <a:gd name="connsiteX12" fmla="*/ 2293862 w 5422159"/>
              <a:gd name="connsiteY12" fmla="*/ 1653594 h 2520275"/>
              <a:gd name="connsiteX13" fmla="*/ 3596882 w 5422159"/>
              <a:gd name="connsiteY13" fmla="*/ 2308914 h 2520275"/>
              <a:gd name="connsiteX14" fmla="*/ 4092182 w 5422159"/>
              <a:gd name="connsiteY14" fmla="*/ 2126034 h 2520275"/>
              <a:gd name="connsiteX15" fmla="*/ 4488422 w 5422159"/>
              <a:gd name="connsiteY15" fmla="*/ 2217474 h 2520275"/>
              <a:gd name="connsiteX16" fmla="*/ 4579862 w 5422159"/>
              <a:gd name="connsiteY16" fmla="*/ 2385114 h 2520275"/>
              <a:gd name="connsiteX17" fmla="*/ 4678922 w 5422159"/>
              <a:gd name="connsiteY17" fmla="*/ 2453694 h 2520275"/>
              <a:gd name="connsiteX18" fmla="*/ 5010868 w 5422159"/>
              <a:gd name="connsiteY18" fmla="*/ 1379750 h 2520275"/>
              <a:gd name="connsiteX19" fmla="*/ 4991342 w 5422159"/>
              <a:gd name="connsiteY19" fmla="*/ 1470714 h 2520275"/>
              <a:gd name="connsiteX20" fmla="*/ 5035158 w 5422159"/>
              <a:gd name="connsiteY20" fmla="*/ 1274975 h 2520275"/>
              <a:gd name="connsiteX21" fmla="*/ 5059922 w 5422159"/>
              <a:gd name="connsiteY21" fmla="*/ 1215920 h 2520275"/>
              <a:gd name="connsiteX22" fmla="*/ 5296142 w 5422159"/>
              <a:gd name="connsiteY22" fmla="*/ 1165914 h 2520275"/>
              <a:gd name="connsiteX23" fmla="*/ 5332972 w 5422159"/>
              <a:gd name="connsiteY23" fmla="*/ 735384 h 252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5422159" h="2520275">
                <a:moveTo>
                  <a:pt x="137402" y="769674"/>
                </a:moveTo>
                <a:cubicBezTo>
                  <a:pt x="243447" y="713794"/>
                  <a:pt x="327267" y="537264"/>
                  <a:pt x="323457" y="436934"/>
                </a:cubicBezTo>
                <a:cubicBezTo>
                  <a:pt x="319647" y="336604"/>
                  <a:pt x="139201" y="222727"/>
                  <a:pt x="114542" y="167694"/>
                </a:cubicBezTo>
                <a:cubicBezTo>
                  <a:pt x="89883" y="112661"/>
                  <a:pt x="181852" y="134674"/>
                  <a:pt x="175502" y="106734"/>
                </a:cubicBezTo>
                <a:cubicBezTo>
                  <a:pt x="169152" y="78794"/>
                  <a:pt x="105546" y="-2380"/>
                  <a:pt x="76442" y="54"/>
                </a:cubicBezTo>
                <a:cubicBezTo>
                  <a:pt x="47338" y="2488"/>
                  <a:pt x="-7590" y="71915"/>
                  <a:pt x="877" y="121339"/>
                </a:cubicBezTo>
                <a:cubicBezTo>
                  <a:pt x="9344" y="170763"/>
                  <a:pt x="74008" y="279983"/>
                  <a:pt x="127242" y="296599"/>
                </a:cubicBezTo>
                <a:cubicBezTo>
                  <a:pt x="180476" y="313215"/>
                  <a:pt x="261862" y="170657"/>
                  <a:pt x="320282" y="221034"/>
                </a:cubicBezTo>
                <a:cubicBezTo>
                  <a:pt x="378702" y="271411"/>
                  <a:pt x="368542" y="497259"/>
                  <a:pt x="477762" y="598859"/>
                </a:cubicBezTo>
                <a:cubicBezTo>
                  <a:pt x="586982" y="700459"/>
                  <a:pt x="822779" y="700565"/>
                  <a:pt x="975602" y="830634"/>
                </a:cubicBezTo>
                <a:cubicBezTo>
                  <a:pt x="1128425" y="960703"/>
                  <a:pt x="1272147" y="1218460"/>
                  <a:pt x="1394702" y="1379274"/>
                </a:cubicBezTo>
                <a:cubicBezTo>
                  <a:pt x="1517257" y="1540088"/>
                  <a:pt x="1561072" y="1749796"/>
                  <a:pt x="1710932" y="1795516"/>
                </a:cubicBezTo>
                <a:cubicBezTo>
                  <a:pt x="1860792" y="1841236"/>
                  <a:pt x="1979537" y="1568028"/>
                  <a:pt x="2293862" y="1653594"/>
                </a:cubicBezTo>
                <a:cubicBezTo>
                  <a:pt x="2608187" y="1739160"/>
                  <a:pt x="3297162" y="2230174"/>
                  <a:pt x="3596882" y="2308914"/>
                </a:cubicBezTo>
                <a:cubicBezTo>
                  <a:pt x="3896602" y="2387654"/>
                  <a:pt x="3943592" y="2141274"/>
                  <a:pt x="4092182" y="2126034"/>
                </a:cubicBezTo>
                <a:cubicBezTo>
                  <a:pt x="4240772" y="2110794"/>
                  <a:pt x="4407142" y="2174294"/>
                  <a:pt x="4488422" y="2217474"/>
                </a:cubicBezTo>
                <a:cubicBezTo>
                  <a:pt x="4569702" y="2260654"/>
                  <a:pt x="4548112" y="2345744"/>
                  <a:pt x="4579862" y="2385114"/>
                </a:cubicBezTo>
                <a:cubicBezTo>
                  <a:pt x="4611612" y="2424484"/>
                  <a:pt x="4607088" y="2621255"/>
                  <a:pt x="4678922" y="2453694"/>
                </a:cubicBezTo>
                <a:cubicBezTo>
                  <a:pt x="4750756" y="2286133"/>
                  <a:pt x="4970704" y="1512623"/>
                  <a:pt x="5010868" y="1379750"/>
                </a:cubicBezTo>
                <a:cubicBezTo>
                  <a:pt x="5051032" y="1246877"/>
                  <a:pt x="4987294" y="1488176"/>
                  <a:pt x="4991342" y="1470714"/>
                </a:cubicBezTo>
                <a:cubicBezTo>
                  <a:pt x="4995390" y="1453252"/>
                  <a:pt x="5011821" y="1326966"/>
                  <a:pt x="5035158" y="1274975"/>
                </a:cubicBezTo>
                <a:cubicBezTo>
                  <a:pt x="5058495" y="1222984"/>
                  <a:pt x="5016425" y="1234097"/>
                  <a:pt x="5059922" y="1215920"/>
                </a:cubicBezTo>
                <a:cubicBezTo>
                  <a:pt x="5103419" y="1197743"/>
                  <a:pt x="5250634" y="1246003"/>
                  <a:pt x="5296142" y="1165914"/>
                </a:cubicBezTo>
                <a:cubicBezTo>
                  <a:pt x="5341650" y="1085825"/>
                  <a:pt x="5532362" y="833174"/>
                  <a:pt x="5332972" y="735384"/>
                </a:cubicBezTo>
              </a:path>
            </a:pathLst>
          </a:cu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2" name="자유형 241"/>
          <p:cNvSpPr/>
          <p:nvPr/>
        </p:nvSpPr>
        <p:spPr>
          <a:xfrm>
            <a:off x="3322320" y="2720340"/>
            <a:ext cx="5478780" cy="1893899"/>
          </a:xfrm>
          <a:custGeom>
            <a:avLst/>
            <a:gdLst>
              <a:gd name="connsiteX0" fmla="*/ 5486400 w 5486400"/>
              <a:gd name="connsiteY0" fmla="*/ 0 h 1893899"/>
              <a:gd name="connsiteX1" fmla="*/ 5387340 w 5486400"/>
              <a:gd name="connsiteY1" fmla="*/ 594360 h 1893899"/>
              <a:gd name="connsiteX2" fmla="*/ 4930140 w 5486400"/>
              <a:gd name="connsiteY2" fmla="*/ 716280 h 1893899"/>
              <a:gd name="connsiteX3" fmla="*/ 4762500 w 5486400"/>
              <a:gd name="connsiteY3" fmla="*/ 1744980 h 1893899"/>
              <a:gd name="connsiteX4" fmla="*/ 4488180 w 5486400"/>
              <a:gd name="connsiteY4" fmla="*/ 1882140 h 1893899"/>
              <a:gd name="connsiteX5" fmla="*/ 4122420 w 5486400"/>
              <a:gd name="connsiteY5" fmla="*/ 1691640 h 1893899"/>
              <a:gd name="connsiteX6" fmla="*/ 3566160 w 5486400"/>
              <a:gd name="connsiteY6" fmla="*/ 1722120 h 1893899"/>
              <a:gd name="connsiteX7" fmla="*/ 3223260 w 5486400"/>
              <a:gd name="connsiteY7" fmla="*/ 1828800 h 1893899"/>
              <a:gd name="connsiteX8" fmla="*/ 2080260 w 5486400"/>
              <a:gd name="connsiteY8" fmla="*/ 1272540 h 1893899"/>
              <a:gd name="connsiteX9" fmla="*/ 1577340 w 5486400"/>
              <a:gd name="connsiteY9" fmla="*/ 1318260 h 1893899"/>
              <a:gd name="connsiteX10" fmla="*/ 1097280 w 5486400"/>
              <a:gd name="connsiteY10" fmla="*/ 830580 h 1893899"/>
              <a:gd name="connsiteX11" fmla="*/ 906780 w 5486400"/>
              <a:gd name="connsiteY11" fmla="*/ 228600 h 1893899"/>
              <a:gd name="connsiteX12" fmla="*/ 0 w 5486400"/>
              <a:gd name="connsiteY12" fmla="*/ 129540 h 1893899"/>
              <a:gd name="connsiteX0" fmla="*/ 5486400 w 5486400"/>
              <a:gd name="connsiteY0" fmla="*/ 0 h 1893899"/>
              <a:gd name="connsiteX1" fmla="*/ 5387340 w 5486400"/>
              <a:gd name="connsiteY1" fmla="*/ 594360 h 1893899"/>
              <a:gd name="connsiteX2" fmla="*/ 4930140 w 5486400"/>
              <a:gd name="connsiteY2" fmla="*/ 716280 h 1893899"/>
              <a:gd name="connsiteX3" fmla="*/ 4762500 w 5486400"/>
              <a:gd name="connsiteY3" fmla="*/ 1744980 h 1893899"/>
              <a:gd name="connsiteX4" fmla="*/ 4488180 w 5486400"/>
              <a:gd name="connsiteY4" fmla="*/ 1882140 h 1893899"/>
              <a:gd name="connsiteX5" fmla="*/ 4122420 w 5486400"/>
              <a:gd name="connsiteY5" fmla="*/ 1691640 h 1893899"/>
              <a:gd name="connsiteX6" fmla="*/ 3566160 w 5486400"/>
              <a:gd name="connsiteY6" fmla="*/ 1722120 h 1893899"/>
              <a:gd name="connsiteX7" fmla="*/ 3223260 w 5486400"/>
              <a:gd name="connsiteY7" fmla="*/ 1828800 h 1893899"/>
              <a:gd name="connsiteX8" fmla="*/ 2080260 w 5486400"/>
              <a:gd name="connsiteY8" fmla="*/ 1272540 h 1893899"/>
              <a:gd name="connsiteX9" fmla="*/ 1539240 w 5486400"/>
              <a:gd name="connsiteY9" fmla="*/ 1361123 h 1893899"/>
              <a:gd name="connsiteX10" fmla="*/ 1097280 w 5486400"/>
              <a:gd name="connsiteY10" fmla="*/ 830580 h 1893899"/>
              <a:gd name="connsiteX11" fmla="*/ 906780 w 5486400"/>
              <a:gd name="connsiteY11" fmla="*/ 228600 h 1893899"/>
              <a:gd name="connsiteX12" fmla="*/ 0 w 5486400"/>
              <a:gd name="connsiteY12" fmla="*/ 129540 h 1893899"/>
              <a:gd name="connsiteX0" fmla="*/ 5486400 w 5486400"/>
              <a:gd name="connsiteY0" fmla="*/ 0 h 1893899"/>
              <a:gd name="connsiteX1" fmla="*/ 5387340 w 5486400"/>
              <a:gd name="connsiteY1" fmla="*/ 594360 h 1893899"/>
              <a:gd name="connsiteX2" fmla="*/ 4930140 w 5486400"/>
              <a:gd name="connsiteY2" fmla="*/ 716280 h 1893899"/>
              <a:gd name="connsiteX3" fmla="*/ 4762500 w 5486400"/>
              <a:gd name="connsiteY3" fmla="*/ 1744980 h 1893899"/>
              <a:gd name="connsiteX4" fmla="*/ 4488180 w 5486400"/>
              <a:gd name="connsiteY4" fmla="*/ 1882140 h 1893899"/>
              <a:gd name="connsiteX5" fmla="*/ 4122420 w 5486400"/>
              <a:gd name="connsiteY5" fmla="*/ 1691640 h 1893899"/>
              <a:gd name="connsiteX6" fmla="*/ 3566160 w 5486400"/>
              <a:gd name="connsiteY6" fmla="*/ 1722120 h 1893899"/>
              <a:gd name="connsiteX7" fmla="*/ 3223260 w 5486400"/>
              <a:gd name="connsiteY7" fmla="*/ 1828800 h 1893899"/>
              <a:gd name="connsiteX8" fmla="*/ 2080260 w 5486400"/>
              <a:gd name="connsiteY8" fmla="*/ 1272540 h 1893899"/>
              <a:gd name="connsiteX9" fmla="*/ 1520190 w 5486400"/>
              <a:gd name="connsiteY9" fmla="*/ 1384935 h 1893899"/>
              <a:gd name="connsiteX10" fmla="*/ 1097280 w 5486400"/>
              <a:gd name="connsiteY10" fmla="*/ 830580 h 1893899"/>
              <a:gd name="connsiteX11" fmla="*/ 906780 w 5486400"/>
              <a:gd name="connsiteY11" fmla="*/ 228600 h 1893899"/>
              <a:gd name="connsiteX12" fmla="*/ 0 w 5486400"/>
              <a:gd name="connsiteY12" fmla="*/ 129540 h 1893899"/>
              <a:gd name="connsiteX0" fmla="*/ 5486400 w 5486400"/>
              <a:gd name="connsiteY0" fmla="*/ 0 h 1893899"/>
              <a:gd name="connsiteX1" fmla="*/ 5387340 w 5486400"/>
              <a:gd name="connsiteY1" fmla="*/ 594360 h 1893899"/>
              <a:gd name="connsiteX2" fmla="*/ 4930140 w 5486400"/>
              <a:gd name="connsiteY2" fmla="*/ 716280 h 1893899"/>
              <a:gd name="connsiteX3" fmla="*/ 4762500 w 5486400"/>
              <a:gd name="connsiteY3" fmla="*/ 1744980 h 1893899"/>
              <a:gd name="connsiteX4" fmla="*/ 4488180 w 5486400"/>
              <a:gd name="connsiteY4" fmla="*/ 1882140 h 1893899"/>
              <a:gd name="connsiteX5" fmla="*/ 4122420 w 5486400"/>
              <a:gd name="connsiteY5" fmla="*/ 1691640 h 1893899"/>
              <a:gd name="connsiteX6" fmla="*/ 3566160 w 5486400"/>
              <a:gd name="connsiteY6" fmla="*/ 1722120 h 1893899"/>
              <a:gd name="connsiteX7" fmla="*/ 3223260 w 5486400"/>
              <a:gd name="connsiteY7" fmla="*/ 1828800 h 1893899"/>
              <a:gd name="connsiteX8" fmla="*/ 2080260 w 5486400"/>
              <a:gd name="connsiteY8" fmla="*/ 1272540 h 1893899"/>
              <a:gd name="connsiteX9" fmla="*/ 1520190 w 5486400"/>
              <a:gd name="connsiteY9" fmla="*/ 1384935 h 1893899"/>
              <a:gd name="connsiteX10" fmla="*/ 1097280 w 5486400"/>
              <a:gd name="connsiteY10" fmla="*/ 830580 h 1893899"/>
              <a:gd name="connsiteX11" fmla="*/ 811530 w 5486400"/>
              <a:gd name="connsiteY11" fmla="*/ 233362 h 1893899"/>
              <a:gd name="connsiteX12" fmla="*/ 0 w 5486400"/>
              <a:gd name="connsiteY12" fmla="*/ 129540 h 1893899"/>
              <a:gd name="connsiteX0" fmla="*/ 5486400 w 5486400"/>
              <a:gd name="connsiteY0" fmla="*/ 0 h 1893899"/>
              <a:gd name="connsiteX1" fmla="*/ 5387340 w 5486400"/>
              <a:gd name="connsiteY1" fmla="*/ 594360 h 1893899"/>
              <a:gd name="connsiteX2" fmla="*/ 4930140 w 5486400"/>
              <a:gd name="connsiteY2" fmla="*/ 716280 h 1893899"/>
              <a:gd name="connsiteX3" fmla="*/ 4762500 w 5486400"/>
              <a:gd name="connsiteY3" fmla="*/ 1744980 h 1893899"/>
              <a:gd name="connsiteX4" fmla="*/ 4488180 w 5486400"/>
              <a:gd name="connsiteY4" fmla="*/ 1882140 h 1893899"/>
              <a:gd name="connsiteX5" fmla="*/ 4122420 w 5486400"/>
              <a:gd name="connsiteY5" fmla="*/ 1691640 h 1893899"/>
              <a:gd name="connsiteX6" fmla="*/ 3566160 w 5486400"/>
              <a:gd name="connsiteY6" fmla="*/ 1722120 h 1893899"/>
              <a:gd name="connsiteX7" fmla="*/ 3223260 w 5486400"/>
              <a:gd name="connsiteY7" fmla="*/ 1828800 h 1893899"/>
              <a:gd name="connsiteX8" fmla="*/ 2080260 w 5486400"/>
              <a:gd name="connsiteY8" fmla="*/ 1272540 h 1893899"/>
              <a:gd name="connsiteX9" fmla="*/ 1520190 w 5486400"/>
              <a:gd name="connsiteY9" fmla="*/ 1384935 h 1893899"/>
              <a:gd name="connsiteX10" fmla="*/ 1097280 w 5486400"/>
              <a:gd name="connsiteY10" fmla="*/ 830580 h 1893899"/>
              <a:gd name="connsiteX11" fmla="*/ 910590 w 5486400"/>
              <a:gd name="connsiteY11" fmla="*/ 385762 h 1893899"/>
              <a:gd name="connsiteX12" fmla="*/ 0 w 5486400"/>
              <a:gd name="connsiteY12" fmla="*/ 129540 h 1893899"/>
              <a:gd name="connsiteX0" fmla="*/ 5486400 w 5486400"/>
              <a:gd name="connsiteY0" fmla="*/ 0 h 1893899"/>
              <a:gd name="connsiteX1" fmla="*/ 5387340 w 5486400"/>
              <a:gd name="connsiteY1" fmla="*/ 594360 h 1893899"/>
              <a:gd name="connsiteX2" fmla="*/ 4930140 w 5486400"/>
              <a:gd name="connsiteY2" fmla="*/ 716280 h 1893899"/>
              <a:gd name="connsiteX3" fmla="*/ 4762500 w 5486400"/>
              <a:gd name="connsiteY3" fmla="*/ 1744980 h 1893899"/>
              <a:gd name="connsiteX4" fmla="*/ 4488180 w 5486400"/>
              <a:gd name="connsiteY4" fmla="*/ 1882140 h 1893899"/>
              <a:gd name="connsiteX5" fmla="*/ 4122420 w 5486400"/>
              <a:gd name="connsiteY5" fmla="*/ 1691640 h 1893899"/>
              <a:gd name="connsiteX6" fmla="*/ 3566160 w 5486400"/>
              <a:gd name="connsiteY6" fmla="*/ 1722120 h 1893899"/>
              <a:gd name="connsiteX7" fmla="*/ 3223260 w 5486400"/>
              <a:gd name="connsiteY7" fmla="*/ 1828800 h 1893899"/>
              <a:gd name="connsiteX8" fmla="*/ 2080260 w 5486400"/>
              <a:gd name="connsiteY8" fmla="*/ 1272540 h 1893899"/>
              <a:gd name="connsiteX9" fmla="*/ 1520190 w 5486400"/>
              <a:gd name="connsiteY9" fmla="*/ 1384935 h 1893899"/>
              <a:gd name="connsiteX10" fmla="*/ 1097280 w 5486400"/>
              <a:gd name="connsiteY10" fmla="*/ 830580 h 1893899"/>
              <a:gd name="connsiteX11" fmla="*/ 910590 w 5486400"/>
              <a:gd name="connsiteY11" fmla="*/ 385762 h 1893899"/>
              <a:gd name="connsiteX12" fmla="*/ 784860 w 5486400"/>
              <a:gd name="connsiteY12" fmla="*/ 312420 h 1893899"/>
              <a:gd name="connsiteX13" fmla="*/ 0 w 5486400"/>
              <a:gd name="connsiteY13" fmla="*/ 129540 h 1893899"/>
              <a:gd name="connsiteX0" fmla="*/ 5486400 w 5486400"/>
              <a:gd name="connsiteY0" fmla="*/ 0 h 1893899"/>
              <a:gd name="connsiteX1" fmla="*/ 5387340 w 5486400"/>
              <a:gd name="connsiteY1" fmla="*/ 594360 h 1893899"/>
              <a:gd name="connsiteX2" fmla="*/ 4930140 w 5486400"/>
              <a:gd name="connsiteY2" fmla="*/ 716280 h 1893899"/>
              <a:gd name="connsiteX3" fmla="*/ 4762500 w 5486400"/>
              <a:gd name="connsiteY3" fmla="*/ 1744980 h 1893899"/>
              <a:gd name="connsiteX4" fmla="*/ 4488180 w 5486400"/>
              <a:gd name="connsiteY4" fmla="*/ 1882140 h 1893899"/>
              <a:gd name="connsiteX5" fmla="*/ 4122420 w 5486400"/>
              <a:gd name="connsiteY5" fmla="*/ 1691640 h 1893899"/>
              <a:gd name="connsiteX6" fmla="*/ 3566160 w 5486400"/>
              <a:gd name="connsiteY6" fmla="*/ 1722120 h 1893899"/>
              <a:gd name="connsiteX7" fmla="*/ 3223260 w 5486400"/>
              <a:gd name="connsiteY7" fmla="*/ 1828800 h 1893899"/>
              <a:gd name="connsiteX8" fmla="*/ 2080260 w 5486400"/>
              <a:gd name="connsiteY8" fmla="*/ 1272540 h 1893899"/>
              <a:gd name="connsiteX9" fmla="*/ 1520190 w 5486400"/>
              <a:gd name="connsiteY9" fmla="*/ 1384935 h 1893899"/>
              <a:gd name="connsiteX10" fmla="*/ 1097280 w 5486400"/>
              <a:gd name="connsiteY10" fmla="*/ 830580 h 1893899"/>
              <a:gd name="connsiteX11" fmla="*/ 910590 w 5486400"/>
              <a:gd name="connsiteY11" fmla="*/ 385762 h 1893899"/>
              <a:gd name="connsiteX12" fmla="*/ 762000 w 5486400"/>
              <a:gd name="connsiteY12" fmla="*/ 342900 h 1893899"/>
              <a:gd name="connsiteX13" fmla="*/ 0 w 5486400"/>
              <a:gd name="connsiteY13" fmla="*/ 129540 h 1893899"/>
              <a:gd name="connsiteX0" fmla="*/ 4724400 w 4724400"/>
              <a:gd name="connsiteY0" fmla="*/ 0 h 1893899"/>
              <a:gd name="connsiteX1" fmla="*/ 4625340 w 4724400"/>
              <a:gd name="connsiteY1" fmla="*/ 594360 h 1893899"/>
              <a:gd name="connsiteX2" fmla="*/ 4168140 w 4724400"/>
              <a:gd name="connsiteY2" fmla="*/ 716280 h 1893899"/>
              <a:gd name="connsiteX3" fmla="*/ 4000500 w 4724400"/>
              <a:gd name="connsiteY3" fmla="*/ 1744980 h 1893899"/>
              <a:gd name="connsiteX4" fmla="*/ 3726180 w 4724400"/>
              <a:gd name="connsiteY4" fmla="*/ 1882140 h 1893899"/>
              <a:gd name="connsiteX5" fmla="*/ 3360420 w 4724400"/>
              <a:gd name="connsiteY5" fmla="*/ 1691640 h 1893899"/>
              <a:gd name="connsiteX6" fmla="*/ 2804160 w 4724400"/>
              <a:gd name="connsiteY6" fmla="*/ 1722120 h 1893899"/>
              <a:gd name="connsiteX7" fmla="*/ 2461260 w 4724400"/>
              <a:gd name="connsiteY7" fmla="*/ 1828800 h 1893899"/>
              <a:gd name="connsiteX8" fmla="*/ 1318260 w 4724400"/>
              <a:gd name="connsiteY8" fmla="*/ 1272540 h 1893899"/>
              <a:gd name="connsiteX9" fmla="*/ 758190 w 4724400"/>
              <a:gd name="connsiteY9" fmla="*/ 1384935 h 1893899"/>
              <a:gd name="connsiteX10" fmla="*/ 335280 w 4724400"/>
              <a:gd name="connsiteY10" fmla="*/ 830580 h 1893899"/>
              <a:gd name="connsiteX11" fmla="*/ 148590 w 4724400"/>
              <a:gd name="connsiteY11" fmla="*/ 385762 h 1893899"/>
              <a:gd name="connsiteX12" fmla="*/ 0 w 4724400"/>
              <a:gd name="connsiteY12" fmla="*/ 342900 h 1893899"/>
              <a:gd name="connsiteX13" fmla="*/ 297180 w 4724400"/>
              <a:gd name="connsiteY13" fmla="*/ 38100 h 1893899"/>
              <a:gd name="connsiteX0" fmla="*/ 5638800 w 5638800"/>
              <a:gd name="connsiteY0" fmla="*/ 30480 h 1924379"/>
              <a:gd name="connsiteX1" fmla="*/ 5539740 w 5638800"/>
              <a:gd name="connsiteY1" fmla="*/ 624840 h 1924379"/>
              <a:gd name="connsiteX2" fmla="*/ 5082540 w 5638800"/>
              <a:gd name="connsiteY2" fmla="*/ 746760 h 1924379"/>
              <a:gd name="connsiteX3" fmla="*/ 4914900 w 5638800"/>
              <a:gd name="connsiteY3" fmla="*/ 1775460 h 1924379"/>
              <a:gd name="connsiteX4" fmla="*/ 4640580 w 5638800"/>
              <a:gd name="connsiteY4" fmla="*/ 1912620 h 1924379"/>
              <a:gd name="connsiteX5" fmla="*/ 4274820 w 5638800"/>
              <a:gd name="connsiteY5" fmla="*/ 1722120 h 1924379"/>
              <a:gd name="connsiteX6" fmla="*/ 3718560 w 5638800"/>
              <a:gd name="connsiteY6" fmla="*/ 1752600 h 1924379"/>
              <a:gd name="connsiteX7" fmla="*/ 3375660 w 5638800"/>
              <a:gd name="connsiteY7" fmla="*/ 1859280 h 1924379"/>
              <a:gd name="connsiteX8" fmla="*/ 2232660 w 5638800"/>
              <a:gd name="connsiteY8" fmla="*/ 1303020 h 1924379"/>
              <a:gd name="connsiteX9" fmla="*/ 1672590 w 5638800"/>
              <a:gd name="connsiteY9" fmla="*/ 1415415 h 1924379"/>
              <a:gd name="connsiteX10" fmla="*/ 1249680 w 5638800"/>
              <a:gd name="connsiteY10" fmla="*/ 861060 h 1924379"/>
              <a:gd name="connsiteX11" fmla="*/ 1062990 w 5638800"/>
              <a:gd name="connsiteY11" fmla="*/ 416242 h 1924379"/>
              <a:gd name="connsiteX12" fmla="*/ 914400 w 5638800"/>
              <a:gd name="connsiteY12" fmla="*/ 373380 h 1924379"/>
              <a:gd name="connsiteX13" fmla="*/ 0 w 5638800"/>
              <a:gd name="connsiteY13" fmla="*/ 0 h 1924379"/>
              <a:gd name="connsiteX0" fmla="*/ 5638800 w 5638800"/>
              <a:gd name="connsiteY0" fmla="*/ 30480 h 1924379"/>
              <a:gd name="connsiteX1" fmla="*/ 5539740 w 5638800"/>
              <a:gd name="connsiteY1" fmla="*/ 624840 h 1924379"/>
              <a:gd name="connsiteX2" fmla="*/ 5082540 w 5638800"/>
              <a:gd name="connsiteY2" fmla="*/ 746760 h 1924379"/>
              <a:gd name="connsiteX3" fmla="*/ 4914900 w 5638800"/>
              <a:gd name="connsiteY3" fmla="*/ 1775460 h 1924379"/>
              <a:gd name="connsiteX4" fmla="*/ 4640580 w 5638800"/>
              <a:gd name="connsiteY4" fmla="*/ 1912620 h 1924379"/>
              <a:gd name="connsiteX5" fmla="*/ 4274820 w 5638800"/>
              <a:gd name="connsiteY5" fmla="*/ 1722120 h 1924379"/>
              <a:gd name="connsiteX6" fmla="*/ 3718560 w 5638800"/>
              <a:gd name="connsiteY6" fmla="*/ 1752600 h 1924379"/>
              <a:gd name="connsiteX7" fmla="*/ 3375660 w 5638800"/>
              <a:gd name="connsiteY7" fmla="*/ 1859280 h 1924379"/>
              <a:gd name="connsiteX8" fmla="*/ 2232660 w 5638800"/>
              <a:gd name="connsiteY8" fmla="*/ 1303020 h 1924379"/>
              <a:gd name="connsiteX9" fmla="*/ 1672590 w 5638800"/>
              <a:gd name="connsiteY9" fmla="*/ 1415415 h 1924379"/>
              <a:gd name="connsiteX10" fmla="*/ 1249680 w 5638800"/>
              <a:gd name="connsiteY10" fmla="*/ 861060 h 1924379"/>
              <a:gd name="connsiteX11" fmla="*/ 1062990 w 5638800"/>
              <a:gd name="connsiteY11" fmla="*/ 416242 h 1924379"/>
              <a:gd name="connsiteX12" fmla="*/ 914400 w 5638800"/>
              <a:gd name="connsiteY12" fmla="*/ 373380 h 1924379"/>
              <a:gd name="connsiteX13" fmla="*/ 769620 w 5638800"/>
              <a:gd name="connsiteY13" fmla="*/ 312420 h 1924379"/>
              <a:gd name="connsiteX14" fmla="*/ 0 w 5638800"/>
              <a:gd name="connsiteY14" fmla="*/ 0 h 1924379"/>
              <a:gd name="connsiteX0" fmla="*/ 5638800 w 5638800"/>
              <a:gd name="connsiteY0" fmla="*/ 30480 h 1924379"/>
              <a:gd name="connsiteX1" fmla="*/ 5539740 w 5638800"/>
              <a:gd name="connsiteY1" fmla="*/ 624840 h 1924379"/>
              <a:gd name="connsiteX2" fmla="*/ 5082540 w 5638800"/>
              <a:gd name="connsiteY2" fmla="*/ 746760 h 1924379"/>
              <a:gd name="connsiteX3" fmla="*/ 4914900 w 5638800"/>
              <a:gd name="connsiteY3" fmla="*/ 1775460 h 1924379"/>
              <a:gd name="connsiteX4" fmla="*/ 4640580 w 5638800"/>
              <a:gd name="connsiteY4" fmla="*/ 1912620 h 1924379"/>
              <a:gd name="connsiteX5" fmla="*/ 4274820 w 5638800"/>
              <a:gd name="connsiteY5" fmla="*/ 1722120 h 1924379"/>
              <a:gd name="connsiteX6" fmla="*/ 3718560 w 5638800"/>
              <a:gd name="connsiteY6" fmla="*/ 1752600 h 1924379"/>
              <a:gd name="connsiteX7" fmla="*/ 3375660 w 5638800"/>
              <a:gd name="connsiteY7" fmla="*/ 1859280 h 1924379"/>
              <a:gd name="connsiteX8" fmla="*/ 2232660 w 5638800"/>
              <a:gd name="connsiteY8" fmla="*/ 1303020 h 1924379"/>
              <a:gd name="connsiteX9" fmla="*/ 1672590 w 5638800"/>
              <a:gd name="connsiteY9" fmla="*/ 1415415 h 1924379"/>
              <a:gd name="connsiteX10" fmla="*/ 1249680 w 5638800"/>
              <a:gd name="connsiteY10" fmla="*/ 861060 h 1924379"/>
              <a:gd name="connsiteX11" fmla="*/ 1062990 w 5638800"/>
              <a:gd name="connsiteY11" fmla="*/ 416242 h 1924379"/>
              <a:gd name="connsiteX12" fmla="*/ 914400 w 5638800"/>
              <a:gd name="connsiteY12" fmla="*/ 373380 h 1924379"/>
              <a:gd name="connsiteX13" fmla="*/ 1181100 w 5638800"/>
              <a:gd name="connsiteY13" fmla="*/ 182880 h 1924379"/>
              <a:gd name="connsiteX14" fmla="*/ 0 w 5638800"/>
              <a:gd name="connsiteY14" fmla="*/ 0 h 1924379"/>
              <a:gd name="connsiteX0" fmla="*/ 5638800 w 5638800"/>
              <a:gd name="connsiteY0" fmla="*/ 30480 h 1924379"/>
              <a:gd name="connsiteX1" fmla="*/ 5539740 w 5638800"/>
              <a:gd name="connsiteY1" fmla="*/ 624840 h 1924379"/>
              <a:gd name="connsiteX2" fmla="*/ 5082540 w 5638800"/>
              <a:gd name="connsiteY2" fmla="*/ 746760 h 1924379"/>
              <a:gd name="connsiteX3" fmla="*/ 4914900 w 5638800"/>
              <a:gd name="connsiteY3" fmla="*/ 1775460 h 1924379"/>
              <a:gd name="connsiteX4" fmla="*/ 4640580 w 5638800"/>
              <a:gd name="connsiteY4" fmla="*/ 1912620 h 1924379"/>
              <a:gd name="connsiteX5" fmla="*/ 4274820 w 5638800"/>
              <a:gd name="connsiteY5" fmla="*/ 1722120 h 1924379"/>
              <a:gd name="connsiteX6" fmla="*/ 3718560 w 5638800"/>
              <a:gd name="connsiteY6" fmla="*/ 1752600 h 1924379"/>
              <a:gd name="connsiteX7" fmla="*/ 3375660 w 5638800"/>
              <a:gd name="connsiteY7" fmla="*/ 1859280 h 1924379"/>
              <a:gd name="connsiteX8" fmla="*/ 2232660 w 5638800"/>
              <a:gd name="connsiteY8" fmla="*/ 1303020 h 1924379"/>
              <a:gd name="connsiteX9" fmla="*/ 1672590 w 5638800"/>
              <a:gd name="connsiteY9" fmla="*/ 1415415 h 1924379"/>
              <a:gd name="connsiteX10" fmla="*/ 1249680 w 5638800"/>
              <a:gd name="connsiteY10" fmla="*/ 861060 h 1924379"/>
              <a:gd name="connsiteX11" fmla="*/ 1062990 w 5638800"/>
              <a:gd name="connsiteY11" fmla="*/ 416242 h 1924379"/>
              <a:gd name="connsiteX12" fmla="*/ 914400 w 5638800"/>
              <a:gd name="connsiteY12" fmla="*/ 373380 h 1924379"/>
              <a:gd name="connsiteX13" fmla="*/ 1181100 w 5638800"/>
              <a:gd name="connsiteY13" fmla="*/ 182880 h 1924379"/>
              <a:gd name="connsiteX14" fmla="*/ 647700 w 5638800"/>
              <a:gd name="connsiteY14" fmla="*/ 91440 h 1924379"/>
              <a:gd name="connsiteX15" fmla="*/ 0 w 5638800"/>
              <a:gd name="connsiteY15" fmla="*/ 0 h 1924379"/>
              <a:gd name="connsiteX0" fmla="*/ 5638800 w 5638800"/>
              <a:gd name="connsiteY0" fmla="*/ 30480 h 1924379"/>
              <a:gd name="connsiteX1" fmla="*/ 5539740 w 5638800"/>
              <a:gd name="connsiteY1" fmla="*/ 624840 h 1924379"/>
              <a:gd name="connsiteX2" fmla="*/ 5082540 w 5638800"/>
              <a:gd name="connsiteY2" fmla="*/ 746760 h 1924379"/>
              <a:gd name="connsiteX3" fmla="*/ 4914900 w 5638800"/>
              <a:gd name="connsiteY3" fmla="*/ 1775460 h 1924379"/>
              <a:gd name="connsiteX4" fmla="*/ 4640580 w 5638800"/>
              <a:gd name="connsiteY4" fmla="*/ 1912620 h 1924379"/>
              <a:gd name="connsiteX5" fmla="*/ 4274820 w 5638800"/>
              <a:gd name="connsiteY5" fmla="*/ 1722120 h 1924379"/>
              <a:gd name="connsiteX6" fmla="*/ 3718560 w 5638800"/>
              <a:gd name="connsiteY6" fmla="*/ 1752600 h 1924379"/>
              <a:gd name="connsiteX7" fmla="*/ 3375660 w 5638800"/>
              <a:gd name="connsiteY7" fmla="*/ 1859280 h 1924379"/>
              <a:gd name="connsiteX8" fmla="*/ 2232660 w 5638800"/>
              <a:gd name="connsiteY8" fmla="*/ 1303020 h 1924379"/>
              <a:gd name="connsiteX9" fmla="*/ 1672590 w 5638800"/>
              <a:gd name="connsiteY9" fmla="*/ 1415415 h 1924379"/>
              <a:gd name="connsiteX10" fmla="*/ 1249680 w 5638800"/>
              <a:gd name="connsiteY10" fmla="*/ 861060 h 1924379"/>
              <a:gd name="connsiteX11" fmla="*/ 1062990 w 5638800"/>
              <a:gd name="connsiteY11" fmla="*/ 416242 h 1924379"/>
              <a:gd name="connsiteX12" fmla="*/ 914400 w 5638800"/>
              <a:gd name="connsiteY12" fmla="*/ 373380 h 1924379"/>
              <a:gd name="connsiteX13" fmla="*/ 1181100 w 5638800"/>
              <a:gd name="connsiteY13" fmla="*/ 182880 h 1924379"/>
              <a:gd name="connsiteX14" fmla="*/ 160020 w 5638800"/>
              <a:gd name="connsiteY14" fmla="*/ 350520 h 1924379"/>
              <a:gd name="connsiteX15" fmla="*/ 0 w 5638800"/>
              <a:gd name="connsiteY15" fmla="*/ 0 h 1924379"/>
              <a:gd name="connsiteX0" fmla="*/ 5608320 w 5608320"/>
              <a:gd name="connsiteY0" fmla="*/ 53340 h 1947239"/>
              <a:gd name="connsiteX1" fmla="*/ 5509260 w 5608320"/>
              <a:gd name="connsiteY1" fmla="*/ 647700 h 1947239"/>
              <a:gd name="connsiteX2" fmla="*/ 5052060 w 5608320"/>
              <a:gd name="connsiteY2" fmla="*/ 769620 h 1947239"/>
              <a:gd name="connsiteX3" fmla="*/ 4884420 w 5608320"/>
              <a:gd name="connsiteY3" fmla="*/ 1798320 h 1947239"/>
              <a:gd name="connsiteX4" fmla="*/ 4610100 w 5608320"/>
              <a:gd name="connsiteY4" fmla="*/ 1935480 h 1947239"/>
              <a:gd name="connsiteX5" fmla="*/ 4244340 w 5608320"/>
              <a:gd name="connsiteY5" fmla="*/ 1744980 h 1947239"/>
              <a:gd name="connsiteX6" fmla="*/ 3688080 w 5608320"/>
              <a:gd name="connsiteY6" fmla="*/ 1775460 h 1947239"/>
              <a:gd name="connsiteX7" fmla="*/ 3345180 w 5608320"/>
              <a:gd name="connsiteY7" fmla="*/ 1882140 h 1947239"/>
              <a:gd name="connsiteX8" fmla="*/ 2202180 w 5608320"/>
              <a:gd name="connsiteY8" fmla="*/ 1325880 h 1947239"/>
              <a:gd name="connsiteX9" fmla="*/ 1642110 w 5608320"/>
              <a:gd name="connsiteY9" fmla="*/ 1438275 h 1947239"/>
              <a:gd name="connsiteX10" fmla="*/ 1219200 w 5608320"/>
              <a:gd name="connsiteY10" fmla="*/ 883920 h 1947239"/>
              <a:gd name="connsiteX11" fmla="*/ 1032510 w 5608320"/>
              <a:gd name="connsiteY11" fmla="*/ 439102 h 1947239"/>
              <a:gd name="connsiteX12" fmla="*/ 883920 w 5608320"/>
              <a:gd name="connsiteY12" fmla="*/ 396240 h 1947239"/>
              <a:gd name="connsiteX13" fmla="*/ 1150620 w 5608320"/>
              <a:gd name="connsiteY13" fmla="*/ 205740 h 1947239"/>
              <a:gd name="connsiteX14" fmla="*/ 129540 w 5608320"/>
              <a:gd name="connsiteY14" fmla="*/ 373380 h 1947239"/>
              <a:gd name="connsiteX15" fmla="*/ 0 w 5608320"/>
              <a:gd name="connsiteY15" fmla="*/ 0 h 1947239"/>
              <a:gd name="connsiteX0" fmla="*/ 5478780 w 5478780"/>
              <a:gd name="connsiteY0" fmla="*/ 0 h 1893899"/>
              <a:gd name="connsiteX1" fmla="*/ 5379720 w 5478780"/>
              <a:gd name="connsiteY1" fmla="*/ 594360 h 1893899"/>
              <a:gd name="connsiteX2" fmla="*/ 4922520 w 5478780"/>
              <a:gd name="connsiteY2" fmla="*/ 716280 h 1893899"/>
              <a:gd name="connsiteX3" fmla="*/ 4754880 w 5478780"/>
              <a:gd name="connsiteY3" fmla="*/ 1744980 h 1893899"/>
              <a:gd name="connsiteX4" fmla="*/ 4480560 w 5478780"/>
              <a:gd name="connsiteY4" fmla="*/ 1882140 h 1893899"/>
              <a:gd name="connsiteX5" fmla="*/ 4114800 w 5478780"/>
              <a:gd name="connsiteY5" fmla="*/ 1691640 h 1893899"/>
              <a:gd name="connsiteX6" fmla="*/ 3558540 w 5478780"/>
              <a:gd name="connsiteY6" fmla="*/ 1722120 h 1893899"/>
              <a:gd name="connsiteX7" fmla="*/ 3215640 w 5478780"/>
              <a:gd name="connsiteY7" fmla="*/ 1828800 h 1893899"/>
              <a:gd name="connsiteX8" fmla="*/ 2072640 w 5478780"/>
              <a:gd name="connsiteY8" fmla="*/ 1272540 h 1893899"/>
              <a:gd name="connsiteX9" fmla="*/ 1512570 w 5478780"/>
              <a:gd name="connsiteY9" fmla="*/ 1384935 h 1893899"/>
              <a:gd name="connsiteX10" fmla="*/ 1089660 w 5478780"/>
              <a:gd name="connsiteY10" fmla="*/ 830580 h 1893899"/>
              <a:gd name="connsiteX11" fmla="*/ 902970 w 5478780"/>
              <a:gd name="connsiteY11" fmla="*/ 385762 h 1893899"/>
              <a:gd name="connsiteX12" fmla="*/ 754380 w 5478780"/>
              <a:gd name="connsiteY12" fmla="*/ 342900 h 1893899"/>
              <a:gd name="connsiteX13" fmla="*/ 1021080 w 5478780"/>
              <a:gd name="connsiteY13" fmla="*/ 152400 h 1893899"/>
              <a:gd name="connsiteX14" fmla="*/ 0 w 5478780"/>
              <a:gd name="connsiteY14" fmla="*/ 320040 h 1893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478780" h="1893899">
                <a:moveTo>
                  <a:pt x="5478780" y="0"/>
                </a:moveTo>
                <a:cubicBezTo>
                  <a:pt x="5475605" y="237490"/>
                  <a:pt x="5472430" y="474980"/>
                  <a:pt x="5379720" y="594360"/>
                </a:cubicBezTo>
                <a:cubicBezTo>
                  <a:pt x="5287010" y="713740"/>
                  <a:pt x="5026660" y="524510"/>
                  <a:pt x="4922520" y="716280"/>
                </a:cubicBezTo>
                <a:cubicBezTo>
                  <a:pt x="4818380" y="908050"/>
                  <a:pt x="4828540" y="1550670"/>
                  <a:pt x="4754880" y="1744980"/>
                </a:cubicBezTo>
                <a:cubicBezTo>
                  <a:pt x="4681220" y="1939290"/>
                  <a:pt x="4587240" y="1891030"/>
                  <a:pt x="4480560" y="1882140"/>
                </a:cubicBezTo>
                <a:cubicBezTo>
                  <a:pt x="4373880" y="1873250"/>
                  <a:pt x="4268470" y="1718310"/>
                  <a:pt x="4114800" y="1691640"/>
                </a:cubicBezTo>
                <a:cubicBezTo>
                  <a:pt x="3961130" y="1664970"/>
                  <a:pt x="3708400" y="1699260"/>
                  <a:pt x="3558540" y="1722120"/>
                </a:cubicBezTo>
                <a:cubicBezTo>
                  <a:pt x="3408680" y="1744980"/>
                  <a:pt x="3463290" y="1903730"/>
                  <a:pt x="3215640" y="1828800"/>
                </a:cubicBezTo>
                <a:cubicBezTo>
                  <a:pt x="2967990" y="1753870"/>
                  <a:pt x="2356485" y="1346517"/>
                  <a:pt x="2072640" y="1272540"/>
                </a:cubicBezTo>
                <a:cubicBezTo>
                  <a:pt x="1788795" y="1198563"/>
                  <a:pt x="1676400" y="1458595"/>
                  <a:pt x="1512570" y="1384935"/>
                </a:cubicBezTo>
                <a:cubicBezTo>
                  <a:pt x="1348740" y="1311275"/>
                  <a:pt x="1191260" y="997109"/>
                  <a:pt x="1089660" y="830580"/>
                </a:cubicBezTo>
                <a:cubicBezTo>
                  <a:pt x="988060" y="664051"/>
                  <a:pt x="955040" y="472122"/>
                  <a:pt x="902970" y="385762"/>
                </a:cubicBezTo>
                <a:cubicBezTo>
                  <a:pt x="850900" y="299402"/>
                  <a:pt x="803275" y="360204"/>
                  <a:pt x="754380" y="342900"/>
                </a:cubicBezTo>
                <a:lnTo>
                  <a:pt x="1021080" y="152400"/>
                </a:lnTo>
                <a:lnTo>
                  <a:pt x="0" y="320040"/>
                </a:lnTo>
              </a:path>
            </a:pathLst>
          </a:custGeom>
          <a:ln w="57150">
            <a:solidFill>
              <a:srgbClr val="3494B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226" name="Group 225"/>
          <p:cNvGrpSpPr/>
          <p:nvPr/>
        </p:nvGrpSpPr>
        <p:grpSpPr>
          <a:xfrm>
            <a:off x="8714818" y="2445226"/>
            <a:ext cx="923800" cy="290500"/>
            <a:chOff x="8714818" y="2445226"/>
            <a:chExt cx="923800" cy="290500"/>
          </a:xfrm>
        </p:grpSpPr>
        <p:sp>
          <p:nvSpPr>
            <p:cNvPr id="227" name="Oval 226"/>
            <p:cNvSpPr/>
            <p:nvPr/>
          </p:nvSpPr>
          <p:spPr>
            <a:xfrm flipH="1" flipV="1">
              <a:off x="8753052" y="2661632"/>
              <a:ext cx="86441" cy="74094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8" name="Rectangle 227"/>
            <p:cNvSpPr/>
            <p:nvPr/>
          </p:nvSpPr>
          <p:spPr>
            <a:xfrm>
              <a:off x="8714818" y="2445226"/>
              <a:ext cx="923800" cy="16584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rgbClr val="00B05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Busan</a:t>
              </a:r>
            </a:p>
          </p:txBody>
        </p:sp>
      </p:grpSp>
      <p:grpSp>
        <p:nvGrpSpPr>
          <p:cNvPr id="229" name="Group 228"/>
          <p:cNvGrpSpPr/>
          <p:nvPr/>
        </p:nvGrpSpPr>
        <p:grpSpPr>
          <a:xfrm>
            <a:off x="6515162" y="3350064"/>
            <a:ext cx="1762522" cy="159854"/>
            <a:chOff x="6515162" y="3350064"/>
            <a:chExt cx="1762522" cy="159854"/>
          </a:xfrm>
        </p:grpSpPr>
        <p:sp>
          <p:nvSpPr>
            <p:cNvPr id="230" name="Oval 229"/>
            <p:cNvSpPr/>
            <p:nvPr/>
          </p:nvSpPr>
          <p:spPr>
            <a:xfrm flipH="1" flipV="1">
              <a:off x="8191243" y="3399583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1" name="Rectangle 230"/>
            <p:cNvSpPr/>
            <p:nvPr/>
          </p:nvSpPr>
          <p:spPr>
            <a:xfrm>
              <a:off x="6515162" y="3350064"/>
              <a:ext cx="1668099" cy="1598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Shenzhen(</a:t>
              </a:r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Shekou</a:t>
              </a:r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)</a:t>
              </a:r>
            </a:p>
          </p:txBody>
        </p:sp>
      </p:grpSp>
      <p:grpSp>
        <p:nvGrpSpPr>
          <p:cNvPr id="232" name="Group 231"/>
          <p:cNvGrpSpPr/>
          <p:nvPr/>
        </p:nvGrpSpPr>
        <p:grpSpPr>
          <a:xfrm>
            <a:off x="7633631" y="2986177"/>
            <a:ext cx="950543" cy="221340"/>
            <a:chOff x="7633631" y="2986177"/>
            <a:chExt cx="950543" cy="221340"/>
          </a:xfrm>
        </p:grpSpPr>
        <p:sp>
          <p:nvSpPr>
            <p:cNvPr id="233" name="Oval 232"/>
            <p:cNvSpPr/>
            <p:nvPr/>
          </p:nvSpPr>
          <p:spPr>
            <a:xfrm flipH="1" flipV="1">
              <a:off x="8497733" y="3039596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4" name="Rectangle 233"/>
            <p:cNvSpPr/>
            <p:nvPr/>
          </p:nvSpPr>
          <p:spPr>
            <a:xfrm>
              <a:off x="7633631" y="2986177"/>
              <a:ext cx="832584" cy="22134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Ningbo</a:t>
              </a:r>
            </a:p>
          </p:txBody>
        </p:sp>
      </p:grpSp>
      <p:grpSp>
        <p:nvGrpSpPr>
          <p:cNvPr id="235" name="Group 234"/>
          <p:cNvGrpSpPr/>
          <p:nvPr/>
        </p:nvGrpSpPr>
        <p:grpSpPr>
          <a:xfrm>
            <a:off x="7550188" y="2832417"/>
            <a:ext cx="985758" cy="175160"/>
            <a:chOff x="7550188" y="2832417"/>
            <a:chExt cx="985758" cy="175160"/>
          </a:xfrm>
        </p:grpSpPr>
        <p:sp>
          <p:nvSpPr>
            <p:cNvPr id="236" name="Oval 235"/>
            <p:cNvSpPr/>
            <p:nvPr/>
          </p:nvSpPr>
          <p:spPr>
            <a:xfrm flipH="1" flipV="1">
              <a:off x="8449505" y="2926962"/>
              <a:ext cx="86441" cy="74094"/>
            </a:xfrm>
            <a:prstGeom prst="ellipse">
              <a:avLst/>
            </a:prstGeom>
            <a:solidFill>
              <a:srgbClr val="BC9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7" name="Rectangle 236"/>
            <p:cNvSpPr/>
            <p:nvPr/>
          </p:nvSpPr>
          <p:spPr>
            <a:xfrm>
              <a:off x="7550188" y="2832417"/>
              <a:ext cx="848223" cy="17516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rgbClr val="BC900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Shanghai</a:t>
              </a:r>
            </a:p>
          </p:txBody>
        </p:sp>
      </p:grpSp>
      <p:grpSp>
        <p:nvGrpSpPr>
          <p:cNvPr id="238" name="Group 237"/>
          <p:cNvGrpSpPr/>
          <p:nvPr/>
        </p:nvGrpSpPr>
        <p:grpSpPr>
          <a:xfrm>
            <a:off x="7758445" y="4523583"/>
            <a:ext cx="1181413" cy="243065"/>
            <a:chOff x="9437646" y="3033373"/>
            <a:chExt cx="344413" cy="70860"/>
          </a:xfrm>
        </p:grpSpPr>
        <p:sp>
          <p:nvSpPr>
            <p:cNvPr id="239" name="Oval 238"/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0" name="Rectangle 239"/>
            <p:cNvSpPr/>
            <p:nvPr/>
          </p:nvSpPr>
          <p:spPr>
            <a:xfrm>
              <a:off x="9509296" y="3033373"/>
              <a:ext cx="272763" cy="7086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Singapore</a:t>
              </a:r>
            </a:p>
          </p:txBody>
        </p:sp>
      </p:grpSp>
      <p:grpSp>
        <p:nvGrpSpPr>
          <p:cNvPr id="222" name="Group 221"/>
          <p:cNvGrpSpPr/>
          <p:nvPr/>
        </p:nvGrpSpPr>
        <p:grpSpPr>
          <a:xfrm>
            <a:off x="3306229" y="2143744"/>
            <a:ext cx="944333" cy="193189"/>
            <a:chOff x="9437646" y="3010583"/>
            <a:chExt cx="275298" cy="56320"/>
          </a:xfrm>
        </p:grpSpPr>
        <p:sp>
          <p:nvSpPr>
            <p:cNvPr id="250" name="Oval 249"/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1" name="Rectangle 250"/>
            <p:cNvSpPr/>
            <p:nvPr/>
          </p:nvSpPr>
          <p:spPr>
            <a:xfrm>
              <a:off x="9523275" y="3010583"/>
              <a:ext cx="189669" cy="441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Rijeka</a:t>
              </a:r>
            </a:p>
          </p:txBody>
        </p:sp>
      </p:grpSp>
      <p:grpSp>
        <p:nvGrpSpPr>
          <p:cNvPr id="252" name="Group 251"/>
          <p:cNvGrpSpPr/>
          <p:nvPr/>
        </p:nvGrpSpPr>
        <p:grpSpPr>
          <a:xfrm>
            <a:off x="2706981" y="2025934"/>
            <a:ext cx="609976" cy="239700"/>
            <a:chOff x="9288514" y="2997024"/>
            <a:chExt cx="177824" cy="69879"/>
          </a:xfrm>
        </p:grpSpPr>
        <p:sp>
          <p:nvSpPr>
            <p:cNvPr id="253" name="Oval 252"/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4" name="Rectangle 253"/>
            <p:cNvSpPr/>
            <p:nvPr/>
          </p:nvSpPr>
          <p:spPr>
            <a:xfrm>
              <a:off x="9288514" y="2997024"/>
              <a:ext cx="177824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Trieste</a:t>
              </a:r>
            </a:p>
          </p:txBody>
        </p:sp>
      </p:grpSp>
      <p:grpSp>
        <p:nvGrpSpPr>
          <p:cNvPr id="255" name="Group 254"/>
          <p:cNvGrpSpPr/>
          <p:nvPr/>
        </p:nvGrpSpPr>
        <p:grpSpPr>
          <a:xfrm>
            <a:off x="3260874" y="1890196"/>
            <a:ext cx="711530" cy="384569"/>
            <a:chOff x="9437646" y="2954791"/>
            <a:chExt cx="207430" cy="112112"/>
          </a:xfrm>
        </p:grpSpPr>
        <p:sp>
          <p:nvSpPr>
            <p:cNvPr id="256" name="Oval 255"/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7" name="Rectangle 256"/>
            <p:cNvSpPr/>
            <p:nvPr/>
          </p:nvSpPr>
          <p:spPr>
            <a:xfrm>
              <a:off x="9467252" y="2954791"/>
              <a:ext cx="177824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Koper</a:t>
              </a:r>
            </a:p>
          </p:txBody>
        </p:sp>
      </p:grpSp>
      <p:grpSp>
        <p:nvGrpSpPr>
          <p:cNvPr id="264" name="Group 263"/>
          <p:cNvGrpSpPr/>
          <p:nvPr/>
        </p:nvGrpSpPr>
        <p:grpSpPr>
          <a:xfrm>
            <a:off x="7021922" y="3912770"/>
            <a:ext cx="1058606" cy="580539"/>
            <a:chOff x="9271677" y="2897660"/>
            <a:chExt cx="308611" cy="169243"/>
          </a:xfrm>
        </p:grpSpPr>
        <p:sp>
          <p:nvSpPr>
            <p:cNvPr id="265" name="Oval 264"/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6" name="Rectangle 265"/>
            <p:cNvSpPr/>
            <p:nvPr/>
          </p:nvSpPr>
          <p:spPr>
            <a:xfrm>
              <a:off x="9271677" y="2897660"/>
              <a:ext cx="308611" cy="719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Port </a:t>
              </a:r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Klang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267" name="Group 266"/>
          <p:cNvGrpSpPr/>
          <p:nvPr/>
        </p:nvGrpSpPr>
        <p:grpSpPr>
          <a:xfrm>
            <a:off x="4522770" y="3533367"/>
            <a:ext cx="907065" cy="158798"/>
            <a:chOff x="9437646" y="3035964"/>
            <a:chExt cx="264433" cy="46294"/>
          </a:xfrm>
        </p:grpSpPr>
        <p:sp>
          <p:nvSpPr>
            <p:cNvPr id="268" name="Oval 267"/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9" name="Rectangle 268"/>
            <p:cNvSpPr/>
            <p:nvPr/>
          </p:nvSpPr>
          <p:spPr>
            <a:xfrm>
              <a:off x="9470551" y="3035964"/>
              <a:ext cx="231528" cy="4629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Jeddah</a:t>
              </a:r>
            </a:p>
          </p:txBody>
        </p:sp>
      </p:grpSp>
      <p:grpSp>
        <p:nvGrpSpPr>
          <p:cNvPr id="207" name="그룹 206">
            <a:extLst>
              <a:ext uri="{FF2B5EF4-FFF2-40B4-BE49-F238E27FC236}">
                <a16:creationId xmlns:a16="http://schemas.microsoft.com/office/drawing/2014/main" id="{39E2110E-EEB2-42FC-93AC-BE9C5E8FD0C6}"/>
              </a:ext>
            </a:extLst>
          </p:cNvPr>
          <p:cNvGrpSpPr/>
          <p:nvPr/>
        </p:nvGrpSpPr>
        <p:grpSpPr>
          <a:xfrm>
            <a:off x="5968531" y="3630390"/>
            <a:ext cx="197643" cy="261610"/>
            <a:chOff x="1477817" y="2788120"/>
            <a:chExt cx="197643" cy="261610"/>
          </a:xfrm>
        </p:grpSpPr>
        <p:sp>
          <p:nvSpPr>
            <p:cNvPr id="208" name="타원 207">
              <a:extLst>
                <a:ext uri="{FF2B5EF4-FFF2-40B4-BE49-F238E27FC236}">
                  <a16:creationId xmlns:a16="http://schemas.microsoft.com/office/drawing/2014/main" id="{FE8AC357-DC53-4BB8-A417-1EC2FE69F448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581622B-88A4-442D-BAB2-9E947283C7EF}"/>
                </a:ext>
              </a:extLst>
            </p:cNvPr>
            <p:cNvSpPr txBox="1"/>
            <p:nvPr/>
          </p:nvSpPr>
          <p:spPr>
            <a:xfrm>
              <a:off x="1553777" y="278812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2</a:t>
              </a:r>
              <a:endParaRPr lang="ko-KR" altLang="en-US" sz="1100" b="1" dirty="0">
                <a:solidFill>
                  <a:schemeClr val="bg1"/>
                </a:solidFill>
                <a:latin typeface="Arial" pitchFamily="34" charset="0"/>
                <a:ea typeface="HY견고딕" pitchFamily="18" charset="-127"/>
                <a:cs typeface="Arial" pitchFamily="34" charset="0"/>
              </a:endParaRPr>
            </a:p>
          </p:txBody>
        </p:sp>
      </p:grpSp>
      <p:sp>
        <p:nvSpPr>
          <p:cNvPr id="212" name="이등변 삼각형 211">
            <a:extLst>
              <a:ext uri="{FF2B5EF4-FFF2-40B4-BE49-F238E27FC236}">
                <a16:creationId xmlns:a16="http://schemas.microsoft.com/office/drawing/2014/main" id="{66E98198-8139-4704-AC64-9A4E32C15A42}"/>
              </a:ext>
            </a:extLst>
          </p:cNvPr>
          <p:cNvSpPr/>
          <p:nvPr/>
        </p:nvSpPr>
        <p:spPr>
          <a:xfrm rot="7197636">
            <a:off x="5676320" y="3940438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13" name="Table 205">
            <a:extLst>
              <a:ext uri="{FF2B5EF4-FFF2-40B4-BE49-F238E27FC236}">
                <a16:creationId xmlns:a16="http://schemas.microsoft.com/office/drawing/2014/main" id="{4D7D1953-C9E8-4068-9916-468BD4D2B7E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753634" y="5166000"/>
          <a:ext cx="8684732" cy="15867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9599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51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60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7063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55089"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Carriers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Dur</a:t>
                      </a:r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Freq.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Ships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Rotation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316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OCEAN Alliance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10 x 13,566 teu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dirty="0">
                          <a:solidFill>
                            <a:srgbClr val="BC9000"/>
                          </a:solidFill>
                          <a:effectLst/>
                          <a:latin typeface="Arial"/>
                        </a:rPr>
                        <a:t> Shanghai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Ningbo, </a:t>
                      </a:r>
                      <a:r>
                        <a:rPr lang="en-US" altLang="ko-KR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/>
                        </a:rPr>
                        <a:t>Busan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Shekou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Singapore, Suez Canal,</a:t>
                      </a:r>
                      <a:b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</a:b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 Alexandria, Beirut, Tripoli, Koper, Trieste, Rijeka, Alexandria,</a:t>
                      </a:r>
                      <a:b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</a:b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 Suez Canal, Jeddah, Port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Klang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Shekou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</a:t>
                      </a:r>
                      <a:r>
                        <a:rPr lang="en-US" altLang="ko-KR" sz="1200" b="1" i="0" u="none" strike="noStrike" dirty="0">
                          <a:solidFill>
                            <a:srgbClr val="BC9000"/>
                          </a:solidFill>
                          <a:effectLst/>
                          <a:latin typeface="Arial"/>
                        </a:rPr>
                        <a:t>Shanghai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5276F0DB-6A9A-4AE3-8362-8B94628ADC33}"/>
              </a:ext>
            </a:extLst>
          </p:cNvPr>
          <p:cNvGrpSpPr/>
          <p:nvPr/>
        </p:nvGrpSpPr>
        <p:grpSpPr>
          <a:xfrm>
            <a:off x="8457702" y="2565441"/>
            <a:ext cx="197643" cy="261610"/>
            <a:chOff x="1477817" y="2788600"/>
            <a:chExt cx="197643" cy="261610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F6F8D814-4E2A-41D2-94A4-6C523E7161FF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3494B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EE4E0EC1-2F98-4B9C-A865-8EAA0F942B67}"/>
                </a:ext>
              </a:extLst>
            </p:cNvPr>
            <p:cNvSpPr txBox="1"/>
            <p:nvPr/>
          </p:nvSpPr>
          <p:spPr>
            <a:xfrm>
              <a:off x="1548397" y="278860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1</a:t>
              </a:r>
              <a:endParaRPr lang="ko-KR" altLang="en-US" sz="1100" b="1" dirty="0">
                <a:solidFill>
                  <a:schemeClr val="bg1"/>
                </a:solidFill>
                <a:latin typeface="Arial" pitchFamily="34" charset="0"/>
                <a:ea typeface="HY견고딕" pitchFamily="18" charset="-127"/>
                <a:cs typeface="Arial" pitchFamily="34" charset="0"/>
              </a:endParaRPr>
            </a:p>
          </p:txBody>
        </p:sp>
      </p:grp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B5B1F2BE-D1ED-4764-B2EE-2D3184C38696}"/>
              </a:ext>
            </a:extLst>
          </p:cNvPr>
          <p:cNvCxnSpPr>
            <a:cxnSpLocks/>
          </p:cNvCxnSpPr>
          <p:nvPr/>
        </p:nvCxnSpPr>
        <p:spPr>
          <a:xfrm flipV="1">
            <a:off x="3327873" y="2061401"/>
            <a:ext cx="200081" cy="164194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483D817B-395B-4BF3-92E5-55934E6C70AE}"/>
              </a:ext>
            </a:extLst>
          </p:cNvPr>
          <p:cNvCxnSpPr>
            <a:cxnSpLocks/>
            <a:endCxn id="251" idx="1"/>
          </p:cNvCxnSpPr>
          <p:nvPr/>
        </p:nvCxnSpPr>
        <p:spPr>
          <a:xfrm flipV="1">
            <a:off x="3373353" y="2219499"/>
            <a:ext cx="226602" cy="7577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3" name="이등변 삼각형 222">
            <a:extLst>
              <a:ext uri="{FF2B5EF4-FFF2-40B4-BE49-F238E27FC236}">
                <a16:creationId xmlns:a16="http://schemas.microsoft.com/office/drawing/2014/main" id="{DD663ED1-BA4A-4E7E-8804-0E234AD09DA4}"/>
              </a:ext>
            </a:extLst>
          </p:cNvPr>
          <p:cNvSpPr/>
          <p:nvPr/>
        </p:nvSpPr>
        <p:spPr>
          <a:xfrm rot="10962297">
            <a:off x="5811909" y="4174056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6" name="이등변 삼각형 205">
            <a:extLst>
              <a:ext uri="{FF2B5EF4-FFF2-40B4-BE49-F238E27FC236}">
                <a16:creationId xmlns:a16="http://schemas.microsoft.com/office/drawing/2014/main" id="{3572C32C-A2F3-47A0-A7AF-095DE049FDB1}"/>
              </a:ext>
            </a:extLst>
          </p:cNvPr>
          <p:cNvSpPr/>
          <p:nvPr/>
        </p:nvSpPr>
        <p:spPr>
          <a:xfrm rot="2234768">
            <a:off x="8587755" y="2805053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F339C88E-AA75-41E4-A413-394C0FF9DA52}"/>
              </a:ext>
            </a:extLst>
          </p:cNvPr>
          <p:cNvCxnSpPr>
            <a:cxnSpLocks/>
            <a:endCxn id="266" idx="2"/>
          </p:cNvCxnSpPr>
          <p:nvPr/>
        </p:nvCxnSpPr>
        <p:spPr>
          <a:xfrm flipH="1" flipV="1">
            <a:off x="7551225" y="4159639"/>
            <a:ext cx="72600" cy="314606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0">
            <a:extLst>
              <a:ext uri="{FF2B5EF4-FFF2-40B4-BE49-F238E27FC236}">
                <a16:creationId xmlns:a16="http://schemas.microsoft.com/office/drawing/2014/main" id="{556AFDA3-F345-403A-9D3C-31CF829C6A42}"/>
              </a:ext>
            </a:extLst>
          </p:cNvPr>
          <p:cNvGrpSpPr/>
          <p:nvPr/>
        </p:nvGrpSpPr>
        <p:grpSpPr>
          <a:xfrm>
            <a:off x="4299726" y="2788834"/>
            <a:ext cx="712927" cy="156826"/>
            <a:chOff x="9437646" y="3032330"/>
            <a:chExt cx="207837" cy="45719"/>
          </a:xfrm>
        </p:grpSpPr>
        <p:sp>
          <p:nvSpPr>
            <p:cNvPr id="218" name="Rectangle 212">
              <a:extLst>
                <a:ext uri="{FF2B5EF4-FFF2-40B4-BE49-F238E27FC236}">
                  <a16:creationId xmlns:a16="http://schemas.microsoft.com/office/drawing/2014/main" id="{E45343DB-D64B-475B-82F1-7352CC3EB92E}"/>
                </a:ext>
              </a:extLst>
            </p:cNvPr>
            <p:cNvSpPr/>
            <p:nvPr/>
          </p:nvSpPr>
          <p:spPr>
            <a:xfrm>
              <a:off x="9467659" y="3032330"/>
              <a:ext cx="177824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Beirut</a:t>
              </a:r>
            </a:p>
          </p:txBody>
        </p:sp>
        <p:sp>
          <p:nvSpPr>
            <p:cNvPr id="219" name="Oval 211">
              <a:extLst>
                <a:ext uri="{FF2B5EF4-FFF2-40B4-BE49-F238E27FC236}">
                  <a16:creationId xmlns:a16="http://schemas.microsoft.com/office/drawing/2014/main" id="{5BE3E044-06E0-445E-BDE8-6923078C4EFC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24" name="Group 214">
            <a:extLst>
              <a:ext uri="{FF2B5EF4-FFF2-40B4-BE49-F238E27FC236}">
                <a16:creationId xmlns:a16="http://schemas.microsoft.com/office/drawing/2014/main" id="{AE700C15-010B-49CD-A525-402F6F8F4A1A}"/>
              </a:ext>
            </a:extLst>
          </p:cNvPr>
          <p:cNvGrpSpPr/>
          <p:nvPr/>
        </p:nvGrpSpPr>
        <p:grpSpPr>
          <a:xfrm>
            <a:off x="3311776" y="3080335"/>
            <a:ext cx="1277751" cy="317323"/>
            <a:chOff x="9184101" y="3045303"/>
            <a:chExt cx="372499" cy="92508"/>
          </a:xfrm>
        </p:grpSpPr>
        <p:sp>
          <p:nvSpPr>
            <p:cNvPr id="241" name="Oval 215">
              <a:extLst>
                <a:ext uri="{FF2B5EF4-FFF2-40B4-BE49-F238E27FC236}">
                  <a16:creationId xmlns:a16="http://schemas.microsoft.com/office/drawing/2014/main" id="{A2CD08D2-769F-481A-B0B8-E645AF23F118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3" name="Rectangle 216">
              <a:extLst>
                <a:ext uri="{FF2B5EF4-FFF2-40B4-BE49-F238E27FC236}">
                  <a16:creationId xmlns:a16="http://schemas.microsoft.com/office/drawing/2014/main" id="{BED2D404-47EC-45B0-B47E-8FFA8D05129F}"/>
                </a:ext>
              </a:extLst>
            </p:cNvPr>
            <p:cNvSpPr/>
            <p:nvPr/>
          </p:nvSpPr>
          <p:spPr>
            <a:xfrm>
              <a:off x="9184101" y="3096325"/>
              <a:ext cx="372499" cy="4148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Suez Canal</a:t>
              </a:r>
            </a:p>
          </p:txBody>
        </p:sp>
      </p:grpSp>
      <p:grpSp>
        <p:nvGrpSpPr>
          <p:cNvPr id="244" name="Group 210">
            <a:extLst>
              <a:ext uri="{FF2B5EF4-FFF2-40B4-BE49-F238E27FC236}">
                <a16:creationId xmlns:a16="http://schemas.microsoft.com/office/drawing/2014/main" id="{9A50F763-CB5D-44B4-86AC-8462785272B9}"/>
              </a:ext>
            </a:extLst>
          </p:cNvPr>
          <p:cNvGrpSpPr/>
          <p:nvPr/>
        </p:nvGrpSpPr>
        <p:grpSpPr>
          <a:xfrm>
            <a:off x="2758884" y="2838398"/>
            <a:ext cx="609975" cy="231183"/>
            <a:chOff x="9288251" y="2999507"/>
            <a:chExt cx="177824" cy="67396"/>
          </a:xfrm>
        </p:grpSpPr>
        <p:sp>
          <p:nvSpPr>
            <p:cNvPr id="245" name="Rectangle 212">
              <a:extLst>
                <a:ext uri="{FF2B5EF4-FFF2-40B4-BE49-F238E27FC236}">
                  <a16:creationId xmlns:a16="http://schemas.microsoft.com/office/drawing/2014/main" id="{18051B31-FAC7-4A6C-B412-B3B522A75A6A}"/>
                </a:ext>
              </a:extLst>
            </p:cNvPr>
            <p:cNvSpPr/>
            <p:nvPr/>
          </p:nvSpPr>
          <p:spPr>
            <a:xfrm>
              <a:off x="9288251" y="2999507"/>
              <a:ext cx="177824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Tripoli</a:t>
              </a:r>
            </a:p>
          </p:txBody>
        </p:sp>
        <p:sp>
          <p:nvSpPr>
            <p:cNvPr id="246" name="Oval 211">
              <a:extLst>
                <a:ext uri="{FF2B5EF4-FFF2-40B4-BE49-F238E27FC236}">
                  <a16:creationId xmlns:a16="http://schemas.microsoft.com/office/drawing/2014/main" id="{BA49E5A1-B1C3-4565-A973-88F5C2DB14A8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47" name="Group 210">
            <a:extLst>
              <a:ext uri="{FF2B5EF4-FFF2-40B4-BE49-F238E27FC236}">
                <a16:creationId xmlns:a16="http://schemas.microsoft.com/office/drawing/2014/main" id="{936DF425-5B0D-44A4-84D0-570BAD2D4819}"/>
              </a:ext>
            </a:extLst>
          </p:cNvPr>
          <p:cNvGrpSpPr/>
          <p:nvPr/>
        </p:nvGrpSpPr>
        <p:grpSpPr>
          <a:xfrm>
            <a:off x="3145092" y="3027246"/>
            <a:ext cx="972038" cy="183805"/>
            <a:chOff x="9179471" y="3045303"/>
            <a:chExt cx="283375" cy="53584"/>
          </a:xfrm>
        </p:grpSpPr>
        <p:sp>
          <p:nvSpPr>
            <p:cNvPr id="248" name="Rectangle 212">
              <a:extLst>
                <a:ext uri="{FF2B5EF4-FFF2-40B4-BE49-F238E27FC236}">
                  <a16:creationId xmlns:a16="http://schemas.microsoft.com/office/drawing/2014/main" id="{15867C74-E7F6-479F-BEB4-1D7DD20F23CF}"/>
                </a:ext>
              </a:extLst>
            </p:cNvPr>
            <p:cNvSpPr/>
            <p:nvPr/>
          </p:nvSpPr>
          <p:spPr>
            <a:xfrm>
              <a:off x="9179471" y="3053168"/>
              <a:ext cx="277196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Alexandria</a:t>
              </a:r>
            </a:p>
          </p:txBody>
        </p:sp>
        <p:sp>
          <p:nvSpPr>
            <p:cNvPr id="249" name="Oval 211">
              <a:extLst>
                <a:ext uri="{FF2B5EF4-FFF2-40B4-BE49-F238E27FC236}">
                  <a16:creationId xmlns:a16="http://schemas.microsoft.com/office/drawing/2014/main" id="{5A621363-6BD8-4EAE-A4E4-ECC3D2C56EB5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088446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92729" y="-980531"/>
            <a:ext cx="8392671" cy="7419187"/>
            <a:chOff x="5252640" y="899069"/>
            <a:chExt cx="5141471" cy="4545100"/>
          </a:xfrm>
        </p:grpSpPr>
        <p:sp>
          <p:nvSpPr>
            <p:cNvPr id="3" name="Freeform 88"/>
            <p:cNvSpPr>
              <a:spLocks/>
            </p:cNvSpPr>
            <p:nvPr/>
          </p:nvSpPr>
          <p:spPr bwMode="auto">
            <a:xfrm>
              <a:off x="5849010" y="3287085"/>
              <a:ext cx="63444" cy="63444"/>
            </a:xfrm>
            <a:custGeom>
              <a:avLst/>
              <a:gdLst>
                <a:gd name="T0" fmla="*/ 14 w 25"/>
                <a:gd name="T1" fmla="*/ 0 h 25"/>
                <a:gd name="T2" fmla="*/ 18 w 25"/>
                <a:gd name="T3" fmla="*/ 1 h 25"/>
                <a:gd name="T4" fmla="*/ 20 w 25"/>
                <a:gd name="T5" fmla="*/ 3 h 25"/>
                <a:gd name="T6" fmla="*/ 23 w 25"/>
                <a:gd name="T7" fmla="*/ 5 h 25"/>
                <a:gd name="T8" fmla="*/ 25 w 25"/>
                <a:gd name="T9" fmla="*/ 9 h 25"/>
                <a:gd name="T10" fmla="*/ 25 w 25"/>
                <a:gd name="T11" fmla="*/ 13 h 25"/>
                <a:gd name="T12" fmla="*/ 25 w 25"/>
                <a:gd name="T13" fmla="*/ 17 h 25"/>
                <a:gd name="T14" fmla="*/ 23 w 25"/>
                <a:gd name="T15" fmla="*/ 21 h 25"/>
                <a:gd name="T16" fmla="*/ 20 w 25"/>
                <a:gd name="T17" fmla="*/ 24 h 25"/>
                <a:gd name="T18" fmla="*/ 18 w 25"/>
                <a:gd name="T19" fmla="*/ 25 h 25"/>
                <a:gd name="T20" fmla="*/ 14 w 25"/>
                <a:gd name="T21" fmla="*/ 25 h 25"/>
                <a:gd name="T22" fmla="*/ 8 w 25"/>
                <a:gd name="T23" fmla="*/ 25 h 25"/>
                <a:gd name="T24" fmla="*/ 6 w 25"/>
                <a:gd name="T25" fmla="*/ 24 h 25"/>
                <a:gd name="T26" fmla="*/ 3 w 25"/>
                <a:gd name="T27" fmla="*/ 21 h 25"/>
                <a:gd name="T28" fmla="*/ 0 w 25"/>
                <a:gd name="T29" fmla="*/ 17 h 25"/>
                <a:gd name="T30" fmla="*/ 0 w 25"/>
                <a:gd name="T31" fmla="*/ 13 h 25"/>
                <a:gd name="T32" fmla="*/ 0 w 25"/>
                <a:gd name="T33" fmla="*/ 9 h 25"/>
                <a:gd name="T34" fmla="*/ 3 w 25"/>
                <a:gd name="T35" fmla="*/ 5 h 25"/>
                <a:gd name="T36" fmla="*/ 6 w 25"/>
                <a:gd name="T37" fmla="*/ 3 h 25"/>
                <a:gd name="T38" fmla="*/ 8 w 25"/>
                <a:gd name="T39" fmla="*/ 1 h 25"/>
                <a:gd name="T40" fmla="*/ 14 w 25"/>
                <a:gd name="T4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18" y="1"/>
                  </a:lnTo>
                  <a:lnTo>
                    <a:pt x="20" y="3"/>
                  </a:lnTo>
                  <a:lnTo>
                    <a:pt x="23" y="5"/>
                  </a:lnTo>
                  <a:lnTo>
                    <a:pt x="25" y="9"/>
                  </a:lnTo>
                  <a:lnTo>
                    <a:pt x="25" y="13"/>
                  </a:lnTo>
                  <a:lnTo>
                    <a:pt x="25" y="17"/>
                  </a:lnTo>
                  <a:lnTo>
                    <a:pt x="23" y="21"/>
                  </a:lnTo>
                  <a:lnTo>
                    <a:pt x="20" y="24"/>
                  </a:lnTo>
                  <a:lnTo>
                    <a:pt x="18" y="25"/>
                  </a:lnTo>
                  <a:lnTo>
                    <a:pt x="14" y="25"/>
                  </a:lnTo>
                  <a:lnTo>
                    <a:pt x="8" y="25"/>
                  </a:lnTo>
                  <a:lnTo>
                    <a:pt x="6" y="24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3" y="5"/>
                  </a:lnTo>
                  <a:lnTo>
                    <a:pt x="6" y="3"/>
                  </a:lnTo>
                  <a:lnTo>
                    <a:pt x="8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" name="Freeform 89"/>
            <p:cNvSpPr>
              <a:spLocks noEditPoints="1"/>
            </p:cNvSpPr>
            <p:nvPr/>
          </p:nvSpPr>
          <p:spPr bwMode="auto">
            <a:xfrm>
              <a:off x="5816020" y="3256632"/>
              <a:ext cx="131963" cy="126887"/>
            </a:xfrm>
            <a:custGeom>
              <a:avLst/>
              <a:gdLst>
                <a:gd name="T0" fmla="*/ 27 w 52"/>
                <a:gd name="T1" fmla="*/ 12 h 50"/>
                <a:gd name="T2" fmla="*/ 21 w 52"/>
                <a:gd name="T3" fmla="*/ 13 h 50"/>
                <a:gd name="T4" fmla="*/ 19 w 52"/>
                <a:gd name="T5" fmla="*/ 15 h 50"/>
                <a:gd name="T6" fmla="*/ 16 w 52"/>
                <a:gd name="T7" fmla="*/ 17 h 50"/>
                <a:gd name="T8" fmla="*/ 13 w 52"/>
                <a:gd name="T9" fmla="*/ 21 h 50"/>
                <a:gd name="T10" fmla="*/ 13 w 52"/>
                <a:gd name="T11" fmla="*/ 25 h 50"/>
                <a:gd name="T12" fmla="*/ 13 w 52"/>
                <a:gd name="T13" fmla="*/ 29 h 50"/>
                <a:gd name="T14" fmla="*/ 16 w 52"/>
                <a:gd name="T15" fmla="*/ 33 h 50"/>
                <a:gd name="T16" fmla="*/ 19 w 52"/>
                <a:gd name="T17" fmla="*/ 36 h 50"/>
                <a:gd name="T18" fmla="*/ 21 w 52"/>
                <a:gd name="T19" fmla="*/ 37 h 50"/>
                <a:gd name="T20" fmla="*/ 27 w 52"/>
                <a:gd name="T21" fmla="*/ 37 h 50"/>
                <a:gd name="T22" fmla="*/ 31 w 52"/>
                <a:gd name="T23" fmla="*/ 37 h 50"/>
                <a:gd name="T24" fmla="*/ 33 w 52"/>
                <a:gd name="T25" fmla="*/ 36 h 50"/>
                <a:gd name="T26" fmla="*/ 36 w 52"/>
                <a:gd name="T27" fmla="*/ 33 h 50"/>
                <a:gd name="T28" fmla="*/ 38 w 52"/>
                <a:gd name="T29" fmla="*/ 29 h 50"/>
                <a:gd name="T30" fmla="*/ 38 w 52"/>
                <a:gd name="T31" fmla="*/ 25 h 50"/>
                <a:gd name="T32" fmla="*/ 38 w 52"/>
                <a:gd name="T33" fmla="*/ 21 h 50"/>
                <a:gd name="T34" fmla="*/ 36 w 52"/>
                <a:gd name="T35" fmla="*/ 17 h 50"/>
                <a:gd name="T36" fmla="*/ 33 w 52"/>
                <a:gd name="T37" fmla="*/ 15 h 50"/>
                <a:gd name="T38" fmla="*/ 31 w 52"/>
                <a:gd name="T39" fmla="*/ 13 h 50"/>
                <a:gd name="T40" fmla="*/ 27 w 52"/>
                <a:gd name="T41" fmla="*/ 12 h 50"/>
                <a:gd name="T42" fmla="*/ 27 w 52"/>
                <a:gd name="T43" fmla="*/ 0 h 50"/>
                <a:gd name="T44" fmla="*/ 38 w 52"/>
                <a:gd name="T45" fmla="*/ 3 h 50"/>
                <a:gd name="T46" fmla="*/ 48 w 52"/>
                <a:gd name="T47" fmla="*/ 12 h 50"/>
                <a:gd name="T48" fmla="*/ 52 w 52"/>
                <a:gd name="T49" fmla="*/ 25 h 50"/>
                <a:gd name="T50" fmla="*/ 48 w 52"/>
                <a:gd name="T51" fmla="*/ 38 h 50"/>
                <a:gd name="T52" fmla="*/ 38 w 52"/>
                <a:gd name="T53" fmla="*/ 46 h 50"/>
                <a:gd name="T54" fmla="*/ 27 w 52"/>
                <a:gd name="T55" fmla="*/ 50 h 50"/>
                <a:gd name="T56" fmla="*/ 13 w 52"/>
                <a:gd name="T57" fmla="*/ 46 h 50"/>
                <a:gd name="T58" fmla="*/ 4 w 52"/>
                <a:gd name="T59" fmla="*/ 38 h 50"/>
                <a:gd name="T60" fmla="*/ 0 w 52"/>
                <a:gd name="T61" fmla="*/ 25 h 50"/>
                <a:gd name="T62" fmla="*/ 4 w 52"/>
                <a:gd name="T63" fmla="*/ 12 h 50"/>
                <a:gd name="T64" fmla="*/ 13 w 52"/>
                <a:gd name="T65" fmla="*/ 3 h 50"/>
                <a:gd name="T66" fmla="*/ 27 w 52"/>
                <a:gd name="T6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0">
                  <a:moveTo>
                    <a:pt x="27" y="12"/>
                  </a:moveTo>
                  <a:lnTo>
                    <a:pt x="21" y="13"/>
                  </a:lnTo>
                  <a:lnTo>
                    <a:pt x="19" y="15"/>
                  </a:lnTo>
                  <a:lnTo>
                    <a:pt x="16" y="17"/>
                  </a:lnTo>
                  <a:lnTo>
                    <a:pt x="13" y="21"/>
                  </a:lnTo>
                  <a:lnTo>
                    <a:pt x="13" y="25"/>
                  </a:lnTo>
                  <a:lnTo>
                    <a:pt x="13" y="29"/>
                  </a:lnTo>
                  <a:lnTo>
                    <a:pt x="16" y="33"/>
                  </a:lnTo>
                  <a:lnTo>
                    <a:pt x="19" y="36"/>
                  </a:lnTo>
                  <a:lnTo>
                    <a:pt x="21" y="37"/>
                  </a:lnTo>
                  <a:lnTo>
                    <a:pt x="27" y="37"/>
                  </a:lnTo>
                  <a:lnTo>
                    <a:pt x="31" y="37"/>
                  </a:lnTo>
                  <a:lnTo>
                    <a:pt x="33" y="36"/>
                  </a:lnTo>
                  <a:lnTo>
                    <a:pt x="36" y="33"/>
                  </a:lnTo>
                  <a:lnTo>
                    <a:pt x="38" y="29"/>
                  </a:lnTo>
                  <a:lnTo>
                    <a:pt x="38" y="25"/>
                  </a:lnTo>
                  <a:lnTo>
                    <a:pt x="38" y="21"/>
                  </a:lnTo>
                  <a:lnTo>
                    <a:pt x="36" y="17"/>
                  </a:lnTo>
                  <a:lnTo>
                    <a:pt x="33" y="15"/>
                  </a:lnTo>
                  <a:lnTo>
                    <a:pt x="31" y="13"/>
                  </a:lnTo>
                  <a:lnTo>
                    <a:pt x="27" y="12"/>
                  </a:lnTo>
                  <a:close/>
                  <a:moveTo>
                    <a:pt x="27" y="0"/>
                  </a:moveTo>
                  <a:lnTo>
                    <a:pt x="38" y="3"/>
                  </a:lnTo>
                  <a:lnTo>
                    <a:pt x="48" y="12"/>
                  </a:lnTo>
                  <a:lnTo>
                    <a:pt x="52" y="25"/>
                  </a:lnTo>
                  <a:lnTo>
                    <a:pt x="48" y="38"/>
                  </a:lnTo>
                  <a:lnTo>
                    <a:pt x="38" y="46"/>
                  </a:lnTo>
                  <a:lnTo>
                    <a:pt x="27" y="50"/>
                  </a:lnTo>
                  <a:lnTo>
                    <a:pt x="13" y="46"/>
                  </a:lnTo>
                  <a:lnTo>
                    <a:pt x="4" y="38"/>
                  </a:lnTo>
                  <a:lnTo>
                    <a:pt x="0" y="25"/>
                  </a:lnTo>
                  <a:lnTo>
                    <a:pt x="4" y="12"/>
                  </a:lnTo>
                  <a:lnTo>
                    <a:pt x="13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" name="Freeform 90"/>
            <p:cNvSpPr>
              <a:spLocks noEditPoints="1"/>
            </p:cNvSpPr>
            <p:nvPr/>
          </p:nvSpPr>
          <p:spPr bwMode="auto">
            <a:xfrm>
              <a:off x="5783029" y="3223641"/>
              <a:ext cx="197944" cy="192869"/>
            </a:xfrm>
            <a:custGeom>
              <a:avLst/>
              <a:gdLst>
                <a:gd name="T0" fmla="*/ 40 w 78"/>
                <a:gd name="T1" fmla="*/ 13 h 76"/>
                <a:gd name="T2" fmla="*/ 26 w 78"/>
                <a:gd name="T3" fmla="*/ 16 h 76"/>
                <a:gd name="T4" fmla="*/ 17 w 78"/>
                <a:gd name="T5" fmla="*/ 25 h 76"/>
                <a:gd name="T6" fmla="*/ 13 w 78"/>
                <a:gd name="T7" fmla="*/ 38 h 76"/>
                <a:gd name="T8" fmla="*/ 17 w 78"/>
                <a:gd name="T9" fmla="*/ 51 h 76"/>
                <a:gd name="T10" fmla="*/ 26 w 78"/>
                <a:gd name="T11" fmla="*/ 59 h 76"/>
                <a:gd name="T12" fmla="*/ 40 w 78"/>
                <a:gd name="T13" fmla="*/ 63 h 76"/>
                <a:gd name="T14" fmla="*/ 51 w 78"/>
                <a:gd name="T15" fmla="*/ 59 h 76"/>
                <a:gd name="T16" fmla="*/ 61 w 78"/>
                <a:gd name="T17" fmla="*/ 51 h 76"/>
                <a:gd name="T18" fmla="*/ 65 w 78"/>
                <a:gd name="T19" fmla="*/ 38 h 76"/>
                <a:gd name="T20" fmla="*/ 61 w 78"/>
                <a:gd name="T21" fmla="*/ 25 h 76"/>
                <a:gd name="T22" fmla="*/ 51 w 78"/>
                <a:gd name="T23" fmla="*/ 16 h 76"/>
                <a:gd name="T24" fmla="*/ 40 w 78"/>
                <a:gd name="T25" fmla="*/ 13 h 76"/>
                <a:gd name="T26" fmla="*/ 40 w 78"/>
                <a:gd name="T27" fmla="*/ 0 h 76"/>
                <a:gd name="T28" fmla="*/ 54 w 78"/>
                <a:gd name="T29" fmla="*/ 3 h 76"/>
                <a:gd name="T30" fmla="*/ 66 w 78"/>
                <a:gd name="T31" fmla="*/ 10 h 76"/>
                <a:gd name="T32" fmla="*/ 74 w 78"/>
                <a:gd name="T33" fmla="*/ 24 h 76"/>
                <a:gd name="T34" fmla="*/ 78 w 78"/>
                <a:gd name="T35" fmla="*/ 38 h 76"/>
                <a:gd name="T36" fmla="*/ 74 w 78"/>
                <a:gd name="T37" fmla="*/ 53 h 76"/>
                <a:gd name="T38" fmla="*/ 66 w 78"/>
                <a:gd name="T39" fmla="*/ 64 h 76"/>
                <a:gd name="T40" fmla="*/ 54 w 78"/>
                <a:gd name="T41" fmla="*/ 72 h 76"/>
                <a:gd name="T42" fmla="*/ 40 w 78"/>
                <a:gd name="T43" fmla="*/ 76 h 76"/>
                <a:gd name="T44" fmla="*/ 24 w 78"/>
                <a:gd name="T45" fmla="*/ 72 h 76"/>
                <a:gd name="T46" fmla="*/ 12 w 78"/>
                <a:gd name="T47" fmla="*/ 64 h 76"/>
                <a:gd name="T48" fmla="*/ 4 w 78"/>
                <a:gd name="T49" fmla="*/ 53 h 76"/>
                <a:gd name="T50" fmla="*/ 0 w 78"/>
                <a:gd name="T51" fmla="*/ 38 h 76"/>
                <a:gd name="T52" fmla="*/ 4 w 78"/>
                <a:gd name="T53" fmla="*/ 24 h 76"/>
                <a:gd name="T54" fmla="*/ 12 w 78"/>
                <a:gd name="T55" fmla="*/ 10 h 76"/>
                <a:gd name="T56" fmla="*/ 24 w 78"/>
                <a:gd name="T57" fmla="*/ 3 h 76"/>
                <a:gd name="T58" fmla="*/ 40 w 78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8" h="76">
                  <a:moveTo>
                    <a:pt x="40" y="13"/>
                  </a:moveTo>
                  <a:lnTo>
                    <a:pt x="26" y="16"/>
                  </a:lnTo>
                  <a:lnTo>
                    <a:pt x="17" y="25"/>
                  </a:lnTo>
                  <a:lnTo>
                    <a:pt x="13" y="38"/>
                  </a:lnTo>
                  <a:lnTo>
                    <a:pt x="17" y="51"/>
                  </a:lnTo>
                  <a:lnTo>
                    <a:pt x="26" y="59"/>
                  </a:lnTo>
                  <a:lnTo>
                    <a:pt x="40" y="63"/>
                  </a:lnTo>
                  <a:lnTo>
                    <a:pt x="51" y="59"/>
                  </a:lnTo>
                  <a:lnTo>
                    <a:pt x="61" y="51"/>
                  </a:lnTo>
                  <a:lnTo>
                    <a:pt x="65" y="38"/>
                  </a:lnTo>
                  <a:lnTo>
                    <a:pt x="61" y="25"/>
                  </a:lnTo>
                  <a:lnTo>
                    <a:pt x="51" y="16"/>
                  </a:lnTo>
                  <a:lnTo>
                    <a:pt x="40" y="13"/>
                  </a:lnTo>
                  <a:close/>
                  <a:moveTo>
                    <a:pt x="40" y="0"/>
                  </a:moveTo>
                  <a:lnTo>
                    <a:pt x="54" y="3"/>
                  </a:lnTo>
                  <a:lnTo>
                    <a:pt x="66" y="10"/>
                  </a:lnTo>
                  <a:lnTo>
                    <a:pt x="74" y="24"/>
                  </a:lnTo>
                  <a:lnTo>
                    <a:pt x="78" y="38"/>
                  </a:lnTo>
                  <a:lnTo>
                    <a:pt x="74" y="53"/>
                  </a:lnTo>
                  <a:lnTo>
                    <a:pt x="66" y="64"/>
                  </a:lnTo>
                  <a:lnTo>
                    <a:pt x="54" y="72"/>
                  </a:lnTo>
                  <a:lnTo>
                    <a:pt x="40" y="76"/>
                  </a:lnTo>
                  <a:lnTo>
                    <a:pt x="24" y="72"/>
                  </a:lnTo>
                  <a:lnTo>
                    <a:pt x="12" y="64"/>
                  </a:lnTo>
                  <a:lnTo>
                    <a:pt x="4" y="53"/>
                  </a:lnTo>
                  <a:lnTo>
                    <a:pt x="0" y="38"/>
                  </a:lnTo>
                  <a:lnTo>
                    <a:pt x="4" y="24"/>
                  </a:lnTo>
                  <a:lnTo>
                    <a:pt x="12" y="10"/>
                  </a:lnTo>
                  <a:lnTo>
                    <a:pt x="24" y="3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" name="Freeform 335"/>
            <p:cNvSpPr>
              <a:spLocks/>
            </p:cNvSpPr>
            <p:nvPr/>
          </p:nvSpPr>
          <p:spPr bwMode="auto">
            <a:xfrm>
              <a:off x="7122958" y="4738675"/>
              <a:ext cx="10151" cy="15226"/>
            </a:xfrm>
            <a:custGeom>
              <a:avLst/>
              <a:gdLst>
                <a:gd name="T0" fmla="*/ 3 w 4"/>
                <a:gd name="T1" fmla="*/ 0 h 6"/>
                <a:gd name="T2" fmla="*/ 4 w 4"/>
                <a:gd name="T3" fmla="*/ 2 h 6"/>
                <a:gd name="T4" fmla="*/ 1 w 4"/>
                <a:gd name="T5" fmla="*/ 6 h 6"/>
                <a:gd name="T6" fmla="*/ 0 w 4"/>
                <a:gd name="T7" fmla="*/ 4 h 6"/>
                <a:gd name="T8" fmla="*/ 1 w 4"/>
                <a:gd name="T9" fmla="*/ 3 h 6"/>
                <a:gd name="T10" fmla="*/ 1 w 4"/>
                <a:gd name="T11" fmla="*/ 0 h 6"/>
                <a:gd name="T12" fmla="*/ 3 w 4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lnTo>
                    <a:pt x="4" y="2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" name="Freeform 336"/>
            <p:cNvSpPr>
              <a:spLocks noEditPoints="1"/>
            </p:cNvSpPr>
            <p:nvPr/>
          </p:nvSpPr>
          <p:spPr bwMode="auto">
            <a:xfrm>
              <a:off x="7067128" y="4695534"/>
              <a:ext cx="45679" cy="38067"/>
            </a:xfrm>
            <a:custGeom>
              <a:avLst/>
              <a:gdLst>
                <a:gd name="T0" fmla="*/ 4 w 18"/>
                <a:gd name="T1" fmla="*/ 13 h 15"/>
                <a:gd name="T2" fmla="*/ 5 w 18"/>
                <a:gd name="T3" fmla="*/ 13 h 15"/>
                <a:gd name="T4" fmla="*/ 6 w 18"/>
                <a:gd name="T5" fmla="*/ 15 h 15"/>
                <a:gd name="T6" fmla="*/ 5 w 18"/>
                <a:gd name="T7" fmla="*/ 15 h 15"/>
                <a:gd name="T8" fmla="*/ 4 w 18"/>
                <a:gd name="T9" fmla="*/ 13 h 15"/>
                <a:gd name="T10" fmla="*/ 4 w 18"/>
                <a:gd name="T11" fmla="*/ 13 h 15"/>
                <a:gd name="T12" fmla="*/ 17 w 18"/>
                <a:gd name="T13" fmla="*/ 11 h 15"/>
                <a:gd name="T14" fmla="*/ 18 w 18"/>
                <a:gd name="T15" fmla="*/ 13 h 15"/>
                <a:gd name="T16" fmla="*/ 17 w 18"/>
                <a:gd name="T17" fmla="*/ 15 h 15"/>
                <a:gd name="T18" fmla="*/ 16 w 18"/>
                <a:gd name="T19" fmla="*/ 13 h 15"/>
                <a:gd name="T20" fmla="*/ 13 w 18"/>
                <a:gd name="T21" fmla="*/ 12 h 15"/>
                <a:gd name="T22" fmla="*/ 16 w 18"/>
                <a:gd name="T23" fmla="*/ 12 h 15"/>
                <a:gd name="T24" fmla="*/ 17 w 18"/>
                <a:gd name="T25" fmla="*/ 11 h 15"/>
                <a:gd name="T26" fmla="*/ 1 w 18"/>
                <a:gd name="T27" fmla="*/ 0 h 15"/>
                <a:gd name="T28" fmla="*/ 2 w 18"/>
                <a:gd name="T29" fmla="*/ 1 h 15"/>
                <a:gd name="T30" fmla="*/ 4 w 18"/>
                <a:gd name="T31" fmla="*/ 3 h 15"/>
                <a:gd name="T32" fmla="*/ 4 w 18"/>
                <a:gd name="T33" fmla="*/ 4 h 15"/>
                <a:gd name="T34" fmla="*/ 4 w 18"/>
                <a:gd name="T35" fmla="*/ 7 h 15"/>
                <a:gd name="T36" fmla="*/ 2 w 18"/>
                <a:gd name="T37" fmla="*/ 8 h 15"/>
                <a:gd name="T38" fmla="*/ 2 w 18"/>
                <a:gd name="T39" fmla="*/ 8 h 15"/>
                <a:gd name="T40" fmla="*/ 1 w 18"/>
                <a:gd name="T41" fmla="*/ 8 h 15"/>
                <a:gd name="T42" fmla="*/ 1 w 18"/>
                <a:gd name="T43" fmla="*/ 5 h 15"/>
                <a:gd name="T44" fmla="*/ 0 w 18"/>
                <a:gd name="T45" fmla="*/ 4 h 15"/>
                <a:gd name="T46" fmla="*/ 1 w 18"/>
                <a:gd name="T4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5">
                  <a:moveTo>
                    <a:pt x="4" y="13"/>
                  </a:moveTo>
                  <a:lnTo>
                    <a:pt x="5" y="13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4" y="13"/>
                  </a:lnTo>
                  <a:lnTo>
                    <a:pt x="4" y="13"/>
                  </a:lnTo>
                  <a:close/>
                  <a:moveTo>
                    <a:pt x="17" y="11"/>
                  </a:moveTo>
                  <a:lnTo>
                    <a:pt x="18" y="13"/>
                  </a:lnTo>
                  <a:lnTo>
                    <a:pt x="17" y="15"/>
                  </a:lnTo>
                  <a:lnTo>
                    <a:pt x="16" y="13"/>
                  </a:lnTo>
                  <a:lnTo>
                    <a:pt x="13" y="12"/>
                  </a:lnTo>
                  <a:lnTo>
                    <a:pt x="16" y="12"/>
                  </a:lnTo>
                  <a:lnTo>
                    <a:pt x="17" y="11"/>
                  </a:lnTo>
                  <a:close/>
                  <a:moveTo>
                    <a:pt x="1" y="0"/>
                  </a:moveTo>
                  <a:lnTo>
                    <a:pt x="2" y="1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5"/>
                  </a:lnTo>
                  <a:lnTo>
                    <a:pt x="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" name="Freeform 337"/>
            <p:cNvSpPr>
              <a:spLocks noEditPoints="1"/>
            </p:cNvSpPr>
            <p:nvPr/>
          </p:nvSpPr>
          <p:spPr bwMode="auto">
            <a:xfrm>
              <a:off x="7163562" y="4495052"/>
              <a:ext cx="286766" cy="157340"/>
            </a:xfrm>
            <a:custGeom>
              <a:avLst/>
              <a:gdLst>
                <a:gd name="T0" fmla="*/ 4 w 113"/>
                <a:gd name="T1" fmla="*/ 61 h 62"/>
                <a:gd name="T2" fmla="*/ 4 w 113"/>
                <a:gd name="T3" fmla="*/ 62 h 62"/>
                <a:gd name="T4" fmla="*/ 4 w 113"/>
                <a:gd name="T5" fmla="*/ 61 h 62"/>
                <a:gd name="T6" fmla="*/ 4 w 113"/>
                <a:gd name="T7" fmla="*/ 61 h 62"/>
                <a:gd name="T8" fmla="*/ 1 w 113"/>
                <a:gd name="T9" fmla="*/ 55 h 62"/>
                <a:gd name="T10" fmla="*/ 4 w 113"/>
                <a:gd name="T11" fmla="*/ 57 h 62"/>
                <a:gd name="T12" fmla="*/ 4 w 113"/>
                <a:gd name="T13" fmla="*/ 57 h 62"/>
                <a:gd name="T14" fmla="*/ 4 w 113"/>
                <a:gd name="T15" fmla="*/ 57 h 62"/>
                <a:gd name="T16" fmla="*/ 1 w 113"/>
                <a:gd name="T17" fmla="*/ 58 h 62"/>
                <a:gd name="T18" fmla="*/ 0 w 113"/>
                <a:gd name="T19" fmla="*/ 57 h 62"/>
                <a:gd name="T20" fmla="*/ 1 w 113"/>
                <a:gd name="T21" fmla="*/ 55 h 62"/>
                <a:gd name="T22" fmla="*/ 110 w 113"/>
                <a:gd name="T23" fmla="*/ 0 h 62"/>
                <a:gd name="T24" fmla="*/ 113 w 113"/>
                <a:gd name="T25" fmla="*/ 2 h 62"/>
                <a:gd name="T26" fmla="*/ 113 w 113"/>
                <a:gd name="T27" fmla="*/ 3 h 62"/>
                <a:gd name="T28" fmla="*/ 110 w 113"/>
                <a:gd name="T29" fmla="*/ 4 h 62"/>
                <a:gd name="T30" fmla="*/ 109 w 113"/>
                <a:gd name="T31" fmla="*/ 2 h 62"/>
                <a:gd name="T32" fmla="*/ 110 w 113"/>
                <a:gd name="T3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62">
                  <a:moveTo>
                    <a:pt x="4" y="61"/>
                  </a:moveTo>
                  <a:lnTo>
                    <a:pt x="4" y="62"/>
                  </a:lnTo>
                  <a:lnTo>
                    <a:pt x="4" y="61"/>
                  </a:lnTo>
                  <a:lnTo>
                    <a:pt x="4" y="61"/>
                  </a:lnTo>
                  <a:close/>
                  <a:moveTo>
                    <a:pt x="1" y="55"/>
                  </a:move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1" y="58"/>
                  </a:lnTo>
                  <a:lnTo>
                    <a:pt x="0" y="57"/>
                  </a:lnTo>
                  <a:lnTo>
                    <a:pt x="1" y="55"/>
                  </a:lnTo>
                  <a:close/>
                  <a:moveTo>
                    <a:pt x="110" y="0"/>
                  </a:moveTo>
                  <a:lnTo>
                    <a:pt x="113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09" y="2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" name="Freeform 338"/>
            <p:cNvSpPr>
              <a:spLocks noEditPoints="1"/>
            </p:cNvSpPr>
            <p:nvPr/>
          </p:nvSpPr>
          <p:spPr bwMode="auto">
            <a:xfrm>
              <a:off x="8549171" y="3931672"/>
              <a:ext cx="63444" cy="220785"/>
            </a:xfrm>
            <a:custGeom>
              <a:avLst/>
              <a:gdLst>
                <a:gd name="T0" fmla="*/ 24 w 25"/>
                <a:gd name="T1" fmla="*/ 80 h 87"/>
                <a:gd name="T2" fmla="*/ 25 w 25"/>
                <a:gd name="T3" fmla="*/ 84 h 87"/>
                <a:gd name="T4" fmla="*/ 23 w 25"/>
                <a:gd name="T5" fmla="*/ 84 h 87"/>
                <a:gd name="T6" fmla="*/ 21 w 25"/>
                <a:gd name="T7" fmla="*/ 81 h 87"/>
                <a:gd name="T8" fmla="*/ 21 w 25"/>
                <a:gd name="T9" fmla="*/ 76 h 87"/>
                <a:gd name="T10" fmla="*/ 21 w 25"/>
                <a:gd name="T11" fmla="*/ 79 h 87"/>
                <a:gd name="T12" fmla="*/ 21 w 25"/>
                <a:gd name="T13" fmla="*/ 76 h 87"/>
                <a:gd name="T14" fmla="*/ 20 w 25"/>
                <a:gd name="T15" fmla="*/ 72 h 87"/>
                <a:gd name="T16" fmla="*/ 17 w 25"/>
                <a:gd name="T17" fmla="*/ 72 h 87"/>
                <a:gd name="T18" fmla="*/ 19 w 25"/>
                <a:gd name="T19" fmla="*/ 71 h 87"/>
                <a:gd name="T20" fmla="*/ 21 w 25"/>
                <a:gd name="T21" fmla="*/ 67 h 87"/>
                <a:gd name="T22" fmla="*/ 20 w 25"/>
                <a:gd name="T23" fmla="*/ 70 h 87"/>
                <a:gd name="T24" fmla="*/ 20 w 25"/>
                <a:gd name="T25" fmla="*/ 66 h 87"/>
                <a:gd name="T26" fmla="*/ 16 w 25"/>
                <a:gd name="T27" fmla="*/ 66 h 87"/>
                <a:gd name="T28" fmla="*/ 15 w 25"/>
                <a:gd name="T29" fmla="*/ 67 h 87"/>
                <a:gd name="T30" fmla="*/ 11 w 25"/>
                <a:gd name="T31" fmla="*/ 55 h 87"/>
                <a:gd name="T32" fmla="*/ 8 w 25"/>
                <a:gd name="T33" fmla="*/ 56 h 87"/>
                <a:gd name="T34" fmla="*/ 7 w 25"/>
                <a:gd name="T35" fmla="*/ 35 h 87"/>
                <a:gd name="T36" fmla="*/ 7 w 25"/>
                <a:gd name="T37" fmla="*/ 41 h 87"/>
                <a:gd name="T38" fmla="*/ 4 w 25"/>
                <a:gd name="T39" fmla="*/ 39 h 87"/>
                <a:gd name="T40" fmla="*/ 7 w 25"/>
                <a:gd name="T41" fmla="*/ 35 h 87"/>
                <a:gd name="T42" fmla="*/ 3 w 25"/>
                <a:gd name="T43" fmla="*/ 29 h 87"/>
                <a:gd name="T44" fmla="*/ 2 w 25"/>
                <a:gd name="T45" fmla="*/ 26 h 87"/>
                <a:gd name="T46" fmla="*/ 10 w 25"/>
                <a:gd name="T47" fmla="*/ 18 h 87"/>
                <a:gd name="T48" fmla="*/ 7 w 25"/>
                <a:gd name="T49" fmla="*/ 22 h 87"/>
                <a:gd name="T50" fmla="*/ 8 w 25"/>
                <a:gd name="T51" fmla="*/ 26 h 87"/>
                <a:gd name="T52" fmla="*/ 6 w 25"/>
                <a:gd name="T53" fmla="*/ 29 h 87"/>
                <a:gd name="T54" fmla="*/ 6 w 25"/>
                <a:gd name="T55" fmla="*/ 24 h 87"/>
                <a:gd name="T56" fmla="*/ 6 w 25"/>
                <a:gd name="T57" fmla="*/ 18 h 87"/>
                <a:gd name="T58" fmla="*/ 10 w 25"/>
                <a:gd name="T59" fmla="*/ 0 h 87"/>
                <a:gd name="T60" fmla="*/ 10 w 25"/>
                <a:gd name="T61" fmla="*/ 4 h 87"/>
                <a:gd name="T62" fmla="*/ 11 w 25"/>
                <a:gd name="T63" fmla="*/ 8 h 87"/>
                <a:gd name="T64" fmla="*/ 10 w 25"/>
                <a:gd name="T65" fmla="*/ 10 h 87"/>
                <a:gd name="T66" fmla="*/ 7 w 25"/>
                <a:gd name="T67" fmla="*/ 16 h 87"/>
                <a:gd name="T68" fmla="*/ 8 w 25"/>
                <a:gd name="T69" fmla="*/ 10 h 87"/>
                <a:gd name="T70" fmla="*/ 8 w 25"/>
                <a:gd name="T71" fmla="*/ 6 h 87"/>
                <a:gd name="T72" fmla="*/ 10 w 25"/>
                <a:gd name="T7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" h="87">
                  <a:moveTo>
                    <a:pt x="23" y="79"/>
                  </a:moveTo>
                  <a:lnTo>
                    <a:pt x="24" y="80"/>
                  </a:lnTo>
                  <a:lnTo>
                    <a:pt x="24" y="83"/>
                  </a:lnTo>
                  <a:lnTo>
                    <a:pt x="25" y="84"/>
                  </a:lnTo>
                  <a:lnTo>
                    <a:pt x="24" y="87"/>
                  </a:lnTo>
                  <a:lnTo>
                    <a:pt x="23" y="84"/>
                  </a:lnTo>
                  <a:lnTo>
                    <a:pt x="21" y="83"/>
                  </a:lnTo>
                  <a:lnTo>
                    <a:pt x="21" y="81"/>
                  </a:lnTo>
                  <a:lnTo>
                    <a:pt x="23" y="79"/>
                  </a:lnTo>
                  <a:close/>
                  <a:moveTo>
                    <a:pt x="21" y="76"/>
                  </a:moveTo>
                  <a:lnTo>
                    <a:pt x="23" y="76"/>
                  </a:lnTo>
                  <a:lnTo>
                    <a:pt x="21" y="79"/>
                  </a:lnTo>
                  <a:lnTo>
                    <a:pt x="20" y="77"/>
                  </a:lnTo>
                  <a:lnTo>
                    <a:pt x="21" y="76"/>
                  </a:lnTo>
                  <a:close/>
                  <a:moveTo>
                    <a:pt x="19" y="71"/>
                  </a:moveTo>
                  <a:lnTo>
                    <a:pt x="20" y="72"/>
                  </a:lnTo>
                  <a:lnTo>
                    <a:pt x="19" y="74"/>
                  </a:lnTo>
                  <a:lnTo>
                    <a:pt x="17" y="72"/>
                  </a:lnTo>
                  <a:lnTo>
                    <a:pt x="16" y="71"/>
                  </a:lnTo>
                  <a:lnTo>
                    <a:pt x="19" y="71"/>
                  </a:lnTo>
                  <a:close/>
                  <a:moveTo>
                    <a:pt x="20" y="66"/>
                  </a:moveTo>
                  <a:lnTo>
                    <a:pt x="21" y="67"/>
                  </a:lnTo>
                  <a:lnTo>
                    <a:pt x="21" y="68"/>
                  </a:lnTo>
                  <a:lnTo>
                    <a:pt x="20" y="70"/>
                  </a:lnTo>
                  <a:lnTo>
                    <a:pt x="19" y="68"/>
                  </a:lnTo>
                  <a:lnTo>
                    <a:pt x="20" y="66"/>
                  </a:lnTo>
                  <a:close/>
                  <a:moveTo>
                    <a:pt x="14" y="64"/>
                  </a:moveTo>
                  <a:lnTo>
                    <a:pt x="16" y="66"/>
                  </a:lnTo>
                  <a:lnTo>
                    <a:pt x="16" y="68"/>
                  </a:lnTo>
                  <a:lnTo>
                    <a:pt x="15" y="67"/>
                  </a:lnTo>
                  <a:lnTo>
                    <a:pt x="14" y="64"/>
                  </a:lnTo>
                  <a:close/>
                  <a:moveTo>
                    <a:pt x="11" y="55"/>
                  </a:moveTo>
                  <a:lnTo>
                    <a:pt x="11" y="56"/>
                  </a:lnTo>
                  <a:lnTo>
                    <a:pt x="8" y="56"/>
                  </a:lnTo>
                  <a:lnTo>
                    <a:pt x="11" y="55"/>
                  </a:lnTo>
                  <a:close/>
                  <a:moveTo>
                    <a:pt x="7" y="35"/>
                  </a:moveTo>
                  <a:lnTo>
                    <a:pt x="8" y="38"/>
                  </a:lnTo>
                  <a:lnTo>
                    <a:pt x="7" y="41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37"/>
                  </a:lnTo>
                  <a:lnTo>
                    <a:pt x="7" y="35"/>
                  </a:lnTo>
                  <a:close/>
                  <a:moveTo>
                    <a:pt x="2" y="26"/>
                  </a:moveTo>
                  <a:lnTo>
                    <a:pt x="3" y="29"/>
                  </a:lnTo>
                  <a:lnTo>
                    <a:pt x="0" y="27"/>
                  </a:lnTo>
                  <a:lnTo>
                    <a:pt x="2" y="26"/>
                  </a:lnTo>
                  <a:close/>
                  <a:moveTo>
                    <a:pt x="10" y="18"/>
                  </a:moveTo>
                  <a:lnTo>
                    <a:pt x="10" y="18"/>
                  </a:lnTo>
                  <a:lnTo>
                    <a:pt x="8" y="20"/>
                  </a:lnTo>
                  <a:lnTo>
                    <a:pt x="7" y="22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6" y="30"/>
                  </a:lnTo>
                  <a:lnTo>
                    <a:pt x="6" y="29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18"/>
                  </a:lnTo>
                  <a:lnTo>
                    <a:pt x="10" y="18"/>
                  </a:lnTo>
                  <a:close/>
                  <a:moveTo>
                    <a:pt x="10" y="0"/>
                  </a:moveTo>
                  <a:lnTo>
                    <a:pt x="11" y="2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8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8" y="10"/>
                  </a:lnTo>
                  <a:lnTo>
                    <a:pt x="7" y="9"/>
                  </a:lnTo>
                  <a:lnTo>
                    <a:pt x="8" y="6"/>
                  </a:lnTo>
                  <a:lnTo>
                    <a:pt x="8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" name="Freeform 339"/>
            <p:cNvSpPr>
              <a:spLocks noEditPoints="1"/>
            </p:cNvSpPr>
            <p:nvPr/>
          </p:nvSpPr>
          <p:spPr bwMode="auto">
            <a:xfrm>
              <a:off x="10125109" y="3868230"/>
              <a:ext cx="35528" cy="73595"/>
            </a:xfrm>
            <a:custGeom>
              <a:avLst/>
              <a:gdLst>
                <a:gd name="T0" fmla="*/ 3 w 14"/>
                <a:gd name="T1" fmla="*/ 24 h 29"/>
                <a:gd name="T2" fmla="*/ 5 w 14"/>
                <a:gd name="T3" fmla="*/ 24 h 29"/>
                <a:gd name="T4" fmla="*/ 2 w 14"/>
                <a:gd name="T5" fmla="*/ 27 h 29"/>
                <a:gd name="T6" fmla="*/ 1 w 14"/>
                <a:gd name="T7" fmla="*/ 29 h 29"/>
                <a:gd name="T8" fmla="*/ 0 w 14"/>
                <a:gd name="T9" fmla="*/ 27 h 29"/>
                <a:gd name="T10" fmla="*/ 1 w 14"/>
                <a:gd name="T11" fmla="*/ 26 h 29"/>
                <a:gd name="T12" fmla="*/ 1 w 14"/>
                <a:gd name="T13" fmla="*/ 24 h 29"/>
                <a:gd name="T14" fmla="*/ 3 w 14"/>
                <a:gd name="T15" fmla="*/ 24 h 29"/>
                <a:gd name="T16" fmla="*/ 9 w 14"/>
                <a:gd name="T17" fmla="*/ 16 h 29"/>
                <a:gd name="T18" fmla="*/ 10 w 14"/>
                <a:gd name="T19" fmla="*/ 17 h 29"/>
                <a:gd name="T20" fmla="*/ 9 w 14"/>
                <a:gd name="T21" fmla="*/ 17 h 29"/>
                <a:gd name="T22" fmla="*/ 6 w 14"/>
                <a:gd name="T23" fmla="*/ 17 h 29"/>
                <a:gd name="T24" fmla="*/ 9 w 14"/>
                <a:gd name="T25" fmla="*/ 16 h 29"/>
                <a:gd name="T26" fmla="*/ 13 w 14"/>
                <a:gd name="T27" fmla="*/ 0 h 29"/>
                <a:gd name="T28" fmla="*/ 14 w 14"/>
                <a:gd name="T29" fmla="*/ 1 h 29"/>
                <a:gd name="T30" fmla="*/ 13 w 14"/>
                <a:gd name="T31" fmla="*/ 2 h 29"/>
                <a:gd name="T32" fmla="*/ 13 w 14"/>
                <a:gd name="T33" fmla="*/ 5 h 29"/>
                <a:gd name="T34" fmla="*/ 11 w 14"/>
                <a:gd name="T35" fmla="*/ 1 h 29"/>
                <a:gd name="T36" fmla="*/ 13 w 14"/>
                <a:gd name="T3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" h="29">
                  <a:moveTo>
                    <a:pt x="3" y="24"/>
                  </a:moveTo>
                  <a:lnTo>
                    <a:pt x="5" y="24"/>
                  </a:lnTo>
                  <a:lnTo>
                    <a:pt x="2" y="27"/>
                  </a:lnTo>
                  <a:lnTo>
                    <a:pt x="1" y="29"/>
                  </a:ln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3" y="24"/>
                  </a:lnTo>
                  <a:close/>
                  <a:moveTo>
                    <a:pt x="9" y="16"/>
                  </a:moveTo>
                  <a:lnTo>
                    <a:pt x="10" y="17"/>
                  </a:lnTo>
                  <a:lnTo>
                    <a:pt x="9" y="17"/>
                  </a:lnTo>
                  <a:lnTo>
                    <a:pt x="6" y="17"/>
                  </a:lnTo>
                  <a:lnTo>
                    <a:pt x="9" y="16"/>
                  </a:lnTo>
                  <a:close/>
                  <a:moveTo>
                    <a:pt x="13" y="0"/>
                  </a:moveTo>
                  <a:lnTo>
                    <a:pt x="14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" name="Freeform 340"/>
            <p:cNvSpPr>
              <a:spLocks noEditPoints="1"/>
            </p:cNvSpPr>
            <p:nvPr/>
          </p:nvSpPr>
          <p:spPr bwMode="auto">
            <a:xfrm>
              <a:off x="6435229" y="899069"/>
              <a:ext cx="3958882" cy="2124093"/>
            </a:xfrm>
            <a:custGeom>
              <a:avLst/>
              <a:gdLst>
                <a:gd name="T0" fmla="*/ 1431 w 1560"/>
                <a:gd name="T1" fmla="*/ 645 h 837"/>
                <a:gd name="T2" fmla="*/ 1209 w 1560"/>
                <a:gd name="T3" fmla="*/ 533 h 837"/>
                <a:gd name="T4" fmla="*/ 1315 w 1560"/>
                <a:gd name="T5" fmla="*/ 646 h 837"/>
                <a:gd name="T6" fmla="*/ 1269 w 1560"/>
                <a:gd name="T7" fmla="*/ 526 h 837"/>
                <a:gd name="T8" fmla="*/ 83 w 1560"/>
                <a:gd name="T9" fmla="*/ 433 h 837"/>
                <a:gd name="T10" fmla="*/ 276 w 1560"/>
                <a:gd name="T11" fmla="*/ 337 h 837"/>
                <a:gd name="T12" fmla="*/ 280 w 1560"/>
                <a:gd name="T13" fmla="*/ 309 h 837"/>
                <a:gd name="T14" fmla="*/ 258 w 1560"/>
                <a:gd name="T15" fmla="*/ 287 h 837"/>
                <a:gd name="T16" fmla="*/ 205 w 1560"/>
                <a:gd name="T17" fmla="*/ 255 h 837"/>
                <a:gd name="T18" fmla="*/ 400 w 1560"/>
                <a:gd name="T19" fmla="*/ 197 h 837"/>
                <a:gd name="T20" fmla="*/ 469 w 1560"/>
                <a:gd name="T21" fmla="*/ 145 h 837"/>
                <a:gd name="T22" fmla="*/ 292 w 1560"/>
                <a:gd name="T23" fmla="*/ 100 h 837"/>
                <a:gd name="T24" fmla="*/ 229 w 1560"/>
                <a:gd name="T25" fmla="*/ 225 h 837"/>
                <a:gd name="T26" fmla="*/ 205 w 1560"/>
                <a:gd name="T27" fmla="*/ 171 h 837"/>
                <a:gd name="T28" fmla="*/ 974 w 1560"/>
                <a:gd name="T29" fmla="*/ 103 h 837"/>
                <a:gd name="T30" fmla="*/ 513 w 1560"/>
                <a:gd name="T31" fmla="*/ 58 h 837"/>
                <a:gd name="T32" fmla="*/ 1199 w 1560"/>
                <a:gd name="T33" fmla="*/ 42 h 837"/>
                <a:gd name="T34" fmla="*/ 956 w 1560"/>
                <a:gd name="T35" fmla="*/ 36 h 837"/>
                <a:gd name="T36" fmla="*/ 143 w 1560"/>
                <a:gd name="T37" fmla="*/ 4 h 837"/>
                <a:gd name="T38" fmla="*/ 600 w 1560"/>
                <a:gd name="T39" fmla="*/ 16 h 837"/>
                <a:gd name="T40" fmla="*/ 691 w 1560"/>
                <a:gd name="T41" fmla="*/ 55 h 837"/>
                <a:gd name="T42" fmla="*/ 710 w 1560"/>
                <a:gd name="T43" fmla="*/ 112 h 837"/>
                <a:gd name="T44" fmla="*/ 844 w 1560"/>
                <a:gd name="T45" fmla="*/ 82 h 837"/>
                <a:gd name="T46" fmla="*/ 926 w 1560"/>
                <a:gd name="T47" fmla="*/ 108 h 837"/>
                <a:gd name="T48" fmla="*/ 1022 w 1560"/>
                <a:gd name="T49" fmla="*/ 53 h 837"/>
                <a:gd name="T50" fmla="*/ 1188 w 1560"/>
                <a:gd name="T51" fmla="*/ 57 h 837"/>
                <a:gd name="T52" fmla="*/ 1314 w 1560"/>
                <a:gd name="T53" fmla="*/ 51 h 837"/>
                <a:gd name="T54" fmla="*/ 1472 w 1560"/>
                <a:gd name="T55" fmla="*/ 37 h 837"/>
                <a:gd name="T56" fmla="*/ 1544 w 1560"/>
                <a:gd name="T57" fmla="*/ 67 h 837"/>
                <a:gd name="T58" fmla="*/ 1486 w 1560"/>
                <a:gd name="T59" fmla="*/ 107 h 837"/>
                <a:gd name="T60" fmla="*/ 1509 w 1560"/>
                <a:gd name="T61" fmla="*/ 188 h 837"/>
                <a:gd name="T62" fmla="*/ 1484 w 1560"/>
                <a:gd name="T63" fmla="*/ 317 h 837"/>
                <a:gd name="T64" fmla="*/ 1454 w 1560"/>
                <a:gd name="T65" fmla="*/ 413 h 837"/>
                <a:gd name="T66" fmla="*/ 1435 w 1560"/>
                <a:gd name="T67" fmla="*/ 538 h 837"/>
                <a:gd name="T68" fmla="*/ 1397 w 1560"/>
                <a:gd name="T69" fmla="*/ 282 h 837"/>
                <a:gd name="T70" fmla="*/ 1342 w 1560"/>
                <a:gd name="T71" fmla="*/ 311 h 837"/>
                <a:gd name="T72" fmla="*/ 1288 w 1560"/>
                <a:gd name="T73" fmla="*/ 379 h 837"/>
                <a:gd name="T74" fmla="*/ 1193 w 1560"/>
                <a:gd name="T75" fmla="*/ 521 h 837"/>
                <a:gd name="T76" fmla="*/ 1278 w 1560"/>
                <a:gd name="T77" fmla="*/ 613 h 837"/>
                <a:gd name="T78" fmla="*/ 1211 w 1560"/>
                <a:gd name="T79" fmla="*/ 734 h 837"/>
                <a:gd name="T80" fmla="*/ 1186 w 1560"/>
                <a:gd name="T81" fmla="*/ 666 h 837"/>
                <a:gd name="T82" fmla="*/ 1098 w 1560"/>
                <a:gd name="T83" fmla="*/ 575 h 837"/>
                <a:gd name="T84" fmla="*/ 1019 w 1560"/>
                <a:gd name="T85" fmla="*/ 645 h 837"/>
                <a:gd name="T86" fmla="*/ 804 w 1560"/>
                <a:gd name="T87" fmla="*/ 626 h 837"/>
                <a:gd name="T88" fmla="*/ 663 w 1560"/>
                <a:gd name="T89" fmla="*/ 679 h 837"/>
                <a:gd name="T90" fmla="*/ 491 w 1560"/>
                <a:gd name="T91" fmla="*/ 604 h 837"/>
                <a:gd name="T92" fmla="*/ 400 w 1560"/>
                <a:gd name="T93" fmla="*/ 671 h 837"/>
                <a:gd name="T94" fmla="*/ 246 w 1560"/>
                <a:gd name="T95" fmla="*/ 712 h 837"/>
                <a:gd name="T96" fmla="*/ 241 w 1560"/>
                <a:gd name="T97" fmla="*/ 834 h 837"/>
                <a:gd name="T98" fmla="*/ 170 w 1560"/>
                <a:gd name="T99" fmla="*/ 717 h 837"/>
                <a:gd name="T100" fmla="*/ 22 w 1560"/>
                <a:gd name="T101" fmla="*/ 553 h 837"/>
                <a:gd name="T102" fmla="*/ 20 w 1560"/>
                <a:gd name="T103" fmla="*/ 340 h 837"/>
                <a:gd name="T104" fmla="*/ 118 w 1560"/>
                <a:gd name="T105" fmla="*/ 375 h 837"/>
                <a:gd name="T106" fmla="*/ 76 w 1560"/>
                <a:gd name="T107" fmla="*/ 447 h 837"/>
                <a:gd name="T108" fmla="*/ 153 w 1560"/>
                <a:gd name="T109" fmla="*/ 368 h 837"/>
                <a:gd name="T110" fmla="*/ 242 w 1560"/>
                <a:gd name="T111" fmla="*/ 345 h 837"/>
                <a:gd name="T112" fmla="*/ 353 w 1560"/>
                <a:gd name="T113" fmla="*/ 321 h 837"/>
                <a:gd name="T114" fmla="*/ 386 w 1560"/>
                <a:gd name="T115" fmla="*/ 249 h 837"/>
                <a:gd name="T116" fmla="*/ 437 w 1560"/>
                <a:gd name="T117" fmla="*/ 326 h 837"/>
                <a:gd name="T118" fmla="*/ 409 w 1560"/>
                <a:gd name="T119" fmla="*/ 234 h 837"/>
                <a:gd name="T120" fmla="*/ 496 w 1560"/>
                <a:gd name="T121" fmla="*/ 267 h 837"/>
                <a:gd name="T122" fmla="*/ 495 w 1560"/>
                <a:gd name="T123" fmla="*/ 166 h 837"/>
                <a:gd name="T124" fmla="*/ 530 w 1560"/>
                <a:gd name="T125" fmla="*/ 75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0" h="837">
                  <a:moveTo>
                    <a:pt x="241" y="834"/>
                  </a:moveTo>
                  <a:lnTo>
                    <a:pt x="243" y="837"/>
                  </a:lnTo>
                  <a:lnTo>
                    <a:pt x="241" y="834"/>
                  </a:lnTo>
                  <a:lnTo>
                    <a:pt x="241" y="834"/>
                  </a:lnTo>
                  <a:close/>
                  <a:moveTo>
                    <a:pt x="390" y="767"/>
                  </a:moveTo>
                  <a:lnTo>
                    <a:pt x="394" y="768"/>
                  </a:lnTo>
                  <a:lnTo>
                    <a:pt x="376" y="770"/>
                  </a:lnTo>
                  <a:lnTo>
                    <a:pt x="390" y="767"/>
                  </a:lnTo>
                  <a:close/>
                  <a:moveTo>
                    <a:pt x="1389" y="716"/>
                  </a:moveTo>
                  <a:lnTo>
                    <a:pt x="1389" y="718"/>
                  </a:lnTo>
                  <a:lnTo>
                    <a:pt x="1386" y="720"/>
                  </a:lnTo>
                  <a:lnTo>
                    <a:pt x="1385" y="718"/>
                  </a:lnTo>
                  <a:lnTo>
                    <a:pt x="1388" y="717"/>
                  </a:lnTo>
                  <a:lnTo>
                    <a:pt x="1389" y="716"/>
                  </a:lnTo>
                  <a:close/>
                  <a:moveTo>
                    <a:pt x="1376" y="707"/>
                  </a:moveTo>
                  <a:lnTo>
                    <a:pt x="1377" y="708"/>
                  </a:lnTo>
                  <a:lnTo>
                    <a:pt x="1378" y="708"/>
                  </a:lnTo>
                  <a:lnTo>
                    <a:pt x="1380" y="708"/>
                  </a:lnTo>
                  <a:lnTo>
                    <a:pt x="1381" y="708"/>
                  </a:lnTo>
                  <a:lnTo>
                    <a:pt x="1380" y="709"/>
                  </a:lnTo>
                  <a:lnTo>
                    <a:pt x="1377" y="713"/>
                  </a:lnTo>
                  <a:lnTo>
                    <a:pt x="1376" y="713"/>
                  </a:lnTo>
                  <a:lnTo>
                    <a:pt x="1376" y="718"/>
                  </a:lnTo>
                  <a:lnTo>
                    <a:pt x="1376" y="722"/>
                  </a:lnTo>
                  <a:lnTo>
                    <a:pt x="1373" y="720"/>
                  </a:lnTo>
                  <a:lnTo>
                    <a:pt x="1373" y="718"/>
                  </a:lnTo>
                  <a:lnTo>
                    <a:pt x="1373" y="716"/>
                  </a:lnTo>
                  <a:lnTo>
                    <a:pt x="1375" y="712"/>
                  </a:lnTo>
                  <a:lnTo>
                    <a:pt x="1375" y="709"/>
                  </a:lnTo>
                  <a:lnTo>
                    <a:pt x="1376" y="707"/>
                  </a:lnTo>
                  <a:lnTo>
                    <a:pt x="1376" y="707"/>
                  </a:lnTo>
                  <a:close/>
                  <a:moveTo>
                    <a:pt x="1401" y="682"/>
                  </a:moveTo>
                  <a:lnTo>
                    <a:pt x="1402" y="684"/>
                  </a:lnTo>
                  <a:lnTo>
                    <a:pt x="1402" y="687"/>
                  </a:lnTo>
                  <a:lnTo>
                    <a:pt x="1400" y="688"/>
                  </a:lnTo>
                  <a:lnTo>
                    <a:pt x="1397" y="688"/>
                  </a:lnTo>
                  <a:lnTo>
                    <a:pt x="1396" y="691"/>
                  </a:lnTo>
                  <a:lnTo>
                    <a:pt x="1393" y="695"/>
                  </a:lnTo>
                  <a:lnTo>
                    <a:pt x="1392" y="696"/>
                  </a:lnTo>
                  <a:lnTo>
                    <a:pt x="1390" y="696"/>
                  </a:lnTo>
                  <a:lnTo>
                    <a:pt x="1389" y="696"/>
                  </a:lnTo>
                  <a:lnTo>
                    <a:pt x="1389" y="697"/>
                  </a:lnTo>
                  <a:lnTo>
                    <a:pt x="1388" y="699"/>
                  </a:lnTo>
                  <a:lnTo>
                    <a:pt x="1389" y="701"/>
                  </a:lnTo>
                  <a:lnTo>
                    <a:pt x="1386" y="704"/>
                  </a:lnTo>
                  <a:lnTo>
                    <a:pt x="1386" y="705"/>
                  </a:lnTo>
                  <a:lnTo>
                    <a:pt x="1385" y="707"/>
                  </a:lnTo>
                  <a:lnTo>
                    <a:pt x="1385" y="704"/>
                  </a:lnTo>
                  <a:lnTo>
                    <a:pt x="1385" y="701"/>
                  </a:lnTo>
                  <a:lnTo>
                    <a:pt x="1386" y="701"/>
                  </a:lnTo>
                  <a:lnTo>
                    <a:pt x="1385" y="700"/>
                  </a:lnTo>
                  <a:lnTo>
                    <a:pt x="1385" y="699"/>
                  </a:lnTo>
                  <a:lnTo>
                    <a:pt x="1386" y="697"/>
                  </a:lnTo>
                  <a:lnTo>
                    <a:pt x="1388" y="695"/>
                  </a:lnTo>
                  <a:lnTo>
                    <a:pt x="1388" y="693"/>
                  </a:lnTo>
                  <a:lnTo>
                    <a:pt x="1388" y="693"/>
                  </a:lnTo>
                  <a:lnTo>
                    <a:pt x="1390" y="692"/>
                  </a:lnTo>
                  <a:lnTo>
                    <a:pt x="1390" y="690"/>
                  </a:lnTo>
                  <a:lnTo>
                    <a:pt x="1390" y="688"/>
                  </a:lnTo>
                  <a:lnTo>
                    <a:pt x="1390" y="687"/>
                  </a:lnTo>
                  <a:lnTo>
                    <a:pt x="1392" y="687"/>
                  </a:lnTo>
                  <a:lnTo>
                    <a:pt x="1392" y="688"/>
                  </a:lnTo>
                  <a:lnTo>
                    <a:pt x="1393" y="688"/>
                  </a:lnTo>
                  <a:lnTo>
                    <a:pt x="1396" y="687"/>
                  </a:lnTo>
                  <a:lnTo>
                    <a:pt x="1397" y="687"/>
                  </a:lnTo>
                  <a:lnTo>
                    <a:pt x="1397" y="686"/>
                  </a:lnTo>
                  <a:lnTo>
                    <a:pt x="1400" y="683"/>
                  </a:lnTo>
                  <a:lnTo>
                    <a:pt x="1401" y="682"/>
                  </a:lnTo>
                  <a:close/>
                  <a:moveTo>
                    <a:pt x="1418" y="666"/>
                  </a:moveTo>
                  <a:lnTo>
                    <a:pt x="1415" y="670"/>
                  </a:lnTo>
                  <a:lnTo>
                    <a:pt x="1414" y="672"/>
                  </a:lnTo>
                  <a:lnTo>
                    <a:pt x="1414" y="674"/>
                  </a:lnTo>
                  <a:lnTo>
                    <a:pt x="1413" y="675"/>
                  </a:lnTo>
                  <a:lnTo>
                    <a:pt x="1411" y="678"/>
                  </a:lnTo>
                  <a:lnTo>
                    <a:pt x="1409" y="680"/>
                  </a:lnTo>
                  <a:lnTo>
                    <a:pt x="1407" y="680"/>
                  </a:lnTo>
                  <a:lnTo>
                    <a:pt x="1407" y="676"/>
                  </a:lnTo>
                  <a:lnTo>
                    <a:pt x="1410" y="675"/>
                  </a:lnTo>
                  <a:lnTo>
                    <a:pt x="1410" y="674"/>
                  </a:lnTo>
                  <a:lnTo>
                    <a:pt x="1411" y="672"/>
                  </a:lnTo>
                  <a:lnTo>
                    <a:pt x="1411" y="671"/>
                  </a:lnTo>
                  <a:lnTo>
                    <a:pt x="1413" y="670"/>
                  </a:lnTo>
                  <a:lnTo>
                    <a:pt x="1414" y="667"/>
                  </a:lnTo>
                  <a:lnTo>
                    <a:pt x="1417" y="667"/>
                  </a:lnTo>
                  <a:lnTo>
                    <a:pt x="1418" y="666"/>
                  </a:lnTo>
                  <a:close/>
                  <a:moveTo>
                    <a:pt x="1429" y="649"/>
                  </a:moveTo>
                  <a:lnTo>
                    <a:pt x="1429" y="649"/>
                  </a:lnTo>
                  <a:lnTo>
                    <a:pt x="1429" y="653"/>
                  </a:lnTo>
                  <a:lnTo>
                    <a:pt x="1427" y="654"/>
                  </a:lnTo>
                  <a:lnTo>
                    <a:pt x="1427" y="653"/>
                  </a:lnTo>
                  <a:lnTo>
                    <a:pt x="1427" y="650"/>
                  </a:lnTo>
                  <a:lnTo>
                    <a:pt x="1429" y="649"/>
                  </a:lnTo>
                  <a:close/>
                  <a:moveTo>
                    <a:pt x="1430" y="643"/>
                  </a:moveTo>
                  <a:lnTo>
                    <a:pt x="1431" y="643"/>
                  </a:lnTo>
                  <a:lnTo>
                    <a:pt x="1431" y="645"/>
                  </a:lnTo>
                  <a:lnTo>
                    <a:pt x="1430" y="645"/>
                  </a:lnTo>
                  <a:lnTo>
                    <a:pt x="1430" y="643"/>
                  </a:lnTo>
                  <a:lnTo>
                    <a:pt x="1430" y="643"/>
                  </a:lnTo>
                  <a:close/>
                  <a:moveTo>
                    <a:pt x="1431" y="640"/>
                  </a:moveTo>
                  <a:lnTo>
                    <a:pt x="1432" y="640"/>
                  </a:lnTo>
                  <a:lnTo>
                    <a:pt x="1432" y="641"/>
                  </a:lnTo>
                  <a:lnTo>
                    <a:pt x="1431" y="640"/>
                  </a:lnTo>
                  <a:close/>
                  <a:moveTo>
                    <a:pt x="1432" y="634"/>
                  </a:moveTo>
                  <a:lnTo>
                    <a:pt x="1432" y="636"/>
                  </a:lnTo>
                  <a:lnTo>
                    <a:pt x="1432" y="638"/>
                  </a:lnTo>
                  <a:lnTo>
                    <a:pt x="1431" y="636"/>
                  </a:lnTo>
                  <a:lnTo>
                    <a:pt x="1432" y="634"/>
                  </a:lnTo>
                  <a:close/>
                  <a:moveTo>
                    <a:pt x="1432" y="628"/>
                  </a:moveTo>
                  <a:lnTo>
                    <a:pt x="1434" y="629"/>
                  </a:lnTo>
                  <a:lnTo>
                    <a:pt x="1432" y="629"/>
                  </a:lnTo>
                  <a:lnTo>
                    <a:pt x="1432" y="628"/>
                  </a:lnTo>
                  <a:lnTo>
                    <a:pt x="1432" y="628"/>
                  </a:lnTo>
                  <a:close/>
                  <a:moveTo>
                    <a:pt x="1438" y="611"/>
                  </a:moveTo>
                  <a:lnTo>
                    <a:pt x="1438" y="611"/>
                  </a:lnTo>
                  <a:lnTo>
                    <a:pt x="1438" y="613"/>
                  </a:lnTo>
                  <a:lnTo>
                    <a:pt x="1436" y="615"/>
                  </a:lnTo>
                  <a:lnTo>
                    <a:pt x="1436" y="615"/>
                  </a:lnTo>
                  <a:lnTo>
                    <a:pt x="1436" y="612"/>
                  </a:lnTo>
                  <a:lnTo>
                    <a:pt x="1438" y="611"/>
                  </a:lnTo>
                  <a:close/>
                  <a:moveTo>
                    <a:pt x="1434" y="608"/>
                  </a:moveTo>
                  <a:lnTo>
                    <a:pt x="1435" y="608"/>
                  </a:lnTo>
                  <a:lnTo>
                    <a:pt x="1435" y="609"/>
                  </a:lnTo>
                  <a:lnTo>
                    <a:pt x="1435" y="609"/>
                  </a:lnTo>
                  <a:lnTo>
                    <a:pt x="1434" y="609"/>
                  </a:lnTo>
                  <a:lnTo>
                    <a:pt x="1434" y="608"/>
                  </a:lnTo>
                  <a:close/>
                  <a:moveTo>
                    <a:pt x="1438" y="603"/>
                  </a:moveTo>
                  <a:lnTo>
                    <a:pt x="1439" y="604"/>
                  </a:lnTo>
                  <a:lnTo>
                    <a:pt x="1440" y="605"/>
                  </a:lnTo>
                  <a:lnTo>
                    <a:pt x="1439" y="605"/>
                  </a:lnTo>
                  <a:lnTo>
                    <a:pt x="1438" y="605"/>
                  </a:lnTo>
                  <a:lnTo>
                    <a:pt x="1438" y="604"/>
                  </a:lnTo>
                  <a:lnTo>
                    <a:pt x="1438" y="603"/>
                  </a:lnTo>
                  <a:close/>
                  <a:moveTo>
                    <a:pt x="1438" y="595"/>
                  </a:moveTo>
                  <a:lnTo>
                    <a:pt x="1438" y="596"/>
                  </a:lnTo>
                  <a:lnTo>
                    <a:pt x="1438" y="597"/>
                  </a:lnTo>
                  <a:lnTo>
                    <a:pt x="1439" y="600"/>
                  </a:lnTo>
                  <a:lnTo>
                    <a:pt x="1438" y="601"/>
                  </a:lnTo>
                  <a:lnTo>
                    <a:pt x="1436" y="600"/>
                  </a:lnTo>
                  <a:lnTo>
                    <a:pt x="1438" y="597"/>
                  </a:lnTo>
                  <a:lnTo>
                    <a:pt x="1438" y="595"/>
                  </a:lnTo>
                  <a:close/>
                  <a:moveTo>
                    <a:pt x="1442" y="568"/>
                  </a:moveTo>
                  <a:lnTo>
                    <a:pt x="1446" y="571"/>
                  </a:lnTo>
                  <a:lnTo>
                    <a:pt x="1447" y="574"/>
                  </a:lnTo>
                  <a:lnTo>
                    <a:pt x="1446" y="575"/>
                  </a:lnTo>
                  <a:lnTo>
                    <a:pt x="1444" y="576"/>
                  </a:lnTo>
                  <a:lnTo>
                    <a:pt x="1446" y="579"/>
                  </a:lnTo>
                  <a:lnTo>
                    <a:pt x="1443" y="582"/>
                  </a:lnTo>
                  <a:lnTo>
                    <a:pt x="1442" y="583"/>
                  </a:lnTo>
                  <a:lnTo>
                    <a:pt x="1442" y="584"/>
                  </a:lnTo>
                  <a:lnTo>
                    <a:pt x="1442" y="587"/>
                  </a:lnTo>
                  <a:lnTo>
                    <a:pt x="1440" y="587"/>
                  </a:lnTo>
                  <a:lnTo>
                    <a:pt x="1439" y="586"/>
                  </a:lnTo>
                  <a:lnTo>
                    <a:pt x="1438" y="586"/>
                  </a:lnTo>
                  <a:lnTo>
                    <a:pt x="1436" y="584"/>
                  </a:lnTo>
                  <a:lnTo>
                    <a:pt x="1438" y="584"/>
                  </a:lnTo>
                  <a:lnTo>
                    <a:pt x="1438" y="583"/>
                  </a:lnTo>
                  <a:lnTo>
                    <a:pt x="1436" y="580"/>
                  </a:lnTo>
                  <a:lnTo>
                    <a:pt x="1436" y="579"/>
                  </a:lnTo>
                  <a:lnTo>
                    <a:pt x="1438" y="579"/>
                  </a:lnTo>
                  <a:lnTo>
                    <a:pt x="1439" y="578"/>
                  </a:lnTo>
                  <a:lnTo>
                    <a:pt x="1442" y="576"/>
                  </a:lnTo>
                  <a:lnTo>
                    <a:pt x="1442" y="574"/>
                  </a:lnTo>
                  <a:lnTo>
                    <a:pt x="1442" y="570"/>
                  </a:lnTo>
                  <a:lnTo>
                    <a:pt x="1442" y="568"/>
                  </a:lnTo>
                  <a:close/>
                  <a:moveTo>
                    <a:pt x="1435" y="566"/>
                  </a:moveTo>
                  <a:lnTo>
                    <a:pt x="1438" y="568"/>
                  </a:lnTo>
                  <a:lnTo>
                    <a:pt x="1438" y="570"/>
                  </a:lnTo>
                  <a:lnTo>
                    <a:pt x="1435" y="570"/>
                  </a:lnTo>
                  <a:lnTo>
                    <a:pt x="1434" y="568"/>
                  </a:lnTo>
                  <a:lnTo>
                    <a:pt x="1434" y="567"/>
                  </a:lnTo>
                  <a:lnTo>
                    <a:pt x="1435" y="566"/>
                  </a:lnTo>
                  <a:close/>
                  <a:moveTo>
                    <a:pt x="1447" y="566"/>
                  </a:moveTo>
                  <a:lnTo>
                    <a:pt x="1448" y="567"/>
                  </a:lnTo>
                  <a:lnTo>
                    <a:pt x="1448" y="568"/>
                  </a:lnTo>
                  <a:lnTo>
                    <a:pt x="1447" y="570"/>
                  </a:lnTo>
                  <a:lnTo>
                    <a:pt x="1447" y="570"/>
                  </a:lnTo>
                  <a:lnTo>
                    <a:pt x="1444" y="568"/>
                  </a:lnTo>
                  <a:lnTo>
                    <a:pt x="1444" y="567"/>
                  </a:lnTo>
                  <a:lnTo>
                    <a:pt x="1447" y="566"/>
                  </a:lnTo>
                  <a:close/>
                  <a:moveTo>
                    <a:pt x="25" y="532"/>
                  </a:moveTo>
                  <a:lnTo>
                    <a:pt x="26" y="534"/>
                  </a:lnTo>
                  <a:lnTo>
                    <a:pt x="26" y="536"/>
                  </a:lnTo>
                  <a:lnTo>
                    <a:pt x="24" y="534"/>
                  </a:lnTo>
                  <a:lnTo>
                    <a:pt x="25" y="532"/>
                  </a:lnTo>
                  <a:close/>
                  <a:moveTo>
                    <a:pt x="1211" y="526"/>
                  </a:moveTo>
                  <a:lnTo>
                    <a:pt x="1211" y="528"/>
                  </a:lnTo>
                  <a:lnTo>
                    <a:pt x="1211" y="528"/>
                  </a:lnTo>
                  <a:lnTo>
                    <a:pt x="1211" y="530"/>
                  </a:lnTo>
                  <a:lnTo>
                    <a:pt x="1210" y="530"/>
                  </a:lnTo>
                  <a:lnTo>
                    <a:pt x="1209" y="533"/>
                  </a:lnTo>
                  <a:lnTo>
                    <a:pt x="1207" y="532"/>
                  </a:lnTo>
                  <a:lnTo>
                    <a:pt x="1206" y="529"/>
                  </a:lnTo>
                  <a:lnTo>
                    <a:pt x="1209" y="526"/>
                  </a:lnTo>
                  <a:lnTo>
                    <a:pt x="1211" y="526"/>
                  </a:lnTo>
                  <a:close/>
                  <a:moveTo>
                    <a:pt x="1211" y="521"/>
                  </a:moveTo>
                  <a:lnTo>
                    <a:pt x="1213" y="522"/>
                  </a:lnTo>
                  <a:lnTo>
                    <a:pt x="1213" y="524"/>
                  </a:lnTo>
                  <a:lnTo>
                    <a:pt x="1211" y="525"/>
                  </a:lnTo>
                  <a:lnTo>
                    <a:pt x="1210" y="524"/>
                  </a:lnTo>
                  <a:lnTo>
                    <a:pt x="1211" y="522"/>
                  </a:lnTo>
                  <a:lnTo>
                    <a:pt x="1211" y="522"/>
                  </a:lnTo>
                  <a:lnTo>
                    <a:pt x="1211" y="521"/>
                  </a:lnTo>
                  <a:close/>
                  <a:moveTo>
                    <a:pt x="1209" y="521"/>
                  </a:moveTo>
                  <a:lnTo>
                    <a:pt x="1209" y="521"/>
                  </a:lnTo>
                  <a:lnTo>
                    <a:pt x="1209" y="524"/>
                  </a:lnTo>
                  <a:lnTo>
                    <a:pt x="1209" y="525"/>
                  </a:lnTo>
                  <a:lnTo>
                    <a:pt x="1207" y="522"/>
                  </a:lnTo>
                  <a:lnTo>
                    <a:pt x="1207" y="521"/>
                  </a:lnTo>
                  <a:lnTo>
                    <a:pt x="1209" y="521"/>
                  </a:lnTo>
                  <a:close/>
                  <a:moveTo>
                    <a:pt x="1264" y="515"/>
                  </a:moveTo>
                  <a:lnTo>
                    <a:pt x="1265" y="516"/>
                  </a:lnTo>
                  <a:lnTo>
                    <a:pt x="1267" y="518"/>
                  </a:lnTo>
                  <a:lnTo>
                    <a:pt x="1271" y="520"/>
                  </a:lnTo>
                  <a:lnTo>
                    <a:pt x="1272" y="522"/>
                  </a:lnTo>
                  <a:lnTo>
                    <a:pt x="1272" y="526"/>
                  </a:lnTo>
                  <a:lnTo>
                    <a:pt x="1273" y="529"/>
                  </a:lnTo>
                  <a:lnTo>
                    <a:pt x="1278" y="532"/>
                  </a:lnTo>
                  <a:lnTo>
                    <a:pt x="1278" y="534"/>
                  </a:lnTo>
                  <a:lnTo>
                    <a:pt x="1280" y="534"/>
                  </a:lnTo>
                  <a:lnTo>
                    <a:pt x="1282" y="537"/>
                  </a:lnTo>
                  <a:lnTo>
                    <a:pt x="1285" y="541"/>
                  </a:lnTo>
                  <a:lnTo>
                    <a:pt x="1286" y="545"/>
                  </a:lnTo>
                  <a:lnTo>
                    <a:pt x="1284" y="541"/>
                  </a:lnTo>
                  <a:lnTo>
                    <a:pt x="1281" y="538"/>
                  </a:lnTo>
                  <a:lnTo>
                    <a:pt x="1281" y="540"/>
                  </a:lnTo>
                  <a:lnTo>
                    <a:pt x="1281" y="541"/>
                  </a:lnTo>
                  <a:lnTo>
                    <a:pt x="1282" y="541"/>
                  </a:lnTo>
                  <a:lnTo>
                    <a:pt x="1282" y="543"/>
                  </a:lnTo>
                  <a:lnTo>
                    <a:pt x="1285" y="546"/>
                  </a:lnTo>
                  <a:lnTo>
                    <a:pt x="1288" y="547"/>
                  </a:lnTo>
                  <a:lnTo>
                    <a:pt x="1288" y="550"/>
                  </a:lnTo>
                  <a:lnTo>
                    <a:pt x="1288" y="553"/>
                  </a:lnTo>
                  <a:lnTo>
                    <a:pt x="1289" y="557"/>
                  </a:lnTo>
                  <a:lnTo>
                    <a:pt x="1288" y="557"/>
                  </a:lnTo>
                  <a:lnTo>
                    <a:pt x="1288" y="558"/>
                  </a:lnTo>
                  <a:lnTo>
                    <a:pt x="1288" y="561"/>
                  </a:lnTo>
                  <a:lnTo>
                    <a:pt x="1289" y="562"/>
                  </a:lnTo>
                  <a:lnTo>
                    <a:pt x="1290" y="566"/>
                  </a:lnTo>
                  <a:lnTo>
                    <a:pt x="1293" y="568"/>
                  </a:lnTo>
                  <a:lnTo>
                    <a:pt x="1294" y="570"/>
                  </a:lnTo>
                  <a:lnTo>
                    <a:pt x="1296" y="571"/>
                  </a:lnTo>
                  <a:lnTo>
                    <a:pt x="1296" y="574"/>
                  </a:lnTo>
                  <a:lnTo>
                    <a:pt x="1296" y="574"/>
                  </a:lnTo>
                  <a:lnTo>
                    <a:pt x="1297" y="575"/>
                  </a:lnTo>
                  <a:lnTo>
                    <a:pt x="1297" y="574"/>
                  </a:lnTo>
                  <a:lnTo>
                    <a:pt x="1298" y="574"/>
                  </a:lnTo>
                  <a:lnTo>
                    <a:pt x="1299" y="576"/>
                  </a:lnTo>
                  <a:lnTo>
                    <a:pt x="1299" y="579"/>
                  </a:lnTo>
                  <a:lnTo>
                    <a:pt x="1302" y="580"/>
                  </a:lnTo>
                  <a:lnTo>
                    <a:pt x="1303" y="584"/>
                  </a:lnTo>
                  <a:lnTo>
                    <a:pt x="1307" y="590"/>
                  </a:lnTo>
                  <a:lnTo>
                    <a:pt x="1309" y="592"/>
                  </a:lnTo>
                  <a:lnTo>
                    <a:pt x="1311" y="599"/>
                  </a:lnTo>
                  <a:lnTo>
                    <a:pt x="1315" y="603"/>
                  </a:lnTo>
                  <a:lnTo>
                    <a:pt x="1315" y="605"/>
                  </a:lnTo>
                  <a:lnTo>
                    <a:pt x="1318" y="605"/>
                  </a:lnTo>
                  <a:lnTo>
                    <a:pt x="1318" y="608"/>
                  </a:lnTo>
                  <a:lnTo>
                    <a:pt x="1321" y="612"/>
                  </a:lnTo>
                  <a:lnTo>
                    <a:pt x="1322" y="613"/>
                  </a:lnTo>
                  <a:lnTo>
                    <a:pt x="1322" y="615"/>
                  </a:lnTo>
                  <a:lnTo>
                    <a:pt x="1325" y="618"/>
                  </a:lnTo>
                  <a:lnTo>
                    <a:pt x="1326" y="621"/>
                  </a:lnTo>
                  <a:lnTo>
                    <a:pt x="1330" y="624"/>
                  </a:lnTo>
                  <a:lnTo>
                    <a:pt x="1331" y="626"/>
                  </a:lnTo>
                  <a:lnTo>
                    <a:pt x="1332" y="630"/>
                  </a:lnTo>
                  <a:lnTo>
                    <a:pt x="1331" y="629"/>
                  </a:lnTo>
                  <a:lnTo>
                    <a:pt x="1330" y="626"/>
                  </a:lnTo>
                  <a:lnTo>
                    <a:pt x="1327" y="625"/>
                  </a:lnTo>
                  <a:lnTo>
                    <a:pt x="1325" y="624"/>
                  </a:lnTo>
                  <a:lnTo>
                    <a:pt x="1323" y="620"/>
                  </a:lnTo>
                  <a:lnTo>
                    <a:pt x="1321" y="618"/>
                  </a:lnTo>
                  <a:lnTo>
                    <a:pt x="1318" y="618"/>
                  </a:lnTo>
                  <a:lnTo>
                    <a:pt x="1315" y="618"/>
                  </a:lnTo>
                  <a:lnTo>
                    <a:pt x="1314" y="618"/>
                  </a:lnTo>
                  <a:lnTo>
                    <a:pt x="1313" y="618"/>
                  </a:lnTo>
                  <a:lnTo>
                    <a:pt x="1313" y="620"/>
                  </a:lnTo>
                  <a:lnTo>
                    <a:pt x="1313" y="622"/>
                  </a:lnTo>
                  <a:lnTo>
                    <a:pt x="1311" y="624"/>
                  </a:lnTo>
                  <a:lnTo>
                    <a:pt x="1313" y="626"/>
                  </a:lnTo>
                  <a:lnTo>
                    <a:pt x="1313" y="629"/>
                  </a:lnTo>
                  <a:lnTo>
                    <a:pt x="1313" y="633"/>
                  </a:lnTo>
                  <a:lnTo>
                    <a:pt x="1314" y="636"/>
                  </a:lnTo>
                  <a:lnTo>
                    <a:pt x="1314" y="640"/>
                  </a:lnTo>
                  <a:lnTo>
                    <a:pt x="1314" y="643"/>
                  </a:lnTo>
                  <a:lnTo>
                    <a:pt x="1315" y="646"/>
                  </a:lnTo>
                  <a:lnTo>
                    <a:pt x="1317" y="650"/>
                  </a:lnTo>
                  <a:lnTo>
                    <a:pt x="1318" y="654"/>
                  </a:lnTo>
                  <a:lnTo>
                    <a:pt x="1319" y="655"/>
                  </a:lnTo>
                  <a:lnTo>
                    <a:pt x="1322" y="657"/>
                  </a:lnTo>
                  <a:lnTo>
                    <a:pt x="1325" y="659"/>
                  </a:lnTo>
                  <a:lnTo>
                    <a:pt x="1326" y="662"/>
                  </a:lnTo>
                  <a:lnTo>
                    <a:pt x="1326" y="665"/>
                  </a:lnTo>
                  <a:lnTo>
                    <a:pt x="1330" y="667"/>
                  </a:lnTo>
                  <a:lnTo>
                    <a:pt x="1331" y="667"/>
                  </a:lnTo>
                  <a:lnTo>
                    <a:pt x="1332" y="666"/>
                  </a:lnTo>
                  <a:lnTo>
                    <a:pt x="1334" y="668"/>
                  </a:lnTo>
                  <a:lnTo>
                    <a:pt x="1335" y="671"/>
                  </a:lnTo>
                  <a:lnTo>
                    <a:pt x="1336" y="674"/>
                  </a:lnTo>
                  <a:lnTo>
                    <a:pt x="1336" y="676"/>
                  </a:lnTo>
                  <a:lnTo>
                    <a:pt x="1336" y="679"/>
                  </a:lnTo>
                  <a:lnTo>
                    <a:pt x="1336" y="680"/>
                  </a:lnTo>
                  <a:lnTo>
                    <a:pt x="1336" y="682"/>
                  </a:lnTo>
                  <a:lnTo>
                    <a:pt x="1335" y="680"/>
                  </a:lnTo>
                  <a:lnTo>
                    <a:pt x="1335" y="678"/>
                  </a:lnTo>
                  <a:lnTo>
                    <a:pt x="1332" y="675"/>
                  </a:lnTo>
                  <a:lnTo>
                    <a:pt x="1332" y="674"/>
                  </a:lnTo>
                  <a:lnTo>
                    <a:pt x="1334" y="672"/>
                  </a:lnTo>
                  <a:lnTo>
                    <a:pt x="1332" y="671"/>
                  </a:lnTo>
                  <a:lnTo>
                    <a:pt x="1331" y="671"/>
                  </a:lnTo>
                  <a:lnTo>
                    <a:pt x="1331" y="672"/>
                  </a:lnTo>
                  <a:lnTo>
                    <a:pt x="1326" y="672"/>
                  </a:lnTo>
                  <a:lnTo>
                    <a:pt x="1325" y="672"/>
                  </a:lnTo>
                  <a:lnTo>
                    <a:pt x="1325" y="670"/>
                  </a:lnTo>
                  <a:lnTo>
                    <a:pt x="1323" y="670"/>
                  </a:lnTo>
                  <a:lnTo>
                    <a:pt x="1322" y="672"/>
                  </a:lnTo>
                  <a:lnTo>
                    <a:pt x="1321" y="675"/>
                  </a:lnTo>
                  <a:lnTo>
                    <a:pt x="1322" y="679"/>
                  </a:lnTo>
                  <a:lnTo>
                    <a:pt x="1323" y="680"/>
                  </a:lnTo>
                  <a:lnTo>
                    <a:pt x="1322" y="683"/>
                  </a:lnTo>
                  <a:lnTo>
                    <a:pt x="1323" y="686"/>
                  </a:lnTo>
                  <a:lnTo>
                    <a:pt x="1319" y="684"/>
                  </a:lnTo>
                  <a:lnTo>
                    <a:pt x="1318" y="680"/>
                  </a:lnTo>
                  <a:lnTo>
                    <a:pt x="1315" y="679"/>
                  </a:lnTo>
                  <a:lnTo>
                    <a:pt x="1314" y="675"/>
                  </a:lnTo>
                  <a:lnTo>
                    <a:pt x="1315" y="671"/>
                  </a:lnTo>
                  <a:lnTo>
                    <a:pt x="1315" y="667"/>
                  </a:lnTo>
                  <a:lnTo>
                    <a:pt x="1315" y="665"/>
                  </a:lnTo>
                  <a:lnTo>
                    <a:pt x="1313" y="661"/>
                  </a:lnTo>
                  <a:lnTo>
                    <a:pt x="1311" y="658"/>
                  </a:lnTo>
                  <a:lnTo>
                    <a:pt x="1310" y="655"/>
                  </a:lnTo>
                  <a:lnTo>
                    <a:pt x="1309" y="651"/>
                  </a:lnTo>
                  <a:lnTo>
                    <a:pt x="1309" y="646"/>
                  </a:lnTo>
                  <a:lnTo>
                    <a:pt x="1307" y="642"/>
                  </a:lnTo>
                  <a:lnTo>
                    <a:pt x="1307" y="641"/>
                  </a:lnTo>
                  <a:lnTo>
                    <a:pt x="1303" y="636"/>
                  </a:lnTo>
                  <a:lnTo>
                    <a:pt x="1301" y="633"/>
                  </a:lnTo>
                  <a:lnTo>
                    <a:pt x="1301" y="630"/>
                  </a:lnTo>
                  <a:lnTo>
                    <a:pt x="1301" y="628"/>
                  </a:lnTo>
                  <a:lnTo>
                    <a:pt x="1299" y="624"/>
                  </a:lnTo>
                  <a:lnTo>
                    <a:pt x="1298" y="620"/>
                  </a:lnTo>
                  <a:lnTo>
                    <a:pt x="1299" y="617"/>
                  </a:lnTo>
                  <a:lnTo>
                    <a:pt x="1298" y="616"/>
                  </a:lnTo>
                  <a:lnTo>
                    <a:pt x="1298" y="612"/>
                  </a:lnTo>
                  <a:lnTo>
                    <a:pt x="1297" y="608"/>
                  </a:lnTo>
                  <a:lnTo>
                    <a:pt x="1296" y="605"/>
                  </a:lnTo>
                  <a:lnTo>
                    <a:pt x="1293" y="601"/>
                  </a:lnTo>
                  <a:lnTo>
                    <a:pt x="1293" y="600"/>
                  </a:lnTo>
                  <a:lnTo>
                    <a:pt x="1294" y="599"/>
                  </a:lnTo>
                  <a:lnTo>
                    <a:pt x="1292" y="596"/>
                  </a:lnTo>
                  <a:lnTo>
                    <a:pt x="1289" y="595"/>
                  </a:lnTo>
                  <a:lnTo>
                    <a:pt x="1289" y="592"/>
                  </a:lnTo>
                  <a:lnTo>
                    <a:pt x="1288" y="590"/>
                  </a:lnTo>
                  <a:lnTo>
                    <a:pt x="1288" y="587"/>
                  </a:lnTo>
                  <a:lnTo>
                    <a:pt x="1288" y="583"/>
                  </a:lnTo>
                  <a:lnTo>
                    <a:pt x="1285" y="579"/>
                  </a:lnTo>
                  <a:lnTo>
                    <a:pt x="1282" y="578"/>
                  </a:lnTo>
                  <a:lnTo>
                    <a:pt x="1277" y="572"/>
                  </a:lnTo>
                  <a:lnTo>
                    <a:pt x="1278" y="571"/>
                  </a:lnTo>
                  <a:lnTo>
                    <a:pt x="1277" y="570"/>
                  </a:lnTo>
                  <a:lnTo>
                    <a:pt x="1274" y="568"/>
                  </a:lnTo>
                  <a:lnTo>
                    <a:pt x="1273" y="565"/>
                  </a:lnTo>
                  <a:lnTo>
                    <a:pt x="1272" y="559"/>
                  </a:lnTo>
                  <a:lnTo>
                    <a:pt x="1271" y="555"/>
                  </a:lnTo>
                  <a:lnTo>
                    <a:pt x="1271" y="554"/>
                  </a:lnTo>
                  <a:lnTo>
                    <a:pt x="1271" y="550"/>
                  </a:lnTo>
                  <a:lnTo>
                    <a:pt x="1268" y="546"/>
                  </a:lnTo>
                  <a:lnTo>
                    <a:pt x="1265" y="543"/>
                  </a:lnTo>
                  <a:lnTo>
                    <a:pt x="1265" y="540"/>
                  </a:lnTo>
                  <a:lnTo>
                    <a:pt x="1263" y="538"/>
                  </a:lnTo>
                  <a:lnTo>
                    <a:pt x="1264" y="534"/>
                  </a:lnTo>
                  <a:lnTo>
                    <a:pt x="1265" y="533"/>
                  </a:lnTo>
                  <a:lnTo>
                    <a:pt x="1267" y="536"/>
                  </a:lnTo>
                  <a:lnTo>
                    <a:pt x="1269" y="536"/>
                  </a:lnTo>
                  <a:lnTo>
                    <a:pt x="1271" y="534"/>
                  </a:lnTo>
                  <a:lnTo>
                    <a:pt x="1271" y="532"/>
                  </a:lnTo>
                  <a:lnTo>
                    <a:pt x="1268" y="532"/>
                  </a:lnTo>
                  <a:lnTo>
                    <a:pt x="1268" y="530"/>
                  </a:lnTo>
                  <a:lnTo>
                    <a:pt x="1269" y="529"/>
                  </a:lnTo>
                  <a:lnTo>
                    <a:pt x="1271" y="529"/>
                  </a:lnTo>
                  <a:lnTo>
                    <a:pt x="1269" y="526"/>
                  </a:lnTo>
                  <a:lnTo>
                    <a:pt x="1268" y="528"/>
                  </a:lnTo>
                  <a:lnTo>
                    <a:pt x="1268" y="528"/>
                  </a:lnTo>
                  <a:lnTo>
                    <a:pt x="1268" y="525"/>
                  </a:lnTo>
                  <a:lnTo>
                    <a:pt x="1267" y="524"/>
                  </a:lnTo>
                  <a:lnTo>
                    <a:pt x="1263" y="521"/>
                  </a:lnTo>
                  <a:lnTo>
                    <a:pt x="1259" y="518"/>
                  </a:lnTo>
                  <a:lnTo>
                    <a:pt x="1261" y="517"/>
                  </a:lnTo>
                  <a:lnTo>
                    <a:pt x="1263" y="518"/>
                  </a:lnTo>
                  <a:lnTo>
                    <a:pt x="1264" y="518"/>
                  </a:lnTo>
                  <a:lnTo>
                    <a:pt x="1264" y="517"/>
                  </a:lnTo>
                  <a:lnTo>
                    <a:pt x="1264" y="516"/>
                  </a:lnTo>
                  <a:lnTo>
                    <a:pt x="1264" y="515"/>
                  </a:lnTo>
                  <a:close/>
                  <a:moveTo>
                    <a:pt x="1198" y="511"/>
                  </a:moveTo>
                  <a:lnTo>
                    <a:pt x="1198" y="512"/>
                  </a:lnTo>
                  <a:lnTo>
                    <a:pt x="1197" y="513"/>
                  </a:lnTo>
                  <a:lnTo>
                    <a:pt x="1198" y="515"/>
                  </a:lnTo>
                  <a:lnTo>
                    <a:pt x="1197" y="516"/>
                  </a:lnTo>
                  <a:lnTo>
                    <a:pt x="1195" y="515"/>
                  </a:lnTo>
                  <a:lnTo>
                    <a:pt x="1195" y="516"/>
                  </a:lnTo>
                  <a:lnTo>
                    <a:pt x="1195" y="516"/>
                  </a:lnTo>
                  <a:lnTo>
                    <a:pt x="1194" y="516"/>
                  </a:lnTo>
                  <a:lnTo>
                    <a:pt x="1193" y="515"/>
                  </a:lnTo>
                  <a:lnTo>
                    <a:pt x="1193" y="513"/>
                  </a:lnTo>
                  <a:lnTo>
                    <a:pt x="1195" y="512"/>
                  </a:lnTo>
                  <a:lnTo>
                    <a:pt x="1197" y="511"/>
                  </a:lnTo>
                  <a:lnTo>
                    <a:pt x="1198" y="511"/>
                  </a:lnTo>
                  <a:close/>
                  <a:moveTo>
                    <a:pt x="1203" y="509"/>
                  </a:moveTo>
                  <a:lnTo>
                    <a:pt x="1205" y="509"/>
                  </a:lnTo>
                  <a:lnTo>
                    <a:pt x="1207" y="509"/>
                  </a:lnTo>
                  <a:lnTo>
                    <a:pt x="1209" y="509"/>
                  </a:lnTo>
                  <a:lnTo>
                    <a:pt x="1209" y="511"/>
                  </a:lnTo>
                  <a:lnTo>
                    <a:pt x="1207" y="512"/>
                  </a:lnTo>
                  <a:lnTo>
                    <a:pt x="1207" y="513"/>
                  </a:lnTo>
                  <a:lnTo>
                    <a:pt x="1209" y="512"/>
                  </a:lnTo>
                  <a:lnTo>
                    <a:pt x="1209" y="511"/>
                  </a:lnTo>
                  <a:lnTo>
                    <a:pt x="1211" y="511"/>
                  </a:lnTo>
                  <a:lnTo>
                    <a:pt x="1211" y="512"/>
                  </a:lnTo>
                  <a:lnTo>
                    <a:pt x="1210" y="513"/>
                  </a:lnTo>
                  <a:lnTo>
                    <a:pt x="1210" y="515"/>
                  </a:lnTo>
                  <a:lnTo>
                    <a:pt x="1210" y="516"/>
                  </a:lnTo>
                  <a:lnTo>
                    <a:pt x="1210" y="517"/>
                  </a:lnTo>
                  <a:lnTo>
                    <a:pt x="1209" y="518"/>
                  </a:lnTo>
                  <a:lnTo>
                    <a:pt x="1206" y="518"/>
                  </a:lnTo>
                  <a:lnTo>
                    <a:pt x="1205" y="516"/>
                  </a:lnTo>
                  <a:lnTo>
                    <a:pt x="1203" y="516"/>
                  </a:lnTo>
                  <a:lnTo>
                    <a:pt x="1203" y="517"/>
                  </a:lnTo>
                  <a:lnTo>
                    <a:pt x="1202" y="518"/>
                  </a:lnTo>
                  <a:lnTo>
                    <a:pt x="1202" y="518"/>
                  </a:lnTo>
                  <a:lnTo>
                    <a:pt x="1199" y="515"/>
                  </a:lnTo>
                  <a:lnTo>
                    <a:pt x="1199" y="513"/>
                  </a:lnTo>
                  <a:lnTo>
                    <a:pt x="1202" y="512"/>
                  </a:lnTo>
                  <a:lnTo>
                    <a:pt x="1202" y="509"/>
                  </a:lnTo>
                  <a:lnTo>
                    <a:pt x="1203" y="509"/>
                  </a:lnTo>
                  <a:close/>
                  <a:moveTo>
                    <a:pt x="1530" y="453"/>
                  </a:moveTo>
                  <a:lnTo>
                    <a:pt x="1533" y="454"/>
                  </a:lnTo>
                  <a:lnTo>
                    <a:pt x="1535" y="455"/>
                  </a:lnTo>
                  <a:lnTo>
                    <a:pt x="1536" y="455"/>
                  </a:lnTo>
                  <a:lnTo>
                    <a:pt x="1539" y="457"/>
                  </a:lnTo>
                  <a:lnTo>
                    <a:pt x="1542" y="459"/>
                  </a:lnTo>
                  <a:lnTo>
                    <a:pt x="1543" y="459"/>
                  </a:lnTo>
                  <a:lnTo>
                    <a:pt x="1540" y="461"/>
                  </a:lnTo>
                  <a:lnTo>
                    <a:pt x="1539" y="459"/>
                  </a:lnTo>
                  <a:lnTo>
                    <a:pt x="1535" y="458"/>
                  </a:lnTo>
                  <a:lnTo>
                    <a:pt x="1533" y="455"/>
                  </a:lnTo>
                  <a:lnTo>
                    <a:pt x="1530" y="455"/>
                  </a:lnTo>
                  <a:lnTo>
                    <a:pt x="1529" y="454"/>
                  </a:lnTo>
                  <a:lnTo>
                    <a:pt x="1530" y="453"/>
                  </a:lnTo>
                  <a:close/>
                  <a:moveTo>
                    <a:pt x="1509" y="443"/>
                  </a:moveTo>
                  <a:lnTo>
                    <a:pt x="1511" y="445"/>
                  </a:lnTo>
                  <a:lnTo>
                    <a:pt x="1510" y="445"/>
                  </a:lnTo>
                  <a:lnTo>
                    <a:pt x="1510" y="446"/>
                  </a:lnTo>
                  <a:lnTo>
                    <a:pt x="1513" y="449"/>
                  </a:lnTo>
                  <a:lnTo>
                    <a:pt x="1515" y="450"/>
                  </a:lnTo>
                  <a:lnTo>
                    <a:pt x="1515" y="451"/>
                  </a:lnTo>
                  <a:lnTo>
                    <a:pt x="1519" y="454"/>
                  </a:lnTo>
                  <a:lnTo>
                    <a:pt x="1522" y="455"/>
                  </a:lnTo>
                  <a:lnTo>
                    <a:pt x="1523" y="458"/>
                  </a:lnTo>
                  <a:lnTo>
                    <a:pt x="1522" y="458"/>
                  </a:lnTo>
                  <a:lnTo>
                    <a:pt x="1519" y="458"/>
                  </a:lnTo>
                  <a:lnTo>
                    <a:pt x="1518" y="455"/>
                  </a:lnTo>
                  <a:lnTo>
                    <a:pt x="1517" y="457"/>
                  </a:lnTo>
                  <a:lnTo>
                    <a:pt x="1515" y="457"/>
                  </a:lnTo>
                  <a:lnTo>
                    <a:pt x="1514" y="454"/>
                  </a:lnTo>
                  <a:lnTo>
                    <a:pt x="1511" y="454"/>
                  </a:lnTo>
                  <a:lnTo>
                    <a:pt x="1510" y="451"/>
                  </a:lnTo>
                  <a:lnTo>
                    <a:pt x="1510" y="450"/>
                  </a:lnTo>
                  <a:lnTo>
                    <a:pt x="1509" y="449"/>
                  </a:lnTo>
                  <a:lnTo>
                    <a:pt x="1506" y="449"/>
                  </a:lnTo>
                  <a:lnTo>
                    <a:pt x="1505" y="447"/>
                  </a:lnTo>
                  <a:lnTo>
                    <a:pt x="1505" y="446"/>
                  </a:lnTo>
                  <a:lnTo>
                    <a:pt x="1506" y="445"/>
                  </a:lnTo>
                  <a:lnTo>
                    <a:pt x="1508" y="445"/>
                  </a:lnTo>
                  <a:lnTo>
                    <a:pt x="1509" y="443"/>
                  </a:lnTo>
                  <a:close/>
                  <a:moveTo>
                    <a:pt x="80" y="433"/>
                  </a:moveTo>
                  <a:lnTo>
                    <a:pt x="83" y="433"/>
                  </a:lnTo>
                  <a:lnTo>
                    <a:pt x="83" y="434"/>
                  </a:lnTo>
                  <a:lnTo>
                    <a:pt x="81" y="436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1" y="438"/>
                  </a:lnTo>
                  <a:lnTo>
                    <a:pt x="81" y="437"/>
                  </a:lnTo>
                  <a:lnTo>
                    <a:pt x="79" y="436"/>
                  </a:lnTo>
                  <a:lnTo>
                    <a:pt x="79" y="434"/>
                  </a:lnTo>
                  <a:lnTo>
                    <a:pt x="80" y="433"/>
                  </a:lnTo>
                  <a:close/>
                  <a:moveTo>
                    <a:pt x="143" y="395"/>
                  </a:moveTo>
                  <a:lnTo>
                    <a:pt x="145" y="397"/>
                  </a:lnTo>
                  <a:lnTo>
                    <a:pt x="146" y="399"/>
                  </a:lnTo>
                  <a:lnTo>
                    <a:pt x="145" y="399"/>
                  </a:lnTo>
                  <a:lnTo>
                    <a:pt x="143" y="397"/>
                  </a:lnTo>
                  <a:lnTo>
                    <a:pt x="143" y="396"/>
                  </a:lnTo>
                  <a:lnTo>
                    <a:pt x="143" y="395"/>
                  </a:lnTo>
                  <a:close/>
                  <a:moveTo>
                    <a:pt x="1302" y="390"/>
                  </a:moveTo>
                  <a:lnTo>
                    <a:pt x="1302" y="392"/>
                  </a:lnTo>
                  <a:lnTo>
                    <a:pt x="1301" y="393"/>
                  </a:lnTo>
                  <a:lnTo>
                    <a:pt x="1299" y="393"/>
                  </a:lnTo>
                  <a:lnTo>
                    <a:pt x="1299" y="392"/>
                  </a:lnTo>
                  <a:lnTo>
                    <a:pt x="1301" y="391"/>
                  </a:lnTo>
                  <a:lnTo>
                    <a:pt x="1302" y="390"/>
                  </a:lnTo>
                  <a:close/>
                  <a:moveTo>
                    <a:pt x="401" y="368"/>
                  </a:moveTo>
                  <a:lnTo>
                    <a:pt x="404" y="368"/>
                  </a:lnTo>
                  <a:lnTo>
                    <a:pt x="405" y="370"/>
                  </a:lnTo>
                  <a:lnTo>
                    <a:pt x="407" y="368"/>
                  </a:lnTo>
                  <a:lnTo>
                    <a:pt x="409" y="370"/>
                  </a:lnTo>
                  <a:lnTo>
                    <a:pt x="409" y="372"/>
                  </a:lnTo>
                  <a:lnTo>
                    <a:pt x="409" y="372"/>
                  </a:lnTo>
                  <a:lnTo>
                    <a:pt x="407" y="374"/>
                  </a:lnTo>
                  <a:lnTo>
                    <a:pt x="404" y="372"/>
                  </a:lnTo>
                  <a:lnTo>
                    <a:pt x="404" y="371"/>
                  </a:lnTo>
                  <a:lnTo>
                    <a:pt x="403" y="370"/>
                  </a:lnTo>
                  <a:lnTo>
                    <a:pt x="401" y="368"/>
                  </a:lnTo>
                  <a:close/>
                  <a:moveTo>
                    <a:pt x="1446" y="355"/>
                  </a:moveTo>
                  <a:lnTo>
                    <a:pt x="1447" y="355"/>
                  </a:lnTo>
                  <a:lnTo>
                    <a:pt x="1450" y="358"/>
                  </a:lnTo>
                  <a:lnTo>
                    <a:pt x="1451" y="362"/>
                  </a:lnTo>
                  <a:lnTo>
                    <a:pt x="1451" y="365"/>
                  </a:lnTo>
                  <a:lnTo>
                    <a:pt x="1450" y="365"/>
                  </a:lnTo>
                  <a:lnTo>
                    <a:pt x="1447" y="367"/>
                  </a:lnTo>
                  <a:lnTo>
                    <a:pt x="1446" y="368"/>
                  </a:lnTo>
                  <a:lnTo>
                    <a:pt x="1444" y="371"/>
                  </a:lnTo>
                  <a:lnTo>
                    <a:pt x="1444" y="374"/>
                  </a:lnTo>
                  <a:lnTo>
                    <a:pt x="1443" y="374"/>
                  </a:lnTo>
                  <a:lnTo>
                    <a:pt x="1444" y="376"/>
                  </a:lnTo>
                  <a:lnTo>
                    <a:pt x="1444" y="379"/>
                  </a:lnTo>
                  <a:lnTo>
                    <a:pt x="1444" y="379"/>
                  </a:lnTo>
                  <a:lnTo>
                    <a:pt x="1442" y="376"/>
                  </a:lnTo>
                  <a:lnTo>
                    <a:pt x="1442" y="375"/>
                  </a:lnTo>
                  <a:lnTo>
                    <a:pt x="1443" y="374"/>
                  </a:lnTo>
                  <a:lnTo>
                    <a:pt x="1442" y="371"/>
                  </a:lnTo>
                  <a:lnTo>
                    <a:pt x="1442" y="370"/>
                  </a:lnTo>
                  <a:lnTo>
                    <a:pt x="1440" y="366"/>
                  </a:lnTo>
                  <a:lnTo>
                    <a:pt x="1440" y="363"/>
                  </a:lnTo>
                  <a:lnTo>
                    <a:pt x="1440" y="363"/>
                  </a:lnTo>
                  <a:lnTo>
                    <a:pt x="1439" y="365"/>
                  </a:lnTo>
                  <a:lnTo>
                    <a:pt x="1438" y="365"/>
                  </a:lnTo>
                  <a:lnTo>
                    <a:pt x="1439" y="362"/>
                  </a:lnTo>
                  <a:lnTo>
                    <a:pt x="1439" y="362"/>
                  </a:lnTo>
                  <a:lnTo>
                    <a:pt x="1443" y="358"/>
                  </a:lnTo>
                  <a:lnTo>
                    <a:pt x="1443" y="358"/>
                  </a:lnTo>
                  <a:lnTo>
                    <a:pt x="1444" y="357"/>
                  </a:lnTo>
                  <a:lnTo>
                    <a:pt x="1446" y="355"/>
                  </a:lnTo>
                  <a:close/>
                  <a:moveTo>
                    <a:pt x="216" y="349"/>
                  </a:moveTo>
                  <a:lnTo>
                    <a:pt x="218" y="349"/>
                  </a:lnTo>
                  <a:lnTo>
                    <a:pt x="217" y="350"/>
                  </a:lnTo>
                  <a:lnTo>
                    <a:pt x="214" y="350"/>
                  </a:lnTo>
                  <a:lnTo>
                    <a:pt x="214" y="351"/>
                  </a:lnTo>
                  <a:lnTo>
                    <a:pt x="213" y="351"/>
                  </a:lnTo>
                  <a:lnTo>
                    <a:pt x="213" y="350"/>
                  </a:lnTo>
                  <a:lnTo>
                    <a:pt x="216" y="349"/>
                  </a:lnTo>
                  <a:close/>
                  <a:moveTo>
                    <a:pt x="245" y="349"/>
                  </a:moveTo>
                  <a:lnTo>
                    <a:pt x="246" y="350"/>
                  </a:lnTo>
                  <a:lnTo>
                    <a:pt x="245" y="351"/>
                  </a:lnTo>
                  <a:lnTo>
                    <a:pt x="242" y="351"/>
                  </a:lnTo>
                  <a:lnTo>
                    <a:pt x="243" y="349"/>
                  </a:lnTo>
                  <a:lnTo>
                    <a:pt x="245" y="349"/>
                  </a:lnTo>
                  <a:close/>
                  <a:moveTo>
                    <a:pt x="250" y="347"/>
                  </a:moveTo>
                  <a:lnTo>
                    <a:pt x="250" y="349"/>
                  </a:lnTo>
                  <a:lnTo>
                    <a:pt x="249" y="351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9" y="347"/>
                  </a:lnTo>
                  <a:lnTo>
                    <a:pt x="250" y="347"/>
                  </a:lnTo>
                  <a:close/>
                  <a:moveTo>
                    <a:pt x="261" y="336"/>
                  </a:moveTo>
                  <a:lnTo>
                    <a:pt x="262" y="337"/>
                  </a:lnTo>
                  <a:lnTo>
                    <a:pt x="262" y="338"/>
                  </a:lnTo>
                  <a:lnTo>
                    <a:pt x="261" y="338"/>
                  </a:lnTo>
                  <a:lnTo>
                    <a:pt x="259" y="337"/>
                  </a:lnTo>
                  <a:lnTo>
                    <a:pt x="261" y="336"/>
                  </a:lnTo>
                  <a:close/>
                  <a:moveTo>
                    <a:pt x="275" y="336"/>
                  </a:moveTo>
                  <a:lnTo>
                    <a:pt x="278" y="337"/>
                  </a:lnTo>
                  <a:lnTo>
                    <a:pt x="276" y="337"/>
                  </a:lnTo>
                  <a:lnTo>
                    <a:pt x="274" y="338"/>
                  </a:lnTo>
                  <a:lnTo>
                    <a:pt x="272" y="340"/>
                  </a:lnTo>
                  <a:lnTo>
                    <a:pt x="271" y="340"/>
                  </a:lnTo>
                  <a:lnTo>
                    <a:pt x="272" y="337"/>
                  </a:lnTo>
                  <a:lnTo>
                    <a:pt x="275" y="336"/>
                  </a:lnTo>
                  <a:close/>
                  <a:moveTo>
                    <a:pt x="250" y="336"/>
                  </a:moveTo>
                  <a:lnTo>
                    <a:pt x="251" y="336"/>
                  </a:lnTo>
                  <a:lnTo>
                    <a:pt x="250" y="337"/>
                  </a:lnTo>
                  <a:lnTo>
                    <a:pt x="249" y="337"/>
                  </a:lnTo>
                  <a:lnTo>
                    <a:pt x="249" y="337"/>
                  </a:lnTo>
                  <a:lnTo>
                    <a:pt x="250" y="336"/>
                  </a:lnTo>
                  <a:close/>
                  <a:moveTo>
                    <a:pt x="254" y="336"/>
                  </a:moveTo>
                  <a:lnTo>
                    <a:pt x="257" y="336"/>
                  </a:lnTo>
                  <a:lnTo>
                    <a:pt x="257" y="338"/>
                  </a:lnTo>
                  <a:lnTo>
                    <a:pt x="255" y="338"/>
                  </a:lnTo>
                  <a:lnTo>
                    <a:pt x="254" y="337"/>
                  </a:lnTo>
                  <a:lnTo>
                    <a:pt x="253" y="336"/>
                  </a:lnTo>
                  <a:lnTo>
                    <a:pt x="254" y="336"/>
                  </a:lnTo>
                  <a:close/>
                  <a:moveTo>
                    <a:pt x="188" y="329"/>
                  </a:moveTo>
                  <a:lnTo>
                    <a:pt x="192" y="329"/>
                  </a:lnTo>
                  <a:lnTo>
                    <a:pt x="201" y="333"/>
                  </a:lnTo>
                  <a:lnTo>
                    <a:pt x="203" y="336"/>
                  </a:lnTo>
                  <a:lnTo>
                    <a:pt x="203" y="338"/>
                  </a:lnTo>
                  <a:lnTo>
                    <a:pt x="201" y="341"/>
                  </a:lnTo>
                  <a:lnTo>
                    <a:pt x="203" y="338"/>
                  </a:lnTo>
                  <a:lnTo>
                    <a:pt x="201" y="336"/>
                  </a:lnTo>
                  <a:lnTo>
                    <a:pt x="200" y="337"/>
                  </a:lnTo>
                  <a:lnTo>
                    <a:pt x="200" y="341"/>
                  </a:lnTo>
                  <a:lnTo>
                    <a:pt x="197" y="343"/>
                  </a:lnTo>
                  <a:lnTo>
                    <a:pt x="195" y="346"/>
                  </a:lnTo>
                  <a:lnTo>
                    <a:pt x="192" y="347"/>
                  </a:lnTo>
                  <a:lnTo>
                    <a:pt x="191" y="349"/>
                  </a:lnTo>
                  <a:lnTo>
                    <a:pt x="188" y="349"/>
                  </a:lnTo>
                  <a:lnTo>
                    <a:pt x="189" y="347"/>
                  </a:lnTo>
                  <a:lnTo>
                    <a:pt x="187" y="346"/>
                  </a:lnTo>
                  <a:lnTo>
                    <a:pt x="187" y="346"/>
                  </a:lnTo>
                  <a:lnTo>
                    <a:pt x="186" y="343"/>
                  </a:lnTo>
                  <a:lnTo>
                    <a:pt x="184" y="341"/>
                  </a:lnTo>
                  <a:lnTo>
                    <a:pt x="184" y="336"/>
                  </a:lnTo>
                  <a:lnTo>
                    <a:pt x="186" y="330"/>
                  </a:lnTo>
                  <a:lnTo>
                    <a:pt x="188" y="329"/>
                  </a:lnTo>
                  <a:close/>
                  <a:moveTo>
                    <a:pt x="292" y="326"/>
                  </a:moveTo>
                  <a:lnTo>
                    <a:pt x="290" y="329"/>
                  </a:lnTo>
                  <a:lnTo>
                    <a:pt x="290" y="328"/>
                  </a:lnTo>
                  <a:lnTo>
                    <a:pt x="292" y="326"/>
                  </a:lnTo>
                  <a:close/>
                  <a:moveTo>
                    <a:pt x="283" y="318"/>
                  </a:moveTo>
                  <a:lnTo>
                    <a:pt x="284" y="321"/>
                  </a:lnTo>
                  <a:lnTo>
                    <a:pt x="288" y="322"/>
                  </a:lnTo>
                  <a:lnTo>
                    <a:pt x="288" y="325"/>
                  </a:lnTo>
                  <a:lnTo>
                    <a:pt x="284" y="322"/>
                  </a:lnTo>
                  <a:lnTo>
                    <a:pt x="282" y="320"/>
                  </a:lnTo>
                  <a:lnTo>
                    <a:pt x="283" y="318"/>
                  </a:lnTo>
                  <a:close/>
                  <a:moveTo>
                    <a:pt x="279" y="316"/>
                  </a:moveTo>
                  <a:lnTo>
                    <a:pt x="280" y="317"/>
                  </a:lnTo>
                  <a:lnTo>
                    <a:pt x="279" y="318"/>
                  </a:lnTo>
                  <a:lnTo>
                    <a:pt x="279" y="318"/>
                  </a:lnTo>
                  <a:lnTo>
                    <a:pt x="279" y="316"/>
                  </a:lnTo>
                  <a:close/>
                  <a:moveTo>
                    <a:pt x="359" y="309"/>
                  </a:moveTo>
                  <a:lnTo>
                    <a:pt x="361" y="311"/>
                  </a:lnTo>
                  <a:lnTo>
                    <a:pt x="361" y="313"/>
                  </a:lnTo>
                  <a:lnTo>
                    <a:pt x="359" y="315"/>
                  </a:lnTo>
                  <a:lnTo>
                    <a:pt x="358" y="313"/>
                  </a:lnTo>
                  <a:lnTo>
                    <a:pt x="358" y="313"/>
                  </a:lnTo>
                  <a:lnTo>
                    <a:pt x="358" y="312"/>
                  </a:lnTo>
                  <a:lnTo>
                    <a:pt x="358" y="311"/>
                  </a:lnTo>
                  <a:lnTo>
                    <a:pt x="359" y="309"/>
                  </a:lnTo>
                  <a:close/>
                  <a:moveTo>
                    <a:pt x="1398" y="297"/>
                  </a:moveTo>
                  <a:lnTo>
                    <a:pt x="1398" y="297"/>
                  </a:lnTo>
                  <a:lnTo>
                    <a:pt x="1398" y="299"/>
                  </a:lnTo>
                  <a:lnTo>
                    <a:pt x="1397" y="300"/>
                  </a:lnTo>
                  <a:lnTo>
                    <a:pt x="1397" y="299"/>
                  </a:lnTo>
                  <a:lnTo>
                    <a:pt x="1397" y="297"/>
                  </a:lnTo>
                  <a:lnTo>
                    <a:pt x="1398" y="297"/>
                  </a:lnTo>
                  <a:close/>
                  <a:moveTo>
                    <a:pt x="275" y="293"/>
                  </a:moveTo>
                  <a:lnTo>
                    <a:pt x="276" y="293"/>
                  </a:lnTo>
                  <a:lnTo>
                    <a:pt x="279" y="296"/>
                  </a:lnTo>
                  <a:lnTo>
                    <a:pt x="280" y="297"/>
                  </a:lnTo>
                  <a:lnTo>
                    <a:pt x="283" y="299"/>
                  </a:lnTo>
                  <a:lnTo>
                    <a:pt x="286" y="301"/>
                  </a:lnTo>
                  <a:lnTo>
                    <a:pt x="288" y="301"/>
                  </a:lnTo>
                  <a:lnTo>
                    <a:pt x="291" y="305"/>
                  </a:lnTo>
                  <a:lnTo>
                    <a:pt x="295" y="308"/>
                  </a:lnTo>
                  <a:lnTo>
                    <a:pt x="295" y="312"/>
                  </a:lnTo>
                  <a:lnTo>
                    <a:pt x="293" y="313"/>
                  </a:lnTo>
                  <a:lnTo>
                    <a:pt x="292" y="313"/>
                  </a:lnTo>
                  <a:lnTo>
                    <a:pt x="291" y="315"/>
                  </a:lnTo>
                  <a:lnTo>
                    <a:pt x="287" y="315"/>
                  </a:lnTo>
                  <a:lnTo>
                    <a:pt x="286" y="313"/>
                  </a:lnTo>
                  <a:lnTo>
                    <a:pt x="287" y="312"/>
                  </a:lnTo>
                  <a:lnTo>
                    <a:pt x="286" y="309"/>
                  </a:lnTo>
                  <a:lnTo>
                    <a:pt x="286" y="308"/>
                  </a:lnTo>
                  <a:lnTo>
                    <a:pt x="283" y="308"/>
                  </a:lnTo>
                  <a:lnTo>
                    <a:pt x="282" y="308"/>
                  </a:lnTo>
                  <a:lnTo>
                    <a:pt x="282" y="311"/>
                  </a:lnTo>
                  <a:lnTo>
                    <a:pt x="280" y="309"/>
                  </a:lnTo>
                  <a:lnTo>
                    <a:pt x="279" y="308"/>
                  </a:lnTo>
                  <a:lnTo>
                    <a:pt x="276" y="307"/>
                  </a:lnTo>
                  <a:lnTo>
                    <a:pt x="272" y="301"/>
                  </a:lnTo>
                  <a:lnTo>
                    <a:pt x="271" y="300"/>
                  </a:lnTo>
                  <a:lnTo>
                    <a:pt x="272" y="300"/>
                  </a:lnTo>
                  <a:lnTo>
                    <a:pt x="274" y="301"/>
                  </a:lnTo>
                  <a:lnTo>
                    <a:pt x="275" y="301"/>
                  </a:lnTo>
                  <a:lnTo>
                    <a:pt x="275" y="300"/>
                  </a:lnTo>
                  <a:lnTo>
                    <a:pt x="274" y="299"/>
                  </a:lnTo>
                  <a:lnTo>
                    <a:pt x="272" y="297"/>
                  </a:lnTo>
                  <a:lnTo>
                    <a:pt x="274" y="296"/>
                  </a:lnTo>
                  <a:lnTo>
                    <a:pt x="274" y="295"/>
                  </a:lnTo>
                  <a:lnTo>
                    <a:pt x="275" y="293"/>
                  </a:lnTo>
                  <a:close/>
                  <a:moveTo>
                    <a:pt x="1397" y="292"/>
                  </a:moveTo>
                  <a:lnTo>
                    <a:pt x="1398" y="293"/>
                  </a:lnTo>
                  <a:lnTo>
                    <a:pt x="1398" y="295"/>
                  </a:lnTo>
                  <a:lnTo>
                    <a:pt x="1397" y="296"/>
                  </a:lnTo>
                  <a:lnTo>
                    <a:pt x="1394" y="293"/>
                  </a:lnTo>
                  <a:lnTo>
                    <a:pt x="1394" y="292"/>
                  </a:lnTo>
                  <a:lnTo>
                    <a:pt x="1397" y="292"/>
                  </a:lnTo>
                  <a:close/>
                  <a:moveTo>
                    <a:pt x="214" y="280"/>
                  </a:moveTo>
                  <a:lnTo>
                    <a:pt x="216" y="282"/>
                  </a:lnTo>
                  <a:lnTo>
                    <a:pt x="216" y="283"/>
                  </a:lnTo>
                  <a:lnTo>
                    <a:pt x="218" y="283"/>
                  </a:lnTo>
                  <a:lnTo>
                    <a:pt x="220" y="286"/>
                  </a:lnTo>
                  <a:lnTo>
                    <a:pt x="218" y="287"/>
                  </a:lnTo>
                  <a:lnTo>
                    <a:pt x="220" y="288"/>
                  </a:lnTo>
                  <a:lnTo>
                    <a:pt x="220" y="290"/>
                  </a:lnTo>
                  <a:lnTo>
                    <a:pt x="218" y="290"/>
                  </a:lnTo>
                  <a:lnTo>
                    <a:pt x="217" y="287"/>
                  </a:lnTo>
                  <a:lnTo>
                    <a:pt x="214" y="287"/>
                  </a:lnTo>
                  <a:lnTo>
                    <a:pt x="214" y="284"/>
                  </a:lnTo>
                  <a:lnTo>
                    <a:pt x="213" y="284"/>
                  </a:lnTo>
                  <a:lnTo>
                    <a:pt x="212" y="284"/>
                  </a:lnTo>
                  <a:lnTo>
                    <a:pt x="211" y="283"/>
                  </a:lnTo>
                  <a:lnTo>
                    <a:pt x="209" y="282"/>
                  </a:lnTo>
                  <a:lnTo>
                    <a:pt x="212" y="280"/>
                  </a:lnTo>
                  <a:lnTo>
                    <a:pt x="214" y="280"/>
                  </a:lnTo>
                  <a:close/>
                  <a:moveTo>
                    <a:pt x="502" y="259"/>
                  </a:moveTo>
                  <a:lnTo>
                    <a:pt x="503" y="259"/>
                  </a:lnTo>
                  <a:lnTo>
                    <a:pt x="504" y="262"/>
                  </a:lnTo>
                  <a:lnTo>
                    <a:pt x="503" y="263"/>
                  </a:lnTo>
                  <a:lnTo>
                    <a:pt x="502" y="262"/>
                  </a:lnTo>
                  <a:lnTo>
                    <a:pt x="502" y="259"/>
                  </a:lnTo>
                  <a:close/>
                  <a:moveTo>
                    <a:pt x="498" y="253"/>
                  </a:moveTo>
                  <a:lnTo>
                    <a:pt x="500" y="255"/>
                  </a:lnTo>
                  <a:lnTo>
                    <a:pt x="500" y="262"/>
                  </a:lnTo>
                  <a:lnTo>
                    <a:pt x="499" y="263"/>
                  </a:lnTo>
                  <a:lnTo>
                    <a:pt x="499" y="263"/>
                  </a:lnTo>
                  <a:lnTo>
                    <a:pt x="499" y="259"/>
                  </a:lnTo>
                  <a:lnTo>
                    <a:pt x="498" y="257"/>
                  </a:lnTo>
                  <a:lnTo>
                    <a:pt x="498" y="253"/>
                  </a:lnTo>
                  <a:lnTo>
                    <a:pt x="498" y="253"/>
                  </a:lnTo>
                  <a:close/>
                  <a:moveTo>
                    <a:pt x="495" y="247"/>
                  </a:moveTo>
                  <a:lnTo>
                    <a:pt x="496" y="249"/>
                  </a:lnTo>
                  <a:lnTo>
                    <a:pt x="496" y="251"/>
                  </a:lnTo>
                  <a:lnTo>
                    <a:pt x="495" y="250"/>
                  </a:lnTo>
                  <a:lnTo>
                    <a:pt x="494" y="247"/>
                  </a:lnTo>
                  <a:lnTo>
                    <a:pt x="495" y="247"/>
                  </a:lnTo>
                  <a:close/>
                  <a:moveTo>
                    <a:pt x="216" y="224"/>
                  </a:moveTo>
                  <a:lnTo>
                    <a:pt x="218" y="224"/>
                  </a:lnTo>
                  <a:lnTo>
                    <a:pt x="220" y="225"/>
                  </a:lnTo>
                  <a:lnTo>
                    <a:pt x="226" y="226"/>
                  </a:lnTo>
                  <a:lnTo>
                    <a:pt x="230" y="226"/>
                  </a:lnTo>
                  <a:lnTo>
                    <a:pt x="232" y="228"/>
                  </a:lnTo>
                  <a:lnTo>
                    <a:pt x="230" y="229"/>
                  </a:lnTo>
                  <a:lnTo>
                    <a:pt x="228" y="230"/>
                  </a:lnTo>
                  <a:lnTo>
                    <a:pt x="226" y="230"/>
                  </a:lnTo>
                  <a:lnTo>
                    <a:pt x="229" y="230"/>
                  </a:lnTo>
                  <a:lnTo>
                    <a:pt x="230" y="230"/>
                  </a:lnTo>
                  <a:lnTo>
                    <a:pt x="232" y="232"/>
                  </a:lnTo>
                  <a:lnTo>
                    <a:pt x="230" y="237"/>
                  </a:lnTo>
                  <a:lnTo>
                    <a:pt x="228" y="238"/>
                  </a:lnTo>
                  <a:lnTo>
                    <a:pt x="225" y="238"/>
                  </a:lnTo>
                  <a:lnTo>
                    <a:pt x="225" y="238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40"/>
                  </a:lnTo>
                  <a:lnTo>
                    <a:pt x="230" y="241"/>
                  </a:lnTo>
                  <a:lnTo>
                    <a:pt x="229" y="242"/>
                  </a:lnTo>
                  <a:lnTo>
                    <a:pt x="229" y="245"/>
                  </a:lnTo>
                  <a:lnTo>
                    <a:pt x="230" y="251"/>
                  </a:lnTo>
                  <a:lnTo>
                    <a:pt x="232" y="254"/>
                  </a:lnTo>
                  <a:lnTo>
                    <a:pt x="233" y="261"/>
                  </a:lnTo>
                  <a:lnTo>
                    <a:pt x="234" y="263"/>
                  </a:lnTo>
                  <a:lnTo>
                    <a:pt x="236" y="268"/>
                  </a:lnTo>
                  <a:lnTo>
                    <a:pt x="241" y="274"/>
                  </a:lnTo>
                  <a:lnTo>
                    <a:pt x="243" y="279"/>
                  </a:lnTo>
                  <a:lnTo>
                    <a:pt x="246" y="279"/>
                  </a:lnTo>
                  <a:lnTo>
                    <a:pt x="247" y="282"/>
                  </a:lnTo>
                  <a:lnTo>
                    <a:pt x="251" y="284"/>
                  </a:lnTo>
                  <a:lnTo>
                    <a:pt x="254" y="284"/>
                  </a:lnTo>
                  <a:lnTo>
                    <a:pt x="255" y="287"/>
                  </a:lnTo>
                  <a:lnTo>
                    <a:pt x="257" y="288"/>
                  </a:lnTo>
                  <a:lnTo>
                    <a:pt x="258" y="287"/>
                  </a:lnTo>
                  <a:lnTo>
                    <a:pt x="261" y="290"/>
                  </a:lnTo>
                  <a:lnTo>
                    <a:pt x="261" y="291"/>
                  </a:lnTo>
                  <a:lnTo>
                    <a:pt x="261" y="292"/>
                  </a:lnTo>
                  <a:lnTo>
                    <a:pt x="259" y="293"/>
                  </a:lnTo>
                  <a:lnTo>
                    <a:pt x="258" y="293"/>
                  </a:lnTo>
                  <a:lnTo>
                    <a:pt x="257" y="293"/>
                  </a:lnTo>
                  <a:lnTo>
                    <a:pt x="257" y="295"/>
                  </a:lnTo>
                  <a:lnTo>
                    <a:pt x="257" y="295"/>
                  </a:lnTo>
                  <a:lnTo>
                    <a:pt x="259" y="295"/>
                  </a:lnTo>
                  <a:lnTo>
                    <a:pt x="259" y="297"/>
                  </a:lnTo>
                  <a:lnTo>
                    <a:pt x="259" y="299"/>
                  </a:lnTo>
                  <a:lnTo>
                    <a:pt x="258" y="300"/>
                  </a:lnTo>
                  <a:lnTo>
                    <a:pt x="257" y="299"/>
                  </a:lnTo>
                  <a:lnTo>
                    <a:pt x="255" y="296"/>
                  </a:lnTo>
                  <a:lnTo>
                    <a:pt x="255" y="296"/>
                  </a:lnTo>
                  <a:lnTo>
                    <a:pt x="254" y="295"/>
                  </a:lnTo>
                  <a:lnTo>
                    <a:pt x="251" y="293"/>
                  </a:lnTo>
                  <a:lnTo>
                    <a:pt x="251" y="295"/>
                  </a:lnTo>
                  <a:lnTo>
                    <a:pt x="251" y="295"/>
                  </a:lnTo>
                  <a:lnTo>
                    <a:pt x="253" y="297"/>
                  </a:lnTo>
                  <a:lnTo>
                    <a:pt x="253" y="299"/>
                  </a:lnTo>
                  <a:lnTo>
                    <a:pt x="251" y="299"/>
                  </a:lnTo>
                  <a:lnTo>
                    <a:pt x="249" y="297"/>
                  </a:lnTo>
                  <a:lnTo>
                    <a:pt x="247" y="295"/>
                  </a:lnTo>
                  <a:lnTo>
                    <a:pt x="246" y="296"/>
                  </a:lnTo>
                  <a:lnTo>
                    <a:pt x="246" y="297"/>
                  </a:lnTo>
                  <a:lnTo>
                    <a:pt x="245" y="297"/>
                  </a:lnTo>
                  <a:lnTo>
                    <a:pt x="243" y="295"/>
                  </a:lnTo>
                  <a:lnTo>
                    <a:pt x="243" y="293"/>
                  </a:lnTo>
                  <a:lnTo>
                    <a:pt x="241" y="292"/>
                  </a:lnTo>
                  <a:lnTo>
                    <a:pt x="238" y="292"/>
                  </a:lnTo>
                  <a:lnTo>
                    <a:pt x="238" y="292"/>
                  </a:lnTo>
                  <a:lnTo>
                    <a:pt x="238" y="293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1" y="299"/>
                  </a:lnTo>
                  <a:lnTo>
                    <a:pt x="239" y="299"/>
                  </a:lnTo>
                  <a:lnTo>
                    <a:pt x="237" y="297"/>
                  </a:lnTo>
                  <a:lnTo>
                    <a:pt x="237" y="295"/>
                  </a:lnTo>
                  <a:lnTo>
                    <a:pt x="236" y="293"/>
                  </a:lnTo>
                  <a:lnTo>
                    <a:pt x="234" y="292"/>
                  </a:lnTo>
                  <a:lnTo>
                    <a:pt x="234" y="295"/>
                  </a:lnTo>
                  <a:lnTo>
                    <a:pt x="232" y="293"/>
                  </a:lnTo>
                  <a:lnTo>
                    <a:pt x="229" y="293"/>
                  </a:lnTo>
                  <a:lnTo>
                    <a:pt x="226" y="293"/>
                  </a:lnTo>
                  <a:lnTo>
                    <a:pt x="224" y="292"/>
                  </a:lnTo>
                  <a:lnTo>
                    <a:pt x="222" y="291"/>
                  </a:lnTo>
                  <a:lnTo>
                    <a:pt x="222" y="290"/>
                  </a:lnTo>
                  <a:lnTo>
                    <a:pt x="224" y="291"/>
                  </a:lnTo>
                  <a:lnTo>
                    <a:pt x="225" y="290"/>
                  </a:lnTo>
                  <a:lnTo>
                    <a:pt x="225" y="288"/>
                  </a:lnTo>
                  <a:lnTo>
                    <a:pt x="222" y="287"/>
                  </a:lnTo>
                  <a:lnTo>
                    <a:pt x="222" y="286"/>
                  </a:lnTo>
                  <a:lnTo>
                    <a:pt x="224" y="284"/>
                  </a:lnTo>
                  <a:lnTo>
                    <a:pt x="225" y="283"/>
                  </a:lnTo>
                  <a:lnTo>
                    <a:pt x="226" y="283"/>
                  </a:lnTo>
                  <a:lnTo>
                    <a:pt x="226" y="282"/>
                  </a:lnTo>
                  <a:lnTo>
                    <a:pt x="226" y="282"/>
                  </a:lnTo>
                  <a:lnTo>
                    <a:pt x="224" y="282"/>
                  </a:lnTo>
                  <a:lnTo>
                    <a:pt x="222" y="283"/>
                  </a:lnTo>
                  <a:lnTo>
                    <a:pt x="220" y="280"/>
                  </a:lnTo>
                  <a:lnTo>
                    <a:pt x="217" y="278"/>
                  </a:lnTo>
                  <a:lnTo>
                    <a:pt x="217" y="275"/>
                  </a:lnTo>
                  <a:lnTo>
                    <a:pt x="217" y="274"/>
                  </a:lnTo>
                  <a:lnTo>
                    <a:pt x="217" y="272"/>
                  </a:lnTo>
                  <a:lnTo>
                    <a:pt x="216" y="275"/>
                  </a:lnTo>
                  <a:lnTo>
                    <a:pt x="216" y="276"/>
                  </a:lnTo>
                  <a:lnTo>
                    <a:pt x="214" y="278"/>
                  </a:lnTo>
                  <a:lnTo>
                    <a:pt x="213" y="278"/>
                  </a:lnTo>
                  <a:lnTo>
                    <a:pt x="212" y="275"/>
                  </a:lnTo>
                  <a:lnTo>
                    <a:pt x="211" y="272"/>
                  </a:lnTo>
                  <a:lnTo>
                    <a:pt x="211" y="271"/>
                  </a:lnTo>
                  <a:lnTo>
                    <a:pt x="212" y="268"/>
                  </a:lnTo>
                  <a:lnTo>
                    <a:pt x="211" y="271"/>
                  </a:lnTo>
                  <a:lnTo>
                    <a:pt x="211" y="272"/>
                  </a:lnTo>
                  <a:lnTo>
                    <a:pt x="211" y="276"/>
                  </a:lnTo>
                  <a:lnTo>
                    <a:pt x="209" y="279"/>
                  </a:lnTo>
                  <a:lnTo>
                    <a:pt x="207" y="279"/>
                  </a:lnTo>
                  <a:lnTo>
                    <a:pt x="205" y="280"/>
                  </a:lnTo>
                  <a:lnTo>
                    <a:pt x="204" y="279"/>
                  </a:lnTo>
                  <a:lnTo>
                    <a:pt x="200" y="276"/>
                  </a:lnTo>
                  <a:lnTo>
                    <a:pt x="200" y="275"/>
                  </a:lnTo>
                  <a:lnTo>
                    <a:pt x="197" y="272"/>
                  </a:lnTo>
                  <a:lnTo>
                    <a:pt x="196" y="271"/>
                  </a:lnTo>
                  <a:lnTo>
                    <a:pt x="197" y="268"/>
                  </a:lnTo>
                  <a:lnTo>
                    <a:pt x="196" y="265"/>
                  </a:lnTo>
                  <a:lnTo>
                    <a:pt x="196" y="263"/>
                  </a:lnTo>
                  <a:lnTo>
                    <a:pt x="199" y="261"/>
                  </a:lnTo>
                  <a:lnTo>
                    <a:pt x="200" y="259"/>
                  </a:lnTo>
                  <a:lnTo>
                    <a:pt x="201" y="261"/>
                  </a:lnTo>
                  <a:lnTo>
                    <a:pt x="204" y="261"/>
                  </a:lnTo>
                  <a:lnTo>
                    <a:pt x="205" y="261"/>
                  </a:lnTo>
                  <a:lnTo>
                    <a:pt x="207" y="261"/>
                  </a:lnTo>
                  <a:lnTo>
                    <a:pt x="205" y="258"/>
                  </a:lnTo>
                  <a:lnTo>
                    <a:pt x="205" y="255"/>
                  </a:lnTo>
                  <a:lnTo>
                    <a:pt x="207" y="254"/>
                  </a:lnTo>
                  <a:lnTo>
                    <a:pt x="208" y="254"/>
                  </a:lnTo>
                  <a:lnTo>
                    <a:pt x="209" y="254"/>
                  </a:lnTo>
                  <a:lnTo>
                    <a:pt x="207" y="254"/>
                  </a:lnTo>
                  <a:lnTo>
                    <a:pt x="205" y="251"/>
                  </a:lnTo>
                  <a:lnTo>
                    <a:pt x="205" y="250"/>
                  </a:lnTo>
                  <a:lnTo>
                    <a:pt x="208" y="249"/>
                  </a:lnTo>
                  <a:lnTo>
                    <a:pt x="207" y="247"/>
                  </a:lnTo>
                  <a:lnTo>
                    <a:pt x="205" y="247"/>
                  </a:lnTo>
                  <a:lnTo>
                    <a:pt x="204" y="250"/>
                  </a:lnTo>
                  <a:lnTo>
                    <a:pt x="203" y="250"/>
                  </a:lnTo>
                  <a:lnTo>
                    <a:pt x="203" y="247"/>
                  </a:lnTo>
                  <a:lnTo>
                    <a:pt x="205" y="246"/>
                  </a:lnTo>
                  <a:lnTo>
                    <a:pt x="205" y="245"/>
                  </a:lnTo>
                  <a:lnTo>
                    <a:pt x="201" y="246"/>
                  </a:lnTo>
                  <a:lnTo>
                    <a:pt x="200" y="247"/>
                  </a:lnTo>
                  <a:lnTo>
                    <a:pt x="199" y="246"/>
                  </a:lnTo>
                  <a:lnTo>
                    <a:pt x="199" y="243"/>
                  </a:lnTo>
                  <a:lnTo>
                    <a:pt x="201" y="240"/>
                  </a:lnTo>
                  <a:lnTo>
                    <a:pt x="203" y="240"/>
                  </a:lnTo>
                  <a:lnTo>
                    <a:pt x="205" y="240"/>
                  </a:lnTo>
                  <a:lnTo>
                    <a:pt x="205" y="238"/>
                  </a:lnTo>
                  <a:lnTo>
                    <a:pt x="205" y="237"/>
                  </a:lnTo>
                  <a:lnTo>
                    <a:pt x="203" y="237"/>
                  </a:lnTo>
                  <a:lnTo>
                    <a:pt x="203" y="234"/>
                  </a:lnTo>
                  <a:lnTo>
                    <a:pt x="203" y="233"/>
                  </a:lnTo>
                  <a:lnTo>
                    <a:pt x="204" y="230"/>
                  </a:lnTo>
                  <a:lnTo>
                    <a:pt x="207" y="228"/>
                  </a:lnTo>
                  <a:lnTo>
                    <a:pt x="208" y="226"/>
                  </a:lnTo>
                  <a:lnTo>
                    <a:pt x="212" y="226"/>
                  </a:lnTo>
                  <a:lnTo>
                    <a:pt x="216" y="224"/>
                  </a:lnTo>
                  <a:close/>
                  <a:moveTo>
                    <a:pt x="428" y="212"/>
                  </a:moveTo>
                  <a:lnTo>
                    <a:pt x="430" y="212"/>
                  </a:lnTo>
                  <a:lnTo>
                    <a:pt x="432" y="212"/>
                  </a:lnTo>
                  <a:lnTo>
                    <a:pt x="432" y="215"/>
                  </a:lnTo>
                  <a:lnTo>
                    <a:pt x="430" y="217"/>
                  </a:lnTo>
                  <a:lnTo>
                    <a:pt x="428" y="217"/>
                  </a:lnTo>
                  <a:lnTo>
                    <a:pt x="426" y="220"/>
                  </a:lnTo>
                  <a:lnTo>
                    <a:pt x="425" y="221"/>
                  </a:lnTo>
                  <a:lnTo>
                    <a:pt x="423" y="224"/>
                  </a:lnTo>
                  <a:lnTo>
                    <a:pt x="421" y="224"/>
                  </a:lnTo>
                  <a:lnTo>
                    <a:pt x="420" y="222"/>
                  </a:lnTo>
                  <a:lnTo>
                    <a:pt x="420" y="220"/>
                  </a:lnTo>
                  <a:lnTo>
                    <a:pt x="421" y="218"/>
                  </a:lnTo>
                  <a:lnTo>
                    <a:pt x="424" y="217"/>
                  </a:lnTo>
                  <a:lnTo>
                    <a:pt x="423" y="215"/>
                  </a:lnTo>
                  <a:lnTo>
                    <a:pt x="425" y="212"/>
                  </a:lnTo>
                  <a:lnTo>
                    <a:pt x="428" y="212"/>
                  </a:lnTo>
                  <a:close/>
                  <a:moveTo>
                    <a:pt x="391" y="204"/>
                  </a:moveTo>
                  <a:lnTo>
                    <a:pt x="392" y="204"/>
                  </a:lnTo>
                  <a:lnTo>
                    <a:pt x="394" y="205"/>
                  </a:lnTo>
                  <a:lnTo>
                    <a:pt x="392" y="207"/>
                  </a:lnTo>
                  <a:lnTo>
                    <a:pt x="392" y="208"/>
                  </a:lnTo>
                  <a:lnTo>
                    <a:pt x="394" y="209"/>
                  </a:lnTo>
                  <a:lnTo>
                    <a:pt x="394" y="212"/>
                  </a:lnTo>
                  <a:lnTo>
                    <a:pt x="392" y="212"/>
                  </a:lnTo>
                  <a:lnTo>
                    <a:pt x="391" y="211"/>
                  </a:lnTo>
                  <a:lnTo>
                    <a:pt x="390" y="211"/>
                  </a:lnTo>
                  <a:lnTo>
                    <a:pt x="388" y="208"/>
                  </a:lnTo>
                  <a:lnTo>
                    <a:pt x="388" y="204"/>
                  </a:lnTo>
                  <a:lnTo>
                    <a:pt x="391" y="204"/>
                  </a:lnTo>
                  <a:close/>
                  <a:moveTo>
                    <a:pt x="355" y="197"/>
                  </a:moveTo>
                  <a:lnTo>
                    <a:pt x="357" y="197"/>
                  </a:lnTo>
                  <a:lnTo>
                    <a:pt x="358" y="200"/>
                  </a:lnTo>
                  <a:lnTo>
                    <a:pt x="359" y="203"/>
                  </a:lnTo>
                  <a:lnTo>
                    <a:pt x="362" y="204"/>
                  </a:lnTo>
                  <a:lnTo>
                    <a:pt x="363" y="207"/>
                  </a:lnTo>
                  <a:lnTo>
                    <a:pt x="363" y="208"/>
                  </a:lnTo>
                  <a:lnTo>
                    <a:pt x="361" y="208"/>
                  </a:lnTo>
                  <a:lnTo>
                    <a:pt x="358" y="211"/>
                  </a:lnTo>
                  <a:lnTo>
                    <a:pt x="357" y="212"/>
                  </a:lnTo>
                  <a:lnTo>
                    <a:pt x="355" y="213"/>
                  </a:lnTo>
                  <a:lnTo>
                    <a:pt x="354" y="212"/>
                  </a:lnTo>
                  <a:lnTo>
                    <a:pt x="353" y="213"/>
                  </a:lnTo>
                  <a:lnTo>
                    <a:pt x="353" y="211"/>
                  </a:lnTo>
                  <a:lnTo>
                    <a:pt x="351" y="211"/>
                  </a:lnTo>
                  <a:lnTo>
                    <a:pt x="351" y="212"/>
                  </a:lnTo>
                  <a:lnTo>
                    <a:pt x="351" y="213"/>
                  </a:lnTo>
                  <a:lnTo>
                    <a:pt x="350" y="213"/>
                  </a:lnTo>
                  <a:lnTo>
                    <a:pt x="349" y="212"/>
                  </a:lnTo>
                  <a:lnTo>
                    <a:pt x="349" y="208"/>
                  </a:lnTo>
                  <a:lnTo>
                    <a:pt x="349" y="205"/>
                  </a:lnTo>
                  <a:lnTo>
                    <a:pt x="347" y="204"/>
                  </a:lnTo>
                  <a:lnTo>
                    <a:pt x="346" y="201"/>
                  </a:lnTo>
                  <a:lnTo>
                    <a:pt x="349" y="200"/>
                  </a:lnTo>
                  <a:lnTo>
                    <a:pt x="351" y="200"/>
                  </a:lnTo>
                  <a:lnTo>
                    <a:pt x="353" y="197"/>
                  </a:lnTo>
                  <a:lnTo>
                    <a:pt x="355" y="197"/>
                  </a:lnTo>
                  <a:close/>
                  <a:moveTo>
                    <a:pt x="401" y="197"/>
                  </a:moveTo>
                  <a:lnTo>
                    <a:pt x="404" y="197"/>
                  </a:lnTo>
                  <a:lnTo>
                    <a:pt x="407" y="199"/>
                  </a:lnTo>
                  <a:lnTo>
                    <a:pt x="407" y="200"/>
                  </a:lnTo>
                  <a:lnTo>
                    <a:pt x="405" y="200"/>
                  </a:lnTo>
                  <a:lnTo>
                    <a:pt x="403" y="200"/>
                  </a:lnTo>
                  <a:lnTo>
                    <a:pt x="400" y="197"/>
                  </a:lnTo>
                  <a:lnTo>
                    <a:pt x="401" y="197"/>
                  </a:lnTo>
                  <a:close/>
                  <a:moveTo>
                    <a:pt x="432" y="192"/>
                  </a:moveTo>
                  <a:lnTo>
                    <a:pt x="433" y="195"/>
                  </a:lnTo>
                  <a:lnTo>
                    <a:pt x="436" y="197"/>
                  </a:lnTo>
                  <a:lnTo>
                    <a:pt x="436" y="201"/>
                  </a:lnTo>
                  <a:lnTo>
                    <a:pt x="438" y="204"/>
                  </a:lnTo>
                  <a:lnTo>
                    <a:pt x="438" y="205"/>
                  </a:lnTo>
                  <a:lnTo>
                    <a:pt x="436" y="207"/>
                  </a:lnTo>
                  <a:lnTo>
                    <a:pt x="434" y="205"/>
                  </a:lnTo>
                  <a:lnTo>
                    <a:pt x="432" y="205"/>
                  </a:lnTo>
                  <a:lnTo>
                    <a:pt x="430" y="204"/>
                  </a:lnTo>
                  <a:lnTo>
                    <a:pt x="428" y="204"/>
                  </a:lnTo>
                  <a:lnTo>
                    <a:pt x="428" y="203"/>
                  </a:lnTo>
                  <a:lnTo>
                    <a:pt x="429" y="199"/>
                  </a:lnTo>
                  <a:lnTo>
                    <a:pt x="429" y="196"/>
                  </a:lnTo>
                  <a:lnTo>
                    <a:pt x="432" y="192"/>
                  </a:lnTo>
                  <a:close/>
                  <a:moveTo>
                    <a:pt x="396" y="188"/>
                  </a:moveTo>
                  <a:lnTo>
                    <a:pt x="396" y="188"/>
                  </a:lnTo>
                  <a:lnTo>
                    <a:pt x="395" y="190"/>
                  </a:lnTo>
                  <a:lnTo>
                    <a:pt x="395" y="191"/>
                  </a:lnTo>
                  <a:lnTo>
                    <a:pt x="396" y="192"/>
                  </a:lnTo>
                  <a:lnTo>
                    <a:pt x="394" y="193"/>
                  </a:lnTo>
                  <a:lnTo>
                    <a:pt x="392" y="192"/>
                  </a:lnTo>
                  <a:lnTo>
                    <a:pt x="390" y="195"/>
                  </a:lnTo>
                  <a:lnTo>
                    <a:pt x="390" y="193"/>
                  </a:lnTo>
                  <a:lnTo>
                    <a:pt x="391" y="190"/>
                  </a:lnTo>
                  <a:lnTo>
                    <a:pt x="395" y="188"/>
                  </a:lnTo>
                  <a:lnTo>
                    <a:pt x="396" y="188"/>
                  </a:lnTo>
                  <a:close/>
                  <a:moveTo>
                    <a:pt x="462" y="162"/>
                  </a:moveTo>
                  <a:lnTo>
                    <a:pt x="465" y="163"/>
                  </a:lnTo>
                  <a:lnTo>
                    <a:pt x="463" y="163"/>
                  </a:lnTo>
                  <a:lnTo>
                    <a:pt x="461" y="163"/>
                  </a:lnTo>
                  <a:lnTo>
                    <a:pt x="459" y="163"/>
                  </a:lnTo>
                  <a:lnTo>
                    <a:pt x="462" y="162"/>
                  </a:lnTo>
                  <a:close/>
                  <a:moveTo>
                    <a:pt x="446" y="161"/>
                  </a:moveTo>
                  <a:lnTo>
                    <a:pt x="448" y="162"/>
                  </a:lnTo>
                  <a:lnTo>
                    <a:pt x="446" y="165"/>
                  </a:lnTo>
                  <a:lnTo>
                    <a:pt x="444" y="163"/>
                  </a:lnTo>
                  <a:lnTo>
                    <a:pt x="444" y="162"/>
                  </a:lnTo>
                  <a:lnTo>
                    <a:pt x="445" y="161"/>
                  </a:lnTo>
                  <a:lnTo>
                    <a:pt x="446" y="161"/>
                  </a:lnTo>
                  <a:close/>
                  <a:moveTo>
                    <a:pt x="453" y="159"/>
                  </a:moveTo>
                  <a:lnTo>
                    <a:pt x="455" y="159"/>
                  </a:lnTo>
                  <a:lnTo>
                    <a:pt x="454" y="161"/>
                  </a:lnTo>
                  <a:lnTo>
                    <a:pt x="453" y="162"/>
                  </a:lnTo>
                  <a:lnTo>
                    <a:pt x="450" y="162"/>
                  </a:lnTo>
                  <a:lnTo>
                    <a:pt x="450" y="161"/>
                  </a:lnTo>
                  <a:lnTo>
                    <a:pt x="451" y="159"/>
                  </a:lnTo>
                  <a:lnTo>
                    <a:pt x="453" y="159"/>
                  </a:lnTo>
                  <a:close/>
                  <a:moveTo>
                    <a:pt x="480" y="158"/>
                  </a:moveTo>
                  <a:lnTo>
                    <a:pt x="482" y="159"/>
                  </a:lnTo>
                  <a:lnTo>
                    <a:pt x="484" y="161"/>
                  </a:lnTo>
                  <a:lnTo>
                    <a:pt x="483" y="162"/>
                  </a:lnTo>
                  <a:lnTo>
                    <a:pt x="482" y="162"/>
                  </a:lnTo>
                  <a:lnTo>
                    <a:pt x="480" y="158"/>
                  </a:lnTo>
                  <a:close/>
                  <a:moveTo>
                    <a:pt x="473" y="154"/>
                  </a:moveTo>
                  <a:lnTo>
                    <a:pt x="475" y="155"/>
                  </a:lnTo>
                  <a:lnTo>
                    <a:pt x="473" y="157"/>
                  </a:lnTo>
                  <a:lnTo>
                    <a:pt x="471" y="157"/>
                  </a:lnTo>
                  <a:lnTo>
                    <a:pt x="471" y="155"/>
                  </a:lnTo>
                  <a:lnTo>
                    <a:pt x="471" y="154"/>
                  </a:lnTo>
                  <a:lnTo>
                    <a:pt x="473" y="154"/>
                  </a:lnTo>
                  <a:close/>
                  <a:moveTo>
                    <a:pt x="413" y="149"/>
                  </a:moveTo>
                  <a:lnTo>
                    <a:pt x="415" y="150"/>
                  </a:lnTo>
                  <a:lnTo>
                    <a:pt x="415" y="151"/>
                  </a:lnTo>
                  <a:lnTo>
                    <a:pt x="416" y="153"/>
                  </a:lnTo>
                  <a:lnTo>
                    <a:pt x="413" y="154"/>
                  </a:lnTo>
                  <a:lnTo>
                    <a:pt x="412" y="153"/>
                  </a:lnTo>
                  <a:lnTo>
                    <a:pt x="412" y="151"/>
                  </a:lnTo>
                  <a:lnTo>
                    <a:pt x="411" y="151"/>
                  </a:lnTo>
                  <a:lnTo>
                    <a:pt x="411" y="150"/>
                  </a:lnTo>
                  <a:lnTo>
                    <a:pt x="413" y="149"/>
                  </a:lnTo>
                  <a:close/>
                  <a:moveTo>
                    <a:pt x="462" y="145"/>
                  </a:moveTo>
                  <a:lnTo>
                    <a:pt x="463" y="146"/>
                  </a:lnTo>
                  <a:lnTo>
                    <a:pt x="463" y="146"/>
                  </a:lnTo>
                  <a:lnTo>
                    <a:pt x="462" y="147"/>
                  </a:lnTo>
                  <a:lnTo>
                    <a:pt x="461" y="149"/>
                  </a:lnTo>
                  <a:lnTo>
                    <a:pt x="462" y="149"/>
                  </a:lnTo>
                  <a:lnTo>
                    <a:pt x="461" y="150"/>
                  </a:lnTo>
                  <a:lnTo>
                    <a:pt x="459" y="149"/>
                  </a:lnTo>
                  <a:lnTo>
                    <a:pt x="459" y="147"/>
                  </a:lnTo>
                  <a:lnTo>
                    <a:pt x="462" y="145"/>
                  </a:lnTo>
                  <a:close/>
                  <a:moveTo>
                    <a:pt x="226" y="143"/>
                  </a:moveTo>
                  <a:lnTo>
                    <a:pt x="228" y="145"/>
                  </a:lnTo>
                  <a:lnTo>
                    <a:pt x="228" y="146"/>
                  </a:lnTo>
                  <a:lnTo>
                    <a:pt x="224" y="147"/>
                  </a:lnTo>
                  <a:lnTo>
                    <a:pt x="224" y="149"/>
                  </a:lnTo>
                  <a:lnTo>
                    <a:pt x="222" y="150"/>
                  </a:lnTo>
                  <a:lnTo>
                    <a:pt x="221" y="147"/>
                  </a:lnTo>
                  <a:lnTo>
                    <a:pt x="222" y="146"/>
                  </a:lnTo>
                  <a:lnTo>
                    <a:pt x="224" y="146"/>
                  </a:lnTo>
                  <a:lnTo>
                    <a:pt x="226" y="143"/>
                  </a:lnTo>
                  <a:close/>
                  <a:moveTo>
                    <a:pt x="466" y="143"/>
                  </a:move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7" y="146"/>
                  </a:lnTo>
                  <a:lnTo>
                    <a:pt x="466" y="146"/>
                  </a:lnTo>
                  <a:lnTo>
                    <a:pt x="466" y="145"/>
                  </a:lnTo>
                  <a:lnTo>
                    <a:pt x="466" y="143"/>
                  </a:lnTo>
                  <a:close/>
                  <a:moveTo>
                    <a:pt x="473" y="142"/>
                  </a:moveTo>
                  <a:lnTo>
                    <a:pt x="474" y="143"/>
                  </a:lnTo>
                  <a:lnTo>
                    <a:pt x="474" y="145"/>
                  </a:lnTo>
                  <a:lnTo>
                    <a:pt x="471" y="146"/>
                  </a:lnTo>
                  <a:lnTo>
                    <a:pt x="471" y="146"/>
                  </a:lnTo>
                  <a:lnTo>
                    <a:pt x="470" y="146"/>
                  </a:lnTo>
                  <a:lnTo>
                    <a:pt x="471" y="145"/>
                  </a:lnTo>
                  <a:lnTo>
                    <a:pt x="470" y="143"/>
                  </a:lnTo>
                  <a:lnTo>
                    <a:pt x="471" y="142"/>
                  </a:lnTo>
                  <a:lnTo>
                    <a:pt x="473" y="142"/>
                  </a:lnTo>
                  <a:close/>
                  <a:moveTo>
                    <a:pt x="462" y="136"/>
                  </a:moveTo>
                  <a:lnTo>
                    <a:pt x="465" y="136"/>
                  </a:lnTo>
                  <a:lnTo>
                    <a:pt x="465" y="137"/>
                  </a:lnTo>
                  <a:lnTo>
                    <a:pt x="463" y="140"/>
                  </a:lnTo>
                  <a:lnTo>
                    <a:pt x="462" y="138"/>
                  </a:lnTo>
                  <a:lnTo>
                    <a:pt x="459" y="137"/>
                  </a:lnTo>
                  <a:lnTo>
                    <a:pt x="459" y="137"/>
                  </a:lnTo>
                  <a:lnTo>
                    <a:pt x="461" y="136"/>
                  </a:lnTo>
                  <a:lnTo>
                    <a:pt x="462" y="136"/>
                  </a:lnTo>
                  <a:close/>
                  <a:moveTo>
                    <a:pt x="471" y="128"/>
                  </a:moveTo>
                  <a:lnTo>
                    <a:pt x="475" y="128"/>
                  </a:lnTo>
                  <a:lnTo>
                    <a:pt x="477" y="129"/>
                  </a:lnTo>
                  <a:lnTo>
                    <a:pt x="477" y="130"/>
                  </a:lnTo>
                  <a:lnTo>
                    <a:pt x="474" y="130"/>
                  </a:lnTo>
                  <a:lnTo>
                    <a:pt x="475" y="132"/>
                  </a:lnTo>
                  <a:lnTo>
                    <a:pt x="475" y="133"/>
                  </a:lnTo>
                  <a:lnTo>
                    <a:pt x="474" y="133"/>
                  </a:lnTo>
                  <a:lnTo>
                    <a:pt x="473" y="133"/>
                  </a:lnTo>
                  <a:lnTo>
                    <a:pt x="470" y="132"/>
                  </a:lnTo>
                  <a:lnTo>
                    <a:pt x="469" y="132"/>
                  </a:lnTo>
                  <a:lnTo>
                    <a:pt x="467" y="129"/>
                  </a:lnTo>
                  <a:lnTo>
                    <a:pt x="469" y="129"/>
                  </a:lnTo>
                  <a:lnTo>
                    <a:pt x="470" y="130"/>
                  </a:lnTo>
                  <a:lnTo>
                    <a:pt x="471" y="130"/>
                  </a:lnTo>
                  <a:lnTo>
                    <a:pt x="470" y="128"/>
                  </a:lnTo>
                  <a:lnTo>
                    <a:pt x="471" y="128"/>
                  </a:lnTo>
                  <a:close/>
                  <a:moveTo>
                    <a:pt x="425" y="118"/>
                  </a:moveTo>
                  <a:lnTo>
                    <a:pt x="425" y="120"/>
                  </a:lnTo>
                  <a:lnTo>
                    <a:pt x="425" y="121"/>
                  </a:lnTo>
                  <a:lnTo>
                    <a:pt x="426" y="122"/>
                  </a:lnTo>
                  <a:lnTo>
                    <a:pt x="426" y="124"/>
                  </a:lnTo>
                  <a:lnTo>
                    <a:pt x="425" y="125"/>
                  </a:lnTo>
                  <a:lnTo>
                    <a:pt x="426" y="128"/>
                  </a:lnTo>
                  <a:lnTo>
                    <a:pt x="425" y="130"/>
                  </a:lnTo>
                  <a:lnTo>
                    <a:pt x="425" y="129"/>
                  </a:lnTo>
                  <a:lnTo>
                    <a:pt x="424" y="126"/>
                  </a:lnTo>
                  <a:lnTo>
                    <a:pt x="424" y="126"/>
                  </a:lnTo>
                  <a:lnTo>
                    <a:pt x="423" y="126"/>
                  </a:lnTo>
                  <a:lnTo>
                    <a:pt x="421" y="126"/>
                  </a:lnTo>
                  <a:lnTo>
                    <a:pt x="420" y="122"/>
                  </a:lnTo>
                  <a:lnTo>
                    <a:pt x="421" y="124"/>
                  </a:lnTo>
                  <a:lnTo>
                    <a:pt x="423" y="124"/>
                  </a:lnTo>
                  <a:lnTo>
                    <a:pt x="423" y="122"/>
                  </a:lnTo>
                  <a:lnTo>
                    <a:pt x="421" y="120"/>
                  </a:lnTo>
                  <a:lnTo>
                    <a:pt x="421" y="118"/>
                  </a:lnTo>
                  <a:lnTo>
                    <a:pt x="423" y="118"/>
                  </a:lnTo>
                  <a:lnTo>
                    <a:pt x="425" y="118"/>
                  </a:lnTo>
                  <a:close/>
                  <a:moveTo>
                    <a:pt x="413" y="107"/>
                  </a:moveTo>
                  <a:lnTo>
                    <a:pt x="415" y="108"/>
                  </a:lnTo>
                  <a:lnTo>
                    <a:pt x="416" y="109"/>
                  </a:lnTo>
                  <a:lnTo>
                    <a:pt x="419" y="109"/>
                  </a:lnTo>
                  <a:lnTo>
                    <a:pt x="417" y="111"/>
                  </a:lnTo>
                  <a:lnTo>
                    <a:pt x="416" y="111"/>
                  </a:lnTo>
                  <a:lnTo>
                    <a:pt x="413" y="109"/>
                  </a:lnTo>
                  <a:lnTo>
                    <a:pt x="412" y="108"/>
                  </a:lnTo>
                  <a:lnTo>
                    <a:pt x="413" y="107"/>
                  </a:lnTo>
                  <a:close/>
                  <a:moveTo>
                    <a:pt x="423" y="104"/>
                  </a:moveTo>
                  <a:lnTo>
                    <a:pt x="424" y="105"/>
                  </a:lnTo>
                  <a:lnTo>
                    <a:pt x="426" y="105"/>
                  </a:lnTo>
                  <a:lnTo>
                    <a:pt x="426" y="107"/>
                  </a:lnTo>
                  <a:lnTo>
                    <a:pt x="425" y="108"/>
                  </a:lnTo>
                  <a:lnTo>
                    <a:pt x="423" y="107"/>
                  </a:lnTo>
                  <a:lnTo>
                    <a:pt x="420" y="108"/>
                  </a:lnTo>
                  <a:lnTo>
                    <a:pt x="419" y="107"/>
                  </a:lnTo>
                  <a:lnTo>
                    <a:pt x="420" y="104"/>
                  </a:lnTo>
                  <a:lnTo>
                    <a:pt x="423" y="104"/>
                  </a:lnTo>
                  <a:close/>
                  <a:moveTo>
                    <a:pt x="786" y="103"/>
                  </a:moveTo>
                  <a:lnTo>
                    <a:pt x="787" y="103"/>
                  </a:lnTo>
                  <a:lnTo>
                    <a:pt x="790" y="105"/>
                  </a:lnTo>
                  <a:lnTo>
                    <a:pt x="791" y="107"/>
                  </a:lnTo>
                  <a:lnTo>
                    <a:pt x="791" y="108"/>
                  </a:lnTo>
                  <a:lnTo>
                    <a:pt x="790" y="107"/>
                  </a:lnTo>
                  <a:lnTo>
                    <a:pt x="790" y="108"/>
                  </a:lnTo>
                  <a:lnTo>
                    <a:pt x="786" y="108"/>
                  </a:lnTo>
                  <a:lnTo>
                    <a:pt x="786" y="107"/>
                  </a:lnTo>
                  <a:lnTo>
                    <a:pt x="785" y="105"/>
                  </a:lnTo>
                  <a:lnTo>
                    <a:pt x="785" y="104"/>
                  </a:lnTo>
                  <a:lnTo>
                    <a:pt x="786" y="103"/>
                  </a:lnTo>
                  <a:close/>
                  <a:moveTo>
                    <a:pt x="291" y="99"/>
                  </a:moveTo>
                  <a:lnTo>
                    <a:pt x="292" y="100"/>
                  </a:lnTo>
                  <a:lnTo>
                    <a:pt x="292" y="103"/>
                  </a:lnTo>
                  <a:lnTo>
                    <a:pt x="293" y="104"/>
                  </a:lnTo>
                  <a:lnTo>
                    <a:pt x="295" y="104"/>
                  </a:lnTo>
                  <a:lnTo>
                    <a:pt x="296" y="105"/>
                  </a:lnTo>
                  <a:lnTo>
                    <a:pt x="299" y="105"/>
                  </a:lnTo>
                  <a:lnTo>
                    <a:pt x="300" y="107"/>
                  </a:lnTo>
                  <a:lnTo>
                    <a:pt x="299" y="109"/>
                  </a:lnTo>
                  <a:lnTo>
                    <a:pt x="299" y="113"/>
                  </a:lnTo>
                  <a:lnTo>
                    <a:pt x="300" y="113"/>
                  </a:lnTo>
                  <a:lnTo>
                    <a:pt x="301" y="113"/>
                  </a:lnTo>
                  <a:lnTo>
                    <a:pt x="301" y="117"/>
                  </a:lnTo>
                  <a:lnTo>
                    <a:pt x="301" y="118"/>
                  </a:lnTo>
                  <a:lnTo>
                    <a:pt x="300" y="121"/>
                  </a:lnTo>
                  <a:lnTo>
                    <a:pt x="301" y="122"/>
                  </a:lnTo>
                  <a:lnTo>
                    <a:pt x="301" y="124"/>
                  </a:lnTo>
                  <a:lnTo>
                    <a:pt x="299" y="125"/>
                  </a:lnTo>
                  <a:lnTo>
                    <a:pt x="297" y="124"/>
                  </a:lnTo>
                  <a:lnTo>
                    <a:pt x="296" y="125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87" y="133"/>
                  </a:lnTo>
                  <a:lnTo>
                    <a:pt x="283" y="136"/>
                  </a:lnTo>
                  <a:lnTo>
                    <a:pt x="282" y="136"/>
                  </a:lnTo>
                  <a:lnTo>
                    <a:pt x="278" y="138"/>
                  </a:lnTo>
                  <a:lnTo>
                    <a:pt x="274" y="143"/>
                  </a:lnTo>
                  <a:lnTo>
                    <a:pt x="268" y="147"/>
                  </a:lnTo>
                  <a:lnTo>
                    <a:pt x="267" y="147"/>
                  </a:lnTo>
                  <a:lnTo>
                    <a:pt x="266" y="151"/>
                  </a:lnTo>
                  <a:lnTo>
                    <a:pt x="265" y="155"/>
                  </a:lnTo>
                  <a:lnTo>
                    <a:pt x="261" y="157"/>
                  </a:lnTo>
                  <a:lnTo>
                    <a:pt x="261" y="161"/>
                  </a:lnTo>
                  <a:lnTo>
                    <a:pt x="259" y="162"/>
                  </a:lnTo>
                  <a:lnTo>
                    <a:pt x="258" y="165"/>
                  </a:lnTo>
                  <a:lnTo>
                    <a:pt x="254" y="168"/>
                  </a:lnTo>
                  <a:lnTo>
                    <a:pt x="253" y="170"/>
                  </a:lnTo>
                  <a:lnTo>
                    <a:pt x="253" y="167"/>
                  </a:lnTo>
                  <a:lnTo>
                    <a:pt x="251" y="170"/>
                  </a:lnTo>
                  <a:lnTo>
                    <a:pt x="251" y="171"/>
                  </a:lnTo>
                  <a:lnTo>
                    <a:pt x="254" y="172"/>
                  </a:lnTo>
                  <a:lnTo>
                    <a:pt x="253" y="174"/>
                  </a:lnTo>
                  <a:lnTo>
                    <a:pt x="250" y="175"/>
                  </a:lnTo>
                  <a:lnTo>
                    <a:pt x="250" y="176"/>
                  </a:lnTo>
                  <a:lnTo>
                    <a:pt x="250" y="178"/>
                  </a:lnTo>
                  <a:lnTo>
                    <a:pt x="250" y="180"/>
                  </a:lnTo>
                  <a:lnTo>
                    <a:pt x="249" y="182"/>
                  </a:lnTo>
                  <a:lnTo>
                    <a:pt x="247" y="180"/>
                  </a:lnTo>
                  <a:lnTo>
                    <a:pt x="245" y="180"/>
                  </a:lnTo>
                  <a:lnTo>
                    <a:pt x="246" y="182"/>
                  </a:lnTo>
                  <a:lnTo>
                    <a:pt x="247" y="183"/>
                  </a:lnTo>
                  <a:lnTo>
                    <a:pt x="246" y="184"/>
                  </a:lnTo>
                  <a:lnTo>
                    <a:pt x="243" y="183"/>
                  </a:lnTo>
                  <a:lnTo>
                    <a:pt x="241" y="182"/>
                  </a:lnTo>
                  <a:lnTo>
                    <a:pt x="239" y="182"/>
                  </a:lnTo>
                  <a:lnTo>
                    <a:pt x="239" y="186"/>
                  </a:lnTo>
                  <a:lnTo>
                    <a:pt x="241" y="186"/>
                  </a:lnTo>
                  <a:lnTo>
                    <a:pt x="242" y="186"/>
                  </a:lnTo>
                  <a:lnTo>
                    <a:pt x="241" y="188"/>
                  </a:lnTo>
                  <a:lnTo>
                    <a:pt x="239" y="188"/>
                  </a:lnTo>
                  <a:lnTo>
                    <a:pt x="237" y="187"/>
                  </a:lnTo>
                  <a:lnTo>
                    <a:pt x="236" y="187"/>
                  </a:lnTo>
                  <a:lnTo>
                    <a:pt x="238" y="191"/>
                  </a:lnTo>
                  <a:lnTo>
                    <a:pt x="239" y="192"/>
                  </a:lnTo>
                  <a:lnTo>
                    <a:pt x="239" y="195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9" y="200"/>
                  </a:lnTo>
                  <a:lnTo>
                    <a:pt x="239" y="201"/>
                  </a:lnTo>
                  <a:lnTo>
                    <a:pt x="239" y="203"/>
                  </a:lnTo>
                  <a:lnTo>
                    <a:pt x="237" y="201"/>
                  </a:lnTo>
                  <a:lnTo>
                    <a:pt x="236" y="201"/>
                  </a:lnTo>
                  <a:lnTo>
                    <a:pt x="234" y="199"/>
                  </a:lnTo>
                  <a:lnTo>
                    <a:pt x="233" y="197"/>
                  </a:lnTo>
                  <a:lnTo>
                    <a:pt x="233" y="199"/>
                  </a:lnTo>
                  <a:lnTo>
                    <a:pt x="234" y="201"/>
                  </a:lnTo>
                  <a:lnTo>
                    <a:pt x="237" y="205"/>
                  </a:lnTo>
                  <a:lnTo>
                    <a:pt x="238" y="209"/>
                  </a:lnTo>
                  <a:lnTo>
                    <a:pt x="237" y="211"/>
                  </a:lnTo>
                  <a:lnTo>
                    <a:pt x="236" y="209"/>
                  </a:lnTo>
                  <a:lnTo>
                    <a:pt x="236" y="208"/>
                  </a:lnTo>
                  <a:lnTo>
                    <a:pt x="234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0" y="207"/>
                  </a:lnTo>
                  <a:lnTo>
                    <a:pt x="230" y="208"/>
                  </a:lnTo>
                  <a:lnTo>
                    <a:pt x="232" y="208"/>
                  </a:lnTo>
                  <a:lnTo>
                    <a:pt x="234" y="208"/>
                  </a:lnTo>
                  <a:lnTo>
                    <a:pt x="236" y="212"/>
                  </a:lnTo>
                  <a:lnTo>
                    <a:pt x="237" y="213"/>
                  </a:lnTo>
                  <a:lnTo>
                    <a:pt x="237" y="215"/>
                  </a:lnTo>
                  <a:lnTo>
                    <a:pt x="236" y="217"/>
                  </a:lnTo>
                  <a:lnTo>
                    <a:pt x="236" y="220"/>
                  </a:lnTo>
                  <a:lnTo>
                    <a:pt x="234" y="222"/>
                  </a:lnTo>
                  <a:lnTo>
                    <a:pt x="233" y="224"/>
                  </a:lnTo>
                  <a:lnTo>
                    <a:pt x="232" y="225"/>
                  </a:lnTo>
                  <a:lnTo>
                    <a:pt x="229" y="225"/>
                  </a:lnTo>
                  <a:lnTo>
                    <a:pt x="226" y="224"/>
                  </a:lnTo>
                  <a:lnTo>
                    <a:pt x="225" y="221"/>
                  </a:lnTo>
                  <a:lnTo>
                    <a:pt x="225" y="221"/>
                  </a:lnTo>
                  <a:lnTo>
                    <a:pt x="224" y="222"/>
                  </a:lnTo>
                  <a:lnTo>
                    <a:pt x="225" y="224"/>
                  </a:lnTo>
                  <a:lnTo>
                    <a:pt x="224" y="225"/>
                  </a:lnTo>
                  <a:lnTo>
                    <a:pt x="221" y="224"/>
                  </a:lnTo>
                  <a:lnTo>
                    <a:pt x="220" y="222"/>
                  </a:lnTo>
                  <a:lnTo>
                    <a:pt x="217" y="222"/>
                  </a:lnTo>
                  <a:lnTo>
                    <a:pt x="214" y="224"/>
                  </a:lnTo>
                  <a:lnTo>
                    <a:pt x="212" y="225"/>
                  </a:lnTo>
                  <a:lnTo>
                    <a:pt x="208" y="225"/>
                  </a:lnTo>
                  <a:lnTo>
                    <a:pt x="208" y="224"/>
                  </a:lnTo>
                  <a:lnTo>
                    <a:pt x="208" y="224"/>
                  </a:lnTo>
                  <a:lnTo>
                    <a:pt x="208" y="221"/>
                  </a:lnTo>
                  <a:lnTo>
                    <a:pt x="208" y="220"/>
                  </a:lnTo>
                  <a:lnTo>
                    <a:pt x="209" y="217"/>
                  </a:lnTo>
                  <a:lnTo>
                    <a:pt x="213" y="216"/>
                  </a:lnTo>
                  <a:lnTo>
                    <a:pt x="213" y="215"/>
                  </a:lnTo>
                  <a:lnTo>
                    <a:pt x="214" y="215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7" y="215"/>
                  </a:lnTo>
                  <a:lnTo>
                    <a:pt x="216" y="213"/>
                  </a:lnTo>
                  <a:lnTo>
                    <a:pt x="214" y="213"/>
                  </a:lnTo>
                  <a:lnTo>
                    <a:pt x="212" y="213"/>
                  </a:lnTo>
                  <a:lnTo>
                    <a:pt x="208" y="216"/>
                  </a:lnTo>
                  <a:lnTo>
                    <a:pt x="207" y="217"/>
                  </a:lnTo>
                  <a:lnTo>
                    <a:pt x="207" y="218"/>
                  </a:lnTo>
                  <a:lnTo>
                    <a:pt x="205" y="218"/>
                  </a:lnTo>
                  <a:lnTo>
                    <a:pt x="203" y="218"/>
                  </a:lnTo>
                  <a:lnTo>
                    <a:pt x="200" y="216"/>
                  </a:lnTo>
                  <a:lnTo>
                    <a:pt x="201" y="215"/>
                  </a:lnTo>
                  <a:lnTo>
                    <a:pt x="203" y="215"/>
                  </a:lnTo>
                  <a:lnTo>
                    <a:pt x="204" y="213"/>
                  </a:lnTo>
                  <a:lnTo>
                    <a:pt x="203" y="212"/>
                  </a:lnTo>
                  <a:lnTo>
                    <a:pt x="204" y="211"/>
                  </a:lnTo>
                  <a:lnTo>
                    <a:pt x="205" y="208"/>
                  </a:lnTo>
                  <a:lnTo>
                    <a:pt x="207" y="209"/>
                  </a:lnTo>
                  <a:lnTo>
                    <a:pt x="207" y="208"/>
                  </a:lnTo>
                  <a:lnTo>
                    <a:pt x="208" y="208"/>
                  </a:lnTo>
                  <a:lnTo>
                    <a:pt x="207" y="207"/>
                  </a:lnTo>
                  <a:lnTo>
                    <a:pt x="207" y="205"/>
                  </a:lnTo>
                  <a:lnTo>
                    <a:pt x="208" y="204"/>
                  </a:lnTo>
                  <a:lnTo>
                    <a:pt x="208" y="203"/>
                  </a:lnTo>
                  <a:lnTo>
                    <a:pt x="209" y="201"/>
                  </a:lnTo>
                  <a:lnTo>
                    <a:pt x="212" y="201"/>
                  </a:lnTo>
                  <a:lnTo>
                    <a:pt x="213" y="203"/>
                  </a:lnTo>
                  <a:lnTo>
                    <a:pt x="216" y="203"/>
                  </a:lnTo>
                  <a:lnTo>
                    <a:pt x="217" y="204"/>
                  </a:lnTo>
                  <a:lnTo>
                    <a:pt x="220" y="205"/>
                  </a:lnTo>
                  <a:lnTo>
                    <a:pt x="218" y="204"/>
                  </a:lnTo>
                  <a:lnTo>
                    <a:pt x="218" y="203"/>
                  </a:lnTo>
                  <a:lnTo>
                    <a:pt x="217" y="203"/>
                  </a:lnTo>
                  <a:lnTo>
                    <a:pt x="214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1" y="199"/>
                  </a:lnTo>
                  <a:lnTo>
                    <a:pt x="212" y="197"/>
                  </a:lnTo>
                  <a:lnTo>
                    <a:pt x="214" y="197"/>
                  </a:lnTo>
                  <a:lnTo>
                    <a:pt x="214" y="196"/>
                  </a:lnTo>
                  <a:lnTo>
                    <a:pt x="212" y="196"/>
                  </a:lnTo>
                  <a:lnTo>
                    <a:pt x="209" y="196"/>
                  </a:lnTo>
                  <a:lnTo>
                    <a:pt x="208" y="196"/>
                  </a:lnTo>
                  <a:lnTo>
                    <a:pt x="209" y="195"/>
                  </a:lnTo>
                  <a:lnTo>
                    <a:pt x="211" y="193"/>
                  </a:lnTo>
                  <a:lnTo>
                    <a:pt x="213" y="193"/>
                  </a:lnTo>
                  <a:lnTo>
                    <a:pt x="216" y="192"/>
                  </a:lnTo>
                  <a:lnTo>
                    <a:pt x="216" y="192"/>
                  </a:lnTo>
                  <a:lnTo>
                    <a:pt x="216" y="191"/>
                  </a:lnTo>
                  <a:lnTo>
                    <a:pt x="213" y="192"/>
                  </a:lnTo>
                  <a:lnTo>
                    <a:pt x="212" y="191"/>
                  </a:lnTo>
                  <a:lnTo>
                    <a:pt x="211" y="191"/>
                  </a:lnTo>
                  <a:lnTo>
                    <a:pt x="209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3" y="186"/>
                  </a:lnTo>
                  <a:lnTo>
                    <a:pt x="216" y="186"/>
                  </a:lnTo>
                  <a:lnTo>
                    <a:pt x="217" y="186"/>
                  </a:lnTo>
                  <a:lnTo>
                    <a:pt x="218" y="183"/>
                  </a:lnTo>
                  <a:lnTo>
                    <a:pt x="217" y="183"/>
                  </a:lnTo>
                  <a:lnTo>
                    <a:pt x="216" y="184"/>
                  </a:lnTo>
                  <a:lnTo>
                    <a:pt x="213" y="184"/>
                  </a:lnTo>
                  <a:lnTo>
                    <a:pt x="213" y="183"/>
                  </a:lnTo>
                  <a:lnTo>
                    <a:pt x="212" y="183"/>
                  </a:lnTo>
                  <a:lnTo>
                    <a:pt x="211" y="184"/>
                  </a:lnTo>
                  <a:lnTo>
                    <a:pt x="209" y="184"/>
                  </a:lnTo>
                  <a:lnTo>
                    <a:pt x="209" y="183"/>
                  </a:lnTo>
                  <a:lnTo>
                    <a:pt x="209" y="180"/>
                  </a:lnTo>
                  <a:lnTo>
                    <a:pt x="209" y="179"/>
                  </a:lnTo>
                  <a:lnTo>
                    <a:pt x="209" y="179"/>
                  </a:lnTo>
                  <a:lnTo>
                    <a:pt x="208" y="179"/>
                  </a:lnTo>
                  <a:lnTo>
                    <a:pt x="205" y="178"/>
                  </a:lnTo>
                  <a:lnTo>
                    <a:pt x="205" y="175"/>
                  </a:lnTo>
                  <a:lnTo>
                    <a:pt x="205" y="171"/>
                  </a:lnTo>
                  <a:lnTo>
                    <a:pt x="207" y="171"/>
                  </a:lnTo>
                  <a:lnTo>
                    <a:pt x="207" y="172"/>
                  </a:lnTo>
                  <a:lnTo>
                    <a:pt x="208" y="174"/>
                  </a:lnTo>
                  <a:lnTo>
                    <a:pt x="211" y="175"/>
                  </a:lnTo>
                  <a:lnTo>
                    <a:pt x="212" y="174"/>
                  </a:lnTo>
                  <a:lnTo>
                    <a:pt x="213" y="171"/>
                  </a:lnTo>
                  <a:lnTo>
                    <a:pt x="213" y="170"/>
                  </a:lnTo>
                  <a:lnTo>
                    <a:pt x="213" y="168"/>
                  </a:lnTo>
                  <a:lnTo>
                    <a:pt x="216" y="167"/>
                  </a:lnTo>
                  <a:lnTo>
                    <a:pt x="218" y="167"/>
                  </a:lnTo>
                  <a:lnTo>
                    <a:pt x="221" y="168"/>
                  </a:lnTo>
                  <a:lnTo>
                    <a:pt x="222" y="167"/>
                  </a:lnTo>
                  <a:lnTo>
                    <a:pt x="222" y="165"/>
                  </a:lnTo>
                  <a:lnTo>
                    <a:pt x="222" y="163"/>
                  </a:lnTo>
                  <a:lnTo>
                    <a:pt x="221" y="162"/>
                  </a:lnTo>
                  <a:lnTo>
                    <a:pt x="220" y="163"/>
                  </a:lnTo>
                  <a:lnTo>
                    <a:pt x="218" y="163"/>
                  </a:lnTo>
                  <a:lnTo>
                    <a:pt x="218" y="161"/>
                  </a:lnTo>
                  <a:lnTo>
                    <a:pt x="218" y="158"/>
                  </a:lnTo>
                  <a:lnTo>
                    <a:pt x="220" y="157"/>
                  </a:lnTo>
                  <a:lnTo>
                    <a:pt x="224" y="157"/>
                  </a:lnTo>
                  <a:lnTo>
                    <a:pt x="225" y="155"/>
                  </a:lnTo>
                  <a:lnTo>
                    <a:pt x="224" y="155"/>
                  </a:lnTo>
                  <a:lnTo>
                    <a:pt x="224" y="154"/>
                  </a:lnTo>
                  <a:lnTo>
                    <a:pt x="224" y="151"/>
                  </a:lnTo>
                  <a:lnTo>
                    <a:pt x="225" y="150"/>
                  </a:lnTo>
                  <a:lnTo>
                    <a:pt x="228" y="149"/>
                  </a:lnTo>
                  <a:lnTo>
                    <a:pt x="228" y="147"/>
                  </a:lnTo>
                  <a:lnTo>
                    <a:pt x="229" y="146"/>
                  </a:lnTo>
                  <a:lnTo>
                    <a:pt x="232" y="146"/>
                  </a:lnTo>
                  <a:lnTo>
                    <a:pt x="233" y="145"/>
                  </a:lnTo>
                  <a:lnTo>
                    <a:pt x="234" y="143"/>
                  </a:lnTo>
                  <a:lnTo>
                    <a:pt x="232" y="142"/>
                  </a:lnTo>
                  <a:lnTo>
                    <a:pt x="232" y="141"/>
                  </a:lnTo>
                  <a:lnTo>
                    <a:pt x="234" y="140"/>
                  </a:lnTo>
                  <a:lnTo>
                    <a:pt x="236" y="137"/>
                  </a:lnTo>
                  <a:lnTo>
                    <a:pt x="237" y="137"/>
                  </a:lnTo>
                  <a:lnTo>
                    <a:pt x="237" y="138"/>
                  </a:lnTo>
                  <a:lnTo>
                    <a:pt x="237" y="140"/>
                  </a:lnTo>
                  <a:lnTo>
                    <a:pt x="237" y="141"/>
                  </a:lnTo>
                  <a:lnTo>
                    <a:pt x="237" y="141"/>
                  </a:lnTo>
                  <a:lnTo>
                    <a:pt x="238" y="140"/>
                  </a:lnTo>
                  <a:lnTo>
                    <a:pt x="239" y="138"/>
                  </a:lnTo>
                  <a:lnTo>
                    <a:pt x="239" y="138"/>
                  </a:lnTo>
                  <a:lnTo>
                    <a:pt x="239" y="137"/>
                  </a:lnTo>
                  <a:lnTo>
                    <a:pt x="238" y="134"/>
                  </a:lnTo>
                  <a:lnTo>
                    <a:pt x="238" y="133"/>
                  </a:lnTo>
                  <a:lnTo>
                    <a:pt x="239" y="132"/>
                  </a:lnTo>
                  <a:lnTo>
                    <a:pt x="241" y="132"/>
                  </a:lnTo>
                  <a:lnTo>
                    <a:pt x="245" y="130"/>
                  </a:lnTo>
                  <a:lnTo>
                    <a:pt x="249" y="130"/>
                  </a:lnTo>
                  <a:lnTo>
                    <a:pt x="250" y="132"/>
                  </a:lnTo>
                  <a:lnTo>
                    <a:pt x="251" y="134"/>
                  </a:lnTo>
                  <a:lnTo>
                    <a:pt x="251" y="133"/>
                  </a:lnTo>
                  <a:lnTo>
                    <a:pt x="251" y="130"/>
                  </a:lnTo>
                  <a:lnTo>
                    <a:pt x="251" y="129"/>
                  </a:lnTo>
                  <a:lnTo>
                    <a:pt x="253" y="129"/>
                  </a:lnTo>
                  <a:lnTo>
                    <a:pt x="253" y="130"/>
                  </a:lnTo>
                  <a:lnTo>
                    <a:pt x="254" y="132"/>
                  </a:lnTo>
                  <a:lnTo>
                    <a:pt x="257" y="130"/>
                  </a:lnTo>
                  <a:lnTo>
                    <a:pt x="258" y="126"/>
                  </a:lnTo>
                  <a:lnTo>
                    <a:pt x="259" y="125"/>
                  </a:lnTo>
                  <a:lnTo>
                    <a:pt x="262" y="126"/>
                  </a:lnTo>
                  <a:lnTo>
                    <a:pt x="263" y="126"/>
                  </a:lnTo>
                  <a:lnTo>
                    <a:pt x="265" y="125"/>
                  </a:lnTo>
                  <a:lnTo>
                    <a:pt x="268" y="122"/>
                  </a:lnTo>
                  <a:lnTo>
                    <a:pt x="270" y="121"/>
                  </a:lnTo>
                  <a:lnTo>
                    <a:pt x="271" y="120"/>
                  </a:lnTo>
                  <a:lnTo>
                    <a:pt x="271" y="118"/>
                  </a:lnTo>
                  <a:lnTo>
                    <a:pt x="271" y="117"/>
                  </a:lnTo>
                  <a:lnTo>
                    <a:pt x="274" y="117"/>
                  </a:lnTo>
                  <a:lnTo>
                    <a:pt x="274" y="116"/>
                  </a:lnTo>
                  <a:lnTo>
                    <a:pt x="272" y="113"/>
                  </a:lnTo>
                  <a:lnTo>
                    <a:pt x="272" y="112"/>
                  </a:lnTo>
                  <a:lnTo>
                    <a:pt x="274" y="109"/>
                  </a:lnTo>
                  <a:lnTo>
                    <a:pt x="275" y="108"/>
                  </a:lnTo>
                  <a:lnTo>
                    <a:pt x="276" y="107"/>
                  </a:lnTo>
                  <a:lnTo>
                    <a:pt x="278" y="107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3" y="101"/>
                  </a:lnTo>
                  <a:lnTo>
                    <a:pt x="284" y="100"/>
                  </a:lnTo>
                  <a:lnTo>
                    <a:pt x="287" y="101"/>
                  </a:lnTo>
                  <a:lnTo>
                    <a:pt x="288" y="103"/>
                  </a:lnTo>
                  <a:lnTo>
                    <a:pt x="288" y="101"/>
                  </a:lnTo>
                  <a:lnTo>
                    <a:pt x="291" y="99"/>
                  </a:lnTo>
                  <a:close/>
                  <a:moveTo>
                    <a:pt x="977" y="99"/>
                  </a:moveTo>
                  <a:lnTo>
                    <a:pt x="978" y="101"/>
                  </a:lnTo>
                  <a:lnTo>
                    <a:pt x="980" y="103"/>
                  </a:lnTo>
                  <a:lnTo>
                    <a:pt x="978" y="104"/>
                  </a:lnTo>
                  <a:lnTo>
                    <a:pt x="976" y="105"/>
                  </a:lnTo>
                  <a:lnTo>
                    <a:pt x="976" y="105"/>
                  </a:lnTo>
                  <a:lnTo>
                    <a:pt x="973" y="105"/>
                  </a:lnTo>
                  <a:lnTo>
                    <a:pt x="972" y="103"/>
                  </a:lnTo>
                  <a:lnTo>
                    <a:pt x="974" y="103"/>
                  </a:lnTo>
                  <a:lnTo>
                    <a:pt x="976" y="101"/>
                  </a:lnTo>
                  <a:lnTo>
                    <a:pt x="977" y="99"/>
                  </a:lnTo>
                  <a:lnTo>
                    <a:pt x="977" y="99"/>
                  </a:lnTo>
                  <a:close/>
                  <a:moveTo>
                    <a:pt x="1232" y="84"/>
                  </a:moveTo>
                  <a:lnTo>
                    <a:pt x="1235" y="86"/>
                  </a:lnTo>
                  <a:lnTo>
                    <a:pt x="1235" y="88"/>
                  </a:lnTo>
                  <a:lnTo>
                    <a:pt x="1235" y="90"/>
                  </a:lnTo>
                  <a:lnTo>
                    <a:pt x="1234" y="88"/>
                  </a:lnTo>
                  <a:lnTo>
                    <a:pt x="1232" y="86"/>
                  </a:lnTo>
                  <a:lnTo>
                    <a:pt x="1232" y="84"/>
                  </a:lnTo>
                  <a:lnTo>
                    <a:pt x="1232" y="84"/>
                  </a:lnTo>
                  <a:close/>
                  <a:moveTo>
                    <a:pt x="1228" y="82"/>
                  </a:moveTo>
                  <a:lnTo>
                    <a:pt x="1230" y="83"/>
                  </a:lnTo>
                  <a:lnTo>
                    <a:pt x="1230" y="86"/>
                  </a:lnTo>
                  <a:lnTo>
                    <a:pt x="1230" y="86"/>
                  </a:lnTo>
                  <a:lnTo>
                    <a:pt x="1228" y="87"/>
                  </a:lnTo>
                  <a:lnTo>
                    <a:pt x="1227" y="86"/>
                  </a:lnTo>
                  <a:lnTo>
                    <a:pt x="1226" y="83"/>
                  </a:lnTo>
                  <a:lnTo>
                    <a:pt x="1227" y="83"/>
                  </a:lnTo>
                  <a:lnTo>
                    <a:pt x="1228" y="82"/>
                  </a:lnTo>
                  <a:close/>
                  <a:moveTo>
                    <a:pt x="1232" y="80"/>
                  </a:moveTo>
                  <a:lnTo>
                    <a:pt x="1234" y="80"/>
                  </a:lnTo>
                  <a:lnTo>
                    <a:pt x="1235" y="83"/>
                  </a:lnTo>
                  <a:lnTo>
                    <a:pt x="1235" y="84"/>
                  </a:lnTo>
                  <a:lnTo>
                    <a:pt x="1234" y="84"/>
                  </a:lnTo>
                  <a:lnTo>
                    <a:pt x="1232" y="82"/>
                  </a:lnTo>
                  <a:lnTo>
                    <a:pt x="1232" y="80"/>
                  </a:lnTo>
                  <a:close/>
                  <a:moveTo>
                    <a:pt x="706" y="78"/>
                  </a:moveTo>
                  <a:lnTo>
                    <a:pt x="707" y="79"/>
                  </a:lnTo>
                  <a:lnTo>
                    <a:pt x="707" y="80"/>
                  </a:lnTo>
                  <a:lnTo>
                    <a:pt x="708" y="83"/>
                  </a:lnTo>
                  <a:lnTo>
                    <a:pt x="710" y="84"/>
                  </a:lnTo>
                  <a:lnTo>
                    <a:pt x="710" y="88"/>
                  </a:lnTo>
                  <a:lnTo>
                    <a:pt x="711" y="90"/>
                  </a:lnTo>
                  <a:lnTo>
                    <a:pt x="711" y="91"/>
                  </a:lnTo>
                  <a:lnTo>
                    <a:pt x="710" y="92"/>
                  </a:lnTo>
                  <a:lnTo>
                    <a:pt x="710" y="93"/>
                  </a:lnTo>
                  <a:lnTo>
                    <a:pt x="708" y="95"/>
                  </a:lnTo>
                  <a:lnTo>
                    <a:pt x="707" y="93"/>
                  </a:lnTo>
                  <a:lnTo>
                    <a:pt x="704" y="93"/>
                  </a:lnTo>
                  <a:lnTo>
                    <a:pt x="698" y="92"/>
                  </a:lnTo>
                  <a:lnTo>
                    <a:pt x="695" y="92"/>
                  </a:lnTo>
                  <a:lnTo>
                    <a:pt x="694" y="91"/>
                  </a:lnTo>
                  <a:lnTo>
                    <a:pt x="694" y="90"/>
                  </a:lnTo>
                  <a:lnTo>
                    <a:pt x="696" y="90"/>
                  </a:lnTo>
                  <a:lnTo>
                    <a:pt x="698" y="88"/>
                  </a:lnTo>
                  <a:lnTo>
                    <a:pt x="696" y="87"/>
                  </a:lnTo>
                  <a:lnTo>
                    <a:pt x="695" y="86"/>
                  </a:lnTo>
                  <a:lnTo>
                    <a:pt x="694" y="83"/>
                  </a:lnTo>
                  <a:lnTo>
                    <a:pt x="695" y="82"/>
                  </a:lnTo>
                  <a:lnTo>
                    <a:pt x="698" y="82"/>
                  </a:lnTo>
                  <a:lnTo>
                    <a:pt x="702" y="79"/>
                  </a:lnTo>
                  <a:lnTo>
                    <a:pt x="706" y="78"/>
                  </a:lnTo>
                  <a:close/>
                  <a:moveTo>
                    <a:pt x="1235" y="78"/>
                  </a:moveTo>
                  <a:lnTo>
                    <a:pt x="1236" y="78"/>
                  </a:lnTo>
                  <a:lnTo>
                    <a:pt x="1236" y="80"/>
                  </a:lnTo>
                  <a:lnTo>
                    <a:pt x="1236" y="82"/>
                  </a:lnTo>
                  <a:lnTo>
                    <a:pt x="1235" y="82"/>
                  </a:lnTo>
                  <a:lnTo>
                    <a:pt x="1235" y="79"/>
                  </a:lnTo>
                  <a:lnTo>
                    <a:pt x="1235" y="78"/>
                  </a:lnTo>
                  <a:close/>
                  <a:moveTo>
                    <a:pt x="818" y="70"/>
                  </a:moveTo>
                  <a:lnTo>
                    <a:pt x="818" y="72"/>
                  </a:lnTo>
                  <a:lnTo>
                    <a:pt x="818" y="75"/>
                  </a:lnTo>
                  <a:lnTo>
                    <a:pt x="816" y="75"/>
                  </a:lnTo>
                  <a:lnTo>
                    <a:pt x="815" y="74"/>
                  </a:lnTo>
                  <a:lnTo>
                    <a:pt x="814" y="74"/>
                  </a:lnTo>
                  <a:lnTo>
                    <a:pt x="814" y="72"/>
                  </a:lnTo>
                  <a:lnTo>
                    <a:pt x="814" y="71"/>
                  </a:lnTo>
                  <a:lnTo>
                    <a:pt x="818" y="70"/>
                  </a:lnTo>
                  <a:close/>
                  <a:moveTo>
                    <a:pt x="534" y="67"/>
                  </a:moveTo>
                  <a:lnTo>
                    <a:pt x="536" y="70"/>
                  </a:lnTo>
                  <a:lnTo>
                    <a:pt x="536" y="70"/>
                  </a:lnTo>
                  <a:lnTo>
                    <a:pt x="536" y="71"/>
                  </a:lnTo>
                  <a:lnTo>
                    <a:pt x="536" y="71"/>
                  </a:lnTo>
                  <a:lnTo>
                    <a:pt x="534" y="72"/>
                  </a:lnTo>
                  <a:lnTo>
                    <a:pt x="533" y="74"/>
                  </a:lnTo>
                  <a:lnTo>
                    <a:pt x="530" y="74"/>
                  </a:lnTo>
                  <a:lnTo>
                    <a:pt x="529" y="74"/>
                  </a:lnTo>
                  <a:lnTo>
                    <a:pt x="527" y="74"/>
                  </a:lnTo>
                  <a:lnTo>
                    <a:pt x="527" y="72"/>
                  </a:lnTo>
                  <a:lnTo>
                    <a:pt x="524" y="72"/>
                  </a:lnTo>
                  <a:lnTo>
                    <a:pt x="524" y="72"/>
                  </a:lnTo>
                  <a:lnTo>
                    <a:pt x="524" y="70"/>
                  </a:lnTo>
                  <a:lnTo>
                    <a:pt x="527" y="71"/>
                  </a:lnTo>
                  <a:lnTo>
                    <a:pt x="528" y="70"/>
                  </a:lnTo>
                  <a:lnTo>
                    <a:pt x="528" y="68"/>
                  </a:lnTo>
                  <a:lnTo>
                    <a:pt x="529" y="68"/>
                  </a:lnTo>
                  <a:lnTo>
                    <a:pt x="530" y="70"/>
                  </a:lnTo>
                  <a:lnTo>
                    <a:pt x="532" y="70"/>
                  </a:lnTo>
                  <a:lnTo>
                    <a:pt x="532" y="70"/>
                  </a:lnTo>
                  <a:lnTo>
                    <a:pt x="532" y="68"/>
                  </a:lnTo>
                  <a:lnTo>
                    <a:pt x="533" y="67"/>
                  </a:lnTo>
                  <a:lnTo>
                    <a:pt x="534" y="67"/>
                  </a:lnTo>
                  <a:close/>
                  <a:moveTo>
                    <a:pt x="512" y="58"/>
                  </a:moveTo>
                  <a:lnTo>
                    <a:pt x="513" y="58"/>
                  </a:lnTo>
                  <a:lnTo>
                    <a:pt x="513" y="59"/>
                  </a:lnTo>
                  <a:lnTo>
                    <a:pt x="511" y="61"/>
                  </a:lnTo>
                  <a:lnTo>
                    <a:pt x="509" y="61"/>
                  </a:lnTo>
                  <a:lnTo>
                    <a:pt x="508" y="61"/>
                  </a:lnTo>
                  <a:lnTo>
                    <a:pt x="511" y="59"/>
                  </a:lnTo>
                  <a:lnTo>
                    <a:pt x="512" y="58"/>
                  </a:lnTo>
                  <a:close/>
                  <a:moveTo>
                    <a:pt x="523" y="55"/>
                  </a:moveTo>
                  <a:lnTo>
                    <a:pt x="524" y="55"/>
                  </a:lnTo>
                  <a:lnTo>
                    <a:pt x="524" y="58"/>
                  </a:lnTo>
                  <a:lnTo>
                    <a:pt x="524" y="58"/>
                  </a:lnTo>
                  <a:lnTo>
                    <a:pt x="524" y="61"/>
                  </a:lnTo>
                  <a:lnTo>
                    <a:pt x="523" y="61"/>
                  </a:lnTo>
                  <a:lnTo>
                    <a:pt x="523" y="59"/>
                  </a:lnTo>
                  <a:lnTo>
                    <a:pt x="521" y="58"/>
                  </a:lnTo>
                  <a:lnTo>
                    <a:pt x="520" y="59"/>
                  </a:lnTo>
                  <a:lnTo>
                    <a:pt x="519" y="61"/>
                  </a:lnTo>
                  <a:lnTo>
                    <a:pt x="519" y="59"/>
                  </a:lnTo>
                  <a:lnTo>
                    <a:pt x="520" y="58"/>
                  </a:lnTo>
                  <a:lnTo>
                    <a:pt x="521" y="55"/>
                  </a:lnTo>
                  <a:lnTo>
                    <a:pt x="523" y="55"/>
                  </a:lnTo>
                  <a:close/>
                  <a:moveTo>
                    <a:pt x="530" y="50"/>
                  </a:moveTo>
                  <a:lnTo>
                    <a:pt x="532" y="51"/>
                  </a:lnTo>
                  <a:lnTo>
                    <a:pt x="532" y="53"/>
                  </a:lnTo>
                  <a:lnTo>
                    <a:pt x="534" y="53"/>
                  </a:lnTo>
                  <a:lnTo>
                    <a:pt x="534" y="54"/>
                  </a:lnTo>
                  <a:lnTo>
                    <a:pt x="533" y="55"/>
                  </a:lnTo>
                  <a:lnTo>
                    <a:pt x="532" y="55"/>
                  </a:lnTo>
                  <a:lnTo>
                    <a:pt x="532" y="53"/>
                  </a:lnTo>
                  <a:lnTo>
                    <a:pt x="530" y="51"/>
                  </a:lnTo>
                  <a:lnTo>
                    <a:pt x="530" y="50"/>
                  </a:lnTo>
                  <a:close/>
                  <a:moveTo>
                    <a:pt x="1309" y="47"/>
                  </a:moveTo>
                  <a:lnTo>
                    <a:pt x="1307" y="50"/>
                  </a:lnTo>
                  <a:lnTo>
                    <a:pt x="1306" y="51"/>
                  </a:lnTo>
                  <a:lnTo>
                    <a:pt x="1306" y="50"/>
                  </a:lnTo>
                  <a:lnTo>
                    <a:pt x="1306" y="49"/>
                  </a:lnTo>
                  <a:lnTo>
                    <a:pt x="1309" y="47"/>
                  </a:lnTo>
                  <a:close/>
                  <a:moveTo>
                    <a:pt x="530" y="47"/>
                  </a:moveTo>
                  <a:lnTo>
                    <a:pt x="532" y="47"/>
                  </a:lnTo>
                  <a:lnTo>
                    <a:pt x="530" y="50"/>
                  </a:lnTo>
                  <a:lnTo>
                    <a:pt x="528" y="50"/>
                  </a:lnTo>
                  <a:lnTo>
                    <a:pt x="528" y="49"/>
                  </a:lnTo>
                  <a:lnTo>
                    <a:pt x="528" y="47"/>
                  </a:lnTo>
                  <a:lnTo>
                    <a:pt x="530" y="47"/>
                  </a:lnTo>
                  <a:close/>
                  <a:moveTo>
                    <a:pt x="454" y="47"/>
                  </a:moveTo>
                  <a:lnTo>
                    <a:pt x="455" y="47"/>
                  </a:lnTo>
                  <a:lnTo>
                    <a:pt x="457" y="49"/>
                  </a:lnTo>
                  <a:lnTo>
                    <a:pt x="457" y="51"/>
                  </a:lnTo>
                  <a:lnTo>
                    <a:pt x="457" y="53"/>
                  </a:lnTo>
                  <a:lnTo>
                    <a:pt x="454" y="54"/>
                  </a:lnTo>
                  <a:lnTo>
                    <a:pt x="453" y="54"/>
                  </a:lnTo>
                  <a:lnTo>
                    <a:pt x="453" y="53"/>
                  </a:lnTo>
                  <a:lnTo>
                    <a:pt x="453" y="50"/>
                  </a:lnTo>
                  <a:lnTo>
                    <a:pt x="453" y="47"/>
                  </a:lnTo>
                  <a:lnTo>
                    <a:pt x="454" y="47"/>
                  </a:lnTo>
                  <a:close/>
                  <a:moveTo>
                    <a:pt x="1286" y="45"/>
                  </a:moveTo>
                  <a:lnTo>
                    <a:pt x="1289" y="45"/>
                  </a:lnTo>
                  <a:lnTo>
                    <a:pt x="1292" y="46"/>
                  </a:lnTo>
                  <a:lnTo>
                    <a:pt x="1293" y="46"/>
                  </a:lnTo>
                  <a:lnTo>
                    <a:pt x="1293" y="45"/>
                  </a:lnTo>
                  <a:lnTo>
                    <a:pt x="1296" y="47"/>
                  </a:lnTo>
                  <a:lnTo>
                    <a:pt x="1297" y="49"/>
                  </a:lnTo>
                  <a:lnTo>
                    <a:pt x="1296" y="50"/>
                  </a:lnTo>
                  <a:lnTo>
                    <a:pt x="1298" y="53"/>
                  </a:lnTo>
                  <a:lnTo>
                    <a:pt x="1298" y="55"/>
                  </a:lnTo>
                  <a:lnTo>
                    <a:pt x="1297" y="57"/>
                  </a:lnTo>
                  <a:lnTo>
                    <a:pt x="1294" y="58"/>
                  </a:lnTo>
                  <a:lnTo>
                    <a:pt x="1292" y="57"/>
                  </a:lnTo>
                  <a:lnTo>
                    <a:pt x="1289" y="54"/>
                  </a:lnTo>
                  <a:lnTo>
                    <a:pt x="1286" y="54"/>
                  </a:lnTo>
                  <a:lnTo>
                    <a:pt x="1284" y="54"/>
                  </a:lnTo>
                  <a:lnTo>
                    <a:pt x="1282" y="53"/>
                  </a:lnTo>
                  <a:lnTo>
                    <a:pt x="1282" y="49"/>
                  </a:lnTo>
                  <a:lnTo>
                    <a:pt x="1284" y="47"/>
                  </a:lnTo>
                  <a:lnTo>
                    <a:pt x="1285" y="47"/>
                  </a:lnTo>
                  <a:lnTo>
                    <a:pt x="1285" y="46"/>
                  </a:lnTo>
                  <a:lnTo>
                    <a:pt x="1286" y="46"/>
                  </a:lnTo>
                  <a:lnTo>
                    <a:pt x="1286" y="45"/>
                  </a:lnTo>
                  <a:close/>
                  <a:moveTo>
                    <a:pt x="1192" y="43"/>
                  </a:moveTo>
                  <a:lnTo>
                    <a:pt x="1193" y="43"/>
                  </a:lnTo>
                  <a:lnTo>
                    <a:pt x="1194" y="46"/>
                  </a:lnTo>
                  <a:lnTo>
                    <a:pt x="1193" y="46"/>
                  </a:lnTo>
                  <a:lnTo>
                    <a:pt x="1192" y="46"/>
                  </a:lnTo>
                  <a:lnTo>
                    <a:pt x="1190" y="45"/>
                  </a:lnTo>
                  <a:lnTo>
                    <a:pt x="1192" y="43"/>
                  </a:lnTo>
                  <a:close/>
                  <a:moveTo>
                    <a:pt x="1210" y="42"/>
                  </a:moveTo>
                  <a:lnTo>
                    <a:pt x="1211" y="43"/>
                  </a:lnTo>
                  <a:lnTo>
                    <a:pt x="1211" y="45"/>
                  </a:lnTo>
                  <a:lnTo>
                    <a:pt x="1210" y="45"/>
                  </a:lnTo>
                  <a:lnTo>
                    <a:pt x="1209" y="43"/>
                  </a:lnTo>
                  <a:lnTo>
                    <a:pt x="1210" y="42"/>
                  </a:lnTo>
                  <a:close/>
                  <a:moveTo>
                    <a:pt x="1201" y="41"/>
                  </a:moveTo>
                  <a:lnTo>
                    <a:pt x="1203" y="42"/>
                  </a:lnTo>
                  <a:lnTo>
                    <a:pt x="1202" y="43"/>
                  </a:lnTo>
                  <a:lnTo>
                    <a:pt x="1201" y="43"/>
                  </a:lnTo>
                  <a:lnTo>
                    <a:pt x="1199" y="42"/>
                  </a:lnTo>
                  <a:lnTo>
                    <a:pt x="1201" y="41"/>
                  </a:lnTo>
                  <a:close/>
                  <a:moveTo>
                    <a:pt x="516" y="37"/>
                  </a:moveTo>
                  <a:lnTo>
                    <a:pt x="516" y="38"/>
                  </a:lnTo>
                  <a:lnTo>
                    <a:pt x="516" y="41"/>
                  </a:lnTo>
                  <a:lnTo>
                    <a:pt x="515" y="42"/>
                  </a:lnTo>
                  <a:lnTo>
                    <a:pt x="515" y="43"/>
                  </a:lnTo>
                  <a:lnTo>
                    <a:pt x="513" y="46"/>
                  </a:lnTo>
                  <a:lnTo>
                    <a:pt x="511" y="47"/>
                  </a:lnTo>
                  <a:lnTo>
                    <a:pt x="511" y="46"/>
                  </a:lnTo>
                  <a:lnTo>
                    <a:pt x="511" y="45"/>
                  </a:lnTo>
                  <a:lnTo>
                    <a:pt x="509" y="46"/>
                  </a:lnTo>
                  <a:lnTo>
                    <a:pt x="508" y="47"/>
                  </a:lnTo>
                  <a:lnTo>
                    <a:pt x="507" y="49"/>
                  </a:lnTo>
                  <a:lnTo>
                    <a:pt x="505" y="49"/>
                  </a:lnTo>
                  <a:lnTo>
                    <a:pt x="505" y="46"/>
                  </a:lnTo>
                  <a:lnTo>
                    <a:pt x="508" y="42"/>
                  </a:lnTo>
                  <a:lnTo>
                    <a:pt x="511" y="41"/>
                  </a:lnTo>
                  <a:lnTo>
                    <a:pt x="513" y="39"/>
                  </a:lnTo>
                  <a:lnTo>
                    <a:pt x="515" y="38"/>
                  </a:lnTo>
                  <a:lnTo>
                    <a:pt x="516" y="37"/>
                  </a:lnTo>
                  <a:close/>
                  <a:moveTo>
                    <a:pt x="465" y="29"/>
                  </a:moveTo>
                  <a:lnTo>
                    <a:pt x="467" y="30"/>
                  </a:lnTo>
                  <a:lnTo>
                    <a:pt x="467" y="32"/>
                  </a:lnTo>
                  <a:lnTo>
                    <a:pt x="466" y="32"/>
                  </a:lnTo>
                  <a:lnTo>
                    <a:pt x="465" y="30"/>
                  </a:lnTo>
                  <a:lnTo>
                    <a:pt x="465" y="29"/>
                  </a:lnTo>
                  <a:close/>
                  <a:moveTo>
                    <a:pt x="897" y="26"/>
                  </a:moveTo>
                  <a:lnTo>
                    <a:pt x="898" y="28"/>
                  </a:lnTo>
                  <a:lnTo>
                    <a:pt x="901" y="30"/>
                  </a:lnTo>
                  <a:lnTo>
                    <a:pt x="903" y="30"/>
                  </a:lnTo>
                  <a:lnTo>
                    <a:pt x="906" y="30"/>
                  </a:lnTo>
                  <a:lnTo>
                    <a:pt x="910" y="34"/>
                  </a:lnTo>
                  <a:lnTo>
                    <a:pt x="910" y="36"/>
                  </a:lnTo>
                  <a:lnTo>
                    <a:pt x="908" y="36"/>
                  </a:lnTo>
                  <a:lnTo>
                    <a:pt x="906" y="33"/>
                  </a:lnTo>
                  <a:lnTo>
                    <a:pt x="903" y="33"/>
                  </a:lnTo>
                  <a:lnTo>
                    <a:pt x="901" y="32"/>
                  </a:lnTo>
                  <a:lnTo>
                    <a:pt x="898" y="32"/>
                  </a:lnTo>
                  <a:lnTo>
                    <a:pt x="897" y="30"/>
                  </a:lnTo>
                  <a:lnTo>
                    <a:pt x="895" y="28"/>
                  </a:lnTo>
                  <a:lnTo>
                    <a:pt x="897" y="26"/>
                  </a:lnTo>
                  <a:close/>
                  <a:moveTo>
                    <a:pt x="113" y="21"/>
                  </a:moveTo>
                  <a:lnTo>
                    <a:pt x="116" y="25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18" y="29"/>
                  </a:lnTo>
                  <a:lnTo>
                    <a:pt x="118" y="32"/>
                  </a:lnTo>
                  <a:lnTo>
                    <a:pt x="114" y="30"/>
                  </a:lnTo>
                  <a:lnTo>
                    <a:pt x="113" y="32"/>
                  </a:lnTo>
                  <a:lnTo>
                    <a:pt x="110" y="32"/>
                  </a:lnTo>
                  <a:lnTo>
                    <a:pt x="110" y="30"/>
                  </a:lnTo>
                  <a:lnTo>
                    <a:pt x="108" y="29"/>
                  </a:lnTo>
                  <a:lnTo>
                    <a:pt x="109" y="28"/>
                  </a:lnTo>
                  <a:lnTo>
                    <a:pt x="112" y="28"/>
                  </a:lnTo>
                  <a:lnTo>
                    <a:pt x="112" y="26"/>
                  </a:lnTo>
                  <a:lnTo>
                    <a:pt x="112" y="22"/>
                  </a:lnTo>
                  <a:lnTo>
                    <a:pt x="113" y="21"/>
                  </a:lnTo>
                  <a:close/>
                  <a:moveTo>
                    <a:pt x="172" y="20"/>
                  </a:moveTo>
                  <a:lnTo>
                    <a:pt x="174" y="20"/>
                  </a:lnTo>
                  <a:lnTo>
                    <a:pt x="176" y="22"/>
                  </a:lnTo>
                  <a:lnTo>
                    <a:pt x="175" y="24"/>
                  </a:lnTo>
                  <a:lnTo>
                    <a:pt x="174" y="22"/>
                  </a:lnTo>
                  <a:lnTo>
                    <a:pt x="171" y="22"/>
                  </a:lnTo>
                  <a:lnTo>
                    <a:pt x="172" y="20"/>
                  </a:lnTo>
                  <a:close/>
                  <a:moveTo>
                    <a:pt x="104" y="17"/>
                  </a:moveTo>
                  <a:lnTo>
                    <a:pt x="106" y="18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08" y="24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3" y="22"/>
                  </a:lnTo>
                  <a:lnTo>
                    <a:pt x="104" y="21"/>
                  </a:lnTo>
                  <a:lnTo>
                    <a:pt x="104" y="17"/>
                  </a:lnTo>
                  <a:close/>
                  <a:moveTo>
                    <a:pt x="958" y="16"/>
                  </a:moveTo>
                  <a:lnTo>
                    <a:pt x="960" y="16"/>
                  </a:lnTo>
                  <a:lnTo>
                    <a:pt x="964" y="17"/>
                  </a:lnTo>
                  <a:lnTo>
                    <a:pt x="965" y="16"/>
                  </a:lnTo>
                  <a:lnTo>
                    <a:pt x="968" y="16"/>
                  </a:lnTo>
                  <a:lnTo>
                    <a:pt x="969" y="18"/>
                  </a:lnTo>
                  <a:lnTo>
                    <a:pt x="973" y="18"/>
                  </a:lnTo>
                  <a:lnTo>
                    <a:pt x="976" y="20"/>
                  </a:lnTo>
                  <a:lnTo>
                    <a:pt x="981" y="22"/>
                  </a:lnTo>
                  <a:lnTo>
                    <a:pt x="983" y="26"/>
                  </a:lnTo>
                  <a:lnTo>
                    <a:pt x="985" y="29"/>
                  </a:lnTo>
                  <a:lnTo>
                    <a:pt x="986" y="30"/>
                  </a:lnTo>
                  <a:lnTo>
                    <a:pt x="985" y="33"/>
                  </a:lnTo>
                  <a:lnTo>
                    <a:pt x="982" y="32"/>
                  </a:lnTo>
                  <a:lnTo>
                    <a:pt x="978" y="33"/>
                  </a:lnTo>
                  <a:lnTo>
                    <a:pt x="976" y="34"/>
                  </a:lnTo>
                  <a:lnTo>
                    <a:pt x="970" y="34"/>
                  </a:lnTo>
                  <a:lnTo>
                    <a:pt x="968" y="34"/>
                  </a:lnTo>
                  <a:lnTo>
                    <a:pt x="962" y="34"/>
                  </a:lnTo>
                  <a:lnTo>
                    <a:pt x="960" y="33"/>
                  </a:lnTo>
                  <a:lnTo>
                    <a:pt x="956" y="36"/>
                  </a:lnTo>
                  <a:lnTo>
                    <a:pt x="953" y="38"/>
                  </a:lnTo>
                  <a:lnTo>
                    <a:pt x="952" y="39"/>
                  </a:lnTo>
                  <a:lnTo>
                    <a:pt x="951" y="39"/>
                  </a:lnTo>
                  <a:lnTo>
                    <a:pt x="951" y="37"/>
                  </a:lnTo>
                  <a:lnTo>
                    <a:pt x="953" y="34"/>
                  </a:lnTo>
                  <a:lnTo>
                    <a:pt x="954" y="29"/>
                  </a:lnTo>
                  <a:lnTo>
                    <a:pt x="954" y="24"/>
                  </a:lnTo>
                  <a:lnTo>
                    <a:pt x="954" y="22"/>
                  </a:lnTo>
                  <a:lnTo>
                    <a:pt x="957" y="18"/>
                  </a:lnTo>
                  <a:lnTo>
                    <a:pt x="958" y="16"/>
                  </a:lnTo>
                  <a:close/>
                  <a:moveTo>
                    <a:pt x="179" y="13"/>
                  </a:moveTo>
                  <a:lnTo>
                    <a:pt x="182" y="13"/>
                  </a:lnTo>
                  <a:lnTo>
                    <a:pt x="182" y="17"/>
                  </a:lnTo>
                  <a:lnTo>
                    <a:pt x="180" y="21"/>
                  </a:lnTo>
                  <a:lnTo>
                    <a:pt x="178" y="20"/>
                  </a:lnTo>
                  <a:lnTo>
                    <a:pt x="175" y="18"/>
                  </a:lnTo>
                  <a:lnTo>
                    <a:pt x="172" y="17"/>
                  </a:lnTo>
                  <a:lnTo>
                    <a:pt x="172" y="16"/>
                  </a:lnTo>
                  <a:lnTo>
                    <a:pt x="176" y="13"/>
                  </a:lnTo>
                  <a:lnTo>
                    <a:pt x="179" y="13"/>
                  </a:lnTo>
                  <a:close/>
                  <a:moveTo>
                    <a:pt x="135" y="12"/>
                  </a:moveTo>
                  <a:lnTo>
                    <a:pt x="137" y="13"/>
                  </a:lnTo>
                  <a:lnTo>
                    <a:pt x="137" y="14"/>
                  </a:lnTo>
                  <a:lnTo>
                    <a:pt x="137" y="17"/>
                  </a:lnTo>
                  <a:lnTo>
                    <a:pt x="135" y="16"/>
                  </a:lnTo>
                  <a:lnTo>
                    <a:pt x="135" y="14"/>
                  </a:lnTo>
                  <a:lnTo>
                    <a:pt x="135" y="12"/>
                  </a:lnTo>
                  <a:close/>
                  <a:moveTo>
                    <a:pt x="129" y="12"/>
                  </a:moveTo>
                  <a:lnTo>
                    <a:pt x="132" y="14"/>
                  </a:lnTo>
                  <a:lnTo>
                    <a:pt x="133" y="14"/>
                  </a:lnTo>
                  <a:lnTo>
                    <a:pt x="133" y="16"/>
                  </a:lnTo>
                  <a:lnTo>
                    <a:pt x="132" y="18"/>
                  </a:lnTo>
                  <a:lnTo>
                    <a:pt x="130" y="21"/>
                  </a:lnTo>
                  <a:lnTo>
                    <a:pt x="126" y="20"/>
                  </a:lnTo>
                  <a:lnTo>
                    <a:pt x="125" y="18"/>
                  </a:lnTo>
                  <a:lnTo>
                    <a:pt x="128" y="17"/>
                  </a:lnTo>
                  <a:lnTo>
                    <a:pt x="128" y="16"/>
                  </a:lnTo>
                  <a:lnTo>
                    <a:pt x="126" y="13"/>
                  </a:lnTo>
                  <a:lnTo>
                    <a:pt x="128" y="12"/>
                  </a:lnTo>
                  <a:lnTo>
                    <a:pt x="129" y="12"/>
                  </a:lnTo>
                  <a:close/>
                  <a:moveTo>
                    <a:pt x="143" y="9"/>
                  </a:moveTo>
                  <a:lnTo>
                    <a:pt x="145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3" y="14"/>
                  </a:lnTo>
                  <a:lnTo>
                    <a:pt x="141" y="13"/>
                  </a:lnTo>
                  <a:lnTo>
                    <a:pt x="139" y="12"/>
                  </a:lnTo>
                  <a:lnTo>
                    <a:pt x="141" y="11"/>
                  </a:lnTo>
                  <a:lnTo>
                    <a:pt x="142" y="9"/>
                  </a:lnTo>
                  <a:lnTo>
                    <a:pt x="143" y="9"/>
                  </a:lnTo>
                  <a:close/>
                  <a:moveTo>
                    <a:pt x="941" y="7"/>
                  </a:moveTo>
                  <a:lnTo>
                    <a:pt x="943" y="7"/>
                  </a:lnTo>
                  <a:lnTo>
                    <a:pt x="944" y="11"/>
                  </a:lnTo>
                  <a:lnTo>
                    <a:pt x="948" y="13"/>
                  </a:lnTo>
                  <a:lnTo>
                    <a:pt x="948" y="16"/>
                  </a:lnTo>
                  <a:lnTo>
                    <a:pt x="947" y="17"/>
                  </a:lnTo>
                  <a:lnTo>
                    <a:pt x="945" y="20"/>
                  </a:lnTo>
                  <a:lnTo>
                    <a:pt x="947" y="21"/>
                  </a:lnTo>
                  <a:lnTo>
                    <a:pt x="945" y="21"/>
                  </a:lnTo>
                  <a:lnTo>
                    <a:pt x="943" y="21"/>
                  </a:lnTo>
                  <a:lnTo>
                    <a:pt x="941" y="17"/>
                  </a:lnTo>
                  <a:lnTo>
                    <a:pt x="939" y="17"/>
                  </a:lnTo>
                  <a:lnTo>
                    <a:pt x="939" y="16"/>
                  </a:lnTo>
                  <a:lnTo>
                    <a:pt x="939" y="14"/>
                  </a:lnTo>
                  <a:lnTo>
                    <a:pt x="937" y="12"/>
                  </a:lnTo>
                  <a:lnTo>
                    <a:pt x="936" y="9"/>
                  </a:lnTo>
                  <a:lnTo>
                    <a:pt x="939" y="8"/>
                  </a:lnTo>
                  <a:lnTo>
                    <a:pt x="941" y="7"/>
                  </a:lnTo>
                  <a:close/>
                  <a:moveTo>
                    <a:pt x="135" y="5"/>
                  </a:moveTo>
                  <a:lnTo>
                    <a:pt x="138" y="5"/>
                  </a:lnTo>
                  <a:lnTo>
                    <a:pt x="138" y="7"/>
                  </a:lnTo>
                  <a:lnTo>
                    <a:pt x="137" y="9"/>
                  </a:lnTo>
                  <a:lnTo>
                    <a:pt x="135" y="11"/>
                  </a:lnTo>
                  <a:lnTo>
                    <a:pt x="134" y="9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5" y="5"/>
                  </a:lnTo>
                  <a:close/>
                  <a:moveTo>
                    <a:pt x="154" y="5"/>
                  </a:moveTo>
                  <a:lnTo>
                    <a:pt x="157" y="7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3"/>
                  </a:lnTo>
                  <a:lnTo>
                    <a:pt x="159" y="16"/>
                  </a:lnTo>
                  <a:lnTo>
                    <a:pt x="159" y="17"/>
                  </a:lnTo>
                  <a:lnTo>
                    <a:pt x="157" y="17"/>
                  </a:lnTo>
                  <a:lnTo>
                    <a:pt x="153" y="18"/>
                  </a:lnTo>
                  <a:lnTo>
                    <a:pt x="151" y="18"/>
                  </a:lnTo>
                  <a:lnTo>
                    <a:pt x="150" y="16"/>
                  </a:lnTo>
                  <a:lnTo>
                    <a:pt x="149" y="13"/>
                  </a:lnTo>
                  <a:lnTo>
                    <a:pt x="147" y="9"/>
                  </a:lnTo>
                  <a:lnTo>
                    <a:pt x="147" y="8"/>
                  </a:lnTo>
                  <a:lnTo>
                    <a:pt x="150" y="7"/>
                  </a:lnTo>
                  <a:lnTo>
                    <a:pt x="153" y="5"/>
                  </a:lnTo>
                  <a:lnTo>
                    <a:pt x="154" y="5"/>
                  </a:lnTo>
                  <a:close/>
                  <a:moveTo>
                    <a:pt x="143" y="4"/>
                  </a:moveTo>
                  <a:lnTo>
                    <a:pt x="142" y="5"/>
                  </a:lnTo>
                  <a:lnTo>
                    <a:pt x="142" y="7"/>
                  </a:lnTo>
                  <a:lnTo>
                    <a:pt x="141" y="8"/>
                  </a:lnTo>
                  <a:lnTo>
                    <a:pt x="141" y="5"/>
                  </a:lnTo>
                  <a:lnTo>
                    <a:pt x="143" y="4"/>
                  </a:lnTo>
                  <a:close/>
                  <a:moveTo>
                    <a:pt x="147" y="4"/>
                  </a:moveTo>
                  <a:lnTo>
                    <a:pt x="149" y="5"/>
                  </a:lnTo>
                  <a:lnTo>
                    <a:pt x="147" y="7"/>
                  </a:lnTo>
                  <a:lnTo>
                    <a:pt x="146" y="7"/>
                  </a:lnTo>
                  <a:lnTo>
                    <a:pt x="145" y="7"/>
                  </a:lnTo>
                  <a:lnTo>
                    <a:pt x="145" y="5"/>
                  </a:lnTo>
                  <a:lnTo>
                    <a:pt x="146" y="5"/>
                  </a:lnTo>
                  <a:lnTo>
                    <a:pt x="146" y="4"/>
                  </a:lnTo>
                  <a:lnTo>
                    <a:pt x="147" y="4"/>
                  </a:lnTo>
                  <a:close/>
                  <a:moveTo>
                    <a:pt x="596" y="3"/>
                  </a:moveTo>
                  <a:lnTo>
                    <a:pt x="599" y="4"/>
                  </a:lnTo>
                  <a:lnTo>
                    <a:pt x="600" y="7"/>
                  </a:lnTo>
                  <a:lnTo>
                    <a:pt x="599" y="9"/>
                  </a:lnTo>
                  <a:lnTo>
                    <a:pt x="598" y="11"/>
                  </a:lnTo>
                  <a:lnTo>
                    <a:pt x="596" y="9"/>
                  </a:lnTo>
                  <a:lnTo>
                    <a:pt x="598" y="8"/>
                  </a:lnTo>
                  <a:lnTo>
                    <a:pt x="595" y="5"/>
                  </a:lnTo>
                  <a:lnTo>
                    <a:pt x="595" y="4"/>
                  </a:lnTo>
                  <a:lnTo>
                    <a:pt x="596" y="3"/>
                  </a:lnTo>
                  <a:close/>
                  <a:moveTo>
                    <a:pt x="128" y="1"/>
                  </a:moveTo>
                  <a:lnTo>
                    <a:pt x="129" y="3"/>
                  </a:lnTo>
                  <a:lnTo>
                    <a:pt x="129" y="5"/>
                  </a:lnTo>
                  <a:lnTo>
                    <a:pt x="130" y="8"/>
                  </a:lnTo>
                  <a:lnTo>
                    <a:pt x="129" y="8"/>
                  </a:lnTo>
                  <a:lnTo>
                    <a:pt x="126" y="8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8" y="1"/>
                  </a:lnTo>
                  <a:close/>
                  <a:moveTo>
                    <a:pt x="135" y="1"/>
                  </a:moveTo>
                  <a:lnTo>
                    <a:pt x="138" y="1"/>
                  </a:lnTo>
                  <a:lnTo>
                    <a:pt x="139" y="4"/>
                  </a:lnTo>
                  <a:lnTo>
                    <a:pt x="139" y="5"/>
                  </a:lnTo>
                  <a:lnTo>
                    <a:pt x="137" y="4"/>
                  </a:lnTo>
                  <a:lnTo>
                    <a:pt x="135" y="3"/>
                  </a:lnTo>
                  <a:lnTo>
                    <a:pt x="135" y="1"/>
                  </a:lnTo>
                  <a:close/>
                  <a:moveTo>
                    <a:pt x="132" y="1"/>
                  </a:moveTo>
                  <a:lnTo>
                    <a:pt x="133" y="4"/>
                  </a:lnTo>
                  <a:lnTo>
                    <a:pt x="134" y="5"/>
                  </a:lnTo>
                  <a:lnTo>
                    <a:pt x="133" y="7"/>
                  </a:lnTo>
                  <a:lnTo>
                    <a:pt x="132" y="7"/>
                  </a:lnTo>
                  <a:lnTo>
                    <a:pt x="130" y="4"/>
                  </a:lnTo>
                  <a:lnTo>
                    <a:pt x="130" y="1"/>
                  </a:lnTo>
                  <a:lnTo>
                    <a:pt x="132" y="1"/>
                  </a:lnTo>
                  <a:close/>
                  <a:moveTo>
                    <a:pt x="313" y="0"/>
                  </a:moveTo>
                  <a:lnTo>
                    <a:pt x="315" y="1"/>
                  </a:lnTo>
                  <a:lnTo>
                    <a:pt x="316" y="3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0" y="3"/>
                  </a:lnTo>
                  <a:lnTo>
                    <a:pt x="317" y="5"/>
                  </a:lnTo>
                  <a:lnTo>
                    <a:pt x="316" y="5"/>
                  </a:lnTo>
                  <a:lnTo>
                    <a:pt x="315" y="4"/>
                  </a:lnTo>
                  <a:lnTo>
                    <a:pt x="312" y="3"/>
                  </a:lnTo>
                  <a:lnTo>
                    <a:pt x="311" y="3"/>
                  </a:lnTo>
                  <a:lnTo>
                    <a:pt x="312" y="1"/>
                  </a:lnTo>
                  <a:lnTo>
                    <a:pt x="313" y="0"/>
                  </a:lnTo>
                  <a:close/>
                  <a:moveTo>
                    <a:pt x="563" y="0"/>
                  </a:moveTo>
                  <a:lnTo>
                    <a:pt x="566" y="0"/>
                  </a:lnTo>
                  <a:lnTo>
                    <a:pt x="569" y="3"/>
                  </a:lnTo>
                  <a:lnTo>
                    <a:pt x="571" y="1"/>
                  </a:lnTo>
                  <a:lnTo>
                    <a:pt x="573" y="1"/>
                  </a:lnTo>
                  <a:lnTo>
                    <a:pt x="574" y="4"/>
                  </a:lnTo>
                  <a:lnTo>
                    <a:pt x="577" y="5"/>
                  </a:lnTo>
                  <a:lnTo>
                    <a:pt x="581" y="3"/>
                  </a:lnTo>
                  <a:lnTo>
                    <a:pt x="582" y="3"/>
                  </a:lnTo>
                  <a:lnTo>
                    <a:pt x="582" y="5"/>
                  </a:lnTo>
                  <a:lnTo>
                    <a:pt x="583" y="7"/>
                  </a:lnTo>
                  <a:lnTo>
                    <a:pt x="586" y="8"/>
                  </a:lnTo>
                  <a:lnTo>
                    <a:pt x="586" y="9"/>
                  </a:lnTo>
                  <a:lnTo>
                    <a:pt x="584" y="11"/>
                  </a:lnTo>
                  <a:lnTo>
                    <a:pt x="584" y="12"/>
                  </a:lnTo>
                  <a:lnTo>
                    <a:pt x="583" y="13"/>
                  </a:lnTo>
                  <a:lnTo>
                    <a:pt x="583" y="16"/>
                  </a:lnTo>
                  <a:lnTo>
                    <a:pt x="581" y="20"/>
                  </a:lnTo>
                  <a:lnTo>
                    <a:pt x="578" y="20"/>
                  </a:lnTo>
                  <a:lnTo>
                    <a:pt x="577" y="24"/>
                  </a:lnTo>
                  <a:lnTo>
                    <a:pt x="578" y="24"/>
                  </a:lnTo>
                  <a:lnTo>
                    <a:pt x="584" y="21"/>
                  </a:lnTo>
                  <a:lnTo>
                    <a:pt x="587" y="16"/>
                  </a:lnTo>
                  <a:lnTo>
                    <a:pt x="590" y="16"/>
                  </a:lnTo>
                  <a:lnTo>
                    <a:pt x="590" y="18"/>
                  </a:lnTo>
                  <a:lnTo>
                    <a:pt x="588" y="21"/>
                  </a:lnTo>
                  <a:lnTo>
                    <a:pt x="588" y="22"/>
                  </a:lnTo>
                  <a:lnTo>
                    <a:pt x="590" y="22"/>
                  </a:lnTo>
                  <a:lnTo>
                    <a:pt x="592" y="18"/>
                  </a:lnTo>
                  <a:lnTo>
                    <a:pt x="595" y="18"/>
                  </a:lnTo>
                  <a:lnTo>
                    <a:pt x="596" y="18"/>
                  </a:lnTo>
                  <a:lnTo>
                    <a:pt x="599" y="18"/>
                  </a:lnTo>
                  <a:lnTo>
                    <a:pt x="599" y="16"/>
                  </a:lnTo>
                  <a:lnTo>
                    <a:pt x="600" y="16"/>
                  </a:lnTo>
                  <a:lnTo>
                    <a:pt x="603" y="17"/>
                  </a:lnTo>
                  <a:lnTo>
                    <a:pt x="604" y="16"/>
                  </a:lnTo>
                  <a:lnTo>
                    <a:pt x="607" y="18"/>
                  </a:lnTo>
                  <a:lnTo>
                    <a:pt x="607" y="21"/>
                  </a:lnTo>
                  <a:lnTo>
                    <a:pt x="608" y="25"/>
                  </a:lnTo>
                  <a:lnTo>
                    <a:pt x="608" y="26"/>
                  </a:lnTo>
                  <a:lnTo>
                    <a:pt x="608" y="29"/>
                  </a:lnTo>
                  <a:lnTo>
                    <a:pt x="606" y="32"/>
                  </a:lnTo>
                  <a:lnTo>
                    <a:pt x="609" y="37"/>
                  </a:lnTo>
                  <a:lnTo>
                    <a:pt x="608" y="39"/>
                  </a:lnTo>
                  <a:lnTo>
                    <a:pt x="607" y="39"/>
                  </a:lnTo>
                  <a:lnTo>
                    <a:pt x="604" y="42"/>
                  </a:lnTo>
                  <a:lnTo>
                    <a:pt x="607" y="42"/>
                  </a:lnTo>
                  <a:lnTo>
                    <a:pt x="611" y="41"/>
                  </a:lnTo>
                  <a:lnTo>
                    <a:pt x="613" y="38"/>
                  </a:lnTo>
                  <a:lnTo>
                    <a:pt x="617" y="38"/>
                  </a:lnTo>
                  <a:lnTo>
                    <a:pt x="619" y="34"/>
                  </a:lnTo>
                  <a:lnTo>
                    <a:pt x="619" y="30"/>
                  </a:lnTo>
                  <a:lnTo>
                    <a:pt x="617" y="28"/>
                  </a:lnTo>
                  <a:lnTo>
                    <a:pt x="616" y="28"/>
                  </a:lnTo>
                  <a:lnTo>
                    <a:pt x="615" y="26"/>
                  </a:lnTo>
                  <a:lnTo>
                    <a:pt x="615" y="24"/>
                  </a:lnTo>
                  <a:lnTo>
                    <a:pt x="615" y="24"/>
                  </a:lnTo>
                  <a:lnTo>
                    <a:pt x="617" y="24"/>
                  </a:lnTo>
                  <a:lnTo>
                    <a:pt x="619" y="24"/>
                  </a:lnTo>
                  <a:lnTo>
                    <a:pt x="620" y="24"/>
                  </a:lnTo>
                  <a:lnTo>
                    <a:pt x="624" y="22"/>
                  </a:lnTo>
                  <a:lnTo>
                    <a:pt x="627" y="20"/>
                  </a:lnTo>
                  <a:lnTo>
                    <a:pt x="628" y="20"/>
                  </a:lnTo>
                  <a:lnTo>
                    <a:pt x="632" y="20"/>
                  </a:lnTo>
                  <a:lnTo>
                    <a:pt x="632" y="17"/>
                  </a:lnTo>
                  <a:lnTo>
                    <a:pt x="635" y="16"/>
                  </a:lnTo>
                  <a:lnTo>
                    <a:pt x="636" y="16"/>
                  </a:lnTo>
                  <a:lnTo>
                    <a:pt x="637" y="14"/>
                  </a:lnTo>
                  <a:lnTo>
                    <a:pt x="640" y="13"/>
                  </a:lnTo>
                  <a:lnTo>
                    <a:pt x="641" y="14"/>
                  </a:lnTo>
                  <a:lnTo>
                    <a:pt x="644" y="14"/>
                  </a:lnTo>
                  <a:lnTo>
                    <a:pt x="644" y="16"/>
                  </a:lnTo>
                  <a:lnTo>
                    <a:pt x="642" y="17"/>
                  </a:lnTo>
                  <a:lnTo>
                    <a:pt x="644" y="18"/>
                  </a:lnTo>
                  <a:lnTo>
                    <a:pt x="649" y="18"/>
                  </a:lnTo>
                  <a:lnTo>
                    <a:pt x="649" y="20"/>
                  </a:lnTo>
                  <a:lnTo>
                    <a:pt x="652" y="20"/>
                  </a:lnTo>
                  <a:lnTo>
                    <a:pt x="661" y="25"/>
                  </a:lnTo>
                  <a:lnTo>
                    <a:pt x="662" y="25"/>
                  </a:lnTo>
                  <a:lnTo>
                    <a:pt x="663" y="28"/>
                  </a:lnTo>
                  <a:lnTo>
                    <a:pt x="663" y="30"/>
                  </a:lnTo>
                  <a:lnTo>
                    <a:pt x="667" y="34"/>
                  </a:lnTo>
                  <a:lnTo>
                    <a:pt x="669" y="34"/>
                  </a:lnTo>
                  <a:lnTo>
                    <a:pt x="669" y="33"/>
                  </a:lnTo>
                  <a:lnTo>
                    <a:pt x="670" y="32"/>
                  </a:lnTo>
                  <a:lnTo>
                    <a:pt x="670" y="30"/>
                  </a:lnTo>
                  <a:lnTo>
                    <a:pt x="669" y="29"/>
                  </a:lnTo>
                  <a:lnTo>
                    <a:pt x="666" y="29"/>
                  </a:lnTo>
                  <a:lnTo>
                    <a:pt x="666" y="26"/>
                  </a:lnTo>
                  <a:lnTo>
                    <a:pt x="669" y="25"/>
                  </a:lnTo>
                  <a:lnTo>
                    <a:pt x="670" y="25"/>
                  </a:lnTo>
                  <a:lnTo>
                    <a:pt x="671" y="28"/>
                  </a:lnTo>
                  <a:lnTo>
                    <a:pt x="673" y="29"/>
                  </a:lnTo>
                  <a:lnTo>
                    <a:pt x="673" y="30"/>
                  </a:lnTo>
                  <a:lnTo>
                    <a:pt x="677" y="34"/>
                  </a:lnTo>
                  <a:lnTo>
                    <a:pt x="677" y="37"/>
                  </a:lnTo>
                  <a:lnTo>
                    <a:pt x="679" y="37"/>
                  </a:lnTo>
                  <a:lnTo>
                    <a:pt x="681" y="37"/>
                  </a:lnTo>
                  <a:lnTo>
                    <a:pt x="681" y="37"/>
                  </a:lnTo>
                  <a:lnTo>
                    <a:pt x="682" y="37"/>
                  </a:lnTo>
                  <a:lnTo>
                    <a:pt x="685" y="39"/>
                  </a:lnTo>
                  <a:lnTo>
                    <a:pt x="685" y="42"/>
                  </a:lnTo>
                  <a:lnTo>
                    <a:pt x="686" y="45"/>
                  </a:lnTo>
                  <a:lnTo>
                    <a:pt x="686" y="46"/>
                  </a:lnTo>
                  <a:lnTo>
                    <a:pt x="685" y="46"/>
                  </a:lnTo>
                  <a:lnTo>
                    <a:pt x="685" y="45"/>
                  </a:lnTo>
                  <a:lnTo>
                    <a:pt x="683" y="43"/>
                  </a:lnTo>
                  <a:lnTo>
                    <a:pt x="683" y="43"/>
                  </a:lnTo>
                  <a:lnTo>
                    <a:pt x="682" y="45"/>
                  </a:lnTo>
                  <a:lnTo>
                    <a:pt x="679" y="43"/>
                  </a:lnTo>
                  <a:lnTo>
                    <a:pt x="675" y="41"/>
                  </a:lnTo>
                  <a:lnTo>
                    <a:pt x="673" y="41"/>
                  </a:lnTo>
                  <a:lnTo>
                    <a:pt x="673" y="42"/>
                  </a:lnTo>
                  <a:lnTo>
                    <a:pt x="674" y="45"/>
                  </a:lnTo>
                  <a:lnTo>
                    <a:pt x="677" y="45"/>
                  </a:lnTo>
                  <a:lnTo>
                    <a:pt x="678" y="45"/>
                  </a:lnTo>
                  <a:lnTo>
                    <a:pt x="678" y="46"/>
                  </a:lnTo>
                  <a:lnTo>
                    <a:pt x="679" y="49"/>
                  </a:lnTo>
                  <a:lnTo>
                    <a:pt x="681" y="50"/>
                  </a:lnTo>
                  <a:lnTo>
                    <a:pt x="681" y="49"/>
                  </a:lnTo>
                  <a:lnTo>
                    <a:pt x="682" y="46"/>
                  </a:lnTo>
                  <a:lnTo>
                    <a:pt x="683" y="46"/>
                  </a:lnTo>
                  <a:lnTo>
                    <a:pt x="685" y="49"/>
                  </a:lnTo>
                  <a:lnTo>
                    <a:pt x="686" y="49"/>
                  </a:lnTo>
                  <a:lnTo>
                    <a:pt x="687" y="49"/>
                  </a:lnTo>
                  <a:lnTo>
                    <a:pt x="689" y="49"/>
                  </a:lnTo>
                  <a:lnTo>
                    <a:pt x="689" y="50"/>
                  </a:lnTo>
                  <a:lnTo>
                    <a:pt x="689" y="51"/>
                  </a:lnTo>
                  <a:lnTo>
                    <a:pt x="691" y="55"/>
                  </a:lnTo>
                  <a:lnTo>
                    <a:pt x="691" y="59"/>
                  </a:lnTo>
                  <a:lnTo>
                    <a:pt x="691" y="65"/>
                  </a:lnTo>
                  <a:lnTo>
                    <a:pt x="690" y="68"/>
                  </a:lnTo>
                  <a:lnTo>
                    <a:pt x="689" y="68"/>
                  </a:lnTo>
                  <a:lnTo>
                    <a:pt x="687" y="70"/>
                  </a:lnTo>
                  <a:lnTo>
                    <a:pt x="689" y="72"/>
                  </a:lnTo>
                  <a:lnTo>
                    <a:pt x="686" y="75"/>
                  </a:lnTo>
                  <a:lnTo>
                    <a:pt x="687" y="76"/>
                  </a:lnTo>
                  <a:lnTo>
                    <a:pt x="689" y="78"/>
                  </a:lnTo>
                  <a:lnTo>
                    <a:pt x="689" y="80"/>
                  </a:lnTo>
                  <a:lnTo>
                    <a:pt x="686" y="82"/>
                  </a:lnTo>
                  <a:lnTo>
                    <a:pt x="685" y="84"/>
                  </a:lnTo>
                  <a:lnTo>
                    <a:pt x="685" y="86"/>
                  </a:lnTo>
                  <a:lnTo>
                    <a:pt x="683" y="88"/>
                  </a:lnTo>
                  <a:lnTo>
                    <a:pt x="682" y="91"/>
                  </a:lnTo>
                  <a:lnTo>
                    <a:pt x="682" y="92"/>
                  </a:lnTo>
                  <a:lnTo>
                    <a:pt x="681" y="93"/>
                  </a:lnTo>
                  <a:lnTo>
                    <a:pt x="679" y="95"/>
                  </a:lnTo>
                  <a:lnTo>
                    <a:pt x="677" y="97"/>
                  </a:lnTo>
                  <a:lnTo>
                    <a:pt x="674" y="97"/>
                  </a:lnTo>
                  <a:lnTo>
                    <a:pt x="677" y="99"/>
                  </a:lnTo>
                  <a:lnTo>
                    <a:pt x="678" y="99"/>
                  </a:lnTo>
                  <a:lnTo>
                    <a:pt x="679" y="96"/>
                  </a:lnTo>
                  <a:lnTo>
                    <a:pt x="681" y="96"/>
                  </a:lnTo>
                  <a:lnTo>
                    <a:pt x="682" y="100"/>
                  </a:lnTo>
                  <a:lnTo>
                    <a:pt x="679" y="104"/>
                  </a:lnTo>
                  <a:lnTo>
                    <a:pt x="678" y="107"/>
                  </a:lnTo>
                  <a:lnTo>
                    <a:pt x="677" y="112"/>
                  </a:lnTo>
                  <a:lnTo>
                    <a:pt x="678" y="115"/>
                  </a:lnTo>
                  <a:lnTo>
                    <a:pt x="678" y="117"/>
                  </a:lnTo>
                  <a:lnTo>
                    <a:pt x="677" y="122"/>
                  </a:lnTo>
                  <a:lnTo>
                    <a:pt x="673" y="122"/>
                  </a:lnTo>
                  <a:lnTo>
                    <a:pt x="673" y="122"/>
                  </a:lnTo>
                  <a:lnTo>
                    <a:pt x="670" y="122"/>
                  </a:lnTo>
                  <a:lnTo>
                    <a:pt x="670" y="124"/>
                  </a:lnTo>
                  <a:lnTo>
                    <a:pt x="670" y="125"/>
                  </a:lnTo>
                  <a:lnTo>
                    <a:pt x="671" y="130"/>
                  </a:lnTo>
                  <a:lnTo>
                    <a:pt x="671" y="133"/>
                  </a:lnTo>
                  <a:lnTo>
                    <a:pt x="669" y="134"/>
                  </a:lnTo>
                  <a:lnTo>
                    <a:pt x="667" y="137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7" y="145"/>
                  </a:lnTo>
                  <a:lnTo>
                    <a:pt x="667" y="146"/>
                  </a:lnTo>
                  <a:lnTo>
                    <a:pt x="670" y="147"/>
                  </a:lnTo>
                  <a:lnTo>
                    <a:pt x="667" y="154"/>
                  </a:lnTo>
                  <a:lnTo>
                    <a:pt x="666" y="155"/>
                  </a:lnTo>
                  <a:lnTo>
                    <a:pt x="666" y="158"/>
                  </a:lnTo>
                  <a:lnTo>
                    <a:pt x="666" y="155"/>
                  </a:lnTo>
                  <a:lnTo>
                    <a:pt x="669" y="155"/>
                  </a:lnTo>
                  <a:lnTo>
                    <a:pt x="671" y="154"/>
                  </a:lnTo>
                  <a:lnTo>
                    <a:pt x="671" y="151"/>
                  </a:lnTo>
                  <a:lnTo>
                    <a:pt x="671" y="150"/>
                  </a:lnTo>
                  <a:lnTo>
                    <a:pt x="673" y="149"/>
                  </a:lnTo>
                  <a:lnTo>
                    <a:pt x="675" y="149"/>
                  </a:lnTo>
                  <a:lnTo>
                    <a:pt x="677" y="147"/>
                  </a:lnTo>
                  <a:lnTo>
                    <a:pt x="675" y="147"/>
                  </a:lnTo>
                  <a:lnTo>
                    <a:pt x="671" y="143"/>
                  </a:lnTo>
                  <a:lnTo>
                    <a:pt x="670" y="141"/>
                  </a:lnTo>
                  <a:lnTo>
                    <a:pt x="671" y="138"/>
                  </a:lnTo>
                  <a:lnTo>
                    <a:pt x="675" y="137"/>
                  </a:lnTo>
                  <a:lnTo>
                    <a:pt x="679" y="137"/>
                  </a:lnTo>
                  <a:lnTo>
                    <a:pt x="683" y="134"/>
                  </a:lnTo>
                  <a:lnTo>
                    <a:pt x="685" y="134"/>
                  </a:lnTo>
                  <a:lnTo>
                    <a:pt x="686" y="133"/>
                  </a:lnTo>
                  <a:lnTo>
                    <a:pt x="685" y="130"/>
                  </a:lnTo>
                  <a:lnTo>
                    <a:pt x="689" y="128"/>
                  </a:lnTo>
                  <a:lnTo>
                    <a:pt x="690" y="125"/>
                  </a:lnTo>
                  <a:lnTo>
                    <a:pt x="689" y="122"/>
                  </a:lnTo>
                  <a:lnTo>
                    <a:pt x="689" y="121"/>
                  </a:lnTo>
                  <a:lnTo>
                    <a:pt x="691" y="122"/>
                  </a:lnTo>
                  <a:lnTo>
                    <a:pt x="694" y="122"/>
                  </a:lnTo>
                  <a:lnTo>
                    <a:pt x="696" y="120"/>
                  </a:lnTo>
                  <a:lnTo>
                    <a:pt x="695" y="117"/>
                  </a:lnTo>
                  <a:lnTo>
                    <a:pt x="699" y="115"/>
                  </a:lnTo>
                  <a:lnTo>
                    <a:pt x="699" y="112"/>
                  </a:lnTo>
                  <a:lnTo>
                    <a:pt x="698" y="111"/>
                  </a:lnTo>
                  <a:lnTo>
                    <a:pt x="694" y="112"/>
                  </a:lnTo>
                  <a:lnTo>
                    <a:pt x="694" y="115"/>
                  </a:lnTo>
                  <a:lnTo>
                    <a:pt x="690" y="117"/>
                  </a:lnTo>
                  <a:lnTo>
                    <a:pt x="687" y="116"/>
                  </a:lnTo>
                  <a:lnTo>
                    <a:pt x="686" y="112"/>
                  </a:lnTo>
                  <a:lnTo>
                    <a:pt x="687" y="109"/>
                  </a:lnTo>
                  <a:lnTo>
                    <a:pt x="687" y="105"/>
                  </a:lnTo>
                  <a:lnTo>
                    <a:pt x="690" y="104"/>
                  </a:lnTo>
                  <a:lnTo>
                    <a:pt x="692" y="104"/>
                  </a:lnTo>
                  <a:lnTo>
                    <a:pt x="696" y="107"/>
                  </a:lnTo>
                  <a:lnTo>
                    <a:pt x="698" y="104"/>
                  </a:lnTo>
                  <a:lnTo>
                    <a:pt x="698" y="101"/>
                  </a:lnTo>
                  <a:lnTo>
                    <a:pt x="702" y="100"/>
                  </a:lnTo>
                  <a:lnTo>
                    <a:pt x="702" y="103"/>
                  </a:lnTo>
                  <a:lnTo>
                    <a:pt x="700" y="104"/>
                  </a:lnTo>
                  <a:lnTo>
                    <a:pt x="700" y="107"/>
                  </a:lnTo>
                  <a:lnTo>
                    <a:pt x="707" y="112"/>
                  </a:lnTo>
                  <a:lnTo>
                    <a:pt x="710" y="112"/>
                  </a:lnTo>
                  <a:lnTo>
                    <a:pt x="712" y="111"/>
                  </a:lnTo>
                  <a:lnTo>
                    <a:pt x="716" y="109"/>
                  </a:lnTo>
                  <a:lnTo>
                    <a:pt x="719" y="108"/>
                  </a:lnTo>
                  <a:lnTo>
                    <a:pt x="717" y="105"/>
                  </a:lnTo>
                  <a:lnTo>
                    <a:pt x="714" y="101"/>
                  </a:lnTo>
                  <a:lnTo>
                    <a:pt x="714" y="100"/>
                  </a:lnTo>
                  <a:lnTo>
                    <a:pt x="715" y="100"/>
                  </a:lnTo>
                  <a:lnTo>
                    <a:pt x="720" y="104"/>
                  </a:lnTo>
                  <a:lnTo>
                    <a:pt x="721" y="104"/>
                  </a:lnTo>
                  <a:lnTo>
                    <a:pt x="724" y="107"/>
                  </a:lnTo>
                  <a:lnTo>
                    <a:pt x="724" y="108"/>
                  </a:lnTo>
                  <a:lnTo>
                    <a:pt x="724" y="111"/>
                  </a:lnTo>
                  <a:lnTo>
                    <a:pt x="727" y="113"/>
                  </a:lnTo>
                  <a:lnTo>
                    <a:pt x="728" y="117"/>
                  </a:lnTo>
                  <a:lnTo>
                    <a:pt x="728" y="118"/>
                  </a:lnTo>
                  <a:lnTo>
                    <a:pt x="728" y="117"/>
                  </a:lnTo>
                  <a:lnTo>
                    <a:pt x="731" y="115"/>
                  </a:lnTo>
                  <a:lnTo>
                    <a:pt x="732" y="115"/>
                  </a:lnTo>
                  <a:lnTo>
                    <a:pt x="733" y="112"/>
                  </a:lnTo>
                  <a:lnTo>
                    <a:pt x="732" y="112"/>
                  </a:lnTo>
                  <a:lnTo>
                    <a:pt x="731" y="113"/>
                  </a:lnTo>
                  <a:lnTo>
                    <a:pt x="728" y="112"/>
                  </a:lnTo>
                  <a:lnTo>
                    <a:pt x="727" y="109"/>
                  </a:lnTo>
                  <a:lnTo>
                    <a:pt x="729" y="107"/>
                  </a:lnTo>
                  <a:lnTo>
                    <a:pt x="732" y="105"/>
                  </a:lnTo>
                  <a:lnTo>
                    <a:pt x="733" y="103"/>
                  </a:lnTo>
                  <a:lnTo>
                    <a:pt x="735" y="103"/>
                  </a:lnTo>
                  <a:lnTo>
                    <a:pt x="736" y="101"/>
                  </a:lnTo>
                  <a:lnTo>
                    <a:pt x="741" y="100"/>
                  </a:lnTo>
                  <a:lnTo>
                    <a:pt x="749" y="99"/>
                  </a:lnTo>
                  <a:lnTo>
                    <a:pt x="758" y="99"/>
                  </a:lnTo>
                  <a:lnTo>
                    <a:pt x="765" y="95"/>
                  </a:lnTo>
                  <a:lnTo>
                    <a:pt x="769" y="95"/>
                  </a:lnTo>
                  <a:lnTo>
                    <a:pt x="773" y="96"/>
                  </a:lnTo>
                  <a:lnTo>
                    <a:pt x="771" y="97"/>
                  </a:lnTo>
                  <a:lnTo>
                    <a:pt x="771" y="99"/>
                  </a:lnTo>
                  <a:lnTo>
                    <a:pt x="770" y="101"/>
                  </a:lnTo>
                  <a:lnTo>
                    <a:pt x="771" y="105"/>
                  </a:lnTo>
                  <a:lnTo>
                    <a:pt x="774" y="108"/>
                  </a:lnTo>
                  <a:lnTo>
                    <a:pt x="785" y="109"/>
                  </a:lnTo>
                  <a:lnTo>
                    <a:pt x="787" y="109"/>
                  </a:lnTo>
                  <a:lnTo>
                    <a:pt x="787" y="109"/>
                  </a:lnTo>
                  <a:lnTo>
                    <a:pt x="791" y="109"/>
                  </a:lnTo>
                  <a:lnTo>
                    <a:pt x="794" y="109"/>
                  </a:lnTo>
                  <a:lnTo>
                    <a:pt x="802" y="109"/>
                  </a:lnTo>
                  <a:lnTo>
                    <a:pt x="807" y="105"/>
                  </a:lnTo>
                  <a:lnTo>
                    <a:pt x="808" y="107"/>
                  </a:lnTo>
                  <a:lnTo>
                    <a:pt x="811" y="107"/>
                  </a:lnTo>
                  <a:lnTo>
                    <a:pt x="812" y="104"/>
                  </a:lnTo>
                  <a:lnTo>
                    <a:pt x="811" y="103"/>
                  </a:lnTo>
                  <a:lnTo>
                    <a:pt x="814" y="101"/>
                  </a:lnTo>
                  <a:lnTo>
                    <a:pt x="816" y="103"/>
                  </a:lnTo>
                  <a:lnTo>
                    <a:pt x="819" y="101"/>
                  </a:lnTo>
                  <a:lnTo>
                    <a:pt x="820" y="103"/>
                  </a:lnTo>
                  <a:lnTo>
                    <a:pt x="821" y="104"/>
                  </a:lnTo>
                  <a:lnTo>
                    <a:pt x="823" y="101"/>
                  </a:lnTo>
                  <a:lnTo>
                    <a:pt x="821" y="100"/>
                  </a:lnTo>
                  <a:lnTo>
                    <a:pt x="820" y="97"/>
                  </a:lnTo>
                  <a:lnTo>
                    <a:pt x="820" y="95"/>
                  </a:lnTo>
                  <a:lnTo>
                    <a:pt x="819" y="93"/>
                  </a:lnTo>
                  <a:lnTo>
                    <a:pt x="816" y="93"/>
                  </a:lnTo>
                  <a:lnTo>
                    <a:pt x="816" y="90"/>
                  </a:lnTo>
                  <a:lnTo>
                    <a:pt x="815" y="90"/>
                  </a:lnTo>
                  <a:lnTo>
                    <a:pt x="814" y="87"/>
                  </a:lnTo>
                  <a:lnTo>
                    <a:pt x="812" y="86"/>
                  </a:lnTo>
                  <a:lnTo>
                    <a:pt x="812" y="82"/>
                  </a:lnTo>
                  <a:lnTo>
                    <a:pt x="814" y="80"/>
                  </a:lnTo>
                  <a:lnTo>
                    <a:pt x="814" y="82"/>
                  </a:lnTo>
                  <a:lnTo>
                    <a:pt x="815" y="82"/>
                  </a:lnTo>
                  <a:lnTo>
                    <a:pt x="818" y="80"/>
                  </a:lnTo>
                  <a:lnTo>
                    <a:pt x="816" y="79"/>
                  </a:lnTo>
                  <a:lnTo>
                    <a:pt x="816" y="76"/>
                  </a:lnTo>
                  <a:lnTo>
                    <a:pt x="818" y="76"/>
                  </a:lnTo>
                  <a:lnTo>
                    <a:pt x="821" y="79"/>
                  </a:lnTo>
                  <a:lnTo>
                    <a:pt x="823" y="78"/>
                  </a:lnTo>
                  <a:lnTo>
                    <a:pt x="823" y="76"/>
                  </a:lnTo>
                  <a:lnTo>
                    <a:pt x="824" y="78"/>
                  </a:lnTo>
                  <a:lnTo>
                    <a:pt x="827" y="78"/>
                  </a:lnTo>
                  <a:lnTo>
                    <a:pt x="828" y="76"/>
                  </a:lnTo>
                  <a:lnTo>
                    <a:pt x="829" y="75"/>
                  </a:lnTo>
                  <a:lnTo>
                    <a:pt x="832" y="78"/>
                  </a:lnTo>
                  <a:lnTo>
                    <a:pt x="833" y="78"/>
                  </a:lnTo>
                  <a:lnTo>
                    <a:pt x="835" y="80"/>
                  </a:lnTo>
                  <a:lnTo>
                    <a:pt x="836" y="79"/>
                  </a:lnTo>
                  <a:lnTo>
                    <a:pt x="836" y="76"/>
                  </a:lnTo>
                  <a:lnTo>
                    <a:pt x="839" y="78"/>
                  </a:lnTo>
                  <a:lnTo>
                    <a:pt x="840" y="79"/>
                  </a:lnTo>
                  <a:lnTo>
                    <a:pt x="839" y="80"/>
                  </a:lnTo>
                  <a:lnTo>
                    <a:pt x="837" y="83"/>
                  </a:lnTo>
                  <a:lnTo>
                    <a:pt x="839" y="83"/>
                  </a:lnTo>
                  <a:lnTo>
                    <a:pt x="841" y="83"/>
                  </a:lnTo>
                  <a:lnTo>
                    <a:pt x="841" y="83"/>
                  </a:lnTo>
                  <a:lnTo>
                    <a:pt x="841" y="82"/>
                  </a:lnTo>
                  <a:lnTo>
                    <a:pt x="843" y="82"/>
                  </a:lnTo>
                  <a:lnTo>
                    <a:pt x="844" y="82"/>
                  </a:lnTo>
                  <a:lnTo>
                    <a:pt x="844" y="79"/>
                  </a:lnTo>
                  <a:lnTo>
                    <a:pt x="843" y="78"/>
                  </a:lnTo>
                  <a:lnTo>
                    <a:pt x="843" y="76"/>
                  </a:lnTo>
                  <a:lnTo>
                    <a:pt x="845" y="76"/>
                  </a:lnTo>
                  <a:lnTo>
                    <a:pt x="848" y="76"/>
                  </a:lnTo>
                  <a:lnTo>
                    <a:pt x="849" y="76"/>
                  </a:lnTo>
                  <a:lnTo>
                    <a:pt x="850" y="76"/>
                  </a:lnTo>
                  <a:lnTo>
                    <a:pt x="854" y="76"/>
                  </a:lnTo>
                  <a:lnTo>
                    <a:pt x="854" y="78"/>
                  </a:lnTo>
                  <a:lnTo>
                    <a:pt x="854" y="82"/>
                  </a:lnTo>
                  <a:lnTo>
                    <a:pt x="856" y="79"/>
                  </a:lnTo>
                  <a:lnTo>
                    <a:pt x="856" y="79"/>
                  </a:lnTo>
                  <a:lnTo>
                    <a:pt x="858" y="78"/>
                  </a:lnTo>
                  <a:lnTo>
                    <a:pt x="860" y="80"/>
                  </a:lnTo>
                  <a:lnTo>
                    <a:pt x="861" y="80"/>
                  </a:lnTo>
                  <a:lnTo>
                    <a:pt x="862" y="79"/>
                  </a:lnTo>
                  <a:lnTo>
                    <a:pt x="865" y="82"/>
                  </a:lnTo>
                  <a:lnTo>
                    <a:pt x="866" y="86"/>
                  </a:lnTo>
                  <a:lnTo>
                    <a:pt x="868" y="83"/>
                  </a:lnTo>
                  <a:lnTo>
                    <a:pt x="869" y="82"/>
                  </a:lnTo>
                  <a:lnTo>
                    <a:pt x="870" y="83"/>
                  </a:lnTo>
                  <a:lnTo>
                    <a:pt x="869" y="86"/>
                  </a:lnTo>
                  <a:lnTo>
                    <a:pt x="870" y="87"/>
                  </a:lnTo>
                  <a:lnTo>
                    <a:pt x="872" y="88"/>
                  </a:lnTo>
                  <a:lnTo>
                    <a:pt x="873" y="88"/>
                  </a:lnTo>
                  <a:lnTo>
                    <a:pt x="874" y="91"/>
                  </a:lnTo>
                  <a:lnTo>
                    <a:pt x="875" y="90"/>
                  </a:lnTo>
                  <a:lnTo>
                    <a:pt x="875" y="90"/>
                  </a:lnTo>
                  <a:lnTo>
                    <a:pt x="877" y="92"/>
                  </a:lnTo>
                  <a:lnTo>
                    <a:pt x="875" y="93"/>
                  </a:lnTo>
                  <a:lnTo>
                    <a:pt x="875" y="96"/>
                  </a:lnTo>
                  <a:lnTo>
                    <a:pt x="878" y="93"/>
                  </a:lnTo>
                  <a:lnTo>
                    <a:pt x="881" y="93"/>
                  </a:lnTo>
                  <a:lnTo>
                    <a:pt x="881" y="95"/>
                  </a:lnTo>
                  <a:lnTo>
                    <a:pt x="877" y="99"/>
                  </a:lnTo>
                  <a:lnTo>
                    <a:pt x="877" y="103"/>
                  </a:lnTo>
                  <a:lnTo>
                    <a:pt x="881" y="103"/>
                  </a:lnTo>
                  <a:lnTo>
                    <a:pt x="882" y="101"/>
                  </a:lnTo>
                  <a:lnTo>
                    <a:pt x="883" y="100"/>
                  </a:lnTo>
                  <a:lnTo>
                    <a:pt x="885" y="101"/>
                  </a:lnTo>
                  <a:lnTo>
                    <a:pt x="885" y="104"/>
                  </a:lnTo>
                  <a:lnTo>
                    <a:pt x="886" y="103"/>
                  </a:lnTo>
                  <a:lnTo>
                    <a:pt x="889" y="105"/>
                  </a:lnTo>
                  <a:lnTo>
                    <a:pt x="889" y="109"/>
                  </a:lnTo>
                  <a:lnTo>
                    <a:pt x="891" y="108"/>
                  </a:lnTo>
                  <a:lnTo>
                    <a:pt x="891" y="111"/>
                  </a:lnTo>
                  <a:lnTo>
                    <a:pt x="893" y="109"/>
                  </a:lnTo>
                  <a:lnTo>
                    <a:pt x="894" y="111"/>
                  </a:lnTo>
                  <a:lnTo>
                    <a:pt x="891" y="115"/>
                  </a:lnTo>
                  <a:lnTo>
                    <a:pt x="889" y="116"/>
                  </a:lnTo>
                  <a:lnTo>
                    <a:pt x="886" y="115"/>
                  </a:lnTo>
                  <a:lnTo>
                    <a:pt x="882" y="113"/>
                  </a:lnTo>
                  <a:lnTo>
                    <a:pt x="877" y="113"/>
                  </a:lnTo>
                  <a:lnTo>
                    <a:pt x="879" y="115"/>
                  </a:lnTo>
                  <a:lnTo>
                    <a:pt x="879" y="117"/>
                  </a:lnTo>
                  <a:lnTo>
                    <a:pt x="885" y="117"/>
                  </a:lnTo>
                  <a:lnTo>
                    <a:pt x="885" y="120"/>
                  </a:lnTo>
                  <a:lnTo>
                    <a:pt x="890" y="122"/>
                  </a:lnTo>
                  <a:lnTo>
                    <a:pt x="894" y="124"/>
                  </a:lnTo>
                  <a:lnTo>
                    <a:pt x="897" y="122"/>
                  </a:lnTo>
                  <a:lnTo>
                    <a:pt x="897" y="120"/>
                  </a:lnTo>
                  <a:lnTo>
                    <a:pt x="895" y="117"/>
                  </a:lnTo>
                  <a:lnTo>
                    <a:pt x="894" y="116"/>
                  </a:lnTo>
                  <a:lnTo>
                    <a:pt x="895" y="116"/>
                  </a:lnTo>
                  <a:lnTo>
                    <a:pt x="898" y="118"/>
                  </a:lnTo>
                  <a:lnTo>
                    <a:pt x="901" y="120"/>
                  </a:lnTo>
                  <a:lnTo>
                    <a:pt x="902" y="121"/>
                  </a:lnTo>
                  <a:lnTo>
                    <a:pt x="899" y="121"/>
                  </a:lnTo>
                  <a:lnTo>
                    <a:pt x="895" y="125"/>
                  </a:lnTo>
                  <a:lnTo>
                    <a:pt x="897" y="126"/>
                  </a:lnTo>
                  <a:lnTo>
                    <a:pt x="898" y="126"/>
                  </a:lnTo>
                  <a:lnTo>
                    <a:pt x="899" y="125"/>
                  </a:lnTo>
                  <a:lnTo>
                    <a:pt x="902" y="125"/>
                  </a:lnTo>
                  <a:lnTo>
                    <a:pt x="908" y="133"/>
                  </a:lnTo>
                  <a:lnTo>
                    <a:pt x="911" y="133"/>
                  </a:lnTo>
                  <a:lnTo>
                    <a:pt x="914" y="137"/>
                  </a:lnTo>
                  <a:lnTo>
                    <a:pt x="919" y="137"/>
                  </a:lnTo>
                  <a:lnTo>
                    <a:pt x="923" y="141"/>
                  </a:lnTo>
                  <a:lnTo>
                    <a:pt x="926" y="142"/>
                  </a:lnTo>
                  <a:lnTo>
                    <a:pt x="927" y="141"/>
                  </a:lnTo>
                  <a:lnTo>
                    <a:pt x="926" y="138"/>
                  </a:lnTo>
                  <a:lnTo>
                    <a:pt x="927" y="138"/>
                  </a:lnTo>
                  <a:lnTo>
                    <a:pt x="929" y="140"/>
                  </a:lnTo>
                  <a:lnTo>
                    <a:pt x="929" y="142"/>
                  </a:lnTo>
                  <a:lnTo>
                    <a:pt x="931" y="143"/>
                  </a:lnTo>
                  <a:lnTo>
                    <a:pt x="932" y="143"/>
                  </a:lnTo>
                  <a:lnTo>
                    <a:pt x="933" y="141"/>
                  </a:lnTo>
                  <a:lnTo>
                    <a:pt x="931" y="129"/>
                  </a:lnTo>
                  <a:lnTo>
                    <a:pt x="928" y="124"/>
                  </a:lnTo>
                  <a:lnTo>
                    <a:pt x="926" y="116"/>
                  </a:lnTo>
                  <a:lnTo>
                    <a:pt x="924" y="109"/>
                  </a:lnTo>
                  <a:lnTo>
                    <a:pt x="923" y="107"/>
                  </a:lnTo>
                  <a:lnTo>
                    <a:pt x="922" y="104"/>
                  </a:lnTo>
                  <a:lnTo>
                    <a:pt x="924" y="105"/>
                  </a:lnTo>
                  <a:lnTo>
                    <a:pt x="926" y="108"/>
                  </a:lnTo>
                  <a:lnTo>
                    <a:pt x="928" y="111"/>
                  </a:lnTo>
                  <a:lnTo>
                    <a:pt x="931" y="112"/>
                  </a:lnTo>
                  <a:lnTo>
                    <a:pt x="933" y="115"/>
                  </a:lnTo>
                  <a:lnTo>
                    <a:pt x="939" y="115"/>
                  </a:lnTo>
                  <a:lnTo>
                    <a:pt x="948" y="113"/>
                  </a:lnTo>
                  <a:lnTo>
                    <a:pt x="949" y="115"/>
                  </a:lnTo>
                  <a:lnTo>
                    <a:pt x="952" y="113"/>
                  </a:lnTo>
                  <a:lnTo>
                    <a:pt x="953" y="116"/>
                  </a:lnTo>
                  <a:lnTo>
                    <a:pt x="954" y="115"/>
                  </a:lnTo>
                  <a:lnTo>
                    <a:pt x="952" y="112"/>
                  </a:lnTo>
                  <a:lnTo>
                    <a:pt x="953" y="111"/>
                  </a:lnTo>
                  <a:lnTo>
                    <a:pt x="951" y="109"/>
                  </a:lnTo>
                  <a:lnTo>
                    <a:pt x="952" y="108"/>
                  </a:lnTo>
                  <a:lnTo>
                    <a:pt x="952" y="105"/>
                  </a:lnTo>
                  <a:lnTo>
                    <a:pt x="960" y="103"/>
                  </a:lnTo>
                  <a:lnTo>
                    <a:pt x="961" y="103"/>
                  </a:lnTo>
                  <a:lnTo>
                    <a:pt x="964" y="103"/>
                  </a:lnTo>
                  <a:lnTo>
                    <a:pt x="966" y="104"/>
                  </a:lnTo>
                  <a:lnTo>
                    <a:pt x="970" y="104"/>
                  </a:lnTo>
                  <a:lnTo>
                    <a:pt x="973" y="107"/>
                  </a:lnTo>
                  <a:lnTo>
                    <a:pt x="976" y="108"/>
                  </a:lnTo>
                  <a:lnTo>
                    <a:pt x="977" y="111"/>
                  </a:lnTo>
                  <a:lnTo>
                    <a:pt x="981" y="111"/>
                  </a:lnTo>
                  <a:lnTo>
                    <a:pt x="982" y="113"/>
                  </a:lnTo>
                  <a:lnTo>
                    <a:pt x="987" y="113"/>
                  </a:lnTo>
                  <a:lnTo>
                    <a:pt x="983" y="111"/>
                  </a:lnTo>
                  <a:lnTo>
                    <a:pt x="983" y="109"/>
                  </a:lnTo>
                  <a:lnTo>
                    <a:pt x="987" y="111"/>
                  </a:lnTo>
                  <a:lnTo>
                    <a:pt x="989" y="109"/>
                  </a:lnTo>
                  <a:lnTo>
                    <a:pt x="986" y="108"/>
                  </a:lnTo>
                  <a:lnTo>
                    <a:pt x="989" y="105"/>
                  </a:lnTo>
                  <a:lnTo>
                    <a:pt x="986" y="104"/>
                  </a:lnTo>
                  <a:lnTo>
                    <a:pt x="983" y="105"/>
                  </a:lnTo>
                  <a:lnTo>
                    <a:pt x="981" y="104"/>
                  </a:lnTo>
                  <a:lnTo>
                    <a:pt x="981" y="101"/>
                  </a:lnTo>
                  <a:lnTo>
                    <a:pt x="980" y="99"/>
                  </a:lnTo>
                  <a:lnTo>
                    <a:pt x="981" y="97"/>
                  </a:lnTo>
                  <a:lnTo>
                    <a:pt x="982" y="99"/>
                  </a:lnTo>
                  <a:lnTo>
                    <a:pt x="985" y="97"/>
                  </a:lnTo>
                  <a:lnTo>
                    <a:pt x="983" y="95"/>
                  </a:lnTo>
                  <a:lnTo>
                    <a:pt x="985" y="95"/>
                  </a:lnTo>
                  <a:lnTo>
                    <a:pt x="989" y="97"/>
                  </a:lnTo>
                  <a:lnTo>
                    <a:pt x="989" y="100"/>
                  </a:lnTo>
                  <a:lnTo>
                    <a:pt x="991" y="99"/>
                  </a:lnTo>
                  <a:lnTo>
                    <a:pt x="993" y="100"/>
                  </a:lnTo>
                  <a:lnTo>
                    <a:pt x="994" y="100"/>
                  </a:lnTo>
                  <a:lnTo>
                    <a:pt x="993" y="97"/>
                  </a:lnTo>
                  <a:lnTo>
                    <a:pt x="995" y="96"/>
                  </a:lnTo>
                  <a:lnTo>
                    <a:pt x="997" y="97"/>
                  </a:lnTo>
                  <a:lnTo>
                    <a:pt x="998" y="95"/>
                  </a:lnTo>
                  <a:lnTo>
                    <a:pt x="994" y="91"/>
                  </a:lnTo>
                  <a:lnTo>
                    <a:pt x="991" y="91"/>
                  </a:lnTo>
                  <a:lnTo>
                    <a:pt x="989" y="87"/>
                  </a:lnTo>
                  <a:lnTo>
                    <a:pt x="989" y="84"/>
                  </a:lnTo>
                  <a:lnTo>
                    <a:pt x="987" y="83"/>
                  </a:lnTo>
                  <a:lnTo>
                    <a:pt x="985" y="84"/>
                  </a:lnTo>
                  <a:lnTo>
                    <a:pt x="982" y="83"/>
                  </a:lnTo>
                  <a:lnTo>
                    <a:pt x="986" y="82"/>
                  </a:lnTo>
                  <a:lnTo>
                    <a:pt x="985" y="79"/>
                  </a:lnTo>
                  <a:lnTo>
                    <a:pt x="985" y="79"/>
                  </a:lnTo>
                  <a:lnTo>
                    <a:pt x="983" y="76"/>
                  </a:lnTo>
                  <a:lnTo>
                    <a:pt x="987" y="76"/>
                  </a:lnTo>
                  <a:lnTo>
                    <a:pt x="989" y="71"/>
                  </a:lnTo>
                  <a:lnTo>
                    <a:pt x="983" y="72"/>
                  </a:lnTo>
                  <a:lnTo>
                    <a:pt x="981" y="75"/>
                  </a:lnTo>
                  <a:lnTo>
                    <a:pt x="981" y="78"/>
                  </a:lnTo>
                  <a:lnTo>
                    <a:pt x="977" y="76"/>
                  </a:lnTo>
                  <a:lnTo>
                    <a:pt x="974" y="72"/>
                  </a:lnTo>
                  <a:lnTo>
                    <a:pt x="976" y="70"/>
                  </a:lnTo>
                  <a:lnTo>
                    <a:pt x="976" y="67"/>
                  </a:lnTo>
                  <a:lnTo>
                    <a:pt x="980" y="66"/>
                  </a:lnTo>
                  <a:lnTo>
                    <a:pt x="982" y="66"/>
                  </a:lnTo>
                  <a:lnTo>
                    <a:pt x="986" y="62"/>
                  </a:lnTo>
                  <a:lnTo>
                    <a:pt x="986" y="61"/>
                  </a:lnTo>
                  <a:lnTo>
                    <a:pt x="985" y="58"/>
                  </a:lnTo>
                  <a:lnTo>
                    <a:pt x="982" y="58"/>
                  </a:lnTo>
                  <a:lnTo>
                    <a:pt x="980" y="57"/>
                  </a:lnTo>
                  <a:lnTo>
                    <a:pt x="976" y="57"/>
                  </a:lnTo>
                  <a:lnTo>
                    <a:pt x="973" y="54"/>
                  </a:lnTo>
                  <a:lnTo>
                    <a:pt x="977" y="53"/>
                  </a:lnTo>
                  <a:lnTo>
                    <a:pt x="981" y="51"/>
                  </a:lnTo>
                  <a:lnTo>
                    <a:pt x="986" y="54"/>
                  </a:lnTo>
                  <a:lnTo>
                    <a:pt x="991" y="53"/>
                  </a:lnTo>
                  <a:lnTo>
                    <a:pt x="999" y="53"/>
                  </a:lnTo>
                  <a:lnTo>
                    <a:pt x="1014" y="51"/>
                  </a:lnTo>
                  <a:lnTo>
                    <a:pt x="1015" y="50"/>
                  </a:lnTo>
                  <a:lnTo>
                    <a:pt x="1026" y="50"/>
                  </a:lnTo>
                  <a:lnTo>
                    <a:pt x="1030" y="51"/>
                  </a:lnTo>
                  <a:lnTo>
                    <a:pt x="1033" y="50"/>
                  </a:lnTo>
                  <a:lnTo>
                    <a:pt x="1039" y="50"/>
                  </a:lnTo>
                  <a:lnTo>
                    <a:pt x="1036" y="51"/>
                  </a:lnTo>
                  <a:lnTo>
                    <a:pt x="1028" y="55"/>
                  </a:lnTo>
                  <a:lnTo>
                    <a:pt x="1026" y="54"/>
                  </a:lnTo>
                  <a:lnTo>
                    <a:pt x="1024" y="54"/>
                  </a:lnTo>
                  <a:lnTo>
                    <a:pt x="1022" y="53"/>
                  </a:lnTo>
                  <a:lnTo>
                    <a:pt x="1020" y="58"/>
                  </a:lnTo>
                  <a:lnTo>
                    <a:pt x="1023" y="61"/>
                  </a:lnTo>
                  <a:lnTo>
                    <a:pt x="1020" y="62"/>
                  </a:lnTo>
                  <a:lnTo>
                    <a:pt x="1020" y="63"/>
                  </a:lnTo>
                  <a:lnTo>
                    <a:pt x="1023" y="65"/>
                  </a:lnTo>
                  <a:lnTo>
                    <a:pt x="1026" y="62"/>
                  </a:lnTo>
                  <a:lnTo>
                    <a:pt x="1027" y="59"/>
                  </a:lnTo>
                  <a:lnTo>
                    <a:pt x="1032" y="55"/>
                  </a:lnTo>
                  <a:lnTo>
                    <a:pt x="1040" y="53"/>
                  </a:lnTo>
                  <a:lnTo>
                    <a:pt x="1041" y="57"/>
                  </a:lnTo>
                  <a:lnTo>
                    <a:pt x="1041" y="63"/>
                  </a:lnTo>
                  <a:lnTo>
                    <a:pt x="1041" y="65"/>
                  </a:lnTo>
                  <a:lnTo>
                    <a:pt x="1040" y="61"/>
                  </a:lnTo>
                  <a:lnTo>
                    <a:pt x="1037" y="58"/>
                  </a:lnTo>
                  <a:lnTo>
                    <a:pt x="1037" y="55"/>
                  </a:lnTo>
                  <a:lnTo>
                    <a:pt x="1035" y="58"/>
                  </a:lnTo>
                  <a:lnTo>
                    <a:pt x="1033" y="57"/>
                  </a:lnTo>
                  <a:lnTo>
                    <a:pt x="1035" y="61"/>
                  </a:lnTo>
                  <a:lnTo>
                    <a:pt x="1037" y="62"/>
                  </a:lnTo>
                  <a:lnTo>
                    <a:pt x="1039" y="67"/>
                  </a:lnTo>
                  <a:lnTo>
                    <a:pt x="1036" y="71"/>
                  </a:lnTo>
                  <a:lnTo>
                    <a:pt x="1035" y="70"/>
                  </a:lnTo>
                  <a:lnTo>
                    <a:pt x="1033" y="71"/>
                  </a:lnTo>
                  <a:lnTo>
                    <a:pt x="1036" y="74"/>
                  </a:lnTo>
                  <a:lnTo>
                    <a:pt x="1036" y="75"/>
                  </a:lnTo>
                  <a:lnTo>
                    <a:pt x="1037" y="76"/>
                  </a:lnTo>
                  <a:lnTo>
                    <a:pt x="1039" y="76"/>
                  </a:lnTo>
                  <a:lnTo>
                    <a:pt x="1041" y="74"/>
                  </a:lnTo>
                  <a:lnTo>
                    <a:pt x="1041" y="71"/>
                  </a:lnTo>
                  <a:lnTo>
                    <a:pt x="1044" y="67"/>
                  </a:lnTo>
                  <a:lnTo>
                    <a:pt x="1043" y="65"/>
                  </a:lnTo>
                  <a:lnTo>
                    <a:pt x="1044" y="62"/>
                  </a:lnTo>
                  <a:lnTo>
                    <a:pt x="1043" y="50"/>
                  </a:lnTo>
                  <a:lnTo>
                    <a:pt x="1047" y="46"/>
                  </a:lnTo>
                  <a:lnTo>
                    <a:pt x="1053" y="45"/>
                  </a:lnTo>
                  <a:lnTo>
                    <a:pt x="1060" y="43"/>
                  </a:lnTo>
                  <a:lnTo>
                    <a:pt x="1066" y="43"/>
                  </a:lnTo>
                  <a:lnTo>
                    <a:pt x="1074" y="46"/>
                  </a:lnTo>
                  <a:lnTo>
                    <a:pt x="1078" y="51"/>
                  </a:lnTo>
                  <a:lnTo>
                    <a:pt x="1078" y="54"/>
                  </a:lnTo>
                  <a:lnTo>
                    <a:pt x="1076" y="55"/>
                  </a:lnTo>
                  <a:lnTo>
                    <a:pt x="1072" y="53"/>
                  </a:lnTo>
                  <a:lnTo>
                    <a:pt x="1072" y="54"/>
                  </a:lnTo>
                  <a:lnTo>
                    <a:pt x="1072" y="55"/>
                  </a:lnTo>
                  <a:lnTo>
                    <a:pt x="1072" y="58"/>
                  </a:lnTo>
                  <a:lnTo>
                    <a:pt x="1072" y="61"/>
                  </a:lnTo>
                  <a:lnTo>
                    <a:pt x="1070" y="62"/>
                  </a:lnTo>
                  <a:lnTo>
                    <a:pt x="1072" y="63"/>
                  </a:lnTo>
                  <a:lnTo>
                    <a:pt x="1074" y="61"/>
                  </a:lnTo>
                  <a:lnTo>
                    <a:pt x="1078" y="61"/>
                  </a:lnTo>
                  <a:lnTo>
                    <a:pt x="1081" y="58"/>
                  </a:lnTo>
                  <a:lnTo>
                    <a:pt x="1082" y="62"/>
                  </a:lnTo>
                  <a:lnTo>
                    <a:pt x="1084" y="65"/>
                  </a:lnTo>
                  <a:lnTo>
                    <a:pt x="1084" y="67"/>
                  </a:lnTo>
                  <a:lnTo>
                    <a:pt x="1085" y="68"/>
                  </a:lnTo>
                  <a:lnTo>
                    <a:pt x="1086" y="66"/>
                  </a:lnTo>
                  <a:lnTo>
                    <a:pt x="1086" y="65"/>
                  </a:lnTo>
                  <a:lnTo>
                    <a:pt x="1089" y="62"/>
                  </a:lnTo>
                  <a:lnTo>
                    <a:pt x="1091" y="63"/>
                  </a:lnTo>
                  <a:lnTo>
                    <a:pt x="1093" y="67"/>
                  </a:lnTo>
                  <a:lnTo>
                    <a:pt x="1091" y="68"/>
                  </a:lnTo>
                  <a:lnTo>
                    <a:pt x="1091" y="71"/>
                  </a:lnTo>
                  <a:lnTo>
                    <a:pt x="1091" y="72"/>
                  </a:lnTo>
                  <a:lnTo>
                    <a:pt x="1094" y="71"/>
                  </a:lnTo>
                  <a:lnTo>
                    <a:pt x="1095" y="68"/>
                  </a:lnTo>
                  <a:lnTo>
                    <a:pt x="1095" y="68"/>
                  </a:lnTo>
                  <a:lnTo>
                    <a:pt x="1097" y="70"/>
                  </a:lnTo>
                  <a:lnTo>
                    <a:pt x="1097" y="67"/>
                  </a:lnTo>
                  <a:lnTo>
                    <a:pt x="1099" y="63"/>
                  </a:lnTo>
                  <a:lnTo>
                    <a:pt x="1101" y="62"/>
                  </a:lnTo>
                  <a:lnTo>
                    <a:pt x="1102" y="62"/>
                  </a:lnTo>
                  <a:lnTo>
                    <a:pt x="1107" y="66"/>
                  </a:lnTo>
                  <a:lnTo>
                    <a:pt x="1114" y="67"/>
                  </a:lnTo>
                  <a:lnTo>
                    <a:pt x="1116" y="71"/>
                  </a:lnTo>
                  <a:lnTo>
                    <a:pt x="1116" y="74"/>
                  </a:lnTo>
                  <a:lnTo>
                    <a:pt x="1113" y="76"/>
                  </a:lnTo>
                  <a:lnTo>
                    <a:pt x="1110" y="79"/>
                  </a:lnTo>
                  <a:lnTo>
                    <a:pt x="1114" y="76"/>
                  </a:lnTo>
                  <a:lnTo>
                    <a:pt x="1118" y="76"/>
                  </a:lnTo>
                  <a:lnTo>
                    <a:pt x="1122" y="78"/>
                  </a:lnTo>
                  <a:lnTo>
                    <a:pt x="1126" y="76"/>
                  </a:lnTo>
                  <a:lnTo>
                    <a:pt x="1128" y="74"/>
                  </a:lnTo>
                  <a:lnTo>
                    <a:pt x="1131" y="72"/>
                  </a:lnTo>
                  <a:lnTo>
                    <a:pt x="1136" y="68"/>
                  </a:lnTo>
                  <a:lnTo>
                    <a:pt x="1139" y="67"/>
                  </a:lnTo>
                  <a:lnTo>
                    <a:pt x="1141" y="63"/>
                  </a:lnTo>
                  <a:lnTo>
                    <a:pt x="1145" y="63"/>
                  </a:lnTo>
                  <a:lnTo>
                    <a:pt x="1155" y="58"/>
                  </a:lnTo>
                  <a:lnTo>
                    <a:pt x="1159" y="57"/>
                  </a:lnTo>
                  <a:lnTo>
                    <a:pt x="1161" y="58"/>
                  </a:lnTo>
                  <a:lnTo>
                    <a:pt x="1161" y="57"/>
                  </a:lnTo>
                  <a:lnTo>
                    <a:pt x="1166" y="53"/>
                  </a:lnTo>
                  <a:lnTo>
                    <a:pt x="1169" y="53"/>
                  </a:lnTo>
                  <a:lnTo>
                    <a:pt x="1176" y="53"/>
                  </a:lnTo>
                  <a:lnTo>
                    <a:pt x="1188" y="57"/>
                  </a:lnTo>
                  <a:lnTo>
                    <a:pt x="1192" y="62"/>
                  </a:lnTo>
                  <a:lnTo>
                    <a:pt x="1197" y="65"/>
                  </a:lnTo>
                  <a:lnTo>
                    <a:pt x="1201" y="68"/>
                  </a:lnTo>
                  <a:lnTo>
                    <a:pt x="1203" y="74"/>
                  </a:lnTo>
                  <a:lnTo>
                    <a:pt x="1203" y="75"/>
                  </a:lnTo>
                  <a:lnTo>
                    <a:pt x="1205" y="76"/>
                  </a:lnTo>
                  <a:lnTo>
                    <a:pt x="1205" y="80"/>
                  </a:lnTo>
                  <a:lnTo>
                    <a:pt x="1207" y="84"/>
                  </a:lnTo>
                  <a:lnTo>
                    <a:pt x="1207" y="87"/>
                  </a:lnTo>
                  <a:lnTo>
                    <a:pt x="1206" y="90"/>
                  </a:lnTo>
                  <a:lnTo>
                    <a:pt x="1209" y="90"/>
                  </a:lnTo>
                  <a:lnTo>
                    <a:pt x="1211" y="86"/>
                  </a:lnTo>
                  <a:lnTo>
                    <a:pt x="1214" y="86"/>
                  </a:lnTo>
                  <a:lnTo>
                    <a:pt x="1215" y="87"/>
                  </a:lnTo>
                  <a:lnTo>
                    <a:pt x="1215" y="86"/>
                  </a:lnTo>
                  <a:lnTo>
                    <a:pt x="1219" y="86"/>
                  </a:lnTo>
                  <a:lnTo>
                    <a:pt x="1222" y="87"/>
                  </a:lnTo>
                  <a:lnTo>
                    <a:pt x="1223" y="90"/>
                  </a:lnTo>
                  <a:lnTo>
                    <a:pt x="1223" y="87"/>
                  </a:lnTo>
                  <a:lnTo>
                    <a:pt x="1222" y="83"/>
                  </a:lnTo>
                  <a:lnTo>
                    <a:pt x="1224" y="83"/>
                  </a:lnTo>
                  <a:lnTo>
                    <a:pt x="1226" y="87"/>
                  </a:lnTo>
                  <a:lnTo>
                    <a:pt x="1230" y="90"/>
                  </a:lnTo>
                  <a:lnTo>
                    <a:pt x="1231" y="95"/>
                  </a:lnTo>
                  <a:lnTo>
                    <a:pt x="1232" y="95"/>
                  </a:lnTo>
                  <a:lnTo>
                    <a:pt x="1236" y="99"/>
                  </a:lnTo>
                  <a:lnTo>
                    <a:pt x="1236" y="97"/>
                  </a:lnTo>
                  <a:lnTo>
                    <a:pt x="1235" y="93"/>
                  </a:lnTo>
                  <a:lnTo>
                    <a:pt x="1232" y="92"/>
                  </a:lnTo>
                  <a:lnTo>
                    <a:pt x="1232" y="91"/>
                  </a:lnTo>
                  <a:lnTo>
                    <a:pt x="1235" y="92"/>
                  </a:lnTo>
                  <a:lnTo>
                    <a:pt x="1236" y="92"/>
                  </a:lnTo>
                  <a:lnTo>
                    <a:pt x="1239" y="93"/>
                  </a:lnTo>
                  <a:lnTo>
                    <a:pt x="1243" y="99"/>
                  </a:lnTo>
                  <a:lnTo>
                    <a:pt x="1242" y="95"/>
                  </a:lnTo>
                  <a:lnTo>
                    <a:pt x="1238" y="88"/>
                  </a:lnTo>
                  <a:lnTo>
                    <a:pt x="1238" y="83"/>
                  </a:lnTo>
                  <a:lnTo>
                    <a:pt x="1238" y="79"/>
                  </a:lnTo>
                  <a:lnTo>
                    <a:pt x="1240" y="75"/>
                  </a:lnTo>
                  <a:lnTo>
                    <a:pt x="1245" y="75"/>
                  </a:lnTo>
                  <a:lnTo>
                    <a:pt x="1247" y="74"/>
                  </a:lnTo>
                  <a:lnTo>
                    <a:pt x="1252" y="71"/>
                  </a:lnTo>
                  <a:lnTo>
                    <a:pt x="1251" y="70"/>
                  </a:lnTo>
                  <a:lnTo>
                    <a:pt x="1252" y="68"/>
                  </a:lnTo>
                  <a:lnTo>
                    <a:pt x="1253" y="68"/>
                  </a:lnTo>
                  <a:lnTo>
                    <a:pt x="1256" y="71"/>
                  </a:lnTo>
                  <a:lnTo>
                    <a:pt x="1259" y="72"/>
                  </a:lnTo>
                  <a:lnTo>
                    <a:pt x="1261" y="71"/>
                  </a:lnTo>
                  <a:lnTo>
                    <a:pt x="1265" y="68"/>
                  </a:lnTo>
                  <a:lnTo>
                    <a:pt x="1267" y="70"/>
                  </a:lnTo>
                  <a:lnTo>
                    <a:pt x="1271" y="67"/>
                  </a:lnTo>
                  <a:lnTo>
                    <a:pt x="1276" y="68"/>
                  </a:lnTo>
                  <a:lnTo>
                    <a:pt x="1278" y="67"/>
                  </a:lnTo>
                  <a:lnTo>
                    <a:pt x="1278" y="66"/>
                  </a:lnTo>
                  <a:lnTo>
                    <a:pt x="1280" y="68"/>
                  </a:lnTo>
                  <a:lnTo>
                    <a:pt x="1281" y="70"/>
                  </a:lnTo>
                  <a:lnTo>
                    <a:pt x="1282" y="67"/>
                  </a:lnTo>
                  <a:lnTo>
                    <a:pt x="1285" y="63"/>
                  </a:lnTo>
                  <a:lnTo>
                    <a:pt x="1284" y="62"/>
                  </a:lnTo>
                  <a:lnTo>
                    <a:pt x="1284" y="58"/>
                  </a:lnTo>
                  <a:lnTo>
                    <a:pt x="1284" y="55"/>
                  </a:lnTo>
                  <a:lnTo>
                    <a:pt x="1285" y="54"/>
                  </a:lnTo>
                  <a:lnTo>
                    <a:pt x="1289" y="55"/>
                  </a:lnTo>
                  <a:lnTo>
                    <a:pt x="1290" y="58"/>
                  </a:lnTo>
                  <a:lnTo>
                    <a:pt x="1292" y="59"/>
                  </a:lnTo>
                  <a:lnTo>
                    <a:pt x="1294" y="59"/>
                  </a:lnTo>
                  <a:lnTo>
                    <a:pt x="1297" y="62"/>
                  </a:lnTo>
                  <a:lnTo>
                    <a:pt x="1297" y="65"/>
                  </a:lnTo>
                  <a:lnTo>
                    <a:pt x="1299" y="68"/>
                  </a:lnTo>
                  <a:lnTo>
                    <a:pt x="1301" y="70"/>
                  </a:lnTo>
                  <a:lnTo>
                    <a:pt x="1305" y="68"/>
                  </a:lnTo>
                  <a:lnTo>
                    <a:pt x="1310" y="70"/>
                  </a:lnTo>
                  <a:lnTo>
                    <a:pt x="1311" y="70"/>
                  </a:lnTo>
                  <a:lnTo>
                    <a:pt x="1313" y="70"/>
                  </a:lnTo>
                  <a:lnTo>
                    <a:pt x="1317" y="75"/>
                  </a:lnTo>
                  <a:lnTo>
                    <a:pt x="1317" y="78"/>
                  </a:lnTo>
                  <a:lnTo>
                    <a:pt x="1318" y="79"/>
                  </a:lnTo>
                  <a:lnTo>
                    <a:pt x="1322" y="79"/>
                  </a:lnTo>
                  <a:lnTo>
                    <a:pt x="1325" y="78"/>
                  </a:lnTo>
                  <a:lnTo>
                    <a:pt x="1327" y="78"/>
                  </a:lnTo>
                  <a:lnTo>
                    <a:pt x="1327" y="76"/>
                  </a:lnTo>
                  <a:lnTo>
                    <a:pt x="1330" y="74"/>
                  </a:lnTo>
                  <a:lnTo>
                    <a:pt x="1331" y="75"/>
                  </a:lnTo>
                  <a:lnTo>
                    <a:pt x="1332" y="74"/>
                  </a:lnTo>
                  <a:lnTo>
                    <a:pt x="1331" y="71"/>
                  </a:lnTo>
                  <a:lnTo>
                    <a:pt x="1332" y="71"/>
                  </a:lnTo>
                  <a:lnTo>
                    <a:pt x="1331" y="68"/>
                  </a:lnTo>
                  <a:lnTo>
                    <a:pt x="1331" y="67"/>
                  </a:lnTo>
                  <a:lnTo>
                    <a:pt x="1328" y="65"/>
                  </a:lnTo>
                  <a:lnTo>
                    <a:pt x="1326" y="63"/>
                  </a:lnTo>
                  <a:lnTo>
                    <a:pt x="1325" y="59"/>
                  </a:lnTo>
                  <a:lnTo>
                    <a:pt x="1321" y="55"/>
                  </a:lnTo>
                  <a:lnTo>
                    <a:pt x="1319" y="55"/>
                  </a:lnTo>
                  <a:lnTo>
                    <a:pt x="1318" y="53"/>
                  </a:lnTo>
                  <a:lnTo>
                    <a:pt x="1314" y="51"/>
                  </a:lnTo>
                  <a:lnTo>
                    <a:pt x="1311" y="53"/>
                  </a:lnTo>
                  <a:lnTo>
                    <a:pt x="1310" y="53"/>
                  </a:lnTo>
                  <a:lnTo>
                    <a:pt x="1310" y="50"/>
                  </a:lnTo>
                  <a:lnTo>
                    <a:pt x="1311" y="49"/>
                  </a:lnTo>
                  <a:lnTo>
                    <a:pt x="1309" y="45"/>
                  </a:lnTo>
                  <a:lnTo>
                    <a:pt x="1309" y="42"/>
                  </a:lnTo>
                  <a:lnTo>
                    <a:pt x="1307" y="41"/>
                  </a:lnTo>
                  <a:lnTo>
                    <a:pt x="1306" y="38"/>
                  </a:lnTo>
                  <a:lnTo>
                    <a:pt x="1302" y="36"/>
                  </a:lnTo>
                  <a:lnTo>
                    <a:pt x="1302" y="34"/>
                  </a:lnTo>
                  <a:lnTo>
                    <a:pt x="1307" y="34"/>
                  </a:lnTo>
                  <a:lnTo>
                    <a:pt x="1310" y="34"/>
                  </a:lnTo>
                  <a:lnTo>
                    <a:pt x="1317" y="34"/>
                  </a:lnTo>
                  <a:lnTo>
                    <a:pt x="1322" y="34"/>
                  </a:lnTo>
                  <a:lnTo>
                    <a:pt x="1322" y="33"/>
                  </a:lnTo>
                  <a:lnTo>
                    <a:pt x="1325" y="32"/>
                  </a:lnTo>
                  <a:lnTo>
                    <a:pt x="1327" y="33"/>
                  </a:lnTo>
                  <a:lnTo>
                    <a:pt x="1330" y="33"/>
                  </a:lnTo>
                  <a:lnTo>
                    <a:pt x="1331" y="33"/>
                  </a:lnTo>
                  <a:lnTo>
                    <a:pt x="1331" y="30"/>
                  </a:lnTo>
                  <a:lnTo>
                    <a:pt x="1334" y="30"/>
                  </a:lnTo>
                  <a:lnTo>
                    <a:pt x="1335" y="32"/>
                  </a:lnTo>
                  <a:lnTo>
                    <a:pt x="1336" y="32"/>
                  </a:lnTo>
                  <a:lnTo>
                    <a:pt x="1338" y="29"/>
                  </a:lnTo>
                  <a:lnTo>
                    <a:pt x="1339" y="30"/>
                  </a:lnTo>
                  <a:lnTo>
                    <a:pt x="1340" y="28"/>
                  </a:lnTo>
                  <a:lnTo>
                    <a:pt x="1350" y="25"/>
                  </a:lnTo>
                  <a:lnTo>
                    <a:pt x="1351" y="28"/>
                  </a:lnTo>
                  <a:lnTo>
                    <a:pt x="1351" y="25"/>
                  </a:lnTo>
                  <a:lnTo>
                    <a:pt x="1352" y="24"/>
                  </a:lnTo>
                  <a:lnTo>
                    <a:pt x="1353" y="24"/>
                  </a:lnTo>
                  <a:lnTo>
                    <a:pt x="1356" y="24"/>
                  </a:lnTo>
                  <a:lnTo>
                    <a:pt x="1359" y="24"/>
                  </a:lnTo>
                  <a:lnTo>
                    <a:pt x="1360" y="25"/>
                  </a:lnTo>
                  <a:lnTo>
                    <a:pt x="1365" y="25"/>
                  </a:lnTo>
                  <a:lnTo>
                    <a:pt x="1367" y="24"/>
                  </a:lnTo>
                  <a:lnTo>
                    <a:pt x="1368" y="25"/>
                  </a:lnTo>
                  <a:lnTo>
                    <a:pt x="1369" y="26"/>
                  </a:lnTo>
                  <a:lnTo>
                    <a:pt x="1372" y="25"/>
                  </a:lnTo>
                  <a:lnTo>
                    <a:pt x="1375" y="24"/>
                  </a:lnTo>
                  <a:lnTo>
                    <a:pt x="1382" y="26"/>
                  </a:lnTo>
                  <a:lnTo>
                    <a:pt x="1385" y="28"/>
                  </a:lnTo>
                  <a:lnTo>
                    <a:pt x="1386" y="28"/>
                  </a:lnTo>
                  <a:lnTo>
                    <a:pt x="1386" y="26"/>
                  </a:lnTo>
                  <a:lnTo>
                    <a:pt x="1389" y="26"/>
                  </a:lnTo>
                  <a:lnTo>
                    <a:pt x="1390" y="28"/>
                  </a:lnTo>
                  <a:lnTo>
                    <a:pt x="1389" y="29"/>
                  </a:lnTo>
                  <a:lnTo>
                    <a:pt x="1390" y="29"/>
                  </a:lnTo>
                  <a:lnTo>
                    <a:pt x="1394" y="29"/>
                  </a:lnTo>
                  <a:lnTo>
                    <a:pt x="1402" y="29"/>
                  </a:lnTo>
                  <a:lnTo>
                    <a:pt x="1409" y="34"/>
                  </a:lnTo>
                  <a:lnTo>
                    <a:pt x="1409" y="36"/>
                  </a:lnTo>
                  <a:lnTo>
                    <a:pt x="1406" y="34"/>
                  </a:lnTo>
                  <a:lnTo>
                    <a:pt x="1402" y="33"/>
                  </a:lnTo>
                  <a:lnTo>
                    <a:pt x="1402" y="33"/>
                  </a:lnTo>
                  <a:lnTo>
                    <a:pt x="1409" y="36"/>
                  </a:lnTo>
                  <a:lnTo>
                    <a:pt x="1413" y="36"/>
                  </a:lnTo>
                  <a:lnTo>
                    <a:pt x="1413" y="34"/>
                  </a:lnTo>
                  <a:lnTo>
                    <a:pt x="1417" y="34"/>
                  </a:lnTo>
                  <a:lnTo>
                    <a:pt x="1419" y="34"/>
                  </a:lnTo>
                  <a:lnTo>
                    <a:pt x="1419" y="32"/>
                  </a:lnTo>
                  <a:lnTo>
                    <a:pt x="1421" y="32"/>
                  </a:lnTo>
                  <a:lnTo>
                    <a:pt x="1423" y="33"/>
                  </a:lnTo>
                  <a:lnTo>
                    <a:pt x="1425" y="34"/>
                  </a:lnTo>
                  <a:lnTo>
                    <a:pt x="1426" y="34"/>
                  </a:lnTo>
                  <a:lnTo>
                    <a:pt x="1426" y="33"/>
                  </a:lnTo>
                  <a:lnTo>
                    <a:pt x="1427" y="33"/>
                  </a:lnTo>
                  <a:lnTo>
                    <a:pt x="1430" y="34"/>
                  </a:lnTo>
                  <a:lnTo>
                    <a:pt x="1430" y="36"/>
                  </a:lnTo>
                  <a:lnTo>
                    <a:pt x="1434" y="37"/>
                  </a:lnTo>
                  <a:lnTo>
                    <a:pt x="1436" y="36"/>
                  </a:lnTo>
                  <a:lnTo>
                    <a:pt x="1447" y="37"/>
                  </a:lnTo>
                  <a:lnTo>
                    <a:pt x="1446" y="36"/>
                  </a:lnTo>
                  <a:lnTo>
                    <a:pt x="1450" y="36"/>
                  </a:lnTo>
                  <a:lnTo>
                    <a:pt x="1451" y="37"/>
                  </a:lnTo>
                  <a:lnTo>
                    <a:pt x="1452" y="38"/>
                  </a:lnTo>
                  <a:lnTo>
                    <a:pt x="1452" y="36"/>
                  </a:lnTo>
                  <a:lnTo>
                    <a:pt x="1452" y="36"/>
                  </a:lnTo>
                  <a:lnTo>
                    <a:pt x="1456" y="37"/>
                  </a:lnTo>
                  <a:lnTo>
                    <a:pt x="1456" y="37"/>
                  </a:lnTo>
                  <a:lnTo>
                    <a:pt x="1457" y="39"/>
                  </a:lnTo>
                  <a:lnTo>
                    <a:pt x="1461" y="38"/>
                  </a:lnTo>
                  <a:lnTo>
                    <a:pt x="1461" y="38"/>
                  </a:lnTo>
                  <a:lnTo>
                    <a:pt x="1460" y="37"/>
                  </a:lnTo>
                  <a:lnTo>
                    <a:pt x="1464" y="37"/>
                  </a:lnTo>
                  <a:lnTo>
                    <a:pt x="1465" y="38"/>
                  </a:lnTo>
                  <a:lnTo>
                    <a:pt x="1464" y="39"/>
                  </a:lnTo>
                  <a:lnTo>
                    <a:pt x="1467" y="42"/>
                  </a:lnTo>
                  <a:lnTo>
                    <a:pt x="1471" y="43"/>
                  </a:lnTo>
                  <a:lnTo>
                    <a:pt x="1473" y="42"/>
                  </a:lnTo>
                  <a:lnTo>
                    <a:pt x="1469" y="41"/>
                  </a:lnTo>
                  <a:lnTo>
                    <a:pt x="1467" y="39"/>
                  </a:lnTo>
                  <a:lnTo>
                    <a:pt x="1467" y="38"/>
                  </a:lnTo>
                  <a:lnTo>
                    <a:pt x="1469" y="37"/>
                  </a:lnTo>
                  <a:lnTo>
                    <a:pt x="1472" y="37"/>
                  </a:lnTo>
                  <a:lnTo>
                    <a:pt x="1477" y="39"/>
                  </a:lnTo>
                  <a:lnTo>
                    <a:pt x="1477" y="42"/>
                  </a:lnTo>
                  <a:lnTo>
                    <a:pt x="1479" y="43"/>
                  </a:lnTo>
                  <a:lnTo>
                    <a:pt x="1480" y="41"/>
                  </a:lnTo>
                  <a:lnTo>
                    <a:pt x="1479" y="41"/>
                  </a:lnTo>
                  <a:lnTo>
                    <a:pt x="1481" y="41"/>
                  </a:lnTo>
                  <a:lnTo>
                    <a:pt x="1483" y="42"/>
                  </a:lnTo>
                  <a:lnTo>
                    <a:pt x="1481" y="43"/>
                  </a:lnTo>
                  <a:lnTo>
                    <a:pt x="1484" y="46"/>
                  </a:lnTo>
                  <a:lnTo>
                    <a:pt x="1488" y="53"/>
                  </a:lnTo>
                  <a:lnTo>
                    <a:pt x="1492" y="54"/>
                  </a:lnTo>
                  <a:lnTo>
                    <a:pt x="1493" y="57"/>
                  </a:lnTo>
                  <a:lnTo>
                    <a:pt x="1494" y="59"/>
                  </a:lnTo>
                  <a:lnTo>
                    <a:pt x="1496" y="61"/>
                  </a:lnTo>
                  <a:lnTo>
                    <a:pt x="1496" y="62"/>
                  </a:lnTo>
                  <a:lnTo>
                    <a:pt x="1496" y="65"/>
                  </a:lnTo>
                  <a:lnTo>
                    <a:pt x="1498" y="66"/>
                  </a:lnTo>
                  <a:lnTo>
                    <a:pt x="1500" y="63"/>
                  </a:lnTo>
                  <a:lnTo>
                    <a:pt x="1504" y="65"/>
                  </a:lnTo>
                  <a:lnTo>
                    <a:pt x="1505" y="67"/>
                  </a:lnTo>
                  <a:lnTo>
                    <a:pt x="1508" y="68"/>
                  </a:lnTo>
                  <a:lnTo>
                    <a:pt x="1508" y="67"/>
                  </a:lnTo>
                  <a:lnTo>
                    <a:pt x="1506" y="66"/>
                  </a:lnTo>
                  <a:lnTo>
                    <a:pt x="1506" y="65"/>
                  </a:lnTo>
                  <a:lnTo>
                    <a:pt x="1508" y="62"/>
                  </a:lnTo>
                  <a:lnTo>
                    <a:pt x="1509" y="63"/>
                  </a:lnTo>
                  <a:lnTo>
                    <a:pt x="1510" y="66"/>
                  </a:lnTo>
                  <a:lnTo>
                    <a:pt x="1513" y="68"/>
                  </a:lnTo>
                  <a:lnTo>
                    <a:pt x="1511" y="67"/>
                  </a:lnTo>
                  <a:lnTo>
                    <a:pt x="1510" y="63"/>
                  </a:lnTo>
                  <a:lnTo>
                    <a:pt x="1510" y="61"/>
                  </a:lnTo>
                  <a:lnTo>
                    <a:pt x="1509" y="59"/>
                  </a:lnTo>
                  <a:lnTo>
                    <a:pt x="1506" y="61"/>
                  </a:lnTo>
                  <a:lnTo>
                    <a:pt x="1502" y="61"/>
                  </a:lnTo>
                  <a:lnTo>
                    <a:pt x="1502" y="59"/>
                  </a:lnTo>
                  <a:lnTo>
                    <a:pt x="1504" y="58"/>
                  </a:lnTo>
                  <a:lnTo>
                    <a:pt x="1504" y="55"/>
                  </a:lnTo>
                  <a:lnTo>
                    <a:pt x="1498" y="51"/>
                  </a:lnTo>
                  <a:lnTo>
                    <a:pt x="1497" y="50"/>
                  </a:lnTo>
                  <a:lnTo>
                    <a:pt x="1496" y="47"/>
                  </a:lnTo>
                  <a:lnTo>
                    <a:pt x="1494" y="47"/>
                  </a:lnTo>
                  <a:lnTo>
                    <a:pt x="1490" y="50"/>
                  </a:lnTo>
                  <a:lnTo>
                    <a:pt x="1490" y="49"/>
                  </a:lnTo>
                  <a:lnTo>
                    <a:pt x="1493" y="46"/>
                  </a:lnTo>
                  <a:lnTo>
                    <a:pt x="1494" y="43"/>
                  </a:lnTo>
                  <a:lnTo>
                    <a:pt x="1497" y="38"/>
                  </a:lnTo>
                  <a:lnTo>
                    <a:pt x="1500" y="38"/>
                  </a:lnTo>
                  <a:lnTo>
                    <a:pt x="1498" y="39"/>
                  </a:lnTo>
                  <a:lnTo>
                    <a:pt x="1501" y="43"/>
                  </a:lnTo>
                  <a:lnTo>
                    <a:pt x="1504" y="45"/>
                  </a:lnTo>
                  <a:lnTo>
                    <a:pt x="1504" y="43"/>
                  </a:lnTo>
                  <a:lnTo>
                    <a:pt x="1501" y="42"/>
                  </a:lnTo>
                  <a:lnTo>
                    <a:pt x="1501" y="39"/>
                  </a:lnTo>
                  <a:lnTo>
                    <a:pt x="1502" y="39"/>
                  </a:lnTo>
                  <a:lnTo>
                    <a:pt x="1505" y="38"/>
                  </a:lnTo>
                  <a:lnTo>
                    <a:pt x="1505" y="36"/>
                  </a:lnTo>
                  <a:lnTo>
                    <a:pt x="1502" y="36"/>
                  </a:lnTo>
                  <a:lnTo>
                    <a:pt x="1504" y="36"/>
                  </a:lnTo>
                  <a:lnTo>
                    <a:pt x="1505" y="34"/>
                  </a:lnTo>
                  <a:lnTo>
                    <a:pt x="1508" y="34"/>
                  </a:lnTo>
                  <a:lnTo>
                    <a:pt x="1509" y="30"/>
                  </a:lnTo>
                  <a:lnTo>
                    <a:pt x="1511" y="30"/>
                  </a:lnTo>
                  <a:lnTo>
                    <a:pt x="1513" y="33"/>
                  </a:lnTo>
                  <a:lnTo>
                    <a:pt x="1514" y="32"/>
                  </a:lnTo>
                  <a:lnTo>
                    <a:pt x="1515" y="33"/>
                  </a:lnTo>
                  <a:lnTo>
                    <a:pt x="1515" y="33"/>
                  </a:lnTo>
                  <a:lnTo>
                    <a:pt x="1518" y="36"/>
                  </a:lnTo>
                  <a:lnTo>
                    <a:pt x="1522" y="36"/>
                  </a:lnTo>
                  <a:lnTo>
                    <a:pt x="1523" y="36"/>
                  </a:lnTo>
                  <a:lnTo>
                    <a:pt x="1530" y="37"/>
                  </a:lnTo>
                  <a:lnTo>
                    <a:pt x="1530" y="39"/>
                  </a:lnTo>
                  <a:lnTo>
                    <a:pt x="1530" y="41"/>
                  </a:lnTo>
                  <a:lnTo>
                    <a:pt x="1531" y="39"/>
                  </a:lnTo>
                  <a:lnTo>
                    <a:pt x="1533" y="38"/>
                  </a:lnTo>
                  <a:lnTo>
                    <a:pt x="1534" y="38"/>
                  </a:lnTo>
                  <a:lnTo>
                    <a:pt x="1534" y="41"/>
                  </a:lnTo>
                  <a:lnTo>
                    <a:pt x="1536" y="39"/>
                  </a:lnTo>
                  <a:lnTo>
                    <a:pt x="1538" y="37"/>
                  </a:lnTo>
                  <a:lnTo>
                    <a:pt x="1540" y="38"/>
                  </a:lnTo>
                  <a:lnTo>
                    <a:pt x="1540" y="39"/>
                  </a:lnTo>
                  <a:lnTo>
                    <a:pt x="1539" y="41"/>
                  </a:lnTo>
                  <a:lnTo>
                    <a:pt x="1539" y="42"/>
                  </a:lnTo>
                  <a:lnTo>
                    <a:pt x="1540" y="49"/>
                  </a:lnTo>
                  <a:lnTo>
                    <a:pt x="1540" y="53"/>
                  </a:lnTo>
                  <a:lnTo>
                    <a:pt x="1540" y="54"/>
                  </a:lnTo>
                  <a:lnTo>
                    <a:pt x="1543" y="53"/>
                  </a:lnTo>
                  <a:lnTo>
                    <a:pt x="1544" y="55"/>
                  </a:lnTo>
                  <a:lnTo>
                    <a:pt x="1547" y="57"/>
                  </a:lnTo>
                  <a:lnTo>
                    <a:pt x="1547" y="59"/>
                  </a:lnTo>
                  <a:lnTo>
                    <a:pt x="1546" y="61"/>
                  </a:lnTo>
                  <a:lnTo>
                    <a:pt x="1543" y="61"/>
                  </a:lnTo>
                  <a:lnTo>
                    <a:pt x="1538" y="61"/>
                  </a:lnTo>
                  <a:lnTo>
                    <a:pt x="1544" y="62"/>
                  </a:lnTo>
                  <a:lnTo>
                    <a:pt x="1546" y="65"/>
                  </a:lnTo>
                  <a:lnTo>
                    <a:pt x="1544" y="67"/>
                  </a:lnTo>
                  <a:lnTo>
                    <a:pt x="1542" y="67"/>
                  </a:lnTo>
                  <a:lnTo>
                    <a:pt x="1539" y="71"/>
                  </a:lnTo>
                  <a:lnTo>
                    <a:pt x="1539" y="70"/>
                  </a:lnTo>
                  <a:lnTo>
                    <a:pt x="1536" y="72"/>
                  </a:lnTo>
                  <a:lnTo>
                    <a:pt x="1533" y="72"/>
                  </a:lnTo>
                  <a:lnTo>
                    <a:pt x="1530" y="74"/>
                  </a:lnTo>
                  <a:lnTo>
                    <a:pt x="1534" y="74"/>
                  </a:lnTo>
                  <a:lnTo>
                    <a:pt x="1535" y="75"/>
                  </a:lnTo>
                  <a:lnTo>
                    <a:pt x="1536" y="76"/>
                  </a:lnTo>
                  <a:lnTo>
                    <a:pt x="1539" y="75"/>
                  </a:lnTo>
                  <a:lnTo>
                    <a:pt x="1539" y="75"/>
                  </a:lnTo>
                  <a:lnTo>
                    <a:pt x="1540" y="76"/>
                  </a:lnTo>
                  <a:lnTo>
                    <a:pt x="1542" y="80"/>
                  </a:lnTo>
                  <a:lnTo>
                    <a:pt x="1540" y="82"/>
                  </a:lnTo>
                  <a:lnTo>
                    <a:pt x="1539" y="84"/>
                  </a:lnTo>
                  <a:lnTo>
                    <a:pt x="1543" y="82"/>
                  </a:lnTo>
                  <a:lnTo>
                    <a:pt x="1546" y="82"/>
                  </a:lnTo>
                  <a:lnTo>
                    <a:pt x="1548" y="84"/>
                  </a:lnTo>
                  <a:lnTo>
                    <a:pt x="1548" y="86"/>
                  </a:lnTo>
                  <a:lnTo>
                    <a:pt x="1550" y="90"/>
                  </a:lnTo>
                  <a:lnTo>
                    <a:pt x="1547" y="91"/>
                  </a:lnTo>
                  <a:lnTo>
                    <a:pt x="1548" y="92"/>
                  </a:lnTo>
                  <a:lnTo>
                    <a:pt x="1550" y="95"/>
                  </a:lnTo>
                  <a:lnTo>
                    <a:pt x="1547" y="96"/>
                  </a:lnTo>
                  <a:lnTo>
                    <a:pt x="1547" y="97"/>
                  </a:lnTo>
                  <a:lnTo>
                    <a:pt x="1547" y="100"/>
                  </a:lnTo>
                  <a:lnTo>
                    <a:pt x="1547" y="97"/>
                  </a:lnTo>
                  <a:lnTo>
                    <a:pt x="1550" y="97"/>
                  </a:lnTo>
                  <a:lnTo>
                    <a:pt x="1551" y="99"/>
                  </a:lnTo>
                  <a:lnTo>
                    <a:pt x="1551" y="101"/>
                  </a:lnTo>
                  <a:lnTo>
                    <a:pt x="1554" y="101"/>
                  </a:lnTo>
                  <a:lnTo>
                    <a:pt x="1554" y="103"/>
                  </a:lnTo>
                  <a:lnTo>
                    <a:pt x="1555" y="101"/>
                  </a:lnTo>
                  <a:lnTo>
                    <a:pt x="1556" y="100"/>
                  </a:lnTo>
                  <a:lnTo>
                    <a:pt x="1558" y="100"/>
                  </a:lnTo>
                  <a:lnTo>
                    <a:pt x="1560" y="101"/>
                  </a:lnTo>
                  <a:lnTo>
                    <a:pt x="1560" y="104"/>
                  </a:lnTo>
                  <a:lnTo>
                    <a:pt x="1558" y="104"/>
                  </a:lnTo>
                  <a:lnTo>
                    <a:pt x="1556" y="103"/>
                  </a:lnTo>
                  <a:lnTo>
                    <a:pt x="1555" y="105"/>
                  </a:lnTo>
                  <a:lnTo>
                    <a:pt x="1558" y="107"/>
                  </a:lnTo>
                  <a:lnTo>
                    <a:pt x="1559" y="107"/>
                  </a:lnTo>
                  <a:lnTo>
                    <a:pt x="1560" y="109"/>
                  </a:lnTo>
                  <a:lnTo>
                    <a:pt x="1560" y="112"/>
                  </a:lnTo>
                  <a:lnTo>
                    <a:pt x="1558" y="113"/>
                  </a:lnTo>
                  <a:lnTo>
                    <a:pt x="1555" y="109"/>
                  </a:lnTo>
                  <a:lnTo>
                    <a:pt x="1554" y="108"/>
                  </a:lnTo>
                  <a:lnTo>
                    <a:pt x="1555" y="113"/>
                  </a:lnTo>
                  <a:lnTo>
                    <a:pt x="1554" y="115"/>
                  </a:lnTo>
                  <a:lnTo>
                    <a:pt x="1552" y="115"/>
                  </a:lnTo>
                  <a:lnTo>
                    <a:pt x="1552" y="113"/>
                  </a:lnTo>
                  <a:lnTo>
                    <a:pt x="1550" y="113"/>
                  </a:lnTo>
                  <a:lnTo>
                    <a:pt x="1548" y="113"/>
                  </a:lnTo>
                  <a:lnTo>
                    <a:pt x="1543" y="112"/>
                  </a:lnTo>
                  <a:lnTo>
                    <a:pt x="1540" y="113"/>
                  </a:lnTo>
                  <a:lnTo>
                    <a:pt x="1538" y="113"/>
                  </a:lnTo>
                  <a:lnTo>
                    <a:pt x="1539" y="112"/>
                  </a:lnTo>
                  <a:lnTo>
                    <a:pt x="1538" y="111"/>
                  </a:lnTo>
                  <a:lnTo>
                    <a:pt x="1536" y="109"/>
                  </a:lnTo>
                  <a:lnTo>
                    <a:pt x="1536" y="113"/>
                  </a:lnTo>
                  <a:lnTo>
                    <a:pt x="1535" y="113"/>
                  </a:lnTo>
                  <a:lnTo>
                    <a:pt x="1535" y="113"/>
                  </a:lnTo>
                  <a:lnTo>
                    <a:pt x="1536" y="116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3" y="116"/>
                  </a:lnTo>
                  <a:lnTo>
                    <a:pt x="1527" y="117"/>
                  </a:lnTo>
                  <a:lnTo>
                    <a:pt x="1526" y="116"/>
                  </a:lnTo>
                  <a:lnTo>
                    <a:pt x="1526" y="115"/>
                  </a:lnTo>
                  <a:lnTo>
                    <a:pt x="1526" y="112"/>
                  </a:lnTo>
                  <a:lnTo>
                    <a:pt x="1525" y="112"/>
                  </a:lnTo>
                  <a:lnTo>
                    <a:pt x="1519" y="108"/>
                  </a:lnTo>
                  <a:lnTo>
                    <a:pt x="1518" y="107"/>
                  </a:lnTo>
                  <a:lnTo>
                    <a:pt x="1519" y="105"/>
                  </a:lnTo>
                  <a:lnTo>
                    <a:pt x="1515" y="104"/>
                  </a:lnTo>
                  <a:lnTo>
                    <a:pt x="1514" y="107"/>
                  </a:lnTo>
                  <a:lnTo>
                    <a:pt x="1510" y="108"/>
                  </a:lnTo>
                  <a:lnTo>
                    <a:pt x="1509" y="109"/>
                  </a:lnTo>
                  <a:lnTo>
                    <a:pt x="1508" y="111"/>
                  </a:lnTo>
                  <a:lnTo>
                    <a:pt x="1506" y="107"/>
                  </a:lnTo>
                  <a:lnTo>
                    <a:pt x="1505" y="105"/>
                  </a:lnTo>
                  <a:lnTo>
                    <a:pt x="1506" y="107"/>
                  </a:lnTo>
                  <a:lnTo>
                    <a:pt x="1506" y="112"/>
                  </a:lnTo>
                  <a:lnTo>
                    <a:pt x="1506" y="115"/>
                  </a:lnTo>
                  <a:lnTo>
                    <a:pt x="1506" y="117"/>
                  </a:lnTo>
                  <a:lnTo>
                    <a:pt x="1501" y="124"/>
                  </a:lnTo>
                  <a:lnTo>
                    <a:pt x="1500" y="124"/>
                  </a:lnTo>
                  <a:lnTo>
                    <a:pt x="1500" y="118"/>
                  </a:lnTo>
                  <a:lnTo>
                    <a:pt x="1497" y="118"/>
                  </a:lnTo>
                  <a:lnTo>
                    <a:pt x="1494" y="120"/>
                  </a:lnTo>
                  <a:lnTo>
                    <a:pt x="1489" y="115"/>
                  </a:lnTo>
                  <a:lnTo>
                    <a:pt x="1489" y="113"/>
                  </a:lnTo>
                  <a:lnTo>
                    <a:pt x="1488" y="108"/>
                  </a:lnTo>
                  <a:lnTo>
                    <a:pt x="1486" y="107"/>
                  </a:lnTo>
                  <a:lnTo>
                    <a:pt x="1485" y="105"/>
                  </a:lnTo>
                  <a:lnTo>
                    <a:pt x="1484" y="104"/>
                  </a:lnTo>
                  <a:lnTo>
                    <a:pt x="1483" y="104"/>
                  </a:lnTo>
                  <a:lnTo>
                    <a:pt x="1484" y="107"/>
                  </a:lnTo>
                  <a:lnTo>
                    <a:pt x="1484" y="108"/>
                  </a:lnTo>
                  <a:lnTo>
                    <a:pt x="1485" y="111"/>
                  </a:lnTo>
                  <a:lnTo>
                    <a:pt x="1484" y="112"/>
                  </a:lnTo>
                  <a:lnTo>
                    <a:pt x="1480" y="109"/>
                  </a:lnTo>
                  <a:lnTo>
                    <a:pt x="1477" y="107"/>
                  </a:lnTo>
                  <a:lnTo>
                    <a:pt x="1477" y="107"/>
                  </a:lnTo>
                  <a:lnTo>
                    <a:pt x="1479" y="109"/>
                  </a:lnTo>
                  <a:lnTo>
                    <a:pt x="1477" y="111"/>
                  </a:lnTo>
                  <a:lnTo>
                    <a:pt x="1479" y="112"/>
                  </a:lnTo>
                  <a:lnTo>
                    <a:pt x="1481" y="112"/>
                  </a:lnTo>
                  <a:lnTo>
                    <a:pt x="1483" y="113"/>
                  </a:lnTo>
                  <a:lnTo>
                    <a:pt x="1481" y="116"/>
                  </a:lnTo>
                  <a:lnTo>
                    <a:pt x="1479" y="117"/>
                  </a:lnTo>
                  <a:lnTo>
                    <a:pt x="1477" y="118"/>
                  </a:lnTo>
                  <a:lnTo>
                    <a:pt x="1480" y="118"/>
                  </a:lnTo>
                  <a:lnTo>
                    <a:pt x="1486" y="126"/>
                  </a:lnTo>
                  <a:lnTo>
                    <a:pt x="1490" y="128"/>
                  </a:lnTo>
                  <a:lnTo>
                    <a:pt x="1493" y="126"/>
                  </a:lnTo>
                  <a:lnTo>
                    <a:pt x="1496" y="128"/>
                  </a:lnTo>
                  <a:lnTo>
                    <a:pt x="1497" y="132"/>
                  </a:lnTo>
                  <a:lnTo>
                    <a:pt x="1497" y="132"/>
                  </a:lnTo>
                  <a:lnTo>
                    <a:pt x="1494" y="129"/>
                  </a:lnTo>
                  <a:lnTo>
                    <a:pt x="1493" y="129"/>
                  </a:lnTo>
                  <a:lnTo>
                    <a:pt x="1494" y="133"/>
                  </a:lnTo>
                  <a:lnTo>
                    <a:pt x="1498" y="134"/>
                  </a:lnTo>
                  <a:lnTo>
                    <a:pt x="1500" y="138"/>
                  </a:lnTo>
                  <a:lnTo>
                    <a:pt x="1501" y="141"/>
                  </a:lnTo>
                  <a:lnTo>
                    <a:pt x="1501" y="146"/>
                  </a:lnTo>
                  <a:lnTo>
                    <a:pt x="1500" y="153"/>
                  </a:lnTo>
                  <a:lnTo>
                    <a:pt x="1501" y="158"/>
                  </a:lnTo>
                  <a:lnTo>
                    <a:pt x="1501" y="161"/>
                  </a:lnTo>
                  <a:lnTo>
                    <a:pt x="1501" y="163"/>
                  </a:lnTo>
                  <a:lnTo>
                    <a:pt x="1498" y="167"/>
                  </a:lnTo>
                  <a:lnTo>
                    <a:pt x="1498" y="170"/>
                  </a:lnTo>
                  <a:lnTo>
                    <a:pt x="1497" y="171"/>
                  </a:lnTo>
                  <a:lnTo>
                    <a:pt x="1497" y="170"/>
                  </a:lnTo>
                  <a:lnTo>
                    <a:pt x="1497" y="168"/>
                  </a:lnTo>
                  <a:lnTo>
                    <a:pt x="1490" y="172"/>
                  </a:lnTo>
                  <a:lnTo>
                    <a:pt x="1489" y="171"/>
                  </a:lnTo>
                  <a:lnTo>
                    <a:pt x="1486" y="172"/>
                  </a:lnTo>
                  <a:lnTo>
                    <a:pt x="1485" y="172"/>
                  </a:lnTo>
                  <a:lnTo>
                    <a:pt x="1484" y="170"/>
                  </a:lnTo>
                  <a:lnTo>
                    <a:pt x="1481" y="170"/>
                  </a:lnTo>
                  <a:lnTo>
                    <a:pt x="1479" y="166"/>
                  </a:lnTo>
                  <a:lnTo>
                    <a:pt x="1476" y="165"/>
                  </a:lnTo>
                  <a:lnTo>
                    <a:pt x="1472" y="163"/>
                  </a:lnTo>
                  <a:lnTo>
                    <a:pt x="1471" y="162"/>
                  </a:lnTo>
                  <a:lnTo>
                    <a:pt x="1468" y="163"/>
                  </a:lnTo>
                  <a:lnTo>
                    <a:pt x="1467" y="166"/>
                  </a:lnTo>
                  <a:lnTo>
                    <a:pt x="1464" y="166"/>
                  </a:lnTo>
                  <a:lnTo>
                    <a:pt x="1467" y="167"/>
                  </a:lnTo>
                  <a:lnTo>
                    <a:pt x="1469" y="167"/>
                  </a:lnTo>
                  <a:lnTo>
                    <a:pt x="1471" y="165"/>
                  </a:lnTo>
                  <a:lnTo>
                    <a:pt x="1477" y="167"/>
                  </a:lnTo>
                  <a:lnTo>
                    <a:pt x="1479" y="170"/>
                  </a:lnTo>
                  <a:lnTo>
                    <a:pt x="1476" y="171"/>
                  </a:lnTo>
                  <a:lnTo>
                    <a:pt x="1473" y="170"/>
                  </a:lnTo>
                  <a:lnTo>
                    <a:pt x="1471" y="170"/>
                  </a:lnTo>
                  <a:lnTo>
                    <a:pt x="1471" y="172"/>
                  </a:lnTo>
                  <a:lnTo>
                    <a:pt x="1468" y="170"/>
                  </a:lnTo>
                  <a:lnTo>
                    <a:pt x="1467" y="171"/>
                  </a:lnTo>
                  <a:lnTo>
                    <a:pt x="1467" y="171"/>
                  </a:lnTo>
                  <a:lnTo>
                    <a:pt x="1468" y="174"/>
                  </a:lnTo>
                  <a:lnTo>
                    <a:pt x="1472" y="175"/>
                  </a:lnTo>
                  <a:lnTo>
                    <a:pt x="1471" y="179"/>
                  </a:lnTo>
                  <a:lnTo>
                    <a:pt x="1472" y="183"/>
                  </a:lnTo>
                  <a:lnTo>
                    <a:pt x="1475" y="184"/>
                  </a:lnTo>
                  <a:lnTo>
                    <a:pt x="1473" y="183"/>
                  </a:lnTo>
                  <a:lnTo>
                    <a:pt x="1473" y="178"/>
                  </a:lnTo>
                  <a:lnTo>
                    <a:pt x="1475" y="178"/>
                  </a:lnTo>
                  <a:lnTo>
                    <a:pt x="1477" y="178"/>
                  </a:lnTo>
                  <a:lnTo>
                    <a:pt x="1477" y="176"/>
                  </a:lnTo>
                  <a:lnTo>
                    <a:pt x="1481" y="172"/>
                  </a:lnTo>
                  <a:lnTo>
                    <a:pt x="1483" y="172"/>
                  </a:lnTo>
                  <a:lnTo>
                    <a:pt x="1484" y="174"/>
                  </a:lnTo>
                  <a:lnTo>
                    <a:pt x="1484" y="175"/>
                  </a:lnTo>
                  <a:lnTo>
                    <a:pt x="1488" y="180"/>
                  </a:lnTo>
                  <a:lnTo>
                    <a:pt x="1490" y="180"/>
                  </a:lnTo>
                  <a:lnTo>
                    <a:pt x="1493" y="183"/>
                  </a:lnTo>
                  <a:lnTo>
                    <a:pt x="1497" y="183"/>
                  </a:lnTo>
                  <a:lnTo>
                    <a:pt x="1497" y="180"/>
                  </a:lnTo>
                  <a:lnTo>
                    <a:pt x="1497" y="179"/>
                  </a:lnTo>
                  <a:lnTo>
                    <a:pt x="1498" y="179"/>
                  </a:lnTo>
                  <a:lnTo>
                    <a:pt x="1504" y="184"/>
                  </a:lnTo>
                  <a:lnTo>
                    <a:pt x="1505" y="187"/>
                  </a:lnTo>
                  <a:lnTo>
                    <a:pt x="1504" y="186"/>
                  </a:lnTo>
                  <a:lnTo>
                    <a:pt x="1502" y="188"/>
                  </a:lnTo>
                  <a:lnTo>
                    <a:pt x="1508" y="192"/>
                  </a:lnTo>
                  <a:lnTo>
                    <a:pt x="1509" y="192"/>
                  </a:lnTo>
                  <a:lnTo>
                    <a:pt x="1509" y="191"/>
                  </a:lnTo>
                  <a:lnTo>
                    <a:pt x="1509" y="188"/>
                  </a:lnTo>
                  <a:lnTo>
                    <a:pt x="1511" y="191"/>
                  </a:lnTo>
                  <a:lnTo>
                    <a:pt x="1517" y="197"/>
                  </a:lnTo>
                  <a:lnTo>
                    <a:pt x="1515" y="196"/>
                  </a:lnTo>
                  <a:lnTo>
                    <a:pt x="1514" y="196"/>
                  </a:lnTo>
                  <a:lnTo>
                    <a:pt x="1513" y="197"/>
                  </a:lnTo>
                  <a:lnTo>
                    <a:pt x="1514" y="200"/>
                  </a:lnTo>
                  <a:lnTo>
                    <a:pt x="1513" y="201"/>
                  </a:lnTo>
                  <a:lnTo>
                    <a:pt x="1511" y="204"/>
                  </a:lnTo>
                  <a:lnTo>
                    <a:pt x="1513" y="205"/>
                  </a:lnTo>
                  <a:lnTo>
                    <a:pt x="1515" y="204"/>
                  </a:lnTo>
                  <a:lnTo>
                    <a:pt x="1515" y="201"/>
                  </a:lnTo>
                  <a:lnTo>
                    <a:pt x="1517" y="201"/>
                  </a:lnTo>
                  <a:lnTo>
                    <a:pt x="1518" y="201"/>
                  </a:lnTo>
                  <a:lnTo>
                    <a:pt x="1519" y="200"/>
                  </a:lnTo>
                  <a:lnTo>
                    <a:pt x="1521" y="203"/>
                  </a:lnTo>
                  <a:lnTo>
                    <a:pt x="1526" y="207"/>
                  </a:lnTo>
                  <a:lnTo>
                    <a:pt x="1531" y="208"/>
                  </a:lnTo>
                  <a:lnTo>
                    <a:pt x="1535" y="211"/>
                  </a:lnTo>
                  <a:lnTo>
                    <a:pt x="1533" y="212"/>
                  </a:lnTo>
                  <a:lnTo>
                    <a:pt x="1536" y="217"/>
                  </a:lnTo>
                  <a:lnTo>
                    <a:pt x="1539" y="217"/>
                  </a:lnTo>
                  <a:lnTo>
                    <a:pt x="1542" y="222"/>
                  </a:lnTo>
                  <a:lnTo>
                    <a:pt x="1542" y="229"/>
                  </a:lnTo>
                  <a:lnTo>
                    <a:pt x="1540" y="230"/>
                  </a:lnTo>
                  <a:lnTo>
                    <a:pt x="1540" y="232"/>
                  </a:lnTo>
                  <a:lnTo>
                    <a:pt x="1543" y="233"/>
                  </a:lnTo>
                  <a:lnTo>
                    <a:pt x="1544" y="236"/>
                  </a:lnTo>
                  <a:lnTo>
                    <a:pt x="1543" y="236"/>
                  </a:lnTo>
                  <a:lnTo>
                    <a:pt x="1542" y="234"/>
                  </a:lnTo>
                  <a:lnTo>
                    <a:pt x="1533" y="234"/>
                  </a:lnTo>
                  <a:lnTo>
                    <a:pt x="1530" y="233"/>
                  </a:lnTo>
                  <a:lnTo>
                    <a:pt x="1529" y="234"/>
                  </a:lnTo>
                  <a:lnTo>
                    <a:pt x="1526" y="233"/>
                  </a:lnTo>
                  <a:lnTo>
                    <a:pt x="1526" y="232"/>
                  </a:lnTo>
                  <a:lnTo>
                    <a:pt x="1525" y="230"/>
                  </a:lnTo>
                  <a:lnTo>
                    <a:pt x="1523" y="232"/>
                  </a:lnTo>
                  <a:lnTo>
                    <a:pt x="1525" y="233"/>
                  </a:lnTo>
                  <a:lnTo>
                    <a:pt x="1521" y="236"/>
                  </a:lnTo>
                  <a:lnTo>
                    <a:pt x="1518" y="236"/>
                  </a:lnTo>
                  <a:lnTo>
                    <a:pt x="1517" y="237"/>
                  </a:lnTo>
                  <a:lnTo>
                    <a:pt x="1519" y="237"/>
                  </a:lnTo>
                  <a:lnTo>
                    <a:pt x="1515" y="241"/>
                  </a:lnTo>
                  <a:lnTo>
                    <a:pt x="1513" y="241"/>
                  </a:lnTo>
                  <a:lnTo>
                    <a:pt x="1513" y="243"/>
                  </a:lnTo>
                  <a:lnTo>
                    <a:pt x="1514" y="243"/>
                  </a:lnTo>
                  <a:lnTo>
                    <a:pt x="1510" y="249"/>
                  </a:lnTo>
                  <a:lnTo>
                    <a:pt x="1509" y="250"/>
                  </a:lnTo>
                  <a:lnTo>
                    <a:pt x="1509" y="249"/>
                  </a:lnTo>
                  <a:lnTo>
                    <a:pt x="1508" y="249"/>
                  </a:lnTo>
                  <a:lnTo>
                    <a:pt x="1508" y="253"/>
                  </a:lnTo>
                  <a:lnTo>
                    <a:pt x="1509" y="255"/>
                  </a:lnTo>
                  <a:lnTo>
                    <a:pt x="1506" y="258"/>
                  </a:lnTo>
                  <a:lnTo>
                    <a:pt x="1505" y="257"/>
                  </a:lnTo>
                  <a:lnTo>
                    <a:pt x="1505" y="259"/>
                  </a:lnTo>
                  <a:lnTo>
                    <a:pt x="1505" y="261"/>
                  </a:lnTo>
                  <a:lnTo>
                    <a:pt x="1502" y="263"/>
                  </a:lnTo>
                  <a:lnTo>
                    <a:pt x="1501" y="265"/>
                  </a:lnTo>
                  <a:lnTo>
                    <a:pt x="1502" y="266"/>
                  </a:lnTo>
                  <a:lnTo>
                    <a:pt x="1501" y="267"/>
                  </a:lnTo>
                  <a:lnTo>
                    <a:pt x="1501" y="268"/>
                  </a:lnTo>
                  <a:lnTo>
                    <a:pt x="1500" y="268"/>
                  </a:lnTo>
                  <a:lnTo>
                    <a:pt x="1497" y="268"/>
                  </a:lnTo>
                  <a:lnTo>
                    <a:pt x="1498" y="271"/>
                  </a:lnTo>
                  <a:lnTo>
                    <a:pt x="1498" y="272"/>
                  </a:lnTo>
                  <a:lnTo>
                    <a:pt x="1497" y="275"/>
                  </a:lnTo>
                  <a:lnTo>
                    <a:pt x="1497" y="276"/>
                  </a:lnTo>
                  <a:lnTo>
                    <a:pt x="1497" y="278"/>
                  </a:lnTo>
                  <a:lnTo>
                    <a:pt x="1496" y="279"/>
                  </a:lnTo>
                  <a:lnTo>
                    <a:pt x="1494" y="278"/>
                  </a:lnTo>
                  <a:lnTo>
                    <a:pt x="1493" y="278"/>
                  </a:lnTo>
                  <a:lnTo>
                    <a:pt x="1494" y="279"/>
                  </a:lnTo>
                  <a:lnTo>
                    <a:pt x="1497" y="282"/>
                  </a:lnTo>
                  <a:lnTo>
                    <a:pt x="1496" y="284"/>
                  </a:lnTo>
                  <a:lnTo>
                    <a:pt x="1493" y="284"/>
                  </a:lnTo>
                  <a:lnTo>
                    <a:pt x="1493" y="286"/>
                  </a:lnTo>
                  <a:lnTo>
                    <a:pt x="1494" y="286"/>
                  </a:lnTo>
                  <a:lnTo>
                    <a:pt x="1496" y="290"/>
                  </a:lnTo>
                  <a:lnTo>
                    <a:pt x="1494" y="291"/>
                  </a:lnTo>
                  <a:lnTo>
                    <a:pt x="1496" y="292"/>
                  </a:lnTo>
                  <a:lnTo>
                    <a:pt x="1493" y="296"/>
                  </a:lnTo>
                  <a:lnTo>
                    <a:pt x="1494" y="299"/>
                  </a:lnTo>
                  <a:lnTo>
                    <a:pt x="1492" y="303"/>
                  </a:lnTo>
                  <a:lnTo>
                    <a:pt x="1492" y="308"/>
                  </a:lnTo>
                  <a:lnTo>
                    <a:pt x="1490" y="311"/>
                  </a:lnTo>
                  <a:lnTo>
                    <a:pt x="1490" y="312"/>
                  </a:lnTo>
                  <a:lnTo>
                    <a:pt x="1492" y="313"/>
                  </a:lnTo>
                  <a:lnTo>
                    <a:pt x="1492" y="315"/>
                  </a:lnTo>
                  <a:lnTo>
                    <a:pt x="1492" y="316"/>
                  </a:lnTo>
                  <a:lnTo>
                    <a:pt x="1494" y="320"/>
                  </a:lnTo>
                  <a:lnTo>
                    <a:pt x="1494" y="322"/>
                  </a:lnTo>
                  <a:lnTo>
                    <a:pt x="1493" y="321"/>
                  </a:lnTo>
                  <a:lnTo>
                    <a:pt x="1490" y="322"/>
                  </a:lnTo>
                  <a:lnTo>
                    <a:pt x="1488" y="320"/>
                  </a:lnTo>
                  <a:lnTo>
                    <a:pt x="1486" y="321"/>
                  </a:lnTo>
                  <a:lnTo>
                    <a:pt x="1484" y="317"/>
                  </a:lnTo>
                  <a:lnTo>
                    <a:pt x="1484" y="316"/>
                  </a:lnTo>
                  <a:lnTo>
                    <a:pt x="1484" y="316"/>
                  </a:lnTo>
                  <a:lnTo>
                    <a:pt x="1481" y="316"/>
                  </a:lnTo>
                  <a:lnTo>
                    <a:pt x="1480" y="316"/>
                  </a:lnTo>
                  <a:lnTo>
                    <a:pt x="1479" y="313"/>
                  </a:lnTo>
                  <a:lnTo>
                    <a:pt x="1473" y="311"/>
                  </a:lnTo>
                  <a:lnTo>
                    <a:pt x="1469" y="309"/>
                  </a:lnTo>
                  <a:lnTo>
                    <a:pt x="1465" y="312"/>
                  </a:lnTo>
                  <a:lnTo>
                    <a:pt x="1464" y="311"/>
                  </a:lnTo>
                  <a:lnTo>
                    <a:pt x="1461" y="312"/>
                  </a:lnTo>
                  <a:lnTo>
                    <a:pt x="1459" y="315"/>
                  </a:lnTo>
                  <a:lnTo>
                    <a:pt x="1456" y="315"/>
                  </a:lnTo>
                  <a:lnTo>
                    <a:pt x="1456" y="320"/>
                  </a:lnTo>
                  <a:lnTo>
                    <a:pt x="1454" y="321"/>
                  </a:lnTo>
                  <a:lnTo>
                    <a:pt x="1452" y="320"/>
                  </a:lnTo>
                  <a:lnTo>
                    <a:pt x="1454" y="322"/>
                  </a:lnTo>
                  <a:lnTo>
                    <a:pt x="1452" y="325"/>
                  </a:lnTo>
                  <a:lnTo>
                    <a:pt x="1452" y="328"/>
                  </a:lnTo>
                  <a:lnTo>
                    <a:pt x="1452" y="329"/>
                  </a:lnTo>
                  <a:lnTo>
                    <a:pt x="1451" y="336"/>
                  </a:lnTo>
                  <a:lnTo>
                    <a:pt x="1450" y="337"/>
                  </a:lnTo>
                  <a:lnTo>
                    <a:pt x="1448" y="336"/>
                  </a:lnTo>
                  <a:lnTo>
                    <a:pt x="1446" y="328"/>
                  </a:lnTo>
                  <a:lnTo>
                    <a:pt x="1446" y="325"/>
                  </a:lnTo>
                  <a:lnTo>
                    <a:pt x="1443" y="324"/>
                  </a:lnTo>
                  <a:lnTo>
                    <a:pt x="1442" y="321"/>
                  </a:lnTo>
                  <a:lnTo>
                    <a:pt x="1442" y="324"/>
                  </a:lnTo>
                  <a:lnTo>
                    <a:pt x="1438" y="329"/>
                  </a:lnTo>
                  <a:lnTo>
                    <a:pt x="1436" y="330"/>
                  </a:lnTo>
                  <a:lnTo>
                    <a:pt x="1436" y="333"/>
                  </a:lnTo>
                  <a:lnTo>
                    <a:pt x="1439" y="333"/>
                  </a:lnTo>
                  <a:lnTo>
                    <a:pt x="1436" y="338"/>
                  </a:lnTo>
                  <a:lnTo>
                    <a:pt x="1434" y="336"/>
                  </a:lnTo>
                  <a:lnTo>
                    <a:pt x="1432" y="336"/>
                  </a:lnTo>
                  <a:lnTo>
                    <a:pt x="1431" y="334"/>
                  </a:lnTo>
                  <a:lnTo>
                    <a:pt x="1430" y="334"/>
                  </a:lnTo>
                  <a:lnTo>
                    <a:pt x="1429" y="338"/>
                  </a:lnTo>
                  <a:lnTo>
                    <a:pt x="1427" y="338"/>
                  </a:lnTo>
                  <a:lnTo>
                    <a:pt x="1426" y="337"/>
                  </a:lnTo>
                  <a:lnTo>
                    <a:pt x="1423" y="337"/>
                  </a:lnTo>
                  <a:lnTo>
                    <a:pt x="1423" y="338"/>
                  </a:lnTo>
                  <a:lnTo>
                    <a:pt x="1425" y="341"/>
                  </a:lnTo>
                  <a:lnTo>
                    <a:pt x="1423" y="342"/>
                  </a:lnTo>
                  <a:lnTo>
                    <a:pt x="1423" y="343"/>
                  </a:lnTo>
                  <a:lnTo>
                    <a:pt x="1422" y="346"/>
                  </a:lnTo>
                  <a:lnTo>
                    <a:pt x="1425" y="349"/>
                  </a:lnTo>
                  <a:lnTo>
                    <a:pt x="1426" y="351"/>
                  </a:lnTo>
                  <a:lnTo>
                    <a:pt x="1425" y="351"/>
                  </a:lnTo>
                  <a:lnTo>
                    <a:pt x="1425" y="353"/>
                  </a:lnTo>
                  <a:lnTo>
                    <a:pt x="1427" y="354"/>
                  </a:lnTo>
                  <a:lnTo>
                    <a:pt x="1429" y="355"/>
                  </a:lnTo>
                  <a:lnTo>
                    <a:pt x="1430" y="358"/>
                  </a:lnTo>
                  <a:lnTo>
                    <a:pt x="1429" y="358"/>
                  </a:lnTo>
                  <a:lnTo>
                    <a:pt x="1427" y="359"/>
                  </a:lnTo>
                  <a:lnTo>
                    <a:pt x="1430" y="361"/>
                  </a:lnTo>
                  <a:lnTo>
                    <a:pt x="1431" y="362"/>
                  </a:lnTo>
                  <a:lnTo>
                    <a:pt x="1431" y="363"/>
                  </a:lnTo>
                  <a:lnTo>
                    <a:pt x="1429" y="362"/>
                  </a:lnTo>
                  <a:lnTo>
                    <a:pt x="1427" y="362"/>
                  </a:lnTo>
                  <a:lnTo>
                    <a:pt x="1427" y="363"/>
                  </a:lnTo>
                  <a:lnTo>
                    <a:pt x="1430" y="366"/>
                  </a:lnTo>
                  <a:lnTo>
                    <a:pt x="1431" y="365"/>
                  </a:lnTo>
                  <a:lnTo>
                    <a:pt x="1431" y="367"/>
                  </a:lnTo>
                  <a:lnTo>
                    <a:pt x="1430" y="370"/>
                  </a:lnTo>
                  <a:lnTo>
                    <a:pt x="1430" y="372"/>
                  </a:lnTo>
                  <a:lnTo>
                    <a:pt x="1429" y="374"/>
                  </a:lnTo>
                  <a:lnTo>
                    <a:pt x="1430" y="378"/>
                  </a:lnTo>
                  <a:lnTo>
                    <a:pt x="1429" y="379"/>
                  </a:lnTo>
                  <a:lnTo>
                    <a:pt x="1430" y="382"/>
                  </a:lnTo>
                  <a:lnTo>
                    <a:pt x="1430" y="383"/>
                  </a:lnTo>
                  <a:lnTo>
                    <a:pt x="1430" y="386"/>
                  </a:lnTo>
                  <a:lnTo>
                    <a:pt x="1432" y="390"/>
                  </a:lnTo>
                  <a:lnTo>
                    <a:pt x="1431" y="391"/>
                  </a:lnTo>
                  <a:lnTo>
                    <a:pt x="1432" y="392"/>
                  </a:lnTo>
                  <a:lnTo>
                    <a:pt x="1435" y="395"/>
                  </a:lnTo>
                  <a:lnTo>
                    <a:pt x="1439" y="399"/>
                  </a:lnTo>
                  <a:lnTo>
                    <a:pt x="1442" y="400"/>
                  </a:lnTo>
                  <a:lnTo>
                    <a:pt x="1442" y="399"/>
                  </a:lnTo>
                  <a:lnTo>
                    <a:pt x="1443" y="397"/>
                  </a:lnTo>
                  <a:lnTo>
                    <a:pt x="1440" y="393"/>
                  </a:lnTo>
                  <a:lnTo>
                    <a:pt x="1439" y="392"/>
                  </a:lnTo>
                  <a:lnTo>
                    <a:pt x="1442" y="391"/>
                  </a:lnTo>
                  <a:lnTo>
                    <a:pt x="1444" y="391"/>
                  </a:lnTo>
                  <a:lnTo>
                    <a:pt x="1448" y="393"/>
                  </a:lnTo>
                  <a:lnTo>
                    <a:pt x="1450" y="393"/>
                  </a:lnTo>
                  <a:lnTo>
                    <a:pt x="1451" y="395"/>
                  </a:lnTo>
                  <a:lnTo>
                    <a:pt x="1451" y="396"/>
                  </a:lnTo>
                  <a:lnTo>
                    <a:pt x="1451" y="397"/>
                  </a:lnTo>
                  <a:lnTo>
                    <a:pt x="1452" y="400"/>
                  </a:lnTo>
                  <a:lnTo>
                    <a:pt x="1451" y="401"/>
                  </a:lnTo>
                  <a:lnTo>
                    <a:pt x="1452" y="404"/>
                  </a:lnTo>
                  <a:lnTo>
                    <a:pt x="1451" y="404"/>
                  </a:lnTo>
                  <a:lnTo>
                    <a:pt x="1450" y="407"/>
                  </a:lnTo>
                  <a:lnTo>
                    <a:pt x="1451" y="411"/>
                  </a:lnTo>
                  <a:lnTo>
                    <a:pt x="1454" y="413"/>
                  </a:lnTo>
                  <a:lnTo>
                    <a:pt x="1452" y="417"/>
                  </a:lnTo>
                  <a:lnTo>
                    <a:pt x="1455" y="420"/>
                  </a:lnTo>
                  <a:lnTo>
                    <a:pt x="1456" y="418"/>
                  </a:lnTo>
                  <a:lnTo>
                    <a:pt x="1456" y="417"/>
                  </a:lnTo>
                  <a:lnTo>
                    <a:pt x="1459" y="416"/>
                  </a:lnTo>
                  <a:lnTo>
                    <a:pt x="1459" y="415"/>
                  </a:lnTo>
                  <a:lnTo>
                    <a:pt x="1460" y="416"/>
                  </a:lnTo>
                  <a:lnTo>
                    <a:pt x="1463" y="417"/>
                  </a:lnTo>
                  <a:lnTo>
                    <a:pt x="1461" y="422"/>
                  </a:lnTo>
                  <a:lnTo>
                    <a:pt x="1467" y="426"/>
                  </a:lnTo>
                  <a:lnTo>
                    <a:pt x="1469" y="430"/>
                  </a:lnTo>
                  <a:lnTo>
                    <a:pt x="1468" y="433"/>
                  </a:lnTo>
                  <a:lnTo>
                    <a:pt x="1468" y="436"/>
                  </a:lnTo>
                  <a:lnTo>
                    <a:pt x="1467" y="436"/>
                  </a:lnTo>
                  <a:lnTo>
                    <a:pt x="1463" y="434"/>
                  </a:lnTo>
                  <a:lnTo>
                    <a:pt x="1460" y="433"/>
                  </a:lnTo>
                  <a:lnTo>
                    <a:pt x="1460" y="429"/>
                  </a:lnTo>
                  <a:lnTo>
                    <a:pt x="1460" y="426"/>
                  </a:lnTo>
                  <a:lnTo>
                    <a:pt x="1461" y="424"/>
                  </a:lnTo>
                  <a:lnTo>
                    <a:pt x="1460" y="421"/>
                  </a:lnTo>
                  <a:lnTo>
                    <a:pt x="1459" y="422"/>
                  </a:lnTo>
                  <a:lnTo>
                    <a:pt x="1460" y="424"/>
                  </a:lnTo>
                  <a:lnTo>
                    <a:pt x="1460" y="425"/>
                  </a:lnTo>
                  <a:lnTo>
                    <a:pt x="1457" y="426"/>
                  </a:lnTo>
                  <a:lnTo>
                    <a:pt x="1455" y="429"/>
                  </a:lnTo>
                  <a:lnTo>
                    <a:pt x="1456" y="430"/>
                  </a:lnTo>
                  <a:lnTo>
                    <a:pt x="1459" y="430"/>
                  </a:lnTo>
                  <a:lnTo>
                    <a:pt x="1459" y="433"/>
                  </a:lnTo>
                  <a:lnTo>
                    <a:pt x="1456" y="436"/>
                  </a:lnTo>
                  <a:lnTo>
                    <a:pt x="1457" y="440"/>
                  </a:lnTo>
                  <a:lnTo>
                    <a:pt x="1457" y="440"/>
                  </a:lnTo>
                  <a:lnTo>
                    <a:pt x="1457" y="449"/>
                  </a:lnTo>
                  <a:lnTo>
                    <a:pt x="1459" y="450"/>
                  </a:lnTo>
                  <a:lnTo>
                    <a:pt x="1459" y="453"/>
                  </a:lnTo>
                  <a:lnTo>
                    <a:pt x="1465" y="461"/>
                  </a:lnTo>
                  <a:lnTo>
                    <a:pt x="1467" y="461"/>
                  </a:lnTo>
                  <a:lnTo>
                    <a:pt x="1471" y="467"/>
                  </a:lnTo>
                  <a:lnTo>
                    <a:pt x="1473" y="468"/>
                  </a:lnTo>
                  <a:lnTo>
                    <a:pt x="1472" y="470"/>
                  </a:lnTo>
                  <a:lnTo>
                    <a:pt x="1472" y="474"/>
                  </a:lnTo>
                  <a:lnTo>
                    <a:pt x="1465" y="476"/>
                  </a:lnTo>
                  <a:lnTo>
                    <a:pt x="1464" y="475"/>
                  </a:lnTo>
                  <a:lnTo>
                    <a:pt x="1460" y="478"/>
                  </a:lnTo>
                  <a:lnTo>
                    <a:pt x="1459" y="476"/>
                  </a:lnTo>
                  <a:lnTo>
                    <a:pt x="1460" y="478"/>
                  </a:lnTo>
                  <a:lnTo>
                    <a:pt x="1457" y="483"/>
                  </a:lnTo>
                  <a:lnTo>
                    <a:pt x="1457" y="486"/>
                  </a:lnTo>
                  <a:lnTo>
                    <a:pt x="1456" y="487"/>
                  </a:lnTo>
                  <a:lnTo>
                    <a:pt x="1457" y="490"/>
                  </a:lnTo>
                  <a:lnTo>
                    <a:pt x="1456" y="495"/>
                  </a:lnTo>
                  <a:lnTo>
                    <a:pt x="1459" y="501"/>
                  </a:lnTo>
                  <a:lnTo>
                    <a:pt x="1461" y="504"/>
                  </a:lnTo>
                  <a:lnTo>
                    <a:pt x="1461" y="507"/>
                  </a:lnTo>
                  <a:lnTo>
                    <a:pt x="1465" y="508"/>
                  </a:lnTo>
                  <a:lnTo>
                    <a:pt x="1467" y="511"/>
                  </a:lnTo>
                  <a:lnTo>
                    <a:pt x="1464" y="511"/>
                  </a:lnTo>
                  <a:lnTo>
                    <a:pt x="1463" y="509"/>
                  </a:lnTo>
                  <a:lnTo>
                    <a:pt x="1461" y="511"/>
                  </a:lnTo>
                  <a:lnTo>
                    <a:pt x="1459" y="513"/>
                  </a:lnTo>
                  <a:lnTo>
                    <a:pt x="1457" y="512"/>
                  </a:lnTo>
                  <a:lnTo>
                    <a:pt x="1454" y="516"/>
                  </a:lnTo>
                  <a:lnTo>
                    <a:pt x="1451" y="513"/>
                  </a:lnTo>
                  <a:lnTo>
                    <a:pt x="1450" y="516"/>
                  </a:lnTo>
                  <a:lnTo>
                    <a:pt x="1452" y="517"/>
                  </a:lnTo>
                  <a:lnTo>
                    <a:pt x="1454" y="517"/>
                  </a:lnTo>
                  <a:lnTo>
                    <a:pt x="1454" y="520"/>
                  </a:lnTo>
                  <a:lnTo>
                    <a:pt x="1454" y="521"/>
                  </a:lnTo>
                  <a:lnTo>
                    <a:pt x="1455" y="524"/>
                  </a:lnTo>
                  <a:lnTo>
                    <a:pt x="1455" y="525"/>
                  </a:lnTo>
                  <a:lnTo>
                    <a:pt x="1454" y="525"/>
                  </a:lnTo>
                  <a:lnTo>
                    <a:pt x="1455" y="528"/>
                  </a:lnTo>
                  <a:lnTo>
                    <a:pt x="1454" y="529"/>
                  </a:lnTo>
                  <a:lnTo>
                    <a:pt x="1455" y="530"/>
                  </a:lnTo>
                  <a:lnTo>
                    <a:pt x="1456" y="529"/>
                  </a:lnTo>
                  <a:lnTo>
                    <a:pt x="1459" y="532"/>
                  </a:lnTo>
                  <a:lnTo>
                    <a:pt x="1457" y="533"/>
                  </a:lnTo>
                  <a:lnTo>
                    <a:pt x="1456" y="537"/>
                  </a:lnTo>
                  <a:lnTo>
                    <a:pt x="1457" y="540"/>
                  </a:lnTo>
                  <a:lnTo>
                    <a:pt x="1457" y="543"/>
                  </a:lnTo>
                  <a:lnTo>
                    <a:pt x="1456" y="546"/>
                  </a:lnTo>
                  <a:lnTo>
                    <a:pt x="1456" y="547"/>
                  </a:lnTo>
                  <a:lnTo>
                    <a:pt x="1456" y="549"/>
                  </a:lnTo>
                  <a:lnTo>
                    <a:pt x="1454" y="551"/>
                  </a:lnTo>
                  <a:lnTo>
                    <a:pt x="1454" y="554"/>
                  </a:lnTo>
                  <a:lnTo>
                    <a:pt x="1452" y="554"/>
                  </a:lnTo>
                  <a:lnTo>
                    <a:pt x="1451" y="559"/>
                  </a:lnTo>
                  <a:lnTo>
                    <a:pt x="1448" y="566"/>
                  </a:lnTo>
                  <a:lnTo>
                    <a:pt x="1450" y="563"/>
                  </a:lnTo>
                  <a:lnTo>
                    <a:pt x="1448" y="561"/>
                  </a:lnTo>
                  <a:lnTo>
                    <a:pt x="1448" y="558"/>
                  </a:lnTo>
                  <a:lnTo>
                    <a:pt x="1448" y="557"/>
                  </a:lnTo>
                  <a:lnTo>
                    <a:pt x="1443" y="557"/>
                  </a:lnTo>
                  <a:lnTo>
                    <a:pt x="1440" y="553"/>
                  </a:lnTo>
                  <a:lnTo>
                    <a:pt x="1440" y="549"/>
                  </a:lnTo>
                  <a:lnTo>
                    <a:pt x="1435" y="538"/>
                  </a:lnTo>
                  <a:lnTo>
                    <a:pt x="1432" y="533"/>
                  </a:lnTo>
                  <a:lnTo>
                    <a:pt x="1434" y="534"/>
                  </a:lnTo>
                  <a:lnTo>
                    <a:pt x="1436" y="533"/>
                  </a:lnTo>
                  <a:lnTo>
                    <a:pt x="1436" y="530"/>
                  </a:lnTo>
                  <a:lnTo>
                    <a:pt x="1435" y="532"/>
                  </a:lnTo>
                  <a:lnTo>
                    <a:pt x="1432" y="532"/>
                  </a:lnTo>
                  <a:lnTo>
                    <a:pt x="1427" y="529"/>
                  </a:lnTo>
                  <a:lnTo>
                    <a:pt x="1419" y="513"/>
                  </a:lnTo>
                  <a:lnTo>
                    <a:pt x="1410" y="503"/>
                  </a:lnTo>
                  <a:lnTo>
                    <a:pt x="1410" y="500"/>
                  </a:lnTo>
                  <a:lnTo>
                    <a:pt x="1407" y="496"/>
                  </a:lnTo>
                  <a:lnTo>
                    <a:pt x="1401" y="486"/>
                  </a:lnTo>
                  <a:lnTo>
                    <a:pt x="1394" y="474"/>
                  </a:lnTo>
                  <a:lnTo>
                    <a:pt x="1389" y="462"/>
                  </a:lnTo>
                  <a:lnTo>
                    <a:pt x="1389" y="457"/>
                  </a:lnTo>
                  <a:lnTo>
                    <a:pt x="1386" y="451"/>
                  </a:lnTo>
                  <a:lnTo>
                    <a:pt x="1385" y="443"/>
                  </a:lnTo>
                  <a:lnTo>
                    <a:pt x="1382" y="440"/>
                  </a:lnTo>
                  <a:lnTo>
                    <a:pt x="1384" y="434"/>
                  </a:lnTo>
                  <a:lnTo>
                    <a:pt x="1386" y="432"/>
                  </a:lnTo>
                  <a:lnTo>
                    <a:pt x="1386" y="428"/>
                  </a:lnTo>
                  <a:lnTo>
                    <a:pt x="1389" y="426"/>
                  </a:lnTo>
                  <a:lnTo>
                    <a:pt x="1388" y="425"/>
                  </a:lnTo>
                  <a:lnTo>
                    <a:pt x="1388" y="424"/>
                  </a:lnTo>
                  <a:lnTo>
                    <a:pt x="1388" y="418"/>
                  </a:lnTo>
                  <a:lnTo>
                    <a:pt x="1384" y="412"/>
                  </a:lnTo>
                  <a:lnTo>
                    <a:pt x="1381" y="412"/>
                  </a:lnTo>
                  <a:lnTo>
                    <a:pt x="1381" y="411"/>
                  </a:lnTo>
                  <a:lnTo>
                    <a:pt x="1382" y="408"/>
                  </a:lnTo>
                  <a:lnTo>
                    <a:pt x="1388" y="411"/>
                  </a:lnTo>
                  <a:lnTo>
                    <a:pt x="1390" y="408"/>
                  </a:lnTo>
                  <a:lnTo>
                    <a:pt x="1389" y="405"/>
                  </a:lnTo>
                  <a:lnTo>
                    <a:pt x="1389" y="401"/>
                  </a:lnTo>
                  <a:lnTo>
                    <a:pt x="1394" y="400"/>
                  </a:lnTo>
                  <a:lnTo>
                    <a:pt x="1396" y="401"/>
                  </a:lnTo>
                  <a:lnTo>
                    <a:pt x="1394" y="399"/>
                  </a:lnTo>
                  <a:lnTo>
                    <a:pt x="1397" y="391"/>
                  </a:lnTo>
                  <a:lnTo>
                    <a:pt x="1396" y="387"/>
                  </a:lnTo>
                  <a:lnTo>
                    <a:pt x="1396" y="382"/>
                  </a:lnTo>
                  <a:lnTo>
                    <a:pt x="1394" y="379"/>
                  </a:lnTo>
                  <a:lnTo>
                    <a:pt x="1397" y="378"/>
                  </a:lnTo>
                  <a:lnTo>
                    <a:pt x="1397" y="375"/>
                  </a:lnTo>
                  <a:lnTo>
                    <a:pt x="1396" y="374"/>
                  </a:lnTo>
                  <a:lnTo>
                    <a:pt x="1397" y="370"/>
                  </a:lnTo>
                  <a:lnTo>
                    <a:pt x="1398" y="370"/>
                  </a:lnTo>
                  <a:lnTo>
                    <a:pt x="1396" y="367"/>
                  </a:lnTo>
                  <a:lnTo>
                    <a:pt x="1396" y="365"/>
                  </a:lnTo>
                  <a:lnTo>
                    <a:pt x="1397" y="365"/>
                  </a:lnTo>
                  <a:lnTo>
                    <a:pt x="1397" y="359"/>
                  </a:lnTo>
                  <a:lnTo>
                    <a:pt x="1396" y="358"/>
                  </a:lnTo>
                  <a:lnTo>
                    <a:pt x="1397" y="357"/>
                  </a:lnTo>
                  <a:lnTo>
                    <a:pt x="1400" y="355"/>
                  </a:lnTo>
                  <a:lnTo>
                    <a:pt x="1401" y="354"/>
                  </a:lnTo>
                  <a:lnTo>
                    <a:pt x="1400" y="350"/>
                  </a:lnTo>
                  <a:lnTo>
                    <a:pt x="1401" y="345"/>
                  </a:lnTo>
                  <a:lnTo>
                    <a:pt x="1400" y="343"/>
                  </a:lnTo>
                  <a:lnTo>
                    <a:pt x="1398" y="342"/>
                  </a:lnTo>
                  <a:lnTo>
                    <a:pt x="1401" y="338"/>
                  </a:lnTo>
                  <a:lnTo>
                    <a:pt x="1401" y="336"/>
                  </a:lnTo>
                  <a:lnTo>
                    <a:pt x="1400" y="336"/>
                  </a:lnTo>
                  <a:lnTo>
                    <a:pt x="1398" y="333"/>
                  </a:lnTo>
                  <a:lnTo>
                    <a:pt x="1400" y="332"/>
                  </a:lnTo>
                  <a:lnTo>
                    <a:pt x="1400" y="329"/>
                  </a:lnTo>
                  <a:lnTo>
                    <a:pt x="1402" y="328"/>
                  </a:lnTo>
                  <a:lnTo>
                    <a:pt x="1402" y="328"/>
                  </a:lnTo>
                  <a:lnTo>
                    <a:pt x="1405" y="325"/>
                  </a:lnTo>
                  <a:lnTo>
                    <a:pt x="1405" y="324"/>
                  </a:lnTo>
                  <a:lnTo>
                    <a:pt x="1407" y="320"/>
                  </a:lnTo>
                  <a:lnTo>
                    <a:pt x="1409" y="321"/>
                  </a:lnTo>
                  <a:lnTo>
                    <a:pt x="1411" y="318"/>
                  </a:lnTo>
                  <a:lnTo>
                    <a:pt x="1413" y="318"/>
                  </a:lnTo>
                  <a:lnTo>
                    <a:pt x="1413" y="317"/>
                  </a:lnTo>
                  <a:lnTo>
                    <a:pt x="1413" y="316"/>
                  </a:lnTo>
                  <a:lnTo>
                    <a:pt x="1410" y="316"/>
                  </a:lnTo>
                  <a:lnTo>
                    <a:pt x="1409" y="317"/>
                  </a:lnTo>
                  <a:lnTo>
                    <a:pt x="1406" y="316"/>
                  </a:lnTo>
                  <a:lnTo>
                    <a:pt x="1407" y="311"/>
                  </a:lnTo>
                  <a:lnTo>
                    <a:pt x="1409" y="308"/>
                  </a:lnTo>
                  <a:lnTo>
                    <a:pt x="1407" y="307"/>
                  </a:lnTo>
                  <a:lnTo>
                    <a:pt x="1406" y="304"/>
                  </a:lnTo>
                  <a:lnTo>
                    <a:pt x="1405" y="304"/>
                  </a:lnTo>
                  <a:lnTo>
                    <a:pt x="1405" y="305"/>
                  </a:lnTo>
                  <a:lnTo>
                    <a:pt x="1404" y="305"/>
                  </a:lnTo>
                  <a:lnTo>
                    <a:pt x="1404" y="299"/>
                  </a:lnTo>
                  <a:lnTo>
                    <a:pt x="1404" y="297"/>
                  </a:lnTo>
                  <a:lnTo>
                    <a:pt x="1404" y="296"/>
                  </a:lnTo>
                  <a:lnTo>
                    <a:pt x="1404" y="293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1"/>
                  </a:lnTo>
                  <a:lnTo>
                    <a:pt x="1398" y="287"/>
                  </a:lnTo>
                  <a:lnTo>
                    <a:pt x="1398" y="286"/>
                  </a:lnTo>
                  <a:lnTo>
                    <a:pt x="1397" y="284"/>
                  </a:lnTo>
                  <a:lnTo>
                    <a:pt x="1397" y="282"/>
                  </a:lnTo>
                  <a:lnTo>
                    <a:pt x="1396" y="279"/>
                  </a:lnTo>
                  <a:lnTo>
                    <a:pt x="1396" y="276"/>
                  </a:lnTo>
                  <a:lnTo>
                    <a:pt x="1398" y="274"/>
                  </a:lnTo>
                  <a:lnTo>
                    <a:pt x="1401" y="274"/>
                  </a:lnTo>
                  <a:lnTo>
                    <a:pt x="1404" y="274"/>
                  </a:lnTo>
                  <a:lnTo>
                    <a:pt x="1402" y="272"/>
                  </a:lnTo>
                  <a:lnTo>
                    <a:pt x="1405" y="271"/>
                  </a:lnTo>
                  <a:lnTo>
                    <a:pt x="1404" y="271"/>
                  </a:lnTo>
                  <a:lnTo>
                    <a:pt x="1401" y="271"/>
                  </a:lnTo>
                  <a:lnTo>
                    <a:pt x="1400" y="270"/>
                  </a:lnTo>
                  <a:lnTo>
                    <a:pt x="1397" y="270"/>
                  </a:lnTo>
                  <a:lnTo>
                    <a:pt x="1393" y="267"/>
                  </a:lnTo>
                  <a:lnTo>
                    <a:pt x="1393" y="268"/>
                  </a:lnTo>
                  <a:lnTo>
                    <a:pt x="1389" y="268"/>
                  </a:lnTo>
                  <a:lnTo>
                    <a:pt x="1388" y="271"/>
                  </a:lnTo>
                  <a:lnTo>
                    <a:pt x="1385" y="271"/>
                  </a:lnTo>
                  <a:lnTo>
                    <a:pt x="1381" y="274"/>
                  </a:lnTo>
                  <a:lnTo>
                    <a:pt x="1382" y="275"/>
                  </a:lnTo>
                  <a:lnTo>
                    <a:pt x="1382" y="276"/>
                  </a:lnTo>
                  <a:lnTo>
                    <a:pt x="1385" y="279"/>
                  </a:lnTo>
                  <a:lnTo>
                    <a:pt x="1385" y="282"/>
                  </a:lnTo>
                  <a:lnTo>
                    <a:pt x="1385" y="283"/>
                  </a:lnTo>
                  <a:lnTo>
                    <a:pt x="1385" y="286"/>
                  </a:lnTo>
                  <a:lnTo>
                    <a:pt x="1388" y="287"/>
                  </a:lnTo>
                  <a:lnTo>
                    <a:pt x="1388" y="288"/>
                  </a:lnTo>
                  <a:lnTo>
                    <a:pt x="1389" y="290"/>
                  </a:lnTo>
                  <a:lnTo>
                    <a:pt x="1390" y="295"/>
                  </a:lnTo>
                  <a:lnTo>
                    <a:pt x="1394" y="296"/>
                  </a:lnTo>
                  <a:lnTo>
                    <a:pt x="1393" y="299"/>
                  </a:lnTo>
                  <a:lnTo>
                    <a:pt x="1396" y="300"/>
                  </a:lnTo>
                  <a:lnTo>
                    <a:pt x="1394" y="301"/>
                  </a:lnTo>
                  <a:lnTo>
                    <a:pt x="1393" y="300"/>
                  </a:lnTo>
                  <a:lnTo>
                    <a:pt x="1392" y="299"/>
                  </a:lnTo>
                  <a:lnTo>
                    <a:pt x="1388" y="299"/>
                  </a:lnTo>
                  <a:lnTo>
                    <a:pt x="1386" y="300"/>
                  </a:lnTo>
                  <a:lnTo>
                    <a:pt x="1385" y="304"/>
                  </a:lnTo>
                  <a:lnTo>
                    <a:pt x="1386" y="305"/>
                  </a:lnTo>
                  <a:lnTo>
                    <a:pt x="1386" y="309"/>
                  </a:lnTo>
                  <a:lnTo>
                    <a:pt x="1385" y="309"/>
                  </a:lnTo>
                  <a:lnTo>
                    <a:pt x="1385" y="311"/>
                  </a:lnTo>
                  <a:lnTo>
                    <a:pt x="1386" y="311"/>
                  </a:lnTo>
                  <a:lnTo>
                    <a:pt x="1386" y="313"/>
                  </a:lnTo>
                  <a:lnTo>
                    <a:pt x="1384" y="315"/>
                  </a:lnTo>
                  <a:lnTo>
                    <a:pt x="1385" y="316"/>
                  </a:lnTo>
                  <a:lnTo>
                    <a:pt x="1384" y="318"/>
                  </a:lnTo>
                  <a:lnTo>
                    <a:pt x="1384" y="324"/>
                  </a:lnTo>
                  <a:lnTo>
                    <a:pt x="1382" y="325"/>
                  </a:lnTo>
                  <a:lnTo>
                    <a:pt x="1382" y="326"/>
                  </a:lnTo>
                  <a:lnTo>
                    <a:pt x="1381" y="328"/>
                  </a:lnTo>
                  <a:lnTo>
                    <a:pt x="1380" y="332"/>
                  </a:lnTo>
                  <a:lnTo>
                    <a:pt x="1378" y="329"/>
                  </a:lnTo>
                  <a:lnTo>
                    <a:pt x="1377" y="326"/>
                  </a:lnTo>
                  <a:lnTo>
                    <a:pt x="1378" y="324"/>
                  </a:lnTo>
                  <a:lnTo>
                    <a:pt x="1377" y="322"/>
                  </a:lnTo>
                  <a:lnTo>
                    <a:pt x="1376" y="322"/>
                  </a:lnTo>
                  <a:lnTo>
                    <a:pt x="1375" y="324"/>
                  </a:lnTo>
                  <a:lnTo>
                    <a:pt x="1375" y="326"/>
                  </a:lnTo>
                  <a:lnTo>
                    <a:pt x="1373" y="326"/>
                  </a:lnTo>
                  <a:lnTo>
                    <a:pt x="1372" y="322"/>
                  </a:lnTo>
                  <a:lnTo>
                    <a:pt x="1371" y="322"/>
                  </a:lnTo>
                  <a:lnTo>
                    <a:pt x="1369" y="320"/>
                  </a:lnTo>
                  <a:lnTo>
                    <a:pt x="1367" y="322"/>
                  </a:lnTo>
                  <a:lnTo>
                    <a:pt x="1367" y="321"/>
                  </a:lnTo>
                  <a:lnTo>
                    <a:pt x="1367" y="320"/>
                  </a:lnTo>
                  <a:lnTo>
                    <a:pt x="1368" y="318"/>
                  </a:lnTo>
                  <a:lnTo>
                    <a:pt x="1368" y="317"/>
                  </a:lnTo>
                  <a:lnTo>
                    <a:pt x="1368" y="316"/>
                  </a:lnTo>
                  <a:lnTo>
                    <a:pt x="1368" y="316"/>
                  </a:lnTo>
                  <a:lnTo>
                    <a:pt x="1368" y="313"/>
                  </a:lnTo>
                  <a:lnTo>
                    <a:pt x="1367" y="312"/>
                  </a:lnTo>
                  <a:lnTo>
                    <a:pt x="1368" y="311"/>
                  </a:lnTo>
                  <a:lnTo>
                    <a:pt x="1367" y="308"/>
                  </a:lnTo>
                  <a:lnTo>
                    <a:pt x="1367" y="308"/>
                  </a:lnTo>
                  <a:lnTo>
                    <a:pt x="1367" y="307"/>
                  </a:lnTo>
                  <a:lnTo>
                    <a:pt x="1367" y="304"/>
                  </a:lnTo>
                  <a:lnTo>
                    <a:pt x="1364" y="301"/>
                  </a:lnTo>
                  <a:lnTo>
                    <a:pt x="1364" y="300"/>
                  </a:lnTo>
                  <a:lnTo>
                    <a:pt x="1363" y="300"/>
                  </a:lnTo>
                  <a:lnTo>
                    <a:pt x="1361" y="303"/>
                  </a:lnTo>
                  <a:lnTo>
                    <a:pt x="1360" y="303"/>
                  </a:lnTo>
                  <a:lnTo>
                    <a:pt x="1360" y="307"/>
                  </a:lnTo>
                  <a:lnTo>
                    <a:pt x="1359" y="309"/>
                  </a:lnTo>
                  <a:lnTo>
                    <a:pt x="1357" y="309"/>
                  </a:lnTo>
                  <a:lnTo>
                    <a:pt x="1356" y="305"/>
                  </a:lnTo>
                  <a:lnTo>
                    <a:pt x="1356" y="305"/>
                  </a:lnTo>
                  <a:lnTo>
                    <a:pt x="1355" y="307"/>
                  </a:lnTo>
                  <a:lnTo>
                    <a:pt x="1353" y="304"/>
                  </a:lnTo>
                  <a:lnTo>
                    <a:pt x="1351" y="304"/>
                  </a:lnTo>
                  <a:lnTo>
                    <a:pt x="1351" y="305"/>
                  </a:lnTo>
                  <a:lnTo>
                    <a:pt x="1350" y="305"/>
                  </a:lnTo>
                  <a:lnTo>
                    <a:pt x="1348" y="307"/>
                  </a:lnTo>
                  <a:lnTo>
                    <a:pt x="1347" y="308"/>
                  </a:lnTo>
                  <a:lnTo>
                    <a:pt x="1347" y="309"/>
                  </a:lnTo>
                  <a:lnTo>
                    <a:pt x="1343" y="309"/>
                  </a:lnTo>
                  <a:lnTo>
                    <a:pt x="1342" y="311"/>
                  </a:lnTo>
                  <a:lnTo>
                    <a:pt x="1339" y="311"/>
                  </a:lnTo>
                  <a:lnTo>
                    <a:pt x="1338" y="312"/>
                  </a:lnTo>
                  <a:lnTo>
                    <a:pt x="1335" y="311"/>
                  </a:lnTo>
                  <a:lnTo>
                    <a:pt x="1332" y="315"/>
                  </a:lnTo>
                  <a:lnTo>
                    <a:pt x="1331" y="316"/>
                  </a:lnTo>
                  <a:lnTo>
                    <a:pt x="1331" y="318"/>
                  </a:lnTo>
                  <a:lnTo>
                    <a:pt x="1330" y="321"/>
                  </a:lnTo>
                  <a:lnTo>
                    <a:pt x="1330" y="322"/>
                  </a:lnTo>
                  <a:lnTo>
                    <a:pt x="1331" y="322"/>
                  </a:lnTo>
                  <a:lnTo>
                    <a:pt x="1331" y="326"/>
                  </a:lnTo>
                  <a:lnTo>
                    <a:pt x="1334" y="329"/>
                  </a:lnTo>
                  <a:lnTo>
                    <a:pt x="1332" y="332"/>
                  </a:lnTo>
                  <a:lnTo>
                    <a:pt x="1331" y="340"/>
                  </a:lnTo>
                  <a:lnTo>
                    <a:pt x="1334" y="342"/>
                  </a:lnTo>
                  <a:lnTo>
                    <a:pt x="1331" y="343"/>
                  </a:lnTo>
                  <a:lnTo>
                    <a:pt x="1332" y="343"/>
                  </a:lnTo>
                  <a:lnTo>
                    <a:pt x="1332" y="346"/>
                  </a:lnTo>
                  <a:lnTo>
                    <a:pt x="1330" y="349"/>
                  </a:lnTo>
                  <a:lnTo>
                    <a:pt x="1330" y="353"/>
                  </a:lnTo>
                  <a:lnTo>
                    <a:pt x="1327" y="355"/>
                  </a:lnTo>
                  <a:lnTo>
                    <a:pt x="1327" y="358"/>
                  </a:lnTo>
                  <a:lnTo>
                    <a:pt x="1326" y="362"/>
                  </a:lnTo>
                  <a:lnTo>
                    <a:pt x="1328" y="365"/>
                  </a:lnTo>
                  <a:lnTo>
                    <a:pt x="1327" y="366"/>
                  </a:lnTo>
                  <a:lnTo>
                    <a:pt x="1330" y="370"/>
                  </a:lnTo>
                  <a:lnTo>
                    <a:pt x="1328" y="371"/>
                  </a:lnTo>
                  <a:lnTo>
                    <a:pt x="1328" y="374"/>
                  </a:lnTo>
                  <a:lnTo>
                    <a:pt x="1330" y="374"/>
                  </a:lnTo>
                  <a:lnTo>
                    <a:pt x="1331" y="374"/>
                  </a:lnTo>
                  <a:lnTo>
                    <a:pt x="1334" y="374"/>
                  </a:lnTo>
                  <a:lnTo>
                    <a:pt x="1332" y="372"/>
                  </a:lnTo>
                  <a:lnTo>
                    <a:pt x="1334" y="371"/>
                  </a:lnTo>
                  <a:lnTo>
                    <a:pt x="1336" y="372"/>
                  </a:lnTo>
                  <a:lnTo>
                    <a:pt x="1338" y="372"/>
                  </a:lnTo>
                  <a:lnTo>
                    <a:pt x="1336" y="372"/>
                  </a:lnTo>
                  <a:lnTo>
                    <a:pt x="1338" y="371"/>
                  </a:lnTo>
                  <a:lnTo>
                    <a:pt x="1339" y="372"/>
                  </a:lnTo>
                  <a:lnTo>
                    <a:pt x="1340" y="374"/>
                  </a:lnTo>
                  <a:lnTo>
                    <a:pt x="1342" y="375"/>
                  </a:lnTo>
                  <a:lnTo>
                    <a:pt x="1340" y="375"/>
                  </a:lnTo>
                  <a:lnTo>
                    <a:pt x="1343" y="378"/>
                  </a:lnTo>
                  <a:lnTo>
                    <a:pt x="1342" y="379"/>
                  </a:lnTo>
                  <a:lnTo>
                    <a:pt x="1340" y="379"/>
                  </a:lnTo>
                  <a:lnTo>
                    <a:pt x="1339" y="379"/>
                  </a:lnTo>
                  <a:lnTo>
                    <a:pt x="1338" y="379"/>
                  </a:lnTo>
                  <a:lnTo>
                    <a:pt x="1336" y="380"/>
                  </a:lnTo>
                  <a:lnTo>
                    <a:pt x="1335" y="380"/>
                  </a:lnTo>
                  <a:lnTo>
                    <a:pt x="1336" y="382"/>
                  </a:lnTo>
                  <a:lnTo>
                    <a:pt x="1334" y="386"/>
                  </a:lnTo>
                  <a:lnTo>
                    <a:pt x="1332" y="384"/>
                  </a:lnTo>
                  <a:lnTo>
                    <a:pt x="1332" y="383"/>
                  </a:lnTo>
                  <a:lnTo>
                    <a:pt x="1331" y="382"/>
                  </a:lnTo>
                  <a:lnTo>
                    <a:pt x="1328" y="382"/>
                  </a:lnTo>
                  <a:lnTo>
                    <a:pt x="1327" y="382"/>
                  </a:lnTo>
                  <a:lnTo>
                    <a:pt x="1326" y="382"/>
                  </a:lnTo>
                  <a:lnTo>
                    <a:pt x="1326" y="383"/>
                  </a:lnTo>
                  <a:lnTo>
                    <a:pt x="1326" y="386"/>
                  </a:lnTo>
                  <a:lnTo>
                    <a:pt x="1326" y="386"/>
                  </a:lnTo>
                  <a:lnTo>
                    <a:pt x="1325" y="387"/>
                  </a:lnTo>
                  <a:lnTo>
                    <a:pt x="1323" y="388"/>
                  </a:lnTo>
                  <a:lnTo>
                    <a:pt x="1325" y="390"/>
                  </a:lnTo>
                  <a:lnTo>
                    <a:pt x="1323" y="391"/>
                  </a:lnTo>
                  <a:lnTo>
                    <a:pt x="1321" y="391"/>
                  </a:lnTo>
                  <a:lnTo>
                    <a:pt x="1318" y="387"/>
                  </a:lnTo>
                  <a:lnTo>
                    <a:pt x="1317" y="387"/>
                  </a:lnTo>
                  <a:lnTo>
                    <a:pt x="1318" y="390"/>
                  </a:lnTo>
                  <a:lnTo>
                    <a:pt x="1317" y="391"/>
                  </a:lnTo>
                  <a:lnTo>
                    <a:pt x="1317" y="392"/>
                  </a:lnTo>
                  <a:lnTo>
                    <a:pt x="1315" y="393"/>
                  </a:lnTo>
                  <a:lnTo>
                    <a:pt x="1311" y="395"/>
                  </a:lnTo>
                  <a:lnTo>
                    <a:pt x="1310" y="396"/>
                  </a:lnTo>
                  <a:lnTo>
                    <a:pt x="1307" y="392"/>
                  </a:lnTo>
                  <a:lnTo>
                    <a:pt x="1306" y="392"/>
                  </a:lnTo>
                  <a:lnTo>
                    <a:pt x="1305" y="391"/>
                  </a:lnTo>
                  <a:lnTo>
                    <a:pt x="1305" y="390"/>
                  </a:lnTo>
                  <a:lnTo>
                    <a:pt x="1307" y="390"/>
                  </a:lnTo>
                  <a:lnTo>
                    <a:pt x="1307" y="388"/>
                  </a:lnTo>
                  <a:lnTo>
                    <a:pt x="1307" y="387"/>
                  </a:lnTo>
                  <a:lnTo>
                    <a:pt x="1311" y="387"/>
                  </a:lnTo>
                  <a:lnTo>
                    <a:pt x="1315" y="383"/>
                  </a:lnTo>
                  <a:lnTo>
                    <a:pt x="1315" y="382"/>
                  </a:lnTo>
                  <a:lnTo>
                    <a:pt x="1313" y="382"/>
                  </a:lnTo>
                  <a:lnTo>
                    <a:pt x="1311" y="384"/>
                  </a:lnTo>
                  <a:lnTo>
                    <a:pt x="1309" y="383"/>
                  </a:lnTo>
                  <a:lnTo>
                    <a:pt x="1307" y="382"/>
                  </a:lnTo>
                  <a:lnTo>
                    <a:pt x="1306" y="380"/>
                  </a:lnTo>
                  <a:lnTo>
                    <a:pt x="1303" y="380"/>
                  </a:lnTo>
                  <a:lnTo>
                    <a:pt x="1299" y="379"/>
                  </a:lnTo>
                  <a:lnTo>
                    <a:pt x="1297" y="379"/>
                  </a:lnTo>
                  <a:lnTo>
                    <a:pt x="1298" y="382"/>
                  </a:lnTo>
                  <a:lnTo>
                    <a:pt x="1296" y="382"/>
                  </a:lnTo>
                  <a:lnTo>
                    <a:pt x="1294" y="380"/>
                  </a:lnTo>
                  <a:lnTo>
                    <a:pt x="1294" y="379"/>
                  </a:lnTo>
                  <a:lnTo>
                    <a:pt x="1292" y="380"/>
                  </a:lnTo>
                  <a:lnTo>
                    <a:pt x="1288" y="379"/>
                  </a:lnTo>
                  <a:lnTo>
                    <a:pt x="1285" y="380"/>
                  </a:lnTo>
                  <a:lnTo>
                    <a:pt x="1284" y="378"/>
                  </a:lnTo>
                  <a:lnTo>
                    <a:pt x="1280" y="378"/>
                  </a:lnTo>
                  <a:lnTo>
                    <a:pt x="1277" y="382"/>
                  </a:lnTo>
                  <a:lnTo>
                    <a:pt x="1276" y="382"/>
                  </a:lnTo>
                  <a:lnTo>
                    <a:pt x="1276" y="383"/>
                  </a:lnTo>
                  <a:lnTo>
                    <a:pt x="1278" y="386"/>
                  </a:lnTo>
                  <a:lnTo>
                    <a:pt x="1276" y="387"/>
                  </a:lnTo>
                  <a:lnTo>
                    <a:pt x="1274" y="386"/>
                  </a:lnTo>
                  <a:lnTo>
                    <a:pt x="1273" y="388"/>
                  </a:lnTo>
                  <a:lnTo>
                    <a:pt x="1276" y="390"/>
                  </a:lnTo>
                  <a:lnTo>
                    <a:pt x="1277" y="388"/>
                  </a:lnTo>
                  <a:lnTo>
                    <a:pt x="1278" y="390"/>
                  </a:lnTo>
                  <a:lnTo>
                    <a:pt x="1278" y="391"/>
                  </a:lnTo>
                  <a:lnTo>
                    <a:pt x="1273" y="393"/>
                  </a:lnTo>
                  <a:lnTo>
                    <a:pt x="1272" y="391"/>
                  </a:lnTo>
                  <a:lnTo>
                    <a:pt x="1268" y="391"/>
                  </a:lnTo>
                  <a:lnTo>
                    <a:pt x="1267" y="392"/>
                  </a:lnTo>
                  <a:lnTo>
                    <a:pt x="1268" y="393"/>
                  </a:lnTo>
                  <a:lnTo>
                    <a:pt x="1265" y="393"/>
                  </a:lnTo>
                  <a:lnTo>
                    <a:pt x="1264" y="395"/>
                  </a:lnTo>
                  <a:lnTo>
                    <a:pt x="1263" y="395"/>
                  </a:lnTo>
                  <a:lnTo>
                    <a:pt x="1263" y="393"/>
                  </a:lnTo>
                  <a:lnTo>
                    <a:pt x="1257" y="393"/>
                  </a:lnTo>
                  <a:lnTo>
                    <a:pt x="1256" y="395"/>
                  </a:lnTo>
                  <a:lnTo>
                    <a:pt x="1251" y="393"/>
                  </a:lnTo>
                  <a:lnTo>
                    <a:pt x="1248" y="395"/>
                  </a:lnTo>
                  <a:lnTo>
                    <a:pt x="1248" y="396"/>
                  </a:lnTo>
                  <a:lnTo>
                    <a:pt x="1252" y="399"/>
                  </a:lnTo>
                  <a:lnTo>
                    <a:pt x="1249" y="400"/>
                  </a:lnTo>
                  <a:lnTo>
                    <a:pt x="1248" y="403"/>
                  </a:lnTo>
                  <a:lnTo>
                    <a:pt x="1247" y="400"/>
                  </a:lnTo>
                  <a:lnTo>
                    <a:pt x="1244" y="400"/>
                  </a:lnTo>
                  <a:lnTo>
                    <a:pt x="1245" y="397"/>
                  </a:lnTo>
                  <a:lnTo>
                    <a:pt x="1244" y="396"/>
                  </a:lnTo>
                  <a:lnTo>
                    <a:pt x="1243" y="397"/>
                  </a:lnTo>
                  <a:lnTo>
                    <a:pt x="1240" y="399"/>
                  </a:lnTo>
                  <a:lnTo>
                    <a:pt x="1239" y="399"/>
                  </a:lnTo>
                  <a:lnTo>
                    <a:pt x="1236" y="400"/>
                  </a:lnTo>
                  <a:lnTo>
                    <a:pt x="1234" y="400"/>
                  </a:lnTo>
                  <a:lnTo>
                    <a:pt x="1230" y="401"/>
                  </a:lnTo>
                  <a:lnTo>
                    <a:pt x="1227" y="401"/>
                  </a:lnTo>
                  <a:lnTo>
                    <a:pt x="1223" y="405"/>
                  </a:lnTo>
                  <a:lnTo>
                    <a:pt x="1220" y="405"/>
                  </a:lnTo>
                  <a:lnTo>
                    <a:pt x="1218" y="404"/>
                  </a:lnTo>
                  <a:lnTo>
                    <a:pt x="1217" y="404"/>
                  </a:lnTo>
                  <a:lnTo>
                    <a:pt x="1217" y="407"/>
                  </a:lnTo>
                  <a:lnTo>
                    <a:pt x="1213" y="409"/>
                  </a:lnTo>
                  <a:lnTo>
                    <a:pt x="1211" y="412"/>
                  </a:lnTo>
                  <a:lnTo>
                    <a:pt x="1209" y="415"/>
                  </a:lnTo>
                  <a:lnTo>
                    <a:pt x="1209" y="417"/>
                  </a:lnTo>
                  <a:lnTo>
                    <a:pt x="1211" y="421"/>
                  </a:lnTo>
                  <a:lnTo>
                    <a:pt x="1211" y="426"/>
                  </a:lnTo>
                  <a:lnTo>
                    <a:pt x="1207" y="430"/>
                  </a:lnTo>
                  <a:lnTo>
                    <a:pt x="1206" y="434"/>
                  </a:lnTo>
                  <a:lnTo>
                    <a:pt x="1206" y="437"/>
                  </a:lnTo>
                  <a:lnTo>
                    <a:pt x="1206" y="442"/>
                  </a:lnTo>
                  <a:lnTo>
                    <a:pt x="1207" y="443"/>
                  </a:lnTo>
                  <a:lnTo>
                    <a:pt x="1207" y="446"/>
                  </a:lnTo>
                  <a:lnTo>
                    <a:pt x="1206" y="446"/>
                  </a:lnTo>
                  <a:lnTo>
                    <a:pt x="1205" y="447"/>
                  </a:lnTo>
                  <a:lnTo>
                    <a:pt x="1205" y="450"/>
                  </a:lnTo>
                  <a:lnTo>
                    <a:pt x="1203" y="450"/>
                  </a:lnTo>
                  <a:lnTo>
                    <a:pt x="1205" y="454"/>
                  </a:lnTo>
                  <a:lnTo>
                    <a:pt x="1202" y="457"/>
                  </a:lnTo>
                  <a:lnTo>
                    <a:pt x="1202" y="459"/>
                  </a:lnTo>
                  <a:lnTo>
                    <a:pt x="1199" y="463"/>
                  </a:lnTo>
                  <a:lnTo>
                    <a:pt x="1199" y="466"/>
                  </a:lnTo>
                  <a:lnTo>
                    <a:pt x="1198" y="467"/>
                  </a:lnTo>
                  <a:lnTo>
                    <a:pt x="1197" y="471"/>
                  </a:lnTo>
                  <a:lnTo>
                    <a:pt x="1197" y="471"/>
                  </a:lnTo>
                  <a:lnTo>
                    <a:pt x="1194" y="476"/>
                  </a:lnTo>
                  <a:lnTo>
                    <a:pt x="1195" y="482"/>
                  </a:lnTo>
                  <a:lnTo>
                    <a:pt x="1194" y="483"/>
                  </a:lnTo>
                  <a:lnTo>
                    <a:pt x="1195" y="486"/>
                  </a:lnTo>
                  <a:lnTo>
                    <a:pt x="1193" y="488"/>
                  </a:lnTo>
                  <a:lnTo>
                    <a:pt x="1193" y="491"/>
                  </a:lnTo>
                  <a:lnTo>
                    <a:pt x="1190" y="493"/>
                  </a:lnTo>
                  <a:lnTo>
                    <a:pt x="1192" y="495"/>
                  </a:lnTo>
                  <a:lnTo>
                    <a:pt x="1190" y="496"/>
                  </a:lnTo>
                  <a:lnTo>
                    <a:pt x="1190" y="499"/>
                  </a:lnTo>
                  <a:lnTo>
                    <a:pt x="1186" y="501"/>
                  </a:lnTo>
                  <a:lnTo>
                    <a:pt x="1186" y="505"/>
                  </a:lnTo>
                  <a:lnTo>
                    <a:pt x="1182" y="509"/>
                  </a:lnTo>
                  <a:lnTo>
                    <a:pt x="1182" y="511"/>
                  </a:lnTo>
                  <a:lnTo>
                    <a:pt x="1181" y="515"/>
                  </a:lnTo>
                  <a:lnTo>
                    <a:pt x="1180" y="517"/>
                  </a:lnTo>
                  <a:lnTo>
                    <a:pt x="1178" y="518"/>
                  </a:lnTo>
                  <a:lnTo>
                    <a:pt x="1180" y="521"/>
                  </a:lnTo>
                  <a:lnTo>
                    <a:pt x="1182" y="522"/>
                  </a:lnTo>
                  <a:lnTo>
                    <a:pt x="1184" y="521"/>
                  </a:lnTo>
                  <a:lnTo>
                    <a:pt x="1186" y="524"/>
                  </a:lnTo>
                  <a:lnTo>
                    <a:pt x="1189" y="524"/>
                  </a:lnTo>
                  <a:lnTo>
                    <a:pt x="1192" y="521"/>
                  </a:lnTo>
                  <a:lnTo>
                    <a:pt x="1193" y="521"/>
                  </a:lnTo>
                  <a:lnTo>
                    <a:pt x="1195" y="520"/>
                  </a:lnTo>
                  <a:lnTo>
                    <a:pt x="1197" y="520"/>
                  </a:lnTo>
                  <a:lnTo>
                    <a:pt x="1199" y="518"/>
                  </a:lnTo>
                  <a:lnTo>
                    <a:pt x="1199" y="525"/>
                  </a:lnTo>
                  <a:lnTo>
                    <a:pt x="1202" y="529"/>
                  </a:lnTo>
                  <a:lnTo>
                    <a:pt x="1202" y="532"/>
                  </a:lnTo>
                  <a:lnTo>
                    <a:pt x="1202" y="536"/>
                  </a:lnTo>
                  <a:lnTo>
                    <a:pt x="1205" y="538"/>
                  </a:lnTo>
                  <a:lnTo>
                    <a:pt x="1207" y="536"/>
                  </a:lnTo>
                  <a:lnTo>
                    <a:pt x="1207" y="536"/>
                  </a:lnTo>
                  <a:lnTo>
                    <a:pt x="1209" y="536"/>
                  </a:lnTo>
                  <a:lnTo>
                    <a:pt x="1210" y="533"/>
                  </a:lnTo>
                  <a:lnTo>
                    <a:pt x="1211" y="532"/>
                  </a:lnTo>
                  <a:lnTo>
                    <a:pt x="1213" y="533"/>
                  </a:lnTo>
                  <a:lnTo>
                    <a:pt x="1214" y="532"/>
                  </a:lnTo>
                  <a:lnTo>
                    <a:pt x="1217" y="533"/>
                  </a:lnTo>
                  <a:lnTo>
                    <a:pt x="1215" y="533"/>
                  </a:lnTo>
                  <a:lnTo>
                    <a:pt x="1214" y="536"/>
                  </a:lnTo>
                  <a:lnTo>
                    <a:pt x="1215" y="538"/>
                  </a:lnTo>
                  <a:lnTo>
                    <a:pt x="1214" y="538"/>
                  </a:lnTo>
                  <a:lnTo>
                    <a:pt x="1211" y="541"/>
                  </a:lnTo>
                  <a:lnTo>
                    <a:pt x="1213" y="542"/>
                  </a:lnTo>
                  <a:lnTo>
                    <a:pt x="1218" y="541"/>
                  </a:lnTo>
                  <a:lnTo>
                    <a:pt x="1220" y="540"/>
                  </a:lnTo>
                  <a:lnTo>
                    <a:pt x="1220" y="536"/>
                  </a:lnTo>
                  <a:lnTo>
                    <a:pt x="1220" y="533"/>
                  </a:lnTo>
                  <a:lnTo>
                    <a:pt x="1222" y="532"/>
                  </a:lnTo>
                  <a:lnTo>
                    <a:pt x="1223" y="534"/>
                  </a:lnTo>
                  <a:lnTo>
                    <a:pt x="1223" y="538"/>
                  </a:lnTo>
                  <a:lnTo>
                    <a:pt x="1223" y="541"/>
                  </a:lnTo>
                  <a:lnTo>
                    <a:pt x="1224" y="540"/>
                  </a:lnTo>
                  <a:lnTo>
                    <a:pt x="1226" y="537"/>
                  </a:lnTo>
                  <a:lnTo>
                    <a:pt x="1224" y="533"/>
                  </a:lnTo>
                  <a:lnTo>
                    <a:pt x="1224" y="530"/>
                  </a:lnTo>
                  <a:lnTo>
                    <a:pt x="1223" y="528"/>
                  </a:lnTo>
                  <a:lnTo>
                    <a:pt x="1222" y="524"/>
                  </a:lnTo>
                  <a:lnTo>
                    <a:pt x="1224" y="524"/>
                  </a:lnTo>
                  <a:lnTo>
                    <a:pt x="1226" y="525"/>
                  </a:lnTo>
                  <a:lnTo>
                    <a:pt x="1226" y="526"/>
                  </a:lnTo>
                  <a:lnTo>
                    <a:pt x="1227" y="528"/>
                  </a:lnTo>
                  <a:lnTo>
                    <a:pt x="1228" y="528"/>
                  </a:lnTo>
                  <a:lnTo>
                    <a:pt x="1230" y="526"/>
                  </a:lnTo>
                  <a:lnTo>
                    <a:pt x="1231" y="526"/>
                  </a:lnTo>
                  <a:lnTo>
                    <a:pt x="1234" y="524"/>
                  </a:lnTo>
                  <a:lnTo>
                    <a:pt x="1238" y="526"/>
                  </a:lnTo>
                  <a:lnTo>
                    <a:pt x="1240" y="526"/>
                  </a:lnTo>
                  <a:lnTo>
                    <a:pt x="1242" y="528"/>
                  </a:lnTo>
                  <a:lnTo>
                    <a:pt x="1243" y="530"/>
                  </a:lnTo>
                  <a:lnTo>
                    <a:pt x="1244" y="532"/>
                  </a:lnTo>
                  <a:lnTo>
                    <a:pt x="1247" y="532"/>
                  </a:lnTo>
                  <a:lnTo>
                    <a:pt x="1248" y="533"/>
                  </a:lnTo>
                  <a:lnTo>
                    <a:pt x="1253" y="536"/>
                  </a:lnTo>
                  <a:lnTo>
                    <a:pt x="1255" y="537"/>
                  </a:lnTo>
                  <a:lnTo>
                    <a:pt x="1256" y="537"/>
                  </a:lnTo>
                  <a:lnTo>
                    <a:pt x="1257" y="540"/>
                  </a:lnTo>
                  <a:lnTo>
                    <a:pt x="1259" y="540"/>
                  </a:lnTo>
                  <a:lnTo>
                    <a:pt x="1261" y="543"/>
                  </a:lnTo>
                  <a:lnTo>
                    <a:pt x="1260" y="545"/>
                  </a:lnTo>
                  <a:lnTo>
                    <a:pt x="1260" y="547"/>
                  </a:lnTo>
                  <a:lnTo>
                    <a:pt x="1259" y="547"/>
                  </a:lnTo>
                  <a:lnTo>
                    <a:pt x="1260" y="550"/>
                  </a:lnTo>
                  <a:lnTo>
                    <a:pt x="1263" y="550"/>
                  </a:lnTo>
                  <a:lnTo>
                    <a:pt x="1265" y="554"/>
                  </a:lnTo>
                  <a:lnTo>
                    <a:pt x="1265" y="557"/>
                  </a:lnTo>
                  <a:lnTo>
                    <a:pt x="1264" y="558"/>
                  </a:lnTo>
                  <a:lnTo>
                    <a:pt x="1264" y="561"/>
                  </a:lnTo>
                  <a:lnTo>
                    <a:pt x="1267" y="563"/>
                  </a:lnTo>
                  <a:lnTo>
                    <a:pt x="1268" y="563"/>
                  </a:lnTo>
                  <a:lnTo>
                    <a:pt x="1271" y="562"/>
                  </a:lnTo>
                  <a:lnTo>
                    <a:pt x="1271" y="565"/>
                  </a:lnTo>
                  <a:lnTo>
                    <a:pt x="1269" y="566"/>
                  </a:lnTo>
                  <a:lnTo>
                    <a:pt x="1269" y="568"/>
                  </a:lnTo>
                  <a:lnTo>
                    <a:pt x="1272" y="570"/>
                  </a:lnTo>
                  <a:lnTo>
                    <a:pt x="1271" y="571"/>
                  </a:lnTo>
                  <a:lnTo>
                    <a:pt x="1271" y="572"/>
                  </a:lnTo>
                  <a:lnTo>
                    <a:pt x="1271" y="575"/>
                  </a:lnTo>
                  <a:lnTo>
                    <a:pt x="1269" y="578"/>
                  </a:lnTo>
                  <a:lnTo>
                    <a:pt x="1271" y="578"/>
                  </a:lnTo>
                  <a:lnTo>
                    <a:pt x="1271" y="580"/>
                  </a:lnTo>
                  <a:lnTo>
                    <a:pt x="1271" y="580"/>
                  </a:lnTo>
                  <a:lnTo>
                    <a:pt x="1272" y="582"/>
                  </a:lnTo>
                  <a:lnTo>
                    <a:pt x="1269" y="583"/>
                  </a:lnTo>
                  <a:lnTo>
                    <a:pt x="1272" y="590"/>
                  </a:lnTo>
                  <a:lnTo>
                    <a:pt x="1271" y="591"/>
                  </a:lnTo>
                  <a:lnTo>
                    <a:pt x="1272" y="595"/>
                  </a:lnTo>
                  <a:lnTo>
                    <a:pt x="1272" y="596"/>
                  </a:lnTo>
                  <a:lnTo>
                    <a:pt x="1272" y="599"/>
                  </a:lnTo>
                  <a:lnTo>
                    <a:pt x="1274" y="607"/>
                  </a:lnTo>
                  <a:lnTo>
                    <a:pt x="1276" y="607"/>
                  </a:lnTo>
                  <a:lnTo>
                    <a:pt x="1278" y="605"/>
                  </a:lnTo>
                  <a:lnTo>
                    <a:pt x="1278" y="607"/>
                  </a:lnTo>
                  <a:lnTo>
                    <a:pt x="1277" y="609"/>
                  </a:lnTo>
                  <a:lnTo>
                    <a:pt x="1276" y="611"/>
                  </a:lnTo>
                  <a:lnTo>
                    <a:pt x="1277" y="613"/>
                  </a:lnTo>
                  <a:lnTo>
                    <a:pt x="1278" y="613"/>
                  </a:lnTo>
                  <a:lnTo>
                    <a:pt x="1281" y="616"/>
                  </a:lnTo>
                  <a:lnTo>
                    <a:pt x="1281" y="621"/>
                  </a:lnTo>
                  <a:lnTo>
                    <a:pt x="1281" y="622"/>
                  </a:lnTo>
                  <a:lnTo>
                    <a:pt x="1281" y="624"/>
                  </a:lnTo>
                  <a:lnTo>
                    <a:pt x="1282" y="629"/>
                  </a:lnTo>
                  <a:lnTo>
                    <a:pt x="1284" y="629"/>
                  </a:lnTo>
                  <a:lnTo>
                    <a:pt x="1284" y="632"/>
                  </a:lnTo>
                  <a:lnTo>
                    <a:pt x="1284" y="633"/>
                  </a:lnTo>
                  <a:lnTo>
                    <a:pt x="1284" y="637"/>
                  </a:lnTo>
                  <a:lnTo>
                    <a:pt x="1285" y="640"/>
                  </a:lnTo>
                  <a:lnTo>
                    <a:pt x="1285" y="642"/>
                  </a:lnTo>
                  <a:lnTo>
                    <a:pt x="1281" y="646"/>
                  </a:lnTo>
                  <a:lnTo>
                    <a:pt x="1281" y="649"/>
                  </a:lnTo>
                  <a:lnTo>
                    <a:pt x="1280" y="653"/>
                  </a:lnTo>
                  <a:lnTo>
                    <a:pt x="1280" y="657"/>
                  </a:lnTo>
                  <a:lnTo>
                    <a:pt x="1281" y="657"/>
                  </a:lnTo>
                  <a:lnTo>
                    <a:pt x="1280" y="661"/>
                  </a:lnTo>
                  <a:lnTo>
                    <a:pt x="1278" y="663"/>
                  </a:lnTo>
                  <a:lnTo>
                    <a:pt x="1278" y="666"/>
                  </a:lnTo>
                  <a:lnTo>
                    <a:pt x="1276" y="670"/>
                  </a:lnTo>
                  <a:lnTo>
                    <a:pt x="1277" y="670"/>
                  </a:lnTo>
                  <a:lnTo>
                    <a:pt x="1277" y="671"/>
                  </a:lnTo>
                  <a:lnTo>
                    <a:pt x="1276" y="674"/>
                  </a:lnTo>
                  <a:lnTo>
                    <a:pt x="1277" y="679"/>
                  </a:lnTo>
                  <a:lnTo>
                    <a:pt x="1274" y="682"/>
                  </a:lnTo>
                  <a:lnTo>
                    <a:pt x="1274" y="686"/>
                  </a:lnTo>
                  <a:lnTo>
                    <a:pt x="1276" y="686"/>
                  </a:lnTo>
                  <a:lnTo>
                    <a:pt x="1276" y="688"/>
                  </a:lnTo>
                  <a:lnTo>
                    <a:pt x="1273" y="691"/>
                  </a:lnTo>
                  <a:lnTo>
                    <a:pt x="1273" y="693"/>
                  </a:lnTo>
                  <a:lnTo>
                    <a:pt x="1271" y="696"/>
                  </a:lnTo>
                  <a:lnTo>
                    <a:pt x="1271" y="699"/>
                  </a:lnTo>
                  <a:lnTo>
                    <a:pt x="1268" y="701"/>
                  </a:lnTo>
                  <a:lnTo>
                    <a:pt x="1265" y="712"/>
                  </a:lnTo>
                  <a:lnTo>
                    <a:pt x="1264" y="712"/>
                  </a:lnTo>
                  <a:lnTo>
                    <a:pt x="1264" y="715"/>
                  </a:lnTo>
                  <a:lnTo>
                    <a:pt x="1264" y="716"/>
                  </a:lnTo>
                  <a:lnTo>
                    <a:pt x="1264" y="717"/>
                  </a:lnTo>
                  <a:lnTo>
                    <a:pt x="1261" y="720"/>
                  </a:lnTo>
                  <a:lnTo>
                    <a:pt x="1261" y="721"/>
                  </a:lnTo>
                  <a:lnTo>
                    <a:pt x="1259" y="722"/>
                  </a:lnTo>
                  <a:lnTo>
                    <a:pt x="1259" y="726"/>
                  </a:lnTo>
                  <a:lnTo>
                    <a:pt x="1257" y="726"/>
                  </a:lnTo>
                  <a:lnTo>
                    <a:pt x="1259" y="729"/>
                  </a:lnTo>
                  <a:lnTo>
                    <a:pt x="1256" y="733"/>
                  </a:lnTo>
                  <a:lnTo>
                    <a:pt x="1256" y="733"/>
                  </a:lnTo>
                  <a:lnTo>
                    <a:pt x="1255" y="732"/>
                  </a:lnTo>
                  <a:lnTo>
                    <a:pt x="1255" y="734"/>
                  </a:lnTo>
                  <a:lnTo>
                    <a:pt x="1255" y="737"/>
                  </a:lnTo>
                  <a:lnTo>
                    <a:pt x="1252" y="738"/>
                  </a:lnTo>
                  <a:lnTo>
                    <a:pt x="1253" y="740"/>
                  </a:lnTo>
                  <a:lnTo>
                    <a:pt x="1249" y="745"/>
                  </a:lnTo>
                  <a:lnTo>
                    <a:pt x="1247" y="747"/>
                  </a:lnTo>
                  <a:lnTo>
                    <a:pt x="1245" y="747"/>
                  </a:lnTo>
                  <a:lnTo>
                    <a:pt x="1245" y="749"/>
                  </a:lnTo>
                  <a:lnTo>
                    <a:pt x="1242" y="750"/>
                  </a:lnTo>
                  <a:lnTo>
                    <a:pt x="1239" y="753"/>
                  </a:lnTo>
                  <a:lnTo>
                    <a:pt x="1238" y="751"/>
                  </a:lnTo>
                  <a:lnTo>
                    <a:pt x="1236" y="753"/>
                  </a:lnTo>
                  <a:lnTo>
                    <a:pt x="1232" y="750"/>
                  </a:lnTo>
                  <a:lnTo>
                    <a:pt x="1228" y="749"/>
                  </a:lnTo>
                  <a:lnTo>
                    <a:pt x="1228" y="745"/>
                  </a:lnTo>
                  <a:lnTo>
                    <a:pt x="1227" y="743"/>
                  </a:lnTo>
                  <a:lnTo>
                    <a:pt x="1224" y="745"/>
                  </a:lnTo>
                  <a:lnTo>
                    <a:pt x="1222" y="743"/>
                  </a:lnTo>
                  <a:lnTo>
                    <a:pt x="1222" y="745"/>
                  </a:lnTo>
                  <a:lnTo>
                    <a:pt x="1222" y="747"/>
                  </a:lnTo>
                  <a:lnTo>
                    <a:pt x="1219" y="749"/>
                  </a:lnTo>
                  <a:lnTo>
                    <a:pt x="1219" y="753"/>
                  </a:lnTo>
                  <a:lnTo>
                    <a:pt x="1218" y="754"/>
                  </a:lnTo>
                  <a:lnTo>
                    <a:pt x="1217" y="758"/>
                  </a:lnTo>
                  <a:lnTo>
                    <a:pt x="1215" y="757"/>
                  </a:lnTo>
                  <a:lnTo>
                    <a:pt x="1213" y="758"/>
                  </a:lnTo>
                  <a:lnTo>
                    <a:pt x="1211" y="761"/>
                  </a:lnTo>
                  <a:lnTo>
                    <a:pt x="1211" y="761"/>
                  </a:lnTo>
                  <a:lnTo>
                    <a:pt x="1210" y="761"/>
                  </a:lnTo>
                  <a:lnTo>
                    <a:pt x="1209" y="758"/>
                  </a:lnTo>
                  <a:lnTo>
                    <a:pt x="1209" y="758"/>
                  </a:lnTo>
                  <a:lnTo>
                    <a:pt x="1209" y="757"/>
                  </a:lnTo>
                  <a:lnTo>
                    <a:pt x="1209" y="755"/>
                  </a:lnTo>
                  <a:lnTo>
                    <a:pt x="1209" y="755"/>
                  </a:lnTo>
                  <a:lnTo>
                    <a:pt x="1207" y="753"/>
                  </a:lnTo>
                  <a:lnTo>
                    <a:pt x="1207" y="753"/>
                  </a:lnTo>
                  <a:lnTo>
                    <a:pt x="1209" y="751"/>
                  </a:lnTo>
                  <a:lnTo>
                    <a:pt x="1213" y="751"/>
                  </a:lnTo>
                  <a:lnTo>
                    <a:pt x="1213" y="751"/>
                  </a:lnTo>
                  <a:lnTo>
                    <a:pt x="1213" y="750"/>
                  </a:lnTo>
                  <a:lnTo>
                    <a:pt x="1213" y="749"/>
                  </a:lnTo>
                  <a:lnTo>
                    <a:pt x="1213" y="747"/>
                  </a:lnTo>
                  <a:lnTo>
                    <a:pt x="1214" y="746"/>
                  </a:lnTo>
                  <a:lnTo>
                    <a:pt x="1213" y="743"/>
                  </a:lnTo>
                  <a:lnTo>
                    <a:pt x="1213" y="741"/>
                  </a:lnTo>
                  <a:lnTo>
                    <a:pt x="1211" y="741"/>
                  </a:lnTo>
                  <a:lnTo>
                    <a:pt x="1211" y="737"/>
                  </a:lnTo>
                  <a:lnTo>
                    <a:pt x="1211" y="734"/>
                  </a:lnTo>
                  <a:lnTo>
                    <a:pt x="1211" y="732"/>
                  </a:lnTo>
                  <a:lnTo>
                    <a:pt x="1211" y="729"/>
                  </a:lnTo>
                  <a:lnTo>
                    <a:pt x="1210" y="728"/>
                  </a:lnTo>
                  <a:lnTo>
                    <a:pt x="1209" y="726"/>
                  </a:lnTo>
                  <a:lnTo>
                    <a:pt x="1209" y="724"/>
                  </a:lnTo>
                  <a:lnTo>
                    <a:pt x="1206" y="720"/>
                  </a:lnTo>
                  <a:lnTo>
                    <a:pt x="1205" y="718"/>
                  </a:lnTo>
                  <a:lnTo>
                    <a:pt x="1205" y="717"/>
                  </a:lnTo>
                  <a:lnTo>
                    <a:pt x="1207" y="716"/>
                  </a:lnTo>
                  <a:lnTo>
                    <a:pt x="1209" y="716"/>
                  </a:lnTo>
                  <a:lnTo>
                    <a:pt x="1209" y="715"/>
                  </a:lnTo>
                  <a:lnTo>
                    <a:pt x="1210" y="713"/>
                  </a:lnTo>
                  <a:lnTo>
                    <a:pt x="1211" y="709"/>
                  </a:lnTo>
                  <a:lnTo>
                    <a:pt x="1213" y="709"/>
                  </a:lnTo>
                  <a:lnTo>
                    <a:pt x="1215" y="709"/>
                  </a:lnTo>
                  <a:lnTo>
                    <a:pt x="1217" y="711"/>
                  </a:lnTo>
                  <a:lnTo>
                    <a:pt x="1223" y="712"/>
                  </a:lnTo>
                  <a:lnTo>
                    <a:pt x="1224" y="712"/>
                  </a:lnTo>
                  <a:lnTo>
                    <a:pt x="1226" y="712"/>
                  </a:lnTo>
                  <a:lnTo>
                    <a:pt x="1227" y="711"/>
                  </a:lnTo>
                  <a:lnTo>
                    <a:pt x="1227" y="709"/>
                  </a:lnTo>
                  <a:lnTo>
                    <a:pt x="1226" y="708"/>
                  </a:lnTo>
                  <a:lnTo>
                    <a:pt x="1226" y="707"/>
                  </a:lnTo>
                  <a:lnTo>
                    <a:pt x="1226" y="705"/>
                  </a:lnTo>
                  <a:lnTo>
                    <a:pt x="1226" y="704"/>
                  </a:lnTo>
                  <a:lnTo>
                    <a:pt x="1226" y="703"/>
                  </a:lnTo>
                  <a:lnTo>
                    <a:pt x="1227" y="700"/>
                  </a:lnTo>
                  <a:lnTo>
                    <a:pt x="1227" y="700"/>
                  </a:lnTo>
                  <a:lnTo>
                    <a:pt x="1227" y="697"/>
                  </a:lnTo>
                  <a:lnTo>
                    <a:pt x="1226" y="696"/>
                  </a:lnTo>
                  <a:lnTo>
                    <a:pt x="1227" y="696"/>
                  </a:lnTo>
                  <a:lnTo>
                    <a:pt x="1228" y="695"/>
                  </a:lnTo>
                  <a:lnTo>
                    <a:pt x="1227" y="693"/>
                  </a:lnTo>
                  <a:lnTo>
                    <a:pt x="1227" y="692"/>
                  </a:lnTo>
                  <a:lnTo>
                    <a:pt x="1227" y="691"/>
                  </a:lnTo>
                  <a:lnTo>
                    <a:pt x="1227" y="690"/>
                  </a:lnTo>
                  <a:lnTo>
                    <a:pt x="1228" y="690"/>
                  </a:lnTo>
                  <a:lnTo>
                    <a:pt x="1228" y="688"/>
                  </a:lnTo>
                  <a:lnTo>
                    <a:pt x="1228" y="687"/>
                  </a:lnTo>
                  <a:lnTo>
                    <a:pt x="1227" y="684"/>
                  </a:lnTo>
                  <a:lnTo>
                    <a:pt x="1227" y="682"/>
                  </a:lnTo>
                  <a:lnTo>
                    <a:pt x="1227" y="682"/>
                  </a:lnTo>
                  <a:lnTo>
                    <a:pt x="1228" y="680"/>
                  </a:lnTo>
                  <a:lnTo>
                    <a:pt x="1228" y="680"/>
                  </a:lnTo>
                  <a:lnTo>
                    <a:pt x="1227" y="679"/>
                  </a:lnTo>
                  <a:lnTo>
                    <a:pt x="1227" y="678"/>
                  </a:lnTo>
                  <a:lnTo>
                    <a:pt x="1227" y="678"/>
                  </a:lnTo>
                  <a:lnTo>
                    <a:pt x="1226" y="676"/>
                  </a:lnTo>
                  <a:lnTo>
                    <a:pt x="1227" y="674"/>
                  </a:lnTo>
                  <a:lnTo>
                    <a:pt x="1227" y="672"/>
                  </a:lnTo>
                  <a:lnTo>
                    <a:pt x="1226" y="671"/>
                  </a:lnTo>
                  <a:lnTo>
                    <a:pt x="1226" y="670"/>
                  </a:lnTo>
                  <a:lnTo>
                    <a:pt x="1226" y="670"/>
                  </a:lnTo>
                  <a:lnTo>
                    <a:pt x="1227" y="667"/>
                  </a:lnTo>
                  <a:lnTo>
                    <a:pt x="1228" y="667"/>
                  </a:lnTo>
                  <a:lnTo>
                    <a:pt x="1230" y="666"/>
                  </a:lnTo>
                  <a:lnTo>
                    <a:pt x="1230" y="665"/>
                  </a:lnTo>
                  <a:lnTo>
                    <a:pt x="1230" y="662"/>
                  </a:lnTo>
                  <a:lnTo>
                    <a:pt x="1228" y="661"/>
                  </a:lnTo>
                  <a:lnTo>
                    <a:pt x="1227" y="659"/>
                  </a:lnTo>
                  <a:lnTo>
                    <a:pt x="1227" y="658"/>
                  </a:lnTo>
                  <a:lnTo>
                    <a:pt x="1224" y="655"/>
                  </a:lnTo>
                  <a:lnTo>
                    <a:pt x="1224" y="654"/>
                  </a:lnTo>
                  <a:lnTo>
                    <a:pt x="1226" y="653"/>
                  </a:lnTo>
                  <a:lnTo>
                    <a:pt x="1224" y="651"/>
                  </a:lnTo>
                  <a:lnTo>
                    <a:pt x="1223" y="650"/>
                  </a:lnTo>
                  <a:lnTo>
                    <a:pt x="1222" y="650"/>
                  </a:lnTo>
                  <a:lnTo>
                    <a:pt x="1220" y="649"/>
                  </a:lnTo>
                  <a:lnTo>
                    <a:pt x="1218" y="647"/>
                  </a:lnTo>
                  <a:lnTo>
                    <a:pt x="1217" y="649"/>
                  </a:lnTo>
                  <a:lnTo>
                    <a:pt x="1215" y="649"/>
                  </a:lnTo>
                  <a:lnTo>
                    <a:pt x="1214" y="650"/>
                  </a:lnTo>
                  <a:lnTo>
                    <a:pt x="1214" y="653"/>
                  </a:lnTo>
                  <a:lnTo>
                    <a:pt x="1213" y="653"/>
                  </a:lnTo>
                  <a:lnTo>
                    <a:pt x="1211" y="653"/>
                  </a:lnTo>
                  <a:lnTo>
                    <a:pt x="1210" y="655"/>
                  </a:lnTo>
                  <a:lnTo>
                    <a:pt x="1209" y="655"/>
                  </a:lnTo>
                  <a:lnTo>
                    <a:pt x="1206" y="655"/>
                  </a:lnTo>
                  <a:lnTo>
                    <a:pt x="1206" y="657"/>
                  </a:lnTo>
                  <a:lnTo>
                    <a:pt x="1206" y="659"/>
                  </a:lnTo>
                  <a:lnTo>
                    <a:pt x="1205" y="661"/>
                  </a:lnTo>
                  <a:lnTo>
                    <a:pt x="1203" y="662"/>
                  </a:lnTo>
                  <a:lnTo>
                    <a:pt x="1203" y="663"/>
                  </a:lnTo>
                  <a:lnTo>
                    <a:pt x="1202" y="665"/>
                  </a:lnTo>
                  <a:lnTo>
                    <a:pt x="1201" y="666"/>
                  </a:lnTo>
                  <a:lnTo>
                    <a:pt x="1198" y="666"/>
                  </a:lnTo>
                  <a:lnTo>
                    <a:pt x="1197" y="666"/>
                  </a:lnTo>
                  <a:lnTo>
                    <a:pt x="1195" y="666"/>
                  </a:lnTo>
                  <a:lnTo>
                    <a:pt x="1194" y="667"/>
                  </a:lnTo>
                  <a:lnTo>
                    <a:pt x="1193" y="667"/>
                  </a:lnTo>
                  <a:lnTo>
                    <a:pt x="1192" y="666"/>
                  </a:lnTo>
                  <a:lnTo>
                    <a:pt x="1192" y="665"/>
                  </a:lnTo>
                  <a:lnTo>
                    <a:pt x="1189" y="665"/>
                  </a:lnTo>
                  <a:lnTo>
                    <a:pt x="1188" y="666"/>
                  </a:lnTo>
                  <a:lnTo>
                    <a:pt x="1186" y="666"/>
                  </a:lnTo>
                  <a:lnTo>
                    <a:pt x="1185" y="665"/>
                  </a:lnTo>
                  <a:lnTo>
                    <a:pt x="1184" y="662"/>
                  </a:lnTo>
                  <a:lnTo>
                    <a:pt x="1182" y="662"/>
                  </a:lnTo>
                  <a:lnTo>
                    <a:pt x="1180" y="659"/>
                  </a:lnTo>
                  <a:lnTo>
                    <a:pt x="1180" y="657"/>
                  </a:lnTo>
                  <a:lnTo>
                    <a:pt x="1181" y="657"/>
                  </a:lnTo>
                  <a:lnTo>
                    <a:pt x="1181" y="654"/>
                  </a:lnTo>
                  <a:lnTo>
                    <a:pt x="1180" y="653"/>
                  </a:lnTo>
                  <a:lnTo>
                    <a:pt x="1180" y="650"/>
                  </a:lnTo>
                  <a:lnTo>
                    <a:pt x="1178" y="650"/>
                  </a:lnTo>
                  <a:lnTo>
                    <a:pt x="1177" y="649"/>
                  </a:lnTo>
                  <a:lnTo>
                    <a:pt x="1177" y="647"/>
                  </a:lnTo>
                  <a:lnTo>
                    <a:pt x="1178" y="646"/>
                  </a:lnTo>
                  <a:lnTo>
                    <a:pt x="1178" y="645"/>
                  </a:lnTo>
                  <a:lnTo>
                    <a:pt x="1178" y="643"/>
                  </a:lnTo>
                  <a:lnTo>
                    <a:pt x="1177" y="645"/>
                  </a:lnTo>
                  <a:lnTo>
                    <a:pt x="1176" y="645"/>
                  </a:lnTo>
                  <a:lnTo>
                    <a:pt x="1174" y="645"/>
                  </a:lnTo>
                  <a:lnTo>
                    <a:pt x="1173" y="646"/>
                  </a:lnTo>
                  <a:lnTo>
                    <a:pt x="1172" y="645"/>
                  </a:lnTo>
                  <a:lnTo>
                    <a:pt x="1170" y="645"/>
                  </a:lnTo>
                  <a:lnTo>
                    <a:pt x="1169" y="645"/>
                  </a:lnTo>
                  <a:lnTo>
                    <a:pt x="1169" y="643"/>
                  </a:lnTo>
                  <a:lnTo>
                    <a:pt x="1166" y="642"/>
                  </a:lnTo>
                  <a:lnTo>
                    <a:pt x="1165" y="641"/>
                  </a:lnTo>
                  <a:lnTo>
                    <a:pt x="1165" y="641"/>
                  </a:lnTo>
                  <a:lnTo>
                    <a:pt x="1164" y="641"/>
                  </a:lnTo>
                  <a:lnTo>
                    <a:pt x="1163" y="640"/>
                  </a:lnTo>
                  <a:lnTo>
                    <a:pt x="1163" y="638"/>
                  </a:lnTo>
                  <a:lnTo>
                    <a:pt x="1161" y="638"/>
                  </a:lnTo>
                  <a:lnTo>
                    <a:pt x="1160" y="637"/>
                  </a:lnTo>
                  <a:lnTo>
                    <a:pt x="1160" y="636"/>
                  </a:lnTo>
                  <a:lnTo>
                    <a:pt x="1159" y="634"/>
                  </a:lnTo>
                  <a:lnTo>
                    <a:pt x="1157" y="634"/>
                  </a:lnTo>
                  <a:lnTo>
                    <a:pt x="1157" y="636"/>
                  </a:lnTo>
                  <a:lnTo>
                    <a:pt x="1156" y="636"/>
                  </a:lnTo>
                  <a:lnTo>
                    <a:pt x="1155" y="636"/>
                  </a:lnTo>
                  <a:lnTo>
                    <a:pt x="1155" y="637"/>
                  </a:lnTo>
                  <a:lnTo>
                    <a:pt x="1152" y="636"/>
                  </a:lnTo>
                  <a:lnTo>
                    <a:pt x="1152" y="636"/>
                  </a:lnTo>
                  <a:lnTo>
                    <a:pt x="1151" y="634"/>
                  </a:lnTo>
                  <a:lnTo>
                    <a:pt x="1148" y="634"/>
                  </a:lnTo>
                  <a:lnTo>
                    <a:pt x="1147" y="634"/>
                  </a:lnTo>
                  <a:lnTo>
                    <a:pt x="1148" y="633"/>
                  </a:lnTo>
                  <a:lnTo>
                    <a:pt x="1148" y="632"/>
                  </a:lnTo>
                  <a:lnTo>
                    <a:pt x="1147" y="632"/>
                  </a:lnTo>
                  <a:lnTo>
                    <a:pt x="1145" y="633"/>
                  </a:lnTo>
                  <a:lnTo>
                    <a:pt x="1143" y="633"/>
                  </a:lnTo>
                  <a:lnTo>
                    <a:pt x="1141" y="633"/>
                  </a:lnTo>
                  <a:lnTo>
                    <a:pt x="1140" y="633"/>
                  </a:lnTo>
                  <a:lnTo>
                    <a:pt x="1139" y="633"/>
                  </a:lnTo>
                  <a:lnTo>
                    <a:pt x="1138" y="633"/>
                  </a:lnTo>
                  <a:lnTo>
                    <a:pt x="1138" y="632"/>
                  </a:lnTo>
                  <a:lnTo>
                    <a:pt x="1135" y="630"/>
                  </a:lnTo>
                  <a:lnTo>
                    <a:pt x="1132" y="628"/>
                  </a:lnTo>
                  <a:lnTo>
                    <a:pt x="1131" y="625"/>
                  </a:lnTo>
                  <a:lnTo>
                    <a:pt x="1131" y="624"/>
                  </a:lnTo>
                  <a:lnTo>
                    <a:pt x="1131" y="622"/>
                  </a:lnTo>
                  <a:lnTo>
                    <a:pt x="1130" y="621"/>
                  </a:lnTo>
                  <a:lnTo>
                    <a:pt x="1128" y="621"/>
                  </a:lnTo>
                  <a:lnTo>
                    <a:pt x="1128" y="618"/>
                  </a:lnTo>
                  <a:lnTo>
                    <a:pt x="1127" y="617"/>
                  </a:lnTo>
                  <a:lnTo>
                    <a:pt x="1127" y="616"/>
                  </a:lnTo>
                  <a:lnTo>
                    <a:pt x="1126" y="613"/>
                  </a:lnTo>
                  <a:lnTo>
                    <a:pt x="1122" y="611"/>
                  </a:lnTo>
                  <a:lnTo>
                    <a:pt x="1119" y="607"/>
                  </a:lnTo>
                  <a:lnTo>
                    <a:pt x="1119" y="605"/>
                  </a:lnTo>
                  <a:lnTo>
                    <a:pt x="1118" y="604"/>
                  </a:lnTo>
                  <a:lnTo>
                    <a:pt x="1116" y="604"/>
                  </a:lnTo>
                  <a:lnTo>
                    <a:pt x="1116" y="604"/>
                  </a:lnTo>
                  <a:lnTo>
                    <a:pt x="1116" y="603"/>
                  </a:lnTo>
                  <a:lnTo>
                    <a:pt x="1116" y="601"/>
                  </a:lnTo>
                  <a:lnTo>
                    <a:pt x="1115" y="600"/>
                  </a:lnTo>
                  <a:lnTo>
                    <a:pt x="1114" y="599"/>
                  </a:lnTo>
                  <a:lnTo>
                    <a:pt x="1114" y="599"/>
                  </a:lnTo>
                  <a:lnTo>
                    <a:pt x="1113" y="596"/>
                  </a:lnTo>
                  <a:lnTo>
                    <a:pt x="1111" y="595"/>
                  </a:lnTo>
                  <a:lnTo>
                    <a:pt x="1110" y="592"/>
                  </a:lnTo>
                  <a:lnTo>
                    <a:pt x="1107" y="591"/>
                  </a:lnTo>
                  <a:lnTo>
                    <a:pt x="1107" y="590"/>
                  </a:lnTo>
                  <a:lnTo>
                    <a:pt x="1109" y="588"/>
                  </a:lnTo>
                  <a:lnTo>
                    <a:pt x="1107" y="587"/>
                  </a:lnTo>
                  <a:lnTo>
                    <a:pt x="1105" y="587"/>
                  </a:lnTo>
                  <a:lnTo>
                    <a:pt x="1105" y="586"/>
                  </a:lnTo>
                  <a:lnTo>
                    <a:pt x="1105" y="584"/>
                  </a:lnTo>
                  <a:lnTo>
                    <a:pt x="1103" y="583"/>
                  </a:lnTo>
                  <a:lnTo>
                    <a:pt x="1103" y="582"/>
                  </a:lnTo>
                  <a:lnTo>
                    <a:pt x="1103" y="580"/>
                  </a:lnTo>
                  <a:lnTo>
                    <a:pt x="1102" y="579"/>
                  </a:lnTo>
                  <a:lnTo>
                    <a:pt x="1102" y="579"/>
                  </a:lnTo>
                  <a:lnTo>
                    <a:pt x="1101" y="578"/>
                  </a:lnTo>
                  <a:lnTo>
                    <a:pt x="1099" y="578"/>
                  </a:lnTo>
                  <a:lnTo>
                    <a:pt x="1098" y="578"/>
                  </a:lnTo>
                  <a:lnTo>
                    <a:pt x="1097" y="576"/>
                  </a:lnTo>
                  <a:lnTo>
                    <a:pt x="1098" y="575"/>
                  </a:lnTo>
                  <a:lnTo>
                    <a:pt x="1097" y="574"/>
                  </a:lnTo>
                  <a:lnTo>
                    <a:pt x="1095" y="574"/>
                  </a:lnTo>
                  <a:lnTo>
                    <a:pt x="1094" y="575"/>
                  </a:lnTo>
                  <a:lnTo>
                    <a:pt x="1094" y="574"/>
                  </a:lnTo>
                  <a:lnTo>
                    <a:pt x="1093" y="574"/>
                  </a:lnTo>
                  <a:lnTo>
                    <a:pt x="1093" y="572"/>
                  </a:lnTo>
                  <a:lnTo>
                    <a:pt x="1093" y="571"/>
                  </a:lnTo>
                  <a:lnTo>
                    <a:pt x="1091" y="570"/>
                  </a:lnTo>
                  <a:lnTo>
                    <a:pt x="1090" y="570"/>
                  </a:lnTo>
                  <a:lnTo>
                    <a:pt x="1089" y="570"/>
                  </a:lnTo>
                  <a:lnTo>
                    <a:pt x="1087" y="568"/>
                  </a:lnTo>
                  <a:lnTo>
                    <a:pt x="1087" y="568"/>
                  </a:lnTo>
                  <a:lnTo>
                    <a:pt x="1085" y="568"/>
                  </a:lnTo>
                  <a:lnTo>
                    <a:pt x="1085" y="568"/>
                  </a:lnTo>
                  <a:lnTo>
                    <a:pt x="1084" y="568"/>
                  </a:lnTo>
                  <a:lnTo>
                    <a:pt x="1084" y="571"/>
                  </a:lnTo>
                  <a:lnTo>
                    <a:pt x="1082" y="571"/>
                  </a:lnTo>
                  <a:lnTo>
                    <a:pt x="1080" y="570"/>
                  </a:lnTo>
                  <a:lnTo>
                    <a:pt x="1080" y="570"/>
                  </a:lnTo>
                  <a:lnTo>
                    <a:pt x="1078" y="570"/>
                  </a:lnTo>
                  <a:lnTo>
                    <a:pt x="1076" y="570"/>
                  </a:lnTo>
                  <a:lnTo>
                    <a:pt x="1074" y="568"/>
                  </a:lnTo>
                  <a:lnTo>
                    <a:pt x="1073" y="567"/>
                  </a:lnTo>
                  <a:lnTo>
                    <a:pt x="1069" y="567"/>
                  </a:lnTo>
                  <a:lnTo>
                    <a:pt x="1068" y="566"/>
                  </a:lnTo>
                  <a:lnTo>
                    <a:pt x="1066" y="566"/>
                  </a:lnTo>
                  <a:lnTo>
                    <a:pt x="1065" y="566"/>
                  </a:lnTo>
                  <a:lnTo>
                    <a:pt x="1064" y="566"/>
                  </a:lnTo>
                  <a:lnTo>
                    <a:pt x="1061" y="566"/>
                  </a:lnTo>
                  <a:lnTo>
                    <a:pt x="1060" y="568"/>
                  </a:lnTo>
                  <a:lnTo>
                    <a:pt x="1059" y="568"/>
                  </a:lnTo>
                  <a:lnTo>
                    <a:pt x="1059" y="568"/>
                  </a:lnTo>
                  <a:lnTo>
                    <a:pt x="1056" y="568"/>
                  </a:lnTo>
                  <a:lnTo>
                    <a:pt x="1055" y="568"/>
                  </a:lnTo>
                  <a:lnTo>
                    <a:pt x="1052" y="568"/>
                  </a:lnTo>
                  <a:lnTo>
                    <a:pt x="1051" y="570"/>
                  </a:lnTo>
                  <a:lnTo>
                    <a:pt x="1048" y="570"/>
                  </a:lnTo>
                  <a:lnTo>
                    <a:pt x="1047" y="572"/>
                  </a:lnTo>
                  <a:lnTo>
                    <a:pt x="1045" y="572"/>
                  </a:lnTo>
                  <a:lnTo>
                    <a:pt x="1044" y="572"/>
                  </a:lnTo>
                  <a:lnTo>
                    <a:pt x="1043" y="572"/>
                  </a:lnTo>
                  <a:lnTo>
                    <a:pt x="1041" y="572"/>
                  </a:lnTo>
                  <a:lnTo>
                    <a:pt x="1040" y="574"/>
                  </a:lnTo>
                  <a:lnTo>
                    <a:pt x="1037" y="574"/>
                  </a:lnTo>
                  <a:lnTo>
                    <a:pt x="1036" y="575"/>
                  </a:lnTo>
                  <a:lnTo>
                    <a:pt x="1036" y="576"/>
                  </a:lnTo>
                  <a:lnTo>
                    <a:pt x="1033" y="579"/>
                  </a:lnTo>
                  <a:lnTo>
                    <a:pt x="1033" y="580"/>
                  </a:lnTo>
                  <a:lnTo>
                    <a:pt x="1032" y="582"/>
                  </a:lnTo>
                  <a:lnTo>
                    <a:pt x="1032" y="583"/>
                  </a:lnTo>
                  <a:lnTo>
                    <a:pt x="1032" y="584"/>
                  </a:lnTo>
                  <a:lnTo>
                    <a:pt x="1032" y="587"/>
                  </a:lnTo>
                  <a:lnTo>
                    <a:pt x="1032" y="588"/>
                  </a:lnTo>
                  <a:lnTo>
                    <a:pt x="1033" y="588"/>
                  </a:lnTo>
                  <a:lnTo>
                    <a:pt x="1036" y="587"/>
                  </a:lnTo>
                  <a:lnTo>
                    <a:pt x="1037" y="586"/>
                  </a:lnTo>
                  <a:lnTo>
                    <a:pt x="1040" y="586"/>
                  </a:lnTo>
                  <a:lnTo>
                    <a:pt x="1041" y="590"/>
                  </a:lnTo>
                  <a:lnTo>
                    <a:pt x="1043" y="591"/>
                  </a:lnTo>
                  <a:lnTo>
                    <a:pt x="1044" y="592"/>
                  </a:lnTo>
                  <a:lnTo>
                    <a:pt x="1044" y="595"/>
                  </a:lnTo>
                  <a:lnTo>
                    <a:pt x="1044" y="596"/>
                  </a:lnTo>
                  <a:lnTo>
                    <a:pt x="1044" y="599"/>
                  </a:lnTo>
                  <a:lnTo>
                    <a:pt x="1043" y="600"/>
                  </a:lnTo>
                  <a:lnTo>
                    <a:pt x="1041" y="601"/>
                  </a:lnTo>
                  <a:lnTo>
                    <a:pt x="1040" y="604"/>
                  </a:lnTo>
                  <a:lnTo>
                    <a:pt x="1039" y="605"/>
                  </a:lnTo>
                  <a:lnTo>
                    <a:pt x="1037" y="608"/>
                  </a:lnTo>
                  <a:lnTo>
                    <a:pt x="1037" y="611"/>
                  </a:lnTo>
                  <a:lnTo>
                    <a:pt x="1039" y="612"/>
                  </a:lnTo>
                  <a:lnTo>
                    <a:pt x="1039" y="613"/>
                  </a:lnTo>
                  <a:lnTo>
                    <a:pt x="1039" y="616"/>
                  </a:lnTo>
                  <a:lnTo>
                    <a:pt x="1040" y="617"/>
                  </a:lnTo>
                  <a:lnTo>
                    <a:pt x="1040" y="620"/>
                  </a:lnTo>
                  <a:lnTo>
                    <a:pt x="1039" y="621"/>
                  </a:lnTo>
                  <a:lnTo>
                    <a:pt x="1037" y="622"/>
                  </a:lnTo>
                  <a:lnTo>
                    <a:pt x="1039" y="624"/>
                  </a:lnTo>
                  <a:lnTo>
                    <a:pt x="1039" y="628"/>
                  </a:lnTo>
                  <a:lnTo>
                    <a:pt x="1039" y="629"/>
                  </a:lnTo>
                  <a:lnTo>
                    <a:pt x="1039" y="632"/>
                  </a:lnTo>
                  <a:lnTo>
                    <a:pt x="1040" y="632"/>
                  </a:lnTo>
                  <a:lnTo>
                    <a:pt x="1040" y="633"/>
                  </a:lnTo>
                  <a:lnTo>
                    <a:pt x="1041" y="632"/>
                  </a:lnTo>
                  <a:lnTo>
                    <a:pt x="1043" y="633"/>
                  </a:lnTo>
                  <a:lnTo>
                    <a:pt x="1043" y="634"/>
                  </a:lnTo>
                  <a:lnTo>
                    <a:pt x="1043" y="637"/>
                  </a:lnTo>
                  <a:lnTo>
                    <a:pt x="1040" y="640"/>
                  </a:lnTo>
                  <a:lnTo>
                    <a:pt x="1036" y="640"/>
                  </a:lnTo>
                  <a:lnTo>
                    <a:pt x="1033" y="642"/>
                  </a:lnTo>
                  <a:lnTo>
                    <a:pt x="1028" y="647"/>
                  </a:lnTo>
                  <a:lnTo>
                    <a:pt x="1027" y="647"/>
                  </a:lnTo>
                  <a:lnTo>
                    <a:pt x="1024" y="646"/>
                  </a:lnTo>
                  <a:lnTo>
                    <a:pt x="1022" y="645"/>
                  </a:lnTo>
                  <a:lnTo>
                    <a:pt x="1019" y="646"/>
                  </a:lnTo>
                  <a:lnTo>
                    <a:pt x="1019" y="645"/>
                  </a:lnTo>
                  <a:lnTo>
                    <a:pt x="1018" y="645"/>
                  </a:lnTo>
                  <a:lnTo>
                    <a:pt x="1016" y="645"/>
                  </a:lnTo>
                  <a:lnTo>
                    <a:pt x="1015" y="643"/>
                  </a:lnTo>
                  <a:lnTo>
                    <a:pt x="1010" y="642"/>
                  </a:lnTo>
                  <a:lnTo>
                    <a:pt x="1006" y="643"/>
                  </a:lnTo>
                  <a:lnTo>
                    <a:pt x="1006" y="645"/>
                  </a:lnTo>
                  <a:lnTo>
                    <a:pt x="1003" y="646"/>
                  </a:lnTo>
                  <a:lnTo>
                    <a:pt x="1002" y="646"/>
                  </a:lnTo>
                  <a:lnTo>
                    <a:pt x="1001" y="645"/>
                  </a:lnTo>
                  <a:lnTo>
                    <a:pt x="998" y="646"/>
                  </a:lnTo>
                  <a:lnTo>
                    <a:pt x="997" y="645"/>
                  </a:lnTo>
                  <a:lnTo>
                    <a:pt x="995" y="643"/>
                  </a:lnTo>
                  <a:lnTo>
                    <a:pt x="993" y="642"/>
                  </a:lnTo>
                  <a:lnTo>
                    <a:pt x="990" y="641"/>
                  </a:lnTo>
                  <a:lnTo>
                    <a:pt x="986" y="642"/>
                  </a:lnTo>
                  <a:lnTo>
                    <a:pt x="986" y="642"/>
                  </a:lnTo>
                  <a:lnTo>
                    <a:pt x="983" y="642"/>
                  </a:lnTo>
                  <a:lnTo>
                    <a:pt x="982" y="643"/>
                  </a:lnTo>
                  <a:lnTo>
                    <a:pt x="981" y="646"/>
                  </a:lnTo>
                  <a:lnTo>
                    <a:pt x="980" y="647"/>
                  </a:lnTo>
                  <a:lnTo>
                    <a:pt x="977" y="649"/>
                  </a:lnTo>
                  <a:lnTo>
                    <a:pt x="976" y="651"/>
                  </a:lnTo>
                  <a:lnTo>
                    <a:pt x="976" y="653"/>
                  </a:lnTo>
                  <a:lnTo>
                    <a:pt x="974" y="654"/>
                  </a:lnTo>
                  <a:lnTo>
                    <a:pt x="972" y="657"/>
                  </a:lnTo>
                  <a:lnTo>
                    <a:pt x="966" y="657"/>
                  </a:lnTo>
                  <a:lnTo>
                    <a:pt x="965" y="657"/>
                  </a:lnTo>
                  <a:lnTo>
                    <a:pt x="962" y="659"/>
                  </a:lnTo>
                  <a:lnTo>
                    <a:pt x="960" y="659"/>
                  </a:lnTo>
                  <a:lnTo>
                    <a:pt x="956" y="662"/>
                  </a:lnTo>
                  <a:lnTo>
                    <a:pt x="953" y="665"/>
                  </a:lnTo>
                  <a:lnTo>
                    <a:pt x="952" y="665"/>
                  </a:lnTo>
                  <a:lnTo>
                    <a:pt x="951" y="663"/>
                  </a:lnTo>
                  <a:lnTo>
                    <a:pt x="948" y="663"/>
                  </a:lnTo>
                  <a:lnTo>
                    <a:pt x="947" y="665"/>
                  </a:lnTo>
                  <a:lnTo>
                    <a:pt x="944" y="665"/>
                  </a:lnTo>
                  <a:lnTo>
                    <a:pt x="936" y="665"/>
                  </a:lnTo>
                  <a:lnTo>
                    <a:pt x="932" y="663"/>
                  </a:lnTo>
                  <a:lnTo>
                    <a:pt x="927" y="663"/>
                  </a:lnTo>
                  <a:lnTo>
                    <a:pt x="924" y="663"/>
                  </a:lnTo>
                  <a:lnTo>
                    <a:pt x="923" y="662"/>
                  </a:lnTo>
                  <a:lnTo>
                    <a:pt x="920" y="661"/>
                  </a:lnTo>
                  <a:lnTo>
                    <a:pt x="919" y="661"/>
                  </a:lnTo>
                  <a:lnTo>
                    <a:pt x="918" y="659"/>
                  </a:lnTo>
                  <a:lnTo>
                    <a:pt x="916" y="655"/>
                  </a:lnTo>
                  <a:lnTo>
                    <a:pt x="915" y="654"/>
                  </a:lnTo>
                  <a:lnTo>
                    <a:pt x="912" y="654"/>
                  </a:lnTo>
                  <a:lnTo>
                    <a:pt x="908" y="654"/>
                  </a:lnTo>
                  <a:lnTo>
                    <a:pt x="904" y="653"/>
                  </a:lnTo>
                  <a:lnTo>
                    <a:pt x="902" y="650"/>
                  </a:lnTo>
                  <a:lnTo>
                    <a:pt x="898" y="650"/>
                  </a:lnTo>
                  <a:lnTo>
                    <a:pt x="894" y="649"/>
                  </a:lnTo>
                  <a:lnTo>
                    <a:pt x="891" y="647"/>
                  </a:lnTo>
                  <a:lnTo>
                    <a:pt x="889" y="649"/>
                  </a:lnTo>
                  <a:lnTo>
                    <a:pt x="885" y="649"/>
                  </a:lnTo>
                  <a:lnTo>
                    <a:pt x="883" y="650"/>
                  </a:lnTo>
                  <a:lnTo>
                    <a:pt x="878" y="650"/>
                  </a:lnTo>
                  <a:lnTo>
                    <a:pt x="874" y="651"/>
                  </a:lnTo>
                  <a:lnTo>
                    <a:pt x="873" y="654"/>
                  </a:lnTo>
                  <a:lnTo>
                    <a:pt x="872" y="654"/>
                  </a:lnTo>
                  <a:lnTo>
                    <a:pt x="870" y="654"/>
                  </a:lnTo>
                  <a:lnTo>
                    <a:pt x="868" y="654"/>
                  </a:lnTo>
                  <a:lnTo>
                    <a:pt x="866" y="655"/>
                  </a:lnTo>
                  <a:lnTo>
                    <a:pt x="862" y="654"/>
                  </a:lnTo>
                  <a:lnTo>
                    <a:pt x="862" y="655"/>
                  </a:lnTo>
                  <a:lnTo>
                    <a:pt x="860" y="655"/>
                  </a:lnTo>
                  <a:lnTo>
                    <a:pt x="857" y="654"/>
                  </a:lnTo>
                  <a:lnTo>
                    <a:pt x="853" y="653"/>
                  </a:lnTo>
                  <a:lnTo>
                    <a:pt x="852" y="651"/>
                  </a:lnTo>
                  <a:lnTo>
                    <a:pt x="850" y="649"/>
                  </a:lnTo>
                  <a:lnTo>
                    <a:pt x="849" y="649"/>
                  </a:lnTo>
                  <a:lnTo>
                    <a:pt x="847" y="647"/>
                  </a:lnTo>
                  <a:lnTo>
                    <a:pt x="848" y="646"/>
                  </a:lnTo>
                  <a:lnTo>
                    <a:pt x="847" y="643"/>
                  </a:lnTo>
                  <a:lnTo>
                    <a:pt x="845" y="642"/>
                  </a:lnTo>
                  <a:lnTo>
                    <a:pt x="845" y="640"/>
                  </a:lnTo>
                  <a:lnTo>
                    <a:pt x="844" y="638"/>
                  </a:lnTo>
                  <a:lnTo>
                    <a:pt x="844" y="637"/>
                  </a:lnTo>
                  <a:lnTo>
                    <a:pt x="843" y="636"/>
                  </a:lnTo>
                  <a:lnTo>
                    <a:pt x="841" y="634"/>
                  </a:lnTo>
                  <a:lnTo>
                    <a:pt x="836" y="634"/>
                  </a:lnTo>
                  <a:lnTo>
                    <a:pt x="833" y="634"/>
                  </a:lnTo>
                  <a:lnTo>
                    <a:pt x="832" y="633"/>
                  </a:lnTo>
                  <a:lnTo>
                    <a:pt x="829" y="633"/>
                  </a:lnTo>
                  <a:lnTo>
                    <a:pt x="828" y="632"/>
                  </a:lnTo>
                  <a:lnTo>
                    <a:pt x="827" y="630"/>
                  </a:lnTo>
                  <a:lnTo>
                    <a:pt x="823" y="630"/>
                  </a:lnTo>
                  <a:lnTo>
                    <a:pt x="819" y="630"/>
                  </a:lnTo>
                  <a:lnTo>
                    <a:pt x="816" y="630"/>
                  </a:lnTo>
                  <a:lnTo>
                    <a:pt x="816" y="629"/>
                  </a:lnTo>
                  <a:lnTo>
                    <a:pt x="812" y="628"/>
                  </a:lnTo>
                  <a:lnTo>
                    <a:pt x="810" y="626"/>
                  </a:lnTo>
                  <a:lnTo>
                    <a:pt x="808" y="625"/>
                  </a:lnTo>
                  <a:lnTo>
                    <a:pt x="806" y="625"/>
                  </a:lnTo>
                  <a:lnTo>
                    <a:pt x="804" y="626"/>
                  </a:lnTo>
                  <a:lnTo>
                    <a:pt x="804" y="629"/>
                  </a:lnTo>
                  <a:lnTo>
                    <a:pt x="804" y="630"/>
                  </a:lnTo>
                  <a:lnTo>
                    <a:pt x="804" y="633"/>
                  </a:lnTo>
                  <a:lnTo>
                    <a:pt x="803" y="632"/>
                  </a:lnTo>
                  <a:lnTo>
                    <a:pt x="800" y="633"/>
                  </a:lnTo>
                  <a:lnTo>
                    <a:pt x="799" y="634"/>
                  </a:lnTo>
                  <a:lnTo>
                    <a:pt x="799" y="637"/>
                  </a:lnTo>
                  <a:lnTo>
                    <a:pt x="798" y="640"/>
                  </a:lnTo>
                  <a:lnTo>
                    <a:pt x="796" y="645"/>
                  </a:lnTo>
                  <a:lnTo>
                    <a:pt x="798" y="647"/>
                  </a:lnTo>
                  <a:lnTo>
                    <a:pt x="802" y="649"/>
                  </a:lnTo>
                  <a:lnTo>
                    <a:pt x="803" y="650"/>
                  </a:lnTo>
                  <a:lnTo>
                    <a:pt x="804" y="651"/>
                  </a:lnTo>
                  <a:lnTo>
                    <a:pt x="806" y="653"/>
                  </a:lnTo>
                  <a:lnTo>
                    <a:pt x="804" y="657"/>
                  </a:lnTo>
                  <a:lnTo>
                    <a:pt x="804" y="661"/>
                  </a:lnTo>
                  <a:lnTo>
                    <a:pt x="807" y="662"/>
                  </a:lnTo>
                  <a:lnTo>
                    <a:pt x="808" y="663"/>
                  </a:lnTo>
                  <a:lnTo>
                    <a:pt x="806" y="667"/>
                  </a:lnTo>
                  <a:lnTo>
                    <a:pt x="802" y="667"/>
                  </a:lnTo>
                  <a:lnTo>
                    <a:pt x="799" y="667"/>
                  </a:lnTo>
                  <a:lnTo>
                    <a:pt x="799" y="667"/>
                  </a:lnTo>
                  <a:lnTo>
                    <a:pt x="796" y="667"/>
                  </a:lnTo>
                  <a:lnTo>
                    <a:pt x="795" y="667"/>
                  </a:lnTo>
                  <a:lnTo>
                    <a:pt x="790" y="667"/>
                  </a:lnTo>
                  <a:lnTo>
                    <a:pt x="789" y="667"/>
                  </a:lnTo>
                  <a:lnTo>
                    <a:pt x="786" y="666"/>
                  </a:lnTo>
                  <a:lnTo>
                    <a:pt x="785" y="666"/>
                  </a:lnTo>
                  <a:lnTo>
                    <a:pt x="782" y="666"/>
                  </a:lnTo>
                  <a:lnTo>
                    <a:pt x="779" y="667"/>
                  </a:lnTo>
                  <a:lnTo>
                    <a:pt x="777" y="668"/>
                  </a:lnTo>
                  <a:lnTo>
                    <a:pt x="775" y="670"/>
                  </a:lnTo>
                  <a:lnTo>
                    <a:pt x="771" y="667"/>
                  </a:lnTo>
                  <a:lnTo>
                    <a:pt x="769" y="666"/>
                  </a:lnTo>
                  <a:lnTo>
                    <a:pt x="764" y="662"/>
                  </a:lnTo>
                  <a:lnTo>
                    <a:pt x="762" y="661"/>
                  </a:lnTo>
                  <a:lnTo>
                    <a:pt x="762" y="659"/>
                  </a:lnTo>
                  <a:lnTo>
                    <a:pt x="761" y="657"/>
                  </a:lnTo>
                  <a:lnTo>
                    <a:pt x="757" y="657"/>
                  </a:lnTo>
                  <a:lnTo>
                    <a:pt x="756" y="658"/>
                  </a:lnTo>
                  <a:lnTo>
                    <a:pt x="753" y="658"/>
                  </a:lnTo>
                  <a:lnTo>
                    <a:pt x="753" y="658"/>
                  </a:lnTo>
                  <a:lnTo>
                    <a:pt x="750" y="659"/>
                  </a:lnTo>
                  <a:lnTo>
                    <a:pt x="749" y="657"/>
                  </a:lnTo>
                  <a:lnTo>
                    <a:pt x="748" y="655"/>
                  </a:lnTo>
                  <a:lnTo>
                    <a:pt x="746" y="654"/>
                  </a:lnTo>
                  <a:lnTo>
                    <a:pt x="746" y="654"/>
                  </a:lnTo>
                  <a:lnTo>
                    <a:pt x="744" y="655"/>
                  </a:lnTo>
                  <a:lnTo>
                    <a:pt x="741" y="655"/>
                  </a:lnTo>
                  <a:lnTo>
                    <a:pt x="740" y="655"/>
                  </a:lnTo>
                  <a:lnTo>
                    <a:pt x="737" y="655"/>
                  </a:lnTo>
                  <a:lnTo>
                    <a:pt x="733" y="657"/>
                  </a:lnTo>
                  <a:lnTo>
                    <a:pt x="732" y="657"/>
                  </a:lnTo>
                  <a:lnTo>
                    <a:pt x="731" y="659"/>
                  </a:lnTo>
                  <a:lnTo>
                    <a:pt x="728" y="661"/>
                  </a:lnTo>
                  <a:lnTo>
                    <a:pt x="724" y="659"/>
                  </a:lnTo>
                  <a:lnTo>
                    <a:pt x="724" y="661"/>
                  </a:lnTo>
                  <a:lnTo>
                    <a:pt x="724" y="662"/>
                  </a:lnTo>
                  <a:lnTo>
                    <a:pt x="725" y="663"/>
                  </a:lnTo>
                  <a:lnTo>
                    <a:pt x="724" y="665"/>
                  </a:lnTo>
                  <a:lnTo>
                    <a:pt x="723" y="666"/>
                  </a:lnTo>
                  <a:lnTo>
                    <a:pt x="720" y="667"/>
                  </a:lnTo>
                  <a:lnTo>
                    <a:pt x="719" y="668"/>
                  </a:lnTo>
                  <a:lnTo>
                    <a:pt x="719" y="671"/>
                  </a:lnTo>
                  <a:lnTo>
                    <a:pt x="716" y="672"/>
                  </a:lnTo>
                  <a:lnTo>
                    <a:pt x="715" y="674"/>
                  </a:lnTo>
                  <a:lnTo>
                    <a:pt x="715" y="676"/>
                  </a:lnTo>
                  <a:lnTo>
                    <a:pt x="711" y="678"/>
                  </a:lnTo>
                  <a:lnTo>
                    <a:pt x="708" y="680"/>
                  </a:lnTo>
                  <a:lnTo>
                    <a:pt x="708" y="682"/>
                  </a:lnTo>
                  <a:lnTo>
                    <a:pt x="703" y="682"/>
                  </a:lnTo>
                  <a:lnTo>
                    <a:pt x="700" y="683"/>
                  </a:lnTo>
                  <a:lnTo>
                    <a:pt x="699" y="687"/>
                  </a:lnTo>
                  <a:lnTo>
                    <a:pt x="699" y="687"/>
                  </a:lnTo>
                  <a:lnTo>
                    <a:pt x="698" y="687"/>
                  </a:lnTo>
                  <a:lnTo>
                    <a:pt x="695" y="686"/>
                  </a:lnTo>
                  <a:lnTo>
                    <a:pt x="694" y="686"/>
                  </a:lnTo>
                  <a:lnTo>
                    <a:pt x="692" y="686"/>
                  </a:lnTo>
                  <a:lnTo>
                    <a:pt x="690" y="684"/>
                  </a:lnTo>
                  <a:lnTo>
                    <a:pt x="687" y="682"/>
                  </a:lnTo>
                  <a:lnTo>
                    <a:pt x="686" y="682"/>
                  </a:lnTo>
                  <a:lnTo>
                    <a:pt x="685" y="679"/>
                  </a:lnTo>
                  <a:lnTo>
                    <a:pt x="686" y="676"/>
                  </a:lnTo>
                  <a:lnTo>
                    <a:pt x="685" y="676"/>
                  </a:lnTo>
                  <a:lnTo>
                    <a:pt x="682" y="678"/>
                  </a:lnTo>
                  <a:lnTo>
                    <a:pt x="681" y="679"/>
                  </a:lnTo>
                  <a:lnTo>
                    <a:pt x="678" y="680"/>
                  </a:lnTo>
                  <a:lnTo>
                    <a:pt x="673" y="680"/>
                  </a:lnTo>
                  <a:lnTo>
                    <a:pt x="671" y="682"/>
                  </a:lnTo>
                  <a:lnTo>
                    <a:pt x="670" y="683"/>
                  </a:lnTo>
                  <a:lnTo>
                    <a:pt x="669" y="682"/>
                  </a:lnTo>
                  <a:lnTo>
                    <a:pt x="666" y="680"/>
                  </a:lnTo>
                  <a:lnTo>
                    <a:pt x="665" y="680"/>
                  </a:lnTo>
                  <a:lnTo>
                    <a:pt x="665" y="680"/>
                  </a:lnTo>
                  <a:lnTo>
                    <a:pt x="663" y="679"/>
                  </a:lnTo>
                  <a:lnTo>
                    <a:pt x="662" y="678"/>
                  </a:lnTo>
                  <a:lnTo>
                    <a:pt x="662" y="675"/>
                  </a:lnTo>
                  <a:lnTo>
                    <a:pt x="663" y="675"/>
                  </a:lnTo>
                  <a:lnTo>
                    <a:pt x="663" y="674"/>
                  </a:lnTo>
                  <a:lnTo>
                    <a:pt x="661" y="672"/>
                  </a:lnTo>
                  <a:lnTo>
                    <a:pt x="661" y="672"/>
                  </a:lnTo>
                  <a:lnTo>
                    <a:pt x="657" y="671"/>
                  </a:lnTo>
                  <a:lnTo>
                    <a:pt x="656" y="670"/>
                  </a:lnTo>
                  <a:lnTo>
                    <a:pt x="654" y="670"/>
                  </a:lnTo>
                  <a:lnTo>
                    <a:pt x="653" y="667"/>
                  </a:lnTo>
                  <a:lnTo>
                    <a:pt x="650" y="663"/>
                  </a:lnTo>
                  <a:lnTo>
                    <a:pt x="648" y="661"/>
                  </a:lnTo>
                  <a:lnTo>
                    <a:pt x="644" y="661"/>
                  </a:lnTo>
                  <a:lnTo>
                    <a:pt x="640" y="661"/>
                  </a:lnTo>
                  <a:lnTo>
                    <a:pt x="636" y="661"/>
                  </a:lnTo>
                  <a:lnTo>
                    <a:pt x="635" y="662"/>
                  </a:lnTo>
                  <a:lnTo>
                    <a:pt x="636" y="663"/>
                  </a:lnTo>
                  <a:lnTo>
                    <a:pt x="635" y="665"/>
                  </a:lnTo>
                  <a:lnTo>
                    <a:pt x="633" y="665"/>
                  </a:lnTo>
                  <a:lnTo>
                    <a:pt x="631" y="665"/>
                  </a:lnTo>
                  <a:lnTo>
                    <a:pt x="628" y="666"/>
                  </a:lnTo>
                  <a:lnTo>
                    <a:pt x="625" y="665"/>
                  </a:lnTo>
                  <a:lnTo>
                    <a:pt x="624" y="665"/>
                  </a:lnTo>
                  <a:lnTo>
                    <a:pt x="621" y="666"/>
                  </a:lnTo>
                  <a:lnTo>
                    <a:pt x="620" y="666"/>
                  </a:lnTo>
                  <a:lnTo>
                    <a:pt x="617" y="663"/>
                  </a:lnTo>
                  <a:lnTo>
                    <a:pt x="615" y="663"/>
                  </a:lnTo>
                  <a:lnTo>
                    <a:pt x="615" y="662"/>
                  </a:lnTo>
                  <a:lnTo>
                    <a:pt x="615" y="659"/>
                  </a:lnTo>
                  <a:lnTo>
                    <a:pt x="612" y="658"/>
                  </a:lnTo>
                  <a:lnTo>
                    <a:pt x="609" y="659"/>
                  </a:lnTo>
                  <a:lnTo>
                    <a:pt x="611" y="662"/>
                  </a:lnTo>
                  <a:lnTo>
                    <a:pt x="611" y="662"/>
                  </a:lnTo>
                  <a:lnTo>
                    <a:pt x="611" y="663"/>
                  </a:lnTo>
                  <a:lnTo>
                    <a:pt x="608" y="665"/>
                  </a:lnTo>
                  <a:lnTo>
                    <a:pt x="606" y="666"/>
                  </a:lnTo>
                  <a:lnTo>
                    <a:pt x="577" y="629"/>
                  </a:lnTo>
                  <a:lnTo>
                    <a:pt x="556" y="613"/>
                  </a:lnTo>
                  <a:lnTo>
                    <a:pt x="554" y="611"/>
                  </a:lnTo>
                  <a:lnTo>
                    <a:pt x="556" y="611"/>
                  </a:lnTo>
                  <a:lnTo>
                    <a:pt x="558" y="608"/>
                  </a:lnTo>
                  <a:lnTo>
                    <a:pt x="558" y="607"/>
                  </a:lnTo>
                  <a:lnTo>
                    <a:pt x="557" y="605"/>
                  </a:lnTo>
                  <a:lnTo>
                    <a:pt x="554" y="607"/>
                  </a:lnTo>
                  <a:lnTo>
                    <a:pt x="552" y="607"/>
                  </a:lnTo>
                  <a:lnTo>
                    <a:pt x="549" y="609"/>
                  </a:lnTo>
                  <a:lnTo>
                    <a:pt x="548" y="609"/>
                  </a:lnTo>
                  <a:lnTo>
                    <a:pt x="545" y="612"/>
                  </a:lnTo>
                  <a:lnTo>
                    <a:pt x="545" y="615"/>
                  </a:lnTo>
                  <a:lnTo>
                    <a:pt x="542" y="616"/>
                  </a:lnTo>
                  <a:lnTo>
                    <a:pt x="542" y="617"/>
                  </a:lnTo>
                  <a:lnTo>
                    <a:pt x="540" y="620"/>
                  </a:lnTo>
                  <a:lnTo>
                    <a:pt x="536" y="620"/>
                  </a:lnTo>
                  <a:lnTo>
                    <a:pt x="534" y="621"/>
                  </a:lnTo>
                  <a:lnTo>
                    <a:pt x="534" y="624"/>
                  </a:lnTo>
                  <a:lnTo>
                    <a:pt x="533" y="624"/>
                  </a:lnTo>
                  <a:lnTo>
                    <a:pt x="532" y="624"/>
                  </a:lnTo>
                  <a:lnTo>
                    <a:pt x="527" y="622"/>
                  </a:lnTo>
                  <a:lnTo>
                    <a:pt x="524" y="622"/>
                  </a:lnTo>
                  <a:lnTo>
                    <a:pt x="523" y="625"/>
                  </a:lnTo>
                  <a:lnTo>
                    <a:pt x="521" y="625"/>
                  </a:lnTo>
                  <a:lnTo>
                    <a:pt x="520" y="622"/>
                  </a:lnTo>
                  <a:lnTo>
                    <a:pt x="520" y="620"/>
                  </a:lnTo>
                  <a:lnTo>
                    <a:pt x="521" y="618"/>
                  </a:lnTo>
                  <a:lnTo>
                    <a:pt x="523" y="616"/>
                  </a:lnTo>
                  <a:lnTo>
                    <a:pt x="521" y="616"/>
                  </a:lnTo>
                  <a:lnTo>
                    <a:pt x="519" y="617"/>
                  </a:lnTo>
                  <a:lnTo>
                    <a:pt x="517" y="617"/>
                  </a:lnTo>
                  <a:lnTo>
                    <a:pt x="513" y="615"/>
                  </a:lnTo>
                  <a:lnTo>
                    <a:pt x="511" y="615"/>
                  </a:lnTo>
                  <a:lnTo>
                    <a:pt x="511" y="616"/>
                  </a:lnTo>
                  <a:lnTo>
                    <a:pt x="512" y="617"/>
                  </a:lnTo>
                  <a:lnTo>
                    <a:pt x="511" y="618"/>
                  </a:lnTo>
                  <a:lnTo>
                    <a:pt x="509" y="618"/>
                  </a:lnTo>
                  <a:lnTo>
                    <a:pt x="508" y="616"/>
                  </a:lnTo>
                  <a:lnTo>
                    <a:pt x="507" y="612"/>
                  </a:lnTo>
                  <a:lnTo>
                    <a:pt x="503" y="609"/>
                  </a:lnTo>
                  <a:lnTo>
                    <a:pt x="503" y="609"/>
                  </a:lnTo>
                  <a:lnTo>
                    <a:pt x="503" y="612"/>
                  </a:lnTo>
                  <a:lnTo>
                    <a:pt x="503" y="615"/>
                  </a:lnTo>
                  <a:lnTo>
                    <a:pt x="502" y="615"/>
                  </a:lnTo>
                  <a:lnTo>
                    <a:pt x="502" y="612"/>
                  </a:lnTo>
                  <a:lnTo>
                    <a:pt x="499" y="612"/>
                  </a:lnTo>
                  <a:lnTo>
                    <a:pt x="499" y="615"/>
                  </a:lnTo>
                  <a:lnTo>
                    <a:pt x="498" y="615"/>
                  </a:lnTo>
                  <a:lnTo>
                    <a:pt x="496" y="613"/>
                  </a:lnTo>
                  <a:lnTo>
                    <a:pt x="494" y="615"/>
                  </a:lnTo>
                  <a:lnTo>
                    <a:pt x="492" y="615"/>
                  </a:lnTo>
                  <a:lnTo>
                    <a:pt x="491" y="612"/>
                  </a:lnTo>
                  <a:lnTo>
                    <a:pt x="492" y="612"/>
                  </a:lnTo>
                  <a:lnTo>
                    <a:pt x="492" y="611"/>
                  </a:lnTo>
                  <a:lnTo>
                    <a:pt x="492" y="608"/>
                  </a:lnTo>
                  <a:lnTo>
                    <a:pt x="492" y="607"/>
                  </a:lnTo>
                  <a:lnTo>
                    <a:pt x="492" y="605"/>
                  </a:lnTo>
                  <a:lnTo>
                    <a:pt x="491" y="604"/>
                  </a:lnTo>
                  <a:lnTo>
                    <a:pt x="490" y="601"/>
                  </a:lnTo>
                  <a:lnTo>
                    <a:pt x="488" y="600"/>
                  </a:lnTo>
                  <a:lnTo>
                    <a:pt x="487" y="599"/>
                  </a:lnTo>
                  <a:lnTo>
                    <a:pt x="487" y="596"/>
                  </a:lnTo>
                  <a:lnTo>
                    <a:pt x="484" y="596"/>
                  </a:lnTo>
                  <a:lnTo>
                    <a:pt x="482" y="597"/>
                  </a:lnTo>
                  <a:lnTo>
                    <a:pt x="479" y="597"/>
                  </a:lnTo>
                  <a:lnTo>
                    <a:pt x="477" y="595"/>
                  </a:lnTo>
                  <a:lnTo>
                    <a:pt x="473" y="595"/>
                  </a:lnTo>
                  <a:lnTo>
                    <a:pt x="470" y="593"/>
                  </a:lnTo>
                  <a:lnTo>
                    <a:pt x="469" y="595"/>
                  </a:lnTo>
                  <a:lnTo>
                    <a:pt x="466" y="595"/>
                  </a:lnTo>
                  <a:lnTo>
                    <a:pt x="465" y="596"/>
                  </a:lnTo>
                  <a:lnTo>
                    <a:pt x="463" y="597"/>
                  </a:lnTo>
                  <a:lnTo>
                    <a:pt x="461" y="599"/>
                  </a:lnTo>
                  <a:lnTo>
                    <a:pt x="459" y="599"/>
                  </a:lnTo>
                  <a:lnTo>
                    <a:pt x="461" y="600"/>
                  </a:lnTo>
                  <a:lnTo>
                    <a:pt x="461" y="603"/>
                  </a:lnTo>
                  <a:lnTo>
                    <a:pt x="457" y="603"/>
                  </a:lnTo>
                  <a:lnTo>
                    <a:pt x="455" y="603"/>
                  </a:lnTo>
                  <a:lnTo>
                    <a:pt x="454" y="604"/>
                  </a:lnTo>
                  <a:lnTo>
                    <a:pt x="451" y="605"/>
                  </a:lnTo>
                  <a:lnTo>
                    <a:pt x="450" y="605"/>
                  </a:lnTo>
                  <a:lnTo>
                    <a:pt x="449" y="605"/>
                  </a:lnTo>
                  <a:lnTo>
                    <a:pt x="444" y="609"/>
                  </a:lnTo>
                  <a:lnTo>
                    <a:pt x="441" y="611"/>
                  </a:lnTo>
                  <a:lnTo>
                    <a:pt x="440" y="612"/>
                  </a:lnTo>
                  <a:lnTo>
                    <a:pt x="437" y="611"/>
                  </a:lnTo>
                  <a:lnTo>
                    <a:pt x="436" y="611"/>
                  </a:lnTo>
                  <a:lnTo>
                    <a:pt x="434" y="611"/>
                  </a:lnTo>
                  <a:lnTo>
                    <a:pt x="434" y="613"/>
                  </a:lnTo>
                  <a:lnTo>
                    <a:pt x="432" y="613"/>
                  </a:lnTo>
                  <a:lnTo>
                    <a:pt x="430" y="615"/>
                  </a:lnTo>
                  <a:lnTo>
                    <a:pt x="430" y="616"/>
                  </a:lnTo>
                  <a:lnTo>
                    <a:pt x="429" y="617"/>
                  </a:lnTo>
                  <a:lnTo>
                    <a:pt x="428" y="617"/>
                  </a:lnTo>
                  <a:lnTo>
                    <a:pt x="426" y="617"/>
                  </a:lnTo>
                  <a:lnTo>
                    <a:pt x="424" y="618"/>
                  </a:lnTo>
                  <a:lnTo>
                    <a:pt x="421" y="618"/>
                  </a:lnTo>
                  <a:lnTo>
                    <a:pt x="419" y="620"/>
                  </a:lnTo>
                  <a:lnTo>
                    <a:pt x="417" y="621"/>
                  </a:lnTo>
                  <a:lnTo>
                    <a:pt x="415" y="621"/>
                  </a:lnTo>
                  <a:lnTo>
                    <a:pt x="412" y="622"/>
                  </a:lnTo>
                  <a:lnTo>
                    <a:pt x="409" y="622"/>
                  </a:lnTo>
                  <a:lnTo>
                    <a:pt x="405" y="624"/>
                  </a:lnTo>
                  <a:lnTo>
                    <a:pt x="404" y="626"/>
                  </a:lnTo>
                  <a:lnTo>
                    <a:pt x="403" y="628"/>
                  </a:lnTo>
                  <a:lnTo>
                    <a:pt x="401" y="625"/>
                  </a:lnTo>
                  <a:lnTo>
                    <a:pt x="400" y="625"/>
                  </a:lnTo>
                  <a:lnTo>
                    <a:pt x="397" y="626"/>
                  </a:lnTo>
                  <a:lnTo>
                    <a:pt x="397" y="628"/>
                  </a:lnTo>
                  <a:lnTo>
                    <a:pt x="397" y="629"/>
                  </a:lnTo>
                  <a:lnTo>
                    <a:pt x="395" y="628"/>
                  </a:lnTo>
                  <a:lnTo>
                    <a:pt x="392" y="628"/>
                  </a:lnTo>
                  <a:lnTo>
                    <a:pt x="391" y="626"/>
                  </a:lnTo>
                  <a:lnTo>
                    <a:pt x="390" y="626"/>
                  </a:lnTo>
                  <a:lnTo>
                    <a:pt x="388" y="628"/>
                  </a:lnTo>
                  <a:lnTo>
                    <a:pt x="386" y="629"/>
                  </a:lnTo>
                  <a:lnTo>
                    <a:pt x="384" y="629"/>
                  </a:lnTo>
                  <a:lnTo>
                    <a:pt x="386" y="632"/>
                  </a:lnTo>
                  <a:lnTo>
                    <a:pt x="386" y="633"/>
                  </a:lnTo>
                  <a:lnTo>
                    <a:pt x="387" y="634"/>
                  </a:lnTo>
                  <a:lnTo>
                    <a:pt x="390" y="633"/>
                  </a:lnTo>
                  <a:lnTo>
                    <a:pt x="391" y="636"/>
                  </a:lnTo>
                  <a:lnTo>
                    <a:pt x="388" y="636"/>
                  </a:lnTo>
                  <a:lnTo>
                    <a:pt x="387" y="637"/>
                  </a:lnTo>
                  <a:lnTo>
                    <a:pt x="387" y="638"/>
                  </a:lnTo>
                  <a:lnTo>
                    <a:pt x="390" y="638"/>
                  </a:lnTo>
                  <a:lnTo>
                    <a:pt x="392" y="640"/>
                  </a:lnTo>
                  <a:lnTo>
                    <a:pt x="394" y="638"/>
                  </a:lnTo>
                  <a:lnTo>
                    <a:pt x="396" y="638"/>
                  </a:lnTo>
                  <a:lnTo>
                    <a:pt x="397" y="641"/>
                  </a:lnTo>
                  <a:lnTo>
                    <a:pt x="400" y="641"/>
                  </a:lnTo>
                  <a:lnTo>
                    <a:pt x="400" y="643"/>
                  </a:lnTo>
                  <a:lnTo>
                    <a:pt x="399" y="645"/>
                  </a:lnTo>
                  <a:lnTo>
                    <a:pt x="396" y="643"/>
                  </a:lnTo>
                  <a:lnTo>
                    <a:pt x="392" y="643"/>
                  </a:lnTo>
                  <a:lnTo>
                    <a:pt x="390" y="646"/>
                  </a:lnTo>
                  <a:lnTo>
                    <a:pt x="387" y="650"/>
                  </a:lnTo>
                  <a:lnTo>
                    <a:pt x="387" y="653"/>
                  </a:lnTo>
                  <a:lnTo>
                    <a:pt x="388" y="653"/>
                  </a:lnTo>
                  <a:lnTo>
                    <a:pt x="390" y="655"/>
                  </a:lnTo>
                  <a:lnTo>
                    <a:pt x="387" y="658"/>
                  </a:lnTo>
                  <a:lnTo>
                    <a:pt x="387" y="661"/>
                  </a:lnTo>
                  <a:lnTo>
                    <a:pt x="384" y="661"/>
                  </a:lnTo>
                  <a:lnTo>
                    <a:pt x="384" y="662"/>
                  </a:lnTo>
                  <a:lnTo>
                    <a:pt x="386" y="663"/>
                  </a:lnTo>
                  <a:lnTo>
                    <a:pt x="386" y="665"/>
                  </a:lnTo>
                  <a:lnTo>
                    <a:pt x="388" y="665"/>
                  </a:lnTo>
                  <a:lnTo>
                    <a:pt x="390" y="666"/>
                  </a:lnTo>
                  <a:lnTo>
                    <a:pt x="392" y="667"/>
                  </a:lnTo>
                  <a:lnTo>
                    <a:pt x="392" y="668"/>
                  </a:lnTo>
                  <a:lnTo>
                    <a:pt x="395" y="670"/>
                  </a:lnTo>
                  <a:lnTo>
                    <a:pt x="399" y="670"/>
                  </a:lnTo>
                  <a:lnTo>
                    <a:pt x="400" y="671"/>
                  </a:lnTo>
                  <a:lnTo>
                    <a:pt x="400" y="680"/>
                  </a:lnTo>
                  <a:lnTo>
                    <a:pt x="399" y="683"/>
                  </a:lnTo>
                  <a:lnTo>
                    <a:pt x="395" y="684"/>
                  </a:lnTo>
                  <a:lnTo>
                    <a:pt x="392" y="683"/>
                  </a:lnTo>
                  <a:lnTo>
                    <a:pt x="388" y="682"/>
                  </a:lnTo>
                  <a:lnTo>
                    <a:pt x="387" y="682"/>
                  </a:lnTo>
                  <a:lnTo>
                    <a:pt x="387" y="684"/>
                  </a:lnTo>
                  <a:lnTo>
                    <a:pt x="386" y="687"/>
                  </a:lnTo>
                  <a:lnTo>
                    <a:pt x="383" y="687"/>
                  </a:lnTo>
                  <a:lnTo>
                    <a:pt x="379" y="686"/>
                  </a:lnTo>
                  <a:lnTo>
                    <a:pt x="375" y="686"/>
                  </a:lnTo>
                  <a:lnTo>
                    <a:pt x="374" y="684"/>
                  </a:lnTo>
                  <a:lnTo>
                    <a:pt x="372" y="686"/>
                  </a:lnTo>
                  <a:lnTo>
                    <a:pt x="370" y="684"/>
                  </a:lnTo>
                  <a:lnTo>
                    <a:pt x="369" y="682"/>
                  </a:lnTo>
                  <a:lnTo>
                    <a:pt x="370" y="680"/>
                  </a:lnTo>
                  <a:lnTo>
                    <a:pt x="371" y="679"/>
                  </a:lnTo>
                  <a:lnTo>
                    <a:pt x="369" y="678"/>
                  </a:lnTo>
                  <a:lnTo>
                    <a:pt x="366" y="676"/>
                  </a:lnTo>
                  <a:lnTo>
                    <a:pt x="365" y="679"/>
                  </a:lnTo>
                  <a:lnTo>
                    <a:pt x="362" y="678"/>
                  </a:lnTo>
                  <a:lnTo>
                    <a:pt x="361" y="679"/>
                  </a:lnTo>
                  <a:lnTo>
                    <a:pt x="361" y="682"/>
                  </a:lnTo>
                  <a:lnTo>
                    <a:pt x="357" y="682"/>
                  </a:lnTo>
                  <a:lnTo>
                    <a:pt x="357" y="680"/>
                  </a:lnTo>
                  <a:lnTo>
                    <a:pt x="353" y="678"/>
                  </a:lnTo>
                  <a:lnTo>
                    <a:pt x="350" y="678"/>
                  </a:lnTo>
                  <a:lnTo>
                    <a:pt x="350" y="680"/>
                  </a:lnTo>
                  <a:lnTo>
                    <a:pt x="347" y="678"/>
                  </a:lnTo>
                  <a:lnTo>
                    <a:pt x="346" y="679"/>
                  </a:lnTo>
                  <a:lnTo>
                    <a:pt x="346" y="680"/>
                  </a:lnTo>
                  <a:lnTo>
                    <a:pt x="344" y="682"/>
                  </a:lnTo>
                  <a:lnTo>
                    <a:pt x="344" y="686"/>
                  </a:lnTo>
                  <a:lnTo>
                    <a:pt x="341" y="688"/>
                  </a:lnTo>
                  <a:lnTo>
                    <a:pt x="338" y="687"/>
                  </a:lnTo>
                  <a:lnTo>
                    <a:pt x="337" y="684"/>
                  </a:lnTo>
                  <a:lnTo>
                    <a:pt x="333" y="684"/>
                  </a:lnTo>
                  <a:lnTo>
                    <a:pt x="332" y="682"/>
                  </a:lnTo>
                  <a:lnTo>
                    <a:pt x="329" y="683"/>
                  </a:lnTo>
                  <a:lnTo>
                    <a:pt x="329" y="687"/>
                  </a:lnTo>
                  <a:lnTo>
                    <a:pt x="328" y="688"/>
                  </a:lnTo>
                  <a:lnTo>
                    <a:pt x="326" y="688"/>
                  </a:lnTo>
                  <a:lnTo>
                    <a:pt x="326" y="686"/>
                  </a:lnTo>
                  <a:lnTo>
                    <a:pt x="325" y="684"/>
                  </a:lnTo>
                  <a:lnTo>
                    <a:pt x="322" y="684"/>
                  </a:lnTo>
                  <a:lnTo>
                    <a:pt x="320" y="682"/>
                  </a:lnTo>
                  <a:lnTo>
                    <a:pt x="318" y="679"/>
                  </a:lnTo>
                  <a:lnTo>
                    <a:pt x="316" y="679"/>
                  </a:lnTo>
                  <a:lnTo>
                    <a:pt x="313" y="675"/>
                  </a:lnTo>
                  <a:lnTo>
                    <a:pt x="312" y="675"/>
                  </a:lnTo>
                  <a:lnTo>
                    <a:pt x="311" y="674"/>
                  </a:lnTo>
                  <a:lnTo>
                    <a:pt x="308" y="674"/>
                  </a:lnTo>
                  <a:lnTo>
                    <a:pt x="304" y="675"/>
                  </a:lnTo>
                  <a:lnTo>
                    <a:pt x="301" y="674"/>
                  </a:lnTo>
                  <a:lnTo>
                    <a:pt x="300" y="670"/>
                  </a:lnTo>
                  <a:lnTo>
                    <a:pt x="297" y="670"/>
                  </a:lnTo>
                  <a:lnTo>
                    <a:pt x="296" y="672"/>
                  </a:lnTo>
                  <a:lnTo>
                    <a:pt x="293" y="672"/>
                  </a:lnTo>
                  <a:lnTo>
                    <a:pt x="293" y="674"/>
                  </a:lnTo>
                  <a:lnTo>
                    <a:pt x="291" y="675"/>
                  </a:lnTo>
                  <a:lnTo>
                    <a:pt x="291" y="674"/>
                  </a:lnTo>
                  <a:lnTo>
                    <a:pt x="290" y="674"/>
                  </a:lnTo>
                  <a:lnTo>
                    <a:pt x="290" y="676"/>
                  </a:lnTo>
                  <a:lnTo>
                    <a:pt x="287" y="678"/>
                  </a:lnTo>
                  <a:lnTo>
                    <a:pt x="286" y="676"/>
                  </a:lnTo>
                  <a:lnTo>
                    <a:pt x="287" y="674"/>
                  </a:lnTo>
                  <a:lnTo>
                    <a:pt x="288" y="672"/>
                  </a:lnTo>
                  <a:lnTo>
                    <a:pt x="284" y="671"/>
                  </a:lnTo>
                  <a:lnTo>
                    <a:pt x="282" y="670"/>
                  </a:lnTo>
                  <a:lnTo>
                    <a:pt x="280" y="671"/>
                  </a:lnTo>
                  <a:lnTo>
                    <a:pt x="282" y="672"/>
                  </a:lnTo>
                  <a:lnTo>
                    <a:pt x="282" y="675"/>
                  </a:lnTo>
                  <a:lnTo>
                    <a:pt x="279" y="675"/>
                  </a:lnTo>
                  <a:lnTo>
                    <a:pt x="276" y="676"/>
                  </a:lnTo>
                  <a:lnTo>
                    <a:pt x="275" y="679"/>
                  </a:lnTo>
                  <a:lnTo>
                    <a:pt x="274" y="679"/>
                  </a:lnTo>
                  <a:lnTo>
                    <a:pt x="271" y="682"/>
                  </a:lnTo>
                  <a:lnTo>
                    <a:pt x="270" y="684"/>
                  </a:lnTo>
                  <a:lnTo>
                    <a:pt x="271" y="686"/>
                  </a:lnTo>
                  <a:lnTo>
                    <a:pt x="271" y="690"/>
                  </a:lnTo>
                  <a:lnTo>
                    <a:pt x="267" y="690"/>
                  </a:lnTo>
                  <a:lnTo>
                    <a:pt x="265" y="690"/>
                  </a:lnTo>
                  <a:lnTo>
                    <a:pt x="267" y="699"/>
                  </a:lnTo>
                  <a:lnTo>
                    <a:pt x="266" y="700"/>
                  </a:lnTo>
                  <a:lnTo>
                    <a:pt x="266" y="704"/>
                  </a:lnTo>
                  <a:lnTo>
                    <a:pt x="262" y="704"/>
                  </a:lnTo>
                  <a:lnTo>
                    <a:pt x="258" y="701"/>
                  </a:lnTo>
                  <a:lnTo>
                    <a:pt x="258" y="700"/>
                  </a:lnTo>
                  <a:lnTo>
                    <a:pt x="251" y="693"/>
                  </a:lnTo>
                  <a:lnTo>
                    <a:pt x="250" y="696"/>
                  </a:lnTo>
                  <a:lnTo>
                    <a:pt x="250" y="699"/>
                  </a:lnTo>
                  <a:lnTo>
                    <a:pt x="246" y="703"/>
                  </a:lnTo>
                  <a:lnTo>
                    <a:pt x="245" y="704"/>
                  </a:lnTo>
                  <a:lnTo>
                    <a:pt x="245" y="709"/>
                  </a:lnTo>
                  <a:lnTo>
                    <a:pt x="246" y="712"/>
                  </a:lnTo>
                  <a:lnTo>
                    <a:pt x="246" y="718"/>
                  </a:lnTo>
                  <a:lnTo>
                    <a:pt x="243" y="724"/>
                  </a:lnTo>
                  <a:lnTo>
                    <a:pt x="249" y="725"/>
                  </a:lnTo>
                  <a:lnTo>
                    <a:pt x="250" y="728"/>
                  </a:lnTo>
                  <a:lnTo>
                    <a:pt x="250" y="730"/>
                  </a:lnTo>
                  <a:lnTo>
                    <a:pt x="254" y="733"/>
                  </a:lnTo>
                  <a:lnTo>
                    <a:pt x="255" y="732"/>
                  </a:lnTo>
                  <a:lnTo>
                    <a:pt x="262" y="734"/>
                  </a:lnTo>
                  <a:lnTo>
                    <a:pt x="267" y="738"/>
                  </a:lnTo>
                  <a:lnTo>
                    <a:pt x="272" y="747"/>
                  </a:lnTo>
                  <a:lnTo>
                    <a:pt x="268" y="747"/>
                  </a:lnTo>
                  <a:lnTo>
                    <a:pt x="267" y="749"/>
                  </a:lnTo>
                  <a:lnTo>
                    <a:pt x="272" y="751"/>
                  </a:lnTo>
                  <a:lnTo>
                    <a:pt x="275" y="750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4"/>
                  </a:lnTo>
                  <a:lnTo>
                    <a:pt x="278" y="755"/>
                  </a:lnTo>
                  <a:lnTo>
                    <a:pt x="276" y="755"/>
                  </a:lnTo>
                  <a:lnTo>
                    <a:pt x="276" y="755"/>
                  </a:lnTo>
                  <a:lnTo>
                    <a:pt x="278" y="757"/>
                  </a:lnTo>
                  <a:lnTo>
                    <a:pt x="276" y="758"/>
                  </a:lnTo>
                  <a:lnTo>
                    <a:pt x="276" y="758"/>
                  </a:lnTo>
                  <a:lnTo>
                    <a:pt x="276" y="759"/>
                  </a:lnTo>
                  <a:lnTo>
                    <a:pt x="275" y="759"/>
                  </a:lnTo>
                  <a:lnTo>
                    <a:pt x="274" y="759"/>
                  </a:lnTo>
                  <a:lnTo>
                    <a:pt x="272" y="759"/>
                  </a:lnTo>
                  <a:lnTo>
                    <a:pt x="270" y="759"/>
                  </a:lnTo>
                  <a:lnTo>
                    <a:pt x="274" y="761"/>
                  </a:lnTo>
                  <a:lnTo>
                    <a:pt x="274" y="762"/>
                  </a:lnTo>
                  <a:lnTo>
                    <a:pt x="274" y="763"/>
                  </a:lnTo>
                  <a:lnTo>
                    <a:pt x="272" y="762"/>
                  </a:lnTo>
                  <a:lnTo>
                    <a:pt x="271" y="762"/>
                  </a:lnTo>
                  <a:lnTo>
                    <a:pt x="270" y="762"/>
                  </a:lnTo>
                  <a:lnTo>
                    <a:pt x="268" y="762"/>
                  </a:lnTo>
                  <a:lnTo>
                    <a:pt x="270" y="763"/>
                  </a:lnTo>
                  <a:lnTo>
                    <a:pt x="270" y="763"/>
                  </a:lnTo>
                  <a:lnTo>
                    <a:pt x="268" y="765"/>
                  </a:lnTo>
                  <a:lnTo>
                    <a:pt x="267" y="765"/>
                  </a:lnTo>
                  <a:lnTo>
                    <a:pt x="266" y="766"/>
                  </a:lnTo>
                  <a:lnTo>
                    <a:pt x="265" y="765"/>
                  </a:lnTo>
                  <a:lnTo>
                    <a:pt x="265" y="766"/>
                  </a:lnTo>
                  <a:lnTo>
                    <a:pt x="263" y="767"/>
                  </a:lnTo>
                  <a:lnTo>
                    <a:pt x="262" y="766"/>
                  </a:lnTo>
                  <a:lnTo>
                    <a:pt x="262" y="766"/>
                  </a:lnTo>
                  <a:lnTo>
                    <a:pt x="261" y="767"/>
                  </a:lnTo>
                  <a:lnTo>
                    <a:pt x="261" y="768"/>
                  </a:lnTo>
                  <a:lnTo>
                    <a:pt x="259" y="771"/>
                  </a:lnTo>
                  <a:lnTo>
                    <a:pt x="258" y="772"/>
                  </a:lnTo>
                  <a:lnTo>
                    <a:pt x="258" y="775"/>
                  </a:lnTo>
                  <a:lnTo>
                    <a:pt x="257" y="776"/>
                  </a:lnTo>
                  <a:lnTo>
                    <a:pt x="257" y="780"/>
                  </a:lnTo>
                  <a:lnTo>
                    <a:pt x="255" y="782"/>
                  </a:lnTo>
                  <a:lnTo>
                    <a:pt x="254" y="784"/>
                  </a:lnTo>
                  <a:lnTo>
                    <a:pt x="255" y="788"/>
                  </a:lnTo>
                  <a:lnTo>
                    <a:pt x="258" y="788"/>
                  </a:lnTo>
                  <a:lnTo>
                    <a:pt x="259" y="788"/>
                  </a:lnTo>
                  <a:lnTo>
                    <a:pt x="261" y="790"/>
                  </a:lnTo>
                  <a:lnTo>
                    <a:pt x="263" y="791"/>
                  </a:lnTo>
                  <a:lnTo>
                    <a:pt x="263" y="795"/>
                  </a:lnTo>
                  <a:lnTo>
                    <a:pt x="266" y="796"/>
                  </a:lnTo>
                  <a:lnTo>
                    <a:pt x="267" y="795"/>
                  </a:lnTo>
                  <a:lnTo>
                    <a:pt x="268" y="795"/>
                  </a:lnTo>
                  <a:lnTo>
                    <a:pt x="267" y="797"/>
                  </a:lnTo>
                  <a:lnTo>
                    <a:pt x="267" y="799"/>
                  </a:lnTo>
                  <a:lnTo>
                    <a:pt x="266" y="799"/>
                  </a:lnTo>
                  <a:lnTo>
                    <a:pt x="265" y="800"/>
                  </a:lnTo>
                  <a:lnTo>
                    <a:pt x="267" y="800"/>
                  </a:lnTo>
                  <a:lnTo>
                    <a:pt x="267" y="801"/>
                  </a:lnTo>
                  <a:lnTo>
                    <a:pt x="267" y="804"/>
                  </a:lnTo>
                  <a:lnTo>
                    <a:pt x="268" y="807"/>
                  </a:lnTo>
                  <a:lnTo>
                    <a:pt x="270" y="809"/>
                  </a:lnTo>
                  <a:lnTo>
                    <a:pt x="271" y="812"/>
                  </a:lnTo>
                  <a:lnTo>
                    <a:pt x="275" y="818"/>
                  </a:lnTo>
                  <a:lnTo>
                    <a:pt x="282" y="822"/>
                  </a:lnTo>
                  <a:lnTo>
                    <a:pt x="283" y="824"/>
                  </a:lnTo>
                  <a:lnTo>
                    <a:pt x="283" y="824"/>
                  </a:lnTo>
                  <a:lnTo>
                    <a:pt x="278" y="829"/>
                  </a:lnTo>
                  <a:lnTo>
                    <a:pt x="275" y="830"/>
                  </a:lnTo>
                  <a:lnTo>
                    <a:pt x="274" y="833"/>
                  </a:lnTo>
                  <a:lnTo>
                    <a:pt x="268" y="832"/>
                  </a:lnTo>
                  <a:lnTo>
                    <a:pt x="267" y="829"/>
                  </a:lnTo>
                  <a:lnTo>
                    <a:pt x="262" y="825"/>
                  </a:lnTo>
                  <a:lnTo>
                    <a:pt x="258" y="825"/>
                  </a:lnTo>
                  <a:lnTo>
                    <a:pt x="257" y="829"/>
                  </a:lnTo>
                  <a:lnTo>
                    <a:pt x="259" y="830"/>
                  </a:lnTo>
                  <a:lnTo>
                    <a:pt x="262" y="833"/>
                  </a:lnTo>
                  <a:lnTo>
                    <a:pt x="261" y="837"/>
                  </a:lnTo>
                  <a:lnTo>
                    <a:pt x="257" y="836"/>
                  </a:lnTo>
                  <a:lnTo>
                    <a:pt x="253" y="836"/>
                  </a:lnTo>
                  <a:lnTo>
                    <a:pt x="246" y="832"/>
                  </a:lnTo>
                  <a:lnTo>
                    <a:pt x="241" y="833"/>
                  </a:lnTo>
                  <a:lnTo>
                    <a:pt x="241" y="834"/>
                  </a:lnTo>
                  <a:lnTo>
                    <a:pt x="241" y="834"/>
                  </a:lnTo>
                  <a:lnTo>
                    <a:pt x="233" y="834"/>
                  </a:lnTo>
                  <a:lnTo>
                    <a:pt x="232" y="834"/>
                  </a:lnTo>
                  <a:lnTo>
                    <a:pt x="226" y="836"/>
                  </a:lnTo>
                  <a:lnTo>
                    <a:pt x="222" y="837"/>
                  </a:lnTo>
                  <a:lnTo>
                    <a:pt x="222" y="837"/>
                  </a:lnTo>
                  <a:lnTo>
                    <a:pt x="221" y="836"/>
                  </a:lnTo>
                  <a:lnTo>
                    <a:pt x="216" y="832"/>
                  </a:lnTo>
                  <a:lnTo>
                    <a:pt x="213" y="832"/>
                  </a:lnTo>
                  <a:lnTo>
                    <a:pt x="212" y="833"/>
                  </a:lnTo>
                  <a:lnTo>
                    <a:pt x="211" y="833"/>
                  </a:lnTo>
                  <a:lnTo>
                    <a:pt x="208" y="832"/>
                  </a:lnTo>
                  <a:lnTo>
                    <a:pt x="207" y="833"/>
                  </a:lnTo>
                  <a:lnTo>
                    <a:pt x="205" y="833"/>
                  </a:lnTo>
                  <a:lnTo>
                    <a:pt x="204" y="830"/>
                  </a:lnTo>
                  <a:lnTo>
                    <a:pt x="203" y="830"/>
                  </a:lnTo>
                  <a:lnTo>
                    <a:pt x="203" y="830"/>
                  </a:lnTo>
                  <a:lnTo>
                    <a:pt x="204" y="830"/>
                  </a:lnTo>
                  <a:lnTo>
                    <a:pt x="203" y="828"/>
                  </a:lnTo>
                  <a:lnTo>
                    <a:pt x="204" y="826"/>
                  </a:lnTo>
                  <a:lnTo>
                    <a:pt x="201" y="822"/>
                  </a:lnTo>
                  <a:lnTo>
                    <a:pt x="201" y="817"/>
                  </a:lnTo>
                  <a:lnTo>
                    <a:pt x="200" y="816"/>
                  </a:lnTo>
                  <a:lnTo>
                    <a:pt x="197" y="812"/>
                  </a:lnTo>
                  <a:lnTo>
                    <a:pt x="195" y="812"/>
                  </a:lnTo>
                  <a:lnTo>
                    <a:pt x="193" y="811"/>
                  </a:lnTo>
                  <a:lnTo>
                    <a:pt x="191" y="808"/>
                  </a:lnTo>
                  <a:lnTo>
                    <a:pt x="189" y="808"/>
                  </a:lnTo>
                  <a:lnTo>
                    <a:pt x="188" y="808"/>
                  </a:lnTo>
                  <a:lnTo>
                    <a:pt x="187" y="808"/>
                  </a:lnTo>
                  <a:lnTo>
                    <a:pt x="184" y="804"/>
                  </a:lnTo>
                  <a:lnTo>
                    <a:pt x="183" y="804"/>
                  </a:lnTo>
                  <a:lnTo>
                    <a:pt x="180" y="804"/>
                  </a:lnTo>
                  <a:lnTo>
                    <a:pt x="180" y="803"/>
                  </a:lnTo>
                  <a:lnTo>
                    <a:pt x="178" y="801"/>
                  </a:lnTo>
                  <a:lnTo>
                    <a:pt x="176" y="800"/>
                  </a:lnTo>
                  <a:lnTo>
                    <a:pt x="176" y="799"/>
                  </a:lnTo>
                  <a:lnTo>
                    <a:pt x="174" y="799"/>
                  </a:lnTo>
                  <a:lnTo>
                    <a:pt x="172" y="795"/>
                  </a:lnTo>
                  <a:lnTo>
                    <a:pt x="164" y="790"/>
                  </a:lnTo>
                  <a:lnTo>
                    <a:pt x="162" y="790"/>
                  </a:lnTo>
                  <a:lnTo>
                    <a:pt x="157" y="786"/>
                  </a:lnTo>
                  <a:lnTo>
                    <a:pt x="153" y="787"/>
                  </a:lnTo>
                  <a:lnTo>
                    <a:pt x="150" y="784"/>
                  </a:lnTo>
                  <a:lnTo>
                    <a:pt x="150" y="782"/>
                  </a:lnTo>
                  <a:lnTo>
                    <a:pt x="146" y="779"/>
                  </a:lnTo>
                  <a:lnTo>
                    <a:pt x="145" y="779"/>
                  </a:lnTo>
                  <a:lnTo>
                    <a:pt x="142" y="779"/>
                  </a:lnTo>
                  <a:lnTo>
                    <a:pt x="143" y="778"/>
                  </a:lnTo>
                  <a:lnTo>
                    <a:pt x="146" y="776"/>
                  </a:lnTo>
                  <a:lnTo>
                    <a:pt x="145" y="775"/>
                  </a:lnTo>
                  <a:lnTo>
                    <a:pt x="145" y="774"/>
                  </a:lnTo>
                  <a:lnTo>
                    <a:pt x="147" y="775"/>
                  </a:lnTo>
                  <a:lnTo>
                    <a:pt x="149" y="776"/>
                  </a:lnTo>
                  <a:lnTo>
                    <a:pt x="150" y="776"/>
                  </a:lnTo>
                  <a:lnTo>
                    <a:pt x="153" y="776"/>
                  </a:lnTo>
                  <a:lnTo>
                    <a:pt x="153" y="772"/>
                  </a:lnTo>
                  <a:lnTo>
                    <a:pt x="151" y="772"/>
                  </a:lnTo>
                  <a:lnTo>
                    <a:pt x="151" y="770"/>
                  </a:lnTo>
                  <a:lnTo>
                    <a:pt x="154" y="767"/>
                  </a:lnTo>
                  <a:lnTo>
                    <a:pt x="154" y="766"/>
                  </a:lnTo>
                  <a:lnTo>
                    <a:pt x="155" y="766"/>
                  </a:lnTo>
                  <a:lnTo>
                    <a:pt x="157" y="766"/>
                  </a:lnTo>
                  <a:lnTo>
                    <a:pt x="158" y="765"/>
                  </a:lnTo>
                  <a:lnTo>
                    <a:pt x="159" y="763"/>
                  </a:lnTo>
                  <a:lnTo>
                    <a:pt x="159" y="763"/>
                  </a:lnTo>
                  <a:lnTo>
                    <a:pt x="157" y="762"/>
                  </a:lnTo>
                  <a:lnTo>
                    <a:pt x="157" y="761"/>
                  </a:lnTo>
                  <a:lnTo>
                    <a:pt x="155" y="762"/>
                  </a:lnTo>
                  <a:lnTo>
                    <a:pt x="153" y="761"/>
                  </a:lnTo>
                  <a:lnTo>
                    <a:pt x="151" y="757"/>
                  </a:lnTo>
                  <a:lnTo>
                    <a:pt x="155" y="757"/>
                  </a:lnTo>
                  <a:lnTo>
                    <a:pt x="158" y="757"/>
                  </a:lnTo>
                  <a:lnTo>
                    <a:pt x="160" y="755"/>
                  </a:lnTo>
                  <a:lnTo>
                    <a:pt x="158" y="755"/>
                  </a:lnTo>
                  <a:lnTo>
                    <a:pt x="158" y="754"/>
                  </a:lnTo>
                  <a:lnTo>
                    <a:pt x="159" y="753"/>
                  </a:lnTo>
                  <a:lnTo>
                    <a:pt x="166" y="749"/>
                  </a:lnTo>
                  <a:lnTo>
                    <a:pt x="167" y="747"/>
                  </a:lnTo>
                  <a:lnTo>
                    <a:pt x="166" y="746"/>
                  </a:lnTo>
                  <a:lnTo>
                    <a:pt x="163" y="746"/>
                  </a:lnTo>
                  <a:lnTo>
                    <a:pt x="160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2"/>
                  </a:lnTo>
                  <a:lnTo>
                    <a:pt x="159" y="742"/>
                  </a:lnTo>
                  <a:lnTo>
                    <a:pt x="162" y="737"/>
                  </a:lnTo>
                  <a:lnTo>
                    <a:pt x="167" y="737"/>
                  </a:lnTo>
                  <a:lnTo>
                    <a:pt x="170" y="736"/>
                  </a:lnTo>
                  <a:lnTo>
                    <a:pt x="170" y="733"/>
                  </a:lnTo>
                  <a:lnTo>
                    <a:pt x="171" y="728"/>
                  </a:lnTo>
                  <a:lnTo>
                    <a:pt x="170" y="725"/>
                  </a:lnTo>
                  <a:lnTo>
                    <a:pt x="167" y="722"/>
                  </a:lnTo>
                  <a:lnTo>
                    <a:pt x="167" y="717"/>
                  </a:lnTo>
                  <a:lnTo>
                    <a:pt x="170" y="717"/>
                  </a:lnTo>
                  <a:lnTo>
                    <a:pt x="172" y="715"/>
                  </a:lnTo>
                  <a:lnTo>
                    <a:pt x="172" y="711"/>
                  </a:lnTo>
                  <a:lnTo>
                    <a:pt x="171" y="711"/>
                  </a:lnTo>
                  <a:lnTo>
                    <a:pt x="170" y="708"/>
                  </a:lnTo>
                  <a:lnTo>
                    <a:pt x="167" y="709"/>
                  </a:lnTo>
                  <a:lnTo>
                    <a:pt x="164" y="708"/>
                  </a:lnTo>
                  <a:lnTo>
                    <a:pt x="160" y="707"/>
                  </a:lnTo>
                  <a:lnTo>
                    <a:pt x="158" y="707"/>
                  </a:lnTo>
                  <a:lnTo>
                    <a:pt x="157" y="705"/>
                  </a:lnTo>
                  <a:lnTo>
                    <a:pt x="153" y="705"/>
                  </a:lnTo>
                  <a:lnTo>
                    <a:pt x="149" y="704"/>
                  </a:lnTo>
                  <a:lnTo>
                    <a:pt x="147" y="707"/>
                  </a:lnTo>
                  <a:lnTo>
                    <a:pt x="146" y="704"/>
                  </a:lnTo>
                  <a:lnTo>
                    <a:pt x="142" y="701"/>
                  </a:lnTo>
                  <a:lnTo>
                    <a:pt x="139" y="696"/>
                  </a:lnTo>
                  <a:lnTo>
                    <a:pt x="138" y="696"/>
                  </a:lnTo>
                  <a:lnTo>
                    <a:pt x="134" y="699"/>
                  </a:lnTo>
                  <a:lnTo>
                    <a:pt x="132" y="699"/>
                  </a:lnTo>
                  <a:lnTo>
                    <a:pt x="129" y="699"/>
                  </a:lnTo>
                  <a:lnTo>
                    <a:pt x="125" y="697"/>
                  </a:lnTo>
                  <a:lnTo>
                    <a:pt x="124" y="700"/>
                  </a:lnTo>
                  <a:lnTo>
                    <a:pt x="118" y="695"/>
                  </a:lnTo>
                  <a:lnTo>
                    <a:pt x="117" y="691"/>
                  </a:lnTo>
                  <a:lnTo>
                    <a:pt x="117" y="688"/>
                  </a:lnTo>
                  <a:lnTo>
                    <a:pt x="114" y="687"/>
                  </a:lnTo>
                  <a:lnTo>
                    <a:pt x="114" y="684"/>
                  </a:lnTo>
                  <a:lnTo>
                    <a:pt x="112" y="683"/>
                  </a:lnTo>
                  <a:lnTo>
                    <a:pt x="105" y="684"/>
                  </a:lnTo>
                  <a:lnTo>
                    <a:pt x="101" y="679"/>
                  </a:lnTo>
                  <a:lnTo>
                    <a:pt x="103" y="676"/>
                  </a:lnTo>
                  <a:lnTo>
                    <a:pt x="100" y="675"/>
                  </a:lnTo>
                  <a:lnTo>
                    <a:pt x="99" y="670"/>
                  </a:lnTo>
                  <a:lnTo>
                    <a:pt x="96" y="670"/>
                  </a:lnTo>
                  <a:lnTo>
                    <a:pt x="93" y="671"/>
                  </a:lnTo>
                  <a:lnTo>
                    <a:pt x="87" y="671"/>
                  </a:lnTo>
                  <a:lnTo>
                    <a:pt x="81" y="668"/>
                  </a:lnTo>
                  <a:lnTo>
                    <a:pt x="79" y="671"/>
                  </a:lnTo>
                  <a:lnTo>
                    <a:pt x="80" y="672"/>
                  </a:lnTo>
                  <a:lnTo>
                    <a:pt x="76" y="674"/>
                  </a:lnTo>
                  <a:lnTo>
                    <a:pt x="75" y="674"/>
                  </a:lnTo>
                  <a:lnTo>
                    <a:pt x="75" y="670"/>
                  </a:lnTo>
                  <a:lnTo>
                    <a:pt x="72" y="667"/>
                  </a:lnTo>
                  <a:lnTo>
                    <a:pt x="72" y="663"/>
                  </a:lnTo>
                  <a:lnTo>
                    <a:pt x="70" y="661"/>
                  </a:lnTo>
                  <a:lnTo>
                    <a:pt x="70" y="657"/>
                  </a:lnTo>
                  <a:lnTo>
                    <a:pt x="71" y="655"/>
                  </a:lnTo>
                  <a:lnTo>
                    <a:pt x="74" y="658"/>
                  </a:lnTo>
                  <a:lnTo>
                    <a:pt x="80" y="657"/>
                  </a:lnTo>
                  <a:lnTo>
                    <a:pt x="81" y="653"/>
                  </a:lnTo>
                  <a:lnTo>
                    <a:pt x="83" y="651"/>
                  </a:lnTo>
                  <a:lnTo>
                    <a:pt x="80" y="650"/>
                  </a:lnTo>
                  <a:lnTo>
                    <a:pt x="80" y="647"/>
                  </a:lnTo>
                  <a:lnTo>
                    <a:pt x="76" y="643"/>
                  </a:lnTo>
                  <a:lnTo>
                    <a:pt x="72" y="642"/>
                  </a:lnTo>
                  <a:lnTo>
                    <a:pt x="71" y="638"/>
                  </a:lnTo>
                  <a:lnTo>
                    <a:pt x="68" y="637"/>
                  </a:lnTo>
                  <a:lnTo>
                    <a:pt x="66" y="633"/>
                  </a:lnTo>
                  <a:lnTo>
                    <a:pt x="64" y="629"/>
                  </a:lnTo>
                  <a:lnTo>
                    <a:pt x="62" y="626"/>
                  </a:lnTo>
                  <a:lnTo>
                    <a:pt x="62" y="622"/>
                  </a:lnTo>
                  <a:lnTo>
                    <a:pt x="59" y="620"/>
                  </a:lnTo>
                  <a:lnTo>
                    <a:pt x="60" y="617"/>
                  </a:lnTo>
                  <a:lnTo>
                    <a:pt x="59" y="615"/>
                  </a:lnTo>
                  <a:lnTo>
                    <a:pt x="54" y="613"/>
                  </a:lnTo>
                  <a:lnTo>
                    <a:pt x="53" y="613"/>
                  </a:lnTo>
                  <a:lnTo>
                    <a:pt x="51" y="611"/>
                  </a:lnTo>
                  <a:lnTo>
                    <a:pt x="47" y="612"/>
                  </a:lnTo>
                  <a:lnTo>
                    <a:pt x="45" y="615"/>
                  </a:lnTo>
                  <a:lnTo>
                    <a:pt x="42" y="611"/>
                  </a:lnTo>
                  <a:lnTo>
                    <a:pt x="39" y="611"/>
                  </a:lnTo>
                  <a:lnTo>
                    <a:pt x="37" y="612"/>
                  </a:lnTo>
                  <a:lnTo>
                    <a:pt x="34" y="608"/>
                  </a:lnTo>
                  <a:lnTo>
                    <a:pt x="31" y="609"/>
                  </a:lnTo>
                  <a:lnTo>
                    <a:pt x="30" y="608"/>
                  </a:lnTo>
                  <a:lnTo>
                    <a:pt x="29" y="608"/>
                  </a:lnTo>
                  <a:lnTo>
                    <a:pt x="29" y="605"/>
                  </a:lnTo>
                  <a:lnTo>
                    <a:pt x="26" y="603"/>
                  </a:lnTo>
                  <a:lnTo>
                    <a:pt x="26" y="599"/>
                  </a:lnTo>
                  <a:lnTo>
                    <a:pt x="25" y="599"/>
                  </a:lnTo>
                  <a:lnTo>
                    <a:pt x="24" y="595"/>
                  </a:lnTo>
                  <a:lnTo>
                    <a:pt x="24" y="593"/>
                  </a:lnTo>
                  <a:lnTo>
                    <a:pt x="24" y="592"/>
                  </a:lnTo>
                  <a:lnTo>
                    <a:pt x="22" y="591"/>
                  </a:lnTo>
                  <a:lnTo>
                    <a:pt x="22" y="590"/>
                  </a:lnTo>
                  <a:lnTo>
                    <a:pt x="22" y="588"/>
                  </a:lnTo>
                  <a:lnTo>
                    <a:pt x="20" y="587"/>
                  </a:lnTo>
                  <a:lnTo>
                    <a:pt x="21" y="584"/>
                  </a:lnTo>
                  <a:lnTo>
                    <a:pt x="21" y="583"/>
                  </a:lnTo>
                  <a:lnTo>
                    <a:pt x="24" y="580"/>
                  </a:lnTo>
                  <a:lnTo>
                    <a:pt x="24" y="579"/>
                  </a:lnTo>
                  <a:lnTo>
                    <a:pt x="17" y="568"/>
                  </a:lnTo>
                  <a:lnTo>
                    <a:pt x="18" y="559"/>
                  </a:lnTo>
                  <a:lnTo>
                    <a:pt x="20" y="559"/>
                  </a:lnTo>
                  <a:lnTo>
                    <a:pt x="21" y="555"/>
                  </a:lnTo>
                  <a:lnTo>
                    <a:pt x="22" y="553"/>
                  </a:lnTo>
                  <a:lnTo>
                    <a:pt x="22" y="553"/>
                  </a:lnTo>
                  <a:lnTo>
                    <a:pt x="22" y="551"/>
                  </a:lnTo>
                  <a:lnTo>
                    <a:pt x="21" y="550"/>
                  </a:lnTo>
                  <a:lnTo>
                    <a:pt x="21" y="550"/>
                  </a:lnTo>
                  <a:lnTo>
                    <a:pt x="22" y="547"/>
                  </a:lnTo>
                  <a:lnTo>
                    <a:pt x="21" y="545"/>
                  </a:lnTo>
                  <a:lnTo>
                    <a:pt x="21" y="543"/>
                  </a:lnTo>
                  <a:lnTo>
                    <a:pt x="22" y="543"/>
                  </a:lnTo>
                  <a:lnTo>
                    <a:pt x="24" y="546"/>
                  </a:lnTo>
                  <a:lnTo>
                    <a:pt x="25" y="545"/>
                  </a:lnTo>
                  <a:lnTo>
                    <a:pt x="25" y="542"/>
                  </a:lnTo>
                  <a:lnTo>
                    <a:pt x="26" y="542"/>
                  </a:lnTo>
                  <a:lnTo>
                    <a:pt x="29" y="543"/>
                  </a:lnTo>
                  <a:lnTo>
                    <a:pt x="31" y="541"/>
                  </a:lnTo>
                  <a:lnTo>
                    <a:pt x="33" y="538"/>
                  </a:lnTo>
                  <a:lnTo>
                    <a:pt x="34" y="538"/>
                  </a:lnTo>
                  <a:lnTo>
                    <a:pt x="37" y="540"/>
                  </a:lnTo>
                  <a:lnTo>
                    <a:pt x="39" y="538"/>
                  </a:lnTo>
                  <a:lnTo>
                    <a:pt x="37" y="534"/>
                  </a:lnTo>
                  <a:lnTo>
                    <a:pt x="35" y="534"/>
                  </a:lnTo>
                  <a:lnTo>
                    <a:pt x="34" y="536"/>
                  </a:lnTo>
                  <a:lnTo>
                    <a:pt x="31" y="536"/>
                  </a:lnTo>
                  <a:lnTo>
                    <a:pt x="30" y="533"/>
                  </a:lnTo>
                  <a:lnTo>
                    <a:pt x="26" y="533"/>
                  </a:lnTo>
                  <a:lnTo>
                    <a:pt x="24" y="529"/>
                  </a:lnTo>
                  <a:lnTo>
                    <a:pt x="25" y="528"/>
                  </a:lnTo>
                  <a:lnTo>
                    <a:pt x="27" y="530"/>
                  </a:lnTo>
                  <a:lnTo>
                    <a:pt x="27" y="528"/>
                  </a:lnTo>
                  <a:lnTo>
                    <a:pt x="26" y="526"/>
                  </a:lnTo>
                  <a:lnTo>
                    <a:pt x="27" y="525"/>
                  </a:lnTo>
                  <a:lnTo>
                    <a:pt x="25" y="525"/>
                  </a:lnTo>
                  <a:lnTo>
                    <a:pt x="25" y="526"/>
                  </a:lnTo>
                  <a:lnTo>
                    <a:pt x="24" y="526"/>
                  </a:lnTo>
                  <a:lnTo>
                    <a:pt x="22" y="528"/>
                  </a:lnTo>
                  <a:lnTo>
                    <a:pt x="22" y="528"/>
                  </a:lnTo>
                  <a:lnTo>
                    <a:pt x="21" y="528"/>
                  </a:lnTo>
                  <a:lnTo>
                    <a:pt x="21" y="528"/>
                  </a:lnTo>
                  <a:lnTo>
                    <a:pt x="21" y="525"/>
                  </a:lnTo>
                  <a:lnTo>
                    <a:pt x="26" y="520"/>
                  </a:lnTo>
                  <a:lnTo>
                    <a:pt x="29" y="518"/>
                  </a:lnTo>
                  <a:lnTo>
                    <a:pt x="33" y="513"/>
                  </a:lnTo>
                  <a:lnTo>
                    <a:pt x="35" y="508"/>
                  </a:lnTo>
                  <a:lnTo>
                    <a:pt x="38" y="501"/>
                  </a:lnTo>
                  <a:lnTo>
                    <a:pt x="43" y="493"/>
                  </a:lnTo>
                  <a:lnTo>
                    <a:pt x="46" y="486"/>
                  </a:lnTo>
                  <a:lnTo>
                    <a:pt x="46" y="482"/>
                  </a:lnTo>
                  <a:lnTo>
                    <a:pt x="41" y="476"/>
                  </a:lnTo>
                  <a:lnTo>
                    <a:pt x="38" y="475"/>
                  </a:lnTo>
                  <a:lnTo>
                    <a:pt x="31" y="467"/>
                  </a:lnTo>
                  <a:lnTo>
                    <a:pt x="33" y="463"/>
                  </a:lnTo>
                  <a:lnTo>
                    <a:pt x="35" y="461"/>
                  </a:lnTo>
                  <a:lnTo>
                    <a:pt x="35" y="457"/>
                  </a:lnTo>
                  <a:lnTo>
                    <a:pt x="31" y="454"/>
                  </a:lnTo>
                  <a:lnTo>
                    <a:pt x="30" y="451"/>
                  </a:lnTo>
                  <a:lnTo>
                    <a:pt x="30" y="447"/>
                  </a:lnTo>
                  <a:lnTo>
                    <a:pt x="30" y="446"/>
                  </a:lnTo>
                  <a:lnTo>
                    <a:pt x="30" y="445"/>
                  </a:lnTo>
                  <a:lnTo>
                    <a:pt x="26" y="443"/>
                  </a:lnTo>
                  <a:lnTo>
                    <a:pt x="25" y="442"/>
                  </a:lnTo>
                  <a:lnTo>
                    <a:pt x="25" y="438"/>
                  </a:lnTo>
                  <a:lnTo>
                    <a:pt x="27" y="436"/>
                  </a:lnTo>
                  <a:lnTo>
                    <a:pt x="25" y="436"/>
                  </a:lnTo>
                  <a:lnTo>
                    <a:pt x="25" y="433"/>
                  </a:lnTo>
                  <a:lnTo>
                    <a:pt x="25" y="425"/>
                  </a:lnTo>
                  <a:lnTo>
                    <a:pt x="27" y="425"/>
                  </a:lnTo>
                  <a:lnTo>
                    <a:pt x="22" y="412"/>
                  </a:lnTo>
                  <a:lnTo>
                    <a:pt x="17" y="404"/>
                  </a:lnTo>
                  <a:lnTo>
                    <a:pt x="16" y="400"/>
                  </a:lnTo>
                  <a:lnTo>
                    <a:pt x="13" y="397"/>
                  </a:lnTo>
                  <a:lnTo>
                    <a:pt x="16" y="392"/>
                  </a:lnTo>
                  <a:lnTo>
                    <a:pt x="17" y="388"/>
                  </a:lnTo>
                  <a:lnTo>
                    <a:pt x="18" y="384"/>
                  </a:lnTo>
                  <a:lnTo>
                    <a:pt x="17" y="383"/>
                  </a:lnTo>
                  <a:lnTo>
                    <a:pt x="12" y="379"/>
                  </a:lnTo>
                  <a:lnTo>
                    <a:pt x="10" y="378"/>
                  </a:lnTo>
                  <a:lnTo>
                    <a:pt x="9" y="375"/>
                  </a:lnTo>
                  <a:lnTo>
                    <a:pt x="6" y="372"/>
                  </a:lnTo>
                  <a:lnTo>
                    <a:pt x="4" y="372"/>
                  </a:lnTo>
                  <a:lnTo>
                    <a:pt x="2" y="367"/>
                  </a:lnTo>
                  <a:lnTo>
                    <a:pt x="1" y="365"/>
                  </a:lnTo>
                  <a:lnTo>
                    <a:pt x="1" y="361"/>
                  </a:lnTo>
                  <a:lnTo>
                    <a:pt x="2" y="358"/>
                  </a:lnTo>
                  <a:lnTo>
                    <a:pt x="0" y="358"/>
                  </a:lnTo>
                  <a:lnTo>
                    <a:pt x="2" y="357"/>
                  </a:lnTo>
                  <a:lnTo>
                    <a:pt x="5" y="355"/>
                  </a:lnTo>
                  <a:lnTo>
                    <a:pt x="5" y="355"/>
                  </a:lnTo>
                  <a:lnTo>
                    <a:pt x="6" y="354"/>
                  </a:lnTo>
                  <a:lnTo>
                    <a:pt x="6" y="350"/>
                  </a:lnTo>
                  <a:lnTo>
                    <a:pt x="9" y="347"/>
                  </a:lnTo>
                  <a:lnTo>
                    <a:pt x="13" y="347"/>
                  </a:lnTo>
                  <a:lnTo>
                    <a:pt x="14" y="345"/>
                  </a:lnTo>
                  <a:lnTo>
                    <a:pt x="14" y="341"/>
                  </a:lnTo>
                  <a:lnTo>
                    <a:pt x="16" y="341"/>
                  </a:lnTo>
                  <a:lnTo>
                    <a:pt x="18" y="342"/>
                  </a:lnTo>
                  <a:lnTo>
                    <a:pt x="20" y="340"/>
                  </a:lnTo>
                  <a:lnTo>
                    <a:pt x="20" y="337"/>
                  </a:lnTo>
                  <a:lnTo>
                    <a:pt x="20" y="337"/>
                  </a:lnTo>
                  <a:lnTo>
                    <a:pt x="22" y="338"/>
                  </a:lnTo>
                  <a:lnTo>
                    <a:pt x="24" y="338"/>
                  </a:lnTo>
                  <a:lnTo>
                    <a:pt x="24" y="341"/>
                  </a:lnTo>
                  <a:lnTo>
                    <a:pt x="25" y="342"/>
                  </a:lnTo>
                  <a:lnTo>
                    <a:pt x="25" y="340"/>
                  </a:lnTo>
                  <a:lnTo>
                    <a:pt x="26" y="338"/>
                  </a:lnTo>
                  <a:lnTo>
                    <a:pt x="27" y="338"/>
                  </a:lnTo>
                  <a:lnTo>
                    <a:pt x="29" y="338"/>
                  </a:lnTo>
                  <a:lnTo>
                    <a:pt x="26" y="336"/>
                  </a:lnTo>
                  <a:lnTo>
                    <a:pt x="26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4"/>
                  </a:lnTo>
                  <a:lnTo>
                    <a:pt x="29" y="334"/>
                  </a:lnTo>
                  <a:lnTo>
                    <a:pt x="27" y="333"/>
                  </a:lnTo>
                  <a:lnTo>
                    <a:pt x="27" y="332"/>
                  </a:lnTo>
                  <a:lnTo>
                    <a:pt x="30" y="332"/>
                  </a:lnTo>
                  <a:lnTo>
                    <a:pt x="33" y="333"/>
                  </a:lnTo>
                  <a:lnTo>
                    <a:pt x="34" y="336"/>
                  </a:lnTo>
                  <a:lnTo>
                    <a:pt x="35" y="336"/>
                  </a:lnTo>
                  <a:lnTo>
                    <a:pt x="37" y="336"/>
                  </a:lnTo>
                  <a:lnTo>
                    <a:pt x="38" y="336"/>
                  </a:lnTo>
                  <a:lnTo>
                    <a:pt x="38" y="337"/>
                  </a:lnTo>
                  <a:lnTo>
                    <a:pt x="39" y="338"/>
                  </a:lnTo>
                  <a:lnTo>
                    <a:pt x="41" y="340"/>
                  </a:lnTo>
                  <a:lnTo>
                    <a:pt x="38" y="341"/>
                  </a:lnTo>
                  <a:lnTo>
                    <a:pt x="37" y="340"/>
                  </a:lnTo>
                  <a:lnTo>
                    <a:pt x="34" y="341"/>
                  </a:lnTo>
                  <a:lnTo>
                    <a:pt x="31" y="338"/>
                  </a:lnTo>
                  <a:lnTo>
                    <a:pt x="31" y="337"/>
                  </a:lnTo>
                  <a:lnTo>
                    <a:pt x="30" y="338"/>
                  </a:lnTo>
                  <a:lnTo>
                    <a:pt x="30" y="341"/>
                  </a:lnTo>
                  <a:lnTo>
                    <a:pt x="31" y="343"/>
                  </a:lnTo>
                  <a:lnTo>
                    <a:pt x="33" y="342"/>
                  </a:lnTo>
                  <a:lnTo>
                    <a:pt x="34" y="342"/>
                  </a:lnTo>
                  <a:lnTo>
                    <a:pt x="34" y="345"/>
                  </a:lnTo>
                  <a:lnTo>
                    <a:pt x="35" y="343"/>
                  </a:lnTo>
                  <a:lnTo>
                    <a:pt x="38" y="343"/>
                  </a:lnTo>
                  <a:lnTo>
                    <a:pt x="38" y="345"/>
                  </a:lnTo>
                  <a:lnTo>
                    <a:pt x="39" y="345"/>
                  </a:lnTo>
                  <a:lnTo>
                    <a:pt x="39" y="343"/>
                  </a:lnTo>
                  <a:lnTo>
                    <a:pt x="41" y="345"/>
                  </a:lnTo>
                  <a:lnTo>
                    <a:pt x="41" y="345"/>
                  </a:lnTo>
                  <a:lnTo>
                    <a:pt x="41" y="346"/>
                  </a:lnTo>
                  <a:lnTo>
                    <a:pt x="42" y="345"/>
                  </a:lnTo>
                  <a:lnTo>
                    <a:pt x="43" y="343"/>
                  </a:lnTo>
                  <a:lnTo>
                    <a:pt x="45" y="343"/>
                  </a:lnTo>
                  <a:lnTo>
                    <a:pt x="43" y="345"/>
                  </a:lnTo>
                  <a:lnTo>
                    <a:pt x="43" y="346"/>
                  </a:lnTo>
                  <a:lnTo>
                    <a:pt x="45" y="346"/>
                  </a:lnTo>
                  <a:lnTo>
                    <a:pt x="46" y="347"/>
                  </a:lnTo>
                  <a:lnTo>
                    <a:pt x="45" y="347"/>
                  </a:lnTo>
                  <a:lnTo>
                    <a:pt x="43" y="350"/>
                  </a:lnTo>
                  <a:lnTo>
                    <a:pt x="46" y="350"/>
                  </a:lnTo>
                  <a:lnTo>
                    <a:pt x="47" y="347"/>
                  </a:lnTo>
                  <a:lnTo>
                    <a:pt x="46" y="345"/>
                  </a:lnTo>
                  <a:lnTo>
                    <a:pt x="47" y="345"/>
                  </a:lnTo>
                  <a:lnTo>
                    <a:pt x="50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0" y="342"/>
                  </a:lnTo>
                  <a:lnTo>
                    <a:pt x="50" y="342"/>
                  </a:lnTo>
                  <a:lnTo>
                    <a:pt x="53" y="343"/>
                  </a:lnTo>
                  <a:lnTo>
                    <a:pt x="54" y="345"/>
                  </a:lnTo>
                  <a:lnTo>
                    <a:pt x="58" y="345"/>
                  </a:lnTo>
                  <a:lnTo>
                    <a:pt x="60" y="346"/>
                  </a:lnTo>
                  <a:lnTo>
                    <a:pt x="62" y="345"/>
                  </a:lnTo>
                  <a:lnTo>
                    <a:pt x="62" y="343"/>
                  </a:lnTo>
                  <a:lnTo>
                    <a:pt x="64" y="345"/>
                  </a:lnTo>
                  <a:lnTo>
                    <a:pt x="67" y="346"/>
                  </a:lnTo>
                  <a:lnTo>
                    <a:pt x="67" y="345"/>
                  </a:lnTo>
                  <a:lnTo>
                    <a:pt x="70" y="346"/>
                  </a:lnTo>
                  <a:lnTo>
                    <a:pt x="81" y="353"/>
                  </a:lnTo>
                  <a:lnTo>
                    <a:pt x="91" y="358"/>
                  </a:lnTo>
                  <a:lnTo>
                    <a:pt x="92" y="361"/>
                  </a:lnTo>
                  <a:lnTo>
                    <a:pt x="95" y="361"/>
                  </a:lnTo>
                  <a:lnTo>
                    <a:pt x="97" y="365"/>
                  </a:lnTo>
                  <a:lnTo>
                    <a:pt x="99" y="366"/>
                  </a:lnTo>
                  <a:lnTo>
                    <a:pt x="99" y="365"/>
                  </a:lnTo>
                  <a:lnTo>
                    <a:pt x="99" y="363"/>
                  </a:lnTo>
                  <a:lnTo>
                    <a:pt x="100" y="363"/>
                  </a:lnTo>
                  <a:lnTo>
                    <a:pt x="103" y="366"/>
                  </a:lnTo>
                  <a:lnTo>
                    <a:pt x="105" y="366"/>
                  </a:lnTo>
                  <a:lnTo>
                    <a:pt x="108" y="368"/>
                  </a:lnTo>
                  <a:lnTo>
                    <a:pt x="109" y="368"/>
                  </a:lnTo>
                  <a:lnTo>
                    <a:pt x="108" y="366"/>
                  </a:lnTo>
                  <a:lnTo>
                    <a:pt x="106" y="365"/>
                  </a:lnTo>
                  <a:lnTo>
                    <a:pt x="108" y="365"/>
                  </a:lnTo>
                  <a:lnTo>
                    <a:pt x="110" y="367"/>
                  </a:lnTo>
                  <a:lnTo>
                    <a:pt x="110" y="370"/>
                  </a:lnTo>
                  <a:lnTo>
                    <a:pt x="116" y="372"/>
                  </a:lnTo>
                  <a:lnTo>
                    <a:pt x="116" y="374"/>
                  </a:lnTo>
                  <a:lnTo>
                    <a:pt x="118" y="375"/>
                  </a:lnTo>
                  <a:lnTo>
                    <a:pt x="118" y="374"/>
                  </a:lnTo>
                  <a:lnTo>
                    <a:pt x="121" y="375"/>
                  </a:lnTo>
                  <a:lnTo>
                    <a:pt x="122" y="378"/>
                  </a:lnTo>
                  <a:lnTo>
                    <a:pt x="124" y="380"/>
                  </a:lnTo>
                  <a:lnTo>
                    <a:pt x="125" y="382"/>
                  </a:lnTo>
                  <a:lnTo>
                    <a:pt x="128" y="384"/>
                  </a:lnTo>
                  <a:lnTo>
                    <a:pt x="128" y="384"/>
                  </a:lnTo>
                  <a:lnTo>
                    <a:pt x="129" y="384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9" y="393"/>
                  </a:lnTo>
                  <a:lnTo>
                    <a:pt x="128" y="396"/>
                  </a:lnTo>
                  <a:lnTo>
                    <a:pt x="128" y="397"/>
                  </a:lnTo>
                  <a:lnTo>
                    <a:pt x="125" y="400"/>
                  </a:lnTo>
                  <a:lnTo>
                    <a:pt x="125" y="403"/>
                  </a:lnTo>
                  <a:lnTo>
                    <a:pt x="120" y="408"/>
                  </a:lnTo>
                  <a:lnTo>
                    <a:pt x="117" y="411"/>
                  </a:lnTo>
                  <a:lnTo>
                    <a:pt x="113" y="411"/>
                  </a:lnTo>
                  <a:lnTo>
                    <a:pt x="112" y="412"/>
                  </a:lnTo>
                  <a:lnTo>
                    <a:pt x="108" y="412"/>
                  </a:lnTo>
                  <a:lnTo>
                    <a:pt x="106" y="413"/>
                  </a:lnTo>
                  <a:lnTo>
                    <a:pt x="101" y="413"/>
                  </a:lnTo>
                  <a:lnTo>
                    <a:pt x="95" y="413"/>
                  </a:lnTo>
                  <a:lnTo>
                    <a:pt x="91" y="412"/>
                  </a:lnTo>
                  <a:lnTo>
                    <a:pt x="88" y="411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1" y="411"/>
                  </a:lnTo>
                  <a:lnTo>
                    <a:pt x="80" y="409"/>
                  </a:lnTo>
                  <a:lnTo>
                    <a:pt x="79" y="409"/>
                  </a:lnTo>
                  <a:lnTo>
                    <a:pt x="78" y="411"/>
                  </a:lnTo>
                  <a:lnTo>
                    <a:pt x="74" y="408"/>
                  </a:lnTo>
                  <a:lnTo>
                    <a:pt x="74" y="405"/>
                  </a:lnTo>
                  <a:lnTo>
                    <a:pt x="72" y="407"/>
                  </a:lnTo>
                  <a:lnTo>
                    <a:pt x="70" y="407"/>
                  </a:lnTo>
                  <a:lnTo>
                    <a:pt x="71" y="405"/>
                  </a:lnTo>
                  <a:lnTo>
                    <a:pt x="67" y="405"/>
                  </a:lnTo>
                  <a:lnTo>
                    <a:pt x="66" y="407"/>
                  </a:lnTo>
                  <a:lnTo>
                    <a:pt x="63" y="407"/>
                  </a:lnTo>
                  <a:lnTo>
                    <a:pt x="63" y="405"/>
                  </a:lnTo>
                  <a:lnTo>
                    <a:pt x="63" y="404"/>
                  </a:lnTo>
                  <a:lnTo>
                    <a:pt x="64" y="404"/>
                  </a:lnTo>
                  <a:lnTo>
                    <a:pt x="63" y="401"/>
                  </a:lnTo>
                  <a:lnTo>
                    <a:pt x="62" y="403"/>
                  </a:lnTo>
                  <a:lnTo>
                    <a:pt x="58" y="403"/>
                  </a:lnTo>
                  <a:lnTo>
                    <a:pt x="56" y="401"/>
                  </a:lnTo>
                  <a:lnTo>
                    <a:pt x="55" y="401"/>
                  </a:lnTo>
                  <a:lnTo>
                    <a:pt x="54" y="401"/>
                  </a:lnTo>
                  <a:lnTo>
                    <a:pt x="49" y="397"/>
                  </a:lnTo>
                  <a:lnTo>
                    <a:pt x="49" y="395"/>
                  </a:lnTo>
                  <a:lnTo>
                    <a:pt x="45" y="395"/>
                  </a:lnTo>
                  <a:lnTo>
                    <a:pt x="45" y="395"/>
                  </a:lnTo>
                  <a:lnTo>
                    <a:pt x="42" y="395"/>
                  </a:lnTo>
                  <a:lnTo>
                    <a:pt x="42" y="395"/>
                  </a:lnTo>
                  <a:lnTo>
                    <a:pt x="45" y="396"/>
                  </a:lnTo>
                  <a:lnTo>
                    <a:pt x="45" y="400"/>
                  </a:lnTo>
                  <a:lnTo>
                    <a:pt x="47" y="401"/>
                  </a:lnTo>
                  <a:lnTo>
                    <a:pt x="49" y="404"/>
                  </a:lnTo>
                  <a:lnTo>
                    <a:pt x="53" y="404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49" y="408"/>
                  </a:lnTo>
                  <a:lnTo>
                    <a:pt x="50" y="408"/>
                  </a:lnTo>
                  <a:lnTo>
                    <a:pt x="54" y="408"/>
                  </a:lnTo>
                  <a:lnTo>
                    <a:pt x="55" y="407"/>
                  </a:lnTo>
                  <a:lnTo>
                    <a:pt x="56" y="408"/>
                  </a:lnTo>
                  <a:lnTo>
                    <a:pt x="55" y="408"/>
                  </a:lnTo>
                  <a:lnTo>
                    <a:pt x="55" y="409"/>
                  </a:lnTo>
                  <a:lnTo>
                    <a:pt x="58" y="409"/>
                  </a:lnTo>
                  <a:lnTo>
                    <a:pt x="56" y="411"/>
                  </a:lnTo>
                  <a:lnTo>
                    <a:pt x="55" y="412"/>
                  </a:lnTo>
                  <a:lnTo>
                    <a:pt x="54" y="413"/>
                  </a:lnTo>
                  <a:lnTo>
                    <a:pt x="56" y="413"/>
                  </a:lnTo>
                  <a:lnTo>
                    <a:pt x="58" y="412"/>
                  </a:lnTo>
                  <a:lnTo>
                    <a:pt x="59" y="412"/>
                  </a:lnTo>
                  <a:lnTo>
                    <a:pt x="60" y="413"/>
                  </a:lnTo>
                  <a:lnTo>
                    <a:pt x="62" y="413"/>
                  </a:lnTo>
                  <a:lnTo>
                    <a:pt x="67" y="415"/>
                  </a:lnTo>
                  <a:lnTo>
                    <a:pt x="70" y="418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0" y="422"/>
                  </a:lnTo>
                  <a:lnTo>
                    <a:pt x="71" y="422"/>
                  </a:lnTo>
                  <a:lnTo>
                    <a:pt x="71" y="425"/>
                  </a:lnTo>
                  <a:lnTo>
                    <a:pt x="71" y="428"/>
                  </a:lnTo>
                  <a:lnTo>
                    <a:pt x="70" y="429"/>
                  </a:lnTo>
                  <a:lnTo>
                    <a:pt x="68" y="430"/>
                  </a:lnTo>
                  <a:lnTo>
                    <a:pt x="71" y="432"/>
                  </a:lnTo>
                  <a:lnTo>
                    <a:pt x="71" y="434"/>
                  </a:lnTo>
                  <a:lnTo>
                    <a:pt x="74" y="437"/>
                  </a:lnTo>
                  <a:lnTo>
                    <a:pt x="74" y="440"/>
                  </a:lnTo>
                  <a:lnTo>
                    <a:pt x="76" y="441"/>
                  </a:lnTo>
                  <a:lnTo>
                    <a:pt x="76" y="443"/>
                  </a:lnTo>
                  <a:lnTo>
                    <a:pt x="76" y="446"/>
                  </a:lnTo>
                  <a:lnTo>
                    <a:pt x="76" y="447"/>
                  </a:lnTo>
                  <a:lnTo>
                    <a:pt x="76" y="449"/>
                  </a:lnTo>
                  <a:lnTo>
                    <a:pt x="78" y="451"/>
                  </a:lnTo>
                  <a:lnTo>
                    <a:pt x="83" y="453"/>
                  </a:lnTo>
                  <a:lnTo>
                    <a:pt x="84" y="451"/>
                  </a:lnTo>
                  <a:lnTo>
                    <a:pt x="85" y="451"/>
                  </a:lnTo>
                  <a:lnTo>
                    <a:pt x="87" y="453"/>
                  </a:lnTo>
                  <a:lnTo>
                    <a:pt x="89" y="454"/>
                  </a:lnTo>
                  <a:lnTo>
                    <a:pt x="89" y="458"/>
                  </a:lnTo>
                  <a:lnTo>
                    <a:pt x="91" y="458"/>
                  </a:lnTo>
                  <a:lnTo>
                    <a:pt x="95" y="458"/>
                  </a:lnTo>
                  <a:lnTo>
                    <a:pt x="96" y="459"/>
                  </a:lnTo>
                  <a:lnTo>
                    <a:pt x="100" y="459"/>
                  </a:lnTo>
                  <a:lnTo>
                    <a:pt x="101" y="462"/>
                  </a:lnTo>
                  <a:lnTo>
                    <a:pt x="103" y="462"/>
                  </a:lnTo>
                  <a:lnTo>
                    <a:pt x="105" y="459"/>
                  </a:lnTo>
                  <a:lnTo>
                    <a:pt x="108" y="459"/>
                  </a:lnTo>
                  <a:lnTo>
                    <a:pt x="109" y="458"/>
                  </a:lnTo>
                  <a:lnTo>
                    <a:pt x="109" y="454"/>
                  </a:lnTo>
                  <a:lnTo>
                    <a:pt x="106" y="453"/>
                  </a:lnTo>
                  <a:lnTo>
                    <a:pt x="108" y="451"/>
                  </a:lnTo>
                  <a:lnTo>
                    <a:pt x="108" y="451"/>
                  </a:lnTo>
                  <a:lnTo>
                    <a:pt x="105" y="450"/>
                  </a:lnTo>
                  <a:lnTo>
                    <a:pt x="105" y="447"/>
                  </a:lnTo>
                  <a:lnTo>
                    <a:pt x="103" y="449"/>
                  </a:lnTo>
                  <a:lnTo>
                    <a:pt x="101" y="449"/>
                  </a:lnTo>
                  <a:lnTo>
                    <a:pt x="100" y="450"/>
                  </a:lnTo>
                  <a:lnTo>
                    <a:pt x="96" y="449"/>
                  </a:lnTo>
                  <a:lnTo>
                    <a:pt x="95" y="446"/>
                  </a:lnTo>
                  <a:lnTo>
                    <a:pt x="91" y="445"/>
                  </a:lnTo>
                  <a:lnTo>
                    <a:pt x="91" y="442"/>
                  </a:lnTo>
                  <a:lnTo>
                    <a:pt x="89" y="438"/>
                  </a:lnTo>
                  <a:lnTo>
                    <a:pt x="91" y="438"/>
                  </a:lnTo>
                  <a:lnTo>
                    <a:pt x="93" y="437"/>
                  </a:lnTo>
                  <a:lnTo>
                    <a:pt x="92" y="436"/>
                  </a:lnTo>
                  <a:lnTo>
                    <a:pt x="92" y="434"/>
                  </a:lnTo>
                  <a:lnTo>
                    <a:pt x="92" y="433"/>
                  </a:lnTo>
                  <a:lnTo>
                    <a:pt x="92" y="432"/>
                  </a:lnTo>
                  <a:lnTo>
                    <a:pt x="95" y="432"/>
                  </a:lnTo>
                  <a:lnTo>
                    <a:pt x="97" y="433"/>
                  </a:lnTo>
                  <a:lnTo>
                    <a:pt x="101" y="434"/>
                  </a:lnTo>
                  <a:lnTo>
                    <a:pt x="103" y="437"/>
                  </a:lnTo>
                  <a:lnTo>
                    <a:pt x="105" y="438"/>
                  </a:lnTo>
                  <a:lnTo>
                    <a:pt x="109" y="438"/>
                  </a:lnTo>
                  <a:lnTo>
                    <a:pt x="109" y="440"/>
                  </a:lnTo>
                  <a:lnTo>
                    <a:pt x="112" y="441"/>
                  </a:lnTo>
                  <a:lnTo>
                    <a:pt x="120" y="443"/>
                  </a:lnTo>
                  <a:lnTo>
                    <a:pt x="122" y="447"/>
                  </a:lnTo>
                  <a:lnTo>
                    <a:pt x="124" y="445"/>
                  </a:lnTo>
                  <a:lnTo>
                    <a:pt x="126" y="443"/>
                  </a:lnTo>
                  <a:lnTo>
                    <a:pt x="126" y="441"/>
                  </a:lnTo>
                  <a:lnTo>
                    <a:pt x="128" y="441"/>
                  </a:lnTo>
                  <a:lnTo>
                    <a:pt x="130" y="438"/>
                  </a:lnTo>
                  <a:lnTo>
                    <a:pt x="126" y="434"/>
                  </a:lnTo>
                  <a:lnTo>
                    <a:pt x="121" y="429"/>
                  </a:lnTo>
                  <a:lnTo>
                    <a:pt x="120" y="425"/>
                  </a:lnTo>
                  <a:lnTo>
                    <a:pt x="121" y="422"/>
                  </a:lnTo>
                  <a:lnTo>
                    <a:pt x="124" y="420"/>
                  </a:lnTo>
                  <a:lnTo>
                    <a:pt x="126" y="417"/>
                  </a:lnTo>
                  <a:lnTo>
                    <a:pt x="128" y="413"/>
                  </a:lnTo>
                  <a:lnTo>
                    <a:pt x="129" y="412"/>
                  </a:lnTo>
                  <a:lnTo>
                    <a:pt x="132" y="412"/>
                  </a:lnTo>
                  <a:lnTo>
                    <a:pt x="135" y="408"/>
                  </a:lnTo>
                  <a:lnTo>
                    <a:pt x="138" y="403"/>
                  </a:lnTo>
                  <a:lnTo>
                    <a:pt x="139" y="401"/>
                  </a:lnTo>
                  <a:lnTo>
                    <a:pt x="143" y="401"/>
                  </a:lnTo>
                  <a:lnTo>
                    <a:pt x="145" y="404"/>
                  </a:lnTo>
                  <a:lnTo>
                    <a:pt x="149" y="403"/>
                  </a:lnTo>
                  <a:lnTo>
                    <a:pt x="153" y="404"/>
                  </a:lnTo>
                  <a:lnTo>
                    <a:pt x="154" y="405"/>
                  </a:lnTo>
                  <a:lnTo>
                    <a:pt x="153" y="408"/>
                  </a:lnTo>
                  <a:lnTo>
                    <a:pt x="157" y="405"/>
                  </a:lnTo>
                  <a:lnTo>
                    <a:pt x="159" y="407"/>
                  </a:lnTo>
                  <a:lnTo>
                    <a:pt x="159" y="411"/>
                  </a:lnTo>
                  <a:lnTo>
                    <a:pt x="162" y="412"/>
                  </a:lnTo>
                  <a:lnTo>
                    <a:pt x="160" y="407"/>
                  </a:lnTo>
                  <a:lnTo>
                    <a:pt x="159" y="404"/>
                  </a:lnTo>
                  <a:lnTo>
                    <a:pt x="160" y="403"/>
                  </a:lnTo>
                  <a:lnTo>
                    <a:pt x="160" y="397"/>
                  </a:lnTo>
                  <a:lnTo>
                    <a:pt x="160" y="396"/>
                  </a:lnTo>
                  <a:lnTo>
                    <a:pt x="160" y="395"/>
                  </a:lnTo>
                  <a:lnTo>
                    <a:pt x="160" y="393"/>
                  </a:lnTo>
                  <a:lnTo>
                    <a:pt x="160" y="392"/>
                  </a:lnTo>
                  <a:lnTo>
                    <a:pt x="160" y="391"/>
                  </a:lnTo>
                  <a:lnTo>
                    <a:pt x="160" y="390"/>
                  </a:lnTo>
                  <a:lnTo>
                    <a:pt x="159" y="388"/>
                  </a:lnTo>
                  <a:lnTo>
                    <a:pt x="157" y="386"/>
                  </a:lnTo>
                  <a:lnTo>
                    <a:pt x="153" y="387"/>
                  </a:lnTo>
                  <a:lnTo>
                    <a:pt x="151" y="383"/>
                  </a:lnTo>
                  <a:lnTo>
                    <a:pt x="153" y="380"/>
                  </a:lnTo>
                  <a:lnTo>
                    <a:pt x="153" y="375"/>
                  </a:lnTo>
                  <a:lnTo>
                    <a:pt x="154" y="374"/>
                  </a:lnTo>
                  <a:lnTo>
                    <a:pt x="153" y="372"/>
                  </a:lnTo>
                  <a:lnTo>
                    <a:pt x="153" y="370"/>
                  </a:lnTo>
                  <a:lnTo>
                    <a:pt x="154" y="370"/>
                  </a:lnTo>
                  <a:lnTo>
                    <a:pt x="153" y="368"/>
                  </a:lnTo>
                  <a:lnTo>
                    <a:pt x="153" y="366"/>
                  </a:lnTo>
                  <a:lnTo>
                    <a:pt x="151" y="361"/>
                  </a:lnTo>
                  <a:lnTo>
                    <a:pt x="147" y="358"/>
                  </a:lnTo>
                  <a:lnTo>
                    <a:pt x="142" y="353"/>
                  </a:lnTo>
                  <a:lnTo>
                    <a:pt x="142" y="351"/>
                  </a:lnTo>
                  <a:lnTo>
                    <a:pt x="145" y="351"/>
                  </a:lnTo>
                  <a:lnTo>
                    <a:pt x="149" y="355"/>
                  </a:lnTo>
                  <a:lnTo>
                    <a:pt x="151" y="355"/>
                  </a:lnTo>
                  <a:lnTo>
                    <a:pt x="154" y="354"/>
                  </a:lnTo>
                  <a:lnTo>
                    <a:pt x="158" y="354"/>
                  </a:lnTo>
                  <a:lnTo>
                    <a:pt x="164" y="354"/>
                  </a:lnTo>
                  <a:lnTo>
                    <a:pt x="167" y="357"/>
                  </a:lnTo>
                  <a:lnTo>
                    <a:pt x="167" y="358"/>
                  </a:lnTo>
                  <a:lnTo>
                    <a:pt x="170" y="361"/>
                  </a:lnTo>
                  <a:lnTo>
                    <a:pt x="172" y="362"/>
                  </a:lnTo>
                  <a:lnTo>
                    <a:pt x="174" y="363"/>
                  </a:lnTo>
                  <a:lnTo>
                    <a:pt x="176" y="367"/>
                  </a:lnTo>
                  <a:lnTo>
                    <a:pt x="176" y="370"/>
                  </a:lnTo>
                  <a:lnTo>
                    <a:pt x="172" y="370"/>
                  </a:lnTo>
                  <a:lnTo>
                    <a:pt x="171" y="371"/>
                  </a:lnTo>
                  <a:lnTo>
                    <a:pt x="167" y="371"/>
                  </a:lnTo>
                  <a:lnTo>
                    <a:pt x="166" y="372"/>
                  </a:lnTo>
                  <a:lnTo>
                    <a:pt x="166" y="374"/>
                  </a:lnTo>
                  <a:lnTo>
                    <a:pt x="166" y="375"/>
                  </a:lnTo>
                  <a:lnTo>
                    <a:pt x="164" y="375"/>
                  </a:lnTo>
                  <a:lnTo>
                    <a:pt x="163" y="376"/>
                  </a:lnTo>
                  <a:lnTo>
                    <a:pt x="163" y="379"/>
                  </a:lnTo>
                  <a:lnTo>
                    <a:pt x="164" y="380"/>
                  </a:lnTo>
                  <a:lnTo>
                    <a:pt x="170" y="384"/>
                  </a:lnTo>
                  <a:lnTo>
                    <a:pt x="175" y="391"/>
                  </a:lnTo>
                  <a:lnTo>
                    <a:pt x="176" y="391"/>
                  </a:lnTo>
                  <a:lnTo>
                    <a:pt x="180" y="388"/>
                  </a:lnTo>
                  <a:lnTo>
                    <a:pt x="182" y="391"/>
                  </a:lnTo>
                  <a:lnTo>
                    <a:pt x="183" y="390"/>
                  </a:lnTo>
                  <a:lnTo>
                    <a:pt x="184" y="390"/>
                  </a:lnTo>
                  <a:lnTo>
                    <a:pt x="186" y="388"/>
                  </a:lnTo>
                  <a:lnTo>
                    <a:pt x="189" y="387"/>
                  </a:lnTo>
                  <a:lnTo>
                    <a:pt x="191" y="384"/>
                  </a:lnTo>
                  <a:lnTo>
                    <a:pt x="189" y="380"/>
                  </a:lnTo>
                  <a:lnTo>
                    <a:pt x="191" y="378"/>
                  </a:lnTo>
                  <a:lnTo>
                    <a:pt x="191" y="375"/>
                  </a:lnTo>
                  <a:lnTo>
                    <a:pt x="189" y="374"/>
                  </a:lnTo>
                  <a:lnTo>
                    <a:pt x="191" y="372"/>
                  </a:lnTo>
                  <a:lnTo>
                    <a:pt x="196" y="371"/>
                  </a:lnTo>
                  <a:lnTo>
                    <a:pt x="197" y="370"/>
                  </a:lnTo>
                  <a:lnTo>
                    <a:pt x="201" y="371"/>
                  </a:lnTo>
                  <a:lnTo>
                    <a:pt x="201" y="370"/>
                  </a:lnTo>
                  <a:lnTo>
                    <a:pt x="197" y="367"/>
                  </a:lnTo>
                  <a:lnTo>
                    <a:pt x="197" y="366"/>
                  </a:lnTo>
                  <a:lnTo>
                    <a:pt x="197" y="366"/>
                  </a:lnTo>
                  <a:lnTo>
                    <a:pt x="200" y="367"/>
                  </a:lnTo>
                  <a:lnTo>
                    <a:pt x="201" y="366"/>
                  </a:lnTo>
                  <a:lnTo>
                    <a:pt x="207" y="361"/>
                  </a:lnTo>
                  <a:lnTo>
                    <a:pt x="208" y="361"/>
                  </a:lnTo>
                  <a:lnTo>
                    <a:pt x="212" y="354"/>
                  </a:lnTo>
                  <a:lnTo>
                    <a:pt x="212" y="353"/>
                  </a:lnTo>
                  <a:lnTo>
                    <a:pt x="213" y="353"/>
                  </a:lnTo>
                  <a:lnTo>
                    <a:pt x="216" y="353"/>
                  </a:lnTo>
                  <a:lnTo>
                    <a:pt x="220" y="351"/>
                  </a:lnTo>
                  <a:lnTo>
                    <a:pt x="220" y="350"/>
                  </a:lnTo>
                  <a:lnTo>
                    <a:pt x="225" y="349"/>
                  </a:lnTo>
                  <a:lnTo>
                    <a:pt x="225" y="350"/>
                  </a:lnTo>
                  <a:lnTo>
                    <a:pt x="226" y="350"/>
                  </a:lnTo>
                  <a:lnTo>
                    <a:pt x="226" y="351"/>
                  </a:lnTo>
                  <a:lnTo>
                    <a:pt x="225" y="353"/>
                  </a:lnTo>
                  <a:lnTo>
                    <a:pt x="226" y="354"/>
                  </a:lnTo>
                  <a:lnTo>
                    <a:pt x="229" y="351"/>
                  </a:lnTo>
                  <a:lnTo>
                    <a:pt x="230" y="350"/>
                  </a:lnTo>
                  <a:lnTo>
                    <a:pt x="229" y="349"/>
                  </a:lnTo>
                  <a:lnTo>
                    <a:pt x="226" y="347"/>
                  </a:lnTo>
                  <a:lnTo>
                    <a:pt x="226" y="346"/>
                  </a:lnTo>
                  <a:lnTo>
                    <a:pt x="230" y="342"/>
                  </a:lnTo>
                  <a:lnTo>
                    <a:pt x="232" y="342"/>
                  </a:lnTo>
                  <a:lnTo>
                    <a:pt x="232" y="343"/>
                  </a:lnTo>
                  <a:lnTo>
                    <a:pt x="232" y="343"/>
                  </a:lnTo>
                  <a:lnTo>
                    <a:pt x="230" y="345"/>
                  </a:lnTo>
                  <a:lnTo>
                    <a:pt x="233" y="347"/>
                  </a:lnTo>
                  <a:lnTo>
                    <a:pt x="234" y="347"/>
                  </a:lnTo>
                  <a:lnTo>
                    <a:pt x="236" y="345"/>
                  </a:lnTo>
                  <a:lnTo>
                    <a:pt x="234" y="343"/>
                  </a:lnTo>
                  <a:lnTo>
                    <a:pt x="234" y="342"/>
                  </a:lnTo>
                  <a:lnTo>
                    <a:pt x="233" y="341"/>
                  </a:lnTo>
                  <a:lnTo>
                    <a:pt x="234" y="340"/>
                  </a:lnTo>
                  <a:lnTo>
                    <a:pt x="241" y="337"/>
                  </a:lnTo>
                  <a:lnTo>
                    <a:pt x="245" y="336"/>
                  </a:lnTo>
                  <a:lnTo>
                    <a:pt x="246" y="337"/>
                  </a:lnTo>
                  <a:lnTo>
                    <a:pt x="243" y="338"/>
                  </a:lnTo>
                  <a:lnTo>
                    <a:pt x="241" y="338"/>
                  </a:lnTo>
                  <a:lnTo>
                    <a:pt x="237" y="340"/>
                  </a:lnTo>
                  <a:lnTo>
                    <a:pt x="238" y="341"/>
                  </a:lnTo>
                  <a:lnTo>
                    <a:pt x="239" y="342"/>
                  </a:lnTo>
                  <a:lnTo>
                    <a:pt x="241" y="341"/>
                  </a:lnTo>
                  <a:lnTo>
                    <a:pt x="243" y="343"/>
                  </a:lnTo>
                  <a:lnTo>
                    <a:pt x="242" y="345"/>
                  </a:lnTo>
                  <a:lnTo>
                    <a:pt x="242" y="345"/>
                  </a:lnTo>
                  <a:lnTo>
                    <a:pt x="243" y="347"/>
                  </a:lnTo>
                  <a:lnTo>
                    <a:pt x="242" y="349"/>
                  </a:lnTo>
                  <a:lnTo>
                    <a:pt x="239" y="350"/>
                  </a:lnTo>
                  <a:lnTo>
                    <a:pt x="237" y="351"/>
                  </a:lnTo>
                  <a:lnTo>
                    <a:pt x="238" y="354"/>
                  </a:lnTo>
                  <a:lnTo>
                    <a:pt x="239" y="354"/>
                  </a:lnTo>
                  <a:lnTo>
                    <a:pt x="241" y="354"/>
                  </a:lnTo>
                  <a:lnTo>
                    <a:pt x="243" y="354"/>
                  </a:lnTo>
                  <a:lnTo>
                    <a:pt x="245" y="353"/>
                  </a:lnTo>
                  <a:lnTo>
                    <a:pt x="247" y="354"/>
                  </a:lnTo>
                  <a:lnTo>
                    <a:pt x="247" y="357"/>
                  </a:lnTo>
                  <a:lnTo>
                    <a:pt x="249" y="354"/>
                  </a:lnTo>
                  <a:lnTo>
                    <a:pt x="250" y="350"/>
                  </a:lnTo>
                  <a:lnTo>
                    <a:pt x="251" y="350"/>
                  </a:lnTo>
                  <a:lnTo>
                    <a:pt x="253" y="351"/>
                  </a:lnTo>
                  <a:lnTo>
                    <a:pt x="255" y="354"/>
                  </a:lnTo>
                  <a:lnTo>
                    <a:pt x="255" y="353"/>
                  </a:lnTo>
                  <a:lnTo>
                    <a:pt x="255" y="351"/>
                  </a:lnTo>
                  <a:lnTo>
                    <a:pt x="255" y="350"/>
                  </a:lnTo>
                  <a:lnTo>
                    <a:pt x="254" y="349"/>
                  </a:lnTo>
                  <a:lnTo>
                    <a:pt x="254" y="347"/>
                  </a:lnTo>
                  <a:lnTo>
                    <a:pt x="255" y="345"/>
                  </a:lnTo>
                  <a:lnTo>
                    <a:pt x="258" y="345"/>
                  </a:lnTo>
                  <a:lnTo>
                    <a:pt x="259" y="343"/>
                  </a:lnTo>
                  <a:lnTo>
                    <a:pt x="262" y="341"/>
                  </a:lnTo>
                  <a:lnTo>
                    <a:pt x="263" y="342"/>
                  </a:lnTo>
                  <a:lnTo>
                    <a:pt x="265" y="342"/>
                  </a:lnTo>
                  <a:lnTo>
                    <a:pt x="266" y="342"/>
                  </a:lnTo>
                  <a:lnTo>
                    <a:pt x="267" y="342"/>
                  </a:lnTo>
                  <a:lnTo>
                    <a:pt x="272" y="342"/>
                  </a:lnTo>
                  <a:lnTo>
                    <a:pt x="275" y="341"/>
                  </a:lnTo>
                  <a:lnTo>
                    <a:pt x="275" y="340"/>
                  </a:lnTo>
                  <a:lnTo>
                    <a:pt x="276" y="338"/>
                  </a:lnTo>
                  <a:lnTo>
                    <a:pt x="279" y="338"/>
                  </a:lnTo>
                  <a:lnTo>
                    <a:pt x="279" y="337"/>
                  </a:lnTo>
                  <a:lnTo>
                    <a:pt x="282" y="336"/>
                  </a:lnTo>
                  <a:lnTo>
                    <a:pt x="283" y="334"/>
                  </a:lnTo>
                  <a:lnTo>
                    <a:pt x="287" y="332"/>
                  </a:lnTo>
                  <a:lnTo>
                    <a:pt x="288" y="332"/>
                  </a:lnTo>
                  <a:lnTo>
                    <a:pt x="290" y="330"/>
                  </a:lnTo>
                  <a:lnTo>
                    <a:pt x="290" y="332"/>
                  </a:lnTo>
                  <a:lnTo>
                    <a:pt x="288" y="333"/>
                  </a:lnTo>
                  <a:lnTo>
                    <a:pt x="290" y="334"/>
                  </a:lnTo>
                  <a:lnTo>
                    <a:pt x="292" y="337"/>
                  </a:lnTo>
                  <a:lnTo>
                    <a:pt x="292" y="338"/>
                  </a:lnTo>
                  <a:lnTo>
                    <a:pt x="291" y="340"/>
                  </a:lnTo>
                  <a:lnTo>
                    <a:pt x="291" y="342"/>
                  </a:lnTo>
                  <a:lnTo>
                    <a:pt x="291" y="343"/>
                  </a:lnTo>
                  <a:lnTo>
                    <a:pt x="292" y="345"/>
                  </a:lnTo>
                  <a:lnTo>
                    <a:pt x="299" y="346"/>
                  </a:lnTo>
                  <a:lnTo>
                    <a:pt x="300" y="345"/>
                  </a:lnTo>
                  <a:lnTo>
                    <a:pt x="300" y="343"/>
                  </a:lnTo>
                  <a:lnTo>
                    <a:pt x="299" y="342"/>
                  </a:lnTo>
                  <a:lnTo>
                    <a:pt x="296" y="340"/>
                  </a:lnTo>
                  <a:lnTo>
                    <a:pt x="296" y="338"/>
                  </a:lnTo>
                  <a:lnTo>
                    <a:pt x="299" y="337"/>
                  </a:lnTo>
                  <a:lnTo>
                    <a:pt x="301" y="338"/>
                  </a:lnTo>
                  <a:lnTo>
                    <a:pt x="304" y="337"/>
                  </a:lnTo>
                  <a:lnTo>
                    <a:pt x="304" y="333"/>
                  </a:lnTo>
                  <a:lnTo>
                    <a:pt x="307" y="332"/>
                  </a:lnTo>
                  <a:lnTo>
                    <a:pt x="308" y="333"/>
                  </a:lnTo>
                  <a:lnTo>
                    <a:pt x="311" y="334"/>
                  </a:lnTo>
                  <a:lnTo>
                    <a:pt x="308" y="330"/>
                  </a:lnTo>
                  <a:lnTo>
                    <a:pt x="304" y="329"/>
                  </a:lnTo>
                  <a:lnTo>
                    <a:pt x="304" y="328"/>
                  </a:lnTo>
                  <a:lnTo>
                    <a:pt x="303" y="324"/>
                  </a:lnTo>
                  <a:lnTo>
                    <a:pt x="301" y="324"/>
                  </a:lnTo>
                  <a:lnTo>
                    <a:pt x="300" y="325"/>
                  </a:lnTo>
                  <a:lnTo>
                    <a:pt x="299" y="324"/>
                  </a:lnTo>
                  <a:lnTo>
                    <a:pt x="299" y="318"/>
                  </a:lnTo>
                  <a:lnTo>
                    <a:pt x="296" y="318"/>
                  </a:lnTo>
                  <a:lnTo>
                    <a:pt x="295" y="316"/>
                  </a:lnTo>
                  <a:lnTo>
                    <a:pt x="295" y="315"/>
                  </a:lnTo>
                  <a:lnTo>
                    <a:pt x="297" y="313"/>
                  </a:lnTo>
                  <a:lnTo>
                    <a:pt x="297" y="312"/>
                  </a:lnTo>
                  <a:lnTo>
                    <a:pt x="296" y="309"/>
                  </a:lnTo>
                  <a:lnTo>
                    <a:pt x="297" y="308"/>
                  </a:lnTo>
                  <a:lnTo>
                    <a:pt x="300" y="308"/>
                  </a:lnTo>
                  <a:lnTo>
                    <a:pt x="300" y="308"/>
                  </a:lnTo>
                  <a:lnTo>
                    <a:pt x="303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16" y="308"/>
                  </a:lnTo>
                  <a:lnTo>
                    <a:pt x="328" y="309"/>
                  </a:lnTo>
                  <a:lnTo>
                    <a:pt x="330" y="311"/>
                  </a:lnTo>
                  <a:lnTo>
                    <a:pt x="338" y="315"/>
                  </a:lnTo>
                  <a:lnTo>
                    <a:pt x="340" y="316"/>
                  </a:lnTo>
                  <a:lnTo>
                    <a:pt x="338" y="317"/>
                  </a:lnTo>
                  <a:lnTo>
                    <a:pt x="340" y="320"/>
                  </a:lnTo>
                  <a:lnTo>
                    <a:pt x="341" y="317"/>
                  </a:lnTo>
                  <a:lnTo>
                    <a:pt x="345" y="316"/>
                  </a:lnTo>
                  <a:lnTo>
                    <a:pt x="347" y="318"/>
                  </a:lnTo>
                  <a:lnTo>
                    <a:pt x="349" y="318"/>
                  </a:lnTo>
                  <a:lnTo>
                    <a:pt x="349" y="320"/>
                  </a:lnTo>
                  <a:lnTo>
                    <a:pt x="353" y="321"/>
                  </a:lnTo>
                  <a:lnTo>
                    <a:pt x="359" y="325"/>
                  </a:lnTo>
                  <a:lnTo>
                    <a:pt x="366" y="325"/>
                  </a:lnTo>
                  <a:lnTo>
                    <a:pt x="369" y="328"/>
                  </a:lnTo>
                  <a:lnTo>
                    <a:pt x="370" y="330"/>
                  </a:lnTo>
                  <a:lnTo>
                    <a:pt x="374" y="332"/>
                  </a:lnTo>
                  <a:lnTo>
                    <a:pt x="376" y="334"/>
                  </a:lnTo>
                  <a:lnTo>
                    <a:pt x="379" y="340"/>
                  </a:lnTo>
                  <a:lnTo>
                    <a:pt x="382" y="340"/>
                  </a:lnTo>
                  <a:lnTo>
                    <a:pt x="382" y="338"/>
                  </a:lnTo>
                  <a:lnTo>
                    <a:pt x="382" y="334"/>
                  </a:lnTo>
                  <a:lnTo>
                    <a:pt x="383" y="334"/>
                  </a:lnTo>
                  <a:lnTo>
                    <a:pt x="383" y="333"/>
                  </a:lnTo>
                  <a:lnTo>
                    <a:pt x="382" y="330"/>
                  </a:lnTo>
                  <a:lnTo>
                    <a:pt x="383" y="329"/>
                  </a:lnTo>
                  <a:lnTo>
                    <a:pt x="383" y="322"/>
                  </a:lnTo>
                  <a:lnTo>
                    <a:pt x="384" y="321"/>
                  </a:lnTo>
                  <a:lnTo>
                    <a:pt x="383" y="321"/>
                  </a:lnTo>
                  <a:lnTo>
                    <a:pt x="382" y="320"/>
                  </a:lnTo>
                  <a:lnTo>
                    <a:pt x="380" y="320"/>
                  </a:lnTo>
                  <a:lnTo>
                    <a:pt x="378" y="321"/>
                  </a:lnTo>
                  <a:lnTo>
                    <a:pt x="376" y="321"/>
                  </a:lnTo>
                  <a:lnTo>
                    <a:pt x="371" y="315"/>
                  </a:lnTo>
                  <a:lnTo>
                    <a:pt x="370" y="315"/>
                  </a:lnTo>
                  <a:lnTo>
                    <a:pt x="367" y="313"/>
                  </a:lnTo>
                  <a:lnTo>
                    <a:pt x="367" y="308"/>
                  </a:lnTo>
                  <a:lnTo>
                    <a:pt x="367" y="307"/>
                  </a:lnTo>
                  <a:lnTo>
                    <a:pt x="365" y="311"/>
                  </a:lnTo>
                  <a:lnTo>
                    <a:pt x="362" y="309"/>
                  </a:lnTo>
                  <a:lnTo>
                    <a:pt x="359" y="308"/>
                  </a:lnTo>
                  <a:lnTo>
                    <a:pt x="357" y="307"/>
                  </a:lnTo>
                  <a:lnTo>
                    <a:pt x="355" y="309"/>
                  </a:lnTo>
                  <a:lnTo>
                    <a:pt x="355" y="305"/>
                  </a:lnTo>
                  <a:lnTo>
                    <a:pt x="353" y="304"/>
                  </a:lnTo>
                  <a:lnTo>
                    <a:pt x="351" y="299"/>
                  </a:lnTo>
                  <a:lnTo>
                    <a:pt x="351" y="296"/>
                  </a:lnTo>
                  <a:lnTo>
                    <a:pt x="353" y="297"/>
                  </a:lnTo>
                  <a:lnTo>
                    <a:pt x="354" y="296"/>
                  </a:lnTo>
                  <a:lnTo>
                    <a:pt x="354" y="293"/>
                  </a:lnTo>
                  <a:lnTo>
                    <a:pt x="351" y="291"/>
                  </a:lnTo>
                  <a:lnTo>
                    <a:pt x="351" y="288"/>
                  </a:lnTo>
                  <a:lnTo>
                    <a:pt x="353" y="286"/>
                  </a:lnTo>
                  <a:lnTo>
                    <a:pt x="354" y="286"/>
                  </a:lnTo>
                  <a:lnTo>
                    <a:pt x="353" y="284"/>
                  </a:lnTo>
                  <a:lnTo>
                    <a:pt x="349" y="284"/>
                  </a:lnTo>
                  <a:lnTo>
                    <a:pt x="347" y="279"/>
                  </a:lnTo>
                  <a:lnTo>
                    <a:pt x="346" y="278"/>
                  </a:lnTo>
                  <a:lnTo>
                    <a:pt x="345" y="279"/>
                  </a:lnTo>
                  <a:lnTo>
                    <a:pt x="342" y="276"/>
                  </a:lnTo>
                  <a:lnTo>
                    <a:pt x="342" y="272"/>
                  </a:lnTo>
                  <a:lnTo>
                    <a:pt x="344" y="270"/>
                  </a:lnTo>
                  <a:lnTo>
                    <a:pt x="342" y="268"/>
                  </a:lnTo>
                  <a:lnTo>
                    <a:pt x="341" y="266"/>
                  </a:lnTo>
                  <a:lnTo>
                    <a:pt x="344" y="265"/>
                  </a:lnTo>
                  <a:lnTo>
                    <a:pt x="347" y="258"/>
                  </a:lnTo>
                  <a:lnTo>
                    <a:pt x="350" y="257"/>
                  </a:lnTo>
                  <a:lnTo>
                    <a:pt x="350" y="255"/>
                  </a:lnTo>
                  <a:lnTo>
                    <a:pt x="349" y="253"/>
                  </a:lnTo>
                  <a:lnTo>
                    <a:pt x="349" y="250"/>
                  </a:lnTo>
                  <a:lnTo>
                    <a:pt x="351" y="247"/>
                  </a:lnTo>
                  <a:lnTo>
                    <a:pt x="349" y="245"/>
                  </a:lnTo>
                  <a:lnTo>
                    <a:pt x="349" y="241"/>
                  </a:lnTo>
                  <a:lnTo>
                    <a:pt x="350" y="240"/>
                  </a:lnTo>
                  <a:lnTo>
                    <a:pt x="349" y="237"/>
                  </a:lnTo>
                  <a:lnTo>
                    <a:pt x="349" y="234"/>
                  </a:lnTo>
                  <a:lnTo>
                    <a:pt x="347" y="233"/>
                  </a:lnTo>
                  <a:lnTo>
                    <a:pt x="349" y="229"/>
                  </a:lnTo>
                  <a:lnTo>
                    <a:pt x="349" y="228"/>
                  </a:lnTo>
                  <a:lnTo>
                    <a:pt x="347" y="225"/>
                  </a:lnTo>
                  <a:lnTo>
                    <a:pt x="347" y="221"/>
                  </a:lnTo>
                  <a:lnTo>
                    <a:pt x="347" y="216"/>
                  </a:lnTo>
                  <a:lnTo>
                    <a:pt x="350" y="216"/>
                  </a:lnTo>
                  <a:lnTo>
                    <a:pt x="351" y="216"/>
                  </a:lnTo>
                  <a:lnTo>
                    <a:pt x="351" y="217"/>
                  </a:lnTo>
                  <a:lnTo>
                    <a:pt x="351" y="218"/>
                  </a:lnTo>
                  <a:lnTo>
                    <a:pt x="354" y="217"/>
                  </a:lnTo>
                  <a:lnTo>
                    <a:pt x="358" y="217"/>
                  </a:lnTo>
                  <a:lnTo>
                    <a:pt x="361" y="216"/>
                  </a:lnTo>
                  <a:lnTo>
                    <a:pt x="362" y="216"/>
                  </a:lnTo>
                  <a:lnTo>
                    <a:pt x="365" y="217"/>
                  </a:lnTo>
                  <a:lnTo>
                    <a:pt x="366" y="216"/>
                  </a:lnTo>
                  <a:lnTo>
                    <a:pt x="369" y="216"/>
                  </a:lnTo>
                  <a:lnTo>
                    <a:pt x="376" y="218"/>
                  </a:lnTo>
                  <a:lnTo>
                    <a:pt x="379" y="218"/>
                  </a:lnTo>
                  <a:lnTo>
                    <a:pt x="382" y="220"/>
                  </a:lnTo>
                  <a:lnTo>
                    <a:pt x="383" y="221"/>
                  </a:lnTo>
                  <a:lnTo>
                    <a:pt x="380" y="222"/>
                  </a:lnTo>
                  <a:lnTo>
                    <a:pt x="382" y="225"/>
                  </a:lnTo>
                  <a:lnTo>
                    <a:pt x="382" y="228"/>
                  </a:lnTo>
                  <a:lnTo>
                    <a:pt x="383" y="229"/>
                  </a:lnTo>
                  <a:lnTo>
                    <a:pt x="383" y="233"/>
                  </a:lnTo>
                  <a:lnTo>
                    <a:pt x="384" y="237"/>
                  </a:lnTo>
                  <a:lnTo>
                    <a:pt x="384" y="243"/>
                  </a:lnTo>
                  <a:lnTo>
                    <a:pt x="386" y="245"/>
                  </a:lnTo>
                  <a:lnTo>
                    <a:pt x="384" y="247"/>
                  </a:lnTo>
                  <a:lnTo>
                    <a:pt x="386" y="249"/>
                  </a:lnTo>
                  <a:lnTo>
                    <a:pt x="386" y="251"/>
                  </a:lnTo>
                  <a:lnTo>
                    <a:pt x="383" y="251"/>
                  </a:lnTo>
                  <a:lnTo>
                    <a:pt x="384" y="254"/>
                  </a:lnTo>
                  <a:lnTo>
                    <a:pt x="387" y="257"/>
                  </a:lnTo>
                  <a:lnTo>
                    <a:pt x="388" y="261"/>
                  </a:lnTo>
                  <a:lnTo>
                    <a:pt x="391" y="261"/>
                  </a:lnTo>
                  <a:lnTo>
                    <a:pt x="391" y="262"/>
                  </a:lnTo>
                  <a:lnTo>
                    <a:pt x="394" y="261"/>
                  </a:lnTo>
                  <a:lnTo>
                    <a:pt x="395" y="262"/>
                  </a:lnTo>
                  <a:lnTo>
                    <a:pt x="395" y="266"/>
                  </a:lnTo>
                  <a:lnTo>
                    <a:pt x="399" y="268"/>
                  </a:lnTo>
                  <a:lnTo>
                    <a:pt x="400" y="271"/>
                  </a:lnTo>
                  <a:lnTo>
                    <a:pt x="400" y="278"/>
                  </a:lnTo>
                  <a:lnTo>
                    <a:pt x="403" y="280"/>
                  </a:lnTo>
                  <a:lnTo>
                    <a:pt x="403" y="282"/>
                  </a:lnTo>
                  <a:lnTo>
                    <a:pt x="401" y="283"/>
                  </a:lnTo>
                  <a:lnTo>
                    <a:pt x="404" y="286"/>
                  </a:lnTo>
                  <a:lnTo>
                    <a:pt x="404" y="290"/>
                  </a:lnTo>
                  <a:lnTo>
                    <a:pt x="408" y="295"/>
                  </a:lnTo>
                  <a:lnTo>
                    <a:pt x="407" y="297"/>
                  </a:lnTo>
                  <a:lnTo>
                    <a:pt x="408" y="300"/>
                  </a:lnTo>
                  <a:lnTo>
                    <a:pt x="411" y="303"/>
                  </a:lnTo>
                  <a:lnTo>
                    <a:pt x="409" y="304"/>
                  </a:lnTo>
                  <a:lnTo>
                    <a:pt x="411" y="305"/>
                  </a:lnTo>
                  <a:lnTo>
                    <a:pt x="412" y="311"/>
                  </a:lnTo>
                  <a:lnTo>
                    <a:pt x="417" y="317"/>
                  </a:lnTo>
                  <a:lnTo>
                    <a:pt x="421" y="318"/>
                  </a:lnTo>
                  <a:lnTo>
                    <a:pt x="423" y="320"/>
                  </a:lnTo>
                  <a:lnTo>
                    <a:pt x="424" y="320"/>
                  </a:lnTo>
                  <a:lnTo>
                    <a:pt x="428" y="324"/>
                  </a:lnTo>
                  <a:lnTo>
                    <a:pt x="428" y="325"/>
                  </a:lnTo>
                  <a:lnTo>
                    <a:pt x="426" y="325"/>
                  </a:lnTo>
                  <a:lnTo>
                    <a:pt x="426" y="328"/>
                  </a:lnTo>
                  <a:lnTo>
                    <a:pt x="425" y="330"/>
                  </a:lnTo>
                  <a:lnTo>
                    <a:pt x="428" y="336"/>
                  </a:lnTo>
                  <a:lnTo>
                    <a:pt x="430" y="338"/>
                  </a:lnTo>
                  <a:lnTo>
                    <a:pt x="430" y="342"/>
                  </a:lnTo>
                  <a:lnTo>
                    <a:pt x="428" y="343"/>
                  </a:lnTo>
                  <a:lnTo>
                    <a:pt x="428" y="345"/>
                  </a:lnTo>
                  <a:lnTo>
                    <a:pt x="426" y="346"/>
                  </a:lnTo>
                  <a:lnTo>
                    <a:pt x="428" y="349"/>
                  </a:lnTo>
                  <a:lnTo>
                    <a:pt x="428" y="353"/>
                  </a:lnTo>
                  <a:lnTo>
                    <a:pt x="425" y="354"/>
                  </a:lnTo>
                  <a:lnTo>
                    <a:pt x="425" y="355"/>
                  </a:lnTo>
                  <a:lnTo>
                    <a:pt x="428" y="355"/>
                  </a:lnTo>
                  <a:lnTo>
                    <a:pt x="428" y="357"/>
                  </a:lnTo>
                  <a:lnTo>
                    <a:pt x="425" y="358"/>
                  </a:lnTo>
                  <a:lnTo>
                    <a:pt x="425" y="363"/>
                  </a:lnTo>
                  <a:lnTo>
                    <a:pt x="424" y="365"/>
                  </a:lnTo>
                  <a:lnTo>
                    <a:pt x="421" y="363"/>
                  </a:lnTo>
                  <a:lnTo>
                    <a:pt x="421" y="365"/>
                  </a:lnTo>
                  <a:lnTo>
                    <a:pt x="423" y="367"/>
                  </a:lnTo>
                  <a:lnTo>
                    <a:pt x="424" y="370"/>
                  </a:lnTo>
                  <a:lnTo>
                    <a:pt x="421" y="370"/>
                  </a:lnTo>
                  <a:lnTo>
                    <a:pt x="419" y="372"/>
                  </a:lnTo>
                  <a:lnTo>
                    <a:pt x="415" y="372"/>
                  </a:lnTo>
                  <a:lnTo>
                    <a:pt x="412" y="371"/>
                  </a:lnTo>
                  <a:lnTo>
                    <a:pt x="416" y="368"/>
                  </a:lnTo>
                  <a:lnTo>
                    <a:pt x="416" y="367"/>
                  </a:lnTo>
                  <a:lnTo>
                    <a:pt x="413" y="367"/>
                  </a:lnTo>
                  <a:lnTo>
                    <a:pt x="413" y="368"/>
                  </a:lnTo>
                  <a:lnTo>
                    <a:pt x="411" y="368"/>
                  </a:lnTo>
                  <a:lnTo>
                    <a:pt x="405" y="366"/>
                  </a:lnTo>
                  <a:lnTo>
                    <a:pt x="405" y="367"/>
                  </a:lnTo>
                  <a:lnTo>
                    <a:pt x="397" y="368"/>
                  </a:lnTo>
                  <a:lnTo>
                    <a:pt x="395" y="368"/>
                  </a:lnTo>
                  <a:lnTo>
                    <a:pt x="392" y="371"/>
                  </a:lnTo>
                  <a:lnTo>
                    <a:pt x="395" y="372"/>
                  </a:lnTo>
                  <a:lnTo>
                    <a:pt x="395" y="372"/>
                  </a:lnTo>
                  <a:lnTo>
                    <a:pt x="396" y="371"/>
                  </a:lnTo>
                  <a:lnTo>
                    <a:pt x="400" y="370"/>
                  </a:lnTo>
                  <a:lnTo>
                    <a:pt x="401" y="372"/>
                  </a:lnTo>
                  <a:lnTo>
                    <a:pt x="404" y="375"/>
                  </a:lnTo>
                  <a:lnTo>
                    <a:pt x="413" y="376"/>
                  </a:lnTo>
                  <a:lnTo>
                    <a:pt x="417" y="378"/>
                  </a:lnTo>
                  <a:lnTo>
                    <a:pt x="421" y="376"/>
                  </a:lnTo>
                  <a:lnTo>
                    <a:pt x="425" y="376"/>
                  </a:lnTo>
                  <a:lnTo>
                    <a:pt x="426" y="378"/>
                  </a:lnTo>
                  <a:lnTo>
                    <a:pt x="430" y="379"/>
                  </a:lnTo>
                  <a:lnTo>
                    <a:pt x="434" y="378"/>
                  </a:lnTo>
                  <a:lnTo>
                    <a:pt x="434" y="375"/>
                  </a:lnTo>
                  <a:lnTo>
                    <a:pt x="433" y="372"/>
                  </a:lnTo>
                  <a:lnTo>
                    <a:pt x="433" y="370"/>
                  </a:lnTo>
                  <a:lnTo>
                    <a:pt x="434" y="368"/>
                  </a:lnTo>
                  <a:lnTo>
                    <a:pt x="437" y="367"/>
                  </a:lnTo>
                  <a:lnTo>
                    <a:pt x="437" y="366"/>
                  </a:lnTo>
                  <a:lnTo>
                    <a:pt x="440" y="362"/>
                  </a:lnTo>
                  <a:lnTo>
                    <a:pt x="441" y="359"/>
                  </a:lnTo>
                  <a:lnTo>
                    <a:pt x="442" y="354"/>
                  </a:lnTo>
                  <a:lnTo>
                    <a:pt x="441" y="351"/>
                  </a:lnTo>
                  <a:lnTo>
                    <a:pt x="441" y="347"/>
                  </a:lnTo>
                  <a:lnTo>
                    <a:pt x="445" y="341"/>
                  </a:lnTo>
                  <a:lnTo>
                    <a:pt x="445" y="338"/>
                  </a:lnTo>
                  <a:lnTo>
                    <a:pt x="441" y="329"/>
                  </a:lnTo>
                  <a:lnTo>
                    <a:pt x="437" y="326"/>
                  </a:lnTo>
                  <a:lnTo>
                    <a:pt x="436" y="325"/>
                  </a:lnTo>
                  <a:lnTo>
                    <a:pt x="434" y="318"/>
                  </a:lnTo>
                  <a:lnTo>
                    <a:pt x="438" y="315"/>
                  </a:lnTo>
                  <a:lnTo>
                    <a:pt x="441" y="312"/>
                  </a:lnTo>
                  <a:lnTo>
                    <a:pt x="444" y="312"/>
                  </a:lnTo>
                  <a:lnTo>
                    <a:pt x="449" y="307"/>
                  </a:lnTo>
                  <a:lnTo>
                    <a:pt x="451" y="307"/>
                  </a:lnTo>
                  <a:lnTo>
                    <a:pt x="455" y="311"/>
                  </a:lnTo>
                  <a:lnTo>
                    <a:pt x="455" y="313"/>
                  </a:lnTo>
                  <a:lnTo>
                    <a:pt x="459" y="316"/>
                  </a:lnTo>
                  <a:lnTo>
                    <a:pt x="461" y="317"/>
                  </a:lnTo>
                  <a:lnTo>
                    <a:pt x="461" y="317"/>
                  </a:lnTo>
                  <a:lnTo>
                    <a:pt x="465" y="321"/>
                  </a:lnTo>
                  <a:lnTo>
                    <a:pt x="463" y="324"/>
                  </a:lnTo>
                  <a:lnTo>
                    <a:pt x="466" y="325"/>
                  </a:lnTo>
                  <a:lnTo>
                    <a:pt x="466" y="328"/>
                  </a:lnTo>
                  <a:lnTo>
                    <a:pt x="469" y="330"/>
                  </a:lnTo>
                  <a:lnTo>
                    <a:pt x="469" y="334"/>
                  </a:lnTo>
                  <a:lnTo>
                    <a:pt x="469" y="334"/>
                  </a:lnTo>
                  <a:lnTo>
                    <a:pt x="470" y="337"/>
                  </a:lnTo>
                  <a:lnTo>
                    <a:pt x="473" y="338"/>
                  </a:lnTo>
                  <a:lnTo>
                    <a:pt x="475" y="340"/>
                  </a:lnTo>
                  <a:lnTo>
                    <a:pt x="479" y="340"/>
                  </a:lnTo>
                  <a:lnTo>
                    <a:pt x="480" y="338"/>
                  </a:lnTo>
                  <a:lnTo>
                    <a:pt x="484" y="338"/>
                  </a:lnTo>
                  <a:lnTo>
                    <a:pt x="486" y="337"/>
                  </a:lnTo>
                  <a:lnTo>
                    <a:pt x="487" y="336"/>
                  </a:lnTo>
                  <a:lnTo>
                    <a:pt x="486" y="336"/>
                  </a:lnTo>
                  <a:lnTo>
                    <a:pt x="483" y="336"/>
                  </a:lnTo>
                  <a:lnTo>
                    <a:pt x="482" y="334"/>
                  </a:lnTo>
                  <a:lnTo>
                    <a:pt x="480" y="337"/>
                  </a:lnTo>
                  <a:lnTo>
                    <a:pt x="477" y="337"/>
                  </a:lnTo>
                  <a:lnTo>
                    <a:pt x="475" y="336"/>
                  </a:lnTo>
                  <a:lnTo>
                    <a:pt x="473" y="336"/>
                  </a:lnTo>
                  <a:lnTo>
                    <a:pt x="471" y="333"/>
                  </a:lnTo>
                  <a:lnTo>
                    <a:pt x="473" y="332"/>
                  </a:lnTo>
                  <a:lnTo>
                    <a:pt x="470" y="330"/>
                  </a:lnTo>
                  <a:lnTo>
                    <a:pt x="469" y="326"/>
                  </a:lnTo>
                  <a:lnTo>
                    <a:pt x="469" y="322"/>
                  </a:lnTo>
                  <a:lnTo>
                    <a:pt x="471" y="322"/>
                  </a:lnTo>
                  <a:lnTo>
                    <a:pt x="474" y="321"/>
                  </a:lnTo>
                  <a:lnTo>
                    <a:pt x="471" y="320"/>
                  </a:lnTo>
                  <a:lnTo>
                    <a:pt x="471" y="317"/>
                  </a:lnTo>
                  <a:lnTo>
                    <a:pt x="470" y="317"/>
                  </a:lnTo>
                  <a:lnTo>
                    <a:pt x="470" y="315"/>
                  </a:lnTo>
                  <a:lnTo>
                    <a:pt x="466" y="313"/>
                  </a:lnTo>
                  <a:lnTo>
                    <a:pt x="466" y="311"/>
                  </a:lnTo>
                  <a:lnTo>
                    <a:pt x="463" y="308"/>
                  </a:lnTo>
                  <a:lnTo>
                    <a:pt x="459" y="308"/>
                  </a:lnTo>
                  <a:lnTo>
                    <a:pt x="453" y="305"/>
                  </a:lnTo>
                  <a:lnTo>
                    <a:pt x="451" y="303"/>
                  </a:lnTo>
                  <a:lnTo>
                    <a:pt x="449" y="304"/>
                  </a:lnTo>
                  <a:lnTo>
                    <a:pt x="445" y="301"/>
                  </a:lnTo>
                  <a:lnTo>
                    <a:pt x="444" y="301"/>
                  </a:lnTo>
                  <a:lnTo>
                    <a:pt x="440" y="301"/>
                  </a:lnTo>
                  <a:lnTo>
                    <a:pt x="437" y="304"/>
                  </a:lnTo>
                  <a:lnTo>
                    <a:pt x="437" y="307"/>
                  </a:lnTo>
                  <a:lnTo>
                    <a:pt x="434" y="308"/>
                  </a:lnTo>
                  <a:lnTo>
                    <a:pt x="430" y="307"/>
                  </a:lnTo>
                  <a:lnTo>
                    <a:pt x="428" y="309"/>
                  </a:lnTo>
                  <a:lnTo>
                    <a:pt x="424" y="308"/>
                  </a:lnTo>
                  <a:lnTo>
                    <a:pt x="423" y="307"/>
                  </a:lnTo>
                  <a:lnTo>
                    <a:pt x="423" y="304"/>
                  </a:lnTo>
                  <a:lnTo>
                    <a:pt x="423" y="301"/>
                  </a:lnTo>
                  <a:lnTo>
                    <a:pt x="419" y="296"/>
                  </a:lnTo>
                  <a:lnTo>
                    <a:pt x="417" y="293"/>
                  </a:lnTo>
                  <a:lnTo>
                    <a:pt x="417" y="288"/>
                  </a:lnTo>
                  <a:lnTo>
                    <a:pt x="415" y="284"/>
                  </a:lnTo>
                  <a:lnTo>
                    <a:pt x="415" y="282"/>
                  </a:lnTo>
                  <a:lnTo>
                    <a:pt x="416" y="274"/>
                  </a:lnTo>
                  <a:lnTo>
                    <a:pt x="413" y="268"/>
                  </a:lnTo>
                  <a:lnTo>
                    <a:pt x="411" y="266"/>
                  </a:lnTo>
                  <a:lnTo>
                    <a:pt x="408" y="266"/>
                  </a:lnTo>
                  <a:lnTo>
                    <a:pt x="407" y="263"/>
                  </a:lnTo>
                  <a:lnTo>
                    <a:pt x="401" y="258"/>
                  </a:lnTo>
                  <a:lnTo>
                    <a:pt x="397" y="255"/>
                  </a:lnTo>
                  <a:lnTo>
                    <a:pt x="396" y="253"/>
                  </a:lnTo>
                  <a:lnTo>
                    <a:pt x="399" y="247"/>
                  </a:lnTo>
                  <a:lnTo>
                    <a:pt x="397" y="245"/>
                  </a:lnTo>
                  <a:lnTo>
                    <a:pt x="396" y="242"/>
                  </a:lnTo>
                  <a:lnTo>
                    <a:pt x="396" y="241"/>
                  </a:lnTo>
                  <a:lnTo>
                    <a:pt x="399" y="238"/>
                  </a:lnTo>
                  <a:lnTo>
                    <a:pt x="403" y="234"/>
                  </a:lnTo>
                  <a:lnTo>
                    <a:pt x="404" y="229"/>
                  </a:lnTo>
                  <a:lnTo>
                    <a:pt x="401" y="222"/>
                  </a:lnTo>
                  <a:lnTo>
                    <a:pt x="397" y="213"/>
                  </a:lnTo>
                  <a:lnTo>
                    <a:pt x="399" y="212"/>
                  </a:lnTo>
                  <a:lnTo>
                    <a:pt x="401" y="215"/>
                  </a:lnTo>
                  <a:lnTo>
                    <a:pt x="403" y="217"/>
                  </a:lnTo>
                  <a:lnTo>
                    <a:pt x="404" y="218"/>
                  </a:lnTo>
                  <a:lnTo>
                    <a:pt x="405" y="220"/>
                  </a:lnTo>
                  <a:lnTo>
                    <a:pt x="405" y="224"/>
                  </a:lnTo>
                  <a:lnTo>
                    <a:pt x="408" y="225"/>
                  </a:lnTo>
                  <a:lnTo>
                    <a:pt x="408" y="230"/>
                  </a:lnTo>
                  <a:lnTo>
                    <a:pt x="409" y="234"/>
                  </a:lnTo>
                  <a:lnTo>
                    <a:pt x="408" y="237"/>
                  </a:lnTo>
                  <a:lnTo>
                    <a:pt x="409" y="240"/>
                  </a:lnTo>
                  <a:lnTo>
                    <a:pt x="413" y="242"/>
                  </a:lnTo>
                  <a:lnTo>
                    <a:pt x="413" y="245"/>
                  </a:lnTo>
                  <a:lnTo>
                    <a:pt x="416" y="246"/>
                  </a:lnTo>
                  <a:lnTo>
                    <a:pt x="416" y="249"/>
                  </a:lnTo>
                  <a:lnTo>
                    <a:pt x="413" y="250"/>
                  </a:lnTo>
                  <a:lnTo>
                    <a:pt x="415" y="251"/>
                  </a:lnTo>
                  <a:lnTo>
                    <a:pt x="417" y="251"/>
                  </a:lnTo>
                  <a:lnTo>
                    <a:pt x="421" y="253"/>
                  </a:lnTo>
                  <a:lnTo>
                    <a:pt x="425" y="253"/>
                  </a:lnTo>
                  <a:lnTo>
                    <a:pt x="428" y="251"/>
                  </a:lnTo>
                  <a:lnTo>
                    <a:pt x="429" y="254"/>
                  </a:lnTo>
                  <a:lnTo>
                    <a:pt x="430" y="255"/>
                  </a:lnTo>
                  <a:lnTo>
                    <a:pt x="432" y="253"/>
                  </a:lnTo>
                  <a:lnTo>
                    <a:pt x="436" y="253"/>
                  </a:lnTo>
                  <a:lnTo>
                    <a:pt x="437" y="251"/>
                  </a:lnTo>
                  <a:lnTo>
                    <a:pt x="440" y="251"/>
                  </a:lnTo>
                  <a:lnTo>
                    <a:pt x="442" y="255"/>
                  </a:lnTo>
                  <a:lnTo>
                    <a:pt x="445" y="255"/>
                  </a:lnTo>
                  <a:lnTo>
                    <a:pt x="448" y="258"/>
                  </a:lnTo>
                  <a:lnTo>
                    <a:pt x="453" y="257"/>
                  </a:lnTo>
                  <a:lnTo>
                    <a:pt x="454" y="254"/>
                  </a:lnTo>
                  <a:lnTo>
                    <a:pt x="453" y="255"/>
                  </a:lnTo>
                  <a:lnTo>
                    <a:pt x="448" y="255"/>
                  </a:lnTo>
                  <a:lnTo>
                    <a:pt x="448" y="253"/>
                  </a:lnTo>
                  <a:lnTo>
                    <a:pt x="445" y="253"/>
                  </a:lnTo>
                  <a:lnTo>
                    <a:pt x="444" y="249"/>
                  </a:lnTo>
                  <a:lnTo>
                    <a:pt x="440" y="249"/>
                  </a:lnTo>
                  <a:lnTo>
                    <a:pt x="440" y="247"/>
                  </a:lnTo>
                  <a:lnTo>
                    <a:pt x="438" y="247"/>
                  </a:lnTo>
                  <a:lnTo>
                    <a:pt x="437" y="249"/>
                  </a:lnTo>
                  <a:lnTo>
                    <a:pt x="432" y="249"/>
                  </a:lnTo>
                  <a:lnTo>
                    <a:pt x="429" y="246"/>
                  </a:lnTo>
                  <a:lnTo>
                    <a:pt x="425" y="246"/>
                  </a:lnTo>
                  <a:lnTo>
                    <a:pt x="421" y="242"/>
                  </a:lnTo>
                  <a:lnTo>
                    <a:pt x="420" y="240"/>
                  </a:lnTo>
                  <a:lnTo>
                    <a:pt x="419" y="240"/>
                  </a:lnTo>
                  <a:lnTo>
                    <a:pt x="415" y="234"/>
                  </a:lnTo>
                  <a:lnTo>
                    <a:pt x="417" y="233"/>
                  </a:lnTo>
                  <a:lnTo>
                    <a:pt x="419" y="232"/>
                  </a:lnTo>
                  <a:lnTo>
                    <a:pt x="421" y="230"/>
                  </a:lnTo>
                  <a:lnTo>
                    <a:pt x="423" y="230"/>
                  </a:lnTo>
                  <a:lnTo>
                    <a:pt x="426" y="233"/>
                  </a:lnTo>
                  <a:lnTo>
                    <a:pt x="432" y="236"/>
                  </a:lnTo>
                  <a:lnTo>
                    <a:pt x="434" y="236"/>
                  </a:lnTo>
                  <a:lnTo>
                    <a:pt x="437" y="230"/>
                  </a:lnTo>
                  <a:lnTo>
                    <a:pt x="436" y="226"/>
                  </a:lnTo>
                  <a:lnTo>
                    <a:pt x="430" y="225"/>
                  </a:lnTo>
                  <a:lnTo>
                    <a:pt x="426" y="228"/>
                  </a:lnTo>
                  <a:lnTo>
                    <a:pt x="425" y="225"/>
                  </a:lnTo>
                  <a:lnTo>
                    <a:pt x="426" y="224"/>
                  </a:lnTo>
                  <a:lnTo>
                    <a:pt x="428" y="225"/>
                  </a:lnTo>
                  <a:lnTo>
                    <a:pt x="429" y="224"/>
                  </a:lnTo>
                  <a:lnTo>
                    <a:pt x="429" y="221"/>
                  </a:lnTo>
                  <a:lnTo>
                    <a:pt x="432" y="217"/>
                  </a:lnTo>
                  <a:lnTo>
                    <a:pt x="434" y="216"/>
                  </a:lnTo>
                  <a:lnTo>
                    <a:pt x="437" y="216"/>
                  </a:lnTo>
                  <a:lnTo>
                    <a:pt x="445" y="216"/>
                  </a:lnTo>
                  <a:lnTo>
                    <a:pt x="448" y="220"/>
                  </a:lnTo>
                  <a:lnTo>
                    <a:pt x="451" y="221"/>
                  </a:lnTo>
                  <a:lnTo>
                    <a:pt x="458" y="222"/>
                  </a:lnTo>
                  <a:lnTo>
                    <a:pt x="458" y="225"/>
                  </a:lnTo>
                  <a:lnTo>
                    <a:pt x="461" y="226"/>
                  </a:lnTo>
                  <a:lnTo>
                    <a:pt x="466" y="230"/>
                  </a:lnTo>
                  <a:lnTo>
                    <a:pt x="470" y="232"/>
                  </a:lnTo>
                  <a:lnTo>
                    <a:pt x="475" y="230"/>
                  </a:lnTo>
                  <a:lnTo>
                    <a:pt x="480" y="228"/>
                  </a:lnTo>
                  <a:lnTo>
                    <a:pt x="483" y="229"/>
                  </a:lnTo>
                  <a:lnTo>
                    <a:pt x="483" y="229"/>
                  </a:lnTo>
                  <a:lnTo>
                    <a:pt x="486" y="229"/>
                  </a:lnTo>
                  <a:lnTo>
                    <a:pt x="486" y="233"/>
                  </a:lnTo>
                  <a:lnTo>
                    <a:pt x="486" y="236"/>
                  </a:lnTo>
                  <a:lnTo>
                    <a:pt x="486" y="237"/>
                  </a:lnTo>
                  <a:lnTo>
                    <a:pt x="483" y="240"/>
                  </a:lnTo>
                  <a:lnTo>
                    <a:pt x="482" y="242"/>
                  </a:lnTo>
                  <a:lnTo>
                    <a:pt x="484" y="245"/>
                  </a:lnTo>
                  <a:lnTo>
                    <a:pt x="484" y="249"/>
                  </a:lnTo>
                  <a:lnTo>
                    <a:pt x="488" y="253"/>
                  </a:lnTo>
                  <a:lnTo>
                    <a:pt x="488" y="255"/>
                  </a:lnTo>
                  <a:lnTo>
                    <a:pt x="487" y="257"/>
                  </a:lnTo>
                  <a:lnTo>
                    <a:pt x="487" y="265"/>
                  </a:lnTo>
                  <a:lnTo>
                    <a:pt x="490" y="265"/>
                  </a:lnTo>
                  <a:lnTo>
                    <a:pt x="490" y="262"/>
                  </a:lnTo>
                  <a:lnTo>
                    <a:pt x="490" y="261"/>
                  </a:lnTo>
                  <a:lnTo>
                    <a:pt x="491" y="258"/>
                  </a:lnTo>
                  <a:lnTo>
                    <a:pt x="490" y="255"/>
                  </a:lnTo>
                  <a:lnTo>
                    <a:pt x="492" y="254"/>
                  </a:lnTo>
                  <a:lnTo>
                    <a:pt x="494" y="251"/>
                  </a:lnTo>
                  <a:lnTo>
                    <a:pt x="495" y="253"/>
                  </a:lnTo>
                  <a:lnTo>
                    <a:pt x="496" y="257"/>
                  </a:lnTo>
                  <a:lnTo>
                    <a:pt x="498" y="262"/>
                  </a:lnTo>
                  <a:lnTo>
                    <a:pt x="498" y="263"/>
                  </a:lnTo>
                  <a:lnTo>
                    <a:pt x="496" y="265"/>
                  </a:lnTo>
                  <a:lnTo>
                    <a:pt x="496" y="267"/>
                  </a:lnTo>
                  <a:lnTo>
                    <a:pt x="495" y="268"/>
                  </a:lnTo>
                  <a:lnTo>
                    <a:pt x="499" y="271"/>
                  </a:lnTo>
                  <a:lnTo>
                    <a:pt x="503" y="271"/>
                  </a:lnTo>
                  <a:lnTo>
                    <a:pt x="507" y="272"/>
                  </a:lnTo>
                  <a:lnTo>
                    <a:pt x="509" y="275"/>
                  </a:lnTo>
                  <a:lnTo>
                    <a:pt x="508" y="278"/>
                  </a:lnTo>
                  <a:lnTo>
                    <a:pt x="511" y="279"/>
                  </a:lnTo>
                  <a:lnTo>
                    <a:pt x="516" y="279"/>
                  </a:lnTo>
                  <a:lnTo>
                    <a:pt x="521" y="284"/>
                  </a:lnTo>
                  <a:lnTo>
                    <a:pt x="520" y="283"/>
                  </a:lnTo>
                  <a:lnTo>
                    <a:pt x="520" y="279"/>
                  </a:lnTo>
                  <a:lnTo>
                    <a:pt x="524" y="275"/>
                  </a:lnTo>
                  <a:lnTo>
                    <a:pt x="527" y="275"/>
                  </a:lnTo>
                  <a:lnTo>
                    <a:pt x="532" y="279"/>
                  </a:lnTo>
                  <a:lnTo>
                    <a:pt x="536" y="279"/>
                  </a:lnTo>
                  <a:lnTo>
                    <a:pt x="537" y="282"/>
                  </a:lnTo>
                  <a:lnTo>
                    <a:pt x="538" y="287"/>
                  </a:lnTo>
                  <a:lnTo>
                    <a:pt x="538" y="282"/>
                  </a:lnTo>
                  <a:lnTo>
                    <a:pt x="537" y="279"/>
                  </a:lnTo>
                  <a:lnTo>
                    <a:pt x="534" y="279"/>
                  </a:lnTo>
                  <a:lnTo>
                    <a:pt x="530" y="278"/>
                  </a:lnTo>
                  <a:lnTo>
                    <a:pt x="527" y="274"/>
                  </a:lnTo>
                  <a:lnTo>
                    <a:pt x="523" y="275"/>
                  </a:lnTo>
                  <a:lnTo>
                    <a:pt x="519" y="278"/>
                  </a:lnTo>
                  <a:lnTo>
                    <a:pt x="517" y="278"/>
                  </a:lnTo>
                  <a:lnTo>
                    <a:pt x="516" y="278"/>
                  </a:lnTo>
                  <a:lnTo>
                    <a:pt x="512" y="276"/>
                  </a:lnTo>
                  <a:lnTo>
                    <a:pt x="508" y="271"/>
                  </a:lnTo>
                  <a:lnTo>
                    <a:pt x="505" y="270"/>
                  </a:lnTo>
                  <a:lnTo>
                    <a:pt x="502" y="270"/>
                  </a:lnTo>
                  <a:lnTo>
                    <a:pt x="499" y="266"/>
                  </a:lnTo>
                  <a:lnTo>
                    <a:pt x="502" y="267"/>
                  </a:lnTo>
                  <a:lnTo>
                    <a:pt x="503" y="266"/>
                  </a:lnTo>
                  <a:lnTo>
                    <a:pt x="505" y="261"/>
                  </a:lnTo>
                  <a:lnTo>
                    <a:pt x="504" y="259"/>
                  </a:lnTo>
                  <a:lnTo>
                    <a:pt x="502" y="255"/>
                  </a:lnTo>
                  <a:lnTo>
                    <a:pt x="500" y="250"/>
                  </a:lnTo>
                  <a:lnTo>
                    <a:pt x="496" y="245"/>
                  </a:lnTo>
                  <a:lnTo>
                    <a:pt x="494" y="243"/>
                  </a:lnTo>
                  <a:lnTo>
                    <a:pt x="491" y="241"/>
                  </a:lnTo>
                  <a:lnTo>
                    <a:pt x="492" y="238"/>
                  </a:lnTo>
                  <a:lnTo>
                    <a:pt x="491" y="236"/>
                  </a:lnTo>
                  <a:lnTo>
                    <a:pt x="491" y="229"/>
                  </a:lnTo>
                  <a:lnTo>
                    <a:pt x="488" y="226"/>
                  </a:lnTo>
                  <a:lnTo>
                    <a:pt x="487" y="226"/>
                  </a:lnTo>
                  <a:lnTo>
                    <a:pt x="482" y="224"/>
                  </a:lnTo>
                  <a:lnTo>
                    <a:pt x="477" y="224"/>
                  </a:lnTo>
                  <a:lnTo>
                    <a:pt x="474" y="220"/>
                  </a:lnTo>
                  <a:lnTo>
                    <a:pt x="471" y="218"/>
                  </a:lnTo>
                  <a:lnTo>
                    <a:pt x="471" y="215"/>
                  </a:lnTo>
                  <a:lnTo>
                    <a:pt x="470" y="213"/>
                  </a:lnTo>
                  <a:lnTo>
                    <a:pt x="470" y="212"/>
                  </a:lnTo>
                  <a:lnTo>
                    <a:pt x="467" y="213"/>
                  </a:lnTo>
                  <a:lnTo>
                    <a:pt x="458" y="213"/>
                  </a:lnTo>
                  <a:lnTo>
                    <a:pt x="455" y="213"/>
                  </a:lnTo>
                  <a:lnTo>
                    <a:pt x="453" y="211"/>
                  </a:lnTo>
                  <a:lnTo>
                    <a:pt x="451" y="208"/>
                  </a:lnTo>
                  <a:lnTo>
                    <a:pt x="451" y="208"/>
                  </a:lnTo>
                  <a:lnTo>
                    <a:pt x="450" y="205"/>
                  </a:lnTo>
                  <a:lnTo>
                    <a:pt x="450" y="201"/>
                  </a:lnTo>
                  <a:lnTo>
                    <a:pt x="448" y="196"/>
                  </a:lnTo>
                  <a:lnTo>
                    <a:pt x="444" y="193"/>
                  </a:lnTo>
                  <a:lnTo>
                    <a:pt x="444" y="192"/>
                  </a:lnTo>
                  <a:lnTo>
                    <a:pt x="444" y="191"/>
                  </a:lnTo>
                  <a:lnTo>
                    <a:pt x="441" y="190"/>
                  </a:lnTo>
                  <a:lnTo>
                    <a:pt x="440" y="188"/>
                  </a:lnTo>
                  <a:lnTo>
                    <a:pt x="441" y="186"/>
                  </a:lnTo>
                  <a:lnTo>
                    <a:pt x="441" y="183"/>
                  </a:lnTo>
                  <a:lnTo>
                    <a:pt x="438" y="182"/>
                  </a:lnTo>
                  <a:lnTo>
                    <a:pt x="440" y="180"/>
                  </a:lnTo>
                  <a:lnTo>
                    <a:pt x="444" y="180"/>
                  </a:lnTo>
                  <a:lnTo>
                    <a:pt x="446" y="176"/>
                  </a:lnTo>
                  <a:lnTo>
                    <a:pt x="449" y="176"/>
                  </a:lnTo>
                  <a:lnTo>
                    <a:pt x="455" y="175"/>
                  </a:lnTo>
                  <a:lnTo>
                    <a:pt x="465" y="172"/>
                  </a:lnTo>
                  <a:lnTo>
                    <a:pt x="467" y="170"/>
                  </a:lnTo>
                  <a:lnTo>
                    <a:pt x="471" y="168"/>
                  </a:lnTo>
                  <a:lnTo>
                    <a:pt x="473" y="170"/>
                  </a:lnTo>
                  <a:lnTo>
                    <a:pt x="477" y="168"/>
                  </a:lnTo>
                  <a:lnTo>
                    <a:pt x="478" y="166"/>
                  </a:lnTo>
                  <a:lnTo>
                    <a:pt x="482" y="165"/>
                  </a:lnTo>
                  <a:lnTo>
                    <a:pt x="490" y="161"/>
                  </a:lnTo>
                  <a:lnTo>
                    <a:pt x="491" y="162"/>
                  </a:lnTo>
                  <a:lnTo>
                    <a:pt x="490" y="165"/>
                  </a:lnTo>
                  <a:lnTo>
                    <a:pt x="490" y="166"/>
                  </a:lnTo>
                  <a:lnTo>
                    <a:pt x="488" y="167"/>
                  </a:lnTo>
                  <a:lnTo>
                    <a:pt x="486" y="172"/>
                  </a:lnTo>
                  <a:lnTo>
                    <a:pt x="486" y="174"/>
                  </a:lnTo>
                  <a:lnTo>
                    <a:pt x="491" y="178"/>
                  </a:lnTo>
                  <a:lnTo>
                    <a:pt x="495" y="178"/>
                  </a:lnTo>
                  <a:lnTo>
                    <a:pt x="492" y="178"/>
                  </a:lnTo>
                  <a:lnTo>
                    <a:pt x="488" y="172"/>
                  </a:lnTo>
                  <a:lnTo>
                    <a:pt x="488" y="171"/>
                  </a:lnTo>
                  <a:lnTo>
                    <a:pt x="490" y="168"/>
                  </a:lnTo>
                  <a:lnTo>
                    <a:pt x="495" y="166"/>
                  </a:lnTo>
                  <a:lnTo>
                    <a:pt x="496" y="162"/>
                  </a:lnTo>
                  <a:lnTo>
                    <a:pt x="495" y="158"/>
                  </a:lnTo>
                  <a:lnTo>
                    <a:pt x="492" y="158"/>
                  </a:lnTo>
                  <a:lnTo>
                    <a:pt x="488" y="155"/>
                  </a:lnTo>
                  <a:lnTo>
                    <a:pt x="490" y="154"/>
                  </a:lnTo>
                  <a:lnTo>
                    <a:pt x="486" y="154"/>
                  </a:lnTo>
                  <a:lnTo>
                    <a:pt x="484" y="155"/>
                  </a:lnTo>
                  <a:lnTo>
                    <a:pt x="483" y="154"/>
                  </a:lnTo>
                  <a:lnTo>
                    <a:pt x="482" y="150"/>
                  </a:lnTo>
                  <a:lnTo>
                    <a:pt x="478" y="151"/>
                  </a:lnTo>
                  <a:lnTo>
                    <a:pt x="477" y="151"/>
                  </a:lnTo>
                  <a:lnTo>
                    <a:pt x="473" y="149"/>
                  </a:lnTo>
                  <a:lnTo>
                    <a:pt x="474" y="147"/>
                  </a:lnTo>
                  <a:lnTo>
                    <a:pt x="475" y="146"/>
                  </a:lnTo>
                  <a:lnTo>
                    <a:pt x="477" y="145"/>
                  </a:lnTo>
                  <a:lnTo>
                    <a:pt x="478" y="147"/>
                  </a:lnTo>
                  <a:lnTo>
                    <a:pt x="480" y="147"/>
                  </a:lnTo>
                  <a:lnTo>
                    <a:pt x="483" y="146"/>
                  </a:lnTo>
                  <a:lnTo>
                    <a:pt x="483" y="145"/>
                  </a:lnTo>
                  <a:lnTo>
                    <a:pt x="482" y="145"/>
                  </a:lnTo>
                  <a:lnTo>
                    <a:pt x="479" y="146"/>
                  </a:lnTo>
                  <a:lnTo>
                    <a:pt x="477" y="143"/>
                  </a:lnTo>
                  <a:lnTo>
                    <a:pt x="477" y="141"/>
                  </a:lnTo>
                  <a:lnTo>
                    <a:pt x="474" y="141"/>
                  </a:lnTo>
                  <a:lnTo>
                    <a:pt x="470" y="140"/>
                  </a:lnTo>
                  <a:lnTo>
                    <a:pt x="467" y="141"/>
                  </a:lnTo>
                  <a:lnTo>
                    <a:pt x="466" y="138"/>
                  </a:lnTo>
                  <a:lnTo>
                    <a:pt x="467" y="137"/>
                  </a:lnTo>
                  <a:lnTo>
                    <a:pt x="467" y="134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3"/>
                  </a:lnTo>
                  <a:lnTo>
                    <a:pt x="470" y="137"/>
                  </a:lnTo>
                  <a:lnTo>
                    <a:pt x="473" y="136"/>
                  </a:lnTo>
                  <a:lnTo>
                    <a:pt x="475" y="140"/>
                  </a:lnTo>
                  <a:lnTo>
                    <a:pt x="475" y="137"/>
                  </a:lnTo>
                  <a:lnTo>
                    <a:pt x="475" y="136"/>
                  </a:lnTo>
                  <a:lnTo>
                    <a:pt x="478" y="134"/>
                  </a:lnTo>
                  <a:lnTo>
                    <a:pt x="478" y="129"/>
                  </a:lnTo>
                  <a:lnTo>
                    <a:pt x="477" y="128"/>
                  </a:lnTo>
                  <a:lnTo>
                    <a:pt x="477" y="126"/>
                  </a:lnTo>
                  <a:lnTo>
                    <a:pt x="479" y="128"/>
                  </a:lnTo>
                  <a:lnTo>
                    <a:pt x="480" y="125"/>
                  </a:lnTo>
                  <a:lnTo>
                    <a:pt x="475" y="124"/>
                  </a:lnTo>
                  <a:lnTo>
                    <a:pt x="474" y="126"/>
                  </a:lnTo>
                  <a:lnTo>
                    <a:pt x="471" y="126"/>
                  </a:lnTo>
                  <a:lnTo>
                    <a:pt x="471" y="124"/>
                  </a:lnTo>
                  <a:lnTo>
                    <a:pt x="474" y="121"/>
                  </a:lnTo>
                  <a:lnTo>
                    <a:pt x="478" y="121"/>
                  </a:lnTo>
                  <a:lnTo>
                    <a:pt x="480" y="120"/>
                  </a:lnTo>
                  <a:lnTo>
                    <a:pt x="480" y="118"/>
                  </a:lnTo>
                  <a:lnTo>
                    <a:pt x="483" y="116"/>
                  </a:lnTo>
                  <a:lnTo>
                    <a:pt x="483" y="113"/>
                  </a:lnTo>
                  <a:lnTo>
                    <a:pt x="483" y="112"/>
                  </a:lnTo>
                  <a:lnTo>
                    <a:pt x="483" y="112"/>
                  </a:lnTo>
                  <a:lnTo>
                    <a:pt x="486" y="108"/>
                  </a:lnTo>
                  <a:lnTo>
                    <a:pt x="487" y="108"/>
                  </a:lnTo>
                  <a:lnTo>
                    <a:pt x="487" y="109"/>
                  </a:lnTo>
                  <a:lnTo>
                    <a:pt x="488" y="109"/>
                  </a:lnTo>
                  <a:lnTo>
                    <a:pt x="490" y="107"/>
                  </a:lnTo>
                  <a:lnTo>
                    <a:pt x="491" y="107"/>
                  </a:lnTo>
                  <a:lnTo>
                    <a:pt x="490" y="105"/>
                  </a:lnTo>
                  <a:lnTo>
                    <a:pt x="490" y="104"/>
                  </a:lnTo>
                  <a:lnTo>
                    <a:pt x="494" y="103"/>
                  </a:lnTo>
                  <a:lnTo>
                    <a:pt x="495" y="101"/>
                  </a:lnTo>
                  <a:lnTo>
                    <a:pt x="495" y="100"/>
                  </a:lnTo>
                  <a:lnTo>
                    <a:pt x="496" y="100"/>
                  </a:lnTo>
                  <a:lnTo>
                    <a:pt x="499" y="100"/>
                  </a:lnTo>
                  <a:lnTo>
                    <a:pt x="503" y="100"/>
                  </a:lnTo>
                  <a:lnTo>
                    <a:pt x="502" y="97"/>
                  </a:lnTo>
                  <a:lnTo>
                    <a:pt x="502" y="96"/>
                  </a:lnTo>
                  <a:lnTo>
                    <a:pt x="507" y="95"/>
                  </a:lnTo>
                  <a:lnTo>
                    <a:pt x="509" y="93"/>
                  </a:lnTo>
                  <a:lnTo>
                    <a:pt x="511" y="91"/>
                  </a:lnTo>
                  <a:lnTo>
                    <a:pt x="517" y="88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3" y="88"/>
                  </a:lnTo>
                  <a:lnTo>
                    <a:pt x="512" y="87"/>
                  </a:lnTo>
                  <a:lnTo>
                    <a:pt x="509" y="90"/>
                  </a:lnTo>
                  <a:lnTo>
                    <a:pt x="507" y="88"/>
                  </a:lnTo>
                  <a:lnTo>
                    <a:pt x="507" y="83"/>
                  </a:lnTo>
                  <a:lnTo>
                    <a:pt x="509" y="82"/>
                  </a:lnTo>
                  <a:lnTo>
                    <a:pt x="509" y="80"/>
                  </a:lnTo>
                  <a:lnTo>
                    <a:pt x="511" y="80"/>
                  </a:lnTo>
                  <a:lnTo>
                    <a:pt x="511" y="82"/>
                  </a:lnTo>
                  <a:lnTo>
                    <a:pt x="512" y="82"/>
                  </a:lnTo>
                  <a:lnTo>
                    <a:pt x="513" y="80"/>
                  </a:lnTo>
                  <a:lnTo>
                    <a:pt x="511" y="78"/>
                  </a:lnTo>
                  <a:lnTo>
                    <a:pt x="513" y="78"/>
                  </a:lnTo>
                  <a:lnTo>
                    <a:pt x="516" y="79"/>
                  </a:lnTo>
                  <a:lnTo>
                    <a:pt x="519" y="79"/>
                  </a:lnTo>
                  <a:lnTo>
                    <a:pt x="521" y="76"/>
                  </a:lnTo>
                  <a:lnTo>
                    <a:pt x="524" y="78"/>
                  </a:lnTo>
                  <a:lnTo>
                    <a:pt x="530" y="75"/>
                  </a:lnTo>
                  <a:lnTo>
                    <a:pt x="533" y="75"/>
                  </a:lnTo>
                  <a:lnTo>
                    <a:pt x="533" y="78"/>
                  </a:lnTo>
                  <a:lnTo>
                    <a:pt x="532" y="83"/>
                  </a:lnTo>
                  <a:lnTo>
                    <a:pt x="532" y="84"/>
                  </a:lnTo>
                  <a:lnTo>
                    <a:pt x="533" y="86"/>
                  </a:lnTo>
                  <a:lnTo>
                    <a:pt x="534" y="83"/>
                  </a:lnTo>
                  <a:lnTo>
                    <a:pt x="537" y="79"/>
                  </a:lnTo>
                  <a:lnTo>
                    <a:pt x="536" y="76"/>
                  </a:lnTo>
                  <a:lnTo>
                    <a:pt x="537" y="76"/>
                  </a:lnTo>
                  <a:lnTo>
                    <a:pt x="538" y="78"/>
                  </a:lnTo>
                  <a:lnTo>
                    <a:pt x="540" y="82"/>
                  </a:lnTo>
                  <a:lnTo>
                    <a:pt x="541" y="82"/>
                  </a:lnTo>
                  <a:lnTo>
                    <a:pt x="542" y="79"/>
                  </a:lnTo>
                  <a:lnTo>
                    <a:pt x="541" y="76"/>
                  </a:lnTo>
                  <a:lnTo>
                    <a:pt x="542" y="75"/>
                  </a:lnTo>
                  <a:lnTo>
                    <a:pt x="544" y="75"/>
                  </a:lnTo>
                  <a:lnTo>
                    <a:pt x="544" y="78"/>
                  </a:lnTo>
                  <a:lnTo>
                    <a:pt x="548" y="75"/>
                  </a:lnTo>
                  <a:lnTo>
                    <a:pt x="548" y="74"/>
                  </a:lnTo>
                  <a:lnTo>
                    <a:pt x="546" y="72"/>
                  </a:lnTo>
                  <a:lnTo>
                    <a:pt x="549" y="72"/>
                  </a:lnTo>
                  <a:lnTo>
                    <a:pt x="550" y="71"/>
                  </a:lnTo>
                  <a:lnTo>
                    <a:pt x="548" y="70"/>
                  </a:lnTo>
                  <a:lnTo>
                    <a:pt x="550" y="67"/>
                  </a:lnTo>
                  <a:lnTo>
                    <a:pt x="554" y="67"/>
                  </a:lnTo>
                  <a:lnTo>
                    <a:pt x="556" y="66"/>
                  </a:lnTo>
                  <a:lnTo>
                    <a:pt x="557" y="66"/>
                  </a:lnTo>
                  <a:lnTo>
                    <a:pt x="557" y="67"/>
                  </a:lnTo>
                  <a:lnTo>
                    <a:pt x="558" y="68"/>
                  </a:lnTo>
                  <a:lnTo>
                    <a:pt x="562" y="68"/>
                  </a:lnTo>
                  <a:lnTo>
                    <a:pt x="562" y="72"/>
                  </a:lnTo>
                  <a:lnTo>
                    <a:pt x="563" y="74"/>
                  </a:lnTo>
                  <a:lnTo>
                    <a:pt x="561" y="79"/>
                  </a:lnTo>
                  <a:lnTo>
                    <a:pt x="565" y="78"/>
                  </a:lnTo>
                  <a:lnTo>
                    <a:pt x="567" y="72"/>
                  </a:lnTo>
                  <a:lnTo>
                    <a:pt x="565" y="67"/>
                  </a:lnTo>
                  <a:lnTo>
                    <a:pt x="561" y="66"/>
                  </a:lnTo>
                  <a:lnTo>
                    <a:pt x="559" y="63"/>
                  </a:lnTo>
                  <a:lnTo>
                    <a:pt x="557" y="65"/>
                  </a:lnTo>
                  <a:lnTo>
                    <a:pt x="556" y="63"/>
                  </a:lnTo>
                  <a:lnTo>
                    <a:pt x="553" y="63"/>
                  </a:lnTo>
                  <a:lnTo>
                    <a:pt x="552" y="62"/>
                  </a:lnTo>
                  <a:lnTo>
                    <a:pt x="549" y="61"/>
                  </a:lnTo>
                  <a:lnTo>
                    <a:pt x="549" y="61"/>
                  </a:lnTo>
                  <a:lnTo>
                    <a:pt x="550" y="58"/>
                  </a:lnTo>
                  <a:lnTo>
                    <a:pt x="556" y="58"/>
                  </a:lnTo>
                  <a:lnTo>
                    <a:pt x="557" y="57"/>
                  </a:lnTo>
                  <a:lnTo>
                    <a:pt x="559" y="57"/>
                  </a:lnTo>
                  <a:lnTo>
                    <a:pt x="562" y="57"/>
                  </a:lnTo>
                  <a:lnTo>
                    <a:pt x="563" y="55"/>
                  </a:lnTo>
                  <a:lnTo>
                    <a:pt x="566" y="57"/>
                  </a:lnTo>
                  <a:lnTo>
                    <a:pt x="571" y="55"/>
                  </a:lnTo>
                  <a:lnTo>
                    <a:pt x="574" y="57"/>
                  </a:lnTo>
                  <a:lnTo>
                    <a:pt x="575" y="55"/>
                  </a:lnTo>
                  <a:lnTo>
                    <a:pt x="578" y="57"/>
                  </a:lnTo>
                  <a:lnTo>
                    <a:pt x="579" y="55"/>
                  </a:lnTo>
                  <a:lnTo>
                    <a:pt x="579" y="54"/>
                  </a:lnTo>
                  <a:lnTo>
                    <a:pt x="575" y="53"/>
                  </a:lnTo>
                  <a:lnTo>
                    <a:pt x="571" y="51"/>
                  </a:lnTo>
                  <a:lnTo>
                    <a:pt x="569" y="53"/>
                  </a:lnTo>
                  <a:lnTo>
                    <a:pt x="563" y="53"/>
                  </a:lnTo>
                  <a:lnTo>
                    <a:pt x="563" y="51"/>
                  </a:lnTo>
                  <a:lnTo>
                    <a:pt x="563" y="47"/>
                  </a:lnTo>
                  <a:lnTo>
                    <a:pt x="566" y="46"/>
                  </a:lnTo>
                  <a:lnTo>
                    <a:pt x="563" y="45"/>
                  </a:lnTo>
                  <a:lnTo>
                    <a:pt x="561" y="41"/>
                  </a:lnTo>
                  <a:lnTo>
                    <a:pt x="558" y="42"/>
                  </a:lnTo>
                  <a:lnTo>
                    <a:pt x="556" y="38"/>
                  </a:lnTo>
                  <a:lnTo>
                    <a:pt x="556" y="36"/>
                  </a:lnTo>
                  <a:lnTo>
                    <a:pt x="558" y="36"/>
                  </a:lnTo>
                  <a:lnTo>
                    <a:pt x="558" y="33"/>
                  </a:lnTo>
                  <a:lnTo>
                    <a:pt x="554" y="30"/>
                  </a:lnTo>
                  <a:lnTo>
                    <a:pt x="556" y="20"/>
                  </a:lnTo>
                  <a:lnTo>
                    <a:pt x="558" y="17"/>
                  </a:lnTo>
                  <a:lnTo>
                    <a:pt x="557" y="13"/>
                  </a:lnTo>
                  <a:lnTo>
                    <a:pt x="557" y="9"/>
                  </a:lnTo>
                  <a:lnTo>
                    <a:pt x="559" y="8"/>
                  </a:lnTo>
                  <a:lnTo>
                    <a:pt x="558" y="5"/>
                  </a:lnTo>
                  <a:lnTo>
                    <a:pt x="559" y="4"/>
                  </a:lnTo>
                  <a:lnTo>
                    <a:pt x="561" y="3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" name="Freeform 342"/>
            <p:cNvSpPr>
              <a:spLocks noEditPoints="1"/>
            </p:cNvSpPr>
            <p:nvPr/>
          </p:nvSpPr>
          <p:spPr bwMode="auto">
            <a:xfrm>
              <a:off x="7597516" y="2335432"/>
              <a:ext cx="1959139" cy="1446514"/>
            </a:xfrm>
            <a:custGeom>
              <a:avLst/>
              <a:gdLst>
                <a:gd name="T0" fmla="*/ 578 w 772"/>
                <a:gd name="T1" fmla="*/ 566 h 570"/>
                <a:gd name="T2" fmla="*/ 573 w 772"/>
                <a:gd name="T3" fmla="*/ 547 h 570"/>
                <a:gd name="T4" fmla="*/ 658 w 772"/>
                <a:gd name="T5" fmla="*/ 497 h 570"/>
                <a:gd name="T6" fmla="*/ 708 w 772"/>
                <a:gd name="T7" fmla="*/ 488 h 570"/>
                <a:gd name="T8" fmla="*/ 702 w 772"/>
                <a:gd name="T9" fmla="*/ 514 h 570"/>
                <a:gd name="T10" fmla="*/ 697 w 772"/>
                <a:gd name="T11" fmla="*/ 483 h 570"/>
                <a:gd name="T12" fmla="*/ 701 w 772"/>
                <a:gd name="T13" fmla="*/ 400 h 570"/>
                <a:gd name="T14" fmla="*/ 687 w 772"/>
                <a:gd name="T15" fmla="*/ 378 h 570"/>
                <a:gd name="T16" fmla="*/ 627 w 772"/>
                <a:gd name="T17" fmla="*/ 2 h 570"/>
                <a:gd name="T18" fmla="*/ 639 w 772"/>
                <a:gd name="T19" fmla="*/ 10 h 570"/>
                <a:gd name="T20" fmla="*/ 649 w 772"/>
                <a:gd name="T21" fmla="*/ 25 h 570"/>
                <a:gd name="T22" fmla="*/ 668 w 772"/>
                <a:gd name="T23" fmla="*/ 47 h 570"/>
                <a:gd name="T24" fmla="*/ 683 w 772"/>
                <a:gd name="T25" fmla="*/ 67 h 570"/>
                <a:gd name="T26" fmla="*/ 699 w 772"/>
                <a:gd name="T27" fmla="*/ 68 h 570"/>
                <a:gd name="T28" fmla="*/ 715 w 772"/>
                <a:gd name="T29" fmla="*/ 80 h 570"/>
                <a:gd name="T30" fmla="*/ 722 w 772"/>
                <a:gd name="T31" fmla="*/ 93 h 570"/>
                <a:gd name="T32" fmla="*/ 744 w 772"/>
                <a:gd name="T33" fmla="*/ 99 h 570"/>
                <a:gd name="T34" fmla="*/ 760 w 772"/>
                <a:gd name="T35" fmla="*/ 81 h 570"/>
                <a:gd name="T36" fmla="*/ 769 w 772"/>
                <a:gd name="T37" fmla="*/ 101 h 570"/>
                <a:gd name="T38" fmla="*/ 770 w 772"/>
                <a:gd name="T39" fmla="*/ 121 h 570"/>
                <a:gd name="T40" fmla="*/ 768 w 772"/>
                <a:gd name="T41" fmla="*/ 139 h 570"/>
                <a:gd name="T42" fmla="*/ 749 w 772"/>
                <a:gd name="T43" fmla="*/ 150 h 570"/>
                <a:gd name="T44" fmla="*/ 755 w 772"/>
                <a:gd name="T45" fmla="*/ 181 h 570"/>
                <a:gd name="T46" fmla="*/ 697 w 772"/>
                <a:gd name="T47" fmla="*/ 246 h 570"/>
                <a:gd name="T48" fmla="*/ 669 w 772"/>
                <a:gd name="T49" fmla="*/ 262 h 570"/>
                <a:gd name="T50" fmla="*/ 669 w 772"/>
                <a:gd name="T51" fmla="*/ 256 h 570"/>
                <a:gd name="T52" fmla="*/ 669 w 772"/>
                <a:gd name="T53" fmla="*/ 237 h 570"/>
                <a:gd name="T54" fmla="*/ 643 w 772"/>
                <a:gd name="T55" fmla="*/ 246 h 570"/>
                <a:gd name="T56" fmla="*/ 622 w 772"/>
                <a:gd name="T57" fmla="*/ 267 h 570"/>
                <a:gd name="T58" fmla="*/ 639 w 772"/>
                <a:gd name="T59" fmla="*/ 283 h 570"/>
                <a:gd name="T60" fmla="*/ 657 w 772"/>
                <a:gd name="T61" fmla="*/ 283 h 570"/>
                <a:gd name="T62" fmla="*/ 685 w 772"/>
                <a:gd name="T63" fmla="*/ 288 h 570"/>
                <a:gd name="T64" fmla="*/ 669 w 772"/>
                <a:gd name="T65" fmla="*/ 300 h 570"/>
                <a:gd name="T66" fmla="*/ 655 w 772"/>
                <a:gd name="T67" fmla="*/ 317 h 570"/>
                <a:gd name="T68" fmla="*/ 674 w 772"/>
                <a:gd name="T69" fmla="*/ 354 h 570"/>
                <a:gd name="T70" fmla="*/ 681 w 772"/>
                <a:gd name="T71" fmla="*/ 374 h 570"/>
                <a:gd name="T72" fmla="*/ 660 w 772"/>
                <a:gd name="T73" fmla="*/ 371 h 570"/>
                <a:gd name="T74" fmla="*/ 690 w 772"/>
                <a:gd name="T75" fmla="*/ 393 h 570"/>
                <a:gd name="T76" fmla="*/ 689 w 772"/>
                <a:gd name="T77" fmla="*/ 399 h 570"/>
                <a:gd name="T78" fmla="*/ 699 w 772"/>
                <a:gd name="T79" fmla="*/ 408 h 570"/>
                <a:gd name="T80" fmla="*/ 697 w 772"/>
                <a:gd name="T81" fmla="*/ 420 h 570"/>
                <a:gd name="T82" fmla="*/ 691 w 772"/>
                <a:gd name="T83" fmla="*/ 433 h 570"/>
                <a:gd name="T84" fmla="*/ 689 w 772"/>
                <a:gd name="T85" fmla="*/ 447 h 570"/>
                <a:gd name="T86" fmla="*/ 681 w 772"/>
                <a:gd name="T87" fmla="*/ 458 h 570"/>
                <a:gd name="T88" fmla="*/ 681 w 772"/>
                <a:gd name="T89" fmla="*/ 471 h 570"/>
                <a:gd name="T90" fmla="*/ 673 w 772"/>
                <a:gd name="T91" fmla="*/ 475 h 570"/>
                <a:gd name="T92" fmla="*/ 665 w 772"/>
                <a:gd name="T93" fmla="*/ 487 h 570"/>
                <a:gd name="T94" fmla="*/ 656 w 772"/>
                <a:gd name="T95" fmla="*/ 495 h 570"/>
                <a:gd name="T96" fmla="*/ 641 w 772"/>
                <a:gd name="T97" fmla="*/ 508 h 570"/>
                <a:gd name="T98" fmla="*/ 624 w 772"/>
                <a:gd name="T99" fmla="*/ 513 h 570"/>
                <a:gd name="T100" fmla="*/ 612 w 772"/>
                <a:gd name="T101" fmla="*/ 517 h 570"/>
                <a:gd name="T102" fmla="*/ 590 w 772"/>
                <a:gd name="T103" fmla="*/ 526 h 570"/>
                <a:gd name="T104" fmla="*/ 581 w 772"/>
                <a:gd name="T105" fmla="*/ 530 h 570"/>
                <a:gd name="T106" fmla="*/ 577 w 772"/>
                <a:gd name="T107" fmla="*/ 539 h 570"/>
                <a:gd name="T108" fmla="*/ 564 w 772"/>
                <a:gd name="T109" fmla="*/ 525 h 570"/>
                <a:gd name="T110" fmla="*/ 474 w 772"/>
                <a:gd name="T111" fmla="*/ 537 h 570"/>
                <a:gd name="T112" fmla="*/ 554 w 772"/>
                <a:gd name="T113" fmla="*/ 80 h 570"/>
                <a:gd name="T114" fmla="*/ 582 w 772"/>
                <a:gd name="T115" fmla="*/ 67 h 570"/>
                <a:gd name="T116" fmla="*/ 581 w 772"/>
                <a:gd name="T117" fmla="*/ 39 h 570"/>
                <a:gd name="T118" fmla="*/ 574 w 772"/>
                <a:gd name="T119" fmla="*/ 21 h 570"/>
                <a:gd name="T120" fmla="*/ 590 w 772"/>
                <a:gd name="T121" fmla="*/ 4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72" h="570">
                  <a:moveTo>
                    <a:pt x="586" y="545"/>
                  </a:moveTo>
                  <a:lnTo>
                    <a:pt x="589" y="545"/>
                  </a:lnTo>
                  <a:lnTo>
                    <a:pt x="590" y="547"/>
                  </a:lnTo>
                  <a:lnTo>
                    <a:pt x="591" y="550"/>
                  </a:lnTo>
                  <a:lnTo>
                    <a:pt x="590" y="553"/>
                  </a:lnTo>
                  <a:lnTo>
                    <a:pt x="589" y="554"/>
                  </a:lnTo>
                  <a:lnTo>
                    <a:pt x="589" y="555"/>
                  </a:lnTo>
                  <a:lnTo>
                    <a:pt x="587" y="559"/>
                  </a:lnTo>
                  <a:lnTo>
                    <a:pt x="587" y="560"/>
                  </a:lnTo>
                  <a:lnTo>
                    <a:pt x="586" y="563"/>
                  </a:lnTo>
                  <a:lnTo>
                    <a:pt x="583" y="563"/>
                  </a:lnTo>
                  <a:lnTo>
                    <a:pt x="583" y="564"/>
                  </a:lnTo>
                  <a:lnTo>
                    <a:pt x="582" y="567"/>
                  </a:lnTo>
                  <a:lnTo>
                    <a:pt x="579" y="566"/>
                  </a:lnTo>
                  <a:lnTo>
                    <a:pt x="578" y="566"/>
                  </a:lnTo>
                  <a:lnTo>
                    <a:pt x="577" y="568"/>
                  </a:lnTo>
                  <a:lnTo>
                    <a:pt x="575" y="570"/>
                  </a:lnTo>
                  <a:lnTo>
                    <a:pt x="574" y="568"/>
                  </a:lnTo>
                  <a:lnTo>
                    <a:pt x="572" y="568"/>
                  </a:lnTo>
                  <a:lnTo>
                    <a:pt x="570" y="567"/>
                  </a:lnTo>
                  <a:lnTo>
                    <a:pt x="568" y="567"/>
                  </a:lnTo>
                  <a:lnTo>
                    <a:pt x="566" y="564"/>
                  </a:lnTo>
                  <a:lnTo>
                    <a:pt x="566" y="563"/>
                  </a:lnTo>
                  <a:lnTo>
                    <a:pt x="565" y="560"/>
                  </a:lnTo>
                  <a:lnTo>
                    <a:pt x="565" y="556"/>
                  </a:lnTo>
                  <a:lnTo>
                    <a:pt x="564" y="555"/>
                  </a:lnTo>
                  <a:lnTo>
                    <a:pt x="566" y="551"/>
                  </a:lnTo>
                  <a:lnTo>
                    <a:pt x="570" y="550"/>
                  </a:lnTo>
                  <a:lnTo>
                    <a:pt x="570" y="547"/>
                  </a:lnTo>
                  <a:lnTo>
                    <a:pt x="573" y="547"/>
                  </a:lnTo>
                  <a:lnTo>
                    <a:pt x="575" y="546"/>
                  </a:lnTo>
                  <a:lnTo>
                    <a:pt x="577" y="546"/>
                  </a:lnTo>
                  <a:lnTo>
                    <a:pt x="579" y="545"/>
                  </a:lnTo>
                  <a:lnTo>
                    <a:pt x="579" y="545"/>
                  </a:lnTo>
                  <a:lnTo>
                    <a:pt x="582" y="545"/>
                  </a:lnTo>
                  <a:lnTo>
                    <a:pt x="583" y="546"/>
                  </a:lnTo>
                  <a:lnTo>
                    <a:pt x="586" y="545"/>
                  </a:lnTo>
                  <a:close/>
                  <a:moveTo>
                    <a:pt x="585" y="531"/>
                  </a:moveTo>
                  <a:lnTo>
                    <a:pt x="587" y="533"/>
                  </a:lnTo>
                  <a:lnTo>
                    <a:pt x="587" y="534"/>
                  </a:lnTo>
                  <a:lnTo>
                    <a:pt x="585" y="533"/>
                  </a:lnTo>
                  <a:lnTo>
                    <a:pt x="583" y="534"/>
                  </a:lnTo>
                  <a:lnTo>
                    <a:pt x="582" y="533"/>
                  </a:lnTo>
                  <a:lnTo>
                    <a:pt x="585" y="531"/>
                  </a:lnTo>
                  <a:close/>
                  <a:moveTo>
                    <a:pt x="658" y="497"/>
                  </a:moveTo>
                  <a:lnTo>
                    <a:pt x="660" y="499"/>
                  </a:lnTo>
                  <a:lnTo>
                    <a:pt x="658" y="500"/>
                  </a:lnTo>
                  <a:lnTo>
                    <a:pt x="657" y="500"/>
                  </a:lnTo>
                  <a:lnTo>
                    <a:pt x="656" y="499"/>
                  </a:lnTo>
                  <a:lnTo>
                    <a:pt x="658" y="497"/>
                  </a:lnTo>
                  <a:close/>
                  <a:moveTo>
                    <a:pt x="706" y="470"/>
                  </a:moveTo>
                  <a:lnTo>
                    <a:pt x="708" y="470"/>
                  </a:lnTo>
                  <a:lnTo>
                    <a:pt x="710" y="472"/>
                  </a:lnTo>
                  <a:lnTo>
                    <a:pt x="710" y="472"/>
                  </a:lnTo>
                  <a:lnTo>
                    <a:pt x="712" y="475"/>
                  </a:lnTo>
                  <a:lnTo>
                    <a:pt x="712" y="476"/>
                  </a:lnTo>
                  <a:lnTo>
                    <a:pt x="711" y="476"/>
                  </a:lnTo>
                  <a:lnTo>
                    <a:pt x="711" y="480"/>
                  </a:lnTo>
                  <a:lnTo>
                    <a:pt x="710" y="485"/>
                  </a:lnTo>
                  <a:lnTo>
                    <a:pt x="708" y="488"/>
                  </a:lnTo>
                  <a:lnTo>
                    <a:pt x="710" y="492"/>
                  </a:lnTo>
                  <a:lnTo>
                    <a:pt x="710" y="495"/>
                  </a:lnTo>
                  <a:lnTo>
                    <a:pt x="708" y="500"/>
                  </a:lnTo>
                  <a:lnTo>
                    <a:pt x="710" y="500"/>
                  </a:lnTo>
                  <a:lnTo>
                    <a:pt x="708" y="501"/>
                  </a:lnTo>
                  <a:lnTo>
                    <a:pt x="708" y="504"/>
                  </a:lnTo>
                  <a:lnTo>
                    <a:pt x="706" y="508"/>
                  </a:lnTo>
                  <a:lnTo>
                    <a:pt x="703" y="510"/>
                  </a:lnTo>
                  <a:lnTo>
                    <a:pt x="705" y="514"/>
                  </a:lnTo>
                  <a:lnTo>
                    <a:pt x="705" y="517"/>
                  </a:lnTo>
                  <a:lnTo>
                    <a:pt x="705" y="520"/>
                  </a:lnTo>
                  <a:lnTo>
                    <a:pt x="703" y="518"/>
                  </a:lnTo>
                  <a:lnTo>
                    <a:pt x="702" y="520"/>
                  </a:lnTo>
                  <a:lnTo>
                    <a:pt x="702" y="517"/>
                  </a:lnTo>
                  <a:lnTo>
                    <a:pt x="702" y="514"/>
                  </a:lnTo>
                  <a:lnTo>
                    <a:pt x="699" y="512"/>
                  </a:lnTo>
                  <a:lnTo>
                    <a:pt x="697" y="510"/>
                  </a:lnTo>
                  <a:lnTo>
                    <a:pt x="697" y="509"/>
                  </a:lnTo>
                  <a:lnTo>
                    <a:pt x="695" y="509"/>
                  </a:lnTo>
                  <a:lnTo>
                    <a:pt x="694" y="508"/>
                  </a:lnTo>
                  <a:lnTo>
                    <a:pt x="694" y="505"/>
                  </a:lnTo>
                  <a:lnTo>
                    <a:pt x="694" y="505"/>
                  </a:lnTo>
                  <a:lnTo>
                    <a:pt x="694" y="504"/>
                  </a:lnTo>
                  <a:lnTo>
                    <a:pt x="693" y="504"/>
                  </a:lnTo>
                  <a:lnTo>
                    <a:pt x="693" y="499"/>
                  </a:lnTo>
                  <a:lnTo>
                    <a:pt x="693" y="495"/>
                  </a:lnTo>
                  <a:lnTo>
                    <a:pt x="691" y="493"/>
                  </a:lnTo>
                  <a:lnTo>
                    <a:pt x="693" y="492"/>
                  </a:lnTo>
                  <a:lnTo>
                    <a:pt x="694" y="488"/>
                  </a:lnTo>
                  <a:lnTo>
                    <a:pt x="697" y="483"/>
                  </a:lnTo>
                  <a:lnTo>
                    <a:pt x="697" y="483"/>
                  </a:lnTo>
                  <a:lnTo>
                    <a:pt x="698" y="480"/>
                  </a:lnTo>
                  <a:lnTo>
                    <a:pt x="697" y="479"/>
                  </a:lnTo>
                  <a:lnTo>
                    <a:pt x="699" y="475"/>
                  </a:lnTo>
                  <a:lnTo>
                    <a:pt x="702" y="472"/>
                  </a:lnTo>
                  <a:lnTo>
                    <a:pt x="705" y="472"/>
                  </a:lnTo>
                  <a:lnTo>
                    <a:pt x="703" y="470"/>
                  </a:lnTo>
                  <a:lnTo>
                    <a:pt x="706" y="470"/>
                  </a:lnTo>
                  <a:close/>
                  <a:moveTo>
                    <a:pt x="682" y="467"/>
                  </a:moveTo>
                  <a:lnTo>
                    <a:pt x="683" y="468"/>
                  </a:lnTo>
                  <a:lnTo>
                    <a:pt x="683" y="470"/>
                  </a:lnTo>
                  <a:lnTo>
                    <a:pt x="682" y="471"/>
                  </a:lnTo>
                  <a:lnTo>
                    <a:pt x="682" y="468"/>
                  </a:lnTo>
                  <a:lnTo>
                    <a:pt x="682" y="467"/>
                  </a:lnTo>
                  <a:close/>
                  <a:moveTo>
                    <a:pt x="701" y="400"/>
                  </a:moveTo>
                  <a:lnTo>
                    <a:pt x="701" y="400"/>
                  </a:lnTo>
                  <a:lnTo>
                    <a:pt x="702" y="400"/>
                  </a:lnTo>
                  <a:lnTo>
                    <a:pt x="705" y="401"/>
                  </a:lnTo>
                  <a:lnTo>
                    <a:pt x="705" y="403"/>
                  </a:lnTo>
                  <a:lnTo>
                    <a:pt x="703" y="403"/>
                  </a:lnTo>
                  <a:lnTo>
                    <a:pt x="701" y="401"/>
                  </a:lnTo>
                  <a:lnTo>
                    <a:pt x="701" y="400"/>
                  </a:lnTo>
                  <a:close/>
                  <a:moveTo>
                    <a:pt x="687" y="376"/>
                  </a:moveTo>
                  <a:lnTo>
                    <a:pt x="690" y="376"/>
                  </a:lnTo>
                  <a:lnTo>
                    <a:pt x="691" y="378"/>
                  </a:lnTo>
                  <a:lnTo>
                    <a:pt x="693" y="378"/>
                  </a:lnTo>
                  <a:lnTo>
                    <a:pt x="693" y="380"/>
                  </a:lnTo>
                  <a:lnTo>
                    <a:pt x="690" y="379"/>
                  </a:lnTo>
                  <a:lnTo>
                    <a:pt x="689" y="379"/>
                  </a:lnTo>
                  <a:lnTo>
                    <a:pt x="687" y="378"/>
                  </a:lnTo>
                  <a:lnTo>
                    <a:pt x="687" y="376"/>
                  </a:lnTo>
                  <a:close/>
                  <a:moveTo>
                    <a:pt x="607" y="0"/>
                  </a:moveTo>
                  <a:lnTo>
                    <a:pt x="608" y="0"/>
                  </a:lnTo>
                  <a:lnTo>
                    <a:pt x="610" y="0"/>
                  </a:lnTo>
                  <a:lnTo>
                    <a:pt x="611" y="1"/>
                  </a:lnTo>
                  <a:lnTo>
                    <a:pt x="615" y="1"/>
                  </a:lnTo>
                  <a:lnTo>
                    <a:pt x="616" y="2"/>
                  </a:lnTo>
                  <a:lnTo>
                    <a:pt x="618" y="4"/>
                  </a:lnTo>
                  <a:lnTo>
                    <a:pt x="620" y="4"/>
                  </a:lnTo>
                  <a:lnTo>
                    <a:pt x="622" y="4"/>
                  </a:lnTo>
                  <a:lnTo>
                    <a:pt x="622" y="4"/>
                  </a:lnTo>
                  <a:lnTo>
                    <a:pt x="624" y="5"/>
                  </a:lnTo>
                  <a:lnTo>
                    <a:pt x="626" y="5"/>
                  </a:lnTo>
                  <a:lnTo>
                    <a:pt x="626" y="2"/>
                  </a:lnTo>
                  <a:lnTo>
                    <a:pt x="627" y="2"/>
                  </a:lnTo>
                  <a:lnTo>
                    <a:pt x="627" y="2"/>
                  </a:lnTo>
                  <a:lnTo>
                    <a:pt x="629" y="2"/>
                  </a:lnTo>
                  <a:lnTo>
                    <a:pt x="629" y="2"/>
                  </a:lnTo>
                  <a:lnTo>
                    <a:pt x="631" y="4"/>
                  </a:lnTo>
                  <a:lnTo>
                    <a:pt x="632" y="4"/>
                  </a:lnTo>
                  <a:lnTo>
                    <a:pt x="633" y="4"/>
                  </a:lnTo>
                  <a:lnTo>
                    <a:pt x="635" y="5"/>
                  </a:lnTo>
                  <a:lnTo>
                    <a:pt x="635" y="6"/>
                  </a:lnTo>
                  <a:lnTo>
                    <a:pt x="635" y="8"/>
                  </a:lnTo>
                  <a:lnTo>
                    <a:pt x="636" y="8"/>
                  </a:lnTo>
                  <a:lnTo>
                    <a:pt x="636" y="9"/>
                  </a:lnTo>
                  <a:lnTo>
                    <a:pt x="637" y="8"/>
                  </a:lnTo>
                  <a:lnTo>
                    <a:pt x="639" y="8"/>
                  </a:lnTo>
                  <a:lnTo>
                    <a:pt x="640" y="9"/>
                  </a:lnTo>
                  <a:lnTo>
                    <a:pt x="639" y="10"/>
                  </a:lnTo>
                  <a:lnTo>
                    <a:pt x="640" y="12"/>
                  </a:lnTo>
                  <a:lnTo>
                    <a:pt x="641" y="12"/>
                  </a:lnTo>
                  <a:lnTo>
                    <a:pt x="643" y="12"/>
                  </a:lnTo>
                  <a:lnTo>
                    <a:pt x="644" y="13"/>
                  </a:lnTo>
                  <a:lnTo>
                    <a:pt x="644" y="13"/>
                  </a:lnTo>
                  <a:lnTo>
                    <a:pt x="645" y="14"/>
                  </a:lnTo>
                  <a:lnTo>
                    <a:pt x="645" y="16"/>
                  </a:lnTo>
                  <a:lnTo>
                    <a:pt x="645" y="17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1"/>
                  </a:lnTo>
                  <a:lnTo>
                    <a:pt x="649" y="21"/>
                  </a:lnTo>
                  <a:lnTo>
                    <a:pt x="651" y="22"/>
                  </a:lnTo>
                  <a:lnTo>
                    <a:pt x="649" y="24"/>
                  </a:lnTo>
                  <a:lnTo>
                    <a:pt x="649" y="25"/>
                  </a:lnTo>
                  <a:lnTo>
                    <a:pt x="652" y="26"/>
                  </a:lnTo>
                  <a:lnTo>
                    <a:pt x="653" y="29"/>
                  </a:lnTo>
                  <a:lnTo>
                    <a:pt x="655" y="30"/>
                  </a:lnTo>
                  <a:lnTo>
                    <a:pt x="656" y="33"/>
                  </a:lnTo>
                  <a:lnTo>
                    <a:pt x="656" y="33"/>
                  </a:lnTo>
                  <a:lnTo>
                    <a:pt x="657" y="34"/>
                  </a:lnTo>
                  <a:lnTo>
                    <a:pt x="658" y="35"/>
                  </a:lnTo>
                  <a:lnTo>
                    <a:pt x="658" y="37"/>
                  </a:lnTo>
                  <a:lnTo>
                    <a:pt x="658" y="38"/>
                  </a:lnTo>
                  <a:lnTo>
                    <a:pt x="658" y="38"/>
                  </a:lnTo>
                  <a:lnTo>
                    <a:pt x="660" y="38"/>
                  </a:lnTo>
                  <a:lnTo>
                    <a:pt x="661" y="39"/>
                  </a:lnTo>
                  <a:lnTo>
                    <a:pt x="661" y="41"/>
                  </a:lnTo>
                  <a:lnTo>
                    <a:pt x="664" y="45"/>
                  </a:lnTo>
                  <a:lnTo>
                    <a:pt x="668" y="47"/>
                  </a:lnTo>
                  <a:lnTo>
                    <a:pt x="669" y="50"/>
                  </a:lnTo>
                  <a:lnTo>
                    <a:pt x="669" y="51"/>
                  </a:lnTo>
                  <a:lnTo>
                    <a:pt x="670" y="52"/>
                  </a:lnTo>
                  <a:lnTo>
                    <a:pt x="670" y="55"/>
                  </a:lnTo>
                  <a:lnTo>
                    <a:pt x="672" y="55"/>
                  </a:lnTo>
                  <a:lnTo>
                    <a:pt x="673" y="56"/>
                  </a:lnTo>
                  <a:lnTo>
                    <a:pt x="673" y="58"/>
                  </a:lnTo>
                  <a:lnTo>
                    <a:pt x="673" y="59"/>
                  </a:lnTo>
                  <a:lnTo>
                    <a:pt x="674" y="62"/>
                  </a:lnTo>
                  <a:lnTo>
                    <a:pt x="677" y="64"/>
                  </a:lnTo>
                  <a:lnTo>
                    <a:pt x="680" y="66"/>
                  </a:lnTo>
                  <a:lnTo>
                    <a:pt x="680" y="67"/>
                  </a:lnTo>
                  <a:lnTo>
                    <a:pt x="681" y="67"/>
                  </a:lnTo>
                  <a:lnTo>
                    <a:pt x="682" y="67"/>
                  </a:lnTo>
                  <a:lnTo>
                    <a:pt x="683" y="67"/>
                  </a:lnTo>
                  <a:lnTo>
                    <a:pt x="685" y="67"/>
                  </a:lnTo>
                  <a:lnTo>
                    <a:pt x="687" y="67"/>
                  </a:lnTo>
                  <a:lnTo>
                    <a:pt x="689" y="66"/>
                  </a:lnTo>
                  <a:lnTo>
                    <a:pt x="690" y="66"/>
                  </a:lnTo>
                  <a:lnTo>
                    <a:pt x="690" y="67"/>
                  </a:lnTo>
                  <a:lnTo>
                    <a:pt x="689" y="68"/>
                  </a:lnTo>
                  <a:lnTo>
                    <a:pt x="690" y="68"/>
                  </a:lnTo>
                  <a:lnTo>
                    <a:pt x="693" y="68"/>
                  </a:lnTo>
                  <a:lnTo>
                    <a:pt x="694" y="70"/>
                  </a:lnTo>
                  <a:lnTo>
                    <a:pt x="694" y="70"/>
                  </a:lnTo>
                  <a:lnTo>
                    <a:pt x="697" y="71"/>
                  </a:lnTo>
                  <a:lnTo>
                    <a:pt x="697" y="70"/>
                  </a:lnTo>
                  <a:lnTo>
                    <a:pt x="698" y="70"/>
                  </a:lnTo>
                  <a:lnTo>
                    <a:pt x="699" y="70"/>
                  </a:lnTo>
                  <a:lnTo>
                    <a:pt x="699" y="68"/>
                  </a:lnTo>
                  <a:lnTo>
                    <a:pt x="701" y="68"/>
                  </a:lnTo>
                  <a:lnTo>
                    <a:pt x="702" y="70"/>
                  </a:lnTo>
                  <a:lnTo>
                    <a:pt x="702" y="71"/>
                  </a:lnTo>
                  <a:lnTo>
                    <a:pt x="703" y="72"/>
                  </a:lnTo>
                  <a:lnTo>
                    <a:pt x="705" y="72"/>
                  </a:lnTo>
                  <a:lnTo>
                    <a:pt x="705" y="74"/>
                  </a:lnTo>
                  <a:lnTo>
                    <a:pt x="706" y="75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8" y="76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2" y="79"/>
                  </a:lnTo>
                  <a:lnTo>
                    <a:pt x="714" y="79"/>
                  </a:lnTo>
                  <a:lnTo>
                    <a:pt x="715" y="80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9" y="79"/>
                  </a:lnTo>
                  <a:lnTo>
                    <a:pt x="720" y="77"/>
                  </a:lnTo>
                  <a:lnTo>
                    <a:pt x="720" y="79"/>
                  </a:lnTo>
                  <a:lnTo>
                    <a:pt x="720" y="80"/>
                  </a:lnTo>
                  <a:lnTo>
                    <a:pt x="719" y="81"/>
                  </a:lnTo>
                  <a:lnTo>
                    <a:pt x="719" y="83"/>
                  </a:lnTo>
                  <a:lnTo>
                    <a:pt x="720" y="84"/>
                  </a:lnTo>
                  <a:lnTo>
                    <a:pt x="722" y="84"/>
                  </a:lnTo>
                  <a:lnTo>
                    <a:pt x="722" y="87"/>
                  </a:lnTo>
                  <a:lnTo>
                    <a:pt x="723" y="88"/>
                  </a:lnTo>
                  <a:lnTo>
                    <a:pt x="723" y="91"/>
                  </a:lnTo>
                  <a:lnTo>
                    <a:pt x="722" y="91"/>
                  </a:lnTo>
                  <a:lnTo>
                    <a:pt x="722" y="93"/>
                  </a:lnTo>
                  <a:lnTo>
                    <a:pt x="724" y="96"/>
                  </a:lnTo>
                  <a:lnTo>
                    <a:pt x="726" y="96"/>
                  </a:lnTo>
                  <a:lnTo>
                    <a:pt x="727" y="99"/>
                  </a:lnTo>
                  <a:lnTo>
                    <a:pt x="728" y="100"/>
                  </a:lnTo>
                  <a:lnTo>
                    <a:pt x="730" y="100"/>
                  </a:lnTo>
                  <a:lnTo>
                    <a:pt x="731" y="99"/>
                  </a:lnTo>
                  <a:lnTo>
                    <a:pt x="734" y="99"/>
                  </a:lnTo>
                  <a:lnTo>
                    <a:pt x="734" y="100"/>
                  </a:lnTo>
                  <a:lnTo>
                    <a:pt x="735" y="101"/>
                  </a:lnTo>
                  <a:lnTo>
                    <a:pt x="736" y="101"/>
                  </a:lnTo>
                  <a:lnTo>
                    <a:pt x="737" y="100"/>
                  </a:lnTo>
                  <a:lnTo>
                    <a:pt x="739" y="100"/>
                  </a:lnTo>
                  <a:lnTo>
                    <a:pt x="740" y="100"/>
                  </a:lnTo>
                  <a:lnTo>
                    <a:pt x="743" y="100"/>
                  </a:lnTo>
                  <a:lnTo>
                    <a:pt x="744" y="99"/>
                  </a:lnTo>
                  <a:lnTo>
                    <a:pt x="745" y="97"/>
                  </a:lnTo>
                  <a:lnTo>
                    <a:pt x="745" y="96"/>
                  </a:lnTo>
                  <a:lnTo>
                    <a:pt x="747" y="95"/>
                  </a:lnTo>
                  <a:lnTo>
                    <a:pt x="748" y="93"/>
                  </a:lnTo>
                  <a:lnTo>
                    <a:pt x="748" y="91"/>
                  </a:lnTo>
                  <a:lnTo>
                    <a:pt x="748" y="89"/>
                  </a:lnTo>
                  <a:lnTo>
                    <a:pt x="751" y="89"/>
                  </a:lnTo>
                  <a:lnTo>
                    <a:pt x="752" y="89"/>
                  </a:lnTo>
                  <a:lnTo>
                    <a:pt x="753" y="87"/>
                  </a:lnTo>
                  <a:lnTo>
                    <a:pt x="755" y="87"/>
                  </a:lnTo>
                  <a:lnTo>
                    <a:pt x="756" y="87"/>
                  </a:lnTo>
                  <a:lnTo>
                    <a:pt x="756" y="84"/>
                  </a:lnTo>
                  <a:lnTo>
                    <a:pt x="757" y="83"/>
                  </a:lnTo>
                  <a:lnTo>
                    <a:pt x="759" y="83"/>
                  </a:lnTo>
                  <a:lnTo>
                    <a:pt x="760" y="81"/>
                  </a:lnTo>
                  <a:lnTo>
                    <a:pt x="762" y="83"/>
                  </a:lnTo>
                  <a:lnTo>
                    <a:pt x="764" y="84"/>
                  </a:lnTo>
                  <a:lnTo>
                    <a:pt x="765" y="84"/>
                  </a:lnTo>
                  <a:lnTo>
                    <a:pt x="766" y="85"/>
                  </a:lnTo>
                  <a:lnTo>
                    <a:pt x="768" y="87"/>
                  </a:lnTo>
                  <a:lnTo>
                    <a:pt x="766" y="88"/>
                  </a:lnTo>
                  <a:lnTo>
                    <a:pt x="766" y="89"/>
                  </a:lnTo>
                  <a:lnTo>
                    <a:pt x="769" y="92"/>
                  </a:lnTo>
                  <a:lnTo>
                    <a:pt x="769" y="93"/>
                  </a:lnTo>
                  <a:lnTo>
                    <a:pt x="770" y="95"/>
                  </a:lnTo>
                  <a:lnTo>
                    <a:pt x="772" y="96"/>
                  </a:lnTo>
                  <a:lnTo>
                    <a:pt x="772" y="99"/>
                  </a:lnTo>
                  <a:lnTo>
                    <a:pt x="772" y="100"/>
                  </a:lnTo>
                  <a:lnTo>
                    <a:pt x="770" y="101"/>
                  </a:lnTo>
                  <a:lnTo>
                    <a:pt x="769" y="101"/>
                  </a:lnTo>
                  <a:lnTo>
                    <a:pt x="768" y="104"/>
                  </a:lnTo>
                  <a:lnTo>
                    <a:pt x="768" y="104"/>
                  </a:lnTo>
                  <a:lnTo>
                    <a:pt x="768" y="105"/>
                  </a:lnTo>
                  <a:lnTo>
                    <a:pt x="769" y="106"/>
                  </a:lnTo>
                  <a:lnTo>
                    <a:pt x="769" y="108"/>
                  </a:lnTo>
                  <a:lnTo>
                    <a:pt x="768" y="110"/>
                  </a:lnTo>
                  <a:lnTo>
                    <a:pt x="769" y="112"/>
                  </a:lnTo>
                  <a:lnTo>
                    <a:pt x="769" y="112"/>
                  </a:lnTo>
                  <a:lnTo>
                    <a:pt x="769" y="113"/>
                  </a:lnTo>
                  <a:lnTo>
                    <a:pt x="770" y="114"/>
                  </a:lnTo>
                  <a:lnTo>
                    <a:pt x="770" y="114"/>
                  </a:lnTo>
                  <a:lnTo>
                    <a:pt x="769" y="116"/>
                  </a:lnTo>
                  <a:lnTo>
                    <a:pt x="769" y="116"/>
                  </a:lnTo>
                  <a:lnTo>
                    <a:pt x="769" y="118"/>
                  </a:lnTo>
                  <a:lnTo>
                    <a:pt x="770" y="121"/>
                  </a:lnTo>
                  <a:lnTo>
                    <a:pt x="770" y="122"/>
                  </a:lnTo>
                  <a:lnTo>
                    <a:pt x="770" y="124"/>
                  </a:lnTo>
                  <a:lnTo>
                    <a:pt x="769" y="124"/>
                  </a:lnTo>
                  <a:lnTo>
                    <a:pt x="769" y="125"/>
                  </a:lnTo>
                  <a:lnTo>
                    <a:pt x="769" y="126"/>
                  </a:lnTo>
                  <a:lnTo>
                    <a:pt x="769" y="127"/>
                  </a:lnTo>
                  <a:lnTo>
                    <a:pt x="770" y="129"/>
                  </a:lnTo>
                  <a:lnTo>
                    <a:pt x="769" y="130"/>
                  </a:lnTo>
                  <a:lnTo>
                    <a:pt x="768" y="130"/>
                  </a:lnTo>
                  <a:lnTo>
                    <a:pt x="769" y="131"/>
                  </a:lnTo>
                  <a:lnTo>
                    <a:pt x="769" y="134"/>
                  </a:lnTo>
                  <a:lnTo>
                    <a:pt x="769" y="134"/>
                  </a:lnTo>
                  <a:lnTo>
                    <a:pt x="768" y="137"/>
                  </a:lnTo>
                  <a:lnTo>
                    <a:pt x="768" y="138"/>
                  </a:lnTo>
                  <a:lnTo>
                    <a:pt x="768" y="139"/>
                  </a:lnTo>
                  <a:lnTo>
                    <a:pt x="768" y="141"/>
                  </a:lnTo>
                  <a:lnTo>
                    <a:pt x="768" y="142"/>
                  </a:lnTo>
                  <a:lnTo>
                    <a:pt x="769" y="143"/>
                  </a:lnTo>
                  <a:lnTo>
                    <a:pt x="769" y="145"/>
                  </a:lnTo>
                  <a:lnTo>
                    <a:pt x="768" y="146"/>
                  </a:lnTo>
                  <a:lnTo>
                    <a:pt x="766" y="146"/>
                  </a:lnTo>
                  <a:lnTo>
                    <a:pt x="765" y="146"/>
                  </a:lnTo>
                  <a:lnTo>
                    <a:pt x="759" y="145"/>
                  </a:lnTo>
                  <a:lnTo>
                    <a:pt x="757" y="143"/>
                  </a:lnTo>
                  <a:lnTo>
                    <a:pt x="755" y="143"/>
                  </a:lnTo>
                  <a:lnTo>
                    <a:pt x="753" y="143"/>
                  </a:lnTo>
                  <a:lnTo>
                    <a:pt x="752" y="147"/>
                  </a:lnTo>
                  <a:lnTo>
                    <a:pt x="751" y="149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7" y="151"/>
                  </a:lnTo>
                  <a:lnTo>
                    <a:pt x="747" y="152"/>
                  </a:lnTo>
                  <a:lnTo>
                    <a:pt x="748" y="154"/>
                  </a:lnTo>
                  <a:lnTo>
                    <a:pt x="751" y="158"/>
                  </a:lnTo>
                  <a:lnTo>
                    <a:pt x="751" y="160"/>
                  </a:lnTo>
                  <a:lnTo>
                    <a:pt x="752" y="162"/>
                  </a:lnTo>
                  <a:lnTo>
                    <a:pt x="753" y="163"/>
                  </a:lnTo>
                  <a:lnTo>
                    <a:pt x="753" y="166"/>
                  </a:lnTo>
                  <a:lnTo>
                    <a:pt x="753" y="168"/>
                  </a:lnTo>
                  <a:lnTo>
                    <a:pt x="753" y="171"/>
                  </a:lnTo>
                  <a:lnTo>
                    <a:pt x="753" y="175"/>
                  </a:lnTo>
                  <a:lnTo>
                    <a:pt x="755" y="175"/>
                  </a:lnTo>
                  <a:lnTo>
                    <a:pt x="755" y="177"/>
                  </a:lnTo>
                  <a:lnTo>
                    <a:pt x="756" y="180"/>
                  </a:lnTo>
                  <a:lnTo>
                    <a:pt x="755" y="181"/>
                  </a:lnTo>
                  <a:lnTo>
                    <a:pt x="755" y="183"/>
                  </a:lnTo>
                  <a:lnTo>
                    <a:pt x="755" y="184"/>
                  </a:lnTo>
                  <a:lnTo>
                    <a:pt x="755" y="185"/>
                  </a:lnTo>
                  <a:lnTo>
                    <a:pt x="755" y="185"/>
                  </a:lnTo>
                  <a:lnTo>
                    <a:pt x="751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91"/>
                  </a:lnTo>
                  <a:lnTo>
                    <a:pt x="751" y="192"/>
                  </a:lnTo>
                  <a:lnTo>
                    <a:pt x="740" y="201"/>
                  </a:lnTo>
                  <a:lnTo>
                    <a:pt x="737" y="218"/>
                  </a:lnTo>
                  <a:lnTo>
                    <a:pt x="703" y="243"/>
                  </a:lnTo>
                  <a:lnTo>
                    <a:pt x="697" y="246"/>
                  </a:lnTo>
                  <a:lnTo>
                    <a:pt x="697" y="246"/>
                  </a:lnTo>
                  <a:lnTo>
                    <a:pt x="695" y="243"/>
                  </a:lnTo>
                  <a:lnTo>
                    <a:pt x="693" y="247"/>
                  </a:lnTo>
                  <a:lnTo>
                    <a:pt x="690" y="247"/>
                  </a:lnTo>
                  <a:lnTo>
                    <a:pt x="689" y="249"/>
                  </a:lnTo>
                  <a:lnTo>
                    <a:pt x="687" y="247"/>
                  </a:lnTo>
                  <a:lnTo>
                    <a:pt x="683" y="250"/>
                  </a:lnTo>
                  <a:lnTo>
                    <a:pt x="681" y="250"/>
                  </a:lnTo>
                  <a:lnTo>
                    <a:pt x="681" y="251"/>
                  </a:lnTo>
                  <a:lnTo>
                    <a:pt x="680" y="251"/>
                  </a:lnTo>
                  <a:lnTo>
                    <a:pt x="674" y="255"/>
                  </a:lnTo>
                  <a:lnTo>
                    <a:pt x="672" y="258"/>
                  </a:lnTo>
                  <a:lnTo>
                    <a:pt x="672" y="260"/>
                  </a:lnTo>
                  <a:lnTo>
                    <a:pt x="672" y="260"/>
                  </a:lnTo>
                  <a:lnTo>
                    <a:pt x="669" y="262"/>
                  </a:lnTo>
                  <a:lnTo>
                    <a:pt x="666" y="266"/>
                  </a:lnTo>
                  <a:lnTo>
                    <a:pt x="665" y="266"/>
                  </a:lnTo>
                  <a:lnTo>
                    <a:pt x="664" y="267"/>
                  </a:lnTo>
                  <a:lnTo>
                    <a:pt x="662" y="267"/>
                  </a:lnTo>
                  <a:lnTo>
                    <a:pt x="662" y="266"/>
                  </a:lnTo>
                  <a:lnTo>
                    <a:pt x="660" y="264"/>
                  </a:lnTo>
                  <a:lnTo>
                    <a:pt x="661" y="262"/>
                  </a:lnTo>
                  <a:lnTo>
                    <a:pt x="662" y="262"/>
                  </a:lnTo>
                  <a:lnTo>
                    <a:pt x="664" y="260"/>
                  </a:lnTo>
                  <a:lnTo>
                    <a:pt x="666" y="260"/>
                  </a:lnTo>
                  <a:lnTo>
                    <a:pt x="668" y="260"/>
                  </a:lnTo>
                  <a:lnTo>
                    <a:pt x="668" y="259"/>
                  </a:lnTo>
                  <a:lnTo>
                    <a:pt x="666" y="259"/>
                  </a:lnTo>
                  <a:lnTo>
                    <a:pt x="666" y="258"/>
                  </a:lnTo>
                  <a:lnTo>
                    <a:pt x="669" y="256"/>
                  </a:lnTo>
                  <a:lnTo>
                    <a:pt x="670" y="254"/>
                  </a:lnTo>
                  <a:lnTo>
                    <a:pt x="668" y="256"/>
                  </a:lnTo>
                  <a:lnTo>
                    <a:pt x="665" y="256"/>
                  </a:lnTo>
                  <a:lnTo>
                    <a:pt x="664" y="255"/>
                  </a:lnTo>
                  <a:lnTo>
                    <a:pt x="664" y="254"/>
                  </a:lnTo>
                  <a:lnTo>
                    <a:pt x="665" y="254"/>
                  </a:lnTo>
                  <a:lnTo>
                    <a:pt x="665" y="252"/>
                  </a:lnTo>
                  <a:lnTo>
                    <a:pt x="662" y="250"/>
                  </a:lnTo>
                  <a:lnTo>
                    <a:pt x="662" y="246"/>
                  </a:lnTo>
                  <a:lnTo>
                    <a:pt x="662" y="246"/>
                  </a:lnTo>
                  <a:lnTo>
                    <a:pt x="665" y="246"/>
                  </a:lnTo>
                  <a:lnTo>
                    <a:pt x="665" y="242"/>
                  </a:lnTo>
                  <a:lnTo>
                    <a:pt x="668" y="239"/>
                  </a:lnTo>
                  <a:lnTo>
                    <a:pt x="668" y="238"/>
                  </a:lnTo>
                  <a:lnTo>
                    <a:pt x="669" y="237"/>
                  </a:lnTo>
                  <a:lnTo>
                    <a:pt x="669" y="235"/>
                  </a:lnTo>
                  <a:lnTo>
                    <a:pt x="664" y="231"/>
                  </a:lnTo>
                  <a:lnTo>
                    <a:pt x="660" y="227"/>
                  </a:lnTo>
                  <a:lnTo>
                    <a:pt x="660" y="230"/>
                  </a:lnTo>
                  <a:lnTo>
                    <a:pt x="657" y="230"/>
                  </a:lnTo>
                  <a:lnTo>
                    <a:pt x="656" y="229"/>
                  </a:lnTo>
                  <a:lnTo>
                    <a:pt x="653" y="229"/>
                  </a:lnTo>
                  <a:lnTo>
                    <a:pt x="652" y="231"/>
                  </a:lnTo>
                  <a:lnTo>
                    <a:pt x="651" y="233"/>
                  </a:lnTo>
                  <a:lnTo>
                    <a:pt x="651" y="235"/>
                  </a:lnTo>
                  <a:lnTo>
                    <a:pt x="648" y="238"/>
                  </a:lnTo>
                  <a:lnTo>
                    <a:pt x="648" y="242"/>
                  </a:lnTo>
                  <a:lnTo>
                    <a:pt x="647" y="242"/>
                  </a:lnTo>
                  <a:lnTo>
                    <a:pt x="644" y="246"/>
                  </a:lnTo>
                  <a:lnTo>
                    <a:pt x="643" y="246"/>
                  </a:lnTo>
                  <a:lnTo>
                    <a:pt x="637" y="249"/>
                  </a:lnTo>
                  <a:lnTo>
                    <a:pt x="636" y="254"/>
                  </a:lnTo>
                  <a:lnTo>
                    <a:pt x="636" y="255"/>
                  </a:lnTo>
                  <a:lnTo>
                    <a:pt x="636" y="256"/>
                  </a:lnTo>
                  <a:lnTo>
                    <a:pt x="637" y="259"/>
                  </a:lnTo>
                  <a:lnTo>
                    <a:pt x="635" y="259"/>
                  </a:lnTo>
                  <a:lnTo>
                    <a:pt x="636" y="260"/>
                  </a:lnTo>
                  <a:lnTo>
                    <a:pt x="635" y="263"/>
                  </a:lnTo>
                  <a:lnTo>
                    <a:pt x="632" y="263"/>
                  </a:lnTo>
                  <a:lnTo>
                    <a:pt x="628" y="263"/>
                  </a:lnTo>
                  <a:lnTo>
                    <a:pt x="623" y="262"/>
                  </a:lnTo>
                  <a:lnTo>
                    <a:pt x="623" y="263"/>
                  </a:lnTo>
                  <a:lnTo>
                    <a:pt x="622" y="263"/>
                  </a:lnTo>
                  <a:lnTo>
                    <a:pt x="622" y="266"/>
                  </a:lnTo>
                  <a:lnTo>
                    <a:pt x="622" y="267"/>
                  </a:lnTo>
                  <a:lnTo>
                    <a:pt x="622" y="268"/>
                  </a:lnTo>
                  <a:lnTo>
                    <a:pt x="620" y="270"/>
                  </a:lnTo>
                  <a:lnTo>
                    <a:pt x="622" y="272"/>
                  </a:lnTo>
                  <a:lnTo>
                    <a:pt x="622" y="275"/>
                  </a:lnTo>
                  <a:lnTo>
                    <a:pt x="624" y="276"/>
                  </a:lnTo>
                  <a:lnTo>
                    <a:pt x="628" y="279"/>
                  </a:lnTo>
                  <a:lnTo>
                    <a:pt x="628" y="280"/>
                  </a:lnTo>
                  <a:lnTo>
                    <a:pt x="631" y="284"/>
                  </a:lnTo>
                  <a:lnTo>
                    <a:pt x="631" y="283"/>
                  </a:lnTo>
                  <a:lnTo>
                    <a:pt x="631" y="284"/>
                  </a:lnTo>
                  <a:lnTo>
                    <a:pt x="632" y="283"/>
                  </a:lnTo>
                  <a:lnTo>
                    <a:pt x="633" y="283"/>
                  </a:lnTo>
                  <a:lnTo>
                    <a:pt x="633" y="283"/>
                  </a:lnTo>
                  <a:lnTo>
                    <a:pt x="635" y="283"/>
                  </a:lnTo>
                  <a:lnTo>
                    <a:pt x="639" y="283"/>
                  </a:lnTo>
                  <a:lnTo>
                    <a:pt x="639" y="285"/>
                  </a:lnTo>
                  <a:lnTo>
                    <a:pt x="639" y="288"/>
                  </a:lnTo>
                  <a:lnTo>
                    <a:pt x="641" y="295"/>
                  </a:lnTo>
                  <a:lnTo>
                    <a:pt x="645" y="295"/>
                  </a:lnTo>
                  <a:lnTo>
                    <a:pt x="647" y="293"/>
                  </a:lnTo>
                  <a:lnTo>
                    <a:pt x="649" y="293"/>
                  </a:lnTo>
                  <a:lnTo>
                    <a:pt x="651" y="293"/>
                  </a:lnTo>
                  <a:lnTo>
                    <a:pt x="652" y="291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53" y="288"/>
                  </a:lnTo>
                  <a:lnTo>
                    <a:pt x="655" y="287"/>
                  </a:lnTo>
                  <a:lnTo>
                    <a:pt x="655" y="284"/>
                  </a:lnTo>
                  <a:lnTo>
                    <a:pt x="655" y="283"/>
                  </a:lnTo>
                  <a:lnTo>
                    <a:pt x="657" y="283"/>
                  </a:lnTo>
                  <a:lnTo>
                    <a:pt x="662" y="280"/>
                  </a:lnTo>
                  <a:lnTo>
                    <a:pt x="664" y="281"/>
                  </a:lnTo>
                  <a:lnTo>
                    <a:pt x="665" y="283"/>
                  </a:lnTo>
                  <a:lnTo>
                    <a:pt x="666" y="284"/>
                  </a:lnTo>
                  <a:lnTo>
                    <a:pt x="668" y="285"/>
                  </a:lnTo>
                  <a:lnTo>
                    <a:pt x="669" y="287"/>
                  </a:lnTo>
                  <a:lnTo>
                    <a:pt x="677" y="285"/>
                  </a:lnTo>
                  <a:lnTo>
                    <a:pt x="677" y="285"/>
                  </a:lnTo>
                  <a:lnTo>
                    <a:pt x="680" y="285"/>
                  </a:lnTo>
                  <a:lnTo>
                    <a:pt x="680" y="285"/>
                  </a:lnTo>
                  <a:lnTo>
                    <a:pt x="683" y="285"/>
                  </a:lnTo>
                  <a:lnTo>
                    <a:pt x="686" y="285"/>
                  </a:lnTo>
                  <a:lnTo>
                    <a:pt x="687" y="285"/>
                  </a:lnTo>
                  <a:lnTo>
                    <a:pt x="685" y="287"/>
                  </a:lnTo>
                  <a:lnTo>
                    <a:pt x="685" y="288"/>
                  </a:lnTo>
                  <a:lnTo>
                    <a:pt x="686" y="291"/>
                  </a:lnTo>
                  <a:lnTo>
                    <a:pt x="685" y="291"/>
                  </a:lnTo>
                  <a:lnTo>
                    <a:pt x="683" y="292"/>
                  </a:lnTo>
                  <a:lnTo>
                    <a:pt x="683" y="295"/>
                  </a:lnTo>
                  <a:lnTo>
                    <a:pt x="686" y="295"/>
                  </a:lnTo>
                  <a:lnTo>
                    <a:pt x="686" y="296"/>
                  </a:lnTo>
                  <a:lnTo>
                    <a:pt x="683" y="299"/>
                  </a:lnTo>
                  <a:lnTo>
                    <a:pt x="680" y="296"/>
                  </a:lnTo>
                  <a:lnTo>
                    <a:pt x="680" y="295"/>
                  </a:lnTo>
                  <a:lnTo>
                    <a:pt x="678" y="296"/>
                  </a:lnTo>
                  <a:lnTo>
                    <a:pt x="678" y="295"/>
                  </a:lnTo>
                  <a:lnTo>
                    <a:pt x="676" y="299"/>
                  </a:lnTo>
                  <a:lnTo>
                    <a:pt x="674" y="299"/>
                  </a:lnTo>
                  <a:lnTo>
                    <a:pt x="672" y="300"/>
                  </a:lnTo>
                  <a:lnTo>
                    <a:pt x="669" y="300"/>
                  </a:lnTo>
                  <a:lnTo>
                    <a:pt x="669" y="301"/>
                  </a:lnTo>
                  <a:lnTo>
                    <a:pt x="666" y="300"/>
                  </a:lnTo>
                  <a:lnTo>
                    <a:pt x="664" y="300"/>
                  </a:lnTo>
                  <a:lnTo>
                    <a:pt x="666" y="301"/>
                  </a:lnTo>
                  <a:lnTo>
                    <a:pt x="668" y="304"/>
                  </a:lnTo>
                  <a:lnTo>
                    <a:pt x="664" y="304"/>
                  </a:lnTo>
                  <a:lnTo>
                    <a:pt x="664" y="306"/>
                  </a:lnTo>
                  <a:lnTo>
                    <a:pt x="661" y="306"/>
                  </a:lnTo>
                  <a:lnTo>
                    <a:pt x="658" y="309"/>
                  </a:lnTo>
                  <a:lnTo>
                    <a:pt x="660" y="310"/>
                  </a:lnTo>
                  <a:lnTo>
                    <a:pt x="662" y="312"/>
                  </a:lnTo>
                  <a:lnTo>
                    <a:pt x="660" y="314"/>
                  </a:lnTo>
                  <a:lnTo>
                    <a:pt x="658" y="313"/>
                  </a:lnTo>
                  <a:lnTo>
                    <a:pt x="657" y="317"/>
                  </a:lnTo>
                  <a:lnTo>
                    <a:pt x="655" y="317"/>
                  </a:lnTo>
                  <a:lnTo>
                    <a:pt x="655" y="317"/>
                  </a:lnTo>
                  <a:lnTo>
                    <a:pt x="653" y="320"/>
                  </a:lnTo>
                  <a:lnTo>
                    <a:pt x="655" y="322"/>
                  </a:lnTo>
                  <a:lnTo>
                    <a:pt x="653" y="326"/>
                  </a:lnTo>
                  <a:lnTo>
                    <a:pt x="653" y="333"/>
                  </a:lnTo>
                  <a:lnTo>
                    <a:pt x="655" y="333"/>
                  </a:lnTo>
                  <a:lnTo>
                    <a:pt x="661" y="335"/>
                  </a:lnTo>
                  <a:lnTo>
                    <a:pt x="661" y="337"/>
                  </a:lnTo>
                  <a:lnTo>
                    <a:pt x="662" y="337"/>
                  </a:lnTo>
                  <a:lnTo>
                    <a:pt x="669" y="339"/>
                  </a:lnTo>
                  <a:lnTo>
                    <a:pt x="673" y="347"/>
                  </a:lnTo>
                  <a:lnTo>
                    <a:pt x="673" y="347"/>
                  </a:lnTo>
                  <a:lnTo>
                    <a:pt x="672" y="350"/>
                  </a:lnTo>
                  <a:lnTo>
                    <a:pt x="674" y="351"/>
                  </a:lnTo>
                  <a:lnTo>
                    <a:pt x="674" y="354"/>
                  </a:lnTo>
                  <a:lnTo>
                    <a:pt x="680" y="358"/>
                  </a:lnTo>
                  <a:lnTo>
                    <a:pt x="680" y="360"/>
                  </a:lnTo>
                  <a:lnTo>
                    <a:pt x="682" y="366"/>
                  </a:lnTo>
                  <a:lnTo>
                    <a:pt x="685" y="366"/>
                  </a:lnTo>
                  <a:lnTo>
                    <a:pt x="687" y="366"/>
                  </a:lnTo>
                  <a:lnTo>
                    <a:pt x="689" y="367"/>
                  </a:lnTo>
                  <a:lnTo>
                    <a:pt x="689" y="368"/>
                  </a:lnTo>
                  <a:lnTo>
                    <a:pt x="691" y="371"/>
                  </a:lnTo>
                  <a:lnTo>
                    <a:pt x="693" y="372"/>
                  </a:lnTo>
                  <a:lnTo>
                    <a:pt x="694" y="375"/>
                  </a:lnTo>
                  <a:lnTo>
                    <a:pt x="693" y="376"/>
                  </a:lnTo>
                  <a:lnTo>
                    <a:pt x="687" y="375"/>
                  </a:lnTo>
                  <a:lnTo>
                    <a:pt x="685" y="376"/>
                  </a:lnTo>
                  <a:lnTo>
                    <a:pt x="682" y="374"/>
                  </a:lnTo>
                  <a:lnTo>
                    <a:pt x="681" y="374"/>
                  </a:lnTo>
                  <a:lnTo>
                    <a:pt x="678" y="372"/>
                  </a:lnTo>
                  <a:lnTo>
                    <a:pt x="674" y="372"/>
                  </a:lnTo>
                  <a:lnTo>
                    <a:pt x="673" y="374"/>
                  </a:lnTo>
                  <a:lnTo>
                    <a:pt x="670" y="374"/>
                  </a:lnTo>
                  <a:lnTo>
                    <a:pt x="669" y="372"/>
                  </a:lnTo>
                  <a:lnTo>
                    <a:pt x="668" y="368"/>
                  </a:lnTo>
                  <a:lnTo>
                    <a:pt x="664" y="370"/>
                  </a:lnTo>
                  <a:lnTo>
                    <a:pt x="662" y="370"/>
                  </a:lnTo>
                  <a:lnTo>
                    <a:pt x="661" y="370"/>
                  </a:lnTo>
                  <a:lnTo>
                    <a:pt x="660" y="370"/>
                  </a:lnTo>
                  <a:lnTo>
                    <a:pt x="658" y="370"/>
                  </a:lnTo>
                  <a:lnTo>
                    <a:pt x="657" y="371"/>
                  </a:lnTo>
                  <a:lnTo>
                    <a:pt x="655" y="376"/>
                  </a:lnTo>
                  <a:lnTo>
                    <a:pt x="657" y="372"/>
                  </a:lnTo>
                  <a:lnTo>
                    <a:pt x="660" y="371"/>
                  </a:lnTo>
                  <a:lnTo>
                    <a:pt x="662" y="371"/>
                  </a:lnTo>
                  <a:lnTo>
                    <a:pt x="665" y="371"/>
                  </a:lnTo>
                  <a:lnTo>
                    <a:pt x="666" y="371"/>
                  </a:lnTo>
                  <a:lnTo>
                    <a:pt x="666" y="372"/>
                  </a:lnTo>
                  <a:lnTo>
                    <a:pt x="670" y="375"/>
                  </a:lnTo>
                  <a:lnTo>
                    <a:pt x="672" y="375"/>
                  </a:lnTo>
                  <a:lnTo>
                    <a:pt x="676" y="372"/>
                  </a:lnTo>
                  <a:lnTo>
                    <a:pt x="678" y="372"/>
                  </a:lnTo>
                  <a:lnTo>
                    <a:pt x="682" y="378"/>
                  </a:lnTo>
                  <a:lnTo>
                    <a:pt x="686" y="380"/>
                  </a:lnTo>
                  <a:lnTo>
                    <a:pt x="693" y="384"/>
                  </a:lnTo>
                  <a:lnTo>
                    <a:pt x="695" y="388"/>
                  </a:lnTo>
                  <a:lnTo>
                    <a:pt x="695" y="389"/>
                  </a:lnTo>
                  <a:lnTo>
                    <a:pt x="693" y="391"/>
                  </a:lnTo>
                  <a:lnTo>
                    <a:pt x="690" y="393"/>
                  </a:lnTo>
                  <a:lnTo>
                    <a:pt x="687" y="393"/>
                  </a:lnTo>
                  <a:lnTo>
                    <a:pt x="687" y="395"/>
                  </a:lnTo>
                  <a:lnTo>
                    <a:pt x="686" y="396"/>
                  </a:lnTo>
                  <a:lnTo>
                    <a:pt x="685" y="397"/>
                  </a:lnTo>
                  <a:lnTo>
                    <a:pt x="682" y="396"/>
                  </a:lnTo>
                  <a:lnTo>
                    <a:pt x="681" y="397"/>
                  </a:lnTo>
                  <a:lnTo>
                    <a:pt x="678" y="397"/>
                  </a:lnTo>
                  <a:lnTo>
                    <a:pt x="676" y="400"/>
                  </a:lnTo>
                  <a:lnTo>
                    <a:pt x="676" y="403"/>
                  </a:lnTo>
                  <a:lnTo>
                    <a:pt x="677" y="400"/>
                  </a:lnTo>
                  <a:lnTo>
                    <a:pt x="678" y="399"/>
                  </a:lnTo>
                  <a:lnTo>
                    <a:pt x="681" y="397"/>
                  </a:lnTo>
                  <a:lnTo>
                    <a:pt x="683" y="401"/>
                  </a:lnTo>
                  <a:lnTo>
                    <a:pt x="686" y="401"/>
                  </a:lnTo>
                  <a:lnTo>
                    <a:pt x="689" y="399"/>
                  </a:lnTo>
                  <a:lnTo>
                    <a:pt x="691" y="399"/>
                  </a:lnTo>
                  <a:lnTo>
                    <a:pt x="695" y="404"/>
                  </a:lnTo>
                  <a:lnTo>
                    <a:pt x="697" y="403"/>
                  </a:lnTo>
                  <a:lnTo>
                    <a:pt x="698" y="404"/>
                  </a:lnTo>
                  <a:lnTo>
                    <a:pt x="699" y="404"/>
                  </a:lnTo>
                  <a:lnTo>
                    <a:pt x="701" y="405"/>
                  </a:lnTo>
                  <a:lnTo>
                    <a:pt x="695" y="409"/>
                  </a:lnTo>
                  <a:lnTo>
                    <a:pt x="691" y="410"/>
                  </a:lnTo>
                  <a:lnTo>
                    <a:pt x="691" y="413"/>
                  </a:lnTo>
                  <a:lnTo>
                    <a:pt x="693" y="413"/>
                  </a:lnTo>
                  <a:lnTo>
                    <a:pt x="697" y="410"/>
                  </a:lnTo>
                  <a:lnTo>
                    <a:pt x="699" y="410"/>
                  </a:lnTo>
                  <a:lnTo>
                    <a:pt x="699" y="409"/>
                  </a:lnTo>
                  <a:lnTo>
                    <a:pt x="698" y="409"/>
                  </a:lnTo>
                  <a:lnTo>
                    <a:pt x="699" y="408"/>
                  </a:lnTo>
                  <a:lnTo>
                    <a:pt x="701" y="408"/>
                  </a:lnTo>
                  <a:lnTo>
                    <a:pt x="702" y="412"/>
                  </a:lnTo>
                  <a:lnTo>
                    <a:pt x="702" y="413"/>
                  </a:lnTo>
                  <a:lnTo>
                    <a:pt x="701" y="414"/>
                  </a:lnTo>
                  <a:lnTo>
                    <a:pt x="701" y="413"/>
                  </a:lnTo>
                  <a:lnTo>
                    <a:pt x="699" y="413"/>
                  </a:lnTo>
                  <a:lnTo>
                    <a:pt x="699" y="414"/>
                  </a:lnTo>
                  <a:lnTo>
                    <a:pt x="698" y="414"/>
                  </a:lnTo>
                  <a:lnTo>
                    <a:pt x="695" y="414"/>
                  </a:lnTo>
                  <a:lnTo>
                    <a:pt x="693" y="416"/>
                  </a:lnTo>
                  <a:lnTo>
                    <a:pt x="693" y="417"/>
                  </a:lnTo>
                  <a:lnTo>
                    <a:pt x="697" y="417"/>
                  </a:lnTo>
                  <a:lnTo>
                    <a:pt x="698" y="418"/>
                  </a:lnTo>
                  <a:lnTo>
                    <a:pt x="698" y="420"/>
                  </a:lnTo>
                  <a:lnTo>
                    <a:pt x="697" y="420"/>
                  </a:lnTo>
                  <a:lnTo>
                    <a:pt x="695" y="421"/>
                  </a:lnTo>
                  <a:lnTo>
                    <a:pt x="697" y="421"/>
                  </a:lnTo>
                  <a:lnTo>
                    <a:pt x="698" y="422"/>
                  </a:lnTo>
                  <a:lnTo>
                    <a:pt x="697" y="424"/>
                  </a:lnTo>
                  <a:lnTo>
                    <a:pt x="695" y="424"/>
                  </a:lnTo>
                  <a:lnTo>
                    <a:pt x="694" y="424"/>
                  </a:lnTo>
                  <a:lnTo>
                    <a:pt x="695" y="425"/>
                  </a:lnTo>
                  <a:lnTo>
                    <a:pt x="698" y="425"/>
                  </a:lnTo>
                  <a:lnTo>
                    <a:pt x="699" y="428"/>
                  </a:lnTo>
                  <a:lnTo>
                    <a:pt x="697" y="429"/>
                  </a:lnTo>
                  <a:lnTo>
                    <a:pt x="697" y="431"/>
                  </a:lnTo>
                  <a:lnTo>
                    <a:pt x="695" y="430"/>
                  </a:lnTo>
                  <a:lnTo>
                    <a:pt x="695" y="429"/>
                  </a:lnTo>
                  <a:lnTo>
                    <a:pt x="694" y="429"/>
                  </a:lnTo>
                  <a:lnTo>
                    <a:pt x="691" y="433"/>
                  </a:lnTo>
                  <a:lnTo>
                    <a:pt x="690" y="434"/>
                  </a:lnTo>
                  <a:lnTo>
                    <a:pt x="687" y="433"/>
                  </a:lnTo>
                  <a:lnTo>
                    <a:pt x="690" y="434"/>
                  </a:lnTo>
                  <a:lnTo>
                    <a:pt x="690" y="435"/>
                  </a:lnTo>
                  <a:lnTo>
                    <a:pt x="690" y="437"/>
                  </a:lnTo>
                  <a:lnTo>
                    <a:pt x="689" y="438"/>
                  </a:lnTo>
                  <a:lnTo>
                    <a:pt x="689" y="439"/>
                  </a:lnTo>
                  <a:lnTo>
                    <a:pt x="690" y="441"/>
                  </a:lnTo>
                  <a:lnTo>
                    <a:pt x="689" y="442"/>
                  </a:lnTo>
                  <a:lnTo>
                    <a:pt x="689" y="443"/>
                  </a:lnTo>
                  <a:lnTo>
                    <a:pt x="687" y="445"/>
                  </a:lnTo>
                  <a:lnTo>
                    <a:pt x="686" y="443"/>
                  </a:lnTo>
                  <a:lnTo>
                    <a:pt x="685" y="445"/>
                  </a:lnTo>
                  <a:lnTo>
                    <a:pt x="687" y="445"/>
                  </a:lnTo>
                  <a:lnTo>
                    <a:pt x="689" y="447"/>
                  </a:lnTo>
                  <a:lnTo>
                    <a:pt x="686" y="447"/>
                  </a:lnTo>
                  <a:lnTo>
                    <a:pt x="686" y="449"/>
                  </a:lnTo>
                  <a:lnTo>
                    <a:pt x="682" y="451"/>
                  </a:lnTo>
                  <a:lnTo>
                    <a:pt x="681" y="451"/>
                  </a:lnTo>
                  <a:lnTo>
                    <a:pt x="681" y="449"/>
                  </a:lnTo>
                  <a:lnTo>
                    <a:pt x="680" y="449"/>
                  </a:lnTo>
                  <a:lnTo>
                    <a:pt x="680" y="449"/>
                  </a:lnTo>
                  <a:lnTo>
                    <a:pt x="678" y="451"/>
                  </a:lnTo>
                  <a:lnTo>
                    <a:pt x="677" y="451"/>
                  </a:lnTo>
                  <a:lnTo>
                    <a:pt x="678" y="453"/>
                  </a:lnTo>
                  <a:lnTo>
                    <a:pt x="677" y="453"/>
                  </a:lnTo>
                  <a:lnTo>
                    <a:pt x="680" y="453"/>
                  </a:lnTo>
                  <a:lnTo>
                    <a:pt x="681" y="455"/>
                  </a:lnTo>
                  <a:lnTo>
                    <a:pt x="678" y="455"/>
                  </a:lnTo>
                  <a:lnTo>
                    <a:pt x="681" y="458"/>
                  </a:lnTo>
                  <a:lnTo>
                    <a:pt x="682" y="456"/>
                  </a:lnTo>
                  <a:lnTo>
                    <a:pt x="683" y="458"/>
                  </a:lnTo>
                  <a:lnTo>
                    <a:pt x="680" y="459"/>
                  </a:lnTo>
                  <a:lnTo>
                    <a:pt x="677" y="462"/>
                  </a:lnTo>
                  <a:lnTo>
                    <a:pt x="677" y="463"/>
                  </a:lnTo>
                  <a:lnTo>
                    <a:pt x="678" y="462"/>
                  </a:lnTo>
                  <a:lnTo>
                    <a:pt x="680" y="462"/>
                  </a:lnTo>
                  <a:lnTo>
                    <a:pt x="681" y="463"/>
                  </a:lnTo>
                  <a:lnTo>
                    <a:pt x="678" y="466"/>
                  </a:lnTo>
                  <a:lnTo>
                    <a:pt x="680" y="466"/>
                  </a:lnTo>
                  <a:lnTo>
                    <a:pt x="680" y="468"/>
                  </a:lnTo>
                  <a:lnTo>
                    <a:pt x="678" y="468"/>
                  </a:lnTo>
                  <a:lnTo>
                    <a:pt x="678" y="470"/>
                  </a:lnTo>
                  <a:lnTo>
                    <a:pt x="680" y="470"/>
                  </a:lnTo>
                  <a:lnTo>
                    <a:pt x="681" y="471"/>
                  </a:lnTo>
                  <a:lnTo>
                    <a:pt x="681" y="474"/>
                  </a:lnTo>
                  <a:lnTo>
                    <a:pt x="680" y="472"/>
                  </a:lnTo>
                  <a:lnTo>
                    <a:pt x="678" y="472"/>
                  </a:lnTo>
                  <a:lnTo>
                    <a:pt x="678" y="471"/>
                  </a:lnTo>
                  <a:lnTo>
                    <a:pt x="677" y="470"/>
                  </a:lnTo>
                  <a:lnTo>
                    <a:pt x="676" y="471"/>
                  </a:lnTo>
                  <a:lnTo>
                    <a:pt x="674" y="471"/>
                  </a:lnTo>
                  <a:lnTo>
                    <a:pt x="674" y="472"/>
                  </a:lnTo>
                  <a:lnTo>
                    <a:pt x="676" y="474"/>
                  </a:lnTo>
                  <a:lnTo>
                    <a:pt x="676" y="476"/>
                  </a:lnTo>
                  <a:lnTo>
                    <a:pt x="676" y="475"/>
                  </a:lnTo>
                  <a:lnTo>
                    <a:pt x="674" y="475"/>
                  </a:lnTo>
                  <a:lnTo>
                    <a:pt x="673" y="474"/>
                  </a:lnTo>
                  <a:lnTo>
                    <a:pt x="672" y="474"/>
                  </a:lnTo>
                  <a:lnTo>
                    <a:pt x="673" y="475"/>
                  </a:lnTo>
                  <a:lnTo>
                    <a:pt x="673" y="478"/>
                  </a:lnTo>
                  <a:lnTo>
                    <a:pt x="674" y="478"/>
                  </a:lnTo>
                  <a:lnTo>
                    <a:pt x="674" y="478"/>
                  </a:lnTo>
                  <a:lnTo>
                    <a:pt x="673" y="479"/>
                  </a:lnTo>
                  <a:lnTo>
                    <a:pt x="672" y="478"/>
                  </a:lnTo>
                  <a:lnTo>
                    <a:pt x="670" y="479"/>
                  </a:lnTo>
                  <a:lnTo>
                    <a:pt x="672" y="480"/>
                  </a:lnTo>
                  <a:lnTo>
                    <a:pt x="673" y="481"/>
                  </a:lnTo>
                  <a:lnTo>
                    <a:pt x="673" y="483"/>
                  </a:lnTo>
                  <a:lnTo>
                    <a:pt x="669" y="481"/>
                  </a:lnTo>
                  <a:lnTo>
                    <a:pt x="668" y="483"/>
                  </a:lnTo>
                  <a:lnTo>
                    <a:pt x="668" y="481"/>
                  </a:lnTo>
                  <a:lnTo>
                    <a:pt x="665" y="484"/>
                  </a:lnTo>
                  <a:lnTo>
                    <a:pt x="661" y="484"/>
                  </a:lnTo>
                  <a:lnTo>
                    <a:pt x="665" y="487"/>
                  </a:lnTo>
                  <a:lnTo>
                    <a:pt x="666" y="485"/>
                  </a:lnTo>
                  <a:lnTo>
                    <a:pt x="668" y="487"/>
                  </a:lnTo>
                  <a:lnTo>
                    <a:pt x="668" y="488"/>
                  </a:lnTo>
                  <a:lnTo>
                    <a:pt x="666" y="488"/>
                  </a:lnTo>
                  <a:lnTo>
                    <a:pt x="665" y="491"/>
                  </a:lnTo>
                  <a:lnTo>
                    <a:pt x="664" y="489"/>
                  </a:lnTo>
                  <a:lnTo>
                    <a:pt x="662" y="492"/>
                  </a:lnTo>
                  <a:lnTo>
                    <a:pt x="662" y="492"/>
                  </a:lnTo>
                  <a:lnTo>
                    <a:pt x="662" y="491"/>
                  </a:lnTo>
                  <a:lnTo>
                    <a:pt x="661" y="491"/>
                  </a:lnTo>
                  <a:lnTo>
                    <a:pt x="661" y="493"/>
                  </a:lnTo>
                  <a:lnTo>
                    <a:pt x="660" y="493"/>
                  </a:lnTo>
                  <a:lnTo>
                    <a:pt x="658" y="496"/>
                  </a:lnTo>
                  <a:lnTo>
                    <a:pt x="657" y="496"/>
                  </a:lnTo>
                  <a:lnTo>
                    <a:pt x="656" y="495"/>
                  </a:lnTo>
                  <a:lnTo>
                    <a:pt x="653" y="495"/>
                  </a:lnTo>
                  <a:lnTo>
                    <a:pt x="653" y="496"/>
                  </a:lnTo>
                  <a:lnTo>
                    <a:pt x="652" y="496"/>
                  </a:lnTo>
                  <a:lnTo>
                    <a:pt x="652" y="499"/>
                  </a:lnTo>
                  <a:lnTo>
                    <a:pt x="652" y="501"/>
                  </a:lnTo>
                  <a:lnTo>
                    <a:pt x="651" y="503"/>
                  </a:lnTo>
                  <a:lnTo>
                    <a:pt x="652" y="504"/>
                  </a:lnTo>
                  <a:lnTo>
                    <a:pt x="649" y="505"/>
                  </a:lnTo>
                  <a:lnTo>
                    <a:pt x="648" y="504"/>
                  </a:lnTo>
                  <a:lnTo>
                    <a:pt x="648" y="505"/>
                  </a:lnTo>
                  <a:lnTo>
                    <a:pt x="648" y="504"/>
                  </a:lnTo>
                  <a:lnTo>
                    <a:pt x="647" y="505"/>
                  </a:lnTo>
                  <a:lnTo>
                    <a:pt x="645" y="506"/>
                  </a:lnTo>
                  <a:lnTo>
                    <a:pt x="643" y="506"/>
                  </a:lnTo>
                  <a:lnTo>
                    <a:pt x="641" y="508"/>
                  </a:lnTo>
                  <a:lnTo>
                    <a:pt x="640" y="508"/>
                  </a:lnTo>
                  <a:lnTo>
                    <a:pt x="640" y="508"/>
                  </a:lnTo>
                  <a:lnTo>
                    <a:pt x="639" y="508"/>
                  </a:lnTo>
                  <a:lnTo>
                    <a:pt x="639" y="509"/>
                  </a:lnTo>
                  <a:lnTo>
                    <a:pt x="637" y="510"/>
                  </a:lnTo>
                  <a:lnTo>
                    <a:pt x="635" y="508"/>
                  </a:lnTo>
                  <a:lnTo>
                    <a:pt x="635" y="506"/>
                  </a:lnTo>
                  <a:lnTo>
                    <a:pt x="633" y="508"/>
                  </a:lnTo>
                  <a:lnTo>
                    <a:pt x="632" y="509"/>
                  </a:lnTo>
                  <a:lnTo>
                    <a:pt x="632" y="510"/>
                  </a:lnTo>
                  <a:lnTo>
                    <a:pt x="629" y="510"/>
                  </a:lnTo>
                  <a:lnTo>
                    <a:pt x="628" y="509"/>
                  </a:lnTo>
                  <a:lnTo>
                    <a:pt x="627" y="510"/>
                  </a:lnTo>
                  <a:lnTo>
                    <a:pt x="624" y="512"/>
                  </a:lnTo>
                  <a:lnTo>
                    <a:pt x="624" y="513"/>
                  </a:lnTo>
                  <a:lnTo>
                    <a:pt x="620" y="516"/>
                  </a:lnTo>
                  <a:lnTo>
                    <a:pt x="620" y="514"/>
                  </a:lnTo>
                  <a:lnTo>
                    <a:pt x="622" y="514"/>
                  </a:lnTo>
                  <a:lnTo>
                    <a:pt x="623" y="512"/>
                  </a:lnTo>
                  <a:lnTo>
                    <a:pt x="622" y="513"/>
                  </a:lnTo>
                  <a:lnTo>
                    <a:pt x="619" y="510"/>
                  </a:lnTo>
                  <a:lnTo>
                    <a:pt x="618" y="509"/>
                  </a:lnTo>
                  <a:lnTo>
                    <a:pt x="615" y="508"/>
                  </a:lnTo>
                  <a:lnTo>
                    <a:pt x="614" y="506"/>
                  </a:lnTo>
                  <a:lnTo>
                    <a:pt x="615" y="508"/>
                  </a:lnTo>
                  <a:lnTo>
                    <a:pt x="615" y="509"/>
                  </a:lnTo>
                  <a:lnTo>
                    <a:pt x="615" y="512"/>
                  </a:lnTo>
                  <a:lnTo>
                    <a:pt x="615" y="514"/>
                  </a:lnTo>
                  <a:lnTo>
                    <a:pt x="614" y="516"/>
                  </a:lnTo>
                  <a:lnTo>
                    <a:pt x="612" y="517"/>
                  </a:lnTo>
                  <a:lnTo>
                    <a:pt x="611" y="518"/>
                  </a:lnTo>
                  <a:lnTo>
                    <a:pt x="611" y="517"/>
                  </a:lnTo>
                  <a:lnTo>
                    <a:pt x="610" y="517"/>
                  </a:lnTo>
                  <a:lnTo>
                    <a:pt x="610" y="517"/>
                  </a:lnTo>
                  <a:lnTo>
                    <a:pt x="608" y="520"/>
                  </a:lnTo>
                  <a:lnTo>
                    <a:pt x="606" y="522"/>
                  </a:lnTo>
                  <a:lnTo>
                    <a:pt x="603" y="524"/>
                  </a:lnTo>
                  <a:lnTo>
                    <a:pt x="602" y="524"/>
                  </a:lnTo>
                  <a:lnTo>
                    <a:pt x="599" y="522"/>
                  </a:lnTo>
                  <a:lnTo>
                    <a:pt x="597" y="524"/>
                  </a:lnTo>
                  <a:lnTo>
                    <a:pt x="595" y="524"/>
                  </a:lnTo>
                  <a:lnTo>
                    <a:pt x="597" y="525"/>
                  </a:lnTo>
                  <a:lnTo>
                    <a:pt x="594" y="526"/>
                  </a:lnTo>
                  <a:lnTo>
                    <a:pt x="591" y="526"/>
                  </a:lnTo>
                  <a:lnTo>
                    <a:pt x="590" y="526"/>
                  </a:lnTo>
                  <a:lnTo>
                    <a:pt x="589" y="528"/>
                  </a:lnTo>
                  <a:lnTo>
                    <a:pt x="586" y="529"/>
                  </a:lnTo>
                  <a:lnTo>
                    <a:pt x="585" y="530"/>
                  </a:lnTo>
                  <a:lnTo>
                    <a:pt x="585" y="529"/>
                  </a:lnTo>
                  <a:lnTo>
                    <a:pt x="585" y="529"/>
                  </a:lnTo>
                  <a:lnTo>
                    <a:pt x="583" y="529"/>
                  </a:lnTo>
                  <a:lnTo>
                    <a:pt x="583" y="528"/>
                  </a:lnTo>
                  <a:lnTo>
                    <a:pt x="585" y="528"/>
                  </a:lnTo>
                  <a:lnTo>
                    <a:pt x="583" y="528"/>
                  </a:lnTo>
                  <a:lnTo>
                    <a:pt x="583" y="526"/>
                  </a:lnTo>
                  <a:lnTo>
                    <a:pt x="582" y="526"/>
                  </a:lnTo>
                  <a:lnTo>
                    <a:pt x="582" y="528"/>
                  </a:lnTo>
                  <a:lnTo>
                    <a:pt x="581" y="528"/>
                  </a:lnTo>
                  <a:lnTo>
                    <a:pt x="582" y="529"/>
                  </a:lnTo>
                  <a:lnTo>
                    <a:pt x="581" y="530"/>
                  </a:lnTo>
                  <a:lnTo>
                    <a:pt x="579" y="531"/>
                  </a:lnTo>
                  <a:lnTo>
                    <a:pt x="579" y="533"/>
                  </a:lnTo>
                  <a:lnTo>
                    <a:pt x="579" y="534"/>
                  </a:lnTo>
                  <a:lnTo>
                    <a:pt x="581" y="534"/>
                  </a:lnTo>
                  <a:lnTo>
                    <a:pt x="582" y="537"/>
                  </a:lnTo>
                  <a:lnTo>
                    <a:pt x="582" y="538"/>
                  </a:lnTo>
                  <a:lnTo>
                    <a:pt x="583" y="538"/>
                  </a:lnTo>
                  <a:lnTo>
                    <a:pt x="585" y="539"/>
                  </a:lnTo>
                  <a:lnTo>
                    <a:pt x="582" y="541"/>
                  </a:lnTo>
                  <a:lnTo>
                    <a:pt x="581" y="541"/>
                  </a:lnTo>
                  <a:lnTo>
                    <a:pt x="581" y="541"/>
                  </a:lnTo>
                  <a:lnTo>
                    <a:pt x="578" y="541"/>
                  </a:lnTo>
                  <a:lnTo>
                    <a:pt x="577" y="542"/>
                  </a:lnTo>
                  <a:lnTo>
                    <a:pt x="577" y="542"/>
                  </a:lnTo>
                  <a:lnTo>
                    <a:pt x="577" y="539"/>
                  </a:lnTo>
                  <a:lnTo>
                    <a:pt x="577" y="538"/>
                  </a:lnTo>
                  <a:lnTo>
                    <a:pt x="574" y="538"/>
                  </a:lnTo>
                  <a:lnTo>
                    <a:pt x="572" y="534"/>
                  </a:lnTo>
                  <a:lnTo>
                    <a:pt x="572" y="533"/>
                  </a:lnTo>
                  <a:lnTo>
                    <a:pt x="574" y="530"/>
                  </a:lnTo>
                  <a:lnTo>
                    <a:pt x="574" y="528"/>
                  </a:lnTo>
                  <a:lnTo>
                    <a:pt x="575" y="528"/>
                  </a:lnTo>
                  <a:lnTo>
                    <a:pt x="575" y="528"/>
                  </a:lnTo>
                  <a:lnTo>
                    <a:pt x="574" y="526"/>
                  </a:lnTo>
                  <a:lnTo>
                    <a:pt x="573" y="528"/>
                  </a:lnTo>
                  <a:lnTo>
                    <a:pt x="572" y="525"/>
                  </a:lnTo>
                  <a:lnTo>
                    <a:pt x="570" y="528"/>
                  </a:lnTo>
                  <a:lnTo>
                    <a:pt x="568" y="528"/>
                  </a:lnTo>
                  <a:lnTo>
                    <a:pt x="566" y="528"/>
                  </a:lnTo>
                  <a:lnTo>
                    <a:pt x="564" y="525"/>
                  </a:lnTo>
                  <a:lnTo>
                    <a:pt x="562" y="526"/>
                  </a:lnTo>
                  <a:lnTo>
                    <a:pt x="561" y="524"/>
                  </a:lnTo>
                  <a:lnTo>
                    <a:pt x="560" y="521"/>
                  </a:lnTo>
                  <a:lnTo>
                    <a:pt x="558" y="524"/>
                  </a:lnTo>
                  <a:lnTo>
                    <a:pt x="558" y="525"/>
                  </a:lnTo>
                  <a:lnTo>
                    <a:pt x="557" y="526"/>
                  </a:lnTo>
                  <a:lnTo>
                    <a:pt x="556" y="525"/>
                  </a:lnTo>
                  <a:lnTo>
                    <a:pt x="554" y="526"/>
                  </a:lnTo>
                  <a:lnTo>
                    <a:pt x="554" y="525"/>
                  </a:lnTo>
                  <a:lnTo>
                    <a:pt x="554" y="526"/>
                  </a:lnTo>
                  <a:lnTo>
                    <a:pt x="553" y="525"/>
                  </a:lnTo>
                  <a:lnTo>
                    <a:pt x="552" y="525"/>
                  </a:lnTo>
                  <a:lnTo>
                    <a:pt x="540" y="526"/>
                  </a:lnTo>
                  <a:lnTo>
                    <a:pt x="515" y="517"/>
                  </a:lnTo>
                  <a:lnTo>
                    <a:pt x="474" y="537"/>
                  </a:lnTo>
                  <a:lnTo>
                    <a:pt x="444" y="528"/>
                  </a:lnTo>
                  <a:lnTo>
                    <a:pt x="375" y="476"/>
                  </a:lnTo>
                  <a:lnTo>
                    <a:pt x="228" y="463"/>
                  </a:lnTo>
                  <a:lnTo>
                    <a:pt x="150" y="389"/>
                  </a:lnTo>
                  <a:lnTo>
                    <a:pt x="0" y="325"/>
                  </a:lnTo>
                  <a:lnTo>
                    <a:pt x="12" y="199"/>
                  </a:lnTo>
                  <a:lnTo>
                    <a:pt x="111" y="146"/>
                  </a:lnTo>
                  <a:lnTo>
                    <a:pt x="224" y="122"/>
                  </a:lnTo>
                  <a:lnTo>
                    <a:pt x="233" y="120"/>
                  </a:lnTo>
                  <a:lnTo>
                    <a:pt x="237" y="120"/>
                  </a:lnTo>
                  <a:lnTo>
                    <a:pt x="240" y="121"/>
                  </a:lnTo>
                  <a:lnTo>
                    <a:pt x="241" y="121"/>
                  </a:lnTo>
                  <a:lnTo>
                    <a:pt x="346" y="124"/>
                  </a:lnTo>
                  <a:lnTo>
                    <a:pt x="532" y="104"/>
                  </a:lnTo>
                  <a:lnTo>
                    <a:pt x="554" y="80"/>
                  </a:lnTo>
                  <a:lnTo>
                    <a:pt x="560" y="79"/>
                  </a:lnTo>
                  <a:lnTo>
                    <a:pt x="561" y="79"/>
                  </a:lnTo>
                  <a:lnTo>
                    <a:pt x="561" y="80"/>
                  </a:lnTo>
                  <a:lnTo>
                    <a:pt x="564" y="79"/>
                  </a:lnTo>
                  <a:lnTo>
                    <a:pt x="566" y="80"/>
                  </a:lnTo>
                  <a:lnTo>
                    <a:pt x="569" y="81"/>
                  </a:lnTo>
                  <a:lnTo>
                    <a:pt x="570" y="81"/>
                  </a:lnTo>
                  <a:lnTo>
                    <a:pt x="575" y="76"/>
                  </a:lnTo>
                  <a:lnTo>
                    <a:pt x="578" y="74"/>
                  </a:lnTo>
                  <a:lnTo>
                    <a:pt x="582" y="74"/>
                  </a:lnTo>
                  <a:lnTo>
                    <a:pt x="585" y="71"/>
                  </a:lnTo>
                  <a:lnTo>
                    <a:pt x="585" y="68"/>
                  </a:lnTo>
                  <a:lnTo>
                    <a:pt x="585" y="67"/>
                  </a:lnTo>
                  <a:lnTo>
                    <a:pt x="583" y="66"/>
                  </a:lnTo>
                  <a:lnTo>
                    <a:pt x="582" y="67"/>
                  </a:lnTo>
                  <a:lnTo>
                    <a:pt x="582" y="66"/>
                  </a:lnTo>
                  <a:lnTo>
                    <a:pt x="581" y="66"/>
                  </a:lnTo>
                  <a:lnTo>
                    <a:pt x="581" y="63"/>
                  </a:lnTo>
                  <a:lnTo>
                    <a:pt x="581" y="62"/>
                  </a:lnTo>
                  <a:lnTo>
                    <a:pt x="581" y="58"/>
                  </a:lnTo>
                  <a:lnTo>
                    <a:pt x="579" y="56"/>
                  </a:lnTo>
                  <a:lnTo>
                    <a:pt x="581" y="55"/>
                  </a:lnTo>
                  <a:lnTo>
                    <a:pt x="582" y="54"/>
                  </a:lnTo>
                  <a:lnTo>
                    <a:pt x="582" y="51"/>
                  </a:lnTo>
                  <a:lnTo>
                    <a:pt x="581" y="50"/>
                  </a:lnTo>
                  <a:lnTo>
                    <a:pt x="581" y="47"/>
                  </a:lnTo>
                  <a:lnTo>
                    <a:pt x="581" y="46"/>
                  </a:lnTo>
                  <a:lnTo>
                    <a:pt x="579" y="45"/>
                  </a:lnTo>
                  <a:lnTo>
                    <a:pt x="579" y="42"/>
                  </a:lnTo>
                  <a:lnTo>
                    <a:pt x="581" y="39"/>
                  </a:lnTo>
                  <a:lnTo>
                    <a:pt x="582" y="38"/>
                  </a:lnTo>
                  <a:lnTo>
                    <a:pt x="583" y="35"/>
                  </a:lnTo>
                  <a:lnTo>
                    <a:pt x="585" y="34"/>
                  </a:lnTo>
                  <a:lnTo>
                    <a:pt x="586" y="33"/>
                  </a:lnTo>
                  <a:lnTo>
                    <a:pt x="586" y="30"/>
                  </a:lnTo>
                  <a:lnTo>
                    <a:pt x="586" y="29"/>
                  </a:lnTo>
                  <a:lnTo>
                    <a:pt x="586" y="26"/>
                  </a:lnTo>
                  <a:lnTo>
                    <a:pt x="585" y="25"/>
                  </a:lnTo>
                  <a:lnTo>
                    <a:pt x="583" y="24"/>
                  </a:lnTo>
                  <a:lnTo>
                    <a:pt x="582" y="20"/>
                  </a:lnTo>
                  <a:lnTo>
                    <a:pt x="579" y="20"/>
                  </a:lnTo>
                  <a:lnTo>
                    <a:pt x="578" y="21"/>
                  </a:lnTo>
                  <a:lnTo>
                    <a:pt x="575" y="22"/>
                  </a:lnTo>
                  <a:lnTo>
                    <a:pt x="574" y="22"/>
                  </a:lnTo>
                  <a:lnTo>
                    <a:pt x="574" y="21"/>
                  </a:lnTo>
                  <a:lnTo>
                    <a:pt x="574" y="18"/>
                  </a:lnTo>
                  <a:lnTo>
                    <a:pt x="574" y="17"/>
                  </a:lnTo>
                  <a:lnTo>
                    <a:pt x="574" y="16"/>
                  </a:lnTo>
                  <a:lnTo>
                    <a:pt x="575" y="14"/>
                  </a:lnTo>
                  <a:lnTo>
                    <a:pt x="575" y="13"/>
                  </a:lnTo>
                  <a:lnTo>
                    <a:pt x="578" y="10"/>
                  </a:lnTo>
                  <a:lnTo>
                    <a:pt x="578" y="9"/>
                  </a:lnTo>
                  <a:lnTo>
                    <a:pt x="579" y="8"/>
                  </a:lnTo>
                  <a:lnTo>
                    <a:pt x="582" y="8"/>
                  </a:lnTo>
                  <a:lnTo>
                    <a:pt x="583" y="6"/>
                  </a:lnTo>
                  <a:lnTo>
                    <a:pt x="585" y="6"/>
                  </a:lnTo>
                  <a:lnTo>
                    <a:pt x="586" y="6"/>
                  </a:lnTo>
                  <a:lnTo>
                    <a:pt x="587" y="6"/>
                  </a:lnTo>
                  <a:lnTo>
                    <a:pt x="589" y="6"/>
                  </a:lnTo>
                  <a:lnTo>
                    <a:pt x="590" y="4"/>
                  </a:lnTo>
                  <a:lnTo>
                    <a:pt x="593" y="4"/>
                  </a:lnTo>
                  <a:lnTo>
                    <a:pt x="594" y="2"/>
                  </a:lnTo>
                  <a:lnTo>
                    <a:pt x="597" y="2"/>
                  </a:lnTo>
                  <a:lnTo>
                    <a:pt x="598" y="2"/>
                  </a:lnTo>
                  <a:lnTo>
                    <a:pt x="601" y="2"/>
                  </a:lnTo>
                  <a:lnTo>
                    <a:pt x="601" y="2"/>
                  </a:lnTo>
                  <a:lnTo>
                    <a:pt x="602" y="2"/>
                  </a:lnTo>
                  <a:lnTo>
                    <a:pt x="603" y="0"/>
                  </a:lnTo>
                  <a:lnTo>
                    <a:pt x="606" y="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" name="Freeform 344"/>
            <p:cNvSpPr>
              <a:spLocks noEditPoints="1"/>
            </p:cNvSpPr>
            <p:nvPr/>
          </p:nvSpPr>
          <p:spPr bwMode="auto">
            <a:xfrm>
              <a:off x="9462759" y="2657725"/>
              <a:ext cx="474559" cy="913588"/>
            </a:xfrm>
            <a:custGeom>
              <a:avLst/>
              <a:gdLst>
                <a:gd name="T0" fmla="*/ 4 w 187"/>
                <a:gd name="T1" fmla="*/ 357 h 360"/>
                <a:gd name="T2" fmla="*/ 46 w 187"/>
                <a:gd name="T3" fmla="*/ 324 h 360"/>
                <a:gd name="T4" fmla="*/ 54 w 187"/>
                <a:gd name="T5" fmla="*/ 306 h 360"/>
                <a:gd name="T6" fmla="*/ 55 w 187"/>
                <a:gd name="T7" fmla="*/ 299 h 360"/>
                <a:gd name="T8" fmla="*/ 67 w 187"/>
                <a:gd name="T9" fmla="*/ 266 h 360"/>
                <a:gd name="T10" fmla="*/ 70 w 187"/>
                <a:gd name="T11" fmla="*/ 264 h 360"/>
                <a:gd name="T12" fmla="*/ 54 w 187"/>
                <a:gd name="T13" fmla="*/ 233 h 360"/>
                <a:gd name="T14" fmla="*/ 51 w 187"/>
                <a:gd name="T15" fmla="*/ 232 h 360"/>
                <a:gd name="T16" fmla="*/ 39 w 187"/>
                <a:gd name="T17" fmla="*/ 227 h 360"/>
                <a:gd name="T18" fmla="*/ 42 w 187"/>
                <a:gd name="T19" fmla="*/ 222 h 360"/>
                <a:gd name="T20" fmla="*/ 103 w 187"/>
                <a:gd name="T21" fmla="*/ 207 h 360"/>
                <a:gd name="T22" fmla="*/ 85 w 187"/>
                <a:gd name="T23" fmla="*/ 220 h 360"/>
                <a:gd name="T24" fmla="*/ 79 w 187"/>
                <a:gd name="T25" fmla="*/ 220 h 360"/>
                <a:gd name="T26" fmla="*/ 87 w 187"/>
                <a:gd name="T27" fmla="*/ 208 h 360"/>
                <a:gd name="T28" fmla="*/ 103 w 187"/>
                <a:gd name="T29" fmla="*/ 198 h 360"/>
                <a:gd name="T30" fmla="*/ 76 w 187"/>
                <a:gd name="T31" fmla="*/ 174 h 360"/>
                <a:gd name="T32" fmla="*/ 129 w 187"/>
                <a:gd name="T33" fmla="*/ 133 h 360"/>
                <a:gd name="T34" fmla="*/ 128 w 187"/>
                <a:gd name="T35" fmla="*/ 139 h 360"/>
                <a:gd name="T36" fmla="*/ 147 w 187"/>
                <a:gd name="T37" fmla="*/ 79 h 360"/>
                <a:gd name="T38" fmla="*/ 163 w 187"/>
                <a:gd name="T39" fmla="*/ 111 h 360"/>
                <a:gd name="T40" fmla="*/ 164 w 187"/>
                <a:gd name="T41" fmla="*/ 129 h 360"/>
                <a:gd name="T42" fmla="*/ 162 w 187"/>
                <a:gd name="T43" fmla="*/ 166 h 360"/>
                <a:gd name="T44" fmla="*/ 158 w 187"/>
                <a:gd name="T45" fmla="*/ 189 h 360"/>
                <a:gd name="T46" fmla="*/ 153 w 187"/>
                <a:gd name="T47" fmla="*/ 181 h 360"/>
                <a:gd name="T48" fmla="*/ 141 w 187"/>
                <a:gd name="T49" fmla="*/ 190 h 360"/>
                <a:gd name="T50" fmla="*/ 129 w 187"/>
                <a:gd name="T51" fmla="*/ 193 h 360"/>
                <a:gd name="T52" fmla="*/ 120 w 187"/>
                <a:gd name="T53" fmla="*/ 194 h 360"/>
                <a:gd name="T54" fmla="*/ 118 w 187"/>
                <a:gd name="T55" fmla="*/ 207 h 360"/>
                <a:gd name="T56" fmla="*/ 105 w 187"/>
                <a:gd name="T57" fmla="*/ 202 h 360"/>
                <a:gd name="T58" fmla="*/ 92 w 187"/>
                <a:gd name="T59" fmla="*/ 200 h 360"/>
                <a:gd name="T60" fmla="*/ 74 w 187"/>
                <a:gd name="T61" fmla="*/ 206 h 360"/>
                <a:gd name="T62" fmla="*/ 66 w 187"/>
                <a:gd name="T63" fmla="*/ 214 h 360"/>
                <a:gd name="T64" fmla="*/ 74 w 187"/>
                <a:gd name="T65" fmla="*/ 224 h 360"/>
                <a:gd name="T66" fmla="*/ 68 w 187"/>
                <a:gd name="T67" fmla="*/ 248 h 360"/>
                <a:gd name="T68" fmla="*/ 64 w 187"/>
                <a:gd name="T69" fmla="*/ 245 h 360"/>
                <a:gd name="T70" fmla="*/ 59 w 187"/>
                <a:gd name="T71" fmla="*/ 249 h 360"/>
                <a:gd name="T72" fmla="*/ 52 w 187"/>
                <a:gd name="T73" fmla="*/ 222 h 360"/>
                <a:gd name="T74" fmla="*/ 51 w 187"/>
                <a:gd name="T75" fmla="*/ 228 h 360"/>
                <a:gd name="T76" fmla="*/ 49 w 187"/>
                <a:gd name="T77" fmla="*/ 227 h 360"/>
                <a:gd name="T78" fmla="*/ 56 w 187"/>
                <a:gd name="T79" fmla="*/ 211 h 360"/>
                <a:gd name="T80" fmla="*/ 67 w 187"/>
                <a:gd name="T81" fmla="*/ 195 h 360"/>
                <a:gd name="T82" fmla="*/ 92 w 187"/>
                <a:gd name="T83" fmla="*/ 181 h 360"/>
                <a:gd name="T84" fmla="*/ 108 w 187"/>
                <a:gd name="T85" fmla="*/ 179 h 360"/>
                <a:gd name="T86" fmla="*/ 113 w 187"/>
                <a:gd name="T87" fmla="*/ 161 h 360"/>
                <a:gd name="T88" fmla="*/ 114 w 187"/>
                <a:gd name="T89" fmla="*/ 153 h 360"/>
                <a:gd name="T90" fmla="*/ 135 w 187"/>
                <a:gd name="T91" fmla="*/ 139 h 360"/>
                <a:gd name="T92" fmla="*/ 133 w 187"/>
                <a:gd name="T93" fmla="*/ 102 h 360"/>
                <a:gd name="T94" fmla="*/ 135 w 187"/>
                <a:gd name="T95" fmla="*/ 82 h 360"/>
                <a:gd name="T96" fmla="*/ 145 w 187"/>
                <a:gd name="T97" fmla="*/ 83 h 360"/>
                <a:gd name="T98" fmla="*/ 120 w 187"/>
                <a:gd name="T99" fmla="*/ 62 h 360"/>
                <a:gd name="T100" fmla="*/ 139 w 187"/>
                <a:gd name="T101" fmla="*/ 6 h 360"/>
                <a:gd name="T102" fmla="*/ 167 w 187"/>
                <a:gd name="T103" fmla="*/ 25 h 360"/>
                <a:gd name="T104" fmla="*/ 179 w 187"/>
                <a:gd name="T105" fmla="*/ 31 h 360"/>
                <a:gd name="T106" fmla="*/ 184 w 187"/>
                <a:gd name="T107" fmla="*/ 37 h 360"/>
                <a:gd name="T108" fmla="*/ 166 w 187"/>
                <a:gd name="T109" fmla="*/ 48 h 360"/>
                <a:gd name="T110" fmla="*/ 149 w 187"/>
                <a:gd name="T111" fmla="*/ 53 h 360"/>
                <a:gd name="T112" fmla="*/ 129 w 187"/>
                <a:gd name="T113" fmla="*/ 58 h 360"/>
                <a:gd name="T114" fmla="*/ 137 w 187"/>
                <a:gd name="T115" fmla="*/ 69 h 360"/>
                <a:gd name="T116" fmla="*/ 124 w 187"/>
                <a:gd name="T117" fmla="*/ 62 h 360"/>
                <a:gd name="T118" fmla="*/ 128 w 187"/>
                <a:gd name="T119" fmla="*/ 47 h 360"/>
                <a:gd name="T120" fmla="*/ 135 w 187"/>
                <a:gd name="T121" fmla="*/ 39 h 360"/>
                <a:gd name="T122" fmla="*/ 133 w 187"/>
                <a:gd name="T123" fmla="*/ 18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360">
                  <a:moveTo>
                    <a:pt x="2" y="358"/>
                  </a:moveTo>
                  <a:lnTo>
                    <a:pt x="2" y="360"/>
                  </a:lnTo>
                  <a:lnTo>
                    <a:pt x="2" y="360"/>
                  </a:lnTo>
                  <a:lnTo>
                    <a:pt x="0" y="360"/>
                  </a:lnTo>
                  <a:lnTo>
                    <a:pt x="1" y="358"/>
                  </a:lnTo>
                  <a:lnTo>
                    <a:pt x="2" y="358"/>
                  </a:lnTo>
                  <a:close/>
                  <a:moveTo>
                    <a:pt x="5" y="356"/>
                  </a:moveTo>
                  <a:lnTo>
                    <a:pt x="6" y="357"/>
                  </a:lnTo>
                  <a:lnTo>
                    <a:pt x="6" y="360"/>
                  </a:lnTo>
                  <a:lnTo>
                    <a:pt x="5" y="358"/>
                  </a:lnTo>
                  <a:lnTo>
                    <a:pt x="4" y="357"/>
                  </a:lnTo>
                  <a:lnTo>
                    <a:pt x="5" y="356"/>
                  </a:lnTo>
                  <a:close/>
                  <a:moveTo>
                    <a:pt x="16" y="349"/>
                  </a:moveTo>
                  <a:lnTo>
                    <a:pt x="18" y="351"/>
                  </a:lnTo>
                  <a:lnTo>
                    <a:pt x="18" y="353"/>
                  </a:lnTo>
                  <a:lnTo>
                    <a:pt x="16" y="353"/>
                  </a:lnTo>
                  <a:lnTo>
                    <a:pt x="16" y="352"/>
                  </a:lnTo>
                  <a:lnTo>
                    <a:pt x="16" y="349"/>
                  </a:lnTo>
                  <a:close/>
                  <a:moveTo>
                    <a:pt x="46" y="319"/>
                  </a:moveTo>
                  <a:lnTo>
                    <a:pt x="46" y="320"/>
                  </a:lnTo>
                  <a:lnTo>
                    <a:pt x="46" y="323"/>
                  </a:lnTo>
                  <a:lnTo>
                    <a:pt x="46" y="324"/>
                  </a:lnTo>
                  <a:lnTo>
                    <a:pt x="42" y="326"/>
                  </a:lnTo>
                  <a:lnTo>
                    <a:pt x="42" y="328"/>
                  </a:lnTo>
                  <a:lnTo>
                    <a:pt x="41" y="328"/>
                  </a:lnTo>
                  <a:lnTo>
                    <a:pt x="41" y="326"/>
                  </a:lnTo>
                  <a:lnTo>
                    <a:pt x="42" y="324"/>
                  </a:lnTo>
                  <a:lnTo>
                    <a:pt x="43" y="323"/>
                  </a:lnTo>
                  <a:lnTo>
                    <a:pt x="42" y="322"/>
                  </a:lnTo>
                  <a:lnTo>
                    <a:pt x="45" y="320"/>
                  </a:lnTo>
                  <a:lnTo>
                    <a:pt x="46" y="319"/>
                  </a:lnTo>
                  <a:close/>
                  <a:moveTo>
                    <a:pt x="52" y="304"/>
                  </a:moveTo>
                  <a:lnTo>
                    <a:pt x="54" y="306"/>
                  </a:lnTo>
                  <a:lnTo>
                    <a:pt x="54" y="308"/>
                  </a:lnTo>
                  <a:lnTo>
                    <a:pt x="52" y="308"/>
                  </a:lnTo>
                  <a:lnTo>
                    <a:pt x="51" y="307"/>
                  </a:lnTo>
                  <a:lnTo>
                    <a:pt x="51" y="306"/>
                  </a:lnTo>
                  <a:lnTo>
                    <a:pt x="52" y="304"/>
                  </a:lnTo>
                  <a:close/>
                  <a:moveTo>
                    <a:pt x="60" y="294"/>
                  </a:moveTo>
                  <a:lnTo>
                    <a:pt x="59" y="297"/>
                  </a:lnTo>
                  <a:lnTo>
                    <a:pt x="58" y="298"/>
                  </a:lnTo>
                  <a:lnTo>
                    <a:pt x="58" y="299"/>
                  </a:lnTo>
                  <a:lnTo>
                    <a:pt x="56" y="301"/>
                  </a:lnTo>
                  <a:lnTo>
                    <a:pt x="55" y="299"/>
                  </a:lnTo>
                  <a:lnTo>
                    <a:pt x="54" y="299"/>
                  </a:lnTo>
                  <a:lnTo>
                    <a:pt x="54" y="299"/>
                  </a:lnTo>
                  <a:lnTo>
                    <a:pt x="54" y="298"/>
                  </a:lnTo>
                  <a:lnTo>
                    <a:pt x="56" y="297"/>
                  </a:lnTo>
                  <a:lnTo>
                    <a:pt x="56" y="297"/>
                  </a:lnTo>
                  <a:lnTo>
                    <a:pt x="58" y="295"/>
                  </a:lnTo>
                  <a:lnTo>
                    <a:pt x="59" y="295"/>
                  </a:lnTo>
                  <a:lnTo>
                    <a:pt x="59" y="295"/>
                  </a:lnTo>
                  <a:lnTo>
                    <a:pt x="60" y="294"/>
                  </a:lnTo>
                  <a:close/>
                  <a:moveTo>
                    <a:pt x="66" y="264"/>
                  </a:moveTo>
                  <a:lnTo>
                    <a:pt x="67" y="266"/>
                  </a:lnTo>
                  <a:lnTo>
                    <a:pt x="68" y="268"/>
                  </a:lnTo>
                  <a:lnTo>
                    <a:pt x="67" y="269"/>
                  </a:lnTo>
                  <a:lnTo>
                    <a:pt x="66" y="268"/>
                  </a:lnTo>
                  <a:lnTo>
                    <a:pt x="64" y="266"/>
                  </a:lnTo>
                  <a:lnTo>
                    <a:pt x="64" y="265"/>
                  </a:lnTo>
                  <a:lnTo>
                    <a:pt x="66" y="264"/>
                  </a:lnTo>
                  <a:close/>
                  <a:moveTo>
                    <a:pt x="70" y="258"/>
                  </a:moveTo>
                  <a:lnTo>
                    <a:pt x="71" y="258"/>
                  </a:lnTo>
                  <a:lnTo>
                    <a:pt x="71" y="261"/>
                  </a:lnTo>
                  <a:lnTo>
                    <a:pt x="70" y="262"/>
                  </a:lnTo>
                  <a:lnTo>
                    <a:pt x="70" y="264"/>
                  </a:lnTo>
                  <a:lnTo>
                    <a:pt x="70" y="260"/>
                  </a:lnTo>
                  <a:lnTo>
                    <a:pt x="70" y="258"/>
                  </a:lnTo>
                  <a:close/>
                  <a:moveTo>
                    <a:pt x="52" y="237"/>
                  </a:moveTo>
                  <a:lnTo>
                    <a:pt x="54" y="237"/>
                  </a:lnTo>
                  <a:lnTo>
                    <a:pt x="52" y="239"/>
                  </a:lnTo>
                  <a:lnTo>
                    <a:pt x="52" y="237"/>
                  </a:lnTo>
                  <a:lnTo>
                    <a:pt x="52" y="237"/>
                  </a:lnTo>
                  <a:close/>
                  <a:moveTo>
                    <a:pt x="55" y="232"/>
                  </a:moveTo>
                  <a:lnTo>
                    <a:pt x="55" y="232"/>
                  </a:lnTo>
                  <a:lnTo>
                    <a:pt x="55" y="233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5" y="232"/>
                  </a:lnTo>
                  <a:close/>
                  <a:moveTo>
                    <a:pt x="51" y="232"/>
                  </a:moveTo>
                  <a:lnTo>
                    <a:pt x="51" y="232"/>
                  </a:lnTo>
                  <a:lnTo>
                    <a:pt x="51" y="232"/>
                  </a:lnTo>
                  <a:lnTo>
                    <a:pt x="52" y="235"/>
                  </a:lnTo>
                  <a:lnTo>
                    <a:pt x="52" y="236"/>
                  </a:lnTo>
                  <a:lnTo>
                    <a:pt x="51" y="236"/>
                  </a:lnTo>
                  <a:lnTo>
                    <a:pt x="51" y="235"/>
                  </a:lnTo>
                  <a:lnTo>
                    <a:pt x="50" y="232"/>
                  </a:lnTo>
                  <a:lnTo>
                    <a:pt x="51" y="232"/>
                  </a:lnTo>
                  <a:close/>
                  <a:moveTo>
                    <a:pt x="37" y="228"/>
                  </a:moveTo>
                  <a:lnTo>
                    <a:pt x="37" y="229"/>
                  </a:lnTo>
                  <a:lnTo>
                    <a:pt x="38" y="229"/>
                  </a:lnTo>
                  <a:lnTo>
                    <a:pt x="39" y="232"/>
                  </a:lnTo>
                  <a:lnTo>
                    <a:pt x="38" y="233"/>
                  </a:lnTo>
                  <a:lnTo>
                    <a:pt x="37" y="232"/>
                  </a:lnTo>
                  <a:lnTo>
                    <a:pt x="35" y="229"/>
                  </a:lnTo>
                  <a:lnTo>
                    <a:pt x="35" y="228"/>
                  </a:lnTo>
                  <a:lnTo>
                    <a:pt x="37" y="228"/>
                  </a:lnTo>
                  <a:close/>
                  <a:moveTo>
                    <a:pt x="38" y="227"/>
                  </a:moveTo>
                  <a:lnTo>
                    <a:pt x="39" y="227"/>
                  </a:lnTo>
                  <a:lnTo>
                    <a:pt x="38" y="228"/>
                  </a:lnTo>
                  <a:lnTo>
                    <a:pt x="38" y="227"/>
                  </a:lnTo>
                  <a:close/>
                  <a:moveTo>
                    <a:pt x="41" y="226"/>
                  </a:moveTo>
                  <a:lnTo>
                    <a:pt x="41" y="226"/>
                  </a:lnTo>
                  <a:lnTo>
                    <a:pt x="39" y="226"/>
                  </a:lnTo>
                  <a:lnTo>
                    <a:pt x="41" y="226"/>
                  </a:lnTo>
                  <a:close/>
                  <a:moveTo>
                    <a:pt x="41" y="224"/>
                  </a:moveTo>
                  <a:lnTo>
                    <a:pt x="42" y="224"/>
                  </a:lnTo>
                  <a:lnTo>
                    <a:pt x="41" y="224"/>
                  </a:lnTo>
                  <a:lnTo>
                    <a:pt x="41" y="224"/>
                  </a:lnTo>
                  <a:close/>
                  <a:moveTo>
                    <a:pt x="42" y="222"/>
                  </a:moveTo>
                  <a:lnTo>
                    <a:pt x="43" y="223"/>
                  </a:lnTo>
                  <a:lnTo>
                    <a:pt x="42" y="223"/>
                  </a:lnTo>
                  <a:lnTo>
                    <a:pt x="41" y="223"/>
                  </a:lnTo>
                  <a:lnTo>
                    <a:pt x="41" y="222"/>
                  </a:lnTo>
                  <a:lnTo>
                    <a:pt x="42" y="222"/>
                  </a:lnTo>
                  <a:close/>
                  <a:moveTo>
                    <a:pt x="92" y="203"/>
                  </a:moveTo>
                  <a:lnTo>
                    <a:pt x="96" y="203"/>
                  </a:lnTo>
                  <a:lnTo>
                    <a:pt x="97" y="204"/>
                  </a:lnTo>
                  <a:lnTo>
                    <a:pt x="99" y="204"/>
                  </a:lnTo>
                  <a:lnTo>
                    <a:pt x="101" y="206"/>
                  </a:lnTo>
                  <a:lnTo>
                    <a:pt x="103" y="207"/>
                  </a:lnTo>
                  <a:lnTo>
                    <a:pt x="103" y="208"/>
                  </a:lnTo>
                  <a:lnTo>
                    <a:pt x="103" y="210"/>
                  </a:lnTo>
                  <a:lnTo>
                    <a:pt x="100" y="212"/>
                  </a:lnTo>
                  <a:lnTo>
                    <a:pt x="99" y="216"/>
                  </a:lnTo>
                  <a:lnTo>
                    <a:pt x="97" y="218"/>
                  </a:lnTo>
                  <a:lnTo>
                    <a:pt x="96" y="216"/>
                  </a:lnTo>
                  <a:lnTo>
                    <a:pt x="93" y="214"/>
                  </a:lnTo>
                  <a:lnTo>
                    <a:pt x="91" y="214"/>
                  </a:lnTo>
                  <a:lnTo>
                    <a:pt x="89" y="215"/>
                  </a:lnTo>
                  <a:lnTo>
                    <a:pt x="87" y="216"/>
                  </a:lnTo>
                  <a:lnTo>
                    <a:pt x="85" y="220"/>
                  </a:lnTo>
                  <a:lnTo>
                    <a:pt x="85" y="222"/>
                  </a:lnTo>
                  <a:lnTo>
                    <a:pt x="87" y="224"/>
                  </a:lnTo>
                  <a:lnTo>
                    <a:pt x="87" y="226"/>
                  </a:lnTo>
                  <a:lnTo>
                    <a:pt x="87" y="226"/>
                  </a:lnTo>
                  <a:lnTo>
                    <a:pt x="84" y="226"/>
                  </a:lnTo>
                  <a:lnTo>
                    <a:pt x="84" y="227"/>
                  </a:lnTo>
                  <a:lnTo>
                    <a:pt x="83" y="226"/>
                  </a:lnTo>
                  <a:lnTo>
                    <a:pt x="83" y="224"/>
                  </a:lnTo>
                  <a:lnTo>
                    <a:pt x="80" y="224"/>
                  </a:lnTo>
                  <a:lnTo>
                    <a:pt x="79" y="222"/>
                  </a:lnTo>
                  <a:lnTo>
                    <a:pt x="79" y="220"/>
                  </a:lnTo>
                  <a:lnTo>
                    <a:pt x="79" y="219"/>
                  </a:lnTo>
                  <a:lnTo>
                    <a:pt x="79" y="218"/>
                  </a:lnTo>
                  <a:lnTo>
                    <a:pt x="75" y="216"/>
                  </a:lnTo>
                  <a:lnTo>
                    <a:pt x="76" y="214"/>
                  </a:lnTo>
                  <a:lnTo>
                    <a:pt x="78" y="211"/>
                  </a:lnTo>
                  <a:lnTo>
                    <a:pt x="78" y="210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3" y="210"/>
                  </a:lnTo>
                  <a:lnTo>
                    <a:pt x="84" y="210"/>
                  </a:lnTo>
                  <a:lnTo>
                    <a:pt x="87" y="208"/>
                  </a:lnTo>
                  <a:lnTo>
                    <a:pt x="88" y="208"/>
                  </a:lnTo>
                  <a:lnTo>
                    <a:pt x="89" y="206"/>
                  </a:lnTo>
                  <a:lnTo>
                    <a:pt x="89" y="204"/>
                  </a:lnTo>
                  <a:lnTo>
                    <a:pt x="92" y="203"/>
                  </a:lnTo>
                  <a:close/>
                  <a:moveTo>
                    <a:pt x="96" y="199"/>
                  </a:moveTo>
                  <a:lnTo>
                    <a:pt x="97" y="199"/>
                  </a:lnTo>
                  <a:lnTo>
                    <a:pt x="97" y="200"/>
                  </a:lnTo>
                  <a:lnTo>
                    <a:pt x="96" y="202"/>
                  </a:lnTo>
                  <a:lnTo>
                    <a:pt x="93" y="200"/>
                  </a:lnTo>
                  <a:lnTo>
                    <a:pt x="96" y="199"/>
                  </a:lnTo>
                  <a:close/>
                  <a:moveTo>
                    <a:pt x="103" y="198"/>
                  </a:moveTo>
                  <a:lnTo>
                    <a:pt x="104" y="199"/>
                  </a:lnTo>
                  <a:lnTo>
                    <a:pt x="104" y="200"/>
                  </a:lnTo>
                  <a:lnTo>
                    <a:pt x="104" y="202"/>
                  </a:lnTo>
                  <a:lnTo>
                    <a:pt x="104" y="203"/>
                  </a:lnTo>
                  <a:lnTo>
                    <a:pt x="103" y="203"/>
                  </a:lnTo>
                  <a:lnTo>
                    <a:pt x="101" y="200"/>
                  </a:lnTo>
                  <a:lnTo>
                    <a:pt x="101" y="199"/>
                  </a:lnTo>
                  <a:lnTo>
                    <a:pt x="103" y="198"/>
                  </a:lnTo>
                  <a:lnTo>
                    <a:pt x="103" y="198"/>
                  </a:lnTo>
                  <a:close/>
                  <a:moveTo>
                    <a:pt x="75" y="173"/>
                  </a:moveTo>
                  <a:lnTo>
                    <a:pt x="76" y="174"/>
                  </a:lnTo>
                  <a:lnTo>
                    <a:pt x="75" y="175"/>
                  </a:lnTo>
                  <a:lnTo>
                    <a:pt x="75" y="174"/>
                  </a:lnTo>
                  <a:lnTo>
                    <a:pt x="75" y="173"/>
                  </a:lnTo>
                  <a:close/>
                  <a:moveTo>
                    <a:pt x="79" y="170"/>
                  </a:moveTo>
                  <a:lnTo>
                    <a:pt x="79" y="173"/>
                  </a:lnTo>
                  <a:lnTo>
                    <a:pt x="78" y="173"/>
                  </a:lnTo>
                  <a:lnTo>
                    <a:pt x="78" y="173"/>
                  </a:lnTo>
                  <a:lnTo>
                    <a:pt x="76" y="173"/>
                  </a:lnTo>
                  <a:lnTo>
                    <a:pt x="78" y="172"/>
                  </a:lnTo>
                  <a:lnTo>
                    <a:pt x="79" y="170"/>
                  </a:lnTo>
                  <a:close/>
                  <a:moveTo>
                    <a:pt x="129" y="133"/>
                  </a:moveTo>
                  <a:lnTo>
                    <a:pt x="129" y="135"/>
                  </a:lnTo>
                  <a:lnTo>
                    <a:pt x="129" y="136"/>
                  </a:lnTo>
                  <a:lnTo>
                    <a:pt x="132" y="137"/>
                  </a:lnTo>
                  <a:lnTo>
                    <a:pt x="132" y="139"/>
                  </a:lnTo>
                  <a:lnTo>
                    <a:pt x="130" y="141"/>
                  </a:lnTo>
                  <a:lnTo>
                    <a:pt x="129" y="143"/>
                  </a:lnTo>
                  <a:lnTo>
                    <a:pt x="129" y="143"/>
                  </a:lnTo>
                  <a:lnTo>
                    <a:pt x="129" y="140"/>
                  </a:lnTo>
                  <a:lnTo>
                    <a:pt x="129" y="139"/>
                  </a:lnTo>
                  <a:lnTo>
                    <a:pt x="129" y="139"/>
                  </a:lnTo>
                  <a:lnTo>
                    <a:pt x="128" y="139"/>
                  </a:lnTo>
                  <a:lnTo>
                    <a:pt x="128" y="137"/>
                  </a:lnTo>
                  <a:lnTo>
                    <a:pt x="129" y="133"/>
                  </a:lnTo>
                  <a:lnTo>
                    <a:pt x="129" y="133"/>
                  </a:lnTo>
                  <a:close/>
                  <a:moveTo>
                    <a:pt x="141" y="74"/>
                  </a:moveTo>
                  <a:lnTo>
                    <a:pt x="142" y="74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6" y="75"/>
                  </a:lnTo>
                  <a:lnTo>
                    <a:pt x="147" y="75"/>
                  </a:lnTo>
                  <a:lnTo>
                    <a:pt x="147" y="77"/>
                  </a:lnTo>
                  <a:lnTo>
                    <a:pt x="147" y="79"/>
                  </a:lnTo>
                  <a:lnTo>
                    <a:pt x="149" y="83"/>
                  </a:lnTo>
                  <a:lnTo>
                    <a:pt x="150" y="86"/>
                  </a:lnTo>
                  <a:lnTo>
                    <a:pt x="155" y="91"/>
                  </a:lnTo>
                  <a:lnTo>
                    <a:pt x="157" y="94"/>
                  </a:lnTo>
                  <a:lnTo>
                    <a:pt x="158" y="98"/>
                  </a:lnTo>
                  <a:lnTo>
                    <a:pt x="158" y="99"/>
                  </a:lnTo>
                  <a:lnTo>
                    <a:pt x="159" y="99"/>
                  </a:lnTo>
                  <a:lnTo>
                    <a:pt x="162" y="103"/>
                  </a:lnTo>
                  <a:lnTo>
                    <a:pt x="163" y="107"/>
                  </a:lnTo>
                  <a:lnTo>
                    <a:pt x="163" y="110"/>
                  </a:lnTo>
                  <a:lnTo>
                    <a:pt x="163" y="111"/>
                  </a:lnTo>
                  <a:lnTo>
                    <a:pt x="163" y="114"/>
                  </a:lnTo>
                  <a:lnTo>
                    <a:pt x="164" y="115"/>
                  </a:lnTo>
                  <a:lnTo>
                    <a:pt x="163" y="116"/>
                  </a:lnTo>
                  <a:lnTo>
                    <a:pt x="163" y="118"/>
                  </a:lnTo>
                  <a:lnTo>
                    <a:pt x="163" y="119"/>
                  </a:lnTo>
                  <a:lnTo>
                    <a:pt x="163" y="120"/>
                  </a:lnTo>
                  <a:lnTo>
                    <a:pt x="163" y="122"/>
                  </a:lnTo>
                  <a:lnTo>
                    <a:pt x="163" y="124"/>
                  </a:lnTo>
                  <a:lnTo>
                    <a:pt x="164" y="124"/>
                  </a:lnTo>
                  <a:lnTo>
                    <a:pt x="164" y="127"/>
                  </a:lnTo>
                  <a:lnTo>
                    <a:pt x="164" y="129"/>
                  </a:lnTo>
                  <a:lnTo>
                    <a:pt x="164" y="131"/>
                  </a:lnTo>
                  <a:lnTo>
                    <a:pt x="163" y="128"/>
                  </a:lnTo>
                  <a:lnTo>
                    <a:pt x="162" y="128"/>
                  </a:lnTo>
                  <a:lnTo>
                    <a:pt x="158" y="131"/>
                  </a:lnTo>
                  <a:lnTo>
                    <a:pt x="158" y="135"/>
                  </a:lnTo>
                  <a:lnTo>
                    <a:pt x="158" y="137"/>
                  </a:lnTo>
                  <a:lnTo>
                    <a:pt x="160" y="141"/>
                  </a:lnTo>
                  <a:lnTo>
                    <a:pt x="162" y="149"/>
                  </a:lnTo>
                  <a:lnTo>
                    <a:pt x="162" y="154"/>
                  </a:lnTo>
                  <a:lnTo>
                    <a:pt x="162" y="161"/>
                  </a:lnTo>
                  <a:lnTo>
                    <a:pt x="162" y="166"/>
                  </a:lnTo>
                  <a:lnTo>
                    <a:pt x="163" y="169"/>
                  </a:lnTo>
                  <a:lnTo>
                    <a:pt x="166" y="173"/>
                  </a:lnTo>
                  <a:lnTo>
                    <a:pt x="167" y="174"/>
                  </a:lnTo>
                  <a:lnTo>
                    <a:pt x="167" y="175"/>
                  </a:lnTo>
                  <a:lnTo>
                    <a:pt x="164" y="178"/>
                  </a:lnTo>
                  <a:lnTo>
                    <a:pt x="166" y="179"/>
                  </a:lnTo>
                  <a:lnTo>
                    <a:pt x="164" y="183"/>
                  </a:lnTo>
                  <a:lnTo>
                    <a:pt x="162" y="186"/>
                  </a:lnTo>
                  <a:lnTo>
                    <a:pt x="160" y="186"/>
                  </a:lnTo>
                  <a:lnTo>
                    <a:pt x="159" y="187"/>
                  </a:lnTo>
                  <a:lnTo>
                    <a:pt x="158" y="189"/>
                  </a:lnTo>
                  <a:lnTo>
                    <a:pt x="157" y="189"/>
                  </a:lnTo>
                  <a:lnTo>
                    <a:pt x="157" y="182"/>
                  </a:lnTo>
                  <a:lnTo>
                    <a:pt x="157" y="178"/>
                  </a:lnTo>
                  <a:lnTo>
                    <a:pt x="158" y="177"/>
                  </a:lnTo>
                  <a:lnTo>
                    <a:pt x="158" y="175"/>
                  </a:lnTo>
                  <a:lnTo>
                    <a:pt x="155" y="175"/>
                  </a:lnTo>
                  <a:lnTo>
                    <a:pt x="154" y="175"/>
                  </a:lnTo>
                  <a:lnTo>
                    <a:pt x="153" y="178"/>
                  </a:lnTo>
                  <a:lnTo>
                    <a:pt x="154" y="179"/>
                  </a:lnTo>
                  <a:lnTo>
                    <a:pt x="154" y="181"/>
                  </a:lnTo>
                  <a:lnTo>
                    <a:pt x="153" y="181"/>
                  </a:lnTo>
                  <a:lnTo>
                    <a:pt x="149" y="183"/>
                  </a:lnTo>
                  <a:lnTo>
                    <a:pt x="149" y="186"/>
                  </a:lnTo>
                  <a:lnTo>
                    <a:pt x="150" y="190"/>
                  </a:lnTo>
                  <a:lnTo>
                    <a:pt x="147" y="193"/>
                  </a:lnTo>
                  <a:lnTo>
                    <a:pt x="146" y="193"/>
                  </a:lnTo>
                  <a:lnTo>
                    <a:pt x="145" y="191"/>
                  </a:lnTo>
                  <a:lnTo>
                    <a:pt x="146" y="189"/>
                  </a:lnTo>
                  <a:lnTo>
                    <a:pt x="146" y="186"/>
                  </a:lnTo>
                  <a:lnTo>
                    <a:pt x="143" y="186"/>
                  </a:lnTo>
                  <a:lnTo>
                    <a:pt x="141" y="187"/>
                  </a:lnTo>
                  <a:lnTo>
                    <a:pt x="141" y="190"/>
                  </a:lnTo>
                  <a:lnTo>
                    <a:pt x="141" y="193"/>
                  </a:lnTo>
                  <a:lnTo>
                    <a:pt x="142" y="194"/>
                  </a:lnTo>
                  <a:lnTo>
                    <a:pt x="138" y="194"/>
                  </a:lnTo>
                  <a:lnTo>
                    <a:pt x="133" y="193"/>
                  </a:lnTo>
                  <a:lnTo>
                    <a:pt x="130" y="195"/>
                  </a:lnTo>
                  <a:lnTo>
                    <a:pt x="128" y="195"/>
                  </a:lnTo>
                  <a:lnTo>
                    <a:pt x="128" y="195"/>
                  </a:lnTo>
                  <a:lnTo>
                    <a:pt x="128" y="194"/>
                  </a:lnTo>
                  <a:lnTo>
                    <a:pt x="130" y="194"/>
                  </a:lnTo>
                  <a:lnTo>
                    <a:pt x="130" y="193"/>
                  </a:lnTo>
                  <a:lnTo>
                    <a:pt x="129" y="193"/>
                  </a:lnTo>
                  <a:lnTo>
                    <a:pt x="128" y="193"/>
                  </a:lnTo>
                  <a:lnTo>
                    <a:pt x="126" y="193"/>
                  </a:lnTo>
                  <a:lnTo>
                    <a:pt x="125" y="191"/>
                  </a:lnTo>
                  <a:lnTo>
                    <a:pt x="125" y="193"/>
                  </a:lnTo>
                  <a:lnTo>
                    <a:pt x="124" y="193"/>
                  </a:lnTo>
                  <a:lnTo>
                    <a:pt x="122" y="193"/>
                  </a:lnTo>
                  <a:lnTo>
                    <a:pt x="122" y="190"/>
                  </a:lnTo>
                  <a:lnTo>
                    <a:pt x="124" y="189"/>
                  </a:lnTo>
                  <a:lnTo>
                    <a:pt x="122" y="189"/>
                  </a:lnTo>
                  <a:lnTo>
                    <a:pt x="121" y="190"/>
                  </a:lnTo>
                  <a:lnTo>
                    <a:pt x="120" y="194"/>
                  </a:lnTo>
                  <a:lnTo>
                    <a:pt x="121" y="195"/>
                  </a:lnTo>
                  <a:lnTo>
                    <a:pt x="125" y="197"/>
                  </a:lnTo>
                  <a:lnTo>
                    <a:pt x="125" y="199"/>
                  </a:lnTo>
                  <a:lnTo>
                    <a:pt x="126" y="199"/>
                  </a:lnTo>
                  <a:lnTo>
                    <a:pt x="125" y="200"/>
                  </a:lnTo>
                  <a:lnTo>
                    <a:pt x="124" y="200"/>
                  </a:lnTo>
                  <a:lnTo>
                    <a:pt x="121" y="202"/>
                  </a:lnTo>
                  <a:lnTo>
                    <a:pt x="120" y="204"/>
                  </a:lnTo>
                  <a:lnTo>
                    <a:pt x="120" y="206"/>
                  </a:lnTo>
                  <a:lnTo>
                    <a:pt x="120" y="207"/>
                  </a:lnTo>
                  <a:lnTo>
                    <a:pt x="118" y="207"/>
                  </a:lnTo>
                  <a:lnTo>
                    <a:pt x="118" y="210"/>
                  </a:lnTo>
                  <a:lnTo>
                    <a:pt x="116" y="214"/>
                  </a:lnTo>
                  <a:lnTo>
                    <a:pt x="114" y="214"/>
                  </a:lnTo>
                  <a:lnTo>
                    <a:pt x="112" y="214"/>
                  </a:lnTo>
                  <a:lnTo>
                    <a:pt x="109" y="211"/>
                  </a:lnTo>
                  <a:lnTo>
                    <a:pt x="106" y="210"/>
                  </a:lnTo>
                  <a:lnTo>
                    <a:pt x="106" y="207"/>
                  </a:lnTo>
                  <a:lnTo>
                    <a:pt x="106" y="206"/>
                  </a:lnTo>
                  <a:lnTo>
                    <a:pt x="106" y="204"/>
                  </a:lnTo>
                  <a:lnTo>
                    <a:pt x="106" y="202"/>
                  </a:lnTo>
                  <a:lnTo>
                    <a:pt x="105" y="202"/>
                  </a:lnTo>
                  <a:lnTo>
                    <a:pt x="105" y="199"/>
                  </a:lnTo>
                  <a:lnTo>
                    <a:pt x="106" y="197"/>
                  </a:lnTo>
                  <a:lnTo>
                    <a:pt x="106" y="195"/>
                  </a:lnTo>
                  <a:lnTo>
                    <a:pt x="106" y="194"/>
                  </a:lnTo>
                  <a:lnTo>
                    <a:pt x="104" y="194"/>
                  </a:lnTo>
                  <a:lnTo>
                    <a:pt x="101" y="194"/>
                  </a:lnTo>
                  <a:lnTo>
                    <a:pt x="97" y="195"/>
                  </a:lnTo>
                  <a:lnTo>
                    <a:pt x="95" y="197"/>
                  </a:lnTo>
                  <a:lnTo>
                    <a:pt x="95" y="198"/>
                  </a:lnTo>
                  <a:lnTo>
                    <a:pt x="92" y="199"/>
                  </a:lnTo>
                  <a:lnTo>
                    <a:pt x="92" y="200"/>
                  </a:lnTo>
                  <a:lnTo>
                    <a:pt x="91" y="200"/>
                  </a:lnTo>
                  <a:lnTo>
                    <a:pt x="89" y="200"/>
                  </a:lnTo>
                  <a:lnTo>
                    <a:pt x="87" y="200"/>
                  </a:lnTo>
                  <a:lnTo>
                    <a:pt x="84" y="202"/>
                  </a:lnTo>
                  <a:lnTo>
                    <a:pt x="80" y="203"/>
                  </a:lnTo>
                  <a:lnTo>
                    <a:pt x="78" y="203"/>
                  </a:lnTo>
                  <a:lnTo>
                    <a:pt x="76" y="203"/>
                  </a:lnTo>
                  <a:lnTo>
                    <a:pt x="75" y="202"/>
                  </a:lnTo>
                  <a:lnTo>
                    <a:pt x="74" y="202"/>
                  </a:lnTo>
                  <a:lnTo>
                    <a:pt x="72" y="203"/>
                  </a:lnTo>
                  <a:lnTo>
                    <a:pt x="74" y="206"/>
                  </a:lnTo>
                  <a:lnTo>
                    <a:pt x="74" y="207"/>
                  </a:lnTo>
                  <a:lnTo>
                    <a:pt x="74" y="210"/>
                  </a:lnTo>
                  <a:lnTo>
                    <a:pt x="72" y="210"/>
                  </a:lnTo>
                  <a:lnTo>
                    <a:pt x="71" y="210"/>
                  </a:lnTo>
                  <a:lnTo>
                    <a:pt x="67" y="208"/>
                  </a:lnTo>
                  <a:lnTo>
                    <a:pt x="64" y="208"/>
                  </a:lnTo>
                  <a:lnTo>
                    <a:pt x="60" y="211"/>
                  </a:lnTo>
                  <a:lnTo>
                    <a:pt x="60" y="211"/>
                  </a:lnTo>
                  <a:lnTo>
                    <a:pt x="63" y="215"/>
                  </a:lnTo>
                  <a:lnTo>
                    <a:pt x="64" y="215"/>
                  </a:lnTo>
                  <a:lnTo>
                    <a:pt x="66" y="214"/>
                  </a:lnTo>
                  <a:lnTo>
                    <a:pt x="66" y="214"/>
                  </a:lnTo>
                  <a:lnTo>
                    <a:pt x="68" y="214"/>
                  </a:lnTo>
                  <a:lnTo>
                    <a:pt x="70" y="214"/>
                  </a:lnTo>
                  <a:lnTo>
                    <a:pt x="70" y="218"/>
                  </a:lnTo>
                  <a:lnTo>
                    <a:pt x="70" y="219"/>
                  </a:lnTo>
                  <a:lnTo>
                    <a:pt x="67" y="220"/>
                  </a:lnTo>
                  <a:lnTo>
                    <a:pt x="68" y="220"/>
                  </a:lnTo>
                  <a:lnTo>
                    <a:pt x="72" y="220"/>
                  </a:lnTo>
                  <a:lnTo>
                    <a:pt x="72" y="222"/>
                  </a:lnTo>
                  <a:lnTo>
                    <a:pt x="74" y="223"/>
                  </a:lnTo>
                  <a:lnTo>
                    <a:pt x="74" y="224"/>
                  </a:lnTo>
                  <a:lnTo>
                    <a:pt x="74" y="226"/>
                  </a:lnTo>
                  <a:lnTo>
                    <a:pt x="75" y="227"/>
                  </a:lnTo>
                  <a:lnTo>
                    <a:pt x="72" y="229"/>
                  </a:lnTo>
                  <a:lnTo>
                    <a:pt x="71" y="231"/>
                  </a:lnTo>
                  <a:lnTo>
                    <a:pt x="71" y="235"/>
                  </a:lnTo>
                  <a:lnTo>
                    <a:pt x="71" y="241"/>
                  </a:lnTo>
                  <a:lnTo>
                    <a:pt x="72" y="243"/>
                  </a:lnTo>
                  <a:lnTo>
                    <a:pt x="72" y="247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68" y="248"/>
                  </a:lnTo>
                  <a:lnTo>
                    <a:pt x="67" y="249"/>
                  </a:lnTo>
                  <a:lnTo>
                    <a:pt x="68" y="251"/>
                  </a:lnTo>
                  <a:lnTo>
                    <a:pt x="70" y="252"/>
                  </a:lnTo>
                  <a:lnTo>
                    <a:pt x="67" y="256"/>
                  </a:lnTo>
                  <a:lnTo>
                    <a:pt x="66" y="257"/>
                  </a:lnTo>
                  <a:lnTo>
                    <a:pt x="66" y="254"/>
                  </a:lnTo>
                  <a:lnTo>
                    <a:pt x="66" y="253"/>
                  </a:lnTo>
                  <a:lnTo>
                    <a:pt x="64" y="251"/>
                  </a:lnTo>
                  <a:lnTo>
                    <a:pt x="63" y="248"/>
                  </a:lnTo>
                  <a:lnTo>
                    <a:pt x="63" y="247"/>
                  </a:lnTo>
                  <a:lnTo>
                    <a:pt x="64" y="245"/>
                  </a:lnTo>
                  <a:lnTo>
                    <a:pt x="63" y="245"/>
                  </a:lnTo>
                  <a:lnTo>
                    <a:pt x="62" y="247"/>
                  </a:lnTo>
                  <a:lnTo>
                    <a:pt x="62" y="251"/>
                  </a:lnTo>
                  <a:lnTo>
                    <a:pt x="63" y="253"/>
                  </a:lnTo>
                  <a:lnTo>
                    <a:pt x="63" y="254"/>
                  </a:lnTo>
                  <a:lnTo>
                    <a:pt x="63" y="254"/>
                  </a:lnTo>
                  <a:lnTo>
                    <a:pt x="60" y="254"/>
                  </a:lnTo>
                  <a:lnTo>
                    <a:pt x="59" y="254"/>
                  </a:lnTo>
                  <a:lnTo>
                    <a:pt x="58" y="252"/>
                  </a:lnTo>
                  <a:lnTo>
                    <a:pt x="59" y="251"/>
                  </a:lnTo>
                  <a:lnTo>
                    <a:pt x="59" y="249"/>
                  </a:lnTo>
                  <a:lnTo>
                    <a:pt x="56" y="247"/>
                  </a:lnTo>
                  <a:lnTo>
                    <a:pt x="56" y="243"/>
                  </a:lnTo>
                  <a:lnTo>
                    <a:pt x="54" y="240"/>
                  </a:lnTo>
                  <a:lnTo>
                    <a:pt x="54" y="239"/>
                  </a:lnTo>
                  <a:lnTo>
                    <a:pt x="55" y="237"/>
                  </a:lnTo>
                  <a:lnTo>
                    <a:pt x="58" y="235"/>
                  </a:lnTo>
                  <a:lnTo>
                    <a:pt x="58" y="229"/>
                  </a:lnTo>
                  <a:lnTo>
                    <a:pt x="56" y="229"/>
                  </a:lnTo>
                  <a:lnTo>
                    <a:pt x="56" y="227"/>
                  </a:lnTo>
                  <a:lnTo>
                    <a:pt x="54" y="223"/>
                  </a:lnTo>
                  <a:lnTo>
                    <a:pt x="52" y="222"/>
                  </a:lnTo>
                  <a:lnTo>
                    <a:pt x="51" y="223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7"/>
                  </a:lnTo>
                  <a:lnTo>
                    <a:pt x="52" y="227"/>
                  </a:lnTo>
                  <a:lnTo>
                    <a:pt x="54" y="228"/>
                  </a:lnTo>
                  <a:lnTo>
                    <a:pt x="54" y="229"/>
                  </a:lnTo>
                  <a:lnTo>
                    <a:pt x="52" y="231"/>
                  </a:lnTo>
                  <a:lnTo>
                    <a:pt x="51" y="229"/>
                  </a:lnTo>
                  <a:lnTo>
                    <a:pt x="52" y="229"/>
                  </a:lnTo>
                  <a:lnTo>
                    <a:pt x="51" y="228"/>
                  </a:lnTo>
                  <a:lnTo>
                    <a:pt x="50" y="229"/>
                  </a:lnTo>
                  <a:lnTo>
                    <a:pt x="49" y="231"/>
                  </a:lnTo>
                  <a:lnTo>
                    <a:pt x="47" y="231"/>
                  </a:lnTo>
                  <a:lnTo>
                    <a:pt x="49" y="229"/>
                  </a:lnTo>
                  <a:lnTo>
                    <a:pt x="49" y="228"/>
                  </a:lnTo>
                  <a:lnTo>
                    <a:pt x="47" y="228"/>
                  </a:lnTo>
                  <a:lnTo>
                    <a:pt x="46" y="226"/>
                  </a:lnTo>
                  <a:lnTo>
                    <a:pt x="47" y="224"/>
                  </a:lnTo>
                  <a:lnTo>
                    <a:pt x="47" y="226"/>
                  </a:lnTo>
                  <a:lnTo>
                    <a:pt x="49" y="227"/>
                  </a:lnTo>
                  <a:lnTo>
                    <a:pt x="49" y="227"/>
                  </a:lnTo>
                  <a:lnTo>
                    <a:pt x="47" y="223"/>
                  </a:lnTo>
                  <a:lnTo>
                    <a:pt x="47" y="222"/>
                  </a:lnTo>
                  <a:lnTo>
                    <a:pt x="46" y="222"/>
                  </a:lnTo>
                  <a:lnTo>
                    <a:pt x="45" y="222"/>
                  </a:lnTo>
                  <a:lnTo>
                    <a:pt x="47" y="220"/>
                  </a:lnTo>
                  <a:lnTo>
                    <a:pt x="49" y="220"/>
                  </a:lnTo>
                  <a:lnTo>
                    <a:pt x="50" y="218"/>
                  </a:lnTo>
                  <a:lnTo>
                    <a:pt x="52" y="216"/>
                  </a:lnTo>
                  <a:lnTo>
                    <a:pt x="54" y="215"/>
                  </a:lnTo>
                  <a:lnTo>
                    <a:pt x="54" y="214"/>
                  </a:lnTo>
                  <a:lnTo>
                    <a:pt x="56" y="211"/>
                  </a:lnTo>
                  <a:lnTo>
                    <a:pt x="59" y="211"/>
                  </a:lnTo>
                  <a:lnTo>
                    <a:pt x="59" y="210"/>
                  </a:lnTo>
                  <a:lnTo>
                    <a:pt x="59" y="208"/>
                  </a:lnTo>
                  <a:lnTo>
                    <a:pt x="58" y="208"/>
                  </a:lnTo>
                  <a:lnTo>
                    <a:pt x="56" y="204"/>
                  </a:lnTo>
                  <a:lnTo>
                    <a:pt x="58" y="203"/>
                  </a:lnTo>
                  <a:lnTo>
                    <a:pt x="62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6" y="197"/>
                  </a:lnTo>
                  <a:lnTo>
                    <a:pt x="67" y="195"/>
                  </a:lnTo>
                  <a:lnTo>
                    <a:pt x="71" y="191"/>
                  </a:lnTo>
                  <a:lnTo>
                    <a:pt x="71" y="190"/>
                  </a:lnTo>
                  <a:lnTo>
                    <a:pt x="72" y="189"/>
                  </a:lnTo>
                  <a:lnTo>
                    <a:pt x="74" y="186"/>
                  </a:lnTo>
                  <a:lnTo>
                    <a:pt x="78" y="183"/>
                  </a:lnTo>
                  <a:lnTo>
                    <a:pt x="80" y="183"/>
                  </a:lnTo>
                  <a:lnTo>
                    <a:pt x="81" y="183"/>
                  </a:lnTo>
                  <a:lnTo>
                    <a:pt x="84" y="182"/>
                  </a:lnTo>
                  <a:lnTo>
                    <a:pt x="87" y="182"/>
                  </a:lnTo>
                  <a:lnTo>
                    <a:pt x="89" y="181"/>
                  </a:lnTo>
                  <a:lnTo>
                    <a:pt x="92" y="181"/>
                  </a:lnTo>
                  <a:lnTo>
                    <a:pt x="97" y="178"/>
                  </a:lnTo>
                  <a:lnTo>
                    <a:pt x="99" y="179"/>
                  </a:lnTo>
                  <a:lnTo>
                    <a:pt x="100" y="179"/>
                  </a:lnTo>
                  <a:lnTo>
                    <a:pt x="101" y="178"/>
                  </a:lnTo>
                  <a:lnTo>
                    <a:pt x="103" y="178"/>
                  </a:lnTo>
                  <a:lnTo>
                    <a:pt x="103" y="181"/>
                  </a:lnTo>
                  <a:lnTo>
                    <a:pt x="104" y="181"/>
                  </a:lnTo>
                  <a:lnTo>
                    <a:pt x="105" y="179"/>
                  </a:lnTo>
                  <a:lnTo>
                    <a:pt x="106" y="181"/>
                  </a:lnTo>
                  <a:lnTo>
                    <a:pt x="108" y="179"/>
                  </a:lnTo>
                  <a:lnTo>
                    <a:pt x="108" y="179"/>
                  </a:lnTo>
                  <a:lnTo>
                    <a:pt x="109" y="179"/>
                  </a:lnTo>
                  <a:lnTo>
                    <a:pt x="109" y="177"/>
                  </a:lnTo>
                  <a:lnTo>
                    <a:pt x="109" y="177"/>
                  </a:lnTo>
                  <a:lnTo>
                    <a:pt x="109" y="175"/>
                  </a:lnTo>
                  <a:lnTo>
                    <a:pt x="109" y="174"/>
                  </a:lnTo>
                  <a:lnTo>
                    <a:pt x="108" y="173"/>
                  </a:lnTo>
                  <a:lnTo>
                    <a:pt x="109" y="169"/>
                  </a:lnTo>
                  <a:lnTo>
                    <a:pt x="109" y="168"/>
                  </a:lnTo>
                  <a:lnTo>
                    <a:pt x="109" y="166"/>
                  </a:lnTo>
                  <a:lnTo>
                    <a:pt x="112" y="164"/>
                  </a:lnTo>
                  <a:lnTo>
                    <a:pt x="113" y="161"/>
                  </a:lnTo>
                  <a:lnTo>
                    <a:pt x="112" y="156"/>
                  </a:lnTo>
                  <a:lnTo>
                    <a:pt x="110" y="153"/>
                  </a:lnTo>
                  <a:lnTo>
                    <a:pt x="112" y="150"/>
                  </a:lnTo>
                  <a:lnTo>
                    <a:pt x="113" y="149"/>
                  </a:lnTo>
                  <a:lnTo>
                    <a:pt x="116" y="148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9"/>
                  </a:lnTo>
                  <a:lnTo>
                    <a:pt x="117" y="150"/>
                  </a:lnTo>
                  <a:lnTo>
                    <a:pt x="116" y="152"/>
                  </a:lnTo>
                  <a:lnTo>
                    <a:pt x="114" y="153"/>
                  </a:lnTo>
                  <a:lnTo>
                    <a:pt x="114" y="154"/>
                  </a:lnTo>
                  <a:lnTo>
                    <a:pt x="117" y="157"/>
                  </a:lnTo>
                  <a:lnTo>
                    <a:pt x="121" y="160"/>
                  </a:lnTo>
                  <a:lnTo>
                    <a:pt x="121" y="157"/>
                  </a:lnTo>
                  <a:lnTo>
                    <a:pt x="124" y="156"/>
                  </a:lnTo>
                  <a:lnTo>
                    <a:pt x="129" y="153"/>
                  </a:lnTo>
                  <a:lnTo>
                    <a:pt x="133" y="150"/>
                  </a:lnTo>
                  <a:lnTo>
                    <a:pt x="133" y="148"/>
                  </a:lnTo>
                  <a:lnTo>
                    <a:pt x="134" y="145"/>
                  </a:lnTo>
                  <a:lnTo>
                    <a:pt x="134" y="141"/>
                  </a:lnTo>
                  <a:lnTo>
                    <a:pt x="135" y="139"/>
                  </a:lnTo>
                  <a:lnTo>
                    <a:pt x="138" y="136"/>
                  </a:lnTo>
                  <a:lnTo>
                    <a:pt x="139" y="133"/>
                  </a:lnTo>
                  <a:lnTo>
                    <a:pt x="138" y="129"/>
                  </a:lnTo>
                  <a:lnTo>
                    <a:pt x="141" y="122"/>
                  </a:lnTo>
                  <a:lnTo>
                    <a:pt x="141" y="116"/>
                  </a:lnTo>
                  <a:lnTo>
                    <a:pt x="141" y="112"/>
                  </a:lnTo>
                  <a:lnTo>
                    <a:pt x="139" y="107"/>
                  </a:lnTo>
                  <a:lnTo>
                    <a:pt x="138" y="102"/>
                  </a:lnTo>
                  <a:lnTo>
                    <a:pt x="135" y="103"/>
                  </a:lnTo>
                  <a:lnTo>
                    <a:pt x="134" y="104"/>
                  </a:lnTo>
                  <a:lnTo>
                    <a:pt x="133" y="102"/>
                  </a:lnTo>
                  <a:lnTo>
                    <a:pt x="133" y="100"/>
                  </a:lnTo>
                  <a:lnTo>
                    <a:pt x="134" y="100"/>
                  </a:lnTo>
                  <a:lnTo>
                    <a:pt x="137" y="100"/>
                  </a:lnTo>
                  <a:lnTo>
                    <a:pt x="137" y="97"/>
                  </a:lnTo>
                  <a:lnTo>
                    <a:pt x="137" y="95"/>
                  </a:lnTo>
                  <a:lnTo>
                    <a:pt x="133" y="93"/>
                  </a:lnTo>
                  <a:lnTo>
                    <a:pt x="133" y="90"/>
                  </a:lnTo>
                  <a:lnTo>
                    <a:pt x="135" y="89"/>
                  </a:lnTo>
                  <a:lnTo>
                    <a:pt x="137" y="87"/>
                  </a:lnTo>
                  <a:lnTo>
                    <a:pt x="137" y="86"/>
                  </a:lnTo>
                  <a:lnTo>
                    <a:pt x="135" y="82"/>
                  </a:lnTo>
                  <a:lnTo>
                    <a:pt x="135" y="81"/>
                  </a:lnTo>
                  <a:lnTo>
                    <a:pt x="137" y="81"/>
                  </a:lnTo>
                  <a:lnTo>
                    <a:pt x="138" y="81"/>
                  </a:lnTo>
                  <a:lnTo>
                    <a:pt x="139" y="82"/>
                  </a:lnTo>
                  <a:lnTo>
                    <a:pt x="139" y="85"/>
                  </a:lnTo>
                  <a:lnTo>
                    <a:pt x="139" y="86"/>
                  </a:lnTo>
                  <a:lnTo>
                    <a:pt x="142" y="87"/>
                  </a:lnTo>
                  <a:lnTo>
                    <a:pt x="143" y="86"/>
                  </a:lnTo>
                  <a:lnTo>
                    <a:pt x="142" y="83"/>
                  </a:lnTo>
                  <a:lnTo>
                    <a:pt x="142" y="83"/>
                  </a:lnTo>
                  <a:lnTo>
                    <a:pt x="145" y="83"/>
                  </a:lnTo>
                  <a:lnTo>
                    <a:pt x="146" y="83"/>
                  </a:lnTo>
                  <a:lnTo>
                    <a:pt x="146" y="81"/>
                  </a:lnTo>
                  <a:lnTo>
                    <a:pt x="145" y="78"/>
                  </a:lnTo>
                  <a:lnTo>
                    <a:pt x="142" y="81"/>
                  </a:lnTo>
                  <a:lnTo>
                    <a:pt x="142" y="81"/>
                  </a:lnTo>
                  <a:lnTo>
                    <a:pt x="141" y="79"/>
                  </a:lnTo>
                  <a:lnTo>
                    <a:pt x="141" y="78"/>
                  </a:lnTo>
                  <a:lnTo>
                    <a:pt x="142" y="75"/>
                  </a:lnTo>
                  <a:lnTo>
                    <a:pt x="141" y="74"/>
                  </a:lnTo>
                  <a:close/>
                  <a:moveTo>
                    <a:pt x="120" y="60"/>
                  </a:moveTo>
                  <a:lnTo>
                    <a:pt x="120" y="62"/>
                  </a:lnTo>
                  <a:lnTo>
                    <a:pt x="120" y="64"/>
                  </a:lnTo>
                  <a:lnTo>
                    <a:pt x="118" y="65"/>
                  </a:lnTo>
                  <a:lnTo>
                    <a:pt x="117" y="64"/>
                  </a:lnTo>
                  <a:lnTo>
                    <a:pt x="117" y="62"/>
                  </a:lnTo>
                  <a:lnTo>
                    <a:pt x="118" y="61"/>
                  </a:lnTo>
                  <a:lnTo>
                    <a:pt x="120" y="60"/>
                  </a:lnTo>
                  <a:close/>
                  <a:moveTo>
                    <a:pt x="129" y="0"/>
                  </a:moveTo>
                  <a:lnTo>
                    <a:pt x="132" y="0"/>
                  </a:lnTo>
                  <a:lnTo>
                    <a:pt x="133" y="3"/>
                  </a:lnTo>
                  <a:lnTo>
                    <a:pt x="137" y="6"/>
                  </a:lnTo>
                  <a:lnTo>
                    <a:pt x="139" y="6"/>
                  </a:lnTo>
                  <a:lnTo>
                    <a:pt x="142" y="10"/>
                  </a:lnTo>
                  <a:lnTo>
                    <a:pt x="147" y="15"/>
                  </a:lnTo>
                  <a:lnTo>
                    <a:pt x="150" y="16"/>
                  </a:lnTo>
                  <a:lnTo>
                    <a:pt x="151" y="19"/>
                  </a:lnTo>
                  <a:lnTo>
                    <a:pt x="153" y="19"/>
                  </a:lnTo>
                  <a:lnTo>
                    <a:pt x="155" y="22"/>
                  </a:lnTo>
                  <a:lnTo>
                    <a:pt x="159" y="23"/>
                  </a:lnTo>
                  <a:lnTo>
                    <a:pt x="162" y="23"/>
                  </a:lnTo>
                  <a:lnTo>
                    <a:pt x="164" y="25"/>
                  </a:lnTo>
                  <a:lnTo>
                    <a:pt x="166" y="25"/>
                  </a:lnTo>
                  <a:lnTo>
                    <a:pt x="167" y="25"/>
                  </a:lnTo>
                  <a:lnTo>
                    <a:pt x="170" y="25"/>
                  </a:lnTo>
                  <a:lnTo>
                    <a:pt x="174" y="23"/>
                  </a:lnTo>
                  <a:lnTo>
                    <a:pt x="175" y="20"/>
                  </a:lnTo>
                  <a:lnTo>
                    <a:pt x="176" y="18"/>
                  </a:lnTo>
                  <a:lnTo>
                    <a:pt x="176" y="18"/>
                  </a:lnTo>
                  <a:lnTo>
                    <a:pt x="176" y="19"/>
                  </a:lnTo>
                  <a:lnTo>
                    <a:pt x="176" y="20"/>
                  </a:lnTo>
                  <a:lnTo>
                    <a:pt x="176" y="24"/>
                  </a:lnTo>
                  <a:lnTo>
                    <a:pt x="176" y="27"/>
                  </a:lnTo>
                  <a:lnTo>
                    <a:pt x="176" y="28"/>
                  </a:lnTo>
                  <a:lnTo>
                    <a:pt x="179" y="31"/>
                  </a:lnTo>
                  <a:lnTo>
                    <a:pt x="182" y="32"/>
                  </a:lnTo>
                  <a:lnTo>
                    <a:pt x="182" y="35"/>
                  </a:lnTo>
                  <a:lnTo>
                    <a:pt x="182" y="36"/>
                  </a:lnTo>
                  <a:lnTo>
                    <a:pt x="183" y="36"/>
                  </a:lnTo>
                  <a:lnTo>
                    <a:pt x="184" y="33"/>
                  </a:lnTo>
                  <a:lnTo>
                    <a:pt x="185" y="32"/>
                  </a:lnTo>
                  <a:lnTo>
                    <a:pt x="187" y="32"/>
                  </a:lnTo>
                  <a:lnTo>
                    <a:pt x="187" y="33"/>
                  </a:lnTo>
                  <a:lnTo>
                    <a:pt x="185" y="35"/>
                  </a:lnTo>
                  <a:lnTo>
                    <a:pt x="185" y="36"/>
                  </a:lnTo>
                  <a:lnTo>
                    <a:pt x="184" y="37"/>
                  </a:lnTo>
                  <a:lnTo>
                    <a:pt x="182" y="39"/>
                  </a:lnTo>
                  <a:lnTo>
                    <a:pt x="182" y="40"/>
                  </a:lnTo>
                  <a:lnTo>
                    <a:pt x="180" y="41"/>
                  </a:lnTo>
                  <a:lnTo>
                    <a:pt x="179" y="41"/>
                  </a:lnTo>
                  <a:lnTo>
                    <a:pt x="178" y="41"/>
                  </a:lnTo>
                  <a:lnTo>
                    <a:pt x="176" y="43"/>
                  </a:lnTo>
                  <a:lnTo>
                    <a:pt x="176" y="44"/>
                  </a:lnTo>
                  <a:lnTo>
                    <a:pt x="174" y="44"/>
                  </a:lnTo>
                  <a:lnTo>
                    <a:pt x="171" y="43"/>
                  </a:lnTo>
                  <a:lnTo>
                    <a:pt x="170" y="44"/>
                  </a:lnTo>
                  <a:lnTo>
                    <a:pt x="166" y="48"/>
                  </a:lnTo>
                  <a:lnTo>
                    <a:pt x="164" y="53"/>
                  </a:lnTo>
                  <a:lnTo>
                    <a:pt x="164" y="57"/>
                  </a:lnTo>
                  <a:lnTo>
                    <a:pt x="164" y="60"/>
                  </a:lnTo>
                  <a:lnTo>
                    <a:pt x="164" y="61"/>
                  </a:lnTo>
                  <a:lnTo>
                    <a:pt x="164" y="64"/>
                  </a:lnTo>
                  <a:lnTo>
                    <a:pt x="163" y="62"/>
                  </a:lnTo>
                  <a:lnTo>
                    <a:pt x="162" y="61"/>
                  </a:lnTo>
                  <a:lnTo>
                    <a:pt x="158" y="60"/>
                  </a:lnTo>
                  <a:lnTo>
                    <a:pt x="154" y="58"/>
                  </a:lnTo>
                  <a:lnTo>
                    <a:pt x="151" y="54"/>
                  </a:lnTo>
                  <a:lnTo>
                    <a:pt x="149" y="53"/>
                  </a:lnTo>
                  <a:lnTo>
                    <a:pt x="147" y="53"/>
                  </a:lnTo>
                  <a:lnTo>
                    <a:pt x="145" y="53"/>
                  </a:lnTo>
                  <a:lnTo>
                    <a:pt x="145" y="52"/>
                  </a:lnTo>
                  <a:lnTo>
                    <a:pt x="142" y="52"/>
                  </a:lnTo>
                  <a:lnTo>
                    <a:pt x="139" y="53"/>
                  </a:lnTo>
                  <a:lnTo>
                    <a:pt x="137" y="57"/>
                  </a:lnTo>
                  <a:lnTo>
                    <a:pt x="135" y="57"/>
                  </a:lnTo>
                  <a:lnTo>
                    <a:pt x="133" y="54"/>
                  </a:lnTo>
                  <a:lnTo>
                    <a:pt x="130" y="54"/>
                  </a:lnTo>
                  <a:lnTo>
                    <a:pt x="129" y="56"/>
                  </a:lnTo>
                  <a:lnTo>
                    <a:pt x="129" y="58"/>
                  </a:lnTo>
                  <a:lnTo>
                    <a:pt x="130" y="61"/>
                  </a:lnTo>
                  <a:lnTo>
                    <a:pt x="133" y="62"/>
                  </a:lnTo>
                  <a:lnTo>
                    <a:pt x="135" y="61"/>
                  </a:lnTo>
                  <a:lnTo>
                    <a:pt x="138" y="65"/>
                  </a:lnTo>
                  <a:lnTo>
                    <a:pt x="141" y="65"/>
                  </a:lnTo>
                  <a:lnTo>
                    <a:pt x="143" y="65"/>
                  </a:lnTo>
                  <a:lnTo>
                    <a:pt x="145" y="66"/>
                  </a:lnTo>
                  <a:lnTo>
                    <a:pt x="142" y="69"/>
                  </a:lnTo>
                  <a:lnTo>
                    <a:pt x="142" y="70"/>
                  </a:lnTo>
                  <a:lnTo>
                    <a:pt x="141" y="69"/>
                  </a:lnTo>
                  <a:lnTo>
                    <a:pt x="137" y="69"/>
                  </a:lnTo>
                  <a:lnTo>
                    <a:pt x="135" y="70"/>
                  </a:lnTo>
                  <a:lnTo>
                    <a:pt x="135" y="72"/>
                  </a:lnTo>
                  <a:lnTo>
                    <a:pt x="135" y="74"/>
                  </a:lnTo>
                  <a:lnTo>
                    <a:pt x="133" y="77"/>
                  </a:lnTo>
                  <a:lnTo>
                    <a:pt x="130" y="75"/>
                  </a:lnTo>
                  <a:lnTo>
                    <a:pt x="129" y="74"/>
                  </a:lnTo>
                  <a:lnTo>
                    <a:pt x="130" y="73"/>
                  </a:lnTo>
                  <a:lnTo>
                    <a:pt x="129" y="69"/>
                  </a:lnTo>
                  <a:lnTo>
                    <a:pt x="128" y="65"/>
                  </a:lnTo>
                  <a:lnTo>
                    <a:pt x="126" y="64"/>
                  </a:lnTo>
                  <a:lnTo>
                    <a:pt x="124" y="62"/>
                  </a:lnTo>
                  <a:lnTo>
                    <a:pt x="122" y="62"/>
                  </a:lnTo>
                  <a:lnTo>
                    <a:pt x="122" y="60"/>
                  </a:lnTo>
                  <a:lnTo>
                    <a:pt x="122" y="57"/>
                  </a:lnTo>
                  <a:lnTo>
                    <a:pt x="122" y="54"/>
                  </a:lnTo>
                  <a:lnTo>
                    <a:pt x="124" y="53"/>
                  </a:lnTo>
                  <a:lnTo>
                    <a:pt x="125" y="52"/>
                  </a:lnTo>
                  <a:lnTo>
                    <a:pt x="125" y="50"/>
                  </a:lnTo>
                  <a:lnTo>
                    <a:pt x="126" y="50"/>
                  </a:lnTo>
                  <a:lnTo>
                    <a:pt x="128" y="48"/>
                  </a:lnTo>
                  <a:lnTo>
                    <a:pt x="129" y="47"/>
                  </a:lnTo>
                  <a:lnTo>
                    <a:pt x="128" y="47"/>
                  </a:lnTo>
                  <a:lnTo>
                    <a:pt x="126" y="44"/>
                  </a:lnTo>
                  <a:lnTo>
                    <a:pt x="125" y="44"/>
                  </a:lnTo>
                  <a:lnTo>
                    <a:pt x="124" y="44"/>
                  </a:lnTo>
                  <a:lnTo>
                    <a:pt x="125" y="41"/>
                  </a:lnTo>
                  <a:lnTo>
                    <a:pt x="126" y="41"/>
                  </a:lnTo>
                  <a:lnTo>
                    <a:pt x="130" y="43"/>
                  </a:lnTo>
                  <a:lnTo>
                    <a:pt x="134" y="44"/>
                  </a:lnTo>
                  <a:lnTo>
                    <a:pt x="135" y="43"/>
                  </a:lnTo>
                  <a:lnTo>
                    <a:pt x="135" y="41"/>
                  </a:lnTo>
                  <a:lnTo>
                    <a:pt x="137" y="40"/>
                  </a:lnTo>
                  <a:lnTo>
                    <a:pt x="135" y="39"/>
                  </a:lnTo>
                  <a:lnTo>
                    <a:pt x="134" y="37"/>
                  </a:lnTo>
                  <a:lnTo>
                    <a:pt x="134" y="37"/>
                  </a:lnTo>
                  <a:lnTo>
                    <a:pt x="133" y="35"/>
                  </a:lnTo>
                  <a:lnTo>
                    <a:pt x="133" y="32"/>
                  </a:lnTo>
                  <a:lnTo>
                    <a:pt x="134" y="31"/>
                  </a:lnTo>
                  <a:lnTo>
                    <a:pt x="135" y="31"/>
                  </a:lnTo>
                  <a:lnTo>
                    <a:pt x="135" y="29"/>
                  </a:lnTo>
                  <a:lnTo>
                    <a:pt x="134" y="27"/>
                  </a:lnTo>
                  <a:lnTo>
                    <a:pt x="133" y="23"/>
                  </a:lnTo>
                  <a:lnTo>
                    <a:pt x="134" y="22"/>
                  </a:lnTo>
                  <a:lnTo>
                    <a:pt x="133" y="18"/>
                  </a:lnTo>
                  <a:lnTo>
                    <a:pt x="133" y="15"/>
                  </a:lnTo>
                  <a:lnTo>
                    <a:pt x="129" y="8"/>
                  </a:lnTo>
                  <a:lnTo>
                    <a:pt x="128" y="6"/>
                  </a:lnTo>
                  <a:lnTo>
                    <a:pt x="126" y="4"/>
                  </a:lnTo>
                  <a:lnTo>
                    <a:pt x="128" y="3"/>
                  </a:lnTo>
                  <a:lnTo>
                    <a:pt x="129" y="3"/>
                  </a:lnTo>
                  <a:lnTo>
                    <a:pt x="130" y="2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" name="Freeform 345"/>
            <p:cNvSpPr>
              <a:spLocks noEditPoints="1"/>
            </p:cNvSpPr>
            <p:nvPr/>
          </p:nvSpPr>
          <p:spPr bwMode="auto">
            <a:xfrm>
              <a:off x="9424692" y="3005396"/>
              <a:ext cx="137038" cy="218246"/>
            </a:xfrm>
            <a:custGeom>
              <a:avLst/>
              <a:gdLst>
                <a:gd name="T0" fmla="*/ 28 w 54"/>
                <a:gd name="T1" fmla="*/ 81 h 86"/>
                <a:gd name="T2" fmla="*/ 27 w 54"/>
                <a:gd name="T3" fmla="*/ 85 h 86"/>
                <a:gd name="T4" fmla="*/ 20 w 54"/>
                <a:gd name="T5" fmla="*/ 86 h 86"/>
                <a:gd name="T6" fmla="*/ 20 w 54"/>
                <a:gd name="T7" fmla="*/ 82 h 86"/>
                <a:gd name="T8" fmla="*/ 52 w 54"/>
                <a:gd name="T9" fmla="*/ 70 h 86"/>
                <a:gd name="T10" fmla="*/ 53 w 54"/>
                <a:gd name="T11" fmla="*/ 71 h 86"/>
                <a:gd name="T12" fmla="*/ 52 w 54"/>
                <a:gd name="T13" fmla="*/ 73 h 86"/>
                <a:gd name="T14" fmla="*/ 52 w 54"/>
                <a:gd name="T15" fmla="*/ 70 h 86"/>
                <a:gd name="T16" fmla="*/ 19 w 54"/>
                <a:gd name="T17" fmla="*/ 67 h 86"/>
                <a:gd name="T18" fmla="*/ 17 w 54"/>
                <a:gd name="T19" fmla="*/ 69 h 86"/>
                <a:gd name="T20" fmla="*/ 16 w 54"/>
                <a:gd name="T21" fmla="*/ 69 h 86"/>
                <a:gd name="T22" fmla="*/ 17 w 54"/>
                <a:gd name="T23" fmla="*/ 67 h 86"/>
                <a:gd name="T24" fmla="*/ 54 w 54"/>
                <a:gd name="T25" fmla="*/ 63 h 86"/>
                <a:gd name="T26" fmla="*/ 54 w 54"/>
                <a:gd name="T27" fmla="*/ 66 h 86"/>
                <a:gd name="T28" fmla="*/ 53 w 54"/>
                <a:gd name="T29" fmla="*/ 69 h 86"/>
                <a:gd name="T30" fmla="*/ 52 w 54"/>
                <a:gd name="T31" fmla="*/ 65 h 86"/>
                <a:gd name="T32" fmla="*/ 54 w 54"/>
                <a:gd name="T33" fmla="*/ 63 h 86"/>
                <a:gd name="T34" fmla="*/ 36 w 54"/>
                <a:gd name="T35" fmla="*/ 62 h 86"/>
                <a:gd name="T36" fmla="*/ 33 w 54"/>
                <a:gd name="T37" fmla="*/ 61 h 86"/>
                <a:gd name="T38" fmla="*/ 44 w 54"/>
                <a:gd name="T39" fmla="*/ 57 h 86"/>
                <a:gd name="T40" fmla="*/ 45 w 54"/>
                <a:gd name="T41" fmla="*/ 60 h 86"/>
                <a:gd name="T42" fmla="*/ 42 w 54"/>
                <a:gd name="T43" fmla="*/ 62 h 86"/>
                <a:gd name="T44" fmla="*/ 42 w 54"/>
                <a:gd name="T45" fmla="*/ 58 h 86"/>
                <a:gd name="T46" fmla="*/ 27 w 54"/>
                <a:gd name="T47" fmla="*/ 0 h 86"/>
                <a:gd name="T48" fmla="*/ 37 w 54"/>
                <a:gd name="T49" fmla="*/ 15 h 86"/>
                <a:gd name="T50" fmla="*/ 44 w 54"/>
                <a:gd name="T51" fmla="*/ 28 h 86"/>
                <a:gd name="T52" fmla="*/ 48 w 54"/>
                <a:gd name="T53" fmla="*/ 38 h 86"/>
                <a:gd name="T54" fmla="*/ 49 w 54"/>
                <a:gd name="T55" fmla="*/ 41 h 86"/>
                <a:gd name="T56" fmla="*/ 50 w 54"/>
                <a:gd name="T57" fmla="*/ 49 h 86"/>
                <a:gd name="T58" fmla="*/ 49 w 54"/>
                <a:gd name="T59" fmla="*/ 52 h 86"/>
                <a:gd name="T60" fmla="*/ 44 w 54"/>
                <a:gd name="T61" fmla="*/ 56 h 86"/>
                <a:gd name="T62" fmla="*/ 41 w 54"/>
                <a:gd name="T63" fmla="*/ 60 h 86"/>
                <a:gd name="T64" fmla="*/ 39 w 54"/>
                <a:gd name="T65" fmla="*/ 60 h 86"/>
                <a:gd name="T66" fmla="*/ 36 w 54"/>
                <a:gd name="T67" fmla="*/ 58 h 86"/>
                <a:gd name="T68" fmla="*/ 33 w 54"/>
                <a:gd name="T69" fmla="*/ 60 h 86"/>
                <a:gd name="T70" fmla="*/ 31 w 54"/>
                <a:gd name="T71" fmla="*/ 60 h 86"/>
                <a:gd name="T72" fmla="*/ 23 w 54"/>
                <a:gd name="T73" fmla="*/ 66 h 86"/>
                <a:gd name="T74" fmla="*/ 23 w 54"/>
                <a:gd name="T75" fmla="*/ 67 h 86"/>
                <a:gd name="T76" fmla="*/ 20 w 54"/>
                <a:gd name="T77" fmla="*/ 67 h 86"/>
                <a:gd name="T78" fmla="*/ 19 w 54"/>
                <a:gd name="T79" fmla="*/ 63 h 86"/>
                <a:gd name="T80" fmla="*/ 15 w 54"/>
                <a:gd name="T81" fmla="*/ 58 h 86"/>
                <a:gd name="T82" fmla="*/ 15 w 54"/>
                <a:gd name="T83" fmla="*/ 56 h 86"/>
                <a:gd name="T84" fmla="*/ 16 w 54"/>
                <a:gd name="T85" fmla="*/ 53 h 86"/>
                <a:gd name="T86" fmla="*/ 15 w 54"/>
                <a:gd name="T87" fmla="*/ 49 h 86"/>
                <a:gd name="T88" fmla="*/ 19 w 54"/>
                <a:gd name="T89" fmla="*/ 45 h 86"/>
                <a:gd name="T90" fmla="*/ 16 w 54"/>
                <a:gd name="T91" fmla="*/ 42 h 86"/>
                <a:gd name="T92" fmla="*/ 14 w 54"/>
                <a:gd name="T93" fmla="*/ 36 h 86"/>
                <a:gd name="T94" fmla="*/ 12 w 54"/>
                <a:gd name="T95" fmla="*/ 33 h 86"/>
                <a:gd name="T96" fmla="*/ 8 w 54"/>
                <a:gd name="T97" fmla="*/ 28 h 86"/>
                <a:gd name="T98" fmla="*/ 11 w 54"/>
                <a:gd name="T99" fmla="*/ 27 h 86"/>
                <a:gd name="T100" fmla="*/ 16 w 54"/>
                <a:gd name="T101" fmla="*/ 29 h 86"/>
                <a:gd name="T102" fmla="*/ 14 w 54"/>
                <a:gd name="T103" fmla="*/ 24 h 86"/>
                <a:gd name="T104" fmla="*/ 12 w 54"/>
                <a:gd name="T105" fmla="*/ 23 h 86"/>
                <a:gd name="T106" fmla="*/ 4 w 54"/>
                <a:gd name="T107" fmla="*/ 15 h 86"/>
                <a:gd name="T108" fmla="*/ 3 w 54"/>
                <a:gd name="T109" fmla="*/ 13 h 86"/>
                <a:gd name="T110" fmla="*/ 0 w 54"/>
                <a:gd name="T111" fmla="*/ 15 h 86"/>
                <a:gd name="T112" fmla="*/ 6 w 54"/>
                <a:gd name="T113" fmla="*/ 8 h 86"/>
                <a:gd name="T114" fmla="*/ 14 w 54"/>
                <a:gd name="T115" fmla="*/ 3 h 86"/>
                <a:gd name="T116" fmla="*/ 27 w 54"/>
                <a:gd name="T1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" h="86">
                  <a:moveTo>
                    <a:pt x="25" y="81"/>
                  </a:moveTo>
                  <a:lnTo>
                    <a:pt x="28" y="81"/>
                  </a:lnTo>
                  <a:lnTo>
                    <a:pt x="28" y="82"/>
                  </a:lnTo>
                  <a:lnTo>
                    <a:pt x="27" y="85"/>
                  </a:lnTo>
                  <a:lnTo>
                    <a:pt x="21" y="86"/>
                  </a:lnTo>
                  <a:lnTo>
                    <a:pt x="20" y="86"/>
                  </a:lnTo>
                  <a:lnTo>
                    <a:pt x="19" y="83"/>
                  </a:lnTo>
                  <a:lnTo>
                    <a:pt x="20" y="82"/>
                  </a:lnTo>
                  <a:lnTo>
                    <a:pt x="25" y="81"/>
                  </a:lnTo>
                  <a:close/>
                  <a:moveTo>
                    <a:pt x="52" y="70"/>
                  </a:moveTo>
                  <a:lnTo>
                    <a:pt x="54" y="70"/>
                  </a:lnTo>
                  <a:lnTo>
                    <a:pt x="53" y="71"/>
                  </a:lnTo>
                  <a:lnTo>
                    <a:pt x="53" y="73"/>
                  </a:lnTo>
                  <a:lnTo>
                    <a:pt x="52" y="73"/>
                  </a:lnTo>
                  <a:lnTo>
                    <a:pt x="52" y="71"/>
                  </a:lnTo>
                  <a:lnTo>
                    <a:pt x="52" y="70"/>
                  </a:lnTo>
                  <a:close/>
                  <a:moveTo>
                    <a:pt x="17" y="66"/>
                  </a:moveTo>
                  <a:lnTo>
                    <a:pt x="19" y="67"/>
                  </a:lnTo>
                  <a:lnTo>
                    <a:pt x="19" y="69"/>
                  </a:lnTo>
                  <a:lnTo>
                    <a:pt x="17" y="69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6" y="67"/>
                  </a:lnTo>
                  <a:lnTo>
                    <a:pt x="17" y="67"/>
                  </a:lnTo>
                  <a:lnTo>
                    <a:pt x="17" y="66"/>
                  </a:lnTo>
                  <a:close/>
                  <a:moveTo>
                    <a:pt x="54" y="63"/>
                  </a:moveTo>
                  <a:lnTo>
                    <a:pt x="54" y="63"/>
                  </a:lnTo>
                  <a:lnTo>
                    <a:pt x="54" y="66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2" y="67"/>
                  </a:lnTo>
                  <a:lnTo>
                    <a:pt x="52" y="65"/>
                  </a:lnTo>
                  <a:lnTo>
                    <a:pt x="53" y="63"/>
                  </a:lnTo>
                  <a:lnTo>
                    <a:pt x="54" y="63"/>
                  </a:lnTo>
                  <a:close/>
                  <a:moveTo>
                    <a:pt x="35" y="61"/>
                  </a:moveTo>
                  <a:lnTo>
                    <a:pt x="36" y="62"/>
                  </a:lnTo>
                  <a:lnTo>
                    <a:pt x="35" y="62"/>
                  </a:lnTo>
                  <a:lnTo>
                    <a:pt x="33" y="61"/>
                  </a:lnTo>
                  <a:lnTo>
                    <a:pt x="35" y="61"/>
                  </a:lnTo>
                  <a:close/>
                  <a:moveTo>
                    <a:pt x="44" y="57"/>
                  </a:moveTo>
                  <a:lnTo>
                    <a:pt x="45" y="58"/>
                  </a:lnTo>
                  <a:lnTo>
                    <a:pt x="45" y="60"/>
                  </a:lnTo>
                  <a:lnTo>
                    <a:pt x="44" y="61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2" y="58"/>
                  </a:lnTo>
                  <a:lnTo>
                    <a:pt x="44" y="57"/>
                  </a:lnTo>
                  <a:close/>
                  <a:moveTo>
                    <a:pt x="27" y="0"/>
                  </a:moveTo>
                  <a:lnTo>
                    <a:pt x="31" y="8"/>
                  </a:lnTo>
                  <a:lnTo>
                    <a:pt x="37" y="15"/>
                  </a:lnTo>
                  <a:lnTo>
                    <a:pt x="44" y="23"/>
                  </a:lnTo>
                  <a:lnTo>
                    <a:pt x="44" y="28"/>
                  </a:lnTo>
                  <a:lnTo>
                    <a:pt x="46" y="31"/>
                  </a:lnTo>
                  <a:lnTo>
                    <a:pt x="48" y="38"/>
                  </a:lnTo>
                  <a:lnTo>
                    <a:pt x="48" y="41"/>
                  </a:lnTo>
                  <a:lnTo>
                    <a:pt x="49" y="41"/>
                  </a:lnTo>
                  <a:lnTo>
                    <a:pt x="49" y="41"/>
                  </a:lnTo>
                  <a:lnTo>
                    <a:pt x="50" y="49"/>
                  </a:lnTo>
                  <a:lnTo>
                    <a:pt x="48" y="50"/>
                  </a:lnTo>
                  <a:lnTo>
                    <a:pt x="49" y="52"/>
                  </a:lnTo>
                  <a:lnTo>
                    <a:pt x="46" y="56"/>
                  </a:lnTo>
                  <a:lnTo>
                    <a:pt x="44" y="56"/>
                  </a:lnTo>
                  <a:lnTo>
                    <a:pt x="40" y="58"/>
                  </a:lnTo>
                  <a:lnTo>
                    <a:pt x="41" y="60"/>
                  </a:lnTo>
                  <a:lnTo>
                    <a:pt x="40" y="61"/>
                  </a:lnTo>
                  <a:lnTo>
                    <a:pt x="39" y="60"/>
                  </a:lnTo>
                  <a:lnTo>
                    <a:pt x="37" y="61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3" y="60"/>
                  </a:lnTo>
                  <a:lnTo>
                    <a:pt x="32" y="58"/>
                  </a:lnTo>
                  <a:lnTo>
                    <a:pt x="31" y="60"/>
                  </a:lnTo>
                  <a:lnTo>
                    <a:pt x="25" y="63"/>
                  </a:lnTo>
                  <a:lnTo>
                    <a:pt x="23" y="66"/>
                  </a:lnTo>
                  <a:lnTo>
                    <a:pt x="23" y="65"/>
                  </a:lnTo>
                  <a:lnTo>
                    <a:pt x="23" y="67"/>
                  </a:lnTo>
                  <a:lnTo>
                    <a:pt x="20" y="69"/>
                  </a:lnTo>
                  <a:lnTo>
                    <a:pt x="20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7" y="63"/>
                  </a:lnTo>
                  <a:lnTo>
                    <a:pt x="15" y="58"/>
                  </a:lnTo>
                  <a:lnTo>
                    <a:pt x="16" y="58"/>
                  </a:lnTo>
                  <a:lnTo>
                    <a:pt x="15" y="56"/>
                  </a:lnTo>
                  <a:lnTo>
                    <a:pt x="15" y="53"/>
                  </a:lnTo>
                  <a:lnTo>
                    <a:pt x="16" y="53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9" y="45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4" y="41"/>
                  </a:lnTo>
                  <a:lnTo>
                    <a:pt x="14" y="36"/>
                  </a:lnTo>
                  <a:lnTo>
                    <a:pt x="14" y="33"/>
                  </a:lnTo>
                  <a:lnTo>
                    <a:pt x="12" y="33"/>
                  </a:lnTo>
                  <a:lnTo>
                    <a:pt x="7" y="32"/>
                  </a:lnTo>
                  <a:lnTo>
                    <a:pt x="8" y="28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2" y="28"/>
                  </a:lnTo>
                  <a:lnTo>
                    <a:pt x="16" y="29"/>
                  </a:lnTo>
                  <a:lnTo>
                    <a:pt x="15" y="27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2" y="23"/>
                  </a:lnTo>
                  <a:lnTo>
                    <a:pt x="10" y="19"/>
                  </a:lnTo>
                  <a:lnTo>
                    <a:pt x="4" y="15"/>
                  </a:lnTo>
                  <a:lnTo>
                    <a:pt x="7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6" y="8"/>
                  </a:lnTo>
                  <a:lnTo>
                    <a:pt x="10" y="7"/>
                  </a:lnTo>
                  <a:lnTo>
                    <a:pt x="14" y="3"/>
                  </a:lnTo>
                  <a:lnTo>
                    <a:pt x="21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" name="Freeform 346"/>
            <p:cNvSpPr>
              <a:spLocks/>
            </p:cNvSpPr>
            <p:nvPr/>
          </p:nvSpPr>
          <p:spPr bwMode="auto">
            <a:xfrm>
              <a:off x="9366324" y="2804914"/>
              <a:ext cx="142114" cy="243623"/>
            </a:xfrm>
            <a:custGeom>
              <a:avLst/>
              <a:gdLst>
                <a:gd name="T0" fmla="*/ 48 w 56"/>
                <a:gd name="T1" fmla="*/ 2 h 96"/>
                <a:gd name="T2" fmla="*/ 50 w 56"/>
                <a:gd name="T3" fmla="*/ 6 h 96"/>
                <a:gd name="T4" fmla="*/ 56 w 56"/>
                <a:gd name="T5" fmla="*/ 10 h 96"/>
                <a:gd name="T6" fmla="*/ 51 w 56"/>
                <a:gd name="T7" fmla="*/ 14 h 96"/>
                <a:gd name="T8" fmla="*/ 50 w 56"/>
                <a:gd name="T9" fmla="*/ 16 h 96"/>
                <a:gd name="T10" fmla="*/ 48 w 56"/>
                <a:gd name="T11" fmla="*/ 25 h 96"/>
                <a:gd name="T12" fmla="*/ 51 w 56"/>
                <a:gd name="T13" fmla="*/ 35 h 96"/>
                <a:gd name="T14" fmla="*/ 52 w 56"/>
                <a:gd name="T15" fmla="*/ 39 h 96"/>
                <a:gd name="T16" fmla="*/ 50 w 56"/>
                <a:gd name="T17" fmla="*/ 41 h 96"/>
                <a:gd name="T18" fmla="*/ 44 w 56"/>
                <a:gd name="T19" fmla="*/ 49 h 96"/>
                <a:gd name="T20" fmla="*/ 42 w 56"/>
                <a:gd name="T21" fmla="*/ 53 h 96"/>
                <a:gd name="T22" fmla="*/ 38 w 56"/>
                <a:gd name="T23" fmla="*/ 54 h 96"/>
                <a:gd name="T24" fmla="*/ 34 w 56"/>
                <a:gd name="T25" fmla="*/ 58 h 96"/>
                <a:gd name="T26" fmla="*/ 34 w 56"/>
                <a:gd name="T27" fmla="*/ 64 h 96"/>
                <a:gd name="T28" fmla="*/ 34 w 56"/>
                <a:gd name="T29" fmla="*/ 69 h 96"/>
                <a:gd name="T30" fmla="*/ 39 w 56"/>
                <a:gd name="T31" fmla="*/ 71 h 96"/>
                <a:gd name="T32" fmla="*/ 50 w 56"/>
                <a:gd name="T33" fmla="*/ 79 h 96"/>
                <a:gd name="T34" fmla="*/ 37 w 56"/>
                <a:gd name="T35" fmla="*/ 82 h 96"/>
                <a:gd name="T36" fmla="*/ 29 w 56"/>
                <a:gd name="T37" fmla="*/ 87 h 96"/>
                <a:gd name="T38" fmla="*/ 23 w 56"/>
                <a:gd name="T39" fmla="*/ 94 h 96"/>
                <a:gd name="T40" fmla="*/ 19 w 56"/>
                <a:gd name="T41" fmla="*/ 91 h 96"/>
                <a:gd name="T42" fmla="*/ 18 w 56"/>
                <a:gd name="T43" fmla="*/ 95 h 96"/>
                <a:gd name="T44" fmla="*/ 14 w 56"/>
                <a:gd name="T45" fmla="*/ 96 h 96"/>
                <a:gd name="T46" fmla="*/ 15 w 56"/>
                <a:gd name="T47" fmla="*/ 91 h 96"/>
                <a:gd name="T48" fmla="*/ 11 w 56"/>
                <a:gd name="T49" fmla="*/ 92 h 96"/>
                <a:gd name="T50" fmla="*/ 10 w 56"/>
                <a:gd name="T51" fmla="*/ 90 h 96"/>
                <a:gd name="T52" fmla="*/ 13 w 56"/>
                <a:gd name="T53" fmla="*/ 81 h 96"/>
                <a:gd name="T54" fmla="*/ 18 w 56"/>
                <a:gd name="T55" fmla="*/ 79 h 96"/>
                <a:gd name="T56" fmla="*/ 11 w 56"/>
                <a:gd name="T57" fmla="*/ 79 h 96"/>
                <a:gd name="T58" fmla="*/ 10 w 56"/>
                <a:gd name="T59" fmla="*/ 73 h 96"/>
                <a:gd name="T60" fmla="*/ 11 w 56"/>
                <a:gd name="T61" fmla="*/ 66 h 96"/>
                <a:gd name="T62" fmla="*/ 14 w 56"/>
                <a:gd name="T63" fmla="*/ 64 h 96"/>
                <a:gd name="T64" fmla="*/ 11 w 56"/>
                <a:gd name="T65" fmla="*/ 65 h 96"/>
                <a:gd name="T66" fmla="*/ 6 w 56"/>
                <a:gd name="T67" fmla="*/ 64 h 96"/>
                <a:gd name="T68" fmla="*/ 4 w 56"/>
                <a:gd name="T69" fmla="*/ 65 h 96"/>
                <a:gd name="T70" fmla="*/ 1 w 56"/>
                <a:gd name="T71" fmla="*/ 61 h 96"/>
                <a:gd name="T72" fmla="*/ 0 w 56"/>
                <a:gd name="T73" fmla="*/ 61 h 96"/>
                <a:gd name="T74" fmla="*/ 2 w 56"/>
                <a:gd name="T75" fmla="*/ 52 h 96"/>
                <a:gd name="T76" fmla="*/ 4 w 56"/>
                <a:gd name="T77" fmla="*/ 46 h 96"/>
                <a:gd name="T78" fmla="*/ 9 w 56"/>
                <a:gd name="T79" fmla="*/ 40 h 96"/>
                <a:gd name="T80" fmla="*/ 13 w 56"/>
                <a:gd name="T81" fmla="*/ 33 h 96"/>
                <a:gd name="T82" fmla="*/ 14 w 56"/>
                <a:gd name="T83" fmla="*/ 31 h 96"/>
                <a:gd name="T84" fmla="*/ 17 w 56"/>
                <a:gd name="T85" fmla="*/ 24 h 96"/>
                <a:gd name="T86" fmla="*/ 21 w 56"/>
                <a:gd name="T87" fmla="*/ 28 h 96"/>
                <a:gd name="T88" fmla="*/ 25 w 56"/>
                <a:gd name="T89" fmla="*/ 28 h 96"/>
                <a:gd name="T90" fmla="*/ 31 w 56"/>
                <a:gd name="T91" fmla="*/ 29 h 96"/>
                <a:gd name="T92" fmla="*/ 37 w 56"/>
                <a:gd name="T93" fmla="*/ 27 h 96"/>
                <a:gd name="T94" fmla="*/ 34 w 56"/>
                <a:gd name="T95" fmla="*/ 23 h 96"/>
                <a:gd name="T96" fmla="*/ 33 w 56"/>
                <a:gd name="T97" fmla="*/ 19 h 96"/>
                <a:gd name="T98" fmla="*/ 40 w 56"/>
                <a:gd name="T99" fmla="*/ 15 h 96"/>
                <a:gd name="T100" fmla="*/ 42 w 56"/>
                <a:gd name="T101" fmla="*/ 10 h 96"/>
                <a:gd name="T102" fmla="*/ 46 w 56"/>
                <a:gd name="T103" fmla="*/ 7 h 96"/>
                <a:gd name="T104" fmla="*/ 44 w 56"/>
                <a:gd name="T105" fmla="*/ 3 h 96"/>
                <a:gd name="T106" fmla="*/ 47 w 56"/>
                <a:gd name="T10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96">
                  <a:moveTo>
                    <a:pt x="47" y="0"/>
                  </a:moveTo>
                  <a:lnTo>
                    <a:pt x="48" y="2"/>
                  </a:lnTo>
                  <a:lnTo>
                    <a:pt x="48" y="4"/>
                  </a:lnTo>
                  <a:lnTo>
                    <a:pt x="50" y="6"/>
                  </a:lnTo>
                  <a:lnTo>
                    <a:pt x="54" y="6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1" y="14"/>
                  </a:lnTo>
                  <a:lnTo>
                    <a:pt x="50" y="14"/>
                  </a:lnTo>
                  <a:lnTo>
                    <a:pt x="50" y="16"/>
                  </a:lnTo>
                  <a:lnTo>
                    <a:pt x="48" y="23"/>
                  </a:lnTo>
                  <a:lnTo>
                    <a:pt x="48" y="25"/>
                  </a:lnTo>
                  <a:lnTo>
                    <a:pt x="51" y="28"/>
                  </a:lnTo>
                  <a:lnTo>
                    <a:pt x="51" y="35"/>
                  </a:lnTo>
                  <a:lnTo>
                    <a:pt x="54" y="36"/>
                  </a:lnTo>
                  <a:lnTo>
                    <a:pt x="52" y="39"/>
                  </a:lnTo>
                  <a:lnTo>
                    <a:pt x="48" y="41"/>
                  </a:lnTo>
                  <a:lnTo>
                    <a:pt x="50" y="41"/>
                  </a:lnTo>
                  <a:lnTo>
                    <a:pt x="43" y="48"/>
                  </a:lnTo>
                  <a:lnTo>
                    <a:pt x="44" y="49"/>
                  </a:lnTo>
                  <a:lnTo>
                    <a:pt x="43" y="52"/>
                  </a:lnTo>
                  <a:lnTo>
                    <a:pt x="42" y="53"/>
                  </a:lnTo>
                  <a:lnTo>
                    <a:pt x="39" y="53"/>
                  </a:lnTo>
                  <a:lnTo>
                    <a:pt x="38" y="54"/>
                  </a:lnTo>
                  <a:lnTo>
                    <a:pt x="37" y="57"/>
                  </a:lnTo>
                  <a:lnTo>
                    <a:pt x="34" y="58"/>
                  </a:lnTo>
                  <a:lnTo>
                    <a:pt x="34" y="61"/>
                  </a:lnTo>
                  <a:lnTo>
                    <a:pt x="34" y="64"/>
                  </a:lnTo>
                  <a:lnTo>
                    <a:pt x="33" y="65"/>
                  </a:lnTo>
                  <a:lnTo>
                    <a:pt x="34" y="69"/>
                  </a:lnTo>
                  <a:lnTo>
                    <a:pt x="38" y="69"/>
                  </a:lnTo>
                  <a:lnTo>
                    <a:pt x="39" y="71"/>
                  </a:lnTo>
                  <a:lnTo>
                    <a:pt x="48" y="77"/>
                  </a:lnTo>
                  <a:lnTo>
                    <a:pt x="50" y="79"/>
                  </a:lnTo>
                  <a:lnTo>
                    <a:pt x="44" y="82"/>
                  </a:lnTo>
                  <a:lnTo>
                    <a:pt x="37" y="82"/>
                  </a:lnTo>
                  <a:lnTo>
                    <a:pt x="33" y="86"/>
                  </a:lnTo>
                  <a:lnTo>
                    <a:pt x="29" y="87"/>
                  </a:lnTo>
                  <a:lnTo>
                    <a:pt x="25" y="91"/>
                  </a:lnTo>
                  <a:lnTo>
                    <a:pt x="23" y="94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21" y="92"/>
                  </a:lnTo>
                  <a:lnTo>
                    <a:pt x="18" y="95"/>
                  </a:lnTo>
                  <a:lnTo>
                    <a:pt x="17" y="95"/>
                  </a:lnTo>
                  <a:lnTo>
                    <a:pt x="14" y="96"/>
                  </a:lnTo>
                  <a:lnTo>
                    <a:pt x="13" y="95"/>
                  </a:lnTo>
                  <a:lnTo>
                    <a:pt x="15" y="91"/>
                  </a:lnTo>
                  <a:lnTo>
                    <a:pt x="13" y="91"/>
                  </a:lnTo>
                  <a:lnTo>
                    <a:pt x="11" y="92"/>
                  </a:lnTo>
                  <a:lnTo>
                    <a:pt x="10" y="91"/>
                  </a:lnTo>
                  <a:lnTo>
                    <a:pt x="10" y="90"/>
                  </a:lnTo>
                  <a:lnTo>
                    <a:pt x="10" y="85"/>
                  </a:lnTo>
                  <a:lnTo>
                    <a:pt x="13" y="81"/>
                  </a:lnTo>
                  <a:lnTo>
                    <a:pt x="15" y="81"/>
                  </a:lnTo>
                  <a:lnTo>
                    <a:pt x="18" y="79"/>
                  </a:lnTo>
                  <a:lnTo>
                    <a:pt x="15" y="79"/>
                  </a:lnTo>
                  <a:lnTo>
                    <a:pt x="11" y="79"/>
                  </a:lnTo>
                  <a:lnTo>
                    <a:pt x="10" y="79"/>
                  </a:lnTo>
                  <a:lnTo>
                    <a:pt x="10" y="73"/>
                  </a:lnTo>
                  <a:lnTo>
                    <a:pt x="13" y="69"/>
                  </a:lnTo>
                  <a:lnTo>
                    <a:pt x="11" y="66"/>
                  </a:lnTo>
                  <a:lnTo>
                    <a:pt x="13" y="65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1" y="65"/>
                  </a:lnTo>
                  <a:lnTo>
                    <a:pt x="8" y="65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4" y="65"/>
                  </a:lnTo>
                  <a:lnTo>
                    <a:pt x="1" y="65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2" y="52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8" y="44"/>
                  </a:lnTo>
                  <a:lnTo>
                    <a:pt x="9" y="40"/>
                  </a:lnTo>
                  <a:lnTo>
                    <a:pt x="11" y="39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4" y="27"/>
                  </a:lnTo>
                  <a:lnTo>
                    <a:pt x="17" y="24"/>
                  </a:lnTo>
                  <a:lnTo>
                    <a:pt x="18" y="27"/>
                  </a:lnTo>
                  <a:lnTo>
                    <a:pt x="21" y="28"/>
                  </a:lnTo>
                  <a:lnTo>
                    <a:pt x="22" y="29"/>
                  </a:lnTo>
                  <a:lnTo>
                    <a:pt x="25" y="28"/>
                  </a:lnTo>
                  <a:lnTo>
                    <a:pt x="27" y="29"/>
                  </a:lnTo>
                  <a:lnTo>
                    <a:pt x="31" y="29"/>
                  </a:lnTo>
                  <a:lnTo>
                    <a:pt x="35" y="29"/>
                  </a:lnTo>
                  <a:lnTo>
                    <a:pt x="37" y="27"/>
                  </a:lnTo>
                  <a:lnTo>
                    <a:pt x="37" y="24"/>
                  </a:lnTo>
                  <a:lnTo>
                    <a:pt x="34" y="23"/>
                  </a:lnTo>
                  <a:lnTo>
                    <a:pt x="31" y="20"/>
                  </a:lnTo>
                  <a:lnTo>
                    <a:pt x="33" y="19"/>
                  </a:lnTo>
                  <a:lnTo>
                    <a:pt x="35" y="19"/>
                  </a:lnTo>
                  <a:lnTo>
                    <a:pt x="40" y="15"/>
                  </a:lnTo>
                  <a:lnTo>
                    <a:pt x="40" y="12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7"/>
                  </a:lnTo>
                  <a:lnTo>
                    <a:pt x="44" y="6"/>
                  </a:lnTo>
                  <a:lnTo>
                    <a:pt x="44" y="3"/>
                  </a:lnTo>
                  <a:lnTo>
                    <a:pt x="44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6" name="Freeform 347"/>
            <p:cNvSpPr>
              <a:spLocks/>
            </p:cNvSpPr>
            <p:nvPr/>
          </p:nvSpPr>
          <p:spPr bwMode="auto">
            <a:xfrm>
              <a:off x="8209113" y="2485158"/>
              <a:ext cx="926278" cy="436492"/>
            </a:xfrm>
            <a:custGeom>
              <a:avLst/>
              <a:gdLst>
                <a:gd name="T0" fmla="*/ 117 w 365"/>
                <a:gd name="T1" fmla="*/ 5 h 172"/>
                <a:gd name="T2" fmla="*/ 133 w 365"/>
                <a:gd name="T3" fmla="*/ 8 h 172"/>
                <a:gd name="T4" fmla="*/ 145 w 365"/>
                <a:gd name="T5" fmla="*/ 13 h 172"/>
                <a:gd name="T6" fmla="*/ 150 w 365"/>
                <a:gd name="T7" fmla="*/ 24 h 172"/>
                <a:gd name="T8" fmla="*/ 163 w 365"/>
                <a:gd name="T9" fmla="*/ 30 h 172"/>
                <a:gd name="T10" fmla="*/ 174 w 365"/>
                <a:gd name="T11" fmla="*/ 29 h 172"/>
                <a:gd name="T12" fmla="*/ 192 w 365"/>
                <a:gd name="T13" fmla="*/ 22 h 172"/>
                <a:gd name="T14" fmla="*/ 213 w 365"/>
                <a:gd name="T15" fmla="*/ 29 h 172"/>
                <a:gd name="T16" fmla="*/ 224 w 365"/>
                <a:gd name="T17" fmla="*/ 37 h 172"/>
                <a:gd name="T18" fmla="*/ 248 w 365"/>
                <a:gd name="T19" fmla="*/ 40 h 172"/>
                <a:gd name="T20" fmla="*/ 261 w 365"/>
                <a:gd name="T21" fmla="*/ 34 h 172"/>
                <a:gd name="T22" fmla="*/ 277 w 365"/>
                <a:gd name="T23" fmla="*/ 28 h 172"/>
                <a:gd name="T24" fmla="*/ 284 w 365"/>
                <a:gd name="T25" fmla="*/ 17 h 172"/>
                <a:gd name="T26" fmla="*/ 298 w 365"/>
                <a:gd name="T27" fmla="*/ 20 h 172"/>
                <a:gd name="T28" fmla="*/ 307 w 365"/>
                <a:gd name="T29" fmla="*/ 18 h 172"/>
                <a:gd name="T30" fmla="*/ 313 w 365"/>
                <a:gd name="T31" fmla="*/ 46 h 172"/>
                <a:gd name="T32" fmla="*/ 329 w 365"/>
                <a:gd name="T33" fmla="*/ 57 h 172"/>
                <a:gd name="T34" fmla="*/ 342 w 365"/>
                <a:gd name="T35" fmla="*/ 50 h 172"/>
                <a:gd name="T36" fmla="*/ 363 w 365"/>
                <a:gd name="T37" fmla="*/ 66 h 172"/>
                <a:gd name="T38" fmla="*/ 363 w 365"/>
                <a:gd name="T39" fmla="*/ 75 h 172"/>
                <a:gd name="T40" fmla="*/ 350 w 365"/>
                <a:gd name="T41" fmla="*/ 74 h 172"/>
                <a:gd name="T42" fmla="*/ 340 w 365"/>
                <a:gd name="T43" fmla="*/ 82 h 172"/>
                <a:gd name="T44" fmla="*/ 333 w 365"/>
                <a:gd name="T45" fmla="*/ 91 h 172"/>
                <a:gd name="T46" fmla="*/ 319 w 365"/>
                <a:gd name="T47" fmla="*/ 99 h 172"/>
                <a:gd name="T48" fmla="*/ 308 w 365"/>
                <a:gd name="T49" fmla="*/ 112 h 172"/>
                <a:gd name="T50" fmla="*/ 292 w 365"/>
                <a:gd name="T51" fmla="*/ 107 h 172"/>
                <a:gd name="T52" fmla="*/ 283 w 365"/>
                <a:gd name="T53" fmla="*/ 121 h 172"/>
                <a:gd name="T54" fmla="*/ 284 w 365"/>
                <a:gd name="T55" fmla="*/ 140 h 172"/>
                <a:gd name="T56" fmla="*/ 269 w 365"/>
                <a:gd name="T57" fmla="*/ 153 h 172"/>
                <a:gd name="T58" fmla="*/ 241 w 365"/>
                <a:gd name="T59" fmla="*/ 161 h 172"/>
                <a:gd name="T60" fmla="*/ 217 w 365"/>
                <a:gd name="T61" fmla="*/ 171 h 172"/>
                <a:gd name="T62" fmla="*/ 200 w 365"/>
                <a:gd name="T63" fmla="*/ 168 h 172"/>
                <a:gd name="T64" fmla="*/ 163 w 365"/>
                <a:gd name="T65" fmla="*/ 157 h 172"/>
                <a:gd name="T66" fmla="*/ 140 w 365"/>
                <a:gd name="T67" fmla="*/ 161 h 172"/>
                <a:gd name="T68" fmla="*/ 115 w 365"/>
                <a:gd name="T69" fmla="*/ 155 h 172"/>
                <a:gd name="T70" fmla="*/ 107 w 365"/>
                <a:gd name="T71" fmla="*/ 140 h 172"/>
                <a:gd name="T72" fmla="*/ 101 w 365"/>
                <a:gd name="T73" fmla="*/ 136 h 172"/>
                <a:gd name="T74" fmla="*/ 86 w 365"/>
                <a:gd name="T75" fmla="*/ 130 h 172"/>
                <a:gd name="T76" fmla="*/ 69 w 365"/>
                <a:gd name="T77" fmla="*/ 125 h 172"/>
                <a:gd name="T78" fmla="*/ 46 w 365"/>
                <a:gd name="T79" fmla="*/ 115 h 172"/>
                <a:gd name="T80" fmla="*/ 47 w 365"/>
                <a:gd name="T81" fmla="*/ 104 h 172"/>
                <a:gd name="T82" fmla="*/ 41 w 365"/>
                <a:gd name="T83" fmla="*/ 92 h 172"/>
                <a:gd name="T84" fmla="*/ 33 w 365"/>
                <a:gd name="T85" fmla="*/ 83 h 172"/>
                <a:gd name="T86" fmla="*/ 25 w 365"/>
                <a:gd name="T87" fmla="*/ 82 h 172"/>
                <a:gd name="T88" fmla="*/ 16 w 365"/>
                <a:gd name="T89" fmla="*/ 83 h 172"/>
                <a:gd name="T90" fmla="*/ 8 w 365"/>
                <a:gd name="T91" fmla="*/ 75 h 172"/>
                <a:gd name="T92" fmla="*/ 3 w 365"/>
                <a:gd name="T93" fmla="*/ 67 h 172"/>
                <a:gd name="T94" fmla="*/ 0 w 365"/>
                <a:gd name="T95" fmla="*/ 63 h 172"/>
                <a:gd name="T96" fmla="*/ 12 w 365"/>
                <a:gd name="T97" fmla="*/ 53 h 172"/>
                <a:gd name="T98" fmla="*/ 21 w 365"/>
                <a:gd name="T99" fmla="*/ 42 h 172"/>
                <a:gd name="T100" fmla="*/ 25 w 365"/>
                <a:gd name="T101" fmla="*/ 34 h 172"/>
                <a:gd name="T102" fmla="*/ 41 w 365"/>
                <a:gd name="T103" fmla="*/ 30 h 172"/>
                <a:gd name="T104" fmla="*/ 50 w 365"/>
                <a:gd name="T105" fmla="*/ 32 h 172"/>
                <a:gd name="T106" fmla="*/ 62 w 365"/>
                <a:gd name="T107" fmla="*/ 32 h 172"/>
                <a:gd name="T108" fmla="*/ 76 w 365"/>
                <a:gd name="T109" fmla="*/ 45 h 172"/>
                <a:gd name="T110" fmla="*/ 90 w 365"/>
                <a:gd name="T111" fmla="*/ 42 h 172"/>
                <a:gd name="T112" fmla="*/ 103 w 365"/>
                <a:gd name="T113" fmla="*/ 42 h 172"/>
                <a:gd name="T114" fmla="*/ 107 w 365"/>
                <a:gd name="T115" fmla="*/ 28 h 172"/>
                <a:gd name="T116" fmla="*/ 99 w 365"/>
                <a:gd name="T117" fmla="*/ 15 h 172"/>
                <a:gd name="T118" fmla="*/ 105 w 365"/>
                <a:gd name="T119" fmla="*/ 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5" h="172">
                  <a:moveTo>
                    <a:pt x="107" y="0"/>
                  </a:moveTo>
                  <a:lnTo>
                    <a:pt x="109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7" y="4"/>
                  </a:lnTo>
                  <a:lnTo>
                    <a:pt x="117" y="5"/>
                  </a:lnTo>
                  <a:lnTo>
                    <a:pt x="120" y="5"/>
                  </a:lnTo>
                  <a:lnTo>
                    <a:pt x="124" y="5"/>
                  </a:lnTo>
                  <a:lnTo>
                    <a:pt x="128" y="5"/>
                  </a:lnTo>
                  <a:lnTo>
                    <a:pt x="129" y="7"/>
                  </a:lnTo>
                  <a:lnTo>
                    <a:pt x="130" y="8"/>
                  </a:lnTo>
                  <a:lnTo>
                    <a:pt x="133" y="8"/>
                  </a:lnTo>
                  <a:lnTo>
                    <a:pt x="134" y="9"/>
                  </a:lnTo>
                  <a:lnTo>
                    <a:pt x="137" y="9"/>
                  </a:lnTo>
                  <a:lnTo>
                    <a:pt x="142" y="9"/>
                  </a:lnTo>
                  <a:lnTo>
                    <a:pt x="144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6" y="15"/>
                  </a:lnTo>
                  <a:lnTo>
                    <a:pt x="146" y="17"/>
                  </a:lnTo>
                  <a:lnTo>
                    <a:pt x="148" y="18"/>
                  </a:lnTo>
                  <a:lnTo>
                    <a:pt x="149" y="21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3" y="26"/>
                  </a:lnTo>
                  <a:lnTo>
                    <a:pt x="154" y="28"/>
                  </a:lnTo>
                  <a:lnTo>
                    <a:pt x="158" y="29"/>
                  </a:lnTo>
                  <a:lnTo>
                    <a:pt x="161" y="30"/>
                  </a:lnTo>
                  <a:lnTo>
                    <a:pt x="163" y="30"/>
                  </a:lnTo>
                  <a:lnTo>
                    <a:pt x="163" y="29"/>
                  </a:lnTo>
                  <a:lnTo>
                    <a:pt x="167" y="30"/>
                  </a:lnTo>
                  <a:lnTo>
                    <a:pt x="169" y="29"/>
                  </a:lnTo>
                  <a:lnTo>
                    <a:pt x="171" y="29"/>
                  </a:lnTo>
                  <a:lnTo>
                    <a:pt x="173" y="29"/>
                  </a:lnTo>
                  <a:lnTo>
                    <a:pt x="174" y="29"/>
                  </a:lnTo>
                  <a:lnTo>
                    <a:pt x="175" y="26"/>
                  </a:lnTo>
                  <a:lnTo>
                    <a:pt x="179" y="25"/>
                  </a:lnTo>
                  <a:lnTo>
                    <a:pt x="184" y="25"/>
                  </a:lnTo>
                  <a:lnTo>
                    <a:pt x="186" y="24"/>
                  </a:lnTo>
                  <a:lnTo>
                    <a:pt x="190" y="24"/>
                  </a:lnTo>
                  <a:lnTo>
                    <a:pt x="192" y="22"/>
                  </a:lnTo>
                  <a:lnTo>
                    <a:pt x="195" y="24"/>
                  </a:lnTo>
                  <a:lnTo>
                    <a:pt x="199" y="25"/>
                  </a:lnTo>
                  <a:lnTo>
                    <a:pt x="203" y="25"/>
                  </a:lnTo>
                  <a:lnTo>
                    <a:pt x="205" y="28"/>
                  </a:lnTo>
                  <a:lnTo>
                    <a:pt x="209" y="29"/>
                  </a:lnTo>
                  <a:lnTo>
                    <a:pt x="213" y="29"/>
                  </a:lnTo>
                  <a:lnTo>
                    <a:pt x="216" y="29"/>
                  </a:lnTo>
                  <a:lnTo>
                    <a:pt x="217" y="30"/>
                  </a:lnTo>
                  <a:lnTo>
                    <a:pt x="219" y="34"/>
                  </a:lnTo>
                  <a:lnTo>
                    <a:pt x="220" y="36"/>
                  </a:lnTo>
                  <a:lnTo>
                    <a:pt x="221" y="36"/>
                  </a:lnTo>
                  <a:lnTo>
                    <a:pt x="224" y="37"/>
                  </a:lnTo>
                  <a:lnTo>
                    <a:pt x="225" y="38"/>
                  </a:lnTo>
                  <a:lnTo>
                    <a:pt x="228" y="38"/>
                  </a:lnTo>
                  <a:lnTo>
                    <a:pt x="233" y="38"/>
                  </a:lnTo>
                  <a:lnTo>
                    <a:pt x="237" y="40"/>
                  </a:lnTo>
                  <a:lnTo>
                    <a:pt x="245" y="40"/>
                  </a:lnTo>
                  <a:lnTo>
                    <a:pt x="248" y="40"/>
                  </a:lnTo>
                  <a:lnTo>
                    <a:pt x="249" y="38"/>
                  </a:lnTo>
                  <a:lnTo>
                    <a:pt x="252" y="38"/>
                  </a:lnTo>
                  <a:lnTo>
                    <a:pt x="253" y="40"/>
                  </a:lnTo>
                  <a:lnTo>
                    <a:pt x="254" y="40"/>
                  </a:lnTo>
                  <a:lnTo>
                    <a:pt x="257" y="37"/>
                  </a:lnTo>
                  <a:lnTo>
                    <a:pt x="261" y="34"/>
                  </a:lnTo>
                  <a:lnTo>
                    <a:pt x="263" y="34"/>
                  </a:lnTo>
                  <a:lnTo>
                    <a:pt x="266" y="32"/>
                  </a:lnTo>
                  <a:lnTo>
                    <a:pt x="267" y="32"/>
                  </a:lnTo>
                  <a:lnTo>
                    <a:pt x="273" y="32"/>
                  </a:lnTo>
                  <a:lnTo>
                    <a:pt x="275" y="29"/>
                  </a:lnTo>
                  <a:lnTo>
                    <a:pt x="277" y="28"/>
                  </a:lnTo>
                  <a:lnTo>
                    <a:pt x="277" y="26"/>
                  </a:lnTo>
                  <a:lnTo>
                    <a:pt x="278" y="24"/>
                  </a:lnTo>
                  <a:lnTo>
                    <a:pt x="281" y="22"/>
                  </a:lnTo>
                  <a:lnTo>
                    <a:pt x="282" y="21"/>
                  </a:lnTo>
                  <a:lnTo>
                    <a:pt x="283" y="18"/>
                  </a:lnTo>
                  <a:lnTo>
                    <a:pt x="284" y="17"/>
                  </a:lnTo>
                  <a:lnTo>
                    <a:pt x="287" y="17"/>
                  </a:lnTo>
                  <a:lnTo>
                    <a:pt x="287" y="17"/>
                  </a:lnTo>
                  <a:lnTo>
                    <a:pt x="291" y="16"/>
                  </a:lnTo>
                  <a:lnTo>
                    <a:pt x="294" y="17"/>
                  </a:lnTo>
                  <a:lnTo>
                    <a:pt x="296" y="18"/>
                  </a:lnTo>
                  <a:lnTo>
                    <a:pt x="298" y="20"/>
                  </a:lnTo>
                  <a:lnTo>
                    <a:pt x="299" y="21"/>
                  </a:lnTo>
                  <a:lnTo>
                    <a:pt x="302" y="20"/>
                  </a:lnTo>
                  <a:lnTo>
                    <a:pt x="303" y="21"/>
                  </a:lnTo>
                  <a:lnTo>
                    <a:pt x="304" y="21"/>
                  </a:lnTo>
                  <a:lnTo>
                    <a:pt x="307" y="20"/>
                  </a:lnTo>
                  <a:lnTo>
                    <a:pt x="307" y="18"/>
                  </a:lnTo>
                  <a:lnTo>
                    <a:pt x="311" y="17"/>
                  </a:lnTo>
                  <a:lnTo>
                    <a:pt x="316" y="18"/>
                  </a:lnTo>
                  <a:lnTo>
                    <a:pt x="317" y="20"/>
                  </a:lnTo>
                  <a:lnTo>
                    <a:pt x="315" y="38"/>
                  </a:lnTo>
                  <a:lnTo>
                    <a:pt x="315" y="42"/>
                  </a:lnTo>
                  <a:lnTo>
                    <a:pt x="313" y="46"/>
                  </a:lnTo>
                  <a:lnTo>
                    <a:pt x="315" y="49"/>
                  </a:lnTo>
                  <a:lnTo>
                    <a:pt x="312" y="53"/>
                  </a:lnTo>
                  <a:lnTo>
                    <a:pt x="315" y="57"/>
                  </a:lnTo>
                  <a:lnTo>
                    <a:pt x="320" y="59"/>
                  </a:lnTo>
                  <a:lnTo>
                    <a:pt x="324" y="57"/>
                  </a:lnTo>
                  <a:lnTo>
                    <a:pt x="329" y="57"/>
                  </a:lnTo>
                  <a:lnTo>
                    <a:pt x="334" y="58"/>
                  </a:lnTo>
                  <a:lnTo>
                    <a:pt x="336" y="61"/>
                  </a:lnTo>
                  <a:lnTo>
                    <a:pt x="340" y="55"/>
                  </a:lnTo>
                  <a:lnTo>
                    <a:pt x="338" y="53"/>
                  </a:lnTo>
                  <a:lnTo>
                    <a:pt x="338" y="51"/>
                  </a:lnTo>
                  <a:lnTo>
                    <a:pt x="342" y="50"/>
                  </a:lnTo>
                  <a:lnTo>
                    <a:pt x="344" y="49"/>
                  </a:lnTo>
                  <a:lnTo>
                    <a:pt x="349" y="50"/>
                  </a:lnTo>
                  <a:lnTo>
                    <a:pt x="352" y="54"/>
                  </a:lnTo>
                  <a:lnTo>
                    <a:pt x="356" y="58"/>
                  </a:lnTo>
                  <a:lnTo>
                    <a:pt x="360" y="62"/>
                  </a:lnTo>
                  <a:lnTo>
                    <a:pt x="363" y="66"/>
                  </a:lnTo>
                  <a:lnTo>
                    <a:pt x="363" y="67"/>
                  </a:lnTo>
                  <a:lnTo>
                    <a:pt x="365" y="68"/>
                  </a:lnTo>
                  <a:lnTo>
                    <a:pt x="365" y="71"/>
                  </a:lnTo>
                  <a:lnTo>
                    <a:pt x="363" y="72"/>
                  </a:lnTo>
                  <a:lnTo>
                    <a:pt x="363" y="74"/>
                  </a:lnTo>
                  <a:lnTo>
                    <a:pt x="363" y="75"/>
                  </a:lnTo>
                  <a:lnTo>
                    <a:pt x="361" y="75"/>
                  </a:lnTo>
                  <a:lnTo>
                    <a:pt x="360" y="74"/>
                  </a:lnTo>
                  <a:lnTo>
                    <a:pt x="357" y="74"/>
                  </a:lnTo>
                  <a:lnTo>
                    <a:pt x="356" y="75"/>
                  </a:lnTo>
                  <a:lnTo>
                    <a:pt x="353" y="74"/>
                  </a:lnTo>
                  <a:lnTo>
                    <a:pt x="350" y="74"/>
                  </a:lnTo>
                  <a:lnTo>
                    <a:pt x="349" y="78"/>
                  </a:lnTo>
                  <a:lnTo>
                    <a:pt x="345" y="80"/>
                  </a:lnTo>
                  <a:lnTo>
                    <a:pt x="344" y="80"/>
                  </a:lnTo>
                  <a:lnTo>
                    <a:pt x="341" y="79"/>
                  </a:lnTo>
                  <a:lnTo>
                    <a:pt x="341" y="80"/>
                  </a:lnTo>
                  <a:lnTo>
                    <a:pt x="340" y="82"/>
                  </a:lnTo>
                  <a:lnTo>
                    <a:pt x="340" y="83"/>
                  </a:lnTo>
                  <a:lnTo>
                    <a:pt x="338" y="83"/>
                  </a:lnTo>
                  <a:lnTo>
                    <a:pt x="337" y="83"/>
                  </a:lnTo>
                  <a:lnTo>
                    <a:pt x="336" y="84"/>
                  </a:lnTo>
                  <a:lnTo>
                    <a:pt x="333" y="88"/>
                  </a:lnTo>
                  <a:lnTo>
                    <a:pt x="333" y="91"/>
                  </a:lnTo>
                  <a:lnTo>
                    <a:pt x="333" y="93"/>
                  </a:lnTo>
                  <a:lnTo>
                    <a:pt x="332" y="95"/>
                  </a:lnTo>
                  <a:lnTo>
                    <a:pt x="329" y="96"/>
                  </a:lnTo>
                  <a:lnTo>
                    <a:pt x="324" y="100"/>
                  </a:lnTo>
                  <a:lnTo>
                    <a:pt x="321" y="100"/>
                  </a:lnTo>
                  <a:lnTo>
                    <a:pt x="319" y="99"/>
                  </a:lnTo>
                  <a:lnTo>
                    <a:pt x="317" y="100"/>
                  </a:lnTo>
                  <a:lnTo>
                    <a:pt x="315" y="105"/>
                  </a:lnTo>
                  <a:lnTo>
                    <a:pt x="312" y="107"/>
                  </a:lnTo>
                  <a:lnTo>
                    <a:pt x="309" y="108"/>
                  </a:lnTo>
                  <a:lnTo>
                    <a:pt x="308" y="111"/>
                  </a:lnTo>
                  <a:lnTo>
                    <a:pt x="308" y="112"/>
                  </a:lnTo>
                  <a:lnTo>
                    <a:pt x="307" y="112"/>
                  </a:lnTo>
                  <a:lnTo>
                    <a:pt x="304" y="111"/>
                  </a:lnTo>
                  <a:lnTo>
                    <a:pt x="302" y="111"/>
                  </a:lnTo>
                  <a:lnTo>
                    <a:pt x="298" y="109"/>
                  </a:lnTo>
                  <a:lnTo>
                    <a:pt x="295" y="107"/>
                  </a:lnTo>
                  <a:lnTo>
                    <a:pt x="292" y="107"/>
                  </a:lnTo>
                  <a:lnTo>
                    <a:pt x="287" y="108"/>
                  </a:lnTo>
                  <a:lnTo>
                    <a:pt x="284" y="109"/>
                  </a:lnTo>
                  <a:lnTo>
                    <a:pt x="283" y="112"/>
                  </a:lnTo>
                  <a:lnTo>
                    <a:pt x="283" y="117"/>
                  </a:lnTo>
                  <a:lnTo>
                    <a:pt x="283" y="120"/>
                  </a:lnTo>
                  <a:lnTo>
                    <a:pt x="283" y="121"/>
                  </a:lnTo>
                  <a:lnTo>
                    <a:pt x="288" y="125"/>
                  </a:lnTo>
                  <a:lnTo>
                    <a:pt x="292" y="128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90" y="134"/>
                  </a:lnTo>
                  <a:lnTo>
                    <a:pt x="284" y="140"/>
                  </a:lnTo>
                  <a:lnTo>
                    <a:pt x="282" y="145"/>
                  </a:lnTo>
                  <a:lnTo>
                    <a:pt x="281" y="149"/>
                  </a:lnTo>
                  <a:lnTo>
                    <a:pt x="278" y="149"/>
                  </a:lnTo>
                  <a:lnTo>
                    <a:pt x="274" y="150"/>
                  </a:lnTo>
                  <a:lnTo>
                    <a:pt x="271" y="150"/>
                  </a:lnTo>
                  <a:lnTo>
                    <a:pt x="269" y="153"/>
                  </a:lnTo>
                  <a:lnTo>
                    <a:pt x="265" y="155"/>
                  </a:lnTo>
                  <a:lnTo>
                    <a:pt x="262" y="155"/>
                  </a:lnTo>
                  <a:lnTo>
                    <a:pt x="257" y="155"/>
                  </a:lnTo>
                  <a:lnTo>
                    <a:pt x="254" y="157"/>
                  </a:lnTo>
                  <a:lnTo>
                    <a:pt x="250" y="158"/>
                  </a:lnTo>
                  <a:lnTo>
                    <a:pt x="241" y="161"/>
                  </a:lnTo>
                  <a:lnTo>
                    <a:pt x="234" y="163"/>
                  </a:lnTo>
                  <a:lnTo>
                    <a:pt x="232" y="167"/>
                  </a:lnTo>
                  <a:lnTo>
                    <a:pt x="227" y="171"/>
                  </a:lnTo>
                  <a:lnTo>
                    <a:pt x="224" y="172"/>
                  </a:lnTo>
                  <a:lnTo>
                    <a:pt x="221" y="172"/>
                  </a:lnTo>
                  <a:lnTo>
                    <a:pt x="217" y="171"/>
                  </a:lnTo>
                  <a:lnTo>
                    <a:pt x="217" y="170"/>
                  </a:lnTo>
                  <a:lnTo>
                    <a:pt x="217" y="168"/>
                  </a:lnTo>
                  <a:lnTo>
                    <a:pt x="212" y="170"/>
                  </a:lnTo>
                  <a:lnTo>
                    <a:pt x="208" y="171"/>
                  </a:lnTo>
                  <a:lnTo>
                    <a:pt x="204" y="168"/>
                  </a:lnTo>
                  <a:lnTo>
                    <a:pt x="200" y="168"/>
                  </a:lnTo>
                  <a:lnTo>
                    <a:pt x="194" y="166"/>
                  </a:lnTo>
                  <a:lnTo>
                    <a:pt x="186" y="162"/>
                  </a:lnTo>
                  <a:lnTo>
                    <a:pt x="182" y="158"/>
                  </a:lnTo>
                  <a:lnTo>
                    <a:pt x="179" y="158"/>
                  </a:lnTo>
                  <a:lnTo>
                    <a:pt x="170" y="157"/>
                  </a:lnTo>
                  <a:lnTo>
                    <a:pt x="163" y="157"/>
                  </a:lnTo>
                  <a:lnTo>
                    <a:pt x="161" y="157"/>
                  </a:lnTo>
                  <a:lnTo>
                    <a:pt x="159" y="158"/>
                  </a:lnTo>
                  <a:lnTo>
                    <a:pt x="159" y="159"/>
                  </a:lnTo>
                  <a:lnTo>
                    <a:pt x="155" y="161"/>
                  </a:lnTo>
                  <a:lnTo>
                    <a:pt x="149" y="161"/>
                  </a:lnTo>
                  <a:lnTo>
                    <a:pt x="140" y="161"/>
                  </a:lnTo>
                  <a:lnTo>
                    <a:pt x="133" y="161"/>
                  </a:lnTo>
                  <a:lnTo>
                    <a:pt x="126" y="161"/>
                  </a:lnTo>
                  <a:lnTo>
                    <a:pt x="122" y="161"/>
                  </a:lnTo>
                  <a:lnTo>
                    <a:pt x="120" y="161"/>
                  </a:lnTo>
                  <a:lnTo>
                    <a:pt x="119" y="161"/>
                  </a:lnTo>
                  <a:lnTo>
                    <a:pt x="115" y="155"/>
                  </a:lnTo>
                  <a:lnTo>
                    <a:pt x="115" y="153"/>
                  </a:lnTo>
                  <a:lnTo>
                    <a:pt x="112" y="149"/>
                  </a:lnTo>
                  <a:lnTo>
                    <a:pt x="109" y="146"/>
                  </a:lnTo>
                  <a:lnTo>
                    <a:pt x="108" y="143"/>
                  </a:lnTo>
                  <a:lnTo>
                    <a:pt x="108" y="141"/>
                  </a:lnTo>
                  <a:lnTo>
                    <a:pt x="107" y="140"/>
                  </a:lnTo>
                  <a:lnTo>
                    <a:pt x="104" y="140"/>
                  </a:lnTo>
                  <a:lnTo>
                    <a:pt x="104" y="138"/>
                  </a:lnTo>
                  <a:lnTo>
                    <a:pt x="103" y="137"/>
                  </a:lnTo>
                  <a:lnTo>
                    <a:pt x="103" y="136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97" y="136"/>
                  </a:lnTo>
                  <a:lnTo>
                    <a:pt x="95" y="134"/>
                  </a:lnTo>
                  <a:lnTo>
                    <a:pt x="91" y="130"/>
                  </a:lnTo>
                  <a:lnTo>
                    <a:pt x="88" y="130"/>
                  </a:lnTo>
                  <a:lnTo>
                    <a:pt x="88" y="130"/>
                  </a:lnTo>
                  <a:lnTo>
                    <a:pt x="86" y="130"/>
                  </a:lnTo>
                  <a:lnTo>
                    <a:pt x="84" y="129"/>
                  </a:lnTo>
                  <a:lnTo>
                    <a:pt x="80" y="126"/>
                  </a:lnTo>
                  <a:lnTo>
                    <a:pt x="72" y="124"/>
                  </a:lnTo>
                  <a:lnTo>
                    <a:pt x="72" y="125"/>
                  </a:lnTo>
                  <a:lnTo>
                    <a:pt x="71" y="125"/>
                  </a:lnTo>
                  <a:lnTo>
                    <a:pt x="69" y="125"/>
                  </a:lnTo>
                  <a:lnTo>
                    <a:pt x="63" y="126"/>
                  </a:lnTo>
                  <a:lnTo>
                    <a:pt x="51" y="124"/>
                  </a:lnTo>
                  <a:lnTo>
                    <a:pt x="49" y="122"/>
                  </a:lnTo>
                  <a:lnTo>
                    <a:pt x="46" y="117"/>
                  </a:lnTo>
                  <a:lnTo>
                    <a:pt x="46" y="116"/>
                  </a:lnTo>
                  <a:lnTo>
                    <a:pt x="46" y="115"/>
                  </a:lnTo>
                  <a:lnTo>
                    <a:pt x="46" y="113"/>
                  </a:lnTo>
                  <a:lnTo>
                    <a:pt x="47" y="112"/>
                  </a:lnTo>
                  <a:lnTo>
                    <a:pt x="49" y="109"/>
                  </a:lnTo>
                  <a:lnTo>
                    <a:pt x="47" y="108"/>
                  </a:lnTo>
                  <a:lnTo>
                    <a:pt x="46" y="105"/>
                  </a:lnTo>
                  <a:lnTo>
                    <a:pt x="47" y="104"/>
                  </a:lnTo>
                  <a:lnTo>
                    <a:pt x="47" y="101"/>
                  </a:lnTo>
                  <a:lnTo>
                    <a:pt x="46" y="100"/>
                  </a:lnTo>
                  <a:lnTo>
                    <a:pt x="45" y="97"/>
                  </a:lnTo>
                  <a:lnTo>
                    <a:pt x="43" y="96"/>
                  </a:lnTo>
                  <a:lnTo>
                    <a:pt x="41" y="95"/>
                  </a:lnTo>
                  <a:lnTo>
                    <a:pt x="41" y="92"/>
                  </a:lnTo>
                  <a:lnTo>
                    <a:pt x="40" y="91"/>
                  </a:lnTo>
                  <a:lnTo>
                    <a:pt x="38" y="88"/>
                  </a:lnTo>
                  <a:lnTo>
                    <a:pt x="38" y="87"/>
                  </a:lnTo>
                  <a:lnTo>
                    <a:pt x="37" y="86"/>
                  </a:lnTo>
                  <a:lnTo>
                    <a:pt x="34" y="83"/>
                  </a:lnTo>
                  <a:lnTo>
                    <a:pt x="33" y="83"/>
                  </a:lnTo>
                  <a:lnTo>
                    <a:pt x="32" y="82"/>
                  </a:lnTo>
                  <a:lnTo>
                    <a:pt x="30" y="80"/>
                  </a:lnTo>
                  <a:lnTo>
                    <a:pt x="29" y="80"/>
                  </a:lnTo>
                  <a:lnTo>
                    <a:pt x="28" y="82"/>
                  </a:lnTo>
                  <a:lnTo>
                    <a:pt x="26" y="83"/>
                  </a:lnTo>
                  <a:lnTo>
                    <a:pt x="25" y="82"/>
                  </a:lnTo>
                  <a:lnTo>
                    <a:pt x="22" y="80"/>
                  </a:lnTo>
                  <a:lnTo>
                    <a:pt x="22" y="79"/>
                  </a:lnTo>
                  <a:lnTo>
                    <a:pt x="20" y="79"/>
                  </a:lnTo>
                  <a:lnTo>
                    <a:pt x="17" y="80"/>
                  </a:lnTo>
                  <a:lnTo>
                    <a:pt x="17" y="82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6"/>
                  </a:lnTo>
                  <a:lnTo>
                    <a:pt x="8" y="75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0" y="62"/>
                  </a:lnTo>
                  <a:lnTo>
                    <a:pt x="1" y="58"/>
                  </a:lnTo>
                  <a:lnTo>
                    <a:pt x="4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12" y="53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7" y="47"/>
                  </a:lnTo>
                  <a:lnTo>
                    <a:pt x="20" y="46"/>
                  </a:lnTo>
                  <a:lnTo>
                    <a:pt x="20" y="43"/>
                  </a:lnTo>
                  <a:lnTo>
                    <a:pt x="21" y="42"/>
                  </a:lnTo>
                  <a:lnTo>
                    <a:pt x="24" y="41"/>
                  </a:lnTo>
                  <a:lnTo>
                    <a:pt x="25" y="40"/>
                  </a:lnTo>
                  <a:lnTo>
                    <a:pt x="26" y="38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9" y="36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8" y="30"/>
                  </a:lnTo>
                  <a:lnTo>
                    <a:pt x="41" y="30"/>
                  </a:lnTo>
                  <a:lnTo>
                    <a:pt x="42" y="30"/>
                  </a:lnTo>
                  <a:lnTo>
                    <a:pt x="45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9" y="30"/>
                  </a:lnTo>
                  <a:lnTo>
                    <a:pt x="50" y="32"/>
                  </a:lnTo>
                  <a:lnTo>
                    <a:pt x="51" y="34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7" y="33"/>
                  </a:lnTo>
                  <a:lnTo>
                    <a:pt x="58" y="32"/>
                  </a:lnTo>
                  <a:lnTo>
                    <a:pt x="62" y="32"/>
                  </a:lnTo>
                  <a:lnTo>
                    <a:pt x="63" y="34"/>
                  </a:lnTo>
                  <a:lnTo>
                    <a:pt x="63" y="36"/>
                  </a:lnTo>
                  <a:lnTo>
                    <a:pt x="65" y="37"/>
                  </a:lnTo>
                  <a:lnTo>
                    <a:pt x="70" y="41"/>
                  </a:lnTo>
                  <a:lnTo>
                    <a:pt x="72" y="42"/>
                  </a:lnTo>
                  <a:lnTo>
                    <a:pt x="76" y="45"/>
                  </a:lnTo>
                  <a:lnTo>
                    <a:pt x="78" y="43"/>
                  </a:lnTo>
                  <a:lnTo>
                    <a:pt x="80" y="42"/>
                  </a:lnTo>
                  <a:lnTo>
                    <a:pt x="83" y="41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90" y="42"/>
                  </a:lnTo>
                  <a:lnTo>
                    <a:pt x="91" y="42"/>
                  </a:lnTo>
                  <a:lnTo>
                    <a:pt x="96" y="42"/>
                  </a:lnTo>
                  <a:lnTo>
                    <a:pt x="97" y="4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103" y="42"/>
                  </a:lnTo>
                  <a:lnTo>
                    <a:pt x="107" y="42"/>
                  </a:lnTo>
                  <a:lnTo>
                    <a:pt x="109" y="38"/>
                  </a:lnTo>
                  <a:lnTo>
                    <a:pt x="108" y="37"/>
                  </a:lnTo>
                  <a:lnTo>
                    <a:pt x="105" y="36"/>
                  </a:lnTo>
                  <a:lnTo>
                    <a:pt x="105" y="32"/>
                  </a:lnTo>
                  <a:lnTo>
                    <a:pt x="107" y="28"/>
                  </a:lnTo>
                  <a:lnTo>
                    <a:pt x="105" y="26"/>
                  </a:lnTo>
                  <a:lnTo>
                    <a:pt x="104" y="25"/>
                  </a:lnTo>
                  <a:lnTo>
                    <a:pt x="103" y="24"/>
                  </a:lnTo>
                  <a:lnTo>
                    <a:pt x="99" y="22"/>
                  </a:lnTo>
                  <a:lnTo>
                    <a:pt x="97" y="20"/>
                  </a:lnTo>
                  <a:lnTo>
                    <a:pt x="99" y="15"/>
                  </a:lnTo>
                  <a:lnTo>
                    <a:pt x="100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4" y="7"/>
                  </a:lnTo>
                  <a:lnTo>
                    <a:pt x="105" y="8"/>
                  </a:lnTo>
                  <a:lnTo>
                    <a:pt x="105" y="5"/>
                  </a:lnTo>
                  <a:lnTo>
                    <a:pt x="105" y="4"/>
                  </a:lnTo>
                  <a:lnTo>
                    <a:pt x="105" y="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7" name="Freeform 348"/>
            <p:cNvSpPr>
              <a:spLocks/>
            </p:cNvSpPr>
            <p:nvPr/>
          </p:nvSpPr>
          <p:spPr bwMode="auto">
            <a:xfrm>
              <a:off x="7051901" y="2403950"/>
              <a:ext cx="1144524" cy="601446"/>
            </a:xfrm>
            <a:custGeom>
              <a:avLst/>
              <a:gdLst>
                <a:gd name="T0" fmla="*/ 245 w 451"/>
                <a:gd name="T1" fmla="*/ 7 h 237"/>
                <a:gd name="T2" fmla="*/ 249 w 451"/>
                <a:gd name="T3" fmla="*/ 22 h 237"/>
                <a:gd name="T4" fmla="*/ 260 w 451"/>
                <a:gd name="T5" fmla="*/ 19 h 237"/>
                <a:gd name="T6" fmla="*/ 268 w 451"/>
                <a:gd name="T7" fmla="*/ 22 h 237"/>
                <a:gd name="T8" fmla="*/ 278 w 451"/>
                <a:gd name="T9" fmla="*/ 32 h 237"/>
                <a:gd name="T10" fmla="*/ 297 w 451"/>
                <a:gd name="T11" fmla="*/ 27 h 237"/>
                <a:gd name="T12" fmla="*/ 314 w 451"/>
                <a:gd name="T13" fmla="*/ 12 h 237"/>
                <a:gd name="T14" fmla="*/ 368 w 451"/>
                <a:gd name="T15" fmla="*/ 70 h 237"/>
                <a:gd name="T16" fmla="*/ 377 w 451"/>
                <a:gd name="T17" fmla="*/ 73 h 237"/>
                <a:gd name="T18" fmla="*/ 392 w 451"/>
                <a:gd name="T19" fmla="*/ 69 h 237"/>
                <a:gd name="T20" fmla="*/ 414 w 451"/>
                <a:gd name="T21" fmla="*/ 78 h 237"/>
                <a:gd name="T22" fmla="*/ 422 w 451"/>
                <a:gd name="T23" fmla="*/ 87 h 237"/>
                <a:gd name="T24" fmla="*/ 442 w 451"/>
                <a:gd name="T25" fmla="*/ 83 h 237"/>
                <a:gd name="T26" fmla="*/ 447 w 451"/>
                <a:gd name="T27" fmla="*/ 97 h 237"/>
                <a:gd name="T28" fmla="*/ 439 w 451"/>
                <a:gd name="T29" fmla="*/ 122 h 237"/>
                <a:gd name="T30" fmla="*/ 428 w 451"/>
                <a:gd name="T31" fmla="*/ 131 h 237"/>
                <a:gd name="T32" fmla="*/ 409 w 451"/>
                <a:gd name="T33" fmla="*/ 148 h 237"/>
                <a:gd name="T34" fmla="*/ 406 w 451"/>
                <a:gd name="T35" fmla="*/ 162 h 237"/>
                <a:gd name="T36" fmla="*/ 384 w 451"/>
                <a:gd name="T37" fmla="*/ 168 h 237"/>
                <a:gd name="T38" fmla="*/ 393 w 451"/>
                <a:gd name="T39" fmla="*/ 181 h 237"/>
                <a:gd name="T40" fmla="*/ 398 w 451"/>
                <a:gd name="T41" fmla="*/ 202 h 237"/>
                <a:gd name="T42" fmla="*/ 369 w 451"/>
                <a:gd name="T43" fmla="*/ 199 h 237"/>
                <a:gd name="T44" fmla="*/ 332 w 451"/>
                <a:gd name="T45" fmla="*/ 200 h 237"/>
                <a:gd name="T46" fmla="*/ 319 w 451"/>
                <a:gd name="T47" fmla="*/ 208 h 237"/>
                <a:gd name="T48" fmla="*/ 289 w 451"/>
                <a:gd name="T49" fmla="*/ 214 h 237"/>
                <a:gd name="T50" fmla="*/ 268 w 451"/>
                <a:gd name="T51" fmla="*/ 236 h 237"/>
                <a:gd name="T52" fmla="*/ 230 w 451"/>
                <a:gd name="T53" fmla="*/ 206 h 237"/>
                <a:gd name="T54" fmla="*/ 126 w 451"/>
                <a:gd name="T55" fmla="*/ 236 h 237"/>
                <a:gd name="T56" fmla="*/ 81 w 451"/>
                <a:gd name="T57" fmla="*/ 225 h 237"/>
                <a:gd name="T58" fmla="*/ 74 w 451"/>
                <a:gd name="T59" fmla="*/ 216 h 237"/>
                <a:gd name="T60" fmla="*/ 65 w 451"/>
                <a:gd name="T61" fmla="*/ 208 h 237"/>
                <a:gd name="T62" fmla="*/ 53 w 451"/>
                <a:gd name="T63" fmla="*/ 194 h 237"/>
                <a:gd name="T64" fmla="*/ 62 w 451"/>
                <a:gd name="T65" fmla="*/ 190 h 237"/>
                <a:gd name="T66" fmla="*/ 60 w 451"/>
                <a:gd name="T67" fmla="*/ 182 h 237"/>
                <a:gd name="T68" fmla="*/ 73 w 451"/>
                <a:gd name="T69" fmla="*/ 175 h 237"/>
                <a:gd name="T70" fmla="*/ 79 w 451"/>
                <a:gd name="T71" fmla="*/ 174 h 237"/>
                <a:gd name="T72" fmla="*/ 79 w 451"/>
                <a:gd name="T73" fmla="*/ 160 h 237"/>
                <a:gd name="T74" fmla="*/ 70 w 451"/>
                <a:gd name="T75" fmla="*/ 152 h 237"/>
                <a:gd name="T76" fmla="*/ 62 w 451"/>
                <a:gd name="T77" fmla="*/ 154 h 237"/>
                <a:gd name="T78" fmla="*/ 52 w 451"/>
                <a:gd name="T79" fmla="*/ 154 h 237"/>
                <a:gd name="T80" fmla="*/ 41 w 451"/>
                <a:gd name="T81" fmla="*/ 160 h 237"/>
                <a:gd name="T82" fmla="*/ 29 w 451"/>
                <a:gd name="T83" fmla="*/ 158 h 237"/>
                <a:gd name="T84" fmla="*/ 7 w 451"/>
                <a:gd name="T85" fmla="*/ 135 h 237"/>
                <a:gd name="T86" fmla="*/ 7 w 451"/>
                <a:gd name="T87" fmla="*/ 103 h 237"/>
                <a:gd name="T88" fmla="*/ 24 w 451"/>
                <a:gd name="T89" fmla="*/ 97 h 237"/>
                <a:gd name="T90" fmla="*/ 39 w 451"/>
                <a:gd name="T91" fmla="*/ 82 h 237"/>
                <a:gd name="T92" fmla="*/ 47 w 451"/>
                <a:gd name="T93" fmla="*/ 83 h 237"/>
                <a:gd name="T94" fmla="*/ 58 w 451"/>
                <a:gd name="T95" fmla="*/ 81 h 237"/>
                <a:gd name="T96" fmla="*/ 79 w 451"/>
                <a:gd name="T97" fmla="*/ 91 h 237"/>
                <a:gd name="T98" fmla="*/ 94 w 451"/>
                <a:gd name="T99" fmla="*/ 91 h 237"/>
                <a:gd name="T100" fmla="*/ 107 w 451"/>
                <a:gd name="T101" fmla="*/ 85 h 237"/>
                <a:gd name="T102" fmla="*/ 126 w 451"/>
                <a:gd name="T103" fmla="*/ 85 h 237"/>
                <a:gd name="T104" fmla="*/ 140 w 451"/>
                <a:gd name="T105" fmla="*/ 94 h 237"/>
                <a:gd name="T106" fmla="*/ 157 w 451"/>
                <a:gd name="T107" fmla="*/ 78 h 237"/>
                <a:gd name="T108" fmla="*/ 141 w 451"/>
                <a:gd name="T109" fmla="*/ 69 h 237"/>
                <a:gd name="T110" fmla="*/ 149 w 451"/>
                <a:gd name="T111" fmla="*/ 50 h 237"/>
                <a:gd name="T112" fmla="*/ 147 w 451"/>
                <a:gd name="T113" fmla="*/ 45 h 237"/>
                <a:gd name="T114" fmla="*/ 141 w 451"/>
                <a:gd name="T115" fmla="*/ 36 h 237"/>
                <a:gd name="T116" fmla="*/ 154 w 451"/>
                <a:gd name="T117" fmla="*/ 33 h 237"/>
                <a:gd name="T118" fmla="*/ 174 w 451"/>
                <a:gd name="T119" fmla="*/ 28 h 237"/>
                <a:gd name="T120" fmla="*/ 189 w 451"/>
                <a:gd name="T121" fmla="*/ 20 h 237"/>
                <a:gd name="T122" fmla="*/ 207 w 451"/>
                <a:gd name="T123" fmla="*/ 12 h 237"/>
                <a:gd name="T124" fmla="*/ 220 w 451"/>
                <a:gd name="T125" fmla="*/ 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1" h="237">
                  <a:moveTo>
                    <a:pt x="227" y="0"/>
                  </a:moveTo>
                  <a:lnTo>
                    <a:pt x="230" y="2"/>
                  </a:lnTo>
                  <a:lnTo>
                    <a:pt x="234" y="2"/>
                  </a:lnTo>
                  <a:lnTo>
                    <a:pt x="236" y="4"/>
                  </a:lnTo>
                  <a:lnTo>
                    <a:pt x="239" y="4"/>
                  </a:lnTo>
                  <a:lnTo>
                    <a:pt x="241" y="3"/>
                  </a:lnTo>
                  <a:lnTo>
                    <a:pt x="244" y="3"/>
                  </a:lnTo>
                  <a:lnTo>
                    <a:pt x="244" y="6"/>
                  </a:lnTo>
                  <a:lnTo>
                    <a:pt x="245" y="7"/>
                  </a:lnTo>
                  <a:lnTo>
                    <a:pt x="247" y="8"/>
                  </a:lnTo>
                  <a:lnTo>
                    <a:pt x="248" y="11"/>
                  </a:lnTo>
                  <a:lnTo>
                    <a:pt x="249" y="12"/>
                  </a:lnTo>
                  <a:lnTo>
                    <a:pt x="249" y="14"/>
                  </a:lnTo>
                  <a:lnTo>
                    <a:pt x="249" y="15"/>
                  </a:lnTo>
                  <a:lnTo>
                    <a:pt x="249" y="18"/>
                  </a:lnTo>
                  <a:lnTo>
                    <a:pt x="249" y="19"/>
                  </a:lnTo>
                  <a:lnTo>
                    <a:pt x="248" y="19"/>
                  </a:lnTo>
                  <a:lnTo>
                    <a:pt x="249" y="22"/>
                  </a:lnTo>
                  <a:lnTo>
                    <a:pt x="251" y="22"/>
                  </a:lnTo>
                  <a:lnTo>
                    <a:pt x="253" y="20"/>
                  </a:lnTo>
                  <a:lnTo>
                    <a:pt x="255" y="22"/>
                  </a:lnTo>
                  <a:lnTo>
                    <a:pt x="256" y="22"/>
                  </a:lnTo>
                  <a:lnTo>
                    <a:pt x="256" y="19"/>
                  </a:lnTo>
                  <a:lnTo>
                    <a:pt x="259" y="19"/>
                  </a:lnTo>
                  <a:lnTo>
                    <a:pt x="259" y="22"/>
                  </a:lnTo>
                  <a:lnTo>
                    <a:pt x="260" y="22"/>
                  </a:lnTo>
                  <a:lnTo>
                    <a:pt x="260" y="19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4" y="19"/>
                  </a:lnTo>
                  <a:lnTo>
                    <a:pt x="265" y="23"/>
                  </a:lnTo>
                  <a:lnTo>
                    <a:pt x="266" y="25"/>
                  </a:lnTo>
                  <a:lnTo>
                    <a:pt x="268" y="25"/>
                  </a:lnTo>
                  <a:lnTo>
                    <a:pt x="269" y="24"/>
                  </a:lnTo>
                  <a:lnTo>
                    <a:pt x="268" y="23"/>
                  </a:lnTo>
                  <a:lnTo>
                    <a:pt x="268" y="22"/>
                  </a:lnTo>
                  <a:lnTo>
                    <a:pt x="270" y="22"/>
                  </a:lnTo>
                  <a:lnTo>
                    <a:pt x="274" y="24"/>
                  </a:lnTo>
                  <a:lnTo>
                    <a:pt x="276" y="24"/>
                  </a:lnTo>
                  <a:lnTo>
                    <a:pt x="278" y="23"/>
                  </a:lnTo>
                  <a:lnTo>
                    <a:pt x="280" y="23"/>
                  </a:lnTo>
                  <a:lnTo>
                    <a:pt x="278" y="25"/>
                  </a:lnTo>
                  <a:lnTo>
                    <a:pt x="277" y="27"/>
                  </a:lnTo>
                  <a:lnTo>
                    <a:pt x="277" y="29"/>
                  </a:lnTo>
                  <a:lnTo>
                    <a:pt x="278" y="32"/>
                  </a:lnTo>
                  <a:lnTo>
                    <a:pt x="280" y="32"/>
                  </a:lnTo>
                  <a:lnTo>
                    <a:pt x="281" y="29"/>
                  </a:lnTo>
                  <a:lnTo>
                    <a:pt x="284" y="29"/>
                  </a:lnTo>
                  <a:lnTo>
                    <a:pt x="289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28"/>
                  </a:lnTo>
                  <a:lnTo>
                    <a:pt x="293" y="27"/>
                  </a:lnTo>
                  <a:lnTo>
                    <a:pt x="297" y="27"/>
                  </a:lnTo>
                  <a:lnTo>
                    <a:pt x="299" y="24"/>
                  </a:lnTo>
                  <a:lnTo>
                    <a:pt x="299" y="23"/>
                  </a:lnTo>
                  <a:lnTo>
                    <a:pt x="302" y="22"/>
                  </a:lnTo>
                  <a:lnTo>
                    <a:pt x="302" y="19"/>
                  </a:lnTo>
                  <a:lnTo>
                    <a:pt x="305" y="16"/>
                  </a:lnTo>
                  <a:lnTo>
                    <a:pt x="306" y="16"/>
                  </a:lnTo>
                  <a:lnTo>
                    <a:pt x="309" y="14"/>
                  </a:lnTo>
                  <a:lnTo>
                    <a:pt x="311" y="14"/>
                  </a:lnTo>
                  <a:lnTo>
                    <a:pt x="314" y="12"/>
                  </a:lnTo>
                  <a:lnTo>
                    <a:pt x="315" y="14"/>
                  </a:lnTo>
                  <a:lnTo>
                    <a:pt x="315" y="15"/>
                  </a:lnTo>
                  <a:lnTo>
                    <a:pt x="313" y="18"/>
                  </a:lnTo>
                  <a:lnTo>
                    <a:pt x="311" y="18"/>
                  </a:lnTo>
                  <a:lnTo>
                    <a:pt x="313" y="20"/>
                  </a:lnTo>
                  <a:lnTo>
                    <a:pt x="334" y="36"/>
                  </a:lnTo>
                  <a:lnTo>
                    <a:pt x="363" y="73"/>
                  </a:lnTo>
                  <a:lnTo>
                    <a:pt x="365" y="72"/>
                  </a:lnTo>
                  <a:lnTo>
                    <a:pt x="368" y="70"/>
                  </a:lnTo>
                  <a:lnTo>
                    <a:pt x="368" y="69"/>
                  </a:lnTo>
                  <a:lnTo>
                    <a:pt x="368" y="69"/>
                  </a:lnTo>
                  <a:lnTo>
                    <a:pt x="366" y="66"/>
                  </a:lnTo>
                  <a:lnTo>
                    <a:pt x="369" y="65"/>
                  </a:lnTo>
                  <a:lnTo>
                    <a:pt x="372" y="66"/>
                  </a:lnTo>
                  <a:lnTo>
                    <a:pt x="372" y="69"/>
                  </a:lnTo>
                  <a:lnTo>
                    <a:pt x="372" y="70"/>
                  </a:lnTo>
                  <a:lnTo>
                    <a:pt x="374" y="70"/>
                  </a:lnTo>
                  <a:lnTo>
                    <a:pt x="377" y="73"/>
                  </a:lnTo>
                  <a:lnTo>
                    <a:pt x="378" y="73"/>
                  </a:lnTo>
                  <a:lnTo>
                    <a:pt x="381" y="72"/>
                  </a:lnTo>
                  <a:lnTo>
                    <a:pt x="382" y="72"/>
                  </a:lnTo>
                  <a:lnTo>
                    <a:pt x="385" y="73"/>
                  </a:lnTo>
                  <a:lnTo>
                    <a:pt x="388" y="72"/>
                  </a:lnTo>
                  <a:lnTo>
                    <a:pt x="390" y="72"/>
                  </a:lnTo>
                  <a:lnTo>
                    <a:pt x="392" y="72"/>
                  </a:lnTo>
                  <a:lnTo>
                    <a:pt x="393" y="70"/>
                  </a:lnTo>
                  <a:lnTo>
                    <a:pt x="392" y="69"/>
                  </a:lnTo>
                  <a:lnTo>
                    <a:pt x="393" y="68"/>
                  </a:lnTo>
                  <a:lnTo>
                    <a:pt x="397" y="68"/>
                  </a:lnTo>
                  <a:lnTo>
                    <a:pt x="401" y="68"/>
                  </a:lnTo>
                  <a:lnTo>
                    <a:pt x="405" y="68"/>
                  </a:lnTo>
                  <a:lnTo>
                    <a:pt x="407" y="70"/>
                  </a:lnTo>
                  <a:lnTo>
                    <a:pt x="410" y="74"/>
                  </a:lnTo>
                  <a:lnTo>
                    <a:pt x="411" y="77"/>
                  </a:lnTo>
                  <a:lnTo>
                    <a:pt x="413" y="77"/>
                  </a:lnTo>
                  <a:lnTo>
                    <a:pt x="414" y="78"/>
                  </a:lnTo>
                  <a:lnTo>
                    <a:pt x="418" y="79"/>
                  </a:lnTo>
                  <a:lnTo>
                    <a:pt x="418" y="79"/>
                  </a:lnTo>
                  <a:lnTo>
                    <a:pt x="420" y="81"/>
                  </a:lnTo>
                  <a:lnTo>
                    <a:pt x="420" y="82"/>
                  </a:lnTo>
                  <a:lnTo>
                    <a:pt x="419" y="82"/>
                  </a:lnTo>
                  <a:lnTo>
                    <a:pt x="419" y="85"/>
                  </a:lnTo>
                  <a:lnTo>
                    <a:pt x="420" y="86"/>
                  </a:lnTo>
                  <a:lnTo>
                    <a:pt x="422" y="87"/>
                  </a:lnTo>
                  <a:lnTo>
                    <a:pt x="422" y="87"/>
                  </a:lnTo>
                  <a:lnTo>
                    <a:pt x="423" y="87"/>
                  </a:lnTo>
                  <a:lnTo>
                    <a:pt x="426" y="89"/>
                  </a:lnTo>
                  <a:lnTo>
                    <a:pt x="427" y="90"/>
                  </a:lnTo>
                  <a:lnTo>
                    <a:pt x="428" y="89"/>
                  </a:lnTo>
                  <a:lnTo>
                    <a:pt x="430" y="87"/>
                  </a:lnTo>
                  <a:lnTo>
                    <a:pt x="435" y="87"/>
                  </a:lnTo>
                  <a:lnTo>
                    <a:pt x="438" y="86"/>
                  </a:lnTo>
                  <a:lnTo>
                    <a:pt x="439" y="85"/>
                  </a:lnTo>
                  <a:lnTo>
                    <a:pt x="442" y="83"/>
                  </a:lnTo>
                  <a:lnTo>
                    <a:pt x="443" y="83"/>
                  </a:lnTo>
                  <a:lnTo>
                    <a:pt x="442" y="86"/>
                  </a:lnTo>
                  <a:lnTo>
                    <a:pt x="443" y="89"/>
                  </a:lnTo>
                  <a:lnTo>
                    <a:pt x="444" y="89"/>
                  </a:lnTo>
                  <a:lnTo>
                    <a:pt x="447" y="91"/>
                  </a:lnTo>
                  <a:lnTo>
                    <a:pt x="449" y="93"/>
                  </a:lnTo>
                  <a:lnTo>
                    <a:pt x="451" y="94"/>
                  </a:lnTo>
                  <a:lnTo>
                    <a:pt x="448" y="95"/>
                  </a:lnTo>
                  <a:lnTo>
                    <a:pt x="447" y="97"/>
                  </a:lnTo>
                  <a:lnTo>
                    <a:pt x="444" y="100"/>
                  </a:lnTo>
                  <a:lnTo>
                    <a:pt x="444" y="102"/>
                  </a:lnTo>
                  <a:lnTo>
                    <a:pt x="444" y="103"/>
                  </a:lnTo>
                  <a:lnTo>
                    <a:pt x="443" y="106"/>
                  </a:lnTo>
                  <a:lnTo>
                    <a:pt x="439" y="107"/>
                  </a:lnTo>
                  <a:lnTo>
                    <a:pt x="438" y="108"/>
                  </a:lnTo>
                  <a:lnTo>
                    <a:pt x="436" y="111"/>
                  </a:lnTo>
                  <a:lnTo>
                    <a:pt x="438" y="116"/>
                  </a:lnTo>
                  <a:lnTo>
                    <a:pt x="439" y="122"/>
                  </a:lnTo>
                  <a:lnTo>
                    <a:pt x="442" y="124"/>
                  </a:lnTo>
                  <a:lnTo>
                    <a:pt x="442" y="125"/>
                  </a:lnTo>
                  <a:lnTo>
                    <a:pt x="438" y="129"/>
                  </a:lnTo>
                  <a:lnTo>
                    <a:pt x="436" y="129"/>
                  </a:lnTo>
                  <a:lnTo>
                    <a:pt x="434" y="132"/>
                  </a:lnTo>
                  <a:lnTo>
                    <a:pt x="432" y="133"/>
                  </a:lnTo>
                  <a:lnTo>
                    <a:pt x="431" y="132"/>
                  </a:lnTo>
                  <a:lnTo>
                    <a:pt x="430" y="131"/>
                  </a:lnTo>
                  <a:lnTo>
                    <a:pt x="428" y="131"/>
                  </a:lnTo>
                  <a:lnTo>
                    <a:pt x="423" y="132"/>
                  </a:lnTo>
                  <a:lnTo>
                    <a:pt x="420" y="132"/>
                  </a:lnTo>
                  <a:lnTo>
                    <a:pt x="415" y="131"/>
                  </a:lnTo>
                  <a:lnTo>
                    <a:pt x="413" y="129"/>
                  </a:lnTo>
                  <a:lnTo>
                    <a:pt x="411" y="131"/>
                  </a:lnTo>
                  <a:lnTo>
                    <a:pt x="411" y="136"/>
                  </a:lnTo>
                  <a:lnTo>
                    <a:pt x="410" y="139"/>
                  </a:lnTo>
                  <a:lnTo>
                    <a:pt x="410" y="141"/>
                  </a:lnTo>
                  <a:lnTo>
                    <a:pt x="409" y="148"/>
                  </a:lnTo>
                  <a:lnTo>
                    <a:pt x="409" y="153"/>
                  </a:lnTo>
                  <a:lnTo>
                    <a:pt x="407" y="156"/>
                  </a:lnTo>
                  <a:lnTo>
                    <a:pt x="409" y="157"/>
                  </a:lnTo>
                  <a:lnTo>
                    <a:pt x="411" y="157"/>
                  </a:lnTo>
                  <a:lnTo>
                    <a:pt x="411" y="160"/>
                  </a:lnTo>
                  <a:lnTo>
                    <a:pt x="410" y="162"/>
                  </a:lnTo>
                  <a:lnTo>
                    <a:pt x="409" y="162"/>
                  </a:lnTo>
                  <a:lnTo>
                    <a:pt x="407" y="162"/>
                  </a:lnTo>
                  <a:lnTo>
                    <a:pt x="406" y="162"/>
                  </a:lnTo>
                  <a:lnTo>
                    <a:pt x="405" y="161"/>
                  </a:lnTo>
                  <a:lnTo>
                    <a:pt x="403" y="162"/>
                  </a:lnTo>
                  <a:lnTo>
                    <a:pt x="399" y="162"/>
                  </a:lnTo>
                  <a:lnTo>
                    <a:pt x="394" y="164"/>
                  </a:lnTo>
                  <a:lnTo>
                    <a:pt x="392" y="165"/>
                  </a:lnTo>
                  <a:lnTo>
                    <a:pt x="389" y="165"/>
                  </a:lnTo>
                  <a:lnTo>
                    <a:pt x="388" y="165"/>
                  </a:lnTo>
                  <a:lnTo>
                    <a:pt x="386" y="165"/>
                  </a:lnTo>
                  <a:lnTo>
                    <a:pt x="384" y="168"/>
                  </a:lnTo>
                  <a:lnTo>
                    <a:pt x="384" y="169"/>
                  </a:lnTo>
                  <a:lnTo>
                    <a:pt x="386" y="170"/>
                  </a:lnTo>
                  <a:lnTo>
                    <a:pt x="389" y="170"/>
                  </a:lnTo>
                  <a:lnTo>
                    <a:pt x="392" y="170"/>
                  </a:lnTo>
                  <a:lnTo>
                    <a:pt x="392" y="172"/>
                  </a:lnTo>
                  <a:lnTo>
                    <a:pt x="390" y="174"/>
                  </a:lnTo>
                  <a:lnTo>
                    <a:pt x="392" y="177"/>
                  </a:lnTo>
                  <a:lnTo>
                    <a:pt x="392" y="179"/>
                  </a:lnTo>
                  <a:lnTo>
                    <a:pt x="393" y="181"/>
                  </a:lnTo>
                  <a:lnTo>
                    <a:pt x="393" y="183"/>
                  </a:lnTo>
                  <a:lnTo>
                    <a:pt x="395" y="186"/>
                  </a:lnTo>
                  <a:lnTo>
                    <a:pt x="395" y="189"/>
                  </a:lnTo>
                  <a:lnTo>
                    <a:pt x="398" y="190"/>
                  </a:lnTo>
                  <a:lnTo>
                    <a:pt x="399" y="195"/>
                  </a:lnTo>
                  <a:lnTo>
                    <a:pt x="398" y="197"/>
                  </a:lnTo>
                  <a:lnTo>
                    <a:pt x="397" y="199"/>
                  </a:lnTo>
                  <a:lnTo>
                    <a:pt x="399" y="200"/>
                  </a:lnTo>
                  <a:lnTo>
                    <a:pt x="398" y="202"/>
                  </a:lnTo>
                  <a:lnTo>
                    <a:pt x="398" y="203"/>
                  </a:lnTo>
                  <a:lnTo>
                    <a:pt x="395" y="204"/>
                  </a:lnTo>
                  <a:lnTo>
                    <a:pt x="395" y="207"/>
                  </a:lnTo>
                  <a:lnTo>
                    <a:pt x="393" y="208"/>
                  </a:lnTo>
                  <a:lnTo>
                    <a:pt x="388" y="207"/>
                  </a:lnTo>
                  <a:lnTo>
                    <a:pt x="382" y="202"/>
                  </a:lnTo>
                  <a:lnTo>
                    <a:pt x="381" y="202"/>
                  </a:lnTo>
                  <a:lnTo>
                    <a:pt x="376" y="200"/>
                  </a:lnTo>
                  <a:lnTo>
                    <a:pt x="369" y="199"/>
                  </a:lnTo>
                  <a:lnTo>
                    <a:pt x="365" y="200"/>
                  </a:lnTo>
                  <a:lnTo>
                    <a:pt x="359" y="199"/>
                  </a:lnTo>
                  <a:lnTo>
                    <a:pt x="353" y="200"/>
                  </a:lnTo>
                  <a:lnTo>
                    <a:pt x="351" y="200"/>
                  </a:lnTo>
                  <a:lnTo>
                    <a:pt x="348" y="200"/>
                  </a:lnTo>
                  <a:lnTo>
                    <a:pt x="345" y="202"/>
                  </a:lnTo>
                  <a:lnTo>
                    <a:pt x="343" y="203"/>
                  </a:lnTo>
                  <a:lnTo>
                    <a:pt x="336" y="202"/>
                  </a:lnTo>
                  <a:lnTo>
                    <a:pt x="332" y="200"/>
                  </a:lnTo>
                  <a:lnTo>
                    <a:pt x="330" y="199"/>
                  </a:lnTo>
                  <a:lnTo>
                    <a:pt x="326" y="199"/>
                  </a:lnTo>
                  <a:lnTo>
                    <a:pt x="324" y="200"/>
                  </a:lnTo>
                  <a:lnTo>
                    <a:pt x="322" y="200"/>
                  </a:lnTo>
                  <a:lnTo>
                    <a:pt x="319" y="199"/>
                  </a:lnTo>
                  <a:lnTo>
                    <a:pt x="318" y="200"/>
                  </a:lnTo>
                  <a:lnTo>
                    <a:pt x="318" y="203"/>
                  </a:lnTo>
                  <a:lnTo>
                    <a:pt x="319" y="206"/>
                  </a:lnTo>
                  <a:lnTo>
                    <a:pt x="319" y="208"/>
                  </a:lnTo>
                  <a:lnTo>
                    <a:pt x="315" y="210"/>
                  </a:lnTo>
                  <a:lnTo>
                    <a:pt x="309" y="210"/>
                  </a:lnTo>
                  <a:lnTo>
                    <a:pt x="299" y="208"/>
                  </a:lnTo>
                  <a:lnTo>
                    <a:pt x="297" y="207"/>
                  </a:lnTo>
                  <a:lnTo>
                    <a:pt x="293" y="207"/>
                  </a:lnTo>
                  <a:lnTo>
                    <a:pt x="291" y="210"/>
                  </a:lnTo>
                  <a:lnTo>
                    <a:pt x="291" y="211"/>
                  </a:lnTo>
                  <a:lnTo>
                    <a:pt x="289" y="212"/>
                  </a:lnTo>
                  <a:lnTo>
                    <a:pt x="289" y="214"/>
                  </a:lnTo>
                  <a:lnTo>
                    <a:pt x="289" y="214"/>
                  </a:lnTo>
                  <a:lnTo>
                    <a:pt x="286" y="216"/>
                  </a:lnTo>
                  <a:lnTo>
                    <a:pt x="284" y="218"/>
                  </a:lnTo>
                  <a:lnTo>
                    <a:pt x="280" y="223"/>
                  </a:lnTo>
                  <a:lnTo>
                    <a:pt x="278" y="225"/>
                  </a:lnTo>
                  <a:lnTo>
                    <a:pt x="276" y="228"/>
                  </a:lnTo>
                  <a:lnTo>
                    <a:pt x="274" y="232"/>
                  </a:lnTo>
                  <a:lnTo>
                    <a:pt x="269" y="236"/>
                  </a:lnTo>
                  <a:lnTo>
                    <a:pt x="268" y="236"/>
                  </a:lnTo>
                  <a:lnTo>
                    <a:pt x="262" y="233"/>
                  </a:lnTo>
                  <a:lnTo>
                    <a:pt x="259" y="232"/>
                  </a:lnTo>
                  <a:lnTo>
                    <a:pt x="255" y="233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3" y="222"/>
                  </a:lnTo>
                  <a:lnTo>
                    <a:pt x="234" y="222"/>
                  </a:lnTo>
                  <a:lnTo>
                    <a:pt x="234" y="204"/>
                  </a:lnTo>
                  <a:lnTo>
                    <a:pt x="230" y="206"/>
                  </a:lnTo>
                  <a:lnTo>
                    <a:pt x="227" y="198"/>
                  </a:lnTo>
                  <a:lnTo>
                    <a:pt x="220" y="194"/>
                  </a:lnTo>
                  <a:lnTo>
                    <a:pt x="201" y="194"/>
                  </a:lnTo>
                  <a:lnTo>
                    <a:pt x="183" y="195"/>
                  </a:lnTo>
                  <a:lnTo>
                    <a:pt x="173" y="190"/>
                  </a:lnTo>
                  <a:lnTo>
                    <a:pt x="166" y="187"/>
                  </a:lnTo>
                  <a:lnTo>
                    <a:pt x="147" y="174"/>
                  </a:lnTo>
                  <a:lnTo>
                    <a:pt x="116" y="179"/>
                  </a:lnTo>
                  <a:lnTo>
                    <a:pt x="126" y="236"/>
                  </a:lnTo>
                  <a:lnTo>
                    <a:pt x="124" y="236"/>
                  </a:lnTo>
                  <a:lnTo>
                    <a:pt x="119" y="237"/>
                  </a:lnTo>
                  <a:lnTo>
                    <a:pt x="111" y="228"/>
                  </a:lnTo>
                  <a:lnTo>
                    <a:pt x="103" y="224"/>
                  </a:lnTo>
                  <a:lnTo>
                    <a:pt x="95" y="223"/>
                  </a:lnTo>
                  <a:lnTo>
                    <a:pt x="90" y="224"/>
                  </a:lnTo>
                  <a:lnTo>
                    <a:pt x="82" y="231"/>
                  </a:lnTo>
                  <a:lnTo>
                    <a:pt x="82" y="228"/>
                  </a:lnTo>
                  <a:lnTo>
                    <a:pt x="81" y="225"/>
                  </a:lnTo>
                  <a:lnTo>
                    <a:pt x="82" y="222"/>
                  </a:lnTo>
                  <a:lnTo>
                    <a:pt x="83" y="219"/>
                  </a:lnTo>
                  <a:lnTo>
                    <a:pt x="83" y="218"/>
                  </a:lnTo>
                  <a:lnTo>
                    <a:pt x="83" y="216"/>
                  </a:lnTo>
                  <a:lnTo>
                    <a:pt x="82" y="216"/>
                  </a:lnTo>
                  <a:lnTo>
                    <a:pt x="79" y="216"/>
                  </a:lnTo>
                  <a:lnTo>
                    <a:pt x="78" y="215"/>
                  </a:lnTo>
                  <a:lnTo>
                    <a:pt x="75" y="215"/>
                  </a:lnTo>
                  <a:lnTo>
                    <a:pt x="74" y="216"/>
                  </a:lnTo>
                  <a:lnTo>
                    <a:pt x="73" y="215"/>
                  </a:lnTo>
                  <a:lnTo>
                    <a:pt x="72" y="214"/>
                  </a:lnTo>
                  <a:lnTo>
                    <a:pt x="72" y="212"/>
                  </a:lnTo>
                  <a:lnTo>
                    <a:pt x="70" y="211"/>
                  </a:lnTo>
                  <a:lnTo>
                    <a:pt x="69" y="210"/>
                  </a:lnTo>
                  <a:lnTo>
                    <a:pt x="69" y="210"/>
                  </a:lnTo>
                  <a:lnTo>
                    <a:pt x="66" y="211"/>
                  </a:lnTo>
                  <a:lnTo>
                    <a:pt x="65" y="211"/>
                  </a:lnTo>
                  <a:lnTo>
                    <a:pt x="65" y="208"/>
                  </a:lnTo>
                  <a:lnTo>
                    <a:pt x="65" y="206"/>
                  </a:lnTo>
                  <a:lnTo>
                    <a:pt x="62" y="202"/>
                  </a:lnTo>
                  <a:lnTo>
                    <a:pt x="61" y="200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58" y="197"/>
                  </a:lnTo>
                  <a:lnTo>
                    <a:pt x="57" y="195"/>
                  </a:lnTo>
                  <a:lnTo>
                    <a:pt x="56" y="194"/>
                  </a:lnTo>
                  <a:lnTo>
                    <a:pt x="53" y="194"/>
                  </a:lnTo>
                  <a:lnTo>
                    <a:pt x="52" y="193"/>
                  </a:lnTo>
                  <a:lnTo>
                    <a:pt x="52" y="191"/>
                  </a:lnTo>
                  <a:lnTo>
                    <a:pt x="53" y="190"/>
                  </a:lnTo>
                  <a:lnTo>
                    <a:pt x="54" y="190"/>
                  </a:lnTo>
                  <a:lnTo>
                    <a:pt x="57" y="190"/>
                  </a:lnTo>
                  <a:lnTo>
                    <a:pt x="58" y="190"/>
                  </a:lnTo>
                  <a:lnTo>
                    <a:pt x="60" y="190"/>
                  </a:lnTo>
                  <a:lnTo>
                    <a:pt x="61" y="191"/>
                  </a:lnTo>
                  <a:lnTo>
                    <a:pt x="62" y="190"/>
                  </a:lnTo>
                  <a:lnTo>
                    <a:pt x="64" y="189"/>
                  </a:lnTo>
                  <a:lnTo>
                    <a:pt x="65" y="190"/>
                  </a:lnTo>
                  <a:lnTo>
                    <a:pt x="66" y="190"/>
                  </a:lnTo>
                  <a:lnTo>
                    <a:pt x="65" y="189"/>
                  </a:lnTo>
                  <a:lnTo>
                    <a:pt x="64" y="189"/>
                  </a:lnTo>
                  <a:lnTo>
                    <a:pt x="62" y="189"/>
                  </a:lnTo>
                  <a:lnTo>
                    <a:pt x="62" y="186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1" y="182"/>
                  </a:lnTo>
                  <a:lnTo>
                    <a:pt x="61" y="179"/>
                  </a:lnTo>
                  <a:lnTo>
                    <a:pt x="61" y="178"/>
                  </a:lnTo>
                  <a:lnTo>
                    <a:pt x="62" y="177"/>
                  </a:lnTo>
                  <a:lnTo>
                    <a:pt x="65" y="177"/>
                  </a:lnTo>
                  <a:lnTo>
                    <a:pt x="66" y="175"/>
                  </a:lnTo>
                  <a:lnTo>
                    <a:pt x="69" y="177"/>
                  </a:lnTo>
                  <a:lnTo>
                    <a:pt x="70" y="175"/>
                  </a:lnTo>
                  <a:lnTo>
                    <a:pt x="73" y="175"/>
                  </a:lnTo>
                  <a:lnTo>
                    <a:pt x="74" y="177"/>
                  </a:lnTo>
                  <a:lnTo>
                    <a:pt x="74" y="175"/>
                  </a:lnTo>
                  <a:lnTo>
                    <a:pt x="77" y="175"/>
                  </a:lnTo>
                  <a:lnTo>
                    <a:pt x="78" y="178"/>
                  </a:lnTo>
                  <a:lnTo>
                    <a:pt x="81" y="178"/>
                  </a:lnTo>
                  <a:lnTo>
                    <a:pt x="82" y="177"/>
                  </a:lnTo>
                  <a:lnTo>
                    <a:pt x="83" y="175"/>
                  </a:lnTo>
                  <a:lnTo>
                    <a:pt x="81" y="175"/>
                  </a:lnTo>
                  <a:lnTo>
                    <a:pt x="79" y="174"/>
                  </a:lnTo>
                  <a:lnTo>
                    <a:pt x="78" y="172"/>
                  </a:lnTo>
                  <a:lnTo>
                    <a:pt x="78" y="169"/>
                  </a:lnTo>
                  <a:lnTo>
                    <a:pt x="79" y="168"/>
                  </a:lnTo>
                  <a:lnTo>
                    <a:pt x="81" y="168"/>
                  </a:lnTo>
                  <a:lnTo>
                    <a:pt x="79" y="166"/>
                  </a:lnTo>
                  <a:lnTo>
                    <a:pt x="79" y="165"/>
                  </a:lnTo>
                  <a:lnTo>
                    <a:pt x="78" y="164"/>
                  </a:lnTo>
                  <a:lnTo>
                    <a:pt x="79" y="162"/>
                  </a:lnTo>
                  <a:lnTo>
                    <a:pt x="79" y="160"/>
                  </a:lnTo>
                  <a:lnTo>
                    <a:pt x="78" y="158"/>
                  </a:lnTo>
                  <a:lnTo>
                    <a:pt x="78" y="157"/>
                  </a:lnTo>
                  <a:lnTo>
                    <a:pt x="78" y="156"/>
                  </a:lnTo>
                  <a:lnTo>
                    <a:pt x="78" y="154"/>
                  </a:lnTo>
                  <a:lnTo>
                    <a:pt x="77" y="154"/>
                  </a:lnTo>
                  <a:lnTo>
                    <a:pt x="75" y="153"/>
                  </a:lnTo>
                  <a:lnTo>
                    <a:pt x="75" y="152"/>
                  </a:lnTo>
                  <a:lnTo>
                    <a:pt x="72" y="152"/>
                  </a:lnTo>
                  <a:lnTo>
                    <a:pt x="70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8" y="153"/>
                  </a:lnTo>
                  <a:lnTo>
                    <a:pt x="68" y="154"/>
                  </a:lnTo>
                  <a:lnTo>
                    <a:pt x="66" y="154"/>
                  </a:lnTo>
                  <a:lnTo>
                    <a:pt x="64" y="154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4"/>
                  </a:lnTo>
                  <a:lnTo>
                    <a:pt x="61" y="153"/>
                  </a:lnTo>
                  <a:lnTo>
                    <a:pt x="61" y="150"/>
                  </a:lnTo>
                  <a:lnTo>
                    <a:pt x="60" y="150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7" y="150"/>
                  </a:lnTo>
                  <a:lnTo>
                    <a:pt x="53" y="150"/>
                  </a:lnTo>
                  <a:lnTo>
                    <a:pt x="52" y="152"/>
                  </a:lnTo>
                  <a:lnTo>
                    <a:pt x="52" y="154"/>
                  </a:lnTo>
                  <a:lnTo>
                    <a:pt x="50" y="154"/>
                  </a:lnTo>
                  <a:lnTo>
                    <a:pt x="50" y="153"/>
                  </a:lnTo>
                  <a:lnTo>
                    <a:pt x="49" y="153"/>
                  </a:lnTo>
                  <a:lnTo>
                    <a:pt x="48" y="156"/>
                  </a:lnTo>
                  <a:lnTo>
                    <a:pt x="47" y="156"/>
                  </a:lnTo>
                  <a:lnTo>
                    <a:pt x="45" y="157"/>
                  </a:lnTo>
                  <a:lnTo>
                    <a:pt x="44" y="158"/>
                  </a:lnTo>
                  <a:lnTo>
                    <a:pt x="43" y="158"/>
                  </a:lnTo>
                  <a:lnTo>
                    <a:pt x="41" y="160"/>
                  </a:lnTo>
                  <a:lnTo>
                    <a:pt x="41" y="161"/>
                  </a:lnTo>
                  <a:lnTo>
                    <a:pt x="40" y="160"/>
                  </a:lnTo>
                  <a:lnTo>
                    <a:pt x="39" y="160"/>
                  </a:lnTo>
                  <a:lnTo>
                    <a:pt x="39" y="161"/>
                  </a:lnTo>
                  <a:lnTo>
                    <a:pt x="36" y="161"/>
                  </a:lnTo>
                  <a:lnTo>
                    <a:pt x="36" y="160"/>
                  </a:lnTo>
                  <a:lnTo>
                    <a:pt x="35" y="160"/>
                  </a:lnTo>
                  <a:lnTo>
                    <a:pt x="32" y="157"/>
                  </a:lnTo>
                  <a:lnTo>
                    <a:pt x="29" y="158"/>
                  </a:lnTo>
                  <a:lnTo>
                    <a:pt x="24" y="156"/>
                  </a:lnTo>
                  <a:lnTo>
                    <a:pt x="25" y="154"/>
                  </a:lnTo>
                  <a:lnTo>
                    <a:pt x="29" y="154"/>
                  </a:lnTo>
                  <a:lnTo>
                    <a:pt x="24" y="145"/>
                  </a:lnTo>
                  <a:lnTo>
                    <a:pt x="19" y="141"/>
                  </a:lnTo>
                  <a:lnTo>
                    <a:pt x="12" y="139"/>
                  </a:lnTo>
                  <a:lnTo>
                    <a:pt x="11" y="140"/>
                  </a:lnTo>
                  <a:lnTo>
                    <a:pt x="7" y="137"/>
                  </a:lnTo>
                  <a:lnTo>
                    <a:pt x="7" y="135"/>
                  </a:lnTo>
                  <a:lnTo>
                    <a:pt x="6" y="132"/>
                  </a:lnTo>
                  <a:lnTo>
                    <a:pt x="0" y="131"/>
                  </a:lnTo>
                  <a:lnTo>
                    <a:pt x="3" y="125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2" y="111"/>
                  </a:lnTo>
                  <a:lnTo>
                    <a:pt x="3" y="110"/>
                  </a:lnTo>
                  <a:lnTo>
                    <a:pt x="7" y="106"/>
                  </a:lnTo>
                  <a:lnTo>
                    <a:pt x="7" y="103"/>
                  </a:lnTo>
                  <a:lnTo>
                    <a:pt x="8" y="100"/>
                  </a:lnTo>
                  <a:lnTo>
                    <a:pt x="15" y="107"/>
                  </a:lnTo>
                  <a:lnTo>
                    <a:pt x="15" y="108"/>
                  </a:lnTo>
                  <a:lnTo>
                    <a:pt x="19" y="111"/>
                  </a:lnTo>
                  <a:lnTo>
                    <a:pt x="23" y="111"/>
                  </a:lnTo>
                  <a:lnTo>
                    <a:pt x="23" y="107"/>
                  </a:lnTo>
                  <a:lnTo>
                    <a:pt x="24" y="106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8" y="97"/>
                  </a:lnTo>
                  <a:lnTo>
                    <a:pt x="28" y="93"/>
                  </a:lnTo>
                  <a:lnTo>
                    <a:pt x="27" y="91"/>
                  </a:lnTo>
                  <a:lnTo>
                    <a:pt x="28" y="89"/>
                  </a:lnTo>
                  <a:lnTo>
                    <a:pt x="31" y="86"/>
                  </a:lnTo>
                  <a:lnTo>
                    <a:pt x="32" y="86"/>
                  </a:lnTo>
                  <a:lnTo>
                    <a:pt x="33" y="83"/>
                  </a:lnTo>
                  <a:lnTo>
                    <a:pt x="36" y="82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7" y="78"/>
                  </a:lnTo>
                  <a:lnTo>
                    <a:pt x="39" y="77"/>
                  </a:lnTo>
                  <a:lnTo>
                    <a:pt x="41" y="78"/>
                  </a:lnTo>
                  <a:lnTo>
                    <a:pt x="45" y="79"/>
                  </a:lnTo>
                  <a:lnTo>
                    <a:pt x="44" y="81"/>
                  </a:lnTo>
                  <a:lnTo>
                    <a:pt x="43" y="83"/>
                  </a:lnTo>
                  <a:lnTo>
                    <a:pt x="44" y="85"/>
                  </a:lnTo>
                  <a:lnTo>
                    <a:pt x="47" y="83"/>
                  </a:lnTo>
                  <a:lnTo>
                    <a:pt x="47" y="81"/>
                  </a:lnTo>
                  <a:lnTo>
                    <a:pt x="48" y="81"/>
                  </a:lnTo>
                  <a:lnTo>
                    <a:pt x="48" y="82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4" y="77"/>
                  </a:lnTo>
                  <a:lnTo>
                    <a:pt x="57" y="77"/>
                  </a:lnTo>
                  <a:lnTo>
                    <a:pt x="58" y="81"/>
                  </a:lnTo>
                  <a:lnTo>
                    <a:pt x="61" y="82"/>
                  </a:lnTo>
                  <a:lnTo>
                    <a:pt x="65" y="81"/>
                  </a:lnTo>
                  <a:lnTo>
                    <a:pt x="68" y="81"/>
                  </a:lnTo>
                  <a:lnTo>
                    <a:pt x="69" y="82"/>
                  </a:lnTo>
                  <a:lnTo>
                    <a:pt x="70" y="82"/>
                  </a:lnTo>
                  <a:lnTo>
                    <a:pt x="73" y="86"/>
                  </a:lnTo>
                  <a:lnTo>
                    <a:pt x="75" y="86"/>
                  </a:lnTo>
                  <a:lnTo>
                    <a:pt x="77" y="89"/>
                  </a:lnTo>
                  <a:lnTo>
                    <a:pt x="79" y="91"/>
                  </a:lnTo>
                  <a:lnTo>
                    <a:pt x="82" y="91"/>
                  </a:lnTo>
                  <a:lnTo>
                    <a:pt x="83" y="93"/>
                  </a:lnTo>
                  <a:lnTo>
                    <a:pt x="83" y="95"/>
                  </a:lnTo>
                  <a:lnTo>
                    <a:pt x="85" y="95"/>
                  </a:lnTo>
                  <a:lnTo>
                    <a:pt x="86" y="94"/>
                  </a:lnTo>
                  <a:lnTo>
                    <a:pt x="86" y="90"/>
                  </a:lnTo>
                  <a:lnTo>
                    <a:pt x="89" y="89"/>
                  </a:lnTo>
                  <a:lnTo>
                    <a:pt x="90" y="91"/>
                  </a:lnTo>
                  <a:lnTo>
                    <a:pt x="94" y="91"/>
                  </a:lnTo>
                  <a:lnTo>
                    <a:pt x="95" y="94"/>
                  </a:lnTo>
                  <a:lnTo>
                    <a:pt x="98" y="95"/>
                  </a:lnTo>
                  <a:lnTo>
                    <a:pt x="101" y="93"/>
                  </a:lnTo>
                  <a:lnTo>
                    <a:pt x="101" y="89"/>
                  </a:lnTo>
                  <a:lnTo>
                    <a:pt x="103" y="87"/>
                  </a:lnTo>
                  <a:lnTo>
                    <a:pt x="103" y="86"/>
                  </a:lnTo>
                  <a:lnTo>
                    <a:pt x="104" y="85"/>
                  </a:lnTo>
                  <a:lnTo>
                    <a:pt x="107" y="87"/>
                  </a:lnTo>
                  <a:lnTo>
                    <a:pt x="107" y="85"/>
                  </a:lnTo>
                  <a:lnTo>
                    <a:pt x="110" y="85"/>
                  </a:lnTo>
                  <a:lnTo>
                    <a:pt x="114" y="87"/>
                  </a:lnTo>
                  <a:lnTo>
                    <a:pt x="114" y="89"/>
                  </a:lnTo>
                  <a:lnTo>
                    <a:pt x="118" y="89"/>
                  </a:lnTo>
                  <a:lnTo>
                    <a:pt x="118" y="86"/>
                  </a:lnTo>
                  <a:lnTo>
                    <a:pt x="119" y="85"/>
                  </a:lnTo>
                  <a:lnTo>
                    <a:pt x="122" y="86"/>
                  </a:lnTo>
                  <a:lnTo>
                    <a:pt x="123" y="83"/>
                  </a:lnTo>
                  <a:lnTo>
                    <a:pt x="126" y="85"/>
                  </a:lnTo>
                  <a:lnTo>
                    <a:pt x="128" y="86"/>
                  </a:lnTo>
                  <a:lnTo>
                    <a:pt x="127" y="87"/>
                  </a:lnTo>
                  <a:lnTo>
                    <a:pt x="126" y="89"/>
                  </a:lnTo>
                  <a:lnTo>
                    <a:pt x="127" y="91"/>
                  </a:lnTo>
                  <a:lnTo>
                    <a:pt x="129" y="93"/>
                  </a:lnTo>
                  <a:lnTo>
                    <a:pt x="131" y="91"/>
                  </a:lnTo>
                  <a:lnTo>
                    <a:pt x="132" y="93"/>
                  </a:lnTo>
                  <a:lnTo>
                    <a:pt x="136" y="93"/>
                  </a:lnTo>
                  <a:lnTo>
                    <a:pt x="140" y="94"/>
                  </a:lnTo>
                  <a:lnTo>
                    <a:pt x="143" y="94"/>
                  </a:lnTo>
                  <a:lnTo>
                    <a:pt x="144" y="91"/>
                  </a:lnTo>
                  <a:lnTo>
                    <a:pt x="144" y="89"/>
                  </a:lnTo>
                  <a:lnTo>
                    <a:pt x="145" y="89"/>
                  </a:lnTo>
                  <a:lnTo>
                    <a:pt x="149" y="90"/>
                  </a:lnTo>
                  <a:lnTo>
                    <a:pt x="152" y="91"/>
                  </a:lnTo>
                  <a:lnTo>
                    <a:pt x="156" y="90"/>
                  </a:lnTo>
                  <a:lnTo>
                    <a:pt x="157" y="87"/>
                  </a:lnTo>
                  <a:lnTo>
                    <a:pt x="157" y="78"/>
                  </a:lnTo>
                  <a:lnTo>
                    <a:pt x="156" y="77"/>
                  </a:lnTo>
                  <a:lnTo>
                    <a:pt x="152" y="77"/>
                  </a:lnTo>
                  <a:lnTo>
                    <a:pt x="149" y="75"/>
                  </a:lnTo>
                  <a:lnTo>
                    <a:pt x="149" y="74"/>
                  </a:lnTo>
                  <a:lnTo>
                    <a:pt x="147" y="73"/>
                  </a:lnTo>
                  <a:lnTo>
                    <a:pt x="145" y="72"/>
                  </a:lnTo>
                  <a:lnTo>
                    <a:pt x="143" y="72"/>
                  </a:lnTo>
                  <a:lnTo>
                    <a:pt x="143" y="70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44" y="68"/>
                  </a:lnTo>
                  <a:lnTo>
                    <a:pt x="144" y="65"/>
                  </a:lnTo>
                  <a:lnTo>
                    <a:pt x="147" y="62"/>
                  </a:lnTo>
                  <a:lnTo>
                    <a:pt x="145" y="60"/>
                  </a:lnTo>
                  <a:lnTo>
                    <a:pt x="144" y="60"/>
                  </a:lnTo>
                  <a:lnTo>
                    <a:pt x="144" y="57"/>
                  </a:lnTo>
                  <a:lnTo>
                    <a:pt x="147" y="53"/>
                  </a:lnTo>
                  <a:lnTo>
                    <a:pt x="149" y="50"/>
                  </a:lnTo>
                  <a:lnTo>
                    <a:pt x="153" y="50"/>
                  </a:lnTo>
                  <a:lnTo>
                    <a:pt x="156" y="52"/>
                  </a:lnTo>
                  <a:lnTo>
                    <a:pt x="157" y="50"/>
                  </a:lnTo>
                  <a:lnTo>
                    <a:pt x="157" y="48"/>
                  </a:lnTo>
                  <a:lnTo>
                    <a:pt x="154" y="48"/>
                  </a:lnTo>
                  <a:lnTo>
                    <a:pt x="153" y="45"/>
                  </a:lnTo>
                  <a:lnTo>
                    <a:pt x="151" y="45"/>
                  </a:lnTo>
                  <a:lnTo>
                    <a:pt x="149" y="47"/>
                  </a:lnTo>
                  <a:lnTo>
                    <a:pt x="147" y="45"/>
                  </a:lnTo>
                  <a:lnTo>
                    <a:pt x="144" y="45"/>
                  </a:lnTo>
                  <a:lnTo>
                    <a:pt x="144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47" y="40"/>
                  </a:lnTo>
                  <a:lnTo>
                    <a:pt x="144" y="41"/>
                  </a:lnTo>
                  <a:lnTo>
                    <a:pt x="143" y="40"/>
                  </a:lnTo>
                  <a:lnTo>
                    <a:pt x="143" y="39"/>
                  </a:lnTo>
                  <a:lnTo>
                    <a:pt x="141" y="36"/>
                  </a:lnTo>
                  <a:lnTo>
                    <a:pt x="143" y="36"/>
                  </a:lnTo>
                  <a:lnTo>
                    <a:pt x="145" y="35"/>
                  </a:lnTo>
                  <a:lnTo>
                    <a:pt x="147" y="33"/>
                  </a:lnTo>
                  <a:lnTo>
                    <a:pt x="148" y="33"/>
                  </a:lnTo>
                  <a:lnTo>
                    <a:pt x="149" y="35"/>
                  </a:lnTo>
                  <a:lnTo>
                    <a:pt x="152" y="35"/>
                  </a:lnTo>
                  <a:lnTo>
                    <a:pt x="154" y="36"/>
                  </a:lnTo>
                  <a:lnTo>
                    <a:pt x="154" y="35"/>
                  </a:lnTo>
                  <a:lnTo>
                    <a:pt x="154" y="33"/>
                  </a:lnTo>
                  <a:lnTo>
                    <a:pt x="157" y="32"/>
                  </a:lnTo>
                  <a:lnTo>
                    <a:pt x="158" y="32"/>
                  </a:lnTo>
                  <a:lnTo>
                    <a:pt x="160" y="35"/>
                  </a:lnTo>
                  <a:lnTo>
                    <a:pt x="161" y="33"/>
                  </a:lnTo>
                  <a:lnTo>
                    <a:pt x="162" y="31"/>
                  </a:lnTo>
                  <a:lnTo>
                    <a:pt x="166" y="29"/>
                  </a:lnTo>
                  <a:lnTo>
                    <a:pt x="169" y="29"/>
                  </a:lnTo>
                  <a:lnTo>
                    <a:pt x="172" y="28"/>
                  </a:lnTo>
                  <a:lnTo>
                    <a:pt x="174" y="28"/>
                  </a:lnTo>
                  <a:lnTo>
                    <a:pt x="176" y="27"/>
                  </a:lnTo>
                  <a:lnTo>
                    <a:pt x="178" y="25"/>
                  </a:lnTo>
                  <a:lnTo>
                    <a:pt x="181" y="25"/>
                  </a:lnTo>
                  <a:lnTo>
                    <a:pt x="183" y="24"/>
                  </a:lnTo>
                  <a:lnTo>
                    <a:pt x="185" y="24"/>
                  </a:lnTo>
                  <a:lnTo>
                    <a:pt x="186" y="24"/>
                  </a:lnTo>
                  <a:lnTo>
                    <a:pt x="187" y="23"/>
                  </a:lnTo>
                  <a:lnTo>
                    <a:pt x="187" y="22"/>
                  </a:lnTo>
                  <a:lnTo>
                    <a:pt x="189" y="20"/>
                  </a:lnTo>
                  <a:lnTo>
                    <a:pt x="191" y="20"/>
                  </a:lnTo>
                  <a:lnTo>
                    <a:pt x="191" y="18"/>
                  </a:lnTo>
                  <a:lnTo>
                    <a:pt x="193" y="18"/>
                  </a:lnTo>
                  <a:lnTo>
                    <a:pt x="194" y="18"/>
                  </a:lnTo>
                  <a:lnTo>
                    <a:pt x="197" y="19"/>
                  </a:lnTo>
                  <a:lnTo>
                    <a:pt x="198" y="18"/>
                  </a:lnTo>
                  <a:lnTo>
                    <a:pt x="201" y="16"/>
                  </a:lnTo>
                  <a:lnTo>
                    <a:pt x="206" y="12"/>
                  </a:lnTo>
                  <a:lnTo>
                    <a:pt x="207" y="12"/>
                  </a:lnTo>
                  <a:lnTo>
                    <a:pt x="208" y="12"/>
                  </a:lnTo>
                  <a:lnTo>
                    <a:pt x="211" y="11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8" y="10"/>
                  </a:lnTo>
                  <a:lnTo>
                    <a:pt x="218" y="7"/>
                  </a:lnTo>
                  <a:lnTo>
                    <a:pt x="216" y="6"/>
                  </a:lnTo>
                  <a:lnTo>
                    <a:pt x="218" y="6"/>
                  </a:lnTo>
                  <a:lnTo>
                    <a:pt x="220" y="4"/>
                  </a:lnTo>
                  <a:lnTo>
                    <a:pt x="222" y="3"/>
                  </a:lnTo>
                  <a:lnTo>
                    <a:pt x="223" y="2"/>
                  </a:lnTo>
                  <a:lnTo>
                    <a:pt x="226" y="2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8" name="Freeform 349"/>
            <p:cNvSpPr>
              <a:spLocks/>
            </p:cNvSpPr>
            <p:nvPr/>
          </p:nvSpPr>
          <p:spPr bwMode="auto">
            <a:xfrm>
              <a:off x="7346280" y="2845518"/>
              <a:ext cx="484710" cy="301992"/>
            </a:xfrm>
            <a:custGeom>
              <a:avLst/>
              <a:gdLst>
                <a:gd name="T0" fmla="*/ 50 w 191"/>
                <a:gd name="T1" fmla="*/ 13 h 119"/>
                <a:gd name="T2" fmla="*/ 67 w 191"/>
                <a:gd name="T3" fmla="*/ 21 h 119"/>
                <a:gd name="T4" fmla="*/ 104 w 191"/>
                <a:gd name="T5" fmla="*/ 20 h 119"/>
                <a:gd name="T6" fmla="*/ 114 w 191"/>
                <a:gd name="T7" fmla="*/ 32 h 119"/>
                <a:gd name="T8" fmla="*/ 118 w 191"/>
                <a:gd name="T9" fmla="*/ 48 h 119"/>
                <a:gd name="T10" fmla="*/ 131 w 191"/>
                <a:gd name="T11" fmla="*/ 62 h 119"/>
                <a:gd name="T12" fmla="*/ 139 w 191"/>
                <a:gd name="T13" fmla="*/ 59 h 119"/>
                <a:gd name="T14" fmla="*/ 146 w 191"/>
                <a:gd name="T15" fmla="*/ 59 h 119"/>
                <a:gd name="T16" fmla="*/ 153 w 191"/>
                <a:gd name="T17" fmla="*/ 62 h 119"/>
                <a:gd name="T18" fmla="*/ 160 w 191"/>
                <a:gd name="T19" fmla="*/ 54 h 119"/>
                <a:gd name="T20" fmla="*/ 164 w 191"/>
                <a:gd name="T21" fmla="*/ 49 h 119"/>
                <a:gd name="T22" fmla="*/ 170 w 191"/>
                <a:gd name="T23" fmla="*/ 42 h 119"/>
                <a:gd name="T24" fmla="*/ 174 w 191"/>
                <a:gd name="T25" fmla="*/ 40 h 119"/>
                <a:gd name="T26" fmla="*/ 170 w 191"/>
                <a:gd name="T27" fmla="*/ 48 h 119"/>
                <a:gd name="T28" fmla="*/ 171 w 191"/>
                <a:gd name="T29" fmla="*/ 53 h 119"/>
                <a:gd name="T30" fmla="*/ 178 w 191"/>
                <a:gd name="T31" fmla="*/ 55 h 119"/>
                <a:gd name="T32" fmla="*/ 183 w 191"/>
                <a:gd name="T33" fmla="*/ 54 h 119"/>
                <a:gd name="T34" fmla="*/ 185 w 191"/>
                <a:gd name="T35" fmla="*/ 51 h 119"/>
                <a:gd name="T36" fmla="*/ 191 w 191"/>
                <a:gd name="T37" fmla="*/ 58 h 119"/>
                <a:gd name="T38" fmla="*/ 183 w 191"/>
                <a:gd name="T39" fmla="*/ 62 h 119"/>
                <a:gd name="T40" fmla="*/ 177 w 191"/>
                <a:gd name="T41" fmla="*/ 61 h 119"/>
                <a:gd name="T42" fmla="*/ 170 w 191"/>
                <a:gd name="T43" fmla="*/ 62 h 119"/>
                <a:gd name="T44" fmla="*/ 165 w 191"/>
                <a:gd name="T45" fmla="*/ 65 h 119"/>
                <a:gd name="T46" fmla="*/ 162 w 191"/>
                <a:gd name="T47" fmla="*/ 69 h 119"/>
                <a:gd name="T48" fmla="*/ 165 w 191"/>
                <a:gd name="T49" fmla="*/ 73 h 119"/>
                <a:gd name="T50" fmla="*/ 156 w 191"/>
                <a:gd name="T51" fmla="*/ 75 h 119"/>
                <a:gd name="T52" fmla="*/ 158 w 191"/>
                <a:gd name="T53" fmla="*/ 78 h 119"/>
                <a:gd name="T54" fmla="*/ 153 w 191"/>
                <a:gd name="T55" fmla="*/ 83 h 119"/>
                <a:gd name="T56" fmla="*/ 145 w 191"/>
                <a:gd name="T57" fmla="*/ 82 h 119"/>
                <a:gd name="T58" fmla="*/ 144 w 191"/>
                <a:gd name="T59" fmla="*/ 88 h 119"/>
                <a:gd name="T60" fmla="*/ 149 w 191"/>
                <a:gd name="T61" fmla="*/ 91 h 119"/>
                <a:gd name="T62" fmla="*/ 153 w 191"/>
                <a:gd name="T63" fmla="*/ 94 h 119"/>
                <a:gd name="T64" fmla="*/ 153 w 191"/>
                <a:gd name="T65" fmla="*/ 99 h 119"/>
                <a:gd name="T66" fmla="*/ 156 w 191"/>
                <a:gd name="T67" fmla="*/ 104 h 119"/>
                <a:gd name="T68" fmla="*/ 152 w 191"/>
                <a:gd name="T69" fmla="*/ 111 h 119"/>
                <a:gd name="T70" fmla="*/ 150 w 191"/>
                <a:gd name="T71" fmla="*/ 117 h 119"/>
                <a:gd name="T72" fmla="*/ 146 w 191"/>
                <a:gd name="T73" fmla="*/ 119 h 119"/>
                <a:gd name="T74" fmla="*/ 143 w 191"/>
                <a:gd name="T75" fmla="*/ 116 h 119"/>
                <a:gd name="T76" fmla="*/ 137 w 191"/>
                <a:gd name="T77" fmla="*/ 116 h 119"/>
                <a:gd name="T78" fmla="*/ 136 w 191"/>
                <a:gd name="T79" fmla="*/ 108 h 119"/>
                <a:gd name="T80" fmla="*/ 131 w 191"/>
                <a:gd name="T81" fmla="*/ 105 h 119"/>
                <a:gd name="T82" fmla="*/ 123 w 191"/>
                <a:gd name="T83" fmla="*/ 103 h 119"/>
                <a:gd name="T84" fmla="*/ 106 w 191"/>
                <a:gd name="T85" fmla="*/ 94 h 119"/>
                <a:gd name="T86" fmla="*/ 90 w 191"/>
                <a:gd name="T87" fmla="*/ 82 h 119"/>
                <a:gd name="T88" fmla="*/ 83 w 191"/>
                <a:gd name="T89" fmla="*/ 75 h 119"/>
                <a:gd name="T90" fmla="*/ 79 w 191"/>
                <a:gd name="T91" fmla="*/ 71 h 119"/>
                <a:gd name="T92" fmla="*/ 73 w 191"/>
                <a:gd name="T93" fmla="*/ 61 h 119"/>
                <a:gd name="T94" fmla="*/ 69 w 191"/>
                <a:gd name="T95" fmla="*/ 61 h 119"/>
                <a:gd name="T96" fmla="*/ 53 w 191"/>
                <a:gd name="T97" fmla="*/ 53 h 119"/>
                <a:gd name="T98" fmla="*/ 45 w 191"/>
                <a:gd name="T99" fmla="*/ 46 h 119"/>
                <a:gd name="T100" fmla="*/ 31 w 191"/>
                <a:gd name="T101" fmla="*/ 41 h 119"/>
                <a:gd name="T102" fmla="*/ 32 w 191"/>
                <a:gd name="T103" fmla="*/ 45 h 119"/>
                <a:gd name="T104" fmla="*/ 27 w 191"/>
                <a:gd name="T105" fmla="*/ 45 h 119"/>
                <a:gd name="T106" fmla="*/ 21 w 191"/>
                <a:gd name="T107" fmla="*/ 49 h 119"/>
                <a:gd name="T108" fmla="*/ 19 w 191"/>
                <a:gd name="T109" fmla="*/ 58 h 119"/>
                <a:gd name="T110" fmla="*/ 20 w 191"/>
                <a:gd name="T111" fmla="*/ 62 h 119"/>
                <a:gd name="T112" fmla="*/ 10 w 191"/>
                <a:gd name="T113" fmla="*/ 62 h 119"/>
                <a:gd name="T114" fmla="*/ 31 w 191"/>
                <a:gd name="T11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1" h="119">
                  <a:moveTo>
                    <a:pt x="31" y="0"/>
                  </a:moveTo>
                  <a:lnTo>
                    <a:pt x="50" y="13"/>
                  </a:lnTo>
                  <a:lnTo>
                    <a:pt x="57" y="16"/>
                  </a:lnTo>
                  <a:lnTo>
                    <a:pt x="67" y="21"/>
                  </a:lnTo>
                  <a:lnTo>
                    <a:pt x="85" y="20"/>
                  </a:lnTo>
                  <a:lnTo>
                    <a:pt x="104" y="20"/>
                  </a:lnTo>
                  <a:lnTo>
                    <a:pt x="111" y="24"/>
                  </a:lnTo>
                  <a:lnTo>
                    <a:pt x="114" y="32"/>
                  </a:lnTo>
                  <a:lnTo>
                    <a:pt x="118" y="30"/>
                  </a:lnTo>
                  <a:lnTo>
                    <a:pt x="118" y="48"/>
                  </a:lnTo>
                  <a:lnTo>
                    <a:pt x="127" y="48"/>
                  </a:lnTo>
                  <a:lnTo>
                    <a:pt x="131" y="62"/>
                  </a:lnTo>
                  <a:lnTo>
                    <a:pt x="133" y="62"/>
                  </a:lnTo>
                  <a:lnTo>
                    <a:pt x="139" y="59"/>
                  </a:lnTo>
                  <a:lnTo>
                    <a:pt x="143" y="58"/>
                  </a:lnTo>
                  <a:lnTo>
                    <a:pt x="146" y="59"/>
                  </a:lnTo>
                  <a:lnTo>
                    <a:pt x="152" y="62"/>
                  </a:lnTo>
                  <a:lnTo>
                    <a:pt x="153" y="62"/>
                  </a:lnTo>
                  <a:lnTo>
                    <a:pt x="158" y="58"/>
                  </a:lnTo>
                  <a:lnTo>
                    <a:pt x="160" y="54"/>
                  </a:lnTo>
                  <a:lnTo>
                    <a:pt x="162" y="51"/>
                  </a:lnTo>
                  <a:lnTo>
                    <a:pt x="164" y="49"/>
                  </a:lnTo>
                  <a:lnTo>
                    <a:pt x="168" y="44"/>
                  </a:lnTo>
                  <a:lnTo>
                    <a:pt x="170" y="42"/>
                  </a:lnTo>
                  <a:lnTo>
                    <a:pt x="173" y="40"/>
                  </a:lnTo>
                  <a:lnTo>
                    <a:pt x="174" y="40"/>
                  </a:lnTo>
                  <a:lnTo>
                    <a:pt x="174" y="42"/>
                  </a:lnTo>
                  <a:lnTo>
                    <a:pt x="170" y="48"/>
                  </a:lnTo>
                  <a:lnTo>
                    <a:pt x="169" y="51"/>
                  </a:lnTo>
                  <a:lnTo>
                    <a:pt x="171" y="53"/>
                  </a:lnTo>
                  <a:lnTo>
                    <a:pt x="177" y="54"/>
                  </a:lnTo>
                  <a:lnTo>
                    <a:pt x="178" y="55"/>
                  </a:lnTo>
                  <a:lnTo>
                    <a:pt x="181" y="57"/>
                  </a:lnTo>
                  <a:lnTo>
                    <a:pt x="183" y="54"/>
                  </a:lnTo>
                  <a:lnTo>
                    <a:pt x="183" y="51"/>
                  </a:lnTo>
                  <a:lnTo>
                    <a:pt x="185" y="51"/>
                  </a:lnTo>
                  <a:lnTo>
                    <a:pt x="190" y="55"/>
                  </a:lnTo>
                  <a:lnTo>
                    <a:pt x="191" y="58"/>
                  </a:lnTo>
                  <a:lnTo>
                    <a:pt x="187" y="62"/>
                  </a:lnTo>
                  <a:lnTo>
                    <a:pt x="183" y="62"/>
                  </a:lnTo>
                  <a:lnTo>
                    <a:pt x="178" y="63"/>
                  </a:lnTo>
                  <a:lnTo>
                    <a:pt x="177" y="61"/>
                  </a:lnTo>
                  <a:lnTo>
                    <a:pt x="174" y="58"/>
                  </a:lnTo>
                  <a:lnTo>
                    <a:pt x="170" y="62"/>
                  </a:lnTo>
                  <a:lnTo>
                    <a:pt x="168" y="62"/>
                  </a:lnTo>
                  <a:lnTo>
                    <a:pt x="165" y="65"/>
                  </a:lnTo>
                  <a:lnTo>
                    <a:pt x="162" y="66"/>
                  </a:lnTo>
                  <a:lnTo>
                    <a:pt x="162" y="69"/>
                  </a:lnTo>
                  <a:lnTo>
                    <a:pt x="165" y="70"/>
                  </a:lnTo>
                  <a:lnTo>
                    <a:pt x="165" y="73"/>
                  </a:lnTo>
                  <a:lnTo>
                    <a:pt x="161" y="74"/>
                  </a:lnTo>
                  <a:lnTo>
                    <a:pt x="156" y="75"/>
                  </a:lnTo>
                  <a:lnTo>
                    <a:pt x="157" y="76"/>
                  </a:lnTo>
                  <a:lnTo>
                    <a:pt x="158" y="78"/>
                  </a:lnTo>
                  <a:lnTo>
                    <a:pt x="153" y="79"/>
                  </a:lnTo>
                  <a:lnTo>
                    <a:pt x="153" y="83"/>
                  </a:lnTo>
                  <a:lnTo>
                    <a:pt x="150" y="83"/>
                  </a:lnTo>
                  <a:lnTo>
                    <a:pt x="145" y="82"/>
                  </a:lnTo>
                  <a:lnTo>
                    <a:pt x="144" y="84"/>
                  </a:lnTo>
                  <a:lnTo>
                    <a:pt x="144" y="88"/>
                  </a:lnTo>
                  <a:lnTo>
                    <a:pt x="146" y="92"/>
                  </a:lnTo>
                  <a:lnTo>
                    <a:pt x="149" y="91"/>
                  </a:lnTo>
                  <a:lnTo>
                    <a:pt x="152" y="91"/>
                  </a:lnTo>
                  <a:lnTo>
                    <a:pt x="153" y="94"/>
                  </a:lnTo>
                  <a:lnTo>
                    <a:pt x="152" y="96"/>
                  </a:lnTo>
                  <a:lnTo>
                    <a:pt x="153" y="99"/>
                  </a:lnTo>
                  <a:lnTo>
                    <a:pt x="154" y="100"/>
                  </a:lnTo>
                  <a:lnTo>
                    <a:pt x="156" y="104"/>
                  </a:lnTo>
                  <a:lnTo>
                    <a:pt x="154" y="105"/>
                  </a:lnTo>
                  <a:lnTo>
                    <a:pt x="152" y="111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48" y="117"/>
                  </a:lnTo>
                  <a:lnTo>
                    <a:pt x="146" y="119"/>
                  </a:lnTo>
                  <a:lnTo>
                    <a:pt x="144" y="119"/>
                  </a:lnTo>
                  <a:lnTo>
                    <a:pt x="143" y="116"/>
                  </a:lnTo>
                  <a:lnTo>
                    <a:pt x="140" y="115"/>
                  </a:lnTo>
                  <a:lnTo>
                    <a:pt x="137" y="116"/>
                  </a:lnTo>
                  <a:lnTo>
                    <a:pt x="136" y="111"/>
                  </a:lnTo>
                  <a:lnTo>
                    <a:pt x="136" y="108"/>
                  </a:lnTo>
                  <a:lnTo>
                    <a:pt x="132" y="104"/>
                  </a:lnTo>
                  <a:lnTo>
                    <a:pt x="131" y="105"/>
                  </a:lnTo>
                  <a:lnTo>
                    <a:pt x="128" y="103"/>
                  </a:lnTo>
                  <a:lnTo>
                    <a:pt x="123" y="103"/>
                  </a:lnTo>
                  <a:lnTo>
                    <a:pt x="115" y="98"/>
                  </a:lnTo>
                  <a:lnTo>
                    <a:pt x="106" y="94"/>
                  </a:lnTo>
                  <a:lnTo>
                    <a:pt x="98" y="87"/>
                  </a:lnTo>
                  <a:lnTo>
                    <a:pt x="90" y="82"/>
                  </a:lnTo>
                  <a:lnTo>
                    <a:pt x="86" y="80"/>
                  </a:lnTo>
                  <a:lnTo>
                    <a:pt x="83" y="75"/>
                  </a:lnTo>
                  <a:lnTo>
                    <a:pt x="82" y="73"/>
                  </a:lnTo>
                  <a:lnTo>
                    <a:pt x="79" y="71"/>
                  </a:lnTo>
                  <a:lnTo>
                    <a:pt x="78" y="63"/>
                  </a:lnTo>
                  <a:lnTo>
                    <a:pt x="73" y="61"/>
                  </a:lnTo>
                  <a:lnTo>
                    <a:pt x="70" y="59"/>
                  </a:lnTo>
                  <a:lnTo>
                    <a:pt x="69" y="61"/>
                  </a:lnTo>
                  <a:lnTo>
                    <a:pt x="61" y="57"/>
                  </a:lnTo>
                  <a:lnTo>
                    <a:pt x="53" y="53"/>
                  </a:lnTo>
                  <a:lnTo>
                    <a:pt x="52" y="50"/>
                  </a:lnTo>
                  <a:lnTo>
                    <a:pt x="45" y="46"/>
                  </a:lnTo>
                  <a:lnTo>
                    <a:pt x="37" y="42"/>
                  </a:lnTo>
                  <a:lnTo>
                    <a:pt x="31" y="41"/>
                  </a:lnTo>
                  <a:lnTo>
                    <a:pt x="33" y="44"/>
                  </a:lnTo>
                  <a:lnTo>
                    <a:pt x="32" y="45"/>
                  </a:lnTo>
                  <a:lnTo>
                    <a:pt x="29" y="44"/>
                  </a:lnTo>
                  <a:lnTo>
                    <a:pt x="27" y="45"/>
                  </a:lnTo>
                  <a:lnTo>
                    <a:pt x="24" y="48"/>
                  </a:lnTo>
                  <a:lnTo>
                    <a:pt x="21" y="49"/>
                  </a:lnTo>
                  <a:lnTo>
                    <a:pt x="19" y="53"/>
                  </a:lnTo>
                  <a:lnTo>
                    <a:pt x="19" y="58"/>
                  </a:lnTo>
                  <a:lnTo>
                    <a:pt x="21" y="59"/>
                  </a:lnTo>
                  <a:lnTo>
                    <a:pt x="20" y="62"/>
                  </a:lnTo>
                  <a:lnTo>
                    <a:pt x="15" y="62"/>
                  </a:lnTo>
                  <a:lnTo>
                    <a:pt x="10" y="62"/>
                  </a:lnTo>
                  <a:lnTo>
                    <a:pt x="0" y="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9" name="Freeform 350"/>
            <p:cNvSpPr>
              <a:spLocks/>
            </p:cNvSpPr>
            <p:nvPr/>
          </p:nvSpPr>
          <p:spPr bwMode="auto">
            <a:xfrm>
              <a:off x="7259996" y="2949566"/>
              <a:ext cx="433955" cy="274076"/>
            </a:xfrm>
            <a:custGeom>
              <a:avLst/>
              <a:gdLst>
                <a:gd name="T0" fmla="*/ 79 w 171"/>
                <a:gd name="T1" fmla="*/ 5 h 108"/>
                <a:gd name="T2" fmla="*/ 95 w 171"/>
                <a:gd name="T3" fmla="*/ 16 h 108"/>
                <a:gd name="T4" fmla="*/ 107 w 171"/>
                <a:gd name="T5" fmla="*/ 20 h 108"/>
                <a:gd name="T6" fmla="*/ 116 w 171"/>
                <a:gd name="T7" fmla="*/ 32 h 108"/>
                <a:gd name="T8" fmla="*/ 124 w 171"/>
                <a:gd name="T9" fmla="*/ 41 h 108"/>
                <a:gd name="T10" fmla="*/ 149 w 171"/>
                <a:gd name="T11" fmla="*/ 57 h 108"/>
                <a:gd name="T12" fmla="*/ 165 w 171"/>
                <a:gd name="T13" fmla="*/ 64 h 108"/>
                <a:gd name="T14" fmla="*/ 170 w 171"/>
                <a:gd name="T15" fmla="*/ 70 h 108"/>
                <a:gd name="T16" fmla="*/ 170 w 171"/>
                <a:gd name="T17" fmla="*/ 75 h 108"/>
                <a:gd name="T18" fmla="*/ 162 w 171"/>
                <a:gd name="T19" fmla="*/ 75 h 108"/>
                <a:gd name="T20" fmla="*/ 154 w 171"/>
                <a:gd name="T21" fmla="*/ 78 h 108"/>
                <a:gd name="T22" fmla="*/ 152 w 171"/>
                <a:gd name="T23" fmla="*/ 80 h 108"/>
                <a:gd name="T24" fmla="*/ 150 w 171"/>
                <a:gd name="T25" fmla="*/ 87 h 108"/>
                <a:gd name="T26" fmla="*/ 148 w 171"/>
                <a:gd name="T27" fmla="*/ 93 h 108"/>
                <a:gd name="T28" fmla="*/ 141 w 171"/>
                <a:gd name="T29" fmla="*/ 96 h 108"/>
                <a:gd name="T30" fmla="*/ 136 w 171"/>
                <a:gd name="T31" fmla="*/ 103 h 108"/>
                <a:gd name="T32" fmla="*/ 130 w 171"/>
                <a:gd name="T33" fmla="*/ 107 h 108"/>
                <a:gd name="T34" fmla="*/ 128 w 171"/>
                <a:gd name="T35" fmla="*/ 105 h 108"/>
                <a:gd name="T36" fmla="*/ 121 w 171"/>
                <a:gd name="T37" fmla="*/ 104 h 108"/>
                <a:gd name="T38" fmla="*/ 115 w 171"/>
                <a:gd name="T39" fmla="*/ 103 h 108"/>
                <a:gd name="T40" fmla="*/ 112 w 171"/>
                <a:gd name="T41" fmla="*/ 99 h 108"/>
                <a:gd name="T42" fmla="*/ 111 w 171"/>
                <a:gd name="T43" fmla="*/ 91 h 108"/>
                <a:gd name="T44" fmla="*/ 98 w 171"/>
                <a:gd name="T45" fmla="*/ 83 h 108"/>
                <a:gd name="T46" fmla="*/ 90 w 171"/>
                <a:gd name="T47" fmla="*/ 82 h 108"/>
                <a:gd name="T48" fmla="*/ 82 w 171"/>
                <a:gd name="T49" fmla="*/ 75 h 108"/>
                <a:gd name="T50" fmla="*/ 71 w 171"/>
                <a:gd name="T51" fmla="*/ 72 h 108"/>
                <a:gd name="T52" fmla="*/ 61 w 171"/>
                <a:gd name="T53" fmla="*/ 68 h 108"/>
                <a:gd name="T54" fmla="*/ 55 w 171"/>
                <a:gd name="T55" fmla="*/ 71 h 108"/>
                <a:gd name="T56" fmla="*/ 41 w 171"/>
                <a:gd name="T57" fmla="*/ 75 h 108"/>
                <a:gd name="T58" fmla="*/ 36 w 171"/>
                <a:gd name="T59" fmla="*/ 80 h 108"/>
                <a:gd name="T60" fmla="*/ 25 w 171"/>
                <a:gd name="T61" fmla="*/ 76 h 108"/>
                <a:gd name="T62" fmla="*/ 24 w 171"/>
                <a:gd name="T63" fmla="*/ 63 h 108"/>
                <a:gd name="T64" fmla="*/ 20 w 171"/>
                <a:gd name="T65" fmla="*/ 57 h 108"/>
                <a:gd name="T66" fmla="*/ 16 w 171"/>
                <a:gd name="T67" fmla="*/ 53 h 108"/>
                <a:gd name="T68" fmla="*/ 13 w 171"/>
                <a:gd name="T69" fmla="*/ 54 h 108"/>
                <a:gd name="T70" fmla="*/ 17 w 171"/>
                <a:gd name="T71" fmla="*/ 51 h 108"/>
                <a:gd name="T72" fmla="*/ 21 w 171"/>
                <a:gd name="T73" fmla="*/ 50 h 108"/>
                <a:gd name="T74" fmla="*/ 17 w 171"/>
                <a:gd name="T75" fmla="*/ 46 h 108"/>
                <a:gd name="T76" fmla="*/ 16 w 171"/>
                <a:gd name="T77" fmla="*/ 45 h 108"/>
                <a:gd name="T78" fmla="*/ 12 w 171"/>
                <a:gd name="T79" fmla="*/ 46 h 108"/>
                <a:gd name="T80" fmla="*/ 8 w 171"/>
                <a:gd name="T81" fmla="*/ 42 h 108"/>
                <a:gd name="T82" fmla="*/ 8 w 171"/>
                <a:gd name="T83" fmla="*/ 32 h 108"/>
                <a:gd name="T84" fmla="*/ 5 w 171"/>
                <a:gd name="T85" fmla="*/ 22 h 108"/>
                <a:gd name="T86" fmla="*/ 0 w 171"/>
                <a:gd name="T87" fmla="*/ 17 h 108"/>
                <a:gd name="T88" fmla="*/ 13 w 171"/>
                <a:gd name="T89" fmla="*/ 8 h 108"/>
                <a:gd name="T90" fmla="*/ 37 w 171"/>
                <a:gd name="T91" fmla="*/ 22 h 108"/>
                <a:gd name="T92" fmla="*/ 54 w 171"/>
                <a:gd name="T93" fmla="*/ 21 h 108"/>
                <a:gd name="T94" fmla="*/ 53 w 171"/>
                <a:gd name="T95" fmla="*/ 12 h 108"/>
                <a:gd name="T96" fmla="*/ 61 w 171"/>
                <a:gd name="T97" fmla="*/ 4 h 108"/>
                <a:gd name="T98" fmla="*/ 67 w 171"/>
                <a:gd name="T99" fmla="*/ 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71" h="108">
                  <a:moveTo>
                    <a:pt x="65" y="0"/>
                  </a:moveTo>
                  <a:lnTo>
                    <a:pt x="71" y="1"/>
                  </a:lnTo>
                  <a:lnTo>
                    <a:pt x="79" y="5"/>
                  </a:lnTo>
                  <a:lnTo>
                    <a:pt x="86" y="9"/>
                  </a:lnTo>
                  <a:lnTo>
                    <a:pt x="87" y="12"/>
                  </a:lnTo>
                  <a:lnTo>
                    <a:pt x="95" y="16"/>
                  </a:lnTo>
                  <a:lnTo>
                    <a:pt x="103" y="20"/>
                  </a:lnTo>
                  <a:lnTo>
                    <a:pt x="104" y="18"/>
                  </a:lnTo>
                  <a:lnTo>
                    <a:pt x="107" y="20"/>
                  </a:lnTo>
                  <a:lnTo>
                    <a:pt x="112" y="22"/>
                  </a:lnTo>
                  <a:lnTo>
                    <a:pt x="113" y="30"/>
                  </a:lnTo>
                  <a:lnTo>
                    <a:pt x="116" y="32"/>
                  </a:lnTo>
                  <a:lnTo>
                    <a:pt x="117" y="34"/>
                  </a:lnTo>
                  <a:lnTo>
                    <a:pt x="120" y="39"/>
                  </a:lnTo>
                  <a:lnTo>
                    <a:pt x="124" y="41"/>
                  </a:lnTo>
                  <a:lnTo>
                    <a:pt x="132" y="46"/>
                  </a:lnTo>
                  <a:lnTo>
                    <a:pt x="140" y="53"/>
                  </a:lnTo>
                  <a:lnTo>
                    <a:pt x="149" y="57"/>
                  </a:lnTo>
                  <a:lnTo>
                    <a:pt x="157" y="62"/>
                  </a:lnTo>
                  <a:lnTo>
                    <a:pt x="162" y="62"/>
                  </a:lnTo>
                  <a:lnTo>
                    <a:pt x="165" y="64"/>
                  </a:lnTo>
                  <a:lnTo>
                    <a:pt x="166" y="63"/>
                  </a:lnTo>
                  <a:lnTo>
                    <a:pt x="170" y="67"/>
                  </a:lnTo>
                  <a:lnTo>
                    <a:pt x="170" y="70"/>
                  </a:lnTo>
                  <a:lnTo>
                    <a:pt x="171" y="75"/>
                  </a:lnTo>
                  <a:lnTo>
                    <a:pt x="170" y="75"/>
                  </a:lnTo>
                  <a:lnTo>
                    <a:pt x="170" y="75"/>
                  </a:lnTo>
                  <a:lnTo>
                    <a:pt x="167" y="75"/>
                  </a:lnTo>
                  <a:lnTo>
                    <a:pt x="165" y="74"/>
                  </a:lnTo>
                  <a:lnTo>
                    <a:pt x="162" y="75"/>
                  </a:lnTo>
                  <a:lnTo>
                    <a:pt x="158" y="78"/>
                  </a:lnTo>
                  <a:lnTo>
                    <a:pt x="157" y="76"/>
                  </a:lnTo>
                  <a:lnTo>
                    <a:pt x="154" y="78"/>
                  </a:lnTo>
                  <a:lnTo>
                    <a:pt x="153" y="79"/>
                  </a:lnTo>
                  <a:lnTo>
                    <a:pt x="152" y="79"/>
                  </a:lnTo>
                  <a:lnTo>
                    <a:pt x="152" y="80"/>
                  </a:lnTo>
                  <a:lnTo>
                    <a:pt x="153" y="82"/>
                  </a:lnTo>
                  <a:lnTo>
                    <a:pt x="153" y="84"/>
                  </a:lnTo>
                  <a:lnTo>
                    <a:pt x="150" y="87"/>
                  </a:lnTo>
                  <a:lnTo>
                    <a:pt x="150" y="89"/>
                  </a:lnTo>
                  <a:lnTo>
                    <a:pt x="149" y="93"/>
                  </a:lnTo>
                  <a:lnTo>
                    <a:pt x="148" y="93"/>
                  </a:lnTo>
                  <a:lnTo>
                    <a:pt x="145" y="95"/>
                  </a:lnTo>
                  <a:lnTo>
                    <a:pt x="145" y="96"/>
                  </a:lnTo>
                  <a:lnTo>
                    <a:pt x="141" y="96"/>
                  </a:lnTo>
                  <a:lnTo>
                    <a:pt x="137" y="99"/>
                  </a:lnTo>
                  <a:lnTo>
                    <a:pt x="137" y="101"/>
                  </a:lnTo>
                  <a:lnTo>
                    <a:pt x="136" y="103"/>
                  </a:lnTo>
                  <a:lnTo>
                    <a:pt x="136" y="104"/>
                  </a:lnTo>
                  <a:lnTo>
                    <a:pt x="133" y="105"/>
                  </a:lnTo>
                  <a:lnTo>
                    <a:pt x="130" y="107"/>
                  </a:lnTo>
                  <a:lnTo>
                    <a:pt x="129" y="108"/>
                  </a:lnTo>
                  <a:lnTo>
                    <a:pt x="128" y="107"/>
                  </a:lnTo>
                  <a:lnTo>
                    <a:pt x="128" y="105"/>
                  </a:lnTo>
                  <a:lnTo>
                    <a:pt x="125" y="103"/>
                  </a:lnTo>
                  <a:lnTo>
                    <a:pt x="123" y="103"/>
                  </a:lnTo>
                  <a:lnTo>
                    <a:pt x="121" y="104"/>
                  </a:lnTo>
                  <a:lnTo>
                    <a:pt x="119" y="104"/>
                  </a:lnTo>
                  <a:lnTo>
                    <a:pt x="117" y="103"/>
                  </a:lnTo>
                  <a:lnTo>
                    <a:pt x="115" y="103"/>
                  </a:lnTo>
                  <a:lnTo>
                    <a:pt x="113" y="103"/>
                  </a:lnTo>
                  <a:lnTo>
                    <a:pt x="112" y="100"/>
                  </a:lnTo>
                  <a:lnTo>
                    <a:pt x="112" y="99"/>
                  </a:lnTo>
                  <a:lnTo>
                    <a:pt x="112" y="96"/>
                  </a:lnTo>
                  <a:lnTo>
                    <a:pt x="112" y="95"/>
                  </a:lnTo>
                  <a:lnTo>
                    <a:pt x="111" y="91"/>
                  </a:lnTo>
                  <a:lnTo>
                    <a:pt x="108" y="89"/>
                  </a:lnTo>
                  <a:lnTo>
                    <a:pt x="103" y="89"/>
                  </a:lnTo>
                  <a:lnTo>
                    <a:pt x="98" y="83"/>
                  </a:lnTo>
                  <a:lnTo>
                    <a:pt x="94" y="82"/>
                  </a:lnTo>
                  <a:lnTo>
                    <a:pt x="91" y="82"/>
                  </a:lnTo>
                  <a:lnTo>
                    <a:pt x="90" y="82"/>
                  </a:lnTo>
                  <a:lnTo>
                    <a:pt x="88" y="78"/>
                  </a:lnTo>
                  <a:lnTo>
                    <a:pt x="87" y="78"/>
                  </a:lnTo>
                  <a:lnTo>
                    <a:pt x="82" y="75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1" y="72"/>
                  </a:lnTo>
                  <a:lnTo>
                    <a:pt x="67" y="71"/>
                  </a:lnTo>
                  <a:lnTo>
                    <a:pt x="63" y="68"/>
                  </a:lnTo>
                  <a:lnTo>
                    <a:pt x="61" y="68"/>
                  </a:lnTo>
                  <a:lnTo>
                    <a:pt x="58" y="67"/>
                  </a:lnTo>
                  <a:lnTo>
                    <a:pt x="55" y="67"/>
                  </a:lnTo>
                  <a:lnTo>
                    <a:pt x="55" y="71"/>
                  </a:lnTo>
                  <a:lnTo>
                    <a:pt x="50" y="70"/>
                  </a:lnTo>
                  <a:lnTo>
                    <a:pt x="45" y="71"/>
                  </a:lnTo>
                  <a:lnTo>
                    <a:pt x="41" y="75"/>
                  </a:lnTo>
                  <a:lnTo>
                    <a:pt x="38" y="75"/>
                  </a:lnTo>
                  <a:lnTo>
                    <a:pt x="37" y="76"/>
                  </a:lnTo>
                  <a:lnTo>
                    <a:pt x="36" y="80"/>
                  </a:lnTo>
                  <a:lnTo>
                    <a:pt x="30" y="80"/>
                  </a:lnTo>
                  <a:lnTo>
                    <a:pt x="28" y="82"/>
                  </a:lnTo>
                  <a:lnTo>
                    <a:pt x="25" y="76"/>
                  </a:lnTo>
                  <a:lnTo>
                    <a:pt x="24" y="71"/>
                  </a:lnTo>
                  <a:lnTo>
                    <a:pt x="25" y="66"/>
                  </a:lnTo>
                  <a:lnTo>
                    <a:pt x="24" y="63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0" y="57"/>
                  </a:lnTo>
                  <a:lnTo>
                    <a:pt x="19" y="54"/>
                  </a:lnTo>
                  <a:lnTo>
                    <a:pt x="17" y="54"/>
                  </a:lnTo>
                  <a:lnTo>
                    <a:pt x="16" y="53"/>
                  </a:lnTo>
                  <a:lnTo>
                    <a:pt x="15" y="54"/>
                  </a:lnTo>
                  <a:lnTo>
                    <a:pt x="15" y="57"/>
                  </a:lnTo>
                  <a:lnTo>
                    <a:pt x="13" y="54"/>
                  </a:lnTo>
                  <a:lnTo>
                    <a:pt x="13" y="53"/>
                  </a:lnTo>
                  <a:lnTo>
                    <a:pt x="16" y="50"/>
                  </a:lnTo>
                  <a:lnTo>
                    <a:pt x="17" y="51"/>
                  </a:lnTo>
                  <a:lnTo>
                    <a:pt x="19" y="51"/>
                  </a:lnTo>
                  <a:lnTo>
                    <a:pt x="20" y="51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7" y="46"/>
                  </a:lnTo>
                  <a:lnTo>
                    <a:pt x="19" y="45"/>
                  </a:lnTo>
                  <a:lnTo>
                    <a:pt x="17" y="43"/>
                  </a:lnTo>
                  <a:lnTo>
                    <a:pt x="16" y="45"/>
                  </a:lnTo>
                  <a:lnTo>
                    <a:pt x="12" y="43"/>
                  </a:lnTo>
                  <a:lnTo>
                    <a:pt x="11" y="45"/>
                  </a:lnTo>
                  <a:lnTo>
                    <a:pt x="12" y="46"/>
                  </a:lnTo>
                  <a:lnTo>
                    <a:pt x="13" y="47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4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8" y="9"/>
                  </a:lnTo>
                  <a:lnTo>
                    <a:pt x="13" y="8"/>
                  </a:lnTo>
                  <a:lnTo>
                    <a:pt x="21" y="9"/>
                  </a:lnTo>
                  <a:lnTo>
                    <a:pt x="29" y="13"/>
                  </a:lnTo>
                  <a:lnTo>
                    <a:pt x="37" y="22"/>
                  </a:lnTo>
                  <a:lnTo>
                    <a:pt x="42" y="21"/>
                  </a:lnTo>
                  <a:lnTo>
                    <a:pt x="49" y="21"/>
                  </a:lnTo>
                  <a:lnTo>
                    <a:pt x="54" y="21"/>
                  </a:lnTo>
                  <a:lnTo>
                    <a:pt x="55" y="18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5" y="8"/>
                  </a:lnTo>
                  <a:lnTo>
                    <a:pt x="58" y="7"/>
                  </a:lnTo>
                  <a:lnTo>
                    <a:pt x="61" y="4"/>
                  </a:lnTo>
                  <a:lnTo>
                    <a:pt x="63" y="3"/>
                  </a:lnTo>
                  <a:lnTo>
                    <a:pt x="66" y="4"/>
                  </a:lnTo>
                  <a:lnTo>
                    <a:pt x="67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" name="Freeform 355"/>
            <p:cNvSpPr>
              <a:spLocks noEditPoints="1"/>
            </p:cNvSpPr>
            <p:nvPr/>
          </p:nvSpPr>
          <p:spPr bwMode="auto">
            <a:xfrm>
              <a:off x="9302880" y="3733728"/>
              <a:ext cx="296917" cy="451718"/>
            </a:xfrm>
            <a:custGeom>
              <a:avLst/>
              <a:gdLst>
                <a:gd name="T0" fmla="*/ 1 w 117"/>
                <a:gd name="T1" fmla="*/ 146 h 178"/>
                <a:gd name="T2" fmla="*/ 5 w 117"/>
                <a:gd name="T3" fmla="*/ 144 h 178"/>
                <a:gd name="T4" fmla="*/ 80 w 117"/>
                <a:gd name="T5" fmla="*/ 132 h 178"/>
                <a:gd name="T6" fmla="*/ 108 w 117"/>
                <a:gd name="T7" fmla="*/ 127 h 178"/>
                <a:gd name="T8" fmla="*/ 112 w 117"/>
                <a:gd name="T9" fmla="*/ 138 h 178"/>
                <a:gd name="T10" fmla="*/ 117 w 117"/>
                <a:gd name="T11" fmla="*/ 158 h 178"/>
                <a:gd name="T12" fmla="*/ 112 w 117"/>
                <a:gd name="T13" fmla="*/ 165 h 178"/>
                <a:gd name="T14" fmla="*/ 108 w 117"/>
                <a:gd name="T15" fmla="*/ 173 h 178"/>
                <a:gd name="T16" fmla="*/ 93 w 117"/>
                <a:gd name="T17" fmla="*/ 173 h 178"/>
                <a:gd name="T18" fmla="*/ 89 w 117"/>
                <a:gd name="T19" fmla="*/ 159 h 178"/>
                <a:gd name="T20" fmla="*/ 79 w 117"/>
                <a:gd name="T21" fmla="*/ 155 h 178"/>
                <a:gd name="T22" fmla="*/ 69 w 117"/>
                <a:gd name="T23" fmla="*/ 152 h 178"/>
                <a:gd name="T24" fmla="*/ 67 w 117"/>
                <a:gd name="T25" fmla="*/ 148 h 178"/>
                <a:gd name="T26" fmla="*/ 80 w 117"/>
                <a:gd name="T27" fmla="*/ 149 h 178"/>
                <a:gd name="T28" fmla="*/ 97 w 117"/>
                <a:gd name="T29" fmla="*/ 136 h 178"/>
                <a:gd name="T30" fmla="*/ 100 w 117"/>
                <a:gd name="T31" fmla="*/ 125 h 178"/>
                <a:gd name="T32" fmla="*/ 90 w 117"/>
                <a:gd name="T33" fmla="*/ 121 h 178"/>
                <a:gd name="T34" fmla="*/ 105 w 117"/>
                <a:gd name="T35" fmla="*/ 117 h 178"/>
                <a:gd name="T36" fmla="*/ 34 w 117"/>
                <a:gd name="T37" fmla="*/ 115 h 178"/>
                <a:gd name="T38" fmla="*/ 68 w 117"/>
                <a:gd name="T39" fmla="*/ 116 h 178"/>
                <a:gd name="T40" fmla="*/ 105 w 117"/>
                <a:gd name="T41" fmla="*/ 115 h 178"/>
                <a:gd name="T42" fmla="*/ 76 w 117"/>
                <a:gd name="T43" fmla="*/ 130 h 178"/>
                <a:gd name="T44" fmla="*/ 71 w 117"/>
                <a:gd name="T45" fmla="*/ 120 h 178"/>
                <a:gd name="T46" fmla="*/ 84 w 117"/>
                <a:gd name="T47" fmla="*/ 112 h 178"/>
                <a:gd name="T48" fmla="*/ 80 w 117"/>
                <a:gd name="T49" fmla="*/ 116 h 178"/>
                <a:gd name="T50" fmla="*/ 98 w 117"/>
                <a:gd name="T51" fmla="*/ 117 h 178"/>
                <a:gd name="T52" fmla="*/ 88 w 117"/>
                <a:gd name="T53" fmla="*/ 111 h 178"/>
                <a:gd name="T54" fmla="*/ 26 w 117"/>
                <a:gd name="T55" fmla="*/ 120 h 178"/>
                <a:gd name="T56" fmla="*/ 8 w 117"/>
                <a:gd name="T57" fmla="*/ 140 h 178"/>
                <a:gd name="T58" fmla="*/ 21 w 117"/>
                <a:gd name="T59" fmla="*/ 123 h 178"/>
                <a:gd name="T60" fmla="*/ 90 w 117"/>
                <a:gd name="T61" fmla="*/ 102 h 178"/>
                <a:gd name="T62" fmla="*/ 31 w 117"/>
                <a:gd name="T63" fmla="*/ 102 h 178"/>
                <a:gd name="T64" fmla="*/ 71 w 117"/>
                <a:gd name="T65" fmla="*/ 103 h 178"/>
                <a:gd name="T66" fmla="*/ 62 w 117"/>
                <a:gd name="T67" fmla="*/ 115 h 178"/>
                <a:gd name="T68" fmla="*/ 59 w 117"/>
                <a:gd name="T69" fmla="*/ 98 h 178"/>
                <a:gd name="T70" fmla="*/ 31 w 117"/>
                <a:gd name="T71" fmla="*/ 92 h 178"/>
                <a:gd name="T72" fmla="*/ 77 w 117"/>
                <a:gd name="T73" fmla="*/ 92 h 178"/>
                <a:gd name="T74" fmla="*/ 72 w 117"/>
                <a:gd name="T75" fmla="*/ 95 h 178"/>
                <a:gd name="T76" fmla="*/ 94 w 117"/>
                <a:gd name="T77" fmla="*/ 90 h 178"/>
                <a:gd name="T78" fmla="*/ 104 w 117"/>
                <a:gd name="T79" fmla="*/ 108 h 178"/>
                <a:gd name="T80" fmla="*/ 94 w 117"/>
                <a:gd name="T81" fmla="*/ 103 h 178"/>
                <a:gd name="T82" fmla="*/ 93 w 117"/>
                <a:gd name="T83" fmla="*/ 90 h 178"/>
                <a:gd name="T84" fmla="*/ 72 w 117"/>
                <a:gd name="T85" fmla="*/ 84 h 178"/>
                <a:gd name="T86" fmla="*/ 51 w 117"/>
                <a:gd name="T87" fmla="*/ 84 h 178"/>
                <a:gd name="T88" fmla="*/ 42 w 117"/>
                <a:gd name="T89" fmla="*/ 84 h 178"/>
                <a:gd name="T90" fmla="*/ 58 w 117"/>
                <a:gd name="T91" fmla="*/ 82 h 178"/>
                <a:gd name="T92" fmla="*/ 85 w 117"/>
                <a:gd name="T93" fmla="*/ 73 h 178"/>
                <a:gd name="T94" fmla="*/ 58 w 117"/>
                <a:gd name="T95" fmla="*/ 70 h 178"/>
                <a:gd name="T96" fmla="*/ 56 w 117"/>
                <a:gd name="T97" fmla="*/ 57 h 178"/>
                <a:gd name="T98" fmla="*/ 55 w 117"/>
                <a:gd name="T99" fmla="*/ 16 h 178"/>
                <a:gd name="T100" fmla="*/ 55 w 117"/>
                <a:gd name="T101" fmla="*/ 45 h 178"/>
                <a:gd name="T102" fmla="*/ 51 w 117"/>
                <a:gd name="T103" fmla="*/ 63 h 178"/>
                <a:gd name="T104" fmla="*/ 69 w 117"/>
                <a:gd name="T105" fmla="*/ 74 h 178"/>
                <a:gd name="T106" fmla="*/ 76 w 117"/>
                <a:gd name="T107" fmla="*/ 75 h 178"/>
                <a:gd name="T108" fmla="*/ 81 w 117"/>
                <a:gd name="T109" fmla="*/ 91 h 178"/>
                <a:gd name="T110" fmla="*/ 68 w 117"/>
                <a:gd name="T111" fmla="*/ 78 h 178"/>
                <a:gd name="T112" fmla="*/ 59 w 117"/>
                <a:gd name="T113" fmla="*/ 74 h 178"/>
                <a:gd name="T114" fmla="*/ 40 w 117"/>
                <a:gd name="T115" fmla="*/ 73 h 178"/>
                <a:gd name="T116" fmla="*/ 38 w 117"/>
                <a:gd name="T117" fmla="*/ 66 h 178"/>
                <a:gd name="T118" fmla="*/ 29 w 117"/>
                <a:gd name="T119" fmla="*/ 46 h 178"/>
                <a:gd name="T120" fmla="*/ 33 w 117"/>
                <a:gd name="T121" fmla="*/ 24 h 178"/>
                <a:gd name="T122" fmla="*/ 50 w 117"/>
                <a:gd name="T123" fmla="*/ 9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" h="178">
                  <a:moveTo>
                    <a:pt x="63" y="163"/>
                  </a:moveTo>
                  <a:lnTo>
                    <a:pt x="64" y="165"/>
                  </a:lnTo>
                  <a:lnTo>
                    <a:pt x="65" y="165"/>
                  </a:lnTo>
                  <a:lnTo>
                    <a:pt x="65" y="166"/>
                  </a:lnTo>
                  <a:lnTo>
                    <a:pt x="62" y="169"/>
                  </a:lnTo>
                  <a:lnTo>
                    <a:pt x="60" y="169"/>
                  </a:lnTo>
                  <a:lnTo>
                    <a:pt x="59" y="166"/>
                  </a:lnTo>
                  <a:lnTo>
                    <a:pt x="59" y="165"/>
                  </a:lnTo>
                  <a:lnTo>
                    <a:pt x="62" y="165"/>
                  </a:lnTo>
                  <a:lnTo>
                    <a:pt x="63" y="163"/>
                  </a:lnTo>
                  <a:close/>
                  <a:moveTo>
                    <a:pt x="1" y="146"/>
                  </a:moveTo>
                  <a:lnTo>
                    <a:pt x="2" y="148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1" y="152"/>
                  </a:lnTo>
                  <a:lnTo>
                    <a:pt x="0" y="149"/>
                  </a:lnTo>
                  <a:lnTo>
                    <a:pt x="0" y="148"/>
                  </a:lnTo>
                  <a:lnTo>
                    <a:pt x="1" y="146"/>
                  </a:lnTo>
                  <a:close/>
                  <a:moveTo>
                    <a:pt x="5" y="144"/>
                  </a:moveTo>
                  <a:lnTo>
                    <a:pt x="5" y="145"/>
                  </a:lnTo>
                  <a:lnTo>
                    <a:pt x="4" y="145"/>
                  </a:lnTo>
                  <a:lnTo>
                    <a:pt x="5" y="144"/>
                  </a:lnTo>
                  <a:close/>
                  <a:moveTo>
                    <a:pt x="4" y="144"/>
                  </a:moveTo>
                  <a:lnTo>
                    <a:pt x="4" y="145"/>
                  </a:lnTo>
                  <a:lnTo>
                    <a:pt x="2" y="145"/>
                  </a:lnTo>
                  <a:lnTo>
                    <a:pt x="4" y="144"/>
                  </a:lnTo>
                  <a:close/>
                  <a:moveTo>
                    <a:pt x="80" y="132"/>
                  </a:moveTo>
                  <a:lnTo>
                    <a:pt x="81" y="132"/>
                  </a:lnTo>
                  <a:lnTo>
                    <a:pt x="81" y="133"/>
                  </a:lnTo>
                  <a:lnTo>
                    <a:pt x="79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0" y="132"/>
                  </a:lnTo>
                  <a:close/>
                  <a:moveTo>
                    <a:pt x="92" y="130"/>
                  </a:moveTo>
                  <a:lnTo>
                    <a:pt x="94" y="132"/>
                  </a:lnTo>
                  <a:lnTo>
                    <a:pt x="93" y="134"/>
                  </a:lnTo>
                  <a:lnTo>
                    <a:pt x="92" y="133"/>
                  </a:lnTo>
                  <a:lnTo>
                    <a:pt x="92" y="132"/>
                  </a:lnTo>
                  <a:lnTo>
                    <a:pt x="92" y="130"/>
                  </a:lnTo>
                  <a:close/>
                  <a:moveTo>
                    <a:pt x="108" y="127"/>
                  </a:moveTo>
                  <a:lnTo>
                    <a:pt x="109" y="127"/>
                  </a:lnTo>
                  <a:lnTo>
                    <a:pt x="108" y="128"/>
                  </a:lnTo>
                  <a:lnTo>
                    <a:pt x="106" y="128"/>
                  </a:lnTo>
                  <a:lnTo>
                    <a:pt x="108" y="127"/>
                  </a:lnTo>
                  <a:close/>
                  <a:moveTo>
                    <a:pt x="101" y="125"/>
                  </a:moveTo>
                  <a:lnTo>
                    <a:pt x="102" y="125"/>
                  </a:lnTo>
                  <a:lnTo>
                    <a:pt x="104" y="125"/>
                  </a:lnTo>
                  <a:lnTo>
                    <a:pt x="104" y="128"/>
                  </a:lnTo>
                  <a:lnTo>
                    <a:pt x="108" y="130"/>
                  </a:lnTo>
                  <a:lnTo>
                    <a:pt x="109" y="133"/>
                  </a:lnTo>
                  <a:lnTo>
                    <a:pt x="112" y="132"/>
                  </a:lnTo>
                  <a:lnTo>
                    <a:pt x="112" y="133"/>
                  </a:lnTo>
                  <a:lnTo>
                    <a:pt x="113" y="136"/>
                  </a:lnTo>
                  <a:lnTo>
                    <a:pt x="113" y="138"/>
                  </a:lnTo>
                  <a:lnTo>
                    <a:pt x="112" y="138"/>
                  </a:lnTo>
                  <a:lnTo>
                    <a:pt x="110" y="140"/>
                  </a:lnTo>
                  <a:lnTo>
                    <a:pt x="112" y="141"/>
                  </a:lnTo>
                  <a:lnTo>
                    <a:pt x="113" y="141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4" y="144"/>
                  </a:lnTo>
                  <a:lnTo>
                    <a:pt x="114" y="148"/>
                  </a:lnTo>
                  <a:lnTo>
                    <a:pt x="114" y="150"/>
                  </a:lnTo>
                  <a:lnTo>
                    <a:pt x="115" y="152"/>
                  </a:lnTo>
                  <a:lnTo>
                    <a:pt x="117" y="154"/>
                  </a:lnTo>
                  <a:lnTo>
                    <a:pt x="117" y="158"/>
                  </a:lnTo>
                  <a:lnTo>
                    <a:pt x="115" y="161"/>
                  </a:lnTo>
                  <a:lnTo>
                    <a:pt x="115" y="161"/>
                  </a:lnTo>
                  <a:lnTo>
                    <a:pt x="115" y="162"/>
                  </a:lnTo>
                  <a:lnTo>
                    <a:pt x="114" y="161"/>
                  </a:lnTo>
                  <a:lnTo>
                    <a:pt x="113" y="161"/>
                  </a:lnTo>
                  <a:lnTo>
                    <a:pt x="113" y="162"/>
                  </a:lnTo>
                  <a:lnTo>
                    <a:pt x="113" y="166"/>
                  </a:lnTo>
                  <a:lnTo>
                    <a:pt x="113" y="169"/>
                  </a:lnTo>
                  <a:lnTo>
                    <a:pt x="113" y="170"/>
                  </a:lnTo>
                  <a:lnTo>
                    <a:pt x="112" y="169"/>
                  </a:lnTo>
                  <a:lnTo>
                    <a:pt x="112" y="165"/>
                  </a:lnTo>
                  <a:lnTo>
                    <a:pt x="112" y="162"/>
                  </a:lnTo>
                  <a:lnTo>
                    <a:pt x="110" y="161"/>
                  </a:lnTo>
                  <a:lnTo>
                    <a:pt x="109" y="158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4" y="162"/>
                  </a:lnTo>
                  <a:lnTo>
                    <a:pt x="102" y="165"/>
                  </a:lnTo>
                  <a:lnTo>
                    <a:pt x="105" y="166"/>
                  </a:lnTo>
                  <a:lnTo>
                    <a:pt x="106" y="169"/>
                  </a:lnTo>
                  <a:lnTo>
                    <a:pt x="108" y="170"/>
                  </a:lnTo>
                  <a:lnTo>
                    <a:pt x="108" y="173"/>
                  </a:lnTo>
                  <a:lnTo>
                    <a:pt x="104" y="177"/>
                  </a:lnTo>
                  <a:lnTo>
                    <a:pt x="102" y="178"/>
                  </a:lnTo>
                  <a:lnTo>
                    <a:pt x="101" y="177"/>
                  </a:lnTo>
                  <a:lnTo>
                    <a:pt x="101" y="175"/>
                  </a:lnTo>
                  <a:lnTo>
                    <a:pt x="101" y="174"/>
                  </a:lnTo>
                  <a:lnTo>
                    <a:pt x="101" y="173"/>
                  </a:lnTo>
                  <a:lnTo>
                    <a:pt x="100" y="174"/>
                  </a:lnTo>
                  <a:lnTo>
                    <a:pt x="100" y="175"/>
                  </a:lnTo>
                  <a:lnTo>
                    <a:pt x="97" y="175"/>
                  </a:lnTo>
                  <a:lnTo>
                    <a:pt x="94" y="175"/>
                  </a:lnTo>
                  <a:lnTo>
                    <a:pt x="93" y="173"/>
                  </a:lnTo>
                  <a:lnTo>
                    <a:pt x="90" y="173"/>
                  </a:lnTo>
                  <a:lnTo>
                    <a:pt x="88" y="170"/>
                  </a:lnTo>
                  <a:lnTo>
                    <a:pt x="88" y="169"/>
                  </a:lnTo>
                  <a:lnTo>
                    <a:pt x="87" y="166"/>
                  </a:lnTo>
                  <a:lnTo>
                    <a:pt x="87" y="165"/>
                  </a:lnTo>
                  <a:lnTo>
                    <a:pt x="87" y="163"/>
                  </a:lnTo>
                  <a:lnTo>
                    <a:pt x="85" y="162"/>
                  </a:lnTo>
                  <a:lnTo>
                    <a:pt x="87" y="161"/>
                  </a:lnTo>
                  <a:lnTo>
                    <a:pt x="87" y="159"/>
                  </a:lnTo>
                  <a:lnTo>
                    <a:pt x="87" y="158"/>
                  </a:lnTo>
                  <a:lnTo>
                    <a:pt x="89" y="159"/>
                  </a:lnTo>
                  <a:lnTo>
                    <a:pt x="87" y="157"/>
                  </a:lnTo>
                  <a:lnTo>
                    <a:pt x="87" y="155"/>
                  </a:lnTo>
                  <a:lnTo>
                    <a:pt x="84" y="154"/>
                  </a:lnTo>
                  <a:lnTo>
                    <a:pt x="83" y="153"/>
                  </a:lnTo>
                  <a:lnTo>
                    <a:pt x="80" y="152"/>
                  </a:lnTo>
                  <a:lnTo>
                    <a:pt x="79" y="152"/>
                  </a:lnTo>
                  <a:lnTo>
                    <a:pt x="79" y="152"/>
                  </a:lnTo>
                  <a:lnTo>
                    <a:pt x="79" y="153"/>
                  </a:lnTo>
                  <a:lnTo>
                    <a:pt x="77" y="154"/>
                  </a:lnTo>
                  <a:lnTo>
                    <a:pt x="79" y="155"/>
                  </a:lnTo>
                  <a:lnTo>
                    <a:pt x="79" y="155"/>
                  </a:lnTo>
                  <a:lnTo>
                    <a:pt x="76" y="154"/>
                  </a:lnTo>
                  <a:lnTo>
                    <a:pt x="75" y="154"/>
                  </a:lnTo>
                  <a:lnTo>
                    <a:pt x="76" y="153"/>
                  </a:lnTo>
                  <a:lnTo>
                    <a:pt x="75" y="153"/>
                  </a:lnTo>
                  <a:lnTo>
                    <a:pt x="73" y="154"/>
                  </a:lnTo>
                  <a:lnTo>
                    <a:pt x="73" y="155"/>
                  </a:lnTo>
                  <a:lnTo>
                    <a:pt x="72" y="155"/>
                  </a:lnTo>
                  <a:lnTo>
                    <a:pt x="71" y="155"/>
                  </a:lnTo>
                  <a:lnTo>
                    <a:pt x="71" y="155"/>
                  </a:lnTo>
                  <a:lnTo>
                    <a:pt x="71" y="153"/>
                  </a:lnTo>
                  <a:lnTo>
                    <a:pt x="69" y="152"/>
                  </a:lnTo>
                  <a:lnTo>
                    <a:pt x="68" y="152"/>
                  </a:lnTo>
                  <a:lnTo>
                    <a:pt x="67" y="154"/>
                  </a:lnTo>
                  <a:lnTo>
                    <a:pt x="65" y="155"/>
                  </a:lnTo>
                  <a:lnTo>
                    <a:pt x="64" y="161"/>
                  </a:lnTo>
                  <a:lnTo>
                    <a:pt x="63" y="162"/>
                  </a:lnTo>
                  <a:lnTo>
                    <a:pt x="60" y="159"/>
                  </a:lnTo>
                  <a:lnTo>
                    <a:pt x="62" y="157"/>
                  </a:lnTo>
                  <a:lnTo>
                    <a:pt x="63" y="153"/>
                  </a:lnTo>
                  <a:lnTo>
                    <a:pt x="62" y="152"/>
                  </a:lnTo>
                  <a:lnTo>
                    <a:pt x="64" y="149"/>
                  </a:lnTo>
                  <a:lnTo>
                    <a:pt x="67" y="148"/>
                  </a:lnTo>
                  <a:lnTo>
                    <a:pt x="68" y="146"/>
                  </a:lnTo>
                  <a:lnTo>
                    <a:pt x="71" y="146"/>
                  </a:lnTo>
                  <a:lnTo>
                    <a:pt x="73" y="146"/>
                  </a:lnTo>
                  <a:lnTo>
                    <a:pt x="72" y="144"/>
                  </a:lnTo>
                  <a:lnTo>
                    <a:pt x="73" y="142"/>
                  </a:lnTo>
                  <a:lnTo>
                    <a:pt x="76" y="141"/>
                  </a:lnTo>
                  <a:lnTo>
                    <a:pt x="77" y="138"/>
                  </a:lnTo>
                  <a:lnTo>
                    <a:pt x="80" y="138"/>
                  </a:lnTo>
                  <a:lnTo>
                    <a:pt x="83" y="141"/>
                  </a:lnTo>
                  <a:lnTo>
                    <a:pt x="83" y="145"/>
                  </a:lnTo>
                  <a:lnTo>
                    <a:pt x="80" y="149"/>
                  </a:lnTo>
                  <a:lnTo>
                    <a:pt x="83" y="146"/>
                  </a:lnTo>
                  <a:lnTo>
                    <a:pt x="85" y="146"/>
                  </a:lnTo>
                  <a:lnTo>
                    <a:pt x="88" y="145"/>
                  </a:lnTo>
                  <a:lnTo>
                    <a:pt x="89" y="141"/>
                  </a:lnTo>
                  <a:lnTo>
                    <a:pt x="92" y="140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0"/>
                  </a:lnTo>
                  <a:lnTo>
                    <a:pt x="93" y="140"/>
                  </a:lnTo>
                  <a:lnTo>
                    <a:pt x="94" y="134"/>
                  </a:lnTo>
                  <a:lnTo>
                    <a:pt x="97" y="136"/>
                  </a:lnTo>
                  <a:lnTo>
                    <a:pt x="98" y="137"/>
                  </a:lnTo>
                  <a:lnTo>
                    <a:pt x="98" y="136"/>
                  </a:lnTo>
                  <a:lnTo>
                    <a:pt x="98" y="133"/>
                  </a:lnTo>
                  <a:lnTo>
                    <a:pt x="100" y="133"/>
                  </a:lnTo>
                  <a:lnTo>
                    <a:pt x="101" y="134"/>
                  </a:lnTo>
                  <a:lnTo>
                    <a:pt x="102" y="133"/>
                  </a:lnTo>
                  <a:lnTo>
                    <a:pt x="101" y="128"/>
                  </a:lnTo>
                  <a:lnTo>
                    <a:pt x="101" y="125"/>
                  </a:lnTo>
                  <a:close/>
                  <a:moveTo>
                    <a:pt x="98" y="121"/>
                  </a:moveTo>
                  <a:lnTo>
                    <a:pt x="100" y="123"/>
                  </a:lnTo>
                  <a:lnTo>
                    <a:pt x="100" y="125"/>
                  </a:lnTo>
                  <a:lnTo>
                    <a:pt x="98" y="123"/>
                  </a:lnTo>
                  <a:lnTo>
                    <a:pt x="98" y="121"/>
                  </a:lnTo>
                  <a:close/>
                  <a:moveTo>
                    <a:pt x="109" y="121"/>
                  </a:moveTo>
                  <a:lnTo>
                    <a:pt x="110" y="123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8" y="124"/>
                  </a:lnTo>
                  <a:lnTo>
                    <a:pt x="109" y="124"/>
                  </a:lnTo>
                  <a:lnTo>
                    <a:pt x="109" y="121"/>
                  </a:lnTo>
                  <a:close/>
                  <a:moveTo>
                    <a:pt x="89" y="120"/>
                  </a:moveTo>
                  <a:lnTo>
                    <a:pt x="90" y="121"/>
                  </a:lnTo>
                  <a:lnTo>
                    <a:pt x="90" y="124"/>
                  </a:lnTo>
                  <a:lnTo>
                    <a:pt x="89" y="125"/>
                  </a:lnTo>
                  <a:lnTo>
                    <a:pt x="87" y="128"/>
                  </a:lnTo>
                  <a:lnTo>
                    <a:pt x="83" y="128"/>
                  </a:lnTo>
                  <a:lnTo>
                    <a:pt x="84" y="127"/>
                  </a:lnTo>
                  <a:lnTo>
                    <a:pt x="83" y="125"/>
                  </a:lnTo>
                  <a:lnTo>
                    <a:pt x="84" y="123"/>
                  </a:lnTo>
                  <a:lnTo>
                    <a:pt x="88" y="120"/>
                  </a:lnTo>
                  <a:lnTo>
                    <a:pt x="89" y="120"/>
                  </a:lnTo>
                  <a:close/>
                  <a:moveTo>
                    <a:pt x="104" y="116"/>
                  </a:moveTo>
                  <a:lnTo>
                    <a:pt x="105" y="117"/>
                  </a:lnTo>
                  <a:lnTo>
                    <a:pt x="104" y="119"/>
                  </a:lnTo>
                  <a:lnTo>
                    <a:pt x="104" y="120"/>
                  </a:lnTo>
                  <a:lnTo>
                    <a:pt x="105" y="123"/>
                  </a:lnTo>
                  <a:lnTo>
                    <a:pt x="105" y="125"/>
                  </a:lnTo>
                  <a:lnTo>
                    <a:pt x="104" y="125"/>
                  </a:lnTo>
                  <a:lnTo>
                    <a:pt x="104" y="124"/>
                  </a:lnTo>
                  <a:lnTo>
                    <a:pt x="104" y="123"/>
                  </a:lnTo>
                  <a:lnTo>
                    <a:pt x="102" y="120"/>
                  </a:lnTo>
                  <a:lnTo>
                    <a:pt x="102" y="117"/>
                  </a:lnTo>
                  <a:lnTo>
                    <a:pt x="104" y="116"/>
                  </a:lnTo>
                  <a:close/>
                  <a:moveTo>
                    <a:pt x="34" y="115"/>
                  </a:moveTo>
                  <a:lnTo>
                    <a:pt x="34" y="115"/>
                  </a:lnTo>
                  <a:lnTo>
                    <a:pt x="35" y="116"/>
                  </a:lnTo>
                  <a:lnTo>
                    <a:pt x="35" y="117"/>
                  </a:lnTo>
                  <a:lnTo>
                    <a:pt x="33" y="117"/>
                  </a:lnTo>
                  <a:lnTo>
                    <a:pt x="31" y="117"/>
                  </a:lnTo>
                  <a:lnTo>
                    <a:pt x="33" y="116"/>
                  </a:lnTo>
                  <a:lnTo>
                    <a:pt x="33" y="115"/>
                  </a:lnTo>
                  <a:lnTo>
                    <a:pt x="34" y="115"/>
                  </a:lnTo>
                  <a:close/>
                  <a:moveTo>
                    <a:pt x="67" y="113"/>
                  </a:moveTo>
                  <a:lnTo>
                    <a:pt x="68" y="115"/>
                  </a:lnTo>
                  <a:lnTo>
                    <a:pt x="68" y="116"/>
                  </a:lnTo>
                  <a:lnTo>
                    <a:pt x="65" y="117"/>
                  </a:lnTo>
                  <a:lnTo>
                    <a:pt x="64" y="116"/>
                  </a:lnTo>
                  <a:lnTo>
                    <a:pt x="65" y="115"/>
                  </a:lnTo>
                  <a:lnTo>
                    <a:pt x="67" y="113"/>
                  </a:lnTo>
                  <a:close/>
                  <a:moveTo>
                    <a:pt x="88" y="113"/>
                  </a:moveTo>
                  <a:lnTo>
                    <a:pt x="87" y="115"/>
                  </a:lnTo>
                  <a:lnTo>
                    <a:pt x="87" y="115"/>
                  </a:lnTo>
                  <a:lnTo>
                    <a:pt x="88" y="113"/>
                  </a:lnTo>
                  <a:close/>
                  <a:moveTo>
                    <a:pt x="104" y="113"/>
                  </a:moveTo>
                  <a:lnTo>
                    <a:pt x="105" y="113"/>
                  </a:lnTo>
                  <a:lnTo>
                    <a:pt x="105" y="115"/>
                  </a:lnTo>
                  <a:lnTo>
                    <a:pt x="104" y="115"/>
                  </a:lnTo>
                  <a:lnTo>
                    <a:pt x="104" y="113"/>
                  </a:lnTo>
                  <a:close/>
                  <a:moveTo>
                    <a:pt x="73" y="111"/>
                  </a:moveTo>
                  <a:lnTo>
                    <a:pt x="75" y="112"/>
                  </a:lnTo>
                  <a:lnTo>
                    <a:pt x="76" y="111"/>
                  </a:lnTo>
                  <a:lnTo>
                    <a:pt x="77" y="112"/>
                  </a:lnTo>
                  <a:lnTo>
                    <a:pt x="77" y="115"/>
                  </a:lnTo>
                  <a:lnTo>
                    <a:pt x="76" y="116"/>
                  </a:lnTo>
                  <a:lnTo>
                    <a:pt x="73" y="123"/>
                  </a:lnTo>
                  <a:lnTo>
                    <a:pt x="75" y="128"/>
                  </a:lnTo>
                  <a:lnTo>
                    <a:pt x="76" y="130"/>
                  </a:lnTo>
                  <a:lnTo>
                    <a:pt x="76" y="133"/>
                  </a:lnTo>
                  <a:lnTo>
                    <a:pt x="73" y="134"/>
                  </a:lnTo>
                  <a:lnTo>
                    <a:pt x="72" y="133"/>
                  </a:lnTo>
                  <a:lnTo>
                    <a:pt x="72" y="130"/>
                  </a:lnTo>
                  <a:lnTo>
                    <a:pt x="69" y="130"/>
                  </a:lnTo>
                  <a:lnTo>
                    <a:pt x="67" y="128"/>
                  </a:lnTo>
                  <a:lnTo>
                    <a:pt x="65" y="128"/>
                  </a:lnTo>
                  <a:lnTo>
                    <a:pt x="64" y="124"/>
                  </a:lnTo>
                  <a:lnTo>
                    <a:pt x="65" y="123"/>
                  </a:lnTo>
                  <a:lnTo>
                    <a:pt x="69" y="123"/>
                  </a:lnTo>
                  <a:lnTo>
                    <a:pt x="71" y="120"/>
                  </a:lnTo>
                  <a:lnTo>
                    <a:pt x="69" y="116"/>
                  </a:lnTo>
                  <a:lnTo>
                    <a:pt x="71" y="115"/>
                  </a:lnTo>
                  <a:lnTo>
                    <a:pt x="71" y="112"/>
                  </a:lnTo>
                  <a:lnTo>
                    <a:pt x="73" y="111"/>
                  </a:lnTo>
                  <a:close/>
                  <a:moveTo>
                    <a:pt x="105" y="111"/>
                  </a:moveTo>
                  <a:lnTo>
                    <a:pt x="106" y="111"/>
                  </a:lnTo>
                  <a:lnTo>
                    <a:pt x="105" y="112"/>
                  </a:lnTo>
                  <a:lnTo>
                    <a:pt x="104" y="111"/>
                  </a:lnTo>
                  <a:lnTo>
                    <a:pt x="105" y="111"/>
                  </a:lnTo>
                  <a:close/>
                  <a:moveTo>
                    <a:pt x="84" y="108"/>
                  </a:moveTo>
                  <a:lnTo>
                    <a:pt x="84" y="112"/>
                  </a:lnTo>
                  <a:lnTo>
                    <a:pt x="83" y="113"/>
                  </a:lnTo>
                  <a:lnTo>
                    <a:pt x="84" y="116"/>
                  </a:lnTo>
                  <a:lnTo>
                    <a:pt x="83" y="119"/>
                  </a:lnTo>
                  <a:lnTo>
                    <a:pt x="80" y="121"/>
                  </a:lnTo>
                  <a:lnTo>
                    <a:pt x="79" y="127"/>
                  </a:lnTo>
                  <a:lnTo>
                    <a:pt x="77" y="129"/>
                  </a:lnTo>
                  <a:lnTo>
                    <a:pt x="76" y="127"/>
                  </a:lnTo>
                  <a:lnTo>
                    <a:pt x="76" y="124"/>
                  </a:lnTo>
                  <a:lnTo>
                    <a:pt x="79" y="123"/>
                  </a:lnTo>
                  <a:lnTo>
                    <a:pt x="79" y="119"/>
                  </a:lnTo>
                  <a:lnTo>
                    <a:pt x="80" y="116"/>
                  </a:lnTo>
                  <a:lnTo>
                    <a:pt x="81" y="112"/>
                  </a:lnTo>
                  <a:lnTo>
                    <a:pt x="83" y="108"/>
                  </a:lnTo>
                  <a:lnTo>
                    <a:pt x="84" y="108"/>
                  </a:lnTo>
                  <a:close/>
                  <a:moveTo>
                    <a:pt x="88" y="105"/>
                  </a:moveTo>
                  <a:lnTo>
                    <a:pt x="90" y="107"/>
                  </a:lnTo>
                  <a:lnTo>
                    <a:pt x="93" y="105"/>
                  </a:lnTo>
                  <a:lnTo>
                    <a:pt x="93" y="107"/>
                  </a:lnTo>
                  <a:lnTo>
                    <a:pt x="94" y="109"/>
                  </a:lnTo>
                  <a:lnTo>
                    <a:pt x="96" y="113"/>
                  </a:lnTo>
                  <a:lnTo>
                    <a:pt x="97" y="115"/>
                  </a:lnTo>
                  <a:lnTo>
                    <a:pt x="98" y="117"/>
                  </a:lnTo>
                  <a:lnTo>
                    <a:pt x="98" y="120"/>
                  </a:lnTo>
                  <a:lnTo>
                    <a:pt x="97" y="120"/>
                  </a:lnTo>
                  <a:lnTo>
                    <a:pt x="96" y="119"/>
                  </a:lnTo>
                  <a:lnTo>
                    <a:pt x="96" y="121"/>
                  </a:lnTo>
                  <a:lnTo>
                    <a:pt x="93" y="120"/>
                  </a:lnTo>
                  <a:lnTo>
                    <a:pt x="93" y="117"/>
                  </a:lnTo>
                  <a:lnTo>
                    <a:pt x="92" y="115"/>
                  </a:lnTo>
                  <a:lnTo>
                    <a:pt x="92" y="112"/>
                  </a:lnTo>
                  <a:lnTo>
                    <a:pt x="90" y="111"/>
                  </a:lnTo>
                  <a:lnTo>
                    <a:pt x="89" y="112"/>
                  </a:lnTo>
                  <a:lnTo>
                    <a:pt x="88" y="111"/>
                  </a:lnTo>
                  <a:lnTo>
                    <a:pt x="88" y="108"/>
                  </a:lnTo>
                  <a:lnTo>
                    <a:pt x="87" y="105"/>
                  </a:lnTo>
                  <a:lnTo>
                    <a:pt x="88" y="105"/>
                  </a:lnTo>
                  <a:close/>
                  <a:moveTo>
                    <a:pt x="27" y="105"/>
                  </a:moveTo>
                  <a:lnTo>
                    <a:pt x="27" y="108"/>
                  </a:lnTo>
                  <a:lnTo>
                    <a:pt x="27" y="111"/>
                  </a:lnTo>
                  <a:lnTo>
                    <a:pt x="30" y="113"/>
                  </a:lnTo>
                  <a:lnTo>
                    <a:pt x="31" y="116"/>
                  </a:lnTo>
                  <a:lnTo>
                    <a:pt x="30" y="117"/>
                  </a:lnTo>
                  <a:lnTo>
                    <a:pt x="27" y="119"/>
                  </a:lnTo>
                  <a:lnTo>
                    <a:pt x="26" y="120"/>
                  </a:lnTo>
                  <a:lnTo>
                    <a:pt x="25" y="123"/>
                  </a:lnTo>
                  <a:lnTo>
                    <a:pt x="22" y="123"/>
                  </a:lnTo>
                  <a:lnTo>
                    <a:pt x="21" y="124"/>
                  </a:lnTo>
                  <a:lnTo>
                    <a:pt x="21" y="128"/>
                  </a:lnTo>
                  <a:lnTo>
                    <a:pt x="18" y="129"/>
                  </a:lnTo>
                  <a:lnTo>
                    <a:pt x="18" y="130"/>
                  </a:lnTo>
                  <a:lnTo>
                    <a:pt x="17" y="133"/>
                  </a:lnTo>
                  <a:lnTo>
                    <a:pt x="14" y="133"/>
                  </a:lnTo>
                  <a:lnTo>
                    <a:pt x="11" y="137"/>
                  </a:lnTo>
                  <a:lnTo>
                    <a:pt x="9" y="138"/>
                  </a:lnTo>
                  <a:lnTo>
                    <a:pt x="8" y="140"/>
                  </a:lnTo>
                  <a:lnTo>
                    <a:pt x="5" y="141"/>
                  </a:lnTo>
                  <a:lnTo>
                    <a:pt x="4" y="142"/>
                  </a:lnTo>
                  <a:lnTo>
                    <a:pt x="4" y="141"/>
                  </a:lnTo>
                  <a:lnTo>
                    <a:pt x="4" y="140"/>
                  </a:lnTo>
                  <a:lnTo>
                    <a:pt x="8" y="136"/>
                  </a:lnTo>
                  <a:lnTo>
                    <a:pt x="9" y="136"/>
                  </a:lnTo>
                  <a:lnTo>
                    <a:pt x="10" y="132"/>
                  </a:lnTo>
                  <a:lnTo>
                    <a:pt x="11" y="132"/>
                  </a:lnTo>
                  <a:lnTo>
                    <a:pt x="15" y="128"/>
                  </a:lnTo>
                  <a:lnTo>
                    <a:pt x="18" y="124"/>
                  </a:lnTo>
                  <a:lnTo>
                    <a:pt x="21" y="123"/>
                  </a:lnTo>
                  <a:lnTo>
                    <a:pt x="21" y="120"/>
                  </a:lnTo>
                  <a:lnTo>
                    <a:pt x="22" y="117"/>
                  </a:lnTo>
                  <a:lnTo>
                    <a:pt x="23" y="119"/>
                  </a:lnTo>
                  <a:lnTo>
                    <a:pt x="26" y="116"/>
                  </a:lnTo>
                  <a:lnTo>
                    <a:pt x="26" y="113"/>
                  </a:lnTo>
                  <a:lnTo>
                    <a:pt x="25" y="112"/>
                  </a:lnTo>
                  <a:lnTo>
                    <a:pt x="26" y="113"/>
                  </a:lnTo>
                  <a:lnTo>
                    <a:pt x="26" y="109"/>
                  </a:lnTo>
                  <a:lnTo>
                    <a:pt x="26" y="105"/>
                  </a:lnTo>
                  <a:lnTo>
                    <a:pt x="27" y="105"/>
                  </a:lnTo>
                  <a:close/>
                  <a:moveTo>
                    <a:pt x="90" y="102"/>
                  </a:moveTo>
                  <a:lnTo>
                    <a:pt x="89" y="104"/>
                  </a:lnTo>
                  <a:lnTo>
                    <a:pt x="88" y="104"/>
                  </a:lnTo>
                  <a:lnTo>
                    <a:pt x="87" y="103"/>
                  </a:lnTo>
                  <a:lnTo>
                    <a:pt x="88" y="103"/>
                  </a:lnTo>
                  <a:lnTo>
                    <a:pt x="90" y="102"/>
                  </a:lnTo>
                  <a:close/>
                  <a:moveTo>
                    <a:pt x="31" y="98"/>
                  </a:moveTo>
                  <a:lnTo>
                    <a:pt x="33" y="99"/>
                  </a:lnTo>
                  <a:lnTo>
                    <a:pt x="34" y="100"/>
                  </a:lnTo>
                  <a:lnTo>
                    <a:pt x="33" y="102"/>
                  </a:lnTo>
                  <a:lnTo>
                    <a:pt x="33" y="102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31" y="98"/>
                  </a:lnTo>
                  <a:close/>
                  <a:moveTo>
                    <a:pt x="59" y="98"/>
                  </a:moveTo>
                  <a:lnTo>
                    <a:pt x="62" y="100"/>
                  </a:lnTo>
                  <a:lnTo>
                    <a:pt x="63" y="100"/>
                  </a:lnTo>
                  <a:lnTo>
                    <a:pt x="63" y="102"/>
                  </a:lnTo>
                  <a:lnTo>
                    <a:pt x="64" y="102"/>
                  </a:lnTo>
                  <a:lnTo>
                    <a:pt x="67" y="102"/>
                  </a:lnTo>
                  <a:lnTo>
                    <a:pt x="68" y="103"/>
                  </a:lnTo>
                  <a:lnTo>
                    <a:pt x="69" y="104"/>
                  </a:lnTo>
                  <a:lnTo>
                    <a:pt x="71" y="103"/>
                  </a:lnTo>
                  <a:lnTo>
                    <a:pt x="72" y="102"/>
                  </a:lnTo>
                  <a:lnTo>
                    <a:pt x="73" y="103"/>
                  </a:lnTo>
                  <a:lnTo>
                    <a:pt x="73" y="105"/>
                  </a:lnTo>
                  <a:lnTo>
                    <a:pt x="72" y="107"/>
                  </a:lnTo>
                  <a:lnTo>
                    <a:pt x="71" y="109"/>
                  </a:lnTo>
                  <a:lnTo>
                    <a:pt x="68" y="111"/>
                  </a:lnTo>
                  <a:lnTo>
                    <a:pt x="67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4" y="113"/>
                  </a:lnTo>
                  <a:lnTo>
                    <a:pt x="62" y="115"/>
                  </a:lnTo>
                  <a:lnTo>
                    <a:pt x="60" y="116"/>
                  </a:lnTo>
                  <a:lnTo>
                    <a:pt x="59" y="116"/>
                  </a:lnTo>
                  <a:lnTo>
                    <a:pt x="59" y="112"/>
                  </a:lnTo>
                  <a:lnTo>
                    <a:pt x="59" y="109"/>
                  </a:lnTo>
                  <a:lnTo>
                    <a:pt x="59" y="105"/>
                  </a:lnTo>
                  <a:lnTo>
                    <a:pt x="60" y="103"/>
                  </a:lnTo>
                  <a:lnTo>
                    <a:pt x="60" y="102"/>
                  </a:lnTo>
                  <a:lnTo>
                    <a:pt x="59" y="100"/>
                  </a:lnTo>
                  <a:lnTo>
                    <a:pt x="56" y="100"/>
                  </a:lnTo>
                  <a:lnTo>
                    <a:pt x="56" y="99"/>
                  </a:lnTo>
                  <a:lnTo>
                    <a:pt x="59" y="98"/>
                  </a:lnTo>
                  <a:close/>
                  <a:moveTo>
                    <a:pt x="31" y="92"/>
                  </a:moveTo>
                  <a:lnTo>
                    <a:pt x="33" y="94"/>
                  </a:lnTo>
                  <a:lnTo>
                    <a:pt x="34" y="95"/>
                  </a:lnTo>
                  <a:lnTo>
                    <a:pt x="36" y="95"/>
                  </a:lnTo>
                  <a:lnTo>
                    <a:pt x="36" y="96"/>
                  </a:lnTo>
                  <a:lnTo>
                    <a:pt x="36" y="98"/>
                  </a:lnTo>
                  <a:lnTo>
                    <a:pt x="35" y="98"/>
                  </a:lnTo>
                  <a:lnTo>
                    <a:pt x="33" y="96"/>
                  </a:lnTo>
                  <a:lnTo>
                    <a:pt x="31" y="96"/>
                  </a:lnTo>
                  <a:lnTo>
                    <a:pt x="30" y="94"/>
                  </a:lnTo>
                  <a:lnTo>
                    <a:pt x="31" y="92"/>
                  </a:lnTo>
                  <a:close/>
                  <a:moveTo>
                    <a:pt x="65" y="91"/>
                  </a:moveTo>
                  <a:lnTo>
                    <a:pt x="67" y="91"/>
                  </a:lnTo>
                  <a:lnTo>
                    <a:pt x="67" y="92"/>
                  </a:lnTo>
                  <a:lnTo>
                    <a:pt x="64" y="92"/>
                  </a:lnTo>
                  <a:lnTo>
                    <a:pt x="64" y="91"/>
                  </a:lnTo>
                  <a:lnTo>
                    <a:pt x="65" y="91"/>
                  </a:lnTo>
                  <a:close/>
                  <a:moveTo>
                    <a:pt x="73" y="90"/>
                  </a:moveTo>
                  <a:lnTo>
                    <a:pt x="75" y="90"/>
                  </a:lnTo>
                  <a:lnTo>
                    <a:pt x="75" y="91"/>
                  </a:lnTo>
                  <a:lnTo>
                    <a:pt x="75" y="91"/>
                  </a:lnTo>
                  <a:lnTo>
                    <a:pt x="77" y="92"/>
                  </a:lnTo>
                  <a:lnTo>
                    <a:pt x="79" y="94"/>
                  </a:lnTo>
                  <a:lnTo>
                    <a:pt x="83" y="95"/>
                  </a:lnTo>
                  <a:lnTo>
                    <a:pt x="84" y="98"/>
                  </a:lnTo>
                  <a:lnTo>
                    <a:pt x="84" y="99"/>
                  </a:lnTo>
                  <a:lnTo>
                    <a:pt x="83" y="99"/>
                  </a:lnTo>
                  <a:lnTo>
                    <a:pt x="79" y="98"/>
                  </a:lnTo>
                  <a:lnTo>
                    <a:pt x="76" y="95"/>
                  </a:lnTo>
                  <a:lnTo>
                    <a:pt x="75" y="95"/>
                  </a:lnTo>
                  <a:lnTo>
                    <a:pt x="73" y="98"/>
                  </a:lnTo>
                  <a:lnTo>
                    <a:pt x="72" y="96"/>
                  </a:lnTo>
                  <a:lnTo>
                    <a:pt x="72" y="95"/>
                  </a:lnTo>
                  <a:lnTo>
                    <a:pt x="73" y="94"/>
                  </a:lnTo>
                  <a:lnTo>
                    <a:pt x="73" y="92"/>
                  </a:lnTo>
                  <a:lnTo>
                    <a:pt x="73" y="90"/>
                  </a:lnTo>
                  <a:close/>
                  <a:moveTo>
                    <a:pt x="77" y="90"/>
                  </a:moveTo>
                  <a:lnTo>
                    <a:pt x="79" y="90"/>
                  </a:lnTo>
                  <a:lnTo>
                    <a:pt x="80" y="92"/>
                  </a:lnTo>
                  <a:lnTo>
                    <a:pt x="80" y="92"/>
                  </a:lnTo>
                  <a:lnTo>
                    <a:pt x="77" y="91"/>
                  </a:lnTo>
                  <a:lnTo>
                    <a:pt x="77" y="90"/>
                  </a:lnTo>
                  <a:close/>
                  <a:moveTo>
                    <a:pt x="93" y="90"/>
                  </a:moveTo>
                  <a:lnTo>
                    <a:pt x="94" y="90"/>
                  </a:lnTo>
                  <a:lnTo>
                    <a:pt x="94" y="90"/>
                  </a:lnTo>
                  <a:lnTo>
                    <a:pt x="96" y="90"/>
                  </a:lnTo>
                  <a:lnTo>
                    <a:pt x="97" y="91"/>
                  </a:lnTo>
                  <a:lnTo>
                    <a:pt x="100" y="94"/>
                  </a:lnTo>
                  <a:lnTo>
                    <a:pt x="101" y="95"/>
                  </a:lnTo>
                  <a:lnTo>
                    <a:pt x="100" y="96"/>
                  </a:lnTo>
                  <a:lnTo>
                    <a:pt x="101" y="100"/>
                  </a:lnTo>
                  <a:lnTo>
                    <a:pt x="101" y="104"/>
                  </a:lnTo>
                  <a:lnTo>
                    <a:pt x="102" y="105"/>
                  </a:lnTo>
                  <a:lnTo>
                    <a:pt x="102" y="107"/>
                  </a:lnTo>
                  <a:lnTo>
                    <a:pt x="104" y="108"/>
                  </a:lnTo>
                  <a:lnTo>
                    <a:pt x="102" y="108"/>
                  </a:lnTo>
                  <a:lnTo>
                    <a:pt x="102" y="108"/>
                  </a:lnTo>
                  <a:lnTo>
                    <a:pt x="101" y="108"/>
                  </a:lnTo>
                  <a:lnTo>
                    <a:pt x="97" y="108"/>
                  </a:lnTo>
                  <a:lnTo>
                    <a:pt x="97" y="107"/>
                  </a:lnTo>
                  <a:lnTo>
                    <a:pt x="94" y="105"/>
                  </a:lnTo>
                  <a:lnTo>
                    <a:pt x="94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4" y="103"/>
                  </a:lnTo>
                  <a:lnTo>
                    <a:pt x="94" y="102"/>
                  </a:lnTo>
                  <a:lnTo>
                    <a:pt x="93" y="100"/>
                  </a:lnTo>
                  <a:lnTo>
                    <a:pt x="90" y="98"/>
                  </a:lnTo>
                  <a:lnTo>
                    <a:pt x="88" y="95"/>
                  </a:lnTo>
                  <a:lnTo>
                    <a:pt x="85" y="91"/>
                  </a:lnTo>
                  <a:lnTo>
                    <a:pt x="85" y="90"/>
                  </a:lnTo>
                  <a:lnTo>
                    <a:pt x="87" y="90"/>
                  </a:lnTo>
                  <a:lnTo>
                    <a:pt x="89" y="90"/>
                  </a:lnTo>
                  <a:lnTo>
                    <a:pt x="90" y="90"/>
                  </a:lnTo>
                  <a:lnTo>
                    <a:pt x="92" y="90"/>
                  </a:lnTo>
                  <a:lnTo>
                    <a:pt x="93" y="90"/>
                  </a:lnTo>
                  <a:close/>
                  <a:moveTo>
                    <a:pt x="60" y="88"/>
                  </a:moveTo>
                  <a:lnTo>
                    <a:pt x="60" y="91"/>
                  </a:lnTo>
                  <a:lnTo>
                    <a:pt x="60" y="92"/>
                  </a:lnTo>
                  <a:lnTo>
                    <a:pt x="60" y="96"/>
                  </a:lnTo>
                  <a:lnTo>
                    <a:pt x="58" y="96"/>
                  </a:lnTo>
                  <a:lnTo>
                    <a:pt x="58" y="94"/>
                  </a:lnTo>
                  <a:lnTo>
                    <a:pt x="59" y="91"/>
                  </a:lnTo>
                  <a:lnTo>
                    <a:pt x="59" y="88"/>
                  </a:lnTo>
                  <a:lnTo>
                    <a:pt x="60" y="88"/>
                  </a:lnTo>
                  <a:close/>
                  <a:moveTo>
                    <a:pt x="69" y="82"/>
                  </a:moveTo>
                  <a:lnTo>
                    <a:pt x="72" y="84"/>
                  </a:lnTo>
                  <a:lnTo>
                    <a:pt x="72" y="86"/>
                  </a:lnTo>
                  <a:lnTo>
                    <a:pt x="72" y="87"/>
                  </a:lnTo>
                  <a:lnTo>
                    <a:pt x="69" y="84"/>
                  </a:lnTo>
                  <a:lnTo>
                    <a:pt x="69" y="83"/>
                  </a:lnTo>
                  <a:lnTo>
                    <a:pt x="69" y="82"/>
                  </a:lnTo>
                  <a:close/>
                  <a:moveTo>
                    <a:pt x="39" y="78"/>
                  </a:moveTo>
                  <a:lnTo>
                    <a:pt x="42" y="78"/>
                  </a:lnTo>
                  <a:lnTo>
                    <a:pt x="44" y="78"/>
                  </a:lnTo>
                  <a:lnTo>
                    <a:pt x="50" y="82"/>
                  </a:lnTo>
                  <a:lnTo>
                    <a:pt x="51" y="83"/>
                  </a:lnTo>
                  <a:lnTo>
                    <a:pt x="51" y="84"/>
                  </a:lnTo>
                  <a:lnTo>
                    <a:pt x="51" y="87"/>
                  </a:lnTo>
                  <a:lnTo>
                    <a:pt x="52" y="88"/>
                  </a:lnTo>
                  <a:lnTo>
                    <a:pt x="52" y="91"/>
                  </a:lnTo>
                  <a:lnTo>
                    <a:pt x="51" y="91"/>
                  </a:lnTo>
                  <a:lnTo>
                    <a:pt x="51" y="94"/>
                  </a:lnTo>
                  <a:lnTo>
                    <a:pt x="48" y="95"/>
                  </a:lnTo>
                  <a:lnTo>
                    <a:pt x="47" y="95"/>
                  </a:lnTo>
                  <a:lnTo>
                    <a:pt x="44" y="92"/>
                  </a:lnTo>
                  <a:lnTo>
                    <a:pt x="44" y="90"/>
                  </a:lnTo>
                  <a:lnTo>
                    <a:pt x="42" y="88"/>
                  </a:lnTo>
                  <a:lnTo>
                    <a:pt x="42" y="84"/>
                  </a:lnTo>
                  <a:lnTo>
                    <a:pt x="40" y="83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6" y="79"/>
                  </a:lnTo>
                  <a:lnTo>
                    <a:pt x="36" y="78"/>
                  </a:lnTo>
                  <a:lnTo>
                    <a:pt x="39" y="78"/>
                  </a:lnTo>
                  <a:close/>
                  <a:moveTo>
                    <a:pt x="56" y="77"/>
                  </a:moveTo>
                  <a:lnTo>
                    <a:pt x="58" y="78"/>
                  </a:lnTo>
                  <a:lnTo>
                    <a:pt x="59" y="79"/>
                  </a:lnTo>
                  <a:lnTo>
                    <a:pt x="58" y="80"/>
                  </a:lnTo>
                  <a:lnTo>
                    <a:pt x="58" y="82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6" y="77"/>
                  </a:lnTo>
                  <a:close/>
                  <a:moveTo>
                    <a:pt x="33" y="74"/>
                  </a:moveTo>
                  <a:lnTo>
                    <a:pt x="34" y="74"/>
                  </a:lnTo>
                  <a:lnTo>
                    <a:pt x="36" y="75"/>
                  </a:lnTo>
                  <a:lnTo>
                    <a:pt x="35" y="77"/>
                  </a:lnTo>
                  <a:lnTo>
                    <a:pt x="33" y="75"/>
                  </a:lnTo>
                  <a:lnTo>
                    <a:pt x="33" y="74"/>
                  </a:lnTo>
                  <a:close/>
                  <a:moveTo>
                    <a:pt x="84" y="70"/>
                  </a:moveTo>
                  <a:lnTo>
                    <a:pt x="85" y="73"/>
                  </a:lnTo>
                  <a:lnTo>
                    <a:pt x="87" y="74"/>
                  </a:lnTo>
                  <a:lnTo>
                    <a:pt x="85" y="77"/>
                  </a:lnTo>
                  <a:lnTo>
                    <a:pt x="83" y="78"/>
                  </a:lnTo>
                  <a:lnTo>
                    <a:pt x="81" y="77"/>
                  </a:lnTo>
                  <a:lnTo>
                    <a:pt x="83" y="75"/>
                  </a:lnTo>
                  <a:lnTo>
                    <a:pt x="83" y="74"/>
                  </a:lnTo>
                  <a:lnTo>
                    <a:pt x="83" y="71"/>
                  </a:lnTo>
                  <a:lnTo>
                    <a:pt x="84" y="70"/>
                  </a:lnTo>
                  <a:close/>
                  <a:moveTo>
                    <a:pt x="55" y="67"/>
                  </a:moveTo>
                  <a:lnTo>
                    <a:pt x="58" y="69"/>
                  </a:lnTo>
                  <a:lnTo>
                    <a:pt x="58" y="70"/>
                  </a:lnTo>
                  <a:lnTo>
                    <a:pt x="56" y="69"/>
                  </a:lnTo>
                  <a:lnTo>
                    <a:pt x="55" y="67"/>
                  </a:lnTo>
                  <a:close/>
                  <a:moveTo>
                    <a:pt x="56" y="57"/>
                  </a:moveTo>
                  <a:lnTo>
                    <a:pt x="58" y="58"/>
                  </a:lnTo>
                  <a:lnTo>
                    <a:pt x="56" y="59"/>
                  </a:lnTo>
                  <a:lnTo>
                    <a:pt x="56" y="62"/>
                  </a:lnTo>
                  <a:lnTo>
                    <a:pt x="55" y="65"/>
                  </a:lnTo>
                  <a:lnTo>
                    <a:pt x="54" y="62"/>
                  </a:lnTo>
                  <a:lnTo>
                    <a:pt x="55" y="62"/>
                  </a:lnTo>
                  <a:lnTo>
                    <a:pt x="54" y="58"/>
                  </a:lnTo>
                  <a:lnTo>
                    <a:pt x="56" y="57"/>
                  </a:lnTo>
                  <a:close/>
                  <a:moveTo>
                    <a:pt x="39" y="12"/>
                  </a:moveTo>
                  <a:lnTo>
                    <a:pt x="43" y="13"/>
                  </a:lnTo>
                  <a:lnTo>
                    <a:pt x="46" y="15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51" y="15"/>
                  </a:lnTo>
                  <a:lnTo>
                    <a:pt x="52" y="13"/>
                  </a:lnTo>
                  <a:lnTo>
                    <a:pt x="52" y="12"/>
                  </a:lnTo>
                  <a:lnTo>
                    <a:pt x="54" y="12"/>
                  </a:lnTo>
                  <a:lnTo>
                    <a:pt x="55" y="15"/>
                  </a:lnTo>
                  <a:lnTo>
                    <a:pt x="55" y="16"/>
                  </a:lnTo>
                  <a:lnTo>
                    <a:pt x="54" y="17"/>
                  </a:lnTo>
                  <a:lnTo>
                    <a:pt x="54" y="23"/>
                  </a:lnTo>
                  <a:lnTo>
                    <a:pt x="55" y="27"/>
                  </a:lnTo>
                  <a:lnTo>
                    <a:pt x="56" y="27"/>
                  </a:lnTo>
                  <a:lnTo>
                    <a:pt x="58" y="29"/>
                  </a:lnTo>
                  <a:lnTo>
                    <a:pt x="59" y="30"/>
                  </a:lnTo>
                  <a:lnTo>
                    <a:pt x="58" y="36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5" y="46"/>
                  </a:lnTo>
                  <a:lnTo>
                    <a:pt x="55" y="45"/>
                  </a:lnTo>
                  <a:lnTo>
                    <a:pt x="55" y="42"/>
                  </a:lnTo>
                  <a:lnTo>
                    <a:pt x="54" y="44"/>
                  </a:lnTo>
                  <a:lnTo>
                    <a:pt x="50" y="48"/>
                  </a:lnTo>
                  <a:lnTo>
                    <a:pt x="50" y="49"/>
                  </a:lnTo>
                  <a:lnTo>
                    <a:pt x="50" y="52"/>
                  </a:lnTo>
                  <a:lnTo>
                    <a:pt x="48" y="54"/>
                  </a:lnTo>
                  <a:lnTo>
                    <a:pt x="48" y="57"/>
                  </a:lnTo>
                  <a:lnTo>
                    <a:pt x="50" y="58"/>
                  </a:lnTo>
                  <a:lnTo>
                    <a:pt x="51" y="61"/>
                  </a:lnTo>
                  <a:lnTo>
                    <a:pt x="52" y="62"/>
                  </a:lnTo>
                  <a:lnTo>
                    <a:pt x="51" y="63"/>
                  </a:lnTo>
                  <a:lnTo>
                    <a:pt x="51" y="66"/>
                  </a:lnTo>
                  <a:lnTo>
                    <a:pt x="52" y="67"/>
                  </a:lnTo>
                  <a:lnTo>
                    <a:pt x="54" y="70"/>
                  </a:lnTo>
                  <a:lnTo>
                    <a:pt x="56" y="71"/>
                  </a:lnTo>
                  <a:lnTo>
                    <a:pt x="59" y="70"/>
                  </a:lnTo>
                  <a:lnTo>
                    <a:pt x="59" y="69"/>
                  </a:lnTo>
                  <a:lnTo>
                    <a:pt x="63" y="66"/>
                  </a:lnTo>
                  <a:lnTo>
                    <a:pt x="64" y="66"/>
                  </a:lnTo>
                  <a:lnTo>
                    <a:pt x="68" y="69"/>
                  </a:lnTo>
                  <a:lnTo>
                    <a:pt x="69" y="71"/>
                  </a:lnTo>
                  <a:lnTo>
                    <a:pt x="69" y="74"/>
                  </a:lnTo>
                  <a:lnTo>
                    <a:pt x="71" y="75"/>
                  </a:lnTo>
                  <a:lnTo>
                    <a:pt x="72" y="74"/>
                  </a:lnTo>
                  <a:lnTo>
                    <a:pt x="72" y="71"/>
                  </a:lnTo>
                  <a:lnTo>
                    <a:pt x="73" y="70"/>
                  </a:lnTo>
                  <a:lnTo>
                    <a:pt x="75" y="73"/>
                  </a:lnTo>
                  <a:lnTo>
                    <a:pt x="77" y="73"/>
                  </a:lnTo>
                  <a:lnTo>
                    <a:pt x="79" y="74"/>
                  </a:lnTo>
                  <a:lnTo>
                    <a:pt x="80" y="75"/>
                  </a:lnTo>
                  <a:lnTo>
                    <a:pt x="79" y="75"/>
                  </a:lnTo>
                  <a:lnTo>
                    <a:pt x="77" y="75"/>
                  </a:lnTo>
                  <a:lnTo>
                    <a:pt x="76" y="75"/>
                  </a:lnTo>
                  <a:lnTo>
                    <a:pt x="76" y="78"/>
                  </a:lnTo>
                  <a:lnTo>
                    <a:pt x="77" y="82"/>
                  </a:lnTo>
                  <a:lnTo>
                    <a:pt x="77" y="83"/>
                  </a:lnTo>
                  <a:lnTo>
                    <a:pt x="80" y="83"/>
                  </a:lnTo>
                  <a:lnTo>
                    <a:pt x="81" y="84"/>
                  </a:lnTo>
                  <a:lnTo>
                    <a:pt x="84" y="84"/>
                  </a:lnTo>
                  <a:lnTo>
                    <a:pt x="85" y="86"/>
                  </a:lnTo>
                  <a:lnTo>
                    <a:pt x="84" y="87"/>
                  </a:lnTo>
                  <a:lnTo>
                    <a:pt x="84" y="88"/>
                  </a:lnTo>
                  <a:lnTo>
                    <a:pt x="83" y="91"/>
                  </a:lnTo>
                  <a:lnTo>
                    <a:pt x="81" y="91"/>
                  </a:lnTo>
                  <a:lnTo>
                    <a:pt x="79" y="88"/>
                  </a:lnTo>
                  <a:lnTo>
                    <a:pt x="81" y="87"/>
                  </a:lnTo>
                  <a:lnTo>
                    <a:pt x="81" y="86"/>
                  </a:lnTo>
                  <a:lnTo>
                    <a:pt x="79" y="86"/>
                  </a:lnTo>
                  <a:lnTo>
                    <a:pt x="79" y="86"/>
                  </a:lnTo>
                  <a:lnTo>
                    <a:pt x="77" y="87"/>
                  </a:lnTo>
                  <a:lnTo>
                    <a:pt x="75" y="84"/>
                  </a:lnTo>
                  <a:lnTo>
                    <a:pt x="73" y="83"/>
                  </a:lnTo>
                  <a:lnTo>
                    <a:pt x="73" y="80"/>
                  </a:lnTo>
                  <a:lnTo>
                    <a:pt x="72" y="79"/>
                  </a:lnTo>
                  <a:lnTo>
                    <a:pt x="68" y="78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4" y="73"/>
                  </a:lnTo>
                  <a:lnTo>
                    <a:pt x="63" y="73"/>
                  </a:lnTo>
                  <a:lnTo>
                    <a:pt x="63" y="74"/>
                  </a:lnTo>
                  <a:lnTo>
                    <a:pt x="64" y="78"/>
                  </a:lnTo>
                  <a:lnTo>
                    <a:pt x="65" y="82"/>
                  </a:lnTo>
                  <a:lnTo>
                    <a:pt x="64" y="82"/>
                  </a:lnTo>
                  <a:lnTo>
                    <a:pt x="63" y="78"/>
                  </a:lnTo>
                  <a:lnTo>
                    <a:pt x="60" y="77"/>
                  </a:lnTo>
                  <a:lnTo>
                    <a:pt x="59" y="74"/>
                  </a:lnTo>
                  <a:lnTo>
                    <a:pt x="54" y="73"/>
                  </a:lnTo>
                  <a:lnTo>
                    <a:pt x="51" y="73"/>
                  </a:lnTo>
                  <a:lnTo>
                    <a:pt x="50" y="74"/>
                  </a:lnTo>
                  <a:lnTo>
                    <a:pt x="51" y="75"/>
                  </a:lnTo>
                  <a:lnTo>
                    <a:pt x="48" y="77"/>
                  </a:lnTo>
                  <a:lnTo>
                    <a:pt x="46" y="74"/>
                  </a:lnTo>
                  <a:lnTo>
                    <a:pt x="44" y="75"/>
                  </a:lnTo>
                  <a:lnTo>
                    <a:pt x="42" y="77"/>
                  </a:lnTo>
                  <a:lnTo>
                    <a:pt x="43" y="74"/>
                  </a:lnTo>
                  <a:lnTo>
                    <a:pt x="42" y="73"/>
                  </a:lnTo>
                  <a:lnTo>
                    <a:pt x="40" y="73"/>
                  </a:lnTo>
                  <a:lnTo>
                    <a:pt x="40" y="75"/>
                  </a:lnTo>
                  <a:lnTo>
                    <a:pt x="39" y="73"/>
                  </a:lnTo>
                  <a:lnTo>
                    <a:pt x="39" y="70"/>
                  </a:lnTo>
                  <a:lnTo>
                    <a:pt x="39" y="69"/>
                  </a:lnTo>
                  <a:lnTo>
                    <a:pt x="40" y="66"/>
                  </a:lnTo>
                  <a:lnTo>
                    <a:pt x="43" y="63"/>
                  </a:lnTo>
                  <a:lnTo>
                    <a:pt x="40" y="62"/>
                  </a:lnTo>
                  <a:lnTo>
                    <a:pt x="38" y="62"/>
                  </a:lnTo>
                  <a:lnTo>
                    <a:pt x="38" y="63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6" y="66"/>
                  </a:lnTo>
                  <a:lnTo>
                    <a:pt x="34" y="63"/>
                  </a:lnTo>
                  <a:lnTo>
                    <a:pt x="34" y="61"/>
                  </a:lnTo>
                  <a:lnTo>
                    <a:pt x="33" y="61"/>
                  </a:lnTo>
                  <a:lnTo>
                    <a:pt x="33" y="61"/>
                  </a:lnTo>
                  <a:lnTo>
                    <a:pt x="31" y="61"/>
                  </a:lnTo>
                  <a:lnTo>
                    <a:pt x="31" y="55"/>
                  </a:lnTo>
                  <a:lnTo>
                    <a:pt x="29" y="53"/>
                  </a:lnTo>
                  <a:lnTo>
                    <a:pt x="29" y="49"/>
                  </a:lnTo>
                  <a:lnTo>
                    <a:pt x="29" y="48"/>
                  </a:lnTo>
                  <a:lnTo>
                    <a:pt x="29" y="46"/>
                  </a:lnTo>
                  <a:lnTo>
                    <a:pt x="27" y="46"/>
                  </a:lnTo>
                  <a:lnTo>
                    <a:pt x="27" y="44"/>
                  </a:lnTo>
                  <a:lnTo>
                    <a:pt x="27" y="41"/>
                  </a:lnTo>
                  <a:lnTo>
                    <a:pt x="29" y="44"/>
                  </a:lnTo>
                  <a:lnTo>
                    <a:pt x="31" y="44"/>
                  </a:lnTo>
                  <a:lnTo>
                    <a:pt x="33" y="42"/>
                  </a:lnTo>
                  <a:lnTo>
                    <a:pt x="33" y="41"/>
                  </a:lnTo>
                  <a:lnTo>
                    <a:pt x="31" y="37"/>
                  </a:lnTo>
                  <a:lnTo>
                    <a:pt x="31" y="34"/>
                  </a:lnTo>
                  <a:lnTo>
                    <a:pt x="33" y="29"/>
                  </a:lnTo>
                  <a:lnTo>
                    <a:pt x="33" y="24"/>
                  </a:lnTo>
                  <a:lnTo>
                    <a:pt x="33" y="21"/>
                  </a:lnTo>
                  <a:lnTo>
                    <a:pt x="35" y="16"/>
                  </a:lnTo>
                  <a:lnTo>
                    <a:pt x="35" y="13"/>
                  </a:lnTo>
                  <a:lnTo>
                    <a:pt x="39" y="12"/>
                  </a:lnTo>
                  <a:close/>
                  <a:moveTo>
                    <a:pt x="42" y="8"/>
                  </a:moveTo>
                  <a:lnTo>
                    <a:pt x="44" y="8"/>
                  </a:lnTo>
                  <a:lnTo>
                    <a:pt x="43" y="9"/>
                  </a:lnTo>
                  <a:lnTo>
                    <a:pt x="42" y="8"/>
                  </a:lnTo>
                  <a:close/>
                  <a:moveTo>
                    <a:pt x="50" y="7"/>
                  </a:moveTo>
                  <a:lnTo>
                    <a:pt x="51" y="7"/>
                  </a:lnTo>
                  <a:lnTo>
                    <a:pt x="50" y="9"/>
                  </a:lnTo>
                  <a:lnTo>
                    <a:pt x="48" y="8"/>
                  </a:lnTo>
                  <a:lnTo>
                    <a:pt x="50" y="7"/>
                  </a:lnTo>
                  <a:close/>
                  <a:moveTo>
                    <a:pt x="40" y="4"/>
                  </a:moveTo>
                  <a:lnTo>
                    <a:pt x="42" y="5"/>
                  </a:lnTo>
                  <a:lnTo>
                    <a:pt x="39" y="5"/>
                  </a:lnTo>
                  <a:lnTo>
                    <a:pt x="40" y="4"/>
                  </a:lnTo>
                  <a:close/>
                  <a:moveTo>
                    <a:pt x="44" y="0"/>
                  </a:moveTo>
                  <a:lnTo>
                    <a:pt x="44" y="3"/>
                  </a:lnTo>
                  <a:lnTo>
                    <a:pt x="43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" name="Freeform 356"/>
            <p:cNvSpPr>
              <a:spLocks noEditPoints="1"/>
            </p:cNvSpPr>
            <p:nvPr/>
          </p:nvSpPr>
          <p:spPr bwMode="auto">
            <a:xfrm>
              <a:off x="8653217" y="4185447"/>
              <a:ext cx="1383072" cy="520238"/>
            </a:xfrm>
            <a:custGeom>
              <a:avLst/>
              <a:gdLst>
                <a:gd name="T0" fmla="*/ 294 w 545"/>
                <a:gd name="T1" fmla="*/ 196 h 205"/>
                <a:gd name="T2" fmla="*/ 341 w 545"/>
                <a:gd name="T3" fmla="*/ 187 h 205"/>
                <a:gd name="T4" fmla="*/ 343 w 545"/>
                <a:gd name="T5" fmla="*/ 174 h 205"/>
                <a:gd name="T6" fmla="*/ 398 w 545"/>
                <a:gd name="T7" fmla="*/ 172 h 205"/>
                <a:gd name="T8" fmla="*/ 274 w 545"/>
                <a:gd name="T9" fmla="*/ 171 h 205"/>
                <a:gd name="T10" fmla="*/ 264 w 545"/>
                <a:gd name="T11" fmla="*/ 175 h 205"/>
                <a:gd name="T12" fmla="*/ 239 w 545"/>
                <a:gd name="T13" fmla="*/ 170 h 205"/>
                <a:gd name="T14" fmla="*/ 296 w 545"/>
                <a:gd name="T15" fmla="*/ 179 h 205"/>
                <a:gd name="T16" fmla="*/ 370 w 545"/>
                <a:gd name="T17" fmla="*/ 167 h 205"/>
                <a:gd name="T18" fmla="*/ 516 w 545"/>
                <a:gd name="T19" fmla="*/ 168 h 205"/>
                <a:gd name="T20" fmla="*/ 433 w 545"/>
                <a:gd name="T21" fmla="*/ 156 h 205"/>
                <a:gd name="T22" fmla="*/ 236 w 545"/>
                <a:gd name="T23" fmla="*/ 154 h 205"/>
                <a:gd name="T24" fmla="*/ 465 w 545"/>
                <a:gd name="T25" fmla="*/ 149 h 205"/>
                <a:gd name="T26" fmla="*/ 468 w 545"/>
                <a:gd name="T27" fmla="*/ 146 h 205"/>
                <a:gd name="T28" fmla="*/ 202 w 545"/>
                <a:gd name="T29" fmla="*/ 154 h 205"/>
                <a:gd name="T30" fmla="*/ 185 w 545"/>
                <a:gd name="T31" fmla="*/ 172 h 205"/>
                <a:gd name="T32" fmla="*/ 127 w 545"/>
                <a:gd name="T33" fmla="*/ 149 h 205"/>
                <a:gd name="T34" fmla="*/ 464 w 545"/>
                <a:gd name="T35" fmla="*/ 141 h 205"/>
                <a:gd name="T36" fmla="*/ 325 w 545"/>
                <a:gd name="T37" fmla="*/ 127 h 205"/>
                <a:gd name="T38" fmla="*/ 329 w 545"/>
                <a:gd name="T39" fmla="*/ 129 h 205"/>
                <a:gd name="T40" fmla="*/ 246 w 545"/>
                <a:gd name="T41" fmla="*/ 116 h 205"/>
                <a:gd name="T42" fmla="*/ 61 w 545"/>
                <a:gd name="T43" fmla="*/ 105 h 205"/>
                <a:gd name="T44" fmla="*/ 397 w 545"/>
                <a:gd name="T45" fmla="*/ 105 h 205"/>
                <a:gd name="T46" fmla="*/ 365 w 545"/>
                <a:gd name="T47" fmla="*/ 97 h 205"/>
                <a:gd name="T48" fmla="*/ 411 w 545"/>
                <a:gd name="T49" fmla="*/ 93 h 205"/>
                <a:gd name="T50" fmla="*/ 491 w 545"/>
                <a:gd name="T51" fmla="*/ 91 h 205"/>
                <a:gd name="T52" fmla="*/ 127 w 545"/>
                <a:gd name="T53" fmla="*/ 92 h 205"/>
                <a:gd name="T54" fmla="*/ 175 w 545"/>
                <a:gd name="T55" fmla="*/ 85 h 205"/>
                <a:gd name="T56" fmla="*/ 170 w 545"/>
                <a:gd name="T57" fmla="*/ 83 h 205"/>
                <a:gd name="T58" fmla="*/ 478 w 545"/>
                <a:gd name="T59" fmla="*/ 77 h 205"/>
                <a:gd name="T60" fmla="*/ 169 w 545"/>
                <a:gd name="T61" fmla="*/ 77 h 205"/>
                <a:gd name="T62" fmla="*/ 470 w 545"/>
                <a:gd name="T63" fmla="*/ 101 h 205"/>
                <a:gd name="T64" fmla="*/ 532 w 545"/>
                <a:gd name="T65" fmla="*/ 97 h 205"/>
                <a:gd name="T66" fmla="*/ 518 w 545"/>
                <a:gd name="T67" fmla="*/ 168 h 205"/>
                <a:gd name="T68" fmla="*/ 507 w 545"/>
                <a:gd name="T69" fmla="*/ 134 h 205"/>
                <a:gd name="T70" fmla="*/ 458 w 545"/>
                <a:gd name="T71" fmla="*/ 109 h 205"/>
                <a:gd name="T72" fmla="*/ 458 w 545"/>
                <a:gd name="T73" fmla="*/ 101 h 205"/>
                <a:gd name="T74" fmla="*/ 441 w 545"/>
                <a:gd name="T75" fmla="*/ 74 h 205"/>
                <a:gd name="T76" fmla="*/ 404 w 545"/>
                <a:gd name="T77" fmla="*/ 70 h 205"/>
                <a:gd name="T78" fmla="*/ 28 w 545"/>
                <a:gd name="T79" fmla="*/ 52 h 205"/>
                <a:gd name="T80" fmla="*/ 333 w 545"/>
                <a:gd name="T81" fmla="*/ 66 h 205"/>
                <a:gd name="T82" fmla="*/ 335 w 545"/>
                <a:gd name="T83" fmla="*/ 77 h 205"/>
                <a:gd name="T84" fmla="*/ 320 w 545"/>
                <a:gd name="T85" fmla="*/ 114 h 205"/>
                <a:gd name="T86" fmla="*/ 307 w 545"/>
                <a:gd name="T87" fmla="*/ 117 h 205"/>
                <a:gd name="T88" fmla="*/ 286 w 545"/>
                <a:gd name="T89" fmla="*/ 129 h 205"/>
                <a:gd name="T90" fmla="*/ 291 w 545"/>
                <a:gd name="T91" fmla="*/ 70 h 205"/>
                <a:gd name="T92" fmla="*/ 78 w 545"/>
                <a:gd name="T93" fmla="*/ 45 h 205"/>
                <a:gd name="T94" fmla="*/ 393 w 545"/>
                <a:gd name="T95" fmla="*/ 60 h 205"/>
                <a:gd name="T96" fmla="*/ 385 w 545"/>
                <a:gd name="T97" fmla="*/ 50 h 205"/>
                <a:gd name="T98" fmla="*/ 132 w 545"/>
                <a:gd name="T99" fmla="*/ 29 h 205"/>
                <a:gd name="T100" fmla="*/ 266 w 545"/>
                <a:gd name="T101" fmla="*/ 20 h 205"/>
                <a:gd name="T102" fmla="*/ 265 w 545"/>
                <a:gd name="T103" fmla="*/ 33 h 205"/>
                <a:gd name="T104" fmla="*/ 257 w 545"/>
                <a:gd name="T105" fmla="*/ 85 h 205"/>
                <a:gd name="T106" fmla="*/ 229 w 545"/>
                <a:gd name="T107" fmla="*/ 121 h 205"/>
                <a:gd name="T108" fmla="*/ 196 w 545"/>
                <a:gd name="T109" fmla="*/ 106 h 205"/>
                <a:gd name="T110" fmla="*/ 166 w 545"/>
                <a:gd name="T111" fmla="*/ 72 h 205"/>
                <a:gd name="T112" fmla="*/ 231 w 545"/>
                <a:gd name="T113" fmla="*/ 50 h 205"/>
                <a:gd name="T114" fmla="*/ 17 w 545"/>
                <a:gd name="T115" fmla="*/ 4 h 205"/>
                <a:gd name="T116" fmla="*/ 84 w 545"/>
                <a:gd name="T117" fmla="*/ 58 h 205"/>
                <a:gd name="T118" fmla="*/ 113 w 545"/>
                <a:gd name="T119" fmla="*/ 93 h 205"/>
                <a:gd name="T120" fmla="*/ 109 w 545"/>
                <a:gd name="T121" fmla="*/ 139 h 205"/>
                <a:gd name="T122" fmla="*/ 40 w 545"/>
                <a:gd name="T123" fmla="*/ 49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5" h="205">
                  <a:moveTo>
                    <a:pt x="331" y="199"/>
                  </a:moveTo>
                  <a:lnTo>
                    <a:pt x="331" y="200"/>
                  </a:lnTo>
                  <a:lnTo>
                    <a:pt x="329" y="202"/>
                  </a:lnTo>
                  <a:lnTo>
                    <a:pt x="324" y="205"/>
                  </a:lnTo>
                  <a:lnTo>
                    <a:pt x="323" y="204"/>
                  </a:lnTo>
                  <a:lnTo>
                    <a:pt x="324" y="202"/>
                  </a:lnTo>
                  <a:lnTo>
                    <a:pt x="328" y="200"/>
                  </a:lnTo>
                  <a:lnTo>
                    <a:pt x="328" y="200"/>
                  </a:lnTo>
                  <a:lnTo>
                    <a:pt x="331" y="199"/>
                  </a:lnTo>
                  <a:close/>
                  <a:moveTo>
                    <a:pt x="312" y="199"/>
                  </a:moveTo>
                  <a:lnTo>
                    <a:pt x="314" y="200"/>
                  </a:lnTo>
                  <a:lnTo>
                    <a:pt x="314" y="201"/>
                  </a:lnTo>
                  <a:lnTo>
                    <a:pt x="312" y="201"/>
                  </a:lnTo>
                  <a:lnTo>
                    <a:pt x="311" y="201"/>
                  </a:lnTo>
                  <a:lnTo>
                    <a:pt x="312" y="200"/>
                  </a:lnTo>
                  <a:lnTo>
                    <a:pt x="312" y="199"/>
                  </a:lnTo>
                  <a:close/>
                  <a:moveTo>
                    <a:pt x="329" y="195"/>
                  </a:moveTo>
                  <a:lnTo>
                    <a:pt x="331" y="195"/>
                  </a:lnTo>
                  <a:lnTo>
                    <a:pt x="329" y="197"/>
                  </a:lnTo>
                  <a:lnTo>
                    <a:pt x="328" y="197"/>
                  </a:lnTo>
                  <a:lnTo>
                    <a:pt x="329" y="195"/>
                  </a:lnTo>
                  <a:close/>
                  <a:moveTo>
                    <a:pt x="283" y="183"/>
                  </a:moveTo>
                  <a:lnTo>
                    <a:pt x="287" y="185"/>
                  </a:lnTo>
                  <a:lnTo>
                    <a:pt x="289" y="185"/>
                  </a:lnTo>
                  <a:lnTo>
                    <a:pt x="291" y="184"/>
                  </a:lnTo>
                  <a:lnTo>
                    <a:pt x="294" y="185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9" y="191"/>
                  </a:lnTo>
                  <a:lnTo>
                    <a:pt x="300" y="193"/>
                  </a:lnTo>
                  <a:lnTo>
                    <a:pt x="300" y="195"/>
                  </a:lnTo>
                  <a:lnTo>
                    <a:pt x="298" y="196"/>
                  </a:lnTo>
                  <a:lnTo>
                    <a:pt x="294" y="196"/>
                  </a:lnTo>
                  <a:lnTo>
                    <a:pt x="291" y="195"/>
                  </a:lnTo>
                  <a:lnTo>
                    <a:pt x="290" y="192"/>
                  </a:lnTo>
                  <a:lnTo>
                    <a:pt x="287" y="192"/>
                  </a:lnTo>
                  <a:lnTo>
                    <a:pt x="286" y="189"/>
                  </a:lnTo>
                  <a:lnTo>
                    <a:pt x="283" y="189"/>
                  </a:lnTo>
                  <a:lnTo>
                    <a:pt x="281" y="189"/>
                  </a:lnTo>
                  <a:lnTo>
                    <a:pt x="278" y="188"/>
                  </a:lnTo>
                  <a:lnTo>
                    <a:pt x="278" y="185"/>
                  </a:lnTo>
                  <a:lnTo>
                    <a:pt x="283" y="183"/>
                  </a:lnTo>
                  <a:close/>
                  <a:moveTo>
                    <a:pt x="349" y="180"/>
                  </a:moveTo>
                  <a:lnTo>
                    <a:pt x="352" y="184"/>
                  </a:lnTo>
                  <a:lnTo>
                    <a:pt x="354" y="187"/>
                  </a:lnTo>
                  <a:lnTo>
                    <a:pt x="353" y="187"/>
                  </a:lnTo>
                  <a:lnTo>
                    <a:pt x="352" y="188"/>
                  </a:lnTo>
                  <a:lnTo>
                    <a:pt x="348" y="192"/>
                  </a:lnTo>
                  <a:lnTo>
                    <a:pt x="346" y="193"/>
                  </a:lnTo>
                  <a:lnTo>
                    <a:pt x="344" y="195"/>
                  </a:lnTo>
                  <a:lnTo>
                    <a:pt x="343" y="195"/>
                  </a:lnTo>
                  <a:lnTo>
                    <a:pt x="340" y="196"/>
                  </a:lnTo>
                  <a:lnTo>
                    <a:pt x="336" y="199"/>
                  </a:lnTo>
                  <a:lnTo>
                    <a:pt x="333" y="199"/>
                  </a:lnTo>
                  <a:lnTo>
                    <a:pt x="332" y="197"/>
                  </a:lnTo>
                  <a:lnTo>
                    <a:pt x="332" y="195"/>
                  </a:lnTo>
                  <a:lnTo>
                    <a:pt x="333" y="196"/>
                  </a:lnTo>
                  <a:lnTo>
                    <a:pt x="335" y="196"/>
                  </a:lnTo>
                  <a:lnTo>
                    <a:pt x="335" y="195"/>
                  </a:lnTo>
                  <a:lnTo>
                    <a:pt x="333" y="193"/>
                  </a:lnTo>
                  <a:lnTo>
                    <a:pt x="333" y="192"/>
                  </a:lnTo>
                  <a:lnTo>
                    <a:pt x="336" y="189"/>
                  </a:lnTo>
                  <a:lnTo>
                    <a:pt x="336" y="187"/>
                  </a:lnTo>
                  <a:lnTo>
                    <a:pt x="339" y="185"/>
                  </a:lnTo>
                  <a:lnTo>
                    <a:pt x="340" y="184"/>
                  </a:lnTo>
                  <a:lnTo>
                    <a:pt x="341" y="187"/>
                  </a:lnTo>
                  <a:lnTo>
                    <a:pt x="344" y="185"/>
                  </a:lnTo>
                  <a:lnTo>
                    <a:pt x="346" y="185"/>
                  </a:lnTo>
                  <a:lnTo>
                    <a:pt x="346" y="181"/>
                  </a:lnTo>
                  <a:lnTo>
                    <a:pt x="348" y="181"/>
                  </a:lnTo>
                  <a:lnTo>
                    <a:pt x="349" y="180"/>
                  </a:lnTo>
                  <a:close/>
                  <a:moveTo>
                    <a:pt x="287" y="176"/>
                  </a:moveTo>
                  <a:lnTo>
                    <a:pt x="289" y="176"/>
                  </a:lnTo>
                  <a:lnTo>
                    <a:pt x="289" y="177"/>
                  </a:lnTo>
                  <a:lnTo>
                    <a:pt x="286" y="177"/>
                  </a:lnTo>
                  <a:lnTo>
                    <a:pt x="287" y="176"/>
                  </a:lnTo>
                  <a:close/>
                  <a:moveTo>
                    <a:pt x="239" y="176"/>
                  </a:moveTo>
                  <a:lnTo>
                    <a:pt x="240" y="177"/>
                  </a:lnTo>
                  <a:lnTo>
                    <a:pt x="239" y="177"/>
                  </a:lnTo>
                  <a:lnTo>
                    <a:pt x="237" y="177"/>
                  </a:lnTo>
                  <a:lnTo>
                    <a:pt x="239" y="176"/>
                  </a:lnTo>
                  <a:close/>
                  <a:moveTo>
                    <a:pt x="329" y="175"/>
                  </a:moveTo>
                  <a:lnTo>
                    <a:pt x="328" y="175"/>
                  </a:lnTo>
                  <a:lnTo>
                    <a:pt x="327" y="176"/>
                  </a:lnTo>
                  <a:lnTo>
                    <a:pt x="327" y="175"/>
                  </a:lnTo>
                  <a:lnTo>
                    <a:pt x="329" y="175"/>
                  </a:lnTo>
                  <a:close/>
                  <a:moveTo>
                    <a:pt x="285" y="174"/>
                  </a:moveTo>
                  <a:lnTo>
                    <a:pt x="286" y="175"/>
                  </a:lnTo>
                  <a:lnTo>
                    <a:pt x="285" y="175"/>
                  </a:lnTo>
                  <a:lnTo>
                    <a:pt x="285" y="179"/>
                  </a:lnTo>
                  <a:lnTo>
                    <a:pt x="283" y="176"/>
                  </a:lnTo>
                  <a:lnTo>
                    <a:pt x="285" y="174"/>
                  </a:lnTo>
                  <a:close/>
                  <a:moveTo>
                    <a:pt x="344" y="172"/>
                  </a:moveTo>
                  <a:lnTo>
                    <a:pt x="344" y="174"/>
                  </a:lnTo>
                  <a:lnTo>
                    <a:pt x="341" y="176"/>
                  </a:lnTo>
                  <a:lnTo>
                    <a:pt x="340" y="175"/>
                  </a:lnTo>
                  <a:lnTo>
                    <a:pt x="339" y="175"/>
                  </a:lnTo>
                  <a:lnTo>
                    <a:pt x="340" y="174"/>
                  </a:lnTo>
                  <a:lnTo>
                    <a:pt x="343" y="174"/>
                  </a:lnTo>
                  <a:lnTo>
                    <a:pt x="344" y="172"/>
                  </a:lnTo>
                  <a:close/>
                  <a:moveTo>
                    <a:pt x="248" y="171"/>
                  </a:moveTo>
                  <a:lnTo>
                    <a:pt x="252" y="172"/>
                  </a:lnTo>
                  <a:lnTo>
                    <a:pt x="252" y="175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6" y="179"/>
                  </a:lnTo>
                  <a:lnTo>
                    <a:pt x="242" y="177"/>
                  </a:lnTo>
                  <a:lnTo>
                    <a:pt x="241" y="177"/>
                  </a:lnTo>
                  <a:lnTo>
                    <a:pt x="242" y="176"/>
                  </a:lnTo>
                  <a:lnTo>
                    <a:pt x="245" y="176"/>
                  </a:lnTo>
                  <a:lnTo>
                    <a:pt x="245" y="174"/>
                  </a:lnTo>
                  <a:lnTo>
                    <a:pt x="248" y="171"/>
                  </a:lnTo>
                  <a:close/>
                  <a:moveTo>
                    <a:pt x="337" y="171"/>
                  </a:moveTo>
                  <a:lnTo>
                    <a:pt x="339" y="172"/>
                  </a:lnTo>
                  <a:lnTo>
                    <a:pt x="336" y="174"/>
                  </a:lnTo>
                  <a:lnTo>
                    <a:pt x="335" y="175"/>
                  </a:lnTo>
                  <a:lnTo>
                    <a:pt x="332" y="176"/>
                  </a:lnTo>
                  <a:lnTo>
                    <a:pt x="332" y="175"/>
                  </a:lnTo>
                  <a:lnTo>
                    <a:pt x="333" y="174"/>
                  </a:lnTo>
                  <a:lnTo>
                    <a:pt x="333" y="172"/>
                  </a:lnTo>
                  <a:lnTo>
                    <a:pt x="335" y="172"/>
                  </a:lnTo>
                  <a:lnTo>
                    <a:pt x="336" y="172"/>
                  </a:lnTo>
                  <a:lnTo>
                    <a:pt x="337" y="171"/>
                  </a:lnTo>
                  <a:close/>
                  <a:moveTo>
                    <a:pt x="331" y="171"/>
                  </a:moveTo>
                  <a:lnTo>
                    <a:pt x="331" y="172"/>
                  </a:lnTo>
                  <a:lnTo>
                    <a:pt x="331" y="174"/>
                  </a:lnTo>
                  <a:lnTo>
                    <a:pt x="329" y="172"/>
                  </a:lnTo>
                  <a:lnTo>
                    <a:pt x="331" y="171"/>
                  </a:lnTo>
                  <a:close/>
                  <a:moveTo>
                    <a:pt x="399" y="171"/>
                  </a:moveTo>
                  <a:lnTo>
                    <a:pt x="400" y="171"/>
                  </a:lnTo>
                  <a:lnTo>
                    <a:pt x="398" y="172"/>
                  </a:lnTo>
                  <a:lnTo>
                    <a:pt x="397" y="171"/>
                  </a:lnTo>
                  <a:lnTo>
                    <a:pt x="399" y="171"/>
                  </a:lnTo>
                  <a:close/>
                  <a:moveTo>
                    <a:pt x="358" y="171"/>
                  </a:moveTo>
                  <a:lnTo>
                    <a:pt x="358" y="171"/>
                  </a:lnTo>
                  <a:lnTo>
                    <a:pt x="358" y="172"/>
                  </a:lnTo>
                  <a:lnTo>
                    <a:pt x="357" y="171"/>
                  </a:lnTo>
                  <a:lnTo>
                    <a:pt x="358" y="171"/>
                  </a:lnTo>
                  <a:close/>
                  <a:moveTo>
                    <a:pt x="383" y="170"/>
                  </a:moveTo>
                  <a:lnTo>
                    <a:pt x="383" y="171"/>
                  </a:lnTo>
                  <a:lnTo>
                    <a:pt x="382" y="171"/>
                  </a:lnTo>
                  <a:lnTo>
                    <a:pt x="383" y="170"/>
                  </a:lnTo>
                  <a:close/>
                  <a:moveTo>
                    <a:pt x="348" y="170"/>
                  </a:moveTo>
                  <a:lnTo>
                    <a:pt x="349" y="171"/>
                  </a:lnTo>
                  <a:lnTo>
                    <a:pt x="352" y="171"/>
                  </a:lnTo>
                  <a:lnTo>
                    <a:pt x="353" y="171"/>
                  </a:lnTo>
                  <a:lnTo>
                    <a:pt x="352" y="172"/>
                  </a:lnTo>
                  <a:lnTo>
                    <a:pt x="348" y="174"/>
                  </a:lnTo>
                  <a:lnTo>
                    <a:pt x="345" y="174"/>
                  </a:lnTo>
                  <a:lnTo>
                    <a:pt x="345" y="172"/>
                  </a:lnTo>
                  <a:lnTo>
                    <a:pt x="346" y="172"/>
                  </a:lnTo>
                  <a:lnTo>
                    <a:pt x="345" y="171"/>
                  </a:lnTo>
                  <a:lnTo>
                    <a:pt x="348" y="170"/>
                  </a:lnTo>
                  <a:close/>
                  <a:moveTo>
                    <a:pt x="391" y="170"/>
                  </a:moveTo>
                  <a:lnTo>
                    <a:pt x="391" y="171"/>
                  </a:lnTo>
                  <a:lnTo>
                    <a:pt x="387" y="172"/>
                  </a:lnTo>
                  <a:lnTo>
                    <a:pt x="386" y="171"/>
                  </a:lnTo>
                  <a:lnTo>
                    <a:pt x="385" y="170"/>
                  </a:lnTo>
                  <a:lnTo>
                    <a:pt x="389" y="170"/>
                  </a:lnTo>
                  <a:lnTo>
                    <a:pt x="391" y="170"/>
                  </a:lnTo>
                  <a:close/>
                  <a:moveTo>
                    <a:pt x="267" y="170"/>
                  </a:moveTo>
                  <a:lnTo>
                    <a:pt x="270" y="170"/>
                  </a:lnTo>
                  <a:lnTo>
                    <a:pt x="271" y="171"/>
                  </a:lnTo>
                  <a:lnTo>
                    <a:pt x="274" y="171"/>
                  </a:lnTo>
                  <a:lnTo>
                    <a:pt x="277" y="172"/>
                  </a:lnTo>
                  <a:lnTo>
                    <a:pt x="277" y="174"/>
                  </a:lnTo>
                  <a:lnTo>
                    <a:pt x="278" y="174"/>
                  </a:lnTo>
                  <a:lnTo>
                    <a:pt x="278" y="171"/>
                  </a:lnTo>
                  <a:lnTo>
                    <a:pt x="281" y="172"/>
                  </a:lnTo>
                  <a:lnTo>
                    <a:pt x="279" y="174"/>
                  </a:lnTo>
                  <a:lnTo>
                    <a:pt x="281" y="176"/>
                  </a:lnTo>
                  <a:lnTo>
                    <a:pt x="282" y="175"/>
                  </a:lnTo>
                  <a:lnTo>
                    <a:pt x="281" y="177"/>
                  </a:lnTo>
                  <a:lnTo>
                    <a:pt x="278" y="177"/>
                  </a:lnTo>
                  <a:lnTo>
                    <a:pt x="279" y="179"/>
                  </a:lnTo>
                  <a:lnTo>
                    <a:pt x="277" y="179"/>
                  </a:lnTo>
                  <a:lnTo>
                    <a:pt x="274" y="179"/>
                  </a:lnTo>
                  <a:lnTo>
                    <a:pt x="273" y="177"/>
                  </a:lnTo>
                  <a:lnTo>
                    <a:pt x="270" y="180"/>
                  </a:lnTo>
                  <a:lnTo>
                    <a:pt x="269" y="179"/>
                  </a:lnTo>
                  <a:lnTo>
                    <a:pt x="266" y="180"/>
                  </a:lnTo>
                  <a:lnTo>
                    <a:pt x="264" y="179"/>
                  </a:lnTo>
                  <a:lnTo>
                    <a:pt x="262" y="180"/>
                  </a:lnTo>
                  <a:lnTo>
                    <a:pt x="260" y="181"/>
                  </a:lnTo>
                  <a:lnTo>
                    <a:pt x="258" y="181"/>
                  </a:lnTo>
                  <a:lnTo>
                    <a:pt x="256" y="181"/>
                  </a:lnTo>
                  <a:lnTo>
                    <a:pt x="253" y="180"/>
                  </a:lnTo>
                  <a:lnTo>
                    <a:pt x="252" y="179"/>
                  </a:lnTo>
                  <a:lnTo>
                    <a:pt x="253" y="179"/>
                  </a:lnTo>
                  <a:lnTo>
                    <a:pt x="252" y="177"/>
                  </a:lnTo>
                  <a:lnTo>
                    <a:pt x="252" y="176"/>
                  </a:lnTo>
                  <a:lnTo>
                    <a:pt x="254" y="175"/>
                  </a:lnTo>
                  <a:lnTo>
                    <a:pt x="257" y="174"/>
                  </a:lnTo>
                  <a:lnTo>
                    <a:pt x="260" y="174"/>
                  </a:lnTo>
                  <a:lnTo>
                    <a:pt x="261" y="174"/>
                  </a:lnTo>
                  <a:lnTo>
                    <a:pt x="264" y="174"/>
                  </a:lnTo>
                  <a:lnTo>
                    <a:pt x="264" y="175"/>
                  </a:lnTo>
                  <a:lnTo>
                    <a:pt x="266" y="177"/>
                  </a:lnTo>
                  <a:lnTo>
                    <a:pt x="269" y="176"/>
                  </a:lnTo>
                  <a:lnTo>
                    <a:pt x="271" y="176"/>
                  </a:lnTo>
                  <a:lnTo>
                    <a:pt x="270" y="174"/>
                  </a:lnTo>
                  <a:lnTo>
                    <a:pt x="265" y="172"/>
                  </a:lnTo>
                  <a:lnTo>
                    <a:pt x="265" y="171"/>
                  </a:lnTo>
                  <a:lnTo>
                    <a:pt x="267" y="170"/>
                  </a:lnTo>
                  <a:close/>
                  <a:moveTo>
                    <a:pt x="378" y="170"/>
                  </a:moveTo>
                  <a:lnTo>
                    <a:pt x="379" y="170"/>
                  </a:lnTo>
                  <a:lnTo>
                    <a:pt x="378" y="171"/>
                  </a:lnTo>
                  <a:lnTo>
                    <a:pt x="377" y="170"/>
                  </a:lnTo>
                  <a:lnTo>
                    <a:pt x="378" y="170"/>
                  </a:lnTo>
                  <a:close/>
                  <a:moveTo>
                    <a:pt x="411" y="168"/>
                  </a:moveTo>
                  <a:lnTo>
                    <a:pt x="410" y="170"/>
                  </a:lnTo>
                  <a:lnTo>
                    <a:pt x="408" y="170"/>
                  </a:lnTo>
                  <a:lnTo>
                    <a:pt x="411" y="168"/>
                  </a:lnTo>
                  <a:close/>
                  <a:moveTo>
                    <a:pt x="516" y="168"/>
                  </a:moveTo>
                  <a:lnTo>
                    <a:pt x="518" y="168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5" y="171"/>
                  </a:lnTo>
                  <a:lnTo>
                    <a:pt x="514" y="171"/>
                  </a:lnTo>
                  <a:lnTo>
                    <a:pt x="515" y="170"/>
                  </a:lnTo>
                  <a:lnTo>
                    <a:pt x="516" y="168"/>
                  </a:lnTo>
                  <a:close/>
                  <a:moveTo>
                    <a:pt x="425" y="168"/>
                  </a:moveTo>
                  <a:lnTo>
                    <a:pt x="427" y="168"/>
                  </a:lnTo>
                  <a:lnTo>
                    <a:pt x="425" y="170"/>
                  </a:lnTo>
                  <a:lnTo>
                    <a:pt x="424" y="171"/>
                  </a:lnTo>
                  <a:lnTo>
                    <a:pt x="423" y="171"/>
                  </a:lnTo>
                  <a:lnTo>
                    <a:pt x="423" y="170"/>
                  </a:lnTo>
                  <a:lnTo>
                    <a:pt x="425" y="168"/>
                  </a:lnTo>
                  <a:close/>
                  <a:moveTo>
                    <a:pt x="235" y="168"/>
                  </a:moveTo>
                  <a:lnTo>
                    <a:pt x="239" y="170"/>
                  </a:lnTo>
                  <a:lnTo>
                    <a:pt x="241" y="172"/>
                  </a:lnTo>
                  <a:lnTo>
                    <a:pt x="240" y="174"/>
                  </a:lnTo>
                  <a:lnTo>
                    <a:pt x="239" y="174"/>
                  </a:lnTo>
                  <a:lnTo>
                    <a:pt x="237" y="175"/>
                  </a:lnTo>
                  <a:lnTo>
                    <a:pt x="236" y="176"/>
                  </a:lnTo>
                  <a:lnTo>
                    <a:pt x="235" y="177"/>
                  </a:lnTo>
                  <a:lnTo>
                    <a:pt x="233" y="176"/>
                  </a:lnTo>
                  <a:lnTo>
                    <a:pt x="231" y="174"/>
                  </a:lnTo>
                  <a:lnTo>
                    <a:pt x="228" y="174"/>
                  </a:lnTo>
                  <a:lnTo>
                    <a:pt x="227" y="171"/>
                  </a:lnTo>
                  <a:lnTo>
                    <a:pt x="227" y="170"/>
                  </a:lnTo>
                  <a:lnTo>
                    <a:pt x="229" y="168"/>
                  </a:lnTo>
                  <a:lnTo>
                    <a:pt x="232" y="170"/>
                  </a:lnTo>
                  <a:lnTo>
                    <a:pt x="235" y="168"/>
                  </a:lnTo>
                  <a:close/>
                  <a:moveTo>
                    <a:pt x="325" y="168"/>
                  </a:moveTo>
                  <a:lnTo>
                    <a:pt x="328" y="170"/>
                  </a:lnTo>
                  <a:lnTo>
                    <a:pt x="328" y="171"/>
                  </a:lnTo>
                  <a:lnTo>
                    <a:pt x="327" y="174"/>
                  </a:lnTo>
                  <a:lnTo>
                    <a:pt x="325" y="174"/>
                  </a:lnTo>
                  <a:lnTo>
                    <a:pt x="324" y="176"/>
                  </a:lnTo>
                  <a:lnTo>
                    <a:pt x="321" y="176"/>
                  </a:lnTo>
                  <a:lnTo>
                    <a:pt x="320" y="177"/>
                  </a:lnTo>
                  <a:lnTo>
                    <a:pt x="319" y="177"/>
                  </a:lnTo>
                  <a:lnTo>
                    <a:pt x="315" y="177"/>
                  </a:lnTo>
                  <a:lnTo>
                    <a:pt x="312" y="179"/>
                  </a:lnTo>
                  <a:lnTo>
                    <a:pt x="308" y="177"/>
                  </a:lnTo>
                  <a:lnTo>
                    <a:pt x="306" y="179"/>
                  </a:lnTo>
                  <a:lnTo>
                    <a:pt x="304" y="180"/>
                  </a:lnTo>
                  <a:lnTo>
                    <a:pt x="303" y="180"/>
                  </a:lnTo>
                  <a:lnTo>
                    <a:pt x="302" y="179"/>
                  </a:lnTo>
                  <a:lnTo>
                    <a:pt x="299" y="180"/>
                  </a:lnTo>
                  <a:lnTo>
                    <a:pt x="298" y="179"/>
                  </a:lnTo>
                  <a:lnTo>
                    <a:pt x="296" y="179"/>
                  </a:lnTo>
                  <a:lnTo>
                    <a:pt x="295" y="179"/>
                  </a:lnTo>
                  <a:lnTo>
                    <a:pt x="292" y="179"/>
                  </a:lnTo>
                  <a:lnTo>
                    <a:pt x="291" y="179"/>
                  </a:lnTo>
                  <a:lnTo>
                    <a:pt x="290" y="177"/>
                  </a:lnTo>
                  <a:lnTo>
                    <a:pt x="289" y="176"/>
                  </a:lnTo>
                  <a:lnTo>
                    <a:pt x="290" y="174"/>
                  </a:lnTo>
                  <a:lnTo>
                    <a:pt x="292" y="172"/>
                  </a:lnTo>
                  <a:lnTo>
                    <a:pt x="299" y="171"/>
                  </a:lnTo>
                  <a:lnTo>
                    <a:pt x="302" y="172"/>
                  </a:lnTo>
                  <a:lnTo>
                    <a:pt x="303" y="171"/>
                  </a:lnTo>
                  <a:lnTo>
                    <a:pt x="307" y="172"/>
                  </a:lnTo>
                  <a:lnTo>
                    <a:pt x="310" y="175"/>
                  </a:lnTo>
                  <a:lnTo>
                    <a:pt x="312" y="174"/>
                  </a:lnTo>
                  <a:lnTo>
                    <a:pt x="315" y="174"/>
                  </a:lnTo>
                  <a:lnTo>
                    <a:pt x="318" y="175"/>
                  </a:lnTo>
                  <a:lnTo>
                    <a:pt x="320" y="175"/>
                  </a:lnTo>
                  <a:lnTo>
                    <a:pt x="321" y="172"/>
                  </a:lnTo>
                  <a:lnTo>
                    <a:pt x="323" y="172"/>
                  </a:lnTo>
                  <a:lnTo>
                    <a:pt x="324" y="170"/>
                  </a:lnTo>
                  <a:lnTo>
                    <a:pt x="324" y="170"/>
                  </a:lnTo>
                  <a:lnTo>
                    <a:pt x="325" y="168"/>
                  </a:lnTo>
                  <a:close/>
                  <a:moveTo>
                    <a:pt x="408" y="164"/>
                  </a:moveTo>
                  <a:lnTo>
                    <a:pt x="410" y="166"/>
                  </a:lnTo>
                  <a:lnTo>
                    <a:pt x="411" y="167"/>
                  </a:lnTo>
                  <a:lnTo>
                    <a:pt x="408" y="168"/>
                  </a:lnTo>
                  <a:lnTo>
                    <a:pt x="407" y="167"/>
                  </a:lnTo>
                  <a:lnTo>
                    <a:pt x="407" y="166"/>
                  </a:lnTo>
                  <a:lnTo>
                    <a:pt x="408" y="164"/>
                  </a:lnTo>
                  <a:close/>
                  <a:moveTo>
                    <a:pt x="371" y="162"/>
                  </a:moveTo>
                  <a:lnTo>
                    <a:pt x="373" y="163"/>
                  </a:lnTo>
                  <a:lnTo>
                    <a:pt x="374" y="164"/>
                  </a:lnTo>
                  <a:lnTo>
                    <a:pt x="371" y="166"/>
                  </a:lnTo>
                  <a:lnTo>
                    <a:pt x="370" y="167"/>
                  </a:lnTo>
                  <a:lnTo>
                    <a:pt x="370" y="167"/>
                  </a:lnTo>
                  <a:lnTo>
                    <a:pt x="369" y="167"/>
                  </a:lnTo>
                  <a:lnTo>
                    <a:pt x="365" y="166"/>
                  </a:lnTo>
                  <a:lnTo>
                    <a:pt x="362" y="167"/>
                  </a:lnTo>
                  <a:lnTo>
                    <a:pt x="362" y="166"/>
                  </a:lnTo>
                  <a:lnTo>
                    <a:pt x="362" y="163"/>
                  </a:lnTo>
                  <a:lnTo>
                    <a:pt x="365" y="163"/>
                  </a:lnTo>
                  <a:lnTo>
                    <a:pt x="366" y="164"/>
                  </a:lnTo>
                  <a:lnTo>
                    <a:pt x="370" y="163"/>
                  </a:lnTo>
                  <a:lnTo>
                    <a:pt x="371" y="162"/>
                  </a:lnTo>
                  <a:close/>
                  <a:moveTo>
                    <a:pt x="423" y="162"/>
                  </a:moveTo>
                  <a:lnTo>
                    <a:pt x="423" y="162"/>
                  </a:lnTo>
                  <a:lnTo>
                    <a:pt x="422" y="162"/>
                  </a:lnTo>
                  <a:lnTo>
                    <a:pt x="423" y="162"/>
                  </a:lnTo>
                  <a:close/>
                  <a:moveTo>
                    <a:pt x="379" y="160"/>
                  </a:moveTo>
                  <a:lnTo>
                    <a:pt x="381" y="162"/>
                  </a:lnTo>
                  <a:lnTo>
                    <a:pt x="379" y="163"/>
                  </a:lnTo>
                  <a:lnTo>
                    <a:pt x="379" y="162"/>
                  </a:lnTo>
                  <a:lnTo>
                    <a:pt x="379" y="160"/>
                  </a:lnTo>
                  <a:close/>
                  <a:moveTo>
                    <a:pt x="427" y="160"/>
                  </a:moveTo>
                  <a:lnTo>
                    <a:pt x="425" y="160"/>
                  </a:lnTo>
                  <a:lnTo>
                    <a:pt x="424" y="160"/>
                  </a:lnTo>
                  <a:lnTo>
                    <a:pt x="423" y="160"/>
                  </a:lnTo>
                  <a:lnTo>
                    <a:pt x="427" y="160"/>
                  </a:lnTo>
                  <a:close/>
                  <a:moveTo>
                    <a:pt x="512" y="160"/>
                  </a:moveTo>
                  <a:lnTo>
                    <a:pt x="516" y="160"/>
                  </a:lnTo>
                  <a:lnTo>
                    <a:pt x="518" y="160"/>
                  </a:lnTo>
                  <a:lnTo>
                    <a:pt x="519" y="162"/>
                  </a:lnTo>
                  <a:lnTo>
                    <a:pt x="519" y="163"/>
                  </a:lnTo>
                  <a:lnTo>
                    <a:pt x="518" y="166"/>
                  </a:lnTo>
                  <a:lnTo>
                    <a:pt x="518" y="166"/>
                  </a:lnTo>
                  <a:lnTo>
                    <a:pt x="518" y="167"/>
                  </a:lnTo>
                  <a:lnTo>
                    <a:pt x="516" y="168"/>
                  </a:lnTo>
                  <a:lnTo>
                    <a:pt x="515" y="168"/>
                  </a:lnTo>
                  <a:lnTo>
                    <a:pt x="512" y="171"/>
                  </a:lnTo>
                  <a:lnTo>
                    <a:pt x="511" y="172"/>
                  </a:lnTo>
                  <a:lnTo>
                    <a:pt x="508" y="171"/>
                  </a:lnTo>
                  <a:lnTo>
                    <a:pt x="506" y="171"/>
                  </a:lnTo>
                  <a:lnTo>
                    <a:pt x="502" y="172"/>
                  </a:lnTo>
                  <a:lnTo>
                    <a:pt x="507" y="167"/>
                  </a:lnTo>
                  <a:lnTo>
                    <a:pt x="508" y="164"/>
                  </a:lnTo>
                  <a:lnTo>
                    <a:pt x="510" y="162"/>
                  </a:lnTo>
                  <a:lnTo>
                    <a:pt x="512" y="160"/>
                  </a:lnTo>
                  <a:close/>
                  <a:moveTo>
                    <a:pt x="244" y="159"/>
                  </a:moveTo>
                  <a:lnTo>
                    <a:pt x="244" y="159"/>
                  </a:lnTo>
                  <a:lnTo>
                    <a:pt x="242" y="159"/>
                  </a:lnTo>
                  <a:lnTo>
                    <a:pt x="241" y="159"/>
                  </a:lnTo>
                  <a:lnTo>
                    <a:pt x="244" y="159"/>
                  </a:lnTo>
                  <a:lnTo>
                    <a:pt x="244" y="159"/>
                  </a:lnTo>
                  <a:close/>
                  <a:moveTo>
                    <a:pt x="431" y="158"/>
                  </a:moveTo>
                  <a:lnTo>
                    <a:pt x="432" y="158"/>
                  </a:lnTo>
                  <a:lnTo>
                    <a:pt x="433" y="158"/>
                  </a:lnTo>
                  <a:lnTo>
                    <a:pt x="432" y="159"/>
                  </a:lnTo>
                  <a:lnTo>
                    <a:pt x="433" y="162"/>
                  </a:lnTo>
                  <a:lnTo>
                    <a:pt x="432" y="164"/>
                  </a:lnTo>
                  <a:lnTo>
                    <a:pt x="429" y="167"/>
                  </a:lnTo>
                  <a:lnTo>
                    <a:pt x="428" y="168"/>
                  </a:lnTo>
                  <a:lnTo>
                    <a:pt x="425" y="167"/>
                  </a:lnTo>
                  <a:lnTo>
                    <a:pt x="425" y="164"/>
                  </a:lnTo>
                  <a:lnTo>
                    <a:pt x="427" y="164"/>
                  </a:lnTo>
                  <a:lnTo>
                    <a:pt x="427" y="163"/>
                  </a:lnTo>
                  <a:lnTo>
                    <a:pt x="427" y="162"/>
                  </a:lnTo>
                  <a:lnTo>
                    <a:pt x="431" y="159"/>
                  </a:lnTo>
                  <a:lnTo>
                    <a:pt x="431" y="158"/>
                  </a:lnTo>
                  <a:lnTo>
                    <a:pt x="431" y="158"/>
                  </a:lnTo>
                  <a:close/>
                  <a:moveTo>
                    <a:pt x="433" y="156"/>
                  </a:moveTo>
                  <a:lnTo>
                    <a:pt x="436" y="156"/>
                  </a:lnTo>
                  <a:lnTo>
                    <a:pt x="436" y="158"/>
                  </a:lnTo>
                  <a:lnTo>
                    <a:pt x="433" y="156"/>
                  </a:lnTo>
                  <a:close/>
                  <a:moveTo>
                    <a:pt x="395" y="156"/>
                  </a:moveTo>
                  <a:lnTo>
                    <a:pt x="397" y="158"/>
                  </a:lnTo>
                  <a:lnTo>
                    <a:pt x="397" y="158"/>
                  </a:lnTo>
                  <a:lnTo>
                    <a:pt x="395" y="158"/>
                  </a:lnTo>
                  <a:lnTo>
                    <a:pt x="394" y="158"/>
                  </a:lnTo>
                  <a:lnTo>
                    <a:pt x="395" y="156"/>
                  </a:lnTo>
                  <a:close/>
                  <a:moveTo>
                    <a:pt x="300" y="156"/>
                  </a:moveTo>
                  <a:lnTo>
                    <a:pt x="302" y="158"/>
                  </a:lnTo>
                  <a:lnTo>
                    <a:pt x="300" y="158"/>
                  </a:lnTo>
                  <a:lnTo>
                    <a:pt x="299" y="158"/>
                  </a:lnTo>
                  <a:lnTo>
                    <a:pt x="300" y="156"/>
                  </a:lnTo>
                  <a:close/>
                  <a:moveTo>
                    <a:pt x="437" y="154"/>
                  </a:moveTo>
                  <a:lnTo>
                    <a:pt x="437" y="154"/>
                  </a:lnTo>
                  <a:lnTo>
                    <a:pt x="436" y="155"/>
                  </a:lnTo>
                  <a:lnTo>
                    <a:pt x="437" y="154"/>
                  </a:lnTo>
                  <a:close/>
                  <a:moveTo>
                    <a:pt x="208" y="154"/>
                  </a:moveTo>
                  <a:lnTo>
                    <a:pt x="210" y="155"/>
                  </a:lnTo>
                  <a:lnTo>
                    <a:pt x="216" y="155"/>
                  </a:lnTo>
                  <a:lnTo>
                    <a:pt x="217" y="155"/>
                  </a:lnTo>
                  <a:lnTo>
                    <a:pt x="221" y="155"/>
                  </a:lnTo>
                  <a:lnTo>
                    <a:pt x="223" y="155"/>
                  </a:lnTo>
                  <a:lnTo>
                    <a:pt x="221" y="156"/>
                  </a:lnTo>
                  <a:lnTo>
                    <a:pt x="219" y="158"/>
                  </a:lnTo>
                  <a:lnTo>
                    <a:pt x="216" y="158"/>
                  </a:lnTo>
                  <a:lnTo>
                    <a:pt x="212" y="158"/>
                  </a:lnTo>
                  <a:lnTo>
                    <a:pt x="211" y="159"/>
                  </a:lnTo>
                  <a:lnTo>
                    <a:pt x="210" y="159"/>
                  </a:lnTo>
                  <a:lnTo>
                    <a:pt x="207" y="156"/>
                  </a:lnTo>
                  <a:lnTo>
                    <a:pt x="208" y="154"/>
                  </a:lnTo>
                  <a:close/>
                  <a:moveTo>
                    <a:pt x="236" y="154"/>
                  </a:moveTo>
                  <a:lnTo>
                    <a:pt x="239" y="154"/>
                  </a:lnTo>
                  <a:lnTo>
                    <a:pt x="240" y="155"/>
                  </a:lnTo>
                  <a:lnTo>
                    <a:pt x="240" y="155"/>
                  </a:lnTo>
                  <a:lnTo>
                    <a:pt x="239" y="155"/>
                  </a:lnTo>
                  <a:lnTo>
                    <a:pt x="239" y="155"/>
                  </a:lnTo>
                  <a:lnTo>
                    <a:pt x="236" y="156"/>
                  </a:lnTo>
                  <a:lnTo>
                    <a:pt x="235" y="155"/>
                  </a:lnTo>
                  <a:lnTo>
                    <a:pt x="235" y="155"/>
                  </a:lnTo>
                  <a:lnTo>
                    <a:pt x="236" y="154"/>
                  </a:lnTo>
                  <a:close/>
                  <a:moveTo>
                    <a:pt x="407" y="151"/>
                  </a:moveTo>
                  <a:lnTo>
                    <a:pt x="407" y="152"/>
                  </a:lnTo>
                  <a:lnTo>
                    <a:pt x="406" y="151"/>
                  </a:lnTo>
                  <a:lnTo>
                    <a:pt x="407" y="151"/>
                  </a:lnTo>
                  <a:close/>
                  <a:moveTo>
                    <a:pt x="469" y="151"/>
                  </a:moveTo>
                  <a:lnTo>
                    <a:pt x="469" y="151"/>
                  </a:lnTo>
                  <a:lnTo>
                    <a:pt x="469" y="152"/>
                  </a:lnTo>
                  <a:lnTo>
                    <a:pt x="469" y="151"/>
                  </a:lnTo>
                  <a:lnTo>
                    <a:pt x="469" y="151"/>
                  </a:lnTo>
                  <a:close/>
                  <a:moveTo>
                    <a:pt x="119" y="150"/>
                  </a:moveTo>
                  <a:lnTo>
                    <a:pt x="120" y="150"/>
                  </a:lnTo>
                  <a:lnTo>
                    <a:pt x="120" y="151"/>
                  </a:lnTo>
                  <a:lnTo>
                    <a:pt x="120" y="151"/>
                  </a:lnTo>
                  <a:lnTo>
                    <a:pt x="119" y="150"/>
                  </a:lnTo>
                  <a:close/>
                  <a:moveTo>
                    <a:pt x="466" y="147"/>
                  </a:moveTo>
                  <a:lnTo>
                    <a:pt x="468" y="149"/>
                  </a:lnTo>
                  <a:lnTo>
                    <a:pt x="468" y="150"/>
                  </a:lnTo>
                  <a:lnTo>
                    <a:pt x="468" y="150"/>
                  </a:lnTo>
                  <a:lnTo>
                    <a:pt x="466" y="149"/>
                  </a:lnTo>
                  <a:lnTo>
                    <a:pt x="466" y="147"/>
                  </a:lnTo>
                  <a:lnTo>
                    <a:pt x="466" y="147"/>
                  </a:lnTo>
                  <a:close/>
                  <a:moveTo>
                    <a:pt x="461" y="146"/>
                  </a:moveTo>
                  <a:lnTo>
                    <a:pt x="462" y="146"/>
                  </a:lnTo>
                  <a:lnTo>
                    <a:pt x="465" y="149"/>
                  </a:lnTo>
                  <a:lnTo>
                    <a:pt x="465" y="150"/>
                  </a:lnTo>
                  <a:lnTo>
                    <a:pt x="466" y="151"/>
                  </a:lnTo>
                  <a:lnTo>
                    <a:pt x="466" y="151"/>
                  </a:lnTo>
                  <a:lnTo>
                    <a:pt x="464" y="154"/>
                  </a:lnTo>
                  <a:lnTo>
                    <a:pt x="462" y="154"/>
                  </a:lnTo>
                  <a:lnTo>
                    <a:pt x="461" y="152"/>
                  </a:lnTo>
                  <a:lnTo>
                    <a:pt x="461" y="151"/>
                  </a:lnTo>
                  <a:lnTo>
                    <a:pt x="462" y="151"/>
                  </a:lnTo>
                  <a:lnTo>
                    <a:pt x="464" y="151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7"/>
                  </a:lnTo>
                  <a:lnTo>
                    <a:pt x="461" y="146"/>
                  </a:lnTo>
                  <a:close/>
                  <a:moveTo>
                    <a:pt x="412" y="146"/>
                  </a:moveTo>
                  <a:lnTo>
                    <a:pt x="414" y="146"/>
                  </a:lnTo>
                  <a:lnTo>
                    <a:pt x="412" y="147"/>
                  </a:lnTo>
                  <a:lnTo>
                    <a:pt x="412" y="146"/>
                  </a:lnTo>
                  <a:close/>
                  <a:moveTo>
                    <a:pt x="462" y="143"/>
                  </a:moveTo>
                  <a:lnTo>
                    <a:pt x="464" y="143"/>
                  </a:lnTo>
                  <a:lnTo>
                    <a:pt x="464" y="145"/>
                  </a:lnTo>
                  <a:lnTo>
                    <a:pt x="466" y="147"/>
                  </a:lnTo>
                  <a:lnTo>
                    <a:pt x="465" y="147"/>
                  </a:lnTo>
                  <a:lnTo>
                    <a:pt x="464" y="147"/>
                  </a:lnTo>
                  <a:lnTo>
                    <a:pt x="462" y="145"/>
                  </a:lnTo>
                  <a:lnTo>
                    <a:pt x="462" y="143"/>
                  </a:lnTo>
                  <a:close/>
                  <a:moveTo>
                    <a:pt x="468" y="142"/>
                  </a:moveTo>
                  <a:lnTo>
                    <a:pt x="469" y="142"/>
                  </a:lnTo>
                  <a:lnTo>
                    <a:pt x="469" y="143"/>
                  </a:ln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8" y="147"/>
                  </a:lnTo>
                  <a:lnTo>
                    <a:pt x="468" y="146"/>
                  </a:lnTo>
                  <a:lnTo>
                    <a:pt x="465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8" y="142"/>
                  </a:lnTo>
                  <a:close/>
                  <a:moveTo>
                    <a:pt x="129" y="142"/>
                  </a:moveTo>
                  <a:lnTo>
                    <a:pt x="131" y="142"/>
                  </a:lnTo>
                  <a:lnTo>
                    <a:pt x="133" y="142"/>
                  </a:lnTo>
                  <a:lnTo>
                    <a:pt x="137" y="14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1" y="142"/>
                  </a:lnTo>
                  <a:lnTo>
                    <a:pt x="145" y="143"/>
                  </a:lnTo>
                  <a:lnTo>
                    <a:pt x="148" y="145"/>
                  </a:lnTo>
                  <a:lnTo>
                    <a:pt x="152" y="146"/>
                  </a:lnTo>
                  <a:lnTo>
                    <a:pt x="157" y="146"/>
                  </a:lnTo>
                  <a:lnTo>
                    <a:pt x="158" y="149"/>
                  </a:lnTo>
                  <a:lnTo>
                    <a:pt x="157" y="151"/>
                  </a:lnTo>
                  <a:lnTo>
                    <a:pt x="158" y="152"/>
                  </a:lnTo>
                  <a:lnTo>
                    <a:pt x="162" y="154"/>
                  </a:lnTo>
                  <a:lnTo>
                    <a:pt x="170" y="154"/>
                  </a:lnTo>
                  <a:lnTo>
                    <a:pt x="175" y="155"/>
                  </a:lnTo>
                  <a:lnTo>
                    <a:pt x="182" y="154"/>
                  </a:lnTo>
                  <a:lnTo>
                    <a:pt x="183" y="151"/>
                  </a:lnTo>
                  <a:lnTo>
                    <a:pt x="183" y="147"/>
                  </a:lnTo>
                  <a:lnTo>
                    <a:pt x="186" y="147"/>
                  </a:lnTo>
                  <a:lnTo>
                    <a:pt x="188" y="150"/>
                  </a:lnTo>
                  <a:lnTo>
                    <a:pt x="190" y="150"/>
                  </a:lnTo>
                  <a:lnTo>
                    <a:pt x="192" y="150"/>
                  </a:lnTo>
                  <a:lnTo>
                    <a:pt x="194" y="151"/>
                  </a:lnTo>
                  <a:lnTo>
                    <a:pt x="196" y="152"/>
                  </a:lnTo>
                  <a:lnTo>
                    <a:pt x="199" y="152"/>
                  </a:lnTo>
                  <a:lnTo>
                    <a:pt x="200" y="155"/>
                  </a:lnTo>
                  <a:lnTo>
                    <a:pt x="202" y="154"/>
                  </a:lnTo>
                  <a:lnTo>
                    <a:pt x="206" y="154"/>
                  </a:lnTo>
                  <a:lnTo>
                    <a:pt x="206" y="156"/>
                  </a:lnTo>
                  <a:lnTo>
                    <a:pt x="207" y="160"/>
                  </a:lnTo>
                  <a:lnTo>
                    <a:pt x="208" y="162"/>
                  </a:lnTo>
                  <a:lnTo>
                    <a:pt x="210" y="163"/>
                  </a:lnTo>
                  <a:lnTo>
                    <a:pt x="212" y="164"/>
                  </a:lnTo>
                  <a:lnTo>
                    <a:pt x="215" y="164"/>
                  </a:lnTo>
                  <a:lnTo>
                    <a:pt x="216" y="166"/>
                  </a:lnTo>
                  <a:lnTo>
                    <a:pt x="219" y="164"/>
                  </a:lnTo>
                  <a:lnTo>
                    <a:pt x="220" y="164"/>
                  </a:lnTo>
                  <a:lnTo>
                    <a:pt x="221" y="164"/>
                  </a:lnTo>
                  <a:lnTo>
                    <a:pt x="223" y="164"/>
                  </a:lnTo>
                  <a:lnTo>
                    <a:pt x="224" y="166"/>
                  </a:lnTo>
                  <a:lnTo>
                    <a:pt x="225" y="167"/>
                  </a:lnTo>
                  <a:lnTo>
                    <a:pt x="225" y="172"/>
                  </a:lnTo>
                  <a:lnTo>
                    <a:pt x="224" y="174"/>
                  </a:lnTo>
                  <a:lnTo>
                    <a:pt x="225" y="174"/>
                  </a:lnTo>
                  <a:lnTo>
                    <a:pt x="225" y="177"/>
                  </a:lnTo>
                  <a:lnTo>
                    <a:pt x="224" y="177"/>
                  </a:lnTo>
                  <a:lnTo>
                    <a:pt x="223" y="176"/>
                  </a:lnTo>
                  <a:lnTo>
                    <a:pt x="220" y="176"/>
                  </a:lnTo>
                  <a:lnTo>
                    <a:pt x="217" y="174"/>
                  </a:lnTo>
                  <a:lnTo>
                    <a:pt x="215" y="174"/>
                  </a:lnTo>
                  <a:lnTo>
                    <a:pt x="212" y="171"/>
                  </a:lnTo>
                  <a:lnTo>
                    <a:pt x="211" y="171"/>
                  </a:lnTo>
                  <a:lnTo>
                    <a:pt x="207" y="172"/>
                  </a:lnTo>
                  <a:lnTo>
                    <a:pt x="203" y="172"/>
                  </a:lnTo>
                  <a:lnTo>
                    <a:pt x="200" y="171"/>
                  </a:lnTo>
                  <a:lnTo>
                    <a:pt x="198" y="171"/>
                  </a:lnTo>
                  <a:lnTo>
                    <a:pt x="195" y="172"/>
                  </a:lnTo>
                  <a:lnTo>
                    <a:pt x="191" y="171"/>
                  </a:lnTo>
                  <a:lnTo>
                    <a:pt x="187" y="171"/>
                  </a:lnTo>
                  <a:lnTo>
                    <a:pt x="185" y="172"/>
                  </a:lnTo>
                  <a:lnTo>
                    <a:pt x="179" y="170"/>
                  </a:lnTo>
                  <a:lnTo>
                    <a:pt x="173" y="166"/>
                  </a:lnTo>
                  <a:lnTo>
                    <a:pt x="169" y="166"/>
                  </a:lnTo>
                  <a:lnTo>
                    <a:pt x="166" y="164"/>
                  </a:lnTo>
                  <a:lnTo>
                    <a:pt x="165" y="164"/>
                  </a:lnTo>
                  <a:lnTo>
                    <a:pt x="163" y="166"/>
                  </a:lnTo>
                  <a:lnTo>
                    <a:pt x="161" y="166"/>
                  </a:lnTo>
                  <a:lnTo>
                    <a:pt x="159" y="163"/>
                  </a:lnTo>
                  <a:lnTo>
                    <a:pt x="158" y="163"/>
                  </a:lnTo>
                  <a:lnTo>
                    <a:pt x="156" y="166"/>
                  </a:lnTo>
                  <a:lnTo>
                    <a:pt x="150" y="164"/>
                  </a:lnTo>
                  <a:lnTo>
                    <a:pt x="146" y="162"/>
                  </a:lnTo>
                  <a:lnTo>
                    <a:pt x="142" y="162"/>
                  </a:lnTo>
                  <a:lnTo>
                    <a:pt x="141" y="160"/>
                  </a:lnTo>
                  <a:lnTo>
                    <a:pt x="140" y="162"/>
                  </a:lnTo>
                  <a:lnTo>
                    <a:pt x="136" y="160"/>
                  </a:lnTo>
                  <a:lnTo>
                    <a:pt x="133" y="160"/>
                  </a:lnTo>
                  <a:lnTo>
                    <a:pt x="132" y="159"/>
                  </a:lnTo>
                  <a:lnTo>
                    <a:pt x="133" y="156"/>
                  </a:lnTo>
                  <a:lnTo>
                    <a:pt x="134" y="155"/>
                  </a:lnTo>
                  <a:lnTo>
                    <a:pt x="133" y="155"/>
                  </a:lnTo>
                  <a:lnTo>
                    <a:pt x="132" y="156"/>
                  </a:lnTo>
                  <a:lnTo>
                    <a:pt x="131" y="155"/>
                  </a:lnTo>
                  <a:lnTo>
                    <a:pt x="129" y="152"/>
                  </a:lnTo>
                  <a:lnTo>
                    <a:pt x="127" y="154"/>
                  </a:lnTo>
                  <a:lnTo>
                    <a:pt x="121" y="154"/>
                  </a:lnTo>
                  <a:lnTo>
                    <a:pt x="120" y="152"/>
                  </a:lnTo>
                  <a:lnTo>
                    <a:pt x="120" y="151"/>
                  </a:lnTo>
                  <a:lnTo>
                    <a:pt x="121" y="151"/>
                  </a:lnTo>
                  <a:lnTo>
                    <a:pt x="121" y="152"/>
                  </a:lnTo>
                  <a:lnTo>
                    <a:pt x="124" y="152"/>
                  </a:lnTo>
                  <a:lnTo>
                    <a:pt x="124" y="150"/>
                  </a:lnTo>
                  <a:lnTo>
                    <a:pt x="127" y="149"/>
                  </a:lnTo>
                  <a:lnTo>
                    <a:pt x="128" y="147"/>
                  </a:lnTo>
                  <a:lnTo>
                    <a:pt x="128" y="145"/>
                  </a:lnTo>
                  <a:lnTo>
                    <a:pt x="129" y="142"/>
                  </a:lnTo>
                  <a:close/>
                  <a:moveTo>
                    <a:pt x="299" y="141"/>
                  </a:moveTo>
                  <a:lnTo>
                    <a:pt x="300" y="145"/>
                  </a:lnTo>
                  <a:lnTo>
                    <a:pt x="300" y="146"/>
                  </a:lnTo>
                  <a:lnTo>
                    <a:pt x="299" y="149"/>
                  </a:lnTo>
                  <a:lnTo>
                    <a:pt x="299" y="147"/>
                  </a:lnTo>
                  <a:lnTo>
                    <a:pt x="298" y="146"/>
                  </a:lnTo>
                  <a:lnTo>
                    <a:pt x="298" y="143"/>
                  </a:lnTo>
                  <a:lnTo>
                    <a:pt x="299" y="142"/>
                  </a:lnTo>
                  <a:lnTo>
                    <a:pt x="299" y="141"/>
                  </a:lnTo>
                  <a:close/>
                  <a:moveTo>
                    <a:pt x="464" y="139"/>
                  </a:moveTo>
                  <a:lnTo>
                    <a:pt x="464" y="141"/>
                  </a:lnTo>
                  <a:lnTo>
                    <a:pt x="462" y="141"/>
                  </a:lnTo>
                  <a:lnTo>
                    <a:pt x="462" y="139"/>
                  </a:lnTo>
                  <a:lnTo>
                    <a:pt x="464" y="139"/>
                  </a:lnTo>
                  <a:close/>
                  <a:moveTo>
                    <a:pt x="444" y="137"/>
                  </a:moveTo>
                  <a:lnTo>
                    <a:pt x="447" y="139"/>
                  </a:lnTo>
                  <a:lnTo>
                    <a:pt x="447" y="142"/>
                  </a:lnTo>
                  <a:lnTo>
                    <a:pt x="445" y="142"/>
                  </a:lnTo>
                  <a:lnTo>
                    <a:pt x="445" y="139"/>
                  </a:lnTo>
                  <a:lnTo>
                    <a:pt x="444" y="137"/>
                  </a:lnTo>
                  <a:close/>
                  <a:moveTo>
                    <a:pt x="465" y="137"/>
                  </a:moveTo>
                  <a:lnTo>
                    <a:pt x="466" y="137"/>
                  </a:lnTo>
                  <a:lnTo>
                    <a:pt x="468" y="138"/>
                  </a:lnTo>
                  <a:lnTo>
                    <a:pt x="469" y="138"/>
                  </a:lnTo>
                  <a:lnTo>
                    <a:pt x="469" y="141"/>
                  </a:lnTo>
                  <a:lnTo>
                    <a:pt x="469" y="141"/>
                  </a:lnTo>
                  <a:lnTo>
                    <a:pt x="468" y="141"/>
                  </a:lnTo>
                  <a:lnTo>
                    <a:pt x="465" y="142"/>
                  </a:lnTo>
                  <a:lnTo>
                    <a:pt x="465" y="142"/>
                  </a:lnTo>
                  <a:lnTo>
                    <a:pt x="464" y="141"/>
                  </a:lnTo>
                  <a:lnTo>
                    <a:pt x="466" y="139"/>
                  </a:lnTo>
                  <a:lnTo>
                    <a:pt x="465" y="141"/>
                  </a:lnTo>
                  <a:lnTo>
                    <a:pt x="465" y="139"/>
                  </a:lnTo>
                  <a:lnTo>
                    <a:pt x="464" y="139"/>
                  </a:lnTo>
                  <a:lnTo>
                    <a:pt x="465" y="138"/>
                  </a:lnTo>
                  <a:lnTo>
                    <a:pt x="465" y="137"/>
                  </a:lnTo>
                  <a:close/>
                  <a:moveTo>
                    <a:pt x="468" y="135"/>
                  </a:moveTo>
                  <a:lnTo>
                    <a:pt x="469" y="137"/>
                  </a:lnTo>
                  <a:lnTo>
                    <a:pt x="468" y="137"/>
                  </a:lnTo>
                  <a:lnTo>
                    <a:pt x="466" y="135"/>
                  </a:lnTo>
                  <a:lnTo>
                    <a:pt x="468" y="135"/>
                  </a:lnTo>
                  <a:close/>
                  <a:moveTo>
                    <a:pt x="451" y="135"/>
                  </a:moveTo>
                  <a:lnTo>
                    <a:pt x="449" y="137"/>
                  </a:lnTo>
                  <a:lnTo>
                    <a:pt x="448" y="142"/>
                  </a:lnTo>
                  <a:lnTo>
                    <a:pt x="447" y="142"/>
                  </a:lnTo>
                  <a:lnTo>
                    <a:pt x="448" y="141"/>
                  </a:lnTo>
                  <a:lnTo>
                    <a:pt x="448" y="137"/>
                  </a:lnTo>
                  <a:lnTo>
                    <a:pt x="451" y="135"/>
                  </a:lnTo>
                  <a:close/>
                  <a:moveTo>
                    <a:pt x="84" y="134"/>
                  </a:moveTo>
                  <a:lnTo>
                    <a:pt x="86" y="135"/>
                  </a:lnTo>
                  <a:lnTo>
                    <a:pt x="86" y="137"/>
                  </a:lnTo>
                  <a:lnTo>
                    <a:pt x="83" y="134"/>
                  </a:lnTo>
                  <a:lnTo>
                    <a:pt x="84" y="134"/>
                  </a:lnTo>
                  <a:close/>
                  <a:moveTo>
                    <a:pt x="316" y="131"/>
                  </a:moveTo>
                  <a:lnTo>
                    <a:pt x="318" y="134"/>
                  </a:lnTo>
                  <a:lnTo>
                    <a:pt x="318" y="135"/>
                  </a:lnTo>
                  <a:lnTo>
                    <a:pt x="316" y="137"/>
                  </a:lnTo>
                  <a:lnTo>
                    <a:pt x="315" y="137"/>
                  </a:lnTo>
                  <a:lnTo>
                    <a:pt x="314" y="134"/>
                  </a:lnTo>
                  <a:lnTo>
                    <a:pt x="315" y="134"/>
                  </a:lnTo>
                  <a:lnTo>
                    <a:pt x="315" y="131"/>
                  </a:lnTo>
                  <a:lnTo>
                    <a:pt x="316" y="131"/>
                  </a:lnTo>
                  <a:close/>
                  <a:moveTo>
                    <a:pt x="325" y="127"/>
                  </a:moveTo>
                  <a:lnTo>
                    <a:pt x="327" y="129"/>
                  </a:lnTo>
                  <a:lnTo>
                    <a:pt x="327" y="130"/>
                  </a:lnTo>
                  <a:lnTo>
                    <a:pt x="324" y="131"/>
                  </a:lnTo>
                  <a:lnTo>
                    <a:pt x="324" y="134"/>
                  </a:lnTo>
                  <a:lnTo>
                    <a:pt x="324" y="134"/>
                  </a:lnTo>
                  <a:lnTo>
                    <a:pt x="323" y="135"/>
                  </a:lnTo>
                  <a:lnTo>
                    <a:pt x="321" y="135"/>
                  </a:lnTo>
                  <a:lnTo>
                    <a:pt x="320" y="134"/>
                  </a:lnTo>
                  <a:lnTo>
                    <a:pt x="320" y="134"/>
                  </a:lnTo>
                  <a:lnTo>
                    <a:pt x="323" y="131"/>
                  </a:lnTo>
                  <a:lnTo>
                    <a:pt x="321" y="130"/>
                  </a:lnTo>
                  <a:lnTo>
                    <a:pt x="323" y="129"/>
                  </a:lnTo>
                  <a:lnTo>
                    <a:pt x="325" y="127"/>
                  </a:lnTo>
                  <a:close/>
                  <a:moveTo>
                    <a:pt x="329" y="125"/>
                  </a:moveTo>
                  <a:lnTo>
                    <a:pt x="332" y="125"/>
                  </a:lnTo>
                  <a:lnTo>
                    <a:pt x="332" y="126"/>
                  </a:lnTo>
                  <a:lnTo>
                    <a:pt x="332" y="127"/>
                  </a:lnTo>
                  <a:lnTo>
                    <a:pt x="332" y="129"/>
                  </a:lnTo>
                  <a:lnTo>
                    <a:pt x="332" y="127"/>
                  </a:lnTo>
                  <a:lnTo>
                    <a:pt x="331" y="129"/>
                  </a:lnTo>
                  <a:lnTo>
                    <a:pt x="329" y="130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8" y="138"/>
                  </a:lnTo>
                  <a:lnTo>
                    <a:pt x="327" y="139"/>
                  </a:lnTo>
                  <a:lnTo>
                    <a:pt x="325" y="138"/>
                  </a:lnTo>
                  <a:lnTo>
                    <a:pt x="325" y="137"/>
                  </a:lnTo>
                  <a:lnTo>
                    <a:pt x="328" y="133"/>
                  </a:lnTo>
                  <a:lnTo>
                    <a:pt x="329" y="129"/>
                  </a:lnTo>
                  <a:lnTo>
                    <a:pt x="329" y="125"/>
                  </a:lnTo>
                  <a:lnTo>
                    <a:pt x="329" y="125"/>
                  </a:lnTo>
                  <a:close/>
                  <a:moveTo>
                    <a:pt x="394" y="114"/>
                  </a:moveTo>
                  <a:lnTo>
                    <a:pt x="395" y="114"/>
                  </a:lnTo>
                  <a:lnTo>
                    <a:pt x="395" y="116"/>
                  </a:lnTo>
                  <a:lnTo>
                    <a:pt x="394" y="116"/>
                  </a:lnTo>
                  <a:lnTo>
                    <a:pt x="394" y="114"/>
                  </a:lnTo>
                  <a:close/>
                  <a:moveTo>
                    <a:pt x="398" y="113"/>
                  </a:moveTo>
                  <a:lnTo>
                    <a:pt x="398" y="114"/>
                  </a:lnTo>
                  <a:lnTo>
                    <a:pt x="397" y="114"/>
                  </a:lnTo>
                  <a:lnTo>
                    <a:pt x="397" y="114"/>
                  </a:lnTo>
                  <a:lnTo>
                    <a:pt x="398" y="113"/>
                  </a:lnTo>
                  <a:close/>
                  <a:moveTo>
                    <a:pt x="393" y="113"/>
                  </a:moveTo>
                  <a:lnTo>
                    <a:pt x="394" y="114"/>
                  </a:lnTo>
                  <a:lnTo>
                    <a:pt x="391" y="117"/>
                  </a:lnTo>
                  <a:lnTo>
                    <a:pt x="391" y="116"/>
                  </a:lnTo>
                  <a:lnTo>
                    <a:pt x="390" y="117"/>
                  </a:lnTo>
                  <a:lnTo>
                    <a:pt x="389" y="116"/>
                  </a:lnTo>
                  <a:lnTo>
                    <a:pt x="391" y="114"/>
                  </a:lnTo>
                  <a:lnTo>
                    <a:pt x="393" y="113"/>
                  </a:lnTo>
                  <a:close/>
                  <a:moveTo>
                    <a:pt x="250" y="112"/>
                  </a:moveTo>
                  <a:lnTo>
                    <a:pt x="250" y="113"/>
                  </a:lnTo>
                  <a:lnTo>
                    <a:pt x="250" y="116"/>
                  </a:lnTo>
                  <a:lnTo>
                    <a:pt x="250" y="116"/>
                  </a:lnTo>
                  <a:lnTo>
                    <a:pt x="249" y="113"/>
                  </a:lnTo>
                  <a:lnTo>
                    <a:pt x="250" y="112"/>
                  </a:lnTo>
                  <a:close/>
                  <a:moveTo>
                    <a:pt x="249" y="112"/>
                  </a:moveTo>
                  <a:lnTo>
                    <a:pt x="249" y="112"/>
                  </a:lnTo>
                  <a:lnTo>
                    <a:pt x="249" y="117"/>
                  </a:lnTo>
                  <a:lnTo>
                    <a:pt x="249" y="118"/>
                  </a:lnTo>
                  <a:lnTo>
                    <a:pt x="246" y="120"/>
                  </a:lnTo>
                  <a:lnTo>
                    <a:pt x="246" y="120"/>
                  </a:lnTo>
                  <a:lnTo>
                    <a:pt x="246" y="116"/>
                  </a:lnTo>
                  <a:lnTo>
                    <a:pt x="248" y="112"/>
                  </a:lnTo>
                  <a:lnTo>
                    <a:pt x="249" y="112"/>
                  </a:lnTo>
                  <a:close/>
                  <a:moveTo>
                    <a:pt x="387" y="108"/>
                  </a:moveTo>
                  <a:lnTo>
                    <a:pt x="387" y="109"/>
                  </a:lnTo>
                  <a:lnTo>
                    <a:pt x="386" y="109"/>
                  </a:lnTo>
                  <a:lnTo>
                    <a:pt x="387" y="108"/>
                  </a:lnTo>
                  <a:close/>
                  <a:moveTo>
                    <a:pt x="371" y="108"/>
                  </a:moveTo>
                  <a:lnTo>
                    <a:pt x="375" y="108"/>
                  </a:lnTo>
                  <a:lnTo>
                    <a:pt x="379" y="109"/>
                  </a:lnTo>
                  <a:lnTo>
                    <a:pt x="379" y="110"/>
                  </a:lnTo>
                  <a:lnTo>
                    <a:pt x="381" y="113"/>
                  </a:lnTo>
                  <a:lnTo>
                    <a:pt x="381" y="114"/>
                  </a:lnTo>
                  <a:lnTo>
                    <a:pt x="379" y="114"/>
                  </a:lnTo>
                  <a:lnTo>
                    <a:pt x="377" y="117"/>
                  </a:lnTo>
                  <a:lnTo>
                    <a:pt x="374" y="117"/>
                  </a:lnTo>
                  <a:lnTo>
                    <a:pt x="371" y="117"/>
                  </a:lnTo>
                  <a:lnTo>
                    <a:pt x="370" y="116"/>
                  </a:lnTo>
                  <a:lnTo>
                    <a:pt x="366" y="116"/>
                  </a:lnTo>
                  <a:lnTo>
                    <a:pt x="365" y="113"/>
                  </a:lnTo>
                  <a:lnTo>
                    <a:pt x="365" y="110"/>
                  </a:lnTo>
                  <a:lnTo>
                    <a:pt x="368" y="108"/>
                  </a:lnTo>
                  <a:lnTo>
                    <a:pt x="369" y="109"/>
                  </a:lnTo>
                  <a:lnTo>
                    <a:pt x="371" y="108"/>
                  </a:lnTo>
                  <a:close/>
                  <a:moveTo>
                    <a:pt x="140" y="106"/>
                  </a:moveTo>
                  <a:lnTo>
                    <a:pt x="141" y="106"/>
                  </a:lnTo>
                  <a:lnTo>
                    <a:pt x="140" y="108"/>
                  </a:lnTo>
                  <a:lnTo>
                    <a:pt x="140" y="106"/>
                  </a:lnTo>
                  <a:close/>
                  <a:moveTo>
                    <a:pt x="390" y="105"/>
                  </a:moveTo>
                  <a:lnTo>
                    <a:pt x="390" y="106"/>
                  </a:lnTo>
                  <a:lnTo>
                    <a:pt x="389" y="106"/>
                  </a:lnTo>
                  <a:lnTo>
                    <a:pt x="387" y="105"/>
                  </a:lnTo>
                  <a:lnTo>
                    <a:pt x="390" y="105"/>
                  </a:lnTo>
                  <a:close/>
                  <a:moveTo>
                    <a:pt x="61" y="105"/>
                  </a:moveTo>
                  <a:lnTo>
                    <a:pt x="63" y="106"/>
                  </a:lnTo>
                  <a:lnTo>
                    <a:pt x="63" y="109"/>
                  </a:lnTo>
                  <a:lnTo>
                    <a:pt x="63" y="110"/>
                  </a:lnTo>
                  <a:lnTo>
                    <a:pt x="59" y="106"/>
                  </a:lnTo>
                  <a:lnTo>
                    <a:pt x="61" y="105"/>
                  </a:lnTo>
                  <a:close/>
                  <a:moveTo>
                    <a:pt x="407" y="104"/>
                  </a:moveTo>
                  <a:lnTo>
                    <a:pt x="410" y="104"/>
                  </a:lnTo>
                  <a:lnTo>
                    <a:pt x="412" y="106"/>
                  </a:lnTo>
                  <a:lnTo>
                    <a:pt x="416" y="108"/>
                  </a:lnTo>
                  <a:lnTo>
                    <a:pt x="423" y="110"/>
                  </a:lnTo>
                  <a:lnTo>
                    <a:pt x="424" y="114"/>
                  </a:lnTo>
                  <a:lnTo>
                    <a:pt x="423" y="117"/>
                  </a:lnTo>
                  <a:lnTo>
                    <a:pt x="420" y="117"/>
                  </a:lnTo>
                  <a:lnTo>
                    <a:pt x="418" y="114"/>
                  </a:lnTo>
                  <a:lnTo>
                    <a:pt x="416" y="114"/>
                  </a:lnTo>
                  <a:lnTo>
                    <a:pt x="411" y="112"/>
                  </a:lnTo>
                  <a:lnTo>
                    <a:pt x="408" y="112"/>
                  </a:lnTo>
                  <a:lnTo>
                    <a:pt x="407" y="113"/>
                  </a:lnTo>
                  <a:lnTo>
                    <a:pt x="402" y="112"/>
                  </a:lnTo>
                  <a:lnTo>
                    <a:pt x="400" y="110"/>
                  </a:lnTo>
                  <a:lnTo>
                    <a:pt x="399" y="110"/>
                  </a:lnTo>
                  <a:lnTo>
                    <a:pt x="398" y="112"/>
                  </a:lnTo>
                  <a:lnTo>
                    <a:pt x="395" y="112"/>
                  </a:lnTo>
                  <a:lnTo>
                    <a:pt x="394" y="110"/>
                  </a:lnTo>
                  <a:lnTo>
                    <a:pt x="393" y="109"/>
                  </a:lnTo>
                  <a:lnTo>
                    <a:pt x="390" y="112"/>
                  </a:lnTo>
                  <a:lnTo>
                    <a:pt x="389" y="112"/>
                  </a:lnTo>
                  <a:lnTo>
                    <a:pt x="389" y="110"/>
                  </a:lnTo>
                  <a:lnTo>
                    <a:pt x="389" y="109"/>
                  </a:lnTo>
                  <a:lnTo>
                    <a:pt x="391" y="108"/>
                  </a:lnTo>
                  <a:lnTo>
                    <a:pt x="391" y="106"/>
                  </a:lnTo>
                  <a:lnTo>
                    <a:pt x="393" y="105"/>
                  </a:lnTo>
                  <a:lnTo>
                    <a:pt x="397" y="105"/>
                  </a:lnTo>
                  <a:lnTo>
                    <a:pt x="400" y="105"/>
                  </a:lnTo>
                  <a:lnTo>
                    <a:pt x="402" y="105"/>
                  </a:lnTo>
                  <a:lnTo>
                    <a:pt x="404" y="106"/>
                  </a:lnTo>
                  <a:lnTo>
                    <a:pt x="407" y="104"/>
                  </a:lnTo>
                  <a:close/>
                  <a:moveTo>
                    <a:pt x="57" y="102"/>
                  </a:moveTo>
                  <a:lnTo>
                    <a:pt x="59" y="104"/>
                  </a:lnTo>
                  <a:lnTo>
                    <a:pt x="58" y="105"/>
                  </a:lnTo>
                  <a:lnTo>
                    <a:pt x="57" y="102"/>
                  </a:lnTo>
                  <a:close/>
                  <a:moveTo>
                    <a:pt x="149" y="101"/>
                  </a:moveTo>
                  <a:lnTo>
                    <a:pt x="153" y="102"/>
                  </a:lnTo>
                  <a:lnTo>
                    <a:pt x="157" y="105"/>
                  </a:lnTo>
                  <a:lnTo>
                    <a:pt x="157" y="106"/>
                  </a:lnTo>
                  <a:lnTo>
                    <a:pt x="156" y="108"/>
                  </a:lnTo>
                  <a:lnTo>
                    <a:pt x="156" y="109"/>
                  </a:lnTo>
                  <a:lnTo>
                    <a:pt x="153" y="109"/>
                  </a:lnTo>
                  <a:lnTo>
                    <a:pt x="152" y="108"/>
                  </a:lnTo>
                  <a:lnTo>
                    <a:pt x="150" y="110"/>
                  </a:lnTo>
                  <a:lnTo>
                    <a:pt x="148" y="109"/>
                  </a:lnTo>
                  <a:lnTo>
                    <a:pt x="148" y="105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5" y="106"/>
                  </a:lnTo>
                  <a:lnTo>
                    <a:pt x="145" y="105"/>
                  </a:lnTo>
                  <a:lnTo>
                    <a:pt x="148" y="105"/>
                  </a:lnTo>
                  <a:lnTo>
                    <a:pt x="148" y="104"/>
                  </a:lnTo>
                  <a:lnTo>
                    <a:pt x="148" y="101"/>
                  </a:lnTo>
                  <a:lnTo>
                    <a:pt x="149" y="101"/>
                  </a:lnTo>
                  <a:close/>
                  <a:moveTo>
                    <a:pt x="365" y="95"/>
                  </a:moveTo>
                  <a:lnTo>
                    <a:pt x="365" y="97"/>
                  </a:lnTo>
                  <a:lnTo>
                    <a:pt x="366" y="100"/>
                  </a:lnTo>
                  <a:lnTo>
                    <a:pt x="366" y="101"/>
                  </a:lnTo>
                  <a:lnTo>
                    <a:pt x="365" y="100"/>
                  </a:lnTo>
                  <a:lnTo>
                    <a:pt x="365" y="97"/>
                  </a:lnTo>
                  <a:lnTo>
                    <a:pt x="364" y="96"/>
                  </a:lnTo>
                  <a:lnTo>
                    <a:pt x="365" y="95"/>
                  </a:lnTo>
                  <a:close/>
                  <a:moveTo>
                    <a:pt x="53" y="95"/>
                  </a:moveTo>
                  <a:lnTo>
                    <a:pt x="55" y="99"/>
                  </a:lnTo>
                  <a:lnTo>
                    <a:pt x="53" y="99"/>
                  </a:lnTo>
                  <a:lnTo>
                    <a:pt x="52" y="96"/>
                  </a:lnTo>
                  <a:lnTo>
                    <a:pt x="53" y="95"/>
                  </a:lnTo>
                  <a:close/>
                  <a:moveTo>
                    <a:pt x="332" y="93"/>
                  </a:moveTo>
                  <a:lnTo>
                    <a:pt x="332" y="95"/>
                  </a:lnTo>
                  <a:lnTo>
                    <a:pt x="331" y="95"/>
                  </a:lnTo>
                  <a:lnTo>
                    <a:pt x="332" y="93"/>
                  </a:lnTo>
                  <a:close/>
                  <a:moveTo>
                    <a:pt x="335" y="92"/>
                  </a:moveTo>
                  <a:lnTo>
                    <a:pt x="336" y="93"/>
                  </a:lnTo>
                  <a:lnTo>
                    <a:pt x="333" y="93"/>
                  </a:lnTo>
                  <a:lnTo>
                    <a:pt x="335" y="92"/>
                  </a:lnTo>
                  <a:close/>
                  <a:moveTo>
                    <a:pt x="364" y="92"/>
                  </a:moveTo>
                  <a:lnTo>
                    <a:pt x="368" y="92"/>
                  </a:lnTo>
                  <a:lnTo>
                    <a:pt x="370" y="92"/>
                  </a:lnTo>
                  <a:lnTo>
                    <a:pt x="368" y="93"/>
                  </a:lnTo>
                  <a:lnTo>
                    <a:pt x="362" y="95"/>
                  </a:lnTo>
                  <a:lnTo>
                    <a:pt x="360" y="93"/>
                  </a:lnTo>
                  <a:lnTo>
                    <a:pt x="360" y="93"/>
                  </a:lnTo>
                  <a:lnTo>
                    <a:pt x="358" y="92"/>
                  </a:lnTo>
                  <a:lnTo>
                    <a:pt x="360" y="92"/>
                  </a:lnTo>
                  <a:lnTo>
                    <a:pt x="361" y="92"/>
                  </a:lnTo>
                  <a:lnTo>
                    <a:pt x="364" y="92"/>
                  </a:lnTo>
                  <a:close/>
                  <a:moveTo>
                    <a:pt x="416" y="91"/>
                  </a:moveTo>
                  <a:lnTo>
                    <a:pt x="418" y="92"/>
                  </a:lnTo>
                  <a:lnTo>
                    <a:pt x="418" y="93"/>
                  </a:lnTo>
                  <a:lnTo>
                    <a:pt x="419" y="95"/>
                  </a:lnTo>
                  <a:lnTo>
                    <a:pt x="416" y="95"/>
                  </a:lnTo>
                  <a:lnTo>
                    <a:pt x="412" y="93"/>
                  </a:lnTo>
                  <a:lnTo>
                    <a:pt x="411" y="93"/>
                  </a:lnTo>
                  <a:lnTo>
                    <a:pt x="412" y="92"/>
                  </a:lnTo>
                  <a:lnTo>
                    <a:pt x="416" y="91"/>
                  </a:lnTo>
                  <a:close/>
                  <a:moveTo>
                    <a:pt x="350" y="91"/>
                  </a:moveTo>
                  <a:lnTo>
                    <a:pt x="353" y="91"/>
                  </a:lnTo>
                  <a:lnTo>
                    <a:pt x="354" y="92"/>
                  </a:lnTo>
                  <a:lnTo>
                    <a:pt x="356" y="91"/>
                  </a:lnTo>
                  <a:lnTo>
                    <a:pt x="357" y="92"/>
                  </a:lnTo>
                  <a:lnTo>
                    <a:pt x="357" y="93"/>
                  </a:lnTo>
                  <a:lnTo>
                    <a:pt x="356" y="93"/>
                  </a:lnTo>
                  <a:lnTo>
                    <a:pt x="353" y="95"/>
                  </a:lnTo>
                  <a:lnTo>
                    <a:pt x="352" y="93"/>
                  </a:lnTo>
                  <a:lnTo>
                    <a:pt x="349" y="96"/>
                  </a:lnTo>
                  <a:lnTo>
                    <a:pt x="348" y="95"/>
                  </a:lnTo>
                  <a:lnTo>
                    <a:pt x="346" y="93"/>
                  </a:lnTo>
                  <a:lnTo>
                    <a:pt x="346" y="92"/>
                  </a:lnTo>
                  <a:lnTo>
                    <a:pt x="348" y="91"/>
                  </a:lnTo>
                  <a:lnTo>
                    <a:pt x="349" y="91"/>
                  </a:lnTo>
                  <a:lnTo>
                    <a:pt x="350" y="91"/>
                  </a:lnTo>
                  <a:close/>
                  <a:moveTo>
                    <a:pt x="165" y="91"/>
                  </a:moveTo>
                  <a:lnTo>
                    <a:pt x="165" y="92"/>
                  </a:lnTo>
                  <a:lnTo>
                    <a:pt x="165" y="92"/>
                  </a:lnTo>
                  <a:lnTo>
                    <a:pt x="163" y="92"/>
                  </a:lnTo>
                  <a:lnTo>
                    <a:pt x="162" y="91"/>
                  </a:lnTo>
                  <a:lnTo>
                    <a:pt x="165" y="91"/>
                  </a:lnTo>
                  <a:close/>
                  <a:moveTo>
                    <a:pt x="337" y="89"/>
                  </a:moveTo>
                  <a:lnTo>
                    <a:pt x="339" y="91"/>
                  </a:lnTo>
                  <a:lnTo>
                    <a:pt x="336" y="91"/>
                  </a:lnTo>
                  <a:lnTo>
                    <a:pt x="337" y="89"/>
                  </a:lnTo>
                  <a:close/>
                  <a:moveTo>
                    <a:pt x="478" y="89"/>
                  </a:moveTo>
                  <a:lnTo>
                    <a:pt x="483" y="91"/>
                  </a:lnTo>
                  <a:lnTo>
                    <a:pt x="486" y="89"/>
                  </a:lnTo>
                  <a:lnTo>
                    <a:pt x="489" y="91"/>
                  </a:lnTo>
                  <a:lnTo>
                    <a:pt x="491" y="91"/>
                  </a:lnTo>
                  <a:lnTo>
                    <a:pt x="495" y="91"/>
                  </a:lnTo>
                  <a:lnTo>
                    <a:pt x="494" y="92"/>
                  </a:lnTo>
                  <a:lnTo>
                    <a:pt x="489" y="92"/>
                  </a:lnTo>
                  <a:lnTo>
                    <a:pt x="483" y="92"/>
                  </a:lnTo>
                  <a:lnTo>
                    <a:pt x="479" y="91"/>
                  </a:lnTo>
                  <a:lnTo>
                    <a:pt x="478" y="89"/>
                  </a:lnTo>
                  <a:close/>
                  <a:moveTo>
                    <a:pt x="127" y="89"/>
                  </a:moveTo>
                  <a:lnTo>
                    <a:pt x="128" y="89"/>
                  </a:lnTo>
                  <a:lnTo>
                    <a:pt x="129" y="91"/>
                  </a:lnTo>
                  <a:lnTo>
                    <a:pt x="129" y="92"/>
                  </a:lnTo>
                  <a:lnTo>
                    <a:pt x="131" y="93"/>
                  </a:lnTo>
                  <a:lnTo>
                    <a:pt x="132" y="99"/>
                  </a:lnTo>
                  <a:lnTo>
                    <a:pt x="134" y="101"/>
                  </a:lnTo>
                  <a:lnTo>
                    <a:pt x="138" y="102"/>
                  </a:lnTo>
                  <a:lnTo>
                    <a:pt x="137" y="105"/>
                  </a:lnTo>
                  <a:lnTo>
                    <a:pt x="137" y="108"/>
                  </a:lnTo>
                  <a:lnTo>
                    <a:pt x="136" y="109"/>
                  </a:lnTo>
                  <a:lnTo>
                    <a:pt x="134" y="108"/>
                  </a:lnTo>
                  <a:lnTo>
                    <a:pt x="134" y="105"/>
                  </a:lnTo>
                  <a:lnTo>
                    <a:pt x="132" y="106"/>
                  </a:lnTo>
                  <a:lnTo>
                    <a:pt x="129" y="104"/>
                  </a:lnTo>
                  <a:lnTo>
                    <a:pt x="129" y="101"/>
                  </a:lnTo>
                  <a:lnTo>
                    <a:pt x="128" y="100"/>
                  </a:lnTo>
                  <a:lnTo>
                    <a:pt x="127" y="99"/>
                  </a:lnTo>
                  <a:lnTo>
                    <a:pt x="127" y="97"/>
                  </a:lnTo>
                  <a:lnTo>
                    <a:pt x="121" y="96"/>
                  </a:lnTo>
                  <a:lnTo>
                    <a:pt x="120" y="95"/>
                  </a:lnTo>
                  <a:lnTo>
                    <a:pt x="123" y="93"/>
                  </a:lnTo>
                  <a:lnTo>
                    <a:pt x="123" y="91"/>
                  </a:lnTo>
                  <a:lnTo>
                    <a:pt x="124" y="91"/>
                  </a:lnTo>
                  <a:lnTo>
                    <a:pt x="125" y="92"/>
                  </a:lnTo>
                  <a:lnTo>
                    <a:pt x="127" y="93"/>
                  </a:lnTo>
                  <a:lnTo>
                    <a:pt x="127" y="92"/>
                  </a:lnTo>
                  <a:lnTo>
                    <a:pt x="127" y="89"/>
                  </a:lnTo>
                  <a:close/>
                  <a:moveTo>
                    <a:pt x="474" y="88"/>
                  </a:moveTo>
                  <a:lnTo>
                    <a:pt x="477" y="88"/>
                  </a:lnTo>
                  <a:lnTo>
                    <a:pt x="476" y="89"/>
                  </a:lnTo>
                  <a:lnTo>
                    <a:pt x="474" y="88"/>
                  </a:lnTo>
                  <a:close/>
                  <a:moveTo>
                    <a:pt x="386" y="87"/>
                  </a:moveTo>
                  <a:lnTo>
                    <a:pt x="389" y="87"/>
                  </a:lnTo>
                  <a:lnTo>
                    <a:pt x="391" y="91"/>
                  </a:lnTo>
                  <a:lnTo>
                    <a:pt x="391" y="92"/>
                  </a:lnTo>
                  <a:lnTo>
                    <a:pt x="387" y="92"/>
                  </a:lnTo>
                  <a:lnTo>
                    <a:pt x="386" y="92"/>
                  </a:lnTo>
                  <a:lnTo>
                    <a:pt x="383" y="91"/>
                  </a:lnTo>
                  <a:lnTo>
                    <a:pt x="382" y="89"/>
                  </a:lnTo>
                  <a:lnTo>
                    <a:pt x="386" y="87"/>
                  </a:lnTo>
                  <a:close/>
                  <a:moveTo>
                    <a:pt x="331" y="85"/>
                  </a:moveTo>
                  <a:lnTo>
                    <a:pt x="333" y="85"/>
                  </a:lnTo>
                  <a:lnTo>
                    <a:pt x="335" y="87"/>
                  </a:lnTo>
                  <a:lnTo>
                    <a:pt x="333" y="88"/>
                  </a:lnTo>
                  <a:lnTo>
                    <a:pt x="335" y="87"/>
                  </a:lnTo>
                  <a:lnTo>
                    <a:pt x="336" y="85"/>
                  </a:lnTo>
                  <a:lnTo>
                    <a:pt x="337" y="87"/>
                  </a:lnTo>
                  <a:lnTo>
                    <a:pt x="337" y="89"/>
                  </a:lnTo>
                  <a:lnTo>
                    <a:pt x="335" y="89"/>
                  </a:lnTo>
                  <a:lnTo>
                    <a:pt x="335" y="88"/>
                  </a:lnTo>
                  <a:lnTo>
                    <a:pt x="333" y="91"/>
                  </a:lnTo>
                  <a:lnTo>
                    <a:pt x="332" y="89"/>
                  </a:lnTo>
                  <a:lnTo>
                    <a:pt x="329" y="91"/>
                  </a:lnTo>
                  <a:lnTo>
                    <a:pt x="328" y="89"/>
                  </a:lnTo>
                  <a:lnTo>
                    <a:pt x="328" y="87"/>
                  </a:lnTo>
                  <a:lnTo>
                    <a:pt x="331" y="85"/>
                  </a:lnTo>
                  <a:close/>
                  <a:moveTo>
                    <a:pt x="170" y="84"/>
                  </a:moveTo>
                  <a:lnTo>
                    <a:pt x="174" y="84"/>
                  </a:lnTo>
                  <a:lnTo>
                    <a:pt x="175" y="85"/>
                  </a:lnTo>
                  <a:lnTo>
                    <a:pt x="173" y="88"/>
                  </a:lnTo>
                  <a:lnTo>
                    <a:pt x="171" y="88"/>
                  </a:lnTo>
                  <a:lnTo>
                    <a:pt x="170" y="87"/>
                  </a:lnTo>
                  <a:lnTo>
                    <a:pt x="171" y="85"/>
                  </a:lnTo>
                  <a:lnTo>
                    <a:pt x="170" y="84"/>
                  </a:lnTo>
                  <a:close/>
                  <a:moveTo>
                    <a:pt x="42" y="83"/>
                  </a:moveTo>
                  <a:lnTo>
                    <a:pt x="45" y="83"/>
                  </a:lnTo>
                  <a:lnTo>
                    <a:pt x="49" y="88"/>
                  </a:lnTo>
                  <a:lnTo>
                    <a:pt x="49" y="93"/>
                  </a:lnTo>
                  <a:lnTo>
                    <a:pt x="46" y="92"/>
                  </a:lnTo>
                  <a:lnTo>
                    <a:pt x="42" y="87"/>
                  </a:lnTo>
                  <a:lnTo>
                    <a:pt x="40" y="87"/>
                  </a:lnTo>
                  <a:lnTo>
                    <a:pt x="40" y="84"/>
                  </a:lnTo>
                  <a:lnTo>
                    <a:pt x="42" y="83"/>
                  </a:lnTo>
                  <a:close/>
                  <a:moveTo>
                    <a:pt x="472" y="81"/>
                  </a:moveTo>
                  <a:lnTo>
                    <a:pt x="473" y="83"/>
                  </a:lnTo>
                  <a:lnTo>
                    <a:pt x="472" y="83"/>
                  </a:lnTo>
                  <a:lnTo>
                    <a:pt x="470" y="81"/>
                  </a:lnTo>
                  <a:lnTo>
                    <a:pt x="472" y="81"/>
                  </a:lnTo>
                  <a:close/>
                  <a:moveTo>
                    <a:pt x="425" y="81"/>
                  </a:moveTo>
                  <a:lnTo>
                    <a:pt x="427" y="81"/>
                  </a:lnTo>
                  <a:lnTo>
                    <a:pt x="427" y="85"/>
                  </a:lnTo>
                  <a:lnTo>
                    <a:pt x="425" y="87"/>
                  </a:lnTo>
                  <a:lnTo>
                    <a:pt x="423" y="85"/>
                  </a:lnTo>
                  <a:lnTo>
                    <a:pt x="423" y="83"/>
                  </a:lnTo>
                  <a:lnTo>
                    <a:pt x="425" y="81"/>
                  </a:lnTo>
                  <a:close/>
                  <a:moveTo>
                    <a:pt x="169" y="80"/>
                  </a:moveTo>
                  <a:lnTo>
                    <a:pt x="171" y="80"/>
                  </a:lnTo>
                  <a:lnTo>
                    <a:pt x="173" y="81"/>
                  </a:lnTo>
                  <a:lnTo>
                    <a:pt x="174" y="83"/>
                  </a:lnTo>
                  <a:lnTo>
                    <a:pt x="174" y="83"/>
                  </a:lnTo>
                  <a:lnTo>
                    <a:pt x="171" y="83"/>
                  </a:lnTo>
                  <a:lnTo>
                    <a:pt x="170" y="83"/>
                  </a:lnTo>
                  <a:lnTo>
                    <a:pt x="167" y="81"/>
                  </a:lnTo>
                  <a:lnTo>
                    <a:pt x="169" y="80"/>
                  </a:lnTo>
                  <a:close/>
                  <a:moveTo>
                    <a:pt x="422" y="80"/>
                  </a:moveTo>
                  <a:lnTo>
                    <a:pt x="424" y="81"/>
                  </a:lnTo>
                  <a:lnTo>
                    <a:pt x="422" y="81"/>
                  </a:lnTo>
                  <a:lnTo>
                    <a:pt x="419" y="80"/>
                  </a:lnTo>
                  <a:lnTo>
                    <a:pt x="422" y="80"/>
                  </a:lnTo>
                  <a:close/>
                  <a:moveTo>
                    <a:pt x="425" y="79"/>
                  </a:moveTo>
                  <a:lnTo>
                    <a:pt x="425" y="80"/>
                  </a:lnTo>
                  <a:lnTo>
                    <a:pt x="424" y="79"/>
                  </a:lnTo>
                  <a:lnTo>
                    <a:pt x="425" y="79"/>
                  </a:lnTo>
                  <a:close/>
                  <a:moveTo>
                    <a:pt x="381" y="79"/>
                  </a:moveTo>
                  <a:lnTo>
                    <a:pt x="381" y="79"/>
                  </a:lnTo>
                  <a:lnTo>
                    <a:pt x="382" y="81"/>
                  </a:lnTo>
                  <a:lnTo>
                    <a:pt x="379" y="80"/>
                  </a:lnTo>
                  <a:lnTo>
                    <a:pt x="381" y="79"/>
                  </a:lnTo>
                  <a:close/>
                  <a:moveTo>
                    <a:pt x="478" y="77"/>
                  </a:moveTo>
                  <a:lnTo>
                    <a:pt x="482" y="77"/>
                  </a:lnTo>
                  <a:lnTo>
                    <a:pt x="483" y="77"/>
                  </a:lnTo>
                  <a:lnTo>
                    <a:pt x="486" y="79"/>
                  </a:lnTo>
                  <a:lnTo>
                    <a:pt x="487" y="81"/>
                  </a:lnTo>
                  <a:lnTo>
                    <a:pt x="489" y="83"/>
                  </a:lnTo>
                  <a:lnTo>
                    <a:pt x="490" y="83"/>
                  </a:lnTo>
                  <a:lnTo>
                    <a:pt x="487" y="84"/>
                  </a:lnTo>
                  <a:lnTo>
                    <a:pt x="486" y="83"/>
                  </a:lnTo>
                  <a:lnTo>
                    <a:pt x="485" y="83"/>
                  </a:lnTo>
                  <a:lnTo>
                    <a:pt x="483" y="83"/>
                  </a:lnTo>
                  <a:lnTo>
                    <a:pt x="483" y="81"/>
                  </a:lnTo>
                  <a:lnTo>
                    <a:pt x="482" y="79"/>
                  </a:lnTo>
                  <a:lnTo>
                    <a:pt x="481" y="79"/>
                  </a:lnTo>
                  <a:lnTo>
                    <a:pt x="481" y="80"/>
                  </a:lnTo>
                  <a:lnTo>
                    <a:pt x="478" y="77"/>
                  </a:lnTo>
                  <a:lnTo>
                    <a:pt x="478" y="77"/>
                  </a:lnTo>
                  <a:close/>
                  <a:moveTo>
                    <a:pt x="111" y="76"/>
                  </a:moveTo>
                  <a:lnTo>
                    <a:pt x="113" y="76"/>
                  </a:lnTo>
                  <a:lnTo>
                    <a:pt x="113" y="79"/>
                  </a:lnTo>
                  <a:lnTo>
                    <a:pt x="112" y="80"/>
                  </a:lnTo>
                  <a:lnTo>
                    <a:pt x="109" y="77"/>
                  </a:lnTo>
                  <a:lnTo>
                    <a:pt x="111" y="76"/>
                  </a:lnTo>
                  <a:close/>
                  <a:moveTo>
                    <a:pt x="385" y="76"/>
                  </a:moveTo>
                  <a:lnTo>
                    <a:pt x="386" y="76"/>
                  </a:lnTo>
                  <a:lnTo>
                    <a:pt x="386" y="79"/>
                  </a:lnTo>
                  <a:lnTo>
                    <a:pt x="387" y="79"/>
                  </a:lnTo>
                  <a:lnTo>
                    <a:pt x="389" y="80"/>
                  </a:lnTo>
                  <a:lnTo>
                    <a:pt x="387" y="81"/>
                  </a:lnTo>
                  <a:lnTo>
                    <a:pt x="386" y="80"/>
                  </a:lnTo>
                  <a:lnTo>
                    <a:pt x="383" y="80"/>
                  </a:lnTo>
                  <a:lnTo>
                    <a:pt x="382" y="77"/>
                  </a:lnTo>
                  <a:lnTo>
                    <a:pt x="382" y="76"/>
                  </a:lnTo>
                  <a:lnTo>
                    <a:pt x="383" y="76"/>
                  </a:lnTo>
                  <a:lnTo>
                    <a:pt x="385" y="76"/>
                  </a:lnTo>
                  <a:close/>
                  <a:moveTo>
                    <a:pt x="38" y="75"/>
                  </a:moveTo>
                  <a:lnTo>
                    <a:pt x="41" y="76"/>
                  </a:lnTo>
                  <a:lnTo>
                    <a:pt x="41" y="77"/>
                  </a:lnTo>
                  <a:lnTo>
                    <a:pt x="38" y="80"/>
                  </a:lnTo>
                  <a:lnTo>
                    <a:pt x="37" y="77"/>
                  </a:lnTo>
                  <a:lnTo>
                    <a:pt x="38" y="75"/>
                  </a:lnTo>
                  <a:close/>
                  <a:moveTo>
                    <a:pt x="315" y="75"/>
                  </a:moveTo>
                  <a:lnTo>
                    <a:pt x="316" y="76"/>
                  </a:lnTo>
                  <a:lnTo>
                    <a:pt x="315" y="77"/>
                  </a:lnTo>
                  <a:lnTo>
                    <a:pt x="314" y="76"/>
                  </a:lnTo>
                  <a:lnTo>
                    <a:pt x="315" y="75"/>
                  </a:lnTo>
                  <a:close/>
                  <a:moveTo>
                    <a:pt x="167" y="75"/>
                  </a:moveTo>
                  <a:lnTo>
                    <a:pt x="170" y="76"/>
                  </a:lnTo>
                  <a:lnTo>
                    <a:pt x="170" y="76"/>
                  </a:lnTo>
                  <a:lnTo>
                    <a:pt x="169" y="77"/>
                  </a:lnTo>
                  <a:lnTo>
                    <a:pt x="167" y="76"/>
                  </a:lnTo>
                  <a:lnTo>
                    <a:pt x="166" y="75"/>
                  </a:lnTo>
                  <a:lnTo>
                    <a:pt x="167" y="75"/>
                  </a:lnTo>
                  <a:close/>
                  <a:moveTo>
                    <a:pt x="379" y="75"/>
                  </a:moveTo>
                  <a:lnTo>
                    <a:pt x="381" y="75"/>
                  </a:lnTo>
                  <a:lnTo>
                    <a:pt x="381" y="76"/>
                  </a:lnTo>
                  <a:lnTo>
                    <a:pt x="381" y="77"/>
                  </a:lnTo>
                  <a:lnTo>
                    <a:pt x="379" y="76"/>
                  </a:lnTo>
                  <a:lnTo>
                    <a:pt x="379" y="75"/>
                  </a:lnTo>
                  <a:close/>
                  <a:moveTo>
                    <a:pt x="318" y="75"/>
                  </a:moveTo>
                  <a:lnTo>
                    <a:pt x="318" y="76"/>
                  </a:lnTo>
                  <a:lnTo>
                    <a:pt x="315" y="75"/>
                  </a:lnTo>
                  <a:lnTo>
                    <a:pt x="318" y="75"/>
                  </a:lnTo>
                  <a:close/>
                  <a:moveTo>
                    <a:pt x="445" y="74"/>
                  </a:moveTo>
                  <a:lnTo>
                    <a:pt x="452" y="76"/>
                  </a:lnTo>
                  <a:lnTo>
                    <a:pt x="454" y="79"/>
                  </a:lnTo>
                  <a:lnTo>
                    <a:pt x="458" y="77"/>
                  </a:lnTo>
                  <a:lnTo>
                    <a:pt x="462" y="79"/>
                  </a:lnTo>
                  <a:lnTo>
                    <a:pt x="464" y="80"/>
                  </a:lnTo>
                  <a:lnTo>
                    <a:pt x="464" y="80"/>
                  </a:lnTo>
                  <a:lnTo>
                    <a:pt x="464" y="84"/>
                  </a:lnTo>
                  <a:lnTo>
                    <a:pt x="465" y="85"/>
                  </a:lnTo>
                  <a:lnTo>
                    <a:pt x="466" y="88"/>
                  </a:lnTo>
                  <a:lnTo>
                    <a:pt x="465" y="89"/>
                  </a:lnTo>
                  <a:lnTo>
                    <a:pt x="464" y="92"/>
                  </a:lnTo>
                  <a:lnTo>
                    <a:pt x="464" y="95"/>
                  </a:lnTo>
                  <a:lnTo>
                    <a:pt x="464" y="100"/>
                  </a:lnTo>
                  <a:lnTo>
                    <a:pt x="466" y="102"/>
                  </a:lnTo>
                  <a:lnTo>
                    <a:pt x="468" y="105"/>
                  </a:lnTo>
                  <a:lnTo>
                    <a:pt x="468" y="105"/>
                  </a:lnTo>
                  <a:lnTo>
                    <a:pt x="468" y="102"/>
                  </a:lnTo>
                  <a:lnTo>
                    <a:pt x="469" y="101"/>
                  </a:lnTo>
                  <a:lnTo>
                    <a:pt x="470" y="101"/>
                  </a:lnTo>
                  <a:lnTo>
                    <a:pt x="470" y="104"/>
                  </a:lnTo>
                  <a:lnTo>
                    <a:pt x="470" y="106"/>
                  </a:lnTo>
                  <a:lnTo>
                    <a:pt x="472" y="105"/>
                  </a:lnTo>
                  <a:lnTo>
                    <a:pt x="473" y="108"/>
                  </a:lnTo>
                  <a:lnTo>
                    <a:pt x="476" y="110"/>
                  </a:lnTo>
                  <a:lnTo>
                    <a:pt x="477" y="112"/>
                  </a:lnTo>
                  <a:lnTo>
                    <a:pt x="478" y="112"/>
                  </a:lnTo>
                  <a:lnTo>
                    <a:pt x="481" y="110"/>
                  </a:lnTo>
                  <a:lnTo>
                    <a:pt x="481" y="108"/>
                  </a:lnTo>
                  <a:lnTo>
                    <a:pt x="482" y="108"/>
                  </a:lnTo>
                  <a:lnTo>
                    <a:pt x="483" y="106"/>
                  </a:lnTo>
                  <a:lnTo>
                    <a:pt x="483" y="104"/>
                  </a:lnTo>
                  <a:lnTo>
                    <a:pt x="485" y="101"/>
                  </a:lnTo>
                  <a:lnTo>
                    <a:pt x="487" y="101"/>
                  </a:lnTo>
                  <a:lnTo>
                    <a:pt x="490" y="100"/>
                  </a:lnTo>
                  <a:lnTo>
                    <a:pt x="490" y="97"/>
                  </a:lnTo>
                  <a:lnTo>
                    <a:pt x="491" y="96"/>
                  </a:lnTo>
                  <a:lnTo>
                    <a:pt x="493" y="97"/>
                  </a:lnTo>
                  <a:lnTo>
                    <a:pt x="494" y="97"/>
                  </a:lnTo>
                  <a:lnTo>
                    <a:pt x="495" y="96"/>
                  </a:lnTo>
                  <a:lnTo>
                    <a:pt x="499" y="96"/>
                  </a:lnTo>
                  <a:lnTo>
                    <a:pt x="499" y="93"/>
                  </a:lnTo>
                  <a:lnTo>
                    <a:pt x="498" y="92"/>
                  </a:lnTo>
                  <a:lnTo>
                    <a:pt x="499" y="91"/>
                  </a:lnTo>
                  <a:lnTo>
                    <a:pt x="504" y="87"/>
                  </a:lnTo>
                  <a:lnTo>
                    <a:pt x="507" y="88"/>
                  </a:lnTo>
                  <a:lnTo>
                    <a:pt x="510" y="89"/>
                  </a:lnTo>
                  <a:lnTo>
                    <a:pt x="514" y="91"/>
                  </a:lnTo>
                  <a:lnTo>
                    <a:pt x="518" y="92"/>
                  </a:lnTo>
                  <a:lnTo>
                    <a:pt x="519" y="93"/>
                  </a:lnTo>
                  <a:lnTo>
                    <a:pt x="522" y="93"/>
                  </a:lnTo>
                  <a:lnTo>
                    <a:pt x="526" y="95"/>
                  </a:lnTo>
                  <a:lnTo>
                    <a:pt x="532" y="97"/>
                  </a:lnTo>
                  <a:lnTo>
                    <a:pt x="533" y="97"/>
                  </a:lnTo>
                  <a:lnTo>
                    <a:pt x="535" y="97"/>
                  </a:lnTo>
                  <a:lnTo>
                    <a:pt x="539" y="99"/>
                  </a:lnTo>
                  <a:lnTo>
                    <a:pt x="540" y="99"/>
                  </a:lnTo>
                  <a:lnTo>
                    <a:pt x="543" y="100"/>
                  </a:lnTo>
                  <a:lnTo>
                    <a:pt x="541" y="101"/>
                  </a:lnTo>
                  <a:lnTo>
                    <a:pt x="541" y="102"/>
                  </a:lnTo>
                  <a:lnTo>
                    <a:pt x="543" y="102"/>
                  </a:lnTo>
                  <a:lnTo>
                    <a:pt x="545" y="102"/>
                  </a:lnTo>
                  <a:lnTo>
                    <a:pt x="545" y="102"/>
                  </a:lnTo>
                  <a:lnTo>
                    <a:pt x="544" y="146"/>
                  </a:lnTo>
                  <a:lnTo>
                    <a:pt x="543" y="150"/>
                  </a:lnTo>
                  <a:lnTo>
                    <a:pt x="543" y="151"/>
                  </a:lnTo>
                  <a:lnTo>
                    <a:pt x="544" y="152"/>
                  </a:lnTo>
                  <a:lnTo>
                    <a:pt x="543" y="181"/>
                  </a:lnTo>
                  <a:lnTo>
                    <a:pt x="541" y="181"/>
                  </a:lnTo>
                  <a:lnTo>
                    <a:pt x="539" y="180"/>
                  </a:lnTo>
                  <a:lnTo>
                    <a:pt x="536" y="176"/>
                  </a:lnTo>
                  <a:lnTo>
                    <a:pt x="535" y="175"/>
                  </a:lnTo>
                  <a:lnTo>
                    <a:pt x="535" y="175"/>
                  </a:lnTo>
                  <a:lnTo>
                    <a:pt x="532" y="172"/>
                  </a:lnTo>
                  <a:lnTo>
                    <a:pt x="532" y="171"/>
                  </a:lnTo>
                  <a:lnTo>
                    <a:pt x="531" y="170"/>
                  </a:lnTo>
                  <a:lnTo>
                    <a:pt x="532" y="168"/>
                  </a:lnTo>
                  <a:lnTo>
                    <a:pt x="532" y="166"/>
                  </a:lnTo>
                  <a:lnTo>
                    <a:pt x="532" y="168"/>
                  </a:lnTo>
                  <a:lnTo>
                    <a:pt x="530" y="168"/>
                  </a:lnTo>
                  <a:lnTo>
                    <a:pt x="527" y="168"/>
                  </a:lnTo>
                  <a:lnTo>
                    <a:pt x="524" y="170"/>
                  </a:lnTo>
                  <a:lnTo>
                    <a:pt x="523" y="170"/>
                  </a:lnTo>
                  <a:lnTo>
                    <a:pt x="522" y="168"/>
                  </a:lnTo>
                  <a:lnTo>
                    <a:pt x="519" y="170"/>
                  </a:lnTo>
                  <a:lnTo>
                    <a:pt x="518" y="168"/>
                  </a:lnTo>
                  <a:lnTo>
                    <a:pt x="519" y="168"/>
                  </a:lnTo>
                  <a:lnTo>
                    <a:pt x="519" y="166"/>
                  </a:lnTo>
                  <a:lnTo>
                    <a:pt x="519" y="164"/>
                  </a:lnTo>
                  <a:lnTo>
                    <a:pt x="520" y="164"/>
                  </a:lnTo>
                  <a:lnTo>
                    <a:pt x="520" y="160"/>
                  </a:lnTo>
                  <a:lnTo>
                    <a:pt x="519" y="160"/>
                  </a:lnTo>
                  <a:lnTo>
                    <a:pt x="518" y="158"/>
                  </a:lnTo>
                  <a:lnTo>
                    <a:pt x="519" y="158"/>
                  </a:lnTo>
                  <a:lnTo>
                    <a:pt x="520" y="158"/>
                  </a:lnTo>
                  <a:lnTo>
                    <a:pt x="522" y="158"/>
                  </a:lnTo>
                  <a:lnTo>
                    <a:pt x="524" y="158"/>
                  </a:lnTo>
                  <a:lnTo>
                    <a:pt x="522" y="156"/>
                  </a:lnTo>
                  <a:lnTo>
                    <a:pt x="519" y="158"/>
                  </a:lnTo>
                  <a:lnTo>
                    <a:pt x="518" y="156"/>
                  </a:lnTo>
                  <a:lnTo>
                    <a:pt x="515" y="155"/>
                  </a:lnTo>
                  <a:lnTo>
                    <a:pt x="516" y="154"/>
                  </a:lnTo>
                  <a:lnTo>
                    <a:pt x="518" y="152"/>
                  </a:lnTo>
                  <a:lnTo>
                    <a:pt x="519" y="154"/>
                  </a:lnTo>
                  <a:lnTo>
                    <a:pt x="518" y="152"/>
                  </a:lnTo>
                  <a:lnTo>
                    <a:pt x="515" y="150"/>
                  </a:lnTo>
                  <a:lnTo>
                    <a:pt x="512" y="149"/>
                  </a:lnTo>
                  <a:lnTo>
                    <a:pt x="512" y="147"/>
                  </a:lnTo>
                  <a:lnTo>
                    <a:pt x="512" y="145"/>
                  </a:lnTo>
                  <a:lnTo>
                    <a:pt x="510" y="142"/>
                  </a:lnTo>
                  <a:lnTo>
                    <a:pt x="510" y="141"/>
                  </a:lnTo>
                  <a:lnTo>
                    <a:pt x="512" y="139"/>
                  </a:lnTo>
                  <a:lnTo>
                    <a:pt x="510" y="139"/>
                  </a:lnTo>
                  <a:lnTo>
                    <a:pt x="508" y="138"/>
                  </a:lnTo>
                  <a:lnTo>
                    <a:pt x="510" y="137"/>
                  </a:lnTo>
                  <a:lnTo>
                    <a:pt x="508" y="135"/>
                  </a:lnTo>
                  <a:lnTo>
                    <a:pt x="510" y="134"/>
                  </a:lnTo>
                  <a:lnTo>
                    <a:pt x="507" y="135"/>
                  </a:lnTo>
                  <a:lnTo>
                    <a:pt x="507" y="134"/>
                  </a:lnTo>
                  <a:lnTo>
                    <a:pt x="506" y="135"/>
                  </a:lnTo>
                  <a:lnTo>
                    <a:pt x="504" y="134"/>
                  </a:lnTo>
                  <a:lnTo>
                    <a:pt x="506" y="131"/>
                  </a:lnTo>
                  <a:lnTo>
                    <a:pt x="504" y="133"/>
                  </a:lnTo>
                  <a:lnTo>
                    <a:pt x="503" y="133"/>
                  </a:lnTo>
                  <a:lnTo>
                    <a:pt x="499" y="131"/>
                  </a:lnTo>
                  <a:lnTo>
                    <a:pt x="498" y="129"/>
                  </a:lnTo>
                  <a:lnTo>
                    <a:pt x="495" y="129"/>
                  </a:lnTo>
                  <a:lnTo>
                    <a:pt x="493" y="129"/>
                  </a:lnTo>
                  <a:lnTo>
                    <a:pt x="486" y="126"/>
                  </a:lnTo>
                  <a:lnTo>
                    <a:pt x="479" y="124"/>
                  </a:lnTo>
                  <a:lnTo>
                    <a:pt x="476" y="124"/>
                  </a:lnTo>
                  <a:lnTo>
                    <a:pt x="473" y="122"/>
                  </a:lnTo>
                  <a:lnTo>
                    <a:pt x="472" y="122"/>
                  </a:lnTo>
                  <a:lnTo>
                    <a:pt x="472" y="121"/>
                  </a:lnTo>
                  <a:lnTo>
                    <a:pt x="469" y="120"/>
                  </a:lnTo>
                  <a:lnTo>
                    <a:pt x="469" y="118"/>
                  </a:lnTo>
                  <a:lnTo>
                    <a:pt x="472" y="118"/>
                  </a:lnTo>
                  <a:lnTo>
                    <a:pt x="472" y="118"/>
                  </a:lnTo>
                  <a:lnTo>
                    <a:pt x="472" y="118"/>
                  </a:lnTo>
                  <a:lnTo>
                    <a:pt x="470" y="117"/>
                  </a:lnTo>
                  <a:lnTo>
                    <a:pt x="468" y="118"/>
                  </a:lnTo>
                  <a:lnTo>
                    <a:pt x="466" y="118"/>
                  </a:lnTo>
                  <a:lnTo>
                    <a:pt x="466" y="117"/>
                  </a:lnTo>
                  <a:lnTo>
                    <a:pt x="465" y="117"/>
                  </a:lnTo>
                  <a:lnTo>
                    <a:pt x="464" y="118"/>
                  </a:lnTo>
                  <a:lnTo>
                    <a:pt x="464" y="116"/>
                  </a:lnTo>
                  <a:lnTo>
                    <a:pt x="462" y="114"/>
                  </a:lnTo>
                  <a:lnTo>
                    <a:pt x="462" y="116"/>
                  </a:lnTo>
                  <a:lnTo>
                    <a:pt x="461" y="116"/>
                  </a:lnTo>
                  <a:lnTo>
                    <a:pt x="460" y="114"/>
                  </a:lnTo>
                  <a:lnTo>
                    <a:pt x="460" y="112"/>
                  </a:lnTo>
                  <a:lnTo>
                    <a:pt x="458" y="109"/>
                  </a:lnTo>
                  <a:lnTo>
                    <a:pt x="460" y="108"/>
                  </a:lnTo>
                  <a:lnTo>
                    <a:pt x="460" y="105"/>
                  </a:lnTo>
                  <a:lnTo>
                    <a:pt x="458" y="106"/>
                  </a:lnTo>
                  <a:lnTo>
                    <a:pt x="457" y="109"/>
                  </a:lnTo>
                  <a:lnTo>
                    <a:pt x="457" y="112"/>
                  </a:lnTo>
                  <a:lnTo>
                    <a:pt x="456" y="112"/>
                  </a:lnTo>
                  <a:lnTo>
                    <a:pt x="454" y="116"/>
                  </a:lnTo>
                  <a:lnTo>
                    <a:pt x="454" y="117"/>
                  </a:lnTo>
                  <a:lnTo>
                    <a:pt x="452" y="120"/>
                  </a:lnTo>
                  <a:lnTo>
                    <a:pt x="449" y="121"/>
                  </a:lnTo>
                  <a:lnTo>
                    <a:pt x="448" y="120"/>
                  </a:lnTo>
                  <a:lnTo>
                    <a:pt x="445" y="116"/>
                  </a:lnTo>
                  <a:lnTo>
                    <a:pt x="445" y="114"/>
                  </a:lnTo>
                  <a:lnTo>
                    <a:pt x="447" y="114"/>
                  </a:lnTo>
                  <a:lnTo>
                    <a:pt x="447" y="112"/>
                  </a:lnTo>
                  <a:lnTo>
                    <a:pt x="447" y="110"/>
                  </a:lnTo>
                  <a:lnTo>
                    <a:pt x="445" y="112"/>
                  </a:lnTo>
                  <a:lnTo>
                    <a:pt x="444" y="110"/>
                  </a:lnTo>
                  <a:lnTo>
                    <a:pt x="444" y="108"/>
                  </a:lnTo>
                  <a:lnTo>
                    <a:pt x="441" y="106"/>
                  </a:lnTo>
                  <a:lnTo>
                    <a:pt x="439" y="106"/>
                  </a:lnTo>
                  <a:lnTo>
                    <a:pt x="437" y="105"/>
                  </a:lnTo>
                  <a:lnTo>
                    <a:pt x="439" y="102"/>
                  </a:lnTo>
                  <a:lnTo>
                    <a:pt x="441" y="102"/>
                  </a:lnTo>
                  <a:lnTo>
                    <a:pt x="443" y="104"/>
                  </a:lnTo>
                  <a:lnTo>
                    <a:pt x="445" y="104"/>
                  </a:lnTo>
                  <a:lnTo>
                    <a:pt x="447" y="105"/>
                  </a:lnTo>
                  <a:lnTo>
                    <a:pt x="449" y="104"/>
                  </a:lnTo>
                  <a:lnTo>
                    <a:pt x="451" y="101"/>
                  </a:lnTo>
                  <a:lnTo>
                    <a:pt x="452" y="100"/>
                  </a:lnTo>
                  <a:lnTo>
                    <a:pt x="456" y="101"/>
                  </a:lnTo>
                  <a:lnTo>
                    <a:pt x="457" y="104"/>
                  </a:lnTo>
                  <a:lnTo>
                    <a:pt x="458" y="101"/>
                  </a:lnTo>
                  <a:lnTo>
                    <a:pt x="460" y="100"/>
                  </a:lnTo>
                  <a:lnTo>
                    <a:pt x="461" y="100"/>
                  </a:lnTo>
                  <a:lnTo>
                    <a:pt x="461" y="97"/>
                  </a:lnTo>
                  <a:lnTo>
                    <a:pt x="460" y="96"/>
                  </a:lnTo>
                  <a:lnTo>
                    <a:pt x="454" y="96"/>
                  </a:lnTo>
                  <a:lnTo>
                    <a:pt x="454" y="97"/>
                  </a:lnTo>
                  <a:lnTo>
                    <a:pt x="453" y="97"/>
                  </a:lnTo>
                  <a:lnTo>
                    <a:pt x="452" y="97"/>
                  </a:lnTo>
                  <a:lnTo>
                    <a:pt x="449" y="97"/>
                  </a:lnTo>
                  <a:lnTo>
                    <a:pt x="448" y="97"/>
                  </a:lnTo>
                  <a:lnTo>
                    <a:pt x="447" y="97"/>
                  </a:lnTo>
                  <a:lnTo>
                    <a:pt x="444" y="97"/>
                  </a:lnTo>
                  <a:lnTo>
                    <a:pt x="443" y="97"/>
                  </a:lnTo>
                  <a:lnTo>
                    <a:pt x="440" y="97"/>
                  </a:lnTo>
                  <a:lnTo>
                    <a:pt x="437" y="95"/>
                  </a:lnTo>
                  <a:lnTo>
                    <a:pt x="437" y="92"/>
                  </a:lnTo>
                  <a:lnTo>
                    <a:pt x="437" y="92"/>
                  </a:lnTo>
                  <a:lnTo>
                    <a:pt x="436" y="89"/>
                  </a:lnTo>
                  <a:lnTo>
                    <a:pt x="433" y="88"/>
                  </a:lnTo>
                  <a:lnTo>
                    <a:pt x="432" y="87"/>
                  </a:lnTo>
                  <a:lnTo>
                    <a:pt x="431" y="87"/>
                  </a:lnTo>
                  <a:lnTo>
                    <a:pt x="429" y="88"/>
                  </a:lnTo>
                  <a:lnTo>
                    <a:pt x="427" y="88"/>
                  </a:lnTo>
                  <a:lnTo>
                    <a:pt x="427" y="87"/>
                  </a:lnTo>
                  <a:lnTo>
                    <a:pt x="429" y="84"/>
                  </a:lnTo>
                  <a:lnTo>
                    <a:pt x="429" y="83"/>
                  </a:lnTo>
                  <a:lnTo>
                    <a:pt x="429" y="81"/>
                  </a:lnTo>
                  <a:lnTo>
                    <a:pt x="431" y="80"/>
                  </a:lnTo>
                  <a:lnTo>
                    <a:pt x="433" y="80"/>
                  </a:lnTo>
                  <a:lnTo>
                    <a:pt x="436" y="77"/>
                  </a:lnTo>
                  <a:lnTo>
                    <a:pt x="437" y="77"/>
                  </a:lnTo>
                  <a:lnTo>
                    <a:pt x="440" y="75"/>
                  </a:lnTo>
                  <a:lnTo>
                    <a:pt x="441" y="74"/>
                  </a:lnTo>
                  <a:lnTo>
                    <a:pt x="445" y="74"/>
                  </a:lnTo>
                  <a:close/>
                  <a:moveTo>
                    <a:pt x="113" y="71"/>
                  </a:moveTo>
                  <a:lnTo>
                    <a:pt x="115" y="72"/>
                  </a:lnTo>
                  <a:lnTo>
                    <a:pt x="119" y="75"/>
                  </a:lnTo>
                  <a:lnTo>
                    <a:pt x="117" y="76"/>
                  </a:lnTo>
                  <a:lnTo>
                    <a:pt x="115" y="75"/>
                  </a:lnTo>
                  <a:lnTo>
                    <a:pt x="113" y="75"/>
                  </a:lnTo>
                  <a:lnTo>
                    <a:pt x="112" y="74"/>
                  </a:lnTo>
                  <a:lnTo>
                    <a:pt x="113" y="71"/>
                  </a:lnTo>
                  <a:close/>
                  <a:moveTo>
                    <a:pt x="424" y="71"/>
                  </a:moveTo>
                  <a:lnTo>
                    <a:pt x="428" y="71"/>
                  </a:lnTo>
                  <a:lnTo>
                    <a:pt x="431" y="72"/>
                  </a:lnTo>
                  <a:lnTo>
                    <a:pt x="432" y="74"/>
                  </a:lnTo>
                  <a:lnTo>
                    <a:pt x="429" y="75"/>
                  </a:lnTo>
                  <a:lnTo>
                    <a:pt x="428" y="74"/>
                  </a:lnTo>
                  <a:lnTo>
                    <a:pt x="424" y="72"/>
                  </a:lnTo>
                  <a:lnTo>
                    <a:pt x="424" y="72"/>
                  </a:lnTo>
                  <a:lnTo>
                    <a:pt x="424" y="72"/>
                  </a:lnTo>
                  <a:lnTo>
                    <a:pt x="425" y="74"/>
                  </a:lnTo>
                  <a:lnTo>
                    <a:pt x="425" y="75"/>
                  </a:lnTo>
                  <a:lnTo>
                    <a:pt x="424" y="75"/>
                  </a:lnTo>
                  <a:lnTo>
                    <a:pt x="422" y="74"/>
                  </a:lnTo>
                  <a:lnTo>
                    <a:pt x="419" y="74"/>
                  </a:lnTo>
                  <a:lnTo>
                    <a:pt x="420" y="74"/>
                  </a:lnTo>
                  <a:lnTo>
                    <a:pt x="419" y="72"/>
                  </a:lnTo>
                  <a:lnTo>
                    <a:pt x="420" y="72"/>
                  </a:lnTo>
                  <a:lnTo>
                    <a:pt x="423" y="72"/>
                  </a:lnTo>
                  <a:lnTo>
                    <a:pt x="424" y="71"/>
                  </a:lnTo>
                  <a:close/>
                  <a:moveTo>
                    <a:pt x="404" y="70"/>
                  </a:moveTo>
                  <a:lnTo>
                    <a:pt x="408" y="71"/>
                  </a:lnTo>
                  <a:lnTo>
                    <a:pt x="410" y="72"/>
                  </a:lnTo>
                  <a:lnTo>
                    <a:pt x="406" y="71"/>
                  </a:lnTo>
                  <a:lnTo>
                    <a:pt x="404" y="70"/>
                  </a:lnTo>
                  <a:close/>
                  <a:moveTo>
                    <a:pt x="41" y="67"/>
                  </a:moveTo>
                  <a:lnTo>
                    <a:pt x="44" y="68"/>
                  </a:lnTo>
                  <a:lnTo>
                    <a:pt x="44" y="70"/>
                  </a:lnTo>
                  <a:lnTo>
                    <a:pt x="42" y="70"/>
                  </a:lnTo>
                  <a:lnTo>
                    <a:pt x="40" y="70"/>
                  </a:lnTo>
                  <a:lnTo>
                    <a:pt x="41" y="67"/>
                  </a:lnTo>
                  <a:close/>
                  <a:moveTo>
                    <a:pt x="90" y="55"/>
                  </a:moveTo>
                  <a:lnTo>
                    <a:pt x="92" y="56"/>
                  </a:lnTo>
                  <a:lnTo>
                    <a:pt x="95" y="58"/>
                  </a:lnTo>
                  <a:lnTo>
                    <a:pt x="96" y="62"/>
                  </a:lnTo>
                  <a:lnTo>
                    <a:pt x="95" y="63"/>
                  </a:lnTo>
                  <a:lnTo>
                    <a:pt x="92" y="62"/>
                  </a:lnTo>
                  <a:lnTo>
                    <a:pt x="88" y="60"/>
                  </a:lnTo>
                  <a:lnTo>
                    <a:pt x="87" y="58"/>
                  </a:lnTo>
                  <a:lnTo>
                    <a:pt x="90" y="55"/>
                  </a:lnTo>
                  <a:close/>
                  <a:moveTo>
                    <a:pt x="108" y="54"/>
                  </a:moveTo>
                  <a:lnTo>
                    <a:pt x="108" y="56"/>
                  </a:lnTo>
                  <a:lnTo>
                    <a:pt x="107" y="58"/>
                  </a:lnTo>
                  <a:lnTo>
                    <a:pt x="104" y="58"/>
                  </a:lnTo>
                  <a:lnTo>
                    <a:pt x="108" y="54"/>
                  </a:lnTo>
                  <a:close/>
                  <a:moveTo>
                    <a:pt x="115" y="54"/>
                  </a:moveTo>
                  <a:lnTo>
                    <a:pt x="113" y="56"/>
                  </a:lnTo>
                  <a:lnTo>
                    <a:pt x="115" y="56"/>
                  </a:lnTo>
                  <a:lnTo>
                    <a:pt x="113" y="60"/>
                  </a:lnTo>
                  <a:lnTo>
                    <a:pt x="112" y="62"/>
                  </a:lnTo>
                  <a:lnTo>
                    <a:pt x="112" y="58"/>
                  </a:lnTo>
                  <a:lnTo>
                    <a:pt x="109" y="58"/>
                  </a:lnTo>
                  <a:lnTo>
                    <a:pt x="111" y="55"/>
                  </a:lnTo>
                  <a:lnTo>
                    <a:pt x="112" y="55"/>
                  </a:lnTo>
                  <a:lnTo>
                    <a:pt x="113" y="54"/>
                  </a:lnTo>
                  <a:lnTo>
                    <a:pt x="115" y="54"/>
                  </a:lnTo>
                  <a:close/>
                  <a:moveTo>
                    <a:pt x="27" y="51"/>
                  </a:moveTo>
                  <a:lnTo>
                    <a:pt x="28" y="52"/>
                  </a:lnTo>
                  <a:lnTo>
                    <a:pt x="30" y="55"/>
                  </a:lnTo>
                  <a:lnTo>
                    <a:pt x="33" y="58"/>
                  </a:lnTo>
                  <a:lnTo>
                    <a:pt x="32" y="59"/>
                  </a:lnTo>
                  <a:lnTo>
                    <a:pt x="32" y="63"/>
                  </a:lnTo>
                  <a:lnTo>
                    <a:pt x="30" y="63"/>
                  </a:lnTo>
                  <a:lnTo>
                    <a:pt x="28" y="59"/>
                  </a:lnTo>
                  <a:lnTo>
                    <a:pt x="27" y="59"/>
                  </a:lnTo>
                  <a:lnTo>
                    <a:pt x="27" y="56"/>
                  </a:lnTo>
                  <a:lnTo>
                    <a:pt x="23" y="52"/>
                  </a:lnTo>
                  <a:lnTo>
                    <a:pt x="25" y="52"/>
                  </a:lnTo>
                  <a:lnTo>
                    <a:pt x="27" y="51"/>
                  </a:lnTo>
                  <a:close/>
                  <a:moveTo>
                    <a:pt x="84" y="51"/>
                  </a:moveTo>
                  <a:lnTo>
                    <a:pt x="87" y="52"/>
                  </a:lnTo>
                  <a:lnTo>
                    <a:pt x="88" y="55"/>
                  </a:lnTo>
                  <a:lnTo>
                    <a:pt x="87" y="58"/>
                  </a:lnTo>
                  <a:lnTo>
                    <a:pt x="86" y="56"/>
                  </a:lnTo>
                  <a:lnTo>
                    <a:pt x="83" y="51"/>
                  </a:lnTo>
                  <a:lnTo>
                    <a:pt x="84" y="51"/>
                  </a:lnTo>
                  <a:close/>
                  <a:moveTo>
                    <a:pt x="353" y="50"/>
                  </a:moveTo>
                  <a:lnTo>
                    <a:pt x="357" y="51"/>
                  </a:lnTo>
                  <a:lnTo>
                    <a:pt x="357" y="52"/>
                  </a:lnTo>
                  <a:lnTo>
                    <a:pt x="358" y="54"/>
                  </a:lnTo>
                  <a:lnTo>
                    <a:pt x="357" y="54"/>
                  </a:lnTo>
                  <a:lnTo>
                    <a:pt x="356" y="56"/>
                  </a:lnTo>
                  <a:lnTo>
                    <a:pt x="354" y="58"/>
                  </a:lnTo>
                  <a:lnTo>
                    <a:pt x="353" y="59"/>
                  </a:lnTo>
                  <a:lnTo>
                    <a:pt x="352" y="60"/>
                  </a:lnTo>
                  <a:lnTo>
                    <a:pt x="350" y="60"/>
                  </a:lnTo>
                  <a:lnTo>
                    <a:pt x="349" y="63"/>
                  </a:lnTo>
                  <a:lnTo>
                    <a:pt x="345" y="66"/>
                  </a:lnTo>
                  <a:lnTo>
                    <a:pt x="337" y="67"/>
                  </a:lnTo>
                  <a:lnTo>
                    <a:pt x="335" y="67"/>
                  </a:lnTo>
                  <a:lnTo>
                    <a:pt x="333" y="66"/>
                  </a:lnTo>
                  <a:lnTo>
                    <a:pt x="332" y="64"/>
                  </a:lnTo>
                  <a:lnTo>
                    <a:pt x="329" y="64"/>
                  </a:lnTo>
                  <a:lnTo>
                    <a:pt x="328" y="66"/>
                  </a:lnTo>
                  <a:lnTo>
                    <a:pt x="325" y="66"/>
                  </a:lnTo>
                  <a:lnTo>
                    <a:pt x="320" y="64"/>
                  </a:lnTo>
                  <a:lnTo>
                    <a:pt x="319" y="66"/>
                  </a:lnTo>
                  <a:lnTo>
                    <a:pt x="318" y="66"/>
                  </a:lnTo>
                  <a:lnTo>
                    <a:pt x="316" y="64"/>
                  </a:lnTo>
                  <a:lnTo>
                    <a:pt x="314" y="64"/>
                  </a:lnTo>
                  <a:lnTo>
                    <a:pt x="308" y="66"/>
                  </a:lnTo>
                  <a:lnTo>
                    <a:pt x="304" y="66"/>
                  </a:lnTo>
                  <a:lnTo>
                    <a:pt x="302" y="64"/>
                  </a:lnTo>
                  <a:lnTo>
                    <a:pt x="299" y="66"/>
                  </a:lnTo>
                  <a:lnTo>
                    <a:pt x="296" y="67"/>
                  </a:lnTo>
                  <a:lnTo>
                    <a:pt x="295" y="72"/>
                  </a:lnTo>
                  <a:lnTo>
                    <a:pt x="295" y="76"/>
                  </a:lnTo>
                  <a:lnTo>
                    <a:pt x="296" y="80"/>
                  </a:lnTo>
                  <a:lnTo>
                    <a:pt x="299" y="83"/>
                  </a:lnTo>
                  <a:lnTo>
                    <a:pt x="302" y="87"/>
                  </a:lnTo>
                  <a:lnTo>
                    <a:pt x="303" y="88"/>
                  </a:lnTo>
                  <a:lnTo>
                    <a:pt x="306" y="88"/>
                  </a:lnTo>
                  <a:lnTo>
                    <a:pt x="308" y="87"/>
                  </a:lnTo>
                  <a:lnTo>
                    <a:pt x="310" y="83"/>
                  </a:lnTo>
                  <a:lnTo>
                    <a:pt x="312" y="80"/>
                  </a:lnTo>
                  <a:lnTo>
                    <a:pt x="314" y="80"/>
                  </a:lnTo>
                  <a:lnTo>
                    <a:pt x="316" y="81"/>
                  </a:lnTo>
                  <a:lnTo>
                    <a:pt x="318" y="81"/>
                  </a:lnTo>
                  <a:lnTo>
                    <a:pt x="320" y="81"/>
                  </a:lnTo>
                  <a:lnTo>
                    <a:pt x="321" y="80"/>
                  </a:lnTo>
                  <a:lnTo>
                    <a:pt x="324" y="79"/>
                  </a:lnTo>
                  <a:lnTo>
                    <a:pt x="327" y="79"/>
                  </a:lnTo>
                  <a:lnTo>
                    <a:pt x="329" y="77"/>
                  </a:lnTo>
                  <a:lnTo>
                    <a:pt x="335" y="77"/>
                  </a:lnTo>
                  <a:lnTo>
                    <a:pt x="337" y="77"/>
                  </a:lnTo>
                  <a:lnTo>
                    <a:pt x="337" y="80"/>
                  </a:lnTo>
                  <a:lnTo>
                    <a:pt x="335" y="83"/>
                  </a:lnTo>
                  <a:lnTo>
                    <a:pt x="333" y="83"/>
                  </a:lnTo>
                  <a:lnTo>
                    <a:pt x="332" y="81"/>
                  </a:lnTo>
                  <a:lnTo>
                    <a:pt x="329" y="81"/>
                  </a:lnTo>
                  <a:lnTo>
                    <a:pt x="329" y="83"/>
                  </a:lnTo>
                  <a:lnTo>
                    <a:pt x="327" y="84"/>
                  </a:lnTo>
                  <a:lnTo>
                    <a:pt x="325" y="87"/>
                  </a:lnTo>
                  <a:lnTo>
                    <a:pt x="321" y="89"/>
                  </a:lnTo>
                  <a:lnTo>
                    <a:pt x="318" y="92"/>
                  </a:lnTo>
                  <a:lnTo>
                    <a:pt x="316" y="93"/>
                  </a:lnTo>
                  <a:lnTo>
                    <a:pt x="315" y="95"/>
                  </a:lnTo>
                  <a:lnTo>
                    <a:pt x="312" y="95"/>
                  </a:lnTo>
                  <a:lnTo>
                    <a:pt x="312" y="93"/>
                  </a:lnTo>
                  <a:lnTo>
                    <a:pt x="311" y="93"/>
                  </a:lnTo>
                  <a:lnTo>
                    <a:pt x="311" y="95"/>
                  </a:lnTo>
                  <a:lnTo>
                    <a:pt x="312" y="96"/>
                  </a:lnTo>
                  <a:lnTo>
                    <a:pt x="314" y="97"/>
                  </a:lnTo>
                  <a:lnTo>
                    <a:pt x="318" y="101"/>
                  </a:lnTo>
                  <a:lnTo>
                    <a:pt x="318" y="104"/>
                  </a:lnTo>
                  <a:lnTo>
                    <a:pt x="319" y="104"/>
                  </a:lnTo>
                  <a:lnTo>
                    <a:pt x="321" y="105"/>
                  </a:lnTo>
                  <a:lnTo>
                    <a:pt x="321" y="106"/>
                  </a:lnTo>
                  <a:lnTo>
                    <a:pt x="320" y="108"/>
                  </a:lnTo>
                  <a:lnTo>
                    <a:pt x="323" y="108"/>
                  </a:lnTo>
                  <a:lnTo>
                    <a:pt x="323" y="109"/>
                  </a:lnTo>
                  <a:lnTo>
                    <a:pt x="323" y="110"/>
                  </a:lnTo>
                  <a:lnTo>
                    <a:pt x="321" y="110"/>
                  </a:lnTo>
                  <a:lnTo>
                    <a:pt x="323" y="112"/>
                  </a:lnTo>
                  <a:lnTo>
                    <a:pt x="321" y="112"/>
                  </a:lnTo>
                  <a:lnTo>
                    <a:pt x="321" y="113"/>
                  </a:lnTo>
                  <a:lnTo>
                    <a:pt x="320" y="114"/>
                  </a:lnTo>
                  <a:lnTo>
                    <a:pt x="320" y="116"/>
                  </a:lnTo>
                  <a:lnTo>
                    <a:pt x="323" y="116"/>
                  </a:lnTo>
                  <a:lnTo>
                    <a:pt x="323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8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3" y="120"/>
                  </a:lnTo>
                  <a:lnTo>
                    <a:pt x="333" y="121"/>
                  </a:lnTo>
                  <a:lnTo>
                    <a:pt x="332" y="122"/>
                  </a:lnTo>
                  <a:lnTo>
                    <a:pt x="331" y="122"/>
                  </a:lnTo>
                  <a:lnTo>
                    <a:pt x="329" y="122"/>
                  </a:lnTo>
                  <a:lnTo>
                    <a:pt x="328" y="124"/>
                  </a:lnTo>
                  <a:lnTo>
                    <a:pt x="325" y="124"/>
                  </a:lnTo>
                  <a:lnTo>
                    <a:pt x="323" y="125"/>
                  </a:lnTo>
                  <a:lnTo>
                    <a:pt x="320" y="125"/>
                  </a:lnTo>
                  <a:lnTo>
                    <a:pt x="318" y="127"/>
                  </a:lnTo>
                  <a:lnTo>
                    <a:pt x="319" y="129"/>
                  </a:lnTo>
                  <a:lnTo>
                    <a:pt x="319" y="130"/>
                  </a:lnTo>
                  <a:lnTo>
                    <a:pt x="318" y="130"/>
                  </a:lnTo>
                  <a:lnTo>
                    <a:pt x="315" y="129"/>
                  </a:lnTo>
                  <a:lnTo>
                    <a:pt x="314" y="129"/>
                  </a:lnTo>
                  <a:lnTo>
                    <a:pt x="311" y="129"/>
                  </a:lnTo>
                  <a:lnTo>
                    <a:pt x="311" y="126"/>
                  </a:lnTo>
                  <a:lnTo>
                    <a:pt x="311" y="122"/>
                  </a:lnTo>
                  <a:lnTo>
                    <a:pt x="312" y="122"/>
                  </a:lnTo>
                  <a:lnTo>
                    <a:pt x="311" y="120"/>
                  </a:lnTo>
                  <a:lnTo>
                    <a:pt x="308" y="118"/>
                  </a:lnTo>
                  <a:lnTo>
                    <a:pt x="307" y="117"/>
                  </a:lnTo>
                  <a:lnTo>
                    <a:pt x="306" y="116"/>
                  </a:lnTo>
                  <a:lnTo>
                    <a:pt x="304" y="114"/>
                  </a:lnTo>
                  <a:lnTo>
                    <a:pt x="304" y="112"/>
                  </a:lnTo>
                  <a:lnTo>
                    <a:pt x="307" y="109"/>
                  </a:lnTo>
                  <a:lnTo>
                    <a:pt x="307" y="108"/>
                  </a:lnTo>
                  <a:lnTo>
                    <a:pt x="306" y="105"/>
                  </a:lnTo>
                  <a:lnTo>
                    <a:pt x="306" y="104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0" y="105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299" y="109"/>
                  </a:lnTo>
                  <a:lnTo>
                    <a:pt x="300" y="113"/>
                  </a:lnTo>
                  <a:lnTo>
                    <a:pt x="299" y="116"/>
                  </a:lnTo>
                  <a:lnTo>
                    <a:pt x="296" y="120"/>
                  </a:lnTo>
                  <a:lnTo>
                    <a:pt x="298" y="121"/>
                  </a:lnTo>
                  <a:lnTo>
                    <a:pt x="298" y="125"/>
                  </a:lnTo>
                  <a:lnTo>
                    <a:pt x="298" y="129"/>
                  </a:lnTo>
                  <a:lnTo>
                    <a:pt x="296" y="130"/>
                  </a:lnTo>
                  <a:lnTo>
                    <a:pt x="296" y="133"/>
                  </a:lnTo>
                  <a:lnTo>
                    <a:pt x="298" y="134"/>
                  </a:lnTo>
                  <a:lnTo>
                    <a:pt x="299" y="137"/>
                  </a:lnTo>
                  <a:lnTo>
                    <a:pt x="298" y="139"/>
                  </a:lnTo>
                  <a:lnTo>
                    <a:pt x="296" y="138"/>
                  </a:lnTo>
                  <a:lnTo>
                    <a:pt x="295" y="138"/>
                  </a:lnTo>
                  <a:lnTo>
                    <a:pt x="292" y="138"/>
                  </a:lnTo>
                  <a:lnTo>
                    <a:pt x="291" y="139"/>
                  </a:lnTo>
                  <a:lnTo>
                    <a:pt x="289" y="139"/>
                  </a:lnTo>
                  <a:lnTo>
                    <a:pt x="287" y="138"/>
                  </a:lnTo>
                  <a:lnTo>
                    <a:pt x="286" y="138"/>
                  </a:lnTo>
                  <a:lnTo>
                    <a:pt x="286" y="134"/>
                  </a:lnTo>
                  <a:lnTo>
                    <a:pt x="286" y="129"/>
                  </a:lnTo>
                  <a:lnTo>
                    <a:pt x="287" y="126"/>
                  </a:lnTo>
                  <a:lnTo>
                    <a:pt x="289" y="124"/>
                  </a:lnTo>
                  <a:lnTo>
                    <a:pt x="290" y="122"/>
                  </a:lnTo>
                  <a:lnTo>
                    <a:pt x="287" y="117"/>
                  </a:lnTo>
                  <a:lnTo>
                    <a:pt x="286" y="113"/>
                  </a:lnTo>
                  <a:lnTo>
                    <a:pt x="285" y="113"/>
                  </a:lnTo>
                  <a:lnTo>
                    <a:pt x="283" y="114"/>
                  </a:lnTo>
                  <a:lnTo>
                    <a:pt x="282" y="114"/>
                  </a:lnTo>
                  <a:lnTo>
                    <a:pt x="281" y="114"/>
                  </a:lnTo>
                  <a:lnTo>
                    <a:pt x="281" y="112"/>
                  </a:lnTo>
                  <a:lnTo>
                    <a:pt x="278" y="108"/>
                  </a:lnTo>
                  <a:lnTo>
                    <a:pt x="279" y="106"/>
                  </a:lnTo>
                  <a:lnTo>
                    <a:pt x="279" y="106"/>
                  </a:lnTo>
                  <a:lnTo>
                    <a:pt x="281" y="102"/>
                  </a:lnTo>
                  <a:lnTo>
                    <a:pt x="283" y="101"/>
                  </a:lnTo>
                  <a:lnTo>
                    <a:pt x="283" y="97"/>
                  </a:lnTo>
                  <a:lnTo>
                    <a:pt x="285" y="97"/>
                  </a:lnTo>
                  <a:lnTo>
                    <a:pt x="285" y="95"/>
                  </a:lnTo>
                  <a:lnTo>
                    <a:pt x="285" y="95"/>
                  </a:lnTo>
                  <a:lnTo>
                    <a:pt x="285" y="89"/>
                  </a:lnTo>
                  <a:lnTo>
                    <a:pt x="286" y="87"/>
                  </a:lnTo>
                  <a:lnTo>
                    <a:pt x="285" y="84"/>
                  </a:lnTo>
                  <a:lnTo>
                    <a:pt x="286" y="83"/>
                  </a:lnTo>
                  <a:lnTo>
                    <a:pt x="287" y="81"/>
                  </a:lnTo>
                  <a:lnTo>
                    <a:pt x="289" y="79"/>
                  </a:lnTo>
                  <a:lnTo>
                    <a:pt x="290" y="79"/>
                  </a:lnTo>
                  <a:lnTo>
                    <a:pt x="291" y="80"/>
                  </a:lnTo>
                  <a:lnTo>
                    <a:pt x="292" y="81"/>
                  </a:lnTo>
                  <a:lnTo>
                    <a:pt x="291" y="80"/>
                  </a:lnTo>
                  <a:lnTo>
                    <a:pt x="291" y="77"/>
                  </a:lnTo>
                  <a:lnTo>
                    <a:pt x="291" y="75"/>
                  </a:lnTo>
                  <a:lnTo>
                    <a:pt x="291" y="71"/>
                  </a:lnTo>
                  <a:lnTo>
                    <a:pt x="291" y="70"/>
                  </a:lnTo>
                  <a:lnTo>
                    <a:pt x="291" y="66"/>
                  </a:lnTo>
                  <a:lnTo>
                    <a:pt x="294" y="63"/>
                  </a:lnTo>
                  <a:lnTo>
                    <a:pt x="294" y="63"/>
                  </a:lnTo>
                  <a:lnTo>
                    <a:pt x="295" y="62"/>
                  </a:lnTo>
                  <a:lnTo>
                    <a:pt x="298" y="60"/>
                  </a:lnTo>
                  <a:lnTo>
                    <a:pt x="300" y="62"/>
                  </a:lnTo>
                  <a:lnTo>
                    <a:pt x="302" y="60"/>
                  </a:lnTo>
                  <a:lnTo>
                    <a:pt x="303" y="58"/>
                  </a:lnTo>
                  <a:lnTo>
                    <a:pt x="304" y="56"/>
                  </a:lnTo>
                  <a:lnTo>
                    <a:pt x="304" y="54"/>
                  </a:lnTo>
                  <a:lnTo>
                    <a:pt x="307" y="54"/>
                  </a:lnTo>
                  <a:lnTo>
                    <a:pt x="311" y="55"/>
                  </a:lnTo>
                  <a:lnTo>
                    <a:pt x="312" y="56"/>
                  </a:lnTo>
                  <a:lnTo>
                    <a:pt x="315" y="58"/>
                  </a:lnTo>
                  <a:lnTo>
                    <a:pt x="316" y="56"/>
                  </a:lnTo>
                  <a:lnTo>
                    <a:pt x="319" y="58"/>
                  </a:lnTo>
                  <a:lnTo>
                    <a:pt x="321" y="58"/>
                  </a:lnTo>
                  <a:lnTo>
                    <a:pt x="324" y="58"/>
                  </a:lnTo>
                  <a:lnTo>
                    <a:pt x="325" y="58"/>
                  </a:lnTo>
                  <a:lnTo>
                    <a:pt x="328" y="60"/>
                  </a:lnTo>
                  <a:lnTo>
                    <a:pt x="329" y="60"/>
                  </a:lnTo>
                  <a:lnTo>
                    <a:pt x="329" y="59"/>
                  </a:lnTo>
                  <a:lnTo>
                    <a:pt x="335" y="59"/>
                  </a:lnTo>
                  <a:lnTo>
                    <a:pt x="340" y="60"/>
                  </a:lnTo>
                  <a:lnTo>
                    <a:pt x="343" y="59"/>
                  </a:lnTo>
                  <a:lnTo>
                    <a:pt x="344" y="58"/>
                  </a:lnTo>
                  <a:lnTo>
                    <a:pt x="346" y="58"/>
                  </a:lnTo>
                  <a:lnTo>
                    <a:pt x="348" y="55"/>
                  </a:lnTo>
                  <a:lnTo>
                    <a:pt x="349" y="55"/>
                  </a:lnTo>
                  <a:lnTo>
                    <a:pt x="350" y="54"/>
                  </a:lnTo>
                  <a:lnTo>
                    <a:pt x="350" y="51"/>
                  </a:lnTo>
                  <a:lnTo>
                    <a:pt x="353" y="50"/>
                  </a:lnTo>
                  <a:close/>
                  <a:moveTo>
                    <a:pt x="78" y="45"/>
                  </a:moveTo>
                  <a:lnTo>
                    <a:pt x="80" y="47"/>
                  </a:lnTo>
                  <a:lnTo>
                    <a:pt x="78" y="49"/>
                  </a:lnTo>
                  <a:lnTo>
                    <a:pt x="75" y="50"/>
                  </a:lnTo>
                  <a:lnTo>
                    <a:pt x="74" y="46"/>
                  </a:lnTo>
                  <a:lnTo>
                    <a:pt x="77" y="46"/>
                  </a:lnTo>
                  <a:lnTo>
                    <a:pt x="78" y="45"/>
                  </a:lnTo>
                  <a:close/>
                  <a:moveTo>
                    <a:pt x="25" y="43"/>
                  </a:moveTo>
                  <a:lnTo>
                    <a:pt x="25" y="45"/>
                  </a:lnTo>
                  <a:lnTo>
                    <a:pt x="23" y="45"/>
                  </a:lnTo>
                  <a:lnTo>
                    <a:pt x="25" y="43"/>
                  </a:lnTo>
                  <a:close/>
                  <a:moveTo>
                    <a:pt x="390" y="43"/>
                  </a:moveTo>
                  <a:lnTo>
                    <a:pt x="390" y="45"/>
                  </a:lnTo>
                  <a:lnTo>
                    <a:pt x="389" y="47"/>
                  </a:lnTo>
                  <a:lnTo>
                    <a:pt x="389" y="49"/>
                  </a:lnTo>
                  <a:lnTo>
                    <a:pt x="391" y="49"/>
                  </a:lnTo>
                  <a:lnTo>
                    <a:pt x="391" y="52"/>
                  </a:lnTo>
                  <a:lnTo>
                    <a:pt x="390" y="55"/>
                  </a:lnTo>
                  <a:lnTo>
                    <a:pt x="389" y="55"/>
                  </a:lnTo>
                  <a:lnTo>
                    <a:pt x="386" y="58"/>
                  </a:lnTo>
                  <a:lnTo>
                    <a:pt x="387" y="59"/>
                  </a:lnTo>
                  <a:lnTo>
                    <a:pt x="389" y="59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3" y="55"/>
                  </a:lnTo>
                  <a:lnTo>
                    <a:pt x="391" y="55"/>
                  </a:lnTo>
                  <a:lnTo>
                    <a:pt x="391" y="52"/>
                  </a:lnTo>
                  <a:lnTo>
                    <a:pt x="395" y="51"/>
                  </a:lnTo>
                  <a:lnTo>
                    <a:pt x="399" y="50"/>
                  </a:lnTo>
                  <a:lnTo>
                    <a:pt x="400" y="51"/>
                  </a:lnTo>
                  <a:lnTo>
                    <a:pt x="400" y="52"/>
                  </a:lnTo>
                  <a:lnTo>
                    <a:pt x="399" y="58"/>
                  </a:lnTo>
                  <a:lnTo>
                    <a:pt x="395" y="59"/>
                  </a:lnTo>
                  <a:lnTo>
                    <a:pt x="393" y="60"/>
                  </a:lnTo>
                  <a:lnTo>
                    <a:pt x="394" y="62"/>
                  </a:lnTo>
                  <a:lnTo>
                    <a:pt x="395" y="62"/>
                  </a:lnTo>
                  <a:lnTo>
                    <a:pt x="399" y="64"/>
                  </a:lnTo>
                  <a:lnTo>
                    <a:pt x="399" y="66"/>
                  </a:lnTo>
                  <a:lnTo>
                    <a:pt x="400" y="67"/>
                  </a:lnTo>
                  <a:lnTo>
                    <a:pt x="398" y="67"/>
                  </a:lnTo>
                  <a:lnTo>
                    <a:pt x="397" y="66"/>
                  </a:lnTo>
                  <a:lnTo>
                    <a:pt x="393" y="66"/>
                  </a:lnTo>
                  <a:lnTo>
                    <a:pt x="390" y="66"/>
                  </a:lnTo>
                  <a:lnTo>
                    <a:pt x="389" y="66"/>
                  </a:lnTo>
                  <a:lnTo>
                    <a:pt x="389" y="70"/>
                  </a:lnTo>
                  <a:lnTo>
                    <a:pt x="390" y="74"/>
                  </a:lnTo>
                  <a:lnTo>
                    <a:pt x="391" y="77"/>
                  </a:lnTo>
                  <a:lnTo>
                    <a:pt x="395" y="80"/>
                  </a:lnTo>
                  <a:lnTo>
                    <a:pt x="395" y="81"/>
                  </a:lnTo>
                  <a:lnTo>
                    <a:pt x="394" y="81"/>
                  </a:lnTo>
                  <a:lnTo>
                    <a:pt x="394" y="83"/>
                  </a:lnTo>
                  <a:lnTo>
                    <a:pt x="394" y="81"/>
                  </a:lnTo>
                  <a:lnTo>
                    <a:pt x="391" y="80"/>
                  </a:lnTo>
                  <a:lnTo>
                    <a:pt x="390" y="76"/>
                  </a:lnTo>
                  <a:lnTo>
                    <a:pt x="387" y="75"/>
                  </a:lnTo>
                  <a:lnTo>
                    <a:pt x="386" y="72"/>
                  </a:lnTo>
                  <a:lnTo>
                    <a:pt x="387" y="70"/>
                  </a:lnTo>
                  <a:lnTo>
                    <a:pt x="386" y="68"/>
                  </a:lnTo>
                  <a:lnTo>
                    <a:pt x="386" y="67"/>
                  </a:lnTo>
                  <a:lnTo>
                    <a:pt x="385" y="64"/>
                  </a:lnTo>
                  <a:lnTo>
                    <a:pt x="385" y="63"/>
                  </a:lnTo>
                  <a:lnTo>
                    <a:pt x="386" y="62"/>
                  </a:lnTo>
                  <a:lnTo>
                    <a:pt x="385" y="59"/>
                  </a:lnTo>
                  <a:lnTo>
                    <a:pt x="383" y="56"/>
                  </a:lnTo>
                  <a:lnTo>
                    <a:pt x="383" y="54"/>
                  </a:lnTo>
                  <a:lnTo>
                    <a:pt x="385" y="52"/>
                  </a:lnTo>
                  <a:lnTo>
                    <a:pt x="385" y="50"/>
                  </a:lnTo>
                  <a:lnTo>
                    <a:pt x="386" y="47"/>
                  </a:lnTo>
                  <a:lnTo>
                    <a:pt x="390" y="43"/>
                  </a:lnTo>
                  <a:lnTo>
                    <a:pt x="390" y="43"/>
                  </a:lnTo>
                  <a:close/>
                  <a:moveTo>
                    <a:pt x="397" y="41"/>
                  </a:moveTo>
                  <a:lnTo>
                    <a:pt x="398" y="42"/>
                  </a:lnTo>
                  <a:lnTo>
                    <a:pt x="398" y="43"/>
                  </a:lnTo>
                  <a:lnTo>
                    <a:pt x="397" y="45"/>
                  </a:lnTo>
                  <a:lnTo>
                    <a:pt x="395" y="45"/>
                  </a:lnTo>
                  <a:lnTo>
                    <a:pt x="394" y="46"/>
                  </a:lnTo>
                  <a:lnTo>
                    <a:pt x="393" y="42"/>
                  </a:lnTo>
                  <a:lnTo>
                    <a:pt x="395" y="42"/>
                  </a:lnTo>
                  <a:lnTo>
                    <a:pt x="397" y="41"/>
                  </a:lnTo>
                  <a:close/>
                  <a:moveTo>
                    <a:pt x="7" y="34"/>
                  </a:moveTo>
                  <a:lnTo>
                    <a:pt x="8" y="35"/>
                  </a:lnTo>
                  <a:lnTo>
                    <a:pt x="11" y="37"/>
                  </a:lnTo>
                  <a:lnTo>
                    <a:pt x="8" y="38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7" y="34"/>
                  </a:lnTo>
                  <a:close/>
                  <a:moveTo>
                    <a:pt x="132" y="33"/>
                  </a:moveTo>
                  <a:lnTo>
                    <a:pt x="133" y="34"/>
                  </a:lnTo>
                  <a:lnTo>
                    <a:pt x="132" y="35"/>
                  </a:lnTo>
                  <a:lnTo>
                    <a:pt x="132" y="33"/>
                  </a:lnTo>
                  <a:close/>
                  <a:moveTo>
                    <a:pt x="127" y="31"/>
                  </a:moveTo>
                  <a:lnTo>
                    <a:pt x="128" y="31"/>
                  </a:lnTo>
                  <a:lnTo>
                    <a:pt x="125" y="34"/>
                  </a:lnTo>
                  <a:lnTo>
                    <a:pt x="124" y="33"/>
                  </a:lnTo>
                  <a:lnTo>
                    <a:pt x="125" y="31"/>
                  </a:lnTo>
                  <a:lnTo>
                    <a:pt x="127" y="31"/>
                  </a:lnTo>
                  <a:close/>
                  <a:moveTo>
                    <a:pt x="132" y="29"/>
                  </a:moveTo>
                  <a:lnTo>
                    <a:pt x="133" y="30"/>
                  </a:lnTo>
                  <a:lnTo>
                    <a:pt x="132" y="30"/>
                  </a:lnTo>
                  <a:lnTo>
                    <a:pt x="132" y="29"/>
                  </a:lnTo>
                  <a:close/>
                  <a:moveTo>
                    <a:pt x="265" y="27"/>
                  </a:moveTo>
                  <a:lnTo>
                    <a:pt x="266" y="27"/>
                  </a:lnTo>
                  <a:lnTo>
                    <a:pt x="266" y="30"/>
                  </a:lnTo>
                  <a:lnTo>
                    <a:pt x="265" y="29"/>
                  </a:lnTo>
                  <a:lnTo>
                    <a:pt x="265" y="27"/>
                  </a:lnTo>
                  <a:close/>
                  <a:moveTo>
                    <a:pt x="132" y="26"/>
                  </a:moveTo>
                  <a:lnTo>
                    <a:pt x="133" y="26"/>
                  </a:lnTo>
                  <a:lnTo>
                    <a:pt x="132" y="27"/>
                  </a:lnTo>
                  <a:lnTo>
                    <a:pt x="132" y="26"/>
                  </a:lnTo>
                  <a:close/>
                  <a:moveTo>
                    <a:pt x="267" y="25"/>
                  </a:moveTo>
                  <a:lnTo>
                    <a:pt x="266" y="25"/>
                  </a:lnTo>
                  <a:lnTo>
                    <a:pt x="265" y="25"/>
                  </a:lnTo>
                  <a:lnTo>
                    <a:pt x="267" y="25"/>
                  </a:lnTo>
                  <a:close/>
                  <a:moveTo>
                    <a:pt x="360" y="24"/>
                  </a:moveTo>
                  <a:lnTo>
                    <a:pt x="362" y="26"/>
                  </a:lnTo>
                  <a:lnTo>
                    <a:pt x="362" y="29"/>
                  </a:lnTo>
                  <a:lnTo>
                    <a:pt x="361" y="30"/>
                  </a:lnTo>
                  <a:lnTo>
                    <a:pt x="360" y="27"/>
                  </a:lnTo>
                  <a:lnTo>
                    <a:pt x="358" y="25"/>
                  </a:lnTo>
                  <a:lnTo>
                    <a:pt x="360" y="24"/>
                  </a:lnTo>
                  <a:close/>
                  <a:moveTo>
                    <a:pt x="374" y="21"/>
                  </a:moveTo>
                  <a:lnTo>
                    <a:pt x="375" y="21"/>
                  </a:lnTo>
                  <a:lnTo>
                    <a:pt x="375" y="24"/>
                  </a:lnTo>
                  <a:lnTo>
                    <a:pt x="375" y="24"/>
                  </a:lnTo>
                  <a:lnTo>
                    <a:pt x="374" y="21"/>
                  </a:lnTo>
                  <a:close/>
                  <a:moveTo>
                    <a:pt x="266" y="20"/>
                  </a:moveTo>
                  <a:lnTo>
                    <a:pt x="266" y="21"/>
                  </a:lnTo>
                  <a:lnTo>
                    <a:pt x="266" y="20"/>
                  </a:lnTo>
                  <a:lnTo>
                    <a:pt x="266" y="20"/>
                  </a:lnTo>
                  <a:close/>
                  <a:moveTo>
                    <a:pt x="266" y="18"/>
                  </a:moveTo>
                  <a:lnTo>
                    <a:pt x="269" y="18"/>
                  </a:lnTo>
                  <a:lnTo>
                    <a:pt x="269" y="20"/>
                  </a:lnTo>
                  <a:lnTo>
                    <a:pt x="266" y="20"/>
                  </a:lnTo>
                  <a:lnTo>
                    <a:pt x="266" y="18"/>
                  </a:lnTo>
                  <a:lnTo>
                    <a:pt x="266" y="18"/>
                  </a:lnTo>
                  <a:close/>
                  <a:moveTo>
                    <a:pt x="154" y="16"/>
                  </a:moveTo>
                  <a:lnTo>
                    <a:pt x="158" y="20"/>
                  </a:lnTo>
                  <a:lnTo>
                    <a:pt x="157" y="22"/>
                  </a:lnTo>
                  <a:lnTo>
                    <a:pt x="154" y="22"/>
                  </a:lnTo>
                  <a:lnTo>
                    <a:pt x="156" y="21"/>
                  </a:lnTo>
                  <a:lnTo>
                    <a:pt x="154" y="21"/>
                  </a:lnTo>
                  <a:lnTo>
                    <a:pt x="152" y="18"/>
                  </a:lnTo>
                  <a:lnTo>
                    <a:pt x="153" y="17"/>
                  </a:lnTo>
                  <a:lnTo>
                    <a:pt x="154" y="16"/>
                  </a:lnTo>
                  <a:close/>
                  <a:moveTo>
                    <a:pt x="246" y="14"/>
                  </a:moveTo>
                  <a:lnTo>
                    <a:pt x="249" y="16"/>
                  </a:lnTo>
                  <a:lnTo>
                    <a:pt x="253" y="14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2" y="16"/>
                  </a:lnTo>
                  <a:lnTo>
                    <a:pt x="265" y="17"/>
                  </a:lnTo>
                  <a:lnTo>
                    <a:pt x="265" y="17"/>
                  </a:lnTo>
                  <a:lnTo>
                    <a:pt x="264" y="17"/>
                  </a:lnTo>
                  <a:lnTo>
                    <a:pt x="264" y="18"/>
                  </a:lnTo>
                  <a:lnTo>
                    <a:pt x="264" y="20"/>
                  </a:lnTo>
                  <a:lnTo>
                    <a:pt x="265" y="21"/>
                  </a:lnTo>
                  <a:lnTo>
                    <a:pt x="267" y="24"/>
                  </a:lnTo>
                  <a:lnTo>
                    <a:pt x="265" y="25"/>
                  </a:lnTo>
                  <a:lnTo>
                    <a:pt x="262" y="24"/>
                  </a:lnTo>
                  <a:lnTo>
                    <a:pt x="261" y="25"/>
                  </a:lnTo>
                  <a:lnTo>
                    <a:pt x="264" y="26"/>
                  </a:lnTo>
                  <a:lnTo>
                    <a:pt x="265" y="27"/>
                  </a:lnTo>
                  <a:lnTo>
                    <a:pt x="265" y="29"/>
                  </a:lnTo>
                  <a:lnTo>
                    <a:pt x="264" y="29"/>
                  </a:lnTo>
                  <a:lnTo>
                    <a:pt x="262" y="30"/>
                  </a:lnTo>
                  <a:lnTo>
                    <a:pt x="265" y="33"/>
                  </a:lnTo>
                  <a:lnTo>
                    <a:pt x="265" y="35"/>
                  </a:lnTo>
                  <a:lnTo>
                    <a:pt x="269" y="39"/>
                  </a:lnTo>
                  <a:lnTo>
                    <a:pt x="271" y="41"/>
                  </a:lnTo>
                  <a:lnTo>
                    <a:pt x="270" y="43"/>
                  </a:lnTo>
                  <a:lnTo>
                    <a:pt x="267" y="43"/>
                  </a:lnTo>
                  <a:lnTo>
                    <a:pt x="266" y="45"/>
                  </a:lnTo>
                  <a:lnTo>
                    <a:pt x="267" y="46"/>
                  </a:lnTo>
                  <a:lnTo>
                    <a:pt x="267" y="47"/>
                  </a:lnTo>
                  <a:lnTo>
                    <a:pt x="270" y="49"/>
                  </a:lnTo>
                  <a:lnTo>
                    <a:pt x="275" y="54"/>
                  </a:lnTo>
                  <a:lnTo>
                    <a:pt x="277" y="54"/>
                  </a:lnTo>
                  <a:lnTo>
                    <a:pt x="278" y="55"/>
                  </a:lnTo>
                  <a:lnTo>
                    <a:pt x="279" y="58"/>
                  </a:lnTo>
                  <a:lnTo>
                    <a:pt x="281" y="58"/>
                  </a:lnTo>
                  <a:lnTo>
                    <a:pt x="281" y="59"/>
                  </a:lnTo>
                  <a:lnTo>
                    <a:pt x="279" y="60"/>
                  </a:lnTo>
                  <a:lnTo>
                    <a:pt x="278" y="59"/>
                  </a:lnTo>
                  <a:lnTo>
                    <a:pt x="275" y="60"/>
                  </a:lnTo>
                  <a:lnTo>
                    <a:pt x="273" y="60"/>
                  </a:lnTo>
                  <a:lnTo>
                    <a:pt x="269" y="56"/>
                  </a:lnTo>
                  <a:lnTo>
                    <a:pt x="270" y="60"/>
                  </a:lnTo>
                  <a:lnTo>
                    <a:pt x="269" y="62"/>
                  </a:lnTo>
                  <a:lnTo>
                    <a:pt x="267" y="60"/>
                  </a:lnTo>
                  <a:lnTo>
                    <a:pt x="266" y="62"/>
                  </a:lnTo>
                  <a:lnTo>
                    <a:pt x="266" y="64"/>
                  </a:lnTo>
                  <a:lnTo>
                    <a:pt x="265" y="66"/>
                  </a:lnTo>
                  <a:lnTo>
                    <a:pt x="264" y="70"/>
                  </a:lnTo>
                  <a:lnTo>
                    <a:pt x="264" y="71"/>
                  </a:lnTo>
                  <a:lnTo>
                    <a:pt x="262" y="75"/>
                  </a:lnTo>
                  <a:lnTo>
                    <a:pt x="260" y="77"/>
                  </a:lnTo>
                  <a:lnTo>
                    <a:pt x="260" y="81"/>
                  </a:lnTo>
                  <a:lnTo>
                    <a:pt x="258" y="83"/>
                  </a:lnTo>
                  <a:lnTo>
                    <a:pt x="257" y="85"/>
                  </a:lnTo>
                  <a:lnTo>
                    <a:pt x="256" y="83"/>
                  </a:lnTo>
                  <a:lnTo>
                    <a:pt x="254" y="83"/>
                  </a:lnTo>
                  <a:lnTo>
                    <a:pt x="256" y="84"/>
                  </a:lnTo>
                  <a:lnTo>
                    <a:pt x="256" y="87"/>
                  </a:lnTo>
                  <a:lnTo>
                    <a:pt x="253" y="89"/>
                  </a:lnTo>
                  <a:lnTo>
                    <a:pt x="253" y="91"/>
                  </a:lnTo>
                  <a:lnTo>
                    <a:pt x="250" y="92"/>
                  </a:lnTo>
                  <a:lnTo>
                    <a:pt x="249" y="92"/>
                  </a:lnTo>
                  <a:lnTo>
                    <a:pt x="249" y="92"/>
                  </a:lnTo>
                  <a:lnTo>
                    <a:pt x="248" y="95"/>
                  </a:lnTo>
                  <a:lnTo>
                    <a:pt x="252" y="93"/>
                  </a:lnTo>
                  <a:lnTo>
                    <a:pt x="252" y="95"/>
                  </a:lnTo>
                  <a:lnTo>
                    <a:pt x="252" y="96"/>
                  </a:lnTo>
                  <a:lnTo>
                    <a:pt x="250" y="97"/>
                  </a:lnTo>
                  <a:lnTo>
                    <a:pt x="250" y="97"/>
                  </a:lnTo>
                  <a:lnTo>
                    <a:pt x="252" y="97"/>
                  </a:lnTo>
                  <a:lnTo>
                    <a:pt x="253" y="100"/>
                  </a:lnTo>
                  <a:lnTo>
                    <a:pt x="252" y="101"/>
                  </a:lnTo>
                  <a:lnTo>
                    <a:pt x="250" y="101"/>
                  </a:lnTo>
                  <a:lnTo>
                    <a:pt x="249" y="100"/>
                  </a:lnTo>
                  <a:lnTo>
                    <a:pt x="249" y="101"/>
                  </a:lnTo>
                  <a:lnTo>
                    <a:pt x="250" y="102"/>
                  </a:lnTo>
                  <a:lnTo>
                    <a:pt x="252" y="102"/>
                  </a:lnTo>
                  <a:lnTo>
                    <a:pt x="249" y="106"/>
                  </a:lnTo>
                  <a:lnTo>
                    <a:pt x="248" y="106"/>
                  </a:lnTo>
                  <a:lnTo>
                    <a:pt x="248" y="105"/>
                  </a:lnTo>
                  <a:lnTo>
                    <a:pt x="246" y="109"/>
                  </a:lnTo>
                  <a:lnTo>
                    <a:pt x="246" y="110"/>
                  </a:lnTo>
                  <a:lnTo>
                    <a:pt x="244" y="114"/>
                  </a:lnTo>
                  <a:lnTo>
                    <a:pt x="240" y="117"/>
                  </a:lnTo>
                  <a:lnTo>
                    <a:pt x="237" y="118"/>
                  </a:lnTo>
                  <a:lnTo>
                    <a:pt x="232" y="121"/>
                  </a:lnTo>
                  <a:lnTo>
                    <a:pt x="229" y="121"/>
                  </a:lnTo>
                  <a:lnTo>
                    <a:pt x="229" y="117"/>
                  </a:lnTo>
                  <a:lnTo>
                    <a:pt x="229" y="116"/>
                  </a:lnTo>
                  <a:lnTo>
                    <a:pt x="228" y="114"/>
                  </a:lnTo>
                  <a:lnTo>
                    <a:pt x="228" y="113"/>
                  </a:lnTo>
                  <a:lnTo>
                    <a:pt x="227" y="113"/>
                  </a:lnTo>
                  <a:lnTo>
                    <a:pt x="225" y="112"/>
                  </a:lnTo>
                  <a:lnTo>
                    <a:pt x="224" y="113"/>
                  </a:lnTo>
                  <a:lnTo>
                    <a:pt x="223" y="112"/>
                  </a:lnTo>
                  <a:lnTo>
                    <a:pt x="221" y="110"/>
                  </a:lnTo>
                  <a:lnTo>
                    <a:pt x="220" y="112"/>
                  </a:lnTo>
                  <a:lnTo>
                    <a:pt x="221" y="113"/>
                  </a:lnTo>
                  <a:lnTo>
                    <a:pt x="219" y="113"/>
                  </a:lnTo>
                  <a:lnTo>
                    <a:pt x="219" y="112"/>
                  </a:lnTo>
                  <a:lnTo>
                    <a:pt x="219" y="110"/>
                  </a:lnTo>
                  <a:lnTo>
                    <a:pt x="217" y="109"/>
                  </a:lnTo>
                  <a:lnTo>
                    <a:pt x="216" y="109"/>
                  </a:lnTo>
                  <a:lnTo>
                    <a:pt x="213" y="108"/>
                  </a:lnTo>
                  <a:lnTo>
                    <a:pt x="212" y="109"/>
                  </a:lnTo>
                  <a:lnTo>
                    <a:pt x="211" y="110"/>
                  </a:lnTo>
                  <a:lnTo>
                    <a:pt x="208" y="110"/>
                  </a:lnTo>
                  <a:lnTo>
                    <a:pt x="207" y="112"/>
                  </a:lnTo>
                  <a:lnTo>
                    <a:pt x="206" y="112"/>
                  </a:lnTo>
                  <a:lnTo>
                    <a:pt x="204" y="112"/>
                  </a:lnTo>
                  <a:lnTo>
                    <a:pt x="203" y="112"/>
                  </a:lnTo>
                  <a:lnTo>
                    <a:pt x="200" y="114"/>
                  </a:lnTo>
                  <a:lnTo>
                    <a:pt x="198" y="114"/>
                  </a:lnTo>
                  <a:lnTo>
                    <a:pt x="199" y="113"/>
                  </a:lnTo>
                  <a:lnTo>
                    <a:pt x="198" y="109"/>
                  </a:lnTo>
                  <a:lnTo>
                    <a:pt x="198" y="106"/>
                  </a:lnTo>
                  <a:lnTo>
                    <a:pt x="198" y="104"/>
                  </a:lnTo>
                  <a:lnTo>
                    <a:pt x="196" y="102"/>
                  </a:lnTo>
                  <a:lnTo>
                    <a:pt x="198" y="104"/>
                  </a:lnTo>
                  <a:lnTo>
                    <a:pt x="196" y="106"/>
                  </a:lnTo>
                  <a:lnTo>
                    <a:pt x="195" y="106"/>
                  </a:lnTo>
                  <a:lnTo>
                    <a:pt x="194" y="106"/>
                  </a:lnTo>
                  <a:lnTo>
                    <a:pt x="191" y="108"/>
                  </a:lnTo>
                  <a:lnTo>
                    <a:pt x="188" y="108"/>
                  </a:lnTo>
                  <a:lnTo>
                    <a:pt x="186" y="106"/>
                  </a:lnTo>
                  <a:lnTo>
                    <a:pt x="185" y="106"/>
                  </a:lnTo>
                  <a:lnTo>
                    <a:pt x="183" y="105"/>
                  </a:lnTo>
                  <a:lnTo>
                    <a:pt x="182" y="106"/>
                  </a:lnTo>
                  <a:lnTo>
                    <a:pt x="181" y="106"/>
                  </a:lnTo>
                  <a:lnTo>
                    <a:pt x="179" y="104"/>
                  </a:lnTo>
                  <a:lnTo>
                    <a:pt x="179" y="101"/>
                  </a:lnTo>
                  <a:lnTo>
                    <a:pt x="178" y="96"/>
                  </a:lnTo>
                  <a:lnTo>
                    <a:pt x="175" y="95"/>
                  </a:lnTo>
                  <a:lnTo>
                    <a:pt x="175" y="93"/>
                  </a:lnTo>
                  <a:lnTo>
                    <a:pt x="177" y="91"/>
                  </a:lnTo>
                  <a:lnTo>
                    <a:pt x="178" y="89"/>
                  </a:lnTo>
                  <a:lnTo>
                    <a:pt x="178" y="87"/>
                  </a:lnTo>
                  <a:lnTo>
                    <a:pt x="177" y="84"/>
                  </a:lnTo>
                  <a:lnTo>
                    <a:pt x="174" y="81"/>
                  </a:lnTo>
                  <a:lnTo>
                    <a:pt x="170" y="80"/>
                  </a:lnTo>
                  <a:lnTo>
                    <a:pt x="167" y="79"/>
                  </a:lnTo>
                  <a:lnTo>
                    <a:pt x="167" y="77"/>
                  </a:lnTo>
                  <a:lnTo>
                    <a:pt x="170" y="77"/>
                  </a:lnTo>
                  <a:lnTo>
                    <a:pt x="171" y="76"/>
                  </a:lnTo>
                  <a:lnTo>
                    <a:pt x="175" y="75"/>
                  </a:lnTo>
                  <a:lnTo>
                    <a:pt x="178" y="74"/>
                  </a:lnTo>
                  <a:lnTo>
                    <a:pt x="181" y="74"/>
                  </a:lnTo>
                  <a:lnTo>
                    <a:pt x="179" y="72"/>
                  </a:lnTo>
                  <a:lnTo>
                    <a:pt x="175" y="75"/>
                  </a:lnTo>
                  <a:lnTo>
                    <a:pt x="171" y="75"/>
                  </a:lnTo>
                  <a:lnTo>
                    <a:pt x="170" y="75"/>
                  </a:lnTo>
                  <a:lnTo>
                    <a:pt x="167" y="75"/>
                  </a:lnTo>
                  <a:lnTo>
                    <a:pt x="166" y="72"/>
                  </a:lnTo>
                  <a:lnTo>
                    <a:pt x="167" y="71"/>
                  </a:lnTo>
                  <a:lnTo>
                    <a:pt x="169" y="72"/>
                  </a:lnTo>
                  <a:lnTo>
                    <a:pt x="167" y="70"/>
                  </a:lnTo>
                  <a:lnTo>
                    <a:pt x="163" y="66"/>
                  </a:lnTo>
                  <a:lnTo>
                    <a:pt x="163" y="62"/>
                  </a:lnTo>
                  <a:lnTo>
                    <a:pt x="165" y="60"/>
                  </a:lnTo>
                  <a:lnTo>
                    <a:pt x="166" y="59"/>
                  </a:lnTo>
                  <a:lnTo>
                    <a:pt x="165" y="58"/>
                  </a:lnTo>
                  <a:lnTo>
                    <a:pt x="165" y="55"/>
                  </a:lnTo>
                  <a:lnTo>
                    <a:pt x="167" y="52"/>
                  </a:lnTo>
                  <a:lnTo>
                    <a:pt x="170" y="49"/>
                  </a:lnTo>
                  <a:lnTo>
                    <a:pt x="171" y="47"/>
                  </a:lnTo>
                  <a:lnTo>
                    <a:pt x="173" y="46"/>
                  </a:lnTo>
                  <a:lnTo>
                    <a:pt x="175" y="50"/>
                  </a:lnTo>
                  <a:lnTo>
                    <a:pt x="179" y="54"/>
                  </a:lnTo>
                  <a:lnTo>
                    <a:pt x="179" y="54"/>
                  </a:lnTo>
                  <a:lnTo>
                    <a:pt x="182" y="56"/>
                  </a:lnTo>
                  <a:lnTo>
                    <a:pt x="183" y="59"/>
                  </a:lnTo>
                  <a:lnTo>
                    <a:pt x="185" y="59"/>
                  </a:lnTo>
                  <a:lnTo>
                    <a:pt x="188" y="58"/>
                  </a:lnTo>
                  <a:lnTo>
                    <a:pt x="188" y="56"/>
                  </a:lnTo>
                  <a:lnTo>
                    <a:pt x="191" y="56"/>
                  </a:lnTo>
                  <a:lnTo>
                    <a:pt x="194" y="56"/>
                  </a:lnTo>
                  <a:lnTo>
                    <a:pt x="199" y="56"/>
                  </a:lnTo>
                  <a:lnTo>
                    <a:pt x="206" y="54"/>
                  </a:lnTo>
                  <a:lnTo>
                    <a:pt x="208" y="52"/>
                  </a:lnTo>
                  <a:lnTo>
                    <a:pt x="213" y="52"/>
                  </a:lnTo>
                  <a:lnTo>
                    <a:pt x="216" y="54"/>
                  </a:lnTo>
                  <a:lnTo>
                    <a:pt x="217" y="55"/>
                  </a:lnTo>
                  <a:lnTo>
                    <a:pt x="220" y="55"/>
                  </a:lnTo>
                  <a:lnTo>
                    <a:pt x="225" y="52"/>
                  </a:lnTo>
                  <a:lnTo>
                    <a:pt x="231" y="51"/>
                  </a:lnTo>
                  <a:lnTo>
                    <a:pt x="231" y="50"/>
                  </a:lnTo>
                  <a:lnTo>
                    <a:pt x="236" y="42"/>
                  </a:lnTo>
                  <a:lnTo>
                    <a:pt x="237" y="37"/>
                  </a:lnTo>
                  <a:lnTo>
                    <a:pt x="241" y="31"/>
                  </a:lnTo>
                  <a:lnTo>
                    <a:pt x="244" y="22"/>
                  </a:lnTo>
                  <a:lnTo>
                    <a:pt x="244" y="21"/>
                  </a:lnTo>
                  <a:lnTo>
                    <a:pt x="245" y="20"/>
                  </a:lnTo>
                  <a:lnTo>
                    <a:pt x="244" y="17"/>
                  </a:lnTo>
                  <a:lnTo>
                    <a:pt x="246" y="14"/>
                  </a:lnTo>
                  <a:close/>
                  <a:moveTo>
                    <a:pt x="375" y="14"/>
                  </a:moveTo>
                  <a:lnTo>
                    <a:pt x="377" y="14"/>
                  </a:lnTo>
                  <a:lnTo>
                    <a:pt x="377" y="17"/>
                  </a:lnTo>
                  <a:lnTo>
                    <a:pt x="375" y="20"/>
                  </a:lnTo>
                  <a:lnTo>
                    <a:pt x="375" y="20"/>
                  </a:lnTo>
                  <a:lnTo>
                    <a:pt x="374" y="17"/>
                  </a:lnTo>
                  <a:lnTo>
                    <a:pt x="374" y="14"/>
                  </a:lnTo>
                  <a:lnTo>
                    <a:pt x="375" y="14"/>
                  </a:lnTo>
                  <a:close/>
                  <a:moveTo>
                    <a:pt x="286" y="9"/>
                  </a:moveTo>
                  <a:lnTo>
                    <a:pt x="287" y="10"/>
                  </a:lnTo>
                  <a:lnTo>
                    <a:pt x="287" y="12"/>
                  </a:lnTo>
                  <a:lnTo>
                    <a:pt x="286" y="10"/>
                  </a:lnTo>
                  <a:lnTo>
                    <a:pt x="286" y="9"/>
                  </a:lnTo>
                  <a:close/>
                  <a:moveTo>
                    <a:pt x="296" y="2"/>
                  </a:moveTo>
                  <a:lnTo>
                    <a:pt x="296" y="4"/>
                  </a:lnTo>
                  <a:lnTo>
                    <a:pt x="294" y="6"/>
                  </a:lnTo>
                  <a:lnTo>
                    <a:pt x="291" y="6"/>
                  </a:lnTo>
                  <a:lnTo>
                    <a:pt x="290" y="6"/>
                  </a:lnTo>
                  <a:lnTo>
                    <a:pt x="294" y="2"/>
                  </a:lnTo>
                  <a:lnTo>
                    <a:pt x="296" y="2"/>
                  </a:lnTo>
                  <a:close/>
                  <a:moveTo>
                    <a:pt x="1" y="0"/>
                  </a:moveTo>
                  <a:lnTo>
                    <a:pt x="7" y="0"/>
                  </a:lnTo>
                  <a:lnTo>
                    <a:pt x="12" y="4"/>
                  </a:lnTo>
                  <a:lnTo>
                    <a:pt x="13" y="5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1" y="5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8" y="5"/>
                  </a:lnTo>
                  <a:lnTo>
                    <a:pt x="30" y="9"/>
                  </a:lnTo>
                  <a:lnTo>
                    <a:pt x="32" y="9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6" y="17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52" y="27"/>
                  </a:lnTo>
                  <a:lnTo>
                    <a:pt x="52" y="29"/>
                  </a:lnTo>
                  <a:lnTo>
                    <a:pt x="54" y="29"/>
                  </a:lnTo>
                  <a:lnTo>
                    <a:pt x="57" y="31"/>
                  </a:lnTo>
                  <a:lnTo>
                    <a:pt x="57" y="35"/>
                  </a:lnTo>
                  <a:lnTo>
                    <a:pt x="58" y="37"/>
                  </a:lnTo>
                  <a:lnTo>
                    <a:pt x="59" y="35"/>
                  </a:lnTo>
                  <a:lnTo>
                    <a:pt x="61" y="39"/>
                  </a:lnTo>
                  <a:lnTo>
                    <a:pt x="62" y="39"/>
                  </a:lnTo>
                  <a:lnTo>
                    <a:pt x="62" y="38"/>
                  </a:lnTo>
                  <a:lnTo>
                    <a:pt x="65" y="39"/>
                  </a:lnTo>
                  <a:lnTo>
                    <a:pt x="70" y="41"/>
                  </a:lnTo>
                  <a:lnTo>
                    <a:pt x="73" y="45"/>
                  </a:lnTo>
                  <a:lnTo>
                    <a:pt x="74" y="49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9" y="50"/>
                  </a:lnTo>
                  <a:lnTo>
                    <a:pt x="83" y="55"/>
                  </a:lnTo>
                  <a:lnTo>
                    <a:pt x="84" y="58"/>
                  </a:lnTo>
                  <a:lnTo>
                    <a:pt x="84" y="60"/>
                  </a:lnTo>
                  <a:lnTo>
                    <a:pt x="87" y="62"/>
                  </a:lnTo>
                  <a:lnTo>
                    <a:pt x="91" y="62"/>
                  </a:lnTo>
                  <a:lnTo>
                    <a:pt x="94" y="63"/>
                  </a:lnTo>
                  <a:lnTo>
                    <a:pt x="95" y="64"/>
                  </a:lnTo>
                  <a:lnTo>
                    <a:pt x="94" y="67"/>
                  </a:lnTo>
                  <a:lnTo>
                    <a:pt x="92" y="67"/>
                  </a:lnTo>
                  <a:lnTo>
                    <a:pt x="91" y="68"/>
                  </a:lnTo>
                  <a:lnTo>
                    <a:pt x="90" y="68"/>
                  </a:lnTo>
                  <a:lnTo>
                    <a:pt x="92" y="68"/>
                  </a:lnTo>
                  <a:lnTo>
                    <a:pt x="95" y="67"/>
                  </a:lnTo>
                  <a:lnTo>
                    <a:pt x="98" y="64"/>
                  </a:lnTo>
                  <a:lnTo>
                    <a:pt x="99" y="64"/>
                  </a:lnTo>
                  <a:lnTo>
                    <a:pt x="103" y="70"/>
                  </a:lnTo>
                  <a:lnTo>
                    <a:pt x="104" y="71"/>
                  </a:lnTo>
                  <a:lnTo>
                    <a:pt x="100" y="72"/>
                  </a:lnTo>
                  <a:lnTo>
                    <a:pt x="98" y="74"/>
                  </a:lnTo>
                  <a:lnTo>
                    <a:pt x="96" y="76"/>
                  </a:lnTo>
                  <a:lnTo>
                    <a:pt x="98" y="75"/>
                  </a:lnTo>
                  <a:lnTo>
                    <a:pt x="100" y="75"/>
                  </a:lnTo>
                  <a:lnTo>
                    <a:pt x="102" y="75"/>
                  </a:lnTo>
                  <a:lnTo>
                    <a:pt x="104" y="76"/>
                  </a:lnTo>
                  <a:lnTo>
                    <a:pt x="102" y="77"/>
                  </a:lnTo>
                  <a:lnTo>
                    <a:pt x="99" y="79"/>
                  </a:lnTo>
                  <a:lnTo>
                    <a:pt x="99" y="80"/>
                  </a:lnTo>
                  <a:lnTo>
                    <a:pt x="103" y="83"/>
                  </a:lnTo>
                  <a:lnTo>
                    <a:pt x="107" y="83"/>
                  </a:lnTo>
                  <a:lnTo>
                    <a:pt x="108" y="84"/>
                  </a:lnTo>
                  <a:lnTo>
                    <a:pt x="111" y="83"/>
                  </a:lnTo>
                  <a:lnTo>
                    <a:pt x="112" y="89"/>
                  </a:lnTo>
                  <a:lnTo>
                    <a:pt x="112" y="92"/>
                  </a:lnTo>
                  <a:lnTo>
                    <a:pt x="112" y="95"/>
                  </a:lnTo>
                  <a:lnTo>
                    <a:pt x="113" y="93"/>
                  </a:lnTo>
                  <a:lnTo>
                    <a:pt x="115" y="96"/>
                  </a:lnTo>
                  <a:lnTo>
                    <a:pt x="115" y="99"/>
                  </a:lnTo>
                  <a:lnTo>
                    <a:pt x="117" y="100"/>
                  </a:lnTo>
                  <a:lnTo>
                    <a:pt x="121" y="99"/>
                  </a:lnTo>
                  <a:lnTo>
                    <a:pt x="123" y="100"/>
                  </a:lnTo>
                  <a:lnTo>
                    <a:pt x="124" y="101"/>
                  </a:lnTo>
                  <a:lnTo>
                    <a:pt x="125" y="102"/>
                  </a:lnTo>
                  <a:lnTo>
                    <a:pt x="127" y="105"/>
                  </a:lnTo>
                  <a:lnTo>
                    <a:pt x="128" y="106"/>
                  </a:lnTo>
                  <a:lnTo>
                    <a:pt x="131" y="108"/>
                  </a:lnTo>
                  <a:lnTo>
                    <a:pt x="131" y="110"/>
                  </a:lnTo>
                  <a:lnTo>
                    <a:pt x="129" y="112"/>
                  </a:lnTo>
                  <a:lnTo>
                    <a:pt x="128" y="113"/>
                  </a:lnTo>
                  <a:lnTo>
                    <a:pt x="128" y="116"/>
                  </a:lnTo>
                  <a:lnTo>
                    <a:pt x="128" y="118"/>
                  </a:lnTo>
                  <a:lnTo>
                    <a:pt x="127" y="122"/>
                  </a:lnTo>
                  <a:lnTo>
                    <a:pt x="128" y="127"/>
                  </a:lnTo>
                  <a:lnTo>
                    <a:pt x="127" y="134"/>
                  </a:lnTo>
                  <a:lnTo>
                    <a:pt x="127" y="139"/>
                  </a:lnTo>
                  <a:lnTo>
                    <a:pt x="125" y="141"/>
                  </a:lnTo>
                  <a:lnTo>
                    <a:pt x="124" y="139"/>
                  </a:lnTo>
                  <a:lnTo>
                    <a:pt x="121" y="137"/>
                  </a:lnTo>
                  <a:lnTo>
                    <a:pt x="120" y="137"/>
                  </a:lnTo>
                  <a:lnTo>
                    <a:pt x="119" y="138"/>
                  </a:lnTo>
                  <a:lnTo>
                    <a:pt x="119" y="141"/>
                  </a:lnTo>
                  <a:lnTo>
                    <a:pt x="117" y="142"/>
                  </a:lnTo>
                  <a:lnTo>
                    <a:pt x="113" y="137"/>
                  </a:lnTo>
                  <a:lnTo>
                    <a:pt x="111" y="137"/>
                  </a:lnTo>
                  <a:lnTo>
                    <a:pt x="111" y="138"/>
                  </a:lnTo>
                  <a:lnTo>
                    <a:pt x="112" y="139"/>
                  </a:lnTo>
                  <a:lnTo>
                    <a:pt x="112" y="142"/>
                  </a:lnTo>
                  <a:lnTo>
                    <a:pt x="111" y="143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7" y="137"/>
                  </a:lnTo>
                  <a:lnTo>
                    <a:pt x="100" y="130"/>
                  </a:lnTo>
                  <a:lnTo>
                    <a:pt x="96" y="130"/>
                  </a:lnTo>
                  <a:lnTo>
                    <a:pt x="95" y="127"/>
                  </a:lnTo>
                  <a:lnTo>
                    <a:pt x="90" y="124"/>
                  </a:lnTo>
                  <a:lnTo>
                    <a:pt x="87" y="121"/>
                  </a:lnTo>
                  <a:lnTo>
                    <a:pt x="84" y="118"/>
                  </a:lnTo>
                  <a:lnTo>
                    <a:pt x="84" y="116"/>
                  </a:lnTo>
                  <a:lnTo>
                    <a:pt x="82" y="113"/>
                  </a:lnTo>
                  <a:lnTo>
                    <a:pt x="80" y="112"/>
                  </a:lnTo>
                  <a:lnTo>
                    <a:pt x="77" y="112"/>
                  </a:lnTo>
                  <a:lnTo>
                    <a:pt x="75" y="109"/>
                  </a:lnTo>
                  <a:lnTo>
                    <a:pt x="71" y="104"/>
                  </a:lnTo>
                  <a:lnTo>
                    <a:pt x="67" y="100"/>
                  </a:lnTo>
                  <a:lnTo>
                    <a:pt x="66" y="97"/>
                  </a:lnTo>
                  <a:lnTo>
                    <a:pt x="66" y="93"/>
                  </a:lnTo>
                  <a:lnTo>
                    <a:pt x="62" y="85"/>
                  </a:lnTo>
                  <a:lnTo>
                    <a:pt x="61" y="80"/>
                  </a:lnTo>
                  <a:lnTo>
                    <a:pt x="58" y="77"/>
                  </a:lnTo>
                  <a:lnTo>
                    <a:pt x="55" y="72"/>
                  </a:lnTo>
                  <a:lnTo>
                    <a:pt x="55" y="71"/>
                  </a:lnTo>
                  <a:lnTo>
                    <a:pt x="52" y="68"/>
                  </a:lnTo>
                  <a:lnTo>
                    <a:pt x="49" y="67"/>
                  </a:lnTo>
                  <a:lnTo>
                    <a:pt x="48" y="64"/>
                  </a:lnTo>
                  <a:lnTo>
                    <a:pt x="45" y="58"/>
                  </a:lnTo>
                  <a:lnTo>
                    <a:pt x="45" y="56"/>
                  </a:lnTo>
                  <a:lnTo>
                    <a:pt x="45" y="54"/>
                  </a:lnTo>
                  <a:lnTo>
                    <a:pt x="42" y="52"/>
                  </a:lnTo>
                  <a:lnTo>
                    <a:pt x="44" y="50"/>
                  </a:lnTo>
                  <a:lnTo>
                    <a:pt x="44" y="49"/>
                  </a:lnTo>
                  <a:lnTo>
                    <a:pt x="42" y="50"/>
                  </a:lnTo>
                  <a:lnTo>
                    <a:pt x="40" y="49"/>
                  </a:lnTo>
                  <a:lnTo>
                    <a:pt x="37" y="45"/>
                  </a:lnTo>
                  <a:lnTo>
                    <a:pt x="34" y="45"/>
                  </a:lnTo>
                  <a:lnTo>
                    <a:pt x="33" y="43"/>
                  </a:lnTo>
                  <a:lnTo>
                    <a:pt x="33" y="41"/>
                  </a:lnTo>
                  <a:lnTo>
                    <a:pt x="32" y="39"/>
                  </a:lnTo>
                  <a:lnTo>
                    <a:pt x="32" y="35"/>
                  </a:lnTo>
                  <a:lnTo>
                    <a:pt x="30" y="35"/>
                  </a:lnTo>
                  <a:lnTo>
                    <a:pt x="27" y="31"/>
                  </a:lnTo>
                  <a:lnTo>
                    <a:pt x="23" y="25"/>
                  </a:lnTo>
                  <a:lnTo>
                    <a:pt x="19" y="22"/>
                  </a:lnTo>
                  <a:lnTo>
                    <a:pt x="17" y="22"/>
                  </a:lnTo>
                  <a:lnTo>
                    <a:pt x="15" y="22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5" y="13"/>
                  </a:lnTo>
                  <a:lnTo>
                    <a:pt x="3" y="1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" name="Freeform 357"/>
            <p:cNvSpPr>
              <a:spLocks noEditPoints="1"/>
            </p:cNvSpPr>
            <p:nvPr/>
          </p:nvSpPr>
          <p:spPr bwMode="auto">
            <a:xfrm>
              <a:off x="9412004" y="4154994"/>
              <a:ext cx="27916" cy="20302"/>
            </a:xfrm>
            <a:custGeom>
              <a:avLst/>
              <a:gdLst>
                <a:gd name="T0" fmla="*/ 8 w 11"/>
                <a:gd name="T1" fmla="*/ 7 h 8"/>
                <a:gd name="T2" fmla="*/ 11 w 11"/>
                <a:gd name="T3" fmla="*/ 7 h 8"/>
                <a:gd name="T4" fmla="*/ 11 w 11"/>
                <a:gd name="T5" fmla="*/ 8 h 8"/>
                <a:gd name="T6" fmla="*/ 9 w 11"/>
                <a:gd name="T7" fmla="*/ 8 h 8"/>
                <a:gd name="T8" fmla="*/ 8 w 11"/>
                <a:gd name="T9" fmla="*/ 8 h 8"/>
                <a:gd name="T10" fmla="*/ 7 w 11"/>
                <a:gd name="T11" fmla="*/ 8 h 8"/>
                <a:gd name="T12" fmla="*/ 5 w 11"/>
                <a:gd name="T13" fmla="*/ 8 h 8"/>
                <a:gd name="T14" fmla="*/ 4 w 11"/>
                <a:gd name="T15" fmla="*/ 8 h 8"/>
                <a:gd name="T16" fmla="*/ 5 w 11"/>
                <a:gd name="T17" fmla="*/ 7 h 8"/>
                <a:gd name="T18" fmla="*/ 8 w 11"/>
                <a:gd name="T19" fmla="*/ 7 h 8"/>
                <a:gd name="T20" fmla="*/ 3 w 11"/>
                <a:gd name="T21" fmla="*/ 0 h 8"/>
                <a:gd name="T22" fmla="*/ 3 w 11"/>
                <a:gd name="T23" fmla="*/ 1 h 8"/>
                <a:gd name="T24" fmla="*/ 3 w 11"/>
                <a:gd name="T25" fmla="*/ 3 h 8"/>
                <a:gd name="T26" fmla="*/ 0 w 11"/>
                <a:gd name="T27" fmla="*/ 3 h 8"/>
                <a:gd name="T28" fmla="*/ 3 w 11"/>
                <a:gd name="T2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8">
                  <a:moveTo>
                    <a:pt x="8" y="7"/>
                  </a:moveTo>
                  <a:lnTo>
                    <a:pt x="11" y="7"/>
                  </a:lnTo>
                  <a:lnTo>
                    <a:pt x="11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5" y="7"/>
                  </a:lnTo>
                  <a:lnTo>
                    <a:pt x="8" y="7"/>
                  </a:lnTo>
                  <a:close/>
                  <a:moveTo>
                    <a:pt x="3" y="0"/>
                  </a:moveTo>
                  <a:lnTo>
                    <a:pt x="3" y="1"/>
                  </a:lnTo>
                  <a:lnTo>
                    <a:pt x="3" y="3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" name="Freeform 358"/>
            <p:cNvSpPr>
              <a:spLocks noEditPoints="1"/>
            </p:cNvSpPr>
            <p:nvPr/>
          </p:nvSpPr>
          <p:spPr bwMode="auto">
            <a:xfrm>
              <a:off x="9516050" y="4629553"/>
              <a:ext cx="93897" cy="30453"/>
            </a:xfrm>
            <a:custGeom>
              <a:avLst/>
              <a:gdLst>
                <a:gd name="T0" fmla="*/ 6 w 37"/>
                <a:gd name="T1" fmla="*/ 6 h 12"/>
                <a:gd name="T2" fmla="*/ 6 w 37"/>
                <a:gd name="T3" fmla="*/ 10 h 12"/>
                <a:gd name="T4" fmla="*/ 4 w 37"/>
                <a:gd name="T5" fmla="*/ 10 h 12"/>
                <a:gd name="T6" fmla="*/ 1 w 37"/>
                <a:gd name="T7" fmla="*/ 12 h 12"/>
                <a:gd name="T8" fmla="*/ 0 w 37"/>
                <a:gd name="T9" fmla="*/ 9 h 12"/>
                <a:gd name="T10" fmla="*/ 1 w 37"/>
                <a:gd name="T11" fmla="*/ 8 h 12"/>
                <a:gd name="T12" fmla="*/ 5 w 37"/>
                <a:gd name="T13" fmla="*/ 8 h 12"/>
                <a:gd name="T14" fmla="*/ 6 w 37"/>
                <a:gd name="T15" fmla="*/ 6 h 12"/>
                <a:gd name="T16" fmla="*/ 37 w 37"/>
                <a:gd name="T17" fmla="*/ 0 h 12"/>
                <a:gd name="T18" fmla="*/ 37 w 37"/>
                <a:gd name="T19" fmla="*/ 0 h 12"/>
                <a:gd name="T20" fmla="*/ 37 w 37"/>
                <a:gd name="T21" fmla="*/ 1 h 12"/>
                <a:gd name="T22" fmla="*/ 35 w 37"/>
                <a:gd name="T23" fmla="*/ 2 h 12"/>
                <a:gd name="T24" fmla="*/ 34 w 37"/>
                <a:gd name="T25" fmla="*/ 2 h 12"/>
                <a:gd name="T26" fmla="*/ 33 w 37"/>
                <a:gd name="T27" fmla="*/ 4 h 12"/>
                <a:gd name="T28" fmla="*/ 29 w 37"/>
                <a:gd name="T29" fmla="*/ 5 h 12"/>
                <a:gd name="T30" fmla="*/ 26 w 37"/>
                <a:gd name="T31" fmla="*/ 8 h 12"/>
                <a:gd name="T32" fmla="*/ 21 w 37"/>
                <a:gd name="T33" fmla="*/ 8 h 12"/>
                <a:gd name="T34" fmla="*/ 18 w 37"/>
                <a:gd name="T35" fmla="*/ 8 h 12"/>
                <a:gd name="T36" fmla="*/ 17 w 37"/>
                <a:gd name="T37" fmla="*/ 9 h 12"/>
                <a:gd name="T38" fmla="*/ 14 w 37"/>
                <a:gd name="T39" fmla="*/ 10 h 12"/>
                <a:gd name="T40" fmla="*/ 14 w 37"/>
                <a:gd name="T41" fmla="*/ 12 h 12"/>
                <a:gd name="T42" fmla="*/ 12 w 37"/>
                <a:gd name="T43" fmla="*/ 9 h 12"/>
                <a:gd name="T44" fmla="*/ 9 w 37"/>
                <a:gd name="T45" fmla="*/ 5 h 12"/>
                <a:gd name="T46" fmla="*/ 12 w 37"/>
                <a:gd name="T47" fmla="*/ 4 h 12"/>
                <a:gd name="T48" fmla="*/ 16 w 37"/>
                <a:gd name="T49" fmla="*/ 1 h 12"/>
                <a:gd name="T50" fmla="*/ 21 w 37"/>
                <a:gd name="T51" fmla="*/ 1 h 12"/>
                <a:gd name="T52" fmla="*/ 24 w 37"/>
                <a:gd name="T53" fmla="*/ 1 h 12"/>
                <a:gd name="T54" fmla="*/ 26 w 37"/>
                <a:gd name="T55" fmla="*/ 1 h 12"/>
                <a:gd name="T56" fmla="*/ 29 w 37"/>
                <a:gd name="T57" fmla="*/ 0 h 12"/>
                <a:gd name="T58" fmla="*/ 31 w 37"/>
                <a:gd name="T59" fmla="*/ 0 h 12"/>
                <a:gd name="T60" fmla="*/ 37 w 37"/>
                <a:gd name="T6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" h="12">
                  <a:moveTo>
                    <a:pt x="6" y="6"/>
                  </a:moveTo>
                  <a:lnTo>
                    <a:pt x="6" y="10"/>
                  </a:lnTo>
                  <a:lnTo>
                    <a:pt x="4" y="10"/>
                  </a:lnTo>
                  <a:lnTo>
                    <a:pt x="1" y="12"/>
                  </a:lnTo>
                  <a:lnTo>
                    <a:pt x="0" y="9"/>
                  </a:lnTo>
                  <a:lnTo>
                    <a:pt x="1" y="8"/>
                  </a:lnTo>
                  <a:lnTo>
                    <a:pt x="5" y="8"/>
                  </a:lnTo>
                  <a:lnTo>
                    <a:pt x="6" y="6"/>
                  </a:lnTo>
                  <a:close/>
                  <a:moveTo>
                    <a:pt x="37" y="0"/>
                  </a:moveTo>
                  <a:lnTo>
                    <a:pt x="37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29" y="5"/>
                  </a:lnTo>
                  <a:lnTo>
                    <a:pt x="26" y="8"/>
                  </a:lnTo>
                  <a:lnTo>
                    <a:pt x="21" y="8"/>
                  </a:lnTo>
                  <a:lnTo>
                    <a:pt x="18" y="8"/>
                  </a:lnTo>
                  <a:lnTo>
                    <a:pt x="17" y="9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2" y="9"/>
                  </a:lnTo>
                  <a:lnTo>
                    <a:pt x="9" y="5"/>
                  </a:lnTo>
                  <a:lnTo>
                    <a:pt x="12" y="4"/>
                  </a:lnTo>
                  <a:lnTo>
                    <a:pt x="16" y="1"/>
                  </a:lnTo>
                  <a:lnTo>
                    <a:pt x="21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" name="Freeform 359"/>
            <p:cNvSpPr>
              <a:spLocks noEditPoints="1"/>
            </p:cNvSpPr>
            <p:nvPr/>
          </p:nvSpPr>
          <p:spPr bwMode="auto">
            <a:xfrm>
              <a:off x="8797870" y="4132155"/>
              <a:ext cx="578606" cy="203020"/>
            </a:xfrm>
            <a:custGeom>
              <a:avLst/>
              <a:gdLst>
                <a:gd name="T0" fmla="*/ 138 w 228"/>
                <a:gd name="T1" fmla="*/ 60 h 80"/>
                <a:gd name="T2" fmla="*/ 138 w 228"/>
                <a:gd name="T3" fmla="*/ 58 h 80"/>
                <a:gd name="T4" fmla="*/ 138 w 228"/>
                <a:gd name="T5" fmla="*/ 58 h 80"/>
                <a:gd name="T6" fmla="*/ 138 w 228"/>
                <a:gd name="T7" fmla="*/ 58 h 80"/>
                <a:gd name="T8" fmla="*/ 1 w 228"/>
                <a:gd name="T9" fmla="*/ 21 h 80"/>
                <a:gd name="T10" fmla="*/ 0 w 228"/>
                <a:gd name="T11" fmla="*/ 21 h 80"/>
                <a:gd name="T12" fmla="*/ 12 w 228"/>
                <a:gd name="T13" fmla="*/ 10 h 80"/>
                <a:gd name="T14" fmla="*/ 14 w 228"/>
                <a:gd name="T15" fmla="*/ 20 h 80"/>
                <a:gd name="T16" fmla="*/ 22 w 228"/>
                <a:gd name="T17" fmla="*/ 16 h 80"/>
                <a:gd name="T18" fmla="*/ 27 w 228"/>
                <a:gd name="T19" fmla="*/ 13 h 80"/>
                <a:gd name="T20" fmla="*/ 41 w 228"/>
                <a:gd name="T21" fmla="*/ 35 h 80"/>
                <a:gd name="T22" fmla="*/ 41 w 228"/>
                <a:gd name="T23" fmla="*/ 51 h 80"/>
                <a:gd name="T24" fmla="*/ 47 w 228"/>
                <a:gd name="T25" fmla="*/ 59 h 80"/>
                <a:gd name="T26" fmla="*/ 50 w 228"/>
                <a:gd name="T27" fmla="*/ 66 h 80"/>
                <a:gd name="T28" fmla="*/ 50 w 228"/>
                <a:gd name="T29" fmla="*/ 71 h 80"/>
                <a:gd name="T30" fmla="*/ 50 w 228"/>
                <a:gd name="T31" fmla="*/ 72 h 80"/>
                <a:gd name="T32" fmla="*/ 43 w 228"/>
                <a:gd name="T33" fmla="*/ 72 h 80"/>
                <a:gd name="T34" fmla="*/ 31 w 228"/>
                <a:gd name="T35" fmla="*/ 66 h 80"/>
                <a:gd name="T36" fmla="*/ 21 w 228"/>
                <a:gd name="T37" fmla="*/ 58 h 80"/>
                <a:gd name="T38" fmla="*/ 17 w 228"/>
                <a:gd name="T39" fmla="*/ 50 h 80"/>
                <a:gd name="T40" fmla="*/ 8 w 228"/>
                <a:gd name="T41" fmla="*/ 39 h 80"/>
                <a:gd name="T42" fmla="*/ 6 w 228"/>
                <a:gd name="T43" fmla="*/ 27 h 80"/>
                <a:gd name="T44" fmla="*/ 2 w 228"/>
                <a:gd name="T45" fmla="*/ 6 h 80"/>
                <a:gd name="T46" fmla="*/ 207 w 228"/>
                <a:gd name="T47" fmla="*/ 10 h 80"/>
                <a:gd name="T48" fmla="*/ 209 w 228"/>
                <a:gd name="T49" fmla="*/ 18 h 80"/>
                <a:gd name="T50" fmla="*/ 212 w 228"/>
                <a:gd name="T51" fmla="*/ 21 h 80"/>
                <a:gd name="T52" fmla="*/ 221 w 228"/>
                <a:gd name="T53" fmla="*/ 22 h 80"/>
                <a:gd name="T54" fmla="*/ 225 w 228"/>
                <a:gd name="T55" fmla="*/ 29 h 80"/>
                <a:gd name="T56" fmla="*/ 218 w 228"/>
                <a:gd name="T57" fmla="*/ 35 h 80"/>
                <a:gd name="T58" fmla="*/ 208 w 228"/>
                <a:gd name="T59" fmla="*/ 37 h 80"/>
                <a:gd name="T60" fmla="*/ 196 w 228"/>
                <a:gd name="T61" fmla="*/ 35 h 80"/>
                <a:gd name="T62" fmla="*/ 187 w 228"/>
                <a:gd name="T63" fmla="*/ 42 h 80"/>
                <a:gd name="T64" fmla="*/ 174 w 228"/>
                <a:gd name="T65" fmla="*/ 71 h 80"/>
                <a:gd name="T66" fmla="*/ 159 w 228"/>
                <a:gd name="T67" fmla="*/ 75 h 80"/>
                <a:gd name="T68" fmla="*/ 137 w 228"/>
                <a:gd name="T69" fmla="*/ 77 h 80"/>
                <a:gd name="T70" fmla="*/ 126 w 228"/>
                <a:gd name="T71" fmla="*/ 80 h 80"/>
                <a:gd name="T72" fmla="*/ 116 w 228"/>
                <a:gd name="T73" fmla="*/ 67 h 80"/>
                <a:gd name="T74" fmla="*/ 129 w 228"/>
                <a:gd name="T75" fmla="*/ 72 h 80"/>
                <a:gd name="T76" fmla="*/ 135 w 228"/>
                <a:gd name="T77" fmla="*/ 64 h 80"/>
                <a:gd name="T78" fmla="*/ 142 w 228"/>
                <a:gd name="T79" fmla="*/ 60 h 80"/>
                <a:gd name="T80" fmla="*/ 158 w 228"/>
                <a:gd name="T81" fmla="*/ 48 h 80"/>
                <a:gd name="T82" fmla="*/ 166 w 228"/>
                <a:gd name="T83" fmla="*/ 35 h 80"/>
                <a:gd name="T84" fmla="*/ 175 w 228"/>
                <a:gd name="T85" fmla="*/ 39 h 80"/>
                <a:gd name="T86" fmla="*/ 178 w 228"/>
                <a:gd name="T87" fmla="*/ 31 h 80"/>
                <a:gd name="T88" fmla="*/ 182 w 228"/>
                <a:gd name="T89" fmla="*/ 35 h 80"/>
                <a:gd name="T90" fmla="*/ 183 w 228"/>
                <a:gd name="T91" fmla="*/ 27 h 80"/>
                <a:gd name="T92" fmla="*/ 180 w 228"/>
                <a:gd name="T93" fmla="*/ 25 h 80"/>
                <a:gd name="T94" fmla="*/ 193 w 228"/>
                <a:gd name="T95" fmla="*/ 10 h 80"/>
                <a:gd name="T96" fmla="*/ 197 w 228"/>
                <a:gd name="T97" fmla="*/ 9 h 80"/>
                <a:gd name="T98" fmla="*/ 203 w 228"/>
                <a:gd name="T99" fmla="*/ 0 h 80"/>
                <a:gd name="T100" fmla="*/ 203 w 228"/>
                <a:gd name="T101" fmla="*/ 0 h 80"/>
                <a:gd name="T102" fmla="*/ 200 w 228"/>
                <a:gd name="T10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8" h="80">
                  <a:moveTo>
                    <a:pt x="137" y="60"/>
                  </a:moveTo>
                  <a:lnTo>
                    <a:pt x="138" y="62"/>
                  </a:lnTo>
                  <a:lnTo>
                    <a:pt x="135" y="63"/>
                  </a:lnTo>
                  <a:lnTo>
                    <a:pt x="137" y="60"/>
                  </a:lnTo>
                  <a:close/>
                  <a:moveTo>
                    <a:pt x="138" y="60"/>
                  </a:moveTo>
                  <a:lnTo>
                    <a:pt x="139" y="62"/>
                  </a:lnTo>
                  <a:lnTo>
                    <a:pt x="138" y="62"/>
                  </a:lnTo>
                  <a:lnTo>
                    <a:pt x="138" y="60"/>
                  </a:lnTo>
                  <a:lnTo>
                    <a:pt x="138" y="60"/>
                  </a:lnTo>
                  <a:close/>
                  <a:moveTo>
                    <a:pt x="138" y="58"/>
                  </a:moveTo>
                  <a:lnTo>
                    <a:pt x="138" y="58"/>
                  </a:lnTo>
                  <a:lnTo>
                    <a:pt x="138" y="59"/>
                  </a:lnTo>
                  <a:lnTo>
                    <a:pt x="137" y="60"/>
                  </a:lnTo>
                  <a:lnTo>
                    <a:pt x="137" y="59"/>
                  </a:lnTo>
                  <a:lnTo>
                    <a:pt x="138" y="58"/>
                  </a:lnTo>
                  <a:close/>
                  <a:moveTo>
                    <a:pt x="141" y="58"/>
                  </a:moveTo>
                  <a:lnTo>
                    <a:pt x="141" y="60"/>
                  </a:lnTo>
                  <a:lnTo>
                    <a:pt x="139" y="60"/>
                  </a:lnTo>
                  <a:lnTo>
                    <a:pt x="138" y="59"/>
                  </a:lnTo>
                  <a:lnTo>
                    <a:pt x="138" y="58"/>
                  </a:lnTo>
                  <a:lnTo>
                    <a:pt x="139" y="58"/>
                  </a:lnTo>
                  <a:lnTo>
                    <a:pt x="139" y="58"/>
                  </a:lnTo>
                  <a:lnTo>
                    <a:pt x="141" y="58"/>
                  </a:lnTo>
                  <a:close/>
                  <a:moveTo>
                    <a:pt x="0" y="21"/>
                  </a:moveTo>
                  <a:lnTo>
                    <a:pt x="1" y="21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1" y="23"/>
                  </a:lnTo>
                  <a:lnTo>
                    <a:pt x="0" y="21"/>
                  </a:lnTo>
                  <a:close/>
                  <a:moveTo>
                    <a:pt x="2" y="6"/>
                  </a:moveTo>
                  <a:lnTo>
                    <a:pt x="5" y="8"/>
                  </a:lnTo>
                  <a:lnTo>
                    <a:pt x="9" y="9"/>
                  </a:lnTo>
                  <a:lnTo>
                    <a:pt x="9" y="10"/>
                  </a:lnTo>
                  <a:lnTo>
                    <a:pt x="12" y="10"/>
                  </a:lnTo>
                  <a:lnTo>
                    <a:pt x="13" y="12"/>
                  </a:lnTo>
                  <a:lnTo>
                    <a:pt x="13" y="16"/>
                  </a:lnTo>
                  <a:lnTo>
                    <a:pt x="12" y="17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7" y="17"/>
                  </a:lnTo>
                  <a:lnTo>
                    <a:pt x="20" y="17"/>
                  </a:lnTo>
                  <a:lnTo>
                    <a:pt x="21" y="18"/>
                  </a:lnTo>
                  <a:lnTo>
                    <a:pt x="22" y="17"/>
                  </a:lnTo>
                  <a:lnTo>
                    <a:pt x="22" y="16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25" y="14"/>
                  </a:lnTo>
                  <a:lnTo>
                    <a:pt x="26" y="13"/>
                  </a:lnTo>
                  <a:lnTo>
                    <a:pt x="27" y="13"/>
                  </a:lnTo>
                  <a:lnTo>
                    <a:pt x="29" y="17"/>
                  </a:lnTo>
                  <a:lnTo>
                    <a:pt x="37" y="25"/>
                  </a:lnTo>
                  <a:lnTo>
                    <a:pt x="39" y="29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9" y="45"/>
                  </a:lnTo>
                  <a:lnTo>
                    <a:pt x="41" y="46"/>
                  </a:lnTo>
                  <a:lnTo>
                    <a:pt x="41" y="51"/>
                  </a:lnTo>
                  <a:lnTo>
                    <a:pt x="42" y="55"/>
                  </a:lnTo>
                  <a:lnTo>
                    <a:pt x="45" y="58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7" y="59"/>
                  </a:lnTo>
                  <a:lnTo>
                    <a:pt x="47" y="63"/>
                  </a:lnTo>
                  <a:lnTo>
                    <a:pt x="49" y="63"/>
                  </a:lnTo>
                  <a:lnTo>
                    <a:pt x="49" y="64"/>
                  </a:lnTo>
                  <a:lnTo>
                    <a:pt x="49" y="66"/>
                  </a:lnTo>
                  <a:lnTo>
                    <a:pt x="50" y="66"/>
                  </a:lnTo>
                  <a:lnTo>
                    <a:pt x="52" y="71"/>
                  </a:lnTo>
                  <a:lnTo>
                    <a:pt x="52" y="73"/>
                  </a:lnTo>
                  <a:lnTo>
                    <a:pt x="50" y="73"/>
                  </a:lnTo>
                  <a:lnTo>
                    <a:pt x="50" y="72"/>
                  </a:lnTo>
                  <a:lnTo>
                    <a:pt x="50" y="71"/>
                  </a:lnTo>
                  <a:lnTo>
                    <a:pt x="49" y="70"/>
                  </a:lnTo>
                  <a:lnTo>
                    <a:pt x="50" y="71"/>
                  </a:lnTo>
                  <a:lnTo>
                    <a:pt x="49" y="72"/>
                  </a:lnTo>
                  <a:lnTo>
                    <a:pt x="49" y="72"/>
                  </a:lnTo>
                  <a:lnTo>
                    <a:pt x="50" y="72"/>
                  </a:lnTo>
                  <a:lnTo>
                    <a:pt x="50" y="73"/>
                  </a:lnTo>
                  <a:lnTo>
                    <a:pt x="47" y="75"/>
                  </a:lnTo>
                  <a:lnTo>
                    <a:pt x="46" y="73"/>
                  </a:lnTo>
                  <a:lnTo>
                    <a:pt x="46" y="73"/>
                  </a:lnTo>
                  <a:lnTo>
                    <a:pt x="43" y="72"/>
                  </a:lnTo>
                  <a:lnTo>
                    <a:pt x="42" y="71"/>
                  </a:lnTo>
                  <a:lnTo>
                    <a:pt x="38" y="71"/>
                  </a:lnTo>
                  <a:lnTo>
                    <a:pt x="34" y="68"/>
                  </a:lnTo>
                  <a:lnTo>
                    <a:pt x="33" y="67"/>
                  </a:lnTo>
                  <a:lnTo>
                    <a:pt x="31" y="66"/>
                  </a:lnTo>
                  <a:lnTo>
                    <a:pt x="29" y="66"/>
                  </a:lnTo>
                  <a:lnTo>
                    <a:pt x="27" y="66"/>
                  </a:lnTo>
                  <a:lnTo>
                    <a:pt x="25" y="63"/>
                  </a:lnTo>
                  <a:lnTo>
                    <a:pt x="25" y="60"/>
                  </a:lnTo>
                  <a:lnTo>
                    <a:pt x="21" y="58"/>
                  </a:lnTo>
                  <a:lnTo>
                    <a:pt x="17" y="56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4" y="48"/>
                  </a:lnTo>
                  <a:lnTo>
                    <a:pt x="12" y="45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8" y="39"/>
                  </a:lnTo>
                  <a:lnTo>
                    <a:pt x="6" y="38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8" y="31"/>
                  </a:lnTo>
                  <a:lnTo>
                    <a:pt x="6" y="27"/>
                  </a:lnTo>
                  <a:lnTo>
                    <a:pt x="5" y="25"/>
                  </a:lnTo>
                  <a:lnTo>
                    <a:pt x="4" y="16"/>
                  </a:lnTo>
                  <a:lnTo>
                    <a:pt x="1" y="10"/>
                  </a:lnTo>
                  <a:lnTo>
                    <a:pt x="1" y="8"/>
                  </a:lnTo>
                  <a:lnTo>
                    <a:pt x="2" y="6"/>
                  </a:lnTo>
                  <a:close/>
                  <a:moveTo>
                    <a:pt x="201" y="4"/>
                  </a:moveTo>
                  <a:lnTo>
                    <a:pt x="204" y="5"/>
                  </a:lnTo>
                  <a:lnTo>
                    <a:pt x="204" y="9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10" y="12"/>
                  </a:lnTo>
                  <a:lnTo>
                    <a:pt x="210" y="13"/>
                  </a:lnTo>
                  <a:lnTo>
                    <a:pt x="208" y="14"/>
                  </a:lnTo>
                  <a:lnTo>
                    <a:pt x="208" y="18"/>
                  </a:lnTo>
                  <a:lnTo>
                    <a:pt x="209" y="18"/>
                  </a:lnTo>
                  <a:lnTo>
                    <a:pt x="210" y="20"/>
                  </a:lnTo>
                  <a:lnTo>
                    <a:pt x="212" y="17"/>
                  </a:lnTo>
                  <a:lnTo>
                    <a:pt x="213" y="17"/>
                  </a:lnTo>
                  <a:lnTo>
                    <a:pt x="214" y="18"/>
                  </a:lnTo>
                  <a:lnTo>
                    <a:pt x="212" y="21"/>
                  </a:lnTo>
                  <a:lnTo>
                    <a:pt x="212" y="22"/>
                  </a:lnTo>
                  <a:lnTo>
                    <a:pt x="214" y="20"/>
                  </a:lnTo>
                  <a:lnTo>
                    <a:pt x="216" y="20"/>
                  </a:lnTo>
                  <a:lnTo>
                    <a:pt x="218" y="22"/>
                  </a:lnTo>
                  <a:lnTo>
                    <a:pt x="221" y="22"/>
                  </a:lnTo>
                  <a:lnTo>
                    <a:pt x="222" y="25"/>
                  </a:lnTo>
                  <a:lnTo>
                    <a:pt x="225" y="25"/>
                  </a:lnTo>
                  <a:lnTo>
                    <a:pt x="228" y="25"/>
                  </a:lnTo>
                  <a:lnTo>
                    <a:pt x="228" y="26"/>
                  </a:lnTo>
                  <a:lnTo>
                    <a:pt x="225" y="29"/>
                  </a:lnTo>
                  <a:lnTo>
                    <a:pt x="221" y="30"/>
                  </a:lnTo>
                  <a:lnTo>
                    <a:pt x="217" y="29"/>
                  </a:lnTo>
                  <a:lnTo>
                    <a:pt x="216" y="30"/>
                  </a:lnTo>
                  <a:lnTo>
                    <a:pt x="216" y="33"/>
                  </a:lnTo>
                  <a:lnTo>
                    <a:pt x="218" y="35"/>
                  </a:lnTo>
                  <a:lnTo>
                    <a:pt x="218" y="37"/>
                  </a:lnTo>
                  <a:lnTo>
                    <a:pt x="216" y="38"/>
                  </a:lnTo>
                  <a:lnTo>
                    <a:pt x="213" y="39"/>
                  </a:lnTo>
                  <a:lnTo>
                    <a:pt x="210" y="38"/>
                  </a:lnTo>
                  <a:lnTo>
                    <a:pt x="208" y="37"/>
                  </a:lnTo>
                  <a:lnTo>
                    <a:pt x="208" y="38"/>
                  </a:lnTo>
                  <a:lnTo>
                    <a:pt x="205" y="37"/>
                  </a:lnTo>
                  <a:lnTo>
                    <a:pt x="203" y="37"/>
                  </a:lnTo>
                  <a:lnTo>
                    <a:pt x="201" y="37"/>
                  </a:lnTo>
                  <a:lnTo>
                    <a:pt x="196" y="35"/>
                  </a:lnTo>
                  <a:lnTo>
                    <a:pt x="192" y="37"/>
                  </a:lnTo>
                  <a:lnTo>
                    <a:pt x="189" y="35"/>
                  </a:lnTo>
                  <a:lnTo>
                    <a:pt x="187" y="38"/>
                  </a:lnTo>
                  <a:lnTo>
                    <a:pt x="188" y="41"/>
                  </a:lnTo>
                  <a:lnTo>
                    <a:pt x="187" y="42"/>
                  </a:lnTo>
                  <a:lnTo>
                    <a:pt x="187" y="43"/>
                  </a:lnTo>
                  <a:lnTo>
                    <a:pt x="184" y="52"/>
                  </a:lnTo>
                  <a:lnTo>
                    <a:pt x="180" y="58"/>
                  </a:lnTo>
                  <a:lnTo>
                    <a:pt x="179" y="63"/>
                  </a:lnTo>
                  <a:lnTo>
                    <a:pt x="174" y="71"/>
                  </a:lnTo>
                  <a:lnTo>
                    <a:pt x="174" y="72"/>
                  </a:lnTo>
                  <a:lnTo>
                    <a:pt x="168" y="73"/>
                  </a:lnTo>
                  <a:lnTo>
                    <a:pt x="163" y="76"/>
                  </a:lnTo>
                  <a:lnTo>
                    <a:pt x="160" y="76"/>
                  </a:lnTo>
                  <a:lnTo>
                    <a:pt x="159" y="75"/>
                  </a:lnTo>
                  <a:lnTo>
                    <a:pt x="156" y="73"/>
                  </a:lnTo>
                  <a:lnTo>
                    <a:pt x="151" y="73"/>
                  </a:lnTo>
                  <a:lnTo>
                    <a:pt x="149" y="75"/>
                  </a:lnTo>
                  <a:lnTo>
                    <a:pt x="142" y="77"/>
                  </a:lnTo>
                  <a:lnTo>
                    <a:pt x="137" y="77"/>
                  </a:lnTo>
                  <a:lnTo>
                    <a:pt x="134" y="77"/>
                  </a:lnTo>
                  <a:lnTo>
                    <a:pt x="131" y="77"/>
                  </a:lnTo>
                  <a:lnTo>
                    <a:pt x="131" y="79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125" y="77"/>
                  </a:lnTo>
                  <a:lnTo>
                    <a:pt x="122" y="75"/>
                  </a:lnTo>
                  <a:lnTo>
                    <a:pt x="122" y="75"/>
                  </a:lnTo>
                  <a:lnTo>
                    <a:pt x="118" y="71"/>
                  </a:lnTo>
                  <a:lnTo>
                    <a:pt x="116" y="67"/>
                  </a:lnTo>
                  <a:lnTo>
                    <a:pt x="117" y="67"/>
                  </a:lnTo>
                  <a:lnTo>
                    <a:pt x="118" y="70"/>
                  </a:lnTo>
                  <a:lnTo>
                    <a:pt x="120" y="71"/>
                  </a:lnTo>
                  <a:lnTo>
                    <a:pt x="124" y="71"/>
                  </a:lnTo>
                  <a:lnTo>
                    <a:pt x="129" y="72"/>
                  </a:lnTo>
                  <a:lnTo>
                    <a:pt x="133" y="73"/>
                  </a:lnTo>
                  <a:lnTo>
                    <a:pt x="133" y="72"/>
                  </a:lnTo>
                  <a:lnTo>
                    <a:pt x="135" y="70"/>
                  </a:lnTo>
                  <a:lnTo>
                    <a:pt x="135" y="66"/>
                  </a:lnTo>
                  <a:lnTo>
                    <a:pt x="135" y="64"/>
                  </a:lnTo>
                  <a:lnTo>
                    <a:pt x="137" y="62"/>
                  </a:lnTo>
                  <a:lnTo>
                    <a:pt x="139" y="62"/>
                  </a:lnTo>
                  <a:lnTo>
                    <a:pt x="142" y="60"/>
                  </a:lnTo>
                  <a:lnTo>
                    <a:pt x="143" y="62"/>
                  </a:lnTo>
                  <a:lnTo>
                    <a:pt x="142" y="60"/>
                  </a:lnTo>
                  <a:lnTo>
                    <a:pt x="141" y="58"/>
                  </a:lnTo>
                  <a:lnTo>
                    <a:pt x="142" y="56"/>
                  </a:lnTo>
                  <a:lnTo>
                    <a:pt x="151" y="54"/>
                  </a:lnTo>
                  <a:lnTo>
                    <a:pt x="155" y="51"/>
                  </a:lnTo>
                  <a:lnTo>
                    <a:pt x="158" y="48"/>
                  </a:lnTo>
                  <a:lnTo>
                    <a:pt x="159" y="46"/>
                  </a:lnTo>
                  <a:lnTo>
                    <a:pt x="162" y="43"/>
                  </a:lnTo>
                  <a:lnTo>
                    <a:pt x="163" y="41"/>
                  </a:lnTo>
                  <a:lnTo>
                    <a:pt x="166" y="38"/>
                  </a:lnTo>
                  <a:lnTo>
                    <a:pt x="166" y="35"/>
                  </a:lnTo>
                  <a:lnTo>
                    <a:pt x="168" y="33"/>
                  </a:lnTo>
                  <a:lnTo>
                    <a:pt x="170" y="34"/>
                  </a:lnTo>
                  <a:lnTo>
                    <a:pt x="171" y="34"/>
                  </a:lnTo>
                  <a:lnTo>
                    <a:pt x="172" y="37"/>
                  </a:lnTo>
                  <a:lnTo>
                    <a:pt x="175" y="39"/>
                  </a:lnTo>
                  <a:lnTo>
                    <a:pt x="176" y="38"/>
                  </a:lnTo>
                  <a:lnTo>
                    <a:pt x="176" y="33"/>
                  </a:lnTo>
                  <a:lnTo>
                    <a:pt x="178" y="31"/>
                  </a:lnTo>
                  <a:lnTo>
                    <a:pt x="178" y="31"/>
                  </a:lnTo>
                  <a:lnTo>
                    <a:pt x="178" y="31"/>
                  </a:lnTo>
                  <a:lnTo>
                    <a:pt x="179" y="31"/>
                  </a:lnTo>
                  <a:lnTo>
                    <a:pt x="179" y="34"/>
                  </a:lnTo>
                  <a:lnTo>
                    <a:pt x="179" y="37"/>
                  </a:lnTo>
                  <a:lnTo>
                    <a:pt x="180" y="38"/>
                  </a:lnTo>
                  <a:lnTo>
                    <a:pt x="182" y="35"/>
                  </a:lnTo>
                  <a:lnTo>
                    <a:pt x="180" y="31"/>
                  </a:lnTo>
                  <a:lnTo>
                    <a:pt x="180" y="30"/>
                  </a:lnTo>
                  <a:lnTo>
                    <a:pt x="180" y="30"/>
                  </a:lnTo>
                  <a:lnTo>
                    <a:pt x="183" y="29"/>
                  </a:lnTo>
                  <a:lnTo>
                    <a:pt x="183" y="27"/>
                  </a:lnTo>
                  <a:lnTo>
                    <a:pt x="180" y="29"/>
                  </a:lnTo>
                  <a:lnTo>
                    <a:pt x="179" y="27"/>
                  </a:lnTo>
                  <a:lnTo>
                    <a:pt x="180" y="26"/>
                  </a:lnTo>
                  <a:lnTo>
                    <a:pt x="179" y="26"/>
                  </a:lnTo>
                  <a:lnTo>
                    <a:pt x="180" y="25"/>
                  </a:lnTo>
                  <a:lnTo>
                    <a:pt x="184" y="23"/>
                  </a:lnTo>
                  <a:lnTo>
                    <a:pt x="185" y="23"/>
                  </a:lnTo>
                  <a:lnTo>
                    <a:pt x="189" y="20"/>
                  </a:lnTo>
                  <a:lnTo>
                    <a:pt x="191" y="16"/>
                  </a:lnTo>
                  <a:lnTo>
                    <a:pt x="193" y="10"/>
                  </a:lnTo>
                  <a:lnTo>
                    <a:pt x="195" y="10"/>
                  </a:lnTo>
                  <a:lnTo>
                    <a:pt x="196" y="5"/>
                  </a:lnTo>
                  <a:lnTo>
                    <a:pt x="197" y="5"/>
                  </a:lnTo>
                  <a:lnTo>
                    <a:pt x="199" y="6"/>
                  </a:lnTo>
                  <a:lnTo>
                    <a:pt x="197" y="9"/>
                  </a:lnTo>
                  <a:lnTo>
                    <a:pt x="199" y="9"/>
                  </a:lnTo>
                  <a:lnTo>
                    <a:pt x="201" y="6"/>
                  </a:lnTo>
                  <a:lnTo>
                    <a:pt x="200" y="5"/>
                  </a:lnTo>
                  <a:lnTo>
                    <a:pt x="201" y="4"/>
                  </a:lnTo>
                  <a:close/>
                  <a:moveTo>
                    <a:pt x="203" y="0"/>
                  </a:moveTo>
                  <a:lnTo>
                    <a:pt x="204" y="0"/>
                  </a:lnTo>
                  <a:lnTo>
                    <a:pt x="204" y="1"/>
                  </a:lnTo>
                  <a:lnTo>
                    <a:pt x="201" y="2"/>
                  </a:lnTo>
                  <a:lnTo>
                    <a:pt x="201" y="1"/>
                  </a:lnTo>
                  <a:lnTo>
                    <a:pt x="203" y="0"/>
                  </a:lnTo>
                  <a:close/>
                  <a:moveTo>
                    <a:pt x="200" y="0"/>
                  </a:moveTo>
                  <a:lnTo>
                    <a:pt x="200" y="0"/>
                  </a:lnTo>
                  <a:lnTo>
                    <a:pt x="199" y="1"/>
                  </a:lnTo>
                  <a:lnTo>
                    <a:pt x="197" y="1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" name="Freeform 360"/>
            <p:cNvSpPr>
              <a:spLocks noEditPoints="1"/>
            </p:cNvSpPr>
            <p:nvPr/>
          </p:nvSpPr>
          <p:spPr bwMode="auto">
            <a:xfrm>
              <a:off x="9224211" y="4200673"/>
              <a:ext cx="35528" cy="30453"/>
            </a:xfrm>
            <a:custGeom>
              <a:avLst/>
              <a:gdLst>
                <a:gd name="T0" fmla="*/ 12 w 14"/>
                <a:gd name="T1" fmla="*/ 3 h 12"/>
                <a:gd name="T2" fmla="*/ 12 w 14"/>
                <a:gd name="T3" fmla="*/ 4 h 12"/>
                <a:gd name="T4" fmla="*/ 14 w 14"/>
                <a:gd name="T5" fmla="*/ 8 h 12"/>
                <a:gd name="T6" fmla="*/ 12 w 14"/>
                <a:gd name="T7" fmla="*/ 11 h 12"/>
                <a:gd name="T8" fmla="*/ 11 w 14"/>
                <a:gd name="T9" fmla="*/ 10 h 12"/>
                <a:gd name="T10" fmla="*/ 11 w 14"/>
                <a:gd name="T11" fmla="*/ 7 h 12"/>
                <a:gd name="T12" fmla="*/ 11 w 14"/>
                <a:gd name="T13" fmla="*/ 4 h 12"/>
                <a:gd name="T14" fmla="*/ 11 w 14"/>
                <a:gd name="T15" fmla="*/ 4 h 12"/>
                <a:gd name="T16" fmla="*/ 12 w 14"/>
                <a:gd name="T17" fmla="*/ 3 h 12"/>
                <a:gd name="T18" fmla="*/ 10 w 14"/>
                <a:gd name="T19" fmla="*/ 0 h 12"/>
                <a:gd name="T20" fmla="*/ 10 w 14"/>
                <a:gd name="T21" fmla="*/ 3 h 12"/>
                <a:gd name="T22" fmla="*/ 10 w 14"/>
                <a:gd name="T23" fmla="*/ 4 h 12"/>
                <a:gd name="T24" fmla="*/ 10 w 14"/>
                <a:gd name="T25" fmla="*/ 4 h 12"/>
                <a:gd name="T26" fmla="*/ 8 w 14"/>
                <a:gd name="T27" fmla="*/ 6 h 12"/>
                <a:gd name="T28" fmla="*/ 8 w 14"/>
                <a:gd name="T29" fmla="*/ 11 h 12"/>
                <a:gd name="T30" fmla="*/ 7 w 14"/>
                <a:gd name="T31" fmla="*/ 12 h 12"/>
                <a:gd name="T32" fmla="*/ 4 w 14"/>
                <a:gd name="T33" fmla="*/ 10 h 12"/>
                <a:gd name="T34" fmla="*/ 3 w 14"/>
                <a:gd name="T35" fmla="*/ 7 h 12"/>
                <a:gd name="T36" fmla="*/ 2 w 14"/>
                <a:gd name="T37" fmla="*/ 7 h 12"/>
                <a:gd name="T38" fmla="*/ 0 w 14"/>
                <a:gd name="T39" fmla="*/ 6 h 12"/>
                <a:gd name="T40" fmla="*/ 0 w 14"/>
                <a:gd name="T41" fmla="*/ 6 h 12"/>
                <a:gd name="T42" fmla="*/ 4 w 14"/>
                <a:gd name="T43" fmla="*/ 4 h 12"/>
                <a:gd name="T44" fmla="*/ 7 w 14"/>
                <a:gd name="T45" fmla="*/ 2 h 12"/>
                <a:gd name="T46" fmla="*/ 10 w 14"/>
                <a:gd name="T4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" h="12">
                  <a:moveTo>
                    <a:pt x="12" y="3"/>
                  </a:moveTo>
                  <a:lnTo>
                    <a:pt x="12" y="4"/>
                  </a:lnTo>
                  <a:lnTo>
                    <a:pt x="14" y="8"/>
                  </a:lnTo>
                  <a:lnTo>
                    <a:pt x="12" y="11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2" y="3"/>
                  </a:lnTo>
                  <a:close/>
                  <a:moveTo>
                    <a:pt x="10" y="0"/>
                  </a:moveTo>
                  <a:lnTo>
                    <a:pt x="10" y="3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8" y="6"/>
                  </a:lnTo>
                  <a:lnTo>
                    <a:pt x="8" y="11"/>
                  </a:lnTo>
                  <a:lnTo>
                    <a:pt x="7" y="12"/>
                  </a:lnTo>
                  <a:lnTo>
                    <a:pt x="4" y="10"/>
                  </a:lnTo>
                  <a:lnTo>
                    <a:pt x="3" y="7"/>
                  </a:lnTo>
                  <a:lnTo>
                    <a:pt x="2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4" y="4"/>
                  </a:lnTo>
                  <a:lnTo>
                    <a:pt x="7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" name="Freeform 361"/>
            <p:cNvSpPr>
              <a:spLocks noEditPoints="1"/>
            </p:cNvSpPr>
            <p:nvPr/>
          </p:nvSpPr>
          <p:spPr bwMode="auto">
            <a:xfrm>
              <a:off x="8823247" y="3611917"/>
              <a:ext cx="248699" cy="479634"/>
            </a:xfrm>
            <a:custGeom>
              <a:avLst/>
              <a:gdLst>
                <a:gd name="T0" fmla="*/ 35 w 98"/>
                <a:gd name="T1" fmla="*/ 172 h 189"/>
                <a:gd name="T2" fmla="*/ 37 w 98"/>
                <a:gd name="T3" fmla="*/ 0 h 189"/>
                <a:gd name="T4" fmla="*/ 49 w 98"/>
                <a:gd name="T5" fmla="*/ 5 h 189"/>
                <a:gd name="T6" fmla="*/ 53 w 98"/>
                <a:gd name="T7" fmla="*/ 9 h 189"/>
                <a:gd name="T8" fmla="*/ 60 w 98"/>
                <a:gd name="T9" fmla="*/ 19 h 189"/>
                <a:gd name="T10" fmla="*/ 69 w 98"/>
                <a:gd name="T11" fmla="*/ 22 h 189"/>
                <a:gd name="T12" fmla="*/ 69 w 98"/>
                <a:gd name="T13" fmla="*/ 26 h 189"/>
                <a:gd name="T14" fmla="*/ 61 w 98"/>
                <a:gd name="T15" fmla="*/ 28 h 189"/>
                <a:gd name="T16" fmla="*/ 57 w 98"/>
                <a:gd name="T17" fmla="*/ 31 h 189"/>
                <a:gd name="T18" fmla="*/ 54 w 98"/>
                <a:gd name="T19" fmla="*/ 32 h 189"/>
                <a:gd name="T20" fmla="*/ 53 w 98"/>
                <a:gd name="T21" fmla="*/ 39 h 189"/>
                <a:gd name="T22" fmla="*/ 49 w 98"/>
                <a:gd name="T23" fmla="*/ 44 h 189"/>
                <a:gd name="T24" fmla="*/ 45 w 98"/>
                <a:gd name="T25" fmla="*/ 48 h 189"/>
                <a:gd name="T26" fmla="*/ 45 w 98"/>
                <a:gd name="T27" fmla="*/ 57 h 189"/>
                <a:gd name="T28" fmla="*/ 50 w 98"/>
                <a:gd name="T29" fmla="*/ 64 h 189"/>
                <a:gd name="T30" fmla="*/ 56 w 98"/>
                <a:gd name="T31" fmla="*/ 72 h 189"/>
                <a:gd name="T32" fmla="*/ 65 w 98"/>
                <a:gd name="T33" fmla="*/ 82 h 189"/>
                <a:gd name="T34" fmla="*/ 85 w 98"/>
                <a:gd name="T35" fmla="*/ 100 h 189"/>
                <a:gd name="T36" fmla="*/ 89 w 98"/>
                <a:gd name="T37" fmla="*/ 106 h 189"/>
                <a:gd name="T38" fmla="*/ 92 w 98"/>
                <a:gd name="T39" fmla="*/ 117 h 189"/>
                <a:gd name="T40" fmla="*/ 95 w 98"/>
                <a:gd name="T41" fmla="*/ 126 h 189"/>
                <a:gd name="T42" fmla="*/ 96 w 98"/>
                <a:gd name="T43" fmla="*/ 134 h 189"/>
                <a:gd name="T44" fmla="*/ 96 w 98"/>
                <a:gd name="T45" fmla="*/ 136 h 189"/>
                <a:gd name="T46" fmla="*/ 95 w 98"/>
                <a:gd name="T47" fmla="*/ 142 h 189"/>
                <a:gd name="T48" fmla="*/ 95 w 98"/>
                <a:gd name="T49" fmla="*/ 150 h 189"/>
                <a:gd name="T50" fmla="*/ 87 w 98"/>
                <a:gd name="T51" fmla="*/ 157 h 189"/>
                <a:gd name="T52" fmla="*/ 79 w 98"/>
                <a:gd name="T53" fmla="*/ 164 h 189"/>
                <a:gd name="T54" fmla="*/ 67 w 98"/>
                <a:gd name="T55" fmla="*/ 167 h 189"/>
                <a:gd name="T56" fmla="*/ 65 w 98"/>
                <a:gd name="T57" fmla="*/ 165 h 189"/>
                <a:gd name="T58" fmla="*/ 66 w 98"/>
                <a:gd name="T59" fmla="*/ 169 h 189"/>
                <a:gd name="T60" fmla="*/ 65 w 98"/>
                <a:gd name="T61" fmla="*/ 173 h 189"/>
                <a:gd name="T62" fmla="*/ 61 w 98"/>
                <a:gd name="T63" fmla="*/ 175 h 189"/>
                <a:gd name="T64" fmla="*/ 60 w 98"/>
                <a:gd name="T65" fmla="*/ 178 h 189"/>
                <a:gd name="T66" fmla="*/ 53 w 98"/>
                <a:gd name="T67" fmla="*/ 182 h 189"/>
                <a:gd name="T68" fmla="*/ 45 w 98"/>
                <a:gd name="T69" fmla="*/ 189 h 189"/>
                <a:gd name="T70" fmla="*/ 46 w 98"/>
                <a:gd name="T71" fmla="*/ 186 h 189"/>
                <a:gd name="T72" fmla="*/ 45 w 98"/>
                <a:gd name="T73" fmla="*/ 180 h 189"/>
                <a:gd name="T74" fmla="*/ 49 w 98"/>
                <a:gd name="T75" fmla="*/ 169 h 189"/>
                <a:gd name="T76" fmla="*/ 41 w 98"/>
                <a:gd name="T77" fmla="*/ 169 h 189"/>
                <a:gd name="T78" fmla="*/ 45 w 98"/>
                <a:gd name="T79" fmla="*/ 163 h 189"/>
                <a:gd name="T80" fmla="*/ 58 w 98"/>
                <a:gd name="T81" fmla="*/ 160 h 189"/>
                <a:gd name="T82" fmla="*/ 60 w 98"/>
                <a:gd name="T83" fmla="*/ 155 h 189"/>
                <a:gd name="T84" fmla="*/ 65 w 98"/>
                <a:gd name="T85" fmla="*/ 147 h 189"/>
                <a:gd name="T86" fmla="*/ 75 w 98"/>
                <a:gd name="T87" fmla="*/ 138 h 189"/>
                <a:gd name="T88" fmla="*/ 73 w 98"/>
                <a:gd name="T89" fmla="*/ 121 h 189"/>
                <a:gd name="T90" fmla="*/ 71 w 98"/>
                <a:gd name="T91" fmla="*/ 111 h 189"/>
                <a:gd name="T92" fmla="*/ 71 w 98"/>
                <a:gd name="T93" fmla="*/ 101 h 189"/>
                <a:gd name="T94" fmla="*/ 70 w 98"/>
                <a:gd name="T95" fmla="*/ 94 h 189"/>
                <a:gd name="T96" fmla="*/ 65 w 98"/>
                <a:gd name="T97" fmla="*/ 88 h 189"/>
                <a:gd name="T98" fmla="*/ 58 w 98"/>
                <a:gd name="T99" fmla="*/ 82 h 189"/>
                <a:gd name="T100" fmla="*/ 49 w 98"/>
                <a:gd name="T101" fmla="*/ 72 h 189"/>
                <a:gd name="T102" fmla="*/ 35 w 98"/>
                <a:gd name="T103" fmla="*/ 61 h 189"/>
                <a:gd name="T104" fmla="*/ 29 w 98"/>
                <a:gd name="T105" fmla="*/ 55 h 189"/>
                <a:gd name="T106" fmla="*/ 33 w 98"/>
                <a:gd name="T107" fmla="*/ 48 h 189"/>
                <a:gd name="T108" fmla="*/ 35 w 98"/>
                <a:gd name="T109" fmla="*/ 39 h 189"/>
                <a:gd name="T110" fmla="*/ 25 w 98"/>
                <a:gd name="T111" fmla="*/ 32 h 189"/>
                <a:gd name="T112" fmla="*/ 8 w 98"/>
                <a:gd name="T113" fmla="*/ 25 h 189"/>
                <a:gd name="T114" fmla="*/ 2 w 98"/>
                <a:gd name="T115" fmla="*/ 14 h 189"/>
                <a:gd name="T116" fmla="*/ 4 w 98"/>
                <a:gd name="T117" fmla="*/ 9 h 189"/>
                <a:gd name="T118" fmla="*/ 11 w 98"/>
                <a:gd name="T119" fmla="*/ 11 h 189"/>
                <a:gd name="T120" fmla="*/ 17 w 98"/>
                <a:gd name="T121" fmla="*/ 9 h 189"/>
                <a:gd name="T122" fmla="*/ 27 w 98"/>
                <a:gd name="T123" fmla="*/ 7 h 189"/>
                <a:gd name="T124" fmla="*/ 37 w 98"/>
                <a:gd name="T12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8" h="189">
                  <a:moveTo>
                    <a:pt x="35" y="165"/>
                  </a:moveTo>
                  <a:lnTo>
                    <a:pt x="36" y="167"/>
                  </a:lnTo>
                  <a:lnTo>
                    <a:pt x="37" y="168"/>
                  </a:lnTo>
                  <a:lnTo>
                    <a:pt x="36" y="171"/>
                  </a:lnTo>
                  <a:lnTo>
                    <a:pt x="35" y="172"/>
                  </a:lnTo>
                  <a:lnTo>
                    <a:pt x="33" y="169"/>
                  </a:lnTo>
                  <a:lnTo>
                    <a:pt x="35" y="168"/>
                  </a:lnTo>
                  <a:lnTo>
                    <a:pt x="33" y="167"/>
                  </a:lnTo>
                  <a:lnTo>
                    <a:pt x="35" y="165"/>
                  </a:lnTo>
                  <a:close/>
                  <a:moveTo>
                    <a:pt x="37" y="0"/>
                  </a:moveTo>
                  <a:lnTo>
                    <a:pt x="40" y="1"/>
                  </a:lnTo>
                  <a:lnTo>
                    <a:pt x="40" y="2"/>
                  </a:lnTo>
                  <a:lnTo>
                    <a:pt x="42" y="3"/>
                  </a:lnTo>
                  <a:lnTo>
                    <a:pt x="44" y="5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3" y="5"/>
                  </a:lnTo>
                  <a:lnTo>
                    <a:pt x="56" y="6"/>
                  </a:lnTo>
                  <a:lnTo>
                    <a:pt x="54" y="9"/>
                  </a:lnTo>
                  <a:lnTo>
                    <a:pt x="53" y="9"/>
                  </a:lnTo>
                  <a:lnTo>
                    <a:pt x="52" y="13"/>
                  </a:lnTo>
                  <a:lnTo>
                    <a:pt x="53" y="14"/>
                  </a:lnTo>
                  <a:lnTo>
                    <a:pt x="54" y="1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2" y="21"/>
                  </a:lnTo>
                  <a:lnTo>
                    <a:pt x="64" y="22"/>
                  </a:lnTo>
                  <a:lnTo>
                    <a:pt x="66" y="21"/>
                  </a:lnTo>
                  <a:lnTo>
                    <a:pt x="67" y="22"/>
                  </a:lnTo>
                  <a:lnTo>
                    <a:pt x="69" y="22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0" y="25"/>
                  </a:lnTo>
                  <a:lnTo>
                    <a:pt x="69" y="26"/>
                  </a:lnTo>
                  <a:lnTo>
                    <a:pt x="69" y="26"/>
                  </a:lnTo>
                  <a:lnTo>
                    <a:pt x="66" y="27"/>
                  </a:lnTo>
                  <a:lnTo>
                    <a:pt x="65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2" y="30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60" y="31"/>
                  </a:lnTo>
                  <a:lnTo>
                    <a:pt x="57" y="31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3" y="36"/>
                  </a:lnTo>
                  <a:lnTo>
                    <a:pt x="53" y="38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53" y="42"/>
                  </a:lnTo>
                  <a:lnTo>
                    <a:pt x="52" y="42"/>
                  </a:lnTo>
                  <a:lnTo>
                    <a:pt x="50" y="44"/>
                  </a:lnTo>
                  <a:lnTo>
                    <a:pt x="49" y="44"/>
                  </a:lnTo>
                  <a:lnTo>
                    <a:pt x="48" y="43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47"/>
                  </a:lnTo>
                  <a:lnTo>
                    <a:pt x="45" y="48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8" y="52"/>
                  </a:lnTo>
                  <a:lnTo>
                    <a:pt x="46" y="56"/>
                  </a:lnTo>
                  <a:lnTo>
                    <a:pt x="45" y="57"/>
                  </a:lnTo>
                  <a:lnTo>
                    <a:pt x="48" y="60"/>
                  </a:lnTo>
                  <a:lnTo>
                    <a:pt x="46" y="61"/>
                  </a:lnTo>
                  <a:lnTo>
                    <a:pt x="45" y="61"/>
                  </a:lnTo>
                  <a:lnTo>
                    <a:pt x="46" y="63"/>
                  </a:lnTo>
                  <a:lnTo>
                    <a:pt x="50" y="64"/>
                  </a:lnTo>
                  <a:lnTo>
                    <a:pt x="53" y="67"/>
                  </a:lnTo>
                  <a:lnTo>
                    <a:pt x="54" y="67"/>
                  </a:lnTo>
                  <a:lnTo>
                    <a:pt x="57" y="69"/>
                  </a:lnTo>
                  <a:lnTo>
                    <a:pt x="57" y="71"/>
                  </a:lnTo>
                  <a:lnTo>
                    <a:pt x="56" y="72"/>
                  </a:lnTo>
                  <a:lnTo>
                    <a:pt x="57" y="75"/>
                  </a:lnTo>
                  <a:lnTo>
                    <a:pt x="57" y="76"/>
                  </a:lnTo>
                  <a:lnTo>
                    <a:pt x="62" y="80"/>
                  </a:lnTo>
                  <a:lnTo>
                    <a:pt x="65" y="81"/>
                  </a:lnTo>
                  <a:lnTo>
                    <a:pt x="65" y="82"/>
                  </a:lnTo>
                  <a:lnTo>
                    <a:pt x="71" y="85"/>
                  </a:lnTo>
                  <a:lnTo>
                    <a:pt x="77" y="90"/>
                  </a:lnTo>
                  <a:lnTo>
                    <a:pt x="78" y="92"/>
                  </a:lnTo>
                  <a:lnTo>
                    <a:pt x="83" y="96"/>
                  </a:lnTo>
                  <a:lnTo>
                    <a:pt x="85" y="100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9" y="105"/>
                  </a:lnTo>
                  <a:lnTo>
                    <a:pt x="89" y="106"/>
                  </a:lnTo>
                  <a:lnTo>
                    <a:pt x="90" y="107"/>
                  </a:lnTo>
                  <a:lnTo>
                    <a:pt x="89" y="109"/>
                  </a:lnTo>
                  <a:lnTo>
                    <a:pt x="91" y="111"/>
                  </a:lnTo>
                  <a:lnTo>
                    <a:pt x="91" y="115"/>
                  </a:lnTo>
                  <a:lnTo>
                    <a:pt x="92" y="117"/>
                  </a:lnTo>
                  <a:lnTo>
                    <a:pt x="94" y="119"/>
                  </a:lnTo>
                  <a:lnTo>
                    <a:pt x="94" y="121"/>
                  </a:lnTo>
                  <a:lnTo>
                    <a:pt x="94" y="123"/>
                  </a:lnTo>
                  <a:lnTo>
                    <a:pt x="94" y="125"/>
                  </a:lnTo>
                  <a:lnTo>
                    <a:pt x="95" y="126"/>
                  </a:lnTo>
                  <a:lnTo>
                    <a:pt x="94" y="127"/>
                  </a:lnTo>
                  <a:lnTo>
                    <a:pt x="95" y="130"/>
                  </a:lnTo>
                  <a:lnTo>
                    <a:pt x="95" y="131"/>
                  </a:lnTo>
                  <a:lnTo>
                    <a:pt x="96" y="131"/>
                  </a:lnTo>
                  <a:lnTo>
                    <a:pt x="96" y="134"/>
                  </a:lnTo>
                  <a:lnTo>
                    <a:pt x="98" y="136"/>
                  </a:lnTo>
                  <a:lnTo>
                    <a:pt x="98" y="138"/>
                  </a:lnTo>
                  <a:lnTo>
                    <a:pt x="98" y="138"/>
                  </a:lnTo>
                  <a:lnTo>
                    <a:pt x="98" y="136"/>
                  </a:lnTo>
                  <a:lnTo>
                    <a:pt x="96" y="136"/>
                  </a:lnTo>
                  <a:lnTo>
                    <a:pt x="95" y="136"/>
                  </a:lnTo>
                  <a:lnTo>
                    <a:pt x="95" y="138"/>
                  </a:lnTo>
                  <a:lnTo>
                    <a:pt x="96" y="139"/>
                  </a:lnTo>
                  <a:lnTo>
                    <a:pt x="96" y="140"/>
                  </a:lnTo>
                  <a:lnTo>
                    <a:pt x="95" y="142"/>
                  </a:lnTo>
                  <a:lnTo>
                    <a:pt x="95" y="143"/>
                  </a:lnTo>
                  <a:lnTo>
                    <a:pt x="94" y="144"/>
                  </a:lnTo>
                  <a:lnTo>
                    <a:pt x="95" y="147"/>
                  </a:lnTo>
                  <a:lnTo>
                    <a:pt x="94" y="148"/>
                  </a:lnTo>
                  <a:lnTo>
                    <a:pt x="95" y="150"/>
                  </a:lnTo>
                  <a:lnTo>
                    <a:pt x="94" y="151"/>
                  </a:lnTo>
                  <a:lnTo>
                    <a:pt x="92" y="152"/>
                  </a:lnTo>
                  <a:lnTo>
                    <a:pt x="91" y="155"/>
                  </a:lnTo>
                  <a:lnTo>
                    <a:pt x="90" y="155"/>
                  </a:lnTo>
                  <a:lnTo>
                    <a:pt x="87" y="157"/>
                  </a:lnTo>
                  <a:lnTo>
                    <a:pt x="86" y="159"/>
                  </a:lnTo>
                  <a:lnTo>
                    <a:pt x="83" y="160"/>
                  </a:lnTo>
                  <a:lnTo>
                    <a:pt x="83" y="163"/>
                  </a:lnTo>
                  <a:lnTo>
                    <a:pt x="81" y="163"/>
                  </a:lnTo>
                  <a:lnTo>
                    <a:pt x="79" y="164"/>
                  </a:lnTo>
                  <a:lnTo>
                    <a:pt x="74" y="167"/>
                  </a:lnTo>
                  <a:lnTo>
                    <a:pt x="71" y="167"/>
                  </a:lnTo>
                  <a:lnTo>
                    <a:pt x="70" y="167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7" y="165"/>
                  </a:lnTo>
                  <a:lnTo>
                    <a:pt x="67" y="164"/>
                  </a:lnTo>
                  <a:lnTo>
                    <a:pt x="67" y="165"/>
                  </a:lnTo>
                  <a:lnTo>
                    <a:pt x="66" y="165"/>
                  </a:lnTo>
                  <a:lnTo>
                    <a:pt x="65" y="165"/>
                  </a:lnTo>
                  <a:lnTo>
                    <a:pt x="66" y="167"/>
                  </a:lnTo>
                  <a:lnTo>
                    <a:pt x="66" y="167"/>
                  </a:lnTo>
                  <a:lnTo>
                    <a:pt x="65" y="168"/>
                  </a:lnTo>
                  <a:lnTo>
                    <a:pt x="64" y="168"/>
                  </a:lnTo>
                  <a:lnTo>
                    <a:pt x="66" y="169"/>
                  </a:lnTo>
                  <a:lnTo>
                    <a:pt x="66" y="169"/>
                  </a:lnTo>
                  <a:lnTo>
                    <a:pt x="67" y="172"/>
                  </a:lnTo>
                  <a:lnTo>
                    <a:pt x="65" y="173"/>
                  </a:lnTo>
                  <a:lnTo>
                    <a:pt x="62" y="171"/>
                  </a:lnTo>
                  <a:lnTo>
                    <a:pt x="65" y="173"/>
                  </a:lnTo>
                  <a:lnTo>
                    <a:pt x="65" y="175"/>
                  </a:lnTo>
                  <a:lnTo>
                    <a:pt x="64" y="176"/>
                  </a:lnTo>
                  <a:lnTo>
                    <a:pt x="62" y="175"/>
                  </a:lnTo>
                  <a:lnTo>
                    <a:pt x="62" y="173"/>
                  </a:lnTo>
                  <a:lnTo>
                    <a:pt x="61" y="175"/>
                  </a:lnTo>
                  <a:lnTo>
                    <a:pt x="61" y="176"/>
                  </a:lnTo>
                  <a:lnTo>
                    <a:pt x="61" y="176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0" y="178"/>
                  </a:lnTo>
                  <a:lnTo>
                    <a:pt x="58" y="178"/>
                  </a:lnTo>
                  <a:lnTo>
                    <a:pt x="56" y="181"/>
                  </a:lnTo>
                  <a:lnTo>
                    <a:pt x="56" y="181"/>
                  </a:lnTo>
                  <a:lnTo>
                    <a:pt x="54" y="181"/>
                  </a:lnTo>
                  <a:lnTo>
                    <a:pt x="53" y="182"/>
                  </a:lnTo>
                  <a:lnTo>
                    <a:pt x="53" y="185"/>
                  </a:lnTo>
                  <a:lnTo>
                    <a:pt x="52" y="186"/>
                  </a:lnTo>
                  <a:lnTo>
                    <a:pt x="50" y="186"/>
                  </a:lnTo>
                  <a:lnTo>
                    <a:pt x="50" y="186"/>
                  </a:lnTo>
                  <a:lnTo>
                    <a:pt x="45" y="189"/>
                  </a:lnTo>
                  <a:lnTo>
                    <a:pt x="42" y="189"/>
                  </a:lnTo>
                  <a:lnTo>
                    <a:pt x="45" y="188"/>
                  </a:lnTo>
                  <a:lnTo>
                    <a:pt x="46" y="186"/>
                  </a:lnTo>
                  <a:lnTo>
                    <a:pt x="48" y="185"/>
                  </a:lnTo>
                  <a:lnTo>
                    <a:pt x="46" y="186"/>
                  </a:lnTo>
                  <a:lnTo>
                    <a:pt x="45" y="185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0"/>
                  </a:lnTo>
                  <a:lnTo>
                    <a:pt x="45" y="176"/>
                  </a:lnTo>
                  <a:lnTo>
                    <a:pt x="46" y="173"/>
                  </a:lnTo>
                  <a:lnTo>
                    <a:pt x="50" y="171"/>
                  </a:lnTo>
                  <a:lnTo>
                    <a:pt x="52" y="169"/>
                  </a:lnTo>
                  <a:lnTo>
                    <a:pt x="49" y="169"/>
                  </a:lnTo>
                  <a:lnTo>
                    <a:pt x="48" y="169"/>
                  </a:lnTo>
                  <a:lnTo>
                    <a:pt x="45" y="169"/>
                  </a:lnTo>
                  <a:lnTo>
                    <a:pt x="44" y="169"/>
                  </a:lnTo>
                  <a:lnTo>
                    <a:pt x="42" y="169"/>
                  </a:lnTo>
                  <a:lnTo>
                    <a:pt x="41" y="169"/>
                  </a:lnTo>
                  <a:lnTo>
                    <a:pt x="41" y="168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42" y="163"/>
                  </a:lnTo>
                  <a:lnTo>
                    <a:pt x="45" y="163"/>
                  </a:lnTo>
                  <a:lnTo>
                    <a:pt x="46" y="160"/>
                  </a:lnTo>
                  <a:lnTo>
                    <a:pt x="49" y="159"/>
                  </a:lnTo>
                  <a:lnTo>
                    <a:pt x="50" y="160"/>
                  </a:lnTo>
                  <a:lnTo>
                    <a:pt x="56" y="159"/>
                  </a:lnTo>
                  <a:lnTo>
                    <a:pt x="58" y="160"/>
                  </a:lnTo>
                  <a:lnTo>
                    <a:pt x="58" y="161"/>
                  </a:lnTo>
                  <a:lnTo>
                    <a:pt x="62" y="161"/>
                  </a:lnTo>
                  <a:lnTo>
                    <a:pt x="61" y="159"/>
                  </a:lnTo>
                  <a:lnTo>
                    <a:pt x="62" y="157"/>
                  </a:lnTo>
                  <a:lnTo>
                    <a:pt x="60" y="155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60" y="148"/>
                  </a:lnTo>
                  <a:lnTo>
                    <a:pt x="64" y="148"/>
                  </a:lnTo>
                  <a:lnTo>
                    <a:pt x="65" y="147"/>
                  </a:lnTo>
                  <a:lnTo>
                    <a:pt x="67" y="144"/>
                  </a:lnTo>
                  <a:lnTo>
                    <a:pt x="71" y="143"/>
                  </a:lnTo>
                  <a:lnTo>
                    <a:pt x="71" y="142"/>
                  </a:lnTo>
                  <a:lnTo>
                    <a:pt x="74" y="142"/>
                  </a:lnTo>
                  <a:lnTo>
                    <a:pt x="75" y="138"/>
                  </a:lnTo>
                  <a:lnTo>
                    <a:pt x="75" y="135"/>
                  </a:lnTo>
                  <a:lnTo>
                    <a:pt x="75" y="131"/>
                  </a:lnTo>
                  <a:lnTo>
                    <a:pt x="74" y="130"/>
                  </a:lnTo>
                  <a:lnTo>
                    <a:pt x="75" y="126"/>
                  </a:lnTo>
                  <a:lnTo>
                    <a:pt x="73" y="121"/>
                  </a:lnTo>
                  <a:lnTo>
                    <a:pt x="71" y="119"/>
                  </a:lnTo>
                  <a:lnTo>
                    <a:pt x="70" y="117"/>
                  </a:lnTo>
                  <a:lnTo>
                    <a:pt x="70" y="117"/>
                  </a:lnTo>
                  <a:lnTo>
                    <a:pt x="73" y="115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0" y="106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1" y="101"/>
                  </a:lnTo>
                  <a:lnTo>
                    <a:pt x="71" y="100"/>
                  </a:lnTo>
                  <a:lnTo>
                    <a:pt x="71" y="97"/>
                  </a:lnTo>
                  <a:lnTo>
                    <a:pt x="73" y="94"/>
                  </a:lnTo>
                  <a:lnTo>
                    <a:pt x="73" y="93"/>
                  </a:lnTo>
                  <a:lnTo>
                    <a:pt x="70" y="94"/>
                  </a:lnTo>
                  <a:lnTo>
                    <a:pt x="69" y="93"/>
                  </a:lnTo>
                  <a:lnTo>
                    <a:pt x="67" y="92"/>
                  </a:lnTo>
                  <a:lnTo>
                    <a:pt x="65" y="92"/>
                  </a:lnTo>
                  <a:lnTo>
                    <a:pt x="64" y="90"/>
                  </a:lnTo>
                  <a:lnTo>
                    <a:pt x="65" y="88"/>
                  </a:lnTo>
                  <a:lnTo>
                    <a:pt x="62" y="88"/>
                  </a:lnTo>
                  <a:lnTo>
                    <a:pt x="61" y="88"/>
                  </a:lnTo>
                  <a:lnTo>
                    <a:pt x="60" y="86"/>
                  </a:lnTo>
                  <a:lnTo>
                    <a:pt x="60" y="84"/>
                  </a:lnTo>
                  <a:lnTo>
                    <a:pt x="58" y="82"/>
                  </a:lnTo>
                  <a:lnTo>
                    <a:pt x="56" y="82"/>
                  </a:lnTo>
                  <a:lnTo>
                    <a:pt x="54" y="81"/>
                  </a:lnTo>
                  <a:lnTo>
                    <a:pt x="53" y="78"/>
                  </a:lnTo>
                  <a:lnTo>
                    <a:pt x="49" y="75"/>
                  </a:lnTo>
                  <a:lnTo>
                    <a:pt x="49" y="72"/>
                  </a:lnTo>
                  <a:lnTo>
                    <a:pt x="46" y="69"/>
                  </a:lnTo>
                  <a:lnTo>
                    <a:pt x="44" y="68"/>
                  </a:lnTo>
                  <a:lnTo>
                    <a:pt x="41" y="64"/>
                  </a:lnTo>
                  <a:lnTo>
                    <a:pt x="39" y="63"/>
                  </a:lnTo>
                  <a:lnTo>
                    <a:pt x="35" y="61"/>
                  </a:lnTo>
                  <a:lnTo>
                    <a:pt x="31" y="61"/>
                  </a:lnTo>
                  <a:lnTo>
                    <a:pt x="29" y="57"/>
                  </a:lnTo>
                  <a:lnTo>
                    <a:pt x="28" y="57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27" y="52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1" y="48"/>
                  </a:lnTo>
                  <a:lnTo>
                    <a:pt x="33" y="48"/>
                  </a:lnTo>
                  <a:lnTo>
                    <a:pt x="35" y="47"/>
                  </a:lnTo>
                  <a:lnTo>
                    <a:pt x="36" y="42"/>
                  </a:lnTo>
                  <a:lnTo>
                    <a:pt x="37" y="42"/>
                  </a:lnTo>
                  <a:lnTo>
                    <a:pt x="37" y="40"/>
                  </a:lnTo>
                  <a:lnTo>
                    <a:pt x="35" y="39"/>
                  </a:lnTo>
                  <a:lnTo>
                    <a:pt x="35" y="38"/>
                  </a:lnTo>
                  <a:lnTo>
                    <a:pt x="35" y="35"/>
                  </a:lnTo>
                  <a:lnTo>
                    <a:pt x="31" y="34"/>
                  </a:lnTo>
                  <a:lnTo>
                    <a:pt x="29" y="32"/>
                  </a:lnTo>
                  <a:lnTo>
                    <a:pt x="25" y="32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5" y="32"/>
                  </a:lnTo>
                  <a:lnTo>
                    <a:pt x="13" y="28"/>
                  </a:lnTo>
                  <a:lnTo>
                    <a:pt x="8" y="25"/>
                  </a:lnTo>
                  <a:lnTo>
                    <a:pt x="10" y="23"/>
                  </a:lnTo>
                  <a:lnTo>
                    <a:pt x="10" y="21"/>
                  </a:lnTo>
                  <a:lnTo>
                    <a:pt x="7" y="18"/>
                  </a:lnTo>
                  <a:lnTo>
                    <a:pt x="6" y="15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2" y="7"/>
                  </a:lnTo>
                  <a:lnTo>
                    <a:pt x="15" y="10"/>
                  </a:lnTo>
                  <a:lnTo>
                    <a:pt x="16" y="7"/>
                  </a:lnTo>
                  <a:lnTo>
                    <a:pt x="17" y="9"/>
                  </a:lnTo>
                  <a:lnTo>
                    <a:pt x="19" y="10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4" y="6"/>
                  </a:lnTo>
                  <a:lnTo>
                    <a:pt x="27" y="7"/>
                  </a:lnTo>
                  <a:lnTo>
                    <a:pt x="31" y="6"/>
                  </a:lnTo>
                  <a:lnTo>
                    <a:pt x="31" y="2"/>
                  </a:lnTo>
                  <a:lnTo>
                    <a:pt x="33" y="1"/>
                  </a:lnTo>
                  <a:lnTo>
                    <a:pt x="3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" name="Freeform 362"/>
            <p:cNvSpPr>
              <a:spLocks/>
            </p:cNvSpPr>
            <p:nvPr/>
          </p:nvSpPr>
          <p:spPr bwMode="auto">
            <a:xfrm>
              <a:off x="8856237" y="3898682"/>
              <a:ext cx="157340" cy="137038"/>
            </a:xfrm>
            <a:custGeom>
              <a:avLst/>
              <a:gdLst>
                <a:gd name="T0" fmla="*/ 51 w 62"/>
                <a:gd name="T1" fmla="*/ 1 h 54"/>
                <a:gd name="T2" fmla="*/ 54 w 62"/>
                <a:gd name="T3" fmla="*/ 4 h 54"/>
                <a:gd name="T4" fmla="*/ 58 w 62"/>
                <a:gd name="T5" fmla="*/ 6 h 54"/>
                <a:gd name="T6" fmla="*/ 62 w 62"/>
                <a:gd name="T7" fmla="*/ 13 h 54"/>
                <a:gd name="T8" fmla="*/ 62 w 62"/>
                <a:gd name="T9" fmla="*/ 18 h 54"/>
                <a:gd name="T10" fmla="*/ 62 w 62"/>
                <a:gd name="T11" fmla="*/ 25 h 54"/>
                <a:gd name="T12" fmla="*/ 58 w 62"/>
                <a:gd name="T13" fmla="*/ 29 h 54"/>
                <a:gd name="T14" fmla="*/ 54 w 62"/>
                <a:gd name="T15" fmla="*/ 31 h 54"/>
                <a:gd name="T16" fmla="*/ 51 w 62"/>
                <a:gd name="T17" fmla="*/ 35 h 54"/>
                <a:gd name="T18" fmla="*/ 44 w 62"/>
                <a:gd name="T19" fmla="*/ 38 h 54"/>
                <a:gd name="T20" fmla="*/ 47 w 62"/>
                <a:gd name="T21" fmla="*/ 42 h 54"/>
                <a:gd name="T22" fmla="*/ 48 w 62"/>
                <a:gd name="T23" fmla="*/ 46 h 54"/>
                <a:gd name="T24" fmla="*/ 45 w 62"/>
                <a:gd name="T25" fmla="*/ 48 h 54"/>
                <a:gd name="T26" fmla="*/ 43 w 62"/>
                <a:gd name="T27" fmla="*/ 46 h 54"/>
                <a:gd name="T28" fmla="*/ 36 w 62"/>
                <a:gd name="T29" fmla="*/ 46 h 54"/>
                <a:gd name="T30" fmla="*/ 32 w 62"/>
                <a:gd name="T31" fmla="*/ 50 h 54"/>
                <a:gd name="T32" fmla="*/ 28 w 62"/>
                <a:gd name="T33" fmla="*/ 54 h 54"/>
                <a:gd name="T34" fmla="*/ 24 w 62"/>
                <a:gd name="T35" fmla="*/ 52 h 54"/>
                <a:gd name="T36" fmla="*/ 22 w 62"/>
                <a:gd name="T37" fmla="*/ 50 h 54"/>
                <a:gd name="T38" fmla="*/ 19 w 62"/>
                <a:gd name="T39" fmla="*/ 52 h 54"/>
                <a:gd name="T40" fmla="*/ 18 w 62"/>
                <a:gd name="T41" fmla="*/ 51 h 54"/>
                <a:gd name="T42" fmla="*/ 18 w 62"/>
                <a:gd name="T43" fmla="*/ 48 h 54"/>
                <a:gd name="T44" fmla="*/ 18 w 62"/>
                <a:gd name="T45" fmla="*/ 46 h 54"/>
                <a:gd name="T46" fmla="*/ 16 w 62"/>
                <a:gd name="T47" fmla="*/ 44 h 54"/>
                <a:gd name="T48" fmla="*/ 15 w 62"/>
                <a:gd name="T49" fmla="*/ 48 h 54"/>
                <a:gd name="T50" fmla="*/ 11 w 62"/>
                <a:gd name="T51" fmla="*/ 48 h 54"/>
                <a:gd name="T52" fmla="*/ 11 w 62"/>
                <a:gd name="T53" fmla="*/ 44 h 54"/>
                <a:gd name="T54" fmla="*/ 10 w 62"/>
                <a:gd name="T55" fmla="*/ 42 h 54"/>
                <a:gd name="T56" fmla="*/ 7 w 62"/>
                <a:gd name="T57" fmla="*/ 39 h 54"/>
                <a:gd name="T58" fmla="*/ 6 w 62"/>
                <a:gd name="T59" fmla="*/ 35 h 54"/>
                <a:gd name="T60" fmla="*/ 4 w 62"/>
                <a:gd name="T61" fmla="*/ 31 h 54"/>
                <a:gd name="T62" fmla="*/ 4 w 62"/>
                <a:gd name="T63" fmla="*/ 30 h 54"/>
                <a:gd name="T64" fmla="*/ 3 w 62"/>
                <a:gd name="T65" fmla="*/ 23 h 54"/>
                <a:gd name="T66" fmla="*/ 0 w 62"/>
                <a:gd name="T67" fmla="*/ 17 h 54"/>
                <a:gd name="T68" fmla="*/ 2 w 62"/>
                <a:gd name="T69" fmla="*/ 10 h 54"/>
                <a:gd name="T70" fmla="*/ 6 w 62"/>
                <a:gd name="T71" fmla="*/ 2 h 54"/>
                <a:gd name="T72" fmla="*/ 14 w 62"/>
                <a:gd name="T73" fmla="*/ 1 h 54"/>
                <a:gd name="T74" fmla="*/ 18 w 62"/>
                <a:gd name="T75" fmla="*/ 2 h 54"/>
                <a:gd name="T76" fmla="*/ 24 w 62"/>
                <a:gd name="T77" fmla="*/ 1 h 54"/>
                <a:gd name="T78" fmla="*/ 29 w 62"/>
                <a:gd name="T79" fmla="*/ 1 h 54"/>
                <a:gd name="T80" fmla="*/ 33 w 62"/>
                <a:gd name="T81" fmla="*/ 2 h 54"/>
                <a:gd name="T82" fmla="*/ 37 w 62"/>
                <a:gd name="T83" fmla="*/ 6 h 54"/>
                <a:gd name="T84" fmla="*/ 43 w 62"/>
                <a:gd name="T85" fmla="*/ 9 h 54"/>
                <a:gd name="T86" fmla="*/ 47 w 62"/>
                <a:gd name="T87" fmla="*/ 9 h 54"/>
                <a:gd name="T88" fmla="*/ 47 w 62"/>
                <a:gd name="T89" fmla="*/ 5 h 54"/>
                <a:gd name="T90" fmla="*/ 45 w 62"/>
                <a:gd name="T9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2" h="54">
                  <a:moveTo>
                    <a:pt x="49" y="0"/>
                  </a:moveTo>
                  <a:lnTo>
                    <a:pt x="51" y="1"/>
                  </a:lnTo>
                  <a:lnTo>
                    <a:pt x="52" y="2"/>
                  </a:lnTo>
                  <a:lnTo>
                    <a:pt x="54" y="4"/>
                  </a:lnTo>
                  <a:lnTo>
                    <a:pt x="57" y="4"/>
                  </a:lnTo>
                  <a:lnTo>
                    <a:pt x="58" y="6"/>
                  </a:lnTo>
                  <a:lnTo>
                    <a:pt x="60" y="8"/>
                  </a:lnTo>
                  <a:lnTo>
                    <a:pt x="62" y="13"/>
                  </a:lnTo>
                  <a:lnTo>
                    <a:pt x="61" y="17"/>
                  </a:lnTo>
                  <a:lnTo>
                    <a:pt x="62" y="18"/>
                  </a:lnTo>
                  <a:lnTo>
                    <a:pt x="62" y="22"/>
                  </a:lnTo>
                  <a:lnTo>
                    <a:pt x="62" y="25"/>
                  </a:lnTo>
                  <a:lnTo>
                    <a:pt x="61" y="29"/>
                  </a:lnTo>
                  <a:lnTo>
                    <a:pt x="58" y="29"/>
                  </a:lnTo>
                  <a:lnTo>
                    <a:pt x="58" y="30"/>
                  </a:lnTo>
                  <a:lnTo>
                    <a:pt x="54" y="31"/>
                  </a:lnTo>
                  <a:lnTo>
                    <a:pt x="52" y="34"/>
                  </a:lnTo>
                  <a:lnTo>
                    <a:pt x="51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4" y="42"/>
                  </a:lnTo>
                  <a:lnTo>
                    <a:pt x="47" y="42"/>
                  </a:lnTo>
                  <a:lnTo>
                    <a:pt x="49" y="44"/>
                  </a:lnTo>
                  <a:lnTo>
                    <a:pt x="48" y="46"/>
                  </a:lnTo>
                  <a:lnTo>
                    <a:pt x="49" y="48"/>
                  </a:lnTo>
                  <a:lnTo>
                    <a:pt x="45" y="48"/>
                  </a:lnTo>
                  <a:lnTo>
                    <a:pt x="45" y="47"/>
                  </a:lnTo>
                  <a:lnTo>
                    <a:pt x="43" y="46"/>
                  </a:lnTo>
                  <a:lnTo>
                    <a:pt x="37" y="47"/>
                  </a:lnTo>
                  <a:lnTo>
                    <a:pt x="36" y="46"/>
                  </a:lnTo>
                  <a:lnTo>
                    <a:pt x="33" y="47"/>
                  </a:lnTo>
                  <a:lnTo>
                    <a:pt x="32" y="50"/>
                  </a:lnTo>
                  <a:lnTo>
                    <a:pt x="29" y="50"/>
                  </a:lnTo>
                  <a:lnTo>
                    <a:pt x="28" y="54"/>
                  </a:lnTo>
                  <a:lnTo>
                    <a:pt x="26" y="51"/>
                  </a:lnTo>
                  <a:lnTo>
                    <a:pt x="24" y="52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1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8" y="48"/>
                  </a:lnTo>
                  <a:lnTo>
                    <a:pt x="18" y="47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5" y="46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1" y="48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2" y="22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10"/>
                  </a:lnTo>
                  <a:lnTo>
                    <a:pt x="3" y="6"/>
                  </a:lnTo>
                  <a:lnTo>
                    <a:pt x="6" y="2"/>
                  </a:lnTo>
                  <a:lnTo>
                    <a:pt x="8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8" y="2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9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7" y="6"/>
                  </a:lnTo>
                  <a:lnTo>
                    <a:pt x="40" y="6"/>
                  </a:lnTo>
                  <a:lnTo>
                    <a:pt x="43" y="9"/>
                  </a:lnTo>
                  <a:lnTo>
                    <a:pt x="47" y="10"/>
                  </a:lnTo>
                  <a:lnTo>
                    <a:pt x="47" y="9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4" y="2"/>
                  </a:lnTo>
                  <a:lnTo>
                    <a:pt x="45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" name="Freeform 363"/>
            <p:cNvSpPr>
              <a:spLocks/>
            </p:cNvSpPr>
            <p:nvPr/>
          </p:nvSpPr>
          <p:spPr bwMode="auto">
            <a:xfrm>
              <a:off x="8767417" y="3644908"/>
              <a:ext cx="243623" cy="279152"/>
            </a:xfrm>
            <a:custGeom>
              <a:avLst/>
              <a:gdLst>
                <a:gd name="T0" fmla="*/ 28 w 96"/>
                <a:gd name="T1" fmla="*/ 2 h 110"/>
                <a:gd name="T2" fmla="*/ 32 w 96"/>
                <a:gd name="T3" fmla="*/ 10 h 110"/>
                <a:gd name="T4" fmla="*/ 37 w 96"/>
                <a:gd name="T5" fmla="*/ 19 h 110"/>
                <a:gd name="T6" fmla="*/ 47 w 96"/>
                <a:gd name="T7" fmla="*/ 19 h 110"/>
                <a:gd name="T8" fmla="*/ 57 w 96"/>
                <a:gd name="T9" fmla="*/ 22 h 110"/>
                <a:gd name="T10" fmla="*/ 59 w 96"/>
                <a:gd name="T11" fmla="*/ 27 h 110"/>
                <a:gd name="T12" fmla="*/ 57 w 96"/>
                <a:gd name="T13" fmla="*/ 34 h 110"/>
                <a:gd name="T14" fmla="*/ 50 w 96"/>
                <a:gd name="T15" fmla="*/ 37 h 110"/>
                <a:gd name="T16" fmla="*/ 51 w 96"/>
                <a:gd name="T17" fmla="*/ 42 h 110"/>
                <a:gd name="T18" fmla="*/ 51 w 96"/>
                <a:gd name="T19" fmla="*/ 44 h 110"/>
                <a:gd name="T20" fmla="*/ 61 w 96"/>
                <a:gd name="T21" fmla="*/ 50 h 110"/>
                <a:gd name="T22" fmla="*/ 68 w 96"/>
                <a:gd name="T23" fmla="*/ 56 h 110"/>
                <a:gd name="T24" fmla="*/ 75 w 96"/>
                <a:gd name="T25" fmla="*/ 65 h 110"/>
                <a:gd name="T26" fmla="*/ 80 w 96"/>
                <a:gd name="T27" fmla="*/ 69 h 110"/>
                <a:gd name="T28" fmla="*/ 83 w 96"/>
                <a:gd name="T29" fmla="*/ 75 h 110"/>
                <a:gd name="T30" fmla="*/ 86 w 96"/>
                <a:gd name="T31" fmla="*/ 77 h 110"/>
                <a:gd name="T32" fmla="*/ 91 w 96"/>
                <a:gd name="T33" fmla="*/ 80 h 110"/>
                <a:gd name="T34" fmla="*/ 95 w 96"/>
                <a:gd name="T35" fmla="*/ 81 h 110"/>
                <a:gd name="T36" fmla="*/ 93 w 96"/>
                <a:gd name="T37" fmla="*/ 88 h 110"/>
                <a:gd name="T38" fmla="*/ 92 w 96"/>
                <a:gd name="T39" fmla="*/ 93 h 110"/>
                <a:gd name="T40" fmla="*/ 95 w 96"/>
                <a:gd name="T41" fmla="*/ 102 h 110"/>
                <a:gd name="T42" fmla="*/ 87 w 96"/>
                <a:gd name="T43" fmla="*/ 102 h 110"/>
                <a:gd name="T44" fmla="*/ 80 w 96"/>
                <a:gd name="T45" fmla="*/ 100 h 110"/>
                <a:gd name="T46" fmla="*/ 80 w 96"/>
                <a:gd name="T47" fmla="*/ 106 h 110"/>
                <a:gd name="T48" fmla="*/ 78 w 96"/>
                <a:gd name="T49" fmla="*/ 109 h 110"/>
                <a:gd name="T50" fmla="*/ 71 w 96"/>
                <a:gd name="T51" fmla="*/ 104 h 110"/>
                <a:gd name="T52" fmla="*/ 71 w 96"/>
                <a:gd name="T53" fmla="*/ 100 h 110"/>
                <a:gd name="T54" fmla="*/ 71 w 96"/>
                <a:gd name="T55" fmla="*/ 92 h 110"/>
                <a:gd name="T56" fmla="*/ 71 w 96"/>
                <a:gd name="T57" fmla="*/ 85 h 110"/>
                <a:gd name="T58" fmla="*/ 67 w 96"/>
                <a:gd name="T59" fmla="*/ 81 h 110"/>
                <a:gd name="T60" fmla="*/ 61 w 96"/>
                <a:gd name="T61" fmla="*/ 77 h 110"/>
                <a:gd name="T62" fmla="*/ 59 w 96"/>
                <a:gd name="T63" fmla="*/ 69 h 110"/>
                <a:gd name="T64" fmla="*/ 61 w 96"/>
                <a:gd name="T65" fmla="*/ 63 h 110"/>
                <a:gd name="T66" fmla="*/ 50 w 96"/>
                <a:gd name="T67" fmla="*/ 54 h 110"/>
                <a:gd name="T68" fmla="*/ 38 w 96"/>
                <a:gd name="T69" fmla="*/ 59 h 110"/>
                <a:gd name="T70" fmla="*/ 29 w 96"/>
                <a:gd name="T71" fmla="*/ 56 h 110"/>
                <a:gd name="T72" fmla="*/ 21 w 96"/>
                <a:gd name="T73" fmla="*/ 59 h 110"/>
                <a:gd name="T74" fmla="*/ 14 w 96"/>
                <a:gd name="T75" fmla="*/ 55 h 110"/>
                <a:gd name="T76" fmla="*/ 14 w 96"/>
                <a:gd name="T77" fmla="*/ 46 h 110"/>
                <a:gd name="T78" fmla="*/ 14 w 96"/>
                <a:gd name="T79" fmla="*/ 39 h 110"/>
                <a:gd name="T80" fmla="*/ 8 w 96"/>
                <a:gd name="T81" fmla="*/ 39 h 110"/>
                <a:gd name="T82" fmla="*/ 7 w 96"/>
                <a:gd name="T83" fmla="*/ 34 h 110"/>
                <a:gd name="T84" fmla="*/ 1 w 96"/>
                <a:gd name="T85" fmla="*/ 27 h 110"/>
                <a:gd name="T86" fmla="*/ 3 w 96"/>
                <a:gd name="T87" fmla="*/ 22 h 110"/>
                <a:gd name="T88" fmla="*/ 5 w 96"/>
                <a:gd name="T89" fmla="*/ 17 h 110"/>
                <a:gd name="T90" fmla="*/ 10 w 96"/>
                <a:gd name="T91" fmla="*/ 12 h 110"/>
                <a:gd name="T92" fmla="*/ 16 w 96"/>
                <a:gd name="T93" fmla="*/ 14 h 110"/>
                <a:gd name="T94" fmla="*/ 17 w 96"/>
                <a:gd name="T95" fmla="*/ 9 h 110"/>
                <a:gd name="T96" fmla="*/ 18 w 96"/>
                <a:gd name="T97" fmla="*/ 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110">
                  <a:moveTo>
                    <a:pt x="22" y="0"/>
                  </a:moveTo>
                  <a:lnTo>
                    <a:pt x="24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0" y="12"/>
                  </a:lnTo>
                  <a:lnTo>
                    <a:pt x="35" y="15"/>
                  </a:lnTo>
                  <a:lnTo>
                    <a:pt x="37" y="19"/>
                  </a:lnTo>
                  <a:lnTo>
                    <a:pt x="42" y="19"/>
                  </a:lnTo>
                  <a:lnTo>
                    <a:pt x="45" y="21"/>
                  </a:lnTo>
                  <a:lnTo>
                    <a:pt x="47" y="19"/>
                  </a:lnTo>
                  <a:lnTo>
                    <a:pt x="51" y="19"/>
                  </a:lnTo>
                  <a:lnTo>
                    <a:pt x="53" y="21"/>
                  </a:lnTo>
                  <a:lnTo>
                    <a:pt x="57" y="22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9" y="27"/>
                  </a:lnTo>
                  <a:lnTo>
                    <a:pt x="59" y="29"/>
                  </a:lnTo>
                  <a:lnTo>
                    <a:pt x="58" y="29"/>
                  </a:lnTo>
                  <a:lnTo>
                    <a:pt x="57" y="34"/>
                  </a:lnTo>
                  <a:lnTo>
                    <a:pt x="55" y="35"/>
                  </a:lnTo>
                  <a:lnTo>
                    <a:pt x="53" y="35"/>
                  </a:lnTo>
                  <a:lnTo>
                    <a:pt x="50" y="37"/>
                  </a:lnTo>
                  <a:lnTo>
                    <a:pt x="47" y="37"/>
                  </a:lnTo>
                  <a:lnTo>
                    <a:pt x="49" y="39"/>
                  </a:lnTo>
                  <a:lnTo>
                    <a:pt x="51" y="42"/>
                  </a:lnTo>
                  <a:lnTo>
                    <a:pt x="49" y="43"/>
                  </a:lnTo>
                  <a:lnTo>
                    <a:pt x="50" y="44"/>
                  </a:lnTo>
                  <a:lnTo>
                    <a:pt x="51" y="44"/>
                  </a:lnTo>
                  <a:lnTo>
                    <a:pt x="53" y="48"/>
                  </a:lnTo>
                  <a:lnTo>
                    <a:pt x="57" y="48"/>
                  </a:lnTo>
                  <a:lnTo>
                    <a:pt x="61" y="50"/>
                  </a:lnTo>
                  <a:lnTo>
                    <a:pt x="63" y="51"/>
                  </a:lnTo>
                  <a:lnTo>
                    <a:pt x="66" y="55"/>
                  </a:lnTo>
                  <a:lnTo>
                    <a:pt x="68" y="56"/>
                  </a:lnTo>
                  <a:lnTo>
                    <a:pt x="71" y="59"/>
                  </a:lnTo>
                  <a:lnTo>
                    <a:pt x="71" y="62"/>
                  </a:lnTo>
                  <a:lnTo>
                    <a:pt x="75" y="65"/>
                  </a:lnTo>
                  <a:lnTo>
                    <a:pt x="76" y="68"/>
                  </a:lnTo>
                  <a:lnTo>
                    <a:pt x="78" y="69"/>
                  </a:lnTo>
                  <a:lnTo>
                    <a:pt x="80" y="69"/>
                  </a:lnTo>
                  <a:lnTo>
                    <a:pt x="82" y="71"/>
                  </a:lnTo>
                  <a:lnTo>
                    <a:pt x="82" y="73"/>
                  </a:lnTo>
                  <a:lnTo>
                    <a:pt x="83" y="75"/>
                  </a:lnTo>
                  <a:lnTo>
                    <a:pt x="84" y="75"/>
                  </a:lnTo>
                  <a:lnTo>
                    <a:pt x="87" y="75"/>
                  </a:lnTo>
                  <a:lnTo>
                    <a:pt x="86" y="77"/>
                  </a:lnTo>
                  <a:lnTo>
                    <a:pt x="87" y="79"/>
                  </a:lnTo>
                  <a:lnTo>
                    <a:pt x="89" y="79"/>
                  </a:lnTo>
                  <a:lnTo>
                    <a:pt x="91" y="80"/>
                  </a:lnTo>
                  <a:lnTo>
                    <a:pt x="92" y="81"/>
                  </a:lnTo>
                  <a:lnTo>
                    <a:pt x="95" y="80"/>
                  </a:lnTo>
                  <a:lnTo>
                    <a:pt x="95" y="81"/>
                  </a:lnTo>
                  <a:lnTo>
                    <a:pt x="93" y="84"/>
                  </a:lnTo>
                  <a:lnTo>
                    <a:pt x="93" y="87"/>
                  </a:lnTo>
                  <a:lnTo>
                    <a:pt x="93" y="88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2" y="93"/>
                  </a:lnTo>
                  <a:lnTo>
                    <a:pt x="93" y="97"/>
                  </a:lnTo>
                  <a:lnTo>
                    <a:pt x="93" y="98"/>
                  </a:lnTo>
                  <a:lnTo>
                    <a:pt x="95" y="102"/>
                  </a:lnTo>
                  <a:lnTo>
                    <a:pt x="92" y="104"/>
                  </a:lnTo>
                  <a:lnTo>
                    <a:pt x="89" y="104"/>
                  </a:lnTo>
                  <a:lnTo>
                    <a:pt x="87" y="102"/>
                  </a:lnTo>
                  <a:lnTo>
                    <a:pt x="86" y="101"/>
                  </a:lnTo>
                  <a:lnTo>
                    <a:pt x="84" y="100"/>
                  </a:lnTo>
                  <a:lnTo>
                    <a:pt x="80" y="100"/>
                  </a:lnTo>
                  <a:lnTo>
                    <a:pt x="79" y="102"/>
                  </a:lnTo>
                  <a:lnTo>
                    <a:pt x="82" y="105"/>
                  </a:lnTo>
                  <a:lnTo>
                    <a:pt x="80" y="106"/>
                  </a:lnTo>
                  <a:lnTo>
                    <a:pt x="82" y="109"/>
                  </a:lnTo>
                  <a:lnTo>
                    <a:pt x="82" y="110"/>
                  </a:lnTo>
                  <a:lnTo>
                    <a:pt x="78" y="109"/>
                  </a:lnTo>
                  <a:lnTo>
                    <a:pt x="75" y="106"/>
                  </a:lnTo>
                  <a:lnTo>
                    <a:pt x="72" y="106"/>
                  </a:lnTo>
                  <a:lnTo>
                    <a:pt x="71" y="104"/>
                  </a:lnTo>
                  <a:lnTo>
                    <a:pt x="68" y="102"/>
                  </a:lnTo>
                  <a:lnTo>
                    <a:pt x="70" y="101"/>
                  </a:lnTo>
                  <a:lnTo>
                    <a:pt x="71" y="100"/>
                  </a:lnTo>
                  <a:lnTo>
                    <a:pt x="71" y="96"/>
                  </a:lnTo>
                  <a:lnTo>
                    <a:pt x="71" y="93"/>
                  </a:lnTo>
                  <a:lnTo>
                    <a:pt x="71" y="92"/>
                  </a:lnTo>
                  <a:lnTo>
                    <a:pt x="71" y="90"/>
                  </a:lnTo>
                  <a:lnTo>
                    <a:pt x="72" y="88"/>
                  </a:lnTo>
                  <a:lnTo>
                    <a:pt x="71" y="85"/>
                  </a:lnTo>
                  <a:lnTo>
                    <a:pt x="68" y="84"/>
                  </a:lnTo>
                  <a:lnTo>
                    <a:pt x="70" y="83"/>
                  </a:lnTo>
                  <a:lnTo>
                    <a:pt x="67" y="81"/>
                  </a:lnTo>
                  <a:lnTo>
                    <a:pt x="64" y="81"/>
                  </a:lnTo>
                  <a:lnTo>
                    <a:pt x="62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2"/>
                  </a:lnTo>
                  <a:lnTo>
                    <a:pt x="59" y="69"/>
                  </a:lnTo>
                  <a:lnTo>
                    <a:pt x="61" y="68"/>
                  </a:lnTo>
                  <a:lnTo>
                    <a:pt x="61" y="65"/>
                  </a:lnTo>
                  <a:lnTo>
                    <a:pt x="61" y="63"/>
                  </a:lnTo>
                  <a:lnTo>
                    <a:pt x="57" y="62"/>
                  </a:lnTo>
                  <a:lnTo>
                    <a:pt x="51" y="58"/>
                  </a:lnTo>
                  <a:lnTo>
                    <a:pt x="50" y="54"/>
                  </a:lnTo>
                  <a:lnTo>
                    <a:pt x="45" y="52"/>
                  </a:lnTo>
                  <a:lnTo>
                    <a:pt x="41" y="54"/>
                  </a:lnTo>
                  <a:lnTo>
                    <a:pt x="38" y="59"/>
                  </a:lnTo>
                  <a:lnTo>
                    <a:pt x="33" y="59"/>
                  </a:lnTo>
                  <a:lnTo>
                    <a:pt x="32" y="56"/>
                  </a:lnTo>
                  <a:lnTo>
                    <a:pt x="29" y="56"/>
                  </a:lnTo>
                  <a:lnTo>
                    <a:pt x="25" y="55"/>
                  </a:lnTo>
                  <a:lnTo>
                    <a:pt x="21" y="56"/>
                  </a:lnTo>
                  <a:lnTo>
                    <a:pt x="21" y="59"/>
                  </a:lnTo>
                  <a:lnTo>
                    <a:pt x="18" y="59"/>
                  </a:lnTo>
                  <a:lnTo>
                    <a:pt x="14" y="62"/>
                  </a:lnTo>
                  <a:lnTo>
                    <a:pt x="14" y="55"/>
                  </a:lnTo>
                  <a:lnTo>
                    <a:pt x="14" y="51"/>
                  </a:lnTo>
                  <a:lnTo>
                    <a:pt x="13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3" y="42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5" y="35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4" y="27"/>
                  </a:lnTo>
                  <a:lnTo>
                    <a:pt x="1" y="27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4"/>
                  </a:lnTo>
                  <a:lnTo>
                    <a:pt x="8" y="14"/>
                  </a:lnTo>
                  <a:lnTo>
                    <a:pt x="10" y="12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7" y="12"/>
                  </a:lnTo>
                  <a:lnTo>
                    <a:pt x="17" y="9"/>
                  </a:lnTo>
                  <a:lnTo>
                    <a:pt x="16" y="6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9" name="Freeform 364"/>
            <p:cNvSpPr>
              <a:spLocks noEditPoints="1"/>
            </p:cNvSpPr>
            <p:nvPr/>
          </p:nvSpPr>
          <p:spPr bwMode="auto">
            <a:xfrm>
              <a:off x="8693821" y="3708351"/>
              <a:ext cx="256313" cy="474559"/>
            </a:xfrm>
            <a:custGeom>
              <a:avLst/>
              <a:gdLst>
                <a:gd name="T0" fmla="*/ 36 w 101"/>
                <a:gd name="T1" fmla="*/ 175 h 187"/>
                <a:gd name="T2" fmla="*/ 28 w 101"/>
                <a:gd name="T3" fmla="*/ 165 h 187"/>
                <a:gd name="T4" fmla="*/ 18 w 101"/>
                <a:gd name="T5" fmla="*/ 162 h 187"/>
                <a:gd name="T6" fmla="*/ 39 w 101"/>
                <a:gd name="T7" fmla="*/ 139 h 187"/>
                <a:gd name="T8" fmla="*/ 38 w 101"/>
                <a:gd name="T9" fmla="*/ 135 h 187"/>
                <a:gd name="T10" fmla="*/ 66 w 101"/>
                <a:gd name="T11" fmla="*/ 109 h 187"/>
                <a:gd name="T12" fmla="*/ 30 w 101"/>
                <a:gd name="T13" fmla="*/ 2 h 187"/>
                <a:gd name="T14" fmla="*/ 36 w 101"/>
                <a:gd name="T15" fmla="*/ 13 h 187"/>
                <a:gd name="T16" fmla="*/ 42 w 101"/>
                <a:gd name="T17" fmla="*/ 17 h 187"/>
                <a:gd name="T18" fmla="*/ 43 w 101"/>
                <a:gd name="T19" fmla="*/ 30 h 187"/>
                <a:gd name="T20" fmla="*/ 54 w 101"/>
                <a:gd name="T21" fmla="*/ 30 h 187"/>
                <a:gd name="T22" fmla="*/ 70 w 101"/>
                <a:gd name="T23" fmla="*/ 29 h 187"/>
                <a:gd name="T24" fmla="*/ 90 w 101"/>
                <a:gd name="T25" fmla="*/ 38 h 187"/>
                <a:gd name="T26" fmla="*/ 90 w 101"/>
                <a:gd name="T27" fmla="*/ 50 h 187"/>
                <a:gd name="T28" fmla="*/ 99 w 101"/>
                <a:gd name="T29" fmla="*/ 58 h 187"/>
                <a:gd name="T30" fmla="*/ 100 w 101"/>
                <a:gd name="T31" fmla="*/ 67 h 187"/>
                <a:gd name="T32" fmla="*/ 96 w 101"/>
                <a:gd name="T33" fmla="*/ 77 h 187"/>
                <a:gd name="T34" fmla="*/ 82 w 101"/>
                <a:gd name="T35" fmla="*/ 77 h 187"/>
                <a:gd name="T36" fmla="*/ 67 w 101"/>
                <a:gd name="T37" fmla="*/ 81 h 187"/>
                <a:gd name="T38" fmla="*/ 67 w 101"/>
                <a:gd name="T39" fmla="*/ 98 h 187"/>
                <a:gd name="T40" fmla="*/ 67 w 101"/>
                <a:gd name="T41" fmla="*/ 108 h 187"/>
                <a:gd name="T42" fmla="*/ 62 w 101"/>
                <a:gd name="T43" fmla="*/ 105 h 187"/>
                <a:gd name="T44" fmla="*/ 55 w 101"/>
                <a:gd name="T45" fmla="*/ 101 h 187"/>
                <a:gd name="T46" fmla="*/ 47 w 101"/>
                <a:gd name="T47" fmla="*/ 101 h 187"/>
                <a:gd name="T48" fmla="*/ 46 w 101"/>
                <a:gd name="T49" fmla="*/ 93 h 187"/>
                <a:gd name="T50" fmla="*/ 43 w 101"/>
                <a:gd name="T51" fmla="*/ 90 h 187"/>
                <a:gd name="T52" fmla="*/ 37 w 101"/>
                <a:gd name="T53" fmla="*/ 90 h 187"/>
                <a:gd name="T54" fmla="*/ 37 w 101"/>
                <a:gd name="T55" fmla="*/ 94 h 187"/>
                <a:gd name="T56" fmla="*/ 36 w 101"/>
                <a:gd name="T57" fmla="*/ 102 h 187"/>
                <a:gd name="T58" fmla="*/ 32 w 101"/>
                <a:gd name="T59" fmla="*/ 122 h 187"/>
                <a:gd name="T60" fmla="*/ 29 w 101"/>
                <a:gd name="T61" fmla="*/ 131 h 187"/>
                <a:gd name="T62" fmla="*/ 32 w 101"/>
                <a:gd name="T63" fmla="*/ 142 h 187"/>
                <a:gd name="T64" fmla="*/ 33 w 101"/>
                <a:gd name="T65" fmla="*/ 142 h 187"/>
                <a:gd name="T66" fmla="*/ 38 w 101"/>
                <a:gd name="T67" fmla="*/ 147 h 187"/>
                <a:gd name="T68" fmla="*/ 42 w 101"/>
                <a:gd name="T69" fmla="*/ 152 h 187"/>
                <a:gd name="T70" fmla="*/ 45 w 101"/>
                <a:gd name="T71" fmla="*/ 158 h 187"/>
                <a:gd name="T72" fmla="*/ 42 w 101"/>
                <a:gd name="T73" fmla="*/ 164 h 187"/>
                <a:gd name="T74" fmla="*/ 47 w 101"/>
                <a:gd name="T75" fmla="*/ 168 h 187"/>
                <a:gd name="T76" fmla="*/ 57 w 101"/>
                <a:gd name="T77" fmla="*/ 173 h 187"/>
                <a:gd name="T78" fmla="*/ 64 w 101"/>
                <a:gd name="T79" fmla="*/ 181 h 187"/>
                <a:gd name="T80" fmla="*/ 58 w 101"/>
                <a:gd name="T81" fmla="*/ 184 h 187"/>
                <a:gd name="T82" fmla="*/ 54 w 101"/>
                <a:gd name="T83" fmla="*/ 179 h 187"/>
                <a:gd name="T84" fmla="*/ 43 w 101"/>
                <a:gd name="T85" fmla="*/ 173 h 187"/>
                <a:gd name="T86" fmla="*/ 36 w 101"/>
                <a:gd name="T87" fmla="*/ 172 h 187"/>
                <a:gd name="T88" fmla="*/ 32 w 101"/>
                <a:gd name="T89" fmla="*/ 167 h 187"/>
                <a:gd name="T90" fmla="*/ 24 w 101"/>
                <a:gd name="T91" fmla="*/ 158 h 187"/>
                <a:gd name="T92" fmla="*/ 21 w 101"/>
                <a:gd name="T93" fmla="*/ 156 h 187"/>
                <a:gd name="T94" fmla="*/ 18 w 101"/>
                <a:gd name="T95" fmla="*/ 146 h 187"/>
                <a:gd name="T96" fmla="*/ 20 w 101"/>
                <a:gd name="T97" fmla="*/ 139 h 187"/>
                <a:gd name="T98" fmla="*/ 22 w 101"/>
                <a:gd name="T99" fmla="*/ 129 h 187"/>
                <a:gd name="T100" fmla="*/ 29 w 101"/>
                <a:gd name="T101" fmla="*/ 113 h 187"/>
                <a:gd name="T102" fmla="*/ 29 w 101"/>
                <a:gd name="T103" fmla="*/ 100 h 187"/>
                <a:gd name="T104" fmla="*/ 28 w 101"/>
                <a:gd name="T105" fmla="*/ 89 h 187"/>
                <a:gd name="T106" fmla="*/ 16 w 101"/>
                <a:gd name="T107" fmla="*/ 72 h 187"/>
                <a:gd name="T108" fmla="*/ 16 w 101"/>
                <a:gd name="T109" fmla="*/ 56 h 187"/>
                <a:gd name="T110" fmla="*/ 14 w 101"/>
                <a:gd name="T111" fmla="*/ 46 h 187"/>
                <a:gd name="T112" fmla="*/ 4 w 101"/>
                <a:gd name="T113" fmla="*/ 34 h 187"/>
                <a:gd name="T114" fmla="*/ 5 w 101"/>
                <a:gd name="T115" fmla="*/ 25 h 187"/>
                <a:gd name="T116" fmla="*/ 8 w 101"/>
                <a:gd name="T117" fmla="*/ 12 h 187"/>
                <a:gd name="T118" fmla="*/ 18 w 101"/>
                <a:gd name="T119" fmla="*/ 6 h 187"/>
                <a:gd name="T120" fmla="*/ 22 w 101"/>
                <a:gd name="T121" fmla="*/ 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1" h="187">
                  <a:moveTo>
                    <a:pt x="36" y="175"/>
                  </a:moveTo>
                  <a:lnTo>
                    <a:pt x="37" y="175"/>
                  </a:lnTo>
                  <a:lnTo>
                    <a:pt x="37" y="176"/>
                  </a:lnTo>
                  <a:lnTo>
                    <a:pt x="36" y="176"/>
                  </a:lnTo>
                  <a:lnTo>
                    <a:pt x="36" y="175"/>
                  </a:lnTo>
                  <a:lnTo>
                    <a:pt x="36" y="175"/>
                  </a:lnTo>
                  <a:close/>
                  <a:moveTo>
                    <a:pt x="28" y="163"/>
                  </a:moveTo>
                  <a:lnTo>
                    <a:pt x="28" y="163"/>
                  </a:lnTo>
                  <a:lnTo>
                    <a:pt x="28" y="164"/>
                  </a:lnTo>
                  <a:lnTo>
                    <a:pt x="28" y="165"/>
                  </a:lnTo>
                  <a:lnTo>
                    <a:pt x="28" y="163"/>
                  </a:lnTo>
                  <a:close/>
                  <a:moveTo>
                    <a:pt x="18" y="158"/>
                  </a:moveTo>
                  <a:lnTo>
                    <a:pt x="21" y="158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8"/>
                  </a:lnTo>
                  <a:close/>
                  <a:moveTo>
                    <a:pt x="39" y="138"/>
                  </a:moveTo>
                  <a:lnTo>
                    <a:pt x="39" y="139"/>
                  </a:lnTo>
                  <a:lnTo>
                    <a:pt x="39" y="142"/>
                  </a:lnTo>
                  <a:lnTo>
                    <a:pt x="38" y="140"/>
                  </a:lnTo>
                  <a:lnTo>
                    <a:pt x="38" y="139"/>
                  </a:lnTo>
                  <a:lnTo>
                    <a:pt x="39" y="138"/>
                  </a:lnTo>
                  <a:close/>
                  <a:moveTo>
                    <a:pt x="38" y="135"/>
                  </a:moveTo>
                  <a:lnTo>
                    <a:pt x="38" y="137"/>
                  </a:lnTo>
                  <a:lnTo>
                    <a:pt x="37" y="137"/>
                  </a:lnTo>
                  <a:lnTo>
                    <a:pt x="38" y="135"/>
                  </a:lnTo>
                  <a:close/>
                  <a:moveTo>
                    <a:pt x="62" y="106"/>
                  </a:moveTo>
                  <a:lnTo>
                    <a:pt x="66" y="109"/>
                  </a:lnTo>
                  <a:lnTo>
                    <a:pt x="64" y="109"/>
                  </a:lnTo>
                  <a:lnTo>
                    <a:pt x="62" y="108"/>
                  </a:lnTo>
                  <a:lnTo>
                    <a:pt x="62" y="106"/>
                  </a:lnTo>
                  <a:close/>
                  <a:moveTo>
                    <a:pt x="29" y="0"/>
                  </a:moveTo>
                  <a:lnTo>
                    <a:pt x="30" y="2"/>
                  </a:lnTo>
                  <a:lnTo>
                    <a:pt x="33" y="2"/>
                  </a:lnTo>
                  <a:lnTo>
                    <a:pt x="36" y="5"/>
                  </a:lnTo>
                  <a:lnTo>
                    <a:pt x="36" y="9"/>
                  </a:lnTo>
                  <a:lnTo>
                    <a:pt x="34" y="10"/>
                  </a:lnTo>
                  <a:lnTo>
                    <a:pt x="36" y="13"/>
                  </a:lnTo>
                  <a:lnTo>
                    <a:pt x="37" y="14"/>
                  </a:lnTo>
                  <a:lnTo>
                    <a:pt x="39" y="13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2" y="17"/>
                  </a:lnTo>
                  <a:lnTo>
                    <a:pt x="43" y="19"/>
                  </a:lnTo>
                  <a:lnTo>
                    <a:pt x="43" y="21"/>
                  </a:lnTo>
                  <a:lnTo>
                    <a:pt x="42" y="23"/>
                  </a:lnTo>
                  <a:lnTo>
                    <a:pt x="43" y="26"/>
                  </a:lnTo>
                  <a:lnTo>
                    <a:pt x="43" y="30"/>
                  </a:lnTo>
                  <a:lnTo>
                    <a:pt x="43" y="37"/>
                  </a:lnTo>
                  <a:lnTo>
                    <a:pt x="47" y="34"/>
                  </a:lnTo>
                  <a:lnTo>
                    <a:pt x="50" y="34"/>
                  </a:lnTo>
                  <a:lnTo>
                    <a:pt x="50" y="31"/>
                  </a:lnTo>
                  <a:lnTo>
                    <a:pt x="54" y="30"/>
                  </a:lnTo>
                  <a:lnTo>
                    <a:pt x="58" y="31"/>
                  </a:lnTo>
                  <a:lnTo>
                    <a:pt x="61" y="31"/>
                  </a:lnTo>
                  <a:lnTo>
                    <a:pt x="62" y="34"/>
                  </a:lnTo>
                  <a:lnTo>
                    <a:pt x="67" y="34"/>
                  </a:lnTo>
                  <a:lnTo>
                    <a:pt x="70" y="29"/>
                  </a:lnTo>
                  <a:lnTo>
                    <a:pt x="74" y="27"/>
                  </a:lnTo>
                  <a:lnTo>
                    <a:pt x="79" y="29"/>
                  </a:lnTo>
                  <a:lnTo>
                    <a:pt x="80" y="33"/>
                  </a:lnTo>
                  <a:lnTo>
                    <a:pt x="86" y="37"/>
                  </a:lnTo>
                  <a:lnTo>
                    <a:pt x="90" y="38"/>
                  </a:lnTo>
                  <a:lnTo>
                    <a:pt x="90" y="40"/>
                  </a:lnTo>
                  <a:lnTo>
                    <a:pt x="90" y="43"/>
                  </a:lnTo>
                  <a:lnTo>
                    <a:pt x="88" y="44"/>
                  </a:lnTo>
                  <a:lnTo>
                    <a:pt x="90" y="47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1" y="54"/>
                  </a:lnTo>
                  <a:lnTo>
                    <a:pt x="93" y="56"/>
                  </a:lnTo>
                  <a:lnTo>
                    <a:pt x="96" y="56"/>
                  </a:lnTo>
                  <a:lnTo>
                    <a:pt x="99" y="58"/>
                  </a:lnTo>
                  <a:lnTo>
                    <a:pt x="97" y="59"/>
                  </a:lnTo>
                  <a:lnTo>
                    <a:pt x="100" y="60"/>
                  </a:lnTo>
                  <a:lnTo>
                    <a:pt x="101" y="63"/>
                  </a:lnTo>
                  <a:lnTo>
                    <a:pt x="100" y="65"/>
                  </a:lnTo>
                  <a:lnTo>
                    <a:pt x="100" y="67"/>
                  </a:lnTo>
                  <a:lnTo>
                    <a:pt x="100" y="68"/>
                  </a:lnTo>
                  <a:lnTo>
                    <a:pt x="100" y="71"/>
                  </a:lnTo>
                  <a:lnTo>
                    <a:pt x="100" y="75"/>
                  </a:lnTo>
                  <a:lnTo>
                    <a:pt x="99" y="76"/>
                  </a:lnTo>
                  <a:lnTo>
                    <a:pt x="96" y="77"/>
                  </a:lnTo>
                  <a:lnTo>
                    <a:pt x="93" y="76"/>
                  </a:lnTo>
                  <a:lnTo>
                    <a:pt x="91" y="77"/>
                  </a:lnTo>
                  <a:lnTo>
                    <a:pt x="88" y="76"/>
                  </a:lnTo>
                  <a:lnTo>
                    <a:pt x="86" y="76"/>
                  </a:lnTo>
                  <a:lnTo>
                    <a:pt x="82" y="77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2" y="77"/>
                  </a:lnTo>
                  <a:lnTo>
                    <a:pt x="70" y="77"/>
                  </a:lnTo>
                  <a:lnTo>
                    <a:pt x="67" y="81"/>
                  </a:lnTo>
                  <a:lnTo>
                    <a:pt x="66" y="85"/>
                  </a:lnTo>
                  <a:lnTo>
                    <a:pt x="64" y="88"/>
                  </a:lnTo>
                  <a:lnTo>
                    <a:pt x="64" y="92"/>
                  </a:lnTo>
                  <a:lnTo>
                    <a:pt x="66" y="97"/>
                  </a:lnTo>
                  <a:lnTo>
                    <a:pt x="67" y="98"/>
                  </a:lnTo>
                  <a:lnTo>
                    <a:pt x="68" y="100"/>
                  </a:lnTo>
                  <a:lnTo>
                    <a:pt x="68" y="105"/>
                  </a:lnTo>
                  <a:lnTo>
                    <a:pt x="68" y="106"/>
                  </a:lnTo>
                  <a:lnTo>
                    <a:pt x="67" y="106"/>
                  </a:lnTo>
                  <a:lnTo>
                    <a:pt x="67" y="108"/>
                  </a:lnTo>
                  <a:lnTo>
                    <a:pt x="66" y="108"/>
                  </a:lnTo>
                  <a:lnTo>
                    <a:pt x="66" y="108"/>
                  </a:lnTo>
                  <a:lnTo>
                    <a:pt x="63" y="105"/>
                  </a:lnTo>
                  <a:lnTo>
                    <a:pt x="62" y="105"/>
                  </a:lnTo>
                  <a:lnTo>
                    <a:pt x="62" y="105"/>
                  </a:lnTo>
                  <a:lnTo>
                    <a:pt x="61" y="104"/>
                  </a:lnTo>
                  <a:lnTo>
                    <a:pt x="58" y="101"/>
                  </a:lnTo>
                  <a:lnTo>
                    <a:pt x="57" y="100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55" y="102"/>
                  </a:lnTo>
                  <a:lnTo>
                    <a:pt x="54" y="101"/>
                  </a:lnTo>
                  <a:lnTo>
                    <a:pt x="51" y="101"/>
                  </a:lnTo>
                  <a:lnTo>
                    <a:pt x="49" y="101"/>
                  </a:lnTo>
                  <a:lnTo>
                    <a:pt x="47" y="101"/>
                  </a:lnTo>
                  <a:lnTo>
                    <a:pt x="46" y="101"/>
                  </a:lnTo>
                  <a:lnTo>
                    <a:pt x="46" y="98"/>
                  </a:lnTo>
                  <a:lnTo>
                    <a:pt x="47" y="98"/>
                  </a:lnTo>
                  <a:lnTo>
                    <a:pt x="46" y="96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6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2" y="89"/>
                  </a:lnTo>
                  <a:lnTo>
                    <a:pt x="41" y="90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37" y="90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36" y="92"/>
                  </a:lnTo>
                  <a:lnTo>
                    <a:pt x="34" y="93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6" y="98"/>
                  </a:lnTo>
                  <a:lnTo>
                    <a:pt x="36" y="101"/>
                  </a:lnTo>
                  <a:lnTo>
                    <a:pt x="36" y="102"/>
                  </a:lnTo>
                  <a:lnTo>
                    <a:pt x="36" y="102"/>
                  </a:lnTo>
                  <a:lnTo>
                    <a:pt x="36" y="106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2" y="113"/>
                  </a:lnTo>
                  <a:lnTo>
                    <a:pt x="32" y="122"/>
                  </a:lnTo>
                  <a:lnTo>
                    <a:pt x="29" y="126"/>
                  </a:lnTo>
                  <a:lnTo>
                    <a:pt x="29" y="129"/>
                  </a:lnTo>
                  <a:lnTo>
                    <a:pt x="28" y="130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8" y="133"/>
                  </a:lnTo>
                  <a:lnTo>
                    <a:pt x="28" y="134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2" y="142"/>
                  </a:lnTo>
                  <a:lnTo>
                    <a:pt x="30" y="143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2" y="143"/>
                  </a:lnTo>
                  <a:lnTo>
                    <a:pt x="33" y="142"/>
                  </a:lnTo>
                  <a:lnTo>
                    <a:pt x="34" y="142"/>
                  </a:lnTo>
                  <a:lnTo>
                    <a:pt x="36" y="143"/>
                  </a:lnTo>
                  <a:lnTo>
                    <a:pt x="37" y="143"/>
                  </a:lnTo>
                  <a:lnTo>
                    <a:pt x="37" y="146"/>
                  </a:lnTo>
                  <a:lnTo>
                    <a:pt x="38" y="147"/>
                  </a:lnTo>
                  <a:lnTo>
                    <a:pt x="38" y="150"/>
                  </a:lnTo>
                  <a:lnTo>
                    <a:pt x="39" y="151"/>
                  </a:lnTo>
                  <a:lnTo>
                    <a:pt x="41" y="154"/>
                  </a:lnTo>
                  <a:lnTo>
                    <a:pt x="42" y="154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2" y="152"/>
                  </a:lnTo>
                  <a:lnTo>
                    <a:pt x="43" y="155"/>
                  </a:lnTo>
                  <a:lnTo>
                    <a:pt x="43" y="156"/>
                  </a:lnTo>
                  <a:lnTo>
                    <a:pt x="45" y="158"/>
                  </a:lnTo>
                  <a:lnTo>
                    <a:pt x="46" y="162"/>
                  </a:lnTo>
                  <a:lnTo>
                    <a:pt x="45" y="163"/>
                  </a:lnTo>
                  <a:lnTo>
                    <a:pt x="45" y="164"/>
                  </a:lnTo>
                  <a:lnTo>
                    <a:pt x="45" y="163"/>
                  </a:lnTo>
                  <a:lnTo>
                    <a:pt x="42" y="164"/>
                  </a:lnTo>
                  <a:lnTo>
                    <a:pt x="42" y="165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7" y="168"/>
                  </a:lnTo>
                  <a:lnTo>
                    <a:pt x="49" y="169"/>
                  </a:lnTo>
                  <a:lnTo>
                    <a:pt x="51" y="172"/>
                  </a:lnTo>
                  <a:lnTo>
                    <a:pt x="53" y="173"/>
                  </a:lnTo>
                  <a:lnTo>
                    <a:pt x="54" y="173"/>
                  </a:lnTo>
                  <a:lnTo>
                    <a:pt x="57" y="173"/>
                  </a:lnTo>
                  <a:lnTo>
                    <a:pt x="59" y="173"/>
                  </a:lnTo>
                  <a:lnTo>
                    <a:pt x="61" y="177"/>
                  </a:lnTo>
                  <a:lnTo>
                    <a:pt x="62" y="179"/>
                  </a:lnTo>
                  <a:lnTo>
                    <a:pt x="63" y="180"/>
                  </a:lnTo>
                  <a:lnTo>
                    <a:pt x="64" y="181"/>
                  </a:lnTo>
                  <a:lnTo>
                    <a:pt x="63" y="183"/>
                  </a:lnTo>
                  <a:lnTo>
                    <a:pt x="63" y="184"/>
                  </a:lnTo>
                  <a:lnTo>
                    <a:pt x="62" y="185"/>
                  </a:lnTo>
                  <a:lnTo>
                    <a:pt x="61" y="184"/>
                  </a:lnTo>
                  <a:lnTo>
                    <a:pt x="58" y="184"/>
                  </a:lnTo>
                  <a:lnTo>
                    <a:pt x="55" y="187"/>
                  </a:lnTo>
                  <a:lnTo>
                    <a:pt x="53" y="187"/>
                  </a:lnTo>
                  <a:lnTo>
                    <a:pt x="53" y="184"/>
                  </a:lnTo>
                  <a:lnTo>
                    <a:pt x="54" y="183"/>
                  </a:lnTo>
                  <a:lnTo>
                    <a:pt x="54" y="179"/>
                  </a:lnTo>
                  <a:lnTo>
                    <a:pt x="53" y="177"/>
                  </a:lnTo>
                  <a:lnTo>
                    <a:pt x="50" y="177"/>
                  </a:lnTo>
                  <a:lnTo>
                    <a:pt x="50" y="176"/>
                  </a:lnTo>
                  <a:lnTo>
                    <a:pt x="46" y="175"/>
                  </a:lnTo>
                  <a:lnTo>
                    <a:pt x="43" y="173"/>
                  </a:lnTo>
                  <a:lnTo>
                    <a:pt x="42" y="175"/>
                  </a:lnTo>
                  <a:lnTo>
                    <a:pt x="42" y="177"/>
                  </a:lnTo>
                  <a:lnTo>
                    <a:pt x="41" y="176"/>
                  </a:lnTo>
                  <a:lnTo>
                    <a:pt x="36" y="172"/>
                  </a:lnTo>
                  <a:lnTo>
                    <a:pt x="36" y="172"/>
                  </a:lnTo>
                  <a:lnTo>
                    <a:pt x="37" y="171"/>
                  </a:lnTo>
                  <a:lnTo>
                    <a:pt x="37" y="169"/>
                  </a:lnTo>
                  <a:lnTo>
                    <a:pt x="36" y="169"/>
                  </a:lnTo>
                  <a:lnTo>
                    <a:pt x="34" y="167"/>
                  </a:lnTo>
                  <a:lnTo>
                    <a:pt x="32" y="167"/>
                  </a:lnTo>
                  <a:lnTo>
                    <a:pt x="32" y="165"/>
                  </a:lnTo>
                  <a:lnTo>
                    <a:pt x="29" y="162"/>
                  </a:lnTo>
                  <a:lnTo>
                    <a:pt x="28" y="162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5"/>
                  </a:lnTo>
                  <a:lnTo>
                    <a:pt x="22" y="154"/>
                  </a:lnTo>
                  <a:lnTo>
                    <a:pt x="24" y="154"/>
                  </a:lnTo>
                  <a:lnTo>
                    <a:pt x="21" y="154"/>
                  </a:lnTo>
                  <a:lnTo>
                    <a:pt x="21" y="156"/>
                  </a:lnTo>
                  <a:lnTo>
                    <a:pt x="20" y="156"/>
                  </a:lnTo>
                  <a:lnTo>
                    <a:pt x="18" y="155"/>
                  </a:lnTo>
                  <a:lnTo>
                    <a:pt x="17" y="151"/>
                  </a:lnTo>
                  <a:lnTo>
                    <a:pt x="18" y="150"/>
                  </a:lnTo>
                  <a:lnTo>
                    <a:pt x="18" y="146"/>
                  </a:lnTo>
                  <a:lnTo>
                    <a:pt x="20" y="146"/>
                  </a:lnTo>
                  <a:lnTo>
                    <a:pt x="20" y="140"/>
                  </a:lnTo>
                  <a:lnTo>
                    <a:pt x="21" y="140"/>
                  </a:lnTo>
                  <a:lnTo>
                    <a:pt x="21" y="139"/>
                  </a:lnTo>
                  <a:lnTo>
                    <a:pt x="20" y="139"/>
                  </a:lnTo>
                  <a:lnTo>
                    <a:pt x="22" y="137"/>
                  </a:lnTo>
                  <a:lnTo>
                    <a:pt x="21" y="135"/>
                  </a:lnTo>
                  <a:lnTo>
                    <a:pt x="22" y="134"/>
                  </a:lnTo>
                  <a:lnTo>
                    <a:pt x="21" y="133"/>
                  </a:lnTo>
                  <a:lnTo>
                    <a:pt x="22" y="129"/>
                  </a:lnTo>
                  <a:lnTo>
                    <a:pt x="22" y="127"/>
                  </a:lnTo>
                  <a:lnTo>
                    <a:pt x="24" y="126"/>
                  </a:lnTo>
                  <a:lnTo>
                    <a:pt x="24" y="122"/>
                  </a:lnTo>
                  <a:lnTo>
                    <a:pt x="26" y="121"/>
                  </a:lnTo>
                  <a:lnTo>
                    <a:pt x="29" y="113"/>
                  </a:lnTo>
                  <a:lnTo>
                    <a:pt x="30" y="113"/>
                  </a:lnTo>
                  <a:lnTo>
                    <a:pt x="30" y="109"/>
                  </a:lnTo>
                  <a:lnTo>
                    <a:pt x="29" y="106"/>
                  </a:lnTo>
                  <a:lnTo>
                    <a:pt x="29" y="102"/>
                  </a:lnTo>
                  <a:lnTo>
                    <a:pt x="29" y="100"/>
                  </a:lnTo>
                  <a:lnTo>
                    <a:pt x="28" y="97"/>
                  </a:lnTo>
                  <a:lnTo>
                    <a:pt x="26" y="96"/>
                  </a:lnTo>
                  <a:lnTo>
                    <a:pt x="26" y="93"/>
                  </a:lnTo>
                  <a:lnTo>
                    <a:pt x="26" y="90"/>
                  </a:lnTo>
                  <a:lnTo>
                    <a:pt x="28" y="89"/>
                  </a:lnTo>
                  <a:lnTo>
                    <a:pt x="26" y="84"/>
                  </a:lnTo>
                  <a:lnTo>
                    <a:pt x="22" y="80"/>
                  </a:lnTo>
                  <a:lnTo>
                    <a:pt x="18" y="77"/>
                  </a:lnTo>
                  <a:lnTo>
                    <a:pt x="16" y="73"/>
                  </a:lnTo>
                  <a:lnTo>
                    <a:pt x="16" y="72"/>
                  </a:lnTo>
                  <a:lnTo>
                    <a:pt x="14" y="68"/>
                  </a:lnTo>
                  <a:lnTo>
                    <a:pt x="17" y="65"/>
                  </a:lnTo>
                  <a:lnTo>
                    <a:pt x="17" y="64"/>
                  </a:lnTo>
                  <a:lnTo>
                    <a:pt x="16" y="58"/>
                  </a:lnTo>
                  <a:lnTo>
                    <a:pt x="16" y="56"/>
                  </a:lnTo>
                  <a:lnTo>
                    <a:pt x="18" y="55"/>
                  </a:lnTo>
                  <a:lnTo>
                    <a:pt x="18" y="52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9" y="39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0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3" y="26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4" y="19"/>
                  </a:lnTo>
                  <a:lnTo>
                    <a:pt x="7" y="18"/>
                  </a:lnTo>
                  <a:lnTo>
                    <a:pt x="5" y="14"/>
                  </a:lnTo>
                  <a:lnTo>
                    <a:pt x="8" y="12"/>
                  </a:lnTo>
                  <a:lnTo>
                    <a:pt x="12" y="13"/>
                  </a:lnTo>
                  <a:lnTo>
                    <a:pt x="14" y="10"/>
                  </a:lnTo>
                  <a:lnTo>
                    <a:pt x="17" y="12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20" y="5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" name="Freeform 365"/>
            <p:cNvSpPr>
              <a:spLocks noEditPoints="1"/>
            </p:cNvSpPr>
            <p:nvPr/>
          </p:nvSpPr>
          <p:spPr bwMode="auto">
            <a:xfrm>
              <a:off x="8528869" y="3449501"/>
              <a:ext cx="269001" cy="601446"/>
            </a:xfrm>
            <a:custGeom>
              <a:avLst/>
              <a:gdLst>
                <a:gd name="T0" fmla="*/ 18 w 106"/>
                <a:gd name="T1" fmla="*/ 125 h 237"/>
                <a:gd name="T2" fmla="*/ 61 w 106"/>
                <a:gd name="T3" fmla="*/ 6 h 237"/>
                <a:gd name="T4" fmla="*/ 68 w 106"/>
                <a:gd name="T5" fmla="*/ 23 h 237"/>
                <a:gd name="T6" fmla="*/ 62 w 106"/>
                <a:gd name="T7" fmla="*/ 35 h 237"/>
                <a:gd name="T8" fmla="*/ 58 w 106"/>
                <a:gd name="T9" fmla="*/ 44 h 237"/>
                <a:gd name="T10" fmla="*/ 62 w 106"/>
                <a:gd name="T11" fmla="*/ 53 h 237"/>
                <a:gd name="T12" fmla="*/ 72 w 106"/>
                <a:gd name="T13" fmla="*/ 58 h 237"/>
                <a:gd name="T14" fmla="*/ 81 w 106"/>
                <a:gd name="T15" fmla="*/ 65 h 237"/>
                <a:gd name="T16" fmla="*/ 87 w 106"/>
                <a:gd name="T17" fmla="*/ 70 h 237"/>
                <a:gd name="T18" fmla="*/ 83 w 106"/>
                <a:gd name="T19" fmla="*/ 81 h 237"/>
                <a:gd name="T20" fmla="*/ 91 w 106"/>
                <a:gd name="T21" fmla="*/ 87 h 237"/>
                <a:gd name="T22" fmla="*/ 106 w 106"/>
                <a:gd name="T23" fmla="*/ 87 h 237"/>
                <a:gd name="T24" fmla="*/ 97 w 106"/>
                <a:gd name="T25" fmla="*/ 99 h 237"/>
                <a:gd name="T26" fmla="*/ 89 w 106"/>
                <a:gd name="T27" fmla="*/ 107 h 237"/>
                <a:gd name="T28" fmla="*/ 79 w 106"/>
                <a:gd name="T29" fmla="*/ 112 h 237"/>
                <a:gd name="T30" fmla="*/ 69 w 106"/>
                <a:gd name="T31" fmla="*/ 125 h 237"/>
                <a:gd name="T32" fmla="*/ 69 w 106"/>
                <a:gd name="T33" fmla="*/ 136 h 237"/>
                <a:gd name="T34" fmla="*/ 81 w 106"/>
                <a:gd name="T35" fmla="*/ 152 h 237"/>
                <a:gd name="T36" fmla="*/ 82 w 106"/>
                <a:gd name="T37" fmla="*/ 166 h 237"/>
                <a:gd name="T38" fmla="*/ 87 w 106"/>
                <a:gd name="T39" fmla="*/ 182 h 237"/>
                <a:gd name="T40" fmla="*/ 93 w 106"/>
                <a:gd name="T41" fmla="*/ 199 h 237"/>
                <a:gd name="T42" fmla="*/ 94 w 106"/>
                <a:gd name="T43" fmla="*/ 215 h 237"/>
                <a:gd name="T44" fmla="*/ 87 w 106"/>
                <a:gd name="T45" fmla="*/ 231 h 237"/>
                <a:gd name="T46" fmla="*/ 83 w 106"/>
                <a:gd name="T47" fmla="*/ 227 h 237"/>
                <a:gd name="T48" fmla="*/ 86 w 106"/>
                <a:gd name="T49" fmla="*/ 219 h 237"/>
                <a:gd name="T50" fmla="*/ 85 w 106"/>
                <a:gd name="T51" fmla="*/ 208 h 237"/>
                <a:gd name="T52" fmla="*/ 82 w 106"/>
                <a:gd name="T53" fmla="*/ 192 h 237"/>
                <a:gd name="T54" fmla="*/ 77 w 106"/>
                <a:gd name="T55" fmla="*/ 187 h 237"/>
                <a:gd name="T56" fmla="*/ 74 w 106"/>
                <a:gd name="T57" fmla="*/ 171 h 237"/>
                <a:gd name="T58" fmla="*/ 70 w 106"/>
                <a:gd name="T59" fmla="*/ 157 h 237"/>
                <a:gd name="T60" fmla="*/ 65 w 106"/>
                <a:gd name="T61" fmla="*/ 154 h 237"/>
                <a:gd name="T62" fmla="*/ 60 w 106"/>
                <a:gd name="T63" fmla="*/ 142 h 237"/>
                <a:gd name="T64" fmla="*/ 60 w 106"/>
                <a:gd name="T65" fmla="*/ 149 h 237"/>
                <a:gd name="T66" fmla="*/ 52 w 106"/>
                <a:gd name="T67" fmla="*/ 152 h 237"/>
                <a:gd name="T68" fmla="*/ 49 w 106"/>
                <a:gd name="T69" fmla="*/ 156 h 237"/>
                <a:gd name="T70" fmla="*/ 40 w 106"/>
                <a:gd name="T71" fmla="*/ 161 h 237"/>
                <a:gd name="T72" fmla="*/ 32 w 106"/>
                <a:gd name="T73" fmla="*/ 164 h 237"/>
                <a:gd name="T74" fmla="*/ 29 w 106"/>
                <a:gd name="T75" fmla="*/ 162 h 237"/>
                <a:gd name="T76" fmla="*/ 32 w 106"/>
                <a:gd name="T77" fmla="*/ 144 h 237"/>
                <a:gd name="T78" fmla="*/ 27 w 106"/>
                <a:gd name="T79" fmla="*/ 129 h 237"/>
                <a:gd name="T80" fmla="*/ 22 w 106"/>
                <a:gd name="T81" fmla="*/ 121 h 237"/>
                <a:gd name="T82" fmla="*/ 14 w 106"/>
                <a:gd name="T83" fmla="*/ 116 h 237"/>
                <a:gd name="T84" fmla="*/ 16 w 106"/>
                <a:gd name="T85" fmla="*/ 116 h 237"/>
                <a:gd name="T86" fmla="*/ 15 w 106"/>
                <a:gd name="T87" fmla="*/ 111 h 237"/>
                <a:gd name="T88" fmla="*/ 8 w 106"/>
                <a:gd name="T89" fmla="*/ 108 h 237"/>
                <a:gd name="T90" fmla="*/ 3 w 106"/>
                <a:gd name="T91" fmla="*/ 103 h 237"/>
                <a:gd name="T92" fmla="*/ 3 w 106"/>
                <a:gd name="T93" fmla="*/ 91 h 237"/>
                <a:gd name="T94" fmla="*/ 8 w 106"/>
                <a:gd name="T95" fmla="*/ 82 h 237"/>
                <a:gd name="T96" fmla="*/ 11 w 106"/>
                <a:gd name="T97" fmla="*/ 66 h 237"/>
                <a:gd name="T98" fmla="*/ 20 w 106"/>
                <a:gd name="T99" fmla="*/ 54 h 237"/>
                <a:gd name="T100" fmla="*/ 25 w 106"/>
                <a:gd name="T101" fmla="*/ 29 h 237"/>
                <a:gd name="T102" fmla="*/ 35 w 106"/>
                <a:gd name="T103" fmla="*/ 11 h 237"/>
                <a:gd name="T104" fmla="*/ 47 w 106"/>
                <a:gd name="T105" fmla="*/ 6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237">
                  <a:moveTo>
                    <a:pt x="18" y="125"/>
                  </a:moveTo>
                  <a:lnTo>
                    <a:pt x="19" y="127"/>
                  </a:lnTo>
                  <a:lnTo>
                    <a:pt x="19" y="129"/>
                  </a:lnTo>
                  <a:lnTo>
                    <a:pt x="16" y="128"/>
                  </a:lnTo>
                  <a:lnTo>
                    <a:pt x="16" y="125"/>
                  </a:lnTo>
                  <a:lnTo>
                    <a:pt x="18" y="125"/>
                  </a:lnTo>
                  <a:close/>
                  <a:moveTo>
                    <a:pt x="49" y="0"/>
                  </a:moveTo>
                  <a:lnTo>
                    <a:pt x="52" y="2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8" y="3"/>
                  </a:lnTo>
                  <a:lnTo>
                    <a:pt x="61" y="6"/>
                  </a:lnTo>
                  <a:lnTo>
                    <a:pt x="61" y="8"/>
                  </a:lnTo>
                  <a:lnTo>
                    <a:pt x="64" y="8"/>
                  </a:lnTo>
                  <a:lnTo>
                    <a:pt x="65" y="11"/>
                  </a:lnTo>
                  <a:lnTo>
                    <a:pt x="65" y="15"/>
                  </a:lnTo>
                  <a:lnTo>
                    <a:pt x="68" y="19"/>
                  </a:lnTo>
                  <a:lnTo>
                    <a:pt x="68" y="23"/>
                  </a:lnTo>
                  <a:lnTo>
                    <a:pt x="68" y="27"/>
                  </a:lnTo>
                  <a:lnTo>
                    <a:pt x="68" y="29"/>
                  </a:lnTo>
                  <a:lnTo>
                    <a:pt x="66" y="31"/>
                  </a:lnTo>
                  <a:lnTo>
                    <a:pt x="65" y="32"/>
                  </a:lnTo>
                  <a:lnTo>
                    <a:pt x="64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2" y="40"/>
                  </a:lnTo>
                  <a:lnTo>
                    <a:pt x="61" y="40"/>
                  </a:lnTo>
                  <a:lnTo>
                    <a:pt x="60" y="41"/>
                  </a:lnTo>
                  <a:lnTo>
                    <a:pt x="58" y="44"/>
                  </a:lnTo>
                  <a:lnTo>
                    <a:pt x="60" y="45"/>
                  </a:lnTo>
                  <a:lnTo>
                    <a:pt x="58" y="46"/>
                  </a:lnTo>
                  <a:lnTo>
                    <a:pt x="58" y="49"/>
                  </a:lnTo>
                  <a:lnTo>
                    <a:pt x="60" y="49"/>
                  </a:lnTo>
                  <a:lnTo>
                    <a:pt x="61" y="50"/>
                  </a:lnTo>
                  <a:lnTo>
                    <a:pt x="62" y="53"/>
                  </a:lnTo>
                  <a:lnTo>
                    <a:pt x="62" y="56"/>
                  </a:lnTo>
                  <a:lnTo>
                    <a:pt x="64" y="58"/>
                  </a:lnTo>
                  <a:lnTo>
                    <a:pt x="66" y="56"/>
                  </a:lnTo>
                  <a:lnTo>
                    <a:pt x="72" y="54"/>
                  </a:lnTo>
                  <a:lnTo>
                    <a:pt x="73" y="57"/>
                  </a:lnTo>
                  <a:lnTo>
                    <a:pt x="72" y="58"/>
                  </a:lnTo>
                  <a:lnTo>
                    <a:pt x="73" y="60"/>
                  </a:lnTo>
                  <a:lnTo>
                    <a:pt x="76" y="58"/>
                  </a:lnTo>
                  <a:lnTo>
                    <a:pt x="77" y="61"/>
                  </a:lnTo>
                  <a:lnTo>
                    <a:pt x="76" y="62"/>
                  </a:lnTo>
                  <a:lnTo>
                    <a:pt x="77" y="65"/>
                  </a:lnTo>
                  <a:lnTo>
                    <a:pt x="81" y="65"/>
                  </a:lnTo>
                  <a:lnTo>
                    <a:pt x="79" y="66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85" y="66"/>
                  </a:lnTo>
                  <a:lnTo>
                    <a:pt x="87" y="67"/>
                  </a:lnTo>
                  <a:lnTo>
                    <a:pt x="87" y="70"/>
                  </a:lnTo>
                  <a:lnTo>
                    <a:pt x="86" y="71"/>
                  </a:lnTo>
                  <a:lnTo>
                    <a:pt x="86" y="74"/>
                  </a:lnTo>
                  <a:lnTo>
                    <a:pt x="83" y="78"/>
                  </a:lnTo>
                  <a:lnTo>
                    <a:pt x="81" y="79"/>
                  </a:lnTo>
                  <a:lnTo>
                    <a:pt x="81" y="81"/>
                  </a:lnTo>
                  <a:lnTo>
                    <a:pt x="83" y="81"/>
                  </a:lnTo>
                  <a:lnTo>
                    <a:pt x="87" y="81"/>
                  </a:lnTo>
                  <a:lnTo>
                    <a:pt x="87" y="82"/>
                  </a:lnTo>
                  <a:lnTo>
                    <a:pt x="89" y="79"/>
                  </a:lnTo>
                  <a:lnTo>
                    <a:pt x="91" y="82"/>
                  </a:lnTo>
                  <a:lnTo>
                    <a:pt x="90" y="85"/>
                  </a:lnTo>
                  <a:lnTo>
                    <a:pt x="91" y="87"/>
                  </a:lnTo>
                  <a:lnTo>
                    <a:pt x="94" y="89"/>
                  </a:lnTo>
                  <a:lnTo>
                    <a:pt x="95" y="87"/>
                  </a:lnTo>
                  <a:lnTo>
                    <a:pt x="98" y="87"/>
                  </a:lnTo>
                  <a:lnTo>
                    <a:pt x="103" y="85"/>
                  </a:lnTo>
                  <a:lnTo>
                    <a:pt x="106" y="86"/>
                  </a:lnTo>
                  <a:lnTo>
                    <a:pt x="106" y="87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9" y="94"/>
                  </a:lnTo>
                  <a:lnTo>
                    <a:pt x="98" y="95"/>
                  </a:lnTo>
                  <a:lnTo>
                    <a:pt x="98" y="96"/>
                  </a:lnTo>
                  <a:lnTo>
                    <a:pt x="97" y="99"/>
                  </a:lnTo>
                  <a:lnTo>
                    <a:pt x="95" y="99"/>
                  </a:lnTo>
                  <a:lnTo>
                    <a:pt x="93" y="102"/>
                  </a:lnTo>
                  <a:lnTo>
                    <a:pt x="90" y="103"/>
                  </a:lnTo>
                  <a:lnTo>
                    <a:pt x="87" y="103"/>
                  </a:lnTo>
                  <a:lnTo>
                    <a:pt x="87" y="104"/>
                  </a:lnTo>
                  <a:lnTo>
                    <a:pt x="89" y="107"/>
                  </a:lnTo>
                  <a:lnTo>
                    <a:pt x="87" y="108"/>
                  </a:lnTo>
                  <a:lnTo>
                    <a:pt x="85" y="107"/>
                  </a:lnTo>
                  <a:lnTo>
                    <a:pt x="83" y="108"/>
                  </a:lnTo>
                  <a:lnTo>
                    <a:pt x="83" y="112"/>
                  </a:lnTo>
                  <a:lnTo>
                    <a:pt x="82" y="114"/>
                  </a:lnTo>
                  <a:lnTo>
                    <a:pt x="79" y="112"/>
                  </a:lnTo>
                  <a:lnTo>
                    <a:pt x="77" y="115"/>
                  </a:lnTo>
                  <a:lnTo>
                    <a:pt x="73" y="114"/>
                  </a:lnTo>
                  <a:lnTo>
                    <a:pt x="70" y="116"/>
                  </a:lnTo>
                  <a:lnTo>
                    <a:pt x="72" y="120"/>
                  </a:lnTo>
                  <a:lnTo>
                    <a:pt x="69" y="121"/>
                  </a:lnTo>
                  <a:lnTo>
                    <a:pt x="69" y="125"/>
                  </a:lnTo>
                  <a:lnTo>
                    <a:pt x="70" y="127"/>
                  </a:lnTo>
                  <a:lnTo>
                    <a:pt x="68" y="128"/>
                  </a:lnTo>
                  <a:lnTo>
                    <a:pt x="65" y="129"/>
                  </a:lnTo>
                  <a:lnTo>
                    <a:pt x="65" y="132"/>
                  </a:lnTo>
                  <a:lnTo>
                    <a:pt x="68" y="132"/>
                  </a:lnTo>
                  <a:lnTo>
                    <a:pt x="69" y="136"/>
                  </a:lnTo>
                  <a:lnTo>
                    <a:pt x="70" y="137"/>
                  </a:lnTo>
                  <a:lnTo>
                    <a:pt x="72" y="139"/>
                  </a:lnTo>
                  <a:lnTo>
                    <a:pt x="74" y="141"/>
                  </a:lnTo>
                  <a:lnTo>
                    <a:pt x="77" y="148"/>
                  </a:lnTo>
                  <a:lnTo>
                    <a:pt x="79" y="148"/>
                  </a:lnTo>
                  <a:lnTo>
                    <a:pt x="81" y="152"/>
                  </a:lnTo>
                  <a:lnTo>
                    <a:pt x="81" y="154"/>
                  </a:lnTo>
                  <a:lnTo>
                    <a:pt x="83" y="154"/>
                  </a:lnTo>
                  <a:lnTo>
                    <a:pt x="83" y="157"/>
                  </a:lnTo>
                  <a:lnTo>
                    <a:pt x="81" y="158"/>
                  </a:lnTo>
                  <a:lnTo>
                    <a:pt x="81" y="160"/>
                  </a:lnTo>
                  <a:lnTo>
                    <a:pt x="82" y="166"/>
                  </a:lnTo>
                  <a:lnTo>
                    <a:pt x="82" y="167"/>
                  </a:lnTo>
                  <a:lnTo>
                    <a:pt x="79" y="170"/>
                  </a:lnTo>
                  <a:lnTo>
                    <a:pt x="81" y="174"/>
                  </a:lnTo>
                  <a:lnTo>
                    <a:pt x="81" y="175"/>
                  </a:lnTo>
                  <a:lnTo>
                    <a:pt x="83" y="179"/>
                  </a:lnTo>
                  <a:lnTo>
                    <a:pt x="87" y="182"/>
                  </a:lnTo>
                  <a:lnTo>
                    <a:pt x="91" y="186"/>
                  </a:lnTo>
                  <a:lnTo>
                    <a:pt x="93" y="191"/>
                  </a:lnTo>
                  <a:lnTo>
                    <a:pt x="91" y="192"/>
                  </a:lnTo>
                  <a:lnTo>
                    <a:pt x="91" y="195"/>
                  </a:lnTo>
                  <a:lnTo>
                    <a:pt x="91" y="198"/>
                  </a:lnTo>
                  <a:lnTo>
                    <a:pt x="93" y="199"/>
                  </a:lnTo>
                  <a:lnTo>
                    <a:pt x="94" y="202"/>
                  </a:lnTo>
                  <a:lnTo>
                    <a:pt x="94" y="204"/>
                  </a:lnTo>
                  <a:lnTo>
                    <a:pt x="94" y="208"/>
                  </a:lnTo>
                  <a:lnTo>
                    <a:pt x="95" y="211"/>
                  </a:lnTo>
                  <a:lnTo>
                    <a:pt x="95" y="215"/>
                  </a:lnTo>
                  <a:lnTo>
                    <a:pt x="94" y="215"/>
                  </a:lnTo>
                  <a:lnTo>
                    <a:pt x="91" y="223"/>
                  </a:lnTo>
                  <a:lnTo>
                    <a:pt x="89" y="224"/>
                  </a:lnTo>
                  <a:lnTo>
                    <a:pt x="89" y="228"/>
                  </a:lnTo>
                  <a:lnTo>
                    <a:pt x="87" y="229"/>
                  </a:lnTo>
                  <a:lnTo>
                    <a:pt x="87" y="231"/>
                  </a:lnTo>
                  <a:lnTo>
                    <a:pt x="87" y="231"/>
                  </a:lnTo>
                  <a:lnTo>
                    <a:pt x="86" y="233"/>
                  </a:lnTo>
                  <a:lnTo>
                    <a:pt x="86" y="237"/>
                  </a:lnTo>
                  <a:lnTo>
                    <a:pt x="85" y="233"/>
                  </a:lnTo>
                  <a:lnTo>
                    <a:pt x="85" y="229"/>
                  </a:lnTo>
                  <a:lnTo>
                    <a:pt x="83" y="228"/>
                  </a:lnTo>
                  <a:lnTo>
                    <a:pt x="83" y="227"/>
                  </a:lnTo>
                  <a:lnTo>
                    <a:pt x="85" y="228"/>
                  </a:lnTo>
                  <a:lnTo>
                    <a:pt x="85" y="227"/>
                  </a:lnTo>
                  <a:lnTo>
                    <a:pt x="87" y="224"/>
                  </a:lnTo>
                  <a:lnTo>
                    <a:pt x="87" y="223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7" y="219"/>
                  </a:lnTo>
                  <a:lnTo>
                    <a:pt x="87" y="217"/>
                  </a:lnTo>
                  <a:lnTo>
                    <a:pt x="86" y="214"/>
                  </a:lnTo>
                  <a:lnTo>
                    <a:pt x="89" y="212"/>
                  </a:lnTo>
                  <a:lnTo>
                    <a:pt x="86" y="211"/>
                  </a:lnTo>
                  <a:lnTo>
                    <a:pt x="85" y="208"/>
                  </a:lnTo>
                  <a:lnTo>
                    <a:pt x="85" y="206"/>
                  </a:lnTo>
                  <a:lnTo>
                    <a:pt x="86" y="204"/>
                  </a:lnTo>
                  <a:lnTo>
                    <a:pt x="85" y="203"/>
                  </a:lnTo>
                  <a:lnTo>
                    <a:pt x="85" y="202"/>
                  </a:lnTo>
                  <a:lnTo>
                    <a:pt x="83" y="194"/>
                  </a:lnTo>
                  <a:lnTo>
                    <a:pt x="82" y="192"/>
                  </a:lnTo>
                  <a:lnTo>
                    <a:pt x="81" y="190"/>
                  </a:lnTo>
                  <a:lnTo>
                    <a:pt x="79" y="187"/>
                  </a:lnTo>
                  <a:lnTo>
                    <a:pt x="79" y="191"/>
                  </a:lnTo>
                  <a:lnTo>
                    <a:pt x="78" y="191"/>
                  </a:lnTo>
                  <a:lnTo>
                    <a:pt x="78" y="190"/>
                  </a:lnTo>
                  <a:lnTo>
                    <a:pt x="77" y="187"/>
                  </a:lnTo>
                  <a:lnTo>
                    <a:pt x="78" y="182"/>
                  </a:lnTo>
                  <a:lnTo>
                    <a:pt x="76" y="181"/>
                  </a:lnTo>
                  <a:lnTo>
                    <a:pt x="76" y="178"/>
                  </a:lnTo>
                  <a:lnTo>
                    <a:pt x="77" y="177"/>
                  </a:lnTo>
                  <a:lnTo>
                    <a:pt x="74" y="175"/>
                  </a:lnTo>
                  <a:lnTo>
                    <a:pt x="74" y="171"/>
                  </a:lnTo>
                  <a:lnTo>
                    <a:pt x="73" y="171"/>
                  </a:lnTo>
                  <a:lnTo>
                    <a:pt x="72" y="162"/>
                  </a:lnTo>
                  <a:lnTo>
                    <a:pt x="70" y="161"/>
                  </a:lnTo>
                  <a:lnTo>
                    <a:pt x="70" y="160"/>
                  </a:lnTo>
                  <a:lnTo>
                    <a:pt x="70" y="158"/>
                  </a:lnTo>
                  <a:lnTo>
                    <a:pt x="70" y="157"/>
                  </a:lnTo>
                  <a:lnTo>
                    <a:pt x="69" y="154"/>
                  </a:lnTo>
                  <a:lnTo>
                    <a:pt x="70" y="153"/>
                  </a:lnTo>
                  <a:lnTo>
                    <a:pt x="70" y="152"/>
                  </a:lnTo>
                  <a:lnTo>
                    <a:pt x="69" y="153"/>
                  </a:lnTo>
                  <a:lnTo>
                    <a:pt x="68" y="154"/>
                  </a:lnTo>
                  <a:lnTo>
                    <a:pt x="65" y="154"/>
                  </a:lnTo>
                  <a:lnTo>
                    <a:pt x="65" y="152"/>
                  </a:lnTo>
                  <a:lnTo>
                    <a:pt x="64" y="150"/>
                  </a:lnTo>
                  <a:lnTo>
                    <a:pt x="61" y="145"/>
                  </a:lnTo>
                  <a:lnTo>
                    <a:pt x="61" y="144"/>
                  </a:lnTo>
                  <a:lnTo>
                    <a:pt x="60" y="144"/>
                  </a:lnTo>
                  <a:lnTo>
                    <a:pt x="60" y="142"/>
                  </a:lnTo>
                  <a:lnTo>
                    <a:pt x="58" y="141"/>
                  </a:lnTo>
                  <a:lnTo>
                    <a:pt x="60" y="142"/>
                  </a:lnTo>
                  <a:lnTo>
                    <a:pt x="58" y="144"/>
                  </a:lnTo>
                  <a:lnTo>
                    <a:pt x="58" y="145"/>
                  </a:lnTo>
                  <a:lnTo>
                    <a:pt x="60" y="146"/>
                  </a:lnTo>
                  <a:lnTo>
                    <a:pt x="60" y="149"/>
                  </a:lnTo>
                  <a:lnTo>
                    <a:pt x="58" y="150"/>
                  </a:lnTo>
                  <a:lnTo>
                    <a:pt x="58" y="152"/>
                  </a:lnTo>
                  <a:lnTo>
                    <a:pt x="56" y="154"/>
                  </a:lnTo>
                  <a:lnTo>
                    <a:pt x="54" y="153"/>
                  </a:lnTo>
                  <a:lnTo>
                    <a:pt x="53" y="152"/>
                  </a:lnTo>
                  <a:lnTo>
                    <a:pt x="52" y="152"/>
                  </a:lnTo>
                  <a:lnTo>
                    <a:pt x="53" y="153"/>
                  </a:lnTo>
                  <a:lnTo>
                    <a:pt x="53" y="154"/>
                  </a:lnTo>
                  <a:lnTo>
                    <a:pt x="54" y="154"/>
                  </a:lnTo>
                  <a:lnTo>
                    <a:pt x="52" y="157"/>
                  </a:lnTo>
                  <a:lnTo>
                    <a:pt x="50" y="157"/>
                  </a:lnTo>
                  <a:lnTo>
                    <a:pt x="49" y="156"/>
                  </a:lnTo>
                  <a:lnTo>
                    <a:pt x="48" y="158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61"/>
                  </a:lnTo>
                  <a:lnTo>
                    <a:pt x="40" y="162"/>
                  </a:lnTo>
                  <a:lnTo>
                    <a:pt x="39" y="162"/>
                  </a:lnTo>
                  <a:lnTo>
                    <a:pt x="37" y="161"/>
                  </a:lnTo>
                  <a:lnTo>
                    <a:pt x="33" y="162"/>
                  </a:lnTo>
                  <a:lnTo>
                    <a:pt x="33" y="164"/>
                  </a:lnTo>
                  <a:lnTo>
                    <a:pt x="32" y="164"/>
                  </a:lnTo>
                  <a:lnTo>
                    <a:pt x="32" y="161"/>
                  </a:lnTo>
                  <a:lnTo>
                    <a:pt x="35" y="157"/>
                  </a:lnTo>
                  <a:lnTo>
                    <a:pt x="35" y="153"/>
                  </a:lnTo>
                  <a:lnTo>
                    <a:pt x="33" y="157"/>
                  </a:lnTo>
                  <a:lnTo>
                    <a:pt x="31" y="160"/>
                  </a:lnTo>
                  <a:lnTo>
                    <a:pt x="29" y="162"/>
                  </a:lnTo>
                  <a:lnTo>
                    <a:pt x="29" y="161"/>
                  </a:lnTo>
                  <a:lnTo>
                    <a:pt x="29" y="160"/>
                  </a:lnTo>
                  <a:lnTo>
                    <a:pt x="29" y="158"/>
                  </a:lnTo>
                  <a:lnTo>
                    <a:pt x="31" y="146"/>
                  </a:lnTo>
                  <a:lnTo>
                    <a:pt x="33" y="144"/>
                  </a:lnTo>
                  <a:lnTo>
                    <a:pt x="32" y="144"/>
                  </a:lnTo>
                  <a:lnTo>
                    <a:pt x="31" y="139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8" y="132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4"/>
                  </a:lnTo>
                  <a:lnTo>
                    <a:pt x="24" y="123"/>
                  </a:lnTo>
                  <a:lnTo>
                    <a:pt x="24" y="120"/>
                  </a:lnTo>
                  <a:lnTo>
                    <a:pt x="22" y="119"/>
                  </a:lnTo>
                  <a:lnTo>
                    <a:pt x="22" y="121"/>
                  </a:lnTo>
                  <a:lnTo>
                    <a:pt x="23" y="125"/>
                  </a:lnTo>
                  <a:lnTo>
                    <a:pt x="19" y="124"/>
                  </a:lnTo>
                  <a:lnTo>
                    <a:pt x="16" y="121"/>
                  </a:lnTo>
                  <a:lnTo>
                    <a:pt x="16" y="120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6" y="116"/>
                  </a:lnTo>
                  <a:lnTo>
                    <a:pt x="16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6" y="116"/>
                  </a:lnTo>
                  <a:lnTo>
                    <a:pt x="19" y="116"/>
                  </a:lnTo>
                  <a:lnTo>
                    <a:pt x="20" y="117"/>
                  </a:lnTo>
                  <a:lnTo>
                    <a:pt x="22" y="116"/>
                  </a:lnTo>
                  <a:lnTo>
                    <a:pt x="22" y="115"/>
                  </a:lnTo>
                  <a:lnTo>
                    <a:pt x="19" y="111"/>
                  </a:lnTo>
                  <a:lnTo>
                    <a:pt x="15" y="111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1" y="107"/>
                  </a:lnTo>
                  <a:lnTo>
                    <a:pt x="11" y="108"/>
                  </a:lnTo>
                  <a:lnTo>
                    <a:pt x="10" y="108"/>
                  </a:lnTo>
                  <a:lnTo>
                    <a:pt x="8" y="108"/>
                  </a:lnTo>
                  <a:lnTo>
                    <a:pt x="11" y="106"/>
                  </a:lnTo>
                  <a:lnTo>
                    <a:pt x="8" y="106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8" y="107"/>
                  </a:lnTo>
                  <a:lnTo>
                    <a:pt x="3" y="103"/>
                  </a:lnTo>
                  <a:lnTo>
                    <a:pt x="2" y="9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3" y="91"/>
                  </a:lnTo>
                  <a:lnTo>
                    <a:pt x="4" y="92"/>
                  </a:lnTo>
                  <a:lnTo>
                    <a:pt x="4" y="89"/>
                  </a:lnTo>
                  <a:lnTo>
                    <a:pt x="4" y="85"/>
                  </a:lnTo>
                  <a:lnTo>
                    <a:pt x="6" y="83"/>
                  </a:lnTo>
                  <a:lnTo>
                    <a:pt x="7" y="83"/>
                  </a:lnTo>
                  <a:lnTo>
                    <a:pt x="8" y="82"/>
                  </a:lnTo>
                  <a:lnTo>
                    <a:pt x="10" y="79"/>
                  </a:lnTo>
                  <a:lnTo>
                    <a:pt x="8" y="77"/>
                  </a:lnTo>
                  <a:lnTo>
                    <a:pt x="10" y="73"/>
                  </a:lnTo>
                  <a:lnTo>
                    <a:pt x="8" y="70"/>
                  </a:lnTo>
                  <a:lnTo>
                    <a:pt x="11" y="70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0" y="57"/>
                  </a:lnTo>
                  <a:lnTo>
                    <a:pt x="12" y="57"/>
                  </a:lnTo>
                  <a:lnTo>
                    <a:pt x="15" y="58"/>
                  </a:lnTo>
                  <a:lnTo>
                    <a:pt x="18" y="58"/>
                  </a:lnTo>
                  <a:lnTo>
                    <a:pt x="20" y="54"/>
                  </a:lnTo>
                  <a:lnTo>
                    <a:pt x="20" y="49"/>
                  </a:lnTo>
                  <a:lnTo>
                    <a:pt x="23" y="42"/>
                  </a:lnTo>
                  <a:lnTo>
                    <a:pt x="20" y="41"/>
                  </a:lnTo>
                  <a:lnTo>
                    <a:pt x="20" y="40"/>
                  </a:lnTo>
                  <a:lnTo>
                    <a:pt x="24" y="35"/>
                  </a:lnTo>
                  <a:lnTo>
                    <a:pt x="25" y="29"/>
                  </a:lnTo>
                  <a:lnTo>
                    <a:pt x="24" y="28"/>
                  </a:lnTo>
                  <a:lnTo>
                    <a:pt x="24" y="25"/>
                  </a:lnTo>
                  <a:lnTo>
                    <a:pt x="28" y="19"/>
                  </a:lnTo>
                  <a:lnTo>
                    <a:pt x="31" y="17"/>
                  </a:lnTo>
                  <a:lnTo>
                    <a:pt x="35" y="15"/>
                  </a:lnTo>
                  <a:lnTo>
                    <a:pt x="35" y="11"/>
                  </a:lnTo>
                  <a:lnTo>
                    <a:pt x="39" y="11"/>
                  </a:lnTo>
                  <a:lnTo>
                    <a:pt x="43" y="8"/>
                  </a:lnTo>
                  <a:lnTo>
                    <a:pt x="44" y="10"/>
                  </a:lnTo>
                  <a:lnTo>
                    <a:pt x="47" y="11"/>
                  </a:lnTo>
                  <a:lnTo>
                    <a:pt x="47" y="8"/>
                  </a:lnTo>
                  <a:lnTo>
                    <a:pt x="47" y="6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8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" name="Freeform 366"/>
            <p:cNvSpPr>
              <a:spLocks noEditPoints="1"/>
            </p:cNvSpPr>
            <p:nvPr/>
          </p:nvSpPr>
          <p:spPr bwMode="auto">
            <a:xfrm>
              <a:off x="8178660" y="4056023"/>
              <a:ext cx="68520" cy="121812"/>
            </a:xfrm>
            <a:custGeom>
              <a:avLst/>
              <a:gdLst>
                <a:gd name="T0" fmla="*/ 2 w 27"/>
                <a:gd name="T1" fmla="*/ 18 h 48"/>
                <a:gd name="T2" fmla="*/ 2 w 27"/>
                <a:gd name="T3" fmla="*/ 21 h 48"/>
                <a:gd name="T4" fmla="*/ 2 w 27"/>
                <a:gd name="T5" fmla="*/ 21 h 48"/>
                <a:gd name="T6" fmla="*/ 2 w 27"/>
                <a:gd name="T7" fmla="*/ 18 h 48"/>
                <a:gd name="T8" fmla="*/ 8 w 27"/>
                <a:gd name="T9" fmla="*/ 5 h 48"/>
                <a:gd name="T10" fmla="*/ 9 w 27"/>
                <a:gd name="T11" fmla="*/ 6 h 48"/>
                <a:gd name="T12" fmla="*/ 13 w 27"/>
                <a:gd name="T13" fmla="*/ 6 h 48"/>
                <a:gd name="T14" fmla="*/ 15 w 27"/>
                <a:gd name="T15" fmla="*/ 9 h 48"/>
                <a:gd name="T16" fmla="*/ 16 w 27"/>
                <a:gd name="T17" fmla="*/ 10 h 48"/>
                <a:gd name="T18" fmla="*/ 19 w 27"/>
                <a:gd name="T19" fmla="*/ 14 h 48"/>
                <a:gd name="T20" fmla="*/ 17 w 27"/>
                <a:gd name="T21" fmla="*/ 17 h 48"/>
                <a:gd name="T22" fmla="*/ 19 w 27"/>
                <a:gd name="T23" fmla="*/ 17 h 48"/>
                <a:gd name="T24" fmla="*/ 23 w 27"/>
                <a:gd name="T25" fmla="*/ 21 h 48"/>
                <a:gd name="T26" fmla="*/ 27 w 27"/>
                <a:gd name="T27" fmla="*/ 27 h 48"/>
                <a:gd name="T28" fmla="*/ 27 w 27"/>
                <a:gd name="T29" fmla="*/ 30 h 48"/>
                <a:gd name="T30" fmla="*/ 27 w 27"/>
                <a:gd name="T31" fmla="*/ 34 h 48"/>
                <a:gd name="T32" fmla="*/ 25 w 27"/>
                <a:gd name="T33" fmla="*/ 38 h 48"/>
                <a:gd name="T34" fmla="*/ 20 w 27"/>
                <a:gd name="T35" fmla="*/ 46 h 48"/>
                <a:gd name="T36" fmla="*/ 12 w 27"/>
                <a:gd name="T37" fmla="*/ 47 h 48"/>
                <a:gd name="T38" fmla="*/ 7 w 27"/>
                <a:gd name="T39" fmla="*/ 47 h 48"/>
                <a:gd name="T40" fmla="*/ 4 w 27"/>
                <a:gd name="T41" fmla="*/ 38 h 48"/>
                <a:gd name="T42" fmla="*/ 3 w 27"/>
                <a:gd name="T43" fmla="*/ 30 h 48"/>
                <a:gd name="T44" fmla="*/ 2 w 27"/>
                <a:gd name="T45" fmla="*/ 25 h 48"/>
                <a:gd name="T46" fmla="*/ 3 w 27"/>
                <a:gd name="T47" fmla="*/ 18 h 48"/>
                <a:gd name="T48" fmla="*/ 3 w 27"/>
                <a:gd name="T49" fmla="*/ 14 h 48"/>
                <a:gd name="T50" fmla="*/ 3 w 27"/>
                <a:gd name="T51" fmla="*/ 11 h 48"/>
                <a:gd name="T52" fmla="*/ 0 w 27"/>
                <a:gd name="T53" fmla="*/ 9 h 48"/>
                <a:gd name="T54" fmla="*/ 2 w 27"/>
                <a:gd name="T55" fmla="*/ 9 h 48"/>
                <a:gd name="T56" fmla="*/ 4 w 27"/>
                <a:gd name="T57" fmla="*/ 10 h 48"/>
                <a:gd name="T58" fmla="*/ 5 w 27"/>
                <a:gd name="T59" fmla="*/ 6 h 48"/>
                <a:gd name="T60" fmla="*/ 5 w 27"/>
                <a:gd name="T61" fmla="*/ 6 h 48"/>
                <a:gd name="T62" fmla="*/ 5 w 27"/>
                <a:gd name="T63" fmla="*/ 5 h 48"/>
                <a:gd name="T64" fmla="*/ 8 w 27"/>
                <a:gd name="T65" fmla="*/ 0 h 48"/>
                <a:gd name="T66" fmla="*/ 9 w 27"/>
                <a:gd name="T67" fmla="*/ 2 h 48"/>
                <a:gd name="T68" fmla="*/ 13 w 27"/>
                <a:gd name="T69" fmla="*/ 5 h 48"/>
                <a:gd name="T70" fmla="*/ 9 w 27"/>
                <a:gd name="T71" fmla="*/ 5 h 48"/>
                <a:gd name="T72" fmla="*/ 7 w 27"/>
                <a:gd name="T73" fmla="*/ 2 h 48"/>
                <a:gd name="T74" fmla="*/ 8 w 27"/>
                <a:gd name="T75" fmla="*/ 1 h 48"/>
                <a:gd name="T76" fmla="*/ 8 w 27"/>
                <a:gd name="T77" fmla="*/ 0 h 48"/>
                <a:gd name="T78" fmla="*/ 7 w 27"/>
                <a:gd name="T79" fmla="*/ 0 h 48"/>
                <a:gd name="T80" fmla="*/ 5 w 27"/>
                <a:gd name="T81" fmla="*/ 2 h 48"/>
                <a:gd name="T82" fmla="*/ 2 w 27"/>
                <a:gd name="T83" fmla="*/ 1 h 48"/>
                <a:gd name="T84" fmla="*/ 5 w 27"/>
                <a:gd name="T8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" h="48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0" y="23"/>
                  </a:lnTo>
                  <a:lnTo>
                    <a:pt x="2" y="21"/>
                  </a:lnTo>
                  <a:lnTo>
                    <a:pt x="0" y="18"/>
                  </a:lnTo>
                  <a:lnTo>
                    <a:pt x="2" y="18"/>
                  </a:lnTo>
                  <a:close/>
                  <a:moveTo>
                    <a:pt x="5" y="3"/>
                  </a:moveTo>
                  <a:lnTo>
                    <a:pt x="8" y="5"/>
                  </a:lnTo>
                  <a:lnTo>
                    <a:pt x="8" y="5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6" y="10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19" y="15"/>
                  </a:lnTo>
                  <a:lnTo>
                    <a:pt x="17" y="17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21" y="17"/>
                  </a:lnTo>
                  <a:lnTo>
                    <a:pt x="23" y="21"/>
                  </a:lnTo>
                  <a:lnTo>
                    <a:pt x="24" y="26"/>
                  </a:lnTo>
                  <a:lnTo>
                    <a:pt x="27" y="27"/>
                  </a:lnTo>
                  <a:lnTo>
                    <a:pt x="25" y="28"/>
                  </a:lnTo>
                  <a:lnTo>
                    <a:pt x="27" y="3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6"/>
                  </a:lnTo>
                  <a:lnTo>
                    <a:pt x="25" y="38"/>
                  </a:lnTo>
                  <a:lnTo>
                    <a:pt x="24" y="42"/>
                  </a:lnTo>
                  <a:lnTo>
                    <a:pt x="20" y="46"/>
                  </a:lnTo>
                  <a:lnTo>
                    <a:pt x="16" y="47"/>
                  </a:lnTo>
                  <a:lnTo>
                    <a:pt x="12" y="47"/>
                  </a:lnTo>
                  <a:lnTo>
                    <a:pt x="9" y="48"/>
                  </a:lnTo>
                  <a:lnTo>
                    <a:pt x="7" y="47"/>
                  </a:lnTo>
                  <a:lnTo>
                    <a:pt x="5" y="43"/>
                  </a:lnTo>
                  <a:lnTo>
                    <a:pt x="4" y="38"/>
                  </a:lnTo>
                  <a:lnTo>
                    <a:pt x="2" y="31"/>
                  </a:lnTo>
                  <a:lnTo>
                    <a:pt x="3" y="30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5" y="5"/>
                  </a:lnTo>
                  <a:lnTo>
                    <a:pt x="5" y="3"/>
                  </a:lnTo>
                  <a:close/>
                  <a:moveTo>
                    <a:pt x="8" y="0"/>
                  </a:moveTo>
                  <a:lnTo>
                    <a:pt x="9" y="1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7" y="1"/>
                  </a:lnTo>
                  <a:lnTo>
                    <a:pt x="8" y="0"/>
                  </a:lnTo>
                  <a:close/>
                  <a:moveTo>
                    <a:pt x="5" y="0"/>
                  </a:move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2" y="1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2" name="Freeform 367"/>
            <p:cNvSpPr>
              <a:spLocks noEditPoints="1"/>
            </p:cNvSpPr>
            <p:nvPr/>
          </p:nvSpPr>
          <p:spPr bwMode="auto">
            <a:xfrm>
              <a:off x="7808149" y="3284548"/>
              <a:ext cx="842531" cy="824768"/>
            </a:xfrm>
            <a:custGeom>
              <a:avLst/>
              <a:gdLst>
                <a:gd name="T0" fmla="*/ 236 w 332"/>
                <a:gd name="T1" fmla="*/ 154 h 325"/>
                <a:gd name="T2" fmla="*/ 234 w 332"/>
                <a:gd name="T3" fmla="*/ 155 h 325"/>
                <a:gd name="T4" fmla="*/ 99 w 332"/>
                <a:gd name="T5" fmla="*/ 7 h 325"/>
                <a:gd name="T6" fmla="*/ 111 w 332"/>
                <a:gd name="T7" fmla="*/ 23 h 325"/>
                <a:gd name="T8" fmla="*/ 122 w 332"/>
                <a:gd name="T9" fmla="*/ 31 h 325"/>
                <a:gd name="T10" fmla="*/ 133 w 332"/>
                <a:gd name="T11" fmla="*/ 50 h 325"/>
                <a:gd name="T12" fmla="*/ 149 w 332"/>
                <a:gd name="T13" fmla="*/ 69 h 325"/>
                <a:gd name="T14" fmla="*/ 186 w 332"/>
                <a:gd name="T15" fmla="*/ 80 h 325"/>
                <a:gd name="T16" fmla="*/ 228 w 332"/>
                <a:gd name="T17" fmla="*/ 89 h 325"/>
                <a:gd name="T18" fmla="*/ 233 w 332"/>
                <a:gd name="T19" fmla="*/ 75 h 325"/>
                <a:gd name="T20" fmla="*/ 252 w 332"/>
                <a:gd name="T21" fmla="*/ 88 h 325"/>
                <a:gd name="T22" fmla="*/ 267 w 332"/>
                <a:gd name="T23" fmla="*/ 76 h 325"/>
                <a:gd name="T24" fmla="*/ 280 w 332"/>
                <a:gd name="T25" fmla="*/ 64 h 325"/>
                <a:gd name="T26" fmla="*/ 299 w 332"/>
                <a:gd name="T27" fmla="*/ 50 h 325"/>
                <a:gd name="T28" fmla="*/ 320 w 332"/>
                <a:gd name="T29" fmla="*/ 48 h 325"/>
                <a:gd name="T30" fmla="*/ 323 w 332"/>
                <a:gd name="T31" fmla="*/ 61 h 325"/>
                <a:gd name="T32" fmla="*/ 331 w 332"/>
                <a:gd name="T33" fmla="*/ 76 h 325"/>
                <a:gd name="T34" fmla="*/ 308 w 332"/>
                <a:gd name="T35" fmla="*/ 93 h 325"/>
                <a:gd name="T36" fmla="*/ 299 w 332"/>
                <a:gd name="T37" fmla="*/ 123 h 325"/>
                <a:gd name="T38" fmla="*/ 294 w 332"/>
                <a:gd name="T39" fmla="*/ 144 h 325"/>
                <a:gd name="T40" fmla="*/ 287 w 332"/>
                <a:gd name="T41" fmla="*/ 148 h 325"/>
                <a:gd name="T42" fmla="*/ 279 w 332"/>
                <a:gd name="T43" fmla="*/ 127 h 325"/>
                <a:gd name="T44" fmla="*/ 275 w 332"/>
                <a:gd name="T45" fmla="*/ 135 h 325"/>
                <a:gd name="T46" fmla="*/ 273 w 332"/>
                <a:gd name="T47" fmla="*/ 121 h 325"/>
                <a:gd name="T48" fmla="*/ 279 w 332"/>
                <a:gd name="T49" fmla="*/ 109 h 325"/>
                <a:gd name="T50" fmla="*/ 254 w 332"/>
                <a:gd name="T51" fmla="*/ 105 h 325"/>
                <a:gd name="T52" fmla="*/ 245 w 332"/>
                <a:gd name="T53" fmla="*/ 94 h 325"/>
                <a:gd name="T54" fmla="*/ 236 w 332"/>
                <a:gd name="T55" fmla="*/ 90 h 325"/>
                <a:gd name="T56" fmla="*/ 229 w 332"/>
                <a:gd name="T57" fmla="*/ 97 h 325"/>
                <a:gd name="T58" fmla="*/ 234 w 332"/>
                <a:gd name="T59" fmla="*/ 107 h 325"/>
                <a:gd name="T60" fmla="*/ 241 w 332"/>
                <a:gd name="T61" fmla="*/ 132 h 325"/>
                <a:gd name="T62" fmla="*/ 244 w 332"/>
                <a:gd name="T63" fmla="*/ 152 h 325"/>
                <a:gd name="T64" fmla="*/ 238 w 332"/>
                <a:gd name="T65" fmla="*/ 152 h 325"/>
                <a:gd name="T66" fmla="*/ 234 w 332"/>
                <a:gd name="T67" fmla="*/ 147 h 325"/>
                <a:gd name="T68" fmla="*/ 221 w 332"/>
                <a:gd name="T69" fmla="*/ 163 h 325"/>
                <a:gd name="T70" fmla="*/ 215 w 332"/>
                <a:gd name="T71" fmla="*/ 177 h 325"/>
                <a:gd name="T72" fmla="*/ 204 w 332"/>
                <a:gd name="T73" fmla="*/ 181 h 325"/>
                <a:gd name="T74" fmla="*/ 173 w 332"/>
                <a:gd name="T75" fmla="*/ 213 h 325"/>
                <a:gd name="T76" fmla="*/ 155 w 332"/>
                <a:gd name="T77" fmla="*/ 230 h 325"/>
                <a:gd name="T78" fmla="*/ 149 w 332"/>
                <a:gd name="T79" fmla="*/ 259 h 325"/>
                <a:gd name="T80" fmla="*/ 146 w 332"/>
                <a:gd name="T81" fmla="*/ 298 h 325"/>
                <a:gd name="T82" fmla="*/ 142 w 332"/>
                <a:gd name="T83" fmla="*/ 311 h 325"/>
                <a:gd name="T84" fmla="*/ 128 w 332"/>
                <a:gd name="T85" fmla="*/ 318 h 325"/>
                <a:gd name="T86" fmla="*/ 105 w 332"/>
                <a:gd name="T87" fmla="*/ 300 h 325"/>
                <a:gd name="T88" fmla="*/ 90 w 332"/>
                <a:gd name="T89" fmla="*/ 275 h 325"/>
                <a:gd name="T90" fmla="*/ 80 w 332"/>
                <a:gd name="T91" fmla="*/ 246 h 325"/>
                <a:gd name="T92" fmla="*/ 68 w 332"/>
                <a:gd name="T93" fmla="*/ 229 h 325"/>
                <a:gd name="T94" fmla="*/ 61 w 332"/>
                <a:gd name="T95" fmla="*/ 193 h 325"/>
                <a:gd name="T96" fmla="*/ 55 w 332"/>
                <a:gd name="T97" fmla="*/ 168 h 325"/>
                <a:gd name="T98" fmla="*/ 51 w 332"/>
                <a:gd name="T99" fmla="*/ 155 h 325"/>
                <a:gd name="T100" fmla="*/ 53 w 332"/>
                <a:gd name="T101" fmla="*/ 146 h 325"/>
                <a:gd name="T102" fmla="*/ 46 w 332"/>
                <a:gd name="T103" fmla="*/ 161 h 325"/>
                <a:gd name="T104" fmla="*/ 13 w 332"/>
                <a:gd name="T105" fmla="*/ 154 h 325"/>
                <a:gd name="T106" fmla="*/ 15 w 332"/>
                <a:gd name="T107" fmla="*/ 148 h 325"/>
                <a:gd name="T108" fmla="*/ 25 w 332"/>
                <a:gd name="T109" fmla="*/ 138 h 325"/>
                <a:gd name="T110" fmla="*/ 1 w 332"/>
                <a:gd name="T111" fmla="*/ 135 h 325"/>
                <a:gd name="T112" fmla="*/ 5 w 332"/>
                <a:gd name="T113" fmla="*/ 122 h 325"/>
                <a:gd name="T114" fmla="*/ 28 w 332"/>
                <a:gd name="T115" fmla="*/ 121 h 325"/>
                <a:gd name="T116" fmla="*/ 17 w 332"/>
                <a:gd name="T117" fmla="*/ 101 h 325"/>
                <a:gd name="T118" fmla="*/ 9 w 332"/>
                <a:gd name="T119" fmla="*/ 81 h 325"/>
                <a:gd name="T120" fmla="*/ 28 w 332"/>
                <a:gd name="T121" fmla="*/ 73 h 325"/>
                <a:gd name="T122" fmla="*/ 54 w 332"/>
                <a:gd name="T123" fmla="*/ 43 h 325"/>
                <a:gd name="T124" fmla="*/ 61 w 332"/>
                <a:gd name="T125" fmla="*/ 1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2" h="325">
                  <a:moveTo>
                    <a:pt x="241" y="154"/>
                  </a:moveTo>
                  <a:lnTo>
                    <a:pt x="241" y="155"/>
                  </a:lnTo>
                  <a:lnTo>
                    <a:pt x="241" y="156"/>
                  </a:lnTo>
                  <a:lnTo>
                    <a:pt x="241" y="154"/>
                  </a:lnTo>
                  <a:close/>
                  <a:moveTo>
                    <a:pt x="236" y="154"/>
                  </a:moveTo>
                  <a:lnTo>
                    <a:pt x="237" y="155"/>
                  </a:lnTo>
                  <a:lnTo>
                    <a:pt x="238" y="156"/>
                  </a:lnTo>
                  <a:lnTo>
                    <a:pt x="237" y="155"/>
                  </a:lnTo>
                  <a:lnTo>
                    <a:pt x="236" y="154"/>
                  </a:lnTo>
                  <a:close/>
                  <a:moveTo>
                    <a:pt x="240" y="152"/>
                  </a:moveTo>
                  <a:lnTo>
                    <a:pt x="240" y="154"/>
                  </a:lnTo>
                  <a:lnTo>
                    <a:pt x="240" y="155"/>
                  </a:lnTo>
                  <a:lnTo>
                    <a:pt x="238" y="155"/>
                  </a:lnTo>
                  <a:lnTo>
                    <a:pt x="238" y="154"/>
                  </a:lnTo>
                  <a:lnTo>
                    <a:pt x="240" y="152"/>
                  </a:lnTo>
                  <a:close/>
                  <a:moveTo>
                    <a:pt x="234" y="151"/>
                  </a:moveTo>
                  <a:lnTo>
                    <a:pt x="234" y="152"/>
                  </a:lnTo>
                  <a:lnTo>
                    <a:pt x="234" y="155"/>
                  </a:lnTo>
                  <a:lnTo>
                    <a:pt x="233" y="155"/>
                  </a:lnTo>
                  <a:lnTo>
                    <a:pt x="233" y="154"/>
                  </a:lnTo>
                  <a:lnTo>
                    <a:pt x="234" y="151"/>
                  </a:lnTo>
                  <a:close/>
                  <a:moveTo>
                    <a:pt x="82" y="0"/>
                  </a:moveTo>
                  <a:lnTo>
                    <a:pt x="84" y="0"/>
                  </a:lnTo>
                  <a:lnTo>
                    <a:pt x="91" y="5"/>
                  </a:lnTo>
                  <a:lnTo>
                    <a:pt x="94" y="2"/>
                  </a:lnTo>
                  <a:lnTo>
                    <a:pt x="97" y="4"/>
                  </a:lnTo>
                  <a:lnTo>
                    <a:pt x="99" y="7"/>
                  </a:lnTo>
                  <a:lnTo>
                    <a:pt x="101" y="6"/>
                  </a:lnTo>
                  <a:lnTo>
                    <a:pt x="107" y="10"/>
                  </a:lnTo>
                  <a:lnTo>
                    <a:pt x="107" y="10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11" y="15"/>
                  </a:lnTo>
                  <a:lnTo>
                    <a:pt x="109" y="19"/>
                  </a:lnTo>
                  <a:lnTo>
                    <a:pt x="111" y="22"/>
                  </a:lnTo>
                  <a:lnTo>
                    <a:pt x="111" y="23"/>
                  </a:lnTo>
                  <a:lnTo>
                    <a:pt x="112" y="25"/>
                  </a:lnTo>
                  <a:lnTo>
                    <a:pt x="113" y="26"/>
                  </a:lnTo>
                  <a:lnTo>
                    <a:pt x="113" y="27"/>
                  </a:lnTo>
                  <a:lnTo>
                    <a:pt x="115" y="29"/>
                  </a:lnTo>
                  <a:lnTo>
                    <a:pt x="115" y="31"/>
                  </a:lnTo>
                  <a:lnTo>
                    <a:pt x="117" y="32"/>
                  </a:lnTo>
                  <a:lnTo>
                    <a:pt x="119" y="30"/>
                  </a:lnTo>
                  <a:lnTo>
                    <a:pt x="121" y="30"/>
                  </a:lnTo>
                  <a:lnTo>
                    <a:pt x="122" y="31"/>
                  </a:lnTo>
                  <a:lnTo>
                    <a:pt x="125" y="31"/>
                  </a:lnTo>
                  <a:lnTo>
                    <a:pt x="128" y="34"/>
                  </a:lnTo>
                  <a:lnTo>
                    <a:pt x="129" y="35"/>
                  </a:lnTo>
                  <a:lnTo>
                    <a:pt x="130" y="38"/>
                  </a:lnTo>
                  <a:lnTo>
                    <a:pt x="133" y="38"/>
                  </a:lnTo>
                  <a:lnTo>
                    <a:pt x="134" y="40"/>
                  </a:lnTo>
                  <a:lnTo>
                    <a:pt x="134" y="39"/>
                  </a:lnTo>
                  <a:lnTo>
                    <a:pt x="134" y="43"/>
                  </a:lnTo>
                  <a:lnTo>
                    <a:pt x="133" y="50"/>
                  </a:lnTo>
                  <a:lnTo>
                    <a:pt x="133" y="54"/>
                  </a:lnTo>
                  <a:lnTo>
                    <a:pt x="129" y="57"/>
                  </a:lnTo>
                  <a:lnTo>
                    <a:pt x="130" y="61"/>
                  </a:lnTo>
                  <a:lnTo>
                    <a:pt x="133" y="61"/>
                  </a:lnTo>
                  <a:lnTo>
                    <a:pt x="136" y="63"/>
                  </a:lnTo>
                  <a:lnTo>
                    <a:pt x="137" y="63"/>
                  </a:lnTo>
                  <a:lnTo>
                    <a:pt x="140" y="64"/>
                  </a:lnTo>
                  <a:lnTo>
                    <a:pt x="144" y="65"/>
                  </a:lnTo>
                  <a:lnTo>
                    <a:pt x="149" y="69"/>
                  </a:lnTo>
                  <a:lnTo>
                    <a:pt x="153" y="73"/>
                  </a:lnTo>
                  <a:lnTo>
                    <a:pt x="157" y="75"/>
                  </a:lnTo>
                  <a:lnTo>
                    <a:pt x="159" y="76"/>
                  </a:lnTo>
                  <a:lnTo>
                    <a:pt x="162" y="76"/>
                  </a:lnTo>
                  <a:lnTo>
                    <a:pt x="166" y="79"/>
                  </a:lnTo>
                  <a:lnTo>
                    <a:pt x="173" y="79"/>
                  </a:lnTo>
                  <a:lnTo>
                    <a:pt x="174" y="80"/>
                  </a:lnTo>
                  <a:lnTo>
                    <a:pt x="180" y="79"/>
                  </a:lnTo>
                  <a:lnTo>
                    <a:pt x="186" y="80"/>
                  </a:lnTo>
                  <a:lnTo>
                    <a:pt x="187" y="82"/>
                  </a:lnTo>
                  <a:lnTo>
                    <a:pt x="190" y="85"/>
                  </a:lnTo>
                  <a:lnTo>
                    <a:pt x="196" y="88"/>
                  </a:lnTo>
                  <a:lnTo>
                    <a:pt x="199" y="86"/>
                  </a:lnTo>
                  <a:lnTo>
                    <a:pt x="203" y="86"/>
                  </a:lnTo>
                  <a:lnTo>
                    <a:pt x="213" y="89"/>
                  </a:lnTo>
                  <a:lnTo>
                    <a:pt x="216" y="88"/>
                  </a:lnTo>
                  <a:lnTo>
                    <a:pt x="220" y="90"/>
                  </a:lnTo>
                  <a:lnTo>
                    <a:pt x="228" y="89"/>
                  </a:lnTo>
                  <a:lnTo>
                    <a:pt x="228" y="84"/>
                  </a:lnTo>
                  <a:lnTo>
                    <a:pt x="227" y="79"/>
                  </a:lnTo>
                  <a:lnTo>
                    <a:pt x="227" y="73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9" y="69"/>
                  </a:lnTo>
                  <a:lnTo>
                    <a:pt x="232" y="69"/>
                  </a:lnTo>
                  <a:lnTo>
                    <a:pt x="233" y="71"/>
                  </a:lnTo>
                  <a:lnTo>
                    <a:pt x="233" y="75"/>
                  </a:lnTo>
                  <a:lnTo>
                    <a:pt x="236" y="76"/>
                  </a:lnTo>
                  <a:lnTo>
                    <a:pt x="236" y="76"/>
                  </a:lnTo>
                  <a:lnTo>
                    <a:pt x="234" y="79"/>
                  </a:lnTo>
                  <a:lnTo>
                    <a:pt x="234" y="80"/>
                  </a:lnTo>
                  <a:lnTo>
                    <a:pt x="237" y="84"/>
                  </a:lnTo>
                  <a:lnTo>
                    <a:pt x="241" y="85"/>
                  </a:lnTo>
                  <a:lnTo>
                    <a:pt x="242" y="84"/>
                  </a:lnTo>
                  <a:lnTo>
                    <a:pt x="248" y="88"/>
                  </a:lnTo>
                  <a:lnTo>
                    <a:pt x="252" y="88"/>
                  </a:lnTo>
                  <a:lnTo>
                    <a:pt x="253" y="84"/>
                  </a:lnTo>
                  <a:lnTo>
                    <a:pt x="255" y="84"/>
                  </a:lnTo>
                  <a:lnTo>
                    <a:pt x="258" y="85"/>
                  </a:lnTo>
                  <a:lnTo>
                    <a:pt x="263" y="84"/>
                  </a:lnTo>
                  <a:lnTo>
                    <a:pt x="266" y="84"/>
                  </a:lnTo>
                  <a:lnTo>
                    <a:pt x="271" y="82"/>
                  </a:lnTo>
                  <a:lnTo>
                    <a:pt x="271" y="81"/>
                  </a:lnTo>
                  <a:lnTo>
                    <a:pt x="271" y="77"/>
                  </a:lnTo>
                  <a:lnTo>
                    <a:pt x="267" y="76"/>
                  </a:lnTo>
                  <a:lnTo>
                    <a:pt x="267" y="73"/>
                  </a:lnTo>
                  <a:lnTo>
                    <a:pt x="267" y="71"/>
                  </a:lnTo>
                  <a:lnTo>
                    <a:pt x="269" y="71"/>
                  </a:lnTo>
                  <a:lnTo>
                    <a:pt x="274" y="69"/>
                  </a:lnTo>
                  <a:lnTo>
                    <a:pt x="275" y="69"/>
                  </a:lnTo>
                  <a:lnTo>
                    <a:pt x="277" y="67"/>
                  </a:lnTo>
                  <a:lnTo>
                    <a:pt x="278" y="65"/>
                  </a:lnTo>
                  <a:lnTo>
                    <a:pt x="280" y="65"/>
                  </a:lnTo>
                  <a:lnTo>
                    <a:pt x="280" y="64"/>
                  </a:lnTo>
                  <a:lnTo>
                    <a:pt x="283" y="64"/>
                  </a:lnTo>
                  <a:lnTo>
                    <a:pt x="283" y="61"/>
                  </a:lnTo>
                  <a:lnTo>
                    <a:pt x="286" y="59"/>
                  </a:lnTo>
                  <a:lnTo>
                    <a:pt x="288" y="59"/>
                  </a:lnTo>
                  <a:lnTo>
                    <a:pt x="292" y="57"/>
                  </a:lnTo>
                  <a:lnTo>
                    <a:pt x="295" y="54"/>
                  </a:lnTo>
                  <a:lnTo>
                    <a:pt x="295" y="51"/>
                  </a:lnTo>
                  <a:lnTo>
                    <a:pt x="296" y="51"/>
                  </a:lnTo>
                  <a:lnTo>
                    <a:pt x="299" y="50"/>
                  </a:lnTo>
                  <a:lnTo>
                    <a:pt x="302" y="52"/>
                  </a:lnTo>
                  <a:lnTo>
                    <a:pt x="304" y="51"/>
                  </a:lnTo>
                  <a:lnTo>
                    <a:pt x="309" y="52"/>
                  </a:lnTo>
                  <a:lnTo>
                    <a:pt x="311" y="51"/>
                  </a:lnTo>
                  <a:lnTo>
                    <a:pt x="309" y="50"/>
                  </a:lnTo>
                  <a:lnTo>
                    <a:pt x="315" y="47"/>
                  </a:lnTo>
                  <a:lnTo>
                    <a:pt x="317" y="47"/>
                  </a:lnTo>
                  <a:lnTo>
                    <a:pt x="319" y="48"/>
                  </a:lnTo>
                  <a:lnTo>
                    <a:pt x="320" y="48"/>
                  </a:lnTo>
                  <a:lnTo>
                    <a:pt x="320" y="50"/>
                  </a:lnTo>
                  <a:lnTo>
                    <a:pt x="319" y="52"/>
                  </a:lnTo>
                  <a:lnTo>
                    <a:pt x="320" y="55"/>
                  </a:lnTo>
                  <a:lnTo>
                    <a:pt x="321" y="54"/>
                  </a:lnTo>
                  <a:lnTo>
                    <a:pt x="323" y="54"/>
                  </a:lnTo>
                  <a:lnTo>
                    <a:pt x="323" y="55"/>
                  </a:lnTo>
                  <a:lnTo>
                    <a:pt x="325" y="57"/>
                  </a:lnTo>
                  <a:lnTo>
                    <a:pt x="325" y="59"/>
                  </a:lnTo>
                  <a:lnTo>
                    <a:pt x="323" y="61"/>
                  </a:lnTo>
                  <a:lnTo>
                    <a:pt x="324" y="63"/>
                  </a:lnTo>
                  <a:lnTo>
                    <a:pt x="327" y="64"/>
                  </a:lnTo>
                  <a:lnTo>
                    <a:pt x="328" y="63"/>
                  </a:lnTo>
                  <a:lnTo>
                    <a:pt x="329" y="64"/>
                  </a:lnTo>
                  <a:lnTo>
                    <a:pt x="332" y="67"/>
                  </a:lnTo>
                  <a:lnTo>
                    <a:pt x="332" y="68"/>
                  </a:lnTo>
                  <a:lnTo>
                    <a:pt x="331" y="71"/>
                  </a:lnTo>
                  <a:lnTo>
                    <a:pt x="331" y="73"/>
                  </a:lnTo>
                  <a:lnTo>
                    <a:pt x="331" y="76"/>
                  </a:lnTo>
                  <a:lnTo>
                    <a:pt x="328" y="75"/>
                  </a:lnTo>
                  <a:lnTo>
                    <a:pt x="327" y="73"/>
                  </a:lnTo>
                  <a:lnTo>
                    <a:pt x="323" y="76"/>
                  </a:lnTo>
                  <a:lnTo>
                    <a:pt x="319" y="76"/>
                  </a:lnTo>
                  <a:lnTo>
                    <a:pt x="319" y="80"/>
                  </a:lnTo>
                  <a:lnTo>
                    <a:pt x="315" y="82"/>
                  </a:lnTo>
                  <a:lnTo>
                    <a:pt x="312" y="84"/>
                  </a:lnTo>
                  <a:lnTo>
                    <a:pt x="308" y="90"/>
                  </a:lnTo>
                  <a:lnTo>
                    <a:pt x="308" y="93"/>
                  </a:lnTo>
                  <a:lnTo>
                    <a:pt x="309" y="94"/>
                  </a:lnTo>
                  <a:lnTo>
                    <a:pt x="308" y="100"/>
                  </a:lnTo>
                  <a:lnTo>
                    <a:pt x="304" y="105"/>
                  </a:lnTo>
                  <a:lnTo>
                    <a:pt x="304" y="106"/>
                  </a:lnTo>
                  <a:lnTo>
                    <a:pt x="307" y="107"/>
                  </a:lnTo>
                  <a:lnTo>
                    <a:pt x="304" y="114"/>
                  </a:lnTo>
                  <a:lnTo>
                    <a:pt x="304" y="119"/>
                  </a:lnTo>
                  <a:lnTo>
                    <a:pt x="302" y="123"/>
                  </a:lnTo>
                  <a:lnTo>
                    <a:pt x="299" y="123"/>
                  </a:lnTo>
                  <a:lnTo>
                    <a:pt x="296" y="122"/>
                  </a:lnTo>
                  <a:lnTo>
                    <a:pt x="294" y="122"/>
                  </a:lnTo>
                  <a:lnTo>
                    <a:pt x="295" y="129"/>
                  </a:lnTo>
                  <a:lnTo>
                    <a:pt x="295" y="131"/>
                  </a:lnTo>
                  <a:lnTo>
                    <a:pt x="295" y="135"/>
                  </a:lnTo>
                  <a:lnTo>
                    <a:pt x="292" y="135"/>
                  </a:lnTo>
                  <a:lnTo>
                    <a:pt x="294" y="138"/>
                  </a:lnTo>
                  <a:lnTo>
                    <a:pt x="292" y="142"/>
                  </a:lnTo>
                  <a:lnTo>
                    <a:pt x="294" y="144"/>
                  </a:lnTo>
                  <a:lnTo>
                    <a:pt x="292" y="147"/>
                  </a:lnTo>
                  <a:lnTo>
                    <a:pt x="291" y="148"/>
                  </a:lnTo>
                  <a:lnTo>
                    <a:pt x="290" y="148"/>
                  </a:lnTo>
                  <a:lnTo>
                    <a:pt x="288" y="150"/>
                  </a:lnTo>
                  <a:lnTo>
                    <a:pt x="288" y="151"/>
                  </a:lnTo>
                  <a:lnTo>
                    <a:pt x="288" y="151"/>
                  </a:lnTo>
                  <a:lnTo>
                    <a:pt x="288" y="150"/>
                  </a:lnTo>
                  <a:lnTo>
                    <a:pt x="288" y="148"/>
                  </a:lnTo>
                  <a:lnTo>
                    <a:pt x="287" y="148"/>
                  </a:lnTo>
                  <a:lnTo>
                    <a:pt x="287" y="146"/>
                  </a:lnTo>
                  <a:lnTo>
                    <a:pt x="286" y="143"/>
                  </a:lnTo>
                  <a:lnTo>
                    <a:pt x="284" y="138"/>
                  </a:lnTo>
                  <a:lnTo>
                    <a:pt x="284" y="136"/>
                  </a:lnTo>
                  <a:lnTo>
                    <a:pt x="284" y="134"/>
                  </a:lnTo>
                  <a:lnTo>
                    <a:pt x="283" y="130"/>
                  </a:lnTo>
                  <a:lnTo>
                    <a:pt x="282" y="129"/>
                  </a:lnTo>
                  <a:lnTo>
                    <a:pt x="282" y="127"/>
                  </a:lnTo>
                  <a:lnTo>
                    <a:pt x="279" y="127"/>
                  </a:lnTo>
                  <a:lnTo>
                    <a:pt x="278" y="127"/>
                  </a:lnTo>
                  <a:lnTo>
                    <a:pt x="277" y="127"/>
                  </a:lnTo>
                  <a:lnTo>
                    <a:pt x="278" y="129"/>
                  </a:lnTo>
                  <a:lnTo>
                    <a:pt x="277" y="130"/>
                  </a:lnTo>
                  <a:lnTo>
                    <a:pt x="277" y="131"/>
                  </a:lnTo>
                  <a:lnTo>
                    <a:pt x="275" y="132"/>
                  </a:lnTo>
                  <a:lnTo>
                    <a:pt x="277" y="134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4" y="132"/>
                  </a:lnTo>
                  <a:lnTo>
                    <a:pt x="271" y="131"/>
                  </a:lnTo>
                  <a:lnTo>
                    <a:pt x="271" y="130"/>
                  </a:lnTo>
                  <a:lnTo>
                    <a:pt x="270" y="129"/>
                  </a:lnTo>
                  <a:lnTo>
                    <a:pt x="269" y="126"/>
                  </a:lnTo>
                  <a:lnTo>
                    <a:pt x="269" y="125"/>
                  </a:lnTo>
                  <a:lnTo>
                    <a:pt x="270" y="123"/>
                  </a:lnTo>
                  <a:lnTo>
                    <a:pt x="270" y="122"/>
                  </a:lnTo>
                  <a:lnTo>
                    <a:pt x="273" y="121"/>
                  </a:lnTo>
                  <a:lnTo>
                    <a:pt x="273" y="121"/>
                  </a:lnTo>
                  <a:lnTo>
                    <a:pt x="274" y="122"/>
                  </a:lnTo>
                  <a:lnTo>
                    <a:pt x="275" y="121"/>
                  </a:lnTo>
                  <a:lnTo>
                    <a:pt x="275" y="119"/>
                  </a:lnTo>
                  <a:lnTo>
                    <a:pt x="277" y="118"/>
                  </a:lnTo>
                  <a:lnTo>
                    <a:pt x="278" y="114"/>
                  </a:lnTo>
                  <a:lnTo>
                    <a:pt x="279" y="111"/>
                  </a:lnTo>
                  <a:lnTo>
                    <a:pt x="280" y="109"/>
                  </a:lnTo>
                  <a:lnTo>
                    <a:pt x="279" y="109"/>
                  </a:lnTo>
                  <a:lnTo>
                    <a:pt x="277" y="106"/>
                  </a:lnTo>
                  <a:lnTo>
                    <a:pt x="275" y="106"/>
                  </a:lnTo>
                  <a:lnTo>
                    <a:pt x="274" y="106"/>
                  </a:lnTo>
                  <a:lnTo>
                    <a:pt x="273" y="106"/>
                  </a:lnTo>
                  <a:lnTo>
                    <a:pt x="269" y="106"/>
                  </a:lnTo>
                  <a:lnTo>
                    <a:pt x="265" y="106"/>
                  </a:lnTo>
                  <a:lnTo>
                    <a:pt x="261" y="106"/>
                  </a:lnTo>
                  <a:lnTo>
                    <a:pt x="257" y="106"/>
                  </a:lnTo>
                  <a:lnTo>
                    <a:pt x="254" y="105"/>
                  </a:lnTo>
                  <a:lnTo>
                    <a:pt x="253" y="105"/>
                  </a:lnTo>
                  <a:lnTo>
                    <a:pt x="250" y="105"/>
                  </a:lnTo>
                  <a:lnTo>
                    <a:pt x="250" y="102"/>
                  </a:lnTo>
                  <a:lnTo>
                    <a:pt x="249" y="100"/>
                  </a:lnTo>
                  <a:lnTo>
                    <a:pt x="249" y="98"/>
                  </a:lnTo>
                  <a:lnTo>
                    <a:pt x="249" y="96"/>
                  </a:lnTo>
                  <a:lnTo>
                    <a:pt x="246" y="93"/>
                  </a:lnTo>
                  <a:lnTo>
                    <a:pt x="246" y="93"/>
                  </a:lnTo>
                  <a:lnTo>
                    <a:pt x="245" y="94"/>
                  </a:lnTo>
                  <a:lnTo>
                    <a:pt x="244" y="93"/>
                  </a:lnTo>
                  <a:lnTo>
                    <a:pt x="242" y="92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2"/>
                  </a:lnTo>
                  <a:lnTo>
                    <a:pt x="241" y="93"/>
                  </a:lnTo>
                  <a:lnTo>
                    <a:pt x="240" y="93"/>
                  </a:lnTo>
                  <a:lnTo>
                    <a:pt x="237" y="93"/>
                  </a:lnTo>
                  <a:lnTo>
                    <a:pt x="236" y="90"/>
                  </a:lnTo>
                  <a:lnTo>
                    <a:pt x="236" y="89"/>
                  </a:lnTo>
                  <a:lnTo>
                    <a:pt x="233" y="88"/>
                  </a:lnTo>
                  <a:lnTo>
                    <a:pt x="233" y="86"/>
                  </a:lnTo>
                  <a:lnTo>
                    <a:pt x="232" y="88"/>
                  </a:lnTo>
                  <a:lnTo>
                    <a:pt x="230" y="88"/>
                  </a:lnTo>
                  <a:lnTo>
                    <a:pt x="230" y="90"/>
                  </a:lnTo>
                  <a:lnTo>
                    <a:pt x="232" y="90"/>
                  </a:lnTo>
                  <a:lnTo>
                    <a:pt x="230" y="94"/>
                  </a:lnTo>
                  <a:lnTo>
                    <a:pt x="229" y="97"/>
                  </a:lnTo>
                  <a:lnTo>
                    <a:pt x="228" y="100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40" y="101"/>
                  </a:lnTo>
                  <a:lnTo>
                    <a:pt x="238" y="102"/>
                  </a:lnTo>
                  <a:lnTo>
                    <a:pt x="240" y="105"/>
                  </a:lnTo>
                  <a:lnTo>
                    <a:pt x="238" y="106"/>
                  </a:lnTo>
                  <a:lnTo>
                    <a:pt x="237" y="106"/>
                  </a:lnTo>
                  <a:lnTo>
                    <a:pt x="234" y="107"/>
                  </a:lnTo>
                  <a:lnTo>
                    <a:pt x="233" y="110"/>
                  </a:lnTo>
                  <a:lnTo>
                    <a:pt x="232" y="110"/>
                  </a:lnTo>
                  <a:lnTo>
                    <a:pt x="232" y="115"/>
                  </a:lnTo>
                  <a:lnTo>
                    <a:pt x="234" y="118"/>
                  </a:lnTo>
                  <a:lnTo>
                    <a:pt x="237" y="119"/>
                  </a:lnTo>
                  <a:lnTo>
                    <a:pt x="240" y="123"/>
                  </a:lnTo>
                  <a:lnTo>
                    <a:pt x="240" y="127"/>
                  </a:lnTo>
                  <a:lnTo>
                    <a:pt x="241" y="130"/>
                  </a:lnTo>
                  <a:lnTo>
                    <a:pt x="241" y="132"/>
                  </a:lnTo>
                  <a:lnTo>
                    <a:pt x="241" y="136"/>
                  </a:lnTo>
                  <a:lnTo>
                    <a:pt x="245" y="140"/>
                  </a:lnTo>
                  <a:lnTo>
                    <a:pt x="245" y="144"/>
                  </a:lnTo>
                  <a:lnTo>
                    <a:pt x="245" y="146"/>
                  </a:lnTo>
                  <a:lnTo>
                    <a:pt x="246" y="150"/>
                  </a:lnTo>
                  <a:lnTo>
                    <a:pt x="245" y="150"/>
                  </a:lnTo>
                  <a:lnTo>
                    <a:pt x="246" y="152"/>
                  </a:lnTo>
                  <a:lnTo>
                    <a:pt x="245" y="155"/>
                  </a:lnTo>
                  <a:lnTo>
                    <a:pt x="244" y="152"/>
                  </a:lnTo>
                  <a:lnTo>
                    <a:pt x="244" y="154"/>
                  </a:lnTo>
                  <a:lnTo>
                    <a:pt x="242" y="154"/>
                  </a:lnTo>
                  <a:lnTo>
                    <a:pt x="241" y="151"/>
                  </a:lnTo>
                  <a:lnTo>
                    <a:pt x="241" y="150"/>
                  </a:lnTo>
                  <a:lnTo>
                    <a:pt x="241" y="151"/>
                  </a:lnTo>
                  <a:lnTo>
                    <a:pt x="240" y="152"/>
                  </a:lnTo>
                  <a:lnTo>
                    <a:pt x="240" y="151"/>
                  </a:lnTo>
                  <a:lnTo>
                    <a:pt x="240" y="152"/>
                  </a:lnTo>
                  <a:lnTo>
                    <a:pt x="238" y="152"/>
                  </a:lnTo>
                  <a:lnTo>
                    <a:pt x="237" y="152"/>
                  </a:lnTo>
                  <a:lnTo>
                    <a:pt x="236" y="152"/>
                  </a:lnTo>
                  <a:lnTo>
                    <a:pt x="234" y="148"/>
                  </a:lnTo>
                  <a:lnTo>
                    <a:pt x="236" y="147"/>
                  </a:lnTo>
                  <a:lnTo>
                    <a:pt x="233" y="146"/>
                  </a:lnTo>
                  <a:lnTo>
                    <a:pt x="232" y="146"/>
                  </a:lnTo>
                  <a:lnTo>
                    <a:pt x="232" y="146"/>
                  </a:lnTo>
                  <a:lnTo>
                    <a:pt x="233" y="147"/>
                  </a:lnTo>
                  <a:lnTo>
                    <a:pt x="234" y="147"/>
                  </a:lnTo>
                  <a:lnTo>
                    <a:pt x="233" y="148"/>
                  </a:lnTo>
                  <a:lnTo>
                    <a:pt x="233" y="150"/>
                  </a:lnTo>
                  <a:lnTo>
                    <a:pt x="233" y="151"/>
                  </a:lnTo>
                  <a:lnTo>
                    <a:pt x="230" y="154"/>
                  </a:lnTo>
                  <a:lnTo>
                    <a:pt x="224" y="156"/>
                  </a:lnTo>
                  <a:lnTo>
                    <a:pt x="223" y="157"/>
                  </a:lnTo>
                  <a:lnTo>
                    <a:pt x="221" y="159"/>
                  </a:lnTo>
                  <a:lnTo>
                    <a:pt x="220" y="161"/>
                  </a:lnTo>
                  <a:lnTo>
                    <a:pt x="221" y="163"/>
                  </a:lnTo>
                  <a:lnTo>
                    <a:pt x="223" y="165"/>
                  </a:lnTo>
                  <a:lnTo>
                    <a:pt x="223" y="165"/>
                  </a:lnTo>
                  <a:lnTo>
                    <a:pt x="223" y="167"/>
                  </a:lnTo>
                  <a:lnTo>
                    <a:pt x="220" y="168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9" y="172"/>
                  </a:lnTo>
                  <a:lnTo>
                    <a:pt x="215" y="176"/>
                  </a:lnTo>
                  <a:lnTo>
                    <a:pt x="215" y="177"/>
                  </a:lnTo>
                  <a:lnTo>
                    <a:pt x="208" y="180"/>
                  </a:lnTo>
                  <a:lnTo>
                    <a:pt x="207" y="180"/>
                  </a:lnTo>
                  <a:lnTo>
                    <a:pt x="207" y="179"/>
                  </a:lnTo>
                  <a:lnTo>
                    <a:pt x="207" y="177"/>
                  </a:lnTo>
                  <a:lnTo>
                    <a:pt x="205" y="177"/>
                  </a:lnTo>
                  <a:lnTo>
                    <a:pt x="204" y="180"/>
                  </a:lnTo>
                  <a:lnTo>
                    <a:pt x="203" y="180"/>
                  </a:lnTo>
                  <a:lnTo>
                    <a:pt x="201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198" y="189"/>
                  </a:lnTo>
                  <a:lnTo>
                    <a:pt x="195" y="194"/>
                  </a:lnTo>
                  <a:lnTo>
                    <a:pt x="184" y="202"/>
                  </a:lnTo>
                  <a:lnTo>
                    <a:pt x="183" y="206"/>
                  </a:lnTo>
                  <a:lnTo>
                    <a:pt x="180" y="209"/>
                  </a:lnTo>
                  <a:lnTo>
                    <a:pt x="176" y="210"/>
                  </a:lnTo>
                  <a:lnTo>
                    <a:pt x="173" y="213"/>
                  </a:lnTo>
                  <a:lnTo>
                    <a:pt x="173" y="215"/>
                  </a:lnTo>
                  <a:lnTo>
                    <a:pt x="173" y="218"/>
                  </a:lnTo>
                  <a:lnTo>
                    <a:pt x="171" y="221"/>
                  </a:lnTo>
                  <a:lnTo>
                    <a:pt x="169" y="222"/>
                  </a:lnTo>
                  <a:lnTo>
                    <a:pt x="163" y="222"/>
                  </a:lnTo>
                  <a:lnTo>
                    <a:pt x="161" y="223"/>
                  </a:lnTo>
                  <a:lnTo>
                    <a:pt x="161" y="226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4" y="229"/>
                  </a:lnTo>
                  <a:lnTo>
                    <a:pt x="153" y="229"/>
                  </a:lnTo>
                  <a:lnTo>
                    <a:pt x="149" y="232"/>
                  </a:lnTo>
                  <a:lnTo>
                    <a:pt x="149" y="234"/>
                  </a:lnTo>
                  <a:lnTo>
                    <a:pt x="149" y="239"/>
                  </a:lnTo>
                  <a:lnTo>
                    <a:pt x="150" y="244"/>
                  </a:lnTo>
                  <a:lnTo>
                    <a:pt x="149" y="247"/>
                  </a:lnTo>
                  <a:lnTo>
                    <a:pt x="149" y="250"/>
                  </a:lnTo>
                  <a:lnTo>
                    <a:pt x="149" y="259"/>
                  </a:lnTo>
                  <a:lnTo>
                    <a:pt x="151" y="260"/>
                  </a:lnTo>
                  <a:lnTo>
                    <a:pt x="153" y="265"/>
                  </a:lnTo>
                  <a:lnTo>
                    <a:pt x="150" y="273"/>
                  </a:lnTo>
                  <a:lnTo>
                    <a:pt x="146" y="279"/>
                  </a:lnTo>
                  <a:lnTo>
                    <a:pt x="146" y="284"/>
                  </a:lnTo>
                  <a:lnTo>
                    <a:pt x="148" y="285"/>
                  </a:lnTo>
                  <a:lnTo>
                    <a:pt x="149" y="296"/>
                  </a:lnTo>
                  <a:lnTo>
                    <a:pt x="149" y="298"/>
                  </a:lnTo>
                  <a:lnTo>
                    <a:pt x="146" y="298"/>
                  </a:lnTo>
                  <a:lnTo>
                    <a:pt x="145" y="298"/>
                  </a:lnTo>
                  <a:lnTo>
                    <a:pt x="142" y="298"/>
                  </a:lnTo>
                  <a:lnTo>
                    <a:pt x="141" y="301"/>
                  </a:lnTo>
                  <a:lnTo>
                    <a:pt x="141" y="302"/>
                  </a:lnTo>
                  <a:lnTo>
                    <a:pt x="138" y="306"/>
                  </a:lnTo>
                  <a:lnTo>
                    <a:pt x="137" y="307"/>
                  </a:lnTo>
                  <a:lnTo>
                    <a:pt x="137" y="309"/>
                  </a:lnTo>
                  <a:lnTo>
                    <a:pt x="141" y="311"/>
                  </a:lnTo>
                  <a:lnTo>
                    <a:pt x="142" y="311"/>
                  </a:lnTo>
                  <a:lnTo>
                    <a:pt x="142" y="313"/>
                  </a:lnTo>
                  <a:lnTo>
                    <a:pt x="141" y="311"/>
                  </a:lnTo>
                  <a:lnTo>
                    <a:pt x="140" y="310"/>
                  </a:lnTo>
                  <a:lnTo>
                    <a:pt x="134" y="313"/>
                  </a:lnTo>
                  <a:lnTo>
                    <a:pt x="133" y="313"/>
                  </a:lnTo>
                  <a:lnTo>
                    <a:pt x="129" y="314"/>
                  </a:lnTo>
                  <a:lnTo>
                    <a:pt x="128" y="317"/>
                  </a:lnTo>
                  <a:lnTo>
                    <a:pt x="128" y="318"/>
                  </a:lnTo>
                  <a:lnTo>
                    <a:pt x="128" y="318"/>
                  </a:lnTo>
                  <a:lnTo>
                    <a:pt x="128" y="319"/>
                  </a:lnTo>
                  <a:lnTo>
                    <a:pt x="126" y="322"/>
                  </a:lnTo>
                  <a:lnTo>
                    <a:pt x="122" y="325"/>
                  </a:lnTo>
                  <a:lnTo>
                    <a:pt x="119" y="325"/>
                  </a:lnTo>
                  <a:lnTo>
                    <a:pt x="115" y="322"/>
                  </a:lnTo>
                  <a:lnTo>
                    <a:pt x="111" y="318"/>
                  </a:lnTo>
                  <a:lnTo>
                    <a:pt x="107" y="309"/>
                  </a:lnTo>
                  <a:lnTo>
                    <a:pt x="107" y="305"/>
                  </a:lnTo>
                  <a:lnTo>
                    <a:pt x="105" y="300"/>
                  </a:lnTo>
                  <a:lnTo>
                    <a:pt x="103" y="294"/>
                  </a:lnTo>
                  <a:lnTo>
                    <a:pt x="103" y="293"/>
                  </a:lnTo>
                  <a:lnTo>
                    <a:pt x="101" y="293"/>
                  </a:lnTo>
                  <a:lnTo>
                    <a:pt x="100" y="289"/>
                  </a:lnTo>
                  <a:lnTo>
                    <a:pt x="100" y="285"/>
                  </a:lnTo>
                  <a:lnTo>
                    <a:pt x="96" y="281"/>
                  </a:lnTo>
                  <a:lnTo>
                    <a:pt x="94" y="277"/>
                  </a:lnTo>
                  <a:lnTo>
                    <a:pt x="94" y="277"/>
                  </a:lnTo>
                  <a:lnTo>
                    <a:pt x="90" y="275"/>
                  </a:lnTo>
                  <a:lnTo>
                    <a:pt x="88" y="271"/>
                  </a:lnTo>
                  <a:lnTo>
                    <a:pt x="87" y="271"/>
                  </a:lnTo>
                  <a:lnTo>
                    <a:pt x="87" y="265"/>
                  </a:lnTo>
                  <a:lnTo>
                    <a:pt x="86" y="263"/>
                  </a:lnTo>
                  <a:lnTo>
                    <a:pt x="84" y="257"/>
                  </a:lnTo>
                  <a:lnTo>
                    <a:pt x="83" y="255"/>
                  </a:lnTo>
                  <a:lnTo>
                    <a:pt x="82" y="252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9" y="246"/>
                  </a:lnTo>
                  <a:lnTo>
                    <a:pt x="76" y="242"/>
                  </a:lnTo>
                  <a:lnTo>
                    <a:pt x="76" y="240"/>
                  </a:lnTo>
                  <a:lnTo>
                    <a:pt x="75" y="240"/>
                  </a:lnTo>
                  <a:lnTo>
                    <a:pt x="72" y="235"/>
                  </a:lnTo>
                  <a:lnTo>
                    <a:pt x="72" y="234"/>
                  </a:lnTo>
                  <a:lnTo>
                    <a:pt x="71" y="232"/>
                  </a:lnTo>
                  <a:lnTo>
                    <a:pt x="70" y="230"/>
                  </a:lnTo>
                  <a:lnTo>
                    <a:pt x="68" y="229"/>
                  </a:lnTo>
                  <a:lnTo>
                    <a:pt x="67" y="223"/>
                  </a:lnTo>
                  <a:lnTo>
                    <a:pt x="66" y="21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59" y="200"/>
                  </a:lnTo>
                  <a:lnTo>
                    <a:pt x="62" y="200"/>
                  </a:lnTo>
                  <a:lnTo>
                    <a:pt x="58" y="196"/>
                  </a:lnTo>
                  <a:lnTo>
                    <a:pt x="58" y="193"/>
                  </a:lnTo>
                  <a:lnTo>
                    <a:pt x="61" y="193"/>
                  </a:lnTo>
                  <a:lnTo>
                    <a:pt x="59" y="190"/>
                  </a:lnTo>
                  <a:lnTo>
                    <a:pt x="58" y="189"/>
                  </a:lnTo>
                  <a:lnTo>
                    <a:pt x="55" y="182"/>
                  </a:lnTo>
                  <a:lnTo>
                    <a:pt x="54" y="179"/>
                  </a:lnTo>
                  <a:lnTo>
                    <a:pt x="57" y="177"/>
                  </a:lnTo>
                  <a:lnTo>
                    <a:pt x="55" y="176"/>
                  </a:lnTo>
                  <a:lnTo>
                    <a:pt x="54" y="175"/>
                  </a:lnTo>
                  <a:lnTo>
                    <a:pt x="55" y="172"/>
                  </a:lnTo>
                  <a:lnTo>
                    <a:pt x="55" y="168"/>
                  </a:lnTo>
                  <a:lnTo>
                    <a:pt x="54" y="164"/>
                  </a:lnTo>
                  <a:lnTo>
                    <a:pt x="53" y="164"/>
                  </a:lnTo>
                  <a:lnTo>
                    <a:pt x="53" y="157"/>
                  </a:lnTo>
                  <a:lnTo>
                    <a:pt x="55" y="156"/>
                  </a:lnTo>
                  <a:lnTo>
                    <a:pt x="55" y="155"/>
                  </a:lnTo>
                  <a:lnTo>
                    <a:pt x="58" y="155"/>
                  </a:lnTo>
                  <a:lnTo>
                    <a:pt x="55" y="155"/>
                  </a:lnTo>
                  <a:lnTo>
                    <a:pt x="53" y="155"/>
                  </a:lnTo>
                  <a:lnTo>
                    <a:pt x="51" y="155"/>
                  </a:lnTo>
                  <a:lnTo>
                    <a:pt x="51" y="152"/>
                  </a:lnTo>
                  <a:lnTo>
                    <a:pt x="50" y="15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53" y="148"/>
                  </a:lnTo>
                  <a:lnTo>
                    <a:pt x="55" y="147"/>
                  </a:lnTo>
                  <a:lnTo>
                    <a:pt x="55" y="144"/>
                  </a:lnTo>
                  <a:lnTo>
                    <a:pt x="54" y="146"/>
                  </a:lnTo>
                  <a:lnTo>
                    <a:pt x="53" y="146"/>
                  </a:lnTo>
                  <a:lnTo>
                    <a:pt x="50" y="146"/>
                  </a:lnTo>
                  <a:lnTo>
                    <a:pt x="49" y="144"/>
                  </a:lnTo>
                  <a:lnTo>
                    <a:pt x="49" y="146"/>
                  </a:lnTo>
                  <a:lnTo>
                    <a:pt x="49" y="148"/>
                  </a:lnTo>
                  <a:lnTo>
                    <a:pt x="46" y="152"/>
                  </a:lnTo>
                  <a:lnTo>
                    <a:pt x="49" y="155"/>
                  </a:lnTo>
                  <a:lnTo>
                    <a:pt x="47" y="159"/>
                  </a:lnTo>
                  <a:lnTo>
                    <a:pt x="46" y="160"/>
                  </a:lnTo>
                  <a:lnTo>
                    <a:pt x="46" y="161"/>
                  </a:lnTo>
                  <a:lnTo>
                    <a:pt x="42" y="164"/>
                  </a:lnTo>
                  <a:lnTo>
                    <a:pt x="36" y="168"/>
                  </a:lnTo>
                  <a:lnTo>
                    <a:pt x="33" y="168"/>
                  </a:lnTo>
                  <a:lnTo>
                    <a:pt x="29" y="168"/>
                  </a:lnTo>
                  <a:lnTo>
                    <a:pt x="20" y="160"/>
                  </a:lnTo>
                  <a:lnTo>
                    <a:pt x="16" y="155"/>
                  </a:lnTo>
                  <a:lnTo>
                    <a:pt x="16" y="155"/>
                  </a:lnTo>
                  <a:lnTo>
                    <a:pt x="15" y="155"/>
                  </a:lnTo>
                  <a:lnTo>
                    <a:pt x="13" y="154"/>
                  </a:lnTo>
                  <a:lnTo>
                    <a:pt x="8" y="148"/>
                  </a:lnTo>
                  <a:lnTo>
                    <a:pt x="8" y="147"/>
                  </a:lnTo>
                  <a:lnTo>
                    <a:pt x="8" y="146"/>
                  </a:lnTo>
                  <a:lnTo>
                    <a:pt x="9" y="146"/>
                  </a:lnTo>
                  <a:lnTo>
                    <a:pt x="9" y="147"/>
                  </a:lnTo>
                  <a:lnTo>
                    <a:pt x="11" y="146"/>
                  </a:lnTo>
                  <a:lnTo>
                    <a:pt x="11" y="148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7"/>
                  </a:lnTo>
                  <a:lnTo>
                    <a:pt x="16" y="148"/>
                  </a:lnTo>
                  <a:lnTo>
                    <a:pt x="17" y="147"/>
                  </a:lnTo>
                  <a:lnTo>
                    <a:pt x="21" y="143"/>
                  </a:lnTo>
                  <a:lnTo>
                    <a:pt x="22" y="143"/>
                  </a:lnTo>
                  <a:lnTo>
                    <a:pt x="25" y="140"/>
                  </a:lnTo>
                  <a:lnTo>
                    <a:pt x="26" y="140"/>
                  </a:lnTo>
                  <a:lnTo>
                    <a:pt x="26" y="138"/>
                  </a:lnTo>
                  <a:lnTo>
                    <a:pt x="25" y="138"/>
                  </a:lnTo>
                  <a:lnTo>
                    <a:pt x="24" y="138"/>
                  </a:lnTo>
                  <a:lnTo>
                    <a:pt x="24" y="138"/>
                  </a:lnTo>
                  <a:lnTo>
                    <a:pt x="24" y="139"/>
                  </a:lnTo>
                  <a:lnTo>
                    <a:pt x="18" y="142"/>
                  </a:lnTo>
                  <a:lnTo>
                    <a:pt x="16" y="142"/>
                  </a:lnTo>
                  <a:lnTo>
                    <a:pt x="15" y="142"/>
                  </a:lnTo>
                  <a:lnTo>
                    <a:pt x="7" y="139"/>
                  </a:lnTo>
                  <a:lnTo>
                    <a:pt x="3" y="135"/>
                  </a:lnTo>
                  <a:lnTo>
                    <a:pt x="1" y="135"/>
                  </a:lnTo>
                  <a:lnTo>
                    <a:pt x="1" y="132"/>
                  </a:lnTo>
                  <a:lnTo>
                    <a:pt x="4" y="130"/>
                  </a:lnTo>
                  <a:lnTo>
                    <a:pt x="7" y="129"/>
                  </a:lnTo>
                  <a:lnTo>
                    <a:pt x="3" y="129"/>
                  </a:lnTo>
                  <a:lnTo>
                    <a:pt x="0" y="131"/>
                  </a:lnTo>
                  <a:lnTo>
                    <a:pt x="0" y="127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5" y="122"/>
                  </a:lnTo>
                  <a:lnTo>
                    <a:pt x="7" y="123"/>
                  </a:lnTo>
                  <a:lnTo>
                    <a:pt x="8" y="122"/>
                  </a:lnTo>
                  <a:lnTo>
                    <a:pt x="17" y="122"/>
                  </a:lnTo>
                  <a:lnTo>
                    <a:pt x="21" y="121"/>
                  </a:lnTo>
                  <a:lnTo>
                    <a:pt x="22" y="119"/>
                  </a:lnTo>
                  <a:lnTo>
                    <a:pt x="25" y="119"/>
                  </a:lnTo>
                  <a:lnTo>
                    <a:pt x="24" y="121"/>
                  </a:lnTo>
                  <a:lnTo>
                    <a:pt x="25" y="122"/>
                  </a:lnTo>
                  <a:lnTo>
                    <a:pt x="28" y="121"/>
                  </a:lnTo>
                  <a:lnTo>
                    <a:pt x="30" y="119"/>
                  </a:lnTo>
                  <a:lnTo>
                    <a:pt x="29" y="118"/>
                  </a:lnTo>
                  <a:lnTo>
                    <a:pt x="29" y="117"/>
                  </a:lnTo>
                  <a:lnTo>
                    <a:pt x="26" y="109"/>
                  </a:lnTo>
                  <a:lnTo>
                    <a:pt x="25" y="106"/>
                  </a:lnTo>
                  <a:lnTo>
                    <a:pt x="25" y="105"/>
                  </a:lnTo>
                  <a:lnTo>
                    <a:pt x="24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7" y="97"/>
                  </a:lnTo>
                  <a:lnTo>
                    <a:pt x="17" y="93"/>
                  </a:lnTo>
                  <a:lnTo>
                    <a:pt x="16" y="90"/>
                  </a:lnTo>
                  <a:lnTo>
                    <a:pt x="13" y="89"/>
                  </a:lnTo>
                  <a:lnTo>
                    <a:pt x="12" y="90"/>
                  </a:lnTo>
                  <a:lnTo>
                    <a:pt x="9" y="89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9" y="81"/>
                  </a:lnTo>
                  <a:lnTo>
                    <a:pt x="11" y="81"/>
                  </a:lnTo>
                  <a:lnTo>
                    <a:pt x="13" y="77"/>
                  </a:lnTo>
                  <a:lnTo>
                    <a:pt x="15" y="75"/>
                  </a:lnTo>
                  <a:lnTo>
                    <a:pt x="16" y="73"/>
                  </a:lnTo>
                  <a:lnTo>
                    <a:pt x="18" y="72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2" y="76"/>
                  </a:lnTo>
                  <a:lnTo>
                    <a:pt x="28" y="73"/>
                  </a:lnTo>
                  <a:lnTo>
                    <a:pt x="33" y="73"/>
                  </a:lnTo>
                  <a:lnTo>
                    <a:pt x="37" y="69"/>
                  </a:lnTo>
                  <a:lnTo>
                    <a:pt x="40" y="63"/>
                  </a:lnTo>
                  <a:lnTo>
                    <a:pt x="45" y="59"/>
                  </a:lnTo>
                  <a:lnTo>
                    <a:pt x="46" y="56"/>
                  </a:lnTo>
                  <a:lnTo>
                    <a:pt x="47" y="52"/>
                  </a:lnTo>
                  <a:lnTo>
                    <a:pt x="50" y="48"/>
                  </a:lnTo>
                  <a:lnTo>
                    <a:pt x="53" y="47"/>
                  </a:lnTo>
                  <a:lnTo>
                    <a:pt x="54" y="43"/>
                  </a:lnTo>
                  <a:lnTo>
                    <a:pt x="54" y="42"/>
                  </a:lnTo>
                  <a:lnTo>
                    <a:pt x="53" y="40"/>
                  </a:lnTo>
                  <a:lnTo>
                    <a:pt x="57" y="36"/>
                  </a:lnTo>
                  <a:lnTo>
                    <a:pt x="58" y="35"/>
                  </a:lnTo>
                  <a:lnTo>
                    <a:pt x="59" y="32"/>
                  </a:lnTo>
                  <a:lnTo>
                    <a:pt x="59" y="26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61" y="17"/>
                  </a:lnTo>
                  <a:lnTo>
                    <a:pt x="63" y="17"/>
                  </a:lnTo>
                  <a:lnTo>
                    <a:pt x="66" y="15"/>
                  </a:lnTo>
                  <a:lnTo>
                    <a:pt x="67" y="15"/>
                  </a:lnTo>
                  <a:lnTo>
                    <a:pt x="70" y="11"/>
                  </a:lnTo>
                  <a:lnTo>
                    <a:pt x="74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3" name="Freeform 368"/>
            <p:cNvSpPr>
              <a:spLocks noEditPoints="1"/>
            </p:cNvSpPr>
            <p:nvPr/>
          </p:nvSpPr>
          <p:spPr bwMode="auto">
            <a:xfrm>
              <a:off x="8386755" y="3502794"/>
              <a:ext cx="152265" cy="200483"/>
            </a:xfrm>
            <a:custGeom>
              <a:avLst/>
              <a:gdLst>
                <a:gd name="T0" fmla="*/ 45 w 60"/>
                <a:gd name="T1" fmla="*/ 57 h 79"/>
                <a:gd name="T2" fmla="*/ 45 w 60"/>
                <a:gd name="T3" fmla="*/ 54 h 79"/>
                <a:gd name="T4" fmla="*/ 42 w 60"/>
                <a:gd name="T5" fmla="*/ 58 h 79"/>
                <a:gd name="T6" fmla="*/ 41 w 60"/>
                <a:gd name="T7" fmla="*/ 57 h 79"/>
                <a:gd name="T8" fmla="*/ 37 w 60"/>
                <a:gd name="T9" fmla="*/ 53 h 79"/>
                <a:gd name="T10" fmla="*/ 35 w 60"/>
                <a:gd name="T11" fmla="*/ 58 h 79"/>
                <a:gd name="T12" fmla="*/ 37 w 60"/>
                <a:gd name="T13" fmla="*/ 53 h 79"/>
                <a:gd name="T14" fmla="*/ 8 w 60"/>
                <a:gd name="T15" fmla="*/ 3 h 79"/>
                <a:gd name="T16" fmla="*/ 12 w 60"/>
                <a:gd name="T17" fmla="*/ 7 h 79"/>
                <a:gd name="T18" fmla="*/ 12 w 60"/>
                <a:gd name="T19" fmla="*/ 4 h 79"/>
                <a:gd name="T20" fmla="*/ 16 w 60"/>
                <a:gd name="T21" fmla="*/ 7 h 79"/>
                <a:gd name="T22" fmla="*/ 18 w 60"/>
                <a:gd name="T23" fmla="*/ 7 h 79"/>
                <a:gd name="T24" fmla="*/ 21 w 60"/>
                <a:gd name="T25" fmla="*/ 14 h 79"/>
                <a:gd name="T26" fmla="*/ 25 w 60"/>
                <a:gd name="T27" fmla="*/ 19 h 79"/>
                <a:gd name="T28" fmla="*/ 33 w 60"/>
                <a:gd name="T29" fmla="*/ 20 h 79"/>
                <a:gd name="T30" fmla="*/ 45 w 60"/>
                <a:gd name="T31" fmla="*/ 20 h 79"/>
                <a:gd name="T32" fmla="*/ 49 w 60"/>
                <a:gd name="T33" fmla="*/ 20 h 79"/>
                <a:gd name="T34" fmla="*/ 51 w 60"/>
                <a:gd name="T35" fmla="*/ 25 h 79"/>
                <a:gd name="T36" fmla="*/ 47 w 60"/>
                <a:gd name="T37" fmla="*/ 33 h 79"/>
                <a:gd name="T38" fmla="*/ 45 w 60"/>
                <a:gd name="T39" fmla="*/ 35 h 79"/>
                <a:gd name="T40" fmla="*/ 42 w 60"/>
                <a:gd name="T41" fmla="*/ 37 h 79"/>
                <a:gd name="T42" fmla="*/ 42 w 60"/>
                <a:gd name="T43" fmla="*/ 43 h 79"/>
                <a:gd name="T44" fmla="*/ 46 w 60"/>
                <a:gd name="T45" fmla="*/ 46 h 79"/>
                <a:gd name="T46" fmla="*/ 49 w 60"/>
                <a:gd name="T47" fmla="*/ 48 h 79"/>
                <a:gd name="T48" fmla="*/ 49 w 60"/>
                <a:gd name="T49" fmla="*/ 44 h 79"/>
                <a:gd name="T50" fmla="*/ 50 w 60"/>
                <a:gd name="T51" fmla="*/ 41 h 79"/>
                <a:gd name="T52" fmla="*/ 54 w 60"/>
                <a:gd name="T53" fmla="*/ 43 h 79"/>
                <a:gd name="T54" fmla="*/ 56 w 60"/>
                <a:gd name="T55" fmla="*/ 50 h 79"/>
                <a:gd name="T56" fmla="*/ 59 w 60"/>
                <a:gd name="T57" fmla="*/ 60 h 79"/>
                <a:gd name="T58" fmla="*/ 60 w 60"/>
                <a:gd name="T59" fmla="*/ 64 h 79"/>
                <a:gd name="T60" fmla="*/ 60 w 60"/>
                <a:gd name="T61" fmla="*/ 68 h 79"/>
                <a:gd name="T62" fmla="*/ 56 w 60"/>
                <a:gd name="T63" fmla="*/ 73 h 79"/>
                <a:gd name="T64" fmla="*/ 56 w 60"/>
                <a:gd name="T65" fmla="*/ 77 h 79"/>
                <a:gd name="T66" fmla="*/ 55 w 60"/>
                <a:gd name="T67" fmla="*/ 75 h 79"/>
                <a:gd name="T68" fmla="*/ 52 w 60"/>
                <a:gd name="T69" fmla="*/ 70 h 79"/>
                <a:gd name="T70" fmla="*/ 50 w 60"/>
                <a:gd name="T71" fmla="*/ 70 h 79"/>
                <a:gd name="T72" fmla="*/ 50 w 60"/>
                <a:gd name="T73" fmla="*/ 65 h 79"/>
                <a:gd name="T74" fmla="*/ 49 w 60"/>
                <a:gd name="T75" fmla="*/ 60 h 79"/>
                <a:gd name="T76" fmla="*/ 45 w 60"/>
                <a:gd name="T77" fmla="*/ 53 h 79"/>
                <a:gd name="T78" fmla="*/ 37 w 60"/>
                <a:gd name="T79" fmla="*/ 52 h 79"/>
                <a:gd name="T80" fmla="*/ 33 w 60"/>
                <a:gd name="T81" fmla="*/ 49 h 79"/>
                <a:gd name="T82" fmla="*/ 34 w 60"/>
                <a:gd name="T83" fmla="*/ 52 h 79"/>
                <a:gd name="T84" fmla="*/ 33 w 60"/>
                <a:gd name="T85" fmla="*/ 54 h 79"/>
                <a:gd name="T86" fmla="*/ 31 w 60"/>
                <a:gd name="T87" fmla="*/ 61 h 79"/>
                <a:gd name="T88" fmla="*/ 29 w 60"/>
                <a:gd name="T89" fmla="*/ 61 h 79"/>
                <a:gd name="T90" fmla="*/ 29 w 60"/>
                <a:gd name="T91" fmla="*/ 61 h 79"/>
                <a:gd name="T92" fmla="*/ 27 w 60"/>
                <a:gd name="T93" fmla="*/ 57 h 79"/>
                <a:gd name="T94" fmla="*/ 27 w 60"/>
                <a:gd name="T95" fmla="*/ 57 h 79"/>
                <a:gd name="T96" fmla="*/ 25 w 60"/>
                <a:gd name="T97" fmla="*/ 61 h 79"/>
                <a:gd name="T98" fmla="*/ 25 w 60"/>
                <a:gd name="T99" fmla="*/ 66 h 79"/>
                <a:gd name="T100" fmla="*/ 22 w 60"/>
                <a:gd name="T101" fmla="*/ 65 h 79"/>
                <a:gd name="T102" fmla="*/ 20 w 60"/>
                <a:gd name="T103" fmla="*/ 66 h 79"/>
                <a:gd name="T104" fmla="*/ 17 w 60"/>
                <a:gd name="T105" fmla="*/ 60 h 79"/>
                <a:gd name="T106" fmla="*/ 13 w 60"/>
                <a:gd name="T107" fmla="*/ 50 h 79"/>
                <a:gd name="T108" fmla="*/ 12 w 60"/>
                <a:gd name="T109" fmla="*/ 41 h 79"/>
                <a:gd name="T110" fmla="*/ 6 w 60"/>
                <a:gd name="T111" fmla="*/ 32 h 79"/>
                <a:gd name="T112" fmla="*/ 5 w 60"/>
                <a:gd name="T113" fmla="*/ 24 h 79"/>
                <a:gd name="T114" fmla="*/ 10 w 60"/>
                <a:gd name="T115" fmla="*/ 20 h 79"/>
                <a:gd name="T116" fmla="*/ 12 w 60"/>
                <a:gd name="T117" fmla="*/ 15 h 79"/>
                <a:gd name="T118" fmla="*/ 0 w 60"/>
                <a:gd name="T119" fmla="*/ 14 h 79"/>
                <a:gd name="T120" fmla="*/ 4 w 60"/>
                <a:gd name="T121" fmla="*/ 4 h 79"/>
                <a:gd name="T122" fmla="*/ 4 w 60"/>
                <a:gd name="T123" fmla="*/ 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" h="79">
                  <a:moveTo>
                    <a:pt x="45" y="54"/>
                  </a:moveTo>
                  <a:lnTo>
                    <a:pt x="45" y="56"/>
                  </a:lnTo>
                  <a:lnTo>
                    <a:pt x="45" y="57"/>
                  </a:lnTo>
                  <a:lnTo>
                    <a:pt x="43" y="58"/>
                  </a:lnTo>
                  <a:lnTo>
                    <a:pt x="43" y="56"/>
                  </a:lnTo>
                  <a:lnTo>
                    <a:pt x="45" y="54"/>
                  </a:lnTo>
                  <a:close/>
                  <a:moveTo>
                    <a:pt x="39" y="54"/>
                  </a:moveTo>
                  <a:lnTo>
                    <a:pt x="42" y="56"/>
                  </a:lnTo>
                  <a:lnTo>
                    <a:pt x="42" y="58"/>
                  </a:lnTo>
                  <a:lnTo>
                    <a:pt x="41" y="61"/>
                  </a:lnTo>
                  <a:lnTo>
                    <a:pt x="39" y="60"/>
                  </a:lnTo>
                  <a:lnTo>
                    <a:pt x="41" y="57"/>
                  </a:lnTo>
                  <a:lnTo>
                    <a:pt x="39" y="56"/>
                  </a:lnTo>
                  <a:lnTo>
                    <a:pt x="39" y="54"/>
                  </a:lnTo>
                  <a:close/>
                  <a:moveTo>
                    <a:pt x="37" y="53"/>
                  </a:moveTo>
                  <a:lnTo>
                    <a:pt x="38" y="56"/>
                  </a:lnTo>
                  <a:lnTo>
                    <a:pt x="38" y="60"/>
                  </a:lnTo>
                  <a:lnTo>
                    <a:pt x="35" y="58"/>
                  </a:lnTo>
                  <a:lnTo>
                    <a:pt x="34" y="56"/>
                  </a:lnTo>
                  <a:lnTo>
                    <a:pt x="34" y="54"/>
                  </a:lnTo>
                  <a:lnTo>
                    <a:pt x="37" y="53"/>
                  </a:lnTo>
                  <a:close/>
                  <a:moveTo>
                    <a:pt x="5" y="0"/>
                  </a:moveTo>
                  <a:lnTo>
                    <a:pt x="5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7"/>
                  </a:lnTo>
                  <a:lnTo>
                    <a:pt x="17" y="8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1" y="14"/>
                  </a:lnTo>
                  <a:lnTo>
                    <a:pt x="22" y="16"/>
                  </a:lnTo>
                  <a:lnTo>
                    <a:pt x="22" y="19"/>
                  </a:lnTo>
                  <a:lnTo>
                    <a:pt x="25" y="19"/>
                  </a:lnTo>
                  <a:lnTo>
                    <a:pt x="26" y="19"/>
                  </a:lnTo>
                  <a:lnTo>
                    <a:pt x="29" y="20"/>
                  </a:lnTo>
                  <a:lnTo>
                    <a:pt x="33" y="20"/>
                  </a:lnTo>
                  <a:lnTo>
                    <a:pt x="37" y="20"/>
                  </a:lnTo>
                  <a:lnTo>
                    <a:pt x="41" y="20"/>
                  </a:lnTo>
                  <a:lnTo>
                    <a:pt x="45" y="20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51" y="23"/>
                  </a:lnTo>
                  <a:lnTo>
                    <a:pt x="52" y="23"/>
                  </a:lnTo>
                  <a:lnTo>
                    <a:pt x="51" y="25"/>
                  </a:lnTo>
                  <a:lnTo>
                    <a:pt x="50" y="28"/>
                  </a:lnTo>
                  <a:lnTo>
                    <a:pt x="49" y="32"/>
                  </a:lnTo>
                  <a:lnTo>
                    <a:pt x="47" y="33"/>
                  </a:lnTo>
                  <a:lnTo>
                    <a:pt x="47" y="35"/>
                  </a:lnTo>
                  <a:lnTo>
                    <a:pt x="46" y="36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2" y="36"/>
                  </a:lnTo>
                  <a:lnTo>
                    <a:pt x="42" y="37"/>
                  </a:lnTo>
                  <a:lnTo>
                    <a:pt x="41" y="39"/>
                  </a:lnTo>
                  <a:lnTo>
                    <a:pt x="41" y="40"/>
                  </a:lnTo>
                  <a:lnTo>
                    <a:pt x="42" y="43"/>
                  </a:lnTo>
                  <a:lnTo>
                    <a:pt x="43" y="44"/>
                  </a:lnTo>
                  <a:lnTo>
                    <a:pt x="43" y="45"/>
                  </a:lnTo>
                  <a:lnTo>
                    <a:pt x="46" y="46"/>
                  </a:lnTo>
                  <a:lnTo>
                    <a:pt x="47" y="49"/>
                  </a:lnTo>
                  <a:lnTo>
                    <a:pt x="49" y="49"/>
                  </a:lnTo>
                  <a:lnTo>
                    <a:pt x="49" y="48"/>
                  </a:lnTo>
                  <a:lnTo>
                    <a:pt x="47" y="46"/>
                  </a:lnTo>
                  <a:lnTo>
                    <a:pt x="49" y="45"/>
                  </a:lnTo>
                  <a:lnTo>
                    <a:pt x="49" y="44"/>
                  </a:lnTo>
                  <a:lnTo>
                    <a:pt x="50" y="43"/>
                  </a:lnTo>
                  <a:lnTo>
                    <a:pt x="49" y="41"/>
                  </a:lnTo>
                  <a:lnTo>
                    <a:pt x="50" y="41"/>
                  </a:lnTo>
                  <a:lnTo>
                    <a:pt x="51" y="41"/>
                  </a:lnTo>
                  <a:lnTo>
                    <a:pt x="54" y="41"/>
                  </a:lnTo>
                  <a:lnTo>
                    <a:pt x="54" y="43"/>
                  </a:lnTo>
                  <a:lnTo>
                    <a:pt x="55" y="44"/>
                  </a:lnTo>
                  <a:lnTo>
                    <a:pt x="56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8" y="57"/>
                  </a:lnTo>
                  <a:lnTo>
                    <a:pt x="59" y="60"/>
                  </a:lnTo>
                  <a:lnTo>
                    <a:pt x="59" y="62"/>
                  </a:lnTo>
                  <a:lnTo>
                    <a:pt x="60" y="62"/>
                  </a:lnTo>
                  <a:lnTo>
                    <a:pt x="60" y="64"/>
                  </a:lnTo>
                  <a:lnTo>
                    <a:pt x="60" y="65"/>
                  </a:lnTo>
                  <a:lnTo>
                    <a:pt x="60" y="65"/>
                  </a:lnTo>
                  <a:lnTo>
                    <a:pt x="60" y="68"/>
                  </a:lnTo>
                  <a:lnTo>
                    <a:pt x="60" y="71"/>
                  </a:lnTo>
                  <a:lnTo>
                    <a:pt x="59" y="70"/>
                  </a:lnTo>
                  <a:lnTo>
                    <a:pt x="56" y="73"/>
                  </a:lnTo>
                  <a:lnTo>
                    <a:pt x="56" y="75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5" y="75"/>
                  </a:lnTo>
                  <a:lnTo>
                    <a:pt x="52" y="73"/>
                  </a:lnTo>
                  <a:lnTo>
                    <a:pt x="51" y="71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1" y="69"/>
                  </a:lnTo>
                  <a:lnTo>
                    <a:pt x="50" y="70"/>
                  </a:lnTo>
                  <a:lnTo>
                    <a:pt x="50" y="69"/>
                  </a:lnTo>
                  <a:lnTo>
                    <a:pt x="51" y="66"/>
                  </a:lnTo>
                  <a:lnTo>
                    <a:pt x="50" y="65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49" y="60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5" y="53"/>
                  </a:lnTo>
                  <a:lnTo>
                    <a:pt x="43" y="52"/>
                  </a:lnTo>
                  <a:lnTo>
                    <a:pt x="41" y="53"/>
                  </a:lnTo>
                  <a:lnTo>
                    <a:pt x="37" y="52"/>
                  </a:lnTo>
                  <a:lnTo>
                    <a:pt x="37" y="50"/>
                  </a:lnTo>
                  <a:lnTo>
                    <a:pt x="35" y="50"/>
                  </a:lnTo>
                  <a:lnTo>
                    <a:pt x="33" y="49"/>
                  </a:lnTo>
                  <a:lnTo>
                    <a:pt x="33" y="45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4" y="57"/>
                  </a:lnTo>
                  <a:lnTo>
                    <a:pt x="34" y="61"/>
                  </a:lnTo>
                  <a:lnTo>
                    <a:pt x="31" y="61"/>
                  </a:lnTo>
                  <a:lnTo>
                    <a:pt x="30" y="65"/>
                  </a:lnTo>
                  <a:lnTo>
                    <a:pt x="29" y="64"/>
                  </a:lnTo>
                  <a:lnTo>
                    <a:pt x="29" y="61"/>
                  </a:lnTo>
                  <a:lnTo>
                    <a:pt x="30" y="61"/>
                  </a:lnTo>
                  <a:lnTo>
                    <a:pt x="31" y="60"/>
                  </a:lnTo>
                  <a:lnTo>
                    <a:pt x="29" y="61"/>
                  </a:lnTo>
                  <a:lnTo>
                    <a:pt x="27" y="64"/>
                  </a:lnTo>
                  <a:lnTo>
                    <a:pt x="26" y="61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6" y="56"/>
                  </a:lnTo>
                  <a:lnTo>
                    <a:pt x="27" y="57"/>
                  </a:lnTo>
                  <a:lnTo>
                    <a:pt x="26" y="58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6" y="64"/>
                  </a:lnTo>
                  <a:lnTo>
                    <a:pt x="26" y="65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4" y="65"/>
                  </a:lnTo>
                  <a:lnTo>
                    <a:pt x="22" y="65"/>
                  </a:lnTo>
                  <a:lnTo>
                    <a:pt x="22" y="66"/>
                  </a:lnTo>
                  <a:lnTo>
                    <a:pt x="21" y="66"/>
                  </a:lnTo>
                  <a:lnTo>
                    <a:pt x="20" y="66"/>
                  </a:lnTo>
                  <a:lnTo>
                    <a:pt x="20" y="64"/>
                  </a:lnTo>
                  <a:lnTo>
                    <a:pt x="18" y="64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4"/>
                  </a:lnTo>
                  <a:lnTo>
                    <a:pt x="13" y="50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2" y="41"/>
                  </a:lnTo>
                  <a:lnTo>
                    <a:pt x="12" y="37"/>
                  </a:lnTo>
                  <a:lnTo>
                    <a:pt x="9" y="33"/>
                  </a:lnTo>
                  <a:lnTo>
                    <a:pt x="6" y="32"/>
                  </a:lnTo>
                  <a:lnTo>
                    <a:pt x="4" y="29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6" y="21"/>
                  </a:lnTo>
                  <a:lnTo>
                    <a:pt x="9" y="20"/>
                  </a:lnTo>
                  <a:lnTo>
                    <a:pt x="10" y="20"/>
                  </a:lnTo>
                  <a:lnTo>
                    <a:pt x="12" y="19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0" y="14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4" name="Freeform 369"/>
            <p:cNvSpPr>
              <a:spLocks/>
            </p:cNvSpPr>
            <p:nvPr/>
          </p:nvSpPr>
          <p:spPr bwMode="auto">
            <a:xfrm>
              <a:off x="8401981" y="3449501"/>
              <a:ext cx="93897" cy="58369"/>
            </a:xfrm>
            <a:custGeom>
              <a:avLst/>
              <a:gdLst>
                <a:gd name="T0" fmla="*/ 16 w 37"/>
                <a:gd name="T1" fmla="*/ 0 h 23"/>
                <a:gd name="T2" fmla="*/ 18 w 37"/>
                <a:gd name="T3" fmla="*/ 3 h 23"/>
                <a:gd name="T4" fmla="*/ 23 w 37"/>
                <a:gd name="T5" fmla="*/ 3 h 23"/>
                <a:gd name="T6" fmla="*/ 25 w 37"/>
                <a:gd name="T7" fmla="*/ 4 h 23"/>
                <a:gd name="T8" fmla="*/ 28 w 37"/>
                <a:gd name="T9" fmla="*/ 3 h 23"/>
                <a:gd name="T10" fmla="*/ 31 w 37"/>
                <a:gd name="T11" fmla="*/ 3 h 23"/>
                <a:gd name="T12" fmla="*/ 33 w 37"/>
                <a:gd name="T13" fmla="*/ 6 h 23"/>
                <a:gd name="T14" fmla="*/ 33 w 37"/>
                <a:gd name="T15" fmla="*/ 6 h 23"/>
                <a:gd name="T16" fmla="*/ 33 w 37"/>
                <a:gd name="T17" fmla="*/ 8 h 23"/>
                <a:gd name="T18" fmla="*/ 33 w 37"/>
                <a:gd name="T19" fmla="*/ 11 h 23"/>
                <a:gd name="T20" fmla="*/ 37 w 37"/>
                <a:gd name="T21" fmla="*/ 12 h 23"/>
                <a:gd name="T22" fmla="*/ 37 w 37"/>
                <a:gd name="T23" fmla="*/ 16 h 23"/>
                <a:gd name="T24" fmla="*/ 37 w 37"/>
                <a:gd name="T25" fmla="*/ 17 h 23"/>
                <a:gd name="T26" fmla="*/ 32 w 37"/>
                <a:gd name="T27" fmla="*/ 19 h 23"/>
                <a:gd name="T28" fmla="*/ 29 w 37"/>
                <a:gd name="T29" fmla="*/ 19 h 23"/>
                <a:gd name="T30" fmla="*/ 24 w 37"/>
                <a:gd name="T31" fmla="*/ 20 h 23"/>
                <a:gd name="T32" fmla="*/ 21 w 37"/>
                <a:gd name="T33" fmla="*/ 19 h 23"/>
                <a:gd name="T34" fmla="*/ 19 w 37"/>
                <a:gd name="T35" fmla="*/ 19 h 23"/>
                <a:gd name="T36" fmla="*/ 18 w 37"/>
                <a:gd name="T37" fmla="*/ 23 h 23"/>
                <a:gd name="T38" fmla="*/ 14 w 37"/>
                <a:gd name="T39" fmla="*/ 23 h 23"/>
                <a:gd name="T40" fmla="*/ 8 w 37"/>
                <a:gd name="T41" fmla="*/ 19 h 23"/>
                <a:gd name="T42" fmla="*/ 7 w 37"/>
                <a:gd name="T43" fmla="*/ 20 h 23"/>
                <a:gd name="T44" fmla="*/ 3 w 37"/>
                <a:gd name="T45" fmla="*/ 19 h 23"/>
                <a:gd name="T46" fmla="*/ 0 w 37"/>
                <a:gd name="T47" fmla="*/ 15 h 23"/>
                <a:gd name="T48" fmla="*/ 0 w 37"/>
                <a:gd name="T49" fmla="*/ 14 h 23"/>
                <a:gd name="T50" fmla="*/ 2 w 37"/>
                <a:gd name="T51" fmla="*/ 11 h 23"/>
                <a:gd name="T52" fmla="*/ 3 w 37"/>
                <a:gd name="T53" fmla="*/ 10 h 23"/>
                <a:gd name="T54" fmla="*/ 6 w 37"/>
                <a:gd name="T55" fmla="*/ 4 h 23"/>
                <a:gd name="T56" fmla="*/ 12 w 37"/>
                <a:gd name="T57" fmla="*/ 2 h 23"/>
                <a:gd name="T58" fmla="*/ 16 w 37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" h="23">
                  <a:moveTo>
                    <a:pt x="16" y="0"/>
                  </a:moveTo>
                  <a:lnTo>
                    <a:pt x="18" y="3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8" y="3"/>
                  </a:lnTo>
                  <a:lnTo>
                    <a:pt x="31" y="3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8"/>
                  </a:lnTo>
                  <a:lnTo>
                    <a:pt x="33" y="11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17"/>
                  </a:lnTo>
                  <a:lnTo>
                    <a:pt x="32" y="19"/>
                  </a:lnTo>
                  <a:lnTo>
                    <a:pt x="29" y="19"/>
                  </a:lnTo>
                  <a:lnTo>
                    <a:pt x="24" y="20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19"/>
                  </a:lnTo>
                  <a:lnTo>
                    <a:pt x="7" y="20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5" name="Freeform 370"/>
            <p:cNvSpPr>
              <a:spLocks/>
            </p:cNvSpPr>
            <p:nvPr/>
          </p:nvSpPr>
          <p:spPr bwMode="auto">
            <a:xfrm>
              <a:off x="8135517" y="3383520"/>
              <a:ext cx="251238" cy="129426"/>
            </a:xfrm>
            <a:custGeom>
              <a:avLst/>
              <a:gdLst>
                <a:gd name="T0" fmla="*/ 9 w 99"/>
                <a:gd name="T1" fmla="*/ 1 h 51"/>
                <a:gd name="T2" fmla="*/ 12 w 99"/>
                <a:gd name="T3" fmla="*/ 3 h 51"/>
                <a:gd name="T4" fmla="*/ 15 w 99"/>
                <a:gd name="T5" fmla="*/ 1 h 51"/>
                <a:gd name="T6" fmla="*/ 22 w 99"/>
                <a:gd name="T7" fmla="*/ 3 h 51"/>
                <a:gd name="T8" fmla="*/ 26 w 99"/>
                <a:gd name="T9" fmla="*/ 4 h 51"/>
                <a:gd name="T10" fmla="*/ 32 w 99"/>
                <a:gd name="T11" fmla="*/ 9 h 51"/>
                <a:gd name="T12" fmla="*/ 37 w 99"/>
                <a:gd name="T13" fmla="*/ 11 h 51"/>
                <a:gd name="T14" fmla="*/ 40 w 99"/>
                <a:gd name="T15" fmla="*/ 15 h 51"/>
                <a:gd name="T16" fmla="*/ 42 w 99"/>
                <a:gd name="T17" fmla="*/ 16 h 51"/>
                <a:gd name="T18" fmla="*/ 44 w 99"/>
                <a:gd name="T19" fmla="*/ 12 h 51"/>
                <a:gd name="T20" fmla="*/ 47 w 99"/>
                <a:gd name="T21" fmla="*/ 13 h 51"/>
                <a:gd name="T22" fmla="*/ 50 w 99"/>
                <a:gd name="T23" fmla="*/ 17 h 51"/>
                <a:gd name="T24" fmla="*/ 57 w 99"/>
                <a:gd name="T25" fmla="*/ 18 h 51"/>
                <a:gd name="T26" fmla="*/ 59 w 99"/>
                <a:gd name="T27" fmla="*/ 24 h 51"/>
                <a:gd name="T28" fmla="*/ 62 w 99"/>
                <a:gd name="T29" fmla="*/ 26 h 51"/>
                <a:gd name="T30" fmla="*/ 67 w 99"/>
                <a:gd name="T31" fmla="*/ 26 h 51"/>
                <a:gd name="T32" fmla="*/ 71 w 99"/>
                <a:gd name="T33" fmla="*/ 24 h 51"/>
                <a:gd name="T34" fmla="*/ 79 w 99"/>
                <a:gd name="T35" fmla="*/ 25 h 51"/>
                <a:gd name="T36" fmla="*/ 83 w 99"/>
                <a:gd name="T37" fmla="*/ 30 h 51"/>
                <a:gd name="T38" fmla="*/ 87 w 99"/>
                <a:gd name="T39" fmla="*/ 33 h 51"/>
                <a:gd name="T40" fmla="*/ 92 w 99"/>
                <a:gd name="T41" fmla="*/ 33 h 51"/>
                <a:gd name="T42" fmla="*/ 98 w 99"/>
                <a:gd name="T43" fmla="*/ 32 h 51"/>
                <a:gd name="T44" fmla="*/ 98 w 99"/>
                <a:gd name="T45" fmla="*/ 40 h 51"/>
                <a:gd name="T46" fmla="*/ 99 w 99"/>
                <a:gd name="T47" fmla="*/ 50 h 51"/>
                <a:gd name="T48" fmla="*/ 87 w 99"/>
                <a:gd name="T49" fmla="*/ 49 h 51"/>
                <a:gd name="T50" fmla="*/ 74 w 99"/>
                <a:gd name="T51" fmla="*/ 47 h 51"/>
                <a:gd name="T52" fmla="*/ 67 w 99"/>
                <a:gd name="T53" fmla="*/ 49 h 51"/>
                <a:gd name="T54" fmla="*/ 58 w 99"/>
                <a:gd name="T55" fmla="*/ 43 h 51"/>
                <a:gd name="T56" fmla="*/ 51 w 99"/>
                <a:gd name="T57" fmla="*/ 40 h 51"/>
                <a:gd name="T58" fmla="*/ 44 w 99"/>
                <a:gd name="T59" fmla="*/ 40 h 51"/>
                <a:gd name="T60" fmla="*/ 33 w 99"/>
                <a:gd name="T61" fmla="*/ 37 h 51"/>
                <a:gd name="T62" fmla="*/ 28 w 99"/>
                <a:gd name="T63" fmla="*/ 36 h 51"/>
                <a:gd name="T64" fmla="*/ 20 w 99"/>
                <a:gd name="T65" fmla="*/ 30 h 51"/>
                <a:gd name="T66" fmla="*/ 11 w 99"/>
                <a:gd name="T67" fmla="*/ 25 h 51"/>
                <a:gd name="T68" fmla="*/ 7 w 99"/>
                <a:gd name="T69" fmla="*/ 24 h 51"/>
                <a:gd name="T70" fmla="*/ 1 w 99"/>
                <a:gd name="T71" fmla="*/ 22 h 51"/>
                <a:gd name="T72" fmla="*/ 4 w 99"/>
                <a:gd name="T73" fmla="*/ 15 h 51"/>
                <a:gd name="T74" fmla="*/ 5 w 99"/>
                <a:gd name="T75" fmla="*/ 4 h 51"/>
                <a:gd name="T76" fmla="*/ 5 w 99"/>
                <a:gd name="T7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9" h="51">
                  <a:moveTo>
                    <a:pt x="5" y="0"/>
                  </a:moveTo>
                  <a:lnTo>
                    <a:pt x="9" y="1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5" y="1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8" y="5"/>
                  </a:lnTo>
                  <a:lnTo>
                    <a:pt x="32" y="9"/>
                  </a:lnTo>
                  <a:lnTo>
                    <a:pt x="34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40" y="15"/>
                  </a:lnTo>
                  <a:lnTo>
                    <a:pt x="41" y="17"/>
                  </a:lnTo>
                  <a:lnTo>
                    <a:pt x="42" y="16"/>
                  </a:lnTo>
                  <a:lnTo>
                    <a:pt x="42" y="13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7" y="13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3" y="20"/>
                  </a:lnTo>
                  <a:lnTo>
                    <a:pt x="57" y="18"/>
                  </a:lnTo>
                  <a:lnTo>
                    <a:pt x="59" y="20"/>
                  </a:lnTo>
                  <a:lnTo>
                    <a:pt x="59" y="24"/>
                  </a:lnTo>
                  <a:lnTo>
                    <a:pt x="61" y="26"/>
                  </a:lnTo>
                  <a:lnTo>
                    <a:pt x="62" y="26"/>
                  </a:lnTo>
                  <a:lnTo>
                    <a:pt x="66" y="28"/>
                  </a:lnTo>
                  <a:lnTo>
                    <a:pt x="67" y="26"/>
                  </a:lnTo>
                  <a:lnTo>
                    <a:pt x="70" y="26"/>
                  </a:lnTo>
                  <a:lnTo>
                    <a:pt x="71" y="24"/>
                  </a:lnTo>
                  <a:lnTo>
                    <a:pt x="76" y="24"/>
                  </a:lnTo>
                  <a:lnTo>
                    <a:pt x="79" y="25"/>
                  </a:lnTo>
                  <a:lnTo>
                    <a:pt x="79" y="29"/>
                  </a:lnTo>
                  <a:lnTo>
                    <a:pt x="83" y="30"/>
                  </a:lnTo>
                  <a:lnTo>
                    <a:pt x="86" y="33"/>
                  </a:lnTo>
                  <a:lnTo>
                    <a:pt x="87" y="33"/>
                  </a:lnTo>
                  <a:lnTo>
                    <a:pt x="91" y="32"/>
                  </a:lnTo>
                  <a:lnTo>
                    <a:pt x="92" y="33"/>
                  </a:lnTo>
                  <a:lnTo>
                    <a:pt x="95" y="32"/>
                  </a:lnTo>
                  <a:lnTo>
                    <a:pt x="98" y="32"/>
                  </a:lnTo>
                  <a:lnTo>
                    <a:pt x="98" y="34"/>
                  </a:lnTo>
                  <a:lnTo>
                    <a:pt x="98" y="40"/>
                  </a:lnTo>
                  <a:lnTo>
                    <a:pt x="99" y="45"/>
                  </a:lnTo>
                  <a:lnTo>
                    <a:pt x="99" y="50"/>
                  </a:lnTo>
                  <a:lnTo>
                    <a:pt x="91" y="51"/>
                  </a:lnTo>
                  <a:lnTo>
                    <a:pt x="87" y="49"/>
                  </a:lnTo>
                  <a:lnTo>
                    <a:pt x="84" y="50"/>
                  </a:lnTo>
                  <a:lnTo>
                    <a:pt x="74" y="47"/>
                  </a:lnTo>
                  <a:lnTo>
                    <a:pt x="70" y="47"/>
                  </a:lnTo>
                  <a:lnTo>
                    <a:pt x="67" y="49"/>
                  </a:lnTo>
                  <a:lnTo>
                    <a:pt x="61" y="46"/>
                  </a:lnTo>
                  <a:lnTo>
                    <a:pt x="58" y="43"/>
                  </a:lnTo>
                  <a:lnTo>
                    <a:pt x="57" y="41"/>
                  </a:lnTo>
                  <a:lnTo>
                    <a:pt x="51" y="40"/>
                  </a:lnTo>
                  <a:lnTo>
                    <a:pt x="45" y="41"/>
                  </a:lnTo>
                  <a:lnTo>
                    <a:pt x="44" y="40"/>
                  </a:lnTo>
                  <a:lnTo>
                    <a:pt x="37" y="40"/>
                  </a:lnTo>
                  <a:lnTo>
                    <a:pt x="33" y="37"/>
                  </a:lnTo>
                  <a:lnTo>
                    <a:pt x="30" y="37"/>
                  </a:lnTo>
                  <a:lnTo>
                    <a:pt x="28" y="36"/>
                  </a:lnTo>
                  <a:lnTo>
                    <a:pt x="24" y="34"/>
                  </a:lnTo>
                  <a:lnTo>
                    <a:pt x="20" y="30"/>
                  </a:lnTo>
                  <a:lnTo>
                    <a:pt x="15" y="26"/>
                  </a:lnTo>
                  <a:lnTo>
                    <a:pt x="11" y="25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4" y="22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5" y="4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6" name="Freeform 371"/>
            <p:cNvSpPr>
              <a:spLocks/>
            </p:cNvSpPr>
            <p:nvPr/>
          </p:nvSpPr>
          <p:spPr bwMode="auto">
            <a:xfrm>
              <a:off x="7564526" y="3160198"/>
              <a:ext cx="421266" cy="456794"/>
            </a:xfrm>
            <a:custGeom>
              <a:avLst/>
              <a:gdLst>
                <a:gd name="T0" fmla="*/ 129 w 166"/>
                <a:gd name="T1" fmla="*/ 2 h 180"/>
                <a:gd name="T2" fmla="*/ 126 w 166"/>
                <a:gd name="T3" fmla="*/ 12 h 180"/>
                <a:gd name="T4" fmla="*/ 138 w 166"/>
                <a:gd name="T5" fmla="*/ 18 h 180"/>
                <a:gd name="T6" fmla="*/ 139 w 166"/>
                <a:gd name="T7" fmla="*/ 28 h 180"/>
                <a:gd name="T8" fmla="*/ 139 w 166"/>
                <a:gd name="T9" fmla="*/ 38 h 180"/>
                <a:gd name="T10" fmla="*/ 150 w 166"/>
                <a:gd name="T11" fmla="*/ 54 h 180"/>
                <a:gd name="T12" fmla="*/ 162 w 166"/>
                <a:gd name="T13" fmla="*/ 58 h 180"/>
                <a:gd name="T14" fmla="*/ 162 w 166"/>
                <a:gd name="T15" fmla="*/ 64 h 180"/>
                <a:gd name="T16" fmla="*/ 154 w 166"/>
                <a:gd name="T17" fmla="*/ 71 h 180"/>
                <a:gd name="T18" fmla="*/ 153 w 166"/>
                <a:gd name="T19" fmla="*/ 85 h 180"/>
                <a:gd name="T20" fmla="*/ 149 w 166"/>
                <a:gd name="T21" fmla="*/ 96 h 180"/>
                <a:gd name="T22" fmla="*/ 141 w 166"/>
                <a:gd name="T23" fmla="*/ 108 h 180"/>
                <a:gd name="T24" fmla="*/ 124 w 166"/>
                <a:gd name="T25" fmla="*/ 122 h 180"/>
                <a:gd name="T26" fmla="*/ 114 w 166"/>
                <a:gd name="T27" fmla="*/ 121 h 180"/>
                <a:gd name="T28" fmla="*/ 107 w 166"/>
                <a:gd name="T29" fmla="*/ 130 h 180"/>
                <a:gd name="T30" fmla="*/ 105 w 166"/>
                <a:gd name="T31" fmla="*/ 138 h 180"/>
                <a:gd name="T32" fmla="*/ 113 w 166"/>
                <a:gd name="T33" fmla="*/ 142 h 180"/>
                <a:gd name="T34" fmla="*/ 120 w 166"/>
                <a:gd name="T35" fmla="*/ 153 h 180"/>
                <a:gd name="T36" fmla="*/ 125 w 166"/>
                <a:gd name="T37" fmla="*/ 166 h 180"/>
                <a:gd name="T38" fmla="*/ 121 w 166"/>
                <a:gd name="T39" fmla="*/ 171 h 180"/>
                <a:gd name="T40" fmla="*/ 117 w 166"/>
                <a:gd name="T41" fmla="*/ 170 h 180"/>
                <a:gd name="T42" fmla="*/ 101 w 166"/>
                <a:gd name="T43" fmla="*/ 171 h 180"/>
                <a:gd name="T44" fmla="*/ 96 w 166"/>
                <a:gd name="T45" fmla="*/ 180 h 180"/>
                <a:gd name="T46" fmla="*/ 87 w 166"/>
                <a:gd name="T47" fmla="*/ 178 h 180"/>
                <a:gd name="T48" fmla="*/ 82 w 166"/>
                <a:gd name="T49" fmla="*/ 175 h 180"/>
                <a:gd name="T50" fmla="*/ 82 w 166"/>
                <a:gd name="T51" fmla="*/ 168 h 180"/>
                <a:gd name="T52" fmla="*/ 74 w 166"/>
                <a:gd name="T53" fmla="*/ 164 h 180"/>
                <a:gd name="T54" fmla="*/ 74 w 166"/>
                <a:gd name="T55" fmla="*/ 160 h 180"/>
                <a:gd name="T56" fmla="*/ 64 w 166"/>
                <a:gd name="T57" fmla="*/ 156 h 180"/>
                <a:gd name="T58" fmla="*/ 58 w 166"/>
                <a:gd name="T59" fmla="*/ 156 h 180"/>
                <a:gd name="T60" fmla="*/ 49 w 166"/>
                <a:gd name="T61" fmla="*/ 160 h 180"/>
                <a:gd name="T62" fmla="*/ 42 w 166"/>
                <a:gd name="T63" fmla="*/ 158 h 180"/>
                <a:gd name="T64" fmla="*/ 37 w 166"/>
                <a:gd name="T65" fmla="*/ 156 h 180"/>
                <a:gd name="T66" fmla="*/ 33 w 166"/>
                <a:gd name="T67" fmla="*/ 159 h 180"/>
                <a:gd name="T68" fmla="*/ 25 w 166"/>
                <a:gd name="T69" fmla="*/ 160 h 180"/>
                <a:gd name="T70" fmla="*/ 18 w 166"/>
                <a:gd name="T71" fmla="*/ 162 h 180"/>
                <a:gd name="T72" fmla="*/ 16 w 166"/>
                <a:gd name="T73" fmla="*/ 158 h 180"/>
                <a:gd name="T74" fmla="*/ 16 w 166"/>
                <a:gd name="T75" fmla="*/ 146 h 180"/>
                <a:gd name="T76" fmla="*/ 28 w 166"/>
                <a:gd name="T77" fmla="*/ 139 h 180"/>
                <a:gd name="T78" fmla="*/ 29 w 166"/>
                <a:gd name="T79" fmla="*/ 133 h 180"/>
                <a:gd name="T80" fmla="*/ 25 w 166"/>
                <a:gd name="T81" fmla="*/ 125 h 180"/>
                <a:gd name="T82" fmla="*/ 18 w 166"/>
                <a:gd name="T83" fmla="*/ 118 h 180"/>
                <a:gd name="T84" fmla="*/ 8 w 166"/>
                <a:gd name="T85" fmla="*/ 112 h 180"/>
                <a:gd name="T86" fmla="*/ 16 w 166"/>
                <a:gd name="T87" fmla="*/ 105 h 180"/>
                <a:gd name="T88" fmla="*/ 39 w 166"/>
                <a:gd name="T89" fmla="*/ 103 h 180"/>
                <a:gd name="T90" fmla="*/ 58 w 166"/>
                <a:gd name="T91" fmla="*/ 101 h 180"/>
                <a:gd name="T92" fmla="*/ 62 w 166"/>
                <a:gd name="T93" fmla="*/ 92 h 180"/>
                <a:gd name="T94" fmla="*/ 64 w 166"/>
                <a:gd name="T95" fmla="*/ 83 h 180"/>
                <a:gd name="T96" fmla="*/ 70 w 166"/>
                <a:gd name="T97" fmla="*/ 79 h 180"/>
                <a:gd name="T98" fmla="*/ 79 w 166"/>
                <a:gd name="T99" fmla="*/ 71 h 180"/>
                <a:gd name="T100" fmla="*/ 87 w 166"/>
                <a:gd name="T101" fmla="*/ 71 h 180"/>
                <a:gd name="T102" fmla="*/ 93 w 166"/>
                <a:gd name="T103" fmla="*/ 68 h 180"/>
                <a:gd name="T104" fmla="*/ 93 w 166"/>
                <a:gd name="T105" fmla="*/ 58 h 180"/>
                <a:gd name="T106" fmla="*/ 100 w 166"/>
                <a:gd name="T107" fmla="*/ 50 h 180"/>
                <a:gd name="T108" fmla="*/ 96 w 166"/>
                <a:gd name="T109" fmla="*/ 41 h 180"/>
                <a:gd name="T110" fmla="*/ 111 w 166"/>
                <a:gd name="T111" fmla="*/ 35 h 180"/>
                <a:gd name="T112" fmla="*/ 113 w 166"/>
                <a:gd name="T113" fmla="*/ 17 h 180"/>
                <a:gd name="T114" fmla="*/ 114 w 166"/>
                <a:gd name="T115" fmla="*/ 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6" h="180">
                  <a:moveTo>
                    <a:pt x="122" y="0"/>
                  </a:moveTo>
                  <a:lnTo>
                    <a:pt x="125" y="1"/>
                  </a:lnTo>
                  <a:lnTo>
                    <a:pt x="128" y="0"/>
                  </a:lnTo>
                  <a:lnTo>
                    <a:pt x="129" y="2"/>
                  </a:lnTo>
                  <a:lnTo>
                    <a:pt x="122" y="6"/>
                  </a:lnTo>
                  <a:lnTo>
                    <a:pt x="124" y="10"/>
                  </a:lnTo>
                  <a:lnTo>
                    <a:pt x="125" y="13"/>
                  </a:lnTo>
                  <a:lnTo>
                    <a:pt x="126" y="12"/>
                  </a:lnTo>
                  <a:lnTo>
                    <a:pt x="129" y="12"/>
                  </a:lnTo>
                  <a:lnTo>
                    <a:pt x="132" y="13"/>
                  </a:lnTo>
                  <a:lnTo>
                    <a:pt x="136" y="17"/>
                  </a:lnTo>
                  <a:lnTo>
                    <a:pt x="138" y="18"/>
                  </a:lnTo>
                  <a:lnTo>
                    <a:pt x="138" y="21"/>
                  </a:lnTo>
                  <a:lnTo>
                    <a:pt x="142" y="22"/>
                  </a:lnTo>
                  <a:lnTo>
                    <a:pt x="142" y="25"/>
                  </a:lnTo>
                  <a:lnTo>
                    <a:pt x="139" y="28"/>
                  </a:lnTo>
                  <a:lnTo>
                    <a:pt x="138" y="30"/>
                  </a:lnTo>
                  <a:lnTo>
                    <a:pt x="137" y="30"/>
                  </a:lnTo>
                  <a:lnTo>
                    <a:pt x="137" y="34"/>
                  </a:lnTo>
                  <a:lnTo>
                    <a:pt x="139" y="38"/>
                  </a:lnTo>
                  <a:lnTo>
                    <a:pt x="141" y="46"/>
                  </a:lnTo>
                  <a:lnTo>
                    <a:pt x="141" y="49"/>
                  </a:lnTo>
                  <a:lnTo>
                    <a:pt x="146" y="53"/>
                  </a:lnTo>
                  <a:lnTo>
                    <a:pt x="150" y="54"/>
                  </a:lnTo>
                  <a:lnTo>
                    <a:pt x="154" y="55"/>
                  </a:lnTo>
                  <a:lnTo>
                    <a:pt x="155" y="59"/>
                  </a:lnTo>
                  <a:lnTo>
                    <a:pt x="159" y="59"/>
                  </a:lnTo>
                  <a:lnTo>
                    <a:pt x="162" y="58"/>
                  </a:lnTo>
                  <a:lnTo>
                    <a:pt x="164" y="59"/>
                  </a:lnTo>
                  <a:lnTo>
                    <a:pt x="166" y="62"/>
                  </a:lnTo>
                  <a:lnTo>
                    <a:pt x="163" y="64"/>
                  </a:lnTo>
                  <a:lnTo>
                    <a:pt x="162" y="64"/>
                  </a:lnTo>
                  <a:lnTo>
                    <a:pt x="159" y="66"/>
                  </a:lnTo>
                  <a:lnTo>
                    <a:pt x="157" y="66"/>
                  </a:lnTo>
                  <a:lnTo>
                    <a:pt x="154" y="70"/>
                  </a:lnTo>
                  <a:lnTo>
                    <a:pt x="154" y="71"/>
                  </a:lnTo>
                  <a:lnTo>
                    <a:pt x="155" y="75"/>
                  </a:lnTo>
                  <a:lnTo>
                    <a:pt x="155" y="81"/>
                  </a:lnTo>
                  <a:lnTo>
                    <a:pt x="154" y="84"/>
                  </a:lnTo>
                  <a:lnTo>
                    <a:pt x="153" y="85"/>
                  </a:lnTo>
                  <a:lnTo>
                    <a:pt x="149" y="89"/>
                  </a:lnTo>
                  <a:lnTo>
                    <a:pt x="150" y="91"/>
                  </a:lnTo>
                  <a:lnTo>
                    <a:pt x="150" y="92"/>
                  </a:lnTo>
                  <a:lnTo>
                    <a:pt x="149" y="96"/>
                  </a:lnTo>
                  <a:lnTo>
                    <a:pt x="146" y="97"/>
                  </a:lnTo>
                  <a:lnTo>
                    <a:pt x="143" y="101"/>
                  </a:lnTo>
                  <a:lnTo>
                    <a:pt x="142" y="105"/>
                  </a:lnTo>
                  <a:lnTo>
                    <a:pt x="141" y="108"/>
                  </a:lnTo>
                  <a:lnTo>
                    <a:pt x="136" y="112"/>
                  </a:lnTo>
                  <a:lnTo>
                    <a:pt x="133" y="118"/>
                  </a:lnTo>
                  <a:lnTo>
                    <a:pt x="129" y="122"/>
                  </a:lnTo>
                  <a:lnTo>
                    <a:pt x="124" y="122"/>
                  </a:lnTo>
                  <a:lnTo>
                    <a:pt x="118" y="125"/>
                  </a:lnTo>
                  <a:lnTo>
                    <a:pt x="117" y="125"/>
                  </a:lnTo>
                  <a:lnTo>
                    <a:pt x="117" y="122"/>
                  </a:lnTo>
                  <a:lnTo>
                    <a:pt x="114" y="121"/>
                  </a:lnTo>
                  <a:lnTo>
                    <a:pt x="112" y="122"/>
                  </a:lnTo>
                  <a:lnTo>
                    <a:pt x="111" y="124"/>
                  </a:lnTo>
                  <a:lnTo>
                    <a:pt x="109" y="126"/>
                  </a:lnTo>
                  <a:lnTo>
                    <a:pt x="107" y="130"/>
                  </a:lnTo>
                  <a:lnTo>
                    <a:pt x="105" y="130"/>
                  </a:lnTo>
                  <a:lnTo>
                    <a:pt x="103" y="135"/>
                  </a:lnTo>
                  <a:lnTo>
                    <a:pt x="103" y="138"/>
                  </a:lnTo>
                  <a:lnTo>
                    <a:pt x="105" y="138"/>
                  </a:lnTo>
                  <a:lnTo>
                    <a:pt x="108" y="139"/>
                  </a:lnTo>
                  <a:lnTo>
                    <a:pt x="109" y="138"/>
                  </a:lnTo>
                  <a:lnTo>
                    <a:pt x="112" y="139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3" y="150"/>
                  </a:lnTo>
                  <a:lnTo>
                    <a:pt x="117" y="153"/>
                  </a:lnTo>
                  <a:lnTo>
                    <a:pt x="120" y="153"/>
                  </a:lnTo>
                  <a:lnTo>
                    <a:pt x="121" y="154"/>
                  </a:lnTo>
                  <a:lnTo>
                    <a:pt x="121" y="155"/>
                  </a:lnTo>
                  <a:lnTo>
                    <a:pt x="122" y="158"/>
                  </a:lnTo>
                  <a:lnTo>
                    <a:pt x="125" y="166"/>
                  </a:lnTo>
                  <a:lnTo>
                    <a:pt x="125" y="167"/>
                  </a:lnTo>
                  <a:lnTo>
                    <a:pt x="126" y="168"/>
                  </a:lnTo>
                  <a:lnTo>
                    <a:pt x="124" y="170"/>
                  </a:lnTo>
                  <a:lnTo>
                    <a:pt x="121" y="171"/>
                  </a:lnTo>
                  <a:lnTo>
                    <a:pt x="120" y="170"/>
                  </a:lnTo>
                  <a:lnTo>
                    <a:pt x="121" y="168"/>
                  </a:lnTo>
                  <a:lnTo>
                    <a:pt x="118" y="168"/>
                  </a:lnTo>
                  <a:lnTo>
                    <a:pt x="117" y="170"/>
                  </a:lnTo>
                  <a:lnTo>
                    <a:pt x="113" y="171"/>
                  </a:lnTo>
                  <a:lnTo>
                    <a:pt x="104" y="171"/>
                  </a:lnTo>
                  <a:lnTo>
                    <a:pt x="103" y="172"/>
                  </a:lnTo>
                  <a:lnTo>
                    <a:pt x="101" y="171"/>
                  </a:lnTo>
                  <a:lnTo>
                    <a:pt x="100" y="175"/>
                  </a:lnTo>
                  <a:lnTo>
                    <a:pt x="99" y="175"/>
                  </a:lnTo>
                  <a:lnTo>
                    <a:pt x="96" y="176"/>
                  </a:lnTo>
                  <a:lnTo>
                    <a:pt x="96" y="180"/>
                  </a:lnTo>
                  <a:lnTo>
                    <a:pt x="93" y="180"/>
                  </a:lnTo>
                  <a:lnTo>
                    <a:pt x="93" y="179"/>
                  </a:lnTo>
                  <a:lnTo>
                    <a:pt x="89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3" y="175"/>
                  </a:lnTo>
                  <a:lnTo>
                    <a:pt x="83" y="175"/>
                  </a:lnTo>
                  <a:lnTo>
                    <a:pt x="82" y="175"/>
                  </a:lnTo>
                  <a:lnTo>
                    <a:pt x="83" y="174"/>
                  </a:lnTo>
                  <a:lnTo>
                    <a:pt x="83" y="172"/>
                  </a:lnTo>
                  <a:lnTo>
                    <a:pt x="82" y="172"/>
                  </a:lnTo>
                  <a:lnTo>
                    <a:pt x="82" y="168"/>
                  </a:lnTo>
                  <a:lnTo>
                    <a:pt x="79" y="164"/>
                  </a:lnTo>
                  <a:lnTo>
                    <a:pt x="79" y="163"/>
                  </a:lnTo>
                  <a:lnTo>
                    <a:pt x="75" y="164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0"/>
                  </a:lnTo>
                  <a:lnTo>
                    <a:pt x="72" y="158"/>
                  </a:lnTo>
                  <a:lnTo>
                    <a:pt x="71" y="156"/>
                  </a:lnTo>
                  <a:lnTo>
                    <a:pt x="67" y="156"/>
                  </a:lnTo>
                  <a:lnTo>
                    <a:pt x="64" y="156"/>
                  </a:lnTo>
                  <a:lnTo>
                    <a:pt x="60" y="156"/>
                  </a:lnTo>
                  <a:lnTo>
                    <a:pt x="59" y="156"/>
                  </a:lnTo>
                  <a:lnTo>
                    <a:pt x="59" y="156"/>
                  </a:lnTo>
                  <a:lnTo>
                    <a:pt x="58" y="156"/>
                  </a:lnTo>
                  <a:lnTo>
                    <a:pt x="55" y="158"/>
                  </a:lnTo>
                  <a:lnTo>
                    <a:pt x="54" y="158"/>
                  </a:lnTo>
                  <a:lnTo>
                    <a:pt x="51" y="158"/>
                  </a:lnTo>
                  <a:lnTo>
                    <a:pt x="49" y="160"/>
                  </a:lnTo>
                  <a:lnTo>
                    <a:pt x="46" y="160"/>
                  </a:lnTo>
                  <a:lnTo>
                    <a:pt x="45" y="159"/>
                  </a:lnTo>
                  <a:lnTo>
                    <a:pt x="43" y="159"/>
                  </a:lnTo>
                  <a:lnTo>
                    <a:pt x="42" y="158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39" y="158"/>
                  </a:lnTo>
                  <a:lnTo>
                    <a:pt x="37" y="156"/>
                  </a:lnTo>
                  <a:lnTo>
                    <a:pt x="35" y="158"/>
                  </a:lnTo>
                  <a:lnTo>
                    <a:pt x="35" y="159"/>
                  </a:lnTo>
                  <a:lnTo>
                    <a:pt x="34" y="159"/>
                  </a:lnTo>
                  <a:lnTo>
                    <a:pt x="33" y="159"/>
                  </a:lnTo>
                  <a:lnTo>
                    <a:pt x="30" y="159"/>
                  </a:lnTo>
                  <a:lnTo>
                    <a:pt x="29" y="159"/>
                  </a:lnTo>
                  <a:lnTo>
                    <a:pt x="26" y="159"/>
                  </a:lnTo>
                  <a:lnTo>
                    <a:pt x="25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7" y="162"/>
                  </a:lnTo>
                  <a:lnTo>
                    <a:pt x="17" y="160"/>
                  </a:lnTo>
                  <a:lnTo>
                    <a:pt x="16" y="160"/>
                  </a:lnTo>
                  <a:lnTo>
                    <a:pt x="16" y="158"/>
                  </a:lnTo>
                  <a:lnTo>
                    <a:pt x="16" y="154"/>
                  </a:lnTo>
                  <a:lnTo>
                    <a:pt x="14" y="151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7" y="145"/>
                  </a:lnTo>
                  <a:lnTo>
                    <a:pt x="21" y="142"/>
                  </a:lnTo>
                  <a:lnTo>
                    <a:pt x="22" y="141"/>
                  </a:lnTo>
                  <a:lnTo>
                    <a:pt x="28" y="139"/>
                  </a:lnTo>
                  <a:lnTo>
                    <a:pt x="30" y="141"/>
                  </a:lnTo>
                  <a:lnTo>
                    <a:pt x="33" y="139"/>
                  </a:lnTo>
                  <a:lnTo>
                    <a:pt x="32" y="134"/>
                  </a:lnTo>
                  <a:lnTo>
                    <a:pt x="29" y="133"/>
                  </a:lnTo>
                  <a:lnTo>
                    <a:pt x="26" y="133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5"/>
                  </a:lnTo>
                  <a:lnTo>
                    <a:pt x="25" y="121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18" y="118"/>
                  </a:lnTo>
                  <a:lnTo>
                    <a:pt x="14" y="118"/>
                  </a:lnTo>
                  <a:lnTo>
                    <a:pt x="13" y="117"/>
                  </a:lnTo>
                  <a:lnTo>
                    <a:pt x="10" y="114"/>
                  </a:lnTo>
                  <a:lnTo>
                    <a:pt x="8" y="112"/>
                  </a:lnTo>
                  <a:lnTo>
                    <a:pt x="6" y="109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16" y="105"/>
                  </a:lnTo>
                  <a:lnTo>
                    <a:pt x="30" y="105"/>
                  </a:lnTo>
                  <a:lnTo>
                    <a:pt x="34" y="104"/>
                  </a:lnTo>
                  <a:lnTo>
                    <a:pt x="38" y="104"/>
                  </a:lnTo>
                  <a:lnTo>
                    <a:pt x="39" y="103"/>
                  </a:lnTo>
                  <a:lnTo>
                    <a:pt x="43" y="101"/>
                  </a:lnTo>
                  <a:lnTo>
                    <a:pt x="50" y="101"/>
                  </a:lnTo>
                  <a:lnTo>
                    <a:pt x="54" y="101"/>
                  </a:lnTo>
                  <a:lnTo>
                    <a:pt x="58" y="101"/>
                  </a:lnTo>
                  <a:lnTo>
                    <a:pt x="62" y="99"/>
                  </a:lnTo>
                  <a:lnTo>
                    <a:pt x="63" y="97"/>
                  </a:lnTo>
                  <a:lnTo>
                    <a:pt x="62" y="95"/>
                  </a:lnTo>
                  <a:lnTo>
                    <a:pt x="62" y="92"/>
                  </a:lnTo>
                  <a:lnTo>
                    <a:pt x="60" y="88"/>
                  </a:lnTo>
                  <a:lnTo>
                    <a:pt x="60" y="85"/>
                  </a:lnTo>
                  <a:lnTo>
                    <a:pt x="63" y="83"/>
                  </a:lnTo>
                  <a:lnTo>
                    <a:pt x="64" y="83"/>
                  </a:lnTo>
                  <a:lnTo>
                    <a:pt x="66" y="80"/>
                  </a:lnTo>
                  <a:lnTo>
                    <a:pt x="66" y="79"/>
                  </a:lnTo>
                  <a:lnTo>
                    <a:pt x="68" y="78"/>
                  </a:lnTo>
                  <a:lnTo>
                    <a:pt x="70" y="79"/>
                  </a:lnTo>
                  <a:lnTo>
                    <a:pt x="75" y="78"/>
                  </a:lnTo>
                  <a:lnTo>
                    <a:pt x="76" y="75"/>
                  </a:lnTo>
                  <a:lnTo>
                    <a:pt x="74" y="75"/>
                  </a:lnTo>
                  <a:lnTo>
                    <a:pt x="79" y="71"/>
                  </a:lnTo>
                  <a:lnTo>
                    <a:pt x="79" y="70"/>
                  </a:lnTo>
                  <a:lnTo>
                    <a:pt x="82" y="70"/>
                  </a:lnTo>
                  <a:lnTo>
                    <a:pt x="83" y="71"/>
                  </a:lnTo>
                  <a:lnTo>
                    <a:pt x="87" y="71"/>
                  </a:lnTo>
                  <a:lnTo>
                    <a:pt x="87" y="70"/>
                  </a:lnTo>
                  <a:lnTo>
                    <a:pt x="88" y="70"/>
                  </a:lnTo>
                  <a:lnTo>
                    <a:pt x="91" y="72"/>
                  </a:lnTo>
                  <a:lnTo>
                    <a:pt x="93" y="68"/>
                  </a:lnTo>
                  <a:lnTo>
                    <a:pt x="92" y="63"/>
                  </a:lnTo>
                  <a:lnTo>
                    <a:pt x="92" y="62"/>
                  </a:lnTo>
                  <a:lnTo>
                    <a:pt x="93" y="60"/>
                  </a:lnTo>
                  <a:lnTo>
                    <a:pt x="93" y="58"/>
                  </a:lnTo>
                  <a:lnTo>
                    <a:pt x="93" y="54"/>
                  </a:lnTo>
                  <a:lnTo>
                    <a:pt x="95" y="51"/>
                  </a:lnTo>
                  <a:lnTo>
                    <a:pt x="97" y="51"/>
                  </a:lnTo>
                  <a:lnTo>
                    <a:pt x="100" y="50"/>
                  </a:lnTo>
                  <a:lnTo>
                    <a:pt x="101" y="47"/>
                  </a:lnTo>
                  <a:lnTo>
                    <a:pt x="100" y="45"/>
                  </a:lnTo>
                  <a:lnTo>
                    <a:pt x="97" y="43"/>
                  </a:lnTo>
                  <a:lnTo>
                    <a:pt x="96" y="41"/>
                  </a:lnTo>
                  <a:lnTo>
                    <a:pt x="99" y="38"/>
                  </a:lnTo>
                  <a:lnTo>
                    <a:pt x="103" y="39"/>
                  </a:lnTo>
                  <a:lnTo>
                    <a:pt x="108" y="39"/>
                  </a:lnTo>
                  <a:lnTo>
                    <a:pt x="111" y="35"/>
                  </a:lnTo>
                  <a:lnTo>
                    <a:pt x="111" y="31"/>
                  </a:lnTo>
                  <a:lnTo>
                    <a:pt x="108" y="29"/>
                  </a:lnTo>
                  <a:lnTo>
                    <a:pt x="113" y="22"/>
                  </a:lnTo>
                  <a:lnTo>
                    <a:pt x="113" y="17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12" y="4"/>
                  </a:lnTo>
                  <a:lnTo>
                    <a:pt x="114" y="4"/>
                  </a:lnTo>
                  <a:lnTo>
                    <a:pt x="118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7" name="Freeform 372"/>
            <p:cNvSpPr>
              <a:spLocks/>
            </p:cNvSpPr>
            <p:nvPr/>
          </p:nvSpPr>
          <p:spPr bwMode="auto">
            <a:xfrm>
              <a:off x="7874130" y="3137359"/>
              <a:ext cx="220785" cy="180181"/>
            </a:xfrm>
            <a:custGeom>
              <a:avLst/>
              <a:gdLst>
                <a:gd name="T0" fmla="*/ 33 w 87"/>
                <a:gd name="T1" fmla="*/ 0 h 71"/>
                <a:gd name="T2" fmla="*/ 37 w 87"/>
                <a:gd name="T3" fmla="*/ 5 h 71"/>
                <a:gd name="T4" fmla="*/ 45 w 87"/>
                <a:gd name="T5" fmla="*/ 15 h 71"/>
                <a:gd name="T6" fmla="*/ 48 w 87"/>
                <a:gd name="T7" fmla="*/ 19 h 71"/>
                <a:gd name="T8" fmla="*/ 53 w 87"/>
                <a:gd name="T9" fmla="*/ 22 h 71"/>
                <a:gd name="T10" fmla="*/ 61 w 87"/>
                <a:gd name="T11" fmla="*/ 22 h 71"/>
                <a:gd name="T12" fmla="*/ 66 w 87"/>
                <a:gd name="T13" fmla="*/ 26 h 71"/>
                <a:gd name="T14" fmla="*/ 71 w 87"/>
                <a:gd name="T15" fmla="*/ 34 h 71"/>
                <a:gd name="T16" fmla="*/ 78 w 87"/>
                <a:gd name="T17" fmla="*/ 39 h 71"/>
                <a:gd name="T18" fmla="*/ 81 w 87"/>
                <a:gd name="T19" fmla="*/ 48 h 71"/>
                <a:gd name="T20" fmla="*/ 86 w 87"/>
                <a:gd name="T21" fmla="*/ 55 h 71"/>
                <a:gd name="T22" fmla="*/ 87 w 87"/>
                <a:gd name="T23" fmla="*/ 64 h 71"/>
                <a:gd name="T24" fmla="*/ 86 w 87"/>
                <a:gd name="T25" fmla="*/ 64 h 71"/>
                <a:gd name="T26" fmla="*/ 81 w 87"/>
                <a:gd name="T27" fmla="*/ 68 h 71"/>
                <a:gd name="T28" fmla="*/ 73 w 87"/>
                <a:gd name="T29" fmla="*/ 65 h 71"/>
                <a:gd name="T30" fmla="*/ 68 w 87"/>
                <a:gd name="T31" fmla="*/ 60 h 71"/>
                <a:gd name="T32" fmla="*/ 58 w 87"/>
                <a:gd name="T33" fmla="*/ 58 h 71"/>
                <a:gd name="T34" fmla="*/ 54 w 87"/>
                <a:gd name="T35" fmla="*/ 60 h 71"/>
                <a:gd name="T36" fmla="*/ 48 w 87"/>
                <a:gd name="T37" fmla="*/ 64 h 71"/>
                <a:gd name="T38" fmla="*/ 44 w 87"/>
                <a:gd name="T39" fmla="*/ 71 h 71"/>
                <a:gd name="T40" fmla="*/ 40 w 87"/>
                <a:gd name="T41" fmla="*/ 67 h 71"/>
                <a:gd name="T42" fmla="*/ 33 w 87"/>
                <a:gd name="T43" fmla="*/ 68 h 71"/>
                <a:gd name="T44" fmla="*/ 28 w 87"/>
                <a:gd name="T45" fmla="*/ 63 h 71"/>
                <a:gd name="T46" fmla="*/ 19 w 87"/>
                <a:gd name="T47" fmla="*/ 58 h 71"/>
                <a:gd name="T48" fmla="*/ 17 w 87"/>
                <a:gd name="T49" fmla="*/ 47 h 71"/>
                <a:gd name="T50" fmla="*/ 15 w 87"/>
                <a:gd name="T51" fmla="*/ 39 h 71"/>
                <a:gd name="T52" fmla="*/ 17 w 87"/>
                <a:gd name="T53" fmla="*/ 37 h 71"/>
                <a:gd name="T54" fmla="*/ 20 w 87"/>
                <a:gd name="T55" fmla="*/ 31 h 71"/>
                <a:gd name="T56" fmla="*/ 16 w 87"/>
                <a:gd name="T57" fmla="*/ 27 h 71"/>
                <a:gd name="T58" fmla="*/ 10 w 87"/>
                <a:gd name="T59" fmla="*/ 22 h 71"/>
                <a:gd name="T60" fmla="*/ 4 w 87"/>
                <a:gd name="T61" fmla="*/ 21 h 71"/>
                <a:gd name="T62" fmla="*/ 2 w 87"/>
                <a:gd name="T63" fmla="*/ 19 h 71"/>
                <a:gd name="T64" fmla="*/ 7 w 87"/>
                <a:gd name="T65" fmla="*/ 11 h 71"/>
                <a:gd name="T66" fmla="*/ 15 w 87"/>
                <a:gd name="T67" fmla="*/ 8 h 71"/>
                <a:gd name="T68" fmla="*/ 21 w 87"/>
                <a:gd name="T69" fmla="*/ 1 h 71"/>
                <a:gd name="T70" fmla="*/ 23 w 87"/>
                <a:gd name="T71" fmla="*/ 1 h 71"/>
                <a:gd name="T72" fmla="*/ 27 w 87"/>
                <a:gd name="T73" fmla="*/ 2 h 71"/>
                <a:gd name="T74" fmla="*/ 31 w 87"/>
                <a:gd name="T75" fmla="*/ 1 h 71"/>
                <a:gd name="T76" fmla="*/ 32 w 87"/>
                <a:gd name="T7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71">
                  <a:moveTo>
                    <a:pt x="32" y="0"/>
                  </a:moveTo>
                  <a:lnTo>
                    <a:pt x="33" y="0"/>
                  </a:lnTo>
                  <a:lnTo>
                    <a:pt x="36" y="1"/>
                  </a:lnTo>
                  <a:lnTo>
                    <a:pt x="37" y="5"/>
                  </a:lnTo>
                  <a:lnTo>
                    <a:pt x="42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8" y="19"/>
                  </a:lnTo>
                  <a:lnTo>
                    <a:pt x="49" y="21"/>
                  </a:lnTo>
                  <a:lnTo>
                    <a:pt x="53" y="22"/>
                  </a:lnTo>
                  <a:lnTo>
                    <a:pt x="58" y="22"/>
                  </a:lnTo>
                  <a:lnTo>
                    <a:pt x="61" y="22"/>
                  </a:lnTo>
                  <a:lnTo>
                    <a:pt x="61" y="25"/>
                  </a:lnTo>
                  <a:lnTo>
                    <a:pt x="66" y="26"/>
                  </a:lnTo>
                  <a:lnTo>
                    <a:pt x="70" y="29"/>
                  </a:lnTo>
                  <a:lnTo>
                    <a:pt x="71" y="34"/>
                  </a:lnTo>
                  <a:lnTo>
                    <a:pt x="74" y="38"/>
                  </a:lnTo>
                  <a:lnTo>
                    <a:pt x="78" y="39"/>
                  </a:lnTo>
                  <a:lnTo>
                    <a:pt x="81" y="43"/>
                  </a:lnTo>
                  <a:lnTo>
                    <a:pt x="81" y="48"/>
                  </a:lnTo>
                  <a:lnTo>
                    <a:pt x="82" y="54"/>
                  </a:lnTo>
                  <a:lnTo>
                    <a:pt x="86" y="55"/>
                  </a:lnTo>
                  <a:lnTo>
                    <a:pt x="87" y="60"/>
                  </a:lnTo>
                  <a:lnTo>
                    <a:pt x="87" y="64"/>
                  </a:lnTo>
                  <a:lnTo>
                    <a:pt x="86" y="67"/>
                  </a:lnTo>
                  <a:lnTo>
                    <a:pt x="86" y="64"/>
                  </a:lnTo>
                  <a:lnTo>
                    <a:pt x="83" y="64"/>
                  </a:lnTo>
                  <a:lnTo>
                    <a:pt x="81" y="68"/>
                  </a:lnTo>
                  <a:lnTo>
                    <a:pt x="75" y="64"/>
                  </a:lnTo>
                  <a:lnTo>
                    <a:pt x="73" y="65"/>
                  </a:lnTo>
                  <a:lnTo>
                    <a:pt x="71" y="62"/>
                  </a:lnTo>
                  <a:lnTo>
                    <a:pt x="68" y="60"/>
                  </a:lnTo>
                  <a:lnTo>
                    <a:pt x="65" y="63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4" y="60"/>
                  </a:lnTo>
                  <a:lnTo>
                    <a:pt x="52" y="62"/>
                  </a:lnTo>
                  <a:lnTo>
                    <a:pt x="48" y="64"/>
                  </a:lnTo>
                  <a:lnTo>
                    <a:pt x="44" y="69"/>
                  </a:lnTo>
                  <a:lnTo>
                    <a:pt x="44" y="71"/>
                  </a:lnTo>
                  <a:lnTo>
                    <a:pt x="42" y="68"/>
                  </a:lnTo>
                  <a:lnTo>
                    <a:pt x="40" y="67"/>
                  </a:lnTo>
                  <a:lnTo>
                    <a:pt x="37" y="68"/>
                  </a:lnTo>
                  <a:lnTo>
                    <a:pt x="33" y="68"/>
                  </a:lnTo>
                  <a:lnTo>
                    <a:pt x="32" y="64"/>
                  </a:lnTo>
                  <a:lnTo>
                    <a:pt x="28" y="63"/>
                  </a:lnTo>
                  <a:lnTo>
                    <a:pt x="24" y="62"/>
                  </a:lnTo>
                  <a:lnTo>
                    <a:pt x="19" y="58"/>
                  </a:lnTo>
                  <a:lnTo>
                    <a:pt x="19" y="55"/>
                  </a:lnTo>
                  <a:lnTo>
                    <a:pt x="17" y="47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6" y="39"/>
                  </a:lnTo>
                  <a:lnTo>
                    <a:pt x="17" y="37"/>
                  </a:lnTo>
                  <a:lnTo>
                    <a:pt x="20" y="34"/>
                  </a:lnTo>
                  <a:lnTo>
                    <a:pt x="20" y="31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4" y="26"/>
                  </a:lnTo>
                  <a:lnTo>
                    <a:pt x="10" y="22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3" y="22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7" y="11"/>
                  </a:lnTo>
                  <a:lnTo>
                    <a:pt x="6" y="9"/>
                  </a:lnTo>
                  <a:lnTo>
                    <a:pt x="15" y="8"/>
                  </a:lnTo>
                  <a:lnTo>
                    <a:pt x="20" y="5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8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" name="Freeform 373"/>
            <p:cNvSpPr>
              <a:spLocks/>
            </p:cNvSpPr>
            <p:nvPr/>
          </p:nvSpPr>
          <p:spPr bwMode="auto">
            <a:xfrm>
              <a:off x="7534073" y="3096755"/>
              <a:ext cx="400964" cy="329907"/>
            </a:xfrm>
            <a:custGeom>
              <a:avLst/>
              <a:gdLst>
                <a:gd name="T0" fmla="*/ 113 w 158"/>
                <a:gd name="T1" fmla="*/ 1 h 130"/>
                <a:gd name="T2" fmla="*/ 116 w 158"/>
                <a:gd name="T3" fmla="*/ 6 h 130"/>
                <a:gd name="T4" fmla="*/ 119 w 158"/>
                <a:gd name="T5" fmla="*/ 10 h 130"/>
                <a:gd name="T6" fmla="*/ 120 w 158"/>
                <a:gd name="T7" fmla="*/ 21 h 130"/>
                <a:gd name="T8" fmla="*/ 124 w 158"/>
                <a:gd name="T9" fmla="*/ 26 h 130"/>
                <a:gd name="T10" fmla="*/ 129 w 158"/>
                <a:gd name="T11" fmla="*/ 24 h 130"/>
                <a:gd name="T12" fmla="*/ 136 w 158"/>
                <a:gd name="T13" fmla="*/ 17 h 130"/>
                <a:gd name="T14" fmla="*/ 146 w 158"/>
                <a:gd name="T15" fmla="*/ 12 h 130"/>
                <a:gd name="T16" fmla="*/ 151 w 158"/>
                <a:gd name="T17" fmla="*/ 12 h 130"/>
                <a:gd name="T18" fmla="*/ 154 w 158"/>
                <a:gd name="T19" fmla="*/ 17 h 130"/>
                <a:gd name="T20" fmla="*/ 149 w 158"/>
                <a:gd name="T21" fmla="*/ 24 h 130"/>
                <a:gd name="T22" fmla="*/ 130 w 158"/>
                <a:gd name="T23" fmla="*/ 26 h 130"/>
                <a:gd name="T24" fmla="*/ 121 w 158"/>
                <a:gd name="T25" fmla="*/ 33 h 130"/>
                <a:gd name="T26" fmla="*/ 125 w 158"/>
                <a:gd name="T27" fmla="*/ 47 h 130"/>
                <a:gd name="T28" fmla="*/ 123 w 158"/>
                <a:gd name="T29" fmla="*/ 60 h 130"/>
                <a:gd name="T30" fmla="*/ 111 w 158"/>
                <a:gd name="T31" fmla="*/ 63 h 130"/>
                <a:gd name="T32" fmla="*/ 112 w 158"/>
                <a:gd name="T33" fmla="*/ 70 h 130"/>
                <a:gd name="T34" fmla="*/ 109 w 158"/>
                <a:gd name="T35" fmla="*/ 76 h 130"/>
                <a:gd name="T36" fmla="*/ 105 w 158"/>
                <a:gd name="T37" fmla="*/ 83 h 130"/>
                <a:gd name="T38" fmla="*/ 104 w 158"/>
                <a:gd name="T39" fmla="*/ 88 h 130"/>
                <a:gd name="T40" fmla="*/ 100 w 158"/>
                <a:gd name="T41" fmla="*/ 95 h 130"/>
                <a:gd name="T42" fmla="*/ 95 w 158"/>
                <a:gd name="T43" fmla="*/ 96 h 130"/>
                <a:gd name="T44" fmla="*/ 91 w 158"/>
                <a:gd name="T45" fmla="*/ 96 h 130"/>
                <a:gd name="T46" fmla="*/ 87 w 158"/>
                <a:gd name="T47" fmla="*/ 103 h 130"/>
                <a:gd name="T48" fmla="*/ 78 w 158"/>
                <a:gd name="T49" fmla="*/ 104 h 130"/>
                <a:gd name="T50" fmla="*/ 75 w 158"/>
                <a:gd name="T51" fmla="*/ 108 h 130"/>
                <a:gd name="T52" fmla="*/ 74 w 158"/>
                <a:gd name="T53" fmla="*/ 117 h 130"/>
                <a:gd name="T54" fmla="*/ 74 w 158"/>
                <a:gd name="T55" fmla="*/ 124 h 130"/>
                <a:gd name="T56" fmla="*/ 62 w 158"/>
                <a:gd name="T57" fmla="*/ 126 h 130"/>
                <a:gd name="T58" fmla="*/ 50 w 158"/>
                <a:gd name="T59" fmla="*/ 129 h 130"/>
                <a:gd name="T60" fmla="*/ 28 w 158"/>
                <a:gd name="T61" fmla="*/ 130 h 130"/>
                <a:gd name="T62" fmla="*/ 22 w 158"/>
                <a:gd name="T63" fmla="*/ 112 h 130"/>
                <a:gd name="T64" fmla="*/ 18 w 158"/>
                <a:gd name="T65" fmla="*/ 100 h 130"/>
                <a:gd name="T66" fmla="*/ 7 w 158"/>
                <a:gd name="T67" fmla="*/ 93 h 130"/>
                <a:gd name="T68" fmla="*/ 3 w 158"/>
                <a:gd name="T69" fmla="*/ 80 h 130"/>
                <a:gd name="T70" fmla="*/ 7 w 158"/>
                <a:gd name="T71" fmla="*/ 72 h 130"/>
                <a:gd name="T72" fmla="*/ 1 w 158"/>
                <a:gd name="T73" fmla="*/ 66 h 130"/>
                <a:gd name="T74" fmla="*/ 1 w 158"/>
                <a:gd name="T75" fmla="*/ 60 h 130"/>
                <a:gd name="T76" fmla="*/ 5 w 158"/>
                <a:gd name="T77" fmla="*/ 55 h 130"/>
                <a:gd name="T78" fmla="*/ 5 w 158"/>
                <a:gd name="T79" fmla="*/ 51 h 130"/>
                <a:gd name="T80" fmla="*/ 5 w 158"/>
                <a:gd name="T81" fmla="*/ 45 h 130"/>
                <a:gd name="T82" fmla="*/ 9 w 158"/>
                <a:gd name="T83" fmla="*/ 45 h 130"/>
                <a:gd name="T84" fmla="*/ 15 w 158"/>
                <a:gd name="T85" fmla="*/ 45 h 130"/>
                <a:gd name="T86" fmla="*/ 20 w 158"/>
                <a:gd name="T87" fmla="*/ 49 h 130"/>
                <a:gd name="T88" fmla="*/ 25 w 158"/>
                <a:gd name="T89" fmla="*/ 47 h 130"/>
                <a:gd name="T90" fmla="*/ 29 w 158"/>
                <a:gd name="T91" fmla="*/ 43 h 130"/>
                <a:gd name="T92" fmla="*/ 37 w 158"/>
                <a:gd name="T93" fmla="*/ 38 h 130"/>
                <a:gd name="T94" fmla="*/ 41 w 158"/>
                <a:gd name="T95" fmla="*/ 35 h 130"/>
                <a:gd name="T96" fmla="*/ 45 w 158"/>
                <a:gd name="T97" fmla="*/ 26 h 130"/>
                <a:gd name="T98" fmla="*/ 44 w 158"/>
                <a:gd name="T99" fmla="*/ 21 h 130"/>
                <a:gd name="T100" fmla="*/ 49 w 158"/>
                <a:gd name="T101" fmla="*/ 18 h 130"/>
                <a:gd name="T102" fmla="*/ 57 w 158"/>
                <a:gd name="T103" fmla="*/ 16 h 130"/>
                <a:gd name="T104" fmla="*/ 62 w 158"/>
                <a:gd name="T105" fmla="*/ 17 h 130"/>
                <a:gd name="T106" fmla="*/ 70 w 158"/>
                <a:gd name="T107" fmla="*/ 20 h 130"/>
                <a:gd name="T108" fmla="*/ 76 w 158"/>
                <a:gd name="T109" fmla="*/ 18 h 130"/>
                <a:gd name="T110" fmla="*/ 84 w 158"/>
                <a:gd name="T111" fmla="*/ 21 h 130"/>
                <a:gd name="T112" fmla="*/ 90 w 158"/>
                <a:gd name="T113" fmla="*/ 18 h 130"/>
                <a:gd name="T114" fmla="*/ 94 w 158"/>
                <a:gd name="T115" fmla="*/ 20 h 130"/>
                <a:gd name="T116" fmla="*/ 96 w 158"/>
                <a:gd name="T117" fmla="*/ 17 h 130"/>
                <a:gd name="T118" fmla="*/ 100 w 158"/>
                <a:gd name="T119" fmla="*/ 13 h 130"/>
                <a:gd name="T120" fmla="*/ 104 w 158"/>
                <a:gd name="T121" fmla="*/ 14 h 130"/>
                <a:gd name="T122" fmla="*/ 105 w 158"/>
                <a:gd name="T123" fmla="*/ 6 h 130"/>
                <a:gd name="T124" fmla="*/ 109 w 158"/>
                <a:gd name="T12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8" h="130">
                  <a:moveTo>
                    <a:pt x="109" y="0"/>
                  </a:moveTo>
                  <a:lnTo>
                    <a:pt x="112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6" y="4"/>
                  </a:lnTo>
                  <a:lnTo>
                    <a:pt x="116" y="6"/>
                  </a:lnTo>
                  <a:lnTo>
                    <a:pt x="116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9" y="14"/>
                  </a:lnTo>
                  <a:lnTo>
                    <a:pt x="119" y="17"/>
                  </a:lnTo>
                  <a:lnTo>
                    <a:pt x="120" y="21"/>
                  </a:lnTo>
                  <a:lnTo>
                    <a:pt x="121" y="24"/>
                  </a:lnTo>
                  <a:lnTo>
                    <a:pt x="121" y="25"/>
                  </a:lnTo>
                  <a:lnTo>
                    <a:pt x="124" y="26"/>
                  </a:lnTo>
                  <a:lnTo>
                    <a:pt x="126" y="26"/>
                  </a:lnTo>
                  <a:lnTo>
                    <a:pt x="128" y="25"/>
                  </a:lnTo>
                  <a:lnTo>
                    <a:pt x="129" y="24"/>
                  </a:lnTo>
                  <a:lnTo>
                    <a:pt x="133" y="21"/>
                  </a:lnTo>
                  <a:lnTo>
                    <a:pt x="134" y="20"/>
                  </a:lnTo>
                  <a:lnTo>
                    <a:pt x="136" y="17"/>
                  </a:lnTo>
                  <a:lnTo>
                    <a:pt x="137" y="16"/>
                  </a:lnTo>
                  <a:lnTo>
                    <a:pt x="142" y="13"/>
                  </a:lnTo>
                  <a:lnTo>
                    <a:pt x="146" y="12"/>
                  </a:lnTo>
                  <a:lnTo>
                    <a:pt x="146" y="14"/>
                  </a:lnTo>
                  <a:lnTo>
                    <a:pt x="150" y="14"/>
                  </a:lnTo>
                  <a:lnTo>
                    <a:pt x="151" y="12"/>
                  </a:lnTo>
                  <a:lnTo>
                    <a:pt x="157" y="12"/>
                  </a:lnTo>
                  <a:lnTo>
                    <a:pt x="158" y="14"/>
                  </a:lnTo>
                  <a:lnTo>
                    <a:pt x="154" y="17"/>
                  </a:lnTo>
                  <a:lnTo>
                    <a:pt x="155" y="17"/>
                  </a:lnTo>
                  <a:lnTo>
                    <a:pt x="154" y="21"/>
                  </a:lnTo>
                  <a:lnTo>
                    <a:pt x="149" y="24"/>
                  </a:lnTo>
                  <a:lnTo>
                    <a:pt x="137" y="26"/>
                  </a:lnTo>
                  <a:lnTo>
                    <a:pt x="134" y="25"/>
                  </a:lnTo>
                  <a:lnTo>
                    <a:pt x="130" y="26"/>
                  </a:lnTo>
                  <a:lnTo>
                    <a:pt x="126" y="29"/>
                  </a:lnTo>
                  <a:lnTo>
                    <a:pt x="124" y="29"/>
                  </a:lnTo>
                  <a:lnTo>
                    <a:pt x="121" y="33"/>
                  </a:lnTo>
                  <a:lnTo>
                    <a:pt x="120" y="34"/>
                  </a:lnTo>
                  <a:lnTo>
                    <a:pt x="125" y="42"/>
                  </a:lnTo>
                  <a:lnTo>
                    <a:pt x="125" y="47"/>
                  </a:lnTo>
                  <a:lnTo>
                    <a:pt x="120" y="54"/>
                  </a:lnTo>
                  <a:lnTo>
                    <a:pt x="123" y="56"/>
                  </a:lnTo>
                  <a:lnTo>
                    <a:pt x="123" y="60"/>
                  </a:lnTo>
                  <a:lnTo>
                    <a:pt x="120" y="64"/>
                  </a:lnTo>
                  <a:lnTo>
                    <a:pt x="115" y="64"/>
                  </a:lnTo>
                  <a:lnTo>
                    <a:pt x="111" y="63"/>
                  </a:lnTo>
                  <a:lnTo>
                    <a:pt x="108" y="66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7" y="76"/>
                  </a:lnTo>
                  <a:lnTo>
                    <a:pt x="105" y="79"/>
                  </a:lnTo>
                  <a:lnTo>
                    <a:pt x="105" y="83"/>
                  </a:lnTo>
                  <a:lnTo>
                    <a:pt x="105" y="85"/>
                  </a:lnTo>
                  <a:lnTo>
                    <a:pt x="104" y="87"/>
                  </a:lnTo>
                  <a:lnTo>
                    <a:pt x="104" y="88"/>
                  </a:lnTo>
                  <a:lnTo>
                    <a:pt x="105" y="93"/>
                  </a:lnTo>
                  <a:lnTo>
                    <a:pt x="103" y="97"/>
                  </a:lnTo>
                  <a:lnTo>
                    <a:pt x="100" y="95"/>
                  </a:lnTo>
                  <a:lnTo>
                    <a:pt x="99" y="95"/>
                  </a:lnTo>
                  <a:lnTo>
                    <a:pt x="99" y="96"/>
                  </a:lnTo>
                  <a:lnTo>
                    <a:pt x="95" y="96"/>
                  </a:lnTo>
                  <a:lnTo>
                    <a:pt x="94" y="95"/>
                  </a:lnTo>
                  <a:lnTo>
                    <a:pt x="91" y="95"/>
                  </a:lnTo>
                  <a:lnTo>
                    <a:pt x="91" y="96"/>
                  </a:lnTo>
                  <a:lnTo>
                    <a:pt x="86" y="100"/>
                  </a:lnTo>
                  <a:lnTo>
                    <a:pt x="88" y="100"/>
                  </a:lnTo>
                  <a:lnTo>
                    <a:pt x="87" y="103"/>
                  </a:lnTo>
                  <a:lnTo>
                    <a:pt x="82" y="104"/>
                  </a:lnTo>
                  <a:lnTo>
                    <a:pt x="80" y="103"/>
                  </a:lnTo>
                  <a:lnTo>
                    <a:pt x="78" y="104"/>
                  </a:lnTo>
                  <a:lnTo>
                    <a:pt x="78" y="105"/>
                  </a:lnTo>
                  <a:lnTo>
                    <a:pt x="76" y="108"/>
                  </a:lnTo>
                  <a:lnTo>
                    <a:pt x="75" y="108"/>
                  </a:lnTo>
                  <a:lnTo>
                    <a:pt x="72" y="110"/>
                  </a:lnTo>
                  <a:lnTo>
                    <a:pt x="72" y="113"/>
                  </a:lnTo>
                  <a:lnTo>
                    <a:pt x="74" y="117"/>
                  </a:lnTo>
                  <a:lnTo>
                    <a:pt x="74" y="120"/>
                  </a:lnTo>
                  <a:lnTo>
                    <a:pt x="75" y="122"/>
                  </a:lnTo>
                  <a:lnTo>
                    <a:pt x="74" y="124"/>
                  </a:lnTo>
                  <a:lnTo>
                    <a:pt x="70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55" y="126"/>
                  </a:lnTo>
                  <a:lnTo>
                    <a:pt x="51" y="128"/>
                  </a:lnTo>
                  <a:lnTo>
                    <a:pt x="50" y="129"/>
                  </a:lnTo>
                  <a:lnTo>
                    <a:pt x="46" y="129"/>
                  </a:lnTo>
                  <a:lnTo>
                    <a:pt x="42" y="130"/>
                  </a:lnTo>
                  <a:lnTo>
                    <a:pt x="28" y="130"/>
                  </a:lnTo>
                  <a:lnTo>
                    <a:pt x="12" y="126"/>
                  </a:lnTo>
                  <a:lnTo>
                    <a:pt x="21" y="114"/>
                  </a:lnTo>
                  <a:lnTo>
                    <a:pt x="22" y="112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18" y="100"/>
                  </a:lnTo>
                  <a:lnTo>
                    <a:pt x="9" y="100"/>
                  </a:lnTo>
                  <a:lnTo>
                    <a:pt x="8" y="96"/>
                  </a:lnTo>
                  <a:lnTo>
                    <a:pt x="7" y="93"/>
                  </a:lnTo>
                  <a:lnTo>
                    <a:pt x="8" y="92"/>
                  </a:lnTo>
                  <a:lnTo>
                    <a:pt x="7" y="87"/>
                  </a:lnTo>
                  <a:lnTo>
                    <a:pt x="3" y="80"/>
                  </a:lnTo>
                  <a:lnTo>
                    <a:pt x="4" y="78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3" y="72"/>
                  </a:lnTo>
                  <a:lnTo>
                    <a:pt x="3" y="70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3" y="62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3" y="58"/>
                  </a:lnTo>
                  <a:lnTo>
                    <a:pt x="5" y="55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7" y="45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6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1" y="50"/>
                  </a:lnTo>
                  <a:lnTo>
                    <a:pt x="22" y="49"/>
                  </a:lnTo>
                  <a:lnTo>
                    <a:pt x="25" y="47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9" y="43"/>
                  </a:lnTo>
                  <a:lnTo>
                    <a:pt x="29" y="41"/>
                  </a:lnTo>
                  <a:lnTo>
                    <a:pt x="33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2" y="31"/>
                  </a:lnTo>
                  <a:lnTo>
                    <a:pt x="42" y="29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5" y="21"/>
                  </a:lnTo>
                  <a:lnTo>
                    <a:pt x="46" y="20"/>
                  </a:lnTo>
                  <a:lnTo>
                    <a:pt x="49" y="18"/>
                  </a:lnTo>
                  <a:lnTo>
                    <a:pt x="50" y="20"/>
                  </a:lnTo>
                  <a:lnTo>
                    <a:pt x="54" y="17"/>
                  </a:lnTo>
                  <a:lnTo>
                    <a:pt x="57" y="16"/>
                  </a:lnTo>
                  <a:lnTo>
                    <a:pt x="59" y="17"/>
                  </a:lnTo>
                  <a:lnTo>
                    <a:pt x="62" y="17"/>
                  </a:lnTo>
                  <a:lnTo>
                    <a:pt x="62" y="17"/>
                  </a:lnTo>
                  <a:lnTo>
                    <a:pt x="66" y="16"/>
                  </a:lnTo>
                  <a:lnTo>
                    <a:pt x="69" y="17"/>
                  </a:lnTo>
                  <a:lnTo>
                    <a:pt x="70" y="20"/>
                  </a:lnTo>
                  <a:lnTo>
                    <a:pt x="72" y="20"/>
                  </a:lnTo>
                  <a:lnTo>
                    <a:pt x="74" y="18"/>
                  </a:lnTo>
                  <a:lnTo>
                    <a:pt x="76" y="18"/>
                  </a:lnTo>
                  <a:lnTo>
                    <a:pt x="79" y="21"/>
                  </a:lnTo>
                  <a:lnTo>
                    <a:pt x="80" y="22"/>
                  </a:lnTo>
                  <a:lnTo>
                    <a:pt x="84" y="21"/>
                  </a:lnTo>
                  <a:lnTo>
                    <a:pt x="87" y="20"/>
                  </a:lnTo>
                  <a:lnTo>
                    <a:pt x="88" y="18"/>
                  </a:lnTo>
                  <a:lnTo>
                    <a:pt x="90" y="18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4" y="20"/>
                  </a:lnTo>
                  <a:lnTo>
                    <a:pt x="97" y="20"/>
                  </a:lnTo>
                  <a:lnTo>
                    <a:pt x="97" y="17"/>
                  </a:lnTo>
                  <a:lnTo>
                    <a:pt x="96" y="17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0" y="13"/>
                  </a:lnTo>
                  <a:lnTo>
                    <a:pt x="101" y="13"/>
                  </a:lnTo>
                  <a:lnTo>
                    <a:pt x="101" y="14"/>
                  </a:lnTo>
                  <a:lnTo>
                    <a:pt x="104" y="14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6"/>
                  </a:lnTo>
                  <a:lnTo>
                    <a:pt x="107" y="5"/>
                  </a:lnTo>
                  <a:lnTo>
                    <a:pt x="108" y="1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9" name="Freeform 374"/>
            <p:cNvSpPr>
              <a:spLocks noEditPoints="1"/>
            </p:cNvSpPr>
            <p:nvPr/>
          </p:nvSpPr>
          <p:spPr bwMode="auto">
            <a:xfrm>
              <a:off x="5975898" y="2381111"/>
              <a:ext cx="187793" cy="149728"/>
            </a:xfrm>
            <a:custGeom>
              <a:avLst/>
              <a:gdLst>
                <a:gd name="T0" fmla="*/ 60 w 74"/>
                <a:gd name="T1" fmla="*/ 53 h 59"/>
                <a:gd name="T2" fmla="*/ 58 w 74"/>
                <a:gd name="T3" fmla="*/ 57 h 59"/>
                <a:gd name="T4" fmla="*/ 54 w 74"/>
                <a:gd name="T5" fmla="*/ 56 h 59"/>
                <a:gd name="T6" fmla="*/ 54 w 74"/>
                <a:gd name="T7" fmla="*/ 53 h 59"/>
                <a:gd name="T8" fmla="*/ 27 w 74"/>
                <a:gd name="T9" fmla="*/ 50 h 59"/>
                <a:gd name="T10" fmla="*/ 37 w 74"/>
                <a:gd name="T11" fmla="*/ 50 h 59"/>
                <a:gd name="T12" fmla="*/ 43 w 74"/>
                <a:gd name="T13" fmla="*/ 48 h 59"/>
                <a:gd name="T14" fmla="*/ 41 w 74"/>
                <a:gd name="T15" fmla="*/ 53 h 59"/>
                <a:gd name="T16" fmla="*/ 32 w 74"/>
                <a:gd name="T17" fmla="*/ 52 h 59"/>
                <a:gd name="T18" fmla="*/ 33 w 74"/>
                <a:gd name="T19" fmla="*/ 48 h 59"/>
                <a:gd name="T20" fmla="*/ 44 w 74"/>
                <a:gd name="T21" fmla="*/ 48 h 59"/>
                <a:gd name="T22" fmla="*/ 45 w 74"/>
                <a:gd name="T23" fmla="*/ 46 h 59"/>
                <a:gd name="T24" fmla="*/ 29 w 74"/>
                <a:gd name="T25" fmla="*/ 50 h 59"/>
                <a:gd name="T26" fmla="*/ 70 w 74"/>
                <a:gd name="T27" fmla="*/ 41 h 59"/>
                <a:gd name="T28" fmla="*/ 70 w 74"/>
                <a:gd name="T29" fmla="*/ 46 h 59"/>
                <a:gd name="T30" fmla="*/ 25 w 74"/>
                <a:gd name="T31" fmla="*/ 40 h 59"/>
                <a:gd name="T32" fmla="*/ 28 w 74"/>
                <a:gd name="T33" fmla="*/ 46 h 59"/>
                <a:gd name="T34" fmla="*/ 20 w 74"/>
                <a:gd name="T35" fmla="*/ 44 h 59"/>
                <a:gd name="T36" fmla="*/ 48 w 74"/>
                <a:gd name="T37" fmla="*/ 36 h 59"/>
                <a:gd name="T38" fmla="*/ 27 w 74"/>
                <a:gd name="T39" fmla="*/ 31 h 59"/>
                <a:gd name="T40" fmla="*/ 27 w 74"/>
                <a:gd name="T41" fmla="*/ 34 h 59"/>
                <a:gd name="T42" fmla="*/ 47 w 74"/>
                <a:gd name="T43" fmla="*/ 34 h 59"/>
                <a:gd name="T44" fmla="*/ 45 w 74"/>
                <a:gd name="T45" fmla="*/ 41 h 59"/>
                <a:gd name="T46" fmla="*/ 43 w 74"/>
                <a:gd name="T47" fmla="*/ 46 h 59"/>
                <a:gd name="T48" fmla="*/ 40 w 74"/>
                <a:gd name="T49" fmla="*/ 45 h 59"/>
                <a:gd name="T50" fmla="*/ 33 w 74"/>
                <a:gd name="T51" fmla="*/ 41 h 59"/>
                <a:gd name="T52" fmla="*/ 35 w 74"/>
                <a:gd name="T53" fmla="*/ 36 h 59"/>
                <a:gd name="T54" fmla="*/ 37 w 74"/>
                <a:gd name="T55" fmla="*/ 36 h 59"/>
                <a:gd name="T56" fmla="*/ 41 w 74"/>
                <a:gd name="T57" fmla="*/ 36 h 59"/>
                <a:gd name="T58" fmla="*/ 43 w 74"/>
                <a:gd name="T59" fmla="*/ 31 h 59"/>
                <a:gd name="T60" fmla="*/ 8 w 74"/>
                <a:gd name="T61" fmla="*/ 20 h 59"/>
                <a:gd name="T62" fmla="*/ 11 w 74"/>
                <a:gd name="T63" fmla="*/ 16 h 59"/>
                <a:gd name="T64" fmla="*/ 22 w 74"/>
                <a:gd name="T65" fmla="*/ 20 h 59"/>
                <a:gd name="T66" fmla="*/ 28 w 74"/>
                <a:gd name="T67" fmla="*/ 24 h 59"/>
                <a:gd name="T68" fmla="*/ 29 w 74"/>
                <a:gd name="T69" fmla="*/ 28 h 59"/>
                <a:gd name="T70" fmla="*/ 24 w 74"/>
                <a:gd name="T71" fmla="*/ 27 h 59"/>
                <a:gd name="T72" fmla="*/ 22 w 74"/>
                <a:gd name="T73" fmla="*/ 34 h 59"/>
                <a:gd name="T74" fmla="*/ 15 w 74"/>
                <a:gd name="T75" fmla="*/ 40 h 59"/>
                <a:gd name="T76" fmla="*/ 15 w 74"/>
                <a:gd name="T77" fmla="*/ 45 h 59"/>
                <a:gd name="T78" fmla="*/ 16 w 74"/>
                <a:gd name="T79" fmla="*/ 49 h 59"/>
                <a:gd name="T80" fmla="*/ 10 w 74"/>
                <a:gd name="T81" fmla="*/ 48 h 59"/>
                <a:gd name="T82" fmla="*/ 6 w 74"/>
                <a:gd name="T83" fmla="*/ 42 h 59"/>
                <a:gd name="T84" fmla="*/ 2 w 74"/>
                <a:gd name="T85" fmla="*/ 36 h 59"/>
                <a:gd name="T86" fmla="*/ 2 w 74"/>
                <a:gd name="T87" fmla="*/ 29 h 59"/>
                <a:gd name="T88" fmla="*/ 3 w 74"/>
                <a:gd name="T89" fmla="*/ 25 h 59"/>
                <a:gd name="T90" fmla="*/ 6 w 74"/>
                <a:gd name="T91" fmla="*/ 23 h 59"/>
                <a:gd name="T92" fmla="*/ 11 w 74"/>
                <a:gd name="T93" fmla="*/ 19 h 59"/>
                <a:gd name="T94" fmla="*/ 11 w 74"/>
                <a:gd name="T95" fmla="*/ 23 h 59"/>
                <a:gd name="T96" fmla="*/ 14 w 74"/>
                <a:gd name="T97" fmla="*/ 20 h 59"/>
                <a:gd name="T98" fmla="*/ 15 w 74"/>
                <a:gd name="T99" fmla="*/ 16 h 59"/>
                <a:gd name="T100" fmla="*/ 32 w 74"/>
                <a:gd name="T101" fmla="*/ 7 h 59"/>
                <a:gd name="T102" fmla="*/ 25 w 74"/>
                <a:gd name="T103" fmla="*/ 0 h 59"/>
                <a:gd name="T104" fmla="*/ 24 w 74"/>
                <a:gd name="T105" fmla="*/ 8 h 59"/>
                <a:gd name="T106" fmla="*/ 20 w 74"/>
                <a:gd name="T107" fmla="*/ 13 h 59"/>
                <a:gd name="T108" fmla="*/ 11 w 74"/>
                <a:gd name="T109" fmla="*/ 15 h 59"/>
                <a:gd name="T110" fmla="*/ 7 w 74"/>
                <a:gd name="T111" fmla="*/ 21 h 59"/>
                <a:gd name="T112" fmla="*/ 4 w 74"/>
                <a:gd name="T113" fmla="*/ 16 h 59"/>
                <a:gd name="T114" fmla="*/ 10 w 74"/>
                <a:gd name="T115" fmla="*/ 12 h 59"/>
                <a:gd name="T116" fmla="*/ 18 w 74"/>
                <a:gd name="T117" fmla="*/ 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4" h="59">
                  <a:moveTo>
                    <a:pt x="56" y="52"/>
                  </a:moveTo>
                  <a:lnTo>
                    <a:pt x="57" y="53"/>
                  </a:lnTo>
                  <a:lnTo>
                    <a:pt x="57" y="52"/>
                  </a:lnTo>
                  <a:lnTo>
                    <a:pt x="60" y="53"/>
                  </a:lnTo>
                  <a:lnTo>
                    <a:pt x="58" y="54"/>
                  </a:lnTo>
                  <a:lnTo>
                    <a:pt x="60" y="56"/>
                  </a:lnTo>
                  <a:lnTo>
                    <a:pt x="60" y="57"/>
                  </a:lnTo>
                  <a:lnTo>
                    <a:pt x="58" y="57"/>
                  </a:lnTo>
                  <a:lnTo>
                    <a:pt x="57" y="59"/>
                  </a:lnTo>
                  <a:lnTo>
                    <a:pt x="54" y="58"/>
                  </a:lnTo>
                  <a:lnTo>
                    <a:pt x="53" y="57"/>
                  </a:lnTo>
                  <a:lnTo>
                    <a:pt x="54" y="56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4" y="54"/>
                  </a:lnTo>
                  <a:lnTo>
                    <a:pt x="54" y="53"/>
                  </a:lnTo>
                  <a:lnTo>
                    <a:pt x="56" y="52"/>
                  </a:lnTo>
                  <a:close/>
                  <a:moveTo>
                    <a:pt x="24" y="49"/>
                  </a:moveTo>
                  <a:lnTo>
                    <a:pt x="27" y="49"/>
                  </a:lnTo>
                  <a:lnTo>
                    <a:pt x="27" y="50"/>
                  </a:lnTo>
                  <a:lnTo>
                    <a:pt x="24" y="49"/>
                  </a:lnTo>
                  <a:close/>
                  <a:moveTo>
                    <a:pt x="35" y="48"/>
                  </a:moveTo>
                  <a:lnTo>
                    <a:pt x="36" y="50"/>
                  </a:lnTo>
                  <a:lnTo>
                    <a:pt x="37" y="50"/>
                  </a:lnTo>
                  <a:lnTo>
                    <a:pt x="39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3" y="48"/>
                  </a:lnTo>
                  <a:lnTo>
                    <a:pt x="43" y="50"/>
                  </a:lnTo>
                  <a:lnTo>
                    <a:pt x="41" y="52"/>
                  </a:lnTo>
                  <a:lnTo>
                    <a:pt x="41" y="54"/>
                  </a:lnTo>
                  <a:lnTo>
                    <a:pt x="41" y="53"/>
                  </a:lnTo>
                  <a:lnTo>
                    <a:pt x="40" y="52"/>
                  </a:lnTo>
                  <a:lnTo>
                    <a:pt x="39" y="53"/>
                  </a:lnTo>
                  <a:lnTo>
                    <a:pt x="36" y="53"/>
                  </a:lnTo>
                  <a:lnTo>
                    <a:pt x="32" y="52"/>
                  </a:lnTo>
                  <a:lnTo>
                    <a:pt x="32" y="50"/>
                  </a:lnTo>
                  <a:lnTo>
                    <a:pt x="33" y="50"/>
                  </a:lnTo>
                  <a:lnTo>
                    <a:pt x="32" y="49"/>
                  </a:lnTo>
                  <a:lnTo>
                    <a:pt x="33" y="48"/>
                  </a:lnTo>
                  <a:lnTo>
                    <a:pt x="35" y="48"/>
                  </a:lnTo>
                  <a:close/>
                  <a:moveTo>
                    <a:pt x="45" y="46"/>
                  </a:moveTo>
                  <a:lnTo>
                    <a:pt x="47" y="46"/>
                  </a:lnTo>
                  <a:lnTo>
                    <a:pt x="44" y="48"/>
                  </a:lnTo>
                  <a:lnTo>
                    <a:pt x="44" y="49"/>
                  </a:lnTo>
                  <a:lnTo>
                    <a:pt x="43" y="48"/>
                  </a:lnTo>
                  <a:lnTo>
                    <a:pt x="44" y="46"/>
                  </a:lnTo>
                  <a:lnTo>
                    <a:pt x="45" y="46"/>
                  </a:lnTo>
                  <a:close/>
                  <a:moveTo>
                    <a:pt x="29" y="45"/>
                  </a:moveTo>
                  <a:lnTo>
                    <a:pt x="32" y="46"/>
                  </a:lnTo>
                  <a:lnTo>
                    <a:pt x="29" y="49"/>
                  </a:lnTo>
                  <a:lnTo>
                    <a:pt x="29" y="50"/>
                  </a:lnTo>
                  <a:lnTo>
                    <a:pt x="28" y="50"/>
                  </a:lnTo>
                  <a:lnTo>
                    <a:pt x="29" y="48"/>
                  </a:lnTo>
                  <a:lnTo>
                    <a:pt x="29" y="45"/>
                  </a:lnTo>
                  <a:close/>
                  <a:moveTo>
                    <a:pt x="70" y="41"/>
                  </a:moveTo>
                  <a:lnTo>
                    <a:pt x="73" y="42"/>
                  </a:lnTo>
                  <a:lnTo>
                    <a:pt x="74" y="45"/>
                  </a:lnTo>
                  <a:lnTo>
                    <a:pt x="74" y="48"/>
                  </a:lnTo>
                  <a:lnTo>
                    <a:pt x="70" y="46"/>
                  </a:lnTo>
                  <a:lnTo>
                    <a:pt x="70" y="44"/>
                  </a:lnTo>
                  <a:lnTo>
                    <a:pt x="70" y="41"/>
                  </a:lnTo>
                  <a:close/>
                  <a:moveTo>
                    <a:pt x="23" y="38"/>
                  </a:moveTo>
                  <a:lnTo>
                    <a:pt x="25" y="40"/>
                  </a:lnTo>
                  <a:lnTo>
                    <a:pt x="27" y="38"/>
                  </a:lnTo>
                  <a:lnTo>
                    <a:pt x="28" y="42"/>
                  </a:lnTo>
                  <a:lnTo>
                    <a:pt x="29" y="44"/>
                  </a:lnTo>
                  <a:lnTo>
                    <a:pt x="28" y="46"/>
                  </a:lnTo>
                  <a:lnTo>
                    <a:pt x="25" y="48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0" y="44"/>
                  </a:lnTo>
                  <a:lnTo>
                    <a:pt x="19" y="41"/>
                  </a:lnTo>
                  <a:lnTo>
                    <a:pt x="19" y="38"/>
                  </a:lnTo>
                  <a:lnTo>
                    <a:pt x="23" y="38"/>
                  </a:lnTo>
                  <a:close/>
                  <a:moveTo>
                    <a:pt x="48" y="36"/>
                  </a:moveTo>
                  <a:lnTo>
                    <a:pt x="48" y="38"/>
                  </a:lnTo>
                  <a:lnTo>
                    <a:pt x="47" y="38"/>
                  </a:lnTo>
                  <a:lnTo>
                    <a:pt x="48" y="36"/>
                  </a:lnTo>
                  <a:close/>
                  <a:moveTo>
                    <a:pt x="27" y="31"/>
                  </a:moveTo>
                  <a:lnTo>
                    <a:pt x="28" y="33"/>
                  </a:lnTo>
                  <a:lnTo>
                    <a:pt x="28" y="36"/>
                  </a:lnTo>
                  <a:lnTo>
                    <a:pt x="25" y="36"/>
                  </a:lnTo>
                  <a:lnTo>
                    <a:pt x="27" y="34"/>
                  </a:lnTo>
                  <a:lnTo>
                    <a:pt x="27" y="31"/>
                  </a:lnTo>
                  <a:close/>
                  <a:moveTo>
                    <a:pt x="45" y="31"/>
                  </a:moveTo>
                  <a:lnTo>
                    <a:pt x="47" y="32"/>
                  </a:lnTo>
                  <a:lnTo>
                    <a:pt x="47" y="34"/>
                  </a:lnTo>
                  <a:lnTo>
                    <a:pt x="47" y="37"/>
                  </a:lnTo>
                  <a:lnTo>
                    <a:pt x="44" y="38"/>
                  </a:lnTo>
                  <a:lnTo>
                    <a:pt x="44" y="40"/>
                  </a:lnTo>
                  <a:lnTo>
                    <a:pt x="45" y="41"/>
                  </a:lnTo>
                  <a:lnTo>
                    <a:pt x="47" y="42"/>
                  </a:lnTo>
                  <a:lnTo>
                    <a:pt x="45" y="44"/>
                  </a:lnTo>
                  <a:lnTo>
                    <a:pt x="43" y="44"/>
                  </a:lnTo>
                  <a:lnTo>
                    <a:pt x="43" y="46"/>
                  </a:lnTo>
                  <a:lnTo>
                    <a:pt x="41" y="48"/>
                  </a:lnTo>
                  <a:lnTo>
                    <a:pt x="40" y="48"/>
                  </a:lnTo>
                  <a:lnTo>
                    <a:pt x="39" y="46"/>
                  </a:lnTo>
                  <a:lnTo>
                    <a:pt x="40" y="45"/>
                  </a:lnTo>
                  <a:lnTo>
                    <a:pt x="40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3" y="41"/>
                  </a:lnTo>
                  <a:lnTo>
                    <a:pt x="35" y="38"/>
                  </a:lnTo>
                  <a:lnTo>
                    <a:pt x="33" y="37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3"/>
                  </a:lnTo>
                  <a:lnTo>
                    <a:pt x="36" y="33"/>
                  </a:lnTo>
                  <a:lnTo>
                    <a:pt x="37" y="34"/>
                  </a:lnTo>
                  <a:lnTo>
                    <a:pt x="37" y="36"/>
                  </a:lnTo>
                  <a:lnTo>
                    <a:pt x="40" y="37"/>
                  </a:lnTo>
                  <a:lnTo>
                    <a:pt x="40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0" y="34"/>
                  </a:lnTo>
                  <a:lnTo>
                    <a:pt x="39" y="33"/>
                  </a:lnTo>
                  <a:lnTo>
                    <a:pt x="40" y="31"/>
                  </a:lnTo>
                  <a:lnTo>
                    <a:pt x="43" y="31"/>
                  </a:lnTo>
                  <a:lnTo>
                    <a:pt x="45" y="31"/>
                  </a:lnTo>
                  <a:close/>
                  <a:moveTo>
                    <a:pt x="11" y="16"/>
                  </a:moveTo>
                  <a:lnTo>
                    <a:pt x="11" y="17"/>
                  </a:lnTo>
                  <a:lnTo>
                    <a:pt x="8" y="20"/>
                  </a:lnTo>
                  <a:lnTo>
                    <a:pt x="7" y="20"/>
                  </a:lnTo>
                  <a:lnTo>
                    <a:pt x="7" y="17"/>
                  </a:lnTo>
                  <a:lnTo>
                    <a:pt x="8" y="16"/>
                  </a:lnTo>
                  <a:lnTo>
                    <a:pt x="11" y="16"/>
                  </a:lnTo>
                  <a:close/>
                  <a:moveTo>
                    <a:pt x="20" y="15"/>
                  </a:moveTo>
                  <a:lnTo>
                    <a:pt x="23" y="16"/>
                  </a:lnTo>
                  <a:lnTo>
                    <a:pt x="23" y="19"/>
                  </a:lnTo>
                  <a:lnTo>
                    <a:pt x="22" y="20"/>
                  </a:lnTo>
                  <a:lnTo>
                    <a:pt x="23" y="20"/>
                  </a:lnTo>
                  <a:lnTo>
                    <a:pt x="24" y="23"/>
                  </a:lnTo>
                  <a:lnTo>
                    <a:pt x="25" y="24"/>
                  </a:lnTo>
                  <a:lnTo>
                    <a:pt x="28" y="24"/>
                  </a:lnTo>
                  <a:lnTo>
                    <a:pt x="29" y="23"/>
                  </a:lnTo>
                  <a:lnTo>
                    <a:pt x="31" y="25"/>
                  </a:lnTo>
                  <a:lnTo>
                    <a:pt x="31" y="27"/>
                  </a:lnTo>
                  <a:lnTo>
                    <a:pt x="29" y="28"/>
                  </a:lnTo>
                  <a:lnTo>
                    <a:pt x="28" y="28"/>
                  </a:lnTo>
                  <a:lnTo>
                    <a:pt x="28" y="29"/>
                  </a:lnTo>
                  <a:lnTo>
                    <a:pt x="27" y="27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24" y="31"/>
                  </a:lnTo>
                  <a:lnTo>
                    <a:pt x="24" y="34"/>
                  </a:lnTo>
                  <a:lnTo>
                    <a:pt x="22" y="34"/>
                  </a:lnTo>
                  <a:lnTo>
                    <a:pt x="20" y="34"/>
                  </a:lnTo>
                  <a:lnTo>
                    <a:pt x="19" y="36"/>
                  </a:lnTo>
                  <a:lnTo>
                    <a:pt x="20" y="37"/>
                  </a:lnTo>
                  <a:lnTo>
                    <a:pt x="15" y="40"/>
                  </a:lnTo>
                  <a:lnTo>
                    <a:pt x="15" y="41"/>
                  </a:lnTo>
                  <a:lnTo>
                    <a:pt x="16" y="41"/>
                  </a:lnTo>
                  <a:lnTo>
                    <a:pt x="16" y="44"/>
                  </a:lnTo>
                  <a:lnTo>
                    <a:pt x="15" y="45"/>
                  </a:lnTo>
                  <a:lnTo>
                    <a:pt x="15" y="46"/>
                  </a:lnTo>
                  <a:lnTo>
                    <a:pt x="16" y="46"/>
                  </a:lnTo>
                  <a:lnTo>
                    <a:pt x="18" y="48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0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7" y="45"/>
                  </a:lnTo>
                  <a:lnTo>
                    <a:pt x="6" y="42"/>
                  </a:lnTo>
                  <a:lnTo>
                    <a:pt x="3" y="40"/>
                  </a:lnTo>
                  <a:lnTo>
                    <a:pt x="2" y="41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3" y="28"/>
                  </a:lnTo>
                  <a:lnTo>
                    <a:pt x="3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4" y="23"/>
                  </a:lnTo>
                  <a:lnTo>
                    <a:pt x="6" y="23"/>
                  </a:lnTo>
                  <a:lnTo>
                    <a:pt x="7" y="24"/>
                  </a:lnTo>
                  <a:lnTo>
                    <a:pt x="10" y="23"/>
                  </a:lnTo>
                  <a:lnTo>
                    <a:pt x="8" y="21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2" y="20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4" y="23"/>
                  </a:lnTo>
                  <a:lnTo>
                    <a:pt x="15" y="23"/>
                  </a:lnTo>
                  <a:lnTo>
                    <a:pt x="15" y="23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6" y="15"/>
                  </a:lnTo>
                  <a:lnTo>
                    <a:pt x="20" y="15"/>
                  </a:lnTo>
                  <a:close/>
                  <a:moveTo>
                    <a:pt x="29" y="7"/>
                  </a:moveTo>
                  <a:lnTo>
                    <a:pt x="32" y="7"/>
                  </a:lnTo>
                  <a:lnTo>
                    <a:pt x="31" y="9"/>
                  </a:lnTo>
                  <a:lnTo>
                    <a:pt x="28" y="9"/>
                  </a:lnTo>
                  <a:lnTo>
                    <a:pt x="29" y="7"/>
                  </a:lnTo>
                  <a:close/>
                  <a:moveTo>
                    <a:pt x="25" y="0"/>
                  </a:moveTo>
                  <a:lnTo>
                    <a:pt x="27" y="2"/>
                  </a:lnTo>
                  <a:lnTo>
                    <a:pt x="24" y="4"/>
                  </a:lnTo>
                  <a:lnTo>
                    <a:pt x="25" y="7"/>
                  </a:lnTo>
                  <a:lnTo>
                    <a:pt x="24" y="8"/>
                  </a:lnTo>
                  <a:lnTo>
                    <a:pt x="25" y="11"/>
                  </a:lnTo>
                  <a:lnTo>
                    <a:pt x="23" y="15"/>
                  </a:lnTo>
                  <a:lnTo>
                    <a:pt x="22" y="15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7" y="16"/>
                  </a:lnTo>
                  <a:lnTo>
                    <a:pt x="6" y="19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3" y="19"/>
                  </a:lnTo>
                  <a:lnTo>
                    <a:pt x="2" y="19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7" y="15"/>
                  </a:lnTo>
                  <a:lnTo>
                    <a:pt x="10" y="12"/>
                  </a:lnTo>
                  <a:lnTo>
                    <a:pt x="12" y="12"/>
                  </a:lnTo>
                  <a:lnTo>
                    <a:pt x="15" y="11"/>
                  </a:lnTo>
                  <a:lnTo>
                    <a:pt x="16" y="7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3" y="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0" name="Freeform 375"/>
            <p:cNvSpPr>
              <a:spLocks noEditPoints="1"/>
            </p:cNvSpPr>
            <p:nvPr/>
          </p:nvSpPr>
          <p:spPr bwMode="auto">
            <a:xfrm>
              <a:off x="5879463" y="1673080"/>
              <a:ext cx="611597" cy="702956"/>
            </a:xfrm>
            <a:custGeom>
              <a:avLst/>
              <a:gdLst>
                <a:gd name="T0" fmla="*/ 4 w 241"/>
                <a:gd name="T1" fmla="*/ 232 h 277"/>
                <a:gd name="T2" fmla="*/ 2 w 241"/>
                <a:gd name="T3" fmla="*/ 204 h 277"/>
                <a:gd name="T4" fmla="*/ 32 w 241"/>
                <a:gd name="T5" fmla="*/ 175 h 277"/>
                <a:gd name="T6" fmla="*/ 63 w 241"/>
                <a:gd name="T7" fmla="*/ 145 h 277"/>
                <a:gd name="T8" fmla="*/ 75 w 241"/>
                <a:gd name="T9" fmla="*/ 116 h 277"/>
                <a:gd name="T10" fmla="*/ 79 w 241"/>
                <a:gd name="T11" fmla="*/ 75 h 277"/>
                <a:gd name="T12" fmla="*/ 111 w 241"/>
                <a:gd name="T13" fmla="*/ 60 h 277"/>
                <a:gd name="T14" fmla="*/ 96 w 241"/>
                <a:gd name="T15" fmla="*/ 62 h 277"/>
                <a:gd name="T16" fmla="*/ 103 w 241"/>
                <a:gd name="T17" fmla="*/ 56 h 277"/>
                <a:gd name="T18" fmla="*/ 112 w 241"/>
                <a:gd name="T19" fmla="*/ 52 h 277"/>
                <a:gd name="T20" fmla="*/ 121 w 241"/>
                <a:gd name="T21" fmla="*/ 37 h 277"/>
                <a:gd name="T22" fmla="*/ 127 w 241"/>
                <a:gd name="T23" fmla="*/ 28 h 277"/>
                <a:gd name="T24" fmla="*/ 132 w 241"/>
                <a:gd name="T25" fmla="*/ 24 h 277"/>
                <a:gd name="T26" fmla="*/ 170 w 241"/>
                <a:gd name="T27" fmla="*/ 11 h 277"/>
                <a:gd name="T28" fmla="*/ 177 w 241"/>
                <a:gd name="T29" fmla="*/ 3 h 277"/>
                <a:gd name="T30" fmla="*/ 212 w 241"/>
                <a:gd name="T31" fmla="*/ 3 h 277"/>
                <a:gd name="T32" fmla="*/ 212 w 241"/>
                <a:gd name="T33" fmla="*/ 17 h 277"/>
                <a:gd name="T34" fmla="*/ 228 w 241"/>
                <a:gd name="T35" fmla="*/ 11 h 277"/>
                <a:gd name="T36" fmla="*/ 216 w 241"/>
                <a:gd name="T37" fmla="*/ 24 h 277"/>
                <a:gd name="T38" fmla="*/ 236 w 241"/>
                <a:gd name="T39" fmla="*/ 31 h 277"/>
                <a:gd name="T40" fmla="*/ 215 w 241"/>
                <a:gd name="T41" fmla="*/ 32 h 277"/>
                <a:gd name="T42" fmla="*/ 186 w 241"/>
                <a:gd name="T43" fmla="*/ 56 h 277"/>
                <a:gd name="T44" fmla="*/ 145 w 241"/>
                <a:gd name="T45" fmla="*/ 53 h 277"/>
                <a:gd name="T46" fmla="*/ 123 w 241"/>
                <a:gd name="T47" fmla="*/ 71 h 277"/>
                <a:gd name="T48" fmla="*/ 95 w 241"/>
                <a:gd name="T49" fmla="*/ 115 h 277"/>
                <a:gd name="T50" fmla="*/ 75 w 241"/>
                <a:gd name="T51" fmla="*/ 190 h 277"/>
                <a:gd name="T52" fmla="*/ 74 w 241"/>
                <a:gd name="T53" fmla="*/ 250 h 277"/>
                <a:gd name="T54" fmla="*/ 60 w 241"/>
                <a:gd name="T55" fmla="*/ 248 h 277"/>
                <a:gd name="T56" fmla="*/ 52 w 241"/>
                <a:gd name="T57" fmla="*/ 254 h 277"/>
                <a:gd name="T58" fmla="*/ 29 w 241"/>
                <a:gd name="T59" fmla="*/ 275 h 277"/>
                <a:gd name="T60" fmla="*/ 19 w 241"/>
                <a:gd name="T61" fmla="*/ 261 h 277"/>
                <a:gd name="T62" fmla="*/ 9 w 241"/>
                <a:gd name="T63" fmla="*/ 244 h 277"/>
                <a:gd name="T64" fmla="*/ 20 w 241"/>
                <a:gd name="T65" fmla="*/ 232 h 277"/>
                <a:gd name="T66" fmla="*/ 6 w 241"/>
                <a:gd name="T67" fmla="*/ 225 h 277"/>
                <a:gd name="T68" fmla="*/ 23 w 241"/>
                <a:gd name="T69" fmla="*/ 219 h 277"/>
                <a:gd name="T70" fmla="*/ 20 w 241"/>
                <a:gd name="T71" fmla="*/ 215 h 277"/>
                <a:gd name="T72" fmla="*/ 8 w 241"/>
                <a:gd name="T73" fmla="*/ 211 h 277"/>
                <a:gd name="T74" fmla="*/ 7 w 241"/>
                <a:gd name="T75" fmla="*/ 202 h 277"/>
                <a:gd name="T76" fmla="*/ 24 w 241"/>
                <a:gd name="T77" fmla="*/ 198 h 277"/>
                <a:gd name="T78" fmla="*/ 29 w 241"/>
                <a:gd name="T79" fmla="*/ 187 h 277"/>
                <a:gd name="T80" fmla="*/ 36 w 241"/>
                <a:gd name="T81" fmla="*/ 185 h 277"/>
                <a:gd name="T82" fmla="*/ 44 w 241"/>
                <a:gd name="T83" fmla="*/ 174 h 277"/>
                <a:gd name="T84" fmla="*/ 65 w 241"/>
                <a:gd name="T85" fmla="*/ 167 h 277"/>
                <a:gd name="T86" fmla="*/ 49 w 241"/>
                <a:gd name="T87" fmla="*/ 169 h 277"/>
                <a:gd name="T88" fmla="*/ 63 w 241"/>
                <a:gd name="T89" fmla="*/ 150 h 277"/>
                <a:gd name="T90" fmla="*/ 74 w 241"/>
                <a:gd name="T91" fmla="*/ 132 h 277"/>
                <a:gd name="T92" fmla="*/ 78 w 241"/>
                <a:gd name="T93" fmla="*/ 117 h 277"/>
                <a:gd name="T94" fmla="*/ 81 w 241"/>
                <a:gd name="T95" fmla="*/ 107 h 277"/>
                <a:gd name="T96" fmla="*/ 98 w 241"/>
                <a:gd name="T97" fmla="*/ 94 h 277"/>
                <a:gd name="T98" fmla="*/ 95 w 241"/>
                <a:gd name="T99" fmla="*/ 85 h 277"/>
                <a:gd name="T100" fmla="*/ 106 w 241"/>
                <a:gd name="T101" fmla="*/ 77 h 277"/>
                <a:gd name="T102" fmla="*/ 112 w 241"/>
                <a:gd name="T103" fmla="*/ 66 h 277"/>
                <a:gd name="T104" fmla="*/ 117 w 241"/>
                <a:gd name="T105" fmla="*/ 52 h 277"/>
                <a:gd name="T106" fmla="*/ 131 w 241"/>
                <a:gd name="T107" fmla="*/ 48 h 277"/>
                <a:gd name="T108" fmla="*/ 137 w 241"/>
                <a:gd name="T109" fmla="*/ 45 h 277"/>
                <a:gd name="T110" fmla="*/ 153 w 241"/>
                <a:gd name="T111" fmla="*/ 33 h 277"/>
                <a:gd name="T112" fmla="*/ 167 w 241"/>
                <a:gd name="T113" fmla="*/ 31 h 277"/>
                <a:gd name="T114" fmla="*/ 173 w 241"/>
                <a:gd name="T115" fmla="*/ 10 h 277"/>
                <a:gd name="T116" fmla="*/ 183 w 241"/>
                <a:gd name="T117" fmla="*/ 21 h 277"/>
                <a:gd name="T118" fmla="*/ 195 w 241"/>
                <a:gd name="T119" fmla="*/ 19 h 277"/>
                <a:gd name="T120" fmla="*/ 203 w 241"/>
                <a:gd name="T121" fmla="*/ 2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1" h="277">
                  <a:moveTo>
                    <a:pt x="11" y="256"/>
                  </a:moveTo>
                  <a:lnTo>
                    <a:pt x="12" y="257"/>
                  </a:lnTo>
                  <a:lnTo>
                    <a:pt x="11" y="257"/>
                  </a:lnTo>
                  <a:lnTo>
                    <a:pt x="11" y="256"/>
                  </a:lnTo>
                  <a:close/>
                  <a:moveTo>
                    <a:pt x="7" y="241"/>
                  </a:moveTo>
                  <a:lnTo>
                    <a:pt x="8" y="242"/>
                  </a:lnTo>
                  <a:lnTo>
                    <a:pt x="7" y="244"/>
                  </a:lnTo>
                  <a:lnTo>
                    <a:pt x="6" y="241"/>
                  </a:lnTo>
                  <a:lnTo>
                    <a:pt x="7" y="241"/>
                  </a:lnTo>
                  <a:close/>
                  <a:moveTo>
                    <a:pt x="9" y="237"/>
                  </a:moveTo>
                  <a:lnTo>
                    <a:pt x="9" y="238"/>
                  </a:lnTo>
                  <a:lnTo>
                    <a:pt x="8" y="240"/>
                  </a:lnTo>
                  <a:lnTo>
                    <a:pt x="9" y="237"/>
                  </a:lnTo>
                  <a:close/>
                  <a:moveTo>
                    <a:pt x="8" y="236"/>
                  </a:moveTo>
                  <a:lnTo>
                    <a:pt x="7" y="238"/>
                  </a:lnTo>
                  <a:lnTo>
                    <a:pt x="6" y="237"/>
                  </a:lnTo>
                  <a:lnTo>
                    <a:pt x="8" y="236"/>
                  </a:lnTo>
                  <a:close/>
                  <a:moveTo>
                    <a:pt x="4" y="232"/>
                  </a:moveTo>
                  <a:lnTo>
                    <a:pt x="4" y="235"/>
                  </a:lnTo>
                  <a:lnTo>
                    <a:pt x="3" y="232"/>
                  </a:lnTo>
                  <a:lnTo>
                    <a:pt x="4" y="232"/>
                  </a:lnTo>
                  <a:close/>
                  <a:moveTo>
                    <a:pt x="7" y="231"/>
                  </a:moveTo>
                  <a:lnTo>
                    <a:pt x="9" y="233"/>
                  </a:lnTo>
                  <a:lnTo>
                    <a:pt x="8" y="236"/>
                  </a:lnTo>
                  <a:lnTo>
                    <a:pt x="7" y="231"/>
                  </a:lnTo>
                  <a:close/>
                  <a:moveTo>
                    <a:pt x="3" y="229"/>
                  </a:moveTo>
                  <a:lnTo>
                    <a:pt x="4" y="229"/>
                  </a:lnTo>
                  <a:lnTo>
                    <a:pt x="4" y="231"/>
                  </a:lnTo>
                  <a:lnTo>
                    <a:pt x="3" y="229"/>
                  </a:lnTo>
                  <a:close/>
                  <a:moveTo>
                    <a:pt x="3" y="224"/>
                  </a:moveTo>
                  <a:lnTo>
                    <a:pt x="4" y="227"/>
                  </a:lnTo>
                  <a:lnTo>
                    <a:pt x="2" y="225"/>
                  </a:lnTo>
                  <a:lnTo>
                    <a:pt x="3" y="224"/>
                  </a:lnTo>
                  <a:close/>
                  <a:moveTo>
                    <a:pt x="3" y="220"/>
                  </a:moveTo>
                  <a:lnTo>
                    <a:pt x="3" y="221"/>
                  </a:lnTo>
                  <a:lnTo>
                    <a:pt x="2" y="223"/>
                  </a:lnTo>
                  <a:lnTo>
                    <a:pt x="0" y="221"/>
                  </a:lnTo>
                  <a:lnTo>
                    <a:pt x="3" y="220"/>
                  </a:lnTo>
                  <a:close/>
                  <a:moveTo>
                    <a:pt x="2" y="204"/>
                  </a:moveTo>
                  <a:lnTo>
                    <a:pt x="4" y="206"/>
                  </a:lnTo>
                  <a:lnTo>
                    <a:pt x="2" y="206"/>
                  </a:lnTo>
                  <a:lnTo>
                    <a:pt x="2" y="204"/>
                  </a:lnTo>
                  <a:close/>
                  <a:moveTo>
                    <a:pt x="3" y="200"/>
                  </a:moveTo>
                  <a:lnTo>
                    <a:pt x="4" y="202"/>
                  </a:lnTo>
                  <a:lnTo>
                    <a:pt x="3" y="203"/>
                  </a:lnTo>
                  <a:lnTo>
                    <a:pt x="3" y="200"/>
                  </a:lnTo>
                  <a:close/>
                  <a:moveTo>
                    <a:pt x="9" y="195"/>
                  </a:moveTo>
                  <a:lnTo>
                    <a:pt x="9" y="196"/>
                  </a:lnTo>
                  <a:lnTo>
                    <a:pt x="7" y="196"/>
                  </a:lnTo>
                  <a:lnTo>
                    <a:pt x="9" y="195"/>
                  </a:lnTo>
                  <a:close/>
                  <a:moveTo>
                    <a:pt x="11" y="194"/>
                  </a:moveTo>
                  <a:lnTo>
                    <a:pt x="12" y="194"/>
                  </a:lnTo>
                  <a:lnTo>
                    <a:pt x="13" y="195"/>
                  </a:lnTo>
                  <a:lnTo>
                    <a:pt x="11" y="196"/>
                  </a:lnTo>
                  <a:lnTo>
                    <a:pt x="11" y="194"/>
                  </a:lnTo>
                  <a:close/>
                  <a:moveTo>
                    <a:pt x="34" y="177"/>
                  </a:moveTo>
                  <a:lnTo>
                    <a:pt x="34" y="179"/>
                  </a:lnTo>
                  <a:lnTo>
                    <a:pt x="33" y="181"/>
                  </a:lnTo>
                  <a:lnTo>
                    <a:pt x="32" y="179"/>
                  </a:lnTo>
                  <a:lnTo>
                    <a:pt x="34" y="177"/>
                  </a:lnTo>
                  <a:close/>
                  <a:moveTo>
                    <a:pt x="32" y="173"/>
                  </a:moveTo>
                  <a:lnTo>
                    <a:pt x="33" y="175"/>
                  </a:lnTo>
                  <a:lnTo>
                    <a:pt x="32" y="175"/>
                  </a:lnTo>
                  <a:lnTo>
                    <a:pt x="29" y="173"/>
                  </a:lnTo>
                  <a:lnTo>
                    <a:pt x="32" y="173"/>
                  </a:lnTo>
                  <a:close/>
                  <a:moveTo>
                    <a:pt x="42" y="170"/>
                  </a:moveTo>
                  <a:lnTo>
                    <a:pt x="44" y="171"/>
                  </a:lnTo>
                  <a:lnTo>
                    <a:pt x="41" y="174"/>
                  </a:lnTo>
                  <a:lnTo>
                    <a:pt x="38" y="174"/>
                  </a:lnTo>
                  <a:lnTo>
                    <a:pt x="37" y="174"/>
                  </a:lnTo>
                  <a:lnTo>
                    <a:pt x="36" y="174"/>
                  </a:lnTo>
                  <a:lnTo>
                    <a:pt x="37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2" y="170"/>
                  </a:lnTo>
                  <a:close/>
                  <a:moveTo>
                    <a:pt x="38" y="166"/>
                  </a:moveTo>
                  <a:lnTo>
                    <a:pt x="40" y="169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8" y="166"/>
                  </a:lnTo>
                  <a:close/>
                  <a:moveTo>
                    <a:pt x="67" y="142"/>
                  </a:moveTo>
                  <a:lnTo>
                    <a:pt x="65" y="145"/>
                  </a:lnTo>
                  <a:lnTo>
                    <a:pt x="63" y="146"/>
                  </a:lnTo>
                  <a:lnTo>
                    <a:pt x="63" y="145"/>
                  </a:lnTo>
                  <a:lnTo>
                    <a:pt x="61" y="145"/>
                  </a:lnTo>
                  <a:lnTo>
                    <a:pt x="62" y="144"/>
                  </a:lnTo>
                  <a:lnTo>
                    <a:pt x="66" y="142"/>
                  </a:lnTo>
                  <a:lnTo>
                    <a:pt x="67" y="142"/>
                  </a:lnTo>
                  <a:close/>
                  <a:moveTo>
                    <a:pt x="70" y="138"/>
                  </a:moveTo>
                  <a:lnTo>
                    <a:pt x="67" y="141"/>
                  </a:lnTo>
                  <a:lnTo>
                    <a:pt x="66" y="141"/>
                  </a:lnTo>
                  <a:lnTo>
                    <a:pt x="67" y="138"/>
                  </a:lnTo>
                  <a:lnTo>
                    <a:pt x="70" y="138"/>
                  </a:lnTo>
                  <a:close/>
                  <a:moveTo>
                    <a:pt x="70" y="127"/>
                  </a:moveTo>
                  <a:lnTo>
                    <a:pt x="70" y="127"/>
                  </a:lnTo>
                  <a:lnTo>
                    <a:pt x="71" y="129"/>
                  </a:lnTo>
                  <a:lnTo>
                    <a:pt x="70" y="129"/>
                  </a:lnTo>
                  <a:lnTo>
                    <a:pt x="69" y="128"/>
                  </a:lnTo>
                  <a:lnTo>
                    <a:pt x="70" y="127"/>
                  </a:lnTo>
                  <a:close/>
                  <a:moveTo>
                    <a:pt x="75" y="121"/>
                  </a:moveTo>
                  <a:lnTo>
                    <a:pt x="78" y="121"/>
                  </a:lnTo>
                  <a:lnTo>
                    <a:pt x="74" y="124"/>
                  </a:lnTo>
                  <a:lnTo>
                    <a:pt x="74" y="123"/>
                  </a:lnTo>
                  <a:lnTo>
                    <a:pt x="75" y="121"/>
                  </a:lnTo>
                  <a:close/>
                  <a:moveTo>
                    <a:pt x="75" y="116"/>
                  </a:moveTo>
                  <a:lnTo>
                    <a:pt x="75" y="117"/>
                  </a:lnTo>
                  <a:lnTo>
                    <a:pt x="73" y="121"/>
                  </a:lnTo>
                  <a:lnTo>
                    <a:pt x="73" y="117"/>
                  </a:lnTo>
                  <a:lnTo>
                    <a:pt x="75" y="116"/>
                  </a:lnTo>
                  <a:close/>
                  <a:moveTo>
                    <a:pt x="88" y="95"/>
                  </a:moveTo>
                  <a:lnTo>
                    <a:pt x="90" y="95"/>
                  </a:lnTo>
                  <a:lnTo>
                    <a:pt x="88" y="98"/>
                  </a:lnTo>
                  <a:lnTo>
                    <a:pt x="87" y="96"/>
                  </a:lnTo>
                  <a:lnTo>
                    <a:pt x="88" y="95"/>
                  </a:lnTo>
                  <a:close/>
                  <a:moveTo>
                    <a:pt x="73" y="85"/>
                  </a:moveTo>
                  <a:lnTo>
                    <a:pt x="74" y="86"/>
                  </a:lnTo>
                  <a:lnTo>
                    <a:pt x="74" y="87"/>
                  </a:lnTo>
                  <a:lnTo>
                    <a:pt x="73" y="86"/>
                  </a:lnTo>
                  <a:lnTo>
                    <a:pt x="73" y="85"/>
                  </a:lnTo>
                  <a:close/>
                  <a:moveTo>
                    <a:pt x="77" y="75"/>
                  </a:moveTo>
                  <a:lnTo>
                    <a:pt x="77" y="78"/>
                  </a:lnTo>
                  <a:lnTo>
                    <a:pt x="74" y="81"/>
                  </a:lnTo>
                  <a:lnTo>
                    <a:pt x="74" y="79"/>
                  </a:lnTo>
                  <a:lnTo>
                    <a:pt x="77" y="75"/>
                  </a:lnTo>
                  <a:close/>
                  <a:moveTo>
                    <a:pt x="79" y="74"/>
                  </a:moveTo>
                  <a:lnTo>
                    <a:pt x="79" y="75"/>
                  </a:lnTo>
                  <a:lnTo>
                    <a:pt x="79" y="77"/>
                  </a:lnTo>
                  <a:lnTo>
                    <a:pt x="78" y="75"/>
                  </a:lnTo>
                  <a:lnTo>
                    <a:pt x="79" y="74"/>
                  </a:lnTo>
                  <a:close/>
                  <a:moveTo>
                    <a:pt x="86" y="71"/>
                  </a:moveTo>
                  <a:lnTo>
                    <a:pt x="86" y="73"/>
                  </a:lnTo>
                  <a:lnTo>
                    <a:pt x="81" y="77"/>
                  </a:lnTo>
                  <a:lnTo>
                    <a:pt x="82" y="73"/>
                  </a:lnTo>
                  <a:lnTo>
                    <a:pt x="86" y="71"/>
                  </a:lnTo>
                  <a:close/>
                  <a:moveTo>
                    <a:pt x="92" y="67"/>
                  </a:moveTo>
                  <a:lnTo>
                    <a:pt x="92" y="71"/>
                  </a:lnTo>
                  <a:lnTo>
                    <a:pt x="90" y="70"/>
                  </a:lnTo>
                  <a:lnTo>
                    <a:pt x="87" y="73"/>
                  </a:lnTo>
                  <a:lnTo>
                    <a:pt x="87" y="70"/>
                  </a:lnTo>
                  <a:lnTo>
                    <a:pt x="92" y="67"/>
                  </a:lnTo>
                  <a:close/>
                  <a:moveTo>
                    <a:pt x="91" y="63"/>
                  </a:moveTo>
                  <a:lnTo>
                    <a:pt x="92" y="66"/>
                  </a:lnTo>
                  <a:lnTo>
                    <a:pt x="90" y="66"/>
                  </a:lnTo>
                  <a:lnTo>
                    <a:pt x="91" y="63"/>
                  </a:lnTo>
                  <a:close/>
                  <a:moveTo>
                    <a:pt x="111" y="57"/>
                  </a:moveTo>
                  <a:lnTo>
                    <a:pt x="112" y="58"/>
                  </a:lnTo>
                  <a:lnTo>
                    <a:pt x="111" y="60"/>
                  </a:lnTo>
                  <a:lnTo>
                    <a:pt x="111" y="57"/>
                  </a:lnTo>
                  <a:close/>
                  <a:moveTo>
                    <a:pt x="100" y="56"/>
                  </a:moveTo>
                  <a:lnTo>
                    <a:pt x="98" y="62"/>
                  </a:lnTo>
                  <a:lnTo>
                    <a:pt x="99" y="63"/>
                  </a:lnTo>
                  <a:lnTo>
                    <a:pt x="100" y="61"/>
                  </a:lnTo>
                  <a:lnTo>
                    <a:pt x="104" y="61"/>
                  </a:lnTo>
                  <a:lnTo>
                    <a:pt x="103" y="58"/>
                  </a:lnTo>
                  <a:lnTo>
                    <a:pt x="103" y="57"/>
                  </a:lnTo>
                  <a:lnTo>
                    <a:pt x="104" y="58"/>
                  </a:lnTo>
                  <a:lnTo>
                    <a:pt x="107" y="61"/>
                  </a:lnTo>
                  <a:lnTo>
                    <a:pt x="103" y="66"/>
                  </a:lnTo>
                  <a:lnTo>
                    <a:pt x="100" y="67"/>
                  </a:lnTo>
                  <a:lnTo>
                    <a:pt x="100" y="69"/>
                  </a:lnTo>
                  <a:lnTo>
                    <a:pt x="98" y="69"/>
                  </a:lnTo>
                  <a:lnTo>
                    <a:pt x="98" y="66"/>
                  </a:lnTo>
                  <a:lnTo>
                    <a:pt x="95" y="70"/>
                  </a:lnTo>
                  <a:lnTo>
                    <a:pt x="94" y="70"/>
                  </a:lnTo>
                  <a:lnTo>
                    <a:pt x="95" y="67"/>
                  </a:lnTo>
                  <a:lnTo>
                    <a:pt x="95" y="66"/>
                  </a:lnTo>
                  <a:lnTo>
                    <a:pt x="95" y="63"/>
                  </a:lnTo>
                  <a:lnTo>
                    <a:pt x="96" y="62"/>
                  </a:lnTo>
                  <a:lnTo>
                    <a:pt x="96" y="60"/>
                  </a:lnTo>
                  <a:lnTo>
                    <a:pt x="100" y="56"/>
                  </a:lnTo>
                  <a:close/>
                  <a:moveTo>
                    <a:pt x="94" y="56"/>
                  </a:moveTo>
                  <a:lnTo>
                    <a:pt x="95" y="58"/>
                  </a:lnTo>
                  <a:lnTo>
                    <a:pt x="95" y="62"/>
                  </a:lnTo>
                  <a:lnTo>
                    <a:pt x="91" y="63"/>
                  </a:lnTo>
                  <a:lnTo>
                    <a:pt x="90" y="62"/>
                  </a:lnTo>
                  <a:lnTo>
                    <a:pt x="94" y="61"/>
                  </a:lnTo>
                  <a:lnTo>
                    <a:pt x="91" y="61"/>
                  </a:lnTo>
                  <a:lnTo>
                    <a:pt x="88" y="62"/>
                  </a:lnTo>
                  <a:lnTo>
                    <a:pt x="87" y="61"/>
                  </a:lnTo>
                  <a:lnTo>
                    <a:pt x="88" y="58"/>
                  </a:lnTo>
                  <a:lnTo>
                    <a:pt x="91" y="60"/>
                  </a:lnTo>
                  <a:lnTo>
                    <a:pt x="92" y="57"/>
                  </a:lnTo>
                  <a:lnTo>
                    <a:pt x="92" y="56"/>
                  </a:lnTo>
                  <a:lnTo>
                    <a:pt x="94" y="56"/>
                  </a:lnTo>
                  <a:close/>
                  <a:moveTo>
                    <a:pt x="106" y="54"/>
                  </a:moveTo>
                  <a:lnTo>
                    <a:pt x="107" y="56"/>
                  </a:lnTo>
                  <a:lnTo>
                    <a:pt x="107" y="57"/>
                  </a:lnTo>
                  <a:lnTo>
                    <a:pt x="104" y="56"/>
                  </a:lnTo>
                  <a:lnTo>
                    <a:pt x="103" y="56"/>
                  </a:lnTo>
                  <a:lnTo>
                    <a:pt x="106" y="54"/>
                  </a:lnTo>
                  <a:close/>
                  <a:moveTo>
                    <a:pt x="102" y="46"/>
                  </a:moveTo>
                  <a:lnTo>
                    <a:pt x="103" y="49"/>
                  </a:lnTo>
                  <a:lnTo>
                    <a:pt x="100" y="50"/>
                  </a:lnTo>
                  <a:lnTo>
                    <a:pt x="100" y="53"/>
                  </a:lnTo>
                  <a:lnTo>
                    <a:pt x="96" y="57"/>
                  </a:lnTo>
                  <a:lnTo>
                    <a:pt x="95" y="56"/>
                  </a:lnTo>
                  <a:lnTo>
                    <a:pt x="95" y="53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2" y="46"/>
                  </a:lnTo>
                  <a:close/>
                  <a:moveTo>
                    <a:pt x="112" y="41"/>
                  </a:moveTo>
                  <a:lnTo>
                    <a:pt x="116" y="41"/>
                  </a:lnTo>
                  <a:lnTo>
                    <a:pt x="116" y="44"/>
                  </a:lnTo>
                  <a:lnTo>
                    <a:pt x="117" y="44"/>
                  </a:lnTo>
                  <a:lnTo>
                    <a:pt x="119" y="46"/>
                  </a:lnTo>
                  <a:lnTo>
                    <a:pt x="117" y="48"/>
                  </a:lnTo>
                  <a:lnTo>
                    <a:pt x="119" y="50"/>
                  </a:lnTo>
                  <a:lnTo>
                    <a:pt x="116" y="50"/>
                  </a:lnTo>
                  <a:lnTo>
                    <a:pt x="115" y="52"/>
                  </a:lnTo>
                  <a:lnTo>
                    <a:pt x="112" y="52"/>
                  </a:lnTo>
                  <a:lnTo>
                    <a:pt x="112" y="54"/>
                  </a:lnTo>
                  <a:lnTo>
                    <a:pt x="111" y="54"/>
                  </a:lnTo>
                  <a:lnTo>
                    <a:pt x="111" y="52"/>
                  </a:lnTo>
                  <a:lnTo>
                    <a:pt x="108" y="52"/>
                  </a:lnTo>
                  <a:lnTo>
                    <a:pt x="111" y="49"/>
                  </a:lnTo>
                  <a:lnTo>
                    <a:pt x="108" y="49"/>
                  </a:lnTo>
                  <a:lnTo>
                    <a:pt x="110" y="46"/>
                  </a:lnTo>
                  <a:lnTo>
                    <a:pt x="112" y="46"/>
                  </a:lnTo>
                  <a:lnTo>
                    <a:pt x="110" y="45"/>
                  </a:lnTo>
                  <a:lnTo>
                    <a:pt x="111" y="42"/>
                  </a:lnTo>
                  <a:lnTo>
                    <a:pt x="112" y="44"/>
                  </a:lnTo>
                  <a:lnTo>
                    <a:pt x="112" y="41"/>
                  </a:lnTo>
                  <a:close/>
                  <a:moveTo>
                    <a:pt x="125" y="36"/>
                  </a:moveTo>
                  <a:lnTo>
                    <a:pt x="128" y="38"/>
                  </a:lnTo>
                  <a:lnTo>
                    <a:pt x="125" y="40"/>
                  </a:lnTo>
                  <a:lnTo>
                    <a:pt x="125" y="41"/>
                  </a:lnTo>
                  <a:lnTo>
                    <a:pt x="123" y="42"/>
                  </a:lnTo>
                  <a:lnTo>
                    <a:pt x="121" y="42"/>
                  </a:lnTo>
                  <a:lnTo>
                    <a:pt x="119" y="40"/>
                  </a:lnTo>
                  <a:lnTo>
                    <a:pt x="121" y="40"/>
                  </a:lnTo>
                  <a:lnTo>
                    <a:pt x="121" y="37"/>
                  </a:lnTo>
                  <a:lnTo>
                    <a:pt x="124" y="37"/>
                  </a:lnTo>
                  <a:lnTo>
                    <a:pt x="125" y="36"/>
                  </a:lnTo>
                  <a:close/>
                  <a:moveTo>
                    <a:pt x="132" y="32"/>
                  </a:moveTo>
                  <a:lnTo>
                    <a:pt x="133" y="35"/>
                  </a:lnTo>
                  <a:lnTo>
                    <a:pt x="132" y="36"/>
                  </a:lnTo>
                  <a:lnTo>
                    <a:pt x="132" y="32"/>
                  </a:lnTo>
                  <a:close/>
                  <a:moveTo>
                    <a:pt x="129" y="29"/>
                  </a:moveTo>
                  <a:lnTo>
                    <a:pt x="129" y="31"/>
                  </a:lnTo>
                  <a:lnTo>
                    <a:pt x="132" y="31"/>
                  </a:lnTo>
                  <a:lnTo>
                    <a:pt x="132" y="31"/>
                  </a:lnTo>
                  <a:lnTo>
                    <a:pt x="131" y="33"/>
                  </a:lnTo>
                  <a:lnTo>
                    <a:pt x="131" y="35"/>
                  </a:lnTo>
                  <a:lnTo>
                    <a:pt x="129" y="36"/>
                  </a:lnTo>
                  <a:lnTo>
                    <a:pt x="128" y="36"/>
                  </a:lnTo>
                  <a:lnTo>
                    <a:pt x="125" y="33"/>
                  </a:lnTo>
                  <a:lnTo>
                    <a:pt x="129" y="29"/>
                  </a:lnTo>
                  <a:close/>
                  <a:moveTo>
                    <a:pt x="127" y="28"/>
                  </a:moveTo>
                  <a:lnTo>
                    <a:pt x="127" y="29"/>
                  </a:lnTo>
                  <a:lnTo>
                    <a:pt x="124" y="31"/>
                  </a:lnTo>
                  <a:lnTo>
                    <a:pt x="124" y="28"/>
                  </a:lnTo>
                  <a:lnTo>
                    <a:pt x="127" y="28"/>
                  </a:lnTo>
                  <a:close/>
                  <a:moveTo>
                    <a:pt x="141" y="24"/>
                  </a:moveTo>
                  <a:lnTo>
                    <a:pt x="144" y="27"/>
                  </a:lnTo>
                  <a:lnTo>
                    <a:pt x="142" y="29"/>
                  </a:lnTo>
                  <a:lnTo>
                    <a:pt x="144" y="31"/>
                  </a:lnTo>
                  <a:lnTo>
                    <a:pt x="144" y="33"/>
                  </a:lnTo>
                  <a:lnTo>
                    <a:pt x="142" y="31"/>
                  </a:lnTo>
                  <a:lnTo>
                    <a:pt x="140" y="31"/>
                  </a:lnTo>
                  <a:lnTo>
                    <a:pt x="140" y="27"/>
                  </a:lnTo>
                  <a:lnTo>
                    <a:pt x="141" y="24"/>
                  </a:lnTo>
                  <a:close/>
                  <a:moveTo>
                    <a:pt x="129" y="24"/>
                  </a:moveTo>
                  <a:lnTo>
                    <a:pt x="128" y="27"/>
                  </a:lnTo>
                  <a:lnTo>
                    <a:pt x="128" y="25"/>
                  </a:lnTo>
                  <a:lnTo>
                    <a:pt x="129" y="24"/>
                  </a:lnTo>
                  <a:close/>
                  <a:moveTo>
                    <a:pt x="133" y="23"/>
                  </a:moveTo>
                  <a:lnTo>
                    <a:pt x="135" y="25"/>
                  </a:lnTo>
                  <a:lnTo>
                    <a:pt x="136" y="28"/>
                  </a:lnTo>
                  <a:lnTo>
                    <a:pt x="137" y="29"/>
                  </a:lnTo>
                  <a:lnTo>
                    <a:pt x="136" y="29"/>
                  </a:lnTo>
                  <a:lnTo>
                    <a:pt x="133" y="29"/>
                  </a:lnTo>
                  <a:lnTo>
                    <a:pt x="133" y="27"/>
                  </a:lnTo>
                  <a:lnTo>
                    <a:pt x="132" y="24"/>
                  </a:lnTo>
                  <a:lnTo>
                    <a:pt x="133" y="23"/>
                  </a:lnTo>
                  <a:close/>
                  <a:moveTo>
                    <a:pt x="158" y="20"/>
                  </a:moveTo>
                  <a:lnTo>
                    <a:pt x="161" y="20"/>
                  </a:lnTo>
                  <a:lnTo>
                    <a:pt x="161" y="21"/>
                  </a:lnTo>
                  <a:lnTo>
                    <a:pt x="161" y="24"/>
                  </a:lnTo>
                  <a:lnTo>
                    <a:pt x="158" y="23"/>
                  </a:lnTo>
                  <a:lnTo>
                    <a:pt x="156" y="21"/>
                  </a:lnTo>
                  <a:lnTo>
                    <a:pt x="158" y="20"/>
                  </a:lnTo>
                  <a:close/>
                  <a:moveTo>
                    <a:pt x="166" y="15"/>
                  </a:moveTo>
                  <a:lnTo>
                    <a:pt x="166" y="17"/>
                  </a:lnTo>
                  <a:lnTo>
                    <a:pt x="165" y="20"/>
                  </a:lnTo>
                  <a:lnTo>
                    <a:pt x="164" y="21"/>
                  </a:lnTo>
                  <a:lnTo>
                    <a:pt x="161" y="19"/>
                  </a:lnTo>
                  <a:lnTo>
                    <a:pt x="166" y="15"/>
                  </a:lnTo>
                  <a:close/>
                  <a:moveTo>
                    <a:pt x="170" y="11"/>
                  </a:moveTo>
                  <a:lnTo>
                    <a:pt x="173" y="13"/>
                  </a:lnTo>
                  <a:lnTo>
                    <a:pt x="171" y="15"/>
                  </a:lnTo>
                  <a:lnTo>
                    <a:pt x="169" y="16"/>
                  </a:lnTo>
                  <a:lnTo>
                    <a:pt x="169" y="15"/>
                  </a:lnTo>
                  <a:lnTo>
                    <a:pt x="166" y="12"/>
                  </a:lnTo>
                  <a:lnTo>
                    <a:pt x="170" y="11"/>
                  </a:lnTo>
                  <a:close/>
                  <a:moveTo>
                    <a:pt x="165" y="10"/>
                  </a:moveTo>
                  <a:lnTo>
                    <a:pt x="165" y="11"/>
                  </a:lnTo>
                  <a:lnTo>
                    <a:pt x="160" y="17"/>
                  </a:lnTo>
                  <a:lnTo>
                    <a:pt x="157" y="17"/>
                  </a:lnTo>
                  <a:lnTo>
                    <a:pt x="154" y="16"/>
                  </a:lnTo>
                  <a:lnTo>
                    <a:pt x="153" y="13"/>
                  </a:lnTo>
                  <a:lnTo>
                    <a:pt x="154" y="15"/>
                  </a:lnTo>
                  <a:lnTo>
                    <a:pt x="157" y="13"/>
                  </a:lnTo>
                  <a:lnTo>
                    <a:pt x="158" y="15"/>
                  </a:lnTo>
                  <a:lnTo>
                    <a:pt x="160" y="12"/>
                  </a:lnTo>
                  <a:lnTo>
                    <a:pt x="161" y="13"/>
                  </a:lnTo>
                  <a:lnTo>
                    <a:pt x="165" y="10"/>
                  </a:lnTo>
                  <a:close/>
                  <a:moveTo>
                    <a:pt x="171" y="6"/>
                  </a:moveTo>
                  <a:lnTo>
                    <a:pt x="173" y="7"/>
                  </a:lnTo>
                  <a:lnTo>
                    <a:pt x="173" y="8"/>
                  </a:lnTo>
                  <a:lnTo>
                    <a:pt x="171" y="8"/>
                  </a:lnTo>
                  <a:lnTo>
                    <a:pt x="170" y="6"/>
                  </a:lnTo>
                  <a:lnTo>
                    <a:pt x="171" y="6"/>
                  </a:lnTo>
                  <a:close/>
                  <a:moveTo>
                    <a:pt x="179" y="2"/>
                  </a:moveTo>
                  <a:lnTo>
                    <a:pt x="178" y="3"/>
                  </a:lnTo>
                  <a:lnTo>
                    <a:pt x="177" y="3"/>
                  </a:lnTo>
                  <a:lnTo>
                    <a:pt x="177" y="2"/>
                  </a:lnTo>
                  <a:lnTo>
                    <a:pt x="179" y="2"/>
                  </a:lnTo>
                  <a:close/>
                  <a:moveTo>
                    <a:pt x="185" y="0"/>
                  </a:moveTo>
                  <a:lnTo>
                    <a:pt x="186" y="2"/>
                  </a:lnTo>
                  <a:lnTo>
                    <a:pt x="189" y="2"/>
                  </a:lnTo>
                  <a:lnTo>
                    <a:pt x="187" y="3"/>
                  </a:lnTo>
                  <a:lnTo>
                    <a:pt x="190" y="3"/>
                  </a:lnTo>
                  <a:lnTo>
                    <a:pt x="189" y="6"/>
                  </a:lnTo>
                  <a:lnTo>
                    <a:pt x="186" y="7"/>
                  </a:lnTo>
                  <a:lnTo>
                    <a:pt x="183" y="4"/>
                  </a:lnTo>
                  <a:lnTo>
                    <a:pt x="181" y="4"/>
                  </a:lnTo>
                  <a:lnTo>
                    <a:pt x="181" y="3"/>
                  </a:lnTo>
                  <a:lnTo>
                    <a:pt x="182" y="2"/>
                  </a:lnTo>
                  <a:lnTo>
                    <a:pt x="183" y="3"/>
                  </a:lnTo>
                  <a:lnTo>
                    <a:pt x="185" y="2"/>
                  </a:lnTo>
                  <a:lnTo>
                    <a:pt x="185" y="0"/>
                  </a:lnTo>
                  <a:close/>
                  <a:moveTo>
                    <a:pt x="208" y="0"/>
                  </a:moveTo>
                  <a:lnTo>
                    <a:pt x="210" y="2"/>
                  </a:lnTo>
                  <a:lnTo>
                    <a:pt x="208" y="3"/>
                  </a:lnTo>
                  <a:lnTo>
                    <a:pt x="210" y="4"/>
                  </a:lnTo>
                  <a:lnTo>
                    <a:pt x="212" y="3"/>
                  </a:lnTo>
                  <a:lnTo>
                    <a:pt x="212" y="4"/>
                  </a:lnTo>
                  <a:lnTo>
                    <a:pt x="211" y="8"/>
                  </a:lnTo>
                  <a:lnTo>
                    <a:pt x="208" y="8"/>
                  </a:lnTo>
                  <a:lnTo>
                    <a:pt x="208" y="8"/>
                  </a:lnTo>
                  <a:lnTo>
                    <a:pt x="206" y="8"/>
                  </a:lnTo>
                  <a:lnTo>
                    <a:pt x="207" y="10"/>
                  </a:lnTo>
                  <a:lnTo>
                    <a:pt x="208" y="10"/>
                  </a:lnTo>
                  <a:lnTo>
                    <a:pt x="208" y="11"/>
                  </a:lnTo>
                  <a:lnTo>
                    <a:pt x="207" y="12"/>
                  </a:lnTo>
                  <a:lnTo>
                    <a:pt x="207" y="13"/>
                  </a:lnTo>
                  <a:lnTo>
                    <a:pt x="208" y="13"/>
                  </a:lnTo>
                  <a:lnTo>
                    <a:pt x="210" y="12"/>
                  </a:lnTo>
                  <a:lnTo>
                    <a:pt x="211" y="11"/>
                  </a:lnTo>
                  <a:lnTo>
                    <a:pt x="211" y="12"/>
                  </a:lnTo>
                  <a:lnTo>
                    <a:pt x="210" y="15"/>
                  </a:lnTo>
                  <a:lnTo>
                    <a:pt x="208" y="15"/>
                  </a:lnTo>
                  <a:lnTo>
                    <a:pt x="206" y="19"/>
                  </a:lnTo>
                  <a:lnTo>
                    <a:pt x="210" y="17"/>
                  </a:lnTo>
                  <a:lnTo>
                    <a:pt x="211" y="17"/>
                  </a:lnTo>
                  <a:lnTo>
                    <a:pt x="211" y="16"/>
                  </a:lnTo>
                  <a:lnTo>
                    <a:pt x="212" y="17"/>
                  </a:lnTo>
                  <a:lnTo>
                    <a:pt x="214" y="19"/>
                  </a:lnTo>
                  <a:lnTo>
                    <a:pt x="215" y="17"/>
                  </a:lnTo>
                  <a:lnTo>
                    <a:pt x="215" y="16"/>
                  </a:lnTo>
                  <a:lnTo>
                    <a:pt x="214" y="13"/>
                  </a:lnTo>
                  <a:lnTo>
                    <a:pt x="214" y="12"/>
                  </a:lnTo>
                  <a:lnTo>
                    <a:pt x="215" y="11"/>
                  </a:lnTo>
                  <a:lnTo>
                    <a:pt x="216" y="8"/>
                  </a:lnTo>
                  <a:lnTo>
                    <a:pt x="218" y="7"/>
                  </a:lnTo>
                  <a:lnTo>
                    <a:pt x="220" y="7"/>
                  </a:lnTo>
                  <a:lnTo>
                    <a:pt x="221" y="8"/>
                  </a:lnTo>
                  <a:lnTo>
                    <a:pt x="221" y="10"/>
                  </a:lnTo>
                  <a:lnTo>
                    <a:pt x="220" y="11"/>
                  </a:lnTo>
                  <a:lnTo>
                    <a:pt x="220" y="12"/>
                  </a:lnTo>
                  <a:lnTo>
                    <a:pt x="221" y="12"/>
                  </a:lnTo>
                  <a:lnTo>
                    <a:pt x="223" y="11"/>
                  </a:lnTo>
                  <a:lnTo>
                    <a:pt x="224" y="11"/>
                  </a:lnTo>
                  <a:lnTo>
                    <a:pt x="223" y="12"/>
                  </a:lnTo>
                  <a:lnTo>
                    <a:pt x="224" y="12"/>
                  </a:lnTo>
                  <a:lnTo>
                    <a:pt x="225" y="10"/>
                  </a:lnTo>
                  <a:lnTo>
                    <a:pt x="228" y="10"/>
                  </a:lnTo>
                  <a:lnTo>
                    <a:pt x="228" y="11"/>
                  </a:lnTo>
                  <a:lnTo>
                    <a:pt x="231" y="11"/>
                  </a:lnTo>
                  <a:lnTo>
                    <a:pt x="229" y="13"/>
                  </a:lnTo>
                  <a:lnTo>
                    <a:pt x="228" y="15"/>
                  </a:lnTo>
                  <a:lnTo>
                    <a:pt x="228" y="15"/>
                  </a:lnTo>
                  <a:lnTo>
                    <a:pt x="229" y="15"/>
                  </a:lnTo>
                  <a:lnTo>
                    <a:pt x="232" y="13"/>
                  </a:lnTo>
                  <a:lnTo>
                    <a:pt x="233" y="13"/>
                  </a:lnTo>
                  <a:lnTo>
                    <a:pt x="236" y="15"/>
                  </a:lnTo>
                  <a:lnTo>
                    <a:pt x="239" y="15"/>
                  </a:lnTo>
                  <a:lnTo>
                    <a:pt x="240" y="15"/>
                  </a:lnTo>
                  <a:lnTo>
                    <a:pt x="240" y="16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9"/>
                  </a:lnTo>
                  <a:lnTo>
                    <a:pt x="235" y="20"/>
                  </a:lnTo>
                  <a:lnTo>
                    <a:pt x="233" y="24"/>
                  </a:lnTo>
                  <a:lnTo>
                    <a:pt x="229" y="25"/>
                  </a:lnTo>
                  <a:lnTo>
                    <a:pt x="225" y="25"/>
                  </a:lnTo>
                  <a:lnTo>
                    <a:pt x="223" y="24"/>
                  </a:lnTo>
                  <a:lnTo>
                    <a:pt x="220" y="25"/>
                  </a:lnTo>
                  <a:lnTo>
                    <a:pt x="216" y="24"/>
                  </a:lnTo>
                  <a:lnTo>
                    <a:pt x="216" y="24"/>
                  </a:lnTo>
                  <a:lnTo>
                    <a:pt x="218" y="27"/>
                  </a:lnTo>
                  <a:lnTo>
                    <a:pt x="220" y="27"/>
                  </a:lnTo>
                  <a:lnTo>
                    <a:pt x="221" y="27"/>
                  </a:lnTo>
                  <a:lnTo>
                    <a:pt x="224" y="27"/>
                  </a:lnTo>
                  <a:lnTo>
                    <a:pt x="224" y="28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3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9" y="32"/>
                  </a:lnTo>
                  <a:lnTo>
                    <a:pt x="231" y="35"/>
                  </a:lnTo>
                  <a:lnTo>
                    <a:pt x="232" y="35"/>
                  </a:lnTo>
                  <a:lnTo>
                    <a:pt x="232" y="32"/>
                  </a:lnTo>
                  <a:lnTo>
                    <a:pt x="232" y="31"/>
                  </a:lnTo>
                  <a:lnTo>
                    <a:pt x="233" y="31"/>
                  </a:lnTo>
                  <a:lnTo>
                    <a:pt x="233" y="32"/>
                  </a:lnTo>
                  <a:lnTo>
                    <a:pt x="235" y="33"/>
                  </a:lnTo>
                  <a:lnTo>
                    <a:pt x="235" y="32"/>
                  </a:lnTo>
                  <a:lnTo>
                    <a:pt x="236" y="31"/>
                  </a:lnTo>
                  <a:lnTo>
                    <a:pt x="236" y="31"/>
                  </a:lnTo>
                  <a:lnTo>
                    <a:pt x="239" y="32"/>
                  </a:lnTo>
                  <a:lnTo>
                    <a:pt x="239" y="32"/>
                  </a:lnTo>
                  <a:lnTo>
                    <a:pt x="239" y="35"/>
                  </a:lnTo>
                  <a:lnTo>
                    <a:pt x="237" y="37"/>
                  </a:lnTo>
                  <a:lnTo>
                    <a:pt x="235" y="36"/>
                  </a:lnTo>
                  <a:lnTo>
                    <a:pt x="233" y="36"/>
                  </a:lnTo>
                  <a:lnTo>
                    <a:pt x="233" y="40"/>
                  </a:lnTo>
                  <a:lnTo>
                    <a:pt x="232" y="42"/>
                  </a:lnTo>
                  <a:lnTo>
                    <a:pt x="228" y="42"/>
                  </a:lnTo>
                  <a:lnTo>
                    <a:pt x="225" y="45"/>
                  </a:lnTo>
                  <a:lnTo>
                    <a:pt x="225" y="49"/>
                  </a:lnTo>
                  <a:lnTo>
                    <a:pt x="224" y="50"/>
                  </a:lnTo>
                  <a:lnTo>
                    <a:pt x="224" y="45"/>
                  </a:lnTo>
                  <a:lnTo>
                    <a:pt x="225" y="41"/>
                  </a:lnTo>
                  <a:lnTo>
                    <a:pt x="227" y="38"/>
                  </a:lnTo>
                  <a:lnTo>
                    <a:pt x="224" y="37"/>
                  </a:lnTo>
                  <a:lnTo>
                    <a:pt x="223" y="35"/>
                  </a:lnTo>
                  <a:lnTo>
                    <a:pt x="219" y="35"/>
                  </a:lnTo>
                  <a:lnTo>
                    <a:pt x="216" y="33"/>
                  </a:lnTo>
                  <a:lnTo>
                    <a:pt x="215" y="32"/>
                  </a:lnTo>
                  <a:lnTo>
                    <a:pt x="212" y="28"/>
                  </a:lnTo>
                  <a:lnTo>
                    <a:pt x="210" y="27"/>
                  </a:lnTo>
                  <a:lnTo>
                    <a:pt x="204" y="27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2" y="31"/>
                  </a:lnTo>
                  <a:lnTo>
                    <a:pt x="198" y="29"/>
                  </a:lnTo>
                  <a:lnTo>
                    <a:pt x="195" y="31"/>
                  </a:lnTo>
                  <a:lnTo>
                    <a:pt x="196" y="32"/>
                  </a:lnTo>
                  <a:lnTo>
                    <a:pt x="194" y="35"/>
                  </a:lnTo>
                  <a:lnTo>
                    <a:pt x="193" y="36"/>
                  </a:lnTo>
                  <a:lnTo>
                    <a:pt x="194" y="37"/>
                  </a:lnTo>
                  <a:lnTo>
                    <a:pt x="193" y="38"/>
                  </a:lnTo>
                  <a:lnTo>
                    <a:pt x="193" y="45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4" y="53"/>
                  </a:lnTo>
                  <a:lnTo>
                    <a:pt x="191" y="54"/>
                  </a:lnTo>
                  <a:lnTo>
                    <a:pt x="190" y="53"/>
                  </a:lnTo>
                  <a:lnTo>
                    <a:pt x="187" y="56"/>
                  </a:lnTo>
                  <a:lnTo>
                    <a:pt x="186" y="56"/>
                  </a:lnTo>
                  <a:lnTo>
                    <a:pt x="185" y="58"/>
                  </a:lnTo>
                  <a:lnTo>
                    <a:pt x="182" y="58"/>
                  </a:lnTo>
                  <a:lnTo>
                    <a:pt x="178" y="56"/>
                  </a:lnTo>
                  <a:lnTo>
                    <a:pt x="175" y="56"/>
                  </a:lnTo>
                  <a:lnTo>
                    <a:pt x="174" y="57"/>
                  </a:lnTo>
                  <a:lnTo>
                    <a:pt x="171" y="60"/>
                  </a:lnTo>
                  <a:lnTo>
                    <a:pt x="165" y="60"/>
                  </a:lnTo>
                  <a:lnTo>
                    <a:pt x="162" y="58"/>
                  </a:lnTo>
                  <a:lnTo>
                    <a:pt x="160" y="56"/>
                  </a:lnTo>
                  <a:lnTo>
                    <a:pt x="160" y="53"/>
                  </a:lnTo>
                  <a:lnTo>
                    <a:pt x="154" y="49"/>
                  </a:lnTo>
                  <a:lnTo>
                    <a:pt x="153" y="46"/>
                  </a:lnTo>
                  <a:lnTo>
                    <a:pt x="150" y="46"/>
                  </a:lnTo>
                  <a:lnTo>
                    <a:pt x="149" y="48"/>
                  </a:lnTo>
                  <a:lnTo>
                    <a:pt x="148" y="50"/>
                  </a:lnTo>
                  <a:lnTo>
                    <a:pt x="149" y="52"/>
                  </a:lnTo>
                  <a:lnTo>
                    <a:pt x="148" y="52"/>
                  </a:lnTo>
                  <a:lnTo>
                    <a:pt x="148" y="52"/>
                  </a:lnTo>
                  <a:lnTo>
                    <a:pt x="146" y="52"/>
                  </a:lnTo>
                  <a:lnTo>
                    <a:pt x="146" y="52"/>
                  </a:lnTo>
                  <a:lnTo>
                    <a:pt x="145" y="53"/>
                  </a:lnTo>
                  <a:lnTo>
                    <a:pt x="142" y="53"/>
                  </a:lnTo>
                  <a:lnTo>
                    <a:pt x="140" y="53"/>
                  </a:lnTo>
                  <a:lnTo>
                    <a:pt x="141" y="54"/>
                  </a:lnTo>
                  <a:lnTo>
                    <a:pt x="142" y="56"/>
                  </a:lnTo>
                  <a:lnTo>
                    <a:pt x="142" y="58"/>
                  </a:lnTo>
                  <a:lnTo>
                    <a:pt x="141" y="60"/>
                  </a:lnTo>
                  <a:lnTo>
                    <a:pt x="141" y="63"/>
                  </a:lnTo>
                  <a:lnTo>
                    <a:pt x="142" y="65"/>
                  </a:lnTo>
                  <a:lnTo>
                    <a:pt x="142" y="67"/>
                  </a:lnTo>
                  <a:lnTo>
                    <a:pt x="141" y="67"/>
                  </a:lnTo>
                  <a:lnTo>
                    <a:pt x="140" y="67"/>
                  </a:lnTo>
                  <a:lnTo>
                    <a:pt x="139" y="66"/>
                  </a:lnTo>
                  <a:lnTo>
                    <a:pt x="136" y="66"/>
                  </a:lnTo>
                  <a:lnTo>
                    <a:pt x="133" y="65"/>
                  </a:lnTo>
                  <a:lnTo>
                    <a:pt x="129" y="63"/>
                  </a:lnTo>
                  <a:lnTo>
                    <a:pt x="127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4" y="69"/>
                  </a:lnTo>
                  <a:lnTo>
                    <a:pt x="123" y="70"/>
                  </a:lnTo>
                  <a:lnTo>
                    <a:pt x="123" y="71"/>
                  </a:lnTo>
                  <a:lnTo>
                    <a:pt x="121" y="73"/>
                  </a:lnTo>
                  <a:lnTo>
                    <a:pt x="123" y="74"/>
                  </a:lnTo>
                  <a:lnTo>
                    <a:pt x="121" y="77"/>
                  </a:lnTo>
                  <a:lnTo>
                    <a:pt x="120" y="77"/>
                  </a:lnTo>
                  <a:lnTo>
                    <a:pt x="119" y="75"/>
                  </a:lnTo>
                  <a:lnTo>
                    <a:pt x="116" y="74"/>
                  </a:lnTo>
                  <a:lnTo>
                    <a:pt x="113" y="75"/>
                  </a:lnTo>
                  <a:lnTo>
                    <a:pt x="112" y="79"/>
                  </a:lnTo>
                  <a:lnTo>
                    <a:pt x="111" y="81"/>
                  </a:lnTo>
                  <a:lnTo>
                    <a:pt x="110" y="83"/>
                  </a:lnTo>
                  <a:lnTo>
                    <a:pt x="108" y="86"/>
                  </a:lnTo>
                  <a:lnTo>
                    <a:pt x="107" y="86"/>
                  </a:lnTo>
                  <a:lnTo>
                    <a:pt x="107" y="92"/>
                  </a:lnTo>
                  <a:lnTo>
                    <a:pt x="108" y="94"/>
                  </a:lnTo>
                  <a:lnTo>
                    <a:pt x="110" y="96"/>
                  </a:lnTo>
                  <a:lnTo>
                    <a:pt x="108" y="99"/>
                  </a:lnTo>
                  <a:lnTo>
                    <a:pt x="106" y="104"/>
                  </a:lnTo>
                  <a:lnTo>
                    <a:pt x="102" y="110"/>
                  </a:lnTo>
                  <a:lnTo>
                    <a:pt x="102" y="112"/>
                  </a:lnTo>
                  <a:lnTo>
                    <a:pt x="100" y="113"/>
                  </a:lnTo>
                  <a:lnTo>
                    <a:pt x="95" y="115"/>
                  </a:lnTo>
                  <a:lnTo>
                    <a:pt x="92" y="117"/>
                  </a:lnTo>
                  <a:lnTo>
                    <a:pt x="92" y="119"/>
                  </a:lnTo>
                  <a:lnTo>
                    <a:pt x="94" y="121"/>
                  </a:lnTo>
                  <a:lnTo>
                    <a:pt x="94" y="124"/>
                  </a:lnTo>
                  <a:lnTo>
                    <a:pt x="92" y="128"/>
                  </a:lnTo>
                  <a:lnTo>
                    <a:pt x="91" y="133"/>
                  </a:lnTo>
                  <a:lnTo>
                    <a:pt x="91" y="138"/>
                  </a:lnTo>
                  <a:lnTo>
                    <a:pt x="87" y="148"/>
                  </a:lnTo>
                  <a:lnTo>
                    <a:pt x="87" y="152"/>
                  </a:lnTo>
                  <a:lnTo>
                    <a:pt x="88" y="153"/>
                  </a:lnTo>
                  <a:lnTo>
                    <a:pt x="88" y="157"/>
                  </a:lnTo>
                  <a:lnTo>
                    <a:pt x="86" y="160"/>
                  </a:lnTo>
                  <a:lnTo>
                    <a:pt x="82" y="160"/>
                  </a:lnTo>
                  <a:lnTo>
                    <a:pt x="79" y="160"/>
                  </a:lnTo>
                  <a:lnTo>
                    <a:pt x="77" y="161"/>
                  </a:lnTo>
                  <a:lnTo>
                    <a:pt x="74" y="165"/>
                  </a:lnTo>
                  <a:lnTo>
                    <a:pt x="73" y="171"/>
                  </a:lnTo>
                  <a:lnTo>
                    <a:pt x="74" y="177"/>
                  </a:lnTo>
                  <a:lnTo>
                    <a:pt x="75" y="183"/>
                  </a:lnTo>
                  <a:lnTo>
                    <a:pt x="74" y="187"/>
                  </a:lnTo>
                  <a:lnTo>
                    <a:pt x="75" y="190"/>
                  </a:lnTo>
                  <a:lnTo>
                    <a:pt x="75" y="195"/>
                  </a:lnTo>
                  <a:lnTo>
                    <a:pt x="75" y="199"/>
                  </a:lnTo>
                  <a:lnTo>
                    <a:pt x="75" y="203"/>
                  </a:lnTo>
                  <a:lnTo>
                    <a:pt x="78" y="206"/>
                  </a:lnTo>
                  <a:lnTo>
                    <a:pt x="83" y="210"/>
                  </a:lnTo>
                  <a:lnTo>
                    <a:pt x="82" y="212"/>
                  </a:lnTo>
                  <a:lnTo>
                    <a:pt x="82" y="216"/>
                  </a:lnTo>
                  <a:lnTo>
                    <a:pt x="77" y="217"/>
                  </a:lnTo>
                  <a:lnTo>
                    <a:pt x="75" y="220"/>
                  </a:lnTo>
                  <a:lnTo>
                    <a:pt x="78" y="224"/>
                  </a:lnTo>
                  <a:lnTo>
                    <a:pt x="79" y="229"/>
                  </a:lnTo>
                  <a:lnTo>
                    <a:pt x="81" y="232"/>
                  </a:lnTo>
                  <a:lnTo>
                    <a:pt x="79" y="236"/>
                  </a:lnTo>
                  <a:lnTo>
                    <a:pt x="79" y="238"/>
                  </a:lnTo>
                  <a:lnTo>
                    <a:pt x="78" y="240"/>
                  </a:lnTo>
                  <a:lnTo>
                    <a:pt x="74" y="240"/>
                  </a:lnTo>
                  <a:lnTo>
                    <a:pt x="74" y="241"/>
                  </a:lnTo>
                  <a:lnTo>
                    <a:pt x="75" y="244"/>
                  </a:lnTo>
                  <a:lnTo>
                    <a:pt x="73" y="245"/>
                  </a:lnTo>
                  <a:lnTo>
                    <a:pt x="73" y="246"/>
                  </a:lnTo>
                  <a:lnTo>
                    <a:pt x="74" y="250"/>
                  </a:lnTo>
                  <a:lnTo>
                    <a:pt x="74" y="257"/>
                  </a:lnTo>
                  <a:lnTo>
                    <a:pt x="74" y="260"/>
                  </a:lnTo>
                  <a:lnTo>
                    <a:pt x="71" y="257"/>
                  </a:lnTo>
                  <a:lnTo>
                    <a:pt x="70" y="257"/>
                  </a:lnTo>
                  <a:lnTo>
                    <a:pt x="71" y="256"/>
                  </a:lnTo>
                  <a:lnTo>
                    <a:pt x="70" y="254"/>
                  </a:lnTo>
                  <a:lnTo>
                    <a:pt x="67" y="254"/>
                  </a:lnTo>
                  <a:lnTo>
                    <a:pt x="65" y="252"/>
                  </a:lnTo>
                  <a:lnTo>
                    <a:pt x="65" y="250"/>
                  </a:lnTo>
                  <a:lnTo>
                    <a:pt x="63" y="249"/>
                  </a:lnTo>
                  <a:lnTo>
                    <a:pt x="63" y="246"/>
                  </a:lnTo>
                  <a:lnTo>
                    <a:pt x="63" y="244"/>
                  </a:lnTo>
                  <a:lnTo>
                    <a:pt x="65" y="241"/>
                  </a:lnTo>
                  <a:lnTo>
                    <a:pt x="63" y="240"/>
                  </a:lnTo>
                  <a:lnTo>
                    <a:pt x="61" y="241"/>
                  </a:lnTo>
                  <a:lnTo>
                    <a:pt x="61" y="244"/>
                  </a:lnTo>
                  <a:lnTo>
                    <a:pt x="62" y="245"/>
                  </a:lnTo>
                  <a:lnTo>
                    <a:pt x="61" y="246"/>
                  </a:lnTo>
                  <a:lnTo>
                    <a:pt x="60" y="246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60" y="249"/>
                  </a:lnTo>
                  <a:lnTo>
                    <a:pt x="61" y="250"/>
                  </a:lnTo>
                  <a:lnTo>
                    <a:pt x="62" y="252"/>
                  </a:lnTo>
                  <a:lnTo>
                    <a:pt x="61" y="254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57" y="254"/>
                  </a:lnTo>
                  <a:lnTo>
                    <a:pt x="56" y="257"/>
                  </a:lnTo>
                  <a:lnTo>
                    <a:pt x="57" y="257"/>
                  </a:lnTo>
                  <a:lnTo>
                    <a:pt x="57" y="258"/>
                  </a:lnTo>
                  <a:lnTo>
                    <a:pt x="54" y="260"/>
                  </a:lnTo>
                  <a:lnTo>
                    <a:pt x="54" y="258"/>
                  </a:lnTo>
                  <a:lnTo>
                    <a:pt x="54" y="257"/>
                  </a:lnTo>
                  <a:lnTo>
                    <a:pt x="53" y="257"/>
                  </a:lnTo>
                  <a:lnTo>
                    <a:pt x="52" y="256"/>
                  </a:lnTo>
                  <a:lnTo>
                    <a:pt x="50" y="253"/>
                  </a:lnTo>
                  <a:lnTo>
                    <a:pt x="49" y="250"/>
                  </a:lnTo>
                  <a:lnTo>
                    <a:pt x="48" y="249"/>
                  </a:lnTo>
                  <a:lnTo>
                    <a:pt x="48" y="252"/>
                  </a:lnTo>
                  <a:lnTo>
                    <a:pt x="49" y="253"/>
                  </a:lnTo>
                  <a:lnTo>
                    <a:pt x="52" y="254"/>
                  </a:lnTo>
                  <a:lnTo>
                    <a:pt x="50" y="257"/>
                  </a:lnTo>
                  <a:lnTo>
                    <a:pt x="52" y="258"/>
                  </a:lnTo>
                  <a:lnTo>
                    <a:pt x="52" y="261"/>
                  </a:lnTo>
                  <a:lnTo>
                    <a:pt x="50" y="261"/>
                  </a:lnTo>
                  <a:lnTo>
                    <a:pt x="48" y="262"/>
                  </a:lnTo>
                  <a:lnTo>
                    <a:pt x="48" y="263"/>
                  </a:lnTo>
                  <a:lnTo>
                    <a:pt x="46" y="265"/>
                  </a:lnTo>
                  <a:lnTo>
                    <a:pt x="48" y="265"/>
                  </a:lnTo>
                  <a:lnTo>
                    <a:pt x="45" y="267"/>
                  </a:lnTo>
                  <a:lnTo>
                    <a:pt x="42" y="266"/>
                  </a:lnTo>
                  <a:lnTo>
                    <a:pt x="44" y="267"/>
                  </a:lnTo>
                  <a:lnTo>
                    <a:pt x="44" y="270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7" y="271"/>
                  </a:lnTo>
                  <a:lnTo>
                    <a:pt x="37" y="271"/>
                  </a:lnTo>
                  <a:lnTo>
                    <a:pt x="36" y="273"/>
                  </a:lnTo>
                  <a:lnTo>
                    <a:pt x="34" y="273"/>
                  </a:lnTo>
                  <a:lnTo>
                    <a:pt x="33" y="275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7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5" y="273"/>
                  </a:lnTo>
                  <a:lnTo>
                    <a:pt x="24" y="273"/>
                  </a:lnTo>
                  <a:lnTo>
                    <a:pt x="24" y="274"/>
                  </a:lnTo>
                  <a:lnTo>
                    <a:pt x="23" y="275"/>
                  </a:lnTo>
                  <a:lnTo>
                    <a:pt x="21" y="274"/>
                  </a:lnTo>
                  <a:lnTo>
                    <a:pt x="23" y="273"/>
                  </a:lnTo>
                  <a:lnTo>
                    <a:pt x="21" y="271"/>
                  </a:lnTo>
                  <a:lnTo>
                    <a:pt x="17" y="270"/>
                  </a:lnTo>
                  <a:lnTo>
                    <a:pt x="13" y="267"/>
                  </a:lnTo>
                  <a:lnTo>
                    <a:pt x="12" y="267"/>
                  </a:lnTo>
                  <a:lnTo>
                    <a:pt x="8" y="262"/>
                  </a:lnTo>
                  <a:lnTo>
                    <a:pt x="9" y="261"/>
                  </a:lnTo>
                  <a:lnTo>
                    <a:pt x="9" y="258"/>
                  </a:lnTo>
                  <a:lnTo>
                    <a:pt x="12" y="258"/>
                  </a:lnTo>
                  <a:lnTo>
                    <a:pt x="13" y="260"/>
                  </a:lnTo>
                  <a:lnTo>
                    <a:pt x="15" y="260"/>
                  </a:lnTo>
                  <a:lnTo>
                    <a:pt x="19" y="262"/>
                  </a:lnTo>
                  <a:lnTo>
                    <a:pt x="19" y="261"/>
                  </a:lnTo>
                  <a:lnTo>
                    <a:pt x="17" y="260"/>
                  </a:lnTo>
                  <a:lnTo>
                    <a:pt x="19" y="258"/>
                  </a:lnTo>
                  <a:lnTo>
                    <a:pt x="21" y="258"/>
                  </a:lnTo>
                  <a:lnTo>
                    <a:pt x="20" y="257"/>
                  </a:lnTo>
                  <a:lnTo>
                    <a:pt x="17" y="257"/>
                  </a:lnTo>
                  <a:lnTo>
                    <a:pt x="16" y="258"/>
                  </a:lnTo>
                  <a:lnTo>
                    <a:pt x="15" y="256"/>
                  </a:lnTo>
                  <a:lnTo>
                    <a:pt x="16" y="254"/>
                  </a:lnTo>
                  <a:lnTo>
                    <a:pt x="17" y="253"/>
                  </a:lnTo>
                  <a:lnTo>
                    <a:pt x="15" y="250"/>
                  </a:lnTo>
                  <a:lnTo>
                    <a:pt x="16" y="250"/>
                  </a:lnTo>
                  <a:lnTo>
                    <a:pt x="13" y="248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2" y="253"/>
                  </a:lnTo>
                  <a:lnTo>
                    <a:pt x="11" y="252"/>
                  </a:lnTo>
                  <a:lnTo>
                    <a:pt x="11" y="253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11" y="246"/>
                  </a:lnTo>
                  <a:lnTo>
                    <a:pt x="11" y="245"/>
                  </a:lnTo>
                  <a:lnTo>
                    <a:pt x="12" y="244"/>
                  </a:lnTo>
                  <a:lnTo>
                    <a:pt x="15" y="246"/>
                  </a:lnTo>
                  <a:lnTo>
                    <a:pt x="15" y="244"/>
                  </a:lnTo>
                  <a:lnTo>
                    <a:pt x="16" y="242"/>
                  </a:lnTo>
                  <a:lnTo>
                    <a:pt x="17" y="242"/>
                  </a:lnTo>
                  <a:lnTo>
                    <a:pt x="17" y="241"/>
                  </a:lnTo>
                  <a:lnTo>
                    <a:pt x="13" y="241"/>
                  </a:lnTo>
                  <a:lnTo>
                    <a:pt x="12" y="241"/>
                  </a:lnTo>
                  <a:lnTo>
                    <a:pt x="13" y="240"/>
                  </a:lnTo>
                  <a:lnTo>
                    <a:pt x="15" y="240"/>
                  </a:lnTo>
                  <a:lnTo>
                    <a:pt x="17" y="237"/>
                  </a:lnTo>
                  <a:lnTo>
                    <a:pt x="15" y="236"/>
                  </a:lnTo>
                  <a:lnTo>
                    <a:pt x="16" y="236"/>
                  </a:lnTo>
                  <a:lnTo>
                    <a:pt x="17" y="233"/>
                  </a:lnTo>
                  <a:lnTo>
                    <a:pt x="19" y="233"/>
                  </a:lnTo>
                  <a:lnTo>
                    <a:pt x="19" y="236"/>
                  </a:lnTo>
                  <a:lnTo>
                    <a:pt x="21" y="237"/>
                  </a:lnTo>
                  <a:lnTo>
                    <a:pt x="20" y="235"/>
                  </a:lnTo>
                  <a:lnTo>
                    <a:pt x="20" y="232"/>
                  </a:lnTo>
                  <a:lnTo>
                    <a:pt x="23" y="231"/>
                  </a:lnTo>
                  <a:lnTo>
                    <a:pt x="24" y="229"/>
                  </a:lnTo>
                  <a:lnTo>
                    <a:pt x="21" y="231"/>
                  </a:lnTo>
                  <a:lnTo>
                    <a:pt x="20" y="231"/>
                  </a:lnTo>
                  <a:lnTo>
                    <a:pt x="15" y="232"/>
                  </a:lnTo>
                  <a:lnTo>
                    <a:pt x="15" y="235"/>
                  </a:lnTo>
                  <a:lnTo>
                    <a:pt x="13" y="235"/>
                  </a:lnTo>
                  <a:lnTo>
                    <a:pt x="12" y="238"/>
                  </a:lnTo>
                  <a:lnTo>
                    <a:pt x="11" y="237"/>
                  </a:lnTo>
                  <a:lnTo>
                    <a:pt x="12" y="236"/>
                  </a:lnTo>
                  <a:lnTo>
                    <a:pt x="11" y="233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1"/>
                  </a:lnTo>
                  <a:lnTo>
                    <a:pt x="12" y="229"/>
                  </a:lnTo>
                  <a:lnTo>
                    <a:pt x="12" y="228"/>
                  </a:lnTo>
                  <a:lnTo>
                    <a:pt x="12" y="227"/>
                  </a:lnTo>
                  <a:lnTo>
                    <a:pt x="11" y="225"/>
                  </a:lnTo>
                  <a:lnTo>
                    <a:pt x="7" y="229"/>
                  </a:lnTo>
                  <a:lnTo>
                    <a:pt x="6" y="228"/>
                  </a:lnTo>
                  <a:lnTo>
                    <a:pt x="6" y="225"/>
                  </a:lnTo>
                  <a:lnTo>
                    <a:pt x="7" y="227"/>
                  </a:lnTo>
                  <a:lnTo>
                    <a:pt x="8" y="225"/>
                  </a:lnTo>
                  <a:lnTo>
                    <a:pt x="7" y="224"/>
                  </a:lnTo>
                  <a:lnTo>
                    <a:pt x="9" y="223"/>
                  </a:lnTo>
                  <a:lnTo>
                    <a:pt x="8" y="223"/>
                  </a:lnTo>
                  <a:lnTo>
                    <a:pt x="7" y="223"/>
                  </a:lnTo>
                  <a:lnTo>
                    <a:pt x="6" y="224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3" y="220"/>
                  </a:lnTo>
                  <a:lnTo>
                    <a:pt x="4" y="219"/>
                  </a:lnTo>
                  <a:lnTo>
                    <a:pt x="6" y="220"/>
                  </a:lnTo>
                  <a:lnTo>
                    <a:pt x="7" y="220"/>
                  </a:lnTo>
                  <a:lnTo>
                    <a:pt x="9" y="219"/>
                  </a:lnTo>
                  <a:lnTo>
                    <a:pt x="12" y="219"/>
                  </a:lnTo>
                  <a:lnTo>
                    <a:pt x="15" y="219"/>
                  </a:lnTo>
                  <a:lnTo>
                    <a:pt x="16" y="219"/>
                  </a:lnTo>
                  <a:lnTo>
                    <a:pt x="17" y="221"/>
                  </a:lnTo>
                  <a:lnTo>
                    <a:pt x="19" y="220"/>
                  </a:lnTo>
                  <a:lnTo>
                    <a:pt x="20" y="217"/>
                  </a:lnTo>
                  <a:lnTo>
                    <a:pt x="23" y="219"/>
                  </a:lnTo>
                  <a:lnTo>
                    <a:pt x="23" y="220"/>
                  </a:lnTo>
                  <a:lnTo>
                    <a:pt x="21" y="221"/>
                  </a:lnTo>
                  <a:lnTo>
                    <a:pt x="21" y="223"/>
                  </a:lnTo>
                  <a:lnTo>
                    <a:pt x="24" y="223"/>
                  </a:lnTo>
                  <a:lnTo>
                    <a:pt x="25" y="220"/>
                  </a:lnTo>
                  <a:lnTo>
                    <a:pt x="25" y="220"/>
                  </a:lnTo>
                  <a:lnTo>
                    <a:pt x="27" y="219"/>
                  </a:lnTo>
                  <a:lnTo>
                    <a:pt x="29" y="217"/>
                  </a:lnTo>
                  <a:lnTo>
                    <a:pt x="31" y="216"/>
                  </a:lnTo>
                  <a:lnTo>
                    <a:pt x="29" y="213"/>
                  </a:lnTo>
                  <a:lnTo>
                    <a:pt x="29" y="212"/>
                  </a:lnTo>
                  <a:lnTo>
                    <a:pt x="28" y="215"/>
                  </a:lnTo>
                  <a:lnTo>
                    <a:pt x="28" y="216"/>
                  </a:lnTo>
                  <a:lnTo>
                    <a:pt x="27" y="217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5"/>
                  </a:lnTo>
                  <a:lnTo>
                    <a:pt x="25" y="215"/>
                  </a:lnTo>
                  <a:lnTo>
                    <a:pt x="23" y="216"/>
                  </a:lnTo>
                  <a:lnTo>
                    <a:pt x="21" y="216"/>
                  </a:lnTo>
                  <a:lnTo>
                    <a:pt x="20" y="215"/>
                  </a:lnTo>
                  <a:lnTo>
                    <a:pt x="19" y="215"/>
                  </a:lnTo>
                  <a:lnTo>
                    <a:pt x="19" y="216"/>
                  </a:lnTo>
                  <a:lnTo>
                    <a:pt x="17" y="217"/>
                  </a:lnTo>
                  <a:lnTo>
                    <a:pt x="16" y="217"/>
                  </a:lnTo>
                  <a:lnTo>
                    <a:pt x="13" y="216"/>
                  </a:lnTo>
                  <a:lnTo>
                    <a:pt x="11" y="217"/>
                  </a:lnTo>
                  <a:lnTo>
                    <a:pt x="9" y="217"/>
                  </a:lnTo>
                  <a:lnTo>
                    <a:pt x="7" y="219"/>
                  </a:lnTo>
                  <a:lnTo>
                    <a:pt x="6" y="217"/>
                  </a:lnTo>
                  <a:lnTo>
                    <a:pt x="4" y="216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7" y="213"/>
                  </a:lnTo>
                  <a:lnTo>
                    <a:pt x="6" y="213"/>
                  </a:lnTo>
                  <a:lnTo>
                    <a:pt x="4" y="213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6" y="212"/>
                  </a:lnTo>
                  <a:lnTo>
                    <a:pt x="9" y="212"/>
                  </a:lnTo>
                  <a:lnTo>
                    <a:pt x="12" y="211"/>
                  </a:lnTo>
                  <a:lnTo>
                    <a:pt x="8" y="211"/>
                  </a:lnTo>
                  <a:lnTo>
                    <a:pt x="7" y="211"/>
                  </a:lnTo>
                  <a:lnTo>
                    <a:pt x="6" y="211"/>
                  </a:lnTo>
                  <a:lnTo>
                    <a:pt x="7" y="210"/>
                  </a:lnTo>
                  <a:lnTo>
                    <a:pt x="3" y="207"/>
                  </a:lnTo>
                  <a:lnTo>
                    <a:pt x="3" y="207"/>
                  </a:lnTo>
                  <a:lnTo>
                    <a:pt x="6" y="206"/>
                  </a:lnTo>
                  <a:lnTo>
                    <a:pt x="7" y="204"/>
                  </a:lnTo>
                  <a:lnTo>
                    <a:pt x="8" y="206"/>
                  </a:lnTo>
                  <a:lnTo>
                    <a:pt x="11" y="204"/>
                  </a:lnTo>
                  <a:lnTo>
                    <a:pt x="15" y="207"/>
                  </a:lnTo>
                  <a:lnTo>
                    <a:pt x="16" y="206"/>
                  </a:lnTo>
                  <a:lnTo>
                    <a:pt x="19" y="206"/>
                  </a:lnTo>
                  <a:lnTo>
                    <a:pt x="21" y="204"/>
                  </a:lnTo>
                  <a:lnTo>
                    <a:pt x="19" y="204"/>
                  </a:lnTo>
                  <a:lnTo>
                    <a:pt x="19" y="204"/>
                  </a:lnTo>
                  <a:lnTo>
                    <a:pt x="15" y="204"/>
                  </a:lnTo>
                  <a:lnTo>
                    <a:pt x="12" y="203"/>
                  </a:lnTo>
                  <a:lnTo>
                    <a:pt x="9" y="203"/>
                  </a:lnTo>
                  <a:lnTo>
                    <a:pt x="7" y="203"/>
                  </a:lnTo>
                  <a:lnTo>
                    <a:pt x="6" y="203"/>
                  </a:lnTo>
                  <a:lnTo>
                    <a:pt x="7" y="202"/>
                  </a:lnTo>
                  <a:lnTo>
                    <a:pt x="4" y="199"/>
                  </a:lnTo>
                  <a:lnTo>
                    <a:pt x="4" y="198"/>
                  </a:lnTo>
                  <a:lnTo>
                    <a:pt x="6" y="198"/>
                  </a:lnTo>
                  <a:lnTo>
                    <a:pt x="7" y="199"/>
                  </a:lnTo>
                  <a:lnTo>
                    <a:pt x="8" y="202"/>
                  </a:lnTo>
                  <a:lnTo>
                    <a:pt x="9" y="200"/>
                  </a:lnTo>
                  <a:lnTo>
                    <a:pt x="8" y="198"/>
                  </a:lnTo>
                  <a:lnTo>
                    <a:pt x="11" y="198"/>
                  </a:lnTo>
                  <a:lnTo>
                    <a:pt x="12" y="200"/>
                  </a:lnTo>
                  <a:lnTo>
                    <a:pt x="13" y="200"/>
                  </a:lnTo>
                  <a:lnTo>
                    <a:pt x="15" y="200"/>
                  </a:lnTo>
                  <a:lnTo>
                    <a:pt x="13" y="198"/>
                  </a:lnTo>
                  <a:lnTo>
                    <a:pt x="15" y="196"/>
                  </a:lnTo>
                  <a:lnTo>
                    <a:pt x="17" y="198"/>
                  </a:lnTo>
                  <a:lnTo>
                    <a:pt x="19" y="196"/>
                  </a:lnTo>
                  <a:lnTo>
                    <a:pt x="17" y="195"/>
                  </a:lnTo>
                  <a:lnTo>
                    <a:pt x="20" y="195"/>
                  </a:lnTo>
                  <a:lnTo>
                    <a:pt x="21" y="195"/>
                  </a:lnTo>
                  <a:lnTo>
                    <a:pt x="21" y="198"/>
                  </a:lnTo>
                  <a:lnTo>
                    <a:pt x="23" y="199"/>
                  </a:lnTo>
                  <a:lnTo>
                    <a:pt x="24" y="198"/>
                  </a:lnTo>
                  <a:lnTo>
                    <a:pt x="23" y="196"/>
                  </a:lnTo>
                  <a:lnTo>
                    <a:pt x="24" y="195"/>
                  </a:lnTo>
                  <a:lnTo>
                    <a:pt x="21" y="194"/>
                  </a:lnTo>
                  <a:lnTo>
                    <a:pt x="19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6" y="190"/>
                  </a:lnTo>
                  <a:lnTo>
                    <a:pt x="17" y="190"/>
                  </a:lnTo>
                  <a:lnTo>
                    <a:pt x="19" y="188"/>
                  </a:lnTo>
                  <a:lnTo>
                    <a:pt x="20" y="191"/>
                  </a:lnTo>
                  <a:lnTo>
                    <a:pt x="21" y="190"/>
                  </a:lnTo>
                  <a:lnTo>
                    <a:pt x="23" y="190"/>
                  </a:lnTo>
                  <a:lnTo>
                    <a:pt x="24" y="192"/>
                  </a:lnTo>
                  <a:lnTo>
                    <a:pt x="27" y="192"/>
                  </a:lnTo>
                  <a:lnTo>
                    <a:pt x="28" y="191"/>
                  </a:lnTo>
                  <a:lnTo>
                    <a:pt x="32" y="190"/>
                  </a:lnTo>
                  <a:lnTo>
                    <a:pt x="32" y="188"/>
                  </a:lnTo>
                  <a:lnTo>
                    <a:pt x="31" y="188"/>
                  </a:lnTo>
                  <a:lnTo>
                    <a:pt x="28" y="190"/>
                  </a:lnTo>
                  <a:lnTo>
                    <a:pt x="27" y="188"/>
                  </a:lnTo>
                  <a:lnTo>
                    <a:pt x="29" y="187"/>
                  </a:lnTo>
                  <a:lnTo>
                    <a:pt x="28" y="187"/>
                  </a:lnTo>
                  <a:lnTo>
                    <a:pt x="24" y="188"/>
                  </a:lnTo>
                  <a:lnTo>
                    <a:pt x="23" y="186"/>
                  </a:lnTo>
                  <a:lnTo>
                    <a:pt x="24" y="185"/>
                  </a:lnTo>
                  <a:lnTo>
                    <a:pt x="23" y="183"/>
                  </a:lnTo>
                  <a:lnTo>
                    <a:pt x="24" y="182"/>
                  </a:lnTo>
                  <a:lnTo>
                    <a:pt x="25" y="183"/>
                  </a:lnTo>
                  <a:lnTo>
                    <a:pt x="28" y="183"/>
                  </a:lnTo>
                  <a:lnTo>
                    <a:pt x="29" y="185"/>
                  </a:lnTo>
                  <a:lnTo>
                    <a:pt x="31" y="183"/>
                  </a:lnTo>
                  <a:lnTo>
                    <a:pt x="34" y="187"/>
                  </a:lnTo>
                  <a:lnTo>
                    <a:pt x="37" y="188"/>
                  </a:lnTo>
                  <a:lnTo>
                    <a:pt x="40" y="188"/>
                  </a:lnTo>
                  <a:lnTo>
                    <a:pt x="38" y="187"/>
                  </a:lnTo>
                  <a:lnTo>
                    <a:pt x="36" y="187"/>
                  </a:lnTo>
                  <a:lnTo>
                    <a:pt x="34" y="186"/>
                  </a:lnTo>
                  <a:lnTo>
                    <a:pt x="32" y="183"/>
                  </a:lnTo>
                  <a:lnTo>
                    <a:pt x="32" y="181"/>
                  </a:lnTo>
                  <a:lnTo>
                    <a:pt x="33" y="181"/>
                  </a:lnTo>
                  <a:lnTo>
                    <a:pt x="33" y="182"/>
                  </a:lnTo>
                  <a:lnTo>
                    <a:pt x="36" y="185"/>
                  </a:lnTo>
                  <a:lnTo>
                    <a:pt x="38" y="185"/>
                  </a:lnTo>
                  <a:lnTo>
                    <a:pt x="38" y="186"/>
                  </a:lnTo>
                  <a:lnTo>
                    <a:pt x="41" y="186"/>
                  </a:lnTo>
                  <a:lnTo>
                    <a:pt x="41" y="185"/>
                  </a:lnTo>
                  <a:lnTo>
                    <a:pt x="40" y="185"/>
                  </a:lnTo>
                  <a:lnTo>
                    <a:pt x="40" y="183"/>
                  </a:lnTo>
                  <a:lnTo>
                    <a:pt x="37" y="183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7" y="181"/>
                  </a:lnTo>
                  <a:lnTo>
                    <a:pt x="37" y="182"/>
                  </a:lnTo>
                  <a:lnTo>
                    <a:pt x="38" y="181"/>
                  </a:lnTo>
                  <a:lnTo>
                    <a:pt x="41" y="178"/>
                  </a:lnTo>
                  <a:lnTo>
                    <a:pt x="41" y="178"/>
                  </a:lnTo>
                  <a:lnTo>
                    <a:pt x="40" y="178"/>
                  </a:lnTo>
                  <a:lnTo>
                    <a:pt x="38" y="178"/>
                  </a:lnTo>
                  <a:lnTo>
                    <a:pt x="40" y="177"/>
                  </a:lnTo>
                  <a:lnTo>
                    <a:pt x="42" y="175"/>
                  </a:lnTo>
                  <a:lnTo>
                    <a:pt x="44" y="177"/>
                  </a:lnTo>
                  <a:lnTo>
                    <a:pt x="46" y="174"/>
                  </a:lnTo>
                  <a:lnTo>
                    <a:pt x="44" y="174"/>
                  </a:lnTo>
                  <a:lnTo>
                    <a:pt x="44" y="173"/>
                  </a:lnTo>
                  <a:lnTo>
                    <a:pt x="45" y="173"/>
                  </a:lnTo>
                  <a:lnTo>
                    <a:pt x="48" y="171"/>
                  </a:lnTo>
                  <a:lnTo>
                    <a:pt x="49" y="171"/>
                  </a:lnTo>
                  <a:lnTo>
                    <a:pt x="50" y="173"/>
                  </a:lnTo>
                  <a:lnTo>
                    <a:pt x="50" y="175"/>
                  </a:lnTo>
                  <a:lnTo>
                    <a:pt x="52" y="178"/>
                  </a:lnTo>
                  <a:lnTo>
                    <a:pt x="50" y="178"/>
                  </a:lnTo>
                  <a:lnTo>
                    <a:pt x="49" y="179"/>
                  </a:lnTo>
                  <a:lnTo>
                    <a:pt x="52" y="178"/>
                  </a:lnTo>
                  <a:lnTo>
                    <a:pt x="53" y="178"/>
                  </a:lnTo>
                  <a:lnTo>
                    <a:pt x="53" y="175"/>
                  </a:lnTo>
                  <a:lnTo>
                    <a:pt x="54" y="174"/>
                  </a:lnTo>
                  <a:lnTo>
                    <a:pt x="57" y="174"/>
                  </a:lnTo>
                  <a:lnTo>
                    <a:pt x="60" y="177"/>
                  </a:lnTo>
                  <a:lnTo>
                    <a:pt x="61" y="177"/>
                  </a:lnTo>
                  <a:lnTo>
                    <a:pt x="61" y="174"/>
                  </a:lnTo>
                  <a:lnTo>
                    <a:pt x="62" y="173"/>
                  </a:lnTo>
                  <a:lnTo>
                    <a:pt x="60" y="17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6" y="166"/>
                  </a:lnTo>
                  <a:lnTo>
                    <a:pt x="63" y="165"/>
                  </a:lnTo>
                  <a:lnTo>
                    <a:pt x="63" y="163"/>
                  </a:lnTo>
                  <a:lnTo>
                    <a:pt x="66" y="162"/>
                  </a:lnTo>
                  <a:lnTo>
                    <a:pt x="65" y="162"/>
                  </a:lnTo>
                  <a:lnTo>
                    <a:pt x="63" y="161"/>
                  </a:lnTo>
                  <a:lnTo>
                    <a:pt x="62" y="162"/>
                  </a:lnTo>
                  <a:lnTo>
                    <a:pt x="61" y="162"/>
                  </a:lnTo>
                  <a:lnTo>
                    <a:pt x="61" y="165"/>
                  </a:lnTo>
                  <a:lnTo>
                    <a:pt x="60" y="167"/>
                  </a:lnTo>
                  <a:lnTo>
                    <a:pt x="61" y="166"/>
                  </a:lnTo>
                  <a:lnTo>
                    <a:pt x="61" y="169"/>
                  </a:lnTo>
                  <a:lnTo>
                    <a:pt x="57" y="171"/>
                  </a:lnTo>
                  <a:lnTo>
                    <a:pt x="54" y="173"/>
                  </a:lnTo>
                  <a:lnTo>
                    <a:pt x="52" y="174"/>
                  </a:lnTo>
                  <a:lnTo>
                    <a:pt x="50" y="171"/>
                  </a:lnTo>
                  <a:lnTo>
                    <a:pt x="50" y="170"/>
                  </a:lnTo>
                  <a:lnTo>
                    <a:pt x="53" y="169"/>
                  </a:lnTo>
                  <a:lnTo>
                    <a:pt x="53" y="167"/>
                  </a:lnTo>
                  <a:lnTo>
                    <a:pt x="52" y="167"/>
                  </a:lnTo>
                  <a:lnTo>
                    <a:pt x="49" y="169"/>
                  </a:lnTo>
                  <a:lnTo>
                    <a:pt x="49" y="167"/>
                  </a:lnTo>
                  <a:lnTo>
                    <a:pt x="50" y="166"/>
                  </a:lnTo>
                  <a:lnTo>
                    <a:pt x="52" y="165"/>
                  </a:lnTo>
                  <a:lnTo>
                    <a:pt x="53" y="162"/>
                  </a:lnTo>
                  <a:lnTo>
                    <a:pt x="52" y="162"/>
                  </a:lnTo>
                  <a:lnTo>
                    <a:pt x="54" y="161"/>
                  </a:lnTo>
                  <a:lnTo>
                    <a:pt x="54" y="158"/>
                  </a:lnTo>
                  <a:lnTo>
                    <a:pt x="56" y="157"/>
                  </a:lnTo>
                  <a:lnTo>
                    <a:pt x="58" y="157"/>
                  </a:lnTo>
                  <a:lnTo>
                    <a:pt x="57" y="156"/>
                  </a:lnTo>
                  <a:lnTo>
                    <a:pt x="57" y="154"/>
                  </a:lnTo>
                  <a:lnTo>
                    <a:pt x="58" y="154"/>
                  </a:lnTo>
                  <a:lnTo>
                    <a:pt x="58" y="153"/>
                  </a:lnTo>
                  <a:lnTo>
                    <a:pt x="60" y="153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2" y="154"/>
                  </a:lnTo>
                  <a:lnTo>
                    <a:pt x="63" y="154"/>
                  </a:lnTo>
                  <a:lnTo>
                    <a:pt x="65" y="152"/>
                  </a:lnTo>
                  <a:lnTo>
                    <a:pt x="66" y="150"/>
                  </a:lnTo>
                  <a:lnTo>
                    <a:pt x="63" y="150"/>
                  </a:lnTo>
                  <a:lnTo>
                    <a:pt x="63" y="149"/>
                  </a:lnTo>
                  <a:lnTo>
                    <a:pt x="65" y="148"/>
                  </a:lnTo>
                  <a:lnTo>
                    <a:pt x="67" y="148"/>
                  </a:lnTo>
                  <a:lnTo>
                    <a:pt x="69" y="146"/>
                  </a:lnTo>
                  <a:lnTo>
                    <a:pt x="67" y="145"/>
                  </a:lnTo>
                  <a:lnTo>
                    <a:pt x="69" y="144"/>
                  </a:lnTo>
                  <a:lnTo>
                    <a:pt x="70" y="144"/>
                  </a:lnTo>
                  <a:lnTo>
                    <a:pt x="70" y="142"/>
                  </a:lnTo>
                  <a:lnTo>
                    <a:pt x="71" y="141"/>
                  </a:lnTo>
                  <a:lnTo>
                    <a:pt x="74" y="141"/>
                  </a:lnTo>
                  <a:lnTo>
                    <a:pt x="75" y="140"/>
                  </a:lnTo>
                  <a:lnTo>
                    <a:pt x="77" y="138"/>
                  </a:lnTo>
                  <a:lnTo>
                    <a:pt x="78" y="136"/>
                  </a:lnTo>
                  <a:lnTo>
                    <a:pt x="77" y="136"/>
                  </a:lnTo>
                  <a:lnTo>
                    <a:pt x="75" y="138"/>
                  </a:lnTo>
                  <a:lnTo>
                    <a:pt x="74" y="138"/>
                  </a:lnTo>
                  <a:lnTo>
                    <a:pt x="74" y="136"/>
                  </a:lnTo>
                  <a:lnTo>
                    <a:pt x="74" y="135"/>
                  </a:lnTo>
                  <a:lnTo>
                    <a:pt x="73" y="135"/>
                  </a:lnTo>
                  <a:lnTo>
                    <a:pt x="73" y="132"/>
                  </a:lnTo>
                  <a:lnTo>
                    <a:pt x="74" y="132"/>
                  </a:lnTo>
                  <a:lnTo>
                    <a:pt x="77" y="133"/>
                  </a:lnTo>
                  <a:lnTo>
                    <a:pt x="77" y="132"/>
                  </a:lnTo>
                  <a:lnTo>
                    <a:pt x="77" y="131"/>
                  </a:lnTo>
                  <a:lnTo>
                    <a:pt x="74" y="131"/>
                  </a:lnTo>
                  <a:lnTo>
                    <a:pt x="74" y="128"/>
                  </a:lnTo>
                  <a:lnTo>
                    <a:pt x="75" y="128"/>
                  </a:lnTo>
                  <a:lnTo>
                    <a:pt x="77" y="129"/>
                  </a:lnTo>
                  <a:lnTo>
                    <a:pt x="78" y="129"/>
                  </a:lnTo>
                  <a:lnTo>
                    <a:pt x="78" y="128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7" y="124"/>
                  </a:lnTo>
                  <a:lnTo>
                    <a:pt x="78" y="123"/>
                  </a:lnTo>
                  <a:lnTo>
                    <a:pt x="79" y="123"/>
                  </a:lnTo>
                  <a:lnTo>
                    <a:pt x="81" y="124"/>
                  </a:lnTo>
                  <a:lnTo>
                    <a:pt x="81" y="123"/>
                  </a:lnTo>
                  <a:lnTo>
                    <a:pt x="79" y="121"/>
                  </a:lnTo>
                  <a:lnTo>
                    <a:pt x="79" y="120"/>
                  </a:lnTo>
                  <a:lnTo>
                    <a:pt x="77" y="120"/>
                  </a:lnTo>
                  <a:lnTo>
                    <a:pt x="77" y="119"/>
                  </a:lnTo>
                  <a:lnTo>
                    <a:pt x="78" y="117"/>
                  </a:lnTo>
                  <a:lnTo>
                    <a:pt x="82" y="117"/>
                  </a:lnTo>
                  <a:lnTo>
                    <a:pt x="82" y="119"/>
                  </a:lnTo>
                  <a:lnTo>
                    <a:pt x="85" y="119"/>
                  </a:lnTo>
                  <a:lnTo>
                    <a:pt x="85" y="117"/>
                  </a:lnTo>
                  <a:lnTo>
                    <a:pt x="86" y="116"/>
                  </a:lnTo>
                  <a:lnTo>
                    <a:pt x="85" y="116"/>
                  </a:lnTo>
                  <a:lnTo>
                    <a:pt x="83" y="116"/>
                  </a:lnTo>
                  <a:lnTo>
                    <a:pt x="82" y="115"/>
                  </a:lnTo>
                  <a:lnTo>
                    <a:pt x="79" y="113"/>
                  </a:lnTo>
                  <a:lnTo>
                    <a:pt x="78" y="113"/>
                  </a:lnTo>
                  <a:lnTo>
                    <a:pt x="78" y="112"/>
                  </a:lnTo>
                  <a:lnTo>
                    <a:pt x="78" y="111"/>
                  </a:lnTo>
                  <a:lnTo>
                    <a:pt x="79" y="111"/>
                  </a:lnTo>
                  <a:lnTo>
                    <a:pt x="81" y="111"/>
                  </a:lnTo>
                  <a:lnTo>
                    <a:pt x="82" y="111"/>
                  </a:lnTo>
                  <a:lnTo>
                    <a:pt x="81" y="111"/>
                  </a:lnTo>
                  <a:lnTo>
                    <a:pt x="81" y="110"/>
                  </a:lnTo>
                  <a:lnTo>
                    <a:pt x="82" y="108"/>
                  </a:lnTo>
                  <a:lnTo>
                    <a:pt x="81" y="107"/>
                  </a:lnTo>
                  <a:lnTo>
                    <a:pt x="81" y="106"/>
                  </a:lnTo>
                  <a:lnTo>
                    <a:pt x="81" y="107"/>
                  </a:lnTo>
                  <a:lnTo>
                    <a:pt x="83" y="107"/>
                  </a:lnTo>
                  <a:lnTo>
                    <a:pt x="83" y="106"/>
                  </a:lnTo>
                  <a:lnTo>
                    <a:pt x="82" y="104"/>
                  </a:lnTo>
                  <a:lnTo>
                    <a:pt x="83" y="104"/>
                  </a:lnTo>
                  <a:lnTo>
                    <a:pt x="83" y="104"/>
                  </a:lnTo>
                  <a:lnTo>
                    <a:pt x="86" y="104"/>
                  </a:lnTo>
                  <a:lnTo>
                    <a:pt x="85" y="103"/>
                  </a:lnTo>
                  <a:lnTo>
                    <a:pt x="82" y="102"/>
                  </a:lnTo>
                  <a:lnTo>
                    <a:pt x="82" y="100"/>
                  </a:lnTo>
                  <a:lnTo>
                    <a:pt x="85" y="100"/>
                  </a:lnTo>
                  <a:lnTo>
                    <a:pt x="87" y="99"/>
                  </a:lnTo>
                  <a:lnTo>
                    <a:pt x="87" y="100"/>
                  </a:lnTo>
                  <a:lnTo>
                    <a:pt x="90" y="99"/>
                  </a:lnTo>
                  <a:lnTo>
                    <a:pt x="90" y="96"/>
                  </a:lnTo>
                  <a:lnTo>
                    <a:pt x="92" y="96"/>
                  </a:lnTo>
                  <a:lnTo>
                    <a:pt x="94" y="96"/>
                  </a:lnTo>
                  <a:lnTo>
                    <a:pt x="96" y="96"/>
                  </a:lnTo>
                  <a:lnTo>
                    <a:pt x="99" y="98"/>
                  </a:lnTo>
                  <a:lnTo>
                    <a:pt x="99" y="96"/>
                  </a:lnTo>
                  <a:lnTo>
                    <a:pt x="98" y="95"/>
                  </a:lnTo>
                  <a:lnTo>
                    <a:pt x="98" y="94"/>
                  </a:lnTo>
                  <a:lnTo>
                    <a:pt x="95" y="94"/>
                  </a:lnTo>
                  <a:lnTo>
                    <a:pt x="94" y="92"/>
                  </a:lnTo>
                  <a:lnTo>
                    <a:pt x="92" y="94"/>
                  </a:lnTo>
                  <a:lnTo>
                    <a:pt x="90" y="94"/>
                  </a:lnTo>
                  <a:lnTo>
                    <a:pt x="90" y="92"/>
                  </a:lnTo>
                  <a:lnTo>
                    <a:pt x="92" y="90"/>
                  </a:lnTo>
                  <a:lnTo>
                    <a:pt x="95" y="90"/>
                  </a:lnTo>
                  <a:lnTo>
                    <a:pt x="92" y="88"/>
                  </a:lnTo>
                  <a:lnTo>
                    <a:pt x="94" y="87"/>
                  </a:lnTo>
                  <a:lnTo>
                    <a:pt x="95" y="87"/>
                  </a:lnTo>
                  <a:lnTo>
                    <a:pt x="98" y="90"/>
                  </a:lnTo>
                  <a:lnTo>
                    <a:pt x="99" y="90"/>
                  </a:lnTo>
                  <a:lnTo>
                    <a:pt x="100" y="91"/>
                  </a:lnTo>
                  <a:lnTo>
                    <a:pt x="100" y="88"/>
                  </a:lnTo>
                  <a:lnTo>
                    <a:pt x="98" y="87"/>
                  </a:lnTo>
                  <a:lnTo>
                    <a:pt x="96" y="86"/>
                  </a:lnTo>
                  <a:lnTo>
                    <a:pt x="98" y="83"/>
                  </a:lnTo>
                  <a:lnTo>
                    <a:pt x="100" y="83"/>
                  </a:lnTo>
                  <a:lnTo>
                    <a:pt x="99" y="82"/>
                  </a:lnTo>
                  <a:lnTo>
                    <a:pt x="98" y="82"/>
                  </a:lnTo>
                  <a:lnTo>
                    <a:pt x="95" y="85"/>
                  </a:lnTo>
                  <a:lnTo>
                    <a:pt x="94" y="85"/>
                  </a:lnTo>
                  <a:lnTo>
                    <a:pt x="95" y="82"/>
                  </a:lnTo>
                  <a:lnTo>
                    <a:pt x="94" y="81"/>
                  </a:lnTo>
                  <a:lnTo>
                    <a:pt x="94" y="79"/>
                  </a:lnTo>
                  <a:lnTo>
                    <a:pt x="96" y="79"/>
                  </a:lnTo>
                  <a:lnTo>
                    <a:pt x="96" y="79"/>
                  </a:lnTo>
                  <a:lnTo>
                    <a:pt x="102" y="79"/>
                  </a:lnTo>
                  <a:lnTo>
                    <a:pt x="103" y="77"/>
                  </a:lnTo>
                  <a:lnTo>
                    <a:pt x="100" y="75"/>
                  </a:lnTo>
                  <a:lnTo>
                    <a:pt x="98" y="75"/>
                  </a:lnTo>
                  <a:lnTo>
                    <a:pt x="96" y="74"/>
                  </a:lnTo>
                  <a:lnTo>
                    <a:pt x="98" y="73"/>
                  </a:lnTo>
                  <a:lnTo>
                    <a:pt x="99" y="73"/>
                  </a:lnTo>
                  <a:lnTo>
                    <a:pt x="99" y="74"/>
                  </a:lnTo>
                  <a:lnTo>
                    <a:pt x="99" y="75"/>
                  </a:lnTo>
                  <a:lnTo>
                    <a:pt x="102" y="74"/>
                  </a:lnTo>
                  <a:lnTo>
                    <a:pt x="103" y="73"/>
                  </a:lnTo>
                  <a:lnTo>
                    <a:pt x="104" y="74"/>
                  </a:lnTo>
                  <a:lnTo>
                    <a:pt x="104" y="77"/>
                  </a:lnTo>
                  <a:lnTo>
                    <a:pt x="106" y="78"/>
                  </a:lnTo>
                  <a:lnTo>
                    <a:pt x="106" y="77"/>
                  </a:lnTo>
                  <a:lnTo>
                    <a:pt x="106" y="75"/>
                  </a:lnTo>
                  <a:lnTo>
                    <a:pt x="107" y="74"/>
                  </a:lnTo>
                  <a:lnTo>
                    <a:pt x="107" y="74"/>
                  </a:lnTo>
                  <a:lnTo>
                    <a:pt x="107" y="73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0"/>
                  </a:lnTo>
                  <a:lnTo>
                    <a:pt x="108" y="70"/>
                  </a:lnTo>
                  <a:lnTo>
                    <a:pt x="111" y="70"/>
                  </a:lnTo>
                  <a:lnTo>
                    <a:pt x="111" y="71"/>
                  </a:lnTo>
                  <a:lnTo>
                    <a:pt x="113" y="70"/>
                  </a:lnTo>
                  <a:lnTo>
                    <a:pt x="113" y="71"/>
                  </a:lnTo>
                  <a:lnTo>
                    <a:pt x="115" y="73"/>
                  </a:lnTo>
                  <a:lnTo>
                    <a:pt x="115" y="73"/>
                  </a:lnTo>
                  <a:lnTo>
                    <a:pt x="115" y="69"/>
                  </a:lnTo>
                  <a:lnTo>
                    <a:pt x="116" y="67"/>
                  </a:lnTo>
                  <a:lnTo>
                    <a:pt x="116" y="66"/>
                  </a:lnTo>
                  <a:lnTo>
                    <a:pt x="115" y="66"/>
                  </a:lnTo>
                  <a:lnTo>
                    <a:pt x="113" y="67"/>
                  </a:lnTo>
                  <a:lnTo>
                    <a:pt x="112" y="66"/>
                  </a:lnTo>
                  <a:lnTo>
                    <a:pt x="107" y="67"/>
                  </a:lnTo>
                  <a:lnTo>
                    <a:pt x="104" y="67"/>
                  </a:lnTo>
                  <a:lnTo>
                    <a:pt x="106" y="65"/>
                  </a:lnTo>
                  <a:lnTo>
                    <a:pt x="108" y="65"/>
                  </a:lnTo>
                  <a:lnTo>
                    <a:pt x="110" y="63"/>
                  </a:lnTo>
                  <a:lnTo>
                    <a:pt x="108" y="63"/>
                  </a:lnTo>
                  <a:lnTo>
                    <a:pt x="110" y="61"/>
                  </a:lnTo>
                  <a:lnTo>
                    <a:pt x="112" y="61"/>
                  </a:lnTo>
                  <a:lnTo>
                    <a:pt x="112" y="62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0"/>
                  </a:lnTo>
                  <a:lnTo>
                    <a:pt x="115" y="60"/>
                  </a:lnTo>
                  <a:lnTo>
                    <a:pt x="116" y="58"/>
                  </a:lnTo>
                  <a:lnTo>
                    <a:pt x="115" y="58"/>
                  </a:lnTo>
                  <a:lnTo>
                    <a:pt x="116" y="57"/>
                  </a:lnTo>
                  <a:lnTo>
                    <a:pt x="117" y="57"/>
                  </a:lnTo>
                  <a:lnTo>
                    <a:pt x="116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2"/>
                  </a:lnTo>
                  <a:lnTo>
                    <a:pt x="119" y="52"/>
                  </a:lnTo>
                  <a:lnTo>
                    <a:pt x="120" y="53"/>
                  </a:lnTo>
                  <a:lnTo>
                    <a:pt x="120" y="50"/>
                  </a:lnTo>
                  <a:lnTo>
                    <a:pt x="120" y="49"/>
                  </a:lnTo>
                  <a:lnTo>
                    <a:pt x="120" y="45"/>
                  </a:lnTo>
                  <a:lnTo>
                    <a:pt x="121" y="45"/>
                  </a:lnTo>
                  <a:lnTo>
                    <a:pt x="121" y="46"/>
                  </a:lnTo>
                  <a:lnTo>
                    <a:pt x="123" y="46"/>
                  </a:lnTo>
                  <a:lnTo>
                    <a:pt x="123" y="49"/>
                  </a:lnTo>
                  <a:lnTo>
                    <a:pt x="125" y="52"/>
                  </a:lnTo>
                  <a:lnTo>
                    <a:pt x="124" y="49"/>
                  </a:lnTo>
                  <a:lnTo>
                    <a:pt x="127" y="48"/>
                  </a:lnTo>
                  <a:lnTo>
                    <a:pt x="128" y="49"/>
                  </a:lnTo>
                  <a:lnTo>
                    <a:pt x="128" y="48"/>
                  </a:lnTo>
                  <a:lnTo>
                    <a:pt x="125" y="48"/>
                  </a:lnTo>
                  <a:lnTo>
                    <a:pt x="123" y="45"/>
                  </a:lnTo>
                  <a:lnTo>
                    <a:pt x="123" y="44"/>
                  </a:lnTo>
                  <a:lnTo>
                    <a:pt x="127" y="42"/>
                  </a:lnTo>
                  <a:lnTo>
                    <a:pt x="127" y="42"/>
                  </a:lnTo>
                  <a:lnTo>
                    <a:pt x="128" y="48"/>
                  </a:lnTo>
                  <a:lnTo>
                    <a:pt x="131" y="48"/>
                  </a:lnTo>
                  <a:lnTo>
                    <a:pt x="132" y="52"/>
                  </a:lnTo>
                  <a:lnTo>
                    <a:pt x="133" y="49"/>
                  </a:lnTo>
                  <a:lnTo>
                    <a:pt x="132" y="48"/>
                  </a:lnTo>
                  <a:lnTo>
                    <a:pt x="129" y="45"/>
                  </a:lnTo>
                  <a:lnTo>
                    <a:pt x="129" y="42"/>
                  </a:lnTo>
                  <a:lnTo>
                    <a:pt x="128" y="41"/>
                  </a:lnTo>
                  <a:lnTo>
                    <a:pt x="129" y="37"/>
                  </a:lnTo>
                  <a:lnTo>
                    <a:pt x="132" y="36"/>
                  </a:lnTo>
                  <a:lnTo>
                    <a:pt x="133" y="37"/>
                  </a:lnTo>
                  <a:lnTo>
                    <a:pt x="135" y="40"/>
                  </a:lnTo>
                  <a:lnTo>
                    <a:pt x="133" y="42"/>
                  </a:lnTo>
                  <a:lnTo>
                    <a:pt x="133" y="45"/>
                  </a:lnTo>
                  <a:lnTo>
                    <a:pt x="135" y="42"/>
                  </a:lnTo>
                  <a:lnTo>
                    <a:pt x="135" y="41"/>
                  </a:lnTo>
                  <a:lnTo>
                    <a:pt x="135" y="38"/>
                  </a:lnTo>
                  <a:lnTo>
                    <a:pt x="137" y="33"/>
                  </a:lnTo>
                  <a:lnTo>
                    <a:pt x="139" y="33"/>
                  </a:lnTo>
                  <a:lnTo>
                    <a:pt x="140" y="40"/>
                  </a:lnTo>
                  <a:lnTo>
                    <a:pt x="139" y="42"/>
                  </a:lnTo>
                  <a:lnTo>
                    <a:pt x="140" y="44"/>
                  </a:lnTo>
                  <a:lnTo>
                    <a:pt x="137" y="45"/>
                  </a:lnTo>
                  <a:lnTo>
                    <a:pt x="137" y="46"/>
                  </a:lnTo>
                  <a:lnTo>
                    <a:pt x="140" y="45"/>
                  </a:lnTo>
                  <a:lnTo>
                    <a:pt x="141" y="42"/>
                  </a:lnTo>
                  <a:lnTo>
                    <a:pt x="142" y="41"/>
                  </a:lnTo>
                  <a:lnTo>
                    <a:pt x="144" y="41"/>
                  </a:lnTo>
                  <a:lnTo>
                    <a:pt x="145" y="42"/>
                  </a:lnTo>
                  <a:lnTo>
                    <a:pt x="144" y="40"/>
                  </a:lnTo>
                  <a:lnTo>
                    <a:pt x="142" y="38"/>
                  </a:lnTo>
                  <a:lnTo>
                    <a:pt x="141" y="37"/>
                  </a:lnTo>
                  <a:lnTo>
                    <a:pt x="144" y="35"/>
                  </a:lnTo>
                  <a:lnTo>
                    <a:pt x="144" y="33"/>
                  </a:lnTo>
                  <a:lnTo>
                    <a:pt x="145" y="32"/>
                  </a:lnTo>
                  <a:lnTo>
                    <a:pt x="146" y="35"/>
                  </a:lnTo>
                  <a:lnTo>
                    <a:pt x="148" y="33"/>
                  </a:lnTo>
                  <a:lnTo>
                    <a:pt x="148" y="32"/>
                  </a:lnTo>
                  <a:lnTo>
                    <a:pt x="149" y="33"/>
                  </a:lnTo>
                  <a:lnTo>
                    <a:pt x="152" y="35"/>
                  </a:lnTo>
                  <a:lnTo>
                    <a:pt x="153" y="37"/>
                  </a:lnTo>
                  <a:lnTo>
                    <a:pt x="154" y="37"/>
                  </a:lnTo>
                  <a:lnTo>
                    <a:pt x="156" y="36"/>
                  </a:lnTo>
                  <a:lnTo>
                    <a:pt x="153" y="33"/>
                  </a:lnTo>
                  <a:lnTo>
                    <a:pt x="153" y="32"/>
                  </a:lnTo>
                  <a:lnTo>
                    <a:pt x="154" y="29"/>
                  </a:lnTo>
                  <a:lnTo>
                    <a:pt x="152" y="29"/>
                  </a:lnTo>
                  <a:lnTo>
                    <a:pt x="150" y="28"/>
                  </a:lnTo>
                  <a:lnTo>
                    <a:pt x="149" y="28"/>
                  </a:lnTo>
                  <a:lnTo>
                    <a:pt x="146" y="25"/>
                  </a:lnTo>
                  <a:lnTo>
                    <a:pt x="146" y="24"/>
                  </a:lnTo>
                  <a:lnTo>
                    <a:pt x="148" y="24"/>
                  </a:lnTo>
                  <a:lnTo>
                    <a:pt x="150" y="21"/>
                  </a:lnTo>
                  <a:lnTo>
                    <a:pt x="150" y="24"/>
                  </a:lnTo>
                  <a:lnTo>
                    <a:pt x="152" y="23"/>
                  </a:lnTo>
                  <a:lnTo>
                    <a:pt x="153" y="23"/>
                  </a:lnTo>
                  <a:lnTo>
                    <a:pt x="157" y="25"/>
                  </a:lnTo>
                  <a:lnTo>
                    <a:pt x="160" y="25"/>
                  </a:lnTo>
                  <a:lnTo>
                    <a:pt x="161" y="25"/>
                  </a:lnTo>
                  <a:lnTo>
                    <a:pt x="164" y="25"/>
                  </a:lnTo>
                  <a:lnTo>
                    <a:pt x="162" y="28"/>
                  </a:lnTo>
                  <a:lnTo>
                    <a:pt x="164" y="28"/>
                  </a:lnTo>
                  <a:lnTo>
                    <a:pt x="164" y="31"/>
                  </a:lnTo>
                  <a:lnTo>
                    <a:pt x="167" y="31"/>
                  </a:lnTo>
                  <a:lnTo>
                    <a:pt x="167" y="31"/>
                  </a:lnTo>
                  <a:lnTo>
                    <a:pt x="167" y="29"/>
                  </a:lnTo>
                  <a:lnTo>
                    <a:pt x="165" y="28"/>
                  </a:lnTo>
                  <a:lnTo>
                    <a:pt x="166" y="27"/>
                  </a:lnTo>
                  <a:lnTo>
                    <a:pt x="165" y="25"/>
                  </a:lnTo>
                  <a:lnTo>
                    <a:pt x="166" y="24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6" y="20"/>
                  </a:lnTo>
                  <a:lnTo>
                    <a:pt x="169" y="20"/>
                  </a:lnTo>
                  <a:lnTo>
                    <a:pt x="170" y="17"/>
                  </a:lnTo>
                  <a:lnTo>
                    <a:pt x="170" y="17"/>
                  </a:lnTo>
                  <a:lnTo>
                    <a:pt x="173" y="19"/>
                  </a:lnTo>
                  <a:lnTo>
                    <a:pt x="174" y="17"/>
                  </a:lnTo>
                  <a:lnTo>
                    <a:pt x="173" y="17"/>
                  </a:lnTo>
                  <a:lnTo>
                    <a:pt x="173" y="16"/>
                  </a:lnTo>
                  <a:lnTo>
                    <a:pt x="174" y="15"/>
                  </a:lnTo>
                  <a:lnTo>
                    <a:pt x="175" y="16"/>
                  </a:lnTo>
                  <a:lnTo>
                    <a:pt x="177" y="15"/>
                  </a:lnTo>
                  <a:lnTo>
                    <a:pt x="175" y="13"/>
                  </a:lnTo>
                  <a:lnTo>
                    <a:pt x="173" y="11"/>
                  </a:lnTo>
                  <a:lnTo>
                    <a:pt x="173" y="10"/>
                  </a:lnTo>
                  <a:lnTo>
                    <a:pt x="174" y="10"/>
                  </a:lnTo>
                  <a:lnTo>
                    <a:pt x="175" y="10"/>
                  </a:lnTo>
                  <a:lnTo>
                    <a:pt x="175" y="11"/>
                  </a:lnTo>
                  <a:lnTo>
                    <a:pt x="177" y="10"/>
                  </a:lnTo>
                  <a:lnTo>
                    <a:pt x="177" y="7"/>
                  </a:lnTo>
                  <a:lnTo>
                    <a:pt x="178" y="6"/>
                  </a:lnTo>
                  <a:lnTo>
                    <a:pt x="179" y="7"/>
                  </a:lnTo>
                  <a:lnTo>
                    <a:pt x="181" y="8"/>
                  </a:lnTo>
                  <a:lnTo>
                    <a:pt x="181" y="10"/>
                  </a:lnTo>
                  <a:lnTo>
                    <a:pt x="182" y="8"/>
                  </a:lnTo>
                  <a:lnTo>
                    <a:pt x="182" y="7"/>
                  </a:lnTo>
                  <a:lnTo>
                    <a:pt x="183" y="6"/>
                  </a:lnTo>
                  <a:lnTo>
                    <a:pt x="185" y="8"/>
                  </a:lnTo>
                  <a:lnTo>
                    <a:pt x="187" y="8"/>
                  </a:lnTo>
                  <a:lnTo>
                    <a:pt x="187" y="10"/>
                  </a:lnTo>
                  <a:lnTo>
                    <a:pt x="186" y="10"/>
                  </a:lnTo>
                  <a:lnTo>
                    <a:pt x="186" y="12"/>
                  </a:lnTo>
                  <a:lnTo>
                    <a:pt x="182" y="16"/>
                  </a:lnTo>
                  <a:lnTo>
                    <a:pt x="183" y="19"/>
                  </a:lnTo>
                  <a:lnTo>
                    <a:pt x="183" y="20"/>
                  </a:lnTo>
                  <a:lnTo>
                    <a:pt x="183" y="21"/>
                  </a:lnTo>
                  <a:lnTo>
                    <a:pt x="181" y="25"/>
                  </a:lnTo>
                  <a:lnTo>
                    <a:pt x="182" y="27"/>
                  </a:lnTo>
                  <a:lnTo>
                    <a:pt x="182" y="28"/>
                  </a:lnTo>
                  <a:lnTo>
                    <a:pt x="183" y="28"/>
                  </a:lnTo>
                  <a:lnTo>
                    <a:pt x="186" y="24"/>
                  </a:lnTo>
                  <a:lnTo>
                    <a:pt x="187" y="21"/>
                  </a:lnTo>
                  <a:lnTo>
                    <a:pt x="186" y="21"/>
                  </a:lnTo>
                  <a:lnTo>
                    <a:pt x="187" y="17"/>
                  </a:lnTo>
                  <a:lnTo>
                    <a:pt x="190" y="13"/>
                  </a:lnTo>
                  <a:lnTo>
                    <a:pt x="190" y="11"/>
                  </a:lnTo>
                  <a:lnTo>
                    <a:pt x="193" y="6"/>
                  </a:lnTo>
                  <a:lnTo>
                    <a:pt x="194" y="6"/>
                  </a:lnTo>
                  <a:lnTo>
                    <a:pt x="195" y="7"/>
                  </a:lnTo>
                  <a:lnTo>
                    <a:pt x="195" y="11"/>
                  </a:lnTo>
                  <a:lnTo>
                    <a:pt x="194" y="12"/>
                  </a:lnTo>
                  <a:lnTo>
                    <a:pt x="193" y="13"/>
                  </a:lnTo>
                  <a:lnTo>
                    <a:pt x="195" y="13"/>
                  </a:lnTo>
                  <a:lnTo>
                    <a:pt x="193" y="17"/>
                  </a:lnTo>
                  <a:lnTo>
                    <a:pt x="194" y="20"/>
                  </a:lnTo>
                  <a:lnTo>
                    <a:pt x="195" y="19"/>
                  </a:lnTo>
                  <a:lnTo>
                    <a:pt x="195" y="19"/>
                  </a:lnTo>
                  <a:lnTo>
                    <a:pt x="196" y="17"/>
                  </a:lnTo>
                  <a:lnTo>
                    <a:pt x="198" y="19"/>
                  </a:lnTo>
                  <a:lnTo>
                    <a:pt x="199" y="17"/>
                  </a:lnTo>
                  <a:lnTo>
                    <a:pt x="198" y="15"/>
                  </a:lnTo>
                  <a:lnTo>
                    <a:pt x="199" y="15"/>
                  </a:lnTo>
                  <a:lnTo>
                    <a:pt x="199" y="13"/>
                  </a:lnTo>
                  <a:lnTo>
                    <a:pt x="199" y="12"/>
                  </a:lnTo>
                  <a:lnTo>
                    <a:pt x="200" y="11"/>
                  </a:lnTo>
                  <a:lnTo>
                    <a:pt x="200" y="10"/>
                  </a:lnTo>
                  <a:lnTo>
                    <a:pt x="202" y="10"/>
                  </a:lnTo>
                  <a:lnTo>
                    <a:pt x="202" y="8"/>
                  </a:lnTo>
                  <a:lnTo>
                    <a:pt x="200" y="7"/>
                  </a:lnTo>
                  <a:lnTo>
                    <a:pt x="199" y="7"/>
                  </a:lnTo>
                  <a:lnTo>
                    <a:pt x="199" y="7"/>
                  </a:lnTo>
                  <a:lnTo>
                    <a:pt x="199" y="4"/>
                  </a:lnTo>
                  <a:lnTo>
                    <a:pt x="200" y="3"/>
                  </a:lnTo>
                  <a:lnTo>
                    <a:pt x="202" y="6"/>
                  </a:lnTo>
                  <a:lnTo>
                    <a:pt x="203" y="6"/>
                  </a:lnTo>
                  <a:lnTo>
                    <a:pt x="204" y="4"/>
                  </a:lnTo>
                  <a:lnTo>
                    <a:pt x="203" y="3"/>
                  </a:lnTo>
                  <a:lnTo>
                    <a:pt x="203" y="2"/>
                  </a:lnTo>
                  <a:lnTo>
                    <a:pt x="204" y="0"/>
                  </a:lnTo>
                  <a:lnTo>
                    <a:pt x="206" y="2"/>
                  </a:lnTo>
                  <a:lnTo>
                    <a:pt x="207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1" name="Freeform 376"/>
            <p:cNvSpPr>
              <a:spLocks noEditPoints="1"/>
            </p:cNvSpPr>
            <p:nvPr/>
          </p:nvSpPr>
          <p:spPr bwMode="auto">
            <a:xfrm>
              <a:off x="6054567" y="1805043"/>
              <a:ext cx="299454" cy="677579"/>
            </a:xfrm>
            <a:custGeom>
              <a:avLst/>
              <a:gdLst>
                <a:gd name="T0" fmla="*/ 58 w 118"/>
                <a:gd name="T1" fmla="*/ 255 h 267"/>
                <a:gd name="T2" fmla="*/ 59 w 118"/>
                <a:gd name="T3" fmla="*/ 238 h 267"/>
                <a:gd name="T4" fmla="*/ 81 w 118"/>
                <a:gd name="T5" fmla="*/ 233 h 267"/>
                <a:gd name="T6" fmla="*/ 77 w 118"/>
                <a:gd name="T7" fmla="*/ 242 h 267"/>
                <a:gd name="T8" fmla="*/ 73 w 118"/>
                <a:gd name="T9" fmla="*/ 235 h 267"/>
                <a:gd name="T10" fmla="*/ 85 w 118"/>
                <a:gd name="T11" fmla="*/ 223 h 267"/>
                <a:gd name="T12" fmla="*/ 4 w 118"/>
                <a:gd name="T13" fmla="*/ 221 h 267"/>
                <a:gd name="T14" fmla="*/ 83 w 118"/>
                <a:gd name="T15" fmla="*/ 215 h 267"/>
                <a:gd name="T16" fmla="*/ 73 w 118"/>
                <a:gd name="T17" fmla="*/ 201 h 267"/>
                <a:gd name="T18" fmla="*/ 87 w 118"/>
                <a:gd name="T19" fmla="*/ 9 h 267"/>
                <a:gd name="T20" fmla="*/ 102 w 118"/>
                <a:gd name="T21" fmla="*/ 18 h 267"/>
                <a:gd name="T22" fmla="*/ 106 w 118"/>
                <a:gd name="T23" fmla="*/ 31 h 267"/>
                <a:gd name="T24" fmla="*/ 112 w 118"/>
                <a:gd name="T25" fmla="*/ 47 h 267"/>
                <a:gd name="T26" fmla="*/ 117 w 118"/>
                <a:gd name="T27" fmla="*/ 65 h 267"/>
                <a:gd name="T28" fmla="*/ 110 w 118"/>
                <a:gd name="T29" fmla="*/ 71 h 267"/>
                <a:gd name="T30" fmla="*/ 100 w 118"/>
                <a:gd name="T31" fmla="*/ 69 h 267"/>
                <a:gd name="T32" fmla="*/ 97 w 118"/>
                <a:gd name="T33" fmla="*/ 76 h 267"/>
                <a:gd name="T34" fmla="*/ 92 w 118"/>
                <a:gd name="T35" fmla="*/ 81 h 267"/>
                <a:gd name="T36" fmla="*/ 91 w 118"/>
                <a:gd name="T37" fmla="*/ 89 h 267"/>
                <a:gd name="T38" fmla="*/ 93 w 118"/>
                <a:gd name="T39" fmla="*/ 98 h 267"/>
                <a:gd name="T40" fmla="*/ 87 w 118"/>
                <a:gd name="T41" fmla="*/ 110 h 267"/>
                <a:gd name="T42" fmla="*/ 77 w 118"/>
                <a:gd name="T43" fmla="*/ 119 h 267"/>
                <a:gd name="T44" fmla="*/ 71 w 118"/>
                <a:gd name="T45" fmla="*/ 123 h 267"/>
                <a:gd name="T46" fmla="*/ 67 w 118"/>
                <a:gd name="T47" fmla="*/ 130 h 267"/>
                <a:gd name="T48" fmla="*/ 55 w 118"/>
                <a:gd name="T49" fmla="*/ 138 h 267"/>
                <a:gd name="T50" fmla="*/ 59 w 118"/>
                <a:gd name="T51" fmla="*/ 156 h 267"/>
                <a:gd name="T52" fmla="*/ 56 w 118"/>
                <a:gd name="T53" fmla="*/ 164 h 267"/>
                <a:gd name="T54" fmla="*/ 62 w 118"/>
                <a:gd name="T55" fmla="*/ 173 h 267"/>
                <a:gd name="T56" fmla="*/ 73 w 118"/>
                <a:gd name="T57" fmla="*/ 183 h 267"/>
                <a:gd name="T58" fmla="*/ 66 w 118"/>
                <a:gd name="T59" fmla="*/ 196 h 267"/>
                <a:gd name="T60" fmla="*/ 58 w 118"/>
                <a:gd name="T61" fmla="*/ 192 h 267"/>
                <a:gd name="T62" fmla="*/ 48 w 118"/>
                <a:gd name="T63" fmla="*/ 196 h 267"/>
                <a:gd name="T64" fmla="*/ 63 w 118"/>
                <a:gd name="T65" fmla="*/ 200 h 267"/>
                <a:gd name="T66" fmla="*/ 71 w 118"/>
                <a:gd name="T67" fmla="*/ 204 h 267"/>
                <a:gd name="T68" fmla="*/ 64 w 118"/>
                <a:gd name="T69" fmla="*/ 206 h 267"/>
                <a:gd name="T70" fmla="*/ 58 w 118"/>
                <a:gd name="T71" fmla="*/ 211 h 267"/>
                <a:gd name="T72" fmla="*/ 59 w 118"/>
                <a:gd name="T73" fmla="*/ 218 h 267"/>
                <a:gd name="T74" fmla="*/ 58 w 118"/>
                <a:gd name="T75" fmla="*/ 229 h 267"/>
                <a:gd name="T76" fmla="*/ 55 w 118"/>
                <a:gd name="T77" fmla="*/ 247 h 267"/>
                <a:gd name="T78" fmla="*/ 39 w 118"/>
                <a:gd name="T79" fmla="*/ 255 h 267"/>
                <a:gd name="T80" fmla="*/ 33 w 118"/>
                <a:gd name="T81" fmla="*/ 267 h 267"/>
                <a:gd name="T82" fmla="*/ 17 w 118"/>
                <a:gd name="T83" fmla="*/ 258 h 267"/>
                <a:gd name="T84" fmla="*/ 17 w 118"/>
                <a:gd name="T85" fmla="*/ 248 h 267"/>
                <a:gd name="T86" fmla="*/ 8 w 118"/>
                <a:gd name="T87" fmla="*/ 231 h 267"/>
                <a:gd name="T88" fmla="*/ 8 w 118"/>
                <a:gd name="T89" fmla="*/ 219 h 267"/>
                <a:gd name="T90" fmla="*/ 4 w 118"/>
                <a:gd name="T91" fmla="*/ 221 h 267"/>
                <a:gd name="T92" fmla="*/ 1 w 118"/>
                <a:gd name="T93" fmla="*/ 205 h 267"/>
                <a:gd name="T94" fmla="*/ 4 w 118"/>
                <a:gd name="T95" fmla="*/ 193 h 267"/>
                <a:gd name="T96" fmla="*/ 12 w 118"/>
                <a:gd name="T97" fmla="*/ 180 h 267"/>
                <a:gd name="T98" fmla="*/ 14 w 118"/>
                <a:gd name="T99" fmla="*/ 158 h 267"/>
                <a:gd name="T100" fmla="*/ 6 w 118"/>
                <a:gd name="T101" fmla="*/ 131 h 267"/>
                <a:gd name="T102" fmla="*/ 17 w 118"/>
                <a:gd name="T103" fmla="*/ 108 h 267"/>
                <a:gd name="T104" fmla="*/ 23 w 118"/>
                <a:gd name="T105" fmla="*/ 76 h 267"/>
                <a:gd name="T106" fmla="*/ 33 w 118"/>
                <a:gd name="T107" fmla="*/ 60 h 267"/>
                <a:gd name="T108" fmla="*/ 38 w 118"/>
                <a:gd name="T109" fmla="*/ 34 h 267"/>
                <a:gd name="T110" fmla="*/ 50 w 118"/>
                <a:gd name="T111" fmla="*/ 23 h 267"/>
                <a:gd name="T112" fmla="*/ 55 w 118"/>
                <a:gd name="T113" fmla="*/ 17 h 267"/>
                <a:gd name="T114" fmla="*/ 70 w 118"/>
                <a:gd name="T115" fmla="*/ 14 h 267"/>
                <a:gd name="T116" fmla="*/ 73 w 118"/>
                <a:gd name="T117" fmla="*/ 6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8" h="267">
                  <a:moveTo>
                    <a:pt x="60" y="236"/>
                  </a:moveTo>
                  <a:lnTo>
                    <a:pt x="62" y="238"/>
                  </a:lnTo>
                  <a:lnTo>
                    <a:pt x="62" y="240"/>
                  </a:lnTo>
                  <a:lnTo>
                    <a:pt x="60" y="244"/>
                  </a:lnTo>
                  <a:lnTo>
                    <a:pt x="60" y="248"/>
                  </a:lnTo>
                  <a:lnTo>
                    <a:pt x="59" y="252"/>
                  </a:lnTo>
                  <a:lnTo>
                    <a:pt x="58" y="255"/>
                  </a:lnTo>
                  <a:lnTo>
                    <a:pt x="56" y="254"/>
                  </a:lnTo>
                  <a:lnTo>
                    <a:pt x="56" y="252"/>
                  </a:lnTo>
                  <a:lnTo>
                    <a:pt x="56" y="250"/>
                  </a:lnTo>
                  <a:lnTo>
                    <a:pt x="58" y="243"/>
                  </a:lnTo>
                  <a:lnTo>
                    <a:pt x="59" y="243"/>
                  </a:lnTo>
                  <a:lnTo>
                    <a:pt x="59" y="239"/>
                  </a:lnTo>
                  <a:lnTo>
                    <a:pt x="59" y="238"/>
                  </a:lnTo>
                  <a:lnTo>
                    <a:pt x="60" y="236"/>
                  </a:lnTo>
                  <a:close/>
                  <a:moveTo>
                    <a:pt x="80" y="226"/>
                  </a:moveTo>
                  <a:lnTo>
                    <a:pt x="83" y="226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0" y="230"/>
                  </a:lnTo>
                  <a:lnTo>
                    <a:pt x="81" y="233"/>
                  </a:lnTo>
                  <a:lnTo>
                    <a:pt x="81" y="233"/>
                  </a:lnTo>
                  <a:lnTo>
                    <a:pt x="80" y="235"/>
                  </a:lnTo>
                  <a:lnTo>
                    <a:pt x="80" y="236"/>
                  </a:lnTo>
                  <a:lnTo>
                    <a:pt x="77" y="239"/>
                  </a:lnTo>
                  <a:lnTo>
                    <a:pt x="76" y="240"/>
                  </a:lnTo>
                  <a:lnTo>
                    <a:pt x="77" y="240"/>
                  </a:lnTo>
                  <a:lnTo>
                    <a:pt x="77" y="242"/>
                  </a:lnTo>
                  <a:lnTo>
                    <a:pt x="75" y="243"/>
                  </a:lnTo>
                  <a:lnTo>
                    <a:pt x="73" y="242"/>
                  </a:lnTo>
                  <a:lnTo>
                    <a:pt x="75" y="240"/>
                  </a:lnTo>
                  <a:lnTo>
                    <a:pt x="76" y="238"/>
                  </a:lnTo>
                  <a:lnTo>
                    <a:pt x="75" y="239"/>
                  </a:lnTo>
                  <a:lnTo>
                    <a:pt x="72" y="235"/>
                  </a:lnTo>
                  <a:lnTo>
                    <a:pt x="73" y="235"/>
                  </a:lnTo>
                  <a:lnTo>
                    <a:pt x="72" y="233"/>
                  </a:lnTo>
                  <a:lnTo>
                    <a:pt x="75" y="230"/>
                  </a:lnTo>
                  <a:lnTo>
                    <a:pt x="75" y="229"/>
                  </a:lnTo>
                  <a:lnTo>
                    <a:pt x="77" y="226"/>
                  </a:lnTo>
                  <a:lnTo>
                    <a:pt x="80" y="226"/>
                  </a:lnTo>
                  <a:lnTo>
                    <a:pt x="80" y="226"/>
                  </a:lnTo>
                  <a:close/>
                  <a:moveTo>
                    <a:pt x="85" y="223"/>
                  </a:moveTo>
                  <a:lnTo>
                    <a:pt x="87" y="225"/>
                  </a:lnTo>
                  <a:lnTo>
                    <a:pt x="84" y="225"/>
                  </a:lnTo>
                  <a:lnTo>
                    <a:pt x="83" y="226"/>
                  </a:lnTo>
                  <a:lnTo>
                    <a:pt x="83" y="225"/>
                  </a:lnTo>
                  <a:lnTo>
                    <a:pt x="84" y="223"/>
                  </a:lnTo>
                  <a:lnTo>
                    <a:pt x="85" y="223"/>
                  </a:lnTo>
                  <a:close/>
                  <a:moveTo>
                    <a:pt x="4" y="221"/>
                  </a:moveTo>
                  <a:lnTo>
                    <a:pt x="4" y="223"/>
                  </a:lnTo>
                  <a:lnTo>
                    <a:pt x="2" y="223"/>
                  </a:lnTo>
                  <a:lnTo>
                    <a:pt x="2" y="221"/>
                  </a:lnTo>
                  <a:lnTo>
                    <a:pt x="4" y="221"/>
                  </a:lnTo>
                  <a:close/>
                  <a:moveTo>
                    <a:pt x="83" y="213"/>
                  </a:moveTo>
                  <a:lnTo>
                    <a:pt x="84" y="214"/>
                  </a:lnTo>
                  <a:lnTo>
                    <a:pt x="83" y="215"/>
                  </a:lnTo>
                  <a:lnTo>
                    <a:pt x="81" y="214"/>
                  </a:lnTo>
                  <a:lnTo>
                    <a:pt x="83" y="213"/>
                  </a:lnTo>
                  <a:close/>
                  <a:moveTo>
                    <a:pt x="73" y="194"/>
                  </a:moveTo>
                  <a:lnTo>
                    <a:pt x="76" y="194"/>
                  </a:lnTo>
                  <a:lnTo>
                    <a:pt x="76" y="196"/>
                  </a:lnTo>
                  <a:lnTo>
                    <a:pt x="73" y="198"/>
                  </a:lnTo>
                  <a:lnTo>
                    <a:pt x="73" y="201"/>
                  </a:lnTo>
                  <a:lnTo>
                    <a:pt x="72" y="200"/>
                  </a:lnTo>
                  <a:lnTo>
                    <a:pt x="71" y="197"/>
                  </a:lnTo>
                  <a:lnTo>
                    <a:pt x="73" y="194"/>
                  </a:lnTo>
                  <a:close/>
                  <a:moveTo>
                    <a:pt x="77" y="0"/>
                  </a:moveTo>
                  <a:lnTo>
                    <a:pt x="80" y="2"/>
                  </a:lnTo>
                  <a:lnTo>
                    <a:pt x="83" y="4"/>
                  </a:lnTo>
                  <a:lnTo>
                    <a:pt x="87" y="9"/>
                  </a:lnTo>
                  <a:lnTo>
                    <a:pt x="89" y="11"/>
                  </a:lnTo>
                  <a:lnTo>
                    <a:pt x="95" y="11"/>
                  </a:lnTo>
                  <a:lnTo>
                    <a:pt x="96" y="13"/>
                  </a:lnTo>
                  <a:lnTo>
                    <a:pt x="98" y="13"/>
                  </a:lnTo>
                  <a:lnTo>
                    <a:pt x="100" y="15"/>
                  </a:lnTo>
                  <a:lnTo>
                    <a:pt x="101" y="18"/>
                  </a:lnTo>
                  <a:lnTo>
                    <a:pt x="102" y="18"/>
                  </a:lnTo>
                  <a:lnTo>
                    <a:pt x="102" y="18"/>
                  </a:lnTo>
                  <a:lnTo>
                    <a:pt x="105" y="21"/>
                  </a:lnTo>
                  <a:lnTo>
                    <a:pt x="106" y="21"/>
                  </a:lnTo>
                  <a:lnTo>
                    <a:pt x="108" y="22"/>
                  </a:lnTo>
                  <a:lnTo>
                    <a:pt x="106" y="25"/>
                  </a:lnTo>
                  <a:lnTo>
                    <a:pt x="108" y="29"/>
                  </a:lnTo>
                  <a:lnTo>
                    <a:pt x="106" y="31"/>
                  </a:lnTo>
                  <a:lnTo>
                    <a:pt x="106" y="34"/>
                  </a:lnTo>
                  <a:lnTo>
                    <a:pt x="110" y="34"/>
                  </a:lnTo>
                  <a:lnTo>
                    <a:pt x="110" y="36"/>
                  </a:lnTo>
                  <a:lnTo>
                    <a:pt x="109" y="38"/>
                  </a:lnTo>
                  <a:lnTo>
                    <a:pt x="110" y="42"/>
                  </a:lnTo>
                  <a:lnTo>
                    <a:pt x="112" y="43"/>
                  </a:lnTo>
                  <a:lnTo>
                    <a:pt x="112" y="47"/>
                  </a:lnTo>
                  <a:lnTo>
                    <a:pt x="112" y="50"/>
                  </a:lnTo>
                  <a:lnTo>
                    <a:pt x="112" y="51"/>
                  </a:lnTo>
                  <a:lnTo>
                    <a:pt x="112" y="56"/>
                  </a:lnTo>
                  <a:lnTo>
                    <a:pt x="112" y="58"/>
                  </a:lnTo>
                  <a:lnTo>
                    <a:pt x="112" y="61"/>
                  </a:lnTo>
                  <a:lnTo>
                    <a:pt x="114" y="61"/>
                  </a:lnTo>
                  <a:lnTo>
                    <a:pt x="117" y="65"/>
                  </a:lnTo>
                  <a:lnTo>
                    <a:pt x="118" y="67"/>
                  </a:lnTo>
                  <a:lnTo>
                    <a:pt x="118" y="69"/>
                  </a:lnTo>
                  <a:lnTo>
                    <a:pt x="118" y="69"/>
                  </a:lnTo>
                  <a:lnTo>
                    <a:pt x="116" y="71"/>
                  </a:lnTo>
                  <a:lnTo>
                    <a:pt x="114" y="71"/>
                  </a:lnTo>
                  <a:lnTo>
                    <a:pt x="113" y="69"/>
                  </a:lnTo>
                  <a:lnTo>
                    <a:pt x="110" y="71"/>
                  </a:lnTo>
                  <a:lnTo>
                    <a:pt x="108" y="69"/>
                  </a:lnTo>
                  <a:lnTo>
                    <a:pt x="106" y="72"/>
                  </a:lnTo>
                  <a:lnTo>
                    <a:pt x="105" y="71"/>
                  </a:lnTo>
                  <a:lnTo>
                    <a:pt x="104" y="69"/>
                  </a:lnTo>
                  <a:lnTo>
                    <a:pt x="102" y="72"/>
                  </a:lnTo>
                  <a:lnTo>
                    <a:pt x="101" y="69"/>
                  </a:lnTo>
                  <a:lnTo>
                    <a:pt x="100" y="69"/>
                  </a:lnTo>
                  <a:lnTo>
                    <a:pt x="100" y="72"/>
                  </a:lnTo>
                  <a:lnTo>
                    <a:pt x="98" y="73"/>
                  </a:lnTo>
                  <a:lnTo>
                    <a:pt x="97" y="75"/>
                  </a:lnTo>
                  <a:lnTo>
                    <a:pt x="96" y="73"/>
                  </a:lnTo>
                  <a:lnTo>
                    <a:pt x="95" y="72"/>
                  </a:lnTo>
                  <a:lnTo>
                    <a:pt x="96" y="76"/>
                  </a:lnTo>
                  <a:lnTo>
                    <a:pt x="97" y="76"/>
                  </a:lnTo>
                  <a:lnTo>
                    <a:pt x="95" y="79"/>
                  </a:lnTo>
                  <a:lnTo>
                    <a:pt x="93" y="79"/>
                  </a:lnTo>
                  <a:lnTo>
                    <a:pt x="92" y="79"/>
                  </a:lnTo>
                  <a:lnTo>
                    <a:pt x="93" y="80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1"/>
                  </a:lnTo>
                  <a:lnTo>
                    <a:pt x="91" y="80"/>
                  </a:lnTo>
                  <a:lnTo>
                    <a:pt x="89" y="81"/>
                  </a:lnTo>
                  <a:lnTo>
                    <a:pt x="91" y="83"/>
                  </a:lnTo>
                  <a:lnTo>
                    <a:pt x="92" y="83"/>
                  </a:lnTo>
                  <a:lnTo>
                    <a:pt x="93" y="84"/>
                  </a:lnTo>
                  <a:lnTo>
                    <a:pt x="93" y="85"/>
                  </a:lnTo>
                  <a:lnTo>
                    <a:pt x="91" y="89"/>
                  </a:lnTo>
                  <a:lnTo>
                    <a:pt x="92" y="92"/>
                  </a:lnTo>
                  <a:lnTo>
                    <a:pt x="89" y="92"/>
                  </a:lnTo>
                  <a:lnTo>
                    <a:pt x="91" y="93"/>
                  </a:lnTo>
                  <a:lnTo>
                    <a:pt x="93" y="94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3" y="98"/>
                  </a:lnTo>
                  <a:lnTo>
                    <a:pt x="96" y="98"/>
                  </a:lnTo>
                  <a:lnTo>
                    <a:pt x="93" y="101"/>
                  </a:lnTo>
                  <a:lnTo>
                    <a:pt x="92" y="101"/>
                  </a:lnTo>
                  <a:lnTo>
                    <a:pt x="89" y="104"/>
                  </a:lnTo>
                  <a:lnTo>
                    <a:pt x="91" y="108"/>
                  </a:lnTo>
                  <a:lnTo>
                    <a:pt x="88" y="111"/>
                  </a:lnTo>
                  <a:lnTo>
                    <a:pt x="87" y="110"/>
                  </a:lnTo>
                  <a:lnTo>
                    <a:pt x="84" y="113"/>
                  </a:lnTo>
                  <a:lnTo>
                    <a:pt x="83" y="111"/>
                  </a:lnTo>
                  <a:lnTo>
                    <a:pt x="83" y="114"/>
                  </a:lnTo>
                  <a:lnTo>
                    <a:pt x="83" y="115"/>
                  </a:lnTo>
                  <a:lnTo>
                    <a:pt x="80" y="117"/>
                  </a:lnTo>
                  <a:lnTo>
                    <a:pt x="79" y="119"/>
                  </a:lnTo>
                  <a:lnTo>
                    <a:pt x="77" y="119"/>
                  </a:lnTo>
                  <a:lnTo>
                    <a:pt x="77" y="118"/>
                  </a:lnTo>
                  <a:lnTo>
                    <a:pt x="76" y="118"/>
                  </a:lnTo>
                  <a:lnTo>
                    <a:pt x="75" y="121"/>
                  </a:lnTo>
                  <a:lnTo>
                    <a:pt x="75" y="123"/>
                  </a:lnTo>
                  <a:lnTo>
                    <a:pt x="73" y="125"/>
                  </a:lnTo>
                  <a:lnTo>
                    <a:pt x="72" y="123"/>
                  </a:lnTo>
                  <a:lnTo>
                    <a:pt x="71" y="123"/>
                  </a:lnTo>
                  <a:lnTo>
                    <a:pt x="71" y="126"/>
                  </a:lnTo>
                  <a:lnTo>
                    <a:pt x="70" y="126"/>
                  </a:lnTo>
                  <a:lnTo>
                    <a:pt x="68" y="125"/>
                  </a:lnTo>
                  <a:lnTo>
                    <a:pt x="67" y="126"/>
                  </a:lnTo>
                  <a:lnTo>
                    <a:pt x="66" y="129"/>
                  </a:lnTo>
                  <a:lnTo>
                    <a:pt x="68" y="129"/>
                  </a:lnTo>
                  <a:lnTo>
                    <a:pt x="67" y="130"/>
                  </a:lnTo>
                  <a:lnTo>
                    <a:pt x="64" y="133"/>
                  </a:lnTo>
                  <a:lnTo>
                    <a:pt x="62" y="133"/>
                  </a:lnTo>
                  <a:lnTo>
                    <a:pt x="62" y="134"/>
                  </a:lnTo>
                  <a:lnTo>
                    <a:pt x="63" y="135"/>
                  </a:lnTo>
                  <a:lnTo>
                    <a:pt x="60" y="138"/>
                  </a:lnTo>
                  <a:lnTo>
                    <a:pt x="58" y="139"/>
                  </a:lnTo>
                  <a:lnTo>
                    <a:pt x="55" y="138"/>
                  </a:lnTo>
                  <a:lnTo>
                    <a:pt x="58" y="142"/>
                  </a:lnTo>
                  <a:lnTo>
                    <a:pt x="58" y="144"/>
                  </a:lnTo>
                  <a:lnTo>
                    <a:pt x="58" y="146"/>
                  </a:lnTo>
                  <a:lnTo>
                    <a:pt x="58" y="148"/>
                  </a:lnTo>
                  <a:lnTo>
                    <a:pt x="58" y="151"/>
                  </a:lnTo>
                  <a:lnTo>
                    <a:pt x="59" y="154"/>
                  </a:lnTo>
                  <a:lnTo>
                    <a:pt x="59" y="156"/>
                  </a:lnTo>
                  <a:lnTo>
                    <a:pt x="58" y="155"/>
                  </a:lnTo>
                  <a:lnTo>
                    <a:pt x="56" y="155"/>
                  </a:lnTo>
                  <a:lnTo>
                    <a:pt x="58" y="159"/>
                  </a:lnTo>
                  <a:lnTo>
                    <a:pt x="56" y="160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6" y="164"/>
                  </a:lnTo>
                  <a:lnTo>
                    <a:pt x="58" y="167"/>
                  </a:lnTo>
                  <a:lnTo>
                    <a:pt x="56" y="168"/>
                  </a:lnTo>
                  <a:lnTo>
                    <a:pt x="58" y="169"/>
                  </a:lnTo>
                  <a:lnTo>
                    <a:pt x="59" y="172"/>
                  </a:lnTo>
                  <a:lnTo>
                    <a:pt x="60" y="172"/>
                  </a:lnTo>
                  <a:lnTo>
                    <a:pt x="60" y="175"/>
                  </a:lnTo>
                  <a:lnTo>
                    <a:pt x="62" y="173"/>
                  </a:lnTo>
                  <a:lnTo>
                    <a:pt x="63" y="176"/>
                  </a:lnTo>
                  <a:lnTo>
                    <a:pt x="64" y="173"/>
                  </a:lnTo>
                  <a:lnTo>
                    <a:pt x="67" y="175"/>
                  </a:lnTo>
                  <a:lnTo>
                    <a:pt x="67" y="176"/>
                  </a:lnTo>
                  <a:lnTo>
                    <a:pt x="71" y="180"/>
                  </a:lnTo>
                  <a:lnTo>
                    <a:pt x="71" y="181"/>
                  </a:lnTo>
                  <a:lnTo>
                    <a:pt x="73" y="183"/>
                  </a:lnTo>
                  <a:lnTo>
                    <a:pt x="73" y="185"/>
                  </a:lnTo>
                  <a:lnTo>
                    <a:pt x="76" y="186"/>
                  </a:lnTo>
                  <a:lnTo>
                    <a:pt x="75" y="190"/>
                  </a:lnTo>
                  <a:lnTo>
                    <a:pt x="72" y="194"/>
                  </a:lnTo>
                  <a:lnTo>
                    <a:pt x="71" y="196"/>
                  </a:lnTo>
                  <a:lnTo>
                    <a:pt x="68" y="197"/>
                  </a:lnTo>
                  <a:lnTo>
                    <a:pt x="66" y="196"/>
                  </a:lnTo>
                  <a:lnTo>
                    <a:pt x="66" y="194"/>
                  </a:lnTo>
                  <a:lnTo>
                    <a:pt x="63" y="193"/>
                  </a:lnTo>
                  <a:lnTo>
                    <a:pt x="63" y="192"/>
                  </a:lnTo>
                  <a:lnTo>
                    <a:pt x="62" y="194"/>
                  </a:lnTo>
                  <a:lnTo>
                    <a:pt x="60" y="194"/>
                  </a:lnTo>
                  <a:lnTo>
                    <a:pt x="60" y="193"/>
                  </a:lnTo>
                  <a:lnTo>
                    <a:pt x="58" y="192"/>
                  </a:lnTo>
                  <a:lnTo>
                    <a:pt x="56" y="194"/>
                  </a:lnTo>
                  <a:lnTo>
                    <a:pt x="55" y="194"/>
                  </a:lnTo>
                  <a:lnTo>
                    <a:pt x="54" y="193"/>
                  </a:lnTo>
                  <a:lnTo>
                    <a:pt x="52" y="196"/>
                  </a:lnTo>
                  <a:lnTo>
                    <a:pt x="51" y="194"/>
                  </a:lnTo>
                  <a:lnTo>
                    <a:pt x="48" y="196"/>
                  </a:lnTo>
                  <a:lnTo>
                    <a:pt x="48" y="196"/>
                  </a:lnTo>
                  <a:lnTo>
                    <a:pt x="52" y="197"/>
                  </a:lnTo>
                  <a:lnTo>
                    <a:pt x="54" y="197"/>
                  </a:lnTo>
                  <a:lnTo>
                    <a:pt x="54" y="196"/>
                  </a:lnTo>
                  <a:lnTo>
                    <a:pt x="56" y="196"/>
                  </a:lnTo>
                  <a:lnTo>
                    <a:pt x="58" y="197"/>
                  </a:lnTo>
                  <a:lnTo>
                    <a:pt x="60" y="197"/>
                  </a:lnTo>
                  <a:lnTo>
                    <a:pt x="63" y="200"/>
                  </a:lnTo>
                  <a:lnTo>
                    <a:pt x="64" y="198"/>
                  </a:lnTo>
                  <a:lnTo>
                    <a:pt x="66" y="200"/>
                  </a:lnTo>
                  <a:lnTo>
                    <a:pt x="67" y="198"/>
                  </a:lnTo>
                  <a:lnTo>
                    <a:pt x="71" y="198"/>
                  </a:lnTo>
                  <a:lnTo>
                    <a:pt x="72" y="200"/>
                  </a:lnTo>
                  <a:lnTo>
                    <a:pt x="72" y="202"/>
                  </a:lnTo>
                  <a:lnTo>
                    <a:pt x="71" y="204"/>
                  </a:lnTo>
                  <a:lnTo>
                    <a:pt x="68" y="204"/>
                  </a:lnTo>
                  <a:lnTo>
                    <a:pt x="67" y="206"/>
                  </a:lnTo>
                  <a:lnTo>
                    <a:pt x="66" y="206"/>
                  </a:lnTo>
                  <a:lnTo>
                    <a:pt x="66" y="205"/>
                  </a:lnTo>
                  <a:lnTo>
                    <a:pt x="66" y="204"/>
                  </a:lnTo>
                  <a:lnTo>
                    <a:pt x="64" y="205"/>
                  </a:lnTo>
                  <a:lnTo>
                    <a:pt x="64" y="206"/>
                  </a:lnTo>
                  <a:lnTo>
                    <a:pt x="63" y="206"/>
                  </a:lnTo>
                  <a:lnTo>
                    <a:pt x="62" y="208"/>
                  </a:lnTo>
                  <a:lnTo>
                    <a:pt x="62" y="210"/>
                  </a:lnTo>
                  <a:lnTo>
                    <a:pt x="59" y="209"/>
                  </a:lnTo>
                  <a:lnTo>
                    <a:pt x="59" y="210"/>
                  </a:lnTo>
                  <a:lnTo>
                    <a:pt x="58" y="211"/>
                  </a:lnTo>
                  <a:lnTo>
                    <a:pt x="58" y="211"/>
                  </a:lnTo>
                  <a:lnTo>
                    <a:pt x="56" y="211"/>
                  </a:lnTo>
                  <a:lnTo>
                    <a:pt x="55" y="213"/>
                  </a:lnTo>
                  <a:lnTo>
                    <a:pt x="56" y="213"/>
                  </a:lnTo>
                  <a:lnTo>
                    <a:pt x="59" y="215"/>
                  </a:lnTo>
                  <a:lnTo>
                    <a:pt x="55" y="215"/>
                  </a:lnTo>
                  <a:lnTo>
                    <a:pt x="58" y="217"/>
                  </a:lnTo>
                  <a:lnTo>
                    <a:pt x="59" y="218"/>
                  </a:lnTo>
                  <a:lnTo>
                    <a:pt x="58" y="221"/>
                  </a:lnTo>
                  <a:lnTo>
                    <a:pt x="60" y="223"/>
                  </a:lnTo>
                  <a:lnTo>
                    <a:pt x="56" y="223"/>
                  </a:lnTo>
                  <a:lnTo>
                    <a:pt x="54" y="223"/>
                  </a:lnTo>
                  <a:lnTo>
                    <a:pt x="56" y="225"/>
                  </a:lnTo>
                  <a:lnTo>
                    <a:pt x="55" y="227"/>
                  </a:lnTo>
                  <a:lnTo>
                    <a:pt x="58" y="229"/>
                  </a:lnTo>
                  <a:lnTo>
                    <a:pt x="55" y="231"/>
                  </a:lnTo>
                  <a:lnTo>
                    <a:pt x="56" y="233"/>
                  </a:lnTo>
                  <a:lnTo>
                    <a:pt x="55" y="235"/>
                  </a:lnTo>
                  <a:lnTo>
                    <a:pt x="55" y="238"/>
                  </a:lnTo>
                  <a:lnTo>
                    <a:pt x="56" y="239"/>
                  </a:lnTo>
                  <a:lnTo>
                    <a:pt x="56" y="242"/>
                  </a:lnTo>
                  <a:lnTo>
                    <a:pt x="55" y="247"/>
                  </a:lnTo>
                  <a:lnTo>
                    <a:pt x="54" y="250"/>
                  </a:lnTo>
                  <a:lnTo>
                    <a:pt x="52" y="254"/>
                  </a:lnTo>
                  <a:lnTo>
                    <a:pt x="50" y="258"/>
                  </a:lnTo>
                  <a:lnTo>
                    <a:pt x="48" y="255"/>
                  </a:lnTo>
                  <a:lnTo>
                    <a:pt x="47" y="255"/>
                  </a:lnTo>
                  <a:lnTo>
                    <a:pt x="44" y="256"/>
                  </a:lnTo>
                  <a:lnTo>
                    <a:pt x="39" y="255"/>
                  </a:lnTo>
                  <a:lnTo>
                    <a:pt x="39" y="254"/>
                  </a:lnTo>
                  <a:lnTo>
                    <a:pt x="38" y="258"/>
                  </a:lnTo>
                  <a:lnTo>
                    <a:pt x="34" y="258"/>
                  </a:lnTo>
                  <a:lnTo>
                    <a:pt x="33" y="261"/>
                  </a:lnTo>
                  <a:lnTo>
                    <a:pt x="34" y="263"/>
                  </a:lnTo>
                  <a:lnTo>
                    <a:pt x="34" y="264"/>
                  </a:lnTo>
                  <a:lnTo>
                    <a:pt x="33" y="267"/>
                  </a:lnTo>
                  <a:lnTo>
                    <a:pt x="29" y="265"/>
                  </a:lnTo>
                  <a:lnTo>
                    <a:pt x="23" y="267"/>
                  </a:lnTo>
                  <a:lnTo>
                    <a:pt x="21" y="267"/>
                  </a:lnTo>
                  <a:lnTo>
                    <a:pt x="19" y="265"/>
                  </a:lnTo>
                  <a:lnTo>
                    <a:pt x="21" y="264"/>
                  </a:lnTo>
                  <a:lnTo>
                    <a:pt x="19" y="259"/>
                  </a:lnTo>
                  <a:lnTo>
                    <a:pt x="17" y="258"/>
                  </a:lnTo>
                  <a:lnTo>
                    <a:pt x="17" y="255"/>
                  </a:lnTo>
                  <a:lnTo>
                    <a:pt x="16" y="255"/>
                  </a:lnTo>
                  <a:lnTo>
                    <a:pt x="16" y="254"/>
                  </a:lnTo>
                  <a:lnTo>
                    <a:pt x="19" y="252"/>
                  </a:lnTo>
                  <a:lnTo>
                    <a:pt x="21" y="250"/>
                  </a:lnTo>
                  <a:lnTo>
                    <a:pt x="19" y="247"/>
                  </a:lnTo>
                  <a:lnTo>
                    <a:pt x="17" y="248"/>
                  </a:lnTo>
                  <a:lnTo>
                    <a:pt x="16" y="246"/>
                  </a:lnTo>
                  <a:lnTo>
                    <a:pt x="14" y="244"/>
                  </a:lnTo>
                  <a:lnTo>
                    <a:pt x="12" y="243"/>
                  </a:lnTo>
                  <a:lnTo>
                    <a:pt x="12" y="239"/>
                  </a:lnTo>
                  <a:lnTo>
                    <a:pt x="10" y="235"/>
                  </a:lnTo>
                  <a:lnTo>
                    <a:pt x="9" y="234"/>
                  </a:lnTo>
                  <a:lnTo>
                    <a:pt x="8" y="231"/>
                  </a:lnTo>
                  <a:lnTo>
                    <a:pt x="5" y="231"/>
                  </a:lnTo>
                  <a:lnTo>
                    <a:pt x="4" y="229"/>
                  </a:lnTo>
                  <a:lnTo>
                    <a:pt x="5" y="227"/>
                  </a:lnTo>
                  <a:lnTo>
                    <a:pt x="5" y="225"/>
                  </a:lnTo>
                  <a:lnTo>
                    <a:pt x="5" y="223"/>
                  </a:lnTo>
                  <a:lnTo>
                    <a:pt x="5" y="221"/>
                  </a:lnTo>
                  <a:lnTo>
                    <a:pt x="8" y="219"/>
                  </a:lnTo>
                  <a:lnTo>
                    <a:pt x="6" y="218"/>
                  </a:lnTo>
                  <a:lnTo>
                    <a:pt x="5" y="217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4" y="218"/>
                  </a:lnTo>
                  <a:lnTo>
                    <a:pt x="6" y="219"/>
                  </a:lnTo>
                  <a:lnTo>
                    <a:pt x="4" y="221"/>
                  </a:lnTo>
                  <a:lnTo>
                    <a:pt x="4" y="218"/>
                  </a:lnTo>
                  <a:lnTo>
                    <a:pt x="2" y="217"/>
                  </a:lnTo>
                  <a:lnTo>
                    <a:pt x="1" y="215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0" y="206"/>
                  </a:lnTo>
                  <a:lnTo>
                    <a:pt x="1" y="205"/>
                  </a:lnTo>
                  <a:lnTo>
                    <a:pt x="1" y="205"/>
                  </a:lnTo>
                  <a:lnTo>
                    <a:pt x="2" y="205"/>
                  </a:lnTo>
                  <a:lnTo>
                    <a:pt x="5" y="208"/>
                  </a:lnTo>
                  <a:lnTo>
                    <a:pt x="5" y="205"/>
                  </a:lnTo>
                  <a:lnTo>
                    <a:pt x="5" y="198"/>
                  </a:lnTo>
                  <a:lnTo>
                    <a:pt x="4" y="194"/>
                  </a:lnTo>
                  <a:lnTo>
                    <a:pt x="4" y="193"/>
                  </a:lnTo>
                  <a:lnTo>
                    <a:pt x="6" y="192"/>
                  </a:lnTo>
                  <a:lnTo>
                    <a:pt x="5" y="189"/>
                  </a:lnTo>
                  <a:lnTo>
                    <a:pt x="5" y="188"/>
                  </a:lnTo>
                  <a:lnTo>
                    <a:pt x="9" y="188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2" y="180"/>
                  </a:lnTo>
                  <a:lnTo>
                    <a:pt x="10" y="177"/>
                  </a:lnTo>
                  <a:lnTo>
                    <a:pt x="9" y="172"/>
                  </a:lnTo>
                  <a:lnTo>
                    <a:pt x="6" y="168"/>
                  </a:lnTo>
                  <a:lnTo>
                    <a:pt x="8" y="165"/>
                  </a:lnTo>
                  <a:lnTo>
                    <a:pt x="13" y="164"/>
                  </a:lnTo>
                  <a:lnTo>
                    <a:pt x="13" y="160"/>
                  </a:lnTo>
                  <a:lnTo>
                    <a:pt x="14" y="158"/>
                  </a:lnTo>
                  <a:lnTo>
                    <a:pt x="9" y="154"/>
                  </a:lnTo>
                  <a:lnTo>
                    <a:pt x="6" y="151"/>
                  </a:lnTo>
                  <a:lnTo>
                    <a:pt x="6" y="147"/>
                  </a:lnTo>
                  <a:lnTo>
                    <a:pt x="6" y="143"/>
                  </a:lnTo>
                  <a:lnTo>
                    <a:pt x="6" y="138"/>
                  </a:lnTo>
                  <a:lnTo>
                    <a:pt x="5" y="135"/>
                  </a:lnTo>
                  <a:lnTo>
                    <a:pt x="6" y="131"/>
                  </a:lnTo>
                  <a:lnTo>
                    <a:pt x="5" y="125"/>
                  </a:lnTo>
                  <a:lnTo>
                    <a:pt x="4" y="119"/>
                  </a:lnTo>
                  <a:lnTo>
                    <a:pt x="5" y="113"/>
                  </a:lnTo>
                  <a:lnTo>
                    <a:pt x="8" y="109"/>
                  </a:lnTo>
                  <a:lnTo>
                    <a:pt x="10" y="108"/>
                  </a:lnTo>
                  <a:lnTo>
                    <a:pt x="13" y="108"/>
                  </a:lnTo>
                  <a:lnTo>
                    <a:pt x="17" y="108"/>
                  </a:lnTo>
                  <a:lnTo>
                    <a:pt x="19" y="105"/>
                  </a:lnTo>
                  <a:lnTo>
                    <a:pt x="19" y="101"/>
                  </a:lnTo>
                  <a:lnTo>
                    <a:pt x="18" y="100"/>
                  </a:lnTo>
                  <a:lnTo>
                    <a:pt x="18" y="96"/>
                  </a:lnTo>
                  <a:lnTo>
                    <a:pt x="22" y="86"/>
                  </a:lnTo>
                  <a:lnTo>
                    <a:pt x="22" y="81"/>
                  </a:lnTo>
                  <a:lnTo>
                    <a:pt x="23" y="76"/>
                  </a:lnTo>
                  <a:lnTo>
                    <a:pt x="25" y="72"/>
                  </a:lnTo>
                  <a:lnTo>
                    <a:pt x="25" y="69"/>
                  </a:lnTo>
                  <a:lnTo>
                    <a:pt x="23" y="67"/>
                  </a:lnTo>
                  <a:lnTo>
                    <a:pt x="23" y="65"/>
                  </a:lnTo>
                  <a:lnTo>
                    <a:pt x="26" y="63"/>
                  </a:lnTo>
                  <a:lnTo>
                    <a:pt x="31" y="61"/>
                  </a:lnTo>
                  <a:lnTo>
                    <a:pt x="33" y="60"/>
                  </a:lnTo>
                  <a:lnTo>
                    <a:pt x="33" y="58"/>
                  </a:lnTo>
                  <a:lnTo>
                    <a:pt x="37" y="52"/>
                  </a:lnTo>
                  <a:lnTo>
                    <a:pt x="39" y="47"/>
                  </a:lnTo>
                  <a:lnTo>
                    <a:pt x="41" y="44"/>
                  </a:lnTo>
                  <a:lnTo>
                    <a:pt x="39" y="42"/>
                  </a:lnTo>
                  <a:lnTo>
                    <a:pt x="38" y="40"/>
                  </a:lnTo>
                  <a:lnTo>
                    <a:pt x="38" y="34"/>
                  </a:lnTo>
                  <a:lnTo>
                    <a:pt x="39" y="34"/>
                  </a:lnTo>
                  <a:lnTo>
                    <a:pt x="41" y="31"/>
                  </a:lnTo>
                  <a:lnTo>
                    <a:pt x="42" y="29"/>
                  </a:lnTo>
                  <a:lnTo>
                    <a:pt x="43" y="27"/>
                  </a:lnTo>
                  <a:lnTo>
                    <a:pt x="44" y="23"/>
                  </a:lnTo>
                  <a:lnTo>
                    <a:pt x="47" y="22"/>
                  </a:lnTo>
                  <a:lnTo>
                    <a:pt x="50" y="23"/>
                  </a:lnTo>
                  <a:lnTo>
                    <a:pt x="51" y="25"/>
                  </a:lnTo>
                  <a:lnTo>
                    <a:pt x="52" y="25"/>
                  </a:lnTo>
                  <a:lnTo>
                    <a:pt x="54" y="22"/>
                  </a:lnTo>
                  <a:lnTo>
                    <a:pt x="52" y="21"/>
                  </a:lnTo>
                  <a:lnTo>
                    <a:pt x="54" y="19"/>
                  </a:lnTo>
                  <a:lnTo>
                    <a:pt x="54" y="18"/>
                  </a:lnTo>
                  <a:lnTo>
                    <a:pt x="55" y="17"/>
                  </a:lnTo>
                  <a:lnTo>
                    <a:pt x="52" y="13"/>
                  </a:lnTo>
                  <a:lnTo>
                    <a:pt x="54" y="13"/>
                  </a:lnTo>
                  <a:lnTo>
                    <a:pt x="58" y="13"/>
                  </a:lnTo>
                  <a:lnTo>
                    <a:pt x="60" y="11"/>
                  </a:lnTo>
                  <a:lnTo>
                    <a:pt x="64" y="13"/>
                  </a:lnTo>
                  <a:lnTo>
                    <a:pt x="67" y="14"/>
                  </a:lnTo>
                  <a:lnTo>
                    <a:pt x="70" y="14"/>
                  </a:lnTo>
                  <a:lnTo>
                    <a:pt x="71" y="15"/>
                  </a:lnTo>
                  <a:lnTo>
                    <a:pt x="72" y="15"/>
                  </a:lnTo>
                  <a:lnTo>
                    <a:pt x="73" y="15"/>
                  </a:lnTo>
                  <a:lnTo>
                    <a:pt x="73" y="13"/>
                  </a:lnTo>
                  <a:lnTo>
                    <a:pt x="72" y="11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73" y="1"/>
                  </a:lnTo>
                  <a:lnTo>
                    <a:pt x="76" y="1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2" name="Freeform 377"/>
            <p:cNvSpPr>
              <a:spLocks noEditPoints="1"/>
            </p:cNvSpPr>
            <p:nvPr/>
          </p:nvSpPr>
          <p:spPr bwMode="auto">
            <a:xfrm>
              <a:off x="6249974" y="1741600"/>
              <a:ext cx="301992" cy="540540"/>
            </a:xfrm>
            <a:custGeom>
              <a:avLst/>
              <a:gdLst>
                <a:gd name="T0" fmla="*/ 40 w 119"/>
                <a:gd name="T1" fmla="*/ 208 h 213"/>
                <a:gd name="T2" fmla="*/ 36 w 119"/>
                <a:gd name="T3" fmla="*/ 204 h 213"/>
                <a:gd name="T4" fmla="*/ 12 w 119"/>
                <a:gd name="T5" fmla="*/ 202 h 213"/>
                <a:gd name="T6" fmla="*/ 14 w 119"/>
                <a:gd name="T7" fmla="*/ 209 h 213"/>
                <a:gd name="T8" fmla="*/ 7 w 119"/>
                <a:gd name="T9" fmla="*/ 202 h 213"/>
                <a:gd name="T10" fmla="*/ 21 w 119"/>
                <a:gd name="T11" fmla="*/ 200 h 213"/>
                <a:gd name="T12" fmla="*/ 28 w 119"/>
                <a:gd name="T13" fmla="*/ 201 h 213"/>
                <a:gd name="T14" fmla="*/ 19 w 119"/>
                <a:gd name="T15" fmla="*/ 147 h 213"/>
                <a:gd name="T16" fmla="*/ 18 w 119"/>
                <a:gd name="T17" fmla="*/ 144 h 213"/>
                <a:gd name="T18" fmla="*/ 49 w 119"/>
                <a:gd name="T19" fmla="*/ 109 h 213"/>
                <a:gd name="T20" fmla="*/ 64 w 119"/>
                <a:gd name="T21" fmla="*/ 0 h 213"/>
                <a:gd name="T22" fmla="*/ 78 w 119"/>
                <a:gd name="T23" fmla="*/ 10 h 213"/>
                <a:gd name="T24" fmla="*/ 73 w 119"/>
                <a:gd name="T25" fmla="*/ 26 h 213"/>
                <a:gd name="T26" fmla="*/ 79 w 119"/>
                <a:gd name="T27" fmla="*/ 40 h 213"/>
                <a:gd name="T28" fmla="*/ 90 w 119"/>
                <a:gd name="T29" fmla="*/ 56 h 213"/>
                <a:gd name="T30" fmla="*/ 100 w 119"/>
                <a:gd name="T31" fmla="*/ 93 h 213"/>
                <a:gd name="T32" fmla="*/ 98 w 119"/>
                <a:gd name="T33" fmla="*/ 110 h 213"/>
                <a:gd name="T34" fmla="*/ 104 w 119"/>
                <a:gd name="T35" fmla="*/ 122 h 213"/>
                <a:gd name="T36" fmla="*/ 114 w 119"/>
                <a:gd name="T37" fmla="*/ 144 h 213"/>
                <a:gd name="T38" fmla="*/ 106 w 119"/>
                <a:gd name="T39" fmla="*/ 181 h 213"/>
                <a:gd name="T40" fmla="*/ 94 w 119"/>
                <a:gd name="T41" fmla="*/ 198 h 213"/>
                <a:gd name="T42" fmla="*/ 89 w 119"/>
                <a:gd name="T43" fmla="*/ 198 h 213"/>
                <a:gd name="T44" fmla="*/ 77 w 119"/>
                <a:gd name="T45" fmla="*/ 198 h 213"/>
                <a:gd name="T46" fmla="*/ 72 w 119"/>
                <a:gd name="T47" fmla="*/ 197 h 213"/>
                <a:gd name="T48" fmla="*/ 69 w 119"/>
                <a:gd name="T49" fmla="*/ 200 h 213"/>
                <a:gd name="T50" fmla="*/ 56 w 119"/>
                <a:gd name="T51" fmla="*/ 206 h 213"/>
                <a:gd name="T52" fmla="*/ 45 w 119"/>
                <a:gd name="T53" fmla="*/ 209 h 213"/>
                <a:gd name="T54" fmla="*/ 41 w 119"/>
                <a:gd name="T55" fmla="*/ 202 h 213"/>
                <a:gd name="T56" fmla="*/ 33 w 119"/>
                <a:gd name="T57" fmla="*/ 200 h 213"/>
                <a:gd name="T58" fmla="*/ 23 w 119"/>
                <a:gd name="T59" fmla="*/ 198 h 213"/>
                <a:gd name="T60" fmla="*/ 23 w 119"/>
                <a:gd name="T61" fmla="*/ 185 h 213"/>
                <a:gd name="T62" fmla="*/ 20 w 119"/>
                <a:gd name="T63" fmla="*/ 171 h 213"/>
                <a:gd name="T64" fmla="*/ 18 w 119"/>
                <a:gd name="T65" fmla="*/ 164 h 213"/>
                <a:gd name="T66" fmla="*/ 19 w 119"/>
                <a:gd name="T67" fmla="*/ 155 h 213"/>
                <a:gd name="T68" fmla="*/ 23 w 119"/>
                <a:gd name="T69" fmla="*/ 147 h 213"/>
                <a:gd name="T70" fmla="*/ 28 w 119"/>
                <a:gd name="T71" fmla="*/ 143 h 213"/>
                <a:gd name="T72" fmla="*/ 31 w 119"/>
                <a:gd name="T73" fmla="*/ 136 h 213"/>
                <a:gd name="T74" fmla="*/ 36 w 119"/>
                <a:gd name="T75" fmla="*/ 133 h 213"/>
                <a:gd name="T76" fmla="*/ 39 w 119"/>
                <a:gd name="T77" fmla="*/ 126 h 213"/>
                <a:gd name="T78" fmla="*/ 49 w 119"/>
                <a:gd name="T79" fmla="*/ 113 h 213"/>
                <a:gd name="T80" fmla="*/ 56 w 119"/>
                <a:gd name="T81" fmla="*/ 111 h 213"/>
                <a:gd name="T82" fmla="*/ 50 w 119"/>
                <a:gd name="T83" fmla="*/ 98 h 213"/>
                <a:gd name="T84" fmla="*/ 40 w 119"/>
                <a:gd name="T85" fmla="*/ 90 h 213"/>
                <a:gd name="T86" fmla="*/ 35 w 119"/>
                <a:gd name="T87" fmla="*/ 75 h 213"/>
                <a:gd name="T88" fmla="*/ 33 w 119"/>
                <a:gd name="T89" fmla="*/ 59 h 213"/>
                <a:gd name="T90" fmla="*/ 29 w 119"/>
                <a:gd name="T91" fmla="*/ 46 h 213"/>
                <a:gd name="T92" fmla="*/ 21 w 119"/>
                <a:gd name="T93" fmla="*/ 38 h 213"/>
                <a:gd name="T94" fmla="*/ 3 w 119"/>
                <a:gd name="T95" fmla="*/ 27 h 213"/>
                <a:gd name="T96" fmla="*/ 3 w 119"/>
                <a:gd name="T97" fmla="*/ 21 h 213"/>
                <a:gd name="T98" fmla="*/ 16 w 119"/>
                <a:gd name="T99" fmla="*/ 31 h 213"/>
                <a:gd name="T100" fmla="*/ 36 w 119"/>
                <a:gd name="T101" fmla="*/ 31 h 213"/>
                <a:gd name="T102" fmla="*/ 48 w 119"/>
                <a:gd name="T103" fmla="*/ 26 h 213"/>
                <a:gd name="T104" fmla="*/ 47 w 119"/>
                <a:gd name="T105" fmla="*/ 9 h 213"/>
                <a:gd name="T106" fmla="*/ 57 w 119"/>
                <a:gd name="T107" fmla="*/ 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9" h="213">
                  <a:moveTo>
                    <a:pt x="40" y="208"/>
                  </a:moveTo>
                  <a:lnTo>
                    <a:pt x="41" y="209"/>
                  </a:lnTo>
                  <a:lnTo>
                    <a:pt x="40" y="210"/>
                  </a:lnTo>
                  <a:lnTo>
                    <a:pt x="39" y="209"/>
                  </a:lnTo>
                  <a:lnTo>
                    <a:pt x="40" y="209"/>
                  </a:lnTo>
                  <a:lnTo>
                    <a:pt x="40" y="208"/>
                  </a:lnTo>
                  <a:close/>
                  <a:moveTo>
                    <a:pt x="37" y="205"/>
                  </a:moveTo>
                  <a:lnTo>
                    <a:pt x="37" y="206"/>
                  </a:lnTo>
                  <a:lnTo>
                    <a:pt x="37" y="206"/>
                  </a:lnTo>
                  <a:lnTo>
                    <a:pt x="37" y="205"/>
                  </a:lnTo>
                  <a:close/>
                  <a:moveTo>
                    <a:pt x="36" y="202"/>
                  </a:moveTo>
                  <a:lnTo>
                    <a:pt x="36" y="204"/>
                  </a:lnTo>
                  <a:lnTo>
                    <a:pt x="33" y="205"/>
                  </a:lnTo>
                  <a:lnTo>
                    <a:pt x="32" y="204"/>
                  </a:lnTo>
                  <a:lnTo>
                    <a:pt x="32" y="202"/>
                  </a:lnTo>
                  <a:lnTo>
                    <a:pt x="36" y="202"/>
                  </a:lnTo>
                  <a:close/>
                  <a:moveTo>
                    <a:pt x="10" y="200"/>
                  </a:moveTo>
                  <a:lnTo>
                    <a:pt x="12" y="202"/>
                  </a:lnTo>
                  <a:lnTo>
                    <a:pt x="14" y="204"/>
                  </a:lnTo>
                  <a:lnTo>
                    <a:pt x="11" y="204"/>
                  </a:lnTo>
                  <a:lnTo>
                    <a:pt x="11" y="205"/>
                  </a:lnTo>
                  <a:lnTo>
                    <a:pt x="12" y="206"/>
                  </a:lnTo>
                  <a:lnTo>
                    <a:pt x="14" y="206"/>
                  </a:lnTo>
                  <a:lnTo>
                    <a:pt x="14" y="209"/>
                  </a:lnTo>
                  <a:lnTo>
                    <a:pt x="12" y="209"/>
                  </a:lnTo>
                  <a:lnTo>
                    <a:pt x="11" y="208"/>
                  </a:lnTo>
                  <a:lnTo>
                    <a:pt x="8" y="206"/>
                  </a:lnTo>
                  <a:lnTo>
                    <a:pt x="7" y="205"/>
                  </a:lnTo>
                  <a:lnTo>
                    <a:pt x="6" y="204"/>
                  </a:lnTo>
                  <a:lnTo>
                    <a:pt x="7" y="202"/>
                  </a:lnTo>
                  <a:lnTo>
                    <a:pt x="10" y="204"/>
                  </a:lnTo>
                  <a:lnTo>
                    <a:pt x="10" y="202"/>
                  </a:lnTo>
                  <a:lnTo>
                    <a:pt x="8" y="202"/>
                  </a:lnTo>
                  <a:lnTo>
                    <a:pt x="8" y="200"/>
                  </a:lnTo>
                  <a:lnTo>
                    <a:pt x="10" y="200"/>
                  </a:lnTo>
                  <a:close/>
                  <a:moveTo>
                    <a:pt x="21" y="200"/>
                  </a:moveTo>
                  <a:lnTo>
                    <a:pt x="24" y="200"/>
                  </a:lnTo>
                  <a:lnTo>
                    <a:pt x="23" y="201"/>
                  </a:lnTo>
                  <a:lnTo>
                    <a:pt x="21" y="200"/>
                  </a:lnTo>
                  <a:close/>
                  <a:moveTo>
                    <a:pt x="28" y="198"/>
                  </a:moveTo>
                  <a:lnTo>
                    <a:pt x="29" y="201"/>
                  </a:lnTo>
                  <a:lnTo>
                    <a:pt x="28" y="201"/>
                  </a:lnTo>
                  <a:lnTo>
                    <a:pt x="28" y="201"/>
                  </a:lnTo>
                  <a:lnTo>
                    <a:pt x="28" y="198"/>
                  </a:lnTo>
                  <a:close/>
                  <a:moveTo>
                    <a:pt x="16" y="146"/>
                  </a:moveTo>
                  <a:lnTo>
                    <a:pt x="18" y="146"/>
                  </a:lnTo>
                  <a:lnTo>
                    <a:pt x="19" y="146"/>
                  </a:lnTo>
                  <a:lnTo>
                    <a:pt x="19" y="147"/>
                  </a:lnTo>
                  <a:lnTo>
                    <a:pt x="16" y="148"/>
                  </a:lnTo>
                  <a:lnTo>
                    <a:pt x="15" y="147"/>
                  </a:lnTo>
                  <a:lnTo>
                    <a:pt x="16" y="146"/>
                  </a:lnTo>
                  <a:close/>
                  <a:moveTo>
                    <a:pt x="18" y="142"/>
                  </a:moveTo>
                  <a:lnTo>
                    <a:pt x="19" y="143"/>
                  </a:lnTo>
                  <a:lnTo>
                    <a:pt x="18" y="144"/>
                  </a:lnTo>
                  <a:lnTo>
                    <a:pt x="16" y="144"/>
                  </a:lnTo>
                  <a:lnTo>
                    <a:pt x="18" y="142"/>
                  </a:lnTo>
                  <a:close/>
                  <a:moveTo>
                    <a:pt x="48" y="108"/>
                  </a:moveTo>
                  <a:lnTo>
                    <a:pt x="52" y="108"/>
                  </a:lnTo>
                  <a:lnTo>
                    <a:pt x="52" y="109"/>
                  </a:lnTo>
                  <a:lnTo>
                    <a:pt x="49" y="109"/>
                  </a:lnTo>
                  <a:lnTo>
                    <a:pt x="50" y="110"/>
                  </a:lnTo>
                  <a:lnTo>
                    <a:pt x="49" y="111"/>
                  </a:lnTo>
                  <a:lnTo>
                    <a:pt x="48" y="111"/>
                  </a:lnTo>
                  <a:lnTo>
                    <a:pt x="45" y="109"/>
                  </a:lnTo>
                  <a:lnTo>
                    <a:pt x="48" y="108"/>
                  </a:lnTo>
                  <a:close/>
                  <a:moveTo>
                    <a:pt x="64" y="0"/>
                  </a:moveTo>
                  <a:lnTo>
                    <a:pt x="66" y="1"/>
                  </a:lnTo>
                  <a:lnTo>
                    <a:pt x="69" y="5"/>
                  </a:lnTo>
                  <a:lnTo>
                    <a:pt x="70" y="6"/>
                  </a:lnTo>
                  <a:lnTo>
                    <a:pt x="73" y="8"/>
                  </a:lnTo>
                  <a:lnTo>
                    <a:pt x="77" y="8"/>
                  </a:lnTo>
                  <a:lnTo>
                    <a:pt x="78" y="10"/>
                  </a:lnTo>
                  <a:lnTo>
                    <a:pt x="81" y="11"/>
                  </a:lnTo>
                  <a:lnTo>
                    <a:pt x="79" y="14"/>
                  </a:lnTo>
                  <a:lnTo>
                    <a:pt x="78" y="18"/>
                  </a:lnTo>
                  <a:lnTo>
                    <a:pt x="78" y="23"/>
                  </a:lnTo>
                  <a:lnTo>
                    <a:pt x="75" y="25"/>
                  </a:lnTo>
                  <a:lnTo>
                    <a:pt x="73" y="26"/>
                  </a:lnTo>
                  <a:lnTo>
                    <a:pt x="75" y="26"/>
                  </a:lnTo>
                  <a:lnTo>
                    <a:pt x="74" y="29"/>
                  </a:lnTo>
                  <a:lnTo>
                    <a:pt x="74" y="33"/>
                  </a:lnTo>
                  <a:lnTo>
                    <a:pt x="75" y="35"/>
                  </a:lnTo>
                  <a:lnTo>
                    <a:pt x="77" y="40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3" y="46"/>
                  </a:lnTo>
                  <a:lnTo>
                    <a:pt x="85" y="47"/>
                  </a:lnTo>
                  <a:lnTo>
                    <a:pt x="90" y="51"/>
                  </a:lnTo>
                  <a:lnTo>
                    <a:pt x="91" y="52"/>
                  </a:lnTo>
                  <a:lnTo>
                    <a:pt x="90" y="56"/>
                  </a:lnTo>
                  <a:lnTo>
                    <a:pt x="89" y="60"/>
                  </a:lnTo>
                  <a:lnTo>
                    <a:pt x="86" y="65"/>
                  </a:lnTo>
                  <a:lnTo>
                    <a:pt x="89" y="68"/>
                  </a:lnTo>
                  <a:lnTo>
                    <a:pt x="90" y="72"/>
                  </a:lnTo>
                  <a:lnTo>
                    <a:pt x="95" y="80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101"/>
                  </a:lnTo>
                  <a:lnTo>
                    <a:pt x="98" y="104"/>
                  </a:lnTo>
                  <a:lnTo>
                    <a:pt x="100" y="104"/>
                  </a:lnTo>
                  <a:lnTo>
                    <a:pt x="98" y="106"/>
                  </a:lnTo>
                  <a:lnTo>
                    <a:pt x="98" y="110"/>
                  </a:lnTo>
                  <a:lnTo>
                    <a:pt x="99" y="111"/>
                  </a:lnTo>
                  <a:lnTo>
                    <a:pt x="103" y="113"/>
                  </a:lnTo>
                  <a:lnTo>
                    <a:pt x="103" y="114"/>
                  </a:lnTo>
                  <a:lnTo>
                    <a:pt x="103" y="115"/>
                  </a:lnTo>
                  <a:lnTo>
                    <a:pt x="103" y="119"/>
                  </a:lnTo>
                  <a:lnTo>
                    <a:pt x="104" y="122"/>
                  </a:lnTo>
                  <a:lnTo>
                    <a:pt x="108" y="125"/>
                  </a:lnTo>
                  <a:lnTo>
                    <a:pt x="108" y="129"/>
                  </a:lnTo>
                  <a:lnTo>
                    <a:pt x="106" y="131"/>
                  </a:lnTo>
                  <a:lnTo>
                    <a:pt x="104" y="135"/>
                  </a:lnTo>
                  <a:lnTo>
                    <a:pt x="111" y="143"/>
                  </a:lnTo>
                  <a:lnTo>
                    <a:pt x="114" y="144"/>
                  </a:lnTo>
                  <a:lnTo>
                    <a:pt x="119" y="150"/>
                  </a:lnTo>
                  <a:lnTo>
                    <a:pt x="119" y="154"/>
                  </a:lnTo>
                  <a:lnTo>
                    <a:pt x="116" y="161"/>
                  </a:lnTo>
                  <a:lnTo>
                    <a:pt x="111" y="169"/>
                  </a:lnTo>
                  <a:lnTo>
                    <a:pt x="108" y="176"/>
                  </a:lnTo>
                  <a:lnTo>
                    <a:pt x="106" y="181"/>
                  </a:lnTo>
                  <a:lnTo>
                    <a:pt x="102" y="186"/>
                  </a:lnTo>
                  <a:lnTo>
                    <a:pt x="99" y="188"/>
                  </a:lnTo>
                  <a:lnTo>
                    <a:pt x="94" y="193"/>
                  </a:lnTo>
                  <a:lnTo>
                    <a:pt x="94" y="196"/>
                  </a:lnTo>
                  <a:lnTo>
                    <a:pt x="94" y="197"/>
                  </a:lnTo>
                  <a:lnTo>
                    <a:pt x="94" y="198"/>
                  </a:lnTo>
                  <a:lnTo>
                    <a:pt x="91" y="197"/>
                  </a:lnTo>
                  <a:lnTo>
                    <a:pt x="91" y="196"/>
                  </a:lnTo>
                  <a:lnTo>
                    <a:pt x="89" y="196"/>
                  </a:lnTo>
                  <a:lnTo>
                    <a:pt x="89" y="196"/>
                  </a:lnTo>
                  <a:lnTo>
                    <a:pt x="89" y="197"/>
                  </a:lnTo>
                  <a:lnTo>
                    <a:pt x="89" y="198"/>
                  </a:lnTo>
                  <a:lnTo>
                    <a:pt x="85" y="200"/>
                  </a:lnTo>
                  <a:lnTo>
                    <a:pt x="83" y="197"/>
                  </a:lnTo>
                  <a:lnTo>
                    <a:pt x="81" y="198"/>
                  </a:lnTo>
                  <a:lnTo>
                    <a:pt x="79" y="200"/>
                  </a:lnTo>
                  <a:lnTo>
                    <a:pt x="78" y="198"/>
                  </a:lnTo>
                  <a:lnTo>
                    <a:pt x="77" y="198"/>
                  </a:lnTo>
                  <a:lnTo>
                    <a:pt x="77" y="200"/>
                  </a:lnTo>
                  <a:lnTo>
                    <a:pt x="75" y="200"/>
                  </a:lnTo>
                  <a:lnTo>
                    <a:pt x="74" y="197"/>
                  </a:lnTo>
                  <a:lnTo>
                    <a:pt x="74" y="200"/>
                  </a:lnTo>
                  <a:lnTo>
                    <a:pt x="73" y="198"/>
                  </a:lnTo>
                  <a:lnTo>
                    <a:pt x="72" y="197"/>
                  </a:lnTo>
                  <a:lnTo>
                    <a:pt x="70" y="197"/>
                  </a:lnTo>
                  <a:lnTo>
                    <a:pt x="72" y="200"/>
                  </a:lnTo>
                  <a:lnTo>
                    <a:pt x="70" y="200"/>
                  </a:lnTo>
                  <a:lnTo>
                    <a:pt x="69" y="202"/>
                  </a:lnTo>
                  <a:lnTo>
                    <a:pt x="68" y="202"/>
                  </a:lnTo>
                  <a:lnTo>
                    <a:pt x="69" y="200"/>
                  </a:lnTo>
                  <a:lnTo>
                    <a:pt x="68" y="200"/>
                  </a:lnTo>
                  <a:lnTo>
                    <a:pt x="66" y="202"/>
                  </a:lnTo>
                  <a:lnTo>
                    <a:pt x="64" y="202"/>
                  </a:lnTo>
                  <a:lnTo>
                    <a:pt x="61" y="201"/>
                  </a:lnTo>
                  <a:lnTo>
                    <a:pt x="61" y="202"/>
                  </a:lnTo>
                  <a:lnTo>
                    <a:pt x="56" y="206"/>
                  </a:lnTo>
                  <a:lnTo>
                    <a:pt x="54" y="206"/>
                  </a:lnTo>
                  <a:lnTo>
                    <a:pt x="50" y="209"/>
                  </a:lnTo>
                  <a:lnTo>
                    <a:pt x="48" y="209"/>
                  </a:lnTo>
                  <a:lnTo>
                    <a:pt x="47" y="210"/>
                  </a:lnTo>
                  <a:lnTo>
                    <a:pt x="47" y="208"/>
                  </a:lnTo>
                  <a:lnTo>
                    <a:pt x="45" y="209"/>
                  </a:lnTo>
                  <a:lnTo>
                    <a:pt x="44" y="213"/>
                  </a:lnTo>
                  <a:lnTo>
                    <a:pt x="43" y="211"/>
                  </a:lnTo>
                  <a:lnTo>
                    <a:pt x="44" y="209"/>
                  </a:lnTo>
                  <a:lnTo>
                    <a:pt x="43" y="208"/>
                  </a:lnTo>
                  <a:lnTo>
                    <a:pt x="40" y="204"/>
                  </a:lnTo>
                  <a:lnTo>
                    <a:pt x="41" y="202"/>
                  </a:lnTo>
                  <a:lnTo>
                    <a:pt x="41" y="200"/>
                  </a:lnTo>
                  <a:lnTo>
                    <a:pt x="39" y="202"/>
                  </a:lnTo>
                  <a:lnTo>
                    <a:pt x="37" y="202"/>
                  </a:lnTo>
                  <a:lnTo>
                    <a:pt x="39" y="201"/>
                  </a:lnTo>
                  <a:lnTo>
                    <a:pt x="37" y="200"/>
                  </a:lnTo>
                  <a:lnTo>
                    <a:pt x="33" y="200"/>
                  </a:lnTo>
                  <a:lnTo>
                    <a:pt x="32" y="198"/>
                  </a:lnTo>
                  <a:lnTo>
                    <a:pt x="31" y="200"/>
                  </a:lnTo>
                  <a:lnTo>
                    <a:pt x="28" y="196"/>
                  </a:lnTo>
                  <a:lnTo>
                    <a:pt x="27" y="198"/>
                  </a:lnTo>
                  <a:lnTo>
                    <a:pt x="25" y="197"/>
                  </a:lnTo>
                  <a:lnTo>
                    <a:pt x="23" y="198"/>
                  </a:lnTo>
                  <a:lnTo>
                    <a:pt x="21" y="197"/>
                  </a:lnTo>
                  <a:lnTo>
                    <a:pt x="21" y="196"/>
                  </a:lnTo>
                  <a:lnTo>
                    <a:pt x="23" y="193"/>
                  </a:lnTo>
                  <a:lnTo>
                    <a:pt x="21" y="190"/>
                  </a:lnTo>
                  <a:lnTo>
                    <a:pt x="21" y="186"/>
                  </a:lnTo>
                  <a:lnTo>
                    <a:pt x="23" y="185"/>
                  </a:lnTo>
                  <a:lnTo>
                    <a:pt x="23" y="181"/>
                  </a:lnTo>
                  <a:lnTo>
                    <a:pt x="24" y="180"/>
                  </a:lnTo>
                  <a:lnTo>
                    <a:pt x="23" y="177"/>
                  </a:lnTo>
                  <a:lnTo>
                    <a:pt x="23" y="176"/>
                  </a:lnTo>
                  <a:lnTo>
                    <a:pt x="21" y="175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68"/>
                  </a:lnTo>
                  <a:lnTo>
                    <a:pt x="20" y="167"/>
                  </a:lnTo>
                  <a:lnTo>
                    <a:pt x="20" y="164"/>
                  </a:lnTo>
                  <a:lnTo>
                    <a:pt x="19" y="163"/>
                  </a:lnTo>
                  <a:lnTo>
                    <a:pt x="18" y="164"/>
                  </a:lnTo>
                  <a:lnTo>
                    <a:pt x="18" y="161"/>
                  </a:lnTo>
                  <a:lnTo>
                    <a:pt x="18" y="160"/>
                  </a:lnTo>
                  <a:lnTo>
                    <a:pt x="18" y="159"/>
                  </a:lnTo>
                  <a:lnTo>
                    <a:pt x="16" y="156"/>
                  </a:lnTo>
                  <a:lnTo>
                    <a:pt x="18" y="155"/>
                  </a:lnTo>
                  <a:lnTo>
                    <a:pt x="19" y="155"/>
                  </a:lnTo>
                  <a:lnTo>
                    <a:pt x="20" y="152"/>
                  </a:lnTo>
                  <a:lnTo>
                    <a:pt x="19" y="150"/>
                  </a:lnTo>
                  <a:lnTo>
                    <a:pt x="20" y="150"/>
                  </a:lnTo>
                  <a:lnTo>
                    <a:pt x="19" y="147"/>
                  </a:lnTo>
                  <a:lnTo>
                    <a:pt x="21" y="146"/>
                  </a:lnTo>
                  <a:lnTo>
                    <a:pt x="23" y="147"/>
                  </a:lnTo>
                  <a:lnTo>
                    <a:pt x="23" y="148"/>
                  </a:lnTo>
                  <a:lnTo>
                    <a:pt x="24" y="148"/>
                  </a:lnTo>
                  <a:lnTo>
                    <a:pt x="25" y="147"/>
                  </a:lnTo>
                  <a:lnTo>
                    <a:pt x="27" y="146"/>
                  </a:lnTo>
                  <a:lnTo>
                    <a:pt x="28" y="144"/>
                  </a:lnTo>
                  <a:lnTo>
                    <a:pt x="28" y="143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8" y="142"/>
                  </a:lnTo>
                  <a:lnTo>
                    <a:pt x="28" y="140"/>
                  </a:lnTo>
                  <a:lnTo>
                    <a:pt x="29" y="138"/>
                  </a:lnTo>
                  <a:lnTo>
                    <a:pt x="31" y="136"/>
                  </a:lnTo>
                  <a:lnTo>
                    <a:pt x="32" y="138"/>
                  </a:lnTo>
                  <a:lnTo>
                    <a:pt x="35" y="139"/>
                  </a:lnTo>
                  <a:lnTo>
                    <a:pt x="33" y="138"/>
                  </a:lnTo>
                  <a:lnTo>
                    <a:pt x="32" y="135"/>
                  </a:lnTo>
                  <a:lnTo>
                    <a:pt x="33" y="133"/>
                  </a:lnTo>
                  <a:lnTo>
                    <a:pt x="36" y="133"/>
                  </a:lnTo>
                  <a:lnTo>
                    <a:pt x="37" y="131"/>
                  </a:lnTo>
                  <a:lnTo>
                    <a:pt x="36" y="129"/>
                  </a:lnTo>
                  <a:lnTo>
                    <a:pt x="37" y="129"/>
                  </a:lnTo>
                  <a:lnTo>
                    <a:pt x="37" y="130"/>
                  </a:lnTo>
                  <a:lnTo>
                    <a:pt x="39" y="129"/>
                  </a:lnTo>
                  <a:lnTo>
                    <a:pt x="39" y="126"/>
                  </a:lnTo>
                  <a:lnTo>
                    <a:pt x="43" y="122"/>
                  </a:lnTo>
                  <a:lnTo>
                    <a:pt x="44" y="121"/>
                  </a:lnTo>
                  <a:lnTo>
                    <a:pt x="44" y="119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9" y="113"/>
                  </a:lnTo>
                  <a:lnTo>
                    <a:pt x="52" y="113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2" y="111"/>
                  </a:lnTo>
                  <a:lnTo>
                    <a:pt x="53" y="110"/>
                  </a:lnTo>
                  <a:lnTo>
                    <a:pt x="56" y="111"/>
                  </a:lnTo>
                  <a:lnTo>
                    <a:pt x="52" y="108"/>
                  </a:lnTo>
                  <a:lnTo>
                    <a:pt x="53" y="108"/>
                  </a:lnTo>
                  <a:lnTo>
                    <a:pt x="53" y="104"/>
                  </a:lnTo>
                  <a:lnTo>
                    <a:pt x="52" y="102"/>
                  </a:lnTo>
                  <a:lnTo>
                    <a:pt x="53" y="101"/>
                  </a:lnTo>
                  <a:lnTo>
                    <a:pt x="50" y="98"/>
                  </a:lnTo>
                  <a:lnTo>
                    <a:pt x="47" y="98"/>
                  </a:lnTo>
                  <a:lnTo>
                    <a:pt x="44" y="96"/>
                  </a:lnTo>
                  <a:lnTo>
                    <a:pt x="41" y="96"/>
                  </a:lnTo>
                  <a:lnTo>
                    <a:pt x="41" y="94"/>
                  </a:lnTo>
                  <a:lnTo>
                    <a:pt x="41" y="92"/>
                  </a:lnTo>
                  <a:lnTo>
                    <a:pt x="40" y="90"/>
                  </a:lnTo>
                  <a:lnTo>
                    <a:pt x="37" y="86"/>
                  </a:lnTo>
                  <a:lnTo>
                    <a:pt x="35" y="86"/>
                  </a:lnTo>
                  <a:lnTo>
                    <a:pt x="35" y="83"/>
                  </a:lnTo>
                  <a:lnTo>
                    <a:pt x="35" y="81"/>
                  </a:lnTo>
                  <a:lnTo>
                    <a:pt x="35" y="76"/>
                  </a:lnTo>
                  <a:lnTo>
                    <a:pt x="35" y="75"/>
                  </a:lnTo>
                  <a:lnTo>
                    <a:pt x="35" y="72"/>
                  </a:lnTo>
                  <a:lnTo>
                    <a:pt x="35" y="68"/>
                  </a:lnTo>
                  <a:lnTo>
                    <a:pt x="33" y="67"/>
                  </a:lnTo>
                  <a:lnTo>
                    <a:pt x="32" y="63"/>
                  </a:lnTo>
                  <a:lnTo>
                    <a:pt x="33" y="61"/>
                  </a:lnTo>
                  <a:lnTo>
                    <a:pt x="33" y="59"/>
                  </a:lnTo>
                  <a:lnTo>
                    <a:pt x="29" y="59"/>
                  </a:lnTo>
                  <a:lnTo>
                    <a:pt x="29" y="56"/>
                  </a:lnTo>
                  <a:lnTo>
                    <a:pt x="31" y="54"/>
                  </a:lnTo>
                  <a:lnTo>
                    <a:pt x="29" y="50"/>
                  </a:lnTo>
                  <a:lnTo>
                    <a:pt x="31" y="47"/>
                  </a:lnTo>
                  <a:lnTo>
                    <a:pt x="29" y="46"/>
                  </a:lnTo>
                  <a:lnTo>
                    <a:pt x="28" y="46"/>
                  </a:lnTo>
                  <a:lnTo>
                    <a:pt x="25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0"/>
                  </a:lnTo>
                  <a:lnTo>
                    <a:pt x="21" y="38"/>
                  </a:lnTo>
                  <a:lnTo>
                    <a:pt x="19" y="38"/>
                  </a:lnTo>
                  <a:lnTo>
                    <a:pt x="18" y="36"/>
                  </a:lnTo>
                  <a:lnTo>
                    <a:pt x="12" y="36"/>
                  </a:lnTo>
                  <a:lnTo>
                    <a:pt x="10" y="34"/>
                  </a:lnTo>
                  <a:lnTo>
                    <a:pt x="6" y="29"/>
                  </a:lnTo>
                  <a:lnTo>
                    <a:pt x="3" y="27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3" y="25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4" y="19"/>
                  </a:lnTo>
                  <a:lnTo>
                    <a:pt x="7" y="19"/>
                  </a:lnTo>
                  <a:lnTo>
                    <a:pt x="8" y="22"/>
                  </a:lnTo>
                  <a:lnTo>
                    <a:pt x="14" y="26"/>
                  </a:lnTo>
                  <a:lnTo>
                    <a:pt x="14" y="29"/>
                  </a:lnTo>
                  <a:lnTo>
                    <a:pt x="16" y="31"/>
                  </a:lnTo>
                  <a:lnTo>
                    <a:pt x="19" y="33"/>
                  </a:lnTo>
                  <a:lnTo>
                    <a:pt x="25" y="33"/>
                  </a:lnTo>
                  <a:lnTo>
                    <a:pt x="28" y="30"/>
                  </a:lnTo>
                  <a:lnTo>
                    <a:pt x="29" y="29"/>
                  </a:lnTo>
                  <a:lnTo>
                    <a:pt x="32" y="29"/>
                  </a:lnTo>
                  <a:lnTo>
                    <a:pt x="36" y="31"/>
                  </a:lnTo>
                  <a:lnTo>
                    <a:pt x="39" y="31"/>
                  </a:lnTo>
                  <a:lnTo>
                    <a:pt x="40" y="29"/>
                  </a:lnTo>
                  <a:lnTo>
                    <a:pt x="41" y="29"/>
                  </a:lnTo>
                  <a:lnTo>
                    <a:pt x="44" y="26"/>
                  </a:lnTo>
                  <a:lnTo>
                    <a:pt x="45" y="27"/>
                  </a:lnTo>
                  <a:lnTo>
                    <a:pt x="48" y="26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7" y="18"/>
                  </a:lnTo>
                  <a:lnTo>
                    <a:pt x="47" y="11"/>
                  </a:lnTo>
                  <a:lnTo>
                    <a:pt x="48" y="10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50" y="5"/>
                  </a:lnTo>
                  <a:lnTo>
                    <a:pt x="49" y="4"/>
                  </a:lnTo>
                  <a:lnTo>
                    <a:pt x="52" y="2"/>
                  </a:lnTo>
                  <a:lnTo>
                    <a:pt x="56" y="4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8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3" name="Freeform 378"/>
            <p:cNvSpPr>
              <a:spLocks noEditPoints="1"/>
            </p:cNvSpPr>
            <p:nvPr/>
          </p:nvSpPr>
          <p:spPr bwMode="auto">
            <a:xfrm>
              <a:off x="6333719" y="2282139"/>
              <a:ext cx="162416" cy="109124"/>
            </a:xfrm>
            <a:custGeom>
              <a:avLst/>
              <a:gdLst>
                <a:gd name="T0" fmla="*/ 7 w 64"/>
                <a:gd name="T1" fmla="*/ 22 h 43"/>
                <a:gd name="T2" fmla="*/ 12 w 64"/>
                <a:gd name="T3" fmla="*/ 23 h 43"/>
                <a:gd name="T4" fmla="*/ 14 w 64"/>
                <a:gd name="T5" fmla="*/ 25 h 43"/>
                <a:gd name="T6" fmla="*/ 12 w 64"/>
                <a:gd name="T7" fmla="*/ 25 h 43"/>
                <a:gd name="T8" fmla="*/ 10 w 64"/>
                <a:gd name="T9" fmla="*/ 29 h 43"/>
                <a:gd name="T10" fmla="*/ 4 w 64"/>
                <a:gd name="T11" fmla="*/ 33 h 43"/>
                <a:gd name="T12" fmla="*/ 3 w 64"/>
                <a:gd name="T13" fmla="*/ 35 h 43"/>
                <a:gd name="T14" fmla="*/ 2 w 64"/>
                <a:gd name="T15" fmla="*/ 33 h 43"/>
                <a:gd name="T16" fmla="*/ 4 w 64"/>
                <a:gd name="T17" fmla="*/ 31 h 43"/>
                <a:gd name="T18" fmla="*/ 0 w 64"/>
                <a:gd name="T19" fmla="*/ 29 h 43"/>
                <a:gd name="T20" fmla="*/ 2 w 64"/>
                <a:gd name="T21" fmla="*/ 26 h 43"/>
                <a:gd name="T22" fmla="*/ 0 w 64"/>
                <a:gd name="T23" fmla="*/ 25 h 43"/>
                <a:gd name="T24" fmla="*/ 0 w 64"/>
                <a:gd name="T25" fmla="*/ 23 h 43"/>
                <a:gd name="T26" fmla="*/ 3 w 64"/>
                <a:gd name="T27" fmla="*/ 25 h 43"/>
                <a:gd name="T28" fmla="*/ 4 w 64"/>
                <a:gd name="T29" fmla="*/ 23 h 43"/>
                <a:gd name="T30" fmla="*/ 12 w 64"/>
                <a:gd name="T31" fmla="*/ 21 h 43"/>
                <a:gd name="T32" fmla="*/ 16 w 64"/>
                <a:gd name="T33" fmla="*/ 23 h 43"/>
                <a:gd name="T34" fmla="*/ 12 w 64"/>
                <a:gd name="T35" fmla="*/ 22 h 43"/>
                <a:gd name="T36" fmla="*/ 14 w 64"/>
                <a:gd name="T37" fmla="*/ 14 h 43"/>
                <a:gd name="T38" fmla="*/ 12 w 64"/>
                <a:gd name="T39" fmla="*/ 16 h 43"/>
                <a:gd name="T40" fmla="*/ 14 w 64"/>
                <a:gd name="T41" fmla="*/ 14 h 43"/>
                <a:gd name="T42" fmla="*/ 7 w 64"/>
                <a:gd name="T43" fmla="*/ 14 h 43"/>
                <a:gd name="T44" fmla="*/ 11 w 64"/>
                <a:gd name="T45" fmla="*/ 16 h 43"/>
                <a:gd name="T46" fmla="*/ 11 w 64"/>
                <a:gd name="T47" fmla="*/ 17 h 43"/>
                <a:gd name="T48" fmla="*/ 7 w 64"/>
                <a:gd name="T49" fmla="*/ 21 h 43"/>
                <a:gd name="T50" fmla="*/ 4 w 64"/>
                <a:gd name="T51" fmla="*/ 18 h 43"/>
                <a:gd name="T52" fmla="*/ 2 w 64"/>
                <a:gd name="T53" fmla="*/ 18 h 43"/>
                <a:gd name="T54" fmla="*/ 6 w 64"/>
                <a:gd name="T55" fmla="*/ 16 h 43"/>
                <a:gd name="T56" fmla="*/ 36 w 64"/>
                <a:gd name="T57" fmla="*/ 0 h 43"/>
                <a:gd name="T58" fmla="*/ 41 w 64"/>
                <a:gd name="T59" fmla="*/ 2 h 43"/>
                <a:gd name="T60" fmla="*/ 48 w 64"/>
                <a:gd name="T61" fmla="*/ 2 h 43"/>
                <a:gd name="T62" fmla="*/ 61 w 64"/>
                <a:gd name="T63" fmla="*/ 6 h 43"/>
                <a:gd name="T64" fmla="*/ 62 w 64"/>
                <a:gd name="T65" fmla="*/ 6 h 43"/>
                <a:gd name="T66" fmla="*/ 62 w 64"/>
                <a:gd name="T67" fmla="*/ 8 h 43"/>
                <a:gd name="T68" fmla="*/ 60 w 64"/>
                <a:gd name="T69" fmla="*/ 14 h 43"/>
                <a:gd name="T70" fmla="*/ 57 w 64"/>
                <a:gd name="T71" fmla="*/ 23 h 43"/>
                <a:gd name="T72" fmla="*/ 64 w 64"/>
                <a:gd name="T73" fmla="*/ 35 h 43"/>
                <a:gd name="T74" fmla="*/ 61 w 64"/>
                <a:gd name="T75" fmla="*/ 39 h 43"/>
                <a:gd name="T76" fmla="*/ 56 w 64"/>
                <a:gd name="T77" fmla="*/ 42 h 43"/>
                <a:gd name="T78" fmla="*/ 50 w 64"/>
                <a:gd name="T79" fmla="*/ 41 h 43"/>
                <a:gd name="T80" fmla="*/ 46 w 64"/>
                <a:gd name="T81" fmla="*/ 37 h 43"/>
                <a:gd name="T82" fmla="*/ 41 w 64"/>
                <a:gd name="T83" fmla="*/ 35 h 43"/>
                <a:gd name="T84" fmla="*/ 39 w 64"/>
                <a:gd name="T85" fmla="*/ 31 h 43"/>
                <a:gd name="T86" fmla="*/ 37 w 64"/>
                <a:gd name="T87" fmla="*/ 34 h 43"/>
                <a:gd name="T88" fmla="*/ 31 w 64"/>
                <a:gd name="T89" fmla="*/ 33 h 43"/>
                <a:gd name="T90" fmla="*/ 27 w 64"/>
                <a:gd name="T91" fmla="*/ 35 h 43"/>
                <a:gd name="T92" fmla="*/ 28 w 64"/>
                <a:gd name="T93" fmla="*/ 27 h 43"/>
                <a:gd name="T94" fmla="*/ 24 w 64"/>
                <a:gd name="T95" fmla="*/ 27 h 43"/>
                <a:gd name="T96" fmla="*/ 23 w 64"/>
                <a:gd name="T97" fmla="*/ 30 h 43"/>
                <a:gd name="T98" fmla="*/ 17 w 64"/>
                <a:gd name="T99" fmla="*/ 23 h 43"/>
                <a:gd name="T100" fmla="*/ 19 w 64"/>
                <a:gd name="T101" fmla="*/ 21 h 43"/>
                <a:gd name="T102" fmla="*/ 17 w 64"/>
                <a:gd name="T103" fmla="*/ 18 h 43"/>
                <a:gd name="T104" fmla="*/ 16 w 64"/>
                <a:gd name="T105" fmla="*/ 20 h 43"/>
                <a:gd name="T106" fmla="*/ 17 w 64"/>
                <a:gd name="T107" fmla="*/ 9 h 43"/>
                <a:gd name="T108" fmla="*/ 23 w 64"/>
                <a:gd name="T109" fmla="*/ 8 h 43"/>
                <a:gd name="T110" fmla="*/ 25 w 64"/>
                <a:gd name="T111" fmla="*/ 5 h 43"/>
                <a:gd name="T112" fmla="*/ 28 w 64"/>
                <a:gd name="T113" fmla="*/ 4 h 43"/>
                <a:gd name="T114" fmla="*/ 33 w 64"/>
                <a:gd name="T115" fmla="*/ 5 h 43"/>
                <a:gd name="T116" fmla="*/ 36 w 64"/>
                <a:gd name="T117" fmla="*/ 4 h 43"/>
                <a:gd name="T118" fmla="*/ 35 w 64"/>
                <a:gd name="T119" fmla="*/ 1 h 43"/>
                <a:gd name="T120" fmla="*/ 36 w 64"/>
                <a:gd name="T12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4" h="43">
                  <a:moveTo>
                    <a:pt x="6" y="22"/>
                  </a:moveTo>
                  <a:lnTo>
                    <a:pt x="7" y="22"/>
                  </a:lnTo>
                  <a:lnTo>
                    <a:pt x="11" y="22"/>
                  </a:lnTo>
                  <a:lnTo>
                    <a:pt x="12" y="23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6"/>
                  </a:lnTo>
                  <a:lnTo>
                    <a:pt x="12" y="25"/>
                  </a:lnTo>
                  <a:lnTo>
                    <a:pt x="11" y="27"/>
                  </a:lnTo>
                  <a:lnTo>
                    <a:pt x="10" y="29"/>
                  </a:lnTo>
                  <a:lnTo>
                    <a:pt x="6" y="30"/>
                  </a:lnTo>
                  <a:lnTo>
                    <a:pt x="4" y="33"/>
                  </a:lnTo>
                  <a:lnTo>
                    <a:pt x="4" y="34"/>
                  </a:lnTo>
                  <a:lnTo>
                    <a:pt x="3" y="35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3" y="33"/>
                  </a:lnTo>
                  <a:lnTo>
                    <a:pt x="4" y="31"/>
                  </a:lnTo>
                  <a:lnTo>
                    <a:pt x="2" y="29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3" y="25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6" y="22"/>
                  </a:lnTo>
                  <a:close/>
                  <a:moveTo>
                    <a:pt x="12" y="21"/>
                  </a:moveTo>
                  <a:lnTo>
                    <a:pt x="15" y="21"/>
                  </a:lnTo>
                  <a:lnTo>
                    <a:pt x="16" y="23"/>
                  </a:lnTo>
                  <a:lnTo>
                    <a:pt x="15" y="23"/>
                  </a:lnTo>
                  <a:lnTo>
                    <a:pt x="12" y="22"/>
                  </a:lnTo>
                  <a:lnTo>
                    <a:pt x="12" y="21"/>
                  </a:lnTo>
                  <a:close/>
                  <a:moveTo>
                    <a:pt x="14" y="14"/>
                  </a:moveTo>
                  <a:lnTo>
                    <a:pt x="15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4" y="14"/>
                  </a:lnTo>
                  <a:close/>
                  <a:moveTo>
                    <a:pt x="6" y="14"/>
                  </a:moveTo>
                  <a:lnTo>
                    <a:pt x="7" y="14"/>
                  </a:lnTo>
                  <a:lnTo>
                    <a:pt x="8" y="16"/>
                  </a:lnTo>
                  <a:lnTo>
                    <a:pt x="11" y="16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8" y="18"/>
                  </a:lnTo>
                  <a:lnTo>
                    <a:pt x="7" y="21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4"/>
                  </a:lnTo>
                  <a:close/>
                  <a:moveTo>
                    <a:pt x="36" y="0"/>
                  </a:moveTo>
                  <a:lnTo>
                    <a:pt x="39" y="2"/>
                  </a:lnTo>
                  <a:lnTo>
                    <a:pt x="41" y="2"/>
                  </a:lnTo>
                  <a:lnTo>
                    <a:pt x="42" y="4"/>
                  </a:lnTo>
                  <a:lnTo>
                    <a:pt x="48" y="2"/>
                  </a:lnTo>
                  <a:lnTo>
                    <a:pt x="52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2" y="6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1" y="10"/>
                  </a:lnTo>
                  <a:lnTo>
                    <a:pt x="60" y="14"/>
                  </a:lnTo>
                  <a:lnTo>
                    <a:pt x="58" y="14"/>
                  </a:lnTo>
                  <a:lnTo>
                    <a:pt x="57" y="23"/>
                  </a:lnTo>
                  <a:lnTo>
                    <a:pt x="64" y="34"/>
                  </a:lnTo>
                  <a:lnTo>
                    <a:pt x="64" y="35"/>
                  </a:lnTo>
                  <a:lnTo>
                    <a:pt x="61" y="38"/>
                  </a:lnTo>
                  <a:lnTo>
                    <a:pt x="61" y="39"/>
                  </a:lnTo>
                  <a:lnTo>
                    <a:pt x="60" y="42"/>
                  </a:lnTo>
                  <a:lnTo>
                    <a:pt x="56" y="42"/>
                  </a:lnTo>
                  <a:lnTo>
                    <a:pt x="52" y="43"/>
                  </a:lnTo>
                  <a:lnTo>
                    <a:pt x="50" y="41"/>
                  </a:lnTo>
                  <a:lnTo>
                    <a:pt x="48" y="39"/>
                  </a:lnTo>
                  <a:lnTo>
                    <a:pt x="46" y="37"/>
                  </a:lnTo>
                  <a:lnTo>
                    <a:pt x="42" y="35"/>
                  </a:lnTo>
                  <a:lnTo>
                    <a:pt x="41" y="35"/>
                  </a:lnTo>
                  <a:lnTo>
                    <a:pt x="41" y="33"/>
                  </a:lnTo>
                  <a:lnTo>
                    <a:pt x="39" y="31"/>
                  </a:lnTo>
                  <a:lnTo>
                    <a:pt x="39" y="34"/>
                  </a:lnTo>
                  <a:lnTo>
                    <a:pt x="37" y="34"/>
                  </a:lnTo>
                  <a:lnTo>
                    <a:pt x="35" y="31"/>
                  </a:lnTo>
                  <a:lnTo>
                    <a:pt x="31" y="33"/>
                  </a:lnTo>
                  <a:lnTo>
                    <a:pt x="28" y="34"/>
                  </a:lnTo>
                  <a:lnTo>
                    <a:pt x="27" y="35"/>
                  </a:lnTo>
                  <a:lnTo>
                    <a:pt x="27" y="34"/>
                  </a:lnTo>
                  <a:lnTo>
                    <a:pt x="28" y="27"/>
                  </a:lnTo>
                  <a:lnTo>
                    <a:pt x="27" y="26"/>
                  </a:lnTo>
                  <a:lnTo>
                    <a:pt x="24" y="27"/>
                  </a:lnTo>
                  <a:lnTo>
                    <a:pt x="24" y="30"/>
                  </a:lnTo>
                  <a:lnTo>
                    <a:pt x="23" y="30"/>
                  </a:lnTo>
                  <a:lnTo>
                    <a:pt x="20" y="27"/>
                  </a:lnTo>
                  <a:lnTo>
                    <a:pt x="17" y="23"/>
                  </a:lnTo>
                  <a:lnTo>
                    <a:pt x="17" y="21"/>
                  </a:lnTo>
                  <a:lnTo>
                    <a:pt x="19" y="21"/>
                  </a:lnTo>
                  <a:lnTo>
                    <a:pt x="20" y="20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6" y="20"/>
                  </a:lnTo>
                  <a:lnTo>
                    <a:pt x="16" y="12"/>
                  </a:lnTo>
                  <a:lnTo>
                    <a:pt x="17" y="9"/>
                  </a:lnTo>
                  <a:lnTo>
                    <a:pt x="21" y="8"/>
                  </a:lnTo>
                  <a:lnTo>
                    <a:pt x="23" y="8"/>
                  </a:lnTo>
                  <a:lnTo>
                    <a:pt x="23" y="6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5" y="1"/>
                  </a:lnTo>
                  <a:lnTo>
                    <a:pt x="36" y="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4" name="Freeform 379"/>
            <p:cNvSpPr>
              <a:spLocks/>
            </p:cNvSpPr>
            <p:nvPr/>
          </p:nvSpPr>
          <p:spPr bwMode="auto">
            <a:xfrm>
              <a:off x="6318492" y="2360809"/>
              <a:ext cx="190332" cy="104048"/>
            </a:xfrm>
            <a:custGeom>
              <a:avLst/>
              <a:gdLst>
                <a:gd name="T0" fmla="*/ 43 w 75"/>
                <a:gd name="T1" fmla="*/ 3 h 41"/>
                <a:gd name="T2" fmla="*/ 45 w 75"/>
                <a:gd name="T3" fmla="*/ 0 h 41"/>
                <a:gd name="T4" fmla="*/ 47 w 75"/>
                <a:gd name="T5" fmla="*/ 4 h 41"/>
                <a:gd name="T6" fmla="*/ 52 w 75"/>
                <a:gd name="T7" fmla="*/ 6 h 41"/>
                <a:gd name="T8" fmla="*/ 56 w 75"/>
                <a:gd name="T9" fmla="*/ 10 h 41"/>
                <a:gd name="T10" fmla="*/ 62 w 75"/>
                <a:gd name="T11" fmla="*/ 11 h 41"/>
                <a:gd name="T12" fmla="*/ 68 w 75"/>
                <a:gd name="T13" fmla="*/ 14 h 41"/>
                <a:gd name="T14" fmla="*/ 70 w 75"/>
                <a:gd name="T15" fmla="*/ 16 h 41"/>
                <a:gd name="T16" fmla="*/ 70 w 75"/>
                <a:gd name="T17" fmla="*/ 19 h 41"/>
                <a:gd name="T18" fmla="*/ 72 w 75"/>
                <a:gd name="T19" fmla="*/ 23 h 41"/>
                <a:gd name="T20" fmla="*/ 75 w 75"/>
                <a:gd name="T21" fmla="*/ 29 h 41"/>
                <a:gd name="T22" fmla="*/ 73 w 75"/>
                <a:gd name="T23" fmla="*/ 33 h 41"/>
                <a:gd name="T24" fmla="*/ 70 w 75"/>
                <a:gd name="T25" fmla="*/ 36 h 41"/>
                <a:gd name="T26" fmla="*/ 64 w 75"/>
                <a:gd name="T27" fmla="*/ 40 h 41"/>
                <a:gd name="T28" fmla="*/ 60 w 75"/>
                <a:gd name="T29" fmla="*/ 41 h 41"/>
                <a:gd name="T30" fmla="*/ 56 w 75"/>
                <a:gd name="T31" fmla="*/ 40 h 41"/>
                <a:gd name="T32" fmla="*/ 51 w 75"/>
                <a:gd name="T33" fmla="*/ 36 h 41"/>
                <a:gd name="T34" fmla="*/ 45 w 75"/>
                <a:gd name="T35" fmla="*/ 32 h 41"/>
                <a:gd name="T36" fmla="*/ 37 w 75"/>
                <a:gd name="T37" fmla="*/ 33 h 41"/>
                <a:gd name="T38" fmla="*/ 31 w 75"/>
                <a:gd name="T39" fmla="*/ 32 h 41"/>
                <a:gd name="T40" fmla="*/ 27 w 75"/>
                <a:gd name="T41" fmla="*/ 29 h 41"/>
                <a:gd name="T42" fmla="*/ 25 w 75"/>
                <a:gd name="T43" fmla="*/ 29 h 41"/>
                <a:gd name="T44" fmla="*/ 21 w 75"/>
                <a:gd name="T45" fmla="*/ 29 h 41"/>
                <a:gd name="T46" fmla="*/ 14 w 75"/>
                <a:gd name="T47" fmla="*/ 29 h 41"/>
                <a:gd name="T48" fmla="*/ 5 w 75"/>
                <a:gd name="T49" fmla="*/ 33 h 41"/>
                <a:gd name="T50" fmla="*/ 2 w 75"/>
                <a:gd name="T51" fmla="*/ 36 h 41"/>
                <a:gd name="T52" fmla="*/ 1 w 75"/>
                <a:gd name="T53" fmla="*/ 35 h 41"/>
                <a:gd name="T54" fmla="*/ 1 w 75"/>
                <a:gd name="T55" fmla="*/ 28 h 41"/>
                <a:gd name="T56" fmla="*/ 1 w 75"/>
                <a:gd name="T57" fmla="*/ 23 h 41"/>
                <a:gd name="T58" fmla="*/ 4 w 75"/>
                <a:gd name="T59" fmla="*/ 15 h 41"/>
                <a:gd name="T60" fmla="*/ 5 w 75"/>
                <a:gd name="T61" fmla="*/ 14 h 41"/>
                <a:gd name="T62" fmla="*/ 9 w 75"/>
                <a:gd name="T63" fmla="*/ 10 h 41"/>
                <a:gd name="T64" fmla="*/ 13 w 75"/>
                <a:gd name="T65" fmla="*/ 8 h 41"/>
                <a:gd name="T66" fmla="*/ 17 w 75"/>
                <a:gd name="T67" fmla="*/ 6 h 41"/>
                <a:gd name="T68" fmla="*/ 22 w 75"/>
                <a:gd name="T69" fmla="*/ 16 h 41"/>
                <a:gd name="T70" fmla="*/ 25 w 75"/>
                <a:gd name="T71" fmla="*/ 20 h 41"/>
                <a:gd name="T72" fmla="*/ 31 w 75"/>
                <a:gd name="T73" fmla="*/ 16 h 41"/>
                <a:gd name="T74" fmla="*/ 33 w 75"/>
                <a:gd name="T75" fmla="*/ 7 h 41"/>
                <a:gd name="T76" fmla="*/ 34 w 75"/>
                <a:gd name="T77" fmla="*/ 3 h 41"/>
                <a:gd name="T78" fmla="*/ 41 w 75"/>
                <a:gd name="T7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5" h="41">
                  <a:moveTo>
                    <a:pt x="41" y="0"/>
                  </a:moveTo>
                  <a:lnTo>
                    <a:pt x="43" y="3"/>
                  </a:lnTo>
                  <a:lnTo>
                    <a:pt x="45" y="3"/>
                  </a:lnTo>
                  <a:lnTo>
                    <a:pt x="45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8" y="4"/>
                  </a:lnTo>
                  <a:lnTo>
                    <a:pt x="52" y="6"/>
                  </a:lnTo>
                  <a:lnTo>
                    <a:pt x="54" y="8"/>
                  </a:lnTo>
                  <a:lnTo>
                    <a:pt x="56" y="10"/>
                  </a:lnTo>
                  <a:lnTo>
                    <a:pt x="58" y="12"/>
                  </a:lnTo>
                  <a:lnTo>
                    <a:pt x="62" y="11"/>
                  </a:lnTo>
                  <a:lnTo>
                    <a:pt x="68" y="12"/>
                  </a:lnTo>
                  <a:lnTo>
                    <a:pt x="68" y="14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0" y="19"/>
                  </a:lnTo>
                  <a:lnTo>
                    <a:pt x="71" y="23"/>
                  </a:lnTo>
                  <a:lnTo>
                    <a:pt x="72" y="23"/>
                  </a:lnTo>
                  <a:lnTo>
                    <a:pt x="72" y="27"/>
                  </a:lnTo>
                  <a:lnTo>
                    <a:pt x="75" y="29"/>
                  </a:lnTo>
                  <a:lnTo>
                    <a:pt x="75" y="32"/>
                  </a:lnTo>
                  <a:lnTo>
                    <a:pt x="73" y="33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9"/>
                  </a:lnTo>
                  <a:lnTo>
                    <a:pt x="64" y="40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59" y="41"/>
                  </a:lnTo>
                  <a:lnTo>
                    <a:pt x="56" y="40"/>
                  </a:lnTo>
                  <a:lnTo>
                    <a:pt x="54" y="37"/>
                  </a:lnTo>
                  <a:lnTo>
                    <a:pt x="51" y="36"/>
                  </a:lnTo>
                  <a:lnTo>
                    <a:pt x="47" y="33"/>
                  </a:lnTo>
                  <a:lnTo>
                    <a:pt x="45" y="32"/>
                  </a:lnTo>
                  <a:lnTo>
                    <a:pt x="41" y="31"/>
                  </a:lnTo>
                  <a:lnTo>
                    <a:pt x="37" y="33"/>
                  </a:lnTo>
                  <a:lnTo>
                    <a:pt x="35" y="32"/>
                  </a:lnTo>
                  <a:lnTo>
                    <a:pt x="31" y="32"/>
                  </a:lnTo>
                  <a:lnTo>
                    <a:pt x="30" y="31"/>
                  </a:lnTo>
                  <a:lnTo>
                    <a:pt x="27" y="29"/>
                  </a:lnTo>
                  <a:lnTo>
                    <a:pt x="27" y="28"/>
                  </a:lnTo>
                  <a:lnTo>
                    <a:pt x="25" y="29"/>
                  </a:lnTo>
                  <a:lnTo>
                    <a:pt x="22" y="31"/>
                  </a:lnTo>
                  <a:lnTo>
                    <a:pt x="21" y="29"/>
                  </a:lnTo>
                  <a:lnTo>
                    <a:pt x="18" y="29"/>
                  </a:lnTo>
                  <a:lnTo>
                    <a:pt x="14" y="29"/>
                  </a:lnTo>
                  <a:lnTo>
                    <a:pt x="8" y="31"/>
                  </a:lnTo>
                  <a:lnTo>
                    <a:pt x="5" y="33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0" y="29"/>
                  </a:lnTo>
                  <a:lnTo>
                    <a:pt x="1" y="28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4" y="19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6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3" y="8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7" y="10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5" y="20"/>
                  </a:lnTo>
                  <a:lnTo>
                    <a:pt x="29" y="20"/>
                  </a:lnTo>
                  <a:lnTo>
                    <a:pt x="31" y="16"/>
                  </a:lnTo>
                  <a:lnTo>
                    <a:pt x="33" y="12"/>
                  </a:lnTo>
                  <a:lnTo>
                    <a:pt x="33" y="7"/>
                  </a:lnTo>
                  <a:lnTo>
                    <a:pt x="33" y="4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5" name="Freeform 380"/>
            <p:cNvSpPr>
              <a:spLocks/>
            </p:cNvSpPr>
            <p:nvPr/>
          </p:nvSpPr>
          <p:spPr bwMode="auto">
            <a:xfrm>
              <a:off x="6323568" y="2431866"/>
              <a:ext cx="147189" cy="109124"/>
            </a:xfrm>
            <a:custGeom>
              <a:avLst/>
              <a:gdLst>
                <a:gd name="T0" fmla="*/ 25 w 58"/>
                <a:gd name="T1" fmla="*/ 0 h 43"/>
                <a:gd name="T2" fmla="*/ 25 w 58"/>
                <a:gd name="T3" fmla="*/ 1 h 43"/>
                <a:gd name="T4" fmla="*/ 28 w 58"/>
                <a:gd name="T5" fmla="*/ 3 h 43"/>
                <a:gd name="T6" fmla="*/ 29 w 58"/>
                <a:gd name="T7" fmla="*/ 4 h 43"/>
                <a:gd name="T8" fmla="*/ 33 w 58"/>
                <a:gd name="T9" fmla="*/ 4 h 43"/>
                <a:gd name="T10" fmla="*/ 35 w 58"/>
                <a:gd name="T11" fmla="*/ 5 h 43"/>
                <a:gd name="T12" fmla="*/ 39 w 58"/>
                <a:gd name="T13" fmla="*/ 3 h 43"/>
                <a:gd name="T14" fmla="*/ 43 w 58"/>
                <a:gd name="T15" fmla="*/ 4 h 43"/>
                <a:gd name="T16" fmla="*/ 45 w 58"/>
                <a:gd name="T17" fmla="*/ 5 h 43"/>
                <a:gd name="T18" fmla="*/ 49 w 58"/>
                <a:gd name="T19" fmla="*/ 8 h 43"/>
                <a:gd name="T20" fmla="*/ 52 w 58"/>
                <a:gd name="T21" fmla="*/ 9 h 43"/>
                <a:gd name="T22" fmla="*/ 54 w 58"/>
                <a:gd name="T23" fmla="*/ 12 h 43"/>
                <a:gd name="T24" fmla="*/ 57 w 58"/>
                <a:gd name="T25" fmla="*/ 13 h 43"/>
                <a:gd name="T26" fmla="*/ 58 w 58"/>
                <a:gd name="T27" fmla="*/ 13 h 43"/>
                <a:gd name="T28" fmla="*/ 56 w 58"/>
                <a:gd name="T29" fmla="*/ 17 h 43"/>
                <a:gd name="T30" fmla="*/ 58 w 58"/>
                <a:gd name="T31" fmla="*/ 18 h 43"/>
                <a:gd name="T32" fmla="*/ 58 w 58"/>
                <a:gd name="T33" fmla="*/ 20 h 43"/>
                <a:gd name="T34" fmla="*/ 54 w 58"/>
                <a:gd name="T35" fmla="*/ 22 h 43"/>
                <a:gd name="T36" fmla="*/ 52 w 58"/>
                <a:gd name="T37" fmla="*/ 26 h 43"/>
                <a:gd name="T38" fmla="*/ 50 w 58"/>
                <a:gd name="T39" fmla="*/ 26 h 43"/>
                <a:gd name="T40" fmla="*/ 49 w 58"/>
                <a:gd name="T41" fmla="*/ 30 h 43"/>
                <a:gd name="T42" fmla="*/ 52 w 58"/>
                <a:gd name="T43" fmla="*/ 32 h 43"/>
                <a:gd name="T44" fmla="*/ 52 w 58"/>
                <a:gd name="T45" fmla="*/ 34 h 43"/>
                <a:gd name="T46" fmla="*/ 49 w 58"/>
                <a:gd name="T47" fmla="*/ 34 h 43"/>
                <a:gd name="T48" fmla="*/ 49 w 58"/>
                <a:gd name="T49" fmla="*/ 33 h 43"/>
                <a:gd name="T50" fmla="*/ 46 w 58"/>
                <a:gd name="T51" fmla="*/ 33 h 43"/>
                <a:gd name="T52" fmla="*/ 45 w 58"/>
                <a:gd name="T53" fmla="*/ 37 h 43"/>
                <a:gd name="T54" fmla="*/ 43 w 58"/>
                <a:gd name="T55" fmla="*/ 37 h 43"/>
                <a:gd name="T56" fmla="*/ 44 w 58"/>
                <a:gd name="T57" fmla="*/ 41 h 43"/>
                <a:gd name="T58" fmla="*/ 41 w 58"/>
                <a:gd name="T59" fmla="*/ 41 h 43"/>
                <a:gd name="T60" fmla="*/ 39 w 58"/>
                <a:gd name="T61" fmla="*/ 42 h 43"/>
                <a:gd name="T62" fmla="*/ 35 w 58"/>
                <a:gd name="T63" fmla="*/ 41 h 43"/>
                <a:gd name="T64" fmla="*/ 31 w 58"/>
                <a:gd name="T65" fmla="*/ 42 h 43"/>
                <a:gd name="T66" fmla="*/ 28 w 58"/>
                <a:gd name="T67" fmla="*/ 43 h 43"/>
                <a:gd name="T68" fmla="*/ 27 w 58"/>
                <a:gd name="T69" fmla="*/ 41 h 43"/>
                <a:gd name="T70" fmla="*/ 27 w 58"/>
                <a:gd name="T71" fmla="*/ 38 h 43"/>
                <a:gd name="T72" fmla="*/ 25 w 58"/>
                <a:gd name="T73" fmla="*/ 34 h 43"/>
                <a:gd name="T74" fmla="*/ 24 w 58"/>
                <a:gd name="T75" fmla="*/ 34 h 43"/>
                <a:gd name="T76" fmla="*/ 21 w 58"/>
                <a:gd name="T77" fmla="*/ 32 h 43"/>
                <a:gd name="T78" fmla="*/ 19 w 58"/>
                <a:gd name="T79" fmla="*/ 32 h 43"/>
                <a:gd name="T80" fmla="*/ 19 w 58"/>
                <a:gd name="T81" fmla="*/ 28 h 43"/>
                <a:gd name="T82" fmla="*/ 20 w 58"/>
                <a:gd name="T83" fmla="*/ 26 h 43"/>
                <a:gd name="T84" fmla="*/ 19 w 58"/>
                <a:gd name="T85" fmla="*/ 25 h 43"/>
                <a:gd name="T86" fmla="*/ 18 w 58"/>
                <a:gd name="T87" fmla="*/ 24 h 43"/>
                <a:gd name="T88" fmla="*/ 18 w 58"/>
                <a:gd name="T89" fmla="*/ 22 h 43"/>
                <a:gd name="T90" fmla="*/ 15 w 58"/>
                <a:gd name="T91" fmla="*/ 21 h 43"/>
                <a:gd name="T92" fmla="*/ 11 w 58"/>
                <a:gd name="T93" fmla="*/ 22 h 43"/>
                <a:gd name="T94" fmla="*/ 8 w 58"/>
                <a:gd name="T95" fmla="*/ 21 h 43"/>
                <a:gd name="T96" fmla="*/ 4 w 58"/>
                <a:gd name="T97" fmla="*/ 16 h 43"/>
                <a:gd name="T98" fmla="*/ 0 w 58"/>
                <a:gd name="T99" fmla="*/ 17 h 43"/>
                <a:gd name="T100" fmla="*/ 0 w 58"/>
                <a:gd name="T101" fmla="*/ 17 h 43"/>
                <a:gd name="T102" fmla="*/ 0 w 58"/>
                <a:gd name="T103" fmla="*/ 14 h 43"/>
                <a:gd name="T104" fmla="*/ 0 w 58"/>
                <a:gd name="T105" fmla="*/ 12 h 43"/>
                <a:gd name="T106" fmla="*/ 0 w 58"/>
                <a:gd name="T107" fmla="*/ 8 h 43"/>
                <a:gd name="T108" fmla="*/ 2 w 58"/>
                <a:gd name="T109" fmla="*/ 8 h 43"/>
                <a:gd name="T110" fmla="*/ 3 w 58"/>
                <a:gd name="T111" fmla="*/ 5 h 43"/>
                <a:gd name="T112" fmla="*/ 6 w 58"/>
                <a:gd name="T113" fmla="*/ 3 h 43"/>
                <a:gd name="T114" fmla="*/ 12 w 58"/>
                <a:gd name="T115" fmla="*/ 1 h 43"/>
                <a:gd name="T116" fmla="*/ 16 w 58"/>
                <a:gd name="T117" fmla="*/ 1 h 43"/>
                <a:gd name="T118" fmla="*/ 19 w 58"/>
                <a:gd name="T119" fmla="*/ 1 h 43"/>
                <a:gd name="T120" fmla="*/ 20 w 58"/>
                <a:gd name="T121" fmla="*/ 3 h 43"/>
                <a:gd name="T122" fmla="*/ 23 w 58"/>
                <a:gd name="T123" fmla="*/ 1 h 43"/>
                <a:gd name="T124" fmla="*/ 25 w 58"/>
                <a:gd name="T12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" h="43">
                  <a:moveTo>
                    <a:pt x="25" y="0"/>
                  </a:moveTo>
                  <a:lnTo>
                    <a:pt x="25" y="1"/>
                  </a:lnTo>
                  <a:lnTo>
                    <a:pt x="28" y="3"/>
                  </a:lnTo>
                  <a:lnTo>
                    <a:pt x="29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9" y="3"/>
                  </a:lnTo>
                  <a:lnTo>
                    <a:pt x="43" y="4"/>
                  </a:lnTo>
                  <a:lnTo>
                    <a:pt x="45" y="5"/>
                  </a:lnTo>
                  <a:lnTo>
                    <a:pt x="49" y="8"/>
                  </a:lnTo>
                  <a:lnTo>
                    <a:pt x="52" y="9"/>
                  </a:lnTo>
                  <a:lnTo>
                    <a:pt x="54" y="12"/>
                  </a:lnTo>
                  <a:lnTo>
                    <a:pt x="57" y="13"/>
                  </a:lnTo>
                  <a:lnTo>
                    <a:pt x="58" y="13"/>
                  </a:lnTo>
                  <a:lnTo>
                    <a:pt x="56" y="17"/>
                  </a:lnTo>
                  <a:lnTo>
                    <a:pt x="58" y="18"/>
                  </a:lnTo>
                  <a:lnTo>
                    <a:pt x="58" y="20"/>
                  </a:lnTo>
                  <a:lnTo>
                    <a:pt x="54" y="22"/>
                  </a:lnTo>
                  <a:lnTo>
                    <a:pt x="52" y="26"/>
                  </a:lnTo>
                  <a:lnTo>
                    <a:pt x="50" y="26"/>
                  </a:lnTo>
                  <a:lnTo>
                    <a:pt x="49" y="30"/>
                  </a:lnTo>
                  <a:lnTo>
                    <a:pt x="52" y="32"/>
                  </a:lnTo>
                  <a:lnTo>
                    <a:pt x="52" y="34"/>
                  </a:lnTo>
                  <a:lnTo>
                    <a:pt x="49" y="34"/>
                  </a:lnTo>
                  <a:lnTo>
                    <a:pt x="49" y="33"/>
                  </a:lnTo>
                  <a:lnTo>
                    <a:pt x="46" y="33"/>
                  </a:lnTo>
                  <a:lnTo>
                    <a:pt x="45" y="37"/>
                  </a:lnTo>
                  <a:lnTo>
                    <a:pt x="43" y="37"/>
                  </a:lnTo>
                  <a:lnTo>
                    <a:pt x="44" y="41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5" y="41"/>
                  </a:lnTo>
                  <a:lnTo>
                    <a:pt x="31" y="42"/>
                  </a:lnTo>
                  <a:lnTo>
                    <a:pt x="28" y="43"/>
                  </a:lnTo>
                  <a:lnTo>
                    <a:pt x="27" y="41"/>
                  </a:lnTo>
                  <a:lnTo>
                    <a:pt x="27" y="38"/>
                  </a:lnTo>
                  <a:lnTo>
                    <a:pt x="25" y="34"/>
                  </a:lnTo>
                  <a:lnTo>
                    <a:pt x="24" y="34"/>
                  </a:lnTo>
                  <a:lnTo>
                    <a:pt x="21" y="32"/>
                  </a:lnTo>
                  <a:lnTo>
                    <a:pt x="19" y="32"/>
                  </a:lnTo>
                  <a:lnTo>
                    <a:pt x="19" y="28"/>
                  </a:lnTo>
                  <a:lnTo>
                    <a:pt x="20" y="26"/>
                  </a:lnTo>
                  <a:lnTo>
                    <a:pt x="19" y="25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5" y="21"/>
                  </a:lnTo>
                  <a:lnTo>
                    <a:pt x="11" y="22"/>
                  </a:lnTo>
                  <a:lnTo>
                    <a:pt x="8" y="21"/>
                  </a:lnTo>
                  <a:lnTo>
                    <a:pt x="4" y="16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8"/>
                  </a:lnTo>
                  <a:lnTo>
                    <a:pt x="3" y="5"/>
                  </a:lnTo>
                  <a:lnTo>
                    <a:pt x="6" y="3"/>
                  </a:lnTo>
                  <a:lnTo>
                    <a:pt x="12" y="1"/>
                  </a:lnTo>
                  <a:lnTo>
                    <a:pt x="16" y="1"/>
                  </a:lnTo>
                  <a:lnTo>
                    <a:pt x="19" y="1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6" name="Freeform 381"/>
            <p:cNvSpPr>
              <a:spLocks/>
            </p:cNvSpPr>
            <p:nvPr/>
          </p:nvSpPr>
          <p:spPr bwMode="auto">
            <a:xfrm>
              <a:off x="6394625" y="2442017"/>
              <a:ext cx="251238" cy="192869"/>
            </a:xfrm>
            <a:custGeom>
              <a:avLst/>
              <a:gdLst>
                <a:gd name="T0" fmla="*/ 53 w 99"/>
                <a:gd name="T1" fmla="*/ 4 h 76"/>
                <a:gd name="T2" fmla="*/ 58 w 99"/>
                <a:gd name="T3" fmla="*/ 3 h 76"/>
                <a:gd name="T4" fmla="*/ 63 w 99"/>
                <a:gd name="T5" fmla="*/ 4 h 76"/>
                <a:gd name="T6" fmla="*/ 69 w 99"/>
                <a:gd name="T7" fmla="*/ 5 h 76"/>
                <a:gd name="T8" fmla="*/ 75 w 99"/>
                <a:gd name="T9" fmla="*/ 7 h 76"/>
                <a:gd name="T10" fmla="*/ 75 w 99"/>
                <a:gd name="T11" fmla="*/ 12 h 76"/>
                <a:gd name="T12" fmla="*/ 78 w 99"/>
                <a:gd name="T13" fmla="*/ 18 h 76"/>
                <a:gd name="T14" fmla="*/ 82 w 99"/>
                <a:gd name="T15" fmla="*/ 25 h 76"/>
                <a:gd name="T16" fmla="*/ 87 w 99"/>
                <a:gd name="T17" fmla="*/ 30 h 76"/>
                <a:gd name="T18" fmla="*/ 92 w 99"/>
                <a:gd name="T19" fmla="*/ 35 h 76"/>
                <a:gd name="T20" fmla="*/ 96 w 99"/>
                <a:gd name="T21" fmla="*/ 42 h 76"/>
                <a:gd name="T22" fmla="*/ 97 w 99"/>
                <a:gd name="T23" fmla="*/ 45 h 76"/>
                <a:gd name="T24" fmla="*/ 90 w 99"/>
                <a:gd name="T25" fmla="*/ 50 h 76"/>
                <a:gd name="T26" fmla="*/ 86 w 99"/>
                <a:gd name="T27" fmla="*/ 49 h 76"/>
                <a:gd name="T28" fmla="*/ 88 w 99"/>
                <a:gd name="T29" fmla="*/ 55 h 76"/>
                <a:gd name="T30" fmla="*/ 91 w 99"/>
                <a:gd name="T31" fmla="*/ 62 h 76"/>
                <a:gd name="T32" fmla="*/ 91 w 99"/>
                <a:gd name="T33" fmla="*/ 64 h 76"/>
                <a:gd name="T34" fmla="*/ 82 w 99"/>
                <a:gd name="T35" fmla="*/ 67 h 76"/>
                <a:gd name="T36" fmla="*/ 80 w 99"/>
                <a:gd name="T37" fmla="*/ 75 h 76"/>
                <a:gd name="T38" fmla="*/ 75 w 99"/>
                <a:gd name="T39" fmla="*/ 74 h 76"/>
                <a:gd name="T40" fmla="*/ 70 w 99"/>
                <a:gd name="T41" fmla="*/ 74 h 76"/>
                <a:gd name="T42" fmla="*/ 66 w 99"/>
                <a:gd name="T43" fmla="*/ 76 h 76"/>
                <a:gd name="T44" fmla="*/ 63 w 99"/>
                <a:gd name="T45" fmla="*/ 74 h 76"/>
                <a:gd name="T46" fmla="*/ 57 w 99"/>
                <a:gd name="T47" fmla="*/ 75 h 76"/>
                <a:gd name="T48" fmla="*/ 51 w 99"/>
                <a:gd name="T49" fmla="*/ 74 h 76"/>
                <a:gd name="T50" fmla="*/ 49 w 99"/>
                <a:gd name="T51" fmla="*/ 75 h 76"/>
                <a:gd name="T52" fmla="*/ 42 w 99"/>
                <a:gd name="T53" fmla="*/ 75 h 76"/>
                <a:gd name="T54" fmla="*/ 38 w 99"/>
                <a:gd name="T55" fmla="*/ 72 h 76"/>
                <a:gd name="T56" fmla="*/ 29 w 99"/>
                <a:gd name="T57" fmla="*/ 70 h 76"/>
                <a:gd name="T58" fmla="*/ 25 w 99"/>
                <a:gd name="T59" fmla="*/ 71 h 76"/>
                <a:gd name="T60" fmla="*/ 13 w 99"/>
                <a:gd name="T61" fmla="*/ 72 h 76"/>
                <a:gd name="T62" fmla="*/ 7 w 99"/>
                <a:gd name="T63" fmla="*/ 72 h 76"/>
                <a:gd name="T64" fmla="*/ 5 w 99"/>
                <a:gd name="T65" fmla="*/ 71 h 76"/>
                <a:gd name="T66" fmla="*/ 3 w 99"/>
                <a:gd name="T67" fmla="*/ 63 h 76"/>
                <a:gd name="T68" fmla="*/ 7 w 99"/>
                <a:gd name="T69" fmla="*/ 60 h 76"/>
                <a:gd name="T70" fmla="*/ 5 w 99"/>
                <a:gd name="T71" fmla="*/ 51 h 76"/>
                <a:gd name="T72" fmla="*/ 3 w 99"/>
                <a:gd name="T73" fmla="*/ 46 h 76"/>
                <a:gd name="T74" fmla="*/ 0 w 99"/>
                <a:gd name="T75" fmla="*/ 39 h 76"/>
                <a:gd name="T76" fmla="*/ 7 w 99"/>
                <a:gd name="T77" fmla="*/ 37 h 76"/>
                <a:gd name="T78" fmla="*/ 13 w 99"/>
                <a:gd name="T79" fmla="*/ 37 h 76"/>
                <a:gd name="T80" fmla="*/ 15 w 99"/>
                <a:gd name="T81" fmla="*/ 33 h 76"/>
                <a:gd name="T82" fmla="*/ 18 w 99"/>
                <a:gd name="T83" fmla="*/ 29 h 76"/>
                <a:gd name="T84" fmla="*/ 21 w 99"/>
                <a:gd name="T85" fmla="*/ 30 h 76"/>
                <a:gd name="T86" fmla="*/ 24 w 99"/>
                <a:gd name="T87" fmla="*/ 28 h 76"/>
                <a:gd name="T88" fmla="*/ 22 w 99"/>
                <a:gd name="T89" fmla="*/ 22 h 76"/>
                <a:gd name="T90" fmla="*/ 26 w 99"/>
                <a:gd name="T91" fmla="*/ 18 h 76"/>
                <a:gd name="T92" fmla="*/ 30 w 99"/>
                <a:gd name="T93" fmla="*/ 14 h 76"/>
                <a:gd name="T94" fmla="*/ 30 w 99"/>
                <a:gd name="T95" fmla="*/ 9 h 76"/>
                <a:gd name="T96" fmla="*/ 40 w 99"/>
                <a:gd name="T97" fmla="*/ 7 h 76"/>
                <a:gd name="T98" fmla="*/ 42 w 99"/>
                <a:gd name="T99" fmla="*/ 3 h 76"/>
                <a:gd name="T100" fmla="*/ 46 w 99"/>
                <a:gd name="T101" fmla="*/ 0 h 76"/>
                <a:gd name="T102" fmla="*/ 50 w 99"/>
                <a:gd name="T10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76">
                  <a:moveTo>
                    <a:pt x="50" y="0"/>
                  </a:moveTo>
                  <a:lnTo>
                    <a:pt x="53" y="4"/>
                  </a:lnTo>
                  <a:lnTo>
                    <a:pt x="55" y="3"/>
                  </a:lnTo>
                  <a:lnTo>
                    <a:pt x="58" y="3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7" y="3"/>
                  </a:lnTo>
                  <a:lnTo>
                    <a:pt x="69" y="5"/>
                  </a:lnTo>
                  <a:lnTo>
                    <a:pt x="70" y="5"/>
                  </a:lnTo>
                  <a:lnTo>
                    <a:pt x="75" y="7"/>
                  </a:lnTo>
                  <a:lnTo>
                    <a:pt x="76" y="9"/>
                  </a:lnTo>
                  <a:lnTo>
                    <a:pt x="75" y="12"/>
                  </a:lnTo>
                  <a:lnTo>
                    <a:pt x="78" y="14"/>
                  </a:lnTo>
                  <a:lnTo>
                    <a:pt x="78" y="18"/>
                  </a:lnTo>
                  <a:lnTo>
                    <a:pt x="80" y="21"/>
                  </a:lnTo>
                  <a:lnTo>
                    <a:pt x="82" y="25"/>
                  </a:lnTo>
                  <a:lnTo>
                    <a:pt x="84" y="29"/>
                  </a:lnTo>
                  <a:lnTo>
                    <a:pt x="87" y="30"/>
                  </a:lnTo>
                  <a:lnTo>
                    <a:pt x="88" y="34"/>
                  </a:lnTo>
                  <a:lnTo>
                    <a:pt x="92" y="35"/>
                  </a:lnTo>
                  <a:lnTo>
                    <a:pt x="96" y="39"/>
                  </a:lnTo>
                  <a:lnTo>
                    <a:pt x="96" y="42"/>
                  </a:lnTo>
                  <a:lnTo>
                    <a:pt x="99" y="43"/>
                  </a:lnTo>
                  <a:lnTo>
                    <a:pt x="97" y="45"/>
                  </a:lnTo>
                  <a:lnTo>
                    <a:pt x="96" y="49"/>
                  </a:lnTo>
                  <a:lnTo>
                    <a:pt x="90" y="50"/>
                  </a:lnTo>
                  <a:lnTo>
                    <a:pt x="87" y="47"/>
                  </a:lnTo>
                  <a:lnTo>
                    <a:pt x="86" y="49"/>
                  </a:lnTo>
                  <a:lnTo>
                    <a:pt x="86" y="53"/>
                  </a:lnTo>
                  <a:lnTo>
                    <a:pt x="88" y="55"/>
                  </a:lnTo>
                  <a:lnTo>
                    <a:pt x="88" y="59"/>
                  </a:lnTo>
                  <a:lnTo>
                    <a:pt x="91" y="62"/>
                  </a:lnTo>
                  <a:lnTo>
                    <a:pt x="91" y="66"/>
                  </a:lnTo>
                  <a:lnTo>
                    <a:pt x="91" y="64"/>
                  </a:lnTo>
                  <a:lnTo>
                    <a:pt x="86" y="66"/>
                  </a:lnTo>
                  <a:lnTo>
                    <a:pt x="82" y="67"/>
                  </a:lnTo>
                  <a:lnTo>
                    <a:pt x="80" y="71"/>
                  </a:lnTo>
                  <a:lnTo>
                    <a:pt x="80" y="75"/>
                  </a:lnTo>
                  <a:lnTo>
                    <a:pt x="78" y="75"/>
                  </a:lnTo>
                  <a:lnTo>
                    <a:pt x="75" y="74"/>
                  </a:lnTo>
                  <a:lnTo>
                    <a:pt x="72" y="75"/>
                  </a:lnTo>
                  <a:lnTo>
                    <a:pt x="70" y="74"/>
                  </a:lnTo>
                  <a:lnTo>
                    <a:pt x="67" y="74"/>
                  </a:lnTo>
                  <a:lnTo>
                    <a:pt x="66" y="76"/>
                  </a:lnTo>
                  <a:lnTo>
                    <a:pt x="63" y="76"/>
                  </a:lnTo>
                  <a:lnTo>
                    <a:pt x="63" y="74"/>
                  </a:lnTo>
                  <a:lnTo>
                    <a:pt x="59" y="72"/>
                  </a:lnTo>
                  <a:lnTo>
                    <a:pt x="57" y="75"/>
                  </a:lnTo>
                  <a:lnTo>
                    <a:pt x="54" y="75"/>
                  </a:lnTo>
                  <a:lnTo>
                    <a:pt x="51" y="74"/>
                  </a:lnTo>
                  <a:lnTo>
                    <a:pt x="50" y="75"/>
                  </a:lnTo>
                  <a:lnTo>
                    <a:pt x="49" y="75"/>
                  </a:lnTo>
                  <a:lnTo>
                    <a:pt x="46" y="74"/>
                  </a:lnTo>
                  <a:lnTo>
                    <a:pt x="42" y="75"/>
                  </a:lnTo>
                  <a:lnTo>
                    <a:pt x="42" y="74"/>
                  </a:lnTo>
                  <a:lnTo>
                    <a:pt x="38" y="72"/>
                  </a:lnTo>
                  <a:lnTo>
                    <a:pt x="32" y="71"/>
                  </a:lnTo>
                  <a:lnTo>
                    <a:pt x="29" y="70"/>
                  </a:lnTo>
                  <a:lnTo>
                    <a:pt x="28" y="70"/>
                  </a:lnTo>
                  <a:lnTo>
                    <a:pt x="25" y="71"/>
                  </a:lnTo>
                  <a:lnTo>
                    <a:pt x="21" y="71"/>
                  </a:lnTo>
                  <a:lnTo>
                    <a:pt x="13" y="72"/>
                  </a:lnTo>
                  <a:lnTo>
                    <a:pt x="11" y="74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5" y="71"/>
                  </a:lnTo>
                  <a:lnTo>
                    <a:pt x="3" y="67"/>
                  </a:lnTo>
                  <a:lnTo>
                    <a:pt x="3" y="63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7" y="53"/>
                  </a:lnTo>
                  <a:lnTo>
                    <a:pt x="5" y="51"/>
                  </a:lnTo>
                  <a:lnTo>
                    <a:pt x="4" y="49"/>
                  </a:lnTo>
                  <a:lnTo>
                    <a:pt x="3" y="46"/>
                  </a:lnTo>
                  <a:lnTo>
                    <a:pt x="1" y="41"/>
                  </a:lnTo>
                  <a:lnTo>
                    <a:pt x="0" y="39"/>
                  </a:lnTo>
                  <a:lnTo>
                    <a:pt x="3" y="38"/>
                  </a:lnTo>
                  <a:lnTo>
                    <a:pt x="7" y="37"/>
                  </a:lnTo>
                  <a:lnTo>
                    <a:pt x="11" y="38"/>
                  </a:lnTo>
                  <a:lnTo>
                    <a:pt x="13" y="37"/>
                  </a:lnTo>
                  <a:lnTo>
                    <a:pt x="16" y="37"/>
                  </a:lnTo>
                  <a:lnTo>
                    <a:pt x="15" y="33"/>
                  </a:lnTo>
                  <a:lnTo>
                    <a:pt x="17" y="33"/>
                  </a:lnTo>
                  <a:lnTo>
                    <a:pt x="18" y="29"/>
                  </a:lnTo>
                  <a:lnTo>
                    <a:pt x="21" y="29"/>
                  </a:lnTo>
                  <a:lnTo>
                    <a:pt x="21" y="30"/>
                  </a:lnTo>
                  <a:lnTo>
                    <a:pt x="24" y="30"/>
                  </a:lnTo>
                  <a:lnTo>
                    <a:pt x="24" y="28"/>
                  </a:lnTo>
                  <a:lnTo>
                    <a:pt x="21" y="26"/>
                  </a:lnTo>
                  <a:lnTo>
                    <a:pt x="22" y="22"/>
                  </a:lnTo>
                  <a:lnTo>
                    <a:pt x="24" y="22"/>
                  </a:lnTo>
                  <a:lnTo>
                    <a:pt x="26" y="18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28" y="13"/>
                  </a:lnTo>
                  <a:lnTo>
                    <a:pt x="30" y="9"/>
                  </a:lnTo>
                  <a:lnTo>
                    <a:pt x="34" y="8"/>
                  </a:lnTo>
                  <a:lnTo>
                    <a:pt x="40" y="7"/>
                  </a:lnTo>
                  <a:lnTo>
                    <a:pt x="40" y="4"/>
                  </a:lnTo>
                  <a:lnTo>
                    <a:pt x="42" y="3"/>
                  </a:lnTo>
                  <a:lnTo>
                    <a:pt x="43" y="1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7" name="Freeform 382"/>
            <p:cNvSpPr>
              <a:spLocks/>
            </p:cNvSpPr>
            <p:nvPr/>
          </p:nvSpPr>
          <p:spPr bwMode="auto">
            <a:xfrm>
              <a:off x="6376861" y="2594282"/>
              <a:ext cx="494861" cy="309605"/>
            </a:xfrm>
            <a:custGeom>
              <a:avLst/>
              <a:gdLst>
                <a:gd name="T0" fmla="*/ 122 w 195"/>
                <a:gd name="T1" fmla="*/ 2 h 122"/>
                <a:gd name="T2" fmla="*/ 135 w 195"/>
                <a:gd name="T3" fmla="*/ 15 h 122"/>
                <a:gd name="T4" fmla="*/ 141 w 195"/>
                <a:gd name="T5" fmla="*/ 27 h 122"/>
                <a:gd name="T6" fmla="*/ 157 w 195"/>
                <a:gd name="T7" fmla="*/ 31 h 122"/>
                <a:gd name="T8" fmla="*/ 170 w 195"/>
                <a:gd name="T9" fmla="*/ 39 h 122"/>
                <a:gd name="T10" fmla="*/ 183 w 195"/>
                <a:gd name="T11" fmla="*/ 39 h 122"/>
                <a:gd name="T12" fmla="*/ 195 w 195"/>
                <a:gd name="T13" fmla="*/ 43 h 122"/>
                <a:gd name="T14" fmla="*/ 193 w 195"/>
                <a:gd name="T15" fmla="*/ 57 h 122"/>
                <a:gd name="T16" fmla="*/ 185 w 195"/>
                <a:gd name="T17" fmla="*/ 69 h 122"/>
                <a:gd name="T18" fmla="*/ 178 w 195"/>
                <a:gd name="T19" fmla="*/ 79 h 122"/>
                <a:gd name="T20" fmla="*/ 168 w 195"/>
                <a:gd name="T21" fmla="*/ 83 h 122"/>
                <a:gd name="T22" fmla="*/ 158 w 195"/>
                <a:gd name="T23" fmla="*/ 89 h 122"/>
                <a:gd name="T24" fmla="*/ 148 w 195"/>
                <a:gd name="T25" fmla="*/ 87 h 122"/>
                <a:gd name="T26" fmla="*/ 145 w 195"/>
                <a:gd name="T27" fmla="*/ 95 h 122"/>
                <a:gd name="T28" fmla="*/ 147 w 195"/>
                <a:gd name="T29" fmla="*/ 91 h 122"/>
                <a:gd name="T30" fmla="*/ 139 w 195"/>
                <a:gd name="T31" fmla="*/ 98 h 122"/>
                <a:gd name="T32" fmla="*/ 131 w 195"/>
                <a:gd name="T33" fmla="*/ 98 h 122"/>
                <a:gd name="T34" fmla="*/ 140 w 195"/>
                <a:gd name="T35" fmla="*/ 100 h 122"/>
                <a:gd name="T36" fmla="*/ 141 w 195"/>
                <a:gd name="T37" fmla="*/ 103 h 122"/>
                <a:gd name="T38" fmla="*/ 145 w 195"/>
                <a:gd name="T39" fmla="*/ 110 h 122"/>
                <a:gd name="T40" fmla="*/ 140 w 195"/>
                <a:gd name="T41" fmla="*/ 98 h 122"/>
                <a:gd name="T42" fmla="*/ 151 w 195"/>
                <a:gd name="T43" fmla="*/ 110 h 122"/>
                <a:gd name="T44" fmla="*/ 161 w 195"/>
                <a:gd name="T45" fmla="*/ 106 h 122"/>
                <a:gd name="T46" fmla="*/ 162 w 195"/>
                <a:gd name="T47" fmla="*/ 112 h 122"/>
                <a:gd name="T48" fmla="*/ 145 w 195"/>
                <a:gd name="T49" fmla="*/ 116 h 122"/>
                <a:gd name="T50" fmla="*/ 129 w 195"/>
                <a:gd name="T51" fmla="*/ 119 h 122"/>
                <a:gd name="T52" fmla="*/ 123 w 195"/>
                <a:gd name="T53" fmla="*/ 110 h 122"/>
                <a:gd name="T54" fmla="*/ 129 w 195"/>
                <a:gd name="T55" fmla="*/ 103 h 122"/>
                <a:gd name="T56" fmla="*/ 127 w 195"/>
                <a:gd name="T57" fmla="*/ 99 h 122"/>
                <a:gd name="T58" fmla="*/ 115 w 195"/>
                <a:gd name="T59" fmla="*/ 98 h 122"/>
                <a:gd name="T60" fmla="*/ 110 w 195"/>
                <a:gd name="T61" fmla="*/ 93 h 122"/>
                <a:gd name="T62" fmla="*/ 114 w 195"/>
                <a:gd name="T63" fmla="*/ 91 h 122"/>
                <a:gd name="T64" fmla="*/ 110 w 195"/>
                <a:gd name="T65" fmla="*/ 89 h 122"/>
                <a:gd name="T66" fmla="*/ 106 w 195"/>
                <a:gd name="T67" fmla="*/ 90 h 122"/>
                <a:gd name="T68" fmla="*/ 98 w 195"/>
                <a:gd name="T69" fmla="*/ 95 h 122"/>
                <a:gd name="T70" fmla="*/ 89 w 195"/>
                <a:gd name="T71" fmla="*/ 106 h 122"/>
                <a:gd name="T72" fmla="*/ 87 w 195"/>
                <a:gd name="T73" fmla="*/ 111 h 122"/>
                <a:gd name="T74" fmla="*/ 76 w 195"/>
                <a:gd name="T75" fmla="*/ 111 h 122"/>
                <a:gd name="T76" fmla="*/ 74 w 195"/>
                <a:gd name="T77" fmla="*/ 104 h 122"/>
                <a:gd name="T78" fmla="*/ 81 w 195"/>
                <a:gd name="T79" fmla="*/ 93 h 122"/>
                <a:gd name="T80" fmla="*/ 87 w 195"/>
                <a:gd name="T81" fmla="*/ 90 h 122"/>
                <a:gd name="T82" fmla="*/ 81 w 195"/>
                <a:gd name="T83" fmla="*/ 79 h 122"/>
                <a:gd name="T84" fmla="*/ 72 w 195"/>
                <a:gd name="T85" fmla="*/ 66 h 122"/>
                <a:gd name="T86" fmla="*/ 58 w 195"/>
                <a:gd name="T87" fmla="*/ 64 h 122"/>
                <a:gd name="T88" fmla="*/ 50 w 195"/>
                <a:gd name="T89" fmla="*/ 62 h 122"/>
                <a:gd name="T90" fmla="*/ 49 w 195"/>
                <a:gd name="T91" fmla="*/ 69 h 122"/>
                <a:gd name="T92" fmla="*/ 31 w 195"/>
                <a:gd name="T93" fmla="*/ 75 h 122"/>
                <a:gd name="T94" fmla="*/ 18 w 195"/>
                <a:gd name="T95" fmla="*/ 72 h 122"/>
                <a:gd name="T96" fmla="*/ 6 w 195"/>
                <a:gd name="T97" fmla="*/ 69 h 122"/>
                <a:gd name="T98" fmla="*/ 3 w 195"/>
                <a:gd name="T99" fmla="*/ 54 h 122"/>
                <a:gd name="T100" fmla="*/ 14 w 195"/>
                <a:gd name="T101" fmla="*/ 36 h 122"/>
                <a:gd name="T102" fmla="*/ 18 w 195"/>
                <a:gd name="T103" fmla="*/ 28 h 122"/>
                <a:gd name="T104" fmla="*/ 12 w 195"/>
                <a:gd name="T105" fmla="*/ 14 h 122"/>
                <a:gd name="T106" fmla="*/ 28 w 195"/>
                <a:gd name="T107" fmla="*/ 11 h 122"/>
                <a:gd name="T108" fmla="*/ 45 w 195"/>
                <a:gd name="T109" fmla="*/ 12 h 122"/>
                <a:gd name="T110" fmla="*/ 57 w 195"/>
                <a:gd name="T111" fmla="*/ 15 h 122"/>
                <a:gd name="T112" fmla="*/ 70 w 195"/>
                <a:gd name="T113" fmla="*/ 14 h 122"/>
                <a:gd name="T114" fmla="*/ 79 w 195"/>
                <a:gd name="T115" fmla="*/ 15 h 122"/>
                <a:gd name="T116" fmla="*/ 89 w 195"/>
                <a:gd name="T117" fmla="*/ 7 h 122"/>
                <a:gd name="T118" fmla="*/ 102 w 195"/>
                <a:gd name="T119" fmla="*/ 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5" h="122">
                  <a:moveTo>
                    <a:pt x="104" y="0"/>
                  </a:moveTo>
                  <a:lnTo>
                    <a:pt x="110" y="3"/>
                  </a:lnTo>
                  <a:lnTo>
                    <a:pt x="116" y="3"/>
                  </a:lnTo>
                  <a:lnTo>
                    <a:pt x="119" y="2"/>
                  </a:lnTo>
                  <a:lnTo>
                    <a:pt x="122" y="2"/>
                  </a:lnTo>
                  <a:lnTo>
                    <a:pt x="123" y="7"/>
                  </a:lnTo>
                  <a:lnTo>
                    <a:pt x="126" y="8"/>
                  </a:lnTo>
                  <a:lnTo>
                    <a:pt x="124" y="11"/>
                  </a:lnTo>
                  <a:lnTo>
                    <a:pt x="128" y="16"/>
                  </a:lnTo>
                  <a:lnTo>
                    <a:pt x="135" y="15"/>
                  </a:lnTo>
                  <a:lnTo>
                    <a:pt x="137" y="16"/>
                  </a:lnTo>
                  <a:lnTo>
                    <a:pt x="137" y="19"/>
                  </a:lnTo>
                  <a:lnTo>
                    <a:pt x="140" y="20"/>
                  </a:lnTo>
                  <a:lnTo>
                    <a:pt x="140" y="23"/>
                  </a:lnTo>
                  <a:lnTo>
                    <a:pt x="141" y="27"/>
                  </a:lnTo>
                  <a:lnTo>
                    <a:pt x="147" y="32"/>
                  </a:lnTo>
                  <a:lnTo>
                    <a:pt x="148" y="29"/>
                  </a:lnTo>
                  <a:lnTo>
                    <a:pt x="152" y="31"/>
                  </a:lnTo>
                  <a:lnTo>
                    <a:pt x="155" y="31"/>
                  </a:lnTo>
                  <a:lnTo>
                    <a:pt x="157" y="31"/>
                  </a:lnTo>
                  <a:lnTo>
                    <a:pt x="161" y="28"/>
                  </a:lnTo>
                  <a:lnTo>
                    <a:pt x="162" y="28"/>
                  </a:lnTo>
                  <a:lnTo>
                    <a:pt x="165" y="33"/>
                  </a:lnTo>
                  <a:lnTo>
                    <a:pt x="169" y="36"/>
                  </a:lnTo>
                  <a:lnTo>
                    <a:pt x="170" y="39"/>
                  </a:lnTo>
                  <a:lnTo>
                    <a:pt x="172" y="36"/>
                  </a:lnTo>
                  <a:lnTo>
                    <a:pt x="176" y="37"/>
                  </a:lnTo>
                  <a:lnTo>
                    <a:pt x="180" y="37"/>
                  </a:lnTo>
                  <a:lnTo>
                    <a:pt x="181" y="39"/>
                  </a:lnTo>
                  <a:lnTo>
                    <a:pt x="183" y="39"/>
                  </a:lnTo>
                  <a:lnTo>
                    <a:pt x="187" y="40"/>
                  </a:lnTo>
                  <a:lnTo>
                    <a:pt x="190" y="41"/>
                  </a:lnTo>
                  <a:lnTo>
                    <a:pt x="193" y="40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5" y="47"/>
                  </a:lnTo>
                  <a:lnTo>
                    <a:pt x="193" y="49"/>
                  </a:lnTo>
                  <a:lnTo>
                    <a:pt x="190" y="49"/>
                  </a:lnTo>
                  <a:lnTo>
                    <a:pt x="190" y="54"/>
                  </a:lnTo>
                  <a:lnTo>
                    <a:pt x="193" y="57"/>
                  </a:lnTo>
                  <a:lnTo>
                    <a:pt x="194" y="60"/>
                  </a:lnTo>
                  <a:lnTo>
                    <a:pt x="193" y="65"/>
                  </a:lnTo>
                  <a:lnTo>
                    <a:pt x="193" y="68"/>
                  </a:lnTo>
                  <a:lnTo>
                    <a:pt x="190" y="69"/>
                  </a:lnTo>
                  <a:lnTo>
                    <a:pt x="185" y="69"/>
                  </a:lnTo>
                  <a:lnTo>
                    <a:pt x="182" y="74"/>
                  </a:lnTo>
                  <a:lnTo>
                    <a:pt x="181" y="74"/>
                  </a:lnTo>
                  <a:lnTo>
                    <a:pt x="180" y="79"/>
                  </a:lnTo>
                  <a:lnTo>
                    <a:pt x="178" y="81"/>
                  </a:lnTo>
                  <a:lnTo>
                    <a:pt x="178" y="79"/>
                  </a:lnTo>
                  <a:lnTo>
                    <a:pt x="177" y="79"/>
                  </a:lnTo>
                  <a:lnTo>
                    <a:pt x="173" y="81"/>
                  </a:lnTo>
                  <a:lnTo>
                    <a:pt x="170" y="81"/>
                  </a:lnTo>
                  <a:lnTo>
                    <a:pt x="169" y="81"/>
                  </a:lnTo>
                  <a:lnTo>
                    <a:pt x="168" y="83"/>
                  </a:lnTo>
                  <a:lnTo>
                    <a:pt x="165" y="83"/>
                  </a:lnTo>
                  <a:lnTo>
                    <a:pt x="164" y="86"/>
                  </a:lnTo>
                  <a:lnTo>
                    <a:pt x="161" y="89"/>
                  </a:lnTo>
                  <a:lnTo>
                    <a:pt x="161" y="87"/>
                  </a:lnTo>
                  <a:lnTo>
                    <a:pt x="158" y="89"/>
                  </a:lnTo>
                  <a:lnTo>
                    <a:pt x="156" y="90"/>
                  </a:lnTo>
                  <a:lnTo>
                    <a:pt x="153" y="89"/>
                  </a:lnTo>
                  <a:lnTo>
                    <a:pt x="151" y="90"/>
                  </a:lnTo>
                  <a:lnTo>
                    <a:pt x="149" y="90"/>
                  </a:lnTo>
                  <a:lnTo>
                    <a:pt x="148" y="87"/>
                  </a:lnTo>
                  <a:lnTo>
                    <a:pt x="147" y="87"/>
                  </a:lnTo>
                  <a:lnTo>
                    <a:pt x="148" y="89"/>
                  </a:lnTo>
                  <a:lnTo>
                    <a:pt x="149" y="91"/>
                  </a:lnTo>
                  <a:lnTo>
                    <a:pt x="148" y="93"/>
                  </a:lnTo>
                  <a:lnTo>
                    <a:pt x="145" y="95"/>
                  </a:lnTo>
                  <a:lnTo>
                    <a:pt x="144" y="97"/>
                  </a:lnTo>
                  <a:lnTo>
                    <a:pt x="144" y="95"/>
                  </a:lnTo>
                  <a:lnTo>
                    <a:pt x="145" y="95"/>
                  </a:lnTo>
                  <a:lnTo>
                    <a:pt x="147" y="93"/>
                  </a:lnTo>
                  <a:lnTo>
                    <a:pt x="147" y="91"/>
                  </a:lnTo>
                  <a:lnTo>
                    <a:pt x="145" y="90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9" y="97"/>
                  </a:lnTo>
                  <a:lnTo>
                    <a:pt x="139" y="98"/>
                  </a:lnTo>
                  <a:lnTo>
                    <a:pt x="136" y="98"/>
                  </a:lnTo>
                  <a:lnTo>
                    <a:pt x="135" y="97"/>
                  </a:lnTo>
                  <a:lnTo>
                    <a:pt x="133" y="98"/>
                  </a:lnTo>
                  <a:lnTo>
                    <a:pt x="131" y="97"/>
                  </a:lnTo>
                  <a:lnTo>
                    <a:pt x="131" y="98"/>
                  </a:lnTo>
                  <a:lnTo>
                    <a:pt x="132" y="99"/>
                  </a:lnTo>
                  <a:lnTo>
                    <a:pt x="136" y="99"/>
                  </a:lnTo>
                  <a:lnTo>
                    <a:pt x="137" y="100"/>
                  </a:lnTo>
                  <a:lnTo>
                    <a:pt x="139" y="102"/>
                  </a:lnTo>
                  <a:lnTo>
                    <a:pt x="140" y="100"/>
                  </a:lnTo>
                  <a:lnTo>
                    <a:pt x="140" y="102"/>
                  </a:lnTo>
                  <a:lnTo>
                    <a:pt x="139" y="103"/>
                  </a:lnTo>
                  <a:lnTo>
                    <a:pt x="140" y="104"/>
                  </a:lnTo>
                  <a:lnTo>
                    <a:pt x="140" y="103"/>
                  </a:lnTo>
                  <a:lnTo>
                    <a:pt x="141" y="103"/>
                  </a:lnTo>
                  <a:lnTo>
                    <a:pt x="141" y="106"/>
                  </a:lnTo>
                  <a:lnTo>
                    <a:pt x="143" y="104"/>
                  </a:lnTo>
                  <a:lnTo>
                    <a:pt x="144" y="104"/>
                  </a:lnTo>
                  <a:lnTo>
                    <a:pt x="144" y="108"/>
                  </a:lnTo>
                  <a:lnTo>
                    <a:pt x="145" y="110"/>
                  </a:lnTo>
                  <a:lnTo>
                    <a:pt x="148" y="110"/>
                  </a:lnTo>
                  <a:lnTo>
                    <a:pt x="149" y="110"/>
                  </a:lnTo>
                  <a:lnTo>
                    <a:pt x="145" y="106"/>
                  </a:lnTo>
                  <a:lnTo>
                    <a:pt x="141" y="100"/>
                  </a:lnTo>
                  <a:lnTo>
                    <a:pt x="140" y="98"/>
                  </a:lnTo>
                  <a:lnTo>
                    <a:pt x="141" y="97"/>
                  </a:lnTo>
                  <a:lnTo>
                    <a:pt x="143" y="99"/>
                  </a:lnTo>
                  <a:lnTo>
                    <a:pt x="144" y="103"/>
                  </a:lnTo>
                  <a:lnTo>
                    <a:pt x="149" y="108"/>
                  </a:lnTo>
                  <a:lnTo>
                    <a:pt x="151" y="110"/>
                  </a:lnTo>
                  <a:lnTo>
                    <a:pt x="153" y="107"/>
                  </a:lnTo>
                  <a:lnTo>
                    <a:pt x="155" y="107"/>
                  </a:lnTo>
                  <a:lnTo>
                    <a:pt x="157" y="108"/>
                  </a:lnTo>
                  <a:lnTo>
                    <a:pt x="157" y="106"/>
                  </a:lnTo>
                  <a:lnTo>
                    <a:pt x="161" y="106"/>
                  </a:lnTo>
                  <a:lnTo>
                    <a:pt x="165" y="106"/>
                  </a:lnTo>
                  <a:lnTo>
                    <a:pt x="164" y="107"/>
                  </a:lnTo>
                  <a:lnTo>
                    <a:pt x="162" y="108"/>
                  </a:lnTo>
                  <a:lnTo>
                    <a:pt x="164" y="111"/>
                  </a:lnTo>
                  <a:lnTo>
                    <a:pt x="162" y="112"/>
                  </a:lnTo>
                  <a:lnTo>
                    <a:pt x="158" y="112"/>
                  </a:lnTo>
                  <a:lnTo>
                    <a:pt x="153" y="112"/>
                  </a:lnTo>
                  <a:lnTo>
                    <a:pt x="151" y="114"/>
                  </a:lnTo>
                  <a:lnTo>
                    <a:pt x="149" y="116"/>
                  </a:lnTo>
                  <a:lnTo>
                    <a:pt x="145" y="116"/>
                  </a:lnTo>
                  <a:lnTo>
                    <a:pt x="139" y="120"/>
                  </a:lnTo>
                  <a:lnTo>
                    <a:pt x="135" y="122"/>
                  </a:lnTo>
                  <a:lnTo>
                    <a:pt x="131" y="122"/>
                  </a:lnTo>
                  <a:lnTo>
                    <a:pt x="129" y="120"/>
                  </a:lnTo>
                  <a:lnTo>
                    <a:pt x="129" y="119"/>
                  </a:lnTo>
                  <a:lnTo>
                    <a:pt x="131" y="115"/>
                  </a:lnTo>
                  <a:lnTo>
                    <a:pt x="131" y="114"/>
                  </a:lnTo>
                  <a:lnTo>
                    <a:pt x="127" y="111"/>
                  </a:lnTo>
                  <a:lnTo>
                    <a:pt x="126" y="111"/>
                  </a:lnTo>
                  <a:lnTo>
                    <a:pt x="123" y="110"/>
                  </a:lnTo>
                  <a:lnTo>
                    <a:pt x="122" y="111"/>
                  </a:lnTo>
                  <a:lnTo>
                    <a:pt x="119" y="110"/>
                  </a:lnTo>
                  <a:lnTo>
                    <a:pt x="122" y="106"/>
                  </a:lnTo>
                  <a:lnTo>
                    <a:pt x="126" y="103"/>
                  </a:lnTo>
                  <a:lnTo>
                    <a:pt x="129" y="103"/>
                  </a:lnTo>
                  <a:lnTo>
                    <a:pt x="131" y="102"/>
                  </a:lnTo>
                  <a:lnTo>
                    <a:pt x="129" y="100"/>
                  </a:lnTo>
                  <a:lnTo>
                    <a:pt x="128" y="98"/>
                  </a:lnTo>
                  <a:lnTo>
                    <a:pt x="127" y="98"/>
                  </a:lnTo>
                  <a:lnTo>
                    <a:pt x="127" y="99"/>
                  </a:lnTo>
                  <a:lnTo>
                    <a:pt x="124" y="98"/>
                  </a:lnTo>
                  <a:lnTo>
                    <a:pt x="122" y="97"/>
                  </a:lnTo>
                  <a:lnTo>
                    <a:pt x="119" y="98"/>
                  </a:lnTo>
                  <a:lnTo>
                    <a:pt x="116" y="99"/>
                  </a:lnTo>
                  <a:lnTo>
                    <a:pt x="115" y="98"/>
                  </a:lnTo>
                  <a:lnTo>
                    <a:pt x="112" y="98"/>
                  </a:lnTo>
                  <a:lnTo>
                    <a:pt x="111" y="95"/>
                  </a:lnTo>
                  <a:lnTo>
                    <a:pt x="112" y="95"/>
                  </a:lnTo>
                  <a:lnTo>
                    <a:pt x="112" y="94"/>
                  </a:lnTo>
                  <a:lnTo>
                    <a:pt x="110" y="93"/>
                  </a:lnTo>
                  <a:lnTo>
                    <a:pt x="106" y="93"/>
                  </a:lnTo>
                  <a:lnTo>
                    <a:pt x="104" y="91"/>
                  </a:lnTo>
                  <a:lnTo>
                    <a:pt x="107" y="91"/>
                  </a:lnTo>
                  <a:lnTo>
                    <a:pt x="111" y="91"/>
                  </a:lnTo>
                  <a:lnTo>
                    <a:pt x="114" y="91"/>
                  </a:lnTo>
                  <a:lnTo>
                    <a:pt x="115" y="91"/>
                  </a:lnTo>
                  <a:lnTo>
                    <a:pt x="118" y="89"/>
                  </a:lnTo>
                  <a:lnTo>
                    <a:pt x="114" y="90"/>
                  </a:lnTo>
                  <a:lnTo>
                    <a:pt x="111" y="90"/>
                  </a:lnTo>
                  <a:lnTo>
                    <a:pt x="110" y="89"/>
                  </a:lnTo>
                  <a:lnTo>
                    <a:pt x="110" y="87"/>
                  </a:lnTo>
                  <a:lnTo>
                    <a:pt x="108" y="89"/>
                  </a:lnTo>
                  <a:lnTo>
                    <a:pt x="107" y="90"/>
                  </a:lnTo>
                  <a:lnTo>
                    <a:pt x="106" y="90"/>
                  </a:lnTo>
                  <a:lnTo>
                    <a:pt x="106" y="90"/>
                  </a:lnTo>
                  <a:lnTo>
                    <a:pt x="104" y="89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8" y="93"/>
                  </a:lnTo>
                  <a:lnTo>
                    <a:pt x="98" y="95"/>
                  </a:lnTo>
                  <a:lnTo>
                    <a:pt x="95" y="99"/>
                  </a:lnTo>
                  <a:lnTo>
                    <a:pt x="94" y="99"/>
                  </a:lnTo>
                  <a:lnTo>
                    <a:pt x="94" y="100"/>
                  </a:lnTo>
                  <a:lnTo>
                    <a:pt x="90" y="106"/>
                  </a:lnTo>
                  <a:lnTo>
                    <a:pt x="89" y="106"/>
                  </a:lnTo>
                  <a:lnTo>
                    <a:pt x="87" y="104"/>
                  </a:lnTo>
                  <a:lnTo>
                    <a:pt x="87" y="106"/>
                  </a:lnTo>
                  <a:lnTo>
                    <a:pt x="87" y="107"/>
                  </a:lnTo>
                  <a:lnTo>
                    <a:pt x="89" y="108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6" y="110"/>
                  </a:lnTo>
                  <a:lnTo>
                    <a:pt x="82" y="110"/>
                  </a:lnTo>
                  <a:lnTo>
                    <a:pt x="79" y="111"/>
                  </a:lnTo>
                  <a:lnTo>
                    <a:pt x="76" y="111"/>
                  </a:lnTo>
                  <a:lnTo>
                    <a:pt x="73" y="110"/>
                  </a:lnTo>
                  <a:lnTo>
                    <a:pt x="70" y="107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78" y="97"/>
                  </a:lnTo>
                  <a:lnTo>
                    <a:pt x="78" y="93"/>
                  </a:lnTo>
                  <a:lnTo>
                    <a:pt x="81" y="93"/>
                  </a:lnTo>
                  <a:lnTo>
                    <a:pt x="83" y="91"/>
                  </a:lnTo>
                  <a:lnTo>
                    <a:pt x="85" y="94"/>
                  </a:lnTo>
                  <a:lnTo>
                    <a:pt x="89" y="93"/>
                  </a:lnTo>
                  <a:lnTo>
                    <a:pt x="89" y="93"/>
                  </a:lnTo>
                  <a:lnTo>
                    <a:pt x="87" y="90"/>
                  </a:lnTo>
                  <a:lnTo>
                    <a:pt x="89" y="87"/>
                  </a:lnTo>
                  <a:lnTo>
                    <a:pt x="87" y="86"/>
                  </a:lnTo>
                  <a:lnTo>
                    <a:pt x="85" y="83"/>
                  </a:lnTo>
                  <a:lnTo>
                    <a:pt x="82" y="81"/>
                  </a:lnTo>
                  <a:lnTo>
                    <a:pt x="81" y="79"/>
                  </a:lnTo>
                  <a:lnTo>
                    <a:pt x="78" y="78"/>
                  </a:lnTo>
                  <a:lnTo>
                    <a:pt x="78" y="75"/>
                  </a:lnTo>
                  <a:lnTo>
                    <a:pt x="78" y="72"/>
                  </a:lnTo>
                  <a:lnTo>
                    <a:pt x="76" y="70"/>
                  </a:lnTo>
                  <a:lnTo>
                    <a:pt x="72" y="66"/>
                  </a:lnTo>
                  <a:lnTo>
                    <a:pt x="70" y="66"/>
                  </a:lnTo>
                  <a:lnTo>
                    <a:pt x="69" y="68"/>
                  </a:lnTo>
                  <a:lnTo>
                    <a:pt x="66" y="68"/>
                  </a:lnTo>
                  <a:lnTo>
                    <a:pt x="62" y="64"/>
                  </a:lnTo>
                  <a:lnTo>
                    <a:pt x="58" y="64"/>
                  </a:lnTo>
                  <a:lnTo>
                    <a:pt x="57" y="61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9" y="65"/>
                  </a:lnTo>
                  <a:lnTo>
                    <a:pt x="48" y="66"/>
                  </a:lnTo>
                  <a:lnTo>
                    <a:pt x="49" y="69"/>
                  </a:lnTo>
                  <a:lnTo>
                    <a:pt x="47" y="70"/>
                  </a:lnTo>
                  <a:lnTo>
                    <a:pt x="44" y="72"/>
                  </a:lnTo>
                  <a:lnTo>
                    <a:pt x="36" y="73"/>
                  </a:lnTo>
                  <a:lnTo>
                    <a:pt x="33" y="75"/>
                  </a:lnTo>
                  <a:lnTo>
                    <a:pt x="31" y="75"/>
                  </a:lnTo>
                  <a:lnTo>
                    <a:pt x="27" y="77"/>
                  </a:lnTo>
                  <a:lnTo>
                    <a:pt x="24" y="75"/>
                  </a:lnTo>
                  <a:lnTo>
                    <a:pt x="24" y="74"/>
                  </a:lnTo>
                  <a:lnTo>
                    <a:pt x="20" y="72"/>
                  </a:lnTo>
                  <a:lnTo>
                    <a:pt x="18" y="72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0" y="72"/>
                  </a:lnTo>
                  <a:lnTo>
                    <a:pt x="7" y="72"/>
                  </a:lnTo>
                  <a:lnTo>
                    <a:pt x="6" y="69"/>
                  </a:lnTo>
                  <a:lnTo>
                    <a:pt x="3" y="6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3" y="54"/>
                  </a:lnTo>
                  <a:lnTo>
                    <a:pt x="6" y="54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12" y="40"/>
                  </a:lnTo>
                  <a:lnTo>
                    <a:pt x="14" y="36"/>
                  </a:lnTo>
                  <a:lnTo>
                    <a:pt x="15" y="35"/>
                  </a:lnTo>
                  <a:lnTo>
                    <a:pt x="18" y="35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8"/>
                  </a:lnTo>
                  <a:lnTo>
                    <a:pt x="18" y="27"/>
                  </a:lnTo>
                  <a:lnTo>
                    <a:pt x="15" y="24"/>
                  </a:lnTo>
                  <a:lnTo>
                    <a:pt x="14" y="22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8" y="14"/>
                  </a:lnTo>
                  <a:lnTo>
                    <a:pt x="20" y="12"/>
                  </a:lnTo>
                  <a:lnTo>
                    <a:pt x="28" y="11"/>
                  </a:lnTo>
                  <a:lnTo>
                    <a:pt x="32" y="11"/>
                  </a:lnTo>
                  <a:lnTo>
                    <a:pt x="35" y="10"/>
                  </a:lnTo>
                  <a:lnTo>
                    <a:pt x="36" y="10"/>
                  </a:lnTo>
                  <a:lnTo>
                    <a:pt x="39" y="11"/>
                  </a:lnTo>
                  <a:lnTo>
                    <a:pt x="45" y="12"/>
                  </a:lnTo>
                  <a:lnTo>
                    <a:pt x="49" y="14"/>
                  </a:lnTo>
                  <a:lnTo>
                    <a:pt x="49" y="15"/>
                  </a:lnTo>
                  <a:lnTo>
                    <a:pt x="53" y="14"/>
                  </a:lnTo>
                  <a:lnTo>
                    <a:pt x="56" y="15"/>
                  </a:lnTo>
                  <a:lnTo>
                    <a:pt x="57" y="15"/>
                  </a:lnTo>
                  <a:lnTo>
                    <a:pt x="58" y="14"/>
                  </a:lnTo>
                  <a:lnTo>
                    <a:pt x="61" y="15"/>
                  </a:lnTo>
                  <a:lnTo>
                    <a:pt x="64" y="15"/>
                  </a:lnTo>
                  <a:lnTo>
                    <a:pt x="66" y="12"/>
                  </a:lnTo>
                  <a:lnTo>
                    <a:pt x="70" y="14"/>
                  </a:lnTo>
                  <a:lnTo>
                    <a:pt x="70" y="16"/>
                  </a:lnTo>
                  <a:lnTo>
                    <a:pt x="73" y="16"/>
                  </a:lnTo>
                  <a:lnTo>
                    <a:pt x="74" y="14"/>
                  </a:lnTo>
                  <a:lnTo>
                    <a:pt x="77" y="14"/>
                  </a:lnTo>
                  <a:lnTo>
                    <a:pt x="79" y="15"/>
                  </a:lnTo>
                  <a:lnTo>
                    <a:pt x="82" y="14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1"/>
                  </a:lnTo>
                  <a:lnTo>
                    <a:pt x="89" y="7"/>
                  </a:lnTo>
                  <a:lnTo>
                    <a:pt x="93" y="6"/>
                  </a:lnTo>
                  <a:lnTo>
                    <a:pt x="98" y="4"/>
                  </a:lnTo>
                  <a:lnTo>
                    <a:pt x="99" y="6"/>
                  </a:lnTo>
                  <a:lnTo>
                    <a:pt x="103" y="4"/>
                  </a:lnTo>
                  <a:lnTo>
                    <a:pt x="102" y="3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8" name="Freeform 383"/>
            <p:cNvSpPr>
              <a:spLocks/>
            </p:cNvSpPr>
            <p:nvPr/>
          </p:nvSpPr>
          <p:spPr bwMode="auto">
            <a:xfrm>
              <a:off x="6498673" y="2749084"/>
              <a:ext cx="104048" cy="116736"/>
            </a:xfrm>
            <a:custGeom>
              <a:avLst/>
              <a:gdLst>
                <a:gd name="T0" fmla="*/ 9 w 41"/>
                <a:gd name="T1" fmla="*/ 0 h 46"/>
                <a:gd name="T2" fmla="*/ 10 w 41"/>
                <a:gd name="T3" fmla="*/ 3 h 46"/>
                <a:gd name="T4" fmla="*/ 14 w 41"/>
                <a:gd name="T5" fmla="*/ 3 h 46"/>
                <a:gd name="T6" fmla="*/ 18 w 41"/>
                <a:gd name="T7" fmla="*/ 7 h 46"/>
                <a:gd name="T8" fmla="*/ 21 w 41"/>
                <a:gd name="T9" fmla="*/ 7 h 46"/>
                <a:gd name="T10" fmla="*/ 22 w 41"/>
                <a:gd name="T11" fmla="*/ 5 h 46"/>
                <a:gd name="T12" fmla="*/ 24 w 41"/>
                <a:gd name="T13" fmla="*/ 5 h 46"/>
                <a:gd name="T14" fmla="*/ 28 w 41"/>
                <a:gd name="T15" fmla="*/ 9 h 46"/>
                <a:gd name="T16" fmla="*/ 30 w 41"/>
                <a:gd name="T17" fmla="*/ 11 h 46"/>
                <a:gd name="T18" fmla="*/ 30 w 41"/>
                <a:gd name="T19" fmla="*/ 14 h 46"/>
                <a:gd name="T20" fmla="*/ 30 w 41"/>
                <a:gd name="T21" fmla="*/ 17 h 46"/>
                <a:gd name="T22" fmla="*/ 33 w 41"/>
                <a:gd name="T23" fmla="*/ 18 h 46"/>
                <a:gd name="T24" fmla="*/ 34 w 41"/>
                <a:gd name="T25" fmla="*/ 20 h 46"/>
                <a:gd name="T26" fmla="*/ 37 w 41"/>
                <a:gd name="T27" fmla="*/ 22 h 46"/>
                <a:gd name="T28" fmla="*/ 39 w 41"/>
                <a:gd name="T29" fmla="*/ 25 h 46"/>
                <a:gd name="T30" fmla="*/ 41 w 41"/>
                <a:gd name="T31" fmla="*/ 26 h 46"/>
                <a:gd name="T32" fmla="*/ 39 w 41"/>
                <a:gd name="T33" fmla="*/ 29 h 46"/>
                <a:gd name="T34" fmla="*/ 41 w 41"/>
                <a:gd name="T35" fmla="*/ 32 h 46"/>
                <a:gd name="T36" fmla="*/ 41 w 41"/>
                <a:gd name="T37" fmla="*/ 32 h 46"/>
                <a:gd name="T38" fmla="*/ 37 w 41"/>
                <a:gd name="T39" fmla="*/ 33 h 46"/>
                <a:gd name="T40" fmla="*/ 35 w 41"/>
                <a:gd name="T41" fmla="*/ 30 h 46"/>
                <a:gd name="T42" fmla="*/ 33 w 41"/>
                <a:gd name="T43" fmla="*/ 32 h 46"/>
                <a:gd name="T44" fmla="*/ 30 w 41"/>
                <a:gd name="T45" fmla="*/ 32 h 46"/>
                <a:gd name="T46" fmla="*/ 30 w 41"/>
                <a:gd name="T47" fmla="*/ 36 h 46"/>
                <a:gd name="T48" fmla="*/ 30 w 41"/>
                <a:gd name="T49" fmla="*/ 39 h 46"/>
                <a:gd name="T50" fmla="*/ 29 w 41"/>
                <a:gd name="T51" fmla="*/ 39 h 46"/>
                <a:gd name="T52" fmla="*/ 26 w 41"/>
                <a:gd name="T53" fmla="*/ 43 h 46"/>
                <a:gd name="T54" fmla="*/ 26 w 41"/>
                <a:gd name="T55" fmla="*/ 45 h 46"/>
                <a:gd name="T56" fmla="*/ 25 w 41"/>
                <a:gd name="T57" fmla="*/ 45 h 46"/>
                <a:gd name="T58" fmla="*/ 22 w 41"/>
                <a:gd name="T59" fmla="*/ 46 h 46"/>
                <a:gd name="T60" fmla="*/ 22 w 41"/>
                <a:gd name="T61" fmla="*/ 46 h 46"/>
                <a:gd name="T62" fmla="*/ 21 w 41"/>
                <a:gd name="T63" fmla="*/ 42 h 46"/>
                <a:gd name="T64" fmla="*/ 21 w 41"/>
                <a:gd name="T65" fmla="*/ 32 h 46"/>
                <a:gd name="T66" fmla="*/ 20 w 41"/>
                <a:gd name="T67" fmla="*/ 28 h 46"/>
                <a:gd name="T68" fmla="*/ 18 w 41"/>
                <a:gd name="T69" fmla="*/ 25 h 46"/>
                <a:gd name="T70" fmla="*/ 12 w 41"/>
                <a:gd name="T71" fmla="*/ 20 h 46"/>
                <a:gd name="T72" fmla="*/ 12 w 41"/>
                <a:gd name="T73" fmla="*/ 17 h 46"/>
                <a:gd name="T74" fmla="*/ 6 w 41"/>
                <a:gd name="T75" fmla="*/ 13 h 46"/>
                <a:gd name="T76" fmla="*/ 5 w 41"/>
                <a:gd name="T77" fmla="*/ 8 h 46"/>
                <a:gd name="T78" fmla="*/ 1 w 41"/>
                <a:gd name="T79" fmla="*/ 8 h 46"/>
                <a:gd name="T80" fmla="*/ 0 w 41"/>
                <a:gd name="T81" fmla="*/ 5 h 46"/>
                <a:gd name="T82" fmla="*/ 1 w 41"/>
                <a:gd name="T83" fmla="*/ 4 h 46"/>
                <a:gd name="T84" fmla="*/ 0 w 41"/>
                <a:gd name="T85" fmla="*/ 1 h 46"/>
                <a:gd name="T86" fmla="*/ 2 w 41"/>
                <a:gd name="T87" fmla="*/ 1 h 46"/>
                <a:gd name="T88" fmla="*/ 2 w 41"/>
                <a:gd name="T89" fmla="*/ 1 h 46"/>
                <a:gd name="T90" fmla="*/ 5 w 41"/>
                <a:gd name="T91" fmla="*/ 3 h 46"/>
                <a:gd name="T92" fmla="*/ 5 w 41"/>
                <a:gd name="T93" fmla="*/ 1 h 46"/>
                <a:gd name="T94" fmla="*/ 8 w 41"/>
                <a:gd name="T95" fmla="*/ 1 h 46"/>
                <a:gd name="T96" fmla="*/ 9 w 41"/>
                <a:gd name="T9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" h="46">
                  <a:moveTo>
                    <a:pt x="9" y="0"/>
                  </a:moveTo>
                  <a:lnTo>
                    <a:pt x="10" y="3"/>
                  </a:lnTo>
                  <a:lnTo>
                    <a:pt x="14" y="3"/>
                  </a:lnTo>
                  <a:lnTo>
                    <a:pt x="18" y="7"/>
                  </a:lnTo>
                  <a:lnTo>
                    <a:pt x="21" y="7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28" y="9"/>
                  </a:lnTo>
                  <a:lnTo>
                    <a:pt x="30" y="11"/>
                  </a:lnTo>
                  <a:lnTo>
                    <a:pt x="30" y="14"/>
                  </a:lnTo>
                  <a:lnTo>
                    <a:pt x="30" y="17"/>
                  </a:lnTo>
                  <a:lnTo>
                    <a:pt x="33" y="18"/>
                  </a:lnTo>
                  <a:lnTo>
                    <a:pt x="34" y="20"/>
                  </a:lnTo>
                  <a:lnTo>
                    <a:pt x="37" y="22"/>
                  </a:lnTo>
                  <a:lnTo>
                    <a:pt x="39" y="25"/>
                  </a:lnTo>
                  <a:lnTo>
                    <a:pt x="41" y="26"/>
                  </a:lnTo>
                  <a:lnTo>
                    <a:pt x="39" y="29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7" y="33"/>
                  </a:lnTo>
                  <a:lnTo>
                    <a:pt x="35" y="30"/>
                  </a:lnTo>
                  <a:lnTo>
                    <a:pt x="33" y="32"/>
                  </a:lnTo>
                  <a:lnTo>
                    <a:pt x="30" y="32"/>
                  </a:lnTo>
                  <a:lnTo>
                    <a:pt x="30" y="36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6" y="43"/>
                  </a:lnTo>
                  <a:lnTo>
                    <a:pt x="26" y="45"/>
                  </a:lnTo>
                  <a:lnTo>
                    <a:pt x="25" y="45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1" y="42"/>
                  </a:lnTo>
                  <a:lnTo>
                    <a:pt x="21" y="32"/>
                  </a:lnTo>
                  <a:lnTo>
                    <a:pt x="20" y="28"/>
                  </a:lnTo>
                  <a:lnTo>
                    <a:pt x="18" y="25"/>
                  </a:lnTo>
                  <a:lnTo>
                    <a:pt x="12" y="20"/>
                  </a:lnTo>
                  <a:lnTo>
                    <a:pt x="12" y="17"/>
                  </a:lnTo>
                  <a:lnTo>
                    <a:pt x="6" y="13"/>
                  </a:lnTo>
                  <a:lnTo>
                    <a:pt x="5" y="8"/>
                  </a:lnTo>
                  <a:lnTo>
                    <a:pt x="1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5" y="3"/>
                  </a:lnTo>
                  <a:lnTo>
                    <a:pt x="5" y="1"/>
                  </a:lnTo>
                  <a:lnTo>
                    <a:pt x="8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9" name="Freeform 384"/>
            <p:cNvSpPr>
              <a:spLocks/>
            </p:cNvSpPr>
            <p:nvPr/>
          </p:nvSpPr>
          <p:spPr bwMode="auto">
            <a:xfrm>
              <a:off x="6333719" y="2769385"/>
              <a:ext cx="263925" cy="170030"/>
            </a:xfrm>
            <a:custGeom>
              <a:avLst/>
              <a:gdLst>
                <a:gd name="T0" fmla="*/ 71 w 104"/>
                <a:gd name="T1" fmla="*/ 5 h 67"/>
                <a:gd name="T2" fmla="*/ 77 w 104"/>
                <a:gd name="T3" fmla="*/ 12 h 67"/>
                <a:gd name="T4" fmla="*/ 85 w 104"/>
                <a:gd name="T5" fmla="*/ 20 h 67"/>
                <a:gd name="T6" fmla="*/ 86 w 104"/>
                <a:gd name="T7" fmla="*/ 34 h 67"/>
                <a:gd name="T8" fmla="*/ 90 w 104"/>
                <a:gd name="T9" fmla="*/ 41 h 67"/>
                <a:gd name="T10" fmla="*/ 96 w 104"/>
                <a:gd name="T11" fmla="*/ 42 h 67"/>
                <a:gd name="T12" fmla="*/ 103 w 104"/>
                <a:gd name="T13" fmla="*/ 41 h 67"/>
                <a:gd name="T14" fmla="*/ 103 w 104"/>
                <a:gd name="T15" fmla="*/ 43 h 67"/>
                <a:gd name="T16" fmla="*/ 104 w 104"/>
                <a:gd name="T17" fmla="*/ 46 h 67"/>
                <a:gd name="T18" fmla="*/ 100 w 104"/>
                <a:gd name="T19" fmla="*/ 50 h 67"/>
                <a:gd name="T20" fmla="*/ 95 w 104"/>
                <a:gd name="T21" fmla="*/ 53 h 67"/>
                <a:gd name="T22" fmla="*/ 95 w 104"/>
                <a:gd name="T23" fmla="*/ 55 h 67"/>
                <a:gd name="T24" fmla="*/ 94 w 104"/>
                <a:gd name="T25" fmla="*/ 60 h 67"/>
                <a:gd name="T26" fmla="*/ 91 w 104"/>
                <a:gd name="T27" fmla="*/ 64 h 67"/>
                <a:gd name="T28" fmla="*/ 89 w 104"/>
                <a:gd name="T29" fmla="*/ 60 h 67"/>
                <a:gd name="T30" fmla="*/ 85 w 104"/>
                <a:gd name="T31" fmla="*/ 60 h 67"/>
                <a:gd name="T32" fmla="*/ 77 w 104"/>
                <a:gd name="T33" fmla="*/ 59 h 67"/>
                <a:gd name="T34" fmla="*/ 67 w 104"/>
                <a:gd name="T35" fmla="*/ 63 h 67"/>
                <a:gd name="T36" fmla="*/ 64 w 104"/>
                <a:gd name="T37" fmla="*/ 66 h 67"/>
                <a:gd name="T38" fmla="*/ 57 w 104"/>
                <a:gd name="T39" fmla="*/ 66 h 67"/>
                <a:gd name="T40" fmla="*/ 53 w 104"/>
                <a:gd name="T41" fmla="*/ 64 h 67"/>
                <a:gd name="T42" fmla="*/ 49 w 104"/>
                <a:gd name="T43" fmla="*/ 64 h 67"/>
                <a:gd name="T44" fmla="*/ 41 w 104"/>
                <a:gd name="T45" fmla="*/ 64 h 67"/>
                <a:gd name="T46" fmla="*/ 39 w 104"/>
                <a:gd name="T47" fmla="*/ 64 h 67"/>
                <a:gd name="T48" fmla="*/ 32 w 104"/>
                <a:gd name="T49" fmla="*/ 66 h 67"/>
                <a:gd name="T50" fmla="*/ 32 w 104"/>
                <a:gd name="T51" fmla="*/ 62 h 67"/>
                <a:gd name="T52" fmla="*/ 31 w 104"/>
                <a:gd name="T53" fmla="*/ 59 h 67"/>
                <a:gd name="T54" fmla="*/ 27 w 104"/>
                <a:gd name="T55" fmla="*/ 56 h 67"/>
                <a:gd name="T56" fmla="*/ 28 w 104"/>
                <a:gd name="T57" fmla="*/ 53 h 67"/>
                <a:gd name="T58" fmla="*/ 23 w 104"/>
                <a:gd name="T59" fmla="*/ 54 h 67"/>
                <a:gd name="T60" fmla="*/ 17 w 104"/>
                <a:gd name="T61" fmla="*/ 54 h 67"/>
                <a:gd name="T62" fmla="*/ 14 w 104"/>
                <a:gd name="T63" fmla="*/ 50 h 67"/>
                <a:gd name="T64" fmla="*/ 14 w 104"/>
                <a:gd name="T65" fmla="*/ 46 h 67"/>
                <a:gd name="T66" fmla="*/ 8 w 104"/>
                <a:gd name="T67" fmla="*/ 42 h 67"/>
                <a:gd name="T68" fmla="*/ 3 w 104"/>
                <a:gd name="T69" fmla="*/ 35 h 67"/>
                <a:gd name="T70" fmla="*/ 0 w 104"/>
                <a:gd name="T71" fmla="*/ 33 h 67"/>
                <a:gd name="T72" fmla="*/ 4 w 104"/>
                <a:gd name="T73" fmla="*/ 30 h 67"/>
                <a:gd name="T74" fmla="*/ 8 w 104"/>
                <a:gd name="T75" fmla="*/ 29 h 67"/>
                <a:gd name="T76" fmla="*/ 11 w 104"/>
                <a:gd name="T77" fmla="*/ 24 h 67"/>
                <a:gd name="T78" fmla="*/ 17 w 104"/>
                <a:gd name="T79" fmla="*/ 10 h 67"/>
                <a:gd name="T80" fmla="*/ 23 w 104"/>
                <a:gd name="T81" fmla="*/ 5 h 67"/>
                <a:gd name="T82" fmla="*/ 24 w 104"/>
                <a:gd name="T83" fmla="*/ 3 h 67"/>
                <a:gd name="T84" fmla="*/ 28 w 104"/>
                <a:gd name="T85" fmla="*/ 0 h 67"/>
                <a:gd name="T86" fmla="*/ 35 w 104"/>
                <a:gd name="T87" fmla="*/ 3 h 67"/>
                <a:gd name="T88" fmla="*/ 41 w 104"/>
                <a:gd name="T89" fmla="*/ 5 h 67"/>
                <a:gd name="T90" fmla="*/ 44 w 104"/>
                <a:gd name="T91" fmla="*/ 8 h 67"/>
                <a:gd name="T92" fmla="*/ 50 w 104"/>
                <a:gd name="T93" fmla="*/ 6 h 67"/>
                <a:gd name="T94" fmla="*/ 61 w 104"/>
                <a:gd name="T95" fmla="*/ 3 h 67"/>
                <a:gd name="T96" fmla="*/ 70 w 104"/>
                <a:gd name="T9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4" h="67">
                  <a:moveTo>
                    <a:pt x="70" y="0"/>
                  </a:moveTo>
                  <a:lnTo>
                    <a:pt x="71" y="5"/>
                  </a:lnTo>
                  <a:lnTo>
                    <a:pt x="77" y="9"/>
                  </a:lnTo>
                  <a:lnTo>
                    <a:pt x="77" y="12"/>
                  </a:lnTo>
                  <a:lnTo>
                    <a:pt x="83" y="17"/>
                  </a:lnTo>
                  <a:lnTo>
                    <a:pt x="85" y="20"/>
                  </a:lnTo>
                  <a:lnTo>
                    <a:pt x="86" y="24"/>
                  </a:lnTo>
                  <a:lnTo>
                    <a:pt x="86" y="34"/>
                  </a:lnTo>
                  <a:lnTo>
                    <a:pt x="87" y="38"/>
                  </a:lnTo>
                  <a:lnTo>
                    <a:pt x="90" y="41"/>
                  </a:lnTo>
                  <a:lnTo>
                    <a:pt x="93" y="42"/>
                  </a:lnTo>
                  <a:lnTo>
                    <a:pt x="96" y="42"/>
                  </a:lnTo>
                  <a:lnTo>
                    <a:pt x="99" y="41"/>
                  </a:lnTo>
                  <a:lnTo>
                    <a:pt x="103" y="41"/>
                  </a:lnTo>
                  <a:lnTo>
                    <a:pt x="104" y="42"/>
                  </a:lnTo>
                  <a:lnTo>
                    <a:pt x="103" y="43"/>
                  </a:lnTo>
                  <a:lnTo>
                    <a:pt x="104" y="43"/>
                  </a:lnTo>
                  <a:lnTo>
                    <a:pt x="104" y="46"/>
                  </a:lnTo>
                  <a:lnTo>
                    <a:pt x="103" y="49"/>
                  </a:lnTo>
                  <a:lnTo>
                    <a:pt x="100" y="50"/>
                  </a:lnTo>
                  <a:lnTo>
                    <a:pt x="96" y="50"/>
                  </a:lnTo>
                  <a:lnTo>
                    <a:pt x="95" y="53"/>
                  </a:lnTo>
                  <a:lnTo>
                    <a:pt x="94" y="54"/>
                  </a:lnTo>
                  <a:lnTo>
                    <a:pt x="95" y="55"/>
                  </a:lnTo>
                  <a:lnTo>
                    <a:pt x="95" y="59"/>
                  </a:lnTo>
                  <a:lnTo>
                    <a:pt x="94" y="60"/>
                  </a:lnTo>
                  <a:lnTo>
                    <a:pt x="95" y="64"/>
                  </a:lnTo>
                  <a:lnTo>
                    <a:pt x="91" y="64"/>
                  </a:lnTo>
                  <a:lnTo>
                    <a:pt x="91" y="63"/>
                  </a:lnTo>
                  <a:lnTo>
                    <a:pt x="89" y="60"/>
                  </a:lnTo>
                  <a:lnTo>
                    <a:pt x="86" y="62"/>
                  </a:lnTo>
                  <a:lnTo>
                    <a:pt x="85" y="60"/>
                  </a:lnTo>
                  <a:lnTo>
                    <a:pt x="81" y="59"/>
                  </a:lnTo>
                  <a:lnTo>
                    <a:pt x="77" y="59"/>
                  </a:lnTo>
                  <a:lnTo>
                    <a:pt x="74" y="59"/>
                  </a:lnTo>
                  <a:lnTo>
                    <a:pt x="67" y="63"/>
                  </a:lnTo>
                  <a:lnTo>
                    <a:pt x="66" y="64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57" y="66"/>
                  </a:lnTo>
                  <a:lnTo>
                    <a:pt x="56" y="66"/>
                  </a:lnTo>
                  <a:lnTo>
                    <a:pt x="53" y="64"/>
                  </a:lnTo>
                  <a:lnTo>
                    <a:pt x="50" y="66"/>
                  </a:lnTo>
                  <a:lnTo>
                    <a:pt x="49" y="64"/>
                  </a:lnTo>
                  <a:lnTo>
                    <a:pt x="45" y="67"/>
                  </a:lnTo>
                  <a:lnTo>
                    <a:pt x="41" y="64"/>
                  </a:lnTo>
                  <a:lnTo>
                    <a:pt x="40" y="66"/>
                  </a:lnTo>
                  <a:lnTo>
                    <a:pt x="39" y="64"/>
                  </a:lnTo>
                  <a:lnTo>
                    <a:pt x="36" y="64"/>
                  </a:lnTo>
                  <a:lnTo>
                    <a:pt x="32" y="66"/>
                  </a:lnTo>
                  <a:lnTo>
                    <a:pt x="31" y="63"/>
                  </a:lnTo>
                  <a:lnTo>
                    <a:pt x="32" y="62"/>
                  </a:lnTo>
                  <a:lnTo>
                    <a:pt x="32" y="60"/>
                  </a:lnTo>
                  <a:lnTo>
                    <a:pt x="31" y="59"/>
                  </a:lnTo>
                  <a:lnTo>
                    <a:pt x="28" y="59"/>
                  </a:lnTo>
                  <a:lnTo>
                    <a:pt x="27" y="56"/>
                  </a:lnTo>
                  <a:lnTo>
                    <a:pt x="27" y="55"/>
                  </a:lnTo>
                  <a:lnTo>
                    <a:pt x="28" y="53"/>
                  </a:lnTo>
                  <a:lnTo>
                    <a:pt x="24" y="51"/>
                  </a:lnTo>
                  <a:lnTo>
                    <a:pt x="23" y="54"/>
                  </a:lnTo>
                  <a:lnTo>
                    <a:pt x="20" y="53"/>
                  </a:lnTo>
                  <a:lnTo>
                    <a:pt x="17" y="54"/>
                  </a:lnTo>
                  <a:lnTo>
                    <a:pt x="17" y="51"/>
                  </a:lnTo>
                  <a:lnTo>
                    <a:pt x="14" y="50"/>
                  </a:lnTo>
                  <a:lnTo>
                    <a:pt x="12" y="49"/>
                  </a:lnTo>
                  <a:lnTo>
                    <a:pt x="14" y="46"/>
                  </a:lnTo>
                  <a:lnTo>
                    <a:pt x="11" y="43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0" y="33"/>
                  </a:lnTo>
                  <a:lnTo>
                    <a:pt x="3" y="30"/>
                  </a:lnTo>
                  <a:lnTo>
                    <a:pt x="4" y="30"/>
                  </a:lnTo>
                  <a:lnTo>
                    <a:pt x="6" y="28"/>
                  </a:lnTo>
                  <a:lnTo>
                    <a:pt x="8" y="29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5" y="18"/>
                  </a:lnTo>
                  <a:lnTo>
                    <a:pt x="17" y="10"/>
                  </a:lnTo>
                  <a:lnTo>
                    <a:pt x="20" y="6"/>
                  </a:lnTo>
                  <a:lnTo>
                    <a:pt x="23" y="5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7" y="3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5" y="3"/>
                  </a:lnTo>
                  <a:lnTo>
                    <a:pt x="37" y="3"/>
                  </a:lnTo>
                  <a:lnTo>
                    <a:pt x="41" y="5"/>
                  </a:lnTo>
                  <a:lnTo>
                    <a:pt x="41" y="6"/>
                  </a:lnTo>
                  <a:lnTo>
                    <a:pt x="44" y="8"/>
                  </a:lnTo>
                  <a:lnTo>
                    <a:pt x="48" y="6"/>
                  </a:lnTo>
                  <a:lnTo>
                    <a:pt x="50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4" y="1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0" name="Freeform 385"/>
            <p:cNvSpPr>
              <a:spLocks/>
            </p:cNvSpPr>
            <p:nvPr/>
          </p:nvSpPr>
          <p:spPr bwMode="auto">
            <a:xfrm>
              <a:off x="6222058" y="2756698"/>
              <a:ext cx="172567" cy="111661"/>
            </a:xfrm>
            <a:custGeom>
              <a:avLst/>
              <a:gdLst>
                <a:gd name="T0" fmla="*/ 61 w 68"/>
                <a:gd name="T1" fmla="*/ 0 h 44"/>
                <a:gd name="T2" fmla="*/ 64 w 68"/>
                <a:gd name="T3" fmla="*/ 4 h 44"/>
                <a:gd name="T4" fmla="*/ 67 w 68"/>
                <a:gd name="T5" fmla="*/ 5 h 44"/>
                <a:gd name="T6" fmla="*/ 68 w 68"/>
                <a:gd name="T7" fmla="*/ 8 h 44"/>
                <a:gd name="T8" fmla="*/ 67 w 68"/>
                <a:gd name="T9" fmla="*/ 10 h 44"/>
                <a:gd name="T10" fmla="*/ 64 w 68"/>
                <a:gd name="T11" fmla="*/ 11 h 44"/>
                <a:gd name="T12" fmla="*/ 61 w 68"/>
                <a:gd name="T13" fmla="*/ 15 h 44"/>
                <a:gd name="T14" fmla="*/ 59 w 68"/>
                <a:gd name="T15" fmla="*/ 23 h 44"/>
                <a:gd name="T16" fmla="*/ 55 w 68"/>
                <a:gd name="T17" fmla="*/ 29 h 44"/>
                <a:gd name="T18" fmla="*/ 55 w 68"/>
                <a:gd name="T19" fmla="*/ 31 h 44"/>
                <a:gd name="T20" fmla="*/ 52 w 68"/>
                <a:gd name="T21" fmla="*/ 34 h 44"/>
                <a:gd name="T22" fmla="*/ 50 w 68"/>
                <a:gd name="T23" fmla="*/ 33 h 44"/>
                <a:gd name="T24" fmla="*/ 48 w 68"/>
                <a:gd name="T25" fmla="*/ 35 h 44"/>
                <a:gd name="T26" fmla="*/ 47 w 68"/>
                <a:gd name="T27" fmla="*/ 35 h 44"/>
                <a:gd name="T28" fmla="*/ 44 w 68"/>
                <a:gd name="T29" fmla="*/ 38 h 44"/>
                <a:gd name="T30" fmla="*/ 43 w 68"/>
                <a:gd name="T31" fmla="*/ 38 h 44"/>
                <a:gd name="T32" fmla="*/ 40 w 68"/>
                <a:gd name="T33" fmla="*/ 36 h 44"/>
                <a:gd name="T34" fmla="*/ 38 w 68"/>
                <a:gd name="T35" fmla="*/ 36 h 44"/>
                <a:gd name="T36" fmla="*/ 35 w 68"/>
                <a:gd name="T37" fmla="*/ 39 h 44"/>
                <a:gd name="T38" fmla="*/ 35 w 68"/>
                <a:gd name="T39" fmla="*/ 40 h 44"/>
                <a:gd name="T40" fmla="*/ 32 w 68"/>
                <a:gd name="T41" fmla="*/ 39 h 44"/>
                <a:gd name="T42" fmla="*/ 30 w 68"/>
                <a:gd name="T43" fmla="*/ 40 h 44"/>
                <a:gd name="T44" fmla="*/ 29 w 68"/>
                <a:gd name="T45" fmla="*/ 43 h 44"/>
                <a:gd name="T46" fmla="*/ 27 w 68"/>
                <a:gd name="T47" fmla="*/ 42 h 44"/>
                <a:gd name="T48" fmla="*/ 25 w 68"/>
                <a:gd name="T49" fmla="*/ 44 h 44"/>
                <a:gd name="T50" fmla="*/ 21 w 68"/>
                <a:gd name="T51" fmla="*/ 43 h 44"/>
                <a:gd name="T52" fmla="*/ 14 w 68"/>
                <a:gd name="T53" fmla="*/ 42 h 44"/>
                <a:gd name="T54" fmla="*/ 13 w 68"/>
                <a:gd name="T55" fmla="*/ 40 h 44"/>
                <a:gd name="T56" fmla="*/ 10 w 68"/>
                <a:gd name="T57" fmla="*/ 39 h 44"/>
                <a:gd name="T58" fmla="*/ 5 w 68"/>
                <a:gd name="T59" fmla="*/ 35 h 44"/>
                <a:gd name="T60" fmla="*/ 4 w 68"/>
                <a:gd name="T61" fmla="*/ 35 h 44"/>
                <a:gd name="T62" fmla="*/ 4 w 68"/>
                <a:gd name="T63" fmla="*/ 31 h 44"/>
                <a:gd name="T64" fmla="*/ 0 w 68"/>
                <a:gd name="T65" fmla="*/ 27 h 44"/>
                <a:gd name="T66" fmla="*/ 1 w 68"/>
                <a:gd name="T67" fmla="*/ 27 h 44"/>
                <a:gd name="T68" fmla="*/ 2 w 68"/>
                <a:gd name="T69" fmla="*/ 25 h 44"/>
                <a:gd name="T70" fmla="*/ 1 w 68"/>
                <a:gd name="T71" fmla="*/ 22 h 44"/>
                <a:gd name="T72" fmla="*/ 1 w 68"/>
                <a:gd name="T73" fmla="*/ 21 h 44"/>
                <a:gd name="T74" fmla="*/ 2 w 68"/>
                <a:gd name="T75" fmla="*/ 18 h 44"/>
                <a:gd name="T76" fmla="*/ 0 w 68"/>
                <a:gd name="T77" fmla="*/ 15 h 44"/>
                <a:gd name="T78" fmla="*/ 1 w 68"/>
                <a:gd name="T79" fmla="*/ 14 h 44"/>
                <a:gd name="T80" fmla="*/ 6 w 68"/>
                <a:gd name="T81" fmla="*/ 14 h 44"/>
                <a:gd name="T82" fmla="*/ 6 w 68"/>
                <a:gd name="T83" fmla="*/ 11 h 44"/>
                <a:gd name="T84" fmla="*/ 6 w 68"/>
                <a:gd name="T85" fmla="*/ 9 h 44"/>
                <a:gd name="T86" fmla="*/ 6 w 68"/>
                <a:gd name="T87" fmla="*/ 8 h 44"/>
                <a:gd name="T88" fmla="*/ 14 w 68"/>
                <a:gd name="T89" fmla="*/ 13 h 44"/>
                <a:gd name="T90" fmla="*/ 18 w 68"/>
                <a:gd name="T91" fmla="*/ 13 h 44"/>
                <a:gd name="T92" fmla="*/ 22 w 68"/>
                <a:gd name="T93" fmla="*/ 11 h 44"/>
                <a:gd name="T94" fmla="*/ 29 w 68"/>
                <a:gd name="T95" fmla="*/ 11 h 44"/>
                <a:gd name="T96" fmla="*/ 29 w 68"/>
                <a:gd name="T97" fmla="*/ 9 h 44"/>
                <a:gd name="T98" fmla="*/ 31 w 68"/>
                <a:gd name="T99" fmla="*/ 8 h 44"/>
                <a:gd name="T100" fmla="*/ 35 w 68"/>
                <a:gd name="T101" fmla="*/ 5 h 44"/>
                <a:gd name="T102" fmla="*/ 39 w 68"/>
                <a:gd name="T103" fmla="*/ 8 h 44"/>
                <a:gd name="T104" fmla="*/ 39 w 68"/>
                <a:gd name="T105" fmla="*/ 6 h 44"/>
                <a:gd name="T106" fmla="*/ 42 w 68"/>
                <a:gd name="T107" fmla="*/ 4 h 44"/>
                <a:gd name="T108" fmla="*/ 43 w 68"/>
                <a:gd name="T109" fmla="*/ 1 h 44"/>
                <a:gd name="T110" fmla="*/ 47 w 68"/>
                <a:gd name="T111" fmla="*/ 1 h 44"/>
                <a:gd name="T112" fmla="*/ 50 w 68"/>
                <a:gd name="T113" fmla="*/ 1 h 44"/>
                <a:gd name="T114" fmla="*/ 55 w 68"/>
                <a:gd name="T115" fmla="*/ 1 h 44"/>
                <a:gd name="T116" fmla="*/ 59 w 68"/>
                <a:gd name="T117" fmla="*/ 2 h 44"/>
                <a:gd name="T118" fmla="*/ 61 w 68"/>
                <a:gd name="T11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8" h="44">
                  <a:moveTo>
                    <a:pt x="61" y="0"/>
                  </a:moveTo>
                  <a:lnTo>
                    <a:pt x="64" y="4"/>
                  </a:lnTo>
                  <a:lnTo>
                    <a:pt x="67" y="5"/>
                  </a:lnTo>
                  <a:lnTo>
                    <a:pt x="68" y="8"/>
                  </a:lnTo>
                  <a:lnTo>
                    <a:pt x="67" y="10"/>
                  </a:lnTo>
                  <a:lnTo>
                    <a:pt x="64" y="11"/>
                  </a:lnTo>
                  <a:lnTo>
                    <a:pt x="61" y="15"/>
                  </a:lnTo>
                  <a:lnTo>
                    <a:pt x="59" y="23"/>
                  </a:lnTo>
                  <a:lnTo>
                    <a:pt x="55" y="29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50" y="33"/>
                  </a:lnTo>
                  <a:lnTo>
                    <a:pt x="48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3" y="38"/>
                  </a:lnTo>
                  <a:lnTo>
                    <a:pt x="40" y="36"/>
                  </a:lnTo>
                  <a:lnTo>
                    <a:pt x="38" y="36"/>
                  </a:lnTo>
                  <a:lnTo>
                    <a:pt x="35" y="39"/>
                  </a:lnTo>
                  <a:lnTo>
                    <a:pt x="35" y="40"/>
                  </a:lnTo>
                  <a:lnTo>
                    <a:pt x="32" y="39"/>
                  </a:lnTo>
                  <a:lnTo>
                    <a:pt x="30" y="40"/>
                  </a:lnTo>
                  <a:lnTo>
                    <a:pt x="29" y="43"/>
                  </a:lnTo>
                  <a:lnTo>
                    <a:pt x="27" y="42"/>
                  </a:lnTo>
                  <a:lnTo>
                    <a:pt x="25" y="44"/>
                  </a:lnTo>
                  <a:lnTo>
                    <a:pt x="21" y="43"/>
                  </a:lnTo>
                  <a:lnTo>
                    <a:pt x="14" y="42"/>
                  </a:lnTo>
                  <a:lnTo>
                    <a:pt x="13" y="40"/>
                  </a:lnTo>
                  <a:lnTo>
                    <a:pt x="10" y="39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1"/>
                  </a:lnTo>
                  <a:lnTo>
                    <a:pt x="0" y="27"/>
                  </a:lnTo>
                  <a:lnTo>
                    <a:pt x="1" y="27"/>
                  </a:lnTo>
                  <a:lnTo>
                    <a:pt x="2" y="25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8"/>
                  </a:lnTo>
                  <a:lnTo>
                    <a:pt x="14" y="13"/>
                  </a:lnTo>
                  <a:lnTo>
                    <a:pt x="18" y="13"/>
                  </a:lnTo>
                  <a:lnTo>
                    <a:pt x="22" y="11"/>
                  </a:lnTo>
                  <a:lnTo>
                    <a:pt x="29" y="11"/>
                  </a:lnTo>
                  <a:lnTo>
                    <a:pt x="29" y="9"/>
                  </a:lnTo>
                  <a:lnTo>
                    <a:pt x="31" y="8"/>
                  </a:lnTo>
                  <a:lnTo>
                    <a:pt x="35" y="5"/>
                  </a:lnTo>
                  <a:lnTo>
                    <a:pt x="39" y="8"/>
                  </a:lnTo>
                  <a:lnTo>
                    <a:pt x="39" y="6"/>
                  </a:lnTo>
                  <a:lnTo>
                    <a:pt x="42" y="4"/>
                  </a:lnTo>
                  <a:lnTo>
                    <a:pt x="43" y="1"/>
                  </a:lnTo>
                  <a:lnTo>
                    <a:pt x="47" y="1"/>
                  </a:lnTo>
                  <a:lnTo>
                    <a:pt x="50" y="1"/>
                  </a:lnTo>
                  <a:lnTo>
                    <a:pt x="55" y="1"/>
                  </a:lnTo>
                  <a:lnTo>
                    <a:pt x="59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1" name="Freeform 386"/>
            <p:cNvSpPr>
              <a:spLocks/>
            </p:cNvSpPr>
            <p:nvPr/>
          </p:nvSpPr>
          <p:spPr bwMode="auto">
            <a:xfrm>
              <a:off x="6234747" y="2726245"/>
              <a:ext cx="149728" cy="63444"/>
            </a:xfrm>
            <a:custGeom>
              <a:avLst/>
              <a:gdLst>
                <a:gd name="T0" fmla="*/ 46 w 59"/>
                <a:gd name="T1" fmla="*/ 0 h 25"/>
                <a:gd name="T2" fmla="*/ 49 w 59"/>
                <a:gd name="T3" fmla="*/ 0 h 25"/>
                <a:gd name="T4" fmla="*/ 50 w 59"/>
                <a:gd name="T5" fmla="*/ 0 h 25"/>
                <a:gd name="T6" fmla="*/ 54 w 59"/>
                <a:gd name="T7" fmla="*/ 0 h 25"/>
                <a:gd name="T8" fmla="*/ 59 w 59"/>
                <a:gd name="T9" fmla="*/ 2 h 25"/>
                <a:gd name="T10" fmla="*/ 59 w 59"/>
                <a:gd name="T11" fmla="*/ 2 h 25"/>
                <a:gd name="T12" fmla="*/ 56 w 59"/>
                <a:gd name="T13" fmla="*/ 8 h 25"/>
                <a:gd name="T14" fmla="*/ 56 w 59"/>
                <a:gd name="T15" fmla="*/ 12 h 25"/>
                <a:gd name="T16" fmla="*/ 54 w 59"/>
                <a:gd name="T17" fmla="*/ 14 h 25"/>
                <a:gd name="T18" fmla="*/ 50 w 59"/>
                <a:gd name="T19" fmla="*/ 13 h 25"/>
                <a:gd name="T20" fmla="*/ 45 w 59"/>
                <a:gd name="T21" fmla="*/ 13 h 25"/>
                <a:gd name="T22" fmla="*/ 42 w 59"/>
                <a:gd name="T23" fmla="*/ 13 h 25"/>
                <a:gd name="T24" fmla="*/ 38 w 59"/>
                <a:gd name="T25" fmla="*/ 13 h 25"/>
                <a:gd name="T26" fmla="*/ 37 w 59"/>
                <a:gd name="T27" fmla="*/ 16 h 25"/>
                <a:gd name="T28" fmla="*/ 34 w 59"/>
                <a:gd name="T29" fmla="*/ 18 h 25"/>
                <a:gd name="T30" fmla="*/ 34 w 59"/>
                <a:gd name="T31" fmla="*/ 20 h 25"/>
                <a:gd name="T32" fmla="*/ 30 w 59"/>
                <a:gd name="T33" fmla="*/ 17 h 25"/>
                <a:gd name="T34" fmla="*/ 26 w 59"/>
                <a:gd name="T35" fmla="*/ 20 h 25"/>
                <a:gd name="T36" fmla="*/ 24 w 59"/>
                <a:gd name="T37" fmla="*/ 21 h 25"/>
                <a:gd name="T38" fmla="*/ 24 w 59"/>
                <a:gd name="T39" fmla="*/ 23 h 25"/>
                <a:gd name="T40" fmla="*/ 17 w 59"/>
                <a:gd name="T41" fmla="*/ 23 h 25"/>
                <a:gd name="T42" fmla="*/ 13 w 59"/>
                <a:gd name="T43" fmla="*/ 25 h 25"/>
                <a:gd name="T44" fmla="*/ 9 w 59"/>
                <a:gd name="T45" fmla="*/ 25 h 25"/>
                <a:gd name="T46" fmla="*/ 1 w 59"/>
                <a:gd name="T47" fmla="*/ 20 h 25"/>
                <a:gd name="T48" fmla="*/ 0 w 59"/>
                <a:gd name="T49" fmla="*/ 14 h 25"/>
                <a:gd name="T50" fmla="*/ 0 w 59"/>
                <a:gd name="T51" fmla="*/ 12 h 25"/>
                <a:gd name="T52" fmla="*/ 1 w 59"/>
                <a:gd name="T53" fmla="*/ 12 h 25"/>
                <a:gd name="T54" fmla="*/ 4 w 59"/>
                <a:gd name="T55" fmla="*/ 9 h 25"/>
                <a:gd name="T56" fmla="*/ 6 w 59"/>
                <a:gd name="T57" fmla="*/ 9 h 25"/>
                <a:gd name="T58" fmla="*/ 8 w 59"/>
                <a:gd name="T59" fmla="*/ 10 h 25"/>
                <a:gd name="T60" fmla="*/ 12 w 59"/>
                <a:gd name="T61" fmla="*/ 9 h 25"/>
                <a:gd name="T62" fmla="*/ 17 w 59"/>
                <a:gd name="T63" fmla="*/ 8 h 25"/>
                <a:gd name="T64" fmla="*/ 20 w 59"/>
                <a:gd name="T65" fmla="*/ 5 h 25"/>
                <a:gd name="T66" fmla="*/ 22 w 59"/>
                <a:gd name="T67" fmla="*/ 4 h 25"/>
                <a:gd name="T68" fmla="*/ 25 w 59"/>
                <a:gd name="T69" fmla="*/ 2 h 25"/>
                <a:gd name="T70" fmla="*/ 30 w 59"/>
                <a:gd name="T71" fmla="*/ 2 h 25"/>
                <a:gd name="T72" fmla="*/ 30 w 59"/>
                <a:gd name="T73" fmla="*/ 2 h 25"/>
                <a:gd name="T74" fmla="*/ 31 w 59"/>
                <a:gd name="T75" fmla="*/ 2 h 25"/>
                <a:gd name="T76" fmla="*/ 34 w 59"/>
                <a:gd name="T77" fmla="*/ 2 h 25"/>
                <a:gd name="T78" fmla="*/ 35 w 59"/>
                <a:gd name="T79" fmla="*/ 1 h 25"/>
                <a:gd name="T80" fmla="*/ 37 w 59"/>
                <a:gd name="T81" fmla="*/ 0 h 25"/>
                <a:gd name="T82" fmla="*/ 38 w 59"/>
                <a:gd name="T83" fmla="*/ 0 h 25"/>
                <a:gd name="T84" fmla="*/ 42 w 59"/>
                <a:gd name="T85" fmla="*/ 0 h 25"/>
                <a:gd name="T86" fmla="*/ 43 w 59"/>
                <a:gd name="T87" fmla="*/ 1 h 25"/>
                <a:gd name="T88" fmla="*/ 45 w 59"/>
                <a:gd name="T89" fmla="*/ 0 h 25"/>
                <a:gd name="T90" fmla="*/ 46 w 59"/>
                <a:gd name="T9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25">
                  <a:moveTo>
                    <a:pt x="46" y="0"/>
                  </a:moveTo>
                  <a:lnTo>
                    <a:pt x="49" y="0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6" y="8"/>
                  </a:lnTo>
                  <a:lnTo>
                    <a:pt x="56" y="12"/>
                  </a:lnTo>
                  <a:lnTo>
                    <a:pt x="54" y="14"/>
                  </a:lnTo>
                  <a:lnTo>
                    <a:pt x="50" y="13"/>
                  </a:lnTo>
                  <a:lnTo>
                    <a:pt x="45" y="13"/>
                  </a:lnTo>
                  <a:lnTo>
                    <a:pt x="42" y="13"/>
                  </a:lnTo>
                  <a:lnTo>
                    <a:pt x="38" y="13"/>
                  </a:lnTo>
                  <a:lnTo>
                    <a:pt x="37" y="16"/>
                  </a:lnTo>
                  <a:lnTo>
                    <a:pt x="34" y="18"/>
                  </a:lnTo>
                  <a:lnTo>
                    <a:pt x="34" y="20"/>
                  </a:lnTo>
                  <a:lnTo>
                    <a:pt x="30" y="17"/>
                  </a:lnTo>
                  <a:lnTo>
                    <a:pt x="26" y="20"/>
                  </a:lnTo>
                  <a:lnTo>
                    <a:pt x="24" y="21"/>
                  </a:lnTo>
                  <a:lnTo>
                    <a:pt x="24" y="23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9" y="25"/>
                  </a:lnTo>
                  <a:lnTo>
                    <a:pt x="1" y="20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4" y="9"/>
                  </a:lnTo>
                  <a:lnTo>
                    <a:pt x="6" y="9"/>
                  </a:lnTo>
                  <a:lnTo>
                    <a:pt x="8" y="10"/>
                  </a:lnTo>
                  <a:lnTo>
                    <a:pt x="12" y="9"/>
                  </a:lnTo>
                  <a:lnTo>
                    <a:pt x="17" y="8"/>
                  </a:lnTo>
                  <a:lnTo>
                    <a:pt x="20" y="5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4" y="2"/>
                  </a:lnTo>
                  <a:lnTo>
                    <a:pt x="35" y="1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3" y="1"/>
                  </a:lnTo>
                  <a:lnTo>
                    <a:pt x="45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2" name="Freeform 387"/>
            <p:cNvSpPr>
              <a:spLocks/>
            </p:cNvSpPr>
            <p:nvPr/>
          </p:nvSpPr>
          <p:spPr bwMode="auto">
            <a:xfrm>
              <a:off x="6402239" y="2919113"/>
              <a:ext cx="172567" cy="111661"/>
            </a:xfrm>
            <a:custGeom>
              <a:avLst/>
              <a:gdLst>
                <a:gd name="T0" fmla="*/ 54 w 68"/>
                <a:gd name="T1" fmla="*/ 0 h 44"/>
                <a:gd name="T2" fmla="*/ 59 w 68"/>
                <a:gd name="T3" fmla="*/ 3 h 44"/>
                <a:gd name="T4" fmla="*/ 64 w 68"/>
                <a:gd name="T5" fmla="*/ 4 h 44"/>
                <a:gd name="T6" fmla="*/ 68 w 68"/>
                <a:gd name="T7" fmla="*/ 5 h 44"/>
                <a:gd name="T8" fmla="*/ 67 w 68"/>
                <a:gd name="T9" fmla="*/ 9 h 44"/>
                <a:gd name="T10" fmla="*/ 64 w 68"/>
                <a:gd name="T11" fmla="*/ 11 h 44"/>
                <a:gd name="T12" fmla="*/ 62 w 68"/>
                <a:gd name="T13" fmla="*/ 19 h 44"/>
                <a:gd name="T14" fmla="*/ 56 w 68"/>
                <a:gd name="T15" fmla="*/ 24 h 44"/>
                <a:gd name="T16" fmla="*/ 59 w 68"/>
                <a:gd name="T17" fmla="*/ 25 h 44"/>
                <a:gd name="T18" fmla="*/ 63 w 68"/>
                <a:gd name="T19" fmla="*/ 32 h 44"/>
                <a:gd name="T20" fmla="*/ 60 w 68"/>
                <a:gd name="T21" fmla="*/ 32 h 44"/>
                <a:gd name="T22" fmla="*/ 56 w 68"/>
                <a:gd name="T23" fmla="*/ 30 h 44"/>
                <a:gd name="T24" fmla="*/ 51 w 68"/>
                <a:gd name="T25" fmla="*/ 32 h 44"/>
                <a:gd name="T26" fmla="*/ 47 w 68"/>
                <a:gd name="T27" fmla="*/ 34 h 44"/>
                <a:gd name="T28" fmla="*/ 46 w 68"/>
                <a:gd name="T29" fmla="*/ 34 h 44"/>
                <a:gd name="T30" fmla="*/ 43 w 68"/>
                <a:gd name="T31" fmla="*/ 38 h 44"/>
                <a:gd name="T32" fmla="*/ 42 w 68"/>
                <a:gd name="T33" fmla="*/ 42 h 44"/>
                <a:gd name="T34" fmla="*/ 35 w 68"/>
                <a:gd name="T35" fmla="*/ 44 h 44"/>
                <a:gd name="T36" fmla="*/ 30 w 68"/>
                <a:gd name="T37" fmla="*/ 42 h 44"/>
                <a:gd name="T38" fmla="*/ 27 w 68"/>
                <a:gd name="T39" fmla="*/ 42 h 44"/>
                <a:gd name="T40" fmla="*/ 23 w 68"/>
                <a:gd name="T41" fmla="*/ 41 h 44"/>
                <a:gd name="T42" fmla="*/ 18 w 68"/>
                <a:gd name="T43" fmla="*/ 42 h 44"/>
                <a:gd name="T44" fmla="*/ 12 w 68"/>
                <a:gd name="T45" fmla="*/ 44 h 44"/>
                <a:gd name="T46" fmla="*/ 10 w 68"/>
                <a:gd name="T47" fmla="*/ 42 h 44"/>
                <a:gd name="T48" fmla="*/ 9 w 68"/>
                <a:gd name="T49" fmla="*/ 37 h 44"/>
                <a:gd name="T50" fmla="*/ 1 w 68"/>
                <a:gd name="T51" fmla="*/ 28 h 44"/>
                <a:gd name="T52" fmla="*/ 2 w 68"/>
                <a:gd name="T53" fmla="*/ 26 h 44"/>
                <a:gd name="T54" fmla="*/ 1 w 68"/>
                <a:gd name="T55" fmla="*/ 21 h 44"/>
                <a:gd name="T56" fmla="*/ 5 w 68"/>
                <a:gd name="T57" fmla="*/ 16 h 44"/>
                <a:gd name="T58" fmla="*/ 1 w 68"/>
                <a:gd name="T59" fmla="*/ 9 h 44"/>
                <a:gd name="T60" fmla="*/ 1 w 68"/>
                <a:gd name="T61" fmla="*/ 3 h 44"/>
                <a:gd name="T62" fmla="*/ 4 w 68"/>
                <a:gd name="T63" fmla="*/ 0 h 44"/>
                <a:gd name="T64" fmla="*/ 5 w 68"/>
                <a:gd name="T65" fmla="*/ 3 h 44"/>
                <a:gd name="T66" fmla="*/ 5 w 68"/>
                <a:gd name="T67" fmla="*/ 7 h 44"/>
                <a:gd name="T68" fmla="*/ 12 w 68"/>
                <a:gd name="T69" fmla="*/ 5 h 44"/>
                <a:gd name="T70" fmla="*/ 14 w 68"/>
                <a:gd name="T71" fmla="*/ 5 h 44"/>
                <a:gd name="T72" fmla="*/ 22 w 68"/>
                <a:gd name="T73" fmla="*/ 5 h 44"/>
                <a:gd name="T74" fmla="*/ 26 w 68"/>
                <a:gd name="T75" fmla="*/ 5 h 44"/>
                <a:gd name="T76" fmla="*/ 30 w 68"/>
                <a:gd name="T77" fmla="*/ 7 h 44"/>
                <a:gd name="T78" fmla="*/ 37 w 68"/>
                <a:gd name="T79" fmla="*/ 7 h 44"/>
                <a:gd name="T80" fmla="*/ 40 w 68"/>
                <a:gd name="T81" fmla="*/ 4 h 44"/>
                <a:gd name="T82" fmla="*/ 50 w 68"/>
                <a:gd name="T8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8" h="44">
                  <a:moveTo>
                    <a:pt x="50" y="0"/>
                  </a:moveTo>
                  <a:lnTo>
                    <a:pt x="54" y="0"/>
                  </a:lnTo>
                  <a:lnTo>
                    <a:pt x="58" y="1"/>
                  </a:lnTo>
                  <a:lnTo>
                    <a:pt x="59" y="3"/>
                  </a:lnTo>
                  <a:lnTo>
                    <a:pt x="62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7" y="9"/>
                  </a:lnTo>
                  <a:lnTo>
                    <a:pt x="66" y="12"/>
                  </a:lnTo>
                  <a:lnTo>
                    <a:pt x="64" y="11"/>
                  </a:lnTo>
                  <a:lnTo>
                    <a:pt x="60" y="13"/>
                  </a:lnTo>
                  <a:lnTo>
                    <a:pt x="62" y="19"/>
                  </a:lnTo>
                  <a:lnTo>
                    <a:pt x="60" y="21"/>
                  </a:lnTo>
                  <a:lnTo>
                    <a:pt x="56" y="24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2" y="29"/>
                  </a:lnTo>
                  <a:lnTo>
                    <a:pt x="63" y="32"/>
                  </a:lnTo>
                  <a:lnTo>
                    <a:pt x="63" y="32"/>
                  </a:lnTo>
                  <a:lnTo>
                    <a:pt x="60" y="32"/>
                  </a:lnTo>
                  <a:lnTo>
                    <a:pt x="59" y="33"/>
                  </a:lnTo>
                  <a:lnTo>
                    <a:pt x="56" y="30"/>
                  </a:lnTo>
                  <a:lnTo>
                    <a:pt x="52" y="30"/>
                  </a:lnTo>
                  <a:lnTo>
                    <a:pt x="51" y="32"/>
                  </a:lnTo>
                  <a:lnTo>
                    <a:pt x="50" y="32"/>
                  </a:lnTo>
                  <a:lnTo>
                    <a:pt x="47" y="34"/>
                  </a:lnTo>
                  <a:lnTo>
                    <a:pt x="47" y="34"/>
                  </a:lnTo>
                  <a:lnTo>
                    <a:pt x="46" y="34"/>
                  </a:lnTo>
                  <a:lnTo>
                    <a:pt x="43" y="36"/>
                  </a:lnTo>
                  <a:lnTo>
                    <a:pt x="43" y="38"/>
                  </a:lnTo>
                  <a:lnTo>
                    <a:pt x="43" y="41"/>
                  </a:lnTo>
                  <a:lnTo>
                    <a:pt x="42" y="42"/>
                  </a:lnTo>
                  <a:lnTo>
                    <a:pt x="37" y="42"/>
                  </a:lnTo>
                  <a:lnTo>
                    <a:pt x="35" y="44"/>
                  </a:lnTo>
                  <a:lnTo>
                    <a:pt x="33" y="42"/>
                  </a:lnTo>
                  <a:lnTo>
                    <a:pt x="30" y="42"/>
                  </a:lnTo>
                  <a:lnTo>
                    <a:pt x="29" y="44"/>
                  </a:lnTo>
                  <a:lnTo>
                    <a:pt x="27" y="42"/>
                  </a:lnTo>
                  <a:lnTo>
                    <a:pt x="26" y="41"/>
                  </a:lnTo>
                  <a:lnTo>
                    <a:pt x="23" y="41"/>
                  </a:lnTo>
                  <a:lnTo>
                    <a:pt x="21" y="41"/>
                  </a:lnTo>
                  <a:lnTo>
                    <a:pt x="18" y="42"/>
                  </a:lnTo>
                  <a:lnTo>
                    <a:pt x="15" y="44"/>
                  </a:lnTo>
                  <a:lnTo>
                    <a:pt x="12" y="44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9" y="37"/>
                  </a:lnTo>
                  <a:lnTo>
                    <a:pt x="6" y="32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2" y="26"/>
                  </a:lnTo>
                  <a:lnTo>
                    <a:pt x="1" y="24"/>
                  </a:lnTo>
                  <a:lnTo>
                    <a:pt x="1" y="21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2"/>
                  </a:lnTo>
                  <a:lnTo>
                    <a:pt x="1" y="9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5" y="3"/>
                  </a:lnTo>
                  <a:lnTo>
                    <a:pt x="4" y="4"/>
                  </a:lnTo>
                  <a:lnTo>
                    <a:pt x="5" y="7"/>
                  </a:lnTo>
                  <a:lnTo>
                    <a:pt x="9" y="5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8" y="8"/>
                  </a:lnTo>
                  <a:lnTo>
                    <a:pt x="22" y="5"/>
                  </a:lnTo>
                  <a:lnTo>
                    <a:pt x="23" y="7"/>
                  </a:lnTo>
                  <a:lnTo>
                    <a:pt x="26" y="5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5"/>
                  </a:lnTo>
                  <a:lnTo>
                    <a:pt x="40" y="4"/>
                  </a:lnTo>
                  <a:lnTo>
                    <a:pt x="47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3" name="Freeform 388"/>
            <p:cNvSpPr>
              <a:spLocks/>
            </p:cNvSpPr>
            <p:nvPr/>
          </p:nvSpPr>
          <p:spPr bwMode="auto">
            <a:xfrm>
              <a:off x="6354021" y="2990170"/>
              <a:ext cx="73595" cy="63444"/>
            </a:xfrm>
            <a:custGeom>
              <a:avLst/>
              <a:gdLst>
                <a:gd name="T0" fmla="*/ 19 w 29"/>
                <a:gd name="T1" fmla="*/ 0 h 25"/>
                <a:gd name="T2" fmla="*/ 20 w 29"/>
                <a:gd name="T3" fmla="*/ 0 h 25"/>
                <a:gd name="T4" fmla="*/ 25 w 29"/>
                <a:gd name="T5" fmla="*/ 4 h 25"/>
                <a:gd name="T6" fmla="*/ 28 w 29"/>
                <a:gd name="T7" fmla="*/ 9 h 25"/>
                <a:gd name="T8" fmla="*/ 29 w 29"/>
                <a:gd name="T9" fmla="*/ 12 h 25"/>
                <a:gd name="T10" fmla="*/ 29 w 29"/>
                <a:gd name="T11" fmla="*/ 14 h 25"/>
                <a:gd name="T12" fmla="*/ 28 w 29"/>
                <a:gd name="T13" fmla="*/ 16 h 25"/>
                <a:gd name="T14" fmla="*/ 25 w 29"/>
                <a:gd name="T15" fmla="*/ 16 h 25"/>
                <a:gd name="T16" fmla="*/ 23 w 29"/>
                <a:gd name="T17" fmla="*/ 18 h 25"/>
                <a:gd name="T18" fmla="*/ 17 w 29"/>
                <a:gd name="T19" fmla="*/ 17 h 25"/>
                <a:gd name="T20" fmla="*/ 15 w 29"/>
                <a:gd name="T21" fmla="*/ 18 h 25"/>
                <a:gd name="T22" fmla="*/ 15 w 29"/>
                <a:gd name="T23" fmla="*/ 19 h 25"/>
                <a:gd name="T24" fmla="*/ 11 w 29"/>
                <a:gd name="T25" fmla="*/ 21 h 25"/>
                <a:gd name="T26" fmla="*/ 7 w 29"/>
                <a:gd name="T27" fmla="*/ 23 h 25"/>
                <a:gd name="T28" fmla="*/ 7 w 29"/>
                <a:gd name="T29" fmla="*/ 25 h 25"/>
                <a:gd name="T30" fmla="*/ 4 w 29"/>
                <a:gd name="T31" fmla="*/ 22 h 25"/>
                <a:gd name="T32" fmla="*/ 3 w 29"/>
                <a:gd name="T33" fmla="*/ 19 h 25"/>
                <a:gd name="T34" fmla="*/ 0 w 29"/>
                <a:gd name="T35" fmla="*/ 17 h 25"/>
                <a:gd name="T36" fmla="*/ 0 w 29"/>
                <a:gd name="T37" fmla="*/ 12 h 25"/>
                <a:gd name="T38" fmla="*/ 0 w 29"/>
                <a:gd name="T39" fmla="*/ 8 h 25"/>
                <a:gd name="T40" fmla="*/ 0 w 29"/>
                <a:gd name="T41" fmla="*/ 8 h 25"/>
                <a:gd name="T42" fmla="*/ 2 w 29"/>
                <a:gd name="T43" fmla="*/ 8 h 25"/>
                <a:gd name="T44" fmla="*/ 2 w 29"/>
                <a:gd name="T45" fmla="*/ 5 h 25"/>
                <a:gd name="T46" fmla="*/ 4 w 29"/>
                <a:gd name="T47" fmla="*/ 4 h 25"/>
                <a:gd name="T48" fmla="*/ 7 w 29"/>
                <a:gd name="T49" fmla="*/ 4 h 25"/>
                <a:gd name="T50" fmla="*/ 8 w 29"/>
                <a:gd name="T51" fmla="*/ 1 h 25"/>
                <a:gd name="T52" fmla="*/ 13 w 29"/>
                <a:gd name="T53" fmla="*/ 1 h 25"/>
                <a:gd name="T54" fmla="*/ 15 w 29"/>
                <a:gd name="T55" fmla="*/ 1 h 25"/>
                <a:gd name="T56" fmla="*/ 19 w 29"/>
                <a:gd name="T5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" h="25">
                  <a:moveTo>
                    <a:pt x="19" y="0"/>
                  </a:moveTo>
                  <a:lnTo>
                    <a:pt x="20" y="0"/>
                  </a:lnTo>
                  <a:lnTo>
                    <a:pt x="25" y="4"/>
                  </a:lnTo>
                  <a:lnTo>
                    <a:pt x="28" y="9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5" y="16"/>
                  </a:lnTo>
                  <a:lnTo>
                    <a:pt x="23" y="18"/>
                  </a:lnTo>
                  <a:lnTo>
                    <a:pt x="17" y="17"/>
                  </a:lnTo>
                  <a:lnTo>
                    <a:pt x="15" y="18"/>
                  </a:lnTo>
                  <a:lnTo>
                    <a:pt x="15" y="19"/>
                  </a:lnTo>
                  <a:lnTo>
                    <a:pt x="11" y="21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4" y="22"/>
                  </a:lnTo>
                  <a:lnTo>
                    <a:pt x="3" y="19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5"/>
                  </a:lnTo>
                  <a:lnTo>
                    <a:pt x="4" y="4"/>
                  </a:lnTo>
                  <a:lnTo>
                    <a:pt x="7" y="4"/>
                  </a:lnTo>
                  <a:lnTo>
                    <a:pt x="8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4" name="Freeform 389"/>
            <p:cNvSpPr>
              <a:spLocks/>
            </p:cNvSpPr>
            <p:nvPr/>
          </p:nvSpPr>
          <p:spPr bwMode="auto">
            <a:xfrm>
              <a:off x="6313417" y="2980019"/>
              <a:ext cx="58369" cy="109124"/>
            </a:xfrm>
            <a:custGeom>
              <a:avLst/>
              <a:gdLst>
                <a:gd name="T0" fmla="*/ 10 w 23"/>
                <a:gd name="T1" fmla="*/ 0 h 43"/>
                <a:gd name="T2" fmla="*/ 10 w 23"/>
                <a:gd name="T3" fmla="*/ 1 h 43"/>
                <a:gd name="T4" fmla="*/ 11 w 23"/>
                <a:gd name="T5" fmla="*/ 4 h 43"/>
                <a:gd name="T6" fmla="*/ 12 w 23"/>
                <a:gd name="T7" fmla="*/ 4 h 43"/>
                <a:gd name="T8" fmla="*/ 15 w 23"/>
                <a:gd name="T9" fmla="*/ 5 h 43"/>
                <a:gd name="T10" fmla="*/ 16 w 23"/>
                <a:gd name="T11" fmla="*/ 8 h 43"/>
                <a:gd name="T12" fmla="*/ 16 w 23"/>
                <a:gd name="T13" fmla="*/ 10 h 43"/>
                <a:gd name="T14" fmla="*/ 16 w 23"/>
                <a:gd name="T15" fmla="*/ 12 h 43"/>
                <a:gd name="T16" fmla="*/ 16 w 23"/>
                <a:gd name="T17" fmla="*/ 16 h 43"/>
                <a:gd name="T18" fmla="*/ 16 w 23"/>
                <a:gd name="T19" fmla="*/ 21 h 43"/>
                <a:gd name="T20" fmla="*/ 19 w 23"/>
                <a:gd name="T21" fmla="*/ 23 h 43"/>
                <a:gd name="T22" fmla="*/ 20 w 23"/>
                <a:gd name="T23" fmla="*/ 26 h 43"/>
                <a:gd name="T24" fmla="*/ 23 w 23"/>
                <a:gd name="T25" fmla="*/ 29 h 43"/>
                <a:gd name="T26" fmla="*/ 22 w 23"/>
                <a:gd name="T27" fmla="*/ 31 h 43"/>
                <a:gd name="T28" fmla="*/ 20 w 23"/>
                <a:gd name="T29" fmla="*/ 34 h 43"/>
                <a:gd name="T30" fmla="*/ 15 w 23"/>
                <a:gd name="T31" fmla="*/ 37 h 43"/>
                <a:gd name="T32" fmla="*/ 15 w 23"/>
                <a:gd name="T33" fmla="*/ 39 h 43"/>
                <a:gd name="T34" fmla="*/ 14 w 23"/>
                <a:gd name="T35" fmla="*/ 42 h 43"/>
                <a:gd name="T36" fmla="*/ 12 w 23"/>
                <a:gd name="T37" fmla="*/ 43 h 43"/>
                <a:gd name="T38" fmla="*/ 10 w 23"/>
                <a:gd name="T39" fmla="*/ 42 h 43"/>
                <a:gd name="T40" fmla="*/ 7 w 23"/>
                <a:gd name="T41" fmla="*/ 37 h 43"/>
                <a:gd name="T42" fmla="*/ 3 w 23"/>
                <a:gd name="T43" fmla="*/ 35 h 43"/>
                <a:gd name="T44" fmla="*/ 2 w 23"/>
                <a:gd name="T45" fmla="*/ 34 h 43"/>
                <a:gd name="T46" fmla="*/ 3 w 23"/>
                <a:gd name="T47" fmla="*/ 31 h 43"/>
                <a:gd name="T48" fmla="*/ 2 w 23"/>
                <a:gd name="T49" fmla="*/ 30 h 43"/>
                <a:gd name="T50" fmla="*/ 2 w 23"/>
                <a:gd name="T51" fmla="*/ 27 h 43"/>
                <a:gd name="T52" fmla="*/ 3 w 23"/>
                <a:gd name="T53" fmla="*/ 25 h 43"/>
                <a:gd name="T54" fmla="*/ 2 w 23"/>
                <a:gd name="T55" fmla="*/ 21 h 43"/>
                <a:gd name="T56" fmla="*/ 2 w 23"/>
                <a:gd name="T57" fmla="*/ 16 h 43"/>
                <a:gd name="T58" fmla="*/ 3 w 23"/>
                <a:gd name="T59" fmla="*/ 14 h 43"/>
                <a:gd name="T60" fmla="*/ 4 w 23"/>
                <a:gd name="T61" fmla="*/ 13 h 43"/>
                <a:gd name="T62" fmla="*/ 0 w 23"/>
                <a:gd name="T63" fmla="*/ 12 h 43"/>
                <a:gd name="T64" fmla="*/ 0 w 23"/>
                <a:gd name="T65" fmla="*/ 6 h 43"/>
                <a:gd name="T66" fmla="*/ 2 w 23"/>
                <a:gd name="T67" fmla="*/ 4 h 43"/>
                <a:gd name="T68" fmla="*/ 4 w 23"/>
                <a:gd name="T69" fmla="*/ 1 h 43"/>
                <a:gd name="T70" fmla="*/ 6 w 23"/>
                <a:gd name="T71" fmla="*/ 1 h 43"/>
                <a:gd name="T72" fmla="*/ 7 w 23"/>
                <a:gd name="T73" fmla="*/ 2 h 43"/>
                <a:gd name="T74" fmla="*/ 10 w 23"/>
                <a:gd name="T75" fmla="*/ 0 h 43"/>
                <a:gd name="T76" fmla="*/ 10 w 23"/>
                <a:gd name="T7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43">
                  <a:moveTo>
                    <a:pt x="10" y="0"/>
                  </a:moveTo>
                  <a:lnTo>
                    <a:pt x="10" y="1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5" y="5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6" y="21"/>
                  </a:lnTo>
                  <a:lnTo>
                    <a:pt x="19" y="23"/>
                  </a:lnTo>
                  <a:lnTo>
                    <a:pt x="20" y="26"/>
                  </a:lnTo>
                  <a:lnTo>
                    <a:pt x="23" y="29"/>
                  </a:lnTo>
                  <a:lnTo>
                    <a:pt x="22" y="31"/>
                  </a:lnTo>
                  <a:lnTo>
                    <a:pt x="20" y="34"/>
                  </a:lnTo>
                  <a:lnTo>
                    <a:pt x="15" y="37"/>
                  </a:lnTo>
                  <a:lnTo>
                    <a:pt x="15" y="39"/>
                  </a:lnTo>
                  <a:lnTo>
                    <a:pt x="14" y="42"/>
                  </a:lnTo>
                  <a:lnTo>
                    <a:pt x="12" y="43"/>
                  </a:lnTo>
                  <a:lnTo>
                    <a:pt x="10" y="42"/>
                  </a:lnTo>
                  <a:lnTo>
                    <a:pt x="7" y="37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3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3" y="25"/>
                  </a:lnTo>
                  <a:lnTo>
                    <a:pt x="2" y="21"/>
                  </a:lnTo>
                  <a:lnTo>
                    <a:pt x="2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0" y="12"/>
                  </a:lnTo>
                  <a:lnTo>
                    <a:pt x="0" y="6"/>
                  </a:lnTo>
                  <a:lnTo>
                    <a:pt x="2" y="4"/>
                  </a:lnTo>
                  <a:lnTo>
                    <a:pt x="4" y="1"/>
                  </a:lnTo>
                  <a:lnTo>
                    <a:pt x="6" y="1"/>
                  </a:lnTo>
                  <a:lnTo>
                    <a:pt x="7" y="2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5" name="Freeform 390"/>
            <p:cNvSpPr>
              <a:spLocks/>
            </p:cNvSpPr>
            <p:nvPr/>
          </p:nvSpPr>
          <p:spPr bwMode="auto">
            <a:xfrm>
              <a:off x="6295653" y="2848056"/>
              <a:ext cx="119275" cy="162416"/>
            </a:xfrm>
            <a:custGeom>
              <a:avLst/>
              <a:gdLst>
                <a:gd name="T0" fmla="*/ 11 w 47"/>
                <a:gd name="T1" fmla="*/ 0 h 64"/>
                <a:gd name="T2" fmla="*/ 17 w 47"/>
                <a:gd name="T3" fmla="*/ 3 h 64"/>
                <a:gd name="T4" fmla="*/ 22 w 47"/>
                <a:gd name="T5" fmla="*/ 8 h 64"/>
                <a:gd name="T6" fmla="*/ 26 w 47"/>
                <a:gd name="T7" fmla="*/ 12 h 64"/>
                <a:gd name="T8" fmla="*/ 27 w 47"/>
                <a:gd name="T9" fmla="*/ 18 h 64"/>
                <a:gd name="T10" fmla="*/ 32 w 47"/>
                <a:gd name="T11" fmla="*/ 20 h 64"/>
                <a:gd name="T12" fmla="*/ 35 w 47"/>
                <a:gd name="T13" fmla="*/ 22 h 64"/>
                <a:gd name="T14" fmla="*/ 39 w 47"/>
                <a:gd name="T15" fmla="*/ 20 h 64"/>
                <a:gd name="T16" fmla="*/ 42 w 47"/>
                <a:gd name="T17" fmla="*/ 24 h 64"/>
                <a:gd name="T18" fmla="*/ 43 w 47"/>
                <a:gd name="T19" fmla="*/ 31 h 64"/>
                <a:gd name="T20" fmla="*/ 43 w 47"/>
                <a:gd name="T21" fmla="*/ 37 h 64"/>
                <a:gd name="T22" fmla="*/ 47 w 47"/>
                <a:gd name="T23" fmla="*/ 44 h 64"/>
                <a:gd name="T24" fmla="*/ 43 w 47"/>
                <a:gd name="T25" fmla="*/ 49 h 64"/>
                <a:gd name="T26" fmla="*/ 44 w 47"/>
                <a:gd name="T27" fmla="*/ 54 h 64"/>
                <a:gd name="T28" fmla="*/ 42 w 47"/>
                <a:gd name="T29" fmla="*/ 56 h 64"/>
                <a:gd name="T30" fmla="*/ 36 w 47"/>
                <a:gd name="T31" fmla="*/ 57 h 64"/>
                <a:gd name="T32" fmla="*/ 30 w 47"/>
                <a:gd name="T33" fmla="*/ 60 h 64"/>
                <a:gd name="T34" fmla="*/ 25 w 47"/>
                <a:gd name="T35" fmla="*/ 61 h 64"/>
                <a:gd name="T36" fmla="*/ 23 w 47"/>
                <a:gd name="T37" fmla="*/ 64 h 64"/>
                <a:gd name="T38" fmla="*/ 23 w 47"/>
                <a:gd name="T39" fmla="*/ 60 h 64"/>
                <a:gd name="T40" fmla="*/ 19 w 47"/>
                <a:gd name="T41" fmla="*/ 56 h 64"/>
                <a:gd name="T42" fmla="*/ 17 w 47"/>
                <a:gd name="T43" fmla="*/ 53 h 64"/>
                <a:gd name="T44" fmla="*/ 17 w 47"/>
                <a:gd name="T45" fmla="*/ 50 h 64"/>
                <a:gd name="T46" fmla="*/ 18 w 47"/>
                <a:gd name="T47" fmla="*/ 47 h 64"/>
                <a:gd name="T48" fmla="*/ 13 w 47"/>
                <a:gd name="T49" fmla="*/ 44 h 64"/>
                <a:gd name="T50" fmla="*/ 9 w 47"/>
                <a:gd name="T51" fmla="*/ 44 h 64"/>
                <a:gd name="T52" fmla="*/ 7 w 47"/>
                <a:gd name="T53" fmla="*/ 39 h 64"/>
                <a:gd name="T54" fmla="*/ 5 w 47"/>
                <a:gd name="T55" fmla="*/ 35 h 64"/>
                <a:gd name="T56" fmla="*/ 6 w 47"/>
                <a:gd name="T57" fmla="*/ 32 h 64"/>
                <a:gd name="T58" fmla="*/ 9 w 47"/>
                <a:gd name="T59" fmla="*/ 32 h 64"/>
                <a:gd name="T60" fmla="*/ 6 w 47"/>
                <a:gd name="T61" fmla="*/ 29 h 64"/>
                <a:gd name="T62" fmla="*/ 2 w 47"/>
                <a:gd name="T63" fmla="*/ 25 h 64"/>
                <a:gd name="T64" fmla="*/ 5 w 47"/>
                <a:gd name="T65" fmla="*/ 19 h 64"/>
                <a:gd name="T66" fmla="*/ 2 w 47"/>
                <a:gd name="T67" fmla="*/ 20 h 64"/>
                <a:gd name="T68" fmla="*/ 2 w 47"/>
                <a:gd name="T69" fmla="*/ 16 h 64"/>
                <a:gd name="T70" fmla="*/ 5 w 47"/>
                <a:gd name="T71" fmla="*/ 16 h 64"/>
                <a:gd name="T72" fmla="*/ 3 w 47"/>
                <a:gd name="T73" fmla="*/ 15 h 64"/>
                <a:gd name="T74" fmla="*/ 1 w 47"/>
                <a:gd name="T75" fmla="*/ 11 h 64"/>
                <a:gd name="T76" fmla="*/ 0 w 47"/>
                <a:gd name="T77" fmla="*/ 7 h 64"/>
                <a:gd name="T78" fmla="*/ 3 w 47"/>
                <a:gd name="T79" fmla="*/ 3 h 64"/>
                <a:gd name="T80" fmla="*/ 6 w 47"/>
                <a:gd name="T81" fmla="*/ 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7" h="64">
                  <a:moveTo>
                    <a:pt x="9" y="0"/>
                  </a:moveTo>
                  <a:lnTo>
                    <a:pt x="11" y="0"/>
                  </a:lnTo>
                  <a:lnTo>
                    <a:pt x="14" y="2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22" y="8"/>
                  </a:lnTo>
                  <a:lnTo>
                    <a:pt x="23" y="11"/>
                  </a:lnTo>
                  <a:lnTo>
                    <a:pt x="26" y="12"/>
                  </a:lnTo>
                  <a:lnTo>
                    <a:pt x="29" y="15"/>
                  </a:lnTo>
                  <a:lnTo>
                    <a:pt x="27" y="18"/>
                  </a:lnTo>
                  <a:lnTo>
                    <a:pt x="29" y="19"/>
                  </a:lnTo>
                  <a:lnTo>
                    <a:pt x="32" y="20"/>
                  </a:lnTo>
                  <a:lnTo>
                    <a:pt x="32" y="23"/>
                  </a:lnTo>
                  <a:lnTo>
                    <a:pt x="35" y="22"/>
                  </a:lnTo>
                  <a:lnTo>
                    <a:pt x="38" y="23"/>
                  </a:lnTo>
                  <a:lnTo>
                    <a:pt x="39" y="20"/>
                  </a:lnTo>
                  <a:lnTo>
                    <a:pt x="43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3" y="31"/>
                  </a:lnTo>
                  <a:lnTo>
                    <a:pt x="42" y="32"/>
                  </a:lnTo>
                  <a:lnTo>
                    <a:pt x="43" y="37"/>
                  </a:lnTo>
                  <a:lnTo>
                    <a:pt x="46" y="40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3" y="49"/>
                  </a:lnTo>
                  <a:lnTo>
                    <a:pt x="43" y="52"/>
                  </a:lnTo>
                  <a:lnTo>
                    <a:pt x="44" y="54"/>
                  </a:lnTo>
                  <a:lnTo>
                    <a:pt x="43" y="56"/>
                  </a:lnTo>
                  <a:lnTo>
                    <a:pt x="42" y="56"/>
                  </a:lnTo>
                  <a:lnTo>
                    <a:pt x="38" y="57"/>
                  </a:lnTo>
                  <a:lnTo>
                    <a:pt x="36" y="57"/>
                  </a:lnTo>
                  <a:lnTo>
                    <a:pt x="31" y="57"/>
                  </a:lnTo>
                  <a:lnTo>
                    <a:pt x="30" y="60"/>
                  </a:lnTo>
                  <a:lnTo>
                    <a:pt x="27" y="60"/>
                  </a:lnTo>
                  <a:lnTo>
                    <a:pt x="25" y="61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3" y="62"/>
                  </a:lnTo>
                  <a:lnTo>
                    <a:pt x="23" y="60"/>
                  </a:lnTo>
                  <a:lnTo>
                    <a:pt x="22" y="57"/>
                  </a:lnTo>
                  <a:lnTo>
                    <a:pt x="19" y="56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7" y="52"/>
                  </a:lnTo>
                  <a:lnTo>
                    <a:pt x="17" y="50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3" y="44"/>
                  </a:lnTo>
                  <a:lnTo>
                    <a:pt x="10" y="44"/>
                  </a:lnTo>
                  <a:lnTo>
                    <a:pt x="9" y="44"/>
                  </a:lnTo>
                  <a:lnTo>
                    <a:pt x="9" y="41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5" y="35"/>
                  </a:lnTo>
                  <a:lnTo>
                    <a:pt x="5" y="32"/>
                  </a:lnTo>
                  <a:lnTo>
                    <a:pt x="6" y="32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7" y="29"/>
                  </a:lnTo>
                  <a:lnTo>
                    <a:pt x="6" y="29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5" y="22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1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4"/>
                  </a:lnTo>
                  <a:lnTo>
                    <a:pt x="3" y="3"/>
                  </a:lnTo>
                  <a:lnTo>
                    <a:pt x="6" y="4"/>
                  </a:lnTo>
                  <a:lnTo>
                    <a:pt x="6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6" name="Freeform 391"/>
            <p:cNvSpPr>
              <a:spLocks/>
            </p:cNvSpPr>
            <p:nvPr/>
          </p:nvSpPr>
          <p:spPr bwMode="auto">
            <a:xfrm>
              <a:off x="6288039" y="2941952"/>
              <a:ext cx="53293" cy="68520"/>
            </a:xfrm>
            <a:custGeom>
              <a:avLst/>
              <a:gdLst>
                <a:gd name="T0" fmla="*/ 5 w 21"/>
                <a:gd name="T1" fmla="*/ 0 h 27"/>
                <a:gd name="T2" fmla="*/ 8 w 21"/>
                <a:gd name="T3" fmla="*/ 2 h 27"/>
                <a:gd name="T4" fmla="*/ 9 w 21"/>
                <a:gd name="T5" fmla="*/ 2 h 27"/>
                <a:gd name="T6" fmla="*/ 10 w 21"/>
                <a:gd name="T7" fmla="*/ 2 h 27"/>
                <a:gd name="T8" fmla="*/ 12 w 21"/>
                <a:gd name="T9" fmla="*/ 4 h 27"/>
                <a:gd name="T10" fmla="*/ 12 w 21"/>
                <a:gd name="T11" fmla="*/ 7 h 27"/>
                <a:gd name="T12" fmla="*/ 13 w 21"/>
                <a:gd name="T13" fmla="*/ 7 h 27"/>
                <a:gd name="T14" fmla="*/ 16 w 21"/>
                <a:gd name="T15" fmla="*/ 7 h 27"/>
                <a:gd name="T16" fmla="*/ 18 w 21"/>
                <a:gd name="T17" fmla="*/ 10 h 27"/>
                <a:gd name="T18" fmla="*/ 21 w 21"/>
                <a:gd name="T19" fmla="*/ 10 h 27"/>
                <a:gd name="T20" fmla="*/ 21 w 21"/>
                <a:gd name="T21" fmla="*/ 12 h 27"/>
                <a:gd name="T22" fmla="*/ 20 w 21"/>
                <a:gd name="T23" fmla="*/ 13 h 27"/>
                <a:gd name="T24" fmla="*/ 20 w 21"/>
                <a:gd name="T25" fmla="*/ 15 h 27"/>
                <a:gd name="T26" fmla="*/ 17 w 21"/>
                <a:gd name="T27" fmla="*/ 17 h 27"/>
                <a:gd name="T28" fmla="*/ 16 w 21"/>
                <a:gd name="T29" fmla="*/ 16 h 27"/>
                <a:gd name="T30" fmla="*/ 14 w 21"/>
                <a:gd name="T31" fmla="*/ 16 h 27"/>
                <a:gd name="T32" fmla="*/ 12 w 21"/>
                <a:gd name="T33" fmla="*/ 19 h 27"/>
                <a:gd name="T34" fmla="*/ 10 w 21"/>
                <a:gd name="T35" fmla="*/ 21 h 27"/>
                <a:gd name="T36" fmla="*/ 10 w 21"/>
                <a:gd name="T37" fmla="*/ 27 h 27"/>
                <a:gd name="T38" fmla="*/ 8 w 21"/>
                <a:gd name="T39" fmla="*/ 25 h 27"/>
                <a:gd name="T40" fmla="*/ 8 w 21"/>
                <a:gd name="T41" fmla="*/ 23 h 27"/>
                <a:gd name="T42" fmla="*/ 3 w 21"/>
                <a:gd name="T43" fmla="*/ 17 h 27"/>
                <a:gd name="T44" fmla="*/ 1 w 21"/>
                <a:gd name="T45" fmla="*/ 16 h 27"/>
                <a:gd name="T46" fmla="*/ 0 w 21"/>
                <a:gd name="T47" fmla="*/ 16 h 27"/>
                <a:gd name="T48" fmla="*/ 1 w 21"/>
                <a:gd name="T49" fmla="*/ 15 h 27"/>
                <a:gd name="T50" fmla="*/ 3 w 21"/>
                <a:gd name="T51" fmla="*/ 12 h 27"/>
                <a:gd name="T52" fmla="*/ 3 w 21"/>
                <a:gd name="T53" fmla="*/ 10 h 27"/>
                <a:gd name="T54" fmla="*/ 4 w 21"/>
                <a:gd name="T55" fmla="*/ 7 h 27"/>
                <a:gd name="T56" fmla="*/ 5 w 21"/>
                <a:gd name="T57" fmla="*/ 7 h 27"/>
                <a:gd name="T58" fmla="*/ 6 w 21"/>
                <a:gd name="T59" fmla="*/ 6 h 27"/>
                <a:gd name="T60" fmla="*/ 6 w 21"/>
                <a:gd name="T61" fmla="*/ 4 h 27"/>
                <a:gd name="T62" fmla="*/ 4 w 21"/>
                <a:gd name="T63" fmla="*/ 3 h 27"/>
                <a:gd name="T64" fmla="*/ 4 w 21"/>
                <a:gd name="T65" fmla="*/ 0 h 27"/>
                <a:gd name="T66" fmla="*/ 5 w 21"/>
                <a:gd name="T6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" h="27">
                  <a:moveTo>
                    <a:pt x="5" y="0"/>
                  </a:move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6" y="7"/>
                  </a:lnTo>
                  <a:lnTo>
                    <a:pt x="18" y="10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17" y="17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9"/>
                  </a:lnTo>
                  <a:lnTo>
                    <a:pt x="10" y="21"/>
                  </a:lnTo>
                  <a:lnTo>
                    <a:pt x="10" y="27"/>
                  </a:lnTo>
                  <a:lnTo>
                    <a:pt x="8" y="25"/>
                  </a:lnTo>
                  <a:lnTo>
                    <a:pt x="8" y="23"/>
                  </a:lnTo>
                  <a:lnTo>
                    <a:pt x="3" y="17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1" y="15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3"/>
                  </a:lnTo>
                  <a:lnTo>
                    <a:pt x="4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7" name="Freeform 392"/>
            <p:cNvSpPr>
              <a:spLocks noEditPoints="1"/>
            </p:cNvSpPr>
            <p:nvPr/>
          </p:nvSpPr>
          <p:spPr bwMode="auto">
            <a:xfrm>
              <a:off x="6143389" y="2845518"/>
              <a:ext cx="164954" cy="126887"/>
            </a:xfrm>
            <a:custGeom>
              <a:avLst/>
              <a:gdLst>
                <a:gd name="T0" fmla="*/ 40 w 65"/>
                <a:gd name="T1" fmla="*/ 49 h 50"/>
                <a:gd name="T2" fmla="*/ 35 w 65"/>
                <a:gd name="T3" fmla="*/ 45 h 50"/>
                <a:gd name="T4" fmla="*/ 35 w 65"/>
                <a:gd name="T5" fmla="*/ 45 h 50"/>
                <a:gd name="T6" fmla="*/ 40 w 65"/>
                <a:gd name="T7" fmla="*/ 44 h 50"/>
                <a:gd name="T8" fmla="*/ 35 w 65"/>
                <a:gd name="T9" fmla="*/ 42 h 50"/>
                <a:gd name="T10" fmla="*/ 20 w 65"/>
                <a:gd name="T11" fmla="*/ 36 h 50"/>
                <a:gd name="T12" fmla="*/ 15 w 65"/>
                <a:gd name="T13" fmla="*/ 28 h 50"/>
                <a:gd name="T14" fmla="*/ 17 w 65"/>
                <a:gd name="T15" fmla="*/ 28 h 50"/>
                <a:gd name="T16" fmla="*/ 20 w 65"/>
                <a:gd name="T17" fmla="*/ 30 h 50"/>
                <a:gd name="T18" fmla="*/ 19 w 65"/>
                <a:gd name="T19" fmla="*/ 26 h 50"/>
                <a:gd name="T20" fmla="*/ 9 w 65"/>
                <a:gd name="T21" fmla="*/ 21 h 50"/>
                <a:gd name="T22" fmla="*/ 12 w 65"/>
                <a:gd name="T23" fmla="*/ 26 h 50"/>
                <a:gd name="T24" fmla="*/ 9 w 65"/>
                <a:gd name="T25" fmla="*/ 21 h 50"/>
                <a:gd name="T26" fmla="*/ 13 w 65"/>
                <a:gd name="T27" fmla="*/ 23 h 50"/>
                <a:gd name="T28" fmla="*/ 9 w 65"/>
                <a:gd name="T29" fmla="*/ 17 h 50"/>
                <a:gd name="T30" fmla="*/ 36 w 65"/>
                <a:gd name="T31" fmla="*/ 0 h 50"/>
                <a:gd name="T32" fmla="*/ 45 w 65"/>
                <a:gd name="T33" fmla="*/ 7 h 50"/>
                <a:gd name="T34" fmla="*/ 58 w 65"/>
                <a:gd name="T35" fmla="*/ 7 h 50"/>
                <a:gd name="T36" fmla="*/ 62 w 65"/>
                <a:gd name="T37" fmla="*/ 15 h 50"/>
                <a:gd name="T38" fmla="*/ 65 w 65"/>
                <a:gd name="T39" fmla="*/ 17 h 50"/>
                <a:gd name="T40" fmla="*/ 62 w 65"/>
                <a:gd name="T41" fmla="*/ 20 h 50"/>
                <a:gd name="T42" fmla="*/ 56 w 65"/>
                <a:gd name="T43" fmla="*/ 17 h 50"/>
                <a:gd name="T44" fmla="*/ 49 w 65"/>
                <a:gd name="T45" fmla="*/ 17 h 50"/>
                <a:gd name="T46" fmla="*/ 44 w 65"/>
                <a:gd name="T47" fmla="*/ 16 h 50"/>
                <a:gd name="T48" fmla="*/ 40 w 65"/>
                <a:gd name="T49" fmla="*/ 15 h 50"/>
                <a:gd name="T50" fmla="*/ 36 w 65"/>
                <a:gd name="T51" fmla="*/ 16 h 50"/>
                <a:gd name="T52" fmla="*/ 32 w 65"/>
                <a:gd name="T53" fmla="*/ 17 h 50"/>
                <a:gd name="T54" fmla="*/ 27 w 65"/>
                <a:gd name="T55" fmla="*/ 15 h 50"/>
                <a:gd name="T56" fmla="*/ 24 w 65"/>
                <a:gd name="T57" fmla="*/ 20 h 50"/>
                <a:gd name="T58" fmla="*/ 28 w 65"/>
                <a:gd name="T59" fmla="*/ 24 h 50"/>
                <a:gd name="T60" fmla="*/ 29 w 65"/>
                <a:gd name="T61" fmla="*/ 29 h 50"/>
                <a:gd name="T62" fmla="*/ 48 w 65"/>
                <a:gd name="T63" fmla="*/ 48 h 50"/>
                <a:gd name="T64" fmla="*/ 45 w 65"/>
                <a:gd name="T65" fmla="*/ 49 h 50"/>
                <a:gd name="T66" fmla="*/ 48 w 65"/>
                <a:gd name="T67" fmla="*/ 49 h 50"/>
                <a:gd name="T68" fmla="*/ 33 w 65"/>
                <a:gd name="T69" fmla="*/ 41 h 50"/>
                <a:gd name="T70" fmla="*/ 29 w 65"/>
                <a:gd name="T71" fmla="*/ 38 h 50"/>
                <a:gd name="T72" fmla="*/ 21 w 65"/>
                <a:gd name="T73" fmla="*/ 34 h 50"/>
                <a:gd name="T74" fmla="*/ 23 w 65"/>
                <a:gd name="T75" fmla="*/ 30 h 50"/>
                <a:gd name="T76" fmla="*/ 21 w 65"/>
                <a:gd name="T77" fmla="*/ 28 h 50"/>
                <a:gd name="T78" fmla="*/ 16 w 65"/>
                <a:gd name="T79" fmla="*/ 19 h 50"/>
                <a:gd name="T80" fmla="*/ 9 w 65"/>
                <a:gd name="T81" fmla="*/ 15 h 50"/>
                <a:gd name="T82" fmla="*/ 4 w 65"/>
                <a:gd name="T83" fmla="*/ 24 h 50"/>
                <a:gd name="T84" fmla="*/ 2 w 65"/>
                <a:gd name="T85" fmla="*/ 19 h 50"/>
                <a:gd name="T86" fmla="*/ 4 w 65"/>
                <a:gd name="T87" fmla="*/ 13 h 50"/>
                <a:gd name="T88" fmla="*/ 15 w 65"/>
                <a:gd name="T89" fmla="*/ 13 h 50"/>
                <a:gd name="T90" fmla="*/ 21 w 65"/>
                <a:gd name="T91" fmla="*/ 7 h 50"/>
                <a:gd name="T92" fmla="*/ 35 w 65"/>
                <a:gd name="T9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5" h="50">
                  <a:moveTo>
                    <a:pt x="41" y="48"/>
                  </a:moveTo>
                  <a:lnTo>
                    <a:pt x="42" y="49"/>
                  </a:lnTo>
                  <a:lnTo>
                    <a:pt x="40" y="49"/>
                  </a:lnTo>
                  <a:lnTo>
                    <a:pt x="37" y="48"/>
                  </a:lnTo>
                  <a:lnTo>
                    <a:pt x="41" y="48"/>
                  </a:lnTo>
                  <a:close/>
                  <a:moveTo>
                    <a:pt x="35" y="45"/>
                  </a:moveTo>
                  <a:lnTo>
                    <a:pt x="41" y="45"/>
                  </a:lnTo>
                  <a:lnTo>
                    <a:pt x="38" y="46"/>
                  </a:lnTo>
                  <a:lnTo>
                    <a:pt x="35" y="45"/>
                  </a:lnTo>
                  <a:close/>
                  <a:moveTo>
                    <a:pt x="35" y="42"/>
                  </a:moveTo>
                  <a:lnTo>
                    <a:pt x="40" y="42"/>
                  </a:lnTo>
                  <a:lnTo>
                    <a:pt x="40" y="44"/>
                  </a:lnTo>
                  <a:lnTo>
                    <a:pt x="38" y="45"/>
                  </a:lnTo>
                  <a:lnTo>
                    <a:pt x="36" y="44"/>
                  </a:lnTo>
                  <a:lnTo>
                    <a:pt x="35" y="42"/>
                  </a:lnTo>
                  <a:close/>
                  <a:moveTo>
                    <a:pt x="16" y="32"/>
                  </a:moveTo>
                  <a:lnTo>
                    <a:pt x="19" y="33"/>
                  </a:lnTo>
                  <a:lnTo>
                    <a:pt x="20" y="36"/>
                  </a:lnTo>
                  <a:lnTo>
                    <a:pt x="16" y="32"/>
                  </a:lnTo>
                  <a:close/>
                  <a:moveTo>
                    <a:pt x="13" y="28"/>
                  </a:moveTo>
                  <a:lnTo>
                    <a:pt x="15" y="28"/>
                  </a:lnTo>
                  <a:lnTo>
                    <a:pt x="16" y="30"/>
                  </a:lnTo>
                  <a:lnTo>
                    <a:pt x="13" y="28"/>
                  </a:lnTo>
                  <a:close/>
                  <a:moveTo>
                    <a:pt x="17" y="28"/>
                  </a:moveTo>
                  <a:lnTo>
                    <a:pt x="19" y="28"/>
                  </a:lnTo>
                  <a:lnTo>
                    <a:pt x="21" y="30"/>
                  </a:lnTo>
                  <a:lnTo>
                    <a:pt x="20" y="30"/>
                  </a:lnTo>
                  <a:lnTo>
                    <a:pt x="17" y="28"/>
                  </a:lnTo>
                  <a:close/>
                  <a:moveTo>
                    <a:pt x="16" y="24"/>
                  </a:moveTo>
                  <a:lnTo>
                    <a:pt x="19" y="26"/>
                  </a:lnTo>
                  <a:lnTo>
                    <a:pt x="16" y="26"/>
                  </a:lnTo>
                  <a:lnTo>
                    <a:pt x="16" y="24"/>
                  </a:lnTo>
                  <a:close/>
                  <a:moveTo>
                    <a:pt x="9" y="21"/>
                  </a:moveTo>
                  <a:lnTo>
                    <a:pt x="12" y="24"/>
                  </a:lnTo>
                  <a:lnTo>
                    <a:pt x="13" y="26"/>
                  </a:lnTo>
                  <a:lnTo>
                    <a:pt x="12" y="26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9" y="21"/>
                  </a:lnTo>
                  <a:close/>
                  <a:moveTo>
                    <a:pt x="11" y="16"/>
                  </a:moveTo>
                  <a:lnTo>
                    <a:pt x="15" y="21"/>
                  </a:lnTo>
                  <a:lnTo>
                    <a:pt x="13" y="23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9" y="17"/>
                  </a:lnTo>
                  <a:lnTo>
                    <a:pt x="11" y="16"/>
                  </a:lnTo>
                  <a:close/>
                  <a:moveTo>
                    <a:pt x="35" y="0"/>
                  </a:moveTo>
                  <a:lnTo>
                    <a:pt x="36" y="0"/>
                  </a:lnTo>
                  <a:lnTo>
                    <a:pt x="41" y="4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52" y="8"/>
                  </a:lnTo>
                  <a:lnTo>
                    <a:pt x="56" y="9"/>
                  </a:lnTo>
                  <a:lnTo>
                    <a:pt x="58" y="7"/>
                  </a:lnTo>
                  <a:lnTo>
                    <a:pt x="60" y="8"/>
                  </a:lnTo>
                  <a:lnTo>
                    <a:pt x="61" y="12"/>
                  </a:lnTo>
                  <a:lnTo>
                    <a:pt x="62" y="15"/>
                  </a:lnTo>
                  <a:lnTo>
                    <a:pt x="63" y="16"/>
                  </a:lnTo>
                  <a:lnTo>
                    <a:pt x="65" y="16"/>
                  </a:lnTo>
                  <a:lnTo>
                    <a:pt x="65" y="17"/>
                  </a:lnTo>
                  <a:lnTo>
                    <a:pt x="63" y="17"/>
                  </a:lnTo>
                  <a:lnTo>
                    <a:pt x="62" y="17"/>
                  </a:lnTo>
                  <a:lnTo>
                    <a:pt x="62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6" y="17"/>
                  </a:lnTo>
                  <a:lnTo>
                    <a:pt x="54" y="17"/>
                  </a:lnTo>
                  <a:lnTo>
                    <a:pt x="52" y="17"/>
                  </a:lnTo>
                  <a:lnTo>
                    <a:pt x="49" y="17"/>
                  </a:lnTo>
                  <a:lnTo>
                    <a:pt x="49" y="16"/>
                  </a:lnTo>
                  <a:lnTo>
                    <a:pt x="46" y="17"/>
                  </a:lnTo>
                  <a:lnTo>
                    <a:pt x="44" y="16"/>
                  </a:lnTo>
                  <a:lnTo>
                    <a:pt x="42" y="17"/>
                  </a:lnTo>
                  <a:lnTo>
                    <a:pt x="41" y="15"/>
                  </a:lnTo>
                  <a:lnTo>
                    <a:pt x="40" y="15"/>
                  </a:lnTo>
                  <a:lnTo>
                    <a:pt x="38" y="16"/>
                  </a:lnTo>
                  <a:lnTo>
                    <a:pt x="37" y="15"/>
                  </a:lnTo>
                  <a:lnTo>
                    <a:pt x="36" y="16"/>
                  </a:lnTo>
                  <a:lnTo>
                    <a:pt x="35" y="16"/>
                  </a:lnTo>
                  <a:lnTo>
                    <a:pt x="32" y="16"/>
                  </a:lnTo>
                  <a:lnTo>
                    <a:pt x="32" y="17"/>
                  </a:lnTo>
                  <a:lnTo>
                    <a:pt x="31" y="19"/>
                  </a:lnTo>
                  <a:lnTo>
                    <a:pt x="29" y="16"/>
                  </a:lnTo>
                  <a:lnTo>
                    <a:pt x="27" y="15"/>
                  </a:lnTo>
                  <a:lnTo>
                    <a:pt x="25" y="16"/>
                  </a:lnTo>
                  <a:lnTo>
                    <a:pt x="25" y="19"/>
                  </a:lnTo>
                  <a:lnTo>
                    <a:pt x="24" y="20"/>
                  </a:lnTo>
                  <a:lnTo>
                    <a:pt x="25" y="21"/>
                  </a:lnTo>
                  <a:lnTo>
                    <a:pt x="27" y="21"/>
                  </a:lnTo>
                  <a:lnTo>
                    <a:pt x="28" y="24"/>
                  </a:lnTo>
                  <a:lnTo>
                    <a:pt x="29" y="26"/>
                  </a:lnTo>
                  <a:lnTo>
                    <a:pt x="31" y="28"/>
                  </a:lnTo>
                  <a:lnTo>
                    <a:pt x="29" y="29"/>
                  </a:lnTo>
                  <a:lnTo>
                    <a:pt x="31" y="30"/>
                  </a:lnTo>
                  <a:lnTo>
                    <a:pt x="40" y="38"/>
                  </a:lnTo>
                  <a:lnTo>
                    <a:pt x="48" y="48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5" y="49"/>
                  </a:lnTo>
                  <a:lnTo>
                    <a:pt x="44" y="48"/>
                  </a:lnTo>
                  <a:lnTo>
                    <a:pt x="46" y="49"/>
                  </a:lnTo>
                  <a:lnTo>
                    <a:pt x="48" y="49"/>
                  </a:lnTo>
                  <a:lnTo>
                    <a:pt x="42" y="42"/>
                  </a:lnTo>
                  <a:lnTo>
                    <a:pt x="38" y="41"/>
                  </a:lnTo>
                  <a:lnTo>
                    <a:pt x="33" y="41"/>
                  </a:lnTo>
                  <a:lnTo>
                    <a:pt x="31" y="41"/>
                  </a:lnTo>
                  <a:lnTo>
                    <a:pt x="29" y="40"/>
                  </a:lnTo>
                  <a:lnTo>
                    <a:pt x="29" y="38"/>
                  </a:lnTo>
                  <a:lnTo>
                    <a:pt x="27" y="37"/>
                  </a:lnTo>
                  <a:lnTo>
                    <a:pt x="24" y="34"/>
                  </a:lnTo>
                  <a:lnTo>
                    <a:pt x="21" y="34"/>
                  </a:lnTo>
                  <a:lnTo>
                    <a:pt x="20" y="33"/>
                  </a:lnTo>
                  <a:lnTo>
                    <a:pt x="21" y="30"/>
                  </a:lnTo>
                  <a:lnTo>
                    <a:pt x="23" y="30"/>
                  </a:lnTo>
                  <a:lnTo>
                    <a:pt x="25" y="30"/>
                  </a:lnTo>
                  <a:lnTo>
                    <a:pt x="23" y="29"/>
                  </a:lnTo>
                  <a:lnTo>
                    <a:pt x="21" y="28"/>
                  </a:lnTo>
                  <a:lnTo>
                    <a:pt x="19" y="25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8" y="19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4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17" y="9"/>
                  </a:lnTo>
                  <a:lnTo>
                    <a:pt x="21" y="7"/>
                  </a:lnTo>
                  <a:lnTo>
                    <a:pt x="23" y="4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8" name="Freeform 393"/>
            <p:cNvSpPr>
              <a:spLocks/>
            </p:cNvSpPr>
            <p:nvPr/>
          </p:nvSpPr>
          <p:spPr bwMode="auto">
            <a:xfrm>
              <a:off x="6204295" y="2883585"/>
              <a:ext cx="114199" cy="98973"/>
            </a:xfrm>
            <a:custGeom>
              <a:avLst/>
              <a:gdLst>
                <a:gd name="T0" fmla="*/ 5 w 45"/>
                <a:gd name="T1" fmla="*/ 1 h 39"/>
                <a:gd name="T2" fmla="*/ 8 w 45"/>
                <a:gd name="T3" fmla="*/ 2 h 39"/>
                <a:gd name="T4" fmla="*/ 11 w 45"/>
                <a:gd name="T5" fmla="*/ 1 h 39"/>
                <a:gd name="T6" fmla="*/ 13 w 45"/>
                <a:gd name="T7" fmla="*/ 0 h 39"/>
                <a:gd name="T8" fmla="*/ 16 w 45"/>
                <a:gd name="T9" fmla="*/ 0 h 39"/>
                <a:gd name="T10" fmla="*/ 18 w 45"/>
                <a:gd name="T11" fmla="*/ 2 h 39"/>
                <a:gd name="T12" fmla="*/ 22 w 45"/>
                <a:gd name="T13" fmla="*/ 2 h 39"/>
                <a:gd name="T14" fmla="*/ 25 w 45"/>
                <a:gd name="T15" fmla="*/ 2 h 39"/>
                <a:gd name="T16" fmla="*/ 30 w 45"/>
                <a:gd name="T17" fmla="*/ 2 h 39"/>
                <a:gd name="T18" fmla="*/ 34 w 45"/>
                <a:gd name="T19" fmla="*/ 5 h 39"/>
                <a:gd name="T20" fmla="*/ 38 w 45"/>
                <a:gd name="T21" fmla="*/ 6 h 39"/>
                <a:gd name="T22" fmla="*/ 41 w 45"/>
                <a:gd name="T23" fmla="*/ 5 h 39"/>
                <a:gd name="T24" fmla="*/ 38 w 45"/>
                <a:gd name="T25" fmla="*/ 11 h 39"/>
                <a:gd name="T26" fmla="*/ 42 w 45"/>
                <a:gd name="T27" fmla="*/ 15 h 39"/>
                <a:gd name="T28" fmla="*/ 45 w 45"/>
                <a:gd name="T29" fmla="*/ 18 h 39"/>
                <a:gd name="T30" fmla="*/ 42 w 45"/>
                <a:gd name="T31" fmla="*/ 18 h 39"/>
                <a:gd name="T32" fmla="*/ 41 w 45"/>
                <a:gd name="T33" fmla="*/ 21 h 39"/>
                <a:gd name="T34" fmla="*/ 42 w 45"/>
                <a:gd name="T35" fmla="*/ 25 h 39"/>
                <a:gd name="T36" fmla="*/ 38 w 45"/>
                <a:gd name="T37" fmla="*/ 23 h 39"/>
                <a:gd name="T38" fmla="*/ 37 w 45"/>
                <a:gd name="T39" fmla="*/ 26 h 39"/>
                <a:gd name="T40" fmla="*/ 39 w 45"/>
                <a:gd name="T41" fmla="*/ 29 h 39"/>
                <a:gd name="T42" fmla="*/ 37 w 45"/>
                <a:gd name="T43" fmla="*/ 30 h 39"/>
                <a:gd name="T44" fmla="*/ 36 w 45"/>
                <a:gd name="T45" fmla="*/ 35 h 39"/>
                <a:gd name="T46" fmla="*/ 33 w 45"/>
                <a:gd name="T47" fmla="*/ 39 h 39"/>
                <a:gd name="T48" fmla="*/ 29 w 45"/>
                <a:gd name="T49" fmla="*/ 35 h 39"/>
                <a:gd name="T50" fmla="*/ 24 w 45"/>
                <a:gd name="T51" fmla="*/ 35 h 39"/>
                <a:gd name="T52" fmla="*/ 24 w 45"/>
                <a:gd name="T53" fmla="*/ 33 h 39"/>
                <a:gd name="T54" fmla="*/ 7 w 45"/>
                <a:gd name="T55" fmla="*/ 15 h 39"/>
                <a:gd name="T56" fmla="*/ 7 w 45"/>
                <a:gd name="T57" fmla="*/ 13 h 39"/>
                <a:gd name="T58" fmla="*/ 4 w 45"/>
                <a:gd name="T59" fmla="*/ 9 h 39"/>
                <a:gd name="T60" fmla="*/ 1 w 45"/>
                <a:gd name="T61" fmla="*/ 6 h 39"/>
                <a:gd name="T62" fmla="*/ 1 w 45"/>
                <a:gd name="T63" fmla="*/ 4 h 39"/>
                <a:gd name="T64" fmla="*/ 3 w 45"/>
                <a:gd name="T6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5" h="39">
                  <a:moveTo>
                    <a:pt x="3" y="0"/>
                  </a:moveTo>
                  <a:lnTo>
                    <a:pt x="5" y="1"/>
                  </a:lnTo>
                  <a:lnTo>
                    <a:pt x="7" y="4"/>
                  </a:lnTo>
                  <a:lnTo>
                    <a:pt x="8" y="2"/>
                  </a:lnTo>
                  <a:lnTo>
                    <a:pt x="8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3" y="0"/>
                  </a:lnTo>
                  <a:lnTo>
                    <a:pt x="14" y="1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8" y="2"/>
                  </a:lnTo>
                  <a:lnTo>
                    <a:pt x="20" y="1"/>
                  </a:lnTo>
                  <a:lnTo>
                    <a:pt x="22" y="2"/>
                  </a:lnTo>
                  <a:lnTo>
                    <a:pt x="25" y="1"/>
                  </a:lnTo>
                  <a:lnTo>
                    <a:pt x="25" y="2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4" y="5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42" y="15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19"/>
                  </a:lnTo>
                  <a:lnTo>
                    <a:pt x="42" y="18"/>
                  </a:lnTo>
                  <a:lnTo>
                    <a:pt x="41" y="18"/>
                  </a:lnTo>
                  <a:lnTo>
                    <a:pt x="41" y="21"/>
                  </a:lnTo>
                  <a:lnTo>
                    <a:pt x="43" y="25"/>
                  </a:lnTo>
                  <a:lnTo>
                    <a:pt x="42" y="25"/>
                  </a:lnTo>
                  <a:lnTo>
                    <a:pt x="41" y="25"/>
                  </a:lnTo>
                  <a:lnTo>
                    <a:pt x="38" y="23"/>
                  </a:lnTo>
                  <a:lnTo>
                    <a:pt x="37" y="23"/>
                  </a:lnTo>
                  <a:lnTo>
                    <a:pt x="37" y="26"/>
                  </a:lnTo>
                  <a:lnTo>
                    <a:pt x="39" y="27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7" y="30"/>
                  </a:lnTo>
                  <a:lnTo>
                    <a:pt x="36" y="33"/>
                  </a:lnTo>
                  <a:lnTo>
                    <a:pt x="36" y="35"/>
                  </a:lnTo>
                  <a:lnTo>
                    <a:pt x="34" y="38"/>
                  </a:lnTo>
                  <a:lnTo>
                    <a:pt x="33" y="39"/>
                  </a:lnTo>
                  <a:lnTo>
                    <a:pt x="30" y="35"/>
                  </a:lnTo>
                  <a:lnTo>
                    <a:pt x="29" y="35"/>
                  </a:lnTo>
                  <a:lnTo>
                    <a:pt x="25" y="35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4" y="33"/>
                  </a:lnTo>
                  <a:lnTo>
                    <a:pt x="16" y="23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7" y="13"/>
                  </a:lnTo>
                  <a:lnTo>
                    <a:pt x="5" y="11"/>
                  </a:lnTo>
                  <a:lnTo>
                    <a:pt x="4" y="9"/>
                  </a:lnTo>
                  <a:lnTo>
                    <a:pt x="3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9" name="Freeform 394"/>
            <p:cNvSpPr>
              <a:spLocks/>
            </p:cNvSpPr>
            <p:nvPr/>
          </p:nvSpPr>
          <p:spPr bwMode="auto">
            <a:xfrm>
              <a:off x="6143389" y="2825216"/>
              <a:ext cx="88822" cy="58369"/>
            </a:xfrm>
            <a:custGeom>
              <a:avLst/>
              <a:gdLst>
                <a:gd name="T0" fmla="*/ 31 w 35"/>
                <a:gd name="T1" fmla="*/ 0 h 23"/>
                <a:gd name="T2" fmla="*/ 35 w 35"/>
                <a:gd name="T3" fmla="*/ 4 h 23"/>
                <a:gd name="T4" fmla="*/ 35 w 35"/>
                <a:gd name="T5" fmla="*/ 8 h 23"/>
                <a:gd name="T6" fmla="*/ 29 w 35"/>
                <a:gd name="T7" fmla="*/ 8 h 23"/>
                <a:gd name="T8" fmla="*/ 23 w 35"/>
                <a:gd name="T9" fmla="*/ 12 h 23"/>
                <a:gd name="T10" fmla="*/ 21 w 35"/>
                <a:gd name="T11" fmla="*/ 15 h 23"/>
                <a:gd name="T12" fmla="*/ 17 w 35"/>
                <a:gd name="T13" fmla="*/ 17 h 23"/>
                <a:gd name="T14" fmla="*/ 17 w 35"/>
                <a:gd name="T15" fmla="*/ 21 h 23"/>
                <a:gd name="T16" fmla="*/ 15 w 35"/>
                <a:gd name="T17" fmla="*/ 21 h 23"/>
                <a:gd name="T18" fmla="*/ 11 w 35"/>
                <a:gd name="T19" fmla="*/ 19 h 23"/>
                <a:gd name="T20" fmla="*/ 8 w 35"/>
                <a:gd name="T21" fmla="*/ 20 h 23"/>
                <a:gd name="T22" fmla="*/ 4 w 35"/>
                <a:gd name="T23" fmla="*/ 21 h 23"/>
                <a:gd name="T24" fmla="*/ 0 w 35"/>
                <a:gd name="T25" fmla="*/ 23 h 23"/>
                <a:gd name="T26" fmla="*/ 0 w 35"/>
                <a:gd name="T27" fmla="*/ 20 h 23"/>
                <a:gd name="T28" fmla="*/ 3 w 35"/>
                <a:gd name="T29" fmla="*/ 20 h 23"/>
                <a:gd name="T30" fmla="*/ 3 w 35"/>
                <a:gd name="T31" fmla="*/ 17 h 23"/>
                <a:gd name="T32" fmla="*/ 0 w 35"/>
                <a:gd name="T33" fmla="*/ 17 h 23"/>
                <a:gd name="T34" fmla="*/ 0 w 35"/>
                <a:gd name="T35" fmla="*/ 17 h 23"/>
                <a:gd name="T36" fmla="*/ 0 w 35"/>
                <a:gd name="T37" fmla="*/ 12 h 23"/>
                <a:gd name="T38" fmla="*/ 2 w 35"/>
                <a:gd name="T39" fmla="*/ 11 h 23"/>
                <a:gd name="T40" fmla="*/ 0 w 35"/>
                <a:gd name="T41" fmla="*/ 8 h 23"/>
                <a:gd name="T42" fmla="*/ 3 w 35"/>
                <a:gd name="T43" fmla="*/ 4 h 23"/>
                <a:gd name="T44" fmla="*/ 6 w 35"/>
                <a:gd name="T45" fmla="*/ 4 h 23"/>
                <a:gd name="T46" fmla="*/ 11 w 35"/>
                <a:gd name="T47" fmla="*/ 4 h 23"/>
                <a:gd name="T48" fmla="*/ 12 w 35"/>
                <a:gd name="T49" fmla="*/ 7 h 23"/>
                <a:gd name="T50" fmla="*/ 15 w 35"/>
                <a:gd name="T51" fmla="*/ 6 h 23"/>
                <a:gd name="T52" fmla="*/ 17 w 35"/>
                <a:gd name="T53" fmla="*/ 6 h 23"/>
                <a:gd name="T54" fmla="*/ 20 w 35"/>
                <a:gd name="T55" fmla="*/ 4 h 23"/>
                <a:gd name="T56" fmla="*/ 21 w 35"/>
                <a:gd name="T57" fmla="*/ 4 h 23"/>
                <a:gd name="T58" fmla="*/ 23 w 35"/>
                <a:gd name="T59" fmla="*/ 4 h 23"/>
                <a:gd name="T60" fmla="*/ 28 w 35"/>
                <a:gd name="T61" fmla="*/ 2 h 23"/>
                <a:gd name="T62" fmla="*/ 31 w 35"/>
                <a:gd name="T6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" h="23">
                  <a:moveTo>
                    <a:pt x="31" y="0"/>
                  </a:moveTo>
                  <a:lnTo>
                    <a:pt x="35" y="4"/>
                  </a:lnTo>
                  <a:lnTo>
                    <a:pt x="35" y="8"/>
                  </a:lnTo>
                  <a:lnTo>
                    <a:pt x="29" y="8"/>
                  </a:lnTo>
                  <a:lnTo>
                    <a:pt x="23" y="12"/>
                  </a:lnTo>
                  <a:lnTo>
                    <a:pt x="21" y="15"/>
                  </a:lnTo>
                  <a:lnTo>
                    <a:pt x="17" y="17"/>
                  </a:lnTo>
                  <a:lnTo>
                    <a:pt x="17" y="21"/>
                  </a:lnTo>
                  <a:lnTo>
                    <a:pt x="15" y="21"/>
                  </a:lnTo>
                  <a:lnTo>
                    <a:pt x="11" y="19"/>
                  </a:lnTo>
                  <a:lnTo>
                    <a:pt x="8" y="20"/>
                  </a:lnTo>
                  <a:lnTo>
                    <a:pt x="4" y="21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3" y="20"/>
                  </a:lnTo>
                  <a:lnTo>
                    <a:pt x="3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2" y="11"/>
                  </a:lnTo>
                  <a:lnTo>
                    <a:pt x="0" y="8"/>
                  </a:lnTo>
                  <a:lnTo>
                    <a:pt x="3" y="4"/>
                  </a:lnTo>
                  <a:lnTo>
                    <a:pt x="6" y="4"/>
                  </a:lnTo>
                  <a:lnTo>
                    <a:pt x="11" y="4"/>
                  </a:lnTo>
                  <a:lnTo>
                    <a:pt x="12" y="7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20" y="4"/>
                  </a:lnTo>
                  <a:lnTo>
                    <a:pt x="21" y="4"/>
                  </a:lnTo>
                  <a:lnTo>
                    <a:pt x="23" y="4"/>
                  </a:lnTo>
                  <a:lnTo>
                    <a:pt x="2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0" name="Freeform 395"/>
            <p:cNvSpPr>
              <a:spLocks/>
            </p:cNvSpPr>
            <p:nvPr/>
          </p:nvSpPr>
          <p:spPr bwMode="auto">
            <a:xfrm>
              <a:off x="6026652" y="2741471"/>
              <a:ext cx="210634" cy="101510"/>
            </a:xfrm>
            <a:custGeom>
              <a:avLst/>
              <a:gdLst>
                <a:gd name="T0" fmla="*/ 62 w 83"/>
                <a:gd name="T1" fmla="*/ 0 h 40"/>
                <a:gd name="T2" fmla="*/ 69 w 83"/>
                <a:gd name="T3" fmla="*/ 3 h 40"/>
                <a:gd name="T4" fmla="*/ 75 w 83"/>
                <a:gd name="T5" fmla="*/ 3 h 40"/>
                <a:gd name="T6" fmla="*/ 82 w 83"/>
                <a:gd name="T7" fmla="*/ 6 h 40"/>
                <a:gd name="T8" fmla="*/ 83 w 83"/>
                <a:gd name="T9" fmla="*/ 15 h 40"/>
                <a:gd name="T10" fmla="*/ 83 w 83"/>
                <a:gd name="T11" fmla="*/ 20 h 40"/>
                <a:gd name="T12" fmla="*/ 77 w 83"/>
                <a:gd name="T13" fmla="*/ 21 h 40"/>
                <a:gd name="T14" fmla="*/ 78 w 83"/>
                <a:gd name="T15" fmla="*/ 27 h 40"/>
                <a:gd name="T16" fmla="*/ 79 w 83"/>
                <a:gd name="T17" fmla="*/ 31 h 40"/>
                <a:gd name="T18" fmla="*/ 74 w 83"/>
                <a:gd name="T19" fmla="*/ 35 h 40"/>
                <a:gd name="T20" fmla="*/ 67 w 83"/>
                <a:gd name="T21" fmla="*/ 37 h 40"/>
                <a:gd name="T22" fmla="*/ 63 w 83"/>
                <a:gd name="T23" fmla="*/ 39 h 40"/>
                <a:gd name="T24" fmla="*/ 58 w 83"/>
                <a:gd name="T25" fmla="*/ 40 h 40"/>
                <a:gd name="T26" fmla="*/ 52 w 83"/>
                <a:gd name="T27" fmla="*/ 37 h 40"/>
                <a:gd name="T28" fmla="*/ 49 w 83"/>
                <a:gd name="T29" fmla="*/ 37 h 40"/>
                <a:gd name="T30" fmla="*/ 44 w 83"/>
                <a:gd name="T31" fmla="*/ 36 h 40"/>
                <a:gd name="T32" fmla="*/ 30 w 83"/>
                <a:gd name="T33" fmla="*/ 32 h 40"/>
                <a:gd name="T34" fmla="*/ 27 w 83"/>
                <a:gd name="T35" fmla="*/ 29 h 40"/>
                <a:gd name="T36" fmla="*/ 19 w 83"/>
                <a:gd name="T37" fmla="*/ 32 h 40"/>
                <a:gd name="T38" fmla="*/ 13 w 83"/>
                <a:gd name="T39" fmla="*/ 31 h 40"/>
                <a:gd name="T40" fmla="*/ 11 w 83"/>
                <a:gd name="T41" fmla="*/ 29 h 40"/>
                <a:gd name="T42" fmla="*/ 7 w 83"/>
                <a:gd name="T43" fmla="*/ 28 h 40"/>
                <a:gd name="T44" fmla="*/ 3 w 83"/>
                <a:gd name="T45" fmla="*/ 29 h 40"/>
                <a:gd name="T46" fmla="*/ 2 w 83"/>
                <a:gd name="T47" fmla="*/ 25 h 40"/>
                <a:gd name="T48" fmla="*/ 0 w 83"/>
                <a:gd name="T49" fmla="*/ 23 h 40"/>
                <a:gd name="T50" fmla="*/ 3 w 83"/>
                <a:gd name="T51" fmla="*/ 23 h 40"/>
                <a:gd name="T52" fmla="*/ 7 w 83"/>
                <a:gd name="T53" fmla="*/ 23 h 40"/>
                <a:gd name="T54" fmla="*/ 11 w 83"/>
                <a:gd name="T55" fmla="*/ 23 h 40"/>
                <a:gd name="T56" fmla="*/ 13 w 83"/>
                <a:gd name="T57" fmla="*/ 21 h 40"/>
                <a:gd name="T58" fmla="*/ 19 w 83"/>
                <a:gd name="T59" fmla="*/ 23 h 40"/>
                <a:gd name="T60" fmla="*/ 23 w 83"/>
                <a:gd name="T61" fmla="*/ 23 h 40"/>
                <a:gd name="T62" fmla="*/ 28 w 83"/>
                <a:gd name="T63" fmla="*/ 20 h 40"/>
                <a:gd name="T64" fmla="*/ 32 w 83"/>
                <a:gd name="T65" fmla="*/ 20 h 40"/>
                <a:gd name="T66" fmla="*/ 37 w 83"/>
                <a:gd name="T67" fmla="*/ 21 h 40"/>
                <a:gd name="T68" fmla="*/ 38 w 83"/>
                <a:gd name="T69" fmla="*/ 17 h 40"/>
                <a:gd name="T70" fmla="*/ 36 w 83"/>
                <a:gd name="T71" fmla="*/ 15 h 40"/>
                <a:gd name="T72" fmla="*/ 41 w 83"/>
                <a:gd name="T73" fmla="*/ 10 h 40"/>
                <a:gd name="T74" fmla="*/ 45 w 83"/>
                <a:gd name="T75" fmla="*/ 7 h 40"/>
                <a:gd name="T76" fmla="*/ 45 w 83"/>
                <a:gd name="T77" fmla="*/ 3 h 40"/>
                <a:gd name="T78" fmla="*/ 53 w 83"/>
                <a:gd name="T79" fmla="*/ 7 h 40"/>
                <a:gd name="T80" fmla="*/ 57 w 83"/>
                <a:gd name="T81" fmla="*/ 4 h 40"/>
                <a:gd name="T82" fmla="*/ 58 w 83"/>
                <a:gd name="T83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3" h="40">
                  <a:moveTo>
                    <a:pt x="59" y="0"/>
                  </a:moveTo>
                  <a:lnTo>
                    <a:pt x="62" y="0"/>
                  </a:lnTo>
                  <a:lnTo>
                    <a:pt x="66" y="0"/>
                  </a:lnTo>
                  <a:lnTo>
                    <a:pt x="69" y="3"/>
                  </a:lnTo>
                  <a:lnTo>
                    <a:pt x="73" y="3"/>
                  </a:lnTo>
                  <a:lnTo>
                    <a:pt x="75" y="3"/>
                  </a:lnTo>
                  <a:lnTo>
                    <a:pt x="78" y="4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20"/>
                  </a:lnTo>
                  <a:lnTo>
                    <a:pt x="78" y="20"/>
                  </a:lnTo>
                  <a:lnTo>
                    <a:pt x="77" y="21"/>
                  </a:lnTo>
                  <a:lnTo>
                    <a:pt x="79" y="24"/>
                  </a:lnTo>
                  <a:lnTo>
                    <a:pt x="78" y="27"/>
                  </a:lnTo>
                  <a:lnTo>
                    <a:pt x="78" y="28"/>
                  </a:lnTo>
                  <a:lnTo>
                    <a:pt x="79" y="31"/>
                  </a:lnTo>
                  <a:lnTo>
                    <a:pt x="78" y="33"/>
                  </a:lnTo>
                  <a:lnTo>
                    <a:pt x="74" y="35"/>
                  </a:lnTo>
                  <a:lnTo>
                    <a:pt x="69" y="37"/>
                  </a:lnTo>
                  <a:lnTo>
                    <a:pt x="67" y="37"/>
                  </a:lnTo>
                  <a:lnTo>
                    <a:pt x="66" y="37"/>
                  </a:lnTo>
                  <a:lnTo>
                    <a:pt x="63" y="39"/>
                  </a:lnTo>
                  <a:lnTo>
                    <a:pt x="61" y="39"/>
                  </a:lnTo>
                  <a:lnTo>
                    <a:pt x="58" y="40"/>
                  </a:lnTo>
                  <a:lnTo>
                    <a:pt x="57" y="37"/>
                  </a:lnTo>
                  <a:lnTo>
                    <a:pt x="52" y="37"/>
                  </a:lnTo>
                  <a:lnTo>
                    <a:pt x="49" y="37"/>
                  </a:lnTo>
                  <a:lnTo>
                    <a:pt x="49" y="37"/>
                  </a:lnTo>
                  <a:lnTo>
                    <a:pt x="48" y="36"/>
                  </a:lnTo>
                  <a:lnTo>
                    <a:pt x="44" y="36"/>
                  </a:lnTo>
                  <a:lnTo>
                    <a:pt x="36" y="35"/>
                  </a:lnTo>
                  <a:lnTo>
                    <a:pt x="30" y="32"/>
                  </a:lnTo>
                  <a:lnTo>
                    <a:pt x="30" y="29"/>
                  </a:lnTo>
                  <a:lnTo>
                    <a:pt x="27" y="29"/>
                  </a:lnTo>
                  <a:lnTo>
                    <a:pt x="24" y="29"/>
                  </a:lnTo>
                  <a:lnTo>
                    <a:pt x="19" y="32"/>
                  </a:lnTo>
                  <a:lnTo>
                    <a:pt x="15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9" y="31"/>
                  </a:lnTo>
                  <a:lnTo>
                    <a:pt x="7" y="28"/>
                  </a:lnTo>
                  <a:lnTo>
                    <a:pt x="5" y="29"/>
                  </a:lnTo>
                  <a:lnTo>
                    <a:pt x="3" y="29"/>
                  </a:lnTo>
                  <a:lnTo>
                    <a:pt x="3" y="27"/>
                  </a:lnTo>
                  <a:lnTo>
                    <a:pt x="2" y="25"/>
                  </a:lnTo>
                  <a:lnTo>
                    <a:pt x="3" y="24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1"/>
                  </a:lnTo>
                  <a:lnTo>
                    <a:pt x="7" y="23"/>
                  </a:lnTo>
                  <a:lnTo>
                    <a:pt x="9" y="24"/>
                  </a:lnTo>
                  <a:lnTo>
                    <a:pt x="11" y="23"/>
                  </a:lnTo>
                  <a:lnTo>
                    <a:pt x="9" y="21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9" y="23"/>
                  </a:lnTo>
                  <a:lnTo>
                    <a:pt x="20" y="21"/>
                  </a:lnTo>
                  <a:lnTo>
                    <a:pt x="23" y="23"/>
                  </a:lnTo>
                  <a:lnTo>
                    <a:pt x="24" y="23"/>
                  </a:lnTo>
                  <a:lnTo>
                    <a:pt x="28" y="20"/>
                  </a:lnTo>
                  <a:lnTo>
                    <a:pt x="29" y="20"/>
                  </a:lnTo>
                  <a:lnTo>
                    <a:pt x="32" y="20"/>
                  </a:lnTo>
                  <a:lnTo>
                    <a:pt x="34" y="20"/>
                  </a:lnTo>
                  <a:lnTo>
                    <a:pt x="37" y="21"/>
                  </a:lnTo>
                  <a:lnTo>
                    <a:pt x="38" y="20"/>
                  </a:lnTo>
                  <a:lnTo>
                    <a:pt x="38" y="17"/>
                  </a:lnTo>
                  <a:lnTo>
                    <a:pt x="36" y="16"/>
                  </a:lnTo>
                  <a:lnTo>
                    <a:pt x="36" y="15"/>
                  </a:lnTo>
                  <a:lnTo>
                    <a:pt x="38" y="11"/>
                  </a:lnTo>
                  <a:lnTo>
                    <a:pt x="41" y="10"/>
                  </a:lnTo>
                  <a:lnTo>
                    <a:pt x="42" y="7"/>
                  </a:lnTo>
                  <a:lnTo>
                    <a:pt x="45" y="7"/>
                  </a:lnTo>
                  <a:lnTo>
                    <a:pt x="45" y="4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53" y="7"/>
                  </a:lnTo>
                  <a:lnTo>
                    <a:pt x="54" y="6"/>
                  </a:lnTo>
                  <a:lnTo>
                    <a:pt x="57" y="4"/>
                  </a:lnTo>
                  <a:lnTo>
                    <a:pt x="57" y="3"/>
                  </a:lnTo>
                  <a:lnTo>
                    <a:pt x="58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1" name="Freeform 396"/>
            <p:cNvSpPr>
              <a:spLocks/>
            </p:cNvSpPr>
            <p:nvPr/>
          </p:nvSpPr>
          <p:spPr bwMode="auto">
            <a:xfrm>
              <a:off x="6148464" y="2502923"/>
              <a:ext cx="274076" cy="228397"/>
            </a:xfrm>
            <a:custGeom>
              <a:avLst/>
              <a:gdLst>
                <a:gd name="T0" fmla="*/ 44 w 108"/>
                <a:gd name="T1" fmla="*/ 1 h 90"/>
                <a:gd name="T2" fmla="*/ 47 w 108"/>
                <a:gd name="T3" fmla="*/ 4 h 90"/>
                <a:gd name="T4" fmla="*/ 43 w 108"/>
                <a:gd name="T5" fmla="*/ 2 h 90"/>
                <a:gd name="T6" fmla="*/ 43 w 108"/>
                <a:gd name="T7" fmla="*/ 6 h 90"/>
                <a:gd name="T8" fmla="*/ 54 w 108"/>
                <a:gd name="T9" fmla="*/ 6 h 90"/>
                <a:gd name="T10" fmla="*/ 56 w 108"/>
                <a:gd name="T11" fmla="*/ 4 h 90"/>
                <a:gd name="T12" fmla="*/ 50 w 108"/>
                <a:gd name="T13" fmla="*/ 9 h 90"/>
                <a:gd name="T14" fmla="*/ 55 w 108"/>
                <a:gd name="T15" fmla="*/ 9 h 90"/>
                <a:gd name="T16" fmla="*/ 60 w 108"/>
                <a:gd name="T17" fmla="*/ 5 h 90"/>
                <a:gd name="T18" fmla="*/ 90 w 108"/>
                <a:gd name="T19" fmla="*/ 4 h 90"/>
                <a:gd name="T20" fmla="*/ 94 w 108"/>
                <a:gd name="T21" fmla="*/ 6 h 90"/>
                <a:gd name="T22" fmla="*/ 96 w 108"/>
                <a:gd name="T23" fmla="*/ 13 h 90"/>
                <a:gd name="T24" fmla="*/ 100 w 108"/>
                <a:gd name="T25" fmla="*/ 22 h 90"/>
                <a:gd name="T26" fmla="*/ 102 w 108"/>
                <a:gd name="T27" fmla="*/ 27 h 90"/>
                <a:gd name="T28" fmla="*/ 104 w 108"/>
                <a:gd name="T29" fmla="*/ 36 h 90"/>
                <a:gd name="T30" fmla="*/ 100 w 108"/>
                <a:gd name="T31" fmla="*/ 39 h 90"/>
                <a:gd name="T32" fmla="*/ 102 w 108"/>
                <a:gd name="T33" fmla="*/ 47 h 90"/>
                <a:gd name="T34" fmla="*/ 102 w 108"/>
                <a:gd name="T35" fmla="*/ 55 h 90"/>
                <a:gd name="T36" fmla="*/ 105 w 108"/>
                <a:gd name="T37" fmla="*/ 60 h 90"/>
                <a:gd name="T38" fmla="*/ 108 w 108"/>
                <a:gd name="T39" fmla="*/ 64 h 90"/>
                <a:gd name="T40" fmla="*/ 108 w 108"/>
                <a:gd name="T41" fmla="*/ 67 h 90"/>
                <a:gd name="T42" fmla="*/ 105 w 108"/>
                <a:gd name="T43" fmla="*/ 71 h 90"/>
                <a:gd name="T44" fmla="*/ 102 w 108"/>
                <a:gd name="T45" fmla="*/ 76 h 90"/>
                <a:gd name="T46" fmla="*/ 96 w 108"/>
                <a:gd name="T47" fmla="*/ 88 h 90"/>
                <a:gd name="T48" fmla="*/ 93 w 108"/>
                <a:gd name="T49" fmla="*/ 90 h 90"/>
                <a:gd name="T50" fmla="*/ 84 w 108"/>
                <a:gd name="T51" fmla="*/ 88 h 90"/>
                <a:gd name="T52" fmla="*/ 80 w 108"/>
                <a:gd name="T53" fmla="*/ 88 h 90"/>
                <a:gd name="T54" fmla="*/ 77 w 108"/>
                <a:gd name="T55" fmla="*/ 89 h 90"/>
                <a:gd name="T56" fmla="*/ 72 w 108"/>
                <a:gd name="T57" fmla="*/ 88 h 90"/>
                <a:gd name="T58" fmla="*/ 69 w 108"/>
                <a:gd name="T59" fmla="*/ 89 h 90"/>
                <a:gd name="T60" fmla="*/ 65 w 108"/>
                <a:gd name="T61" fmla="*/ 90 h 90"/>
                <a:gd name="T62" fmla="*/ 64 w 108"/>
                <a:gd name="T63" fmla="*/ 88 h 90"/>
                <a:gd name="T64" fmla="*/ 59 w 108"/>
                <a:gd name="T65" fmla="*/ 85 h 90"/>
                <a:gd name="T66" fmla="*/ 56 w 108"/>
                <a:gd name="T67" fmla="*/ 86 h 90"/>
                <a:gd name="T68" fmla="*/ 47 w 108"/>
                <a:gd name="T69" fmla="*/ 77 h 90"/>
                <a:gd name="T70" fmla="*/ 39 w 108"/>
                <a:gd name="T71" fmla="*/ 77 h 90"/>
                <a:gd name="T72" fmla="*/ 36 w 108"/>
                <a:gd name="T73" fmla="*/ 73 h 90"/>
                <a:gd name="T74" fmla="*/ 27 w 108"/>
                <a:gd name="T75" fmla="*/ 71 h 90"/>
                <a:gd name="T76" fmla="*/ 30 w 108"/>
                <a:gd name="T77" fmla="*/ 75 h 90"/>
                <a:gd name="T78" fmla="*/ 26 w 108"/>
                <a:gd name="T79" fmla="*/ 76 h 90"/>
                <a:gd name="T80" fmla="*/ 25 w 108"/>
                <a:gd name="T81" fmla="*/ 73 h 90"/>
                <a:gd name="T82" fmla="*/ 23 w 108"/>
                <a:gd name="T83" fmla="*/ 72 h 90"/>
                <a:gd name="T84" fmla="*/ 23 w 108"/>
                <a:gd name="T85" fmla="*/ 67 h 90"/>
                <a:gd name="T86" fmla="*/ 19 w 108"/>
                <a:gd name="T87" fmla="*/ 65 h 90"/>
                <a:gd name="T88" fmla="*/ 14 w 108"/>
                <a:gd name="T89" fmla="*/ 63 h 90"/>
                <a:gd name="T90" fmla="*/ 11 w 108"/>
                <a:gd name="T91" fmla="*/ 64 h 90"/>
                <a:gd name="T92" fmla="*/ 9 w 108"/>
                <a:gd name="T93" fmla="*/ 63 h 90"/>
                <a:gd name="T94" fmla="*/ 9 w 108"/>
                <a:gd name="T95" fmla="*/ 56 h 90"/>
                <a:gd name="T96" fmla="*/ 6 w 108"/>
                <a:gd name="T97" fmla="*/ 52 h 90"/>
                <a:gd name="T98" fmla="*/ 5 w 108"/>
                <a:gd name="T99" fmla="*/ 46 h 90"/>
                <a:gd name="T100" fmla="*/ 5 w 108"/>
                <a:gd name="T101" fmla="*/ 42 h 90"/>
                <a:gd name="T102" fmla="*/ 4 w 108"/>
                <a:gd name="T103" fmla="*/ 36 h 90"/>
                <a:gd name="T104" fmla="*/ 0 w 108"/>
                <a:gd name="T105" fmla="*/ 31 h 90"/>
                <a:gd name="T106" fmla="*/ 4 w 108"/>
                <a:gd name="T107" fmla="*/ 26 h 90"/>
                <a:gd name="T108" fmla="*/ 2 w 108"/>
                <a:gd name="T109" fmla="*/ 21 h 90"/>
                <a:gd name="T110" fmla="*/ 4 w 108"/>
                <a:gd name="T111" fmla="*/ 19 h 90"/>
                <a:gd name="T112" fmla="*/ 6 w 108"/>
                <a:gd name="T113" fmla="*/ 13 h 90"/>
                <a:gd name="T114" fmla="*/ 15 w 108"/>
                <a:gd name="T115" fmla="*/ 10 h 90"/>
                <a:gd name="T116" fmla="*/ 19 w 108"/>
                <a:gd name="T117" fmla="*/ 8 h 90"/>
                <a:gd name="T118" fmla="*/ 25 w 108"/>
                <a:gd name="T119" fmla="*/ 5 h 90"/>
                <a:gd name="T120" fmla="*/ 30 w 108"/>
                <a:gd name="T121" fmla="*/ 1 h 90"/>
                <a:gd name="T122" fmla="*/ 38 w 108"/>
                <a:gd name="T12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" h="90">
                  <a:moveTo>
                    <a:pt x="38" y="0"/>
                  </a:moveTo>
                  <a:lnTo>
                    <a:pt x="44" y="1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3" y="2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8" y="8"/>
                  </a:lnTo>
                  <a:lnTo>
                    <a:pt x="54" y="6"/>
                  </a:lnTo>
                  <a:lnTo>
                    <a:pt x="55" y="4"/>
                  </a:lnTo>
                  <a:lnTo>
                    <a:pt x="56" y="4"/>
                  </a:lnTo>
                  <a:lnTo>
                    <a:pt x="54" y="6"/>
                  </a:lnTo>
                  <a:lnTo>
                    <a:pt x="50" y="9"/>
                  </a:lnTo>
                  <a:lnTo>
                    <a:pt x="51" y="9"/>
                  </a:lnTo>
                  <a:lnTo>
                    <a:pt x="55" y="9"/>
                  </a:lnTo>
                  <a:lnTo>
                    <a:pt x="59" y="5"/>
                  </a:lnTo>
                  <a:lnTo>
                    <a:pt x="60" y="5"/>
                  </a:lnTo>
                  <a:lnTo>
                    <a:pt x="75" y="5"/>
                  </a:lnTo>
                  <a:lnTo>
                    <a:pt x="90" y="4"/>
                  </a:lnTo>
                  <a:lnTo>
                    <a:pt x="93" y="6"/>
                  </a:lnTo>
                  <a:lnTo>
                    <a:pt x="94" y="6"/>
                  </a:lnTo>
                  <a:lnTo>
                    <a:pt x="96" y="10"/>
                  </a:lnTo>
                  <a:lnTo>
                    <a:pt x="96" y="13"/>
                  </a:lnTo>
                  <a:lnTo>
                    <a:pt x="98" y="17"/>
                  </a:lnTo>
                  <a:lnTo>
                    <a:pt x="100" y="22"/>
                  </a:lnTo>
                  <a:lnTo>
                    <a:pt x="101" y="25"/>
                  </a:lnTo>
                  <a:lnTo>
                    <a:pt x="102" y="27"/>
                  </a:lnTo>
                  <a:lnTo>
                    <a:pt x="104" y="29"/>
                  </a:lnTo>
                  <a:lnTo>
                    <a:pt x="104" y="36"/>
                  </a:lnTo>
                  <a:lnTo>
                    <a:pt x="101" y="36"/>
                  </a:lnTo>
                  <a:lnTo>
                    <a:pt x="100" y="39"/>
                  </a:lnTo>
                  <a:lnTo>
                    <a:pt x="100" y="43"/>
                  </a:lnTo>
                  <a:lnTo>
                    <a:pt x="102" y="47"/>
                  </a:lnTo>
                  <a:lnTo>
                    <a:pt x="102" y="50"/>
                  </a:lnTo>
                  <a:lnTo>
                    <a:pt x="102" y="55"/>
                  </a:lnTo>
                  <a:lnTo>
                    <a:pt x="104" y="58"/>
                  </a:lnTo>
                  <a:lnTo>
                    <a:pt x="105" y="60"/>
                  </a:lnTo>
                  <a:lnTo>
                    <a:pt x="108" y="63"/>
                  </a:lnTo>
                  <a:lnTo>
                    <a:pt x="108" y="64"/>
                  </a:lnTo>
                  <a:lnTo>
                    <a:pt x="108" y="65"/>
                  </a:lnTo>
                  <a:lnTo>
                    <a:pt x="108" y="67"/>
                  </a:lnTo>
                  <a:lnTo>
                    <a:pt x="108" y="71"/>
                  </a:lnTo>
                  <a:lnTo>
                    <a:pt x="105" y="71"/>
                  </a:lnTo>
                  <a:lnTo>
                    <a:pt x="104" y="72"/>
                  </a:lnTo>
                  <a:lnTo>
                    <a:pt x="102" y="76"/>
                  </a:lnTo>
                  <a:lnTo>
                    <a:pt x="96" y="84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3" y="90"/>
                  </a:lnTo>
                  <a:lnTo>
                    <a:pt x="88" y="88"/>
                  </a:lnTo>
                  <a:lnTo>
                    <a:pt x="84" y="88"/>
                  </a:lnTo>
                  <a:lnTo>
                    <a:pt x="83" y="88"/>
                  </a:lnTo>
                  <a:lnTo>
                    <a:pt x="80" y="88"/>
                  </a:lnTo>
                  <a:lnTo>
                    <a:pt x="79" y="88"/>
                  </a:lnTo>
                  <a:lnTo>
                    <a:pt x="77" y="89"/>
                  </a:lnTo>
                  <a:lnTo>
                    <a:pt x="76" y="88"/>
                  </a:lnTo>
                  <a:lnTo>
                    <a:pt x="72" y="88"/>
                  </a:lnTo>
                  <a:lnTo>
                    <a:pt x="71" y="88"/>
                  </a:lnTo>
                  <a:lnTo>
                    <a:pt x="69" y="89"/>
                  </a:lnTo>
                  <a:lnTo>
                    <a:pt x="68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3" y="85"/>
                  </a:lnTo>
                  <a:lnTo>
                    <a:pt x="59" y="85"/>
                  </a:lnTo>
                  <a:lnTo>
                    <a:pt x="58" y="86"/>
                  </a:lnTo>
                  <a:lnTo>
                    <a:pt x="56" y="86"/>
                  </a:lnTo>
                  <a:lnTo>
                    <a:pt x="54" y="83"/>
                  </a:lnTo>
                  <a:lnTo>
                    <a:pt x="47" y="77"/>
                  </a:lnTo>
                  <a:lnTo>
                    <a:pt x="43" y="76"/>
                  </a:lnTo>
                  <a:lnTo>
                    <a:pt x="39" y="77"/>
                  </a:lnTo>
                  <a:lnTo>
                    <a:pt x="36" y="76"/>
                  </a:lnTo>
                  <a:lnTo>
                    <a:pt x="36" y="73"/>
                  </a:lnTo>
                  <a:lnTo>
                    <a:pt x="33" y="73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30" y="75"/>
                  </a:lnTo>
                  <a:lnTo>
                    <a:pt x="27" y="75"/>
                  </a:lnTo>
                  <a:lnTo>
                    <a:pt x="26" y="76"/>
                  </a:lnTo>
                  <a:lnTo>
                    <a:pt x="25" y="76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2"/>
                  </a:lnTo>
                  <a:lnTo>
                    <a:pt x="25" y="69"/>
                  </a:lnTo>
                  <a:lnTo>
                    <a:pt x="23" y="67"/>
                  </a:lnTo>
                  <a:lnTo>
                    <a:pt x="21" y="68"/>
                  </a:lnTo>
                  <a:lnTo>
                    <a:pt x="19" y="65"/>
                  </a:lnTo>
                  <a:lnTo>
                    <a:pt x="19" y="64"/>
                  </a:lnTo>
                  <a:lnTo>
                    <a:pt x="14" y="63"/>
                  </a:lnTo>
                  <a:lnTo>
                    <a:pt x="13" y="64"/>
                  </a:lnTo>
                  <a:lnTo>
                    <a:pt x="11" y="64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9" y="56"/>
                  </a:lnTo>
                  <a:lnTo>
                    <a:pt x="7" y="54"/>
                  </a:lnTo>
                  <a:lnTo>
                    <a:pt x="6" y="52"/>
                  </a:lnTo>
                  <a:lnTo>
                    <a:pt x="5" y="48"/>
                  </a:lnTo>
                  <a:lnTo>
                    <a:pt x="5" y="46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4" y="36"/>
                  </a:lnTo>
                  <a:lnTo>
                    <a:pt x="0" y="34"/>
                  </a:lnTo>
                  <a:lnTo>
                    <a:pt x="0" y="31"/>
                  </a:lnTo>
                  <a:lnTo>
                    <a:pt x="2" y="30"/>
                  </a:lnTo>
                  <a:lnTo>
                    <a:pt x="4" y="26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5" y="17"/>
                  </a:lnTo>
                  <a:lnTo>
                    <a:pt x="6" y="13"/>
                  </a:lnTo>
                  <a:lnTo>
                    <a:pt x="10" y="13"/>
                  </a:lnTo>
                  <a:lnTo>
                    <a:pt x="15" y="10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21" y="5"/>
                  </a:lnTo>
                  <a:lnTo>
                    <a:pt x="25" y="5"/>
                  </a:lnTo>
                  <a:lnTo>
                    <a:pt x="26" y="2"/>
                  </a:lnTo>
                  <a:lnTo>
                    <a:pt x="30" y="1"/>
                  </a:lnTo>
                  <a:lnTo>
                    <a:pt x="34" y="1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2" name="Freeform 397"/>
            <p:cNvSpPr>
              <a:spLocks/>
            </p:cNvSpPr>
            <p:nvPr/>
          </p:nvSpPr>
          <p:spPr bwMode="auto">
            <a:xfrm>
              <a:off x="6090095" y="2662800"/>
              <a:ext cx="220785" cy="96434"/>
            </a:xfrm>
            <a:custGeom>
              <a:avLst/>
              <a:gdLst>
                <a:gd name="T0" fmla="*/ 32 w 87"/>
                <a:gd name="T1" fmla="*/ 1 h 38"/>
                <a:gd name="T2" fmla="*/ 33 w 87"/>
                <a:gd name="T3" fmla="*/ 2 h 38"/>
                <a:gd name="T4" fmla="*/ 36 w 87"/>
                <a:gd name="T5" fmla="*/ 1 h 38"/>
                <a:gd name="T6" fmla="*/ 42 w 87"/>
                <a:gd name="T7" fmla="*/ 1 h 38"/>
                <a:gd name="T8" fmla="*/ 44 w 87"/>
                <a:gd name="T9" fmla="*/ 5 h 38"/>
                <a:gd name="T10" fmla="*/ 48 w 87"/>
                <a:gd name="T11" fmla="*/ 6 h 38"/>
                <a:gd name="T12" fmla="*/ 48 w 87"/>
                <a:gd name="T13" fmla="*/ 10 h 38"/>
                <a:gd name="T14" fmla="*/ 48 w 87"/>
                <a:gd name="T15" fmla="*/ 13 h 38"/>
                <a:gd name="T16" fmla="*/ 50 w 87"/>
                <a:gd name="T17" fmla="*/ 12 h 38"/>
                <a:gd name="T18" fmla="*/ 49 w 87"/>
                <a:gd name="T19" fmla="*/ 9 h 38"/>
                <a:gd name="T20" fmla="*/ 56 w 87"/>
                <a:gd name="T21" fmla="*/ 10 h 38"/>
                <a:gd name="T22" fmla="*/ 59 w 87"/>
                <a:gd name="T23" fmla="*/ 13 h 38"/>
                <a:gd name="T24" fmla="*/ 66 w 87"/>
                <a:gd name="T25" fmla="*/ 13 h 38"/>
                <a:gd name="T26" fmla="*/ 77 w 87"/>
                <a:gd name="T27" fmla="*/ 20 h 38"/>
                <a:gd name="T28" fmla="*/ 81 w 87"/>
                <a:gd name="T29" fmla="*/ 23 h 38"/>
                <a:gd name="T30" fmla="*/ 86 w 87"/>
                <a:gd name="T31" fmla="*/ 22 h 38"/>
                <a:gd name="T32" fmla="*/ 87 w 87"/>
                <a:gd name="T33" fmla="*/ 27 h 38"/>
                <a:gd name="T34" fmla="*/ 79 w 87"/>
                <a:gd name="T35" fmla="*/ 29 h 38"/>
                <a:gd name="T36" fmla="*/ 74 w 87"/>
                <a:gd name="T37" fmla="*/ 33 h 38"/>
                <a:gd name="T38" fmla="*/ 65 w 87"/>
                <a:gd name="T39" fmla="*/ 35 h 38"/>
                <a:gd name="T40" fmla="*/ 61 w 87"/>
                <a:gd name="T41" fmla="*/ 34 h 38"/>
                <a:gd name="T42" fmla="*/ 53 w 87"/>
                <a:gd name="T43" fmla="*/ 35 h 38"/>
                <a:gd name="T44" fmla="*/ 48 w 87"/>
                <a:gd name="T45" fmla="*/ 34 h 38"/>
                <a:gd name="T46" fmla="*/ 41 w 87"/>
                <a:gd name="T47" fmla="*/ 31 h 38"/>
                <a:gd name="T48" fmla="*/ 34 w 87"/>
                <a:gd name="T49" fmla="*/ 31 h 38"/>
                <a:gd name="T50" fmla="*/ 32 w 87"/>
                <a:gd name="T51" fmla="*/ 34 h 38"/>
                <a:gd name="T52" fmla="*/ 29 w 87"/>
                <a:gd name="T53" fmla="*/ 37 h 38"/>
                <a:gd name="T54" fmla="*/ 21 w 87"/>
                <a:gd name="T55" fmla="*/ 34 h 38"/>
                <a:gd name="T56" fmla="*/ 20 w 87"/>
                <a:gd name="T57" fmla="*/ 34 h 38"/>
                <a:gd name="T58" fmla="*/ 13 w 87"/>
                <a:gd name="T59" fmla="*/ 26 h 38"/>
                <a:gd name="T60" fmla="*/ 7 w 87"/>
                <a:gd name="T61" fmla="*/ 22 h 38"/>
                <a:gd name="T62" fmla="*/ 7 w 87"/>
                <a:gd name="T63" fmla="*/ 18 h 38"/>
                <a:gd name="T64" fmla="*/ 0 w 87"/>
                <a:gd name="T65" fmla="*/ 12 h 38"/>
                <a:gd name="T66" fmla="*/ 2 w 87"/>
                <a:gd name="T67" fmla="*/ 10 h 38"/>
                <a:gd name="T68" fmla="*/ 4 w 87"/>
                <a:gd name="T69" fmla="*/ 12 h 38"/>
                <a:gd name="T70" fmla="*/ 11 w 87"/>
                <a:gd name="T71" fmla="*/ 8 h 38"/>
                <a:gd name="T72" fmla="*/ 16 w 87"/>
                <a:gd name="T73" fmla="*/ 5 h 38"/>
                <a:gd name="T74" fmla="*/ 21 w 87"/>
                <a:gd name="T75" fmla="*/ 2 h 38"/>
                <a:gd name="T76" fmla="*/ 25 w 87"/>
                <a:gd name="T77" fmla="*/ 2 h 38"/>
                <a:gd name="T78" fmla="*/ 28 w 87"/>
                <a:gd name="T79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38">
                  <a:moveTo>
                    <a:pt x="29" y="0"/>
                  </a:moveTo>
                  <a:lnTo>
                    <a:pt x="32" y="1"/>
                  </a:lnTo>
                  <a:lnTo>
                    <a:pt x="32" y="0"/>
                  </a:lnTo>
                  <a:lnTo>
                    <a:pt x="33" y="2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0"/>
                  </a:lnTo>
                  <a:lnTo>
                    <a:pt x="42" y="1"/>
                  </a:lnTo>
                  <a:lnTo>
                    <a:pt x="42" y="2"/>
                  </a:lnTo>
                  <a:lnTo>
                    <a:pt x="44" y="5"/>
                  </a:lnTo>
                  <a:lnTo>
                    <a:pt x="46" y="4"/>
                  </a:lnTo>
                  <a:lnTo>
                    <a:pt x="48" y="6"/>
                  </a:lnTo>
                  <a:lnTo>
                    <a:pt x="46" y="9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13"/>
                  </a:lnTo>
                  <a:lnTo>
                    <a:pt x="49" y="13"/>
                  </a:lnTo>
                  <a:lnTo>
                    <a:pt x="50" y="12"/>
                  </a:lnTo>
                  <a:lnTo>
                    <a:pt x="53" y="12"/>
                  </a:lnTo>
                  <a:lnTo>
                    <a:pt x="49" y="9"/>
                  </a:lnTo>
                  <a:lnTo>
                    <a:pt x="50" y="8"/>
                  </a:lnTo>
                  <a:lnTo>
                    <a:pt x="56" y="10"/>
                  </a:lnTo>
                  <a:lnTo>
                    <a:pt x="59" y="10"/>
                  </a:lnTo>
                  <a:lnTo>
                    <a:pt x="59" y="13"/>
                  </a:lnTo>
                  <a:lnTo>
                    <a:pt x="62" y="14"/>
                  </a:lnTo>
                  <a:lnTo>
                    <a:pt x="66" y="13"/>
                  </a:lnTo>
                  <a:lnTo>
                    <a:pt x="70" y="14"/>
                  </a:lnTo>
                  <a:lnTo>
                    <a:pt x="77" y="20"/>
                  </a:lnTo>
                  <a:lnTo>
                    <a:pt x="79" y="23"/>
                  </a:lnTo>
                  <a:lnTo>
                    <a:pt x="81" y="23"/>
                  </a:lnTo>
                  <a:lnTo>
                    <a:pt x="82" y="22"/>
                  </a:lnTo>
                  <a:lnTo>
                    <a:pt x="86" y="22"/>
                  </a:lnTo>
                  <a:lnTo>
                    <a:pt x="87" y="25"/>
                  </a:lnTo>
                  <a:lnTo>
                    <a:pt x="87" y="27"/>
                  </a:lnTo>
                  <a:lnTo>
                    <a:pt x="82" y="27"/>
                  </a:lnTo>
                  <a:lnTo>
                    <a:pt x="79" y="29"/>
                  </a:lnTo>
                  <a:lnTo>
                    <a:pt x="77" y="30"/>
                  </a:lnTo>
                  <a:lnTo>
                    <a:pt x="74" y="33"/>
                  </a:lnTo>
                  <a:lnTo>
                    <a:pt x="69" y="34"/>
                  </a:lnTo>
                  <a:lnTo>
                    <a:pt x="65" y="35"/>
                  </a:lnTo>
                  <a:lnTo>
                    <a:pt x="63" y="34"/>
                  </a:lnTo>
                  <a:lnTo>
                    <a:pt x="61" y="34"/>
                  </a:lnTo>
                  <a:lnTo>
                    <a:pt x="58" y="37"/>
                  </a:lnTo>
                  <a:lnTo>
                    <a:pt x="53" y="35"/>
                  </a:lnTo>
                  <a:lnTo>
                    <a:pt x="50" y="34"/>
                  </a:lnTo>
                  <a:lnTo>
                    <a:pt x="48" y="34"/>
                  </a:lnTo>
                  <a:lnTo>
                    <a:pt x="44" y="34"/>
                  </a:lnTo>
                  <a:lnTo>
                    <a:pt x="41" y="31"/>
                  </a:lnTo>
                  <a:lnTo>
                    <a:pt x="37" y="31"/>
                  </a:lnTo>
                  <a:lnTo>
                    <a:pt x="34" y="31"/>
                  </a:lnTo>
                  <a:lnTo>
                    <a:pt x="33" y="33"/>
                  </a:lnTo>
                  <a:lnTo>
                    <a:pt x="32" y="34"/>
                  </a:lnTo>
                  <a:lnTo>
                    <a:pt x="32" y="35"/>
                  </a:lnTo>
                  <a:lnTo>
                    <a:pt x="29" y="37"/>
                  </a:lnTo>
                  <a:lnTo>
                    <a:pt x="28" y="38"/>
                  </a:lnTo>
                  <a:lnTo>
                    <a:pt x="21" y="34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16" y="29"/>
                  </a:lnTo>
                  <a:lnTo>
                    <a:pt x="13" y="26"/>
                  </a:lnTo>
                  <a:lnTo>
                    <a:pt x="9" y="23"/>
                  </a:lnTo>
                  <a:lnTo>
                    <a:pt x="7" y="22"/>
                  </a:lnTo>
                  <a:lnTo>
                    <a:pt x="5" y="21"/>
                  </a:lnTo>
                  <a:lnTo>
                    <a:pt x="7" y="18"/>
                  </a:lnTo>
                  <a:lnTo>
                    <a:pt x="4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2"/>
                  </a:lnTo>
                  <a:lnTo>
                    <a:pt x="9" y="8"/>
                  </a:lnTo>
                  <a:lnTo>
                    <a:pt x="11" y="8"/>
                  </a:lnTo>
                  <a:lnTo>
                    <a:pt x="13" y="5"/>
                  </a:lnTo>
                  <a:lnTo>
                    <a:pt x="16" y="5"/>
                  </a:lnTo>
                  <a:lnTo>
                    <a:pt x="17" y="2"/>
                  </a:lnTo>
                  <a:lnTo>
                    <a:pt x="21" y="2"/>
                  </a:lnTo>
                  <a:lnTo>
                    <a:pt x="23" y="4"/>
                  </a:lnTo>
                  <a:lnTo>
                    <a:pt x="25" y="2"/>
                  </a:lnTo>
                  <a:lnTo>
                    <a:pt x="25" y="0"/>
                  </a:lnTo>
                  <a:lnTo>
                    <a:pt x="28" y="1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3" name="Freeform 398"/>
            <p:cNvSpPr>
              <a:spLocks/>
            </p:cNvSpPr>
            <p:nvPr/>
          </p:nvSpPr>
          <p:spPr bwMode="auto">
            <a:xfrm>
              <a:off x="5920067" y="2502923"/>
              <a:ext cx="253774" cy="299454"/>
            </a:xfrm>
            <a:custGeom>
              <a:avLst/>
              <a:gdLst>
                <a:gd name="T0" fmla="*/ 38 w 100"/>
                <a:gd name="T1" fmla="*/ 1 h 118"/>
                <a:gd name="T2" fmla="*/ 41 w 100"/>
                <a:gd name="T3" fmla="*/ 8 h 118"/>
                <a:gd name="T4" fmla="*/ 46 w 100"/>
                <a:gd name="T5" fmla="*/ 10 h 118"/>
                <a:gd name="T6" fmla="*/ 51 w 100"/>
                <a:gd name="T7" fmla="*/ 11 h 118"/>
                <a:gd name="T8" fmla="*/ 55 w 100"/>
                <a:gd name="T9" fmla="*/ 11 h 118"/>
                <a:gd name="T10" fmla="*/ 53 w 100"/>
                <a:gd name="T11" fmla="*/ 15 h 118"/>
                <a:gd name="T12" fmla="*/ 59 w 100"/>
                <a:gd name="T13" fmla="*/ 17 h 118"/>
                <a:gd name="T14" fmla="*/ 66 w 100"/>
                <a:gd name="T15" fmla="*/ 11 h 118"/>
                <a:gd name="T16" fmla="*/ 72 w 100"/>
                <a:gd name="T17" fmla="*/ 9 h 118"/>
                <a:gd name="T18" fmla="*/ 67 w 100"/>
                <a:gd name="T19" fmla="*/ 11 h 118"/>
                <a:gd name="T20" fmla="*/ 75 w 100"/>
                <a:gd name="T21" fmla="*/ 10 h 118"/>
                <a:gd name="T22" fmla="*/ 83 w 100"/>
                <a:gd name="T23" fmla="*/ 14 h 118"/>
                <a:gd name="T24" fmla="*/ 88 w 100"/>
                <a:gd name="T25" fmla="*/ 19 h 118"/>
                <a:gd name="T26" fmla="*/ 92 w 100"/>
                <a:gd name="T27" fmla="*/ 30 h 118"/>
                <a:gd name="T28" fmla="*/ 92 w 100"/>
                <a:gd name="T29" fmla="*/ 39 h 118"/>
                <a:gd name="T30" fmla="*/ 95 w 100"/>
                <a:gd name="T31" fmla="*/ 48 h 118"/>
                <a:gd name="T32" fmla="*/ 100 w 100"/>
                <a:gd name="T33" fmla="*/ 61 h 118"/>
                <a:gd name="T34" fmla="*/ 92 w 100"/>
                <a:gd name="T35" fmla="*/ 63 h 118"/>
                <a:gd name="T36" fmla="*/ 84 w 100"/>
                <a:gd name="T37" fmla="*/ 65 h 118"/>
                <a:gd name="T38" fmla="*/ 76 w 100"/>
                <a:gd name="T39" fmla="*/ 71 h 118"/>
                <a:gd name="T40" fmla="*/ 67 w 100"/>
                <a:gd name="T41" fmla="*/ 73 h 118"/>
                <a:gd name="T42" fmla="*/ 72 w 100"/>
                <a:gd name="T43" fmla="*/ 84 h 118"/>
                <a:gd name="T44" fmla="*/ 83 w 100"/>
                <a:gd name="T45" fmla="*/ 92 h 118"/>
                <a:gd name="T46" fmla="*/ 84 w 100"/>
                <a:gd name="T47" fmla="*/ 101 h 118"/>
                <a:gd name="T48" fmla="*/ 78 w 100"/>
                <a:gd name="T49" fmla="*/ 110 h 118"/>
                <a:gd name="T50" fmla="*/ 76 w 100"/>
                <a:gd name="T51" fmla="*/ 114 h 118"/>
                <a:gd name="T52" fmla="*/ 66 w 100"/>
                <a:gd name="T53" fmla="*/ 117 h 118"/>
                <a:gd name="T54" fmla="*/ 58 w 100"/>
                <a:gd name="T55" fmla="*/ 115 h 118"/>
                <a:gd name="T56" fmla="*/ 51 w 100"/>
                <a:gd name="T57" fmla="*/ 118 h 118"/>
                <a:gd name="T58" fmla="*/ 44 w 100"/>
                <a:gd name="T59" fmla="*/ 117 h 118"/>
                <a:gd name="T60" fmla="*/ 37 w 100"/>
                <a:gd name="T61" fmla="*/ 114 h 118"/>
                <a:gd name="T62" fmla="*/ 30 w 100"/>
                <a:gd name="T63" fmla="*/ 113 h 118"/>
                <a:gd name="T64" fmla="*/ 25 w 100"/>
                <a:gd name="T65" fmla="*/ 115 h 118"/>
                <a:gd name="T66" fmla="*/ 20 w 100"/>
                <a:gd name="T67" fmla="*/ 111 h 118"/>
                <a:gd name="T68" fmla="*/ 22 w 100"/>
                <a:gd name="T69" fmla="*/ 101 h 118"/>
                <a:gd name="T70" fmla="*/ 22 w 100"/>
                <a:gd name="T71" fmla="*/ 93 h 118"/>
                <a:gd name="T72" fmla="*/ 13 w 100"/>
                <a:gd name="T73" fmla="*/ 92 h 118"/>
                <a:gd name="T74" fmla="*/ 8 w 100"/>
                <a:gd name="T75" fmla="*/ 88 h 118"/>
                <a:gd name="T76" fmla="*/ 5 w 100"/>
                <a:gd name="T77" fmla="*/ 80 h 118"/>
                <a:gd name="T78" fmla="*/ 3 w 100"/>
                <a:gd name="T79" fmla="*/ 71 h 118"/>
                <a:gd name="T80" fmla="*/ 1 w 100"/>
                <a:gd name="T81" fmla="*/ 64 h 118"/>
                <a:gd name="T82" fmla="*/ 4 w 100"/>
                <a:gd name="T83" fmla="*/ 52 h 118"/>
                <a:gd name="T84" fmla="*/ 13 w 100"/>
                <a:gd name="T85" fmla="*/ 50 h 118"/>
                <a:gd name="T86" fmla="*/ 15 w 100"/>
                <a:gd name="T87" fmla="*/ 42 h 118"/>
                <a:gd name="T88" fmla="*/ 11 w 100"/>
                <a:gd name="T89" fmla="*/ 36 h 118"/>
                <a:gd name="T90" fmla="*/ 16 w 100"/>
                <a:gd name="T91" fmla="*/ 33 h 118"/>
                <a:gd name="T92" fmla="*/ 17 w 100"/>
                <a:gd name="T93" fmla="*/ 30 h 118"/>
                <a:gd name="T94" fmla="*/ 13 w 100"/>
                <a:gd name="T95" fmla="*/ 23 h 118"/>
                <a:gd name="T96" fmla="*/ 22 w 100"/>
                <a:gd name="T97" fmla="*/ 25 h 118"/>
                <a:gd name="T98" fmla="*/ 25 w 100"/>
                <a:gd name="T99" fmla="*/ 22 h 118"/>
                <a:gd name="T100" fmla="*/ 29 w 100"/>
                <a:gd name="T101" fmla="*/ 29 h 118"/>
                <a:gd name="T102" fmla="*/ 29 w 100"/>
                <a:gd name="T103" fmla="*/ 19 h 118"/>
                <a:gd name="T104" fmla="*/ 40 w 100"/>
                <a:gd name="T105" fmla="*/ 23 h 118"/>
                <a:gd name="T106" fmla="*/ 33 w 100"/>
                <a:gd name="T107" fmla="*/ 18 h 118"/>
                <a:gd name="T108" fmla="*/ 32 w 100"/>
                <a:gd name="T109" fmla="*/ 13 h 118"/>
                <a:gd name="T110" fmla="*/ 32 w 100"/>
                <a:gd name="T111" fmla="*/ 9 h 118"/>
                <a:gd name="T112" fmla="*/ 29 w 100"/>
                <a:gd name="T113" fmla="*/ 4 h 118"/>
                <a:gd name="T114" fmla="*/ 32 w 100"/>
                <a:gd name="T11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0" h="118">
                  <a:moveTo>
                    <a:pt x="32" y="0"/>
                  </a:moveTo>
                  <a:lnTo>
                    <a:pt x="36" y="1"/>
                  </a:lnTo>
                  <a:lnTo>
                    <a:pt x="37" y="1"/>
                  </a:lnTo>
                  <a:lnTo>
                    <a:pt x="38" y="1"/>
                  </a:lnTo>
                  <a:lnTo>
                    <a:pt x="41" y="4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42" y="9"/>
                  </a:lnTo>
                  <a:lnTo>
                    <a:pt x="44" y="10"/>
                  </a:lnTo>
                  <a:lnTo>
                    <a:pt x="45" y="11"/>
                  </a:lnTo>
                  <a:lnTo>
                    <a:pt x="46" y="10"/>
                  </a:lnTo>
                  <a:lnTo>
                    <a:pt x="46" y="9"/>
                  </a:lnTo>
                  <a:lnTo>
                    <a:pt x="47" y="9"/>
                  </a:lnTo>
                  <a:lnTo>
                    <a:pt x="49" y="10"/>
                  </a:lnTo>
                  <a:lnTo>
                    <a:pt x="51" y="11"/>
                  </a:lnTo>
                  <a:lnTo>
                    <a:pt x="53" y="11"/>
                  </a:lnTo>
                  <a:lnTo>
                    <a:pt x="54" y="9"/>
                  </a:lnTo>
                  <a:lnTo>
                    <a:pt x="55" y="10"/>
                  </a:lnTo>
                  <a:lnTo>
                    <a:pt x="55" y="11"/>
                  </a:lnTo>
                  <a:lnTo>
                    <a:pt x="54" y="14"/>
                  </a:lnTo>
                  <a:lnTo>
                    <a:pt x="53" y="14"/>
                  </a:lnTo>
                  <a:lnTo>
                    <a:pt x="50" y="15"/>
                  </a:lnTo>
                  <a:lnTo>
                    <a:pt x="53" y="15"/>
                  </a:lnTo>
                  <a:lnTo>
                    <a:pt x="54" y="15"/>
                  </a:lnTo>
                  <a:lnTo>
                    <a:pt x="57" y="15"/>
                  </a:lnTo>
                  <a:lnTo>
                    <a:pt x="57" y="17"/>
                  </a:lnTo>
                  <a:lnTo>
                    <a:pt x="59" y="17"/>
                  </a:lnTo>
                  <a:lnTo>
                    <a:pt x="61" y="15"/>
                  </a:lnTo>
                  <a:lnTo>
                    <a:pt x="62" y="13"/>
                  </a:lnTo>
                  <a:lnTo>
                    <a:pt x="66" y="11"/>
                  </a:lnTo>
                  <a:lnTo>
                    <a:pt x="66" y="11"/>
                  </a:lnTo>
                  <a:lnTo>
                    <a:pt x="69" y="10"/>
                  </a:lnTo>
                  <a:lnTo>
                    <a:pt x="69" y="9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0" y="9"/>
                  </a:lnTo>
                  <a:lnTo>
                    <a:pt x="70" y="10"/>
                  </a:lnTo>
                  <a:lnTo>
                    <a:pt x="69" y="10"/>
                  </a:lnTo>
                  <a:lnTo>
                    <a:pt x="67" y="11"/>
                  </a:lnTo>
                  <a:lnTo>
                    <a:pt x="69" y="13"/>
                  </a:lnTo>
                  <a:lnTo>
                    <a:pt x="71" y="10"/>
                  </a:lnTo>
                  <a:lnTo>
                    <a:pt x="74" y="10"/>
                  </a:lnTo>
                  <a:lnTo>
                    <a:pt x="75" y="10"/>
                  </a:lnTo>
                  <a:lnTo>
                    <a:pt x="75" y="11"/>
                  </a:lnTo>
                  <a:lnTo>
                    <a:pt x="78" y="11"/>
                  </a:lnTo>
                  <a:lnTo>
                    <a:pt x="80" y="14"/>
                  </a:lnTo>
                  <a:lnTo>
                    <a:pt x="83" y="14"/>
                  </a:lnTo>
                  <a:lnTo>
                    <a:pt x="84" y="15"/>
                  </a:lnTo>
                  <a:lnTo>
                    <a:pt x="84" y="18"/>
                  </a:lnTo>
                  <a:lnTo>
                    <a:pt x="86" y="19"/>
                  </a:lnTo>
                  <a:lnTo>
                    <a:pt x="88" y="19"/>
                  </a:lnTo>
                  <a:lnTo>
                    <a:pt x="90" y="21"/>
                  </a:lnTo>
                  <a:lnTo>
                    <a:pt x="92" y="21"/>
                  </a:lnTo>
                  <a:lnTo>
                    <a:pt x="94" y="26"/>
                  </a:lnTo>
                  <a:lnTo>
                    <a:pt x="92" y="30"/>
                  </a:lnTo>
                  <a:lnTo>
                    <a:pt x="90" y="31"/>
                  </a:lnTo>
                  <a:lnTo>
                    <a:pt x="90" y="34"/>
                  </a:lnTo>
                  <a:lnTo>
                    <a:pt x="94" y="36"/>
                  </a:lnTo>
                  <a:lnTo>
                    <a:pt x="92" y="39"/>
                  </a:lnTo>
                  <a:lnTo>
                    <a:pt x="95" y="42"/>
                  </a:lnTo>
                  <a:lnTo>
                    <a:pt x="95" y="43"/>
                  </a:lnTo>
                  <a:lnTo>
                    <a:pt x="95" y="46"/>
                  </a:lnTo>
                  <a:lnTo>
                    <a:pt x="95" y="48"/>
                  </a:lnTo>
                  <a:lnTo>
                    <a:pt x="96" y="52"/>
                  </a:lnTo>
                  <a:lnTo>
                    <a:pt x="97" y="54"/>
                  </a:lnTo>
                  <a:lnTo>
                    <a:pt x="99" y="56"/>
                  </a:lnTo>
                  <a:lnTo>
                    <a:pt x="100" y="61"/>
                  </a:lnTo>
                  <a:lnTo>
                    <a:pt x="99" y="64"/>
                  </a:lnTo>
                  <a:lnTo>
                    <a:pt x="96" y="63"/>
                  </a:lnTo>
                  <a:lnTo>
                    <a:pt x="95" y="64"/>
                  </a:lnTo>
                  <a:lnTo>
                    <a:pt x="92" y="63"/>
                  </a:lnTo>
                  <a:lnTo>
                    <a:pt x="92" y="65"/>
                  </a:lnTo>
                  <a:lnTo>
                    <a:pt x="90" y="67"/>
                  </a:lnTo>
                  <a:lnTo>
                    <a:pt x="88" y="65"/>
                  </a:lnTo>
                  <a:lnTo>
                    <a:pt x="84" y="65"/>
                  </a:lnTo>
                  <a:lnTo>
                    <a:pt x="83" y="68"/>
                  </a:lnTo>
                  <a:lnTo>
                    <a:pt x="80" y="68"/>
                  </a:lnTo>
                  <a:lnTo>
                    <a:pt x="78" y="71"/>
                  </a:lnTo>
                  <a:lnTo>
                    <a:pt x="76" y="71"/>
                  </a:lnTo>
                  <a:lnTo>
                    <a:pt x="71" y="75"/>
                  </a:lnTo>
                  <a:lnTo>
                    <a:pt x="70" y="73"/>
                  </a:lnTo>
                  <a:lnTo>
                    <a:pt x="69" y="73"/>
                  </a:lnTo>
                  <a:lnTo>
                    <a:pt x="67" y="73"/>
                  </a:lnTo>
                  <a:lnTo>
                    <a:pt x="67" y="75"/>
                  </a:lnTo>
                  <a:lnTo>
                    <a:pt x="71" y="77"/>
                  </a:lnTo>
                  <a:lnTo>
                    <a:pt x="74" y="81"/>
                  </a:lnTo>
                  <a:lnTo>
                    <a:pt x="72" y="84"/>
                  </a:lnTo>
                  <a:lnTo>
                    <a:pt x="74" y="85"/>
                  </a:lnTo>
                  <a:lnTo>
                    <a:pt x="76" y="86"/>
                  </a:lnTo>
                  <a:lnTo>
                    <a:pt x="80" y="89"/>
                  </a:lnTo>
                  <a:lnTo>
                    <a:pt x="83" y="92"/>
                  </a:lnTo>
                  <a:lnTo>
                    <a:pt x="87" y="97"/>
                  </a:lnTo>
                  <a:lnTo>
                    <a:pt x="87" y="98"/>
                  </a:lnTo>
                  <a:lnTo>
                    <a:pt x="87" y="101"/>
                  </a:lnTo>
                  <a:lnTo>
                    <a:pt x="84" y="101"/>
                  </a:lnTo>
                  <a:lnTo>
                    <a:pt x="83" y="104"/>
                  </a:lnTo>
                  <a:lnTo>
                    <a:pt x="80" y="105"/>
                  </a:lnTo>
                  <a:lnTo>
                    <a:pt x="78" y="109"/>
                  </a:lnTo>
                  <a:lnTo>
                    <a:pt x="78" y="110"/>
                  </a:lnTo>
                  <a:lnTo>
                    <a:pt x="80" y="111"/>
                  </a:lnTo>
                  <a:lnTo>
                    <a:pt x="80" y="114"/>
                  </a:lnTo>
                  <a:lnTo>
                    <a:pt x="79" y="115"/>
                  </a:lnTo>
                  <a:lnTo>
                    <a:pt x="76" y="114"/>
                  </a:lnTo>
                  <a:lnTo>
                    <a:pt x="74" y="114"/>
                  </a:lnTo>
                  <a:lnTo>
                    <a:pt x="71" y="114"/>
                  </a:lnTo>
                  <a:lnTo>
                    <a:pt x="70" y="114"/>
                  </a:lnTo>
                  <a:lnTo>
                    <a:pt x="66" y="117"/>
                  </a:lnTo>
                  <a:lnTo>
                    <a:pt x="65" y="117"/>
                  </a:lnTo>
                  <a:lnTo>
                    <a:pt x="62" y="115"/>
                  </a:lnTo>
                  <a:lnTo>
                    <a:pt x="61" y="117"/>
                  </a:lnTo>
                  <a:lnTo>
                    <a:pt x="58" y="115"/>
                  </a:lnTo>
                  <a:lnTo>
                    <a:pt x="55" y="115"/>
                  </a:lnTo>
                  <a:lnTo>
                    <a:pt x="51" y="115"/>
                  </a:lnTo>
                  <a:lnTo>
                    <a:pt x="53" y="117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7" y="115"/>
                  </a:lnTo>
                  <a:lnTo>
                    <a:pt x="45" y="117"/>
                  </a:lnTo>
                  <a:lnTo>
                    <a:pt x="44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38" y="114"/>
                  </a:lnTo>
                  <a:lnTo>
                    <a:pt x="37" y="114"/>
                  </a:lnTo>
                  <a:lnTo>
                    <a:pt x="36" y="114"/>
                  </a:lnTo>
                  <a:lnTo>
                    <a:pt x="34" y="114"/>
                  </a:lnTo>
                  <a:lnTo>
                    <a:pt x="33" y="111"/>
                  </a:lnTo>
                  <a:lnTo>
                    <a:pt x="30" y="113"/>
                  </a:lnTo>
                  <a:lnTo>
                    <a:pt x="32" y="114"/>
                  </a:lnTo>
                  <a:lnTo>
                    <a:pt x="29" y="115"/>
                  </a:lnTo>
                  <a:lnTo>
                    <a:pt x="28" y="114"/>
                  </a:lnTo>
                  <a:lnTo>
                    <a:pt x="25" y="115"/>
                  </a:lnTo>
                  <a:lnTo>
                    <a:pt x="24" y="115"/>
                  </a:lnTo>
                  <a:lnTo>
                    <a:pt x="24" y="115"/>
                  </a:lnTo>
                  <a:lnTo>
                    <a:pt x="22" y="113"/>
                  </a:lnTo>
                  <a:lnTo>
                    <a:pt x="20" y="111"/>
                  </a:lnTo>
                  <a:lnTo>
                    <a:pt x="20" y="109"/>
                  </a:lnTo>
                  <a:lnTo>
                    <a:pt x="21" y="104"/>
                  </a:lnTo>
                  <a:lnTo>
                    <a:pt x="22" y="102"/>
                  </a:lnTo>
                  <a:lnTo>
                    <a:pt x="22" y="101"/>
                  </a:lnTo>
                  <a:lnTo>
                    <a:pt x="24" y="97"/>
                  </a:lnTo>
                  <a:lnTo>
                    <a:pt x="26" y="94"/>
                  </a:lnTo>
                  <a:lnTo>
                    <a:pt x="25" y="93"/>
                  </a:lnTo>
                  <a:lnTo>
                    <a:pt x="22" y="93"/>
                  </a:lnTo>
                  <a:lnTo>
                    <a:pt x="20" y="92"/>
                  </a:lnTo>
                  <a:lnTo>
                    <a:pt x="17" y="93"/>
                  </a:lnTo>
                  <a:lnTo>
                    <a:pt x="16" y="92"/>
                  </a:lnTo>
                  <a:lnTo>
                    <a:pt x="13" y="92"/>
                  </a:lnTo>
                  <a:lnTo>
                    <a:pt x="12" y="93"/>
                  </a:lnTo>
                  <a:lnTo>
                    <a:pt x="9" y="90"/>
                  </a:lnTo>
                  <a:lnTo>
                    <a:pt x="9" y="89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4"/>
                  </a:lnTo>
                  <a:lnTo>
                    <a:pt x="7" y="83"/>
                  </a:lnTo>
                  <a:lnTo>
                    <a:pt x="5" y="80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4" y="73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0" y="6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1" y="61"/>
                  </a:lnTo>
                  <a:lnTo>
                    <a:pt x="3" y="58"/>
                  </a:lnTo>
                  <a:lnTo>
                    <a:pt x="1" y="55"/>
                  </a:lnTo>
                  <a:lnTo>
                    <a:pt x="4" y="52"/>
                  </a:lnTo>
                  <a:lnTo>
                    <a:pt x="5" y="50"/>
                  </a:lnTo>
                  <a:lnTo>
                    <a:pt x="8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2" y="47"/>
                  </a:lnTo>
                  <a:lnTo>
                    <a:pt x="13" y="46"/>
                  </a:lnTo>
                  <a:lnTo>
                    <a:pt x="13" y="43"/>
                  </a:lnTo>
                  <a:lnTo>
                    <a:pt x="15" y="42"/>
                  </a:lnTo>
                  <a:lnTo>
                    <a:pt x="13" y="40"/>
                  </a:lnTo>
                  <a:lnTo>
                    <a:pt x="11" y="40"/>
                  </a:lnTo>
                  <a:lnTo>
                    <a:pt x="9" y="39"/>
                  </a:lnTo>
                  <a:lnTo>
                    <a:pt x="11" y="36"/>
                  </a:lnTo>
                  <a:lnTo>
                    <a:pt x="13" y="38"/>
                  </a:lnTo>
                  <a:lnTo>
                    <a:pt x="15" y="36"/>
                  </a:lnTo>
                  <a:lnTo>
                    <a:pt x="15" y="34"/>
                  </a:lnTo>
                  <a:lnTo>
                    <a:pt x="16" y="33"/>
                  </a:lnTo>
                  <a:lnTo>
                    <a:pt x="16" y="31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6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3" y="23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2" y="22"/>
                  </a:lnTo>
                  <a:lnTo>
                    <a:pt x="22" y="25"/>
                  </a:lnTo>
                  <a:lnTo>
                    <a:pt x="25" y="27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8" y="23"/>
                  </a:lnTo>
                  <a:lnTo>
                    <a:pt x="28" y="26"/>
                  </a:lnTo>
                  <a:lnTo>
                    <a:pt x="29" y="29"/>
                  </a:lnTo>
                  <a:lnTo>
                    <a:pt x="29" y="27"/>
                  </a:lnTo>
                  <a:lnTo>
                    <a:pt x="29" y="23"/>
                  </a:lnTo>
                  <a:lnTo>
                    <a:pt x="28" y="22"/>
                  </a:lnTo>
                  <a:lnTo>
                    <a:pt x="29" y="19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6" y="19"/>
                  </a:lnTo>
                  <a:lnTo>
                    <a:pt x="40" y="23"/>
                  </a:lnTo>
                  <a:lnTo>
                    <a:pt x="45" y="23"/>
                  </a:lnTo>
                  <a:lnTo>
                    <a:pt x="40" y="22"/>
                  </a:lnTo>
                  <a:lnTo>
                    <a:pt x="36" y="18"/>
                  </a:lnTo>
                  <a:lnTo>
                    <a:pt x="33" y="18"/>
                  </a:lnTo>
                  <a:lnTo>
                    <a:pt x="32" y="17"/>
                  </a:lnTo>
                  <a:lnTo>
                    <a:pt x="32" y="15"/>
                  </a:lnTo>
                  <a:lnTo>
                    <a:pt x="33" y="14"/>
                  </a:lnTo>
                  <a:lnTo>
                    <a:pt x="32" y="13"/>
                  </a:lnTo>
                  <a:lnTo>
                    <a:pt x="32" y="10"/>
                  </a:lnTo>
                  <a:lnTo>
                    <a:pt x="29" y="10"/>
                  </a:lnTo>
                  <a:lnTo>
                    <a:pt x="29" y="9"/>
                  </a:lnTo>
                  <a:lnTo>
                    <a:pt x="32" y="9"/>
                  </a:lnTo>
                  <a:lnTo>
                    <a:pt x="33" y="8"/>
                  </a:lnTo>
                  <a:lnTo>
                    <a:pt x="30" y="5"/>
                  </a:lnTo>
                  <a:lnTo>
                    <a:pt x="30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4" name="Freeform 399"/>
            <p:cNvSpPr>
              <a:spLocks/>
            </p:cNvSpPr>
            <p:nvPr/>
          </p:nvSpPr>
          <p:spPr bwMode="auto">
            <a:xfrm>
              <a:off x="6031728" y="2804914"/>
              <a:ext cx="2539" cy="10151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2 h 4"/>
                <a:gd name="T4" fmla="*/ 1 w 1"/>
                <a:gd name="T5" fmla="*/ 4 h 4"/>
                <a:gd name="T6" fmla="*/ 0 w 1"/>
                <a:gd name="T7" fmla="*/ 4 h 4"/>
                <a:gd name="T8" fmla="*/ 0 w 1"/>
                <a:gd name="T9" fmla="*/ 3 h 4"/>
                <a:gd name="T10" fmla="*/ 0 w 1"/>
                <a:gd name="T11" fmla="*/ 0 h 4"/>
                <a:gd name="T12" fmla="*/ 0 w 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1" y="2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5" name="Freeform 400"/>
            <p:cNvSpPr>
              <a:spLocks/>
            </p:cNvSpPr>
            <p:nvPr/>
          </p:nvSpPr>
          <p:spPr bwMode="auto">
            <a:xfrm>
              <a:off x="5927680" y="2784612"/>
              <a:ext cx="131963" cy="78671"/>
            </a:xfrm>
            <a:custGeom>
              <a:avLst/>
              <a:gdLst>
                <a:gd name="T0" fmla="*/ 31 w 52"/>
                <a:gd name="T1" fmla="*/ 3 h 31"/>
                <a:gd name="T2" fmla="*/ 34 w 52"/>
                <a:gd name="T3" fmla="*/ 3 h 31"/>
                <a:gd name="T4" fmla="*/ 39 w 52"/>
                <a:gd name="T5" fmla="*/ 4 h 31"/>
                <a:gd name="T6" fmla="*/ 41 w 52"/>
                <a:gd name="T7" fmla="*/ 8 h 31"/>
                <a:gd name="T8" fmla="*/ 41 w 52"/>
                <a:gd name="T9" fmla="*/ 12 h 31"/>
                <a:gd name="T10" fmla="*/ 46 w 52"/>
                <a:gd name="T11" fmla="*/ 11 h 31"/>
                <a:gd name="T12" fmla="*/ 50 w 52"/>
                <a:gd name="T13" fmla="*/ 12 h 31"/>
                <a:gd name="T14" fmla="*/ 52 w 52"/>
                <a:gd name="T15" fmla="*/ 14 h 31"/>
                <a:gd name="T16" fmla="*/ 52 w 52"/>
                <a:gd name="T17" fmla="*/ 20 h 31"/>
                <a:gd name="T18" fmla="*/ 47 w 52"/>
                <a:gd name="T19" fmla="*/ 25 h 31"/>
                <a:gd name="T20" fmla="*/ 43 w 52"/>
                <a:gd name="T21" fmla="*/ 24 h 31"/>
                <a:gd name="T22" fmla="*/ 38 w 52"/>
                <a:gd name="T23" fmla="*/ 27 h 31"/>
                <a:gd name="T24" fmla="*/ 34 w 52"/>
                <a:gd name="T25" fmla="*/ 28 h 31"/>
                <a:gd name="T26" fmla="*/ 30 w 52"/>
                <a:gd name="T27" fmla="*/ 23 h 31"/>
                <a:gd name="T28" fmla="*/ 23 w 52"/>
                <a:gd name="T29" fmla="*/ 29 h 31"/>
                <a:gd name="T30" fmla="*/ 15 w 52"/>
                <a:gd name="T31" fmla="*/ 31 h 31"/>
                <a:gd name="T32" fmla="*/ 13 w 52"/>
                <a:gd name="T33" fmla="*/ 28 h 31"/>
                <a:gd name="T34" fmla="*/ 10 w 52"/>
                <a:gd name="T35" fmla="*/ 24 h 31"/>
                <a:gd name="T36" fmla="*/ 6 w 52"/>
                <a:gd name="T37" fmla="*/ 22 h 31"/>
                <a:gd name="T38" fmla="*/ 5 w 52"/>
                <a:gd name="T39" fmla="*/ 27 h 31"/>
                <a:gd name="T40" fmla="*/ 0 w 52"/>
                <a:gd name="T41" fmla="*/ 27 h 31"/>
                <a:gd name="T42" fmla="*/ 1 w 52"/>
                <a:gd name="T43" fmla="*/ 24 h 31"/>
                <a:gd name="T44" fmla="*/ 2 w 52"/>
                <a:gd name="T45" fmla="*/ 23 h 31"/>
                <a:gd name="T46" fmla="*/ 6 w 52"/>
                <a:gd name="T47" fmla="*/ 14 h 31"/>
                <a:gd name="T48" fmla="*/ 10 w 52"/>
                <a:gd name="T49" fmla="*/ 10 h 31"/>
                <a:gd name="T50" fmla="*/ 12 w 52"/>
                <a:gd name="T51" fmla="*/ 7 h 31"/>
                <a:gd name="T52" fmla="*/ 12 w 52"/>
                <a:gd name="T53" fmla="*/ 4 h 31"/>
                <a:gd name="T54" fmla="*/ 14 w 52"/>
                <a:gd name="T55" fmla="*/ 6 h 31"/>
                <a:gd name="T56" fmla="*/ 21 w 52"/>
                <a:gd name="T57" fmla="*/ 4 h 31"/>
                <a:gd name="T58" fmla="*/ 25 w 52"/>
                <a:gd name="T59" fmla="*/ 3 h 31"/>
                <a:gd name="T60" fmla="*/ 29 w 52"/>
                <a:gd name="T61" fmla="*/ 3 h 31"/>
                <a:gd name="T62" fmla="*/ 30 w 52"/>
                <a:gd name="T6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" h="31">
                  <a:moveTo>
                    <a:pt x="30" y="0"/>
                  </a:moveTo>
                  <a:lnTo>
                    <a:pt x="31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3"/>
                  </a:lnTo>
                  <a:lnTo>
                    <a:pt x="39" y="4"/>
                  </a:lnTo>
                  <a:lnTo>
                    <a:pt x="42" y="7"/>
                  </a:lnTo>
                  <a:lnTo>
                    <a:pt x="41" y="8"/>
                  </a:lnTo>
                  <a:lnTo>
                    <a:pt x="41" y="11"/>
                  </a:lnTo>
                  <a:lnTo>
                    <a:pt x="41" y="12"/>
                  </a:lnTo>
                  <a:lnTo>
                    <a:pt x="44" y="12"/>
                  </a:lnTo>
                  <a:lnTo>
                    <a:pt x="46" y="11"/>
                  </a:lnTo>
                  <a:lnTo>
                    <a:pt x="48" y="14"/>
                  </a:lnTo>
                  <a:lnTo>
                    <a:pt x="50" y="12"/>
                  </a:lnTo>
                  <a:lnTo>
                    <a:pt x="52" y="12"/>
                  </a:lnTo>
                  <a:lnTo>
                    <a:pt x="52" y="14"/>
                  </a:lnTo>
                  <a:lnTo>
                    <a:pt x="51" y="16"/>
                  </a:lnTo>
                  <a:lnTo>
                    <a:pt x="52" y="20"/>
                  </a:lnTo>
                  <a:lnTo>
                    <a:pt x="47" y="22"/>
                  </a:lnTo>
                  <a:lnTo>
                    <a:pt x="47" y="25"/>
                  </a:lnTo>
                  <a:lnTo>
                    <a:pt x="44" y="24"/>
                  </a:lnTo>
                  <a:lnTo>
                    <a:pt x="43" y="24"/>
                  </a:lnTo>
                  <a:lnTo>
                    <a:pt x="38" y="23"/>
                  </a:lnTo>
                  <a:lnTo>
                    <a:pt x="38" y="27"/>
                  </a:lnTo>
                  <a:lnTo>
                    <a:pt x="35" y="31"/>
                  </a:lnTo>
                  <a:lnTo>
                    <a:pt x="34" y="28"/>
                  </a:lnTo>
                  <a:lnTo>
                    <a:pt x="30" y="27"/>
                  </a:lnTo>
                  <a:lnTo>
                    <a:pt x="30" y="23"/>
                  </a:lnTo>
                  <a:lnTo>
                    <a:pt x="27" y="22"/>
                  </a:lnTo>
                  <a:lnTo>
                    <a:pt x="23" y="29"/>
                  </a:lnTo>
                  <a:lnTo>
                    <a:pt x="21" y="28"/>
                  </a:lnTo>
                  <a:lnTo>
                    <a:pt x="15" y="31"/>
                  </a:lnTo>
                  <a:lnTo>
                    <a:pt x="13" y="31"/>
                  </a:lnTo>
                  <a:lnTo>
                    <a:pt x="13" y="28"/>
                  </a:lnTo>
                  <a:lnTo>
                    <a:pt x="12" y="27"/>
                  </a:lnTo>
                  <a:lnTo>
                    <a:pt x="10" y="24"/>
                  </a:lnTo>
                  <a:lnTo>
                    <a:pt x="9" y="22"/>
                  </a:lnTo>
                  <a:lnTo>
                    <a:pt x="6" y="22"/>
                  </a:lnTo>
                  <a:lnTo>
                    <a:pt x="5" y="23"/>
                  </a:lnTo>
                  <a:lnTo>
                    <a:pt x="5" y="27"/>
                  </a:lnTo>
                  <a:lnTo>
                    <a:pt x="2" y="27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4" y="19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10" y="10"/>
                  </a:lnTo>
                  <a:lnTo>
                    <a:pt x="13" y="10"/>
                  </a:lnTo>
                  <a:lnTo>
                    <a:pt x="12" y="7"/>
                  </a:lnTo>
                  <a:lnTo>
                    <a:pt x="9" y="6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4" y="6"/>
                  </a:lnTo>
                  <a:lnTo>
                    <a:pt x="17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5" y="3"/>
                  </a:lnTo>
                  <a:lnTo>
                    <a:pt x="26" y="4"/>
                  </a:lnTo>
                  <a:lnTo>
                    <a:pt x="29" y="3"/>
                  </a:lnTo>
                  <a:lnTo>
                    <a:pt x="27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6" name="Freeform 401"/>
            <p:cNvSpPr>
              <a:spLocks noEditPoints="1"/>
            </p:cNvSpPr>
            <p:nvPr/>
          </p:nvSpPr>
          <p:spPr bwMode="auto">
            <a:xfrm>
              <a:off x="5856623" y="2568904"/>
              <a:ext cx="106585" cy="96434"/>
            </a:xfrm>
            <a:custGeom>
              <a:avLst/>
              <a:gdLst>
                <a:gd name="T0" fmla="*/ 7 w 42"/>
                <a:gd name="T1" fmla="*/ 29 h 38"/>
                <a:gd name="T2" fmla="*/ 5 w 42"/>
                <a:gd name="T3" fmla="*/ 29 h 38"/>
                <a:gd name="T4" fmla="*/ 5 w 42"/>
                <a:gd name="T5" fmla="*/ 28 h 38"/>
                <a:gd name="T6" fmla="*/ 7 w 42"/>
                <a:gd name="T7" fmla="*/ 26 h 38"/>
                <a:gd name="T8" fmla="*/ 8 w 42"/>
                <a:gd name="T9" fmla="*/ 28 h 38"/>
                <a:gd name="T10" fmla="*/ 7 w 42"/>
                <a:gd name="T11" fmla="*/ 26 h 38"/>
                <a:gd name="T12" fmla="*/ 4 w 42"/>
                <a:gd name="T13" fmla="*/ 26 h 38"/>
                <a:gd name="T14" fmla="*/ 37 w 42"/>
                <a:gd name="T15" fmla="*/ 1 h 38"/>
                <a:gd name="T16" fmla="*/ 42 w 42"/>
                <a:gd name="T17" fmla="*/ 4 h 38"/>
                <a:gd name="T18" fmla="*/ 41 w 42"/>
                <a:gd name="T19" fmla="*/ 5 h 38"/>
                <a:gd name="T20" fmla="*/ 40 w 42"/>
                <a:gd name="T21" fmla="*/ 8 h 38"/>
                <a:gd name="T22" fmla="*/ 38 w 42"/>
                <a:gd name="T23" fmla="*/ 12 h 38"/>
                <a:gd name="T24" fmla="*/ 34 w 42"/>
                <a:gd name="T25" fmla="*/ 13 h 38"/>
                <a:gd name="T26" fmla="*/ 38 w 42"/>
                <a:gd name="T27" fmla="*/ 14 h 38"/>
                <a:gd name="T28" fmla="*/ 38 w 42"/>
                <a:gd name="T29" fmla="*/ 17 h 38"/>
                <a:gd name="T30" fmla="*/ 37 w 42"/>
                <a:gd name="T31" fmla="*/ 21 h 38"/>
                <a:gd name="T32" fmla="*/ 36 w 42"/>
                <a:gd name="T33" fmla="*/ 24 h 38"/>
                <a:gd name="T34" fmla="*/ 30 w 42"/>
                <a:gd name="T35" fmla="*/ 24 h 38"/>
                <a:gd name="T36" fmla="*/ 26 w 42"/>
                <a:gd name="T37" fmla="*/ 29 h 38"/>
                <a:gd name="T38" fmla="*/ 26 w 42"/>
                <a:gd name="T39" fmla="*/ 35 h 38"/>
                <a:gd name="T40" fmla="*/ 24 w 42"/>
                <a:gd name="T41" fmla="*/ 38 h 38"/>
                <a:gd name="T42" fmla="*/ 22 w 42"/>
                <a:gd name="T43" fmla="*/ 34 h 38"/>
                <a:gd name="T44" fmla="*/ 18 w 42"/>
                <a:gd name="T45" fmla="*/ 33 h 38"/>
                <a:gd name="T46" fmla="*/ 16 w 42"/>
                <a:gd name="T47" fmla="*/ 32 h 38"/>
                <a:gd name="T48" fmla="*/ 11 w 42"/>
                <a:gd name="T49" fmla="*/ 33 h 38"/>
                <a:gd name="T50" fmla="*/ 8 w 42"/>
                <a:gd name="T51" fmla="*/ 34 h 38"/>
                <a:gd name="T52" fmla="*/ 5 w 42"/>
                <a:gd name="T53" fmla="*/ 35 h 38"/>
                <a:gd name="T54" fmla="*/ 1 w 42"/>
                <a:gd name="T55" fmla="*/ 34 h 38"/>
                <a:gd name="T56" fmla="*/ 0 w 42"/>
                <a:gd name="T57" fmla="*/ 32 h 38"/>
                <a:gd name="T58" fmla="*/ 1 w 42"/>
                <a:gd name="T59" fmla="*/ 32 h 38"/>
                <a:gd name="T60" fmla="*/ 7 w 42"/>
                <a:gd name="T61" fmla="*/ 33 h 38"/>
                <a:gd name="T62" fmla="*/ 7 w 42"/>
                <a:gd name="T63" fmla="*/ 33 h 38"/>
                <a:gd name="T64" fmla="*/ 4 w 42"/>
                <a:gd name="T65" fmla="*/ 32 h 38"/>
                <a:gd name="T66" fmla="*/ 1 w 42"/>
                <a:gd name="T67" fmla="*/ 30 h 38"/>
                <a:gd name="T68" fmla="*/ 5 w 42"/>
                <a:gd name="T69" fmla="*/ 30 h 38"/>
                <a:gd name="T70" fmla="*/ 9 w 42"/>
                <a:gd name="T71" fmla="*/ 32 h 38"/>
                <a:gd name="T72" fmla="*/ 8 w 42"/>
                <a:gd name="T73" fmla="*/ 30 h 38"/>
                <a:gd name="T74" fmla="*/ 8 w 42"/>
                <a:gd name="T75" fmla="*/ 29 h 38"/>
                <a:gd name="T76" fmla="*/ 12 w 42"/>
                <a:gd name="T77" fmla="*/ 28 h 38"/>
                <a:gd name="T78" fmla="*/ 7 w 42"/>
                <a:gd name="T79" fmla="*/ 24 h 38"/>
                <a:gd name="T80" fmla="*/ 8 w 42"/>
                <a:gd name="T81" fmla="*/ 21 h 38"/>
                <a:gd name="T82" fmla="*/ 11 w 42"/>
                <a:gd name="T83" fmla="*/ 17 h 38"/>
                <a:gd name="T84" fmla="*/ 9 w 42"/>
                <a:gd name="T85" fmla="*/ 12 h 38"/>
                <a:gd name="T86" fmla="*/ 12 w 42"/>
                <a:gd name="T87" fmla="*/ 8 h 38"/>
                <a:gd name="T88" fmla="*/ 16 w 42"/>
                <a:gd name="T89" fmla="*/ 8 h 38"/>
                <a:gd name="T90" fmla="*/ 22 w 42"/>
                <a:gd name="T91" fmla="*/ 3 h 38"/>
                <a:gd name="T92" fmla="*/ 26 w 42"/>
                <a:gd name="T93" fmla="*/ 1 h 38"/>
                <a:gd name="T94" fmla="*/ 30 w 42"/>
                <a:gd name="T9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" h="38">
                  <a:moveTo>
                    <a:pt x="5" y="28"/>
                  </a:move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3" y="28"/>
                  </a:lnTo>
                  <a:lnTo>
                    <a:pt x="5" y="28"/>
                  </a:lnTo>
                  <a:close/>
                  <a:moveTo>
                    <a:pt x="4" y="26"/>
                  </a:moveTo>
                  <a:lnTo>
                    <a:pt x="7" y="26"/>
                  </a:lnTo>
                  <a:lnTo>
                    <a:pt x="8" y="26"/>
                  </a:lnTo>
                  <a:lnTo>
                    <a:pt x="8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5" y="26"/>
                  </a:lnTo>
                  <a:lnTo>
                    <a:pt x="4" y="26"/>
                  </a:lnTo>
                  <a:close/>
                  <a:moveTo>
                    <a:pt x="34" y="0"/>
                  </a:moveTo>
                  <a:lnTo>
                    <a:pt x="37" y="1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1" y="5"/>
                  </a:lnTo>
                  <a:lnTo>
                    <a:pt x="41" y="7"/>
                  </a:lnTo>
                  <a:lnTo>
                    <a:pt x="40" y="8"/>
                  </a:lnTo>
                  <a:lnTo>
                    <a:pt x="40" y="10"/>
                  </a:lnTo>
                  <a:lnTo>
                    <a:pt x="38" y="12"/>
                  </a:lnTo>
                  <a:lnTo>
                    <a:pt x="36" y="10"/>
                  </a:lnTo>
                  <a:lnTo>
                    <a:pt x="34" y="13"/>
                  </a:lnTo>
                  <a:lnTo>
                    <a:pt x="36" y="14"/>
                  </a:lnTo>
                  <a:lnTo>
                    <a:pt x="38" y="14"/>
                  </a:lnTo>
                  <a:lnTo>
                    <a:pt x="40" y="16"/>
                  </a:lnTo>
                  <a:lnTo>
                    <a:pt x="38" y="17"/>
                  </a:lnTo>
                  <a:lnTo>
                    <a:pt x="38" y="20"/>
                  </a:lnTo>
                  <a:lnTo>
                    <a:pt x="37" y="21"/>
                  </a:lnTo>
                  <a:lnTo>
                    <a:pt x="38" y="24"/>
                  </a:lnTo>
                  <a:lnTo>
                    <a:pt x="36" y="24"/>
                  </a:lnTo>
                  <a:lnTo>
                    <a:pt x="33" y="24"/>
                  </a:lnTo>
                  <a:lnTo>
                    <a:pt x="30" y="24"/>
                  </a:lnTo>
                  <a:lnTo>
                    <a:pt x="29" y="26"/>
                  </a:lnTo>
                  <a:lnTo>
                    <a:pt x="26" y="29"/>
                  </a:lnTo>
                  <a:lnTo>
                    <a:pt x="28" y="32"/>
                  </a:lnTo>
                  <a:lnTo>
                    <a:pt x="26" y="35"/>
                  </a:lnTo>
                  <a:lnTo>
                    <a:pt x="26" y="38"/>
                  </a:lnTo>
                  <a:lnTo>
                    <a:pt x="24" y="38"/>
                  </a:lnTo>
                  <a:lnTo>
                    <a:pt x="24" y="37"/>
                  </a:lnTo>
                  <a:lnTo>
                    <a:pt x="22" y="34"/>
                  </a:lnTo>
                  <a:lnTo>
                    <a:pt x="20" y="34"/>
                  </a:lnTo>
                  <a:lnTo>
                    <a:pt x="18" y="33"/>
                  </a:lnTo>
                  <a:lnTo>
                    <a:pt x="17" y="33"/>
                  </a:lnTo>
                  <a:lnTo>
                    <a:pt x="16" y="32"/>
                  </a:lnTo>
                  <a:lnTo>
                    <a:pt x="12" y="32"/>
                  </a:lnTo>
                  <a:lnTo>
                    <a:pt x="11" y="33"/>
                  </a:lnTo>
                  <a:lnTo>
                    <a:pt x="9" y="33"/>
                  </a:lnTo>
                  <a:lnTo>
                    <a:pt x="8" y="34"/>
                  </a:lnTo>
                  <a:lnTo>
                    <a:pt x="7" y="34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32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8" y="34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4" y="32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3" y="29"/>
                  </a:lnTo>
                  <a:lnTo>
                    <a:pt x="5" y="30"/>
                  </a:lnTo>
                  <a:lnTo>
                    <a:pt x="7" y="32"/>
                  </a:lnTo>
                  <a:lnTo>
                    <a:pt x="9" y="32"/>
                  </a:lnTo>
                  <a:lnTo>
                    <a:pt x="9" y="30"/>
                  </a:lnTo>
                  <a:lnTo>
                    <a:pt x="8" y="30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9" y="28"/>
                  </a:lnTo>
                  <a:lnTo>
                    <a:pt x="12" y="28"/>
                  </a:lnTo>
                  <a:lnTo>
                    <a:pt x="9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8" y="21"/>
                  </a:lnTo>
                  <a:lnTo>
                    <a:pt x="9" y="20"/>
                  </a:lnTo>
                  <a:lnTo>
                    <a:pt x="11" y="17"/>
                  </a:lnTo>
                  <a:lnTo>
                    <a:pt x="11" y="16"/>
                  </a:lnTo>
                  <a:lnTo>
                    <a:pt x="9" y="12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5" y="7"/>
                  </a:lnTo>
                  <a:lnTo>
                    <a:pt x="16" y="8"/>
                  </a:lnTo>
                  <a:lnTo>
                    <a:pt x="20" y="5"/>
                  </a:lnTo>
                  <a:lnTo>
                    <a:pt x="22" y="3"/>
                  </a:lnTo>
                  <a:lnTo>
                    <a:pt x="25" y="3"/>
                  </a:lnTo>
                  <a:lnTo>
                    <a:pt x="26" y="1"/>
                  </a:lnTo>
                  <a:lnTo>
                    <a:pt x="29" y="3"/>
                  </a:lnTo>
                  <a:lnTo>
                    <a:pt x="30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7" name="Freeform 402"/>
            <p:cNvSpPr>
              <a:spLocks/>
            </p:cNvSpPr>
            <p:nvPr/>
          </p:nvSpPr>
          <p:spPr bwMode="auto">
            <a:xfrm>
              <a:off x="5843935" y="2650112"/>
              <a:ext cx="86283" cy="71057"/>
            </a:xfrm>
            <a:custGeom>
              <a:avLst/>
              <a:gdLst>
                <a:gd name="T0" fmla="*/ 17 w 34"/>
                <a:gd name="T1" fmla="*/ 0 h 28"/>
                <a:gd name="T2" fmla="*/ 21 w 34"/>
                <a:gd name="T3" fmla="*/ 0 h 28"/>
                <a:gd name="T4" fmla="*/ 22 w 34"/>
                <a:gd name="T5" fmla="*/ 1 h 28"/>
                <a:gd name="T6" fmla="*/ 23 w 34"/>
                <a:gd name="T7" fmla="*/ 1 h 28"/>
                <a:gd name="T8" fmla="*/ 25 w 34"/>
                <a:gd name="T9" fmla="*/ 2 h 28"/>
                <a:gd name="T10" fmla="*/ 27 w 34"/>
                <a:gd name="T11" fmla="*/ 2 h 28"/>
                <a:gd name="T12" fmla="*/ 29 w 34"/>
                <a:gd name="T13" fmla="*/ 5 h 28"/>
                <a:gd name="T14" fmla="*/ 29 w 34"/>
                <a:gd name="T15" fmla="*/ 6 h 28"/>
                <a:gd name="T16" fmla="*/ 31 w 34"/>
                <a:gd name="T17" fmla="*/ 6 h 28"/>
                <a:gd name="T18" fmla="*/ 30 w 34"/>
                <a:gd name="T19" fmla="*/ 9 h 28"/>
                <a:gd name="T20" fmla="*/ 33 w 34"/>
                <a:gd name="T21" fmla="*/ 11 h 28"/>
                <a:gd name="T22" fmla="*/ 33 w 34"/>
                <a:gd name="T23" fmla="*/ 13 h 28"/>
                <a:gd name="T24" fmla="*/ 34 w 34"/>
                <a:gd name="T25" fmla="*/ 15 h 28"/>
                <a:gd name="T26" fmla="*/ 33 w 34"/>
                <a:gd name="T27" fmla="*/ 19 h 28"/>
                <a:gd name="T28" fmla="*/ 31 w 34"/>
                <a:gd name="T29" fmla="*/ 19 h 28"/>
                <a:gd name="T30" fmla="*/ 31 w 34"/>
                <a:gd name="T31" fmla="*/ 21 h 28"/>
                <a:gd name="T32" fmla="*/ 30 w 34"/>
                <a:gd name="T33" fmla="*/ 22 h 28"/>
                <a:gd name="T34" fmla="*/ 30 w 34"/>
                <a:gd name="T35" fmla="*/ 23 h 28"/>
                <a:gd name="T36" fmla="*/ 30 w 34"/>
                <a:gd name="T37" fmla="*/ 25 h 28"/>
                <a:gd name="T38" fmla="*/ 31 w 34"/>
                <a:gd name="T39" fmla="*/ 26 h 28"/>
                <a:gd name="T40" fmla="*/ 31 w 34"/>
                <a:gd name="T41" fmla="*/ 27 h 28"/>
                <a:gd name="T42" fmla="*/ 30 w 34"/>
                <a:gd name="T43" fmla="*/ 27 h 28"/>
                <a:gd name="T44" fmla="*/ 29 w 34"/>
                <a:gd name="T45" fmla="*/ 28 h 28"/>
                <a:gd name="T46" fmla="*/ 26 w 34"/>
                <a:gd name="T47" fmla="*/ 26 h 28"/>
                <a:gd name="T48" fmla="*/ 23 w 34"/>
                <a:gd name="T49" fmla="*/ 26 h 28"/>
                <a:gd name="T50" fmla="*/ 21 w 34"/>
                <a:gd name="T51" fmla="*/ 23 h 28"/>
                <a:gd name="T52" fmla="*/ 20 w 34"/>
                <a:gd name="T53" fmla="*/ 22 h 28"/>
                <a:gd name="T54" fmla="*/ 18 w 34"/>
                <a:gd name="T55" fmla="*/ 22 h 28"/>
                <a:gd name="T56" fmla="*/ 17 w 34"/>
                <a:gd name="T57" fmla="*/ 22 h 28"/>
                <a:gd name="T58" fmla="*/ 16 w 34"/>
                <a:gd name="T59" fmla="*/ 22 h 28"/>
                <a:gd name="T60" fmla="*/ 13 w 34"/>
                <a:gd name="T61" fmla="*/ 21 h 28"/>
                <a:gd name="T62" fmla="*/ 13 w 34"/>
                <a:gd name="T63" fmla="*/ 18 h 28"/>
                <a:gd name="T64" fmla="*/ 12 w 34"/>
                <a:gd name="T65" fmla="*/ 17 h 28"/>
                <a:gd name="T66" fmla="*/ 10 w 34"/>
                <a:gd name="T67" fmla="*/ 15 h 28"/>
                <a:gd name="T68" fmla="*/ 9 w 34"/>
                <a:gd name="T69" fmla="*/ 15 h 28"/>
                <a:gd name="T70" fmla="*/ 5 w 34"/>
                <a:gd name="T71" fmla="*/ 13 h 28"/>
                <a:gd name="T72" fmla="*/ 5 w 34"/>
                <a:gd name="T73" fmla="*/ 11 h 28"/>
                <a:gd name="T74" fmla="*/ 2 w 34"/>
                <a:gd name="T75" fmla="*/ 10 h 28"/>
                <a:gd name="T76" fmla="*/ 2 w 34"/>
                <a:gd name="T77" fmla="*/ 6 h 28"/>
                <a:gd name="T78" fmla="*/ 0 w 34"/>
                <a:gd name="T79" fmla="*/ 5 h 28"/>
                <a:gd name="T80" fmla="*/ 2 w 34"/>
                <a:gd name="T81" fmla="*/ 2 h 28"/>
                <a:gd name="T82" fmla="*/ 5 w 34"/>
                <a:gd name="T83" fmla="*/ 0 h 28"/>
                <a:gd name="T84" fmla="*/ 6 w 34"/>
                <a:gd name="T85" fmla="*/ 1 h 28"/>
                <a:gd name="T86" fmla="*/ 6 w 34"/>
                <a:gd name="T87" fmla="*/ 2 h 28"/>
                <a:gd name="T88" fmla="*/ 9 w 34"/>
                <a:gd name="T89" fmla="*/ 2 h 28"/>
                <a:gd name="T90" fmla="*/ 10 w 34"/>
                <a:gd name="T91" fmla="*/ 3 h 28"/>
                <a:gd name="T92" fmla="*/ 12 w 34"/>
                <a:gd name="T93" fmla="*/ 2 h 28"/>
                <a:gd name="T94" fmla="*/ 13 w 34"/>
                <a:gd name="T95" fmla="*/ 2 h 28"/>
                <a:gd name="T96" fmla="*/ 14 w 34"/>
                <a:gd name="T97" fmla="*/ 1 h 28"/>
                <a:gd name="T98" fmla="*/ 16 w 34"/>
                <a:gd name="T99" fmla="*/ 1 h 28"/>
                <a:gd name="T100" fmla="*/ 17 w 34"/>
                <a:gd name="T10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" h="28">
                  <a:moveTo>
                    <a:pt x="17" y="0"/>
                  </a:moveTo>
                  <a:lnTo>
                    <a:pt x="21" y="0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5" y="2"/>
                  </a:lnTo>
                  <a:lnTo>
                    <a:pt x="27" y="2"/>
                  </a:lnTo>
                  <a:lnTo>
                    <a:pt x="29" y="5"/>
                  </a:lnTo>
                  <a:lnTo>
                    <a:pt x="29" y="6"/>
                  </a:lnTo>
                  <a:lnTo>
                    <a:pt x="31" y="6"/>
                  </a:lnTo>
                  <a:lnTo>
                    <a:pt x="30" y="9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4" y="15"/>
                  </a:lnTo>
                  <a:lnTo>
                    <a:pt x="33" y="19"/>
                  </a:lnTo>
                  <a:lnTo>
                    <a:pt x="31" y="19"/>
                  </a:lnTo>
                  <a:lnTo>
                    <a:pt x="31" y="21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31" y="26"/>
                  </a:lnTo>
                  <a:lnTo>
                    <a:pt x="31" y="27"/>
                  </a:lnTo>
                  <a:lnTo>
                    <a:pt x="30" y="27"/>
                  </a:lnTo>
                  <a:lnTo>
                    <a:pt x="29" y="28"/>
                  </a:lnTo>
                  <a:lnTo>
                    <a:pt x="26" y="26"/>
                  </a:lnTo>
                  <a:lnTo>
                    <a:pt x="23" y="26"/>
                  </a:lnTo>
                  <a:lnTo>
                    <a:pt x="21" y="23"/>
                  </a:lnTo>
                  <a:lnTo>
                    <a:pt x="20" y="22"/>
                  </a:lnTo>
                  <a:lnTo>
                    <a:pt x="18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3" y="21"/>
                  </a:lnTo>
                  <a:lnTo>
                    <a:pt x="13" y="18"/>
                  </a:lnTo>
                  <a:lnTo>
                    <a:pt x="12" y="17"/>
                  </a:lnTo>
                  <a:lnTo>
                    <a:pt x="10" y="15"/>
                  </a:lnTo>
                  <a:lnTo>
                    <a:pt x="9" y="15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2" y="10"/>
                  </a:lnTo>
                  <a:lnTo>
                    <a:pt x="2" y="6"/>
                  </a:ln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8" name="Freeform 403"/>
            <p:cNvSpPr>
              <a:spLocks/>
            </p:cNvSpPr>
            <p:nvPr/>
          </p:nvSpPr>
          <p:spPr bwMode="auto">
            <a:xfrm>
              <a:off x="5920067" y="2698329"/>
              <a:ext cx="20302" cy="27916"/>
            </a:xfrm>
            <a:custGeom>
              <a:avLst/>
              <a:gdLst>
                <a:gd name="T0" fmla="*/ 1 w 8"/>
                <a:gd name="T1" fmla="*/ 0 h 11"/>
                <a:gd name="T2" fmla="*/ 3 w 8"/>
                <a:gd name="T3" fmla="*/ 0 h 11"/>
                <a:gd name="T4" fmla="*/ 5 w 8"/>
                <a:gd name="T5" fmla="*/ 3 h 11"/>
                <a:gd name="T6" fmla="*/ 7 w 8"/>
                <a:gd name="T7" fmla="*/ 6 h 11"/>
                <a:gd name="T8" fmla="*/ 8 w 8"/>
                <a:gd name="T9" fmla="*/ 7 h 11"/>
                <a:gd name="T10" fmla="*/ 8 w 8"/>
                <a:gd name="T11" fmla="*/ 11 h 11"/>
                <a:gd name="T12" fmla="*/ 5 w 8"/>
                <a:gd name="T13" fmla="*/ 11 h 11"/>
                <a:gd name="T14" fmla="*/ 3 w 8"/>
                <a:gd name="T15" fmla="*/ 11 h 11"/>
                <a:gd name="T16" fmla="*/ 1 w 8"/>
                <a:gd name="T17" fmla="*/ 8 h 11"/>
                <a:gd name="T18" fmla="*/ 1 w 8"/>
                <a:gd name="T19" fmla="*/ 8 h 11"/>
                <a:gd name="T20" fmla="*/ 1 w 8"/>
                <a:gd name="T21" fmla="*/ 7 h 11"/>
                <a:gd name="T22" fmla="*/ 0 w 8"/>
                <a:gd name="T23" fmla="*/ 6 h 11"/>
                <a:gd name="T24" fmla="*/ 0 w 8"/>
                <a:gd name="T25" fmla="*/ 4 h 11"/>
                <a:gd name="T26" fmla="*/ 0 w 8"/>
                <a:gd name="T27" fmla="*/ 3 h 11"/>
                <a:gd name="T28" fmla="*/ 1 w 8"/>
                <a:gd name="T29" fmla="*/ 2 h 11"/>
                <a:gd name="T30" fmla="*/ 1 w 8"/>
                <a:gd name="T3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11">
                  <a:moveTo>
                    <a:pt x="1" y="0"/>
                  </a:moveTo>
                  <a:lnTo>
                    <a:pt x="3" y="0"/>
                  </a:lnTo>
                  <a:lnTo>
                    <a:pt x="5" y="3"/>
                  </a:lnTo>
                  <a:lnTo>
                    <a:pt x="7" y="6"/>
                  </a:lnTo>
                  <a:lnTo>
                    <a:pt x="8" y="7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9" name="Freeform 405"/>
            <p:cNvSpPr>
              <a:spLocks/>
            </p:cNvSpPr>
            <p:nvPr/>
          </p:nvSpPr>
          <p:spPr bwMode="auto">
            <a:xfrm>
              <a:off x="5488651" y="2482621"/>
              <a:ext cx="121812" cy="159879"/>
            </a:xfrm>
            <a:custGeom>
              <a:avLst/>
              <a:gdLst>
                <a:gd name="T0" fmla="*/ 40 w 48"/>
                <a:gd name="T1" fmla="*/ 2 h 63"/>
                <a:gd name="T2" fmla="*/ 37 w 48"/>
                <a:gd name="T3" fmla="*/ 6 h 63"/>
                <a:gd name="T4" fmla="*/ 33 w 48"/>
                <a:gd name="T5" fmla="*/ 10 h 63"/>
                <a:gd name="T6" fmla="*/ 33 w 48"/>
                <a:gd name="T7" fmla="*/ 21 h 63"/>
                <a:gd name="T8" fmla="*/ 37 w 48"/>
                <a:gd name="T9" fmla="*/ 16 h 63"/>
                <a:gd name="T10" fmla="*/ 45 w 48"/>
                <a:gd name="T11" fmla="*/ 22 h 63"/>
                <a:gd name="T12" fmla="*/ 45 w 48"/>
                <a:gd name="T13" fmla="*/ 25 h 63"/>
                <a:gd name="T14" fmla="*/ 48 w 48"/>
                <a:gd name="T15" fmla="*/ 31 h 63"/>
                <a:gd name="T16" fmla="*/ 48 w 48"/>
                <a:gd name="T17" fmla="*/ 35 h 63"/>
                <a:gd name="T18" fmla="*/ 45 w 48"/>
                <a:gd name="T19" fmla="*/ 44 h 63"/>
                <a:gd name="T20" fmla="*/ 42 w 48"/>
                <a:gd name="T21" fmla="*/ 50 h 63"/>
                <a:gd name="T22" fmla="*/ 40 w 48"/>
                <a:gd name="T23" fmla="*/ 52 h 63"/>
                <a:gd name="T24" fmla="*/ 37 w 48"/>
                <a:gd name="T25" fmla="*/ 54 h 63"/>
                <a:gd name="T26" fmla="*/ 28 w 48"/>
                <a:gd name="T27" fmla="*/ 56 h 63"/>
                <a:gd name="T28" fmla="*/ 24 w 48"/>
                <a:gd name="T29" fmla="*/ 58 h 63"/>
                <a:gd name="T30" fmla="*/ 20 w 48"/>
                <a:gd name="T31" fmla="*/ 62 h 63"/>
                <a:gd name="T32" fmla="*/ 11 w 48"/>
                <a:gd name="T33" fmla="*/ 62 h 63"/>
                <a:gd name="T34" fmla="*/ 7 w 48"/>
                <a:gd name="T35" fmla="*/ 62 h 63"/>
                <a:gd name="T36" fmla="*/ 7 w 48"/>
                <a:gd name="T37" fmla="*/ 60 h 63"/>
                <a:gd name="T38" fmla="*/ 9 w 48"/>
                <a:gd name="T39" fmla="*/ 56 h 63"/>
                <a:gd name="T40" fmla="*/ 2 w 48"/>
                <a:gd name="T41" fmla="*/ 56 h 63"/>
                <a:gd name="T42" fmla="*/ 8 w 48"/>
                <a:gd name="T43" fmla="*/ 51 h 63"/>
                <a:gd name="T44" fmla="*/ 4 w 48"/>
                <a:gd name="T45" fmla="*/ 50 h 63"/>
                <a:gd name="T46" fmla="*/ 7 w 48"/>
                <a:gd name="T47" fmla="*/ 51 h 63"/>
                <a:gd name="T48" fmla="*/ 8 w 48"/>
                <a:gd name="T49" fmla="*/ 48 h 63"/>
                <a:gd name="T50" fmla="*/ 11 w 48"/>
                <a:gd name="T51" fmla="*/ 46 h 63"/>
                <a:gd name="T52" fmla="*/ 17 w 48"/>
                <a:gd name="T53" fmla="*/ 43 h 63"/>
                <a:gd name="T54" fmla="*/ 12 w 48"/>
                <a:gd name="T55" fmla="*/ 44 h 63"/>
                <a:gd name="T56" fmla="*/ 7 w 48"/>
                <a:gd name="T57" fmla="*/ 44 h 63"/>
                <a:gd name="T58" fmla="*/ 12 w 48"/>
                <a:gd name="T59" fmla="*/ 39 h 63"/>
                <a:gd name="T60" fmla="*/ 17 w 48"/>
                <a:gd name="T61" fmla="*/ 34 h 63"/>
                <a:gd name="T62" fmla="*/ 8 w 48"/>
                <a:gd name="T63" fmla="*/ 33 h 63"/>
                <a:gd name="T64" fmla="*/ 5 w 48"/>
                <a:gd name="T65" fmla="*/ 30 h 63"/>
                <a:gd name="T66" fmla="*/ 9 w 48"/>
                <a:gd name="T67" fmla="*/ 27 h 63"/>
                <a:gd name="T68" fmla="*/ 12 w 48"/>
                <a:gd name="T69" fmla="*/ 25 h 63"/>
                <a:gd name="T70" fmla="*/ 5 w 48"/>
                <a:gd name="T71" fmla="*/ 21 h 63"/>
                <a:gd name="T72" fmla="*/ 9 w 48"/>
                <a:gd name="T73" fmla="*/ 22 h 63"/>
                <a:gd name="T74" fmla="*/ 8 w 48"/>
                <a:gd name="T75" fmla="*/ 18 h 63"/>
                <a:gd name="T76" fmla="*/ 11 w 48"/>
                <a:gd name="T77" fmla="*/ 17 h 63"/>
                <a:gd name="T78" fmla="*/ 16 w 48"/>
                <a:gd name="T79" fmla="*/ 19 h 63"/>
                <a:gd name="T80" fmla="*/ 23 w 48"/>
                <a:gd name="T81" fmla="*/ 17 h 63"/>
                <a:gd name="T82" fmla="*/ 28 w 48"/>
                <a:gd name="T83" fmla="*/ 12 h 63"/>
                <a:gd name="T84" fmla="*/ 25 w 48"/>
                <a:gd name="T85" fmla="*/ 12 h 63"/>
                <a:gd name="T86" fmla="*/ 24 w 48"/>
                <a:gd name="T87" fmla="*/ 10 h 63"/>
                <a:gd name="T88" fmla="*/ 27 w 48"/>
                <a:gd name="T89" fmla="*/ 8 h 63"/>
                <a:gd name="T90" fmla="*/ 27 w 48"/>
                <a:gd name="T91" fmla="*/ 5 h 63"/>
                <a:gd name="T92" fmla="*/ 30 w 48"/>
                <a:gd name="T93" fmla="*/ 4 h 63"/>
                <a:gd name="T94" fmla="*/ 33 w 48"/>
                <a:gd name="T95" fmla="*/ 2 h 63"/>
                <a:gd name="T96" fmla="*/ 33 w 48"/>
                <a:gd name="T97" fmla="*/ 6 h 63"/>
                <a:gd name="T98" fmla="*/ 37 w 48"/>
                <a:gd name="T99" fmla="*/ 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8" h="63">
                  <a:moveTo>
                    <a:pt x="36" y="0"/>
                  </a:moveTo>
                  <a:lnTo>
                    <a:pt x="37" y="1"/>
                  </a:lnTo>
                  <a:lnTo>
                    <a:pt x="40" y="2"/>
                  </a:lnTo>
                  <a:lnTo>
                    <a:pt x="38" y="4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3" y="10"/>
                  </a:lnTo>
                  <a:lnTo>
                    <a:pt x="30" y="10"/>
                  </a:lnTo>
                  <a:lnTo>
                    <a:pt x="28" y="16"/>
                  </a:lnTo>
                  <a:lnTo>
                    <a:pt x="33" y="21"/>
                  </a:lnTo>
                  <a:lnTo>
                    <a:pt x="34" y="19"/>
                  </a:lnTo>
                  <a:lnTo>
                    <a:pt x="36" y="17"/>
                  </a:lnTo>
                  <a:lnTo>
                    <a:pt x="37" y="16"/>
                  </a:lnTo>
                  <a:lnTo>
                    <a:pt x="41" y="17"/>
                  </a:lnTo>
                  <a:lnTo>
                    <a:pt x="42" y="22"/>
                  </a:lnTo>
                  <a:lnTo>
                    <a:pt x="45" y="22"/>
                  </a:lnTo>
                  <a:lnTo>
                    <a:pt x="48" y="23"/>
                  </a:lnTo>
                  <a:lnTo>
                    <a:pt x="45" y="23"/>
                  </a:lnTo>
                  <a:lnTo>
                    <a:pt x="45" y="25"/>
                  </a:lnTo>
                  <a:lnTo>
                    <a:pt x="46" y="26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8" y="33"/>
                  </a:lnTo>
                  <a:lnTo>
                    <a:pt x="46" y="34"/>
                  </a:lnTo>
                  <a:lnTo>
                    <a:pt x="48" y="35"/>
                  </a:lnTo>
                  <a:lnTo>
                    <a:pt x="48" y="41"/>
                  </a:lnTo>
                  <a:lnTo>
                    <a:pt x="48" y="43"/>
                  </a:lnTo>
                  <a:lnTo>
                    <a:pt x="45" y="44"/>
                  </a:lnTo>
                  <a:lnTo>
                    <a:pt x="46" y="47"/>
                  </a:lnTo>
                  <a:lnTo>
                    <a:pt x="44" y="50"/>
                  </a:lnTo>
                  <a:lnTo>
                    <a:pt x="42" y="50"/>
                  </a:lnTo>
                  <a:lnTo>
                    <a:pt x="45" y="52"/>
                  </a:lnTo>
                  <a:lnTo>
                    <a:pt x="41" y="52"/>
                  </a:lnTo>
                  <a:lnTo>
                    <a:pt x="40" y="52"/>
                  </a:lnTo>
                  <a:lnTo>
                    <a:pt x="38" y="54"/>
                  </a:lnTo>
                  <a:lnTo>
                    <a:pt x="37" y="52"/>
                  </a:lnTo>
                  <a:lnTo>
                    <a:pt x="37" y="54"/>
                  </a:lnTo>
                  <a:lnTo>
                    <a:pt x="30" y="54"/>
                  </a:lnTo>
                  <a:lnTo>
                    <a:pt x="30" y="56"/>
                  </a:lnTo>
                  <a:lnTo>
                    <a:pt x="28" y="56"/>
                  </a:lnTo>
                  <a:lnTo>
                    <a:pt x="27" y="59"/>
                  </a:lnTo>
                  <a:lnTo>
                    <a:pt x="24" y="59"/>
                  </a:lnTo>
                  <a:lnTo>
                    <a:pt x="24" y="58"/>
                  </a:lnTo>
                  <a:lnTo>
                    <a:pt x="23" y="58"/>
                  </a:lnTo>
                  <a:lnTo>
                    <a:pt x="23" y="59"/>
                  </a:lnTo>
                  <a:lnTo>
                    <a:pt x="20" y="62"/>
                  </a:lnTo>
                  <a:lnTo>
                    <a:pt x="16" y="63"/>
                  </a:lnTo>
                  <a:lnTo>
                    <a:pt x="12" y="63"/>
                  </a:lnTo>
                  <a:lnTo>
                    <a:pt x="11" y="62"/>
                  </a:lnTo>
                  <a:lnTo>
                    <a:pt x="8" y="63"/>
                  </a:lnTo>
                  <a:lnTo>
                    <a:pt x="8" y="62"/>
                  </a:lnTo>
                  <a:lnTo>
                    <a:pt x="7" y="62"/>
                  </a:lnTo>
                  <a:lnTo>
                    <a:pt x="9" y="60"/>
                  </a:lnTo>
                  <a:lnTo>
                    <a:pt x="11" y="59"/>
                  </a:lnTo>
                  <a:lnTo>
                    <a:pt x="7" y="60"/>
                  </a:lnTo>
                  <a:lnTo>
                    <a:pt x="3" y="60"/>
                  </a:lnTo>
                  <a:lnTo>
                    <a:pt x="5" y="59"/>
                  </a:lnTo>
                  <a:lnTo>
                    <a:pt x="9" y="56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2" y="56"/>
                  </a:lnTo>
                  <a:lnTo>
                    <a:pt x="3" y="54"/>
                  </a:lnTo>
                  <a:lnTo>
                    <a:pt x="5" y="54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51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7" y="51"/>
                  </a:lnTo>
                  <a:lnTo>
                    <a:pt x="8" y="50"/>
                  </a:lnTo>
                  <a:lnTo>
                    <a:pt x="7" y="50"/>
                  </a:lnTo>
                  <a:lnTo>
                    <a:pt x="8" y="48"/>
                  </a:lnTo>
                  <a:lnTo>
                    <a:pt x="7" y="47"/>
                  </a:lnTo>
                  <a:lnTo>
                    <a:pt x="9" y="47"/>
                  </a:lnTo>
                  <a:lnTo>
                    <a:pt x="11" y="46"/>
                  </a:lnTo>
                  <a:lnTo>
                    <a:pt x="15" y="44"/>
                  </a:lnTo>
                  <a:lnTo>
                    <a:pt x="20" y="43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5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11" y="42"/>
                  </a:lnTo>
                  <a:lnTo>
                    <a:pt x="13" y="39"/>
                  </a:lnTo>
                  <a:lnTo>
                    <a:pt x="12" y="39"/>
                  </a:lnTo>
                  <a:lnTo>
                    <a:pt x="15" y="35"/>
                  </a:lnTo>
                  <a:lnTo>
                    <a:pt x="16" y="37"/>
                  </a:lnTo>
                  <a:lnTo>
                    <a:pt x="17" y="34"/>
                  </a:lnTo>
                  <a:lnTo>
                    <a:pt x="12" y="34"/>
                  </a:lnTo>
                  <a:lnTo>
                    <a:pt x="11" y="31"/>
                  </a:lnTo>
                  <a:lnTo>
                    <a:pt x="8" y="33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7"/>
                  </a:lnTo>
                  <a:lnTo>
                    <a:pt x="9" y="27"/>
                  </a:lnTo>
                  <a:lnTo>
                    <a:pt x="8" y="27"/>
                  </a:lnTo>
                  <a:lnTo>
                    <a:pt x="9" y="26"/>
                  </a:lnTo>
                  <a:lnTo>
                    <a:pt x="12" y="25"/>
                  </a:lnTo>
                  <a:lnTo>
                    <a:pt x="11" y="23"/>
                  </a:lnTo>
                  <a:lnTo>
                    <a:pt x="9" y="23"/>
                  </a:lnTo>
                  <a:lnTo>
                    <a:pt x="5" y="21"/>
                  </a:lnTo>
                  <a:lnTo>
                    <a:pt x="8" y="21"/>
                  </a:lnTo>
                  <a:lnTo>
                    <a:pt x="8" y="22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11" y="17"/>
                  </a:lnTo>
                  <a:lnTo>
                    <a:pt x="11" y="16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9" y="17"/>
                  </a:lnTo>
                  <a:lnTo>
                    <a:pt x="20" y="18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8" y="12"/>
                  </a:lnTo>
                  <a:lnTo>
                    <a:pt x="27" y="12"/>
                  </a:lnTo>
                  <a:lnTo>
                    <a:pt x="24" y="13"/>
                  </a:lnTo>
                  <a:lnTo>
                    <a:pt x="25" y="12"/>
                  </a:lnTo>
                  <a:lnTo>
                    <a:pt x="23" y="12"/>
                  </a:lnTo>
                  <a:lnTo>
                    <a:pt x="21" y="10"/>
                  </a:lnTo>
                  <a:lnTo>
                    <a:pt x="24" y="10"/>
                  </a:lnTo>
                  <a:lnTo>
                    <a:pt x="24" y="9"/>
                  </a:lnTo>
                  <a:lnTo>
                    <a:pt x="25" y="9"/>
                  </a:lnTo>
                  <a:lnTo>
                    <a:pt x="27" y="8"/>
                  </a:lnTo>
                  <a:lnTo>
                    <a:pt x="24" y="8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9" y="2"/>
                  </a:lnTo>
                  <a:lnTo>
                    <a:pt x="30" y="4"/>
                  </a:lnTo>
                  <a:lnTo>
                    <a:pt x="32" y="4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4" y="4"/>
                  </a:lnTo>
                  <a:lnTo>
                    <a:pt x="33" y="5"/>
                  </a:lnTo>
                  <a:lnTo>
                    <a:pt x="33" y="6"/>
                  </a:lnTo>
                  <a:lnTo>
                    <a:pt x="34" y="5"/>
                  </a:lnTo>
                  <a:lnTo>
                    <a:pt x="34" y="1"/>
                  </a:lnTo>
                  <a:lnTo>
                    <a:pt x="37" y="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0" name="Freeform 407"/>
            <p:cNvSpPr>
              <a:spLocks noEditPoints="1"/>
            </p:cNvSpPr>
            <p:nvPr/>
          </p:nvSpPr>
          <p:spPr bwMode="auto">
            <a:xfrm>
              <a:off x="5559707" y="2238998"/>
              <a:ext cx="261388" cy="474559"/>
            </a:xfrm>
            <a:custGeom>
              <a:avLst/>
              <a:gdLst>
                <a:gd name="T0" fmla="*/ 95 w 103"/>
                <a:gd name="T1" fmla="*/ 160 h 187"/>
                <a:gd name="T2" fmla="*/ 38 w 103"/>
                <a:gd name="T3" fmla="*/ 129 h 187"/>
                <a:gd name="T4" fmla="*/ 21 w 103"/>
                <a:gd name="T5" fmla="*/ 102 h 187"/>
                <a:gd name="T6" fmla="*/ 22 w 103"/>
                <a:gd name="T7" fmla="*/ 115 h 187"/>
                <a:gd name="T8" fmla="*/ 6 w 103"/>
                <a:gd name="T9" fmla="*/ 115 h 187"/>
                <a:gd name="T10" fmla="*/ 16 w 103"/>
                <a:gd name="T11" fmla="*/ 98 h 187"/>
                <a:gd name="T12" fmla="*/ 30 w 103"/>
                <a:gd name="T13" fmla="*/ 88 h 187"/>
                <a:gd name="T14" fmla="*/ 20 w 103"/>
                <a:gd name="T15" fmla="*/ 84 h 187"/>
                <a:gd name="T16" fmla="*/ 22 w 103"/>
                <a:gd name="T17" fmla="*/ 77 h 187"/>
                <a:gd name="T18" fmla="*/ 17 w 103"/>
                <a:gd name="T19" fmla="*/ 75 h 187"/>
                <a:gd name="T20" fmla="*/ 18 w 103"/>
                <a:gd name="T21" fmla="*/ 69 h 187"/>
                <a:gd name="T22" fmla="*/ 10 w 103"/>
                <a:gd name="T23" fmla="*/ 68 h 187"/>
                <a:gd name="T24" fmla="*/ 12 w 103"/>
                <a:gd name="T25" fmla="*/ 59 h 187"/>
                <a:gd name="T26" fmla="*/ 24 w 103"/>
                <a:gd name="T27" fmla="*/ 67 h 187"/>
                <a:gd name="T28" fmla="*/ 16 w 103"/>
                <a:gd name="T29" fmla="*/ 62 h 187"/>
                <a:gd name="T30" fmla="*/ 14 w 103"/>
                <a:gd name="T31" fmla="*/ 55 h 187"/>
                <a:gd name="T32" fmla="*/ 12 w 103"/>
                <a:gd name="T33" fmla="*/ 51 h 187"/>
                <a:gd name="T34" fmla="*/ 46 w 103"/>
                <a:gd name="T35" fmla="*/ 51 h 187"/>
                <a:gd name="T36" fmla="*/ 43 w 103"/>
                <a:gd name="T37" fmla="*/ 60 h 187"/>
                <a:gd name="T38" fmla="*/ 62 w 103"/>
                <a:gd name="T39" fmla="*/ 63 h 187"/>
                <a:gd name="T40" fmla="*/ 50 w 103"/>
                <a:gd name="T41" fmla="*/ 79 h 187"/>
                <a:gd name="T42" fmla="*/ 45 w 103"/>
                <a:gd name="T43" fmla="*/ 85 h 187"/>
                <a:gd name="T44" fmla="*/ 63 w 103"/>
                <a:gd name="T45" fmla="*/ 93 h 187"/>
                <a:gd name="T46" fmla="*/ 79 w 103"/>
                <a:gd name="T47" fmla="*/ 115 h 187"/>
                <a:gd name="T48" fmla="*/ 78 w 103"/>
                <a:gd name="T49" fmla="*/ 123 h 187"/>
                <a:gd name="T50" fmla="*/ 87 w 103"/>
                <a:gd name="T51" fmla="*/ 134 h 187"/>
                <a:gd name="T52" fmla="*/ 101 w 103"/>
                <a:gd name="T53" fmla="*/ 146 h 187"/>
                <a:gd name="T54" fmla="*/ 96 w 103"/>
                <a:gd name="T55" fmla="*/ 155 h 187"/>
                <a:gd name="T56" fmla="*/ 92 w 103"/>
                <a:gd name="T57" fmla="*/ 160 h 187"/>
                <a:gd name="T58" fmla="*/ 99 w 103"/>
                <a:gd name="T59" fmla="*/ 165 h 187"/>
                <a:gd name="T60" fmla="*/ 79 w 103"/>
                <a:gd name="T61" fmla="*/ 172 h 187"/>
                <a:gd name="T62" fmla="*/ 62 w 103"/>
                <a:gd name="T63" fmla="*/ 176 h 187"/>
                <a:gd name="T64" fmla="*/ 46 w 103"/>
                <a:gd name="T65" fmla="*/ 181 h 187"/>
                <a:gd name="T66" fmla="*/ 33 w 103"/>
                <a:gd name="T67" fmla="*/ 183 h 187"/>
                <a:gd name="T68" fmla="*/ 25 w 103"/>
                <a:gd name="T69" fmla="*/ 183 h 187"/>
                <a:gd name="T70" fmla="*/ 39 w 103"/>
                <a:gd name="T71" fmla="*/ 168 h 187"/>
                <a:gd name="T72" fmla="*/ 55 w 103"/>
                <a:gd name="T73" fmla="*/ 160 h 187"/>
                <a:gd name="T74" fmla="*/ 41 w 103"/>
                <a:gd name="T75" fmla="*/ 159 h 187"/>
                <a:gd name="T76" fmla="*/ 27 w 103"/>
                <a:gd name="T77" fmla="*/ 155 h 187"/>
                <a:gd name="T78" fmla="*/ 39 w 103"/>
                <a:gd name="T79" fmla="*/ 139 h 187"/>
                <a:gd name="T80" fmla="*/ 49 w 103"/>
                <a:gd name="T81" fmla="*/ 131 h 187"/>
                <a:gd name="T82" fmla="*/ 50 w 103"/>
                <a:gd name="T83" fmla="*/ 127 h 187"/>
                <a:gd name="T84" fmla="*/ 47 w 103"/>
                <a:gd name="T85" fmla="*/ 105 h 187"/>
                <a:gd name="T86" fmla="*/ 33 w 103"/>
                <a:gd name="T87" fmla="*/ 105 h 187"/>
                <a:gd name="T88" fmla="*/ 33 w 103"/>
                <a:gd name="T89" fmla="*/ 90 h 187"/>
                <a:gd name="T90" fmla="*/ 27 w 103"/>
                <a:gd name="T91" fmla="*/ 88 h 187"/>
                <a:gd name="T92" fmla="*/ 24 w 103"/>
                <a:gd name="T93" fmla="*/ 97 h 187"/>
                <a:gd name="T94" fmla="*/ 27 w 103"/>
                <a:gd name="T95" fmla="*/ 79 h 187"/>
                <a:gd name="T96" fmla="*/ 22 w 103"/>
                <a:gd name="T97" fmla="*/ 75 h 187"/>
                <a:gd name="T98" fmla="*/ 24 w 103"/>
                <a:gd name="T99" fmla="*/ 69 h 187"/>
                <a:gd name="T100" fmla="*/ 25 w 103"/>
                <a:gd name="T101" fmla="*/ 64 h 187"/>
                <a:gd name="T102" fmla="*/ 25 w 103"/>
                <a:gd name="T103" fmla="*/ 55 h 187"/>
                <a:gd name="T104" fmla="*/ 29 w 103"/>
                <a:gd name="T105" fmla="*/ 51 h 187"/>
                <a:gd name="T106" fmla="*/ 37 w 103"/>
                <a:gd name="T107" fmla="*/ 44 h 187"/>
                <a:gd name="T108" fmla="*/ 47 w 103"/>
                <a:gd name="T109" fmla="*/ 39 h 187"/>
                <a:gd name="T110" fmla="*/ 47 w 103"/>
                <a:gd name="T111" fmla="*/ 37 h 187"/>
                <a:gd name="T112" fmla="*/ 68 w 103"/>
                <a:gd name="T113" fmla="*/ 15 h 187"/>
                <a:gd name="T114" fmla="*/ 66 w 103"/>
                <a:gd name="T115" fmla="*/ 10 h 187"/>
                <a:gd name="T116" fmla="*/ 68 w 103"/>
                <a:gd name="T117" fmla="*/ 5 h 187"/>
                <a:gd name="T118" fmla="*/ 74 w 103"/>
                <a:gd name="T1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3" h="187">
                  <a:moveTo>
                    <a:pt x="71" y="173"/>
                  </a:moveTo>
                  <a:lnTo>
                    <a:pt x="72" y="173"/>
                  </a:lnTo>
                  <a:lnTo>
                    <a:pt x="74" y="173"/>
                  </a:lnTo>
                  <a:lnTo>
                    <a:pt x="74" y="175"/>
                  </a:lnTo>
                  <a:lnTo>
                    <a:pt x="74" y="176"/>
                  </a:lnTo>
                  <a:lnTo>
                    <a:pt x="71" y="176"/>
                  </a:lnTo>
                  <a:lnTo>
                    <a:pt x="70" y="175"/>
                  </a:lnTo>
                  <a:lnTo>
                    <a:pt x="68" y="175"/>
                  </a:lnTo>
                  <a:lnTo>
                    <a:pt x="71" y="173"/>
                  </a:lnTo>
                  <a:close/>
                  <a:moveTo>
                    <a:pt x="93" y="160"/>
                  </a:moveTo>
                  <a:lnTo>
                    <a:pt x="95" y="160"/>
                  </a:lnTo>
                  <a:lnTo>
                    <a:pt x="95" y="162"/>
                  </a:lnTo>
                  <a:lnTo>
                    <a:pt x="93" y="162"/>
                  </a:lnTo>
                  <a:lnTo>
                    <a:pt x="92" y="162"/>
                  </a:lnTo>
                  <a:lnTo>
                    <a:pt x="93" y="160"/>
                  </a:lnTo>
                  <a:close/>
                  <a:moveTo>
                    <a:pt x="38" y="129"/>
                  </a:moveTo>
                  <a:lnTo>
                    <a:pt x="39" y="131"/>
                  </a:lnTo>
                  <a:lnTo>
                    <a:pt x="41" y="131"/>
                  </a:lnTo>
                  <a:lnTo>
                    <a:pt x="38" y="133"/>
                  </a:lnTo>
                  <a:lnTo>
                    <a:pt x="35" y="131"/>
                  </a:lnTo>
                  <a:lnTo>
                    <a:pt x="35" y="130"/>
                  </a:lnTo>
                  <a:lnTo>
                    <a:pt x="38" y="129"/>
                  </a:lnTo>
                  <a:close/>
                  <a:moveTo>
                    <a:pt x="38" y="113"/>
                  </a:moveTo>
                  <a:lnTo>
                    <a:pt x="37" y="114"/>
                  </a:lnTo>
                  <a:lnTo>
                    <a:pt x="38" y="115"/>
                  </a:lnTo>
                  <a:lnTo>
                    <a:pt x="35" y="118"/>
                  </a:lnTo>
                  <a:lnTo>
                    <a:pt x="33" y="119"/>
                  </a:lnTo>
                  <a:lnTo>
                    <a:pt x="34" y="115"/>
                  </a:lnTo>
                  <a:lnTo>
                    <a:pt x="38" y="113"/>
                  </a:lnTo>
                  <a:close/>
                  <a:moveTo>
                    <a:pt x="16" y="98"/>
                  </a:moveTo>
                  <a:lnTo>
                    <a:pt x="18" y="100"/>
                  </a:lnTo>
                  <a:lnTo>
                    <a:pt x="21" y="100"/>
                  </a:lnTo>
                  <a:lnTo>
                    <a:pt x="21" y="102"/>
                  </a:lnTo>
                  <a:lnTo>
                    <a:pt x="25" y="108"/>
                  </a:lnTo>
                  <a:lnTo>
                    <a:pt x="22" y="109"/>
                  </a:lnTo>
                  <a:lnTo>
                    <a:pt x="26" y="109"/>
                  </a:lnTo>
                  <a:lnTo>
                    <a:pt x="26" y="114"/>
                  </a:lnTo>
                  <a:lnTo>
                    <a:pt x="25" y="110"/>
                  </a:lnTo>
                  <a:lnTo>
                    <a:pt x="24" y="110"/>
                  </a:lnTo>
                  <a:lnTo>
                    <a:pt x="25" y="112"/>
                  </a:lnTo>
                  <a:lnTo>
                    <a:pt x="24" y="113"/>
                  </a:lnTo>
                  <a:lnTo>
                    <a:pt x="25" y="114"/>
                  </a:lnTo>
                  <a:lnTo>
                    <a:pt x="25" y="115"/>
                  </a:lnTo>
                  <a:lnTo>
                    <a:pt x="22" y="115"/>
                  </a:lnTo>
                  <a:lnTo>
                    <a:pt x="22" y="117"/>
                  </a:lnTo>
                  <a:lnTo>
                    <a:pt x="21" y="118"/>
                  </a:lnTo>
                  <a:lnTo>
                    <a:pt x="20" y="118"/>
                  </a:lnTo>
                  <a:lnTo>
                    <a:pt x="20" y="119"/>
                  </a:lnTo>
                  <a:lnTo>
                    <a:pt x="20" y="119"/>
                  </a:lnTo>
                  <a:lnTo>
                    <a:pt x="17" y="118"/>
                  </a:lnTo>
                  <a:lnTo>
                    <a:pt x="14" y="118"/>
                  </a:lnTo>
                  <a:lnTo>
                    <a:pt x="13" y="113"/>
                  </a:lnTo>
                  <a:lnTo>
                    <a:pt x="9" y="112"/>
                  </a:lnTo>
                  <a:lnTo>
                    <a:pt x="8" y="113"/>
                  </a:lnTo>
                  <a:lnTo>
                    <a:pt x="6" y="115"/>
                  </a:lnTo>
                  <a:lnTo>
                    <a:pt x="5" y="117"/>
                  </a:lnTo>
                  <a:lnTo>
                    <a:pt x="0" y="112"/>
                  </a:lnTo>
                  <a:lnTo>
                    <a:pt x="2" y="106"/>
                  </a:lnTo>
                  <a:lnTo>
                    <a:pt x="5" y="106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9" y="102"/>
                  </a:lnTo>
                  <a:lnTo>
                    <a:pt x="10" y="101"/>
                  </a:lnTo>
                  <a:lnTo>
                    <a:pt x="12" y="101"/>
                  </a:lnTo>
                  <a:lnTo>
                    <a:pt x="13" y="101"/>
                  </a:lnTo>
                  <a:lnTo>
                    <a:pt x="16" y="98"/>
                  </a:lnTo>
                  <a:close/>
                  <a:moveTo>
                    <a:pt x="29" y="92"/>
                  </a:moveTo>
                  <a:lnTo>
                    <a:pt x="30" y="94"/>
                  </a:lnTo>
                  <a:lnTo>
                    <a:pt x="30" y="97"/>
                  </a:lnTo>
                  <a:lnTo>
                    <a:pt x="27" y="96"/>
                  </a:lnTo>
                  <a:lnTo>
                    <a:pt x="27" y="93"/>
                  </a:lnTo>
                  <a:lnTo>
                    <a:pt x="29" y="92"/>
                  </a:lnTo>
                  <a:close/>
                  <a:moveTo>
                    <a:pt x="30" y="88"/>
                  </a:moveTo>
                  <a:lnTo>
                    <a:pt x="31" y="89"/>
                  </a:lnTo>
                  <a:lnTo>
                    <a:pt x="31" y="92"/>
                  </a:lnTo>
                  <a:lnTo>
                    <a:pt x="30" y="90"/>
                  </a:lnTo>
                  <a:lnTo>
                    <a:pt x="30" y="88"/>
                  </a:lnTo>
                  <a:close/>
                  <a:moveTo>
                    <a:pt x="20" y="88"/>
                  </a:moveTo>
                  <a:lnTo>
                    <a:pt x="21" y="92"/>
                  </a:lnTo>
                  <a:lnTo>
                    <a:pt x="18" y="93"/>
                  </a:lnTo>
                  <a:lnTo>
                    <a:pt x="18" y="90"/>
                  </a:lnTo>
                  <a:lnTo>
                    <a:pt x="17" y="92"/>
                  </a:lnTo>
                  <a:lnTo>
                    <a:pt x="17" y="89"/>
                  </a:lnTo>
                  <a:lnTo>
                    <a:pt x="20" y="88"/>
                  </a:lnTo>
                  <a:close/>
                  <a:moveTo>
                    <a:pt x="20" y="84"/>
                  </a:moveTo>
                  <a:lnTo>
                    <a:pt x="20" y="85"/>
                  </a:lnTo>
                  <a:lnTo>
                    <a:pt x="18" y="87"/>
                  </a:lnTo>
                  <a:lnTo>
                    <a:pt x="20" y="84"/>
                  </a:lnTo>
                  <a:close/>
                  <a:moveTo>
                    <a:pt x="25" y="84"/>
                  </a:moveTo>
                  <a:lnTo>
                    <a:pt x="24" y="88"/>
                  </a:lnTo>
                  <a:lnTo>
                    <a:pt x="21" y="90"/>
                  </a:lnTo>
                  <a:lnTo>
                    <a:pt x="21" y="88"/>
                  </a:lnTo>
                  <a:lnTo>
                    <a:pt x="25" y="84"/>
                  </a:lnTo>
                  <a:close/>
                  <a:moveTo>
                    <a:pt x="13" y="77"/>
                  </a:moveTo>
                  <a:lnTo>
                    <a:pt x="14" y="77"/>
                  </a:lnTo>
                  <a:lnTo>
                    <a:pt x="12" y="79"/>
                  </a:lnTo>
                  <a:lnTo>
                    <a:pt x="13" y="77"/>
                  </a:lnTo>
                  <a:close/>
                  <a:moveTo>
                    <a:pt x="21" y="76"/>
                  </a:moveTo>
                  <a:lnTo>
                    <a:pt x="22" y="77"/>
                  </a:lnTo>
                  <a:lnTo>
                    <a:pt x="24" y="79"/>
                  </a:lnTo>
                  <a:lnTo>
                    <a:pt x="25" y="80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18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1" y="79"/>
                  </a:lnTo>
                  <a:lnTo>
                    <a:pt x="18" y="77"/>
                  </a:lnTo>
                  <a:lnTo>
                    <a:pt x="21" y="76"/>
                  </a:lnTo>
                  <a:close/>
                  <a:moveTo>
                    <a:pt x="17" y="75"/>
                  </a:moveTo>
                  <a:lnTo>
                    <a:pt x="17" y="76"/>
                  </a:lnTo>
                  <a:lnTo>
                    <a:pt x="16" y="77"/>
                  </a:lnTo>
                  <a:lnTo>
                    <a:pt x="17" y="75"/>
                  </a:lnTo>
                  <a:close/>
                  <a:moveTo>
                    <a:pt x="21" y="71"/>
                  </a:moveTo>
                  <a:lnTo>
                    <a:pt x="20" y="72"/>
                  </a:lnTo>
                  <a:lnTo>
                    <a:pt x="20" y="71"/>
                  </a:lnTo>
                  <a:lnTo>
                    <a:pt x="21" y="71"/>
                  </a:lnTo>
                  <a:close/>
                  <a:moveTo>
                    <a:pt x="18" y="69"/>
                  </a:moveTo>
                  <a:lnTo>
                    <a:pt x="20" y="71"/>
                  </a:lnTo>
                  <a:lnTo>
                    <a:pt x="18" y="71"/>
                  </a:lnTo>
                  <a:lnTo>
                    <a:pt x="18" y="69"/>
                  </a:lnTo>
                  <a:lnTo>
                    <a:pt x="18" y="69"/>
                  </a:lnTo>
                  <a:close/>
                  <a:moveTo>
                    <a:pt x="8" y="68"/>
                  </a:moveTo>
                  <a:lnTo>
                    <a:pt x="9" y="69"/>
                  </a:lnTo>
                  <a:lnTo>
                    <a:pt x="8" y="71"/>
                  </a:lnTo>
                  <a:lnTo>
                    <a:pt x="8" y="69"/>
                  </a:lnTo>
                  <a:lnTo>
                    <a:pt x="8" y="68"/>
                  </a:lnTo>
                  <a:close/>
                  <a:moveTo>
                    <a:pt x="9" y="63"/>
                  </a:moveTo>
                  <a:lnTo>
                    <a:pt x="10" y="63"/>
                  </a:lnTo>
                  <a:lnTo>
                    <a:pt x="10" y="64"/>
                  </a:lnTo>
                  <a:lnTo>
                    <a:pt x="10" y="65"/>
                  </a:lnTo>
                  <a:lnTo>
                    <a:pt x="10" y="68"/>
                  </a:lnTo>
                  <a:lnTo>
                    <a:pt x="9" y="68"/>
                  </a:lnTo>
                  <a:lnTo>
                    <a:pt x="8" y="65"/>
                  </a:lnTo>
                  <a:lnTo>
                    <a:pt x="9" y="64"/>
                  </a:lnTo>
                  <a:lnTo>
                    <a:pt x="9" y="63"/>
                  </a:lnTo>
                  <a:close/>
                  <a:moveTo>
                    <a:pt x="10" y="62"/>
                  </a:moveTo>
                  <a:lnTo>
                    <a:pt x="10" y="63"/>
                  </a:lnTo>
                  <a:lnTo>
                    <a:pt x="9" y="63"/>
                  </a:lnTo>
                  <a:lnTo>
                    <a:pt x="9" y="62"/>
                  </a:lnTo>
                  <a:lnTo>
                    <a:pt x="10" y="62"/>
                  </a:lnTo>
                  <a:close/>
                  <a:moveTo>
                    <a:pt x="9" y="59"/>
                  </a:moveTo>
                  <a:lnTo>
                    <a:pt x="12" y="59"/>
                  </a:lnTo>
                  <a:lnTo>
                    <a:pt x="12" y="60"/>
                  </a:lnTo>
                  <a:lnTo>
                    <a:pt x="9" y="60"/>
                  </a:lnTo>
                  <a:lnTo>
                    <a:pt x="8" y="59"/>
                  </a:lnTo>
                  <a:lnTo>
                    <a:pt x="9" y="59"/>
                  </a:lnTo>
                  <a:close/>
                  <a:moveTo>
                    <a:pt x="20" y="59"/>
                  </a:moveTo>
                  <a:lnTo>
                    <a:pt x="21" y="60"/>
                  </a:lnTo>
                  <a:lnTo>
                    <a:pt x="21" y="64"/>
                  </a:lnTo>
                  <a:lnTo>
                    <a:pt x="22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4" y="67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2" y="67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7" y="63"/>
                  </a:lnTo>
                  <a:lnTo>
                    <a:pt x="17" y="64"/>
                  </a:lnTo>
                  <a:lnTo>
                    <a:pt x="14" y="63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8" y="62"/>
                  </a:lnTo>
                  <a:lnTo>
                    <a:pt x="18" y="59"/>
                  </a:lnTo>
                  <a:lnTo>
                    <a:pt x="20" y="59"/>
                  </a:lnTo>
                  <a:close/>
                  <a:moveTo>
                    <a:pt x="14" y="55"/>
                  </a:moveTo>
                  <a:lnTo>
                    <a:pt x="16" y="55"/>
                  </a:lnTo>
                  <a:lnTo>
                    <a:pt x="13" y="58"/>
                  </a:lnTo>
                  <a:lnTo>
                    <a:pt x="12" y="56"/>
                  </a:lnTo>
                  <a:lnTo>
                    <a:pt x="13" y="56"/>
                  </a:lnTo>
                  <a:lnTo>
                    <a:pt x="13" y="55"/>
                  </a:lnTo>
                  <a:lnTo>
                    <a:pt x="14" y="55"/>
                  </a:lnTo>
                  <a:close/>
                  <a:moveTo>
                    <a:pt x="21" y="44"/>
                  </a:moveTo>
                  <a:lnTo>
                    <a:pt x="21" y="48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8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3" y="52"/>
                  </a:lnTo>
                  <a:lnTo>
                    <a:pt x="12" y="51"/>
                  </a:lnTo>
                  <a:lnTo>
                    <a:pt x="13" y="50"/>
                  </a:lnTo>
                  <a:lnTo>
                    <a:pt x="16" y="51"/>
                  </a:lnTo>
                  <a:lnTo>
                    <a:pt x="16" y="48"/>
                  </a:lnTo>
                  <a:lnTo>
                    <a:pt x="21" y="44"/>
                  </a:lnTo>
                  <a:close/>
                  <a:moveTo>
                    <a:pt x="50" y="43"/>
                  </a:moveTo>
                  <a:lnTo>
                    <a:pt x="50" y="43"/>
                  </a:lnTo>
                  <a:lnTo>
                    <a:pt x="49" y="46"/>
                  </a:lnTo>
                  <a:lnTo>
                    <a:pt x="50" y="46"/>
                  </a:lnTo>
                  <a:lnTo>
                    <a:pt x="49" y="48"/>
                  </a:lnTo>
                  <a:lnTo>
                    <a:pt x="47" y="48"/>
                  </a:lnTo>
                  <a:lnTo>
                    <a:pt x="46" y="51"/>
                  </a:lnTo>
                  <a:lnTo>
                    <a:pt x="41" y="55"/>
                  </a:lnTo>
                  <a:lnTo>
                    <a:pt x="41" y="56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42" y="56"/>
                  </a:lnTo>
                  <a:lnTo>
                    <a:pt x="41" y="59"/>
                  </a:lnTo>
                  <a:lnTo>
                    <a:pt x="39" y="62"/>
                  </a:lnTo>
                  <a:lnTo>
                    <a:pt x="39" y="62"/>
                  </a:lnTo>
                  <a:lnTo>
                    <a:pt x="41" y="60"/>
                  </a:lnTo>
                  <a:lnTo>
                    <a:pt x="42" y="60"/>
                  </a:lnTo>
                  <a:lnTo>
                    <a:pt x="43" y="60"/>
                  </a:lnTo>
                  <a:lnTo>
                    <a:pt x="45" y="59"/>
                  </a:lnTo>
                  <a:lnTo>
                    <a:pt x="46" y="59"/>
                  </a:lnTo>
                  <a:lnTo>
                    <a:pt x="47" y="59"/>
                  </a:lnTo>
                  <a:lnTo>
                    <a:pt x="49" y="59"/>
                  </a:lnTo>
                  <a:lnTo>
                    <a:pt x="50" y="59"/>
                  </a:lnTo>
                  <a:lnTo>
                    <a:pt x="51" y="59"/>
                  </a:lnTo>
                  <a:lnTo>
                    <a:pt x="54" y="59"/>
                  </a:lnTo>
                  <a:lnTo>
                    <a:pt x="58" y="59"/>
                  </a:lnTo>
                  <a:lnTo>
                    <a:pt x="59" y="59"/>
                  </a:lnTo>
                  <a:lnTo>
                    <a:pt x="62" y="60"/>
                  </a:lnTo>
                  <a:lnTo>
                    <a:pt x="62" y="63"/>
                  </a:lnTo>
                  <a:lnTo>
                    <a:pt x="60" y="64"/>
                  </a:lnTo>
                  <a:lnTo>
                    <a:pt x="59" y="67"/>
                  </a:lnTo>
                  <a:lnTo>
                    <a:pt x="59" y="68"/>
                  </a:lnTo>
                  <a:lnTo>
                    <a:pt x="58" y="69"/>
                  </a:lnTo>
                  <a:lnTo>
                    <a:pt x="58" y="71"/>
                  </a:lnTo>
                  <a:lnTo>
                    <a:pt x="58" y="72"/>
                  </a:lnTo>
                  <a:lnTo>
                    <a:pt x="55" y="75"/>
                  </a:lnTo>
                  <a:lnTo>
                    <a:pt x="55" y="76"/>
                  </a:lnTo>
                  <a:lnTo>
                    <a:pt x="54" y="77"/>
                  </a:lnTo>
                  <a:lnTo>
                    <a:pt x="53" y="79"/>
                  </a:lnTo>
                  <a:lnTo>
                    <a:pt x="50" y="79"/>
                  </a:lnTo>
                  <a:lnTo>
                    <a:pt x="49" y="80"/>
                  </a:lnTo>
                  <a:lnTo>
                    <a:pt x="49" y="81"/>
                  </a:lnTo>
                  <a:lnTo>
                    <a:pt x="51" y="79"/>
                  </a:lnTo>
                  <a:lnTo>
                    <a:pt x="53" y="80"/>
                  </a:lnTo>
                  <a:lnTo>
                    <a:pt x="53" y="81"/>
                  </a:lnTo>
                  <a:lnTo>
                    <a:pt x="54" y="83"/>
                  </a:lnTo>
                  <a:lnTo>
                    <a:pt x="53" y="84"/>
                  </a:lnTo>
                  <a:lnTo>
                    <a:pt x="50" y="84"/>
                  </a:lnTo>
                  <a:lnTo>
                    <a:pt x="50" y="85"/>
                  </a:lnTo>
                  <a:lnTo>
                    <a:pt x="47" y="87"/>
                  </a:lnTo>
                  <a:lnTo>
                    <a:pt x="45" y="85"/>
                  </a:lnTo>
                  <a:lnTo>
                    <a:pt x="43" y="85"/>
                  </a:lnTo>
                  <a:lnTo>
                    <a:pt x="43" y="87"/>
                  </a:lnTo>
                  <a:lnTo>
                    <a:pt x="46" y="87"/>
                  </a:lnTo>
                  <a:lnTo>
                    <a:pt x="47" y="87"/>
                  </a:lnTo>
                  <a:lnTo>
                    <a:pt x="50" y="88"/>
                  </a:lnTo>
                  <a:lnTo>
                    <a:pt x="53" y="87"/>
                  </a:lnTo>
                  <a:lnTo>
                    <a:pt x="53" y="85"/>
                  </a:lnTo>
                  <a:lnTo>
                    <a:pt x="55" y="87"/>
                  </a:lnTo>
                  <a:lnTo>
                    <a:pt x="58" y="88"/>
                  </a:lnTo>
                  <a:lnTo>
                    <a:pt x="59" y="88"/>
                  </a:lnTo>
                  <a:lnTo>
                    <a:pt x="63" y="93"/>
                  </a:lnTo>
                  <a:lnTo>
                    <a:pt x="63" y="93"/>
                  </a:lnTo>
                  <a:lnTo>
                    <a:pt x="64" y="94"/>
                  </a:lnTo>
                  <a:lnTo>
                    <a:pt x="66" y="101"/>
                  </a:lnTo>
                  <a:lnTo>
                    <a:pt x="67" y="102"/>
                  </a:lnTo>
                  <a:lnTo>
                    <a:pt x="68" y="108"/>
                  </a:lnTo>
                  <a:lnTo>
                    <a:pt x="70" y="108"/>
                  </a:lnTo>
                  <a:lnTo>
                    <a:pt x="70" y="109"/>
                  </a:lnTo>
                  <a:lnTo>
                    <a:pt x="74" y="110"/>
                  </a:lnTo>
                  <a:lnTo>
                    <a:pt x="76" y="112"/>
                  </a:lnTo>
                  <a:lnTo>
                    <a:pt x="78" y="115"/>
                  </a:lnTo>
                  <a:lnTo>
                    <a:pt x="79" y="115"/>
                  </a:lnTo>
                  <a:lnTo>
                    <a:pt x="79" y="117"/>
                  </a:lnTo>
                  <a:lnTo>
                    <a:pt x="81" y="117"/>
                  </a:lnTo>
                  <a:lnTo>
                    <a:pt x="80" y="117"/>
                  </a:lnTo>
                  <a:lnTo>
                    <a:pt x="79" y="119"/>
                  </a:lnTo>
                  <a:lnTo>
                    <a:pt x="80" y="121"/>
                  </a:lnTo>
                  <a:lnTo>
                    <a:pt x="84" y="125"/>
                  </a:lnTo>
                  <a:lnTo>
                    <a:pt x="83" y="125"/>
                  </a:lnTo>
                  <a:lnTo>
                    <a:pt x="81" y="125"/>
                  </a:lnTo>
                  <a:lnTo>
                    <a:pt x="80" y="123"/>
                  </a:lnTo>
                  <a:lnTo>
                    <a:pt x="79" y="123"/>
                  </a:lnTo>
                  <a:lnTo>
                    <a:pt x="78" y="123"/>
                  </a:lnTo>
                  <a:lnTo>
                    <a:pt x="76" y="123"/>
                  </a:lnTo>
                  <a:lnTo>
                    <a:pt x="75" y="123"/>
                  </a:lnTo>
                  <a:lnTo>
                    <a:pt x="76" y="123"/>
                  </a:lnTo>
                  <a:lnTo>
                    <a:pt x="78" y="125"/>
                  </a:lnTo>
                  <a:lnTo>
                    <a:pt x="79" y="123"/>
                  </a:lnTo>
                  <a:lnTo>
                    <a:pt x="79" y="123"/>
                  </a:lnTo>
                  <a:lnTo>
                    <a:pt x="80" y="126"/>
                  </a:lnTo>
                  <a:lnTo>
                    <a:pt x="83" y="127"/>
                  </a:lnTo>
                  <a:lnTo>
                    <a:pt x="84" y="127"/>
                  </a:lnTo>
                  <a:lnTo>
                    <a:pt x="87" y="131"/>
                  </a:lnTo>
                  <a:lnTo>
                    <a:pt x="87" y="134"/>
                  </a:lnTo>
                  <a:lnTo>
                    <a:pt x="83" y="137"/>
                  </a:lnTo>
                  <a:lnTo>
                    <a:pt x="85" y="138"/>
                  </a:lnTo>
                  <a:lnTo>
                    <a:pt x="87" y="139"/>
                  </a:lnTo>
                  <a:lnTo>
                    <a:pt x="88" y="138"/>
                  </a:lnTo>
                  <a:lnTo>
                    <a:pt x="88" y="135"/>
                  </a:lnTo>
                  <a:lnTo>
                    <a:pt x="92" y="135"/>
                  </a:lnTo>
                  <a:lnTo>
                    <a:pt x="97" y="135"/>
                  </a:lnTo>
                  <a:lnTo>
                    <a:pt x="101" y="139"/>
                  </a:lnTo>
                  <a:lnTo>
                    <a:pt x="101" y="142"/>
                  </a:lnTo>
                  <a:lnTo>
                    <a:pt x="103" y="143"/>
                  </a:lnTo>
                  <a:lnTo>
                    <a:pt x="101" y="146"/>
                  </a:lnTo>
                  <a:lnTo>
                    <a:pt x="101" y="150"/>
                  </a:lnTo>
                  <a:lnTo>
                    <a:pt x="100" y="150"/>
                  </a:lnTo>
                  <a:lnTo>
                    <a:pt x="99" y="152"/>
                  </a:lnTo>
                  <a:lnTo>
                    <a:pt x="99" y="151"/>
                  </a:lnTo>
                  <a:lnTo>
                    <a:pt x="97" y="151"/>
                  </a:lnTo>
                  <a:lnTo>
                    <a:pt x="96" y="152"/>
                  </a:lnTo>
                  <a:lnTo>
                    <a:pt x="99" y="152"/>
                  </a:lnTo>
                  <a:lnTo>
                    <a:pt x="97" y="152"/>
                  </a:lnTo>
                  <a:lnTo>
                    <a:pt x="99" y="154"/>
                  </a:lnTo>
                  <a:lnTo>
                    <a:pt x="97" y="154"/>
                  </a:lnTo>
                  <a:lnTo>
                    <a:pt x="96" y="155"/>
                  </a:lnTo>
                  <a:lnTo>
                    <a:pt x="95" y="155"/>
                  </a:lnTo>
                  <a:lnTo>
                    <a:pt x="93" y="155"/>
                  </a:lnTo>
                  <a:lnTo>
                    <a:pt x="92" y="156"/>
                  </a:lnTo>
                  <a:lnTo>
                    <a:pt x="95" y="156"/>
                  </a:lnTo>
                  <a:lnTo>
                    <a:pt x="95" y="158"/>
                  </a:lnTo>
                  <a:lnTo>
                    <a:pt x="93" y="159"/>
                  </a:lnTo>
                  <a:lnTo>
                    <a:pt x="92" y="159"/>
                  </a:lnTo>
                  <a:lnTo>
                    <a:pt x="89" y="160"/>
                  </a:lnTo>
                  <a:lnTo>
                    <a:pt x="91" y="160"/>
                  </a:lnTo>
                  <a:lnTo>
                    <a:pt x="93" y="160"/>
                  </a:lnTo>
                  <a:lnTo>
                    <a:pt x="92" y="160"/>
                  </a:lnTo>
                  <a:lnTo>
                    <a:pt x="92" y="160"/>
                  </a:lnTo>
                  <a:lnTo>
                    <a:pt x="91" y="162"/>
                  </a:lnTo>
                  <a:lnTo>
                    <a:pt x="92" y="162"/>
                  </a:lnTo>
                  <a:lnTo>
                    <a:pt x="95" y="163"/>
                  </a:lnTo>
                  <a:lnTo>
                    <a:pt x="95" y="162"/>
                  </a:lnTo>
                  <a:lnTo>
                    <a:pt x="97" y="162"/>
                  </a:lnTo>
                  <a:lnTo>
                    <a:pt x="101" y="162"/>
                  </a:lnTo>
                  <a:lnTo>
                    <a:pt x="100" y="163"/>
                  </a:lnTo>
                  <a:lnTo>
                    <a:pt x="100" y="164"/>
                  </a:lnTo>
                  <a:lnTo>
                    <a:pt x="100" y="165"/>
                  </a:lnTo>
                  <a:lnTo>
                    <a:pt x="99" y="165"/>
                  </a:lnTo>
                  <a:lnTo>
                    <a:pt x="96" y="168"/>
                  </a:lnTo>
                  <a:lnTo>
                    <a:pt x="96" y="169"/>
                  </a:lnTo>
                  <a:lnTo>
                    <a:pt x="95" y="169"/>
                  </a:lnTo>
                  <a:lnTo>
                    <a:pt x="93" y="169"/>
                  </a:lnTo>
                  <a:lnTo>
                    <a:pt x="92" y="171"/>
                  </a:lnTo>
                  <a:lnTo>
                    <a:pt x="91" y="171"/>
                  </a:lnTo>
                  <a:lnTo>
                    <a:pt x="88" y="172"/>
                  </a:lnTo>
                  <a:lnTo>
                    <a:pt x="87" y="172"/>
                  </a:lnTo>
                  <a:lnTo>
                    <a:pt x="85" y="171"/>
                  </a:lnTo>
                  <a:lnTo>
                    <a:pt x="83" y="172"/>
                  </a:lnTo>
                  <a:lnTo>
                    <a:pt x="79" y="172"/>
                  </a:lnTo>
                  <a:lnTo>
                    <a:pt x="78" y="173"/>
                  </a:lnTo>
                  <a:lnTo>
                    <a:pt x="75" y="172"/>
                  </a:lnTo>
                  <a:lnTo>
                    <a:pt x="75" y="171"/>
                  </a:lnTo>
                  <a:lnTo>
                    <a:pt x="74" y="172"/>
                  </a:lnTo>
                  <a:lnTo>
                    <a:pt x="74" y="172"/>
                  </a:lnTo>
                  <a:lnTo>
                    <a:pt x="71" y="172"/>
                  </a:lnTo>
                  <a:lnTo>
                    <a:pt x="68" y="173"/>
                  </a:lnTo>
                  <a:lnTo>
                    <a:pt x="67" y="173"/>
                  </a:lnTo>
                  <a:lnTo>
                    <a:pt x="64" y="175"/>
                  </a:lnTo>
                  <a:lnTo>
                    <a:pt x="64" y="176"/>
                  </a:lnTo>
                  <a:lnTo>
                    <a:pt x="62" y="176"/>
                  </a:lnTo>
                  <a:lnTo>
                    <a:pt x="59" y="176"/>
                  </a:lnTo>
                  <a:lnTo>
                    <a:pt x="59" y="176"/>
                  </a:lnTo>
                  <a:lnTo>
                    <a:pt x="56" y="175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50" y="176"/>
                  </a:lnTo>
                  <a:lnTo>
                    <a:pt x="49" y="176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7" y="180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3" y="183"/>
                  </a:lnTo>
                  <a:lnTo>
                    <a:pt x="42" y="181"/>
                  </a:lnTo>
                  <a:lnTo>
                    <a:pt x="41" y="181"/>
                  </a:lnTo>
                  <a:lnTo>
                    <a:pt x="41" y="180"/>
                  </a:lnTo>
                  <a:lnTo>
                    <a:pt x="39" y="180"/>
                  </a:lnTo>
                  <a:lnTo>
                    <a:pt x="38" y="180"/>
                  </a:lnTo>
                  <a:lnTo>
                    <a:pt x="35" y="181"/>
                  </a:lnTo>
                  <a:lnTo>
                    <a:pt x="34" y="180"/>
                  </a:lnTo>
                  <a:lnTo>
                    <a:pt x="33" y="183"/>
                  </a:lnTo>
                  <a:lnTo>
                    <a:pt x="33" y="183"/>
                  </a:lnTo>
                  <a:lnTo>
                    <a:pt x="30" y="184"/>
                  </a:lnTo>
                  <a:lnTo>
                    <a:pt x="30" y="183"/>
                  </a:lnTo>
                  <a:lnTo>
                    <a:pt x="29" y="184"/>
                  </a:lnTo>
                  <a:lnTo>
                    <a:pt x="30" y="185"/>
                  </a:lnTo>
                  <a:lnTo>
                    <a:pt x="29" y="187"/>
                  </a:lnTo>
                  <a:lnTo>
                    <a:pt x="27" y="184"/>
                  </a:lnTo>
                  <a:lnTo>
                    <a:pt x="25" y="184"/>
                  </a:lnTo>
                  <a:lnTo>
                    <a:pt x="25" y="185"/>
                  </a:lnTo>
                  <a:lnTo>
                    <a:pt x="22" y="185"/>
                  </a:lnTo>
                  <a:lnTo>
                    <a:pt x="22" y="184"/>
                  </a:lnTo>
                  <a:lnTo>
                    <a:pt x="25" y="183"/>
                  </a:lnTo>
                  <a:lnTo>
                    <a:pt x="26" y="183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77"/>
                  </a:lnTo>
                  <a:lnTo>
                    <a:pt x="33" y="176"/>
                  </a:lnTo>
                  <a:lnTo>
                    <a:pt x="33" y="176"/>
                  </a:lnTo>
                  <a:lnTo>
                    <a:pt x="35" y="173"/>
                  </a:lnTo>
                  <a:lnTo>
                    <a:pt x="35" y="169"/>
                  </a:lnTo>
                  <a:lnTo>
                    <a:pt x="38" y="169"/>
                  </a:lnTo>
                  <a:lnTo>
                    <a:pt x="39" y="168"/>
                  </a:lnTo>
                  <a:lnTo>
                    <a:pt x="39" y="167"/>
                  </a:lnTo>
                  <a:lnTo>
                    <a:pt x="42" y="165"/>
                  </a:lnTo>
                  <a:lnTo>
                    <a:pt x="47" y="165"/>
                  </a:lnTo>
                  <a:lnTo>
                    <a:pt x="50" y="167"/>
                  </a:lnTo>
                  <a:lnTo>
                    <a:pt x="51" y="167"/>
                  </a:lnTo>
                  <a:lnTo>
                    <a:pt x="53" y="167"/>
                  </a:lnTo>
                  <a:lnTo>
                    <a:pt x="53" y="163"/>
                  </a:lnTo>
                  <a:lnTo>
                    <a:pt x="55" y="160"/>
                  </a:lnTo>
                  <a:lnTo>
                    <a:pt x="59" y="158"/>
                  </a:lnTo>
                  <a:lnTo>
                    <a:pt x="56" y="159"/>
                  </a:lnTo>
                  <a:lnTo>
                    <a:pt x="55" y="160"/>
                  </a:lnTo>
                  <a:lnTo>
                    <a:pt x="53" y="160"/>
                  </a:lnTo>
                  <a:lnTo>
                    <a:pt x="51" y="162"/>
                  </a:lnTo>
                  <a:lnTo>
                    <a:pt x="50" y="163"/>
                  </a:lnTo>
                  <a:lnTo>
                    <a:pt x="46" y="163"/>
                  </a:lnTo>
                  <a:lnTo>
                    <a:pt x="45" y="162"/>
                  </a:lnTo>
                  <a:lnTo>
                    <a:pt x="43" y="159"/>
                  </a:lnTo>
                  <a:lnTo>
                    <a:pt x="42" y="160"/>
                  </a:lnTo>
                  <a:lnTo>
                    <a:pt x="42" y="160"/>
                  </a:lnTo>
                  <a:lnTo>
                    <a:pt x="38" y="160"/>
                  </a:lnTo>
                  <a:lnTo>
                    <a:pt x="38" y="159"/>
                  </a:lnTo>
                  <a:lnTo>
                    <a:pt x="41" y="159"/>
                  </a:lnTo>
                  <a:lnTo>
                    <a:pt x="38" y="158"/>
                  </a:lnTo>
                  <a:lnTo>
                    <a:pt x="38" y="156"/>
                  </a:lnTo>
                  <a:lnTo>
                    <a:pt x="35" y="158"/>
                  </a:lnTo>
                  <a:lnTo>
                    <a:pt x="33" y="159"/>
                  </a:lnTo>
                  <a:lnTo>
                    <a:pt x="31" y="159"/>
                  </a:lnTo>
                  <a:lnTo>
                    <a:pt x="30" y="159"/>
                  </a:lnTo>
                  <a:lnTo>
                    <a:pt x="31" y="158"/>
                  </a:lnTo>
                  <a:lnTo>
                    <a:pt x="27" y="158"/>
                  </a:lnTo>
                  <a:lnTo>
                    <a:pt x="30" y="156"/>
                  </a:lnTo>
                  <a:lnTo>
                    <a:pt x="30" y="155"/>
                  </a:lnTo>
                  <a:lnTo>
                    <a:pt x="27" y="155"/>
                  </a:lnTo>
                  <a:lnTo>
                    <a:pt x="30" y="152"/>
                  </a:lnTo>
                  <a:lnTo>
                    <a:pt x="31" y="152"/>
                  </a:lnTo>
                  <a:lnTo>
                    <a:pt x="34" y="151"/>
                  </a:lnTo>
                  <a:lnTo>
                    <a:pt x="35" y="151"/>
                  </a:lnTo>
                  <a:lnTo>
                    <a:pt x="37" y="150"/>
                  </a:lnTo>
                  <a:lnTo>
                    <a:pt x="39" y="150"/>
                  </a:lnTo>
                  <a:lnTo>
                    <a:pt x="42" y="144"/>
                  </a:lnTo>
                  <a:lnTo>
                    <a:pt x="41" y="144"/>
                  </a:lnTo>
                  <a:lnTo>
                    <a:pt x="39" y="142"/>
                  </a:lnTo>
                  <a:lnTo>
                    <a:pt x="41" y="142"/>
                  </a:lnTo>
                  <a:lnTo>
                    <a:pt x="39" y="139"/>
                  </a:lnTo>
                  <a:lnTo>
                    <a:pt x="41" y="138"/>
                  </a:lnTo>
                  <a:lnTo>
                    <a:pt x="37" y="139"/>
                  </a:lnTo>
                  <a:lnTo>
                    <a:pt x="35" y="140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4" y="138"/>
                  </a:lnTo>
                  <a:lnTo>
                    <a:pt x="37" y="137"/>
                  </a:lnTo>
                  <a:lnTo>
                    <a:pt x="39" y="134"/>
                  </a:lnTo>
                  <a:lnTo>
                    <a:pt x="43" y="131"/>
                  </a:lnTo>
                  <a:lnTo>
                    <a:pt x="45" y="131"/>
                  </a:lnTo>
                  <a:lnTo>
                    <a:pt x="49" y="131"/>
                  </a:lnTo>
                  <a:lnTo>
                    <a:pt x="50" y="133"/>
                  </a:lnTo>
                  <a:lnTo>
                    <a:pt x="53" y="133"/>
                  </a:lnTo>
                  <a:lnTo>
                    <a:pt x="51" y="131"/>
                  </a:lnTo>
                  <a:lnTo>
                    <a:pt x="50" y="130"/>
                  </a:lnTo>
                  <a:lnTo>
                    <a:pt x="51" y="130"/>
                  </a:lnTo>
                  <a:lnTo>
                    <a:pt x="53" y="131"/>
                  </a:lnTo>
                  <a:lnTo>
                    <a:pt x="54" y="131"/>
                  </a:lnTo>
                  <a:lnTo>
                    <a:pt x="55" y="130"/>
                  </a:lnTo>
                  <a:lnTo>
                    <a:pt x="54" y="130"/>
                  </a:lnTo>
                  <a:lnTo>
                    <a:pt x="51" y="129"/>
                  </a:lnTo>
                  <a:lnTo>
                    <a:pt x="50" y="127"/>
                  </a:lnTo>
                  <a:lnTo>
                    <a:pt x="51" y="125"/>
                  </a:lnTo>
                  <a:lnTo>
                    <a:pt x="51" y="122"/>
                  </a:lnTo>
                  <a:lnTo>
                    <a:pt x="54" y="119"/>
                  </a:lnTo>
                  <a:lnTo>
                    <a:pt x="53" y="119"/>
                  </a:lnTo>
                  <a:lnTo>
                    <a:pt x="54" y="117"/>
                  </a:lnTo>
                  <a:lnTo>
                    <a:pt x="51" y="115"/>
                  </a:lnTo>
                  <a:lnTo>
                    <a:pt x="49" y="118"/>
                  </a:lnTo>
                  <a:lnTo>
                    <a:pt x="49" y="115"/>
                  </a:lnTo>
                  <a:lnTo>
                    <a:pt x="47" y="117"/>
                  </a:lnTo>
                  <a:lnTo>
                    <a:pt x="45" y="112"/>
                  </a:lnTo>
                  <a:lnTo>
                    <a:pt x="47" y="105"/>
                  </a:lnTo>
                  <a:lnTo>
                    <a:pt x="51" y="104"/>
                  </a:lnTo>
                  <a:lnTo>
                    <a:pt x="45" y="104"/>
                  </a:lnTo>
                  <a:lnTo>
                    <a:pt x="45" y="105"/>
                  </a:lnTo>
                  <a:lnTo>
                    <a:pt x="42" y="105"/>
                  </a:lnTo>
                  <a:lnTo>
                    <a:pt x="42" y="106"/>
                  </a:lnTo>
                  <a:lnTo>
                    <a:pt x="41" y="106"/>
                  </a:lnTo>
                  <a:lnTo>
                    <a:pt x="37" y="105"/>
                  </a:lnTo>
                  <a:lnTo>
                    <a:pt x="35" y="105"/>
                  </a:lnTo>
                  <a:lnTo>
                    <a:pt x="38" y="106"/>
                  </a:lnTo>
                  <a:lnTo>
                    <a:pt x="37" y="109"/>
                  </a:lnTo>
                  <a:lnTo>
                    <a:pt x="33" y="105"/>
                  </a:lnTo>
                  <a:lnTo>
                    <a:pt x="31" y="106"/>
                  </a:lnTo>
                  <a:lnTo>
                    <a:pt x="33" y="109"/>
                  </a:lnTo>
                  <a:lnTo>
                    <a:pt x="30" y="106"/>
                  </a:lnTo>
                  <a:lnTo>
                    <a:pt x="30" y="104"/>
                  </a:lnTo>
                  <a:lnTo>
                    <a:pt x="31" y="105"/>
                  </a:lnTo>
                  <a:lnTo>
                    <a:pt x="31" y="102"/>
                  </a:lnTo>
                  <a:lnTo>
                    <a:pt x="33" y="97"/>
                  </a:lnTo>
                  <a:lnTo>
                    <a:pt x="35" y="94"/>
                  </a:lnTo>
                  <a:lnTo>
                    <a:pt x="34" y="93"/>
                  </a:lnTo>
                  <a:lnTo>
                    <a:pt x="33" y="93"/>
                  </a:lnTo>
                  <a:lnTo>
                    <a:pt x="33" y="90"/>
                  </a:lnTo>
                  <a:lnTo>
                    <a:pt x="33" y="87"/>
                  </a:lnTo>
                  <a:lnTo>
                    <a:pt x="35" y="88"/>
                  </a:lnTo>
                  <a:lnTo>
                    <a:pt x="33" y="85"/>
                  </a:lnTo>
                  <a:lnTo>
                    <a:pt x="33" y="84"/>
                  </a:lnTo>
                  <a:lnTo>
                    <a:pt x="33" y="84"/>
                  </a:lnTo>
                  <a:lnTo>
                    <a:pt x="33" y="85"/>
                  </a:lnTo>
                  <a:lnTo>
                    <a:pt x="31" y="89"/>
                  </a:lnTo>
                  <a:lnTo>
                    <a:pt x="30" y="87"/>
                  </a:lnTo>
                  <a:lnTo>
                    <a:pt x="29" y="88"/>
                  </a:lnTo>
                  <a:lnTo>
                    <a:pt x="29" y="89"/>
                  </a:lnTo>
                  <a:lnTo>
                    <a:pt x="27" y="88"/>
                  </a:lnTo>
                  <a:lnTo>
                    <a:pt x="29" y="87"/>
                  </a:lnTo>
                  <a:lnTo>
                    <a:pt x="30" y="83"/>
                  </a:lnTo>
                  <a:lnTo>
                    <a:pt x="27" y="87"/>
                  </a:lnTo>
                  <a:lnTo>
                    <a:pt x="26" y="87"/>
                  </a:lnTo>
                  <a:lnTo>
                    <a:pt x="27" y="90"/>
                  </a:lnTo>
                  <a:lnTo>
                    <a:pt x="26" y="92"/>
                  </a:lnTo>
                  <a:lnTo>
                    <a:pt x="26" y="93"/>
                  </a:lnTo>
                  <a:lnTo>
                    <a:pt x="25" y="96"/>
                  </a:lnTo>
                  <a:lnTo>
                    <a:pt x="26" y="97"/>
                  </a:lnTo>
                  <a:lnTo>
                    <a:pt x="24" y="97"/>
                  </a:lnTo>
                  <a:lnTo>
                    <a:pt x="24" y="97"/>
                  </a:lnTo>
                  <a:lnTo>
                    <a:pt x="25" y="96"/>
                  </a:lnTo>
                  <a:lnTo>
                    <a:pt x="25" y="92"/>
                  </a:lnTo>
                  <a:lnTo>
                    <a:pt x="26" y="90"/>
                  </a:lnTo>
                  <a:lnTo>
                    <a:pt x="25" y="90"/>
                  </a:lnTo>
                  <a:lnTo>
                    <a:pt x="25" y="89"/>
                  </a:lnTo>
                  <a:lnTo>
                    <a:pt x="25" y="88"/>
                  </a:lnTo>
                  <a:lnTo>
                    <a:pt x="25" y="85"/>
                  </a:lnTo>
                  <a:lnTo>
                    <a:pt x="26" y="83"/>
                  </a:lnTo>
                  <a:lnTo>
                    <a:pt x="26" y="83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6"/>
                  </a:lnTo>
                  <a:lnTo>
                    <a:pt x="30" y="75"/>
                  </a:lnTo>
                  <a:lnTo>
                    <a:pt x="29" y="75"/>
                  </a:lnTo>
                  <a:lnTo>
                    <a:pt x="30" y="73"/>
                  </a:lnTo>
                  <a:lnTo>
                    <a:pt x="25" y="79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2" y="76"/>
                  </a:lnTo>
                  <a:lnTo>
                    <a:pt x="24" y="76"/>
                  </a:lnTo>
                  <a:lnTo>
                    <a:pt x="24" y="75"/>
                  </a:lnTo>
                  <a:lnTo>
                    <a:pt x="22" y="75"/>
                  </a:lnTo>
                  <a:lnTo>
                    <a:pt x="21" y="75"/>
                  </a:lnTo>
                  <a:lnTo>
                    <a:pt x="20" y="75"/>
                  </a:lnTo>
                  <a:lnTo>
                    <a:pt x="21" y="73"/>
                  </a:lnTo>
                  <a:lnTo>
                    <a:pt x="22" y="73"/>
                  </a:lnTo>
                  <a:lnTo>
                    <a:pt x="24" y="73"/>
                  </a:lnTo>
                  <a:lnTo>
                    <a:pt x="24" y="72"/>
                  </a:lnTo>
                  <a:lnTo>
                    <a:pt x="24" y="71"/>
                  </a:lnTo>
                  <a:lnTo>
                    <a:pt x="24" y="69"/>
                  </a:lnTo>
                  <a:lnTo>
                    <a:pt x="26" y="71"/>
                  </a:lnTo>
                  <a:lnTo>
                    <a:pt x="25" y="69"/>
                  </a:lnTo>
                  <a:lnTo>
                    <a:pt x="24" y="69"/>
                  </a:lnTo>
                  <a:lnTo>
                    <a:pt x="25" y="68"/>
                  </a:lnTo>
                  <a:lnTo>
                    <a:pt x="26" y="68"/>
                  </a:lnTo>
                  <a:lnTo>
                    <a:pt x="25" y="67"/>
                  </a:lnTo>
                  <a:lnTo>
                    <a:pt x="26" y="65"/>
                  </a:lnTo>
                  <a:lnTo>
                    <a:pt x="26" y="65"/>
                  </a:lnTo>
                  <a:lnTo>
                    <a:pt x="27" y="67"/>
                  </a:lnTo>
                  <a:lnTo>
                    <a:pt x="26" y="65"/>
                  </a:lnTo>
                  <a:lnTo>
                    <a:pt x="27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4" y="63"/>
                  </a:lnTo>
                  <a:lnTo>
                    <a:pt x="24" y="60"/>
                  </a:lnTo>
                  <a:lnTo>
                    <a:pt x="25" y="62"/>
                  </a:lnTo>
                  <a:lnTo>
                    <a:pt x="26" y="62"/>
                  </a:lnTo>
                  <a:lnTo>
                    <a:pt x="25" y="62"/>
                  </a:lnTo>
                  <a:lnTo>
                    <a:pt x="24" y="59"/>
                  </a:lnTo>
                  <a:lnTo>
                    <a:pt x="25" y="59"/>
                  </a:lnTo>
                  <a:lnTo>
                    <a:pt x="24" y="58"/>
                  </a:lnTo>
                  <a:lnTo>
                    <a:pt x="25" y="55"/>
                  </a:lnTo>
                  <a:lnTo>
                    <a:pt x="25" y="58"/>
                  </a:lnTo>
                  <a:lnTo>
                    <a:pt x="26" y="56"/>
                  </a:lnTo>
                  <a:lnTo>
                    <a:pt x="26" y="55"/>
                  </a:lnTo>
                  <a:lnTo>
                    <a:pt x="26" y="55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30" y="56"/>
                  </a:lnTo>
                  <a:lnTo>
                    <a:pt x="30" y="55"/>
                  </a:lnTo>
                  <a:lnTo>
                    <a:pt x="27" y="52"/>
                  </a:lnTo>
                  <a:lnTo>
                    <a:pt x="29" y="52"/>
                  </a:lnTo>
                  <a:lnTo>
                    <a:pt x="29" y="51"/>
                  </a:lnTo>
                  <a:lnTo>
                    <a:pt x="29" y="50"/>
                  </a:lnTo>
                  <a:lnTo>
                    <a:pt x="30" y="50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30" y="46"/>
                  </a:lnTo>
                  <a:lnTo>
                    <a:pt x="31" y="44"/>
                  </a:lnTo>
                  <a:lnTo>
                    <a:pt x="31" y="43"/>
                  </a:lnTo>
                  <a:lnTo>
                    <a:pt x="34" y="44"/>
                  </a:lnTo>
                  <a:lnTo>
                    <a:pt x="34" y="46"/>
                  </a:lnTo>
                  <a:lnTo>
                    <a:pt x="35" y="44"/>
                  </a:lnTo>
                  <a:lnTo>
                    <a:pt x="37" y="44"/>
                  </a:lnTo>
                  <a:lnTo>
                    <a:pt x="37" y="46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5" y="43"/>
                  </a:lnTo>
                  <a:lnTo>
                    <a:pt x="46" y="43"/>
                  </a:lnTo>
                  <a:lnTo>
                    <a:pt x="47" y="43"/>
                  </a:lnTo>
                  <a:lnTo>
                    <a:pt x="50" y="43"/>
                  </a:lnTo>
                  <a:close/>
                  <a:moveTo>
                    <a:pt x="47" y="39"/>
                  </a:moveTo>
                  <a:lnTo>
                    <a:pt x="47" y="39"/>
                  </a:lnTo>
                  <a:lnTo>
                    <a:pt x="47" y="40"/>
                  </a:lnTo>
                  <a:lnTo>
                    <a:pt x="46" y="39"/>
                  </a:lnTo>
                  <a:lnTo>
                    <a:pt x="47" y="39"/>
                  </a:lnTo>
                  <a:close/>
                  <a:moveTo>
                    <a:pt x="47" y="35"/>
                  </a:moveTo>
                  <a:lnTo>
                    <a:pt x="50" y="37"/>
                  </a:lnTo>
                  <a:lnTo>
                    <a:pt x="49" y="37"/>
                  </a:lnTo>
                  <a:lnTo>
                    <a:pt x="51" y="37"/>
                  </a:lnTo>
                  <a:lnTo>
                    <a:pt x="51" y="39"/>
                  </a:lnTo>
                  <a:lnTo>
                    <a:pt x="50" y="38"/>
                  </a:lnTo>
                  <a:lnTo>
                    <a:pt x="47" y="38"/>
                  </a:lnTo>
                  <a:lnTo>
                    <a:pt x="47" y="37"/>
                  </a:lnTo>
                  <a:lnTo>
                    <a:pt x="47" y="38"/>
                  </a:lnTo>
                  <a:lnTo>
                    <a:pt x="46" y="37"/>
                  </a:lnTo>
                  <a:lnTo>
                    <a:pt x="46" y="35"/>
                  </a:lnTo>
                  <a:lnTo>
                    <a:pt x="47" y="35"/>
                  </a:lnTo>
                  <a:close/>
                  <a:moveTo>
                    <a:pt x="50" y="34"/>
                  </a:moveTo>
                  <a:lnTo>
                    <a:pt x="50" y="35"/>
                  </a:lnTo>
                  <a:lnTo>
                    <a:pt x="49" y="34"/>
                  </a:lnTo>
                  <a:lnTo>
                    <a:pt x="50" y="34"/>
                  </a:lnTo>
                  <a:close/>
                  <a:moveTo>
                    <a:pt x="70" y="14"/>
                  </a:moveTo>
                  <a:lnTo>
                    <a:pt x="71" y="14"/>
                  </a:lnTo>
                  <a:lnTo>
                    <a:pt x="68" y="15"/>
                  </a:lnTo>
                  <a:lnTo>
                    <a:pt x="70" y="14"/>
                  </a:lnTo>
                  <a:close/>
                  <a:moveTo>
                    <a:pt x="70" y="6"/>
                  </a:moveTo>
                  <a:lnTo>
                    <a:pt x="71" y="8"/>
                  </a:lnTo>
                  <a:lnTo>
                    <a:pt x="72" y="8"/>
                  </a:lnTo>
                  <a:lnTo>
                    <a:pt x="71" y="9"/>
                  </a:lnTo>
                  <a:lnTo>
                    <a:pt x="71" y="10"/>
                  </a:lnTo>
                  <a:lnTo>
                    <a:pt x="71" y="12"/>
                  </a:lnTo>
                  <a:lnTo>
                    <a:pt x="71" y="13"/>
                  </a:lnTo>
                  <a:lnTo>
                    <a:pt x="70" y="13"/>
                  </a:lnTo>
                  <a:lnTo>
                    <a:pt x="68" y="10"/>
                  </a:lnTo>
                  <a:lnTo>
                    <a:pt x="66" y="10"/>
                  </a:lnTo>
                  <a:lnTo>
                    <a:pt x="64" y="9"/>
                  </a:lnTo>
                  <a:lnTo>
                    <a:pt x="67" y="9"/>
                  </a:lnTo>
                  <a:lnTo>
                    <a:pt x="68" y="9"/>
                  </a:lnTo>
                  <a:lnTo>
                    <a:pt x="70" y="8"/>
                  </a:lnTo>
                  <a:lnTo>
                    <a:pt x="68" y="8"/>
                  </a:lnTo>
                  <a:lnTo>
                    <a:pt x="70" y="6"/>
                  </a:lnTo>
                  <a:close/>
                  <a:moveTo>
                    <a:pt x="68" y="5"/>
                  </a:moveTo>
                  <a:lnTo>
                    <a:pt x="68" y="8"/>
                  </a:lnTo>
                  <a:lnTo>
                    <a:pt x="67" y="6"/>
                  </a:lnTo>
                  <a:lnTo>
                    <a:pt x="67" y="5"/>
                  </a:lnTo>
                  <a:lnTo>
                    <a:pt x="68" y="5"/>
                  </a:lnTo>
                  <a:close/>
                  <a:moveTo>
                    <a:pt x="71" y="1"/>
                  </a:moveTo>
                  <a:lnTo>
                    <a:pt x="71" y="2"/>
                  </a:lnTo>
                  <a:lnTo>
                    <a:pt x="71" y="5"/>
                  </a:lnTo>
                  <a:lnTo>
                    <a:pt x="71" y="6"/>
                  </a:lnTo>
                  <a:lnTo>
                    <a:pt x="70" y="5"/>
                  </a:lnTo>
                  <a:lnTo>
                    <a:pt x="71" y="4"/>
                  </a:lnTo>
                  <a:lnTo>
                    <a:pt x="71" y="1"/>
                  </a:lnTo>
                  <a:close/>
                  <a:moveTo>
                    <a:pt x="74" y="0"/>
                  </a:moveTo>
                  <a:lnTo>
                    <a:pt x="74" y="2"/>
                  </a:lnTo>
                  <a:lnTo>
                    <a:pt x="72" y="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1" name="Freeform 408"/>
            <p:cNvSpPr>
              <a:spLocks noEditPoints="1"/>
            </p:cNvSpPr>
            <p:nvPr/>
          </p:nvSpPr>
          <p:spPr bwMode="auto">
            <a:xfrm>
              <a:off x="5645991" y="2662800"/>
              <a:ext cx="390813" cy="362898"/>
            </a:xfrm>
            <a:custGeom>
              <a:avLst/>
              <a:gdLst>
                <a:gd name="T0" fmla="*/ 154 w 154"/>
                <a:gd name="T1" fmla="*/ 130 h 143"/>
                <a:gd name="T2" fmla="*/ 145 w 154"/>
                <a:gd name="T3" fmla="*/ 142 h 143"/>
                <a:gd name="T4" fmla="*/ 145 w 154"/>
                <a:gd name="T5" fmla="*/ 138 h 143"/>
                <a:gd name="T6" fmla="*/ 144 w 154"/>
                <a:gd name="T7" fmla="*/ 134 h 143"/>
                <a:gd name="T8" fmla="*/ 142 w 154"/>
                <a:gd name="T9" fmla="*/ 129 h 143"/>
                <a:gd name="T10" fmla="*/ 152 w 154"/>
                <a:gd name="T11" fmla="*/ 125 h 143"/>
                <a:gd name="T12" fmla="*/ 80 w 154"/>
                <a:gd name="T13" fmla="*/ 1 h 143"/>
                <a:gd name="T14" fmla="*/ 88 w 154"/>
                <a:gd name="T15" fmla="*/ 10 h 143"/>
                <a:gd name="T16" fmla="*/ 95 w 154"/>
                <a:gd name="T17" fmla="*/ 17 h 143"/>
                <a:gd name="T18" fmla="*/ 104 w 154"/>
                <a:gd name="T19" fmla="*/ 21 h 143"/>
                <a:gd name="T20" fmla="*/ 113 w 154"/>
                <a:gd name="T21" fmla="*/ 25 h 143"/>
                <a:gd name="T22" fmla="*/ 121 w 154"/>
                <a:gd name="T23" fmla="*/ 29 h 143"/>
                <a:gd name="T24" fmla="*/ 133 w 154"/>
                <a:gd name="T25" fmla="*/ 30 h 143"/>
                <a:gd name="T26" fmla="*/ 129 w 154"/>
                <a:gd name="T27" fmla="*/ 41 h 143"/>
                <a:gd name="T28" fmla="*/ 128 w 154"/>
                <a:gd name="T29" fmla="*/ 54 h 143"/>
                <a:gd name="T30" fmla="*/ 123 w 154"/>
                <a:gd name="T31" fmla="*/ 55 h 143"/>
                <a:gd name="T32" fmla="*/ 115 w 154"/>
                <a:gd name="T33" fmla="*/ 67 h 143"/>
                <a:gd name="T34" fmla="*/ 111 w 154"/>
                <a:gd name="T35" fmla="*/ 75 h 143"/>
                <a:gd name="T36" fmla="*/ 120 w 154"/>
                <a:gd name="T37" fmla="*/ 70 h 143"/>
                <a:gd name="T38" fmla="*/ 124 w 154"/>
                <a:gd name="T39" fmla="*/ 79 h 143"/>
                <a:gd name="T40" fmla="*/ 123 w 154"/>
                <a:gd name="T41" fmla="*/ 88 h 143"/>
                <a:gd name="T42" fmla="*/ 132 w 154"/>
                <a:gd name="T43" fmla="*/ 102 h 143"/>
                <a:gd name="T44" fmla="*/ 121 w 154"/>
                <a:gd name="T45" fmla="*/ 117 h 143"/>
                <a:gd name="T46" fmla="*/ 104 w 154"/>
                <a:gd name="T47" fmla="*/ 113 h 143"/>
                <a:gd name="T48" fmla="*/ 94 w 154"/>
                <a:gd name="T49" fmla="*/ 113 h 143"/>
                <a:gd name="T50" fmla="*/ 83 w 154"/>
                <a:gd name="T51" fmla="*/ 121 h 143"/>
                <a:gd name="T52" fmla="*/ 78 w 154"/>
                <a:gd name="T53" fmla="*/ 126 h 143"/>
                <a:gd name="T54" fmla="*/ 59 w 154"/>
                <a:gd name="T55" fmla="*/ 125 h 143"/>
                <a:gd name="T56" fmla="*/ 46 w 154"/>
                <a:gd name="T57" fmla="*/ 123 h 143"/>
                <a:gd name="T58" fmla="*/ 36 w 154"/>
                <a:gd name="T59" fmla="*/ 116 h 143"/>
                <a:gd name="T60" fmla="*/ 37 w 154"/>
                <a:gd name="T61" fmla="*/ 105 h 143"/>
                <a:gd name="T62" fmla="*/ 38 w 154"/>
                <a:gd name="T63" fmla="*/ 84 h 143"/>
                <a:gd name="T64" fmla="*/ 44 w 154"/>
                <a:gd name="T65" fmla="*/ 84 h 143"/>
                <a:gd name="T66" fmla="*/ 40 w 154"/>
                <a:gd name="T67" fmla="*/ 76 h 143"/>
                <a:gd name="T68" fmla="*/ 30 w 154"/>
                <a:gd name="T69" fmla="*/ 67 h 143"/>
                <a:gd name="T70" fmla="*/ 28 w 154"/>
                <a:gd name="T71" fmla="*/ 60 h 143"/>
                <a:gd name="T72" fmla="*/ 29 w 154"/>
                <a:gd name="T73" fmla="*/ 56 h 143"/>
                <a:gd name="T74" fmla="*/ 24 w 154"/>
                <a:gd name="T75" fmla="*/ 52 h 143"/>
                <a:gd name="T76" fmla="*/ 19 w 154"/>
                <a:gd name="T77" fmla="*/ 54 h 143"/>
                <a:gd name="T78" fmla="*/ 8 w 154"/>
                <a:gd name="T79" fmla="*/ 50 h 143"/>
                <a:gd name="T80" fmla="*/ 1 w 154"/>
                <a:gd name="T81" fmla="*/ 46 h 143"/>
                <a:gd name="T82" fmla="*/ 3 w 154"/>
                <a:gd name="T83" fmla="*/ 42 h 143"/>
                <a:gd name="T84" fmla="*/ 4 w 154"/>
                <a:gd name="T85" fmla="*/ 42 h 143"/>
                <a:gd name="T86" fmla="*/ 5 w 154"/>
                <a:gd name="T87" fmla="*/ 38 h 143"/>
                <a:gd name="T88" fmla="*/ 12 w 154"/>
                <a:gd name="T89" fmla="*/ 37 h 143"/>
                <a:gd name="T90" fmla="*/ 25 w 154"/>
                <a:gd name="T91" fmla="*/ 37 h 143"/>
                <a:gd name="T92" fmla="*/ 36 w 154"/>
                <a:gd name="T93" fmla="*/ 37 h 143"/>
                <a:gd name="T94" fmla="*/ 34 w 154"/>
                <a:gd name="T95" fmla="*/ 29 h 143"/>
                <a:gd name="T96" fmla="*/ 34 w 154"/>
                <a:gd name="T97" fmla="*/ 22 h 143"/>
                <a:gd name="T98" fmla="*/ 40 w 154"/>
                <a:gd name="T99" fmla="*/ 26 h 143"/>
                <a:gd name="T100" fmla="*/ 54 w 154"/>
                <a:gd name="T101" fmla="*/ 25 h 143"/>
                <a:gd name="T102" fmla="*/ 59 w 154"/>
                <a:gd name="T103" fmla="*/ 18 h 143"/>
                <a:gd name="T104" fmla="*/ 69 w 154"/>
                <a:gd name="T105" fmla="*/ 8 h 143"/>
                <a:gd name="T106" fmla="*/ 78 w 154"/>
                <a:gd name="T107" fmla="*/ 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" h="143">
                  <a:moveTo>
                    <a:pt x="152" y="118"/>
                  </a:moveTo>
                  <a:lnTo>
                    <a:pt x="153" y="118"/>
                  </a:lnTo>
                  <a:lnTo>
                    <a:pt x="153" y="122"/>
                  </a:lnTo>
                  <a:lnTo>
                    <a:pt x="153" y="125"/>
                  </a:lnTo>
                  <a:lnTo>
                    <a:pt x="154" y="130"/>
                  </a:lnTo>
                  <a:lnTo>
                    <a:pt x="153" y="135"/>
                  </a:lnTo>
                  <a:lnTo>
                    <a:pt x="153" y="138"/>
                  </a:lnTo>
                  <a:lnTo>
                    <a:pt x="152" y="142"/>
                  </a:lnTo>
                  <a:lnTo>
                    <a:pt x="149" y="143"/>
                  </a:lnTo>
                  <a:lnTo>
                    <a:pt x="145" y="142"/>
                  </a:lnTo>
                  <a:lnTo>
                    <a:pt x="145" y="141"/>
                  </a:lnTo>
                  <a:lnTo>
                    <a:pt x="146" y="139"/>
                  </a:lnTo>
                  <a:lnTo>
                    <a:pt x="146" y="139"/>
                  </a:lnTo>
                  <a:lnTo>
                    <a:pt x="146" y="138"/>
                  </a:lnTo>
                  <a:lnTo>
                    <a:pt x="145" y="138"/>
                  </a:lnTo>
                  <a:lnTo>
                    <a:pt x="145" y="137"/>
                  </a:lnTo>
                  <a:lnTo>
                    <a:pt x="144" y="135"/>
                  </a:lnTo>
                  <a:lnTo>
                    <a:pt x="142" y="135"/>
                  </a:lnTo>
                  <a:lnTo>
                    <a:pt x="144" y="134"/>
                  </a:lnTo>
                  <a:lnTo>
                    <a:pt x="144" y="134"/>
                  </a:lnTo>
                  <a:lnTo>
                    <a:pt x="142" y="133"/>
                  </a:lnTo>
                  <a:lnTo>
                    <a:pt x="141" y="131"/>
                  </a:lnTo>
                  <a:lnTo>
                    <a:pt x="142" y="131"/>
                  </a:lnTo>
                  <a:lnTo>
                    <a:pt x="144" y="130"/>
                  </a:lnTo>
                  <a:lnTo>
                    <a:pt x="142" y="129"/>
                  </a:lnTo>
                  <a:lnTo>
                    <a:pt x="144" y="126"/>
                  </a:lnTo>
                  <a:lnTo>
                    <a:pt x="148" y="125"/>
                  </a:lnTo>
                  <a:lnTo>
                    <a:pt x="149" y="123"/>
                  </a:lnTo>
                  <a:lnTo>
                    <a:pt x="150" y="125"/>
                  </a:lnTo>
                  <a:lnTo>
                    <a:pt x="152" y="125"/>
                  </a:lnTo>
                  <a:lnTo>
                    <a:pt x="152" y="122"/>
                  </a:lnTo>
                  <a:lnTo>
                    <a:pt x="150" y="121"/>
                  </a:lnTo>
                  <a:lnTo>
                    <a:pt x="152" y="118"/>
                  </a:lnTo>
                  <a:close/>
                  <a:moveTo>
                    <a:pt x="78" y="0"/>
                  </a:moveTo>
                  <a:lnTo>
                    <a:pt x="80" y="1"/>
                  </a:lnTo>
                  <a:lnTo>
                    <a:pt x="80" y="5"/>
                  </a:lnTo>
                  <a:lnTo>
                    <a:pt x="83" y="6"/>
                  </a:lnTo>
                  <a:lnTo>
                    <a:pt x="83" y="8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90" y="12"/>
                  </a:lnTo>
                  <a:lnTo>
                    <a:pt x="91" y="13"/>
                  </a:lnTo>
                  <a:lnTo>
                    <a:pt x="91" y="16"/>
                  </a:lnTo>
                  <a:lnTo>
                    <a:pt x="94" y="17"/>
                  </a:lnTo>
                  <a:lnTo>
                    <a:pt x="95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9" y="18"/>
                  </a:lnTo>
                  <a:lnTo>
                    <a:pt x="101" y="21"/>
                  </a:lnTo>
                  <a:lnTo>
                    <a:pt x="104" y="21"/>
                  </a:lnTo>
                  <a:lnTo>
                    <a:pt x="107" y="23"/>
                  </a:lnTo>
                  <a:lnTo>
                    <a:pt x="108" y="22"/>
                  </a:lnTo>
                  <a:lnTo>
                    <a:pt x="109" y="22"/>
                  </a:lnTo>
                  <a:lnTo>
                    <a:pt x="111" y="25"/>
                  </a:lnTo>
                  <a:lnTo>
                    <a:pt x="113" y="25"/>
                  </a:lnTo>
                  <a:lnTo>
                    <a:pt x="116" y="25"/>
                  </a:lnTo>
                  <a:lnTo>
                    <a:pt x="117" y="26"/>
                  </a:lnTo>
                  <a:lnTo>
                    <a:pt x="117" y="27"/>
                  </a:lnTo>
                  <a:lnTo>
                    <a:pt x="120" y="30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5" y="30"/>
                  </a:lnTo>
                  <a:lnTo>
                    <a:pt x="128" y="29"/>
                  </a:lnTo>
                  <a:lnTo>
                    <a:pt x="130" y="30"/>
                  </a:lnTo>
                  <a:lnTo>
                    <a:pt x="133" y="30"/>
                  </a:lnTo>
                  <a:lnTo>
                    <a:pt x="134" y="31"/>
                  </a:lnTo>
                  <a:lnTo>
                    <a:pt x="132" y="34"/>
                  </a:lnTo>
                  <a:lnTo>
                    <a:pt x="130" y="38"/>
                  </a:lnTo>
                  <a:lnTo>
                    <a:pt x="130" y="39"/>
                  </a:lnTo>
                  <a:lnTo>
                    <a:pt x="129" y="41"/>
                  </a:lnTo>
                  <a:lnTo>
                    <a:pt x="128" y="46"/>
                  </a:lnTo>
                  <a:lnTo>
                    <a:pt x="128" y="48"/>
                  </a:lnTo>
                  <a:lnTo>
                    <a:pt x="130" y="50"/>
                  </a:lnTo>
                  <a:lnTo>
                    <a:pt x="132" y="52"/>
                  </a:lnTo>
                  <a:lnTo>
                    <a:pt x="128" y="54"/>
                  </a:lnTo>
                  <a:lnTo>
                    <a:pt x="125" y="54"/>
                  </a:lnTo>
                  <a:lnTo>
                    <a:pt x="125" y="51"/>
                  </a:lnTo>
                  <a:lnTo>
                    <a:pt x="123" y="52"/>
                  </a:lnTo>
                  <a:lnTo>
                    <a:pt x="120" y="54"/>
                  </a:lnTo>
                  <a:lnTo>
                    <a:pt x="123" y="55"/>
                  </a:lnTo>
                  <a:lnTo>
                    <a:pt x="124" y="58"/>
                  </a:lnTo>
                  <a:lnTo>
                    <a:pt x="121" y="58"/>
                  </a:lnTo>
                  <a:lnTo>
                    <a:pt x="119" y="62"/>
                  </a:lnTo>
                  <a:lnTo>
                    <a:pt x="117" y="62"/>
                  </a:lnTo>
                  <a:lnTo>
                    <a:pt x="115" y="67"/>
                  </a:lnTo>
                  <a:lnTo>
                    <a:pt x="113" y="71"/>
                  </a:lnTo>
                  <a:lnTo>
                    <a:pt x="113" y="72"/>
                  </a:lnTo>
                  <a:lnTo>
                    <a:pt x="112" y="72"/>
                  </a:lnTo>
                  <a:lnTo>
                    <a:pt x="111" y="73"/>
                  </a:lnTo>
                  <a:lnTo>
                    <a:pt x="111" y="75"/>
                  </a:lnTo>
                  <a:lnTo>
                    <a:pt x="113" y="75"/>
                  </a:lnTo>
                  <a:lnTo>
                    <a:pt x="116" y="75"/>
                  </a:lnTo>
                  <a:lnTo>
                    <a:pt x="116" y="71"/>
                  </a:lnTo>
                  <a:lnTo>
                    <a:pt x="117" y="70"/>
                  </a:lnTo>
                  <a:lnTo>
                    <a:pt x="120" y="70"/>
                  </a:lnTo>
                  <a:lnTo>
                    <a:pt x="121" y="72"/>
                  </a:lnTo>
                  <a:lnTo>
                    <a:pt x="123" y="75"/>
                  </a:lnTo>
                  <a:lnTo>
                    <a:pt x="124" y="76"/>
                  </a:lnTo>
                  <a:lnTo>
                    <a:pt x="124" y="79"/>
                  </a:lnTo>
                  <a:lnTo>
                    <a:pt x="124" y="79"/>
                  </a:lnTo>
                  <a:lnTo>
                    <a:pt x="123" y="79"/>
                  </a:lnTo>
                  <a:lnTo>
                    <a:pt x="124" y="83"/>
                  </a:lnTo>
                  <a:lnTo>
                    <a:pt x="125" y="84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0" y="91"/>
                  </a:lnTo>
                  <a:lnTo>
                    <a:pt x="124" y="93"/>
                  </a:lnTo>
                  <a:lnTo>
                    <a:pt x="124" y="100"/>
                  </a:lnTo>
                  <a:lnTo>
                    <a:pt x="128" y="102"/>
                  </a:lnTo>
                  <a:lnTo>
                    <a:pt x="132" y="102"/>
                  </a:lnTo>
                  <a:lnTo>
                    <a:pt x="129" y="106"/>
                  </a:lnTo>
                  <a:lnTo>
                    <a:pt x="130" y="108"/>
                  </a:lnTo>
                  <a:lnTo>
                    <a:pt x="130" y="109"/>
                  </a:lnTo>
                  <a:lnTo>
                    <a:pt x="123" y="114"/>
                  </a:lnTo>
                  <a:lnTo>
                    <a:pt x="121" y="117"/>
                  </a:lnTo>
                  <a:lnTo>
                    <a:pt x="121" y="118"/>
                  </a:lnTo>
                  <a:lnTo>
                    <a:pt x="119" y="120"/>
                  </a:lnTo>
                  <a:lnTo>
                    <a:pt x="113" y="120"/>
                  </a:lnTo>
                  <a:lnTo>
                    <a:pt x="112" y="118"/>
                  </a:lnTo>
                  <a:lnTo>
                    <a:pt x="104" y="113"/>
                  </a:lnTo>
                  <a:lnTo>
                    <a:pt x="103" y="113"/>
                  </a:lnTo>
                  <a:lnTo>
                    <a:pt x="101" y="114"/>
                  </a:lnTo>
                  <a:lnTo>
                    <a:pt x="99" y="114"/>
                  </a:lnTo>
                  <a:lnTo>
                    <a:pt x="96" y="113"/>
                  </a:lnTo>
                  <a:lnTo>
                    <a:pt x="94" y="113"/>
                  </a:lnTo>
                  <a:lnTo>
                    <a:pt x="92" y="112"/>
                  </a:lnTo>
                  <a:lnTo>
                    <a:pt x="91" y="112"/>
                  </a:lnTo>
                  <a:lnTo>
                    <a:pt x="87" y="116"/>
                  </a:lnTo>
                  <a:lnTo>
                    <a:pt x="84" y="118"/>
                  </a:lnTo>
                  <a:lnTo>
                    <a:pt x="83" y="121"/>
                  </a:lnTo>
                  <a:lnTo>
                    <a:pt x="83" y="125"/>
                  </a:lnTo>
                  <a:lnTo>
                    <a:pt x="83" y="127"/>
                  </a:lnTo>
                  <a:lnTo>
                    <a:pt x="84" y="129"/>
                  </a:lnTo>
                  <a:lnTo>
                    <a:pt x="82" y="129"/>
                  </a:lnTo>
                  <a:lnTo>
                    <a:pt x="78" y="126"/>
                  </a:lnTo>
                  <a:lnTo>
                    <a:pt x="73" y="126"/>
                  </a:lnTo>
                  <a:lnTo>
                    <a:pt x="70" y="125"/>
                  </a:lnTo>
                  <a:lnTo>
                    <a:pt x="66" y="125"/>
                  </a:lnTo>
                  <a:lnTo>
                    <a:pt x="65" y="123"/>
                  </a:lnTo>
                  <a:lnTo>
                    <a:pt x="59" y="125"/>
                  </a:lnTo>
                  <a:lnTo>
                    <a:pt x="57" y="126"/>
                  </a:lnTo>
                  <a:lnTo>
                    <a:pt x="55" y="126"/>
                  </a:lnTo>
                  <a:lnTo>
                    <a:pt x="51" y="126"/>
                  </a:lnTo>
                  <a:lnTo>
                    <a:pt x="49" y="123"/>
                  </a:lnTo>
                  <a:lnTo>
                    <a:pt x="46" y="123"/>
                  </a:lnTo>
                  <a:lnTo>
                    <a:pt x="45" y="122"/>
                  </a:lnTo>
                  <a:lnTo>
                    <a:pt x="40" y="120"/>
                  </a:lnTo>
                  <a:lnTo>
                    <a:pt x="37" y="120"/>
                  </a:lnTo>
                  <a:lnTo>
                    <a:pt x="37" y="118"/>
                  </a:lnTo>
                  <a:lnTo>
                    <a:pt x="36" y="116"/>
                  </a:lnTo>
                  <a:lnTo>
                    <a:pt x="34" y="116"/>
                  </a:lnTo>
                  <a:lnTo>
                    <a:pt x="34" y="116"/>
                  </a:lnTo>
                  <a:lnTo>
                    <a:pt x="33" y="114"/>
                  </a:lnTo>
                  <a:lnTo>
                    <a:pt x="36" y="112"/>
                  </a:lnTo>
                  <a:lnTo>
                    <a:pt x="37" y="105"/>
                  </a:lnTo>
                  <a:lnTo>
                    <a:pt x="38" y="97"/>
                  </a:lnTo>
                  <a:lnTo>
                    <a:pt x="40" y="96"/>
                  </a:lnTo>
                  <a:lnTo>
                    <a:pt x="38" y="95"/>
                  </a:lnTo>
                  <a:lnTo>
                    <a:pt x="37" y="91"/>
                  </a:lnTo>
                  <a:lnTo>
                    <a:pt x="38" y="84"/>
                  </a:lnTo>
                  <a:lnTo>
                    <a:pt x="40" y="84"/>
                  </a:lnTo>
                  <a:lnTo>
                    <a:pt x="42" y="85"/>
                  </a:lnTo>
                  <a:lnTo>
                    <a:pt x="44" y="88"/>
                  </a:lnTo>
                  <a:lnTo>
                    <a:pt x="46" y="91"/>
                  </a:lnTo>
                  <a:lnTo>
                    <a:pt x="44" y="84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0" y="76"/>
                  </a:lnTo>
                  <a:lnTo>
                    <a:pt x="38" y="75"/>
                  </a:lnTo>
                  <a:lnTo>
                    <a:pt x="38" y="72"/>
                  </a:lnTo>
                  <a:lnTo>
                    <a:pt x="36" y="71"/>
                  </a:lnTo>
                  <a:lnTo>
                    <a:pt x="33" y="71"/>
                  </a:lnTo>
                  <a:lnTo>
                    <a:pt x="30" y="67"/>
                  </a:lnTo>
                  <a:lnTo>
                    <a:pt x="28" y="67"/>
                  </a:lnTo>
                  <a:lnTo>
                    <a:pt x="28" y="66"/>
                  </a:lnTo>
                  <a:lnTo>
                    <a:pt x="29" y="63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3" y="59"/>
                  </a:lnTo>
                  <a:lnTo>
                    <a:pt x="32" y="58"/>
                  </a:lnTo>
                  <a:lnTo>
                    <a:pt x="29" y="56"/>
                  </a:lnTo>
                  <a:lnTo>
                    <a:pt x="26" y="59"/>
                  </a:lnTo>
                  <a:lnTo>
                    <a:pt x="25" y="58"/>
                  </a:lnTo>
                  <a:lnTo>
                    <a:pt x="24" y="56"/>
                  </a:lnTo>
                  <a:lnTo>
                    <a:pt x="25" y="54"/>
                  </a:lnTo>
                  <a:lnTo>
                    <a:pt x="24" y="52"/>
                  </a:lnTo>
                  <a:lnTo>
                    <a:pt x="21" y="54"/>
                  </a:lnTo>
                  <a:lnTo>
                    <a:pt x="21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4"/>
                  </a:lnTo>
                  <a:lnTo>
                    <a:pt x="16" y="52"/>
                  </a:lnTo>
                  <a:lnTo>
                    <a:pt x="15" y="52"/>
                  </a:lnTo>
                  <a:lnTo>
                    <a:pt x="13" y="51"/>
                  </a:lnTo>
                  <a:lnTo>
                    <a:pt x="9" y="48"/>
                  </a:lnTo>
                  <a:lnTo>
                    <a:pt x="8" y="50"/>
                  </a:lnTo>
                  <a:lnTo>
                    <a:pt x="7" y="48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4" y="45"/>
                  </a:lnTo>
                  <a:lnTo>
                    <a:pt x="5" y="45"/>
                  </a:lnTo>
                  <a:lnTo>
                    <a:pt x="4" y="43"/>
                  </a:lnTo>
                  <a:lnTo>
                    <a:pt x="3" y="42"/>
                  </a:lnTo>
                  <a:lnTo>
                    <a:pt x="3" y="45"/>
                  </a:lnTo>
                  <a:lnTo>
                    <a:pt x="1" y="42"/>
                  </a:lnTo>
                  <a:lnTo>
                    <a:pt x="3" y="42"/>
                  </a:lnTo>
                  <a:lnTo>
                    <a:pt x="5" y="42"/>
                  </a:lnTo>
                  <a:lnTo>
                    <a:pt x="4" y="42"/>
                  </a:lnTo>
                  <a:lnTo>
                    <a:pt x="3" y="41"/>
                  </a:lnTo>
                  <a:lnTo>
                    <a:pt x="0" y="42"/>
                  </a:lnTo>
                  <a:lnTo>
                    <a:pt x="0" y="39"/>
                  </a:lnTo>
                  <a:lnTo>
                    <a:pt x="1" y="38"/>
                  </a:lnTo>
                  <a:lnTo>
                    <a:pt x="5" y="38"/>
                  </a:lnTo>
                  <a:lnTo>
                    <a:pt x="7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11" y="35"/>
                  </a:lnTo>
                  <a:lnTo>
                    <a:pt x="12" y="37"/>
                  </a:lnTo>
                  <a:lnTo>
                    <a:pt x="15" y="34"/>
                  </a:lnTo>
                  <a:lnTo>
                    <a:pt x="17" y="34"/>
                  </a:lnTo>
                  <a:lnTo>
                    <a:pt x="20" y="34"/>
                  </a:lnTo>
                  <a:lnTo>
                    <a:pt x="22" y="38"/>
                  </a:lnTo>
                  <a:lnTo>
                    <a:pt x="25" y="37"/>
                  </a:lnTo>
                  <a:lnTo>
                    <a:pt x="26" y="37"/>
                  </a:lnTo>
                  <a:lnTo>
                    <a:pt x="28" y="37"/>
                  </a:lnTo>
                  <a:lnTo>
                    <a:pt x="30" y="37"/>
                  </a:lnTo>
                  <a:lnTo>
                    <a:pt x="32" y="37"/>
                  </a:lnTo>
                  <a:lnTo>
                    <a:pt x="36" y="37"/>
                  </a:lnTo>
                  <a:lnTo>
                    <a:pt x="36" y="35"/>
                  </a:lnTo>
                  <a:lnTo>
                    <a:pt x="34" y="33"/>
                  </a:lnTo>
                  <a:lnTo>
                    <a:pt x="34" y="31"/>
                  </a:lnTo>
                  <a:lnTo>
                    <a:pt x="34" y="30"/>
                  </a:lnTo>
                  <a:lnTo>
                    <a:pt x="34" y="29"/>
                  </a:lnTo>
                  <a:lnTo>
                    <a:pt x="30" y="25"/>
                  </a:lnTo>
                  <a:lnTo>
                    <a:pt x="32" y="23"/>
                  </a:lnTo>
                  <a:lnTo>
                    <a:pt x="30" y="21"/>
                  </a:lnTo>
                  <a:lnTo>
                    <a:pt x="32" y="22"/>
                  </a:lnTo>
                  <a:lnTo>
                    <a:pt x="34" y="22"/>
                  </a:lnTo>
                  <a:lnTo>
                    <a:pt x="37" y="21"/>
                  </a:lnTo>
                  <a:lnTo>
                    <a:pt x="38" y="22"/>
                  </a:lnTo>
                  <a:lnTo>
                    <a:pt x="38" y="23"/>
                  </a:lnTo>
                  <a:lnTo>
                    <a:pt x="40" y="25"/>
                  </a:lnTo>
                  <a:lnTo>
                    <a:pt x="40" y="26"/>
                  </a:lnTo>
                  <a:lnTo>
                    <a:pt x="42" y="26"/>
                  </a:lnTo>
                  <a:lnTo>
                    <a:pt x="44" y="26"/>
                  </a:lnTo>
                  <a:lnTo>
                    <a:pt x="49" y="27"/>
                  </a:lnTo>
                  <a:lnTo>
                    <a:pt x="51" y="26"/>
                  </a:lnTo>
                  <a:lnTo>
                    <a:pt x="54" y="25"/>
                  </a:lnTo>
                  <a:lnTo>
                    <a:pt x="53" y="23"/>
                  </a:lnTo>
                  <a:lnTo>
                    <a:pt x="51" y="22"/>
                  </a:lnTo>
                  <a:lnTo>
                    <a:pt x="53" y="21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5" y="17"/>
                  </a:lnTo>
                  <a:lnTo>
                    <a:pt x="65" y="16"/>
                  </a:lnTo>
                  <a:lnTo>
                    <a:pt x="69" y="13"/>
                  </a:lnTo>
                  <a:lnTo>
                    <a:pt x="69" y="8"/>
                  </a:lnTo>
                  <a:lnTo>
                    <a:pt x="69" y="5"/>
                  </a:lnTo>
                  <a:lnTo>
                    <a:pt x="70" y="4"/>
                  </a:lnTo>
                  <a:lnTo>
                    <a:pt x="73" y="1"/>
                  </a:lnTo>
                  <a:lnTo>
                    <a:pt x="74" y="2"/>
                  </a:lnTo>
                  <a:lnTo>
                    <a:pt x="78" y="1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2" name="Freeform 409"/>
            <p:cNvSpPr>
              <a:spLocks/>
            </p:cNvSpPr>
            <p:nvPr/>
          </p:nvSpPr>
          <p:spPr bwMode="auto">
            <a:xfrm>
              <a:off x="6181454" y="3223643"/>
              <a:ext cx="10151" cy="10151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1 h 4"/>
                <a:gd name="T4" fmla="*/ 4 w 4"/>
                <a:gd name="T5" fmla="*/ 3 h 4"/>
                <a:gd name="T6" fmla="*/ 2 w 4"/>
                <a:gd name="T7" fmla="*/ 4 h 4"/>
                <a:gd name="T8" fmla="*/ 0 w 4"/>
                <a:gd name="T9" fmla="*/ 3 h 4"/>
                <a:gd name="T10" fmla="*/ 0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4" y="1"/>
                  </a:lnTo>
                  <a:lnTo>
                    <a:pt x="4" y="3"/>
                  </a:lnTo>
                  <a:lnTo>
                    <a:pt x="2" y="4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3" name="Freeform 410"/>
            <p:cNvSpPr>
              <a:spLocks noEditPoints="1"/>
            </p:cNvSpPr>
            <p:nvPr/>
          </p:nvSpPr>
          <p:spPr bwMode="auto">
            <a:xfrm>
              <a:off x="5950520" y="2815065"/>
              <a:ext cx="345133" cy="385737"/>
            </a:xfrm>
            <a:custGeom>
              <a:avLst/>
              <a:gdLst>
                <a:gd name="T0" fmla="*/ 99 w 136"/>
                <a:gd name="T1" fmla="*/ 141 h 152"/>
                <a:gd name="T2" fmla="*/ 99 w 136"/>
                <a:gd name="T3" fmla="*/ 152 h 152"/>
                <a:gd name="T4" fmla="*/ 83 w 136"/>
                <a:gd name="T5" fmla="*/ 145 h 152"/>
                <a:gd name="T6" fmla="*/ 70 w 136"/>
                <a:gd name="T7" fmla="*/ 137 h 152"/>
                <a:gd name="T8" fmla="*/ 78 w 136"/>
                <a:gd name="T9" fmla="*/ 131 h 152"/>
                <a:gd name="T10" fmla="*/ 95 w 136"/>
                <a:gd name="T11" fmla="*/ 129 h 152"/>
                <a:gd name="T12" fmla="*/ 32 w 136"/>
                <a:gd name="T13" fmla="*/ 87 h 152"/>
                <a:gd name="T14" fmla="*/ 37 w 136"/>
                <a:gd name="T15" fmla="*/ 96 h 152"/>
                <a:gd name="T16" fmla="*/ 35 w 136"/>
                <a:gd name="T17" fmla="*/ 111 h 152"/>
                <a:gd name="T18" fmla="*/ 30 w 136"/>
                <a:gd name="T19" fmla="*/ 115 h 152"/>
                <a:gd name="T20" fmla="*/ 25 w 136"/>
                <a:gd name="T21" fmla="*/ 120 h 152"/>
                <a:gd name="T22" fmla="*/ 24 w 136"/>
                <a:gd name="T23" fmla="*/ 106 h 152"/>
                <a:gd name="T24" fmla="*/ 22 w 136"/>
                <a:gd name="T25" fmla="*/ 99 h 152"/>
                <a:gd name="T26" fmla="*/ 20 w 136"/>
                <a:gd name="T27" fmla="*/ 90 h 152"/>
                <a:gd name="T28" fmla="*/ 20 w 136"/>
                <a:gd name="T29" fmla="*/ 85 h 152"/>
                <a:gd name="T30" fmla="*/ 20 w 136"/>
                <a:gd name="T31" fmla="*/ 87 h 152"/>
                <a:gd name="T32" fmla="*/ 50 w 136"/>
                <a:gd name="T33" fmla="*/ 69 h 152"/>
                <a:gd name="T34" fmla="*/ 42 w 136"/>
                <a:gd name="T35" fmla="*/ 63 h 152"/>
                <a:gd name="T36" fmla="*/ 43 w 136"/>
                <a:gd name="T37" fmla="*/ 61 h 152"/>
                <a:gd name="T38" fmla="*/ 66 w 136"/>
                <a:gd name="T39" fmla="*/ 6 h 152"/>
                <a:gd name="T40" fmla="*/ 78 w 136"/>
                <a:gd name="T41" fmla="*/ 15 h 152"/>
                <a:gd name="T42" fmla="*/ 70 w 136"/>
                <a:gd name="T43" fmla="*/ 23 h 152"/>
                <a:gd name="T44" fmla="*/ 63 w 136"/>
                <a:gd name="T45" fmla="*/ 29 h 152"/>
                <a:gd name="T46" fmla="*/ 63 w 136"/>
                <a:gd name="T47" fmla="*/ 41 h 152"/>
                <a:gd name="T48" fmla="*/ 82 w 136"/>
                <a:gd name="T49" fmla="*/ 57 h 152"/>
                <a:gd name="T50" fmla="*/ 87 w 136"/>
                <a:gd name="T51" fmla="*/ 67 h 152"/>
                <a:gd name="T52" fmla="*/ 97 w 136"/>
                <a:gd name="T53" fmla="*/ 75 h 152"/>
                <a:gd name="T54" fmla="*/ 108 w 136"/>
                <a:gd name="T55" fmla="*/ 78 h 152"/>
                <a:gd name="T56" fmla="*/ 113 w 136"/>
                <a:gd name="T57" fmla="*/ 85 h 152"/>
                <a:gd name="T58" fmla="*/ 134 w 136"/>
                <a:gd name="T59" fmla="*/ 96 h 152"/>
                <a:gd name="T60" fmla="*/ 134 w 136"/>
                <a:gd name="T61" fmla="*/ 106 h 152"/>
                <a:gd name="T62" fmla="*/ 129 w 136"/>
                <a:gd name="T63" fmla="*/ 99 h 152"/>
                <a:gd name="T64" fmla="*/ 120 w 136"/>
                <a:gd name="T65" fmla="*/ 96 h 152"/>
                <a:gd name="T66" fmla="*/ 116 w 136"/>
                <a:gd name="T67" fmla="*/ 104 h 152"/>
                <a:gd name="T68" fmla="*/ 120 w 136"/>
                <a:gd name="T69" fmla="*/ 112 h 152"/>
                <a:gd name="T70" fmla="*/ 118 w 136"/>
                <a:gd name="T71" fmla="*/ 120 h 152"/>
                <a:gd name="T72" fmla="*/ 111 w 136"/>
                <a:gd name="T73" fmla="*/ 135 h 152"/>
                <a:gd name="T74" fmla="*/ 107 w 136"/>
                <a:gd name="T75" fmla="*/ 129 h 152"/>
                <a:gd name="T76" fmla="*/ 109 w 136"/>
                <a:gd name="T77" fmla="*/ 123 h 152"/>
                <a:gd name="T78" fmla="*/ 108 w 136"/>
                <a:gd name="T79" fmla="*/ 111 h 152"/>
                <a:gd name="T80" fmla="*/ 100 w 136"/>
                <a:gd name="T81" fmla="*/ 102 h 152"/>
                <a:gd name="T82" fmla="*/ 96 w 136"/>
                <a:gd name="T83" fmla="*/ 95 h 152"/>
                <a:gd name="T84" fmla="*/ 88 w 136"/>
                <a:gd name="T85" fmla="*/ 91 h 152"/>
                <a:gd name="T86" fmla="*/ 79 w 136"/>
                <a:gd name="T87" fmla="*/ 85 h 152"/>
                <a:gd name="T88" fmla="*/ 70 w 136"/>
                <a:gd name="T89" fmla="*/ 83 h 152"/>
                <a:gd name="T90" fmla="*/ 57 w 136"/>
                <a:gd name="T91" fmla="*/ 67 h 152"/>
                <a:gd name="T92" fmla="*/ 45 w 136"/>
                <a:gd name="T93" fmla="*/ 60 h 152"/>
                <a:gd name="T94" fmla="*/ 39 w 136"/>
                <a:gd name="T95" fmla="*/ 48 h 152"/>
                <a:gd name="T96" fmla="*/ 25 w 136"/>
                <a:gd name="T97" fmla="*/ 40 h 152"/>
                <a:gd name="T98" fmla="*/ 9 w 136"/>
                <a:gd name="T99" fmla="*/ 46 h 152"/>
                <a:gd name="T100" fmla="*/ 0 w 136"/>
                <a:gd name="T101" fmla="*/ 31 h 152"/>
                <a:gd name="T102" fmla="*/ 3 w 136"/>
                <a:gd name="T103" fmla="*/ 19 h 152"/>
                <a:gd name="T104" fmla="*/ 18 w 136"/>
                <a:gd name="T105" fmla="*/ 10 h 152"/>
                <a:gd name="T106" fmla="*/ 29 w 136"/>
                <a:gd name="T107" fmla="*/ 15 h 152"/>
                <a:gd name="T108" fmla="*/ 38 w 136"/>
                <a:gd name="T109" fmla="*/ 10 h 152"/>
                <a:gd name="T110" fmla="*/ 54 w 136"/>
                <a:gd name="T111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6" h="152">
                  <a:moveTo>
                    <a:pt x="101" y="128"/>
                  </a:moveTo>
                  <a:lnTo>
                    <a:pt x="104" y="131"/>
                  </a:lnTo>
                  <a:lnTo>
                    <a:pt x="103" y="133"/>
                  </a:lnTo>
                  <a:lnTo>
                    <a:pt x="101" y="136"/>
                  </a:lnTo>
                  <a:lnTo>
                    <a:pt x="99" y="141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0" y="148"/>
                  </a:lnTo>
                  <a:lnTo>
                    <a:pt x="100" y="152"/>
                  </a:lnTo>
                  <a:lnTo>
                    <a:pt x="99" y="152"/>
                  </a:lnTo>
                  <a:lnTo>
                    <a:pt x="92" y="149"/>
                  </a:lnTo>
                  <a:lnTo>
                    <a:pt x="92" y="148"/>
                  </a:lnTo>
                  <a:lnTo>
                    <a:pt x="89" y="146"/>
                  </a:lnTo>
                  <a:lnTo>
                    <a:pt x="88" y="146"/>
                  </a:lnTo>
                  <a:lnTo>
                    <a:pt x="83" y="145"/>
                  </a:lnTo>
                  <a:lnTo>
                    <a:pt x="82" y="142"/>
                  </a:lnTo>
                  <a:lnTo>
                    <a:pt x="79" y="141"/>
                  </a:lnTo>
                  <a:lnTo>
                    <a:pt x="75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0" y="133"/>
                  </a:lnTo>
                  <a:lnTo>
                    <a:pt x="72" y="132"/>
                  </a:lnTo>
                  <a:lnTo>
                    <a:pt x="74" y="132"/>
                  </a:lnTo>
                  <a:lnTo>
                    <a:pt x="75" y="132"/>
                  </a:lnTo>
                  <a:lnTo>
                    <a:pt x="78" y="131"/>
                  </a:lnTo>
                  <a:lnTo>
                    <a:pt x="80" y="133"/>
                  </a:lnTo>
                  <a:lnTo>
                    <a:pt x="83" y="133"/>
                  </a:lnTo>
                  <a:lnTo>
                    <a:pt x="87" y="132"/>
                  </a:lnTo>
                  <a:lnTo>
                    <a:pt x="92" y="132"/>
                  </a:lnTo>
                  <a:lnTo>
                    <a:pt x="95" y="129"/>
                  </a:lnTo>
                  <a:lnTo>
                    <a:pt x="97" y="131"/>
                  </a:lnTo>
                  <a:lnTo>
                    <a:pt x="99" y="131"/>
                  </a:lnTo>
                  <a:lnTo>
                    <a:pt x="101" y="128"/>
                  </a:lnTo>
                  <a:close/>
                  <a:moveTo>
                    <a:pt x="30" y="86"/>
                  </a:moveTo>
                  <a:lnTo>
                    <a:pt x="32" y="87"/>
                  </a:lnTo>
                  <a:lnTo>
                    <a:pt x="33" y="87"/>
                  </a:lnTo>
                  <a:lnTo>
                    <a:pt x="34" y="90"/>
                  </a:lnTo>
                  <a:lnTo>
                    <a:pt x="35" y="91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4" y="98"/>
                  </a:lnTo>
                  <a:lnTo>
                    <a:pt x="37" y="100"/>
                  </a:lnTo>
                  <a:lnTo>
                    <a:pt x="35" y="104"/>
                  </a:lnTo>
                  <a:lnTo>
                    <a:pt x="37" y="110"/>
                  </a:lnTo>
                  <a:lnTo>
                    <a:pt x="35" y="111"/>
                  </a:lnTo>
                  <a:lnTo>
                    <a:pt x="35" y="115"/>
                  </a:lnTo>
                  <a:lnTo>
                    <a:pt x="35" y="116"/>
                  </a:lnTo>
                  <a:lnTo>
                    <a:pt x="34" y="116"/>
                  </a:lnTo>
                  <a:lnTo>
                    <a:pt x="33" y="115"/>
                  </a:lnTo>
                  <a:lnTo>
                    <a:pt x="30" y="115"/>
                  </a:lnTo>
                  <a:lnTo>
                    <a:pt x="29" y="116"/>
                  </a:lnTo>
                  <a:lnTo>
                    <a:pt x="29" y="119"/>
                  </a:lnTo>
                  <a:lnTo>
                    <a:pt x="28" y="120"/>
                  </a:lnTo>
                  <a:lnTo>
                    <a:pt x="26" y="120"/>
                  </a:lnTo>
                  <a:lnTo>
                    <a:pt x="25" y="120"/>
                  </a:lnTo>
                  <a:lnTo>
                    <a:pt x="24" y="119"/>
                  </a:lnTo>
                  <a:lnTo>
                    <a:pt x="22" y="113"/>
                  </a:lnTo>
                  <a:lnTo>
                    <a:pt x="21" y="112"/>
                  </a:lnTo>
                  <a:lnTo>
                    <a:pt x="22" y="108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1" y="104"/>
                  </a:lnTo>
                  <a:lnTo>
                    <a:pt x="21" y="103"/>
                  </a:lnTo>
                  <a:lnTo>
                    <a:pt x="22" y="102"/>
                  </a:lnTo>
                  <a:lnTo>
                    <a:pt x="22" y="99"/>
                  </a:lnTo>
                  <a:lnTo>
                    <a:pt x="21" y="98"/>
                  </a:lnTo>
                  <a:lnTo>
                    <a:pt x="21" y="96"/>
                  </a:lnTo>
                  <a:lnTo>
                    <a:pt x="18" y="94"/>
                  </a:lnTo>
                  <a:lnTo>
                    <a:pt x="20" y="92"/>
                  </a:lnTo>
                  <a:lnTo>
                    <a:pt x="20" y="90"/>
                  </a:lnTo>
                  <a:lnTo>
                    <a:pt x="22" y="91"/>
                  </a:lnTo>
                  <a:lnTo>
                    <a:pt x="24" y="91"/>
                  </a:lnTo>
                  <a:lnTo>
                    <a:pt x="28" y="86"/>
                  </a:lnTo>
                  <a:lnTo>
                    <a:pt x="30" y="86"/>
                  </a:lnTo>
                  <a:close/>
                  <a:moveTo>
                    <a:pt x="20" y="85"/>
                  </a:moveTo>
                  <a:lnTo>
                    <a:pt x="21" y="86"/>
                  </a:lnTo>
                  <a:lnTo>
                    <a:pt x="20" y="87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7"/>
                  </a:lnTo>
                  <a:lnTo>
                    <a:pt x="20" y="86"/>
                  </a:lnTo>
                  <a:lnTo>
                    <a:pt x="20" y="85"/>
                  </a:lnTo>
                  <a:close/>
                  <a:moveTo>
                    <a:pt x="50" y="69"/>
                  </a:moveTo>
                  <a:lnTo>
                    <a:pt x="51" y="70"/>
                  </a:lnTo>
                  <a:lnTo>
                    <a:pt x="50" y="69"/>
                  </a:lnTo>
                  <a:lnTo>
                    <a:pt x="50" y="69"/>
                  </a:lnTo>
                  <a:close/>
                  <a:moveTo>
                    <a:pt x="43" y="61"/>
                  </a:moveTo>
                  <a:lnTo>
                    <a:pt x="45" y="62"/>
                  </a:lnTo>
                  <a:lnTo>
                    <a:pt x="45" y="63"/>
                  </a:lnTo>
                  <a:lnTo>
                    <a:pt x="42" y="63"/>
                  </a:lnTo>
                  <a:lnTo>
                    <a:pt x="41" y="63"/>
                  </a:lnTo>
                  <a:lnTo>
                    <a:pt x="39" y="63"/>
                  </a:lnTo>
                  <a:lnTo>
                    <a:pt x="39" y="62"/>
                  </a:lnTo>
                  <a:lnTo>
                    <a:pt x="42" y="61"/>
                  </a:lnTo>
                  <a:lnTo>
                    <a:pt x="43" y="61"/>
                  </a:lnTo>
                  <a:close/>
                  <a:moveTo>
                    <a:pt x="54" y="0"/>
                  </a:moveTo>
                  <a:lnTo>
                    <a:pt x="57" y="0"/>
                  </a:lnTo>
                  <a:lnTo>
                    <a:pt x="60" y="0"/>
                  </a:lnTo>
                  <a:lnTo>
                    <a:pt x="60" y="3"/>
                  </a:lnTo>
                  <a:lnTo>
                    <a:pt x="66" y="6"/>
                  </a:lnTo>
                  <a:lnTo>
                    <a:pt x="74" y="7"/>
                  </a:lnTo>
                  <a:lnTo>
                    <a:pt x="78" y="7"/>
                  </a:lnTo>
                  <a:lnTo>
                    <a:pt x="79" y="8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6" y="16"/>
                  </a:lnTo>
                  <a:lnTo>
                    <a:pt x="76" y="21"/>
                  </a:lnTo>
                  <a:lnTo>
                    <a:pt x="74" y="20"/>
                  </a:lnTo>
                  <a:lnTo>
                    <a:pt x="72" y="21"/>
                  </a:lnTo>
                  <a:lnTo>
                    <a:pt x="70" y="23"/>
                  </a:lnTo>
                  <a:lnTo>
                    <a:pt x="67" y="23"/>
                  </a:lnTo>
                  <a:lnTo>
                    <a:pt x="66" y="25"/>
                  </a:lnTo>
                  <a:lnTo>
                    <a:pt x="63" y="25"/>
                  </a:lnTo>
                  <a:lnTo>
                    <a:pt x="62" y="27"/>
                  </a:lnTo>
                  <a:lnTo>
                    <a:pt x="63" y="29"/>
                  </a:lnTo>
                  <a:lnTo>
                    <a:pt x="64" y="32"/>
                  </a:lnTo>
                  <a:lnTo>
                    <a:pt x="63" y="35"/>
                  </a:lnTo>
                  <a:lnTo>
                    <a:pt x="62" y="35"/>
                  </a:lnTo>
                  <a:lnTo>
                    <a:pt x="63" y="38"/>
                  </a:lnTo>
                  <a:lnTo>
                    <a:pt x="63" y="41"/>
                  </a:lnTo>
                  <a:lnTo>
                    <a:pt x="64" y="44"/>
                  </a:lnTo>
                  <a:lnTo>
                    <a:pt x="70" y="46"/>
                  </a:lnTo>
                  <a:lnTo>
                    <a:pt x="72" y="48"/>
                  </a:lnTo>
                  <a:lnTo>
                    <a:pt x="74" y="49"/>
                  </a:lnTo>
                  <a:lnTo>
                    <a:pt x="82" y="57"/>
                  </a:lnTo>
                  <a:lnTo>
                    <a:pt x="82" y="60"/>
                  </a:lnTo>
                  <a:lnTo>
                    <a:pt x="83" y="60"/>
                  </a:lnTo>
                  <a:lnTo>
                    <a:pt x="83" y="62"/>
                  </a:lnTo>
                  <a:lnTo>
                    <a:pt x="84" y="65"/>
                  </a:lnTo>
                  <a:lnTo>
                    <a:pt x="87" y="67"/>
                  </a:lnTo>
                  <a:lnTo>
                    <a:pt x="88" y="70"/>
                  </a:lnTo>
                  <a:lnTo>
                    <a:pt x="92" y="73"/>
                  </a:lnTo>
                  <a:lnTo>
                    <a:pt x="93" y="74"/>
                  </a:lnTo>
                  <a:lnTo>
                    <a:pt x="96" y="74"/>
                  </a:lnTo>
                  <a:lnTo>
                    <a:pt x="97" y="75"/>
                  </a:lnTo>
                  <a:lnTo>
                    <a:pt x="103" y="75"/>
                  </a:lnTo>
                  <a:lnTo>
                    <a:pt x="104" y="75"/>
                  </a:lnTo>
                  <a:lnTo>
                    <a:pt x="107" y="75"/>
                  </a:lnTo>
                  <a:lnTo>
                    <a:pt x="109" y="77"/>
                  </a:lnTo>
                  <a:lnTo>
                    <a:pt x="108" y="78"/>
                  </a:lnTo>
                  <a:lnTo>
                    <a:pt x="105" y="81"/>
                  </a:lnTo>
                  <a:lnTo>
                    <a:pt x="105" y="81"/>
                  </a:lnTo>
                  <a:lnTo>
                    <a:pt x="107" y="83"/>
                  </a:lnTo>
                  <a:lnTo>
                    <a:pt x="109" y="83"/>
                  </a:lnTo>
                  <a:lnTo>
                    <a:pt x="113" y="85"/>
                  </a:lnTo>
                  <a:lnTo>
                    <a:pt x="122" y="88"/>
                  </a:lnTo>
                  <a:lnTo>
                    <a:pt x="126" y="91"/>
                  </a:lnTo>
                  <a:lnTo>
                    <a:pt x="129" y="94"/>
                  </a:lnTo>
                  <a:lnTo>
                    <a:pt x="133" y="95"/>
                  </a:lnTo>
                  <a:lnTo>
                    <a:pt x="134" y="96"/>
                  </a:lnTo>
                  <a:lnTo>
                    <a:pt x="136" y="98"/>
                  </a:lnTo>
                  <a:lnTo>
                    <a:pt x="136" y="102"/>
                  </a:lnTo>
                  <a:lnTo>
                    <a:pt x="134" y="103"/>
                  </a:lnTo>
                  <a:lnTo>
                    <a:pt x="134" y="104"/>
                  </a:lnTo>
                  <a:lnTo>
                    <a:pt x="134" y="106"/>
                  </a:lnTo>
                  <a:lnTo>
                    <a:pt x="134" y="106"/>
                  </a:lnTo>
                  <a:lnTo>
                    <a:pt x="132" y="104"/>
                  </a:lnTo>
                  <a:lnTo>
                    <a:pt x="130" y="103"/>
                  </a:lnTo>
                  <a:lnTo>
                    <a:pt x="129" y="100"/>
                  </a:lnTo>
                  <a:lnTo>
                    <a:pt x="129" y="99"/>
                  </a:lnTo>
                  <a:lnTo>
                    <a:pt x="128" y="98"/>
                  </a:lnTo>
                  <a:lnTo>
                    <a:pt x="124" y="98"/>
                  </a:lnTo>
                  <a:lnTo>
                    <a:pt x="124" y="96"/>
                  </a:lnTo>
                  <a:lnTo>
                    <a:pt x="121" y="96"/>
                  </a:lnTo>
                  <a:lnTo>
                    <a:pt x="120" y="96"/>
                  </a:lnTo>
                  <a:lnTo>
                    <a:pt x="118" y="96"/>
                  </a:lnTo>
                  <a:lnTo>
                    <a:pt x="117" y="99"/>
                  </a:lnTo>
                  <a:lnTo>
                    <a:pt x="116" y="102"/>
                  </a:lnTo>
                  <a:lnTo>
                    <a:pt x="116" y="103"/>
                  </a:lnTo>
                  <a:lnTo>
                    <a:pt x="116" y="104"/>
                  </a:lnTo>
                  <a:lnTo>
                    <a:pt x="114" y="106"/>
                  </a:lnTo>
                  <a:lnTo>
                    <a:pt x="114" y="107"/>
                  </a:lnTo>
                  <a:lnTo>
                    <a:pt x="114" y="108"/>
                  </a:lnTo>
                  <a:lnTo>
                    <a:pt x="117" y="108"/>
                  </a:lnTo>
                  <a:lnTo>
                    <a:pt x="120" y="112"/>
                  </a:lnTo>
                  <a:lnTo>
                    <a:pt x="121" y="113"/>
                  </a:lnTo>
                  <a:lnTo>
                    <a:pt x="121" y="116"/>
                  </a:lnTo>
                  <a:lnTo>
                    <a:pt x="121" y="117"/>
                  </a:lnTo>
                  <a:lnTo>
                    <a:pt x="120" y="119"/>
                  </a:lnTo>
                  <a:lnTo>
                    <a:pt x="118" y="120"/>
                  </a:lnTo>
                  <a:lnTo>
                    <a:pt x="116" y="121"/>
                  </a:lnTo>
                  <a:lnTo>
                    <a:pt x="116" y="127"/>
                  </a:lnTo>
                  <a:lnTo>
                    <a:pt x="113" y="129"/>
                  </a:lnTo>
                  <a:lnTo>
                    <a:pt x="112" y="132"/>
                  </a:lnTo>
                  <a:lnTo>
                    <a:pt x="111" y="135"/>
                  </a:lnTo>
                  <a:lnTo>
                    <a:pt x="108" y="135"/>
                  </a:lnTo>
                  <a:lnTo>
                    <a:pt x="105" y="132"/>
                  </a:lnTo>
                  <a:lnTo>
                    <a:pt x="105" y="131"/>
                  </a:lnTo>
                  <a:lnTo>
                    <a:pt x="105" y="129"/>
                  </a:lnTo>
                  <a:lnTo>
                    <a:pt x="107" y="129"/>
                  </a:lnTo>
                  <a:lnTo>
                    <a:pt x="108" y="127"/>
                  </a:lnTo>
                  <a:lnTo>
                    <a:pt x="108" y="125"/>
                  </a:lnTo>
                  <a:lnTo>
                    <a:pt x="108" y="123"/>
                  </a:lnTo>
                  <a:lnTo>
                    <a:pt x="109" y="123"/>
                  </a:lnTo>
                  <a:lnTo>
                    <a:pt x="109" y="123"/>
                  </a:lnTo>
                  <a:lnTo>
                    <a:pt x="111" y="120"/>
                  </a:lnTo>
                  <a:lnTo>
                    <a:pt x="111" y="119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08" y="111"/>
                  </a:lnTo>
                  <a:lnTo>
                    <a:pt x="107" y="107"/>
                  </a:lnTo>
                  <a:lnTo>
                    <a:pt x="105" y="103"/>
                  </a:lnTo>
                  <a:lnTo>
                    <a:pt x="104" y="102"/>
                  </a:lnTo>
                  <a:lnTo>
                    <a:pt x="103" y="103"/>
                  </a:lnTo>
                  <a:lnTo>
                    <a:pt x="100" y="102"/>
                  </a:lnTo>
                  <a:lnTo>
                    <a:pt x="99" y="100"/>
                  </a:lnTo>
                  <a:lnTo>
                    <a:pt x="96" y="100"/>
                  </a:lnTo>
                  <a:lnTo>
                    <a:pt x="95" y="99"/>
                  </a:lnTo>
                  <a:lnTo>
                    <a:pt x="96" y="98"/>
                  </a:lnTo>
                  <a:lnTo>
                    <a:pt x="96" y="95"/>
                  </a:lnTo>
                  <a:lnTo>
                    <a:pt x="95" y="94"/>
                  </a:lnTo>
                  <a:lnTo>
                    <a:pt x="92" y="94"/>
                  </a:lnTo>
                  <a:lnTo>
                    <a:pt x="91" y="94"/>
                  </a:lnTo>
                  <a:lnTo>
                    <a:pt x="91" y="92"/>
                  </a:lnTo>
                  <a:lnTo>
                    <a:pt x="88" y="91"/>
                  </a:lnTo>
                  <a:lnTo>
                    <a:pt x="87" y="92"/>
                  </a:lnTo>
                  <a:lnTo>
                    <a:pt x="85" y="91"/>
                  </a:lnTo>
                  <a:lnTo>
                    <a:pt x="83" y="86"/>
                  </a:lnTo>
                  <a:lnTo>
                    <a:pt x="80" y="86"/>
                  </a:lnTo>
                  <a:lnTo>
                    <a:pt x="79" y="85"/>
                  </a:lnTo>
                  <a:lnTo>
                    <a:pt x="76" y="86"/>
                  </a:lnTo>
                  <a:lnTo>
                    <a:pt x="75" y="86"/>
                  </a:lnTo>
                  <a:lnTo>
                    <a:pt x="74" y="85"/>
                  </a:lnTo>
                  <a:lnTo>
                    <a:pt x="72" y="83"/>
                  </a:lnTo>
                  <a:lnTo>
                    <a:pt x="70" y="83"/>
                  </a:lnTo>
                  <a:lnTo>
                    <a:pt x="66" y="79"/>
                  </a:lnTo>
                  <a:lnTo>
                    <a:pt x="60" y="73"/>
                  </a:lnTo>
                  <a:lnTo>
                    <a:pt x="59" y="73"/>
                  </a:lnTo>
                  <a:lnTo>
                    <a:pt x="58" y="70"/>
                  </a:lnTo>
                  <a:lnTo>
                    <a:pt x="57" y="67"/>
                  </a:lnTo>
                  <a:lnTo>
                    <a:pt x="53" y="67"/>
                  </a:lnTo>
                  <a:lnTo>
                    <a:pt x="53" y="66"/>
                  </a:lnTo>
                  <a:lnTo>
                    <a:pt x="50" y="62"/>
                  </a:lnTo>
                  <a:lnTo>
                    <a:pt x="47" y="61"/>
                  </a:lnTo>
                  <a:lnTo>
                    <a:pt x="45" y="60"/>
                  </a:lnTo>
                  <a:lnTo>
                    <a:pt x="45" y="56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1" y="49"/>
                  </a:lnTo>
                  <a:lnTo>
                    <a:pt x="39" y="48"/>
                  </a:lnTo>
                  <a:lnTo>
                    <a:pt x="39" y="46"/>
                  </a:lnTo>
                  <a:lnTo>
                    <a:pt x="38" y="44"/>
                  </a:lnTo>
                  <a:lnTo>
                    <a:pt x="34" y="42"/>
                  </a:lnTo>
                  <a:lnTo>
                    <a:pt x="33" y="41"/>
                  </a:lnTo>
                  <a:lnTo>
                    <a:pt x="25" y="40"/>
                  </a:lnTo>
                  <a:lnTo>
                    <a:pt x="17" y="42"/>
                  </a:lnTo>
                  <a:lnTo>
                    <a:pt x="17" y="45"/>
                  </a:lnTo>
                  <a:lnTo>
                    <a:pt x="16" y="48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12" y="42"/>
                  </a:lnTo>
                  <a:lnTo>
                    <a:pt x="8" y="42"/>
                  </a:lnTo>
                  <a:lnTo>
                    <a:pt x="4" y="40"/>
                  </a:lnTo>
                  <a:lnTo>
                    <a:pt x="4" y="33"/>
                  </a:lnTo>
                  <a:lnTo>
                    <a:pt x="0" y="31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5" y="24"/>
                  </a:lnTo>
                  <a:lnTo>
                    <a:pt x="4" y="23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6" y="19"/>
                  </a:lnTo>
                  <a:lnTo>
                    <a:pt x="12" y="16"/>
                  </a:lnTo>
                  <a:lnTo>
                    <a:pt x="14" y="17"/>
                  </a:lnTo>
                  <a:lnTo>
                    <a:pt x="18" y="10"/>
                  </a:lnTo>
                  <a:lnTo>
                    <a:pt x="21" y="11"/>
                  </a:lnTo>
                  <a:lnTo>
                    <a:pt x="21" y="15"/>
                  </a:lnTo>
                  <a:lnTo>
                    <a:pt x="25" y="16"/>
                  </a:lnTo>
                  <a:lnTo>
                    <a:pt x="26" y="19"/>
                  </a:lnTo>
                  <a:lnTo>
                    <a:pt x="29" y="15"/>
                  </a:lnTo>
                  <a:lnTo>
                    <a:pt x="29" y="11"/>
                  </a:lnTo>
                  <a:lnTo>
                    <a:pt x="34" y="12"/>
                  </a:lnTo>
                  <a:lnTo>
                    <a:pt x="35" y="12"/>
                  </a:lnTo>
                  <a:lnTo>
                    <a:pt x="38" y="13"/>
                  </a:lnTo>
                  <a:lnTo>
                    <a:pt x="38" y="10"/>
                  </a:lnTo>
                  <a:lnTo>
                    <a:pt x="43" y="8"/>
                  </a:lnTo>
                  <a:lnTo>
                    <a:pt x="42" y="4"/>
                  </a:lnTo>
                  <a:lnTo>
                    <a:pt x="45" y="2"/>
                  </a:lnTo>
                  <a:lnTo>
                    <a:pt x="49" y="3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4" name="Freeform 411"/>
            <p:cNvSpPr>
              <a:spLocks noEditPoints="1"/>
            </p:cNvSpPr>
            <p:nvPr/>
          </p:nvSpPr>
          <p:spPr bwMode="auto">
            <a:xfrm>
              <a:off x="5519104" y="2939415"/>
              <a:ext cx="370511" cy="276615"/>
            </a:xfrm>
            <a:custGeom>
              <a:avLst/>
              <a:gdLst>
                <a:gd name="T0" fmla="*/ 120 w 146"/>
                <a:gd name="T1" fmla="*/ 71 h 109"/>
                <a:gd name="T2" fmla="*/ 117 w 146"/>
                <a:gd name="T3" fmla="*/ 68 h 109"/>
                <a:gd name="T4" fmla="*/ 134 w 146"/>
                <a:gd name="T5" fmla="*/ 59 h 109"/>
                <a:gd name="T6" fmla="*/ 133 w 146"/>
                <a:gd name="T7" fmla="*/ 64 h 109"/>
                <a:gd name="T8" fmla="*/ 129 w 146"/>
                <a:gd name="T9" fmla="*/ 61 h 109"/>
                <a:gd name="T10" fmla="*/ 146 w 146"/>
                <a:gd name="T11" fmla="*/ 57 h 109"/>
                <a:gd name="T12" fmla="*/ 140 w 146"/>
                <a:gd name="T13" fmla="*/ 57 h 109"/>
                <a:gd name="T14" fmla="*/ 17 w 146"/>
                <a:gd name="T15" fmla="*/ 0 h 109"/>
                <a:gd name="T16" fmla="*/ 25 w 146"/>
                <a:gd name="T17" fmla="*/ 1 h 109"/>
                <a:gd name="T18" fmla="*/ 33 w 146"/>
                <a:gd name="T19" fmla="*/ 1 h 109"/>
                <a:gd name="T20" fmla="*/ 41 w 146"/>
                <a:gd name="T21" fmla="*/ 3 h 109"/>
                <a:gd name="T22" fmla="*/ 59 w 146"/>
                <a:gd name="T23" fmla="*/ 3 h 109"/>
                <a:gd name="T24" fmla="*/ 69 w 146"/>
                <a:gd name="T25" fmla="*/ 5 h 109"/>
                <a:gd name="T26" fmla="*/ 79 w 146"/>
                <a:gd name="T27" fmla="*/ 8 h 109"/>
                <a:gd name="T28" fmla="*/ 83 w 146"/>
                <a:gd name="T29" fmla="*/ 5 h 109"/>
                <a:gd name="T30" fmla="*/ 86 w 146"/>
                <a:gd name="T31" fmla="*/ 7 h 109"/>
                <a:gd name="T32" fmla="*/ 90 w 146"/>
                <a:gd name="T33" fmla="*/ 11 h 109"/>
                <a:gd name="T34" fmla="*/ 99 w 146"/>
                <a:gd name="T35" fmla="*/ 14 h 109"/>
                <a:gd name="T36" fmla="*/ 107 w 146"/>
                <a:gd name="T37" fmla="*/ 17 h 109"/>
                <a:gd name="T38" fmla="*/ 116 w 146"/>
                <a:gd name="T39" fmla="*/ 16 h 109"/>
                <a:gd name="T40" fmla="*/ 128 w 146"/>
                <a:gd name="T41" fmla="*/ 17 h 109"/>
                <a:gd name="T42" fmla="*/ 134 w 146"/>
                <a:gd name="T43" fmla="*/ 21 h 109"/>
                <a:gd name="T44" fmla="*/ 132 w 146"/>
                <a:gd name="T45" fmla="*/ 29 h 109"/>
                <a:gd name="T46" fmla="*/ 125 w 146"/>
                <a:gd name="T47" fmla="*/ 37 h 109"/>
                <a:gd name="T48" fmla="*/ 113 w 146"/>
                <a:gd name="T49" fmla="*/ 41 h 109"/>
                <a:gd name="T50" fmla="*/ 112 w 146"/>
                <a:gd name="T51" fmla="*/ 46 h 109"/>
                <a:gd name="T52" fmla="*/ 109 w 146"/>
                <a:gd name="T53" fmla="*/ 46 h 109"/>
                <a:gd name="T54" fmla="*/ 103 w 146"/>
                <a:gd name="T55" fmla="*/ 53 h 109"/>
                <a:gd name="T56" fmla="*/ 99 w 146"/>
                <a:gd name="T57" fmla="*/ 64 h 109"/>
                <a:gd name="T58" fmla="*/ 104 w 146"/>
                <a:gd name="T59" fmla="*/ 72 h 109"/>
                <a:gd name="T60" fmla="*/ 97 w 146"/>
                <a:gd name="T61" fmla="*/ 79 h 109"/>
                <a:gd name="T62" fmla="*/ 95 w 146"/>
                <a:gd name="T63" fmla="*/ 88 h 109"/>
                <a:gd name="T64" fmla="*/ 82 w 146"/>
                <a:gd name="T65" fmla="*/ 93 h 109"/>
                <a:gd name="T66" fmla="*/ 76 w 146"/>
                <a:gd name="T67" fmla="*/ 99 h 109"/>
                <a:gd name="T68" fmla="*/ 71 w 146"/>
                <a:gd name="T69" fmla="*/ 100 h 109"/>
                <a:gd name="T70" fmla="*/ 67 w 146"/>
                <a:gd name="T71" fmla="*/ 100 h 109"/>
                <a:gd name="T72" fmla="*/ 57 w 146"/>
                <a:gd name="T73" fmla="*/ 100 h 109"/>
                <a:gd name="T74" fmla="*/ 45 w 146"/>
                <a:gd name="T75" fmla="*/ 104 h 109"/>
                <a:gd name="T76" fmla="*/ 40 w 146"/>
                <a:gd name="T77" fmla="*/ 109 h 109"/>
                <a:gd name="T78" fmla="*/ 29 w 146"/>
                <a:gd name="T79" fmla="*/ 100 h 109"/>
                <a:gd name="T80" fmla="*/ 21 w 146"/>
                <a:gd name="T81" fmla="*/ 93 h 109"/>
                <a:gd name="T82" fmla="*/ 17 w 146"/>
                <a:gd name="T83" fmla="*/ 88 h 109"/>
                <a:gd name="T84" fmla="*/ 24 w 146"/>
                <a:gd name="T85" fmla="*/ 78 h 109"/>
                <a:gd name="T86" fmla="*/ 24 w 146"/>
                <a:gd name="T87" fmla="*/ 71 h 109"/>
                <a:gd name="T88" fmla="*/ 17 w 146"/>
                <a:gd name="T89" fmla="*/ 59 h 109"/>
                <a:gd name="T90" fmla="*/ 25 w 146"/>
                <a:gd name="T91" fmla="*/ 54 h 109"/>
                <a:gd name="T92" fmla="*/ 26 w 146"/>
                <a:gd name="T93" fmla="*/ 42 h 109"/>
                <a:gd name="T94" fmla="*/ 32 w 146"/>
                <a:gd name="T95" fmla="*/ 34 h 109"/>
                <a:gd name="T96" fmla="*/ 29 w 146"/>
                <a:gd name="T97" fmla="*/ 26 h 109"/>
                <a:gd name="T98" fmla="*/ 16 w 146"/>
                <a:gd name="T99" fmla="*/ 26 h 109"/>
                <a:gd name="T100" fmla="*/ 11 w 146"/>
                <a:gd name="T101" fmla="*/ 24 h 109"/>
                <a:gd name="T102" fmla="*/ 4 w 146"/>
                <a:gd name="T103" fmla="*/ 24 h 109"/>
                <a:gd name="T104" fmla="*/ 5 w 146"/>
                <a:gd name="T105" fmla="*/ 20 h 109"/>
                <a:gd name="T106" fmla="*/ 3 w 146"/>
                <a:gd name="T107" fmla="*/ 17 h 109"/>
                <a:gd name="T108" fmla="*/ 3 w 146"/>
                <a:gd name="T109" fmla="*/ 13 h 109"/>
                <a:gd name="T110" fmla="*/ 0 w 146"/>
                <a:gd name="T111" fmla="*/ 11 h 109"/>
                <a:gd name="T112" fmla="*/ 7 w 146"/>
                <a:gd name="T113" fmla="*/ 7 h 109"/>
                <a:gd name="T114" fmla="*/ 11 w 146"/>
                <a:gd name="T115" fmla="*/ 4 h 109"/>
                <a:gd name="T116" fmla="*/ 16 w 146"/>
                <a:gd name="T11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6" h="109">
                  <a:moveTo>
                    <a:pt x="120" y="67"/>
                  </a:moveTo>
                  <a:lnTo>
                    <a:pt x="121" y="70"/>
                  </a:lnTo>
                  <a:lnTo>
                    <a:pt x="120" y="71"/>
                  </a:lnTo>
                  <a:lnTo>
                    <a:pt x="119" y="72"/>
                  </a:lnTo>
                  <a:lnTo>
                    <a:pt x="117" y="71"/>
                  </a:lnTo>
                  <a:lnTo>
                    <a:pt x="117" y="68"/>
                  </a:lnTo>
                  <a:lnTo>
                    <a:pt x="120" y="67"/>
                  </a:lnTo>
                  <a:close/>
                  <a:moveTo>
                    <a:pt x="132" y="58"/>
                  </a:moveTo>
                  <a:lnTo>
                    <a:pt x="134" y="59"/>
                  </a:lnTo>
                  <a:lnTo>
                    <a:pt x="137" y="59"/>
                  </a:lnTo>
                  <a:lnTo>
                    <a:pt x="134" y="62"/>
                  </a:lnTo>
                  <a:lnTo>
                    <a:pt x="133" y="64"/>
                  </a:lnTo>
                  <a:lnTo>
                    <a:pt x="130" y="63"/>
                  </a:lnTo>
                  <a:lnTo>
                    <a:pt x="129" y="62"/>
                  </a:lnTo>
                  <a:lnTo>
                    <a:pt x="129" y="61"/>
                  </a:lnTo>
                  <a:lnTo>
                    <a:pt x="132" y="58"/>
                  </a:lnTo>
                  <a:close/>
                  <a:moveTo>
                    <a:pt x="144" y="54"/>
                  </a:moveTo>
                  <a:lnTo>
                    <a:pt x="146" y="57"/>
                  </a:lnTo>
                  <a:lnTo>
                    <a:pt x="145" y="58"/>
                  </a:lnTo>
                  <a:lnTo>
                    <a:pt x="144" y="57"/>
                  </a:lnTo>
                  <a:lnTo>
                    <a:pt x="140" y="57"/>
                  </a:lnTo>
                  <a:lnTo>
                    <a:pt x="140" y="55"/>
                  </a:lnTo>
                  <a:lnTo>
                    <a:pt x="144" y="54"/>
                  </a:lnTo>
                  <a:close/>
                  <a:moveTo>
                    <a:pt x="17" y="0"/>
                  </a:moveTo>
                  <a:lnTo>
                    <a:pt x="20" y="0"/>
                  </a:lnTo>
                  <a:lnTo>
                    <a:pt x="22" y="3"/>
                  </a:lnTo>
                  <a:lnTo>
                    <a:pt x="25" y="1"/>
                  </a:lnTo>
                  <a:lnTo>
                    <a:pt x="28" y="1"/>
                  </a:lnTo>
                  <a:lnTo>
                    <a:pt x="30" y="3"/>
                  </a:lnTo>
                  <a:lnTo>
                    <a:pt x="33" y="1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41" y="3"/>
                  </a:lnTo>
                  <a:lnTo>
                    <a:pt x="49" y="4"/>
                  </a:lnTo>
                  <a:lnTo>
                    <a:pt x="53" y="5"/>
                  </a:lnTo>
                  <a:lnTo>
                    <a:pt x="59" y="3"/>
                  </a:lnTo>
                  <a:lnTo>
                    <a:pt x="63" y="3"/>
                  </a:lnTo>
                  <a:lnTo>
                    <a:pt x="65" y="5"/>
                  </a:lnTo>
                  <a:lnTo>
                    <a:pt x="69" y="5"/>
                  </a:lnTo>
                  <a:lnTo>
                    <a:pt x="70" y="4"/>
                  </a:lnTo>
                  <a:lnTo>
                    <a:pt x="72" y="4"/>
                  </a:lnTo>
                  <a:lnTo>
                    <a:pt x="79" y="8"/>
                  </a:lnTo>
                  <a:lnTo>
                    <a:pt x="80" y="5"/>
                  </a:lnTo>
                  <a:lnTo>
                    <a:pt x="82" y="5"/>
                  </a:lnTo>
                  <a:lnTo>
                    <a:pt x="83" y="5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6" y="7"/>
                  </a:lnTo>
                  <a:lnTo>
                    <a:pt x="87" y="9"/>
                  </a:lnTo>
                  <a:lnTo>
                    <a:pt x="87" y="11"/>
                  </a:lnTo>
                  <a:lnTo>
                    <a:pt x="90" y="11"/>
                  </a:lnTo>
                  <a:lnTo>
                    <a:pt x="95" y="13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1" y="17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9" y="16"/>
                  </a:lnTo>
                  <a:lnTo>
                    <a:pt x="115" y="14"/>
                  </a:lnTo>
                  <a:lnTo>
                    <a:pt x="116" y="16"/>
                  </a:lnTo>
                  <a:lnTo>
                    <a:pt x="120" y="16"/>
                  </a:lnTo>
                  <a:lnTo>
                    <a:pt x="123" y="17"/>
                  </a:lnTo>
                  <a:lnTo>
                    <a:pt x="128" y="17"/>
                  </a:lnTo>
                  <a:lnTo>
                    <a:pt x="132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2" y="22"/>
                  </a:lnTo>
                  <a:lnTo>
                    <a:pt x="133" y="26"/>
                  </a:lnTo>
                  <a:lnTo>
                    <a:pt x="132" y="29"/>
                  </a:lnTo>
                  <a:lnTo>
                    <a:pt x="132" y="32"/>
                  </a:lnTo>
                  <a:lnTo>
                    <a:pt x="126" y="34"/>
                  </a:lnTo>
                  <a:lnTo>
                    <a:pt x="125" y="37"/>
                  </a:lnTo>
                  <a:lnTo>
                    <a:pt x="121" y="38"/>
                  </a:lnTo>
                  <a:lnTo>
                    <a:pt x="116" y="38"/>
                  </a:lnTo>
                  <a:lnTo>
                    <a:pt x="113" y="41"/>
                  </a:lnTo>
                  <a:lnTo>
                    <a:pt x="111" y="42"/>
                  </a:lnTo>
                  <a:lnTo>
                    <a:pt x="112" y="42"/>
                  </a:lnTo>
                  <a:lnTo>
                    <a:pt x="112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8" y="45"/>
                  </a:lnTo>
                  <a:lnTo>
                    <a:pt x="105" y="51"/>
                  </a:lnTo>
                  <a:lnTo>
                    <a:pt x="103" y="53"/>
                  </a:lnTo>
                  <a:lnTo>
                    <a:pt x="99" y="61"/>
                  </a:lnTo>
                  <a:lnTo>
                    <a:pt x="97" y="62"/>
                  </a:lnTo>
                  <a:lnTo>
                    <a:pt x="99" y="64"/>
                  </a:lnTo>
                  <a:lnTo>
                    <a:pt x="99" y="67"/>
                  </a:lnTo>
                  <a:lnTo>
                    <a:pt x="101" y="68"/>
                  </a:lnTo>
                  <a:lnTo>
                    <a:pt x="104" y="72"/>
                  </a:lnTo>
                  <a:lnTo>
                    <a:pt x="101" y="75"/>
                  </a:lnTo>
                  <a:lnTo>
                    <a:pt x="97" y="76"/>
                  </a:lnTo>
                  <a:lnTo>
                    <a:pt x="97" y="79"/>
                  </a:lnTo>
                  <a:lnTo>
                    <a:pt x="94" y="84"/>
                  </a:lnTo>
                  <a:lnTo>
                    <a:pt x="94" y="87"/>
                  </a:lnTo>
                  <a:lnTo>
                    <a:pt x="95" y="88"/>
                  </a:lnTo>
                  <a:lnTo>
                    <a:pt x="94" y="89"/>
                  </a:lnTo>
                  <a:lnTo>
                    <a:pt x="90" y="91"/>
                  </a:lnTo>
                  <a:lnTo>
                    <a:pt x="82" y="93"/>
                  </a:lnTo>
                  <a:lnTo>
                    <a:pt x="82" y="96"/>
                  </a:lnTo>
                  <a:lnTo>
                    <a:pt x="79" y="100"/>
                  </a:lnTo>
                  <a:lnTo>
                    <a:pt x="76" y="99"/>
                  </a:lnTo>
                  <a:lnTo>
                    <a:pt x="75" y="97"/>
                  </a:lnTo>
                  <a:lnTo>
                    <a:pt x="74" y="100"/>
                  </a:lnTo>
                  <a:lnTo>
                    <a:pt x="71" y="100"/>
                  </a:lnTo>
                  <a:lnTo>
                    <a:pt x="70" y="100"/>
                  </a:lnTo>
                  <a:lnTo>
                    <a:pt x="67" y="100"/>
                  </a:lnTo>
                  <a:lnTo>
                    <a:pt x="67" y="100"/>
                  </a:lnTo>
                  <a:lnTo>
                    <a:pt x="63" y="100"/>
                  </a:lnTo>
                  <a:lnTo>
                    <a:pt x="59" y="99"/>
                  </a:lnTo>
                  <a:lnTo>
                    <a:pt x="57" y="100"/>
                  </a:lnTo>
                  <a:lnTo>
                    <a:pt x="53" y="100"/>
                  </a:lnTo>
                  <a:lnTo>
                    <a:pt x="49" y="104"/>
                  </a:lnTo>
                  <a:lnTo>
                    <a:pt x="45" y="104"/>
                  </a:lnTo>
                  <a:lnTo>
                    <a:pt x="43" y="107"/>
                  </a:lnTo>
                  <a:lnTo>
                    <a:pt x="42" y="108"/>
                  </a:lnTo>
                  <a:lnTo>
                    <a:pt x="40" y="109"/>
                  </a:lnTo>
                  <a:lnTo>
                    <a:pt x="36" y="109"/>
                  </a:lnTo>
                  <a:lnTo>
                    <a:pt x="32" y="105"/>
                  </a:lnTo>
                  <a:lnTo>
                    <a:pt x="29" y="100"/>
                  </a:lnTo>
                  <a:lnTo>
                    <a:pt x="30" y="99"/>
                  </a:lnTo>
                  <a:lnTo>
                    <a:pt x="25" y="95"/>
                  </a:lnTo>
                  <a:lnTo>
                    <a:pt x="21" y="93"/>
                  </a:lnTo>
                  <a:lnTo>
                    <a:pt x="20" y="93"/>
                  </a:lnTo>
                  <a:lnTo>
                    <a:pt x="20" y="91"/>
                  </a:lnTo>
                  <a:lnTo>
                    <a:pt x="17" y="88"/>
                  </a:lnTo>
                  <a:lnTo>
                    <a:pt x="20" y="83"/>
                  </a:lnTo>
                  <a:lnTo>
                    <a:pt x="24" y="80"/>
                  </a:lnTo>
                  <a:lnTo>
                    <a:pt x="24" y="78"/>
                  </a:lnTo>
                  <a:lnTo>
                    <a:pt x="21" y="78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2" y="66"/>
                  </a:lnTo>
                  <a:lnTo>
                    <a:pt x="20" y="64"/>
                  </a:lnTo>
                  <a:lnTo>
                    <a:pt x="17" y="59"/>
                  </a:lnTo>
                  <a:lnTo>
                    <a:pt x="20" y="58"/>
                  </a:lnTo>
                  <a:lnTo>
                    <a:pt x="22" y="58"/>
                  </a:lnTo>
                  <a:lnTo>
                    <a:pt x="25" y="54"/>
                  </a:lnTo>
                  <a:lnTo>
                    <a:pt x="24" y="51"/>
                  </a:lnTo>
                  <a:lnTo>
                    <a:pt x="25" y="50"/>
                  </a:lnTo>
                  <a:lnTo>
                    <a:pt x="26" y="42"/>
                  </a:lnTo>
                  <a:lnTo>
                    <a:pt x="25" y="38"/>
                  </a:lnTo>
                  <a:lnTo>
                    <a:pt x="30" y="34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0" y="29"/>
                  </a:lnTo>
                  <a:lnTo>
                    <a:pt x="29" y="26"/>
                  </a:lnTo>
                  <a:lnTo>
                    <a:pt x="24" y="25"/>
                  </a:lnTo>
                  <a:lnTo>
                    <a:pt x="22" y="28"/>
                  </a:lnTo>
                  <a:lnTo>
                    <a:pt x="16" y="26"/>
                  </a:lnTo>
                  <a:lnTo>
                    <a:pt x="12" y="28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9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5" y="20"/>
                  </a:lnTo>
                  <a:lnTo>
                    <a:pt x="4" y="18"/>
                  </a:lnTo>
                  <a:lnTo>
                    <a:pt x="5" y="16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1" y="8"/>
                  </a:lnTo>
                  <a:lnTo>
                    <a:pt x="5" y="5"/>
                  </a:lnTo>
                  <a:lnTo>
                    <a:pt x="7" y="7"/>
                  </a:lnTo>
                  <a:lnTo>
                    <a:pt x="11" y="7"/>
                  </a:lnTo>
                  <a:lnTo>
                    <a:pt x="12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5" name="Freeform 412"/>
            <p:cNvSpPr>
              <a:spLocks/>
            </p:cNvSpPr>
            <p:nvPr/>
          </p:nvSpPr>
          <p:spPr bwMode="auto">
            <a:xfrm>
              <a:off x="5508953" y="3000321"/>
              <a:ext cx="93897" cy="182718"/>
            </a:xfrm>
            <a:custGeom>
              <a:avLst/>
              <a:gdLst>
                <a:gd name="T0" fmla="*/ 15 w 37"/>
                <a:gd name="T1" fmla="*/ 0 h 72"/>
                <a:gd name="T2" fmla="*/ 16 w 37"/>
                <a:gd name="T3" fmla="*/ 4 h 72"/>
                <a:gd name="T4" fmla="*/ 26 w 37"/>
                <a:gd name="T5" fmla="*/ 4 h 72"/>
                <a:gd name="T6" fmla="*/ 33 w 37"/>
                <a:gd name="T7" fmla="*/ 2 h 72"/>
                <a:gd name="T8" fmla="*/ 37 w 37"/>
                <a:gd name="T9" fmla="*/ 8 h 72"/>
                <a:gd name="T10" fmla="*/ 34 w 37"/>
                <a:gd name="T11" fmla="*/ 10 h 72"/>
                <a:gd name="T12" fmla="*/ 30 w 37"/>
                <a:gd name="T13" fmla="*/ 18 h 72"/>
                <a:gd name="T14" fmla="*/ 28 w 37"/>
                <a:gd name="T15" fmla="*/ 27 h 72"/>
                <a:gd name="T16" fmla="*/ 26 w 37"/>
                <a:gd name="T17" fmla="*/ 34 h 72"/>
                <a:gd name="T18" fmla="*/ 21 w 37"/>
                <a:gd name="T19" fmla="*/ 35 h 72"/>
                <a:gd name="T20" fmla="*/ 26 w 37"/>
                <a:gd name="T21" fmla="*/ 42 h 72"/>
                <a:gd name="T22" fmla="*/ 24 w 37"/>
                <a:gd name="T23" fmla="*/ 51 h 72"/>
                <a:gd name="T24" fmla="*/ 28 w 37"/>
                <a:gd name="T25" fmla="*/ 54 h 72"/>
                <a:gd name="T26" fmla="*/ 24 w 37"/>
                <a:gd name="T27" fmla="*/ 59 h 72"/>
                <a:gd name="T28" fmla="*/ 24 w 37"/>
                <a:gd name="T29" fmla="*/ 67 h 72"/>
                <a:gd name="T30" fmla="*/ 24 w 37"/>
                <a:gd name="T31" fmla="*/ 69 h 72"/>
                <a:gd name="T32" fmla="*/ 20 w 37"/>
                <a:gd name="T33" fmla="*/ 71 h 72"/>
                <a:gd name="T34" fmla="*/ 15 w 37"/>
                <a:gd name="T35" fmla="*/ 71 h 72"/>
                <a:gd name="T36" fmla="*/ 5 w 37"/>
                <a:gd name="T37" fmla="*/ 72 h 72"/>
                <a:gd name="T38" fmla="*/ 5 w 37"/>
                <a:gd name="T39" fmla="*/ 69 h 72"/>
                <a:gd name="T40" fmla="*/ 7 w 37"/>
                <a:gd name="T41" fmla="*/ 59 h 72"/>
                <a:gd name="T42" fmla="*/ 7 w 37"/>
                <a:gd name="T43" fmla="*/ 54 h 72"/>
                <a:gd name="T44" fmla="*/ 5 w 37"/>
                <a:gd name="T45" fmla="*/ 51 h 72"/>
                <a:gd name="T46" fmla="*/ 3 w 37"/>
                <a:gd name="T47" fmla="*/ 52 h 72"/>
                <a:gd name="T48" fmla="*/ 5 w 37"/>
                <a:gd name="T49" fmla="*/ 47 h 72"/>
                <a:gd name="T50" fmla="*/ 5 w 37"/>
                <a:gd name="T51" fmla="*/ 44 h 72"/>
                <a:gd name="T52" fmla="*/ 3 w 37"/>
                <a:gd name="T53" fmla="*/ 48 h 72"/>
                <a:gd name="T54" fmla="*/ 0 w 37"/>
                <a:gd name="T55" fmla="*/ 47 h 72"/>
                <a:gd name="T56" fmla="*/ 4 w 37"/>
                <a:gd name="T57" fmla="*/ 35 h 72"/>
                <a:gd name="T58" fmla="*/ 7 w 37"/>
                <a:gd name="T59" fmla="*/ 29 h 72"/>
                <a:gd name="T60" fmla="*/ 8 w 37"/>
                <a:gd name="T61" fmla="*/ 22 h 72"/>
                <a:gd name="T62" fmla="*/ 8 w 37"/>
                <a:gd name="T63" fmla="*/ 18 h 72"/>
                <a:gd name="T64" fmla="*/ 8 w 37"/>
                <a:gd name="T65" fmla="*/ 14 h 72"/>
                <a:gd name="T66" fmla="*/ 8 w 37"/>
                <a:gd name="T67" fmla="*/ 2 h 72"/>
                <a:gd name="T68" fmla="*/ 13 w 37"/>
                <a:gd name="T6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" h="72">
                  <a:moveTo>
                    <a:pt x="13" y="0"/>
                  </a:moveTo>
                  <a:lnTo>
                    <a:pt x="15" y="0"/>
                  </a:lnTo>
                  <a:lnTo>
                    <a:pt x="15" y="2"/>
                  </a:lnTo>
                  <a:lnTo>
                    <a:pt x="16" y="4"/>
                  </a:lnTo>
                  <a:lnTo>
                    <a:pt x="20" y="2"/>
                  </a:lnTo>
                  <a:lnTo>
                    <a:pt x="26" y="4"/>
                  </a:lnTo>
                  <a:lnTo>
                    <a:pt x="28" y="1"/>
                  </a:lnTo>
                  <a:lnTo>
                    <a:pt x="33" y="2"/>
                  </a:lnTo>
                  <a:lnTo>
                    <a:pt x="34" y="5"/>
                  </a:lnTo>
                  <a:lnTo>
                    <a:pt x="37" y="8"/>
                  </a:lnTo>
                  <a:lnTo>
                    <a:pt x="36" y="10"/>
                  </a:lnTo>
                  <a:lnTo>
                    <a:pt x="34" y="10"/>
                  </a:lnTo>
                  <a:lnTo>
                    <a:pt x="29" y="14"/>
                  </a:lnTo>
                  <a:lnTo>
                    <a:pt x="30" y="18"/>
                  </a:lnTo>
                  <a:lnTo>
                    <a:pt x="29" y="26"/>
                  </a:lnTo>
                  <a:lnTo>
                    <a:pt x="28" y="27"/>
                  </a:lnTo>
                  <a:lnTo>
                    <a:pt x="29" y="30"/>
                  </a:lnTo>
                  <a:lnTo>
                    <a:pt x="26" y="34"/>
                  </a:lnTo>
                  <a:lnTo>
                    <a:pt x="24" y="34"/>
                  </a:lnTo>
                  <a:lnTo>
                    <a:pt x="21" y="35"/>
                  </a:lnTo>
                  <a:lnTo>
                    <a:pt x="24" y="40"/>
                  </a:lnTo>
                  <a:lnTo>
                    <a:pt x="26" y="42"/>
                  </a:lnTo>
                  <a:lnTo>
                    <a:pt x="28" y="47"/>
                  </a:lnTo>
                  <a:lnTo>
                    <a:pt x="24" y="51"/>
                  </a:lnTo>
                  <a:lnTo>
                    <a:pt x="25" y="54"/>
                  </a:lnTo>
                  <a:lnTo>
                    <a:pt x="28" y="54"/>
                  </a:lnTo>
                  <a:lnTo>
                    <a:pt x="28" y="56"/>
                  </a:lnTo>
                  <a:lnTo>
                    <a:pt x="24" y="59"/>
                  </a:lnTo>
                  <a:lnTo>
                    <a:pt x="21" y="64"/>
                  </a:lnTo>
                  <a:lnTo>
                    <a:pt x="24" y="67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6" y="72"/>
                  </a:lnTo>
                  <a:lnTo>
                    <a:pt x="15" y="71"/>
                  </a:lnTo>
                  <a:lnTo>
                    <a:pt x="9" y="69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5" y="69"/>
                  </a:lnTo>
                  <a:lnTo>
                    <a:pt x="7" y="65"/>
                  </a:lnTo>
                  <a:lnTo>
                    <a:pt x="7" y="59"/>
                  </a:lnTo>
                  <a:lnTo>
                    <a:pt x="8" y="56"/>
                  </a:lnTo>
                  <a:lnTo>
                    <a:pt x="7" y="54"/>
                  </a:lnTo>
                  <a:lnTo>
                    <a:pt x="8" y="51"/>
                  </a:lnTo>
                  <a:lnTo>
                    <a:pt x="5" y="51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3" y="50"/>
                  </a:lnTo>
                  <a:lnTo>
                    <a:pt x="5" y="47"/>
                  </a:lnTo>
                  <a:lnTo>
                    <a:pt x="5" y="47"/>
                  </a:lnTo>
                  <a:lnTo>
                    <a:pt x="5" y="44"/>
                  </a:lnTo>
                  <a:lnTo>
                    <a:pt x="3" y="47"/>
                  </a:lnTo>
                  <a:lnTo>
                    <a:pt x="3" y="48"/>
                  </a:lnTo>
                  <a:lnTo>
                    <a:pt x="0" y="48"/>
                  </a:lnTo>
                  <a:lnTo>
                    <a:pt x="0" y="47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8" y="22"/>
                  </a:lnTo>
                  <a:lnTo>
                    <a:pt x="9" y="21"/>
                  </a:lnTo>
                  <a:lnTo>
                    <a:pt x="8" y="18"/>
                  </a:lnTo>
                  <a:lnTo>
                    <a:pt x="9" y="15"/>
                  </a:lnTo>
                  <a:lnTo>
                    <a:pt x="8" y="14"/>
                  </a:lnTo>
                  <a:lnTo>
                    <a:pt x="9" y="6"/>
                  </a:lnTo>
                  <a:lnTo>
                    <a:pt x="8" y="2"/>
                  </a:lnTo>
                  <a:lnTo>
                    <a:pt x="8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6" name="Freeform 413"/>
            <p:cNvSpPr>
              <a:spLocks noEditPoints="1"/>
            </p:cNvSpPr>
            <p:nvPr/>
          </p:nvSpPr>
          <p:spPr bwMode="auto">
            <a:xfrm>
              <a:off x="6328643" y="3005396"/>
              <a:ext cx="258850" cy="251237"/>
            </a:xfrm>
            <a:custGeom>
              <a:avLst/>
              <a:gdLst>
                <a:gd name="T0" fmla="*/ 56 w 102"/>
                <a:gd name="T1" fmla="*/ 91 h 99"/>
                <a:gd name="T2" fmla="*/ 73 w 102"/>
                <a:gd name="T3" fmla="*/ 92 h 99"/>
                <a:gd name="T4" fmla="*/ 80 w 102"/>
                <a:gd name="T5" fmla="*/ 92 h 99"/>
                <a:gd name="T6" fmla="*/ 63 w 102"/>
                <a:gd name="T7" fmla="*/ 99 h 99"/>
                <a:gd name="T8" fmla="*/ 48 w 102"/>
                <a:gd name="T9" fmla="*/ 92 h 99"/>
                <a:gd name="T10" fmla="*/ 91 w 102"/>
                <a:gd name="T11" fmla="*/ 92 h 99"/>
                <a:gd name="T12" fmla="*/ 91 w 102"/>
                <a:gd name="T13" fmla="*/ 86 h 99"/>
                <a:gd name="T14" fmla="*/ 41 w 102"/>
                <a:gd name="T15" fmla="*/ 79 h 99"/>
                <a:gd name="T16" fmla="*/ 96 w 102"/>
                <a:gd name="T17" fmla="*/ 86 h 99"/>
                <a:gd name="T18" fmla="*/ 41 w 102"/>
                <a:gd name="T19" fmla="*/ 78 h 99"/>
                <a:gd name="T20" fmla="*/ 79 w 102"/>
                <a:gd name="T21" fmla="*/ 77 h 99"/>
                <a:gd name="T22" fmla="*/ 67 w 102"/>
                <a:gd name="T23" fmla="*/ 70 h 99"/>
                <a:gd name="T24" fmla="*/ 69 w 102"/>
                <a:gd name="T25" fmla="*/ 69 h 99"/>
                <a:gd name="T26" fmla="*/ 58 w 102"/>
                <a:gd name="T27" fmla="*/ 67 h 99"/>
                <a:gd name="T28" fmla="*/ 55 w 102"/>
                <a:gd name="T29" fmla="*/ 65 h 99"/>
                <a:gd name="T30" fmla="*/ 77 w 102"/>
                <a:gd name="T31" fmla="*/ 63 h 99"/>
                <a:gd name="T32" fmla="*/ 84 w 102"/>
                <a:gd name="T33" fmla="*/ 61 h 99"/>
                <a:gd name="T34" fmla="*/ 79 w 102"/>
                <a:gd name="T35" fmla="*/ 61 h 99"/>
                <a:gd name="T36" fmla="*/ 13 w 102"/>
                <a:gd name="T37" fmla="*/ 61 h 99"/>
                <a:gd name="T38" fmla="*/ 59 w 102"/>
                <a:gd name="T39" fmla="*/ 60 h 99"/>
                <a:gd name="T40" fmla="*/ 16 w 102"/>
                <a:gd name="T41" fmla="*/ 57 h 99"/>
                <a:gd name="T42" fmla="*/ 9 w 102"/>
                <a:gd name="T43" fmla="*/ 53 h 99"/>
                <a:gd name="T44" fmla="*/ 73 w 102"/>
                <a:gd name="T45" fmla="*/ 54 h 99"/>
                <a:gd name="T46" fmla="*/ 14 w 102"/>
                <a:gd name="T47" fmla="*/ 48 h 99"/>
                <a:gd name="T48" fmla="*/ 59 w 102"/>
                <a:gd name="T49" fmla="*/ 44 h 99"/>
                <a:gd name="T50" fmla="*/ 46 w 102"/>
                <a:gd name="T51" fmla="*/ 45 h 99"/>
                <a:gd name="T52" fmla="*/ 54 w 102"/>
                <a:gd name="T53" fmla="*/ 56 h 99"/>
                <a:gd name="T54" fmla="*/ 52 w 102"/>
                <a:gd name="T55" fmla="*/ 56 h 99"/>
                <a:gd name="T56" fmla="*/ 42 w 102"/>
                <a:gd name="T57" fmla="*/ 46 h 99"/>
                <a:gd name="T58" fmla="*/ 47 w 102"/>
                <a:gd name="T59" fmla="*/ 42 h 99"/>
                <a:gd name="T60" fmla="*/ 77 w 102"/>
                <a:gd name="T61" fmla="*/ 37 h 99"/>
                <a:gd name="T62" fmla="*/ 76 w 102"/>
                <a:gd name="T63" fmla="*/ 41 h 99"/>
                <a:gd name="T64" fmla="*/ 73 w 102"/>
                <a:gd name="T65" fmla="*/ 38 h 99"/>
                <a:gd name="T66" fmla="*/ 5 w 102"/>
                <a:gd name="T67" fmla="*/ 37 h 99"/>
                <a:gd name="T68" fmla="*/ 64 w 102"/>
                <a:gd name="T69" fmla="*/ 28 h 99"/>
                <a:gd name="T70" fmla="*/ 66 w 102"/>
                <a:gd name="T71" fmla="*/ 27 h 99"/>
                <a:gd name="T72" fmla="*/ 58 w 102"/>
                <a:gd name="T73" fmla="*/ 17 h 99"/>
                <a:gd name="T74" fmla="*/ 76 w 102"/>
                <a:gd name="T75" fmla="*/ 3 h 99"/>
                <a:gd name="T76" fmla="*/ 62 w 102"/>
                <a:gd name="T77" fmla="*/ 12 h 99"/>
                <a:gd name="T78" fmla="*/ 47 w 102"/>
                <a:gd name="T79" fmla="*/ 17 h 99"/>
                <a:gd name="T80" fmla="*/ 47 w 102"/>
                <a:gd name="T81" fmla="*/ 25 h 99"/>
                <a:gd name="T82" fmla="*/ 42 w 102"/>
                <a:gd name="T83" fmla="*/ 28 h 99"/>
                <a:gd name="T84" fmla="*/ 33 w 102"/>
                <a:gd name="T85" fmla="*/ 27 h 99"/>
                <a:gd name="T86" fmla="*/ 39 w 102"/>
                <a:gd name="T87" fmla="*/ 41 h 99"/>
                <a:gd name="T88" fmla="*/ 34 w 102"/>
                <a:gd name="T89" fmla="*/ 44 h 99"/>
                <a:gd name="T90" fmla="*/ 50 w 102"/>
                <a:gd name="T91" fmla="*/ 57 h 99"/>
                <a:gd name="T92" fmla="*/ 42 w 102"/>
                <a:gd name="T93" fmla="*/ 62 h 99"/>
                <a:gd name="T94" fmla="*/ 41 w 102"/>
                <a:gd name="T95" fmla="*/ 66 h 99"/>
                <a:gd name="T96" fmla="*/ 43 w 102"/>
                <a:gd name="T97" fmla="*/ 78 h 99"/>
                <a:gd name="T98" fmla="*/ 30 w 102"/>
                <a:gd name="T99" fmla="*/ 73 h 99"/>
                <a:gd name="T100" fmla="*/ 26 w 102"/>
                <a:gd name="T101" fmla="*/ 66 h 99"/>
                <a:gd name="T102" fmla="*/ 29 w 102"/>
                <a:gd name="T103" fmla="*/ 53 h 99"/>
                <a:gd name="T104" fmla="*/ 34 w 102"/>
                <a:gd name="T105" fmla="*/ 53 h 99"/>
                <a:gd name="T106" fmla="*/ 17 w 102"/>
                <a:gd name="T107" fmla="*/ 49 h 99"/>
                <a:gd name="T108" fmla="*/ 9 w 102"/>
                <a:gd name="T109" fmla="*/ 29 h 99"/>
                <a:gd name="T110" fmla="*/ 33 w 102"/>
                <a:gd name="T111" fmla="*/ 12 h 99"/>
                <a:gd name="T112" fmla="*/ 55 w 102"/>
                <a:gd name="T113" fmla="*/ 7 h 99"/>
                <a:gd name="T114" fmla="*/ 72 w 102"/>
                <a:gd name="T115" fmla="*/ 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2" h="99">
                  <a:moveTo>
                    <a:pt x="51" y="90"/>
                  </a:moveTo>
                  <a:lnTo>
                    <a:pt x="51" y="90"/>
                  </a:lnTo>
                  <a:lnTo>
                    <a:pt x="51" y="91"/>
                  </a:lnTo>
                  <a:lnTo>
                    <a:pt x="54" y="91"/>
                  </a:lnTo>
                  <a:lnTo>
                    <a:pt x="54" y="91"/>
                  </a:lnTo>
                  <a:lnTo>
                    <a:pt x="54" y="90"/>
                  </a:lnTo>
                  <a:lnTo>
                    <a:pt x="54" y="90"/>
                  </a:lnTo>
                  <a:lnTo>
                    <a:pt x="55" y="90"/>
                  </a:lnTo>
                  <a:lnTo>
                    <a:pt x="56" y="91"/>
                  </a:lnTo>
                  <a:lnTo>
                    <a:pt x="55" y="91"/>
                  </a:lnTo>
                  <a:lnTo>
                    <a:pt x="56" y="91"/>
                  </a:lnTo>
                  <a:lnTo>
                    <a:pt x="58" y="92"/>
                  </a:lnTo>
                  <a:lnTo>
                    <a:pt x="59" y="94"/>
                  </a:lnTo>
                  <a:lnTo>
                    <a:pt x="62" y="92"/>
                  </a:lnTo>
                  <a:lnTo>
                    <a:pt x="64" y="91"/>
                  </a:lnTo>
                  <a:lnTo>
                    <a:pt x="67" y="91"/>
                  </a:lnTo>
                  <a:lnTo>
                    <a:pt x="69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5" y="94"/>
                  </a:lnTo>
                  <a:lnTo>
                    <a:pt x="75" y="95"/>
                  </a:lnTo>
                  <a:lnTo>
                    <a:pt x="76" y="95"/>
                  </a:lnTo>
                  <a:lnTo>
                    <a:pt x="77" y="95"/>
                  </a:lnTo>
                  <a:lnTo>
                    <a:pt x="77" y="95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80" y="92"/>
                  </a:lnTo>
                  <a:lnTo>
                    <a:pt x="80" y="94"/>
                  </a:lnTo>
                  <a:lnTo>
                    <a:pt x="80" y="95"/>
                  </a:lnTo>
                  <a:lnTo>
                    <a:pt x="80" y="96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1" y="98"/>
                  </a:lnTo>
                  <a:lnTo>
                    <a:pt x="68" y="98"/>
                  </a:lnTo>
                  <a:lnTo>
                    <a:pt x="66" y="99"/>
                  </a:lnTo>
                  <a:lnTo>
                    <a:pt x="63" y="99"/>
                  </a:lnTo>
                  <a:lnTo>
                    <a:pt x="62" y="98"/>
                  </a:lnTo>
                  <a:lnTo>
                    <a:pt x="59" y="96"/>
                  </a:lnTo>
                  <a:lnTo>
                    <a:pt x="58" y="95"/>
                  </a:lnTo>
                  <a:lnTo>
                    <a:pt x="55" y="96"/>
                  </a:lnTo>
                  <a:lnTo>
                    <a:pt x="54" y="95"/>
                  </a:lnTo>
                  <a:lnTo>
                    <a:pt x="50" y="96"/>
                  </a:lnTo>
                  <a:lnTo>
                    <a:pt x="48" y="95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0"/>
                  </a:lnTo>
                  <a:lnTo>
                    <a:pt x="50" y="91"/>
                  </a:lnTo>
                  <a:lnTo>
                    <a:pt x="51" y="91"/>
                  </a:lnTo>
                  <a:lnTo>
                    <a:pt x="50" y="90"/>
                  </a:lnTo>
                  <a:lnTo>
                    <a:pt x="51" y="90"/>
                  </a:lnTo>
                  <a:close/>
                  <a:moveTo>
                    <a:pt x="89" y="87"/>
                  </a:moveTo>
                  <a:lnTo>
                    <a:pt x="89" y="89"/>
                  </a:lnTo>
                  <a:lnTo>
                    <a:pt x="91" y="91"/>
                  </a:lnTo>
                  <a:lnTo>
                    <a:pt x="91" y="92"/>
                  </a:lnTo>
                  <a:lnTo>
                    <a:pt x="89" y="92"/>
                  </a:lnTo>
                  <a:lnTo>
                    <a:pt x="89" y="91"/>
                  </a:lnTo>
                  <a:lnTo>
                    <a:pt x="88" y="90"/>
                  </a:lnTo>
                  <a:lnTo>
                    <a:pt x="89" y="87"/>
                  </a:lnTo>
                  <a:close/>
                  <a:moveTo>
                    <a:pt x="91" y="86"/>
                  </a:moveTo>
                  <a:lnTo>
                    <a:pt x="91" y="87"/>
                  </a:lnTo>
                  <a:lnTo>
                    <a:pt x="89" y="87"/>
                  </a:lnTo>
                  <a:lnTo>
                    <a:pt x="89" y="87"/>
                  </a:lnTo>
                  <a:lnTo>
                    <a:pt x="91" y="86"/>
                  </a:lnTo>
                  <a:close/>
                  <a:moveTo>
                    <a:pt x="41" y="79"/>
                  </a:moveTo>
                  <a:lnTo>
                    <a:pt x="42" y="81"/>
                  </a:lnTo>
                  <a:lnTo>
                    <a:pt x="43" y="82"/>
                  </a:lnTo>
                  <a:lnTo>
                    <a:pt x="42" y="85"/>
                  </a:lnTo>
                  <a:lnTo>
                    <a:pt x="41" y="83"/>
                  </a:lnTo>
                  <a:lnTo>
                    <a:pt x="41" y="82"/>
                  </a:lnTo>
                  <a:lnTo>
                    <a:pt x="41" y="81"/>
                  </a:lnTo>
                  <a:lnTo>
                    <a:pt x="41" y="79"/>
                  </a:lnTo>
                  <a:lnTo>
                    <a:pt x="41" y="79"/>
                  </a:lnTo>
                  <a:close/>
                  <a:moveTo>
                    <a:pt x="102" y="78"/>
                  </a:moveTo>
                  <a:lnTo>
                    <a:pt x="101" y="79"/>
                  </a:lnTo>
                  <a:lnTo>
                    <a:pt x="101" y="81"/>
                  </a:lnTo>
                  <a:lnTo>
                    <a:pt x="101" y="82"/>
                  </a:lnTo>
                  <a:lnTo>
                    <a:pt x="100" y="82"/>
                  </a:lnTo>
                  <a:lnTo>
                    <a:pt x="100" y="83"/>
                  </a:lnTo>
                  <a:lnTo>
                    <a:pt x="98" y="83"/>
                  </a:lnTo>
                  <a:lnTo>
                    <a:pt x="97" y="85"/>
                  </a:lnTo>
                  <a:lnTo>
                    <a:pt x="96" y="86"/>
                  </a:lnTo>
                  <a:lnTo>
                    <a:pt x="96" y="86"/>
                  </a:lnTo>
                  <a:lnTo>
                    <a:pt x="95" y="86"/>
                  </a:lnTo>
                  <a:lnTo>
                    <a:pt x="96" y="85"/>
                  </a:lnTo>
                  <a:lnTo>
                    <a:pt x="95" y="83"/>
                  </a:lnTo>
                  <a:lnTo>
                    <a:pt x="95" y="82"/>
                  </a:lnTo>
                  <a:lnTo>
                    <a:pt x="97" y="81"/>
                  </a:lnTo>
                  <a:lnTo>
                    <a:pt x="100" y="79"/>
                  </a:lnTo>
                  <a:lnTo>
                    <a:pt x="102" y="78"/>
                  </a:lnTo>
                  <a:close/>
                  <a:moveTo>
                    <a:pt x="41" y="78"/>
                  </a:moveTo>
                  <a:lnTo>
                    <a:pt x="41" y="78"/>
                  </a:lnTo>
                  <a:lnTo>
                    <a:pt x="41" y="78"/>
                  </a:lnTo>
                  <a:lnTo>
                    <a:pt x="41" y="78"/>
                  </a:lnTo>
                  <a:close/>
                  <a:moveTo>
                    <a:pt x="81" y="75"/>
                  </a:moveTo>
                  <a:lnTo>
                    <a:pt x="81" y="77"/>
                  </a:lnTo>
                  <a:lnTo>
                    <a:pt x="81" y="78"/>
                  </a:lnTo>
                  <a:lnTo>
                    <a:pt x="80" y="78"/>
                  </a:lnTo>
                  <a:lnTo>
                    <a:pt x="79" y="78"/>
                  </a:lnTo>
                  <a:lnTo>
                    <a:pt x="79" y="77"/>
                  </a:lnTo>
                  <a:lnTo>
                    <a:pt x="81" y="75"/>
                  </a:lnTo>
                  <a:close/>
                  <a:moveTo>
                    <a:pt x="56" y="75"/>
                  </a:moveTo>
                  <a:lnTo>
                    <a:pt x="59" y="75"/>
                  </a:lnTo>
                  <a:lnTo>
                    <a:pt x="58" y="77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6" y="75"/>
                  </a:lnTo>
                  <a:close/>
                  <a:moveTo>
                    <a:pt x="66" y="70"/>
                  </a:moveTo>
                  <a:lnTo>
                    <a:pt x="67" y="70"/>
                  </a:lnTo>
                  <a:lnTo>
                    <a:pt x="67" y="70"/>
                  </a:lnTo>
                  <a:lnTo>
                    <a:pt x="66" y="73"/>
                  </a:lnTo>
                  <a:lnTo>
                    <a:pt x="64" y="71"/>
                  </a:lnTo>
                  <a:lnTo>
                    <a:pt x="66" y="70"/>
                  </a:lnTo>
                  <a:close/>
                  <a:moveTo>
                    <a:pt x="58" y="70"/>
                  </a:moveTo>
                  <a:lnTo>
                    <a:pt x="58" y="71"/>
                  </a:lnTo>
                  <a:lnTo>
                    <a:pt x="56" y="70"/>
                  </a:lnTo>
                  <a:lnTo>
                    <a:pt x="58" y="70"/>
                  </a:lnTo>
                  <a:close/>
                  <a:moveTo>
                    <a:pt x="69" y="69"/>
                  </a:moveTo>
                  <a:lnTo>
                    <a:pt x="71" y="69"/>
                  </a:lnTo>
                  <a:lnTo>
                    <a:pt x="71" y="70"/>
                  </a:lnTo>
                  <a:lnTo>
                    <a:pt x="69" y="71"/>
                  </a:lnTo>
                  <a:lnTo>
                    <a:pt x="68" y="71"/>
                  </a:lnTo>
                  <a:lnTo>
                    <a:pt x="68" y="70"/>
                  </a:lnTo>
                  <a:lnTo>
                    <a:pt x="69" y="69"/>
                  </a:lnTo>
                  <a:close/>
                  <a:moveTo>
                    <a:pt x="56" y="66"/>
                  </a:moveTo>
                  <a:lnTo>
                    <a:pt x="58" y="66"/>
                  </a:lnTo>
                  <a:lnTo>
                    <a:pt x="58" y="67"/>
                  </a:lnTo>
                  <a:lnTo>
                    <a:pt x="56" y="67"/>
                  </a:lnTo>
                  <a:lnTo>
                    <a:pt x="56" y="66"/>
                  </a:lnTo>
                  <a:close/>
                  <a:moveTo>
                    <a:pt x="68" y="66"/>
                  </a:moveTo>
                  <a:lnTo>
                    <a:pt x="69" y="66"/>
                  </a:lnTo>
                  <a:lnTo>
                    <a:pt x="68" y="66"/>
                  </a:lnTo>
                  <a:lnTo>
                    <a:pt x="68" y="66"/>
                  </a:lnTo>
                  <a:close/>
                  <a:moveTo>
                    <a:pt x="55" y="63"/>
                  </a:moveTo>
                  <a:lnTo>
                    <a:pt x="56" y="65"/>
                  </a:lnTo>
                  <a:lnTo>
                    <a:pt x="55" y="65"/>
                  </a:lnTo>
                  <a:lnTo>
                    <a:pt x="55" y="65"/>
                  </a:lnTo>
                  <a:lnTo>
                    <a:pt x="55" y="63"/>
                  </a:lnTo>
                  <a:close/>
                  <a:moveTo>
                    <a:pt x="66" y="63"/>
                  </a:moveTo>
                  <a:lnTo>
                    <a:pt x="67" y="65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4" y="63"/>
                  </a:lnTo>
                  <a:lnTo>
                    <a:pt x="66" y="63"/>
                  </a:lnTo>
                  <a:close/>
                  <a:moveTo>
                    <a:pt x="77" y="63"/>
                  </a:moveTo>
                  <a:lnTo>
                    <a:pt x="77" y="63"/>
                  </a:lnTo>
                  <a:lnTo>
                    <a:pt x="75" y="66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7" y="63"/>
                  </a:lnTo>
                  <a:close/>
                  <a:moveTo>
                    <a:pt x="81" y="60"/>
                  </a:moveTo>
                  <a:lnTo>
                    <a:pt x="83" y="60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61"/>
                  </a:lnTo>
                  <a:lnTo>
                    <a:pt x="85" y="62"/>
                  </a:lnTo>
                  <a:lnTo>
                    <a:pt x="84" y="62"/>
                  </a:lnTo>
                  <a:lnTo>
                    <a:pt x="84" y="63"/>
                  </a:lnTo>
                  <a:lnTo>
                    <a:pt x="83" y="63"/>
                  </a:lnTo>
                  <a:lnTo>
                    <a:pt x="81" y="62"/>
                  </a:lnTo>
                  <a:lnTo>
                    <a:pt x="80" y="62"/>
                  </a:lnTo>
                  <a:lnTo>
                    <a:pt x="79" y="62"/>
                  </a:lnTo>
                  <a:lnTo>
                    <a:pt x="79" y="61"/>
                  </a:lnTo>
                  <a:lnTo>
                    <a:pt x="81" y="60"/>
                  </a:lnTo>
                  <a:close/>
                  <a:moveTo>
                    <a:pt x="14" y="60"/>
                  </a:moveTo>
                  <a:lnTo>
                    <a:pt x="16" y="60"/>
                  </a:lnTo>
                  <a:lnTo>
                    <a:pt x="16" y="61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3" y="61"/>
                  </a:lnTo>
                  <a:lnTo>
                    <a:pt x="13" y="60"/>
                  </a:lnTo>
                  <a:lnTo>
                    <a:pt x="14" y="60"/>
                  </a:lnTo>
                  <a:close/>
                  <a:moveTo>
                    <a:pt x="60" y="60"/>
                  </a:moveTo>
                  <a:lnTo>
                    <a:pt x="62" y="61"/>
                  </a:lnTo>
                  <a:lnTo>
                    <a:pt x="63" y="62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60" y="61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60" y="60"/>
                  </a:lnTo>
                  <a:close/>
                  <a:moveTo>
                    <a:pt x="12" y="50"/>
                  </a:moveTo>
                  <a:lnTo>
                    <a:pt x="13" y="50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4"/>
                  </a:lnTo>
                  <a:lnTo>
                    <a:pt x="16" y="56"/>
                  </a:lnTo>
                  <a:lnTo>
                    <a:pt x="16" y="57"/>
                  </a:lnTo>
                  <a:lnTo>
                    <a:pt x="14" y="58"/>
                  </a:lnTo>
                  <a:lnTo>
                    <a:pt x="13" y="57"/>
                  </a:lnTo>
                  <a:lnTo>
                    <a:pt x="12" y="57"/>
                  </a:lnTo>
                  <a:lnTo>
                    <a:pt x="12" y="56"/>
                  </a:lnTo>
                  <a:lnTo>
                    <a:pt x="12" y="54"/>
                  </a:lnTo>
                  <a:lnTo>
                    <a:pt x="12" y="56"/>
                  </a:lnTo>
                  <a:lnTo>
                    <a:pt x="10" y="57"/>
                  </a:lnTo>
                  <a:lnTo>
                    <a:pt x="9" y="56"/>
                  </a:lnTo>
                  <a:lnTo>
                    <a:pt x="9" y="53"/>
                  </a:lnTo>
                  <a:lnTo>
                    <a:pt x="10" y="53"/>
                  </a:lnTo>
                  <a:lnTo>
                    <a:pt x="12" y="53"/>
                  </a:lnTo>
                  <a:lnTo>
                    <a:pt x="12" y="50"/>
                  </a:lnTo>
                  <a:close/>
                  <a:moveTo>
                    <a:pt x="73" y="48"/>
                  </a:moveTo>
                  <a:lnTo>
                    <a:pt x="75" y="49"/>
                  </a:lnTo>
                  <a:lnTo>
                    <a:pt x="75" y="49"/>
                  </a:lnTo>
                  <a:lnTo>
                    <a:pt x="76" y="52"/>
                  </a:lnTo>
                  <a:lnTo>
                    <a:pt x="75" y="54"/>
                  </a:lnTo>
                  <a:lnTo>
                    <a:pt x="73" y="54"/>
                  </a:lnTo>
                  <a:lnTo>
                    <a:pt x="72" y="53"/>
                  </a:lnTo>
                  <a:lnTo>
                    <a:pt x="72" y="53"/>
                  </a:lnTo>
                  <a:lnTo>
                    <a:pt x="73" y="52"/>
                  </a:lnTo>
                  <a:lnTo>
                    <a:pt x="73" y="50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73" y="48"/>
                  </a:lnTo>
                  <a:close/>
                  <a:moveTo>
                    <a:pt x="13" y="46"/>
                  </a:moveTo>
                  <a:lnTo>
                    <a:pt x="14" y="48"/>
                  </a:lnTo>
                  <a:lnTo>
                    <a:pt x="13" y="49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8"/>
                  </a:lnTo>
                  <a:lnTo>
                    <a:pt x="13" y="46"/>
                  </a:lnTo>
                  <a:lnTo>
                    <a:pt x="13" y="46"/>
                  </a:lnTo>
                  <a:close/>
                  <a:moveTo>
                    <a:pt x="56" y="42"/>
                  </a:moveTo>
                  <a:lnTo>
                    <a:pt x="58" y="44"/>
                  </a:lnTo>
                  <a:lnTo>
                    <a:pt x="59" y="44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8" y="45"/>
                  </a:lnTo>
                  <a:lnTo>
                    <a:pt x="58" y="45"/>
                  </a:lnTo>
                  <a:lnTo>
                    <a:pt x="56" y="42"/>
                  </a:lnTo>
                  <a:lnTo>
                    <a:pt x="56" y="42"/>
                  </a:lnTo>
                  <a:close/>
                  <a:moveTo>
                    <a:pt x="42" y="42"/>
                  </a:moveTo>
                  <a:lnTo>
                    <a:pt x="43" y="45"/>
                  </a:lnTo>
                  <a:lnTo>
                    <a:pt x="46" y="45"/>
                  </a:lnTo>
                  <a:lnTo>
                    <a:pt x="47" y="46"/>
                  </a:lnTo>
                  <a:lnTo>
                    <a:pt x="48" y="46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2" y="49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6"/>
                  </a:lnTo>
                  <a:lnTo>
                    <a:pt x="55" y="57"/>
                  </a:lnTo>
                  <a:lnTo>
                    <a:pt x="56" y="56"/>
                  </a:lnTo>
                  <a:lnTo>
                    <a:pt x="58" y="57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2" y="57"/>
                  </a:lnTo>
                  <a:lnTo>
                    <a:pt x="52" y="56"/>
                  </a:lnTo>
                  <a:lnTo>
                    <a:pt x="52" y="54"/>
                  </a:lnTo>
                  <a:lnTo>
                    <a:pt x="51" y="52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6" y="50"/>
                  </a:lnTo>
                  <a:lnTo>
                    <a:pt x="46" y="49"/>
                  </a:lnTo>
                  <a:lnTo>
                    <a:pt x="44" y="48"/>
                  </a:lnTo>
                  <a:lnTo>
                    <a:pt x="43" y="46"/>
                  </a:lnTo>
                  <a:lnTo>
                    <a:pt x="42" y="46"/>
                  </a:lnTo>
                  <a:lnTo>
                    <a:pt x="42" y="45"/>
                  </a:lnTo>
                  <a:lnTo>
                    <a:pt x="41" y="45"/>
                  </a:lnTo>
                  <a:lnTo>
                    <a:pt x="38" y="45"/>
                  </a:lnTo>
                  <a:lnTo>
                    <a:pt x="37" y="45"/>
                  </a:lnTo>
                  <a:lnTo>
                    <a:pt x="39" y="44"/>
                  </a:lnTo>
                  <a:lnTo>
                    <a:pt x="42" y="42"/>
                  </a:lnTo>
                  <a:close/>
                  <a:moveTo>
                    <a:pt x="46" y="40"/>
                  </a:moveTo>
                  <a:lnTo>
                    <a:pt x="47" y="41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4" y="40"/>
                  </a:lnTo>
                  <a:lnTo>
                    <a:pt x="46" y="40"/>
                  </a:lnTo>
                  <a:close/>
                  <a:moveTo>
                    <a:pt x="43" y="40"/>
                  </a:moveTo>
                  <a:lnTo>
                    <a:pt x="44" y="40"/>
                  </a:lnTo>
                  <a:lnTo>
                    <a:pt x="43" y="41"/>
                  </a:lnTo>
                  <a:lnTo>
                    <a:pt x="42" y="40"/>
                  </a:lnTo>
                  <a:lnTo>
                    <a:pt x="43" y="40"/>
                  </a:lnTo>
                  <a:close/>
                  <a:moveTo>
                    <a:pt x="77" y="37"/>
                  </a:moveTo>
                  <a:lnTo>
                    <a:pt x="79" y="37"/>
                  </a:lnTo>
                  <a:lnTo>
                    <a:pt x="77" y="38"/>
                  </a:lnTo>
                  <a:lnTo>
                    <a:pt x="79" y="38"/>
                  </a:lnTo>
                  <a:lnTo>
                    <a:pt x="79" y="41"/>
                  </a:lnTo>
                  <a:lnTo>
                    <a:pt x="79" y="42"/>
                  </a:lnTo>
                  <a:lnTo>
                    <a:pt x="76" y="44"/>
                  </a:lnTo>
                  <a:lnTo>
                    <a:pt x="75" y="42"/>
                  </a:lnTo>
                  <a:lnTo>
                    <a:pt x="75" y="41"/>
                  </a:lnTo>
                  <a:lnTo>
                    <a:pt x="76" y="41"/>
                  </a:lnTo>
                  <a:lnTo>
                    <a:pt x="76" y="38"/>
                  </a:lnTo>
                  <a:lnTo>
                    <a:pt x="75" y="40"/>
                  </a:lnTo>
                  <a:lnTo>
                    <a:pt x="75" y="41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2" y="42"/>
                  </a:lnTo>
                  <a:lnTo>
                    <a:pt x="71" y="41"/>
                  </a:lnTo>
                  <a:lnTo>
                    <a:pt x="71" y="38"/>
                  </a:lnTo>
                  <a:lnTo>
                    <a:pt x="73" y="38"/>
                  </a:lnTo>
                  <a:lnTo>
                    <a:pt x="75" y="37"/>
                  </a:lnTo>
                  <a:lnTo>
                    <a:pt x="77" y="37"/>
                  </a:lnTo>
                  <a:close/>
                  <a:moveTo>
                    <a:pt x="1" y="32"/>
                  </a:moveTo>
                  <a:lnTo>
                    <a:pt x="2" y="32"/>
                  </a:lnTo>
                  <a:lnTo>
                    <a:pt x="2" y="35"/>
                  </a:lnTo>
                  <a:lnTo>
                    <a:pt x="4" y="36"/>
                  </a:lnTo>
                  <a:lnTo>
                    <a:pt x="5" y="36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2" y="37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1" y="32"/>
                  </a:lnTo>
                  <a:close/>
                  <a:moveTo>
                    <a:pt x="66" y="27"/>
                  </a:moveTo>
                  <a:lnTo>
                    <a:pt x="66" y="27"/>
                  </a:lnTo>
                  <a:lnTo>
                    <a:pt x="64" y="28"/>
                  </a:lnTo>
                  <a:lnTo>
                    <a:pt x="64" y="31"/>
                  </a:lnTo>
                  <a:lnTo>
                    <a:pt x="63" y="31"/>
                  </a:lnTo>
                  <a:lnTo>
                    <a:pt x="62" y="31"/>
                  </a:lnTo>
                  <a:lnTo>
                    <a:pt x="62" y="29"/>
                  </a:lnTo>
                  <a:lnTo>
                    <a:pt x="60" y="28"/>
                  </a:lnTo>
                  <a:lnTo>
                    <a:pt x="62" y="27"/>
                  </a:lnTo>
                  <a:lnTo>
                    <a:pt x="63" y="27"/>
                  </a:lnTo>
                  <a:lnTo>
                    <a:pt x="64" y="28"/>
                  </a:lnTo>
                  <a:lnTo>
                    <a:pt x="66" y="27"/>
                  </a:lnTo>
                  <a:close/>
                  <a:moveTo>
                    <a:pt x="68" y="20"/>
                  </a:moveTo>
                  <a:lnTo>
                    <a:pt x="69" y="20"/>
                  </a:lnTo>
                  <a:lnTo>
                    <a:pt x="69" y="21"/>
                  </a:lnTo>
                  <a:lnTo>
                    <a:pt x="68" y="21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8" y="20"/>
                  </a:lnTo>
                  <a:close/>
                  <a:moveTo>
                    <a:pt x="56" y="16"/>
                  </a:moveTo>
                  <a:lnTo>
                    <a:pt x="58" y="17"/>
                  </a:lnTo>
                  <a:lnTo>
                    <a:pt x="58" y="19"/>
                  </a:lnTo>
                  <a:lnTo>
                    <a:pt x="56" y="19"/>
                  </a:lnTo>
                  <a:lnTo>
                    <a:pt x="56" y="19"/>
                  </a:lnTo>
                  <a:lnTo>
                    <a:pt x="55" y="19"/>
                  </a:lnTo>
                  <a:lnTo>
                    <a:pt x="55" y="16"/>
                  </a:lnTo>
                  <a:lnTo>
                    <a:pt x="56" y="16"/>
                  </a:lnTo>
                  <a:close/>
                  <a:moveTo>
                    <a:pt x="75" y="0"/>
                  </a:moveTo>
                  <a:lnTo>
                    <a:pt x="76" y="0"/>
                  </a:lnTo>
                  <a:lnTo>
                    <a:pt x="76" y="3"/>
                  </a:lnTo>
                  <a:lnTo>
                    <a:pt x="79" y="4"/>
                  </a:lnTo>
                  <a:lnTo>
                    <a:pt x="77" y="7"/>
                  </a:lnTo>
                  <a:lnTo>
                    <a:pt x="75" y="8"/>
                  </a:lnTo>
                  <a:lnTo>
                    <a:pt x="75" y="11"/>
                  </a:lnTo>
                  <a:lnTo>
                    <a:pt x="73" y="15"/>
                  </a:lnTo>
                  <a:lnTo>
                    <a:pt x="71" y="15"/>
                  </a:lnTo>
                  <a:lnTo>
                    <a:pt x="68" y="13"/>
                  </a:lnTo>
                  <a:lnTo>
                    <a:pt x="63" y="13"/>
                  </a:lnTo>
                  <a:lnTo>
                    <a:pt x="62" y="12"/>
                  </a:lnTo>
                  <a:lnTo>
                    <a:pt x="60" y="12"/>
                  </a:lnTo>
                  <a:lnTo>
                    <a:pt x="60" y="13"/>
                  </a:lnTo>
                  <a:lnTo>
                    <a:pt x="58" y="15"/>
                  </a:lnTo>
                  <a:lnTo>
                    <a:pt x="56" y="15"/>
                  </a:lnTo>
                  <a:lnTo>
                    <a:pt x="54" y="13"/>
                  </a:lnTo>
                  <a:lnTo>
                    <a:pt x="52" y="13"/>
                  </a:lnTo>
                  <a:lnTo>
                    <a:pt x="51" y="17"/>
                  </a:lnTo>
                  <a:lnTo>
                    <a:pt x="50" y="17"/>
                  </a:lnTo>
                  <a:lnTo>
                    <a:pt x="47" y="17"/>
                  </a:lnTo>
                  <a:lnTo>
                    <a:pt x="46" y="19"/>
                  </a:lnTo>
                  <a:lnTo>
                    <a:pt x="47" y="21"/>
                  </a:lnTo>
                  <a:lnTo>
                    <a:pt x="50" y="21"/>
                  </a:lnTo>
                  <a:lnTo>
                    <a:pt x="52" y="24"/>
                  </a:lnTo>
                  <a:lnTo>
                    <a:pt x="52" y="25"/>
                  </a:lnTo>
                  <a:lnTo>
                    <a:pt x="51" y="23"/>
                  </a:lnTo>
                  <a:lnTo>
                    <a:pt x="46" y="23"/>
                  </a:lnTo>
                  <a:lnTo>
                    <a:pt x="46" y="24"/>
                  </a:lnTo>
                  <a:lnTo>
                    <a:pt x="47" y="25"/>
                  </a:lnTo>
                  <a:lnTo>
                    <a:pt x="50" y="27"/>
                  </a:lnTo>
                  <a:lnTo>
                    <a:pt x="48" y="28"/>
                  </a:lnTo>
                  <a:lnTo>
                    <a:pt x="47" y="27"/>
                  </a:lnTo>
                  <a:lnTo>
                    <a:pt x="44" y="24"/>
                  </a:lnTo>
                  <a:lnTo>
                    <a:pt x="43" y="24"/>
                  </a:lnTo>
                  <a:lnTo>
                    <a:pt x="42" y="25"/>
                  </a:lnTo>
                  <a:lnTo>
                    <a:pt x="43" y="27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1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5" y="21"/>
                  </a:lnTo>
                  <a:lnTo>
                    <a:pt x="37" y="21"/>
                  </a:lnTo>
                  <a:lnTo>
                    <a:pt x="37" y="19"/>
                  </a:lnTo>
                  <a:lnTo>
                    <a:pt x="34" y="19"/>
                  </a:lnTo>
                  <a:lnTo>
                    <a:pt x="33" y="21"/>
                  </a:lnTo>
                  <a:lnTo>
                    <a:pt x="33" y="27"/>
                  </a:lnTo>
                  <a:lnTo>
                    <a:pt x="31" y="28"/>
                  </a:lnTo>
                  <a:lnTo>
                    <a:pt x="35" y="29"/>
                  </a:lnTo>
                  <a:lnTo>
                    <a:pt x="35" y="32"/>
                  </a:lnTo>
                  <a:lnTo>
                    <a:pt x="37" y="32"/>
                  </a:lnTo>
                  <a:lnTo>
                    <a:pt x="41" y="37"/>
                  </a:lnTo>
                  <a:lnTo>
                    <a:pt x="42" y="38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41" y="40"/>
                  </a:lnTo>
                  <a:lnTo>
                    <a:pt x="38" y="38"/>
                  </a:lnTo>
                  <a:lnTo>
                    <a:pt x="37" y="37"/>
                  </a:lnTo>
                  <a:lnTo>
                    <a:pt x="37" y="38"/>
                  </a:lnTo>
                  <a:lnTo>
                    <a:pt x="35" y="40"/>
                  </a:lnTo>
                  <a:lnTo>
                    <a:pt x="38" y="41"/>
                  </a:lnTo>
                  <a:lnTo>
                    <a:pt x="38" y="42"/>
                  </a:lnTo>
                  <a:lnTo>
                    <a:pt x="37" y="44"/>
                  </a:lnTo>
                  <a:lnTo>
                    <a:pt x="34" y="44"/>
                  </a:lnTo>
                  <a:lnTo>
                    <a:pt x="37" y="46"/>
                  </a:lnTo>
                  <a:lnTo>
                    <a:pt x="39" y="46"/>
                  </a:lnTo>
                  <a:lnTo>
                    <a:pt x="39" y="48"/>
                  </a:lnTo>
                  <a:lnTo>
                    <a:pt x="42" y="48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50" y="53"/>
                  </a:lnTo>
                  <a:lnTo>
                    <a:pt x="50" y="54"/>
                  </a:lnTo>
                  <a:lnTo>
                    <a:pt x="50" y="57"/>
                  </a:lnTo>
                  <a:lnTo>
                    <a:pt x="51" y="60"/>
                  </a:lnTo>
                  <a:lnTo>
                    <a:pt x="51" y="61"/>
                  </a:lnTo>
                  <a:lnTo>
                    <a:pt x="48" y="61"/>
                  </a:lnTo>
                  <a:lnTo>
                    <a:pt x="48" y="61"/>
                  </a:lnTo>
                  <a:lnTo>
                    <a:pt x="44" y="58"/>
                  </a:lnTo>
                  <a:lnTo>
                    <a:pt x="43" y="60"/>
                  </a:lnTo>
                  <a:lnTo>
                    <a:pt x="42" y="60"/>
                  </a:lnTo>
                  <a:lnTo>
                    <a:pt x="39" y="60"/>
                  </a:lnTo>
                  <a:lnTo>
                    <a:pt x="42" y="62"/>
                  </a:lnTo>
                  <a:lnTo>
                    <a:pt x="42" y="63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6" y="66"/>
                  </a:lnTo>
                  <a:lnTo>
                    <a:pt x="46" y="67"/>
                  </a:lnTo>
                  <a:lnTo>
                    <a:pt x="43" y="66"/>
                  </a:lnTo>
                  <a:lnTo>
                    <a:pt x="42" y="67"/>
                  </a:lnTo>
                  <a:lnTo>
                    <a:pt x="41" y="66"/>
                  </a:lnTo>
                  <a:lnTo>
                    <a:pt x="42" y="66"/>
                  </a:lnTo>
                  <a:lnTo>
                    <a:pt x="39" y="65"/>
                  </a:lnTo>
                  <a:lnTo>
                    <a:pt x="38" y="65"/>
                  </a:lnTo>
                  <a:lnTo>
                    <a:pt x="38" y="66"/>
                  </a:lnTo>
                  <a:lnTo>
                    <a:pt x="39" y="67"/>
                  </a:lnTo>
                  <a:lnTo>
                    <a:pt x="41" y="71"/>
                  </a:lnTo>
                  <a:lnTo>
                    <a:pt x="42" y="74"/>
                  </a:lnTo>
                  <a:lnTo>
                    <a:pt x="42" y="75"/>
                  </a:lnTo>
                  <a:lnTo>
                    <a:pt x="43" y="78"/>
                  </a:lnTo>
                  <a:lnTo>
                    <a:pt x="39" y="75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5" y="77"/>
                  </a:lnTo>
                  <a:lnTo>
                    <a:pt x="35" y="79"/>
                  </a:lnTo>
                  <a:lnTo>
                    <a:pt x="34" y="78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0" y="73"/>
                  </a:lnTo>
                  <a:lnTo>
                    <a:pt x="30" y="70"/>
                  </a:lnTo>
                  <a:lnTo>
                    <a:pt x="29" y="73"/>
                  </a:lnTo>
                  <a:lnTo>
                    <a:pt x="30" y="74"/>
                  </a:lnTo>
                  <a:lnTo>
                    <a:pt x="29" y="74"/>
                  </a:lnTo>
                  <a:lnTo>
                    <a:pt x="27" y="74"/>
                  </a:lnTo>
                  <a:lnTo>
                    <a:pt x="25" y="70"/>
                  </a:lnTo>
                  <a:lnTo>
                    <a:pt x="25" y="69"/>
                  </a:lnTo>
                  <a:lnTo>
                    <a:pt x="26" y="67"/>
                  </a:lnTo>
                  <a:lnTo>
                    <a:pt x="26" y="66"/>
                  </a:lnTo>
                  <a:lnTo>
                    <a:pt x="23" y="63"/>
                  </a:lnTo>
                  <a:lnTo>
                    <a:pt x="21" y="62"/>
                  </a:lnTo>
                  <a:lnTo>
                    <a:pt x="18" y="60"/>
                  </a:lnTo>
                  <a:lnTo>
                    <a:pt x="19" y="57"/>
                  </a:lnTo>
                  <a:lnTo>
                    <a:pt x="21" y="57"/>
                  </a:lnTo>
                  <a:lnTo>
                    <a:pt x="22" y="54"/>
                  </a:lnTo>
                  <a:lnTo>
                    <a:pt x="23" y="56"/>
                  </a:lnTo>
                  <a:lnTo>
                    <a:pt x="26" y="54"/>
                  </a:lnTo>
                  <a:lnTo>
                    <a:pt x="29" y="53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7" y="58"/>
                  </a:lnTo>
                  <a:lnTo>
                    <a:pt x="38" y="57"/>
                  </a:lnTo>
                  <a:lnTo>
                    <a:pt x="41" y="56"/>
                  </a:lnTo>
                  <a:lnTo>
                    <a:pt x="38" y="56"/>
                  </a:lnTo>
                  <a:lnTo>
                    <a:pt x="37" y="54"/>
                  </a:lnTo>
                  <a:lnTo>
                    <a:pt x="34" y="54"/>
                  </a:lnTo>
                  <a:lnTo>
                    <a:pt x="34" y="53"/>
                  </a:lnTo>
                  <a:lnTo>
                    <a:pt x="33" y="54"/>
                  </a:lnTo>
                  <a:lnTo>
                    <a:pt x="29" y="52"/>
                  </a:lnTo>
                  <a:lnTo>
                    <a:pt x="27" y="52"/>
                  </a:lnTo>
                  <a:lnTo>
                    <a:pt x="26" y="53"/>
                  </a:lnTo>
                  <a:lnTo>
                    <a:pt x="23" y="53"/>
                  </a:lnTo>
                  <a:lnTo>
                    <a:pt x="22" y="50"/>
                  </a:lnTo>
                  <a:lnTo>
                    <a:pt x="19" y="53"/>
                  </a:lnTo>
                  <a:lnTo>
                    <a:pt x="18" y="53"/>
                  </a:lnTo>
                  <a:lnTo>
                    <a:pt x="17" y="49"/>
                  </a:lnTo>
                  <a:lnTo>
                    <a:pt x="14" y="45"/>
                  </a:lnTo>
                  <a:lnTo>
                    <a:pt x="14" y="44"/>
                  </a:lnTo>
                  <a:lnTo>
                    <a:pt x="13" y="44"/>
                  </a:lnTo>
                  <a:lnTo>
                    <a:pt x="10" y="40"/>
                  </a:lnTo>
                  <a:lnTo>
                    <a:pt x="6" y="37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8" y="32"/>
                  </a:lnTo>
                  <a:lnTo>
                    <a:pt x="9" y="29"/>
                  </a:lnTo>
                  <a:lnTo>
                    <a:pt x="9" y="27"/>
                  </a:lnTo>
                  <a:lnTo>
                    <a:pt x="14" y="24"/>
                  </a:lnTo>
                  <a:lnTo>
                    <a:pt x="16" y="21"/>
                  </a:lnTo>
                  <a:lnTo>
                    <a:pt x="17" y="17"/>
                  </a:lnTo>
                  <a:lnTo>
                    <a:pt x="21" y="15"/>
                  </a:lnTo>
                  <a:lnTo>
                    <a:pt x="25" y="13"/>
                  </a:lnTo>
                  <a:lnTo>
                    <a:pt x="25" y="12"/>
                  </a:lnTo>
                  <a:lnTo>
                    <a:pt x="27" y="11"/>
                  </a:lnTo>
                  <a:lnTo>
                    <a:pt x="33" y="12"/>
                  </a:lnTo>
                  <a:lnTo>
                    <a:pt x="35" y="10"/>
                  </a:lnTo>
                  <a:lnTo>
                    <a:pt x="38" y="10"/>
                  </a:lnTo>
                  <a:lnTo>
                    <a:pt x="39" y="8"/>
                  </a:lnTo>
                  <a:lnTo>
                    <a:pt x="41" y="10"/>
                  </a:lnTo>
                  <a:lnTo>
                    <a:pt x="44" y="10"/>
                  </a:lnTo>
                  <a:lnTo>
                    <a:pt x="47" y="8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5" y="7"/>
                  </a:lnTo>
                  <a:lnTo>
                    <a:pt x="56" y="8"/>
                  </a:lnTo>
                  <a:lnTo>
                    <a:pt x="58" y="10"/>
                  </a:lnTo>
                  <a:lnTo>
                    <a:pt x="59" y="8"/>
                  </a:lnTo>
                  <a:lnTo>
                    <a:pt x="62" y="8"/>
                  </a:lnTo>
                  <a:lnTo>
                    <a:pt x="64" y="10"/>
                  </a:lnTo>
                  <a:lnTo>
                    <a:pt x="66" y="8"/>
                  </a:lnTo>
                  <a:lnTo>
                    <a:pt x="71" y="8"/>
                  </a:lnTo>
                  <a:lnTo>
                    <a:pt x="72" y="7"/>
                  </a:lnTo>
                  <a:lnTo>
                    <a:pt x="72" y="4"/>
                  </a:lnTo>
                  <a:lnTo>
                    <a:pt x="72" y="2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7" name="Freeform 414"/>
            <p:cNvSpPr>
              <a:spLocks noEditPoints="1"/>
            </p:cNvSpPr>
            <p:nvPr/>
          </p:nvSpPr>
          <p:spPr bwMode="auto">
            <a:xfrm>
              <a:off x="7046826" y="2990170"/>
              <a:ext cx="162416" cy="137038"/>
            </a:xfrm>
            <a:custGeom>
              <a:avLst/>
              <a:gdLst>
                <a:gd name="T0" fmla="*/ 6 w 64"/>
                <a:gd name="T1" fmla="*/ 35 h 54"/>
                <a:gd name="T2" fmla="*/ 9 w 64"/>
                <a:gd name="T3" fmla="*/ 34 h 54"/>
                <a:gd name="T4" fmla="*/ 14 w 64"/>
                <a:gd name="T5" fmla="*/ 38 h 54"/>
                <a:gd name="T6" fmla="*/ 20 w 64"/>
                <a:gd name="T7" fmla="*/ 48 h 54"/>
                <a:gd name="T8" fmla="*/ 13 w 64"/>
                <a:gd name="T9" fmla="*/ 46 h 54"/>
                <a:gd name="T10" fmla="*/ 9 w 64"/>
                <a:gd name="T11" fmla="*/ 42 h 54"/>
                <a:gd name="T12" fmla="*/ 4 w 64"/>
                <a:gd name="T13" fmla="*/ 38 h 54"/>
                <a:gd name="T14" fmla="*/ 2 w 64"/>
                <a:gd name="T15" fmla="*/ 35 h 54"/>
                <a:gd name="T16" fmla="*/ 0 w 64"/>
                <a:gd name="T17" fmla="*/ 34 h 54"/>
                <a:gd name="T18" fmla="*/ 1 w 64"/>
                <a:gd name="T19" fmla="*/ 33 h 54"/>
                <a:gd name="T20" fmla="*/ 42 w 64"/>
                <a:gd name="T21" fmla="*/ 0 h 54"/>
                <a:gd name="T22" fmla="*/ 47 w 64"/>
                <a:gd name="T23" fmla="*/ 6 h 54"/>
                <a:gd name="T24" fmla="*/ 50 w 64"/>
                <a:gd name="T25" fmla="*/ 12 h 54"/>
                <a:gd name="T26" fmla="*/ 54 w 64"/>
                <a:gd name="T27" fmla="*/ 17 h 54"/>
                <a:gd name="T28" fmla="*/ 59 w 64"/>
                <a:gd name="T29" fmla="*/ 18 h 54"/>
                <a:gd name="T30" fmla="*/ 64 w 64"/>
                <a:gd name="T31" fmla="*/ 22 h 54"/>
                <a:gd name="T32" fmla="*/ 60 w 64"/>
                <a:gd name="T33" fmla="*/ 23 h 54"/>
                <a:gd name="T34" fmla="*/ 54 w 64"/>
                <a:gd name="T35" fmla="*/ 26 h 54"/>
                <a:gd name="T36" fmla="*/ 55 w 64"/>
                <a:gd name="T37" fmla="*/ 31 h 54"/>
                <a:gd name="T38" fmla="*/ 54 w 64"/>
                <a:gd name="T39" fmla="*/ 35 h 54"/>
                <a:gd name="T40" fmla="*/ 54 w 64"/>
                <a:gd name="T41" fmla="*/ 38 h 54"/>
                <a:gd name="T42" fmla="*/ 52 w 64"/>
                <a:gd name="T43" fmla="*/ 43 h 54"/>
                <a:gd name="T44" fmla="*/ 51 w 64"/>
                <a:gd name="T45" fmla="*/ 43 h 54"/>
                <a:gd name="T46" fmla="*/ 51 w 64"/>
                <a:gd name="T47" fmla="*/ 39 h 54"/>
                <a:gd name="T48" fmla="*/ 49 w 64"/>
                <a:gd name="T49" fmla="*/ 42 h 54"/>
                <a:gd name="T50" fmla="*/ 50 w 64"/>
                <a:gd name="T51" fmla="*/ 47 h 54"/>
                <a:gd name="T52" fmla="*/ 50 w 64"/>
                <a:gd name="T53" fmla="*/ 52 h 54"/>
                <a:gd name="T54" fmla="*/ 47 w 64"/>
                <a:gd name="T55" fmla="*/ 52 h 54"/>
                <a:gd name="T56" fmla="*/ 45 w 64"/>
                <a:gd name="T57" fmla="*/ 51 h 54"/>
                <a:gd name="T58" fmla="*/ 45 w 64"/>
                <a:gd name="T59" fmla="*/ 43 h 54"/>
                <a:gd name="T60" fmla="*/ 41 w 64"/>
                <a:gd name="T61" fmla="*/ 41 h 54"/>
                <a:gd name="T62" fmla="*/ 41 w 64"/>
                <a:gd name="T63" fmla="*/ 38 h 54"/>
                <a:gd name="T64" fmla="*/ 39 w 64"/>
                <a:gd name="T65" fmla="*/ 37 h 54"/>
                <a:gd name="T66" fmla="*/ 38 w 64"/>
                <a:gd name="T67" fmla="*/ 35 h 54"/>
                <a:gd name="T68" fmla="*/ 34 w 64"/>
                <a:gd name="T69" fmla="*/ 38 h 54"/>
                <a:gd name="T70" fmla="*/ 30 w 64"/>
                <a:gd name="T71" fmla="*/ 41 h 54"/>
                <a:gd name="T72" fmla="*/ 27 w 64"/>
                <a:gd name="T73" fmla="*/ 43 h 54"/>
                <a:gd name="T74" fmla="*/ 26 w 64"/>
                <a:gd name="T75" fmla="*/ 46 h 54"/>
                <a:gd name="T76" fmla="*/ 22 w 64"/>
                <a:gd name="T77" fmla="*/ 46 h 54"/>
                <a:gd name="T78" fmla="*/ 22 w 64"/>
                <a:gd name="T79" fmla="*/ 43 h 54"/>
                <a:gd name="T80" fmla="*/ 22 w 64"/>
                <a:gd name="T81" fmla="*/ 39 h 54"/>
                <a:gd name="T82" fmla="*/ 22 w 64"/>
                <a:gd name="T83" fmla="*/ 35 h 54"/>
                <a:gd name="T84" fmla="*/ 13 w 64"/>
                <a:gd name="T85" fmla="*/ 33 h 54"/>
                <a:gd name="T86" fmla="*/ 13 w 64"/>
                <a:gd name="T87" fmla="*/ 27 h 54"/>
                <a:gd name="T88" fmla="*/ 8 w 64"/>
                <a:gd name="T89" fmla="*/ 21 h 54"/>
                <a:gd name="T90" fmla="*/ 9 w 64"/>
                <a:gd name="T91" fmla="*/ 16 h 54"/>
                <a:gd name="T92" fmla="*/ 2 w 64"/>
                <a:gd name="T93" fmla="*/ 13 h 54"/>
                <a:gd name="T94" fmla="*/ 0 w 64"/>
                <a:gd name="T95" fmla="*/ 9 h 54"/>
                <a:gd name="T96" fmla="*/ 12 w 64"/>
                <a:gd name="T97" fmla="*/ 12 h 54"/>
                <a:gd name="T98" fmla="*/ 20 w 64"/>
                <a:gd name="T99" fmla="*/ 13 h 54"/>
                <a:gd name="T100" fmla="*/ 18 w 64"/>
                <a:gd name="T101" fmla="*/ 6 h 54"/>
                <a:gd name="T102" fmla="*/ 17 w 64"/>
                <a:gd name="T103" fmla="*/ 1 h 54"/>
                <a:gd name="T104" fmla="*/ 26 w 64"/>
                <a:gd name="T105" fmla="*/ 5 h 54"/>
                <a:gd name="T106" fmla="*/ 33 w 64"/>
                <a:gd name="T107" fmla="*/ 9 h 54"/>
                <a:gd name="T108" fmla="*/ 37 w 64"/>
                <a:gd name="T109" fmla="*/ 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4" h="54">
                  <a:moveTo>
                    <a:pt x="4" y="31"/>
                  </a:moveTo>
                  <a:lnTo>
                    <a:pt x="6" y="35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12" y="37"/>
                  </a:lnTo>
                  <a:lnTo>
                    <a:pt x="14" y="38"/>
                  </a:lnTo>
                  <a:lnTo>
                    <a:pt x="20" y="46"/>
                  </a:lnTo>
                  <a:lnTo>
                    <a:pt x="20" y="48"/>
                  </a:lnTo>
                  <a:lnTo>
                    <a:pt x="16" y="46"/>
                  </a:lnTo>
                  <a:lnTo>
                    <a:pt x="13" y="46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4" y="35"/>
                  </a:lnTo>
                  <a:lnTo>
                    <a:pt x="2" y="35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1" y="33"/>
                  </a:lnTo>
                  <a:lnTo>
                    <a:pt x="4" y="31"/>
                  </a:lnTo>
                  <a:close/>
                  <a:moveTo>
                    <a:pt x="42" y="0"/>
                  </a:moveTo>
                  <a:lnTo>
                    <a:pt x="45" y="1"/>
                  </a:lnTo>
                  <a:lnTo>
                    <a:pt x="47" y="6"/>
                  </a:lnTo>
                  <a:lnTo>
                    <a:pt x="47" y="9"/>
                  </a:lnTo>
                  <a:lnTo>
                    <a:pt x="50" y="12"/>
                  </a:lnTo>
                  <a:lnTo>
                    <a:pt x="54" y="14"/>
                  </a:lnTo>
                  <a:lnTo>
                    <a:pt x="54" y="17"/>
                  </a:lnTo>
                  <a:lnTo>
                    <a:pt x="56" y="18"/>
                  </a:lnTo>
                  <a:lnTo>
                    <a:pt x="59" y="18"/>
                  </a:lnTo>
                  <a:lnTo>
                    <a:pt x="63" y="19"/>
                  </a:lnTo>
                  <a:lnTo>
                    <a:pt x="64" y="22"/>
                  </a:lnTo>
                  <a:lnTo>
                    <a:pt x="63" y="22"/>
                  </a:lnTo>
                  <a:lnTo>
                    <a:pt x="60" y="23"/>
                  </a:lnTo>
                  <a:lnTo>
                    <a:pt x="58" y="23"/>
                  </a:lnTo>
                  <a:lnTo>
                    <a:pt x="54" y="26"/>
                  </a:lnTo>
                  <a:lnTo>
                    <a:pt x="54" y="30"/>
                  </a:lnTo>
                  <a:lnTo>
                    <a:pt x="55" y="31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2" y="39"/>
                  </a:lnTo>
                  <a:lnTo>
                    <a:pt x="52" y="43"/>
                  </a:lnTo>
                  <a:lnTo>
                    <a:pt x="52" y="44"/>
                  </a:lnTo>
                  <a:lnTo>
                    <a:pt x="51" y="43"/>
                  </a:lnTo>
                  <a:lnTo>
                    <a:pt x="52" y="42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49" y="42"/>
                  </a:lnTo>
                  <a:lnTo>
                    <a:pt x="50" y="46"/>
                  </a:lnTo>
                  <a:lnTo>
                    <a:pt x="50" y="47"/>
                  </a:lnTo>
                  <a:lnTo>
                    <a:pt x="50" y="48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47" y="52"/>
                  </a:lnTo>
                  <a:lnTo>
                    <a:pt x="46" y="51"/>
                  </a:lnTo>
                  <a:lnTo>
                    <a:pt x="45" y="51"/>
                  </a:lnTo>
                  <a:lnTo>
                    <a:pt x="41" y="46"/>
                  </a:lnTo>
                  <a:lnTo>
                    <a:pt x="45" y="43"/>
                  </a:lnTo>
                  <a:lnTo>
                    <a:pt x="42" y="42"/>
                  </a:lnTo>
                  <a:lnTo>
                    <a:pt x="41" y="41"/>
                  </a:lnTo>
                  <a:lnTo>
                    <a:pt x="42" y="39"/>
                  </a:lnTo>
                  <a:lnTo>
                    <a:pt x="41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5" y="37"/>
                  </a:lnTo>
                  <a:lnTo>
                    <a:pt x="34" y="38"/>
                  </a:lnTo>
                  <a:lnTo>
                    <a:pt x="31" y="39"/>
                  </a:lnTo>
                  <a:lnTo>
                    <a:pt x="30" y="41"/>
                  </a:lnTo>
                  <a:lnTo>
                    <a:pt x="29" y="43"/>
                  </a:lnTo>
                  <a:lnTo>
                    <a:pt x="27" y="43"/>
                  </a:lnTo>
                  <a:lnTo>
                    <a:pt x="26" y="44"/>
                  </a:lnTo>
                  <a:lnTo>
                    <a:pt x="26" y="46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2" y="43"/>
                  </a:lnTo>
                  <a:lnTo>
                    <a:pt x="24" y="42"/>
                  </a:lnTo>
                  <a:lnTo>
                    <a:pt x="22" y="39"/>
                  </a:lnTo>
                  <a:lnTo>
                    <a:pt x="25" y="38"/>
                  </a:lnTo>
                  <a:lnTo>
                    <a:pt x="22" y="35"/>
                  </a:lnTo>
                  <a:lnTo>
                    <a:pt x="18" y="35"/>
                  </a:lnTo>
                  <a:lnTo>
                    <a:pt x="13" y="33"/>
                  </a:lnTo>
                  <a:lnTo>
                    <a:pt x="12" y="29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8" y="21"/>
                  </a:lnTo>
                  <a:lnTo>
                    <a:pt x="8" y="18"/>
                  </a:lnTo>
                  <a:lnTo>
                    <a:pt x="9" y="16"/>
                  </a:lnTo>
                  <a:lnTo>
                    <a:pt x="6" y="13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9"/>
                  </a:lnTo>
                  <a:lnTo>
                    <a:pt x="5" y="8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20" y="13"/>
                  </a:lnTo>
                  <a:lnTo>
                    <a:pt x="21" y="9"/>
                  </a:lnTo>
                  <a:lnTo>
                    <a:pt x="18" y="6"/>
                  </a:lnTo>
                  <a:lnTo>
                    <a:pt x="16" y="5"/>
                  </a:lnTo>
                  <a:lnTo>
                    <a:pt x="17" y="1"/>
                  </a:lnTo>
                  <a:lnTo>
                    <a:pt x="21" y="1"/>
                  </a:lnTo>
                  <a:lnTo>
                    <a:pt x="26" y="5"/>
                  </a:lnTo>
                  <a:lnTo>
                    <a:pt x="27" y="8"/>
                  </a:lnTo>
                  <a:lnTo>
                    <a:pt x="33" y="9"/>
                  </a:lnTo>
                  <a:lnTo>
                    <a:pt x="34" y="6"/>
                  </a:lnTo>
                  <a:lnTo>
                    <a:pt x="37" y="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8" name="Freeform 415"/>
            <p:cNvSpPr>
              <a:spLocks/>
            </p:cNvSpPr>
            <p:nvPr/>
          </p:nvSpPr>
          <p:spPr bwMode="auto">
            <a:xfrm>
              <a:off x="7029061" y="3076453"/>
              <a:ext cx="619210" cy="494861"/>
            </a:xfrm>
            <a:custGeom>
              <a:avLst/>
              <a:gdLst>
                <a:gd name="T0" fmla="*/ 11 w 244"/>
                <a:gd name="T1" fmla="*/ 4 h 195"/>
                <a:gd name="T2" fmla="*/ 23 w 244"/>
                <a:gd name="T3" fmla="*/ 12 h 195"/>
                <a:gd name="T4" fmla="*/ 31 w 244"/>
                <a:gd name="T5" fmla="*/ 12 h 195"/>
                <a:gd name="T6" fmla="*/ 37 w 244"/>
                <a:gd name="T7" fmla="*/ 7 h 195"/>
                <a:gd name="T8" fmla="*/ 45 w 244"/>
                <a:gd name="T9" fmla="*/ 1 h 195"/>
                <a:gd name="T10" fmla="*/ 48 w 244"/>
                <a:gd name="T11" fmla="*/ 7 h 195"/>
                <a:gd name="T12" fmla="*/ 53 w 244"/>
                <a:gd name="T13" fmla="*/ 17 h 195"/>
                <a:gd name="T14" fmla="*/ 59 w 244"/>
                <a:gd name="T15" fmla="*/ 22 h 195"/>
                <a:gd name="T16" fmla="*/ 63 w 244"/>
                <a:gd name="T17" fmla="*/ 32 h 195"/>
                <a:gd name="T18" fmla="*/ 75 w 244"/>
                <a:gd name="T19" fmla="*/ 33 h 195"/>
                <a:gd name="T20" fmla="*/ 94 w 244"/>
                <a:gd name="T21" fmla="*/ 42 h 195"/>
                <a:gd name="T22" fmla="*/ 121 w 244"/>
                <a:gd name="T23" fmla="*/ 41 h 195"/>
                <a:gd name="T24" fmla="*/ 127 w 244"/>
                <a:gd name="T25" fmla="*/ 30 h 195"/>
                <a:gd name="T26" fmla="*/ 141 w 244"/>
                <a:gd name="T27" fmla="*/ 20 h 195"/>
                <a:gd name="T28" fmla="*/ 154 w 244"/>
                <a:gd name="T29" fmla="*/ 18 h 195"/>
                <a:gd name="T30" fmla="*/ 173 w 244"/>
                <a:gd name="T31" fmla="*/ 25 h 195"/>
                <a:gd name="T32" fmla="*/ 185 w 244"/>
                <a:gd name="T33" fmla="*/ 32 h 195"/>
                <a:gd name="T34" fmla="*/ 203 w 244"/>
                <a:gd name="T35" fmla="*/ 45 h 195"/>
                <a:gd name="T36" fmla="*/ 204 w 244"/>
                <a:gd name="T37" fmla="*/ 57 h 195"/>
                <a:gd name="T38" fmla="*/ 204 w 244"/>
                <a:gd name="T39" fmla="*/ 63 h 195"/>
                <a:gd name="T40" fmla="*/ 200 w 244"/>
                <a:gd name="T41" fmla="*/ 72 h 195"/>
                <a:gd name="T42" fmla="*/ 207 w 244"/>
                <a:gd name="T43" fmla="*/ 80 h 195"/>
                <a:gd name="T44" fmla="*/ 206 w 244"/>
                <a:gd name="T45" fmla="*/ 101 h 195"/>
                <a:gd name="T46" fmla="*/ 220 w 244"/>
                <a:gd name="T47" fmla="*/ 116 h 195"/>
                <a:gd name="T48" fmla="*/ 219 w 244"/>
                <a:gd name="T49" fmla="*/ 145 h 195"/>
                <a:gd name="T50" fmla="*/ 232 w 244"/>
                <a:gd name="T51" fmla="*/ 153 h 195"/>
                <a:gd name="T52" fmla="*/ 236 w 244"/>
                <a:gd name="T53" fmla="*/ 163 h 195"/>
                <a:gd name="T54" fmla="*/ 241 w 244"/>
                <a:gd name="T55" fmla="*/ 174 h 195"/>
                <a:gd name="T56" fmla="*/ 227 w 244"/>
                <a:gd name="T57" fmla="*/ 179 h 195"/>
                <a:gd name="T58" fmla="*/ 227 w 244"/>
                <a:gd name="T59" fmla="*/ 193 h 195"/>
                <a:gd name="T60" fmla="*/ 216 w 244"/>
                <a:gd name="T61" fmla="*/ 192 h 195"/>
                <a:gd name="T62" fmla="*/ 211 w 244"/>
                <a:gd name="T63" fmla="*/ 191 h 195"/>
                <a:gd name="T64" fmla="*/ 192 w 244"/>
                <a:gd name="T65" fmla="*/ 189 h 195"/>
                <a:gd name="T66" fmla="*/ 181 w 244"/>
                <a:gd name="T67" fmla="*/ 187 h 195"/>
                <a:gd name="T68" fmla="*/ 170 w 244"/>
                <a:gd name="T69" fmla="*/ 178 h 195"/>
                <a:gd name="T70" fmla="*/ 165 w 244"/>
                <a:gd name="T71" fmla="*/ 168 h 195"/>
                <a:gd name="T72" fmla="*/ 153 w 244"/>
                <a:gd name="T73" fmla="*/ 170 h 195"/>
                <a:gd name="T74" fmla="*/ 136 w 244"/>
                <a:gd name="T75" fmla="*/ 174 h 195"/>
                <a:gd name="T76" fmla="*/ 123 w 244"/>
                <a:gd name="T77" fmla="*/ 170 h 195"/>
                <a:gd name="T78" fmla="*/ 116 w 244"/>
                <a:gd name="T79" fmla="*/ 163 h 195"/>
                <a:gd name="T80" fmla="*/ 103 w 244"/>
                <a:gd name="T81" fmla="*/ 159 h 195"/>
                <a:gd name="T82" fmla="*/ 94 w 244"/>
                <a:gd name="T83" fmla="*/ 147 h 195"/>
                <a:gd name="T84" fmla="*/ 92 w 244"/>
                <a:gd name="T85" fmla="*/ 145 h 195"/>
                <a:gd name="T86" fmla="*/ 83 w 244"/>
                <a:gd name="T87" fmla="*/ 130 h 195"/>
                <a:gd name="T88" fmla="*/ 75 w 244"/>
                <a:gd name="T89" fmla="*/ 130 h 195"/>
                <a:gd name="T90" fmla="*/ 71 w 244"/>
                <a:gd name="T91" fmla="*/ 128 h 195"/>
                <a:gd name="T92" fmla="*/ 69 w 244"/>
                <a:gd name="T93" fmla="*/ 132 h 195"/>
                <a:gd name="T94" fmla="*/ 62 w 244"/>
                <a:gd name="T95" fmla="*/ 128 h 195"/>
                <a:gd name="T96" fmla="*/ 56 w 244"/>
                <a:gd name="T97" fmla="*/ 112 h 195"/>
                <a:gd name="T98" fmla="*/ 49 w 244"/>
                <a:gd name="T99" fmla="*/ 99 h 195"/>
                <a:gd name="T100" fmla="*/ 33 w 244"/>
                <a:gd name="T101" fmla="*/ 92 h 195"/>
                <a:gd name="T102" fmla="*/ 32 w 244"/>
                <a:gd name="T103" fmla="*/ 83 h 195"/>
                <a:gd name="T104" fmla="*/ 27 w 244"/>
                <a:gd name="T105" fmla="*/ 79 h 195"/>
                <a:gd name="T106" fmla="*/ 28 w 244"/>
                <a:gd name="T107" fmla="*/ 66 h 195"/>
                <a:gd name="T108" fmla="*/ 31 w 244"/>
                <a:gd name="T109" fmla="*/ 58 h 195"/>
                <a:gd name="T110" fmla="*/ 32 w 244"/>
                <a:gd name="T111" fmla="*/ 55 h 195"/>
                <a:gd name="T112" fmla="*/ 20 w 244"/>
                <a:gd name="T113" fmla="*/ 51 h 195"/>
                <a:gd name="T114" fmla="*/ 15 w 244"/>
                <a:gd name="T115" fmla="*/ 41 h 195"/>
                <a:gd name="T116" fmla="*/ 11 w 244"/>
                <a:gd name="T117" fmla="*/ 33 h 195"/>
                <a:gd name="T118" fmla="*/ 7 w 244"/>
                <a:gd name="T119" fmla="*/ 20 h 195"/>
                <a:gd name="T120" fmla="*/ 3 w 244"/>
                <a:gd name="T121" fmla="*/ 8 h 195"/>
                <a:gd name="T122" fmla="*/ 7 w 244"/>
                <a:gd name="T123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4" h="195">
                  <a:moveTo>
                    <a:pt x="7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20" y="12"/>
                  </a:lnTo>
                  <a:lnTo>
                    <a:pt x="23" y="12"/>
                  </a:lnTo>
                  <a:lnTo>
                    <a:pt x="27" y="14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29" y="12"/>
                  </a:lnTo>
                  <a:lnTo>
                    <a:pt x="31" y="12"/>
                  </a:lnTo>
                  <a:lnTo>
                    <a:pt x="33" y="12"/>
                  </a:lnTo>
                  <a:lnTo>
                    <a:pt x="33" y="10"/>
                  </a:lnTo>
                  <a:lnTo>
                    <a:pt x="34" y="9"/>
                  </a:lnTo>
                  <a:lnTo>
                    <a:pt x="36" y="9"/>
                  </a:lnTo>
                  <a:lnTo>
                    <a:pt x="37" y="7"/>
                  </a:lnTo>
                  <a:lnTo>
                    <a:pt x="38" y="5"/>
                  </a:lnTo>
                  <a:lnTo>
                    <a:pt x="41" y="4"/>
                  </a:lnTo>
                  <a:lnTo>
                    <a:pt x="42" y="3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48" y="4"/>
                  </a:lnTo>
                  <a:lnTo>
                    <a:pt x="49" y="5"/>
                  </a:lnTo>
                  <a:lnTo>
                    <a:pt x="48" y="7"/>
                  </a:lnTo>
                  <a:lnTo>
                    <a:pt x="49" y="8"/>
                  </a:lnTo>
                  <a:lnTo>
                    <a:pt x="52" y="9"/>
                  </a:lnTo>
                  <a:lnTo>
                    <a:pt x="48" y="12"/>
                  </a:lnTo>
                  <a:lnTo>
                    <a:pt x="52" y="17"/>
                  </a:lnTo>
                  <a:lnTo>
                    <a:pt x="53" y="17"/>
                  </a:lnTo>
                  <a:lnTo>
                    <a:pt x="54" y="18"/>
                  </a:lnTo>
                  <a:lnTo>
                    <a:pt x="57" y="20"/>
                  </a:lnTo>
                  <a:lnTo>
                    <a:pt x="57" y="18"/>
                  </a:lnTo>
                  <a:lnTo>
                    <a:pt x="57" y="20"/>
                  </a:lnTo>
                  <a:lnTo>
                    <a:pt x="59" y="22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9" y="29"/>
                  </a:lnTo>
                  <a:lnTo>
                    <a:pt x="61" y="29"/>
                  </a:lnTo>
                  <a:lnTo>
                    <a:pt x="63" y="32"/>
                  </a:lnTo>
                  <a:lnTo>
                    <a:pt x="66" y="32"/>
                  </a:lnTo>
                  <a:lnTo>
                    <a:pt x="69" y="32"/>
                  </a:lnTo>
                  <a:lnTo>
                    <a:pt x="71" y="32"/>
                  </a:lnTo>
                  <a:lnTo>
                    <a:pt x="74" y="33"/>
                  </a:lnTo>
                  <a:lnTo>
                    <a:pt x="75" y="33"/>
                  </a:lnTo>
                  <a:lnTo>
                    <a:pt x="77" y="35"/>
                  </a:lnTo>
                  <a:lnTo>
                    <a:pt x="78" y="38"/>
                  </a:lnTo>
                  <a:lnTo>
                    <a:pt x="84" y="39"/>
                  </a:lnTo>
                  <a:lnTo>
                    <a:pt x="87" y="41"/>
                  </a:lnTo>
                  <a:lnTo>
                    <a:pt x="94" y="42"/>
                  </a:lnTo>
                  <a:lnTo>
                    <a:pt x="98" y="42"/>
                  </a:lnTo>
                  <a:lnTo>
                    <a:pt x="106" y="39"/>
                  </a:lnTo>
                  <a:lnTo>
                    <a:pt x="111" y="39"/>
                  </a:lnTo>
                  <a:lnTo>
                    <a:pt x="119" y="39"/>
                  </a:lnTo>
                  <a:lnTo>
                    <a:pt x="121" y="41"/>
                  </a:lnTo>
                  <a:lnTo>
                    <a:pt x="121" y="37"/>
                  </a:lnTo>
                  <a:lnTo>
                    <a:pt x="120" y="34"/>
                  </a:lnTo>
                  <a:lnTo>
                    <a:pt x="119" y="32"/>
                  </a:lnTo>
                  <a:lnTo>
                    <a:pt x="121" y="30"/>
                  </a:lnTo>
                  <a:lnTo>
                    <a:pt x="127" y="30"/>
                  </a:lnTo>
                  <a:lnTo>
                    <a:pt x="128" y="26"/>
                  </a:lnTo>
                  <a:lnTo>
                    <a:pt x="129" y="25"/>
                  </a:lnTo>
                  <a:lnTo>
                    <a:pt x="132" y="25"/>
                  </a:lnTo>
                  <a:lnTo>
                    <a:pt x="136" y="21"/>
                  </a:lnTo>
                  <a:lnTo>
                    <a:pt x="141" y="20"/>
                  </a:lnTo>
                  <a:lnTo>
                    <a:pt x="146" y="21"/>
                  </a:lnTo>
                  <a:lnTo>
                    <a:pt x="146" y="17"/>
                  </a:lnTo>
                  <a:lnTo>
                    <a:pt x="149" y="17"/>
                  </a:lnTo>
                  <a:lnTo>
                    <a:pt x="152" y="18"/>
                  </a:lnTo>
                  <a:lnTo>
                    <a:pt x="154" y="18"/>
                  </a:lnTo>
                  <a:lnTo>
                    <a:pt x="158" y="21"/>
                  </a:lnTo>
                  <a:lnTo>
                    <a:pt x="162" y="22"/>
                  </a:lnTo>
                  <a:lnTo>
                    <a:pt x="169" y="26"/>
                  </a:lnTo>
                  <a:lnTo>
                    <a:pt x="171" y="26"/>
                  </a:lnTo>
                  <a:lnTo>
                    <a:pt x="173" y="25"/>
                  </a:lnTo>
                  <a:lnTo>
                    <a:pt x="178" y="28"/>
                  </a:lnTo>
                  <a:lnTo>
                    <a:pt x="179" y="28"/>
                  </a:lnTo>
                  <a:lnTo>
                    <a:pt x="181" y="32"/>
                  </a:lnTo>
                  <a:lnTo>
                    <a:pt x="182" y="32"/>
                  </a:lnTo>
                  <a:lnTo>
                    <a:pt x="185" y="32"/>
                  </a:lnTo>
                  <a:lnTo>
                    <a:pt x="189" y="33"/>
                  </a:lnTo>
                  <a:lnTo>
                    <a:pt x="194" y="39"/>
                  </a:lnTo>
                  <a:lnTo>
                    <a:pt x="199" y="39"/>
                  </a:lnTo>
                  <a:lnTo>
                    <a:pt x="202" y="41"/>
                  </a:lnTo>
                  <a:lnTo>
                    <a:pt x="203" y="45"/>
                  </a:lnTo>
                  <a:lnTo>
                    <a:pt x="203" y="46"/>
                  </a:lnTo>
                  <a:lnTo>
                    <a:pt x="203" y="49"/>
                  </a:lnTo>
                  <a:lnTo>
                    <a:pt x="203" y="50"/>
                  </a:lnTo>
                  <a:lnTo>
                    <a:pt x="204" y="53"/>
                  </a:lnTo>
                  <a:lnTo>
                    <a:pt x="204" y="57"/>
                  </a:lnTo>
                  <a:lnTo>
                    <a:pt x="204" y="58"/>
                  </a:lnTo>
                  <a:lnTo>
                    <a:pt x="204" y="59"/>
                  </a:lnTo>
                  <a:lnTo>
                    <a:pt x="206" y="62"/>
                  </a:lnTo>
                  <a:lnTo>
                    <a:pt x="204" y="62"/>
                  </a:lnTo>
                  <a:lnTo>
                    <a:pt x="204" y="63"/>
                  </a:lnTo>
                  <a:lnTo>
                    <a:pt x="202" y="66"/>
                  </a:lnTo>
                  <a:lnTo>
                    <a:pt x="199" y="66"/>
                  </a:lnTo>
                  <a:lnTo>
                    <a:pt x="200" y="68"/>
                  </a:lnTo>
                  <a:lnTo>
                    <a:pt x="202" y="70"/>
                  </a:lnTo>
                  <a:lnTo>
                    <a:pt x="200" y="72"/>
                  </a:lnTo>
                  <a:lnTo>
                    <a:pt x="200" y="74"/>
                  </a:lnTo>
                  <a:lnTo>
                    <a:pt x="202" y="78"/>
                  </a:lnTo>
                  <a:lnTo>
                    <a:pt x="202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3" y="86"/>
                  </a:lnTo>
                  <a:lnTo>
                    <a:pt x="202" y="88"/>
                  </a:lnTo>
                  <a:lnTo>
                    <a:pt x="206" y="95"/>
                  </a:lnTo>
                  <a:lnTo>
                    <a:pt x="207" y="100"/>
                  </a:lnTo>
                  <a:lnTo>
                    <a:pt x="206" y="101"/>
                  </a:lnTo>
                  <a:lnTo>
                    <a:pt x="207" y="104"/>
                  </a:lnTo>
                  <a:lnTo>
                    <a:pt x="208" y="108"/>
                  </a:lnTo>
                  <a:lnTo>
                    <a:pt x="217" y="108"/>
                  </a:lnTo>
                  <a:lnTo>
                    <a:pt x="220" y="112"/>
                  </a:lnTo>
                  <a:lnTo>
                    <a:pt x="220" y="116"/>
                  </a:lnTo>
                  <a:lnTo>
                    <a:pt x="221" y="120"/>
                  </a:lnTo>
                  <a:lnTo>
                    <a:pt x="220" y="122"/>
                  </a:lnTo>
                  <a:lnTo>
                    <a:pt x="211" y="134"/>
                  </a:lnTo>
                  <a:lnTo>
                    <a:pt x="217" y="142"/>
                  </a:lnTo>
                  <a:lnTo>
                    <a:pt x="219" y="145"/>
                  </a:lnTo>
                  <a:lnTo>
                    <a:pt x="221" y="147"/>
                  </a:lnTo>
                  <a:lnTo>
                    <a:pt x="224" y="150"/>
                  </a:lnTo>
                  <a:lnTo>
                    <a:pt x="225" y="151"/>
                  </a:lnTo>
                  <a:lnTo>
                    <a:pt x="229" y="151"/>
                  </a:lnTo>
                  <a:lnTo>
                    <a:pt x="232" y="153"/>
                  </a:lnTo>
                  <a:lnTo>
                    <a:pt x="232" y="153"/>
                  </a:lnTo>
                  <a:lnTo>
                    <a:pt x="236" y="154"/>
                  </a:lnTo>
                  <a:lnTo>
                    <a:pt x="236" y="158"/>
                  </a:lnTo>
                  <a:lnTo>
                    <a:pt x="236" y="161"/>
                  </a:lnTo>
                  <a:lnTo>
                    <a:pt x="236" y="163"/>
                  </a:lnTo>
                  <a:lnTo>
                    <a:pt x="237" y="166"/>
                  </a:lnTo>
                  <a:lnTo>
                    <a:pt x="240" y="166"/>
                  </a:lnTo>
                  <a:lnTo>
                    <a:pt x="243" y="167"/>
                  </a:lnTo>
                  <a:lnTo>
                    <a:pt x="244" y="172"/>
                  </a:lnTo>
                  <a:lnTo>
                    <a:pt x="241" y="174"/>
                  </a:lnTo>
                  <a:lnTo>
                    <a:pt x="239" y="172"/>
                  </a:lnTo>
                  <a:lnTo>
                    <a:pt x="233" y="174"/>
                  </a:lnTo>
                  <a:lnTo>
                    <a:pt x="232" y="175"/>
                  </a:lnTo>
                  <a:lnTo>
                    <a:pt x="228" y="178"/>
                  </a:lnTo>
                  <a:lnTo>
                    <a:pt x="227" y="179"/>
                  </a:lnTo>
                  <a:lnTo>
                    <a:pt x="228" y="182"/>
                  </a:lnTo>
                  <a:lnTo>
                    <a:pt x="225" y="184"/>
                  </a:lnTo>
                  <a:lnTo>
                    <a:pt x="227" y="187"/>
                  </a:lnTo>
                  <a:lnTo>
                    <a:pt x="227" y="191"/>
                  </a:lnTo>
                  <a:lnTo>
                    <a:pt x="227" y="193"/>
                  </a:lnTo>
                  <a:lnTo>
                    <a:pt x="225" y="193"/>
                  </a:lnTo>
                  <a:lnTo>
                    <a:pt x="225" y="193"/>
                  </a:lnTo>
                  <a:lnTo>
                    <a:pt x="224" y="195"/>
                  </a:lnTo>
                  <a:lnTo>
                    <a:pt x="220" y="193"/>
                  </a:lnTo>
                  <a:lnTo>
                    <a:pt x="216" y="192"/>
                  </a:lnTo>
                  <a:lnTo>
                    <a:pt x="215" y="191"/>
                  </a:lnTo>
                  <a:lnTo>
                    <a:pt x="214" y="191"/>
                  </a:lnTo>
                  <a:lnTo>
                    <a:pt x="214" y="192"/>
                  </a:lnTo>
                  <a:lnTo>
                    <a:pt x="212" y="192"/>
                  </a:lnTo>
                  <a:lnTo>
                    <a:pt x="211" y="191"/>
                  </a:lnTo>
                  <a:lnTo>
                    <a:pt x="210" y="192"/>
                  </a:lnTo>
                  <a:lnTo>
                    <a:pt x="208" y="191"/>
                  </a:lnTo>
                  <a:lnTo>
                    <a:pt x="203" y="191"/>
                  </a:lnTo>
                  <a:lnTo>
                    <a:pt x="199" y="189"/>
                  </a:lnTo>
                  <a:lnTo>
                    <a:pt x="192" y="189"/>
                  </a:lnTo>
                  <a:lnTo>
                    <a:pt x="190" y="187"/>
                  </a:lnTo>
                  <a:lnTo>
                    <a:pt x="189" y="187"/>
                  </a:lnTo>
                  <a:lnTo>
                    <a:pt x="186" y="189"/>
                  </a:lnTo>
                  <a:lnTo>
                    <a:pt x="183" y="187"/>
                  </a:lnTo>
                  <a:lnTo>
                    <a:pt x="181" y="187"/>
                  </a:lnTo>
                  <a:lnTo>
                    <a:pt x="174" y="187"/>
                  </a:lnTo>
                  <a:lnTo>
                    <a:pt x="174" y="186"/>
                  </a:lnTo>
                  <a:lnTo>
                    <a:pt x="173" y="186"/>
                  </a:lnTo>
                  <a:lnTo>
                    <a:pt x="173" y="182"/>
                  </a:lnTo>
                  <a:lnTo>
                    <a:pt x="170" y="178"/>
                  </a:lnTo>
                  <a:lnTo>
                    <a:pt x="169" y="174"/>
                  </a:lnTo>
                  <a:lnTo>
                    <a:pt x="166" y="170"/>
                  </a:lnTo>
                  <a:lnTo>
                    <a:pt x="166" y="168"/>
                  </a:lnTo>
                  <a:lnTo>
                    <a:pt x="165" y="168"/>
                  </a:lnTo>
                  <a:lnTo>
                    <a:pt x="165" y="168"/>
                  </a:lnTo>
                  <a:lnTo>
                    <a:pt x="161" y="167"/>
                  </a:lnTo>
                  <a:lnTo>
                    <a:pt x="158" y="168"/>
                  </a:lnTo>
                  <a:lnTo>
                    <a:pt x="156" y="171"/>
                  </a:lnTo>
                  <a:lnTo>
                    <a:pt x="153" y="171"/>
                  </a:lnTo>
                  <a:lnTo>
                    <a:pt x="153" y="170"/>
                  </a:lnTo>
                  <a:lnTo>
                    <a:pt x="153" y="171"/>
                  </a:lnTo>
                  <a:lnTo>
                    <a:pt x="148" y="174"/>
                  </a:lnTo>
                  <a:lnTo>
                    <a:pt x="144" y="178"/>
                  </a:lnTo>
                  <a:lnTo>
                    <a:pt x="140" y="175"/>
                  </a:lnTo>
                  <a:lnTo>
                    <a:pt x="136" y="174"/>
                  </a:lnTo>
                  <a:lnTo>
                    <a:pt x="132" y="174"/>
                  </a:lnTo>
                  <a:lnTo>
                    <a:pt x="132" y="175"/>
                  </a:lnTo>
                  <a:lnTo>
                    <a:pt x="127" y="171"/>
                  </a:lnTo>
                  <a:lnTo>
                    <a:pt x="125" y="171"/>
                  </a:lnTo>
                  <a:lnTo>
                    <a:pt x="123" y="170"/>
                  </a:lnTo>
                  <a:lnTo>
                    <a:pt x="120" y="168"/>
                  </a:lnTo>
                  <a:lnTo>
                    <a:pt x="117" y="164"/>
                  </a:lnTo>
                  <a:lnTo>
                    <a:pt x="119" y="163"/>
                  </a:lnTo>
                  <a:lnTo>
                    <a:pt x="119" y="163"/>
                  </a:lnTo>
                  <a:lnTo>
                    <a:pt x="116" y="163"/>
                  </a:lnTo>
                  <a:lnTo>
                    <a:pt x="115" y="162"/>
                  </a:lnTo>
                  <a:lnTo>
                    <a:pt x="112" y="162"/>
                  </a:lnTo>
                  <a:lnTo>
                    <a:pt x="111" y="161"/>
                  </a:lnTo>
                  <a:lnTo>
                    <a:pt x="107" y="159"/>
                  </a:lnTo>
                  <a:lnTo>
                    <a:pt x="103" y="159"/>
                  </a:lnTo>
                  <a:lnTo>
                    <a:pt x="100" y="158"/>
                  </a:lnTo>
                  <a:lnTo>
                    <a:pt x="96" y="150"/>
                  </a:lnTo>
                  <a:lnTo>
                    <a:pt x="96" y="149"/>
                  </a:lnTo>
                  <a:lnTo>
                    <a:pt x="95" y="149"/>
                  </a:lnTo>
                  <a:lnTo>
                    <a:pt x="94" y="147"/>
                  </a:lnTo>
                  <a:lnTo>
                    <a:pt x="94" y="146"/>
                  </a:lnTo>
                  <a:lnTo>
                    <a:pt x="95" y="147"/>
                  </a:lnTo>
                  <a:lnTo>
                    <a:pt x="95" y="147"/>
                  </a:lnTo>
                  <a:lnTo>
                    <a:pt x="94" y="145"/>
                  </a:lnTo>
                  <a:lnTo>
                    <a:pt x="92" y="145"/>
                  </a:lnTo>
                  <a:lnTo>
                    <a:pt x="91" y="145"/>
                  </a:lnTo>
                  <a:lnTo>
                    <a:pt x="91" y="141"/>
                  </a:lnTo>
                  <a:lnTo>
                    <a:pt x="87" y="136"/>
                  </a:lnTo>
                  <a:lnTo>
                    <a:pt x="86" y="133"/>
                  </a:lnTo>
                  <a:lnTo>
                    <a:pt x="83" y="130"/>
                  </a:lnTo>
                  <a:lnTo>
                    <a:pt x="83" y="129"/>
                  </a:lnTo>
                  <a:lnTo>
                    <a:pt x="79" y="132"/>
                  </a:lnTo>
                  <a:lnTo>
                    <a:pt x="78" y="132"/>
                  </a:lnTo>
                  <a:lnTo>
                    <a:pt x="77" y="130"/>
                  </a:lnTo>
                  <a:lnTo>
                    <a:pt x="75" y="130"/>
                  </a:lnTo>
                  <a:lnTo>
                    <a:pt x="73" y="129"/>
                  </a:lnTo>
                  <a:lnTo>
                    <a:pt x="73" y="128"/>
                  </a:lnTo>
                  <a:lnTo>
                    <a:pt x="74" y="126"/>
                  </a:lnTo>
                  <a:lnTo>
                    <a:pt x="73" y="128"/>
                  </a:lnTo>
                  <a:lnTo>
                    <a:pt x="71" y="128"/>
                  </a:lnTo>
                  <a:lnTo>
                    <a:pt x="70" y="128"/>
                  </a:lnTo>
                  <a:lnTo>
                    <a:pt x="71" y="129"/>
                  </a:lnTo>
                  <a:lnTo>
                    <a:pt x="71" y="130"/>
                  </a:lnTo>
                  <a:lnTo>
                    <a:pt x="70" y="132"/>
                  </a:lnTo>
                  <a:lnTo>
                    <a:pt x="69" y="132"/>
                  </a:lnTo>
                  <a:lnTo>
                    <a:pt x="67" y="130"/>
                  </a:lnTo>
                  <a:lnTo>
                    <a:pt x="67" y="129"/>
                  </a:lnTo>
                  <a:lnTo>
                    <a:pt x="66" y="129"/>
                  </a:lnTo>
                  <a:lnTo>
                    <a:pt x="65" y="129"/>
                  </a:lnTo>
                  <a:lnTo>
                    <a:pt x="62" y="128"/>
                  </a:lnTo>
                  <a:lnTo>
                    <a:pt x="61" y="126"/>
                  </a:lnTo>
                  <a:lnTo>
                    <a:pt x="59" y="118"/>
                  </a:lnTo>
                  <a:lnTo>
                    <a:pt x="56" y="118"/>
                  </a:lnTo>
                  <a:lnTo>
                    <a:pt x="56" y="116"/>
                  </a:lnTo>
                  <a:lnTo>
                    <a:pt x="56" y="112"/>
                  </a:lnTo>
                  <a:lnTo>
                    <a:pt x="58" y="111"/>
                  </a:lnTo>
                  <a:lnTo>
                    <a:pt x="56" y="105"/>
                  </a:lnTo>
                  <a:lnTo>
                    <a:pt x="53" y="104"/>
                  </a:lnTo>
                  <a:lnTo>
                    <a:pt x="50" y="100"/>
                  </a:lnTo>
                  <a:lnTo>
                    <a:pt x="49" y="99"/>
                  </a:lnTo>
                  <a:lnTo>
                    <a:pt x="48" y="99"/>
                  </a:lnTo>
                  <a:lnTo>
                    <a:pt x="40" y="93"/>
                  </a:lnTo>
                  <a:lnTo>
                    <a:pt x="37" y="93"/>
                  </a:lnTo>
                  <a:lnTo>
                    <a:pt x="36" y="95"/>
                  </a:lnTo>
                  <a:lnTo>
                    <a:pt x="33" y="92"/>
                  </a:lnTo>
                  <a:lnTo>
                    <a:pt x="34" y="91"/>
                  </a:lnTo>
                  <a:lnTo>
                    <a:pt x="33" y="89"/>
                  </a:lnTo>
                  <a:lnTo>
                    <a:pt x="34" y="87"/>
                  </a:lnTo>
                  <a:lnTo>
                    <a:pt x="32" y="86"/>
                  </a:lnTo>
                  <a:lnTo>
                    <a:pt x="32" y="83"/>
                  </a:lnTo>
                  <a:lnTo>
                    <a:pt x="29" y="83"/>
                  </a:lnTo>
                  <a:lnTo>
                    <a:pt x="28" y="82"/>
                  </a:lnTo>
                  <a:lnTo>
                    <a:pt x="25" y="82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8"/>
                  </a:lnTo>
                  <a:lnTo>
                    <a:pt x="27" y="75"/>
                  </a:lnTo>
                  <a:lnTo>
                    <a:pt x="27" y="71"/>
                  </a:lnTo>
                  <a:lnTo>
                    <a:pt x="28" y="70"/>
                  </a:lnTo>
                  <a:lnTo>
                    <a:pt x="28" y="66"/>
                  </a:lnTo>
                  <a:lnTo>
                    <a:pt x="31" y="67"/>
                  </a:lnTo>
                  <a:lnTo>
                    <a:pt x="32" y="66"/>
                  </a:lnTo>
                  <a:lnTo>
                    <a:pt x="32" y="62"/>
                  </a:lnTo>
                  <a:lnTo>
                    <a:pt x="31" y="61"/>
                  </a:lnTo>
                  <a:lnTo>
                    <a:pt x="31" y="58"/>
                  </a:lnTo>
                  <a:lnTo>
                    <a:pt x="32" y="58"/>
                  </a:lnTo>
                  <a:lnTo>
                    <a:pt x="34" y="57"/>
                  </a:lnTo>
                  <a:lnTo>
                    <a:pt x="34" y="57"/>
                  </a:lnTo>
                  <a:lnTo>
                    <a:pt x="33" y="55"/>
                  </a:lnTo>
                  <a:lnTo>
                    <a:pt x="32" y="55"/>
                  </a:lnTo>
                  <a:lnTo>
                    <a:pt x="29" y="55"/>
                  </a:lnTo>
                  <a:lnTo>
                    <a:pt x="28" y="55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0" y="51"/>
                  </a:lnTo>
                  <a:lnTo>
                    <a:pt x="19" y="49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2" y="37"/>
                  </a:lnTo>
                  <a:lnTo>
                    <a:pt x="11" y="33"/>
                  </a:lnTo>
                  <a:lnTo>
                    <a:pt x="8" y="29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7" y="20"/>
                  </a:lnTo>
                  <a:lnTo>
                    <a:pt x="5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8"/>
                  </a:lnTo>
                  <a:lnTo>
                    <a:pt x="2" y="5"/>
                  </a:lnTo>
                  <a:lnTo>
                    <a:pt x="0" y="4"/>
                  </a:lnTo>
                  <a:lnTo>
                    <a:pt x="4" y="4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9" name="Freeform 416"/>
            <p:cNvSpPr>
              <a:spLocks/>
            </p:cNvSpPr>
            <p:nvPr/>
          </p:nvSpPr>
          <p:spPr bwMode="auto">
            <a:xfrm>
              <a:off x="6998608" y="3015547"/>
              <a:ext cx="111661" cy="91359"/>
            </a:xfrm>
            <a:custGeom>
              <a:avLst/>
              <a:gdLst>
                <a:gd name="T0" fmla="*/ 10 w 44"/>
                <a:gd name="T1" fmla="*/ 0 h 36"/>
                <a:gd name="T2" fmla="*/ 11 w 44"/>
                <a:gd name="T3" fmla="*/ 0 h 36"/>
                <a:gd name="T4" fmla="*/ 19 w 44"/>
                <a:gd name="T5" fmla="*/ 0 h 36"/>
                <a:gd name="T6" fmla="*/ 21 w 44"/>
                <a:gd name="T7" fmla="*/ 3 h 36"/>
                <a:gd name="T8" fmla="*/ 25 w 44"/>
                <a:gd name="T9" fmla="*/ 3 h 36"/>
                <a:gd name="T10" fmla="*/ 28 w 44"/>
                <a:gd name="T11" fmla="*/ 6 h 36"/>
                <a:gd name="T12" fmla="*/ 27 w 44"/>
                <a:gd name="T13" fmla="*/ 8 h 36"/>
                <a:gd name="T14" fmla="*/ 27 w 44"/>
                <a:gd name="T15" fmla="*/ 11 h 36"/>
                <a:gd name="T16" fmla="*/ 32 w 44"/>
                <a:gd name="T17" fmla="*/ 15 h 36"/>
                <a:gd name="T18" fmla="*/ 32 w 44"/>
                <a:gd name="T19" fmla="*/ 17 h 36"/>
                <a:gd name="T20" fmla="*/ 31 w 44"/>
                <a:gd name="T21" fmla="*/ 19 h 36"/>
                <a:gd name="T22" fmla="*/ 32 w 44"/>
                <a:gd name="T23" fmla="*/ 23 h 36"/>
                <a:gd name="T24" fmla="*/ 37 w 44"/>
                <a:gd name="T25" fmla="*/ 25 h 36"/>
                <a:gd name="T26" fmla="*/ 41 w 44"/>
                <a:gd name="T27" fmla="*/ 25 h 36"/>
                <a:gd name="T28" fmla="*/ 44 w 44"/>
                <a:gd name="T29" fmla="*/ 28 h 36"/>
                <a:gd name="T30" fmla="*/ 41 w 44"/>
                <a:gd name="T31" fmla="*/ 29 h 36"/>
                <a:gd name="T32" fmla="*/ 43 w 44"/>
                <a:gd name="T33" fmla="*/ 32 h 36"/>
                <a:gd name="T34" fmla="*/ 41 w 44"/>
                <a:gd name="T35" fmla="*/ 33 h 36"/>
                <a:gd name="T36" fmla="*/ 41 w 44"/>
                <a:gd name="T37" fmla="*/ 36 h 36"/>
                <a:gd name="T38" fmla="*/ 39 w 44"/>
                <a:gd name="T39" fmla="*/ 36 h 36"/>
                <a:gd name="T40" fmla="*/ 33 w 44"/>
                <a:gd name="T41" fmla="*/ 28 h 36"/>
                <a:gd name="T42" fmla="*/ 31 w 44"/>
                <a:gd name="T43" fmla="*/ 27 h 36"/>
                <a:gd name="T44" fmla="*/ 28 w 44"/>
                <a:gd name="T45" fmla="*/ 24 h 36"/>
                <a:gd name="T46" fmla="*/ 27 w 44"/>
                <a:gd name="T47" fmla="*/ 24 h 36"/>
                <a:gd name="T48" fmla="*/ 25 w 44"/>
                <a:gd name="T49" fmla="*/ 25 h 36"/>
                <a:gd name="T50" fmla="*/ 23 w 44"/>
                <a:gd name="T51" fmla="*/ 21 h 36"/>
                <a:gd name="T52" fmla="*/ 20 w 44"/>
                <a:gd name="T53" fmla="*/ 23 h 36"/>
                <a:gd name="T54" fmla="*/ 19 w 44"/>
                <a:gd name="T55" fmla="*/ 23 h 36"/>
                <a:gd name="T56" fmla="*/ 17 w 44"/>
                <a:gd name="T57" fmla="*/ 21 h 36"/>
                <a:gd name="T58" fmla="*/ 15 w 44"/>
                <a:gd name="T59" fmla="*/ 20 h 36"/>
                <a:gd name="T60" fmla="*/ 14 w 44"/>
                <a:gd name="T61" fmla="*/ 20 h 36"/>
                <a:gd name="T62" fmla="*/ 10 w 44"/>
                <a:gd name="T63" fmla="*/ 20 h 36"/>
                <a:gd name="T64" fmla="*/ 6 w 44"/>
                <a:gd name="T65" fmla="*/ 17 h 36"/>
                <a:gd name="T66" fmla="*/ 6 w 44"/>
                <a:gd name="T67" fmla="*/ 12 h 36"/>
                <a:gd name="T68" fmla="*/ 7 w 44"/>
                <a:gd name="T69" fmla="*/ 9 h 36"/>
                <a:gd name="T70" fmla="*/ 6 w 44"/>
                <a:gd name="T71" fmla="*/ 7 h 36"/>
                <a:gd name="T72" fmla="*/ 3 w 44"/>
                <a:gd name="T73" fmla="*/ 6 h 36"/>
                <a:gd name="T74" fmla="*/ 3 w 44"/>
                <a:gd name="T75" fmla="*/ 4 h 36"/>
                <a:gd name="T76" fmla="*/ 0 w 44"/>
                <a:gd name="T77" fmla="*/ 3 h 36"/>
                <a:gd name="T78" fmla="*/ 4 w 44"/>
                <a:gd name="T79" fmla="*/ 2 h 36"/>
                <a:gd name="T80" fmla="*/ 10 w 44"/>
                <a:gd name="T8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4" h="36">
                  <a:moveTo>
                    <a:pt x="10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1" y="3"/>
                  </a:lnTo>
                  <a:lnTo>
                    <a:pt x="25" y="3"/>
                  </a:lnTo>
                  <a:lnTo>
                    <a:pt x="28" y="6"/>
                  </a:lnTo>
                  <a:lnTo>
                    <a:pt x="27" y="8"/>
                  </a:lnTo>
                  <a:lnTo>
                    <a:pt x="27" y="11"/>
                  </a:lnTo>
                  <a:lnTo>
                    <a:pt x="32" y="15"/>
                  </a:lnTo>
                  <a:lnTo>
                    <a:pt x="32" y="17"/>
                  </a:lnTo>
                  <a:lnTo>
                    <a:pt x="31" y="19"/>
                  </a:lnTo>
                  <a:lnTo>
                    <a:pt x="32" y="23"/>
                  </a:lnTo>
                  <a:lnTo>
                    <a:pt x="37" y="25"/>
                  </a:lnTo>
                  <a:lnTo>
                    <a:pt x="41" y="25"/>
                  </a:lnTo>
                  <a:lnTo>
                    <a:pt x="44" y="28"/>
                  </a:lnTo>
                  <a:lnTo>
                    <a:pt x="41" y="29"/>
                  </a:lnTo>
                  <a:lnTo>
                    <a:pt x="43" y="32"/>
                  </a:lnTo>
                  <a:lnTo>
                    <a:pt x="41" y="33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3" y="28"/>
                  </a:lnTo>
                  <a:lnTo>
                    <a:pt x="31" y="27"/>
                  </a:lnTo>
                  <a:lnTo>
                    <a:pt x="28" y="24"/>
                  </a:lnTo>
                  <a:lnTo>
                    <a:pt x="27" y="24"/>
                  </a:lnTo>
                  <a:lnTo>
                    <a:pt x="25" y="25"/>
                  </a:lnTo>
                  <a:lnTo>
                    <a:pt x="23" y="21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1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0" y="20"/>
                  </a:lnTo>
                  <a:lnTo>
                    <a:pt x="6" y="17"/>
                  </a:lnTo>
                  <a:lnTo>
                    <a:pt x="6" y="12"/>
                  </a:lnTo>
                  <a:lnTo>
                    <a:pt x="7" y="9"/>
                  </a:lnTo>
                  <a:lnTo>
                    <a:pt x="6" y="7"/>
                  </a:lnTo>
                  <a:lnTo>
                    <a:pt x="3" y="6"/>
                  </a:lnTo>
                  <a:lnTo>
                    <a:pt x="3" y="4"/>
                  </a:lnTo>
                  <a:lnTo>
                    <a:pt x="0" y="3"/>
                  </a:lnTo>
                  <a:lnTo>
                    <a:pt x="4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0" name="Freeform 417"/>
            <p:cNvSpPr>
              <a:spLocks noEditPoints="1"/>
            </p:cNvSpPr>
            <p:nvPr/>
          </p:nvSpPr>
          <p:spPr bwMode="auto">
            <a:xfrm>
              <a:off x="6501210" y="2992707"/>
              <a:ext cx="558304" cy="223321"/>
            </a:xfrm>
            <a:custGeom>
              <a:avLst/>
              <a:gdLst>
                <a:gd name="T0" fmla="*/ 27 w 220"/>
                <a:gd name="T1" fmla="*/ 82 h 88"/>
                <a:gd name="T2" fmla="*/ 1 w 220"/>
                <a:gd name="T3" fmla="*/ 30 h 88"/>
                <a:gd name="T4" fmla="*/ 13 w 220"/>
                <a:gd name="T5" fmla="*/ 1 h 88"/>
                <a:gd name="T6" fmla="*/ 25 w 220"/>
                <a:gd name="T7" fmla="*/ 7 h 88"/>
                <a:gd name="T8" fmla="*/ 36 w 220"/>
                <a:gd name="T9" fmla="*/ 16 h 88"/>
                <a:gd name="T10" fmla="*/ 25 w 220"/>
                <a:gd name="T11" fmla="*/ 18 h 88"/>
                <a:gd name="T12" fmla="*/ 7 w 220"/>
                <a:gd name="T13" fmla="*/ 29 h 88"/>
                <a:gd name="T14" fmla="*/ 9 w 220"/>
                <a:gd name="T15" fmla="*/ 24 h 88"/>
                <a:gd name="T16" fmla="*/ 3 w 220"/>
                <a:gd name="T17" fmla="*/ 20 h 88"/>
                <a:gd name="T18" fmla="*/ 11 w 220"/>
                <a:gd name="T19" fmla="*/ 9 h 88"/>
                <a:gd name="T20" fmla="*/ 13 w 220"/>
                <a:gd name="T21" fmla="*/ 1 h 88"/>
                <a:gd name="T22" fmla="*/ 109 w 220"/>
                <a:gd name="T23" fmla="*/ 7 h 88"/>
                <a:gd name="T24" fmla="*/ 116 w 220"/>
                <a:gd name="T25" fmla="*/ 8 h 88"/>
                <a:gd name="T26" fmla="*/ 127 w 220"/>
                <a:gd name="T27" fmla="*/ 12 h 88"/>
                <a:gd name="T28" fmla="*/ 142 w 220"/>
                <a:gd name="T29" fmla="*/ 17 h 88"/>
                <a:gd name="T30" fmla="*/ 156 w 220"/>
                <a:gd name="T31" fmla="*/ 15 h 88"/>
                <a:gd name="T32" fmla="*/ 169 w 220"/>
                <a:gd name="T33" fmla="*/ 13 h 88"/>
                <a:gd name="T34" fmla="*/ 178 w 220"/>
                <a:gd name="T35" fmla="*/ 5 h 88"/>
                <a:gd name="T36" fmla="*/ 186 w 220"/>
                <a:gd name="T37" fmla="*/ 8 h 88"/>
                <a:gd name="T38" fmla="*/ 199 w 220"/>
                <a:gd name="T39" fmla="*/ 13 h 88"/>
                <a:gd name="T40" fmla="*/ 202 w 220"/>
                <a:gd name="T41" fmla="*/ 26 h 88"/>
                <a:gd name="T42" fmla="*/ 215 w 220"/>
                <a:gd name="T43" fmla="*/ 33 h 88"/>
                <a:gd name="T44" fmla="*/ 211 w 220"/>
                <a:gd name="T45" fmla="*/ 41 h 88"/>
                <a:gd name="T46" fmla="*/ 215 w 220"/>
                <a:gd name="T47" fmla="*/ 53 h 88"/>
                <a:gd name="T48" fmla="*/ 219 w 220"/>
                <a:gd name="T49" fmla="*/ 66 h 88"/>
                <a:gd name="T50" fmla="*/ 215 w 220"/>
                <a:gd name="T51" fmla="*/ 68 h 88"/>
                <a:gd name="T52" fmla="*/ 200 w 220"/>
                <a:gd name="T53" fmla="*/ 68 h 88"/>
                <a:gd name="T54" fmla="*/ 185 w 220"/>
                <a:gd name="T55" fmla="*/ 72 h 88"/>
                <a:gd name="T56" fmla="*/ 167 w 220"/>
                <a:gd name="T57" fmla="*/ 75 h 88"/>
                <a:gd name="T58" fmla="*/ 153 w 220"/>
                <a:gd name="T59" fmla="*/ 75 h 88"/>
                <a:gd name="T60" fmla="*/ 136 w 220"/>
                <a:gd name="T61" fmla="*/ 79 h 88"/>
                <a:gd name="T62" fmla="*/ 129 w 220"/>
                <a:gd name="T63" fmla="*/ 84 h 88"/>
                <a:gd name="T64" fmla="*/ 123 w 220"/>
                <a:gd name="T65" fmla="*/ 87 h 88"/>
                <a:gd name="T66" fmla="*/ 124 w 220"/>
                <a:gd name="T67" fmla="*/ 76 h 88"/>
                <a:gd name="T68" fmla="*/ 112 w 220"/>
                <a:gd name="T69" fmla="*/ 78 h 88"/>
                <a:gd name="T70" fmla="*/ 99 w 220"/>
                <a:gd name="T71" fmla="*/ 86 h 88"/>
                <a:gd name="T72" fmla="*/ 80 w 220"/>
                <a:gd name="T73" fmla="*/ 86 h 88"/>
                <a:gd name="T74" fmla="*/ 59 w 220"/>
                <a:gd name="T75" fmla="*/ 78 h 88"/>
                <a:gd name="T76" fmla="*/ 57 w 220"/>
                <a:gd name="T77" fmla="*/ 84 h 88"/>
                <a:gd name="T78" fmla="*/ 46 w 220"/>
                <a:gd name="T79" fmla="*/ 86 h 88"/>
                <a:gd name="T80" fmla="*/ 42 w 220"/>
                <a:gd name="T81" fmla="*/ 80 h 88"/>
                <a:gd name="T82" fmla="*/ 36 w 220"/>
                <a:gd name="T83" fmla="*/ 79 h 88"/>
                <a:gd name="T84" fmla="*/ 29 w 220"/>
                <a:gd name="T85" fmla="*/ 80 h 88"/>
                <a:gd name="T86" fmla="*/ 21 w 220"/>
                <a:gd name="T87" fmla="*/ 79 h 88"/>
                <a:gd name="T88" fmla="*/ 30 w 220"/>
                <a:gd name="T89" fmla="*/ 75 h 88"/>
                <a:gd name="T90" fmla="*/ 23 w 220"/>
                <a:gd name="T91" fmla="*/ 75 h 88"/>
                <a:gd name="T92" fmla="*/ 17 w 220"/>
                <a:gd name="T93" fmla="*/ 67 h 88"/>
                <a:gd name="T94" fmla="*/ 12 w 220"/>
                <a:gd name="T95" fmla="*/ 59 h 88"/>
                <a:gd name="T96" fmla="*/ 9 w 220"/>
                <a:gd name="T97" fmla="*/ 54 h 88"/>
                <a:gd name="T98" fmla="*/ 15 w 220"/>
                <a:gd name="T99" fmla="*/ 54 h 88"/>
                <a:gd name="T100" fmla="*/ 17 w 220"/>
                <a:gd name="T101" fmla="*/ 49 h 88"/>
                <a:gd name="T102" fmla="*/ 15 w 220"/>
                <a:gd name="T103" fmla="*/ 46 h 88"/>
                <a:gd name="T104" fmla="*/ 11 w 220"/>
                <a:gd name="T105" fmla="*/ 40 h 88"/>
                <a:gd name="T106" fmla="*/ 7 w 220"/>
                <a:gd name="T107" fmla="*/ 36 h 88"/>
                <a:gd name="T108" fmla="*/ 16 w 220"/>
                <a:gd name="T109" fmla="*/ 26 h 88"/>
                <a:gd name="T110" fmla="*/ 25 w 220"/>
                <a:gd name="T111" fmla="*/ 28 h 88"/>
                <a:gd name="T112" fmla="*/ 37 w 220"/>
                <a:gd name="T113" fmla="*/ 26 h 88"/>
                <a:gd name="T114" fmla="*/ 45 w 220"/>
                <a:gd name="T115" fmla="*/ 22 h 88"/>
                <a:gd name="T116" fmla="*/ 37 w 220"/>
                <a:gd name="T117" fmla="*/ 15 h 88"/>
                <a:gd name="T118" fmla="*/ 50 w 220"/>
                <a:gd name="T119" fmla="*/ 13 h 88"/>
                <a:gd name="T120" fmla="*/ 63 w 220"/>
                <a:gd name="T121" fmla="*/ 13 h 88"/>
                <a:gd name="T122" fmla="*/ 71 w 220"/>
                <a:gd name="T123" fmla="*/ 5 h 88"/>
                <a:gd name="T124" fmla="*/ 92 w 220"/>
                <a:gd name="T125" fmla="*/ 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" h="88">
                  <a:moveTo>
                    <a:pt x="27" y="82"/>
                  </a:moveTo>
                  <a:lnTo>
                    <a:pt x="28" y="82"/>
                  </a:lnTo>
                  <a:lnTo>
                    <a:pt x="28" y="82"/>
                  </a:lnTo>
                  <a:lnTo>
                    <a:pt x="27" y="83"/>
                  </a:lnTo>
                  <a:lnTo>
                    <a:pt x="27" y="82"/>
                  </a:lnTo>
                  <a:lnTo>
                    <a:pt x="27" y="82"/>
                  </a:lnTo>
                  <a:close/>
                  <a:moveTo>
                    <a:pt x="3" y="28"/>
                  </a:moveTo>
                  <a:lnTo>
                    <a:pt x="4" y="28"/>
                  </a:lnTo>
                  <a:lnTo>
                    <a:pt x="4" y="29"/>
                  </a:lnTo>
                  <a:lnTo>
                    <a:pt x="1" y="30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3" y="28"/>
                  </a:lnTo>
                  <a:lnTo>
                    <a:pt x="3" y="28"/>
                  </a:lnTo>
                  <a:close/>
                  <a:moveTo>
                    <a:pt x="13" y="1"/>
                  </a:moveTo>
                  <a:lnTo>
                    <a:pt x="17" y="1"/>
                  </a:lnTo>
                  <a:lnTo>
                    <a:pt x="20" y="4"/>
                  </a:lnTo>
                  <a:lnTo>
                    <a:pt x="21" y="3"/>
                  </a:lnTo>
                  <a:lnTo>
                    <a:pt x="24" y="3"/>
                  </a:lnTo>
                  <a:lnTo>
                    <a:pt x="25" y="7"/>
                  </a:lnTo>
                  <a:lnTo>
                    <a:pt x="28" y="11"/>
                  </a:lnTo>
                  <a:lnTo>
                    <a:pt x="30" y="11"/>
                  </a:lnTo>
                  <a:lnTo>
                    <a:pt x="33" y="13"/>
                  </a:lnTo>
                  <a:lnTo>
                    <a:pt x="36" y="15"/>
                  </a:lnTo>
                  <a:lnTo>
                    <a:pt x="36" y="16"/>
                  </a:lnTo>
                  <a:lnTo>
                    <a:pt x="34" y="18"/>
                  </a:lnTo>
                  <a:lnTo>
                    <a:pt x="30" y="18"/>
                  </a:lnTo>
                  <a:lnTo>
                    <a:pt x="29" y="17"/>
                  </a:lnTo>
                  <a:lnTo>
                    <a:pt x="27" y="17"/>
                  </a:lnTo>
                  <a:lnTo>
                    <a:pt x="25" y="18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17" y="22"/>
                  </a:lnTo>
                  <a:lnTo>
                    <a:pt x="12" y="25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8" y="25"/>
                  </a:lnTo>
                  <a:lnTo>
                    <a:pt x="9" y="24"/>
                  </a:lnTo>
                  <a:lnTo>
                    <a:pt x="12" y="22"/>
                  </a:lnTo>
                  <a:lnTo>
                    <a:pt x="9" y="24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5" y="20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9" y="12"/>
                  </a:lnTo>
                  <a:lnTo>
                    <a:pt x="11" y="9"/>
                  </a:lnTo>
                  <a:lnTo>
                    <a:pt x="8" y="8"/>
                  </a:lnTo>
                  <a:lnTo>
                    <a:pt x="8" y="5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1"/>
                  </a:lnTo>
                  <a:close/>
                  <a:moveTo>
                    <a:pt x="103" y="0"/>
                  </a:moveTo>
                  <a:lnTo>
                    <a:pt x="103" y="0"/>
                  </a:lnTo>
                  <a:lnTo>
                    <a:pt x="103" y="3"/>
                  </a:lnTo>
                  <a:lnTo>
                    <a:pt x="108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12" y="4"/>
                  </a:lnTo>
                  <a:lnTo>
                    <a:pt x="115" y="4"/>
                  </a:lnTo>
                  <a:lnTo>
                    <a:pt x="116" y="5"/>
                  </a:lnTo>
                  <a:lnTo>
                    <a:pt x="116" y="8"/>
                  </a:lnTo>
                  <a:lnTo>
                    <a:pt x="119" y="11"/>
                  </a:lnTo>
                  <a:lnTo>
                    <a:pt x="120" y="11"/>
                  </a:lnTo>
                  <a:lnTo>
                    <a:pt x="121" y="9"/>
                  </a:lnTo>
                  <a:lnTo>
                    <a:pt x="123" y="9"/>
                  </a:lnTo>
                  <a:lnTo>
                    <a:pt x="127" y="12"/>
                  </a:lnTo>
                  <a:lnTo>
                    <a:pt x="129" y="13"/>
                  </a:lnTo>
                  <a:lnTo>
                    <a:pt x="134" y="15"/>
                  </a:lnTo>
                  <a:lnTo>
                    <a:pt x="136" y="15"/>
                  </a:lnTo>
                  <a:lnTo>
                    <a:pt x="138" y="16"/>
                  </a:lnTo>
                  <a:lnTo>
                    <a:pt x="142" y="17"/>
                  </a:lnTo>
                  <a:lnTo>
                    <a:pt x="148" y="15"/>
                  </a:lnTo>
                  <a:lnTo>
                    <a:pt x="152" y="15"/>
                  </a:lnTo>
                  <a:lnTo>
                    <a:pt x="154" y="13"/>
                  </a:lnTo>
                  <a:lnTo>
                    <a:pt x="154" y="15"/>
                  </a:lnTo>
                  <a:lnTo>
                    <a:pt x="156" y="15"/>
                  </a:lnTo>
                  <a:lnTo>
                    <a:pt x="158" y="15"/>
                  </a:lnTo>
                  <a:lnTo>
                    <a:pt x="162" y="16"/>
                  </a:lnTo>
                  <a:lnTo>
                    <a:pt x="163" y="15"/>
                  </a:lnTo>
                  <a:lnTo>
                    <a:pt x="167" y="15"/>
                  </a:lnTo>
                  <a:lnTo>
                    <a:pt x="169" y="13"/>
                  </a:lnTo>
                  <a:lnTo>
                    <a:pt x="173" y="11"/>
                  </a:lnTo>
                  <a:lnTo>
                    <a:pt x="175" y="9"/>
                  </a:lnTo>
                  <a:lnTo>
                    <a:pt x="177" y="7"/>
                  </a:lnTo>
                  <a:lnTo>
                    <a:pt x="177" y="5"/>
                  </a:lnTo>
                  <a:lnTo>
                    <a:pt x="178" y="5"/>
                  </a:lnTo>
                  <a:lnTo>
                    <a:pt x="179" y="8"/>
                  </a:lnTo>
                  <a:lnTo>
                    <a:pt x="181" y="8"/>
                  </a:lnTo>
                  <a:lnTo>
                    <a:pt x="182" y="7"/>
                  </a:lnTo>
                  <a:lnTo>
                    <a:pt x="185" y="8"/>
                  </a:lnTo>
                  <a:lnTo>
                    <a:pt x="186" y="8"/>
                  </a:lnTo>
                  <a:lnTo>
                    <a:pt x="187" y="7"/>
                  </a:lnTo>
                  <a:lnTo>
                    <a:pt x="190" y="7"/>
                  </a:lnTo>
                  <a:lnTo>
                    <a:pt x="195" y="11"/>
                  </a:lnTo>
                  <a:lnTo>
                    <a:pt x="196" y="12"/>
                  </a:lnTo>
                  <a:lnTo>
                    <a:pt x="199" y="13"/>
                  </a:lnTo>
                  <a:lnTo>
                    <a:pt x="199" y="15"/>
                  </a:lnTo>
                  <a:lnTo>
                    <a:pt x="202" y="16"/>
                  </a:lnTo>
                  <a:lnTo>
                    <a:pt x="203" y="18"/>
                  </a:lnTo>
                  <a:lnTo>
                    <a:pt x="202" y="21"/>
                  </a:lnTo>
                  <a:lnTo>
                    <a:pt x="202" y="26"/>
                  </a:lnTo>
                  <a:lnTo>
                    <a:pt x="206" y="29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3" y="30"/>
                  </a:lnTo>
                  <a:lnTo>
                    <a:pt x="215" y="33"/>
                  </a:lnTo>
                  <a:lnTo>
                    <a:pt x="213" y="34"/>
                  </a:lnTo>
                  <a:lnTo>
                    <a:pt x="212" y="37"/>
                  </a:lnTo>
                  <a:lnTo>
                    <a:pt x="208" y="37"/>
                  </a:lnTo>
                  <a:lnTo>
                    <a:pt x="210" y="38"/>
                  </a:lnTo>
                  <a:lnTo>
                    <a:pt x="211" y="41"/>
                  </a:lnTo>
                  <a:lnTo>
                    <a:pt x="211" y="45"/>
                  </a:lnTo>
                  <a:lnTo>
                    <a:pt x="211" y="47"/>
                  </a:lnTo>
                  <a:lnTo>
                    <a:pt x="211" y="50"/>
                  </a:lnTo>
                  <a:lnTo>
                    <a:pt x="213" y="51"/>
                  </a:lnTo>
                  <a:lnTo>
                    <a:pt x="215" y="53"/>
                  </a:lnTo>
                  <a:lnTo>
                    <a:pt x="213" y="55"/>
                  </a:lnTo>
                  <a:lnTo>
                    <a:pt x="213" y="59"/>
                  </a:lnTo>
                  <a:lnTo>
                    <a:pt x="213" y="61"/>
                  </a:lnTo>
                  <a:lnTo>
                    <a:pt x="216" y="62"/>
                  </a:lnTo>
                  <a:lnTo>
                    <a:pt x="219" y="66"/>
                  </a:lnTo>
                  <a:lnTo>
                    <a:pt x="220" y="70"/>
                  </a:lnTo>
                  <a:lnTo>
                    <a:pt x="219" y="71"/>
                  </a:lnTo>
                  <a:lnTo>
                    <a:pt x="216" y="72"/>
                  </a:lnTo>
                  <a:lnTo>
                    <a:pt x="215" y="71"/>
                  </a:lnTo>
                  <a:lnTo>
                    <a:pt x="215" y="68"/>
                  </a:lnTo>
                  <a:lnTo>
                    <a:pt x="213" y="67"/>
                  </a:lnTo>
                  <a:lnTo>
                    <a:pt x="210" y="68"/>
                  </a:lnTo>
                  <a:lnTo>
                    <a:pt x="206" y="67"/>
                  </a:lnTo>
                  <a:lnTo>
                    <a:pt x="202" y="67"/>
                  </a:lnTo>
                  <a:lnTo>
                    <a:pt x="200" y="68"/>
                  </a:lnTo>
                  <a:lnTo>
                    <a:pt x="196" y="68"/>
                  </a:lnTo>
                  <a:lnTo>
                    <a:pt x="194" y="71"/>
                  </a:lnTo>
                  <a:lnTo>
                    <a:pt x="192" y="70"/>
                  </a:lnTo>
                  <a:lnTo>
                    <a:pt x="190" y="71"/>
                  </a:lnTo>
                  <a:lnTo>
                    <a:pt x="185" y="72"/>
                  </a:lnTo>
                  <a:lnTo>
                    <a:pt x="179" y="72"/>
                  </a:lnTo>
                  <a:lnTo>
                    <a:pt x="177" y="72"/>
                  </a:lnTo>
                  <a:lnTo>
                    <a:pt x="174" y="72"/>
                  </a:lnTo>
                  <a:lnTo>
                    <a:pt x="169" y="74"/>
                  </a:lnTo>
                  <a:lnTo>
                    <a:pt x="167" y="75"/>
                  </a:lnTo>
                  <a:lnTo>
                    <a:pt x="165" y="76"/>
                  </a:lnTo>
                  <a:lnTo>
                    <a:pt x="163" y="78"/>
                  </a:lnTo>
                  <a:lnTo>
                    <a:pt x="158" y="78"/>
                  </a:lnTo>
                  <a:lnTo>
                    <a:pt x="154" y="76"/>
                  </a:lnTo>
                  <a:lnTo>
                    <a:pt x="153" y="75"/>
                  </a:lnTo>
                  <a:lnTo>
                    <a:pt x="152" y="75"/>
                  </a:lnTo>
                  <a:lnTo>
                    <a:pt x="145" y="75"/>
                  </a:lnTo>
                  <a:lnTo>
                    <a:pt x="144" y="76"/>
                  </a:lnTo>
                  <a:lnTo>
                    <a:pt x="142" y="76"/>
                  </a:lnTo>
                  <a:lnTo>
                    <a:pt x="136" y="79"/>
                  </a:lnTo>
                  <a:lnTo>
                    <a:pt x="134" y="78"/>
                  </a:lnTo>
                  <a:lnTo>
                    <a:pt x="131" y="78"/>
                  </a:lnTo>
                  <a:lnTo>
                    <a:pt x="131" y="79"/>
                  </a:lnTo>
                  <a:lnTo>
                    <a:pt x="131" y="84"/>
                  </a:lnTo>
                  <a:lnTo>
                    <a:pt x="129" y="84"/>
                  </a:lnTo>
                  <a:lnTo>
                    <a:pt x="129" y="87"/>
                  </a:lnTo>
                  <a:lnTo>
                    <a:pt x="127" y="88"/>
                  </a:lnTo>
                  <a:lnTo>
                    <a:pt x="124" y="88"/>
                  </a:lnTo>
                  <a:lnTo>
                    <a:pt x="121" y="88"/>
                  </a:lnTo>
                  <a:lnTo>
                    <a:pt x="123" y="87"/>
                  </a:lnTo>
                  <a:lnTo>
                    <a:pt x="120" y="84"/>
                  </a:lnTo>
                  <a:lnTo>
                    <a:pt x="120" y="83"/>
                  </a:lnTo>
                  <a:lnTo>
                    <a:pt x="123" y="80"/>
                  </a:lnTo>
                  <a:lnTo>
                    <a:pt x="124" y="78"/>
                  </a:lnTo>
                  <a:lnTo>
                    <a:pt x="124" y="76"/>
                  </a:lnTo>
                  <a:lnTo>
                    <a:pt x="121" y="76"/>
                  </a:lnTo>
                  <a:lnTo>
                    <a:pt x="119" y="78"/>
                  </a:lnTo>
                  <a:lnTo>
                    <a:pt x="119" y="79"/>
                  </a:lnTo>
                  <a:lnTo>
                    <a:pt x="115" y="79"/>
                  </a:lnTo>
                  <a:lnTo>
                    <a:pt x="112" y="78"/>
                  </a:lnTo>
                  <a:lnTo>
                    <a:pt x="108" y="76"/>
                  </a:lnTo>
                  <a:lnTo>
                    <a:pt x="107" y="76"/>
                  </a:lnTo>
                  <a:lnTo>
                    <a:pt x="102" y="83"/>
                  </a:lnTo>
                  <a:lnTo>
                    <a:pt x="100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8" y="86"/>
                  </a:lnTo>
                  <a:lnTo>
                    <a:pt x="94" y="87"/>
                  </a:lnTo>
                  <a:lnTo>
                    <a:pt x="83" y="88"/>
                  </a:lnTo>
                  <a:lnTo>
                    <a:pt x="80" y="86"/>
                  </a:lnTo>
                  <a:lnTo>
                    <a:pt x="77" y="80"/>
                  </a:lnTo>
                  <a:lnTo>
                    <a:pt x="74" y="80"/>
                  </a:lnTo>
                  <a:lnTo>
                    <a:pt x="69" y="78"/>
                  </a:lnTo>
                  <a:lnTo>
                    <a:pt x="65" y="78"/>
                  </a:lnTo>
                  <a:lnTo>
                    <a:pt x="59" y="78"/>
                  </a:lnTo>
                  <a:lnTo>
                    <a:pt x="59" y="80"/>
                  </a:lnTo>
                  <a:lnTo>
                    <a:pt x="59" y="82"/>
                  </a:lnTo>
                  <a:lnTo>
                    <a:pt x="59" y="84"/>
                  </a:lnTo>
                  <a:lnTo>
                    <a:pt x="58" y="86"/>
                  </a:lnTo>
                  <a:lnTo>
                    <a:pt x="57" y="84"/>
                  </a:lnTo>
                  <a:lnTo>
                    <a:pt x="55" y="86"/>
                  </a:lnTo>
                  <a:lnTo>
                    <a:pt x="53" y="86"/>
                  </a:lnTo>
                  <a:lnTo>
                    <a:pt x="52" y="87"/>
                  </a:lnTo>
                  <a:lnTo>
                    <a:pt x="49" y="87"/>
                  </a:lnTo>
                  <a:lnTo>
                    <a:pt x="46" y="86"/>
                  </a:lnTo>
                  <a:lnTo>
                    <a:pt x="45" y="87"/>
                  </a:lnTo>
                  <a:lnTo>
                    <a:pt x="42" y="84"/>
                  </a:lnTo>
                  <a:lnTo>
                    <a:pt x="42" y="83"/>
                  </a:lnTo>
                  <a:lnTo>
                    <a:pt x="41" y="82"/>
                  </a:lnTo>
                  <a:lnTo>
                    <a:pt x="42" y="80"/>
                  </a:lnTo>
                  <a:lnTo>
                    <a:pt x="42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37" y="79"/>
                  </a:lnTo>
                  <a:lnTo>
                    <a:pt x="36" y="79"/>
                  </a:lnTo>
                  <a:lnTo>
                    <a:pt x="34" y="78"/>
                  </a:lnTo>
                  <a:lnTo>
                    <a:pt x="33" y="78"/>
                  </a:lnTo>
                  <a:lnTo>
                    <a:pt x="30" y="79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79"/>
                  </a:lnTo>
                  <a:lnTo>
                    <a:pt x="28" y="79"/>
                  </a:lnTo>
                  <a:lnTo>
                    <a:pt x="25" y="79"/>
                  </a:lnTo>
                  <a:lnTo>
                    <a:pt x="23" y="80"/>
                  </a:lnTo>
                  <a:lnTo>
                    <a:pt x="21" y="79"/>
                  </a:lnTo>
                  <a:lnTo>
                    <a:pt x="23" y="79"/>
                  </a:lnTo>
                  <a:lnTo>
                    <a:pt x="27" y="79"/>
                  </a:lnTo>
                  <a:lnTo>
                    <a:pt x="29" y="78"/>
                  </a:lnTo>
                  <a:lnTo>
                    <a:pt x="30" y="76"/>
                  </a:lnTo>
                  <a:lnTo>
                    <a:pt x="30" y="75"/>
                  </a:lnTo>
                  <a:lnTo>
                    <a:pt x="25" y="75"/>
                  </a:lnTo>
                  <a:lnTo>
                    <a:pt x="21" y="76"/>
                  </a:lnTo>
                  <a:lnTo>
                    <a:pt x="20" y="76"/>
                  </a:lnTo>
                  <a:lnTo>
                    <a:pt x="21" y="75"/>
                  </a:lnTo>
                  <a:lnTo>
                    <a:pt x="23" y="75"/>
                  </a:lnTo>
                  <a:lnTo>
                    <a:pt x="24" y="74"/>
                  </a:lnTo>
                  <a:lnTo>
                    <a:pt x="21" y="70"/>
                  </a:lnTo>
                  <a:lnTo>
                    <a:pt x="19" y="70"/>
                  </a:lnTo>
                  <a:lnTo>
                    <a:pt x="19" y="68"/>
                  </a:lnTo>
                  <a:lnTo>
                    <a:pt x="17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5" y="62"/>
                  </a:lnTo>
                  <a:lnTo>
                    <a:pt x="12" y="59"/>
                  </a:lnTo>
                  <a:lnTo>
                    <a:pt x="12" y="61"/>
                  </a:lnTo>
                  <a:lnTo>
                    <a:pt x="9" y="59"/>
                  </a:lnTo>
                  <a:lnTo>
                    <a:pt x="9" y="58"/>
                  </a:lnTo>
                  <a:lnTo>
                    <a:pt x="11" y="57"/>
                  </a:lnTo>
                  <a:lnTo>
                    <a:pt x="9" y="54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2" y="55"/>
                  </a:lnTo>
                  <a:lnTo>
                    <a:pt x="13" y="55"/>
                  </a:lnTo>
                  <a:lnTo>
                    <a:pt x="15" y="54"/>
                  </a:lnTo>
                  <a:lnTo>
                    <a:pt x="16" y="53"/>
                  </a:lnTo>
                  <a:lnTo>
                    <a:pt x="15" y="53"/>
                  </a:lnTo>
                  <a:lnTo>
                    <a:pt x="13" y="51"/>
                  </a:lnTo>
                  <a:lnTo>
                    <a:pt x="16" y="50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5" y="47"/>
                  </a:lnTo>
                  <a:lnTo>
                    <a:pt x="15" y="46"/>
                  </a:lnTo>
                  <a:lnTo>
                    <a:pt x="13" y="43"/>
                  </a:lnTo>
                  <a:lnTo>
                    <a:pt x="13" y="42"/>
                  </a:lnTo>
                  <a:lnTo>
                    <a:pt x="16" y="40"/>
                  </a:lnTo>
                  <a:lnTo>
                    <a:pt x="13" y="40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7" y="41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4"/>
                  </a:lnTo>
                  <a:lnTo>
                    <a:pt x="7" y="32"/>
                  </a:lnTo>
                  <a:lnTo>
                    <a:pt x="8" y="30"/>
                  </a:lnTo>
                  <a:lnTo>
                    <a:pt x="13" y="26"/>
                  </a:lnTo>
                  <a:lnTo>
                    <a:pt x="16" y="26"/>
                  </a:lnTo>
                  <a:lnTo>
                    <a:pt x="19" y="28"/>
                  </a:lnTo>
                  <a:lnTo>
                    <a:pt x="21" y="28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5" y="28"/>
                  </a:lnTo>
                  <a:lnTo>
                    <a:pt x="28" y="26"/>
                  </a:lnTo>
                  <a:lnTo>
                    <a:pt x="30" y="28"/>
                  </a:lnTo>
                  <a:lnTo>
                    <a:pt x="36" y="28"/>
                  </a:lnTo>
                  <a:lnTo>
                    <a:pt x="38" y="28"/>
                  </a:lnTo>
                  <a:lnTo>
                    <a:pt x="37" y="26"/>
                  </a:lnTo>
                  <a:lnTo>
                    <a:pt x="34" y="26"/>
                  </a:lnTo>
                  <a:lnTo>
                    <a:pt x="34" y="25"/>
                  </a:lnTo>
                  <a:lnTo>
                    <a:pt x="36" y="24"/>
                  </a:lnTo>
                  <a:lnTo>
                    <a:pt x="40" y="22"/>
                  </a:lnTo>
                  <a:lnTo>
                    <a:pt x="45" y="22"/>
                  </a:lnTo>
                  <a:lnTo>
                    <a:pt x="45" y="21"/>
                  </a:lnTo>
                  <a:lnTo>
                    <a:pt x="42" y="20"/>
                  </a:lnTo>
                  <a:lnTo>
                    <a:pt x="40" y="20"/>
                  </a:lnTo>
                  <a:lnTo>
                    <a:pt x="37" y="17"/>
                  </a:lnTo>
                  <a:lnTo>
                    <a:pt x="37" y="15"/>
                  </a:lnTo>
                  <a:lnTo>
                    <a:pt x="41" y="15"/>
                  </a:lnTo>
                  <a:lnTo>
                    <a:pt x="42" y="15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50" y="13"/>
                  </a:lnTo>
                  <a:lnTo>
                    <a:pt x="52" y="13"/>
                  </a:lnTo>
                  <a:lnTo>
                    <a:pt x="58" y="16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3"/>
                  </a:lnTo>
                  <a:lnTo>
                    <a:pt x="65" y="11"/>
                  </a:lnTo>
                  <a:lnTo>
                    <a:pt x="66" y="11"/>
                  </a:lnTo>
                  <a:lnTo>
                    <a:pt x="67" y="8"/>
                  </a:lnTo>
                  <a:lnTo>
                    <a:pt x="70" y="8"/>
                  </a:lnTo>
                  <a:lnTo>
                    <a:pt x="71" y="5"/>
                  </a:lnTo>
                  <a:lnTo>
                    <a:pt x="75" y="5"/>
                  </a:lnTo>
                  <a:lnTo>
                    <a:pt x="78" y="4"/>
                  </a:lnTo>
                  <a:lnTo>
                    <a:pt x="83" y="3"/>
                  </a:lnTo>
                  <a:lnTo>
                    <a:pt x="86" y="1"/>
                  </a:lnTo>
                  <a:lnTo>
                    <a:pt x="92" y="1"/>
                  </a:lnTo>
                  <a:lnTo>
                    <a:pt x="94" y="1"/>
                  </a:lnTo>
                  <a:lnTo>
                    <a:pt x="96" y="1"/>
                  </a:lnTo>
                  <a:lnTo>
                    <a:pt x="100" y="1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1" name="Freeform 418"/>
            <p:cNvSpPr>
              <a:spLocks/>
            </p:cNvSpPr>
            <p:nvPr/>
          </p:nvSpPr>
          <p:spPr bwMode="auto">
            <a:xfrm>
              <a:off x="6902174" y="3162737"/>
              <a:ext cx="294378" cy="281690"/>
            </a:xfrm>
            <a:custGeom>
              <a:avLst/>
              <a:gdLst>
                <a:gd name="T0" fmla="*/ 48 w 116"/>
                <a:gd name="T1" fmla="*/ 0 h 111"/>
                <a:gd name="T2" fmla="*/ 55 w 116"/>
                <a:gd name="T3" fmla="*/ 0 h 111"/>
                <a:gd name="T4" fmla="*/ 57 w 116"/>
                <a:gd name="T5" fmla="*/ 4 h 111"/>
                <a:gd name="T6" fmla="*/ 62 w 116"/>
                <a:gd name="T7" fmla="*/ 4 h 111"/>
                <a:gd name="T8" fmla="*/ 65 w 116"/>
                <a:gd name="T9" fmla="*/ 7 h 111"/>
                <a:gd name="T10" fmla="*/ 66 w 116"/>
                <a:gd name="T11" fmla="*/ 12 h 111"/>
                <a:gd name="T12" fmla="*/ 69 w 116"/>
                <a:gd name="T13" fmla="*/ 15 h 111"/>
                <a:gd name="T14" fmla="*/ 73 w 116"/>
                <a:gd name="T15" fmla="*/ 19 h 111"/>
                <a:gd name="T16" fmla="*/ 78 w 116"/>
                <a:gd name="T17" fmla="*/ 21 h 111"/>
                <a:gd name="T18" fmla="*/ 82 w 116"/>
                <a:gd name="T19" fmla="*/ 21 h 111"/>
                <a:gd name="T20" fmla="*/ 84 w 116"/>
                <a:gd name="T21" fmla="*/ 23 h 111"/>
                <a:gd name="T22" fmla="*/ 82 w 116"/>
                <a:gd name="T23" fmla="*/ 24 h 111"/>
                <a:gd name="T24" fmla="*/ 81 w 116"/>
                <a:gd name="T25" fmla="*/ 27 h 111"/>
                <a:gd name="T26" fmla="*/ 82 w 116"/>
                <a:gd name="T27" fmla="*/ 32 h 111"/>
                <a:gd name="T28" fmla="*/ 78 w 116"/>
                <a:gd name="T29" fmla="*/ 32 h 111"/>
                <a:gd name="T30" fmla="*/ 77 w 116"/>
                <a:gd name="T31" fmla="*/ 37 h 111"/>
                <a:gd name="T32" fmla="*/ 77 w 116"/>
                <a:gd name="T33" fmla="*/ 44 h 111"/>
                <a:gd name="T34" fmla="*/ 75 w 116"/>
                <a:gd name="T35" fmla="*/ 45 h 111"/>
                <a:gd name="T36" fmla="*/ 78 w 116"/>
                <a:gd name="T37" fmla="*/ 48 h 111"/>
                <a:gd name="T38" fmla="*/ 82 w 116"/>
                <a:gd name="T39" fmla="*/ 49 h 111"/>
                <a:gd name="T40" fmla="*/ 84 w 116"/>
                <a:gd name="T41" fmla="*/ 53 h 111"/>
                <a:gd name="T42" fmla="*/ 84 w 116"/>
                <a:gd name="T43" fmla="*/ 57 h 111"/>
                <a:gd name="T44" fmla="*/ 86 w 116"/>
                <a:gd name="T45" fmla="*/ 61 h 111"/>
                <a:gd name="T46" fmla="*/ 90 w 116"/>
                <a:gd name="T47" fmla="*/ 59 h 111"/>
                <a:gd name="T48" fmla="*/ 99 w 116"/>
                <a:gd name="T49" fmla="*/ 65 h 111"/>
                <a:gd name="T50" fmla="*/ 103 w 116"/>
                <a:gd name="T51" fmla="*/ 70 h 111"/>
                <a:gd name="T52" fmla="*/ 108 w 116"/>
                <a:gd name="T53" fmla="*/ 77 h 111"/>
                <a:gd name="T54" fmla="*/ 106 w 116"/>
                <a:gd name="T55" fmla="*/ 82 h 111"/>
                <a:gd name="T56" fmla="*/ 109 w 116"/>
                <a:gd name="T57" fmla="*/ 84 h 111"/>
                <a:gd name="T58" fmla="*/ 112 w 116"/>
                <a:gd name="T59" fmla="*/ 94 h 111"/>
                <a:gd name="T60" fmla="*/ 116 w 116"/>
                <a:gd name="T61" fmla="*/ 95 h 111"/>
                <a:gd name="T62" fmla="*/ 113 w 116"/>
                <a:gd name="T63" fmla="*/ 99 h 111"/>
                <a:gd name="T64" fmla="*/ 109 w 116"/>
                <a:gd name="T65" fmla="*/ 99 h 111"/>
                <a:gd name="T66" fmla="*/ 100 w 116"/>
                <a:gd name="T67" fmla="*/ 100 h 111"/>
                <a:gd name="T68" fmla="*/ 95 w 116"/>
                <a:gd name="T69" fmla="*/ 111 h 111"/>
                <a:gd name="T70" fmla="*/ 17 w 116"/>
                <a:gd name="T71" fmla="*/ 71 h 111"/>
                <a:gd name="T72" fmla="*/ 2 w 116"/>
                <a:gd name="T73" fmla="*/ 55 h 111"/>
                <a:gd name="T74" fmla="*/ 2 w 116"/>
                <a:gd name="T75" fmla="*/ 55 h 111"/>
                <a:gd name="T76" fmla="*/ 23 w 116"/>
                <a:gd name="T77" fmla="*/ 38 h 111"/>
                <a:gd name="T78" fmla="*/ 25 w 116"/>
                <a:gd name="T79" fmla="*/ 32 h 111"/>
                <a:gd name="T80" fmla="*/ 27 w 116"/>
                <a:gd name="T81" fmla="*/ 27 h 111"/>
                <a:gd name="T82" fmla="*/ 24 w 116"/>
                <a:gd name="T83" fmla="*/ 19 h 111"/>
                <a:gd name="T84" fmla="*/ 27 w 116"/>
                <a:gd name="T85" fmla="*/ 11 h 111"/>
                <a:gd name="T86" fmla="*/ 33 w 116"/>
                <a:gd name="T87" fmla="*/ 7 h 111"/>
                <a:gd name="T88" fmla="*/ 36 w 116"/>
                <a:gd name="T89" fmla="*/ 4 h 111"/>
                <a:gd name="T90" fmla="*/ 38 w 116"/>
                <a:gd name="T91" fmla="*/ 1 h 111"/>
                <a:gd name="T92" fmla="*/ 44 w 116"/>
                <a:gd name="T9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6" h="111">
                  <a:moveTo>
                    <a:pt x="44" y="0"/>
                  </a:moveTo>
                  <a:lnTo>
                    <a:pt x="48" y="0"/>
                  </a:lnTo>
                  <a:lnTo>
                    <a:pt x="52" y="1"/>
                  </a:lnTo>
                  <a:lnTo>
                    <a:pt x="55" y="0"/>
                  </a:lnTo>
                  <a:lnTo>
                    <a:pt x="57" y="1"/>
                  </a:lnTo>
                  <a:lnTo>
                    <a:pt x="57" y="4"/>
                  </a:lnTo>
                  <a:lnTo>
                    <a:pt x="58" y="5"/>
                  </a:lnTo>
                  <a:lnTo>
                    <a:pt x="62" y="4"/>
                  </a:lnTo>
                  <a:lnTo>
                    <a:pt x="63" y="4"/>
                  </a:lnTo>
                  <a:lnTo>
                    <a:pt x="65" y="7"/>
                  </a:lnTo>
                  <a:lnTo>
                    <a:pt x="65" y="9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9" y="15"/>
                  </a:lnTo>
                  <a:lnTo>
                    <a:pt x="70" y="17"/>
                  </a:lnTo>
                  <a:lnTo>
                    <a:pt x="73" y="19"/>
                  </a:lnTo>
                  <a:lnTo>
                    <a:pt x="74" y="19"/>
                  </a:lnTo>
                  <a:lnTo>
                    <a:pt x="78" y="21"/>
                  </a:lnTo>
                  <a:lnTo>
                    <a:pt x="79" y="21"/>
                  </a:lnTo>
                  <a:lnTo>
                    <a:pt x="82" y="21"/>
                  </a:lnTo>
                  <a:lnTo>
                    <a:pt x="83" y="21"/>
                  </a:lnTo>
                  <a:lnTo>
                    <a:pt x="84" y="23"/>
                  </a:lnTo>
                  <a:lnTo>
                    <a:pt x="84" y="23"/>
                  </a:lnTo>
                  <a:lnTo>
                    <a:pt x="82" y="24"/>
                  </a:lnTo>
                  <a:lnTo>
                    <a:pt x="81" y="24"/>
                  </a:lnTo>
                  <a:lnTo>
                    <a:pt x="81" y="27"/>
                  </a:lnTo>
                  <a:lnTo>
                    <a:pt x="82" y="28"/>
                  </a:lnTo>
                  <a:lnTo>
                    <a:pt x="82" y="32"/>
                  </a:lnTo>
                  <a:lnTo>
                    <a:pt x="81" y="33"/>
                  </a:lnTo>
                  <a:lnTo>
                    <a:pt x="78" y="32"/>
                  </a:lnTo>
                  <a:lnTo>
                    <a:pt x="78" y="36"/>
                  </a:lnTo>
                  <a:lnTo>
                    <a:pt x="77" y="37"/>
                  </a:lnTo>
                  <a:lnTo>
                    <a:pt x="77" y="41"/>
                  </a:lnTo>
                  <a:lnTo>
                    <a:pt x="77" y="44"/>
                  </a:lnTo>
                  <a:lnTo>
                    <a:pt x="77" y="45"/>
                  </a:lnTo>
                  <a:lnTo>
                    <a:pt x="75" y="45"/>
                  </a:lnTo>
                  <a:lnTo>
                    <a:pt x="75" y="48"/>
                  </a:lnTo>
                  <a:lnTo>
                    <a:pt x="78" y="48"/>
                  </a:lnTo>
                  <a:lnTo>
                    <a:pt x="79" y="49"/>
                  </a:lnTo>
                  <a:lnTo>
                    <a:pt x="82" y="49"/>
                  </a:lnTo>
                  <a:lnTo>
                    <a:pt x="82" y="52"/>
                  </a:lnTo>
                  <a:lnTo>
                    <a:pt x="84" y="53"/>
                  </a:lnTo>
                  <a:lnTo>
                    <a:pt x="83" y="55"/>
                  </a:lnTo>
                  <a:lnTo>
                    <a:pt x="84" y="57"/>
                  </a:lnTo>
                  <a:lnTo>
                    <a:pt x="83" y="58"/>
                  </a:lnTo>
                  <a:lnTo>
                    <a:pt x="86" y="61"/>
                  </a:lnTo>
                  <a:lnTo>
                    <a:pt x="87" y="59"/>
                  </a:lnTo>
                  <a:lnTo>
                    <a:pt x="90" y="59"/>
                  </a:lnTo>
                  <a:lnTo>
                    <a:pt x="98" y="65"/>
                  </a:lnTo>
                  <a:lnTo>
                    <a:pt x="99" y="65"/>
                  </a:lnTo>
                  <a:lnTo>
                    <a:pt x="100" y="66"/>
                  </a:lnTo>
                  <a:lnTo>
                    <a:pt x="103" y="70"/>
                  </a:lnTo>
                  <a:lnTo>
                    <a:pt x="106" y="71"/>
                  </a:lnTo>
                  <a:lnTo>
                    <a:pt x="108" y="77"/>
                  </a:lnTo>
                  <a:lnTo>
                    <a:pt x="106" y="78"/>
                  </a:lnTo>
                  <a:lnTo>
                    <a:pt x="106" y="82"/>
                  </a:lnTo>
                  <a:lnTo>
                    <a:pt x="106" y="84"/>
                  </a:lnTo>
                  <a:lnTo>
                    <a:pt x="109" y="84"/>
                  </a:lnTo>
                  <a:lnTo>
                    <a:pt x="111" y="92"/>
                  </a:lnTo>
                  <a:lnTo>
                    <a:pt x="112" y="94"/>
                  </a:lnTo>
                  <a:lnTo>
                    <a:pt x="115" y="95"/>
                  </a:lnTo>
                  <a:lnTo>
                    <a:pt x="116" y="95"/>
                  </a:lnTo>
                  <a:lnTo>
                    <a:pt x="115" y="96"/>
                  </a:lnTo>
                  <a:lnTo>
                    <a:pt x="113" y="99"/>
                  </a:lnTo>
                  <a:lnTo>
                    <a:pt x="112" y="98"/>
                  </a:lnTo>
                  <a:lnTo>
                    <a:pt x="109" y="99"/>
                  </a:lnTo>
                  <a:lnTo>
                    <a:pt x="106" y="98"/>
                  </a:lnTo>
                  <a:lnTo>
                    <a:pt x="100" y="100"/>
                  </a:lnTo>
                  <a:lnTo>
                    <a:pt x="98" y="105"/>
                  </a:lnTo>
                  <a:lnTo>
                    <a:pt x="95" y="111"/>
                  </a:lnTo>
                  <a:lnTo>
                    <a:pt x="73" y="111"/>
                  </a:lnTo>
                  <a:lnTo>
                    <a:pt x="17" y="71"/>
                  </a:lnTo>
                  <a:lnTo>
                    <a:pt x="7" y="71"/>
                  </a:lnTo>
                  <a:lnTo>
                    <a:pt x="2" y="55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3" y="40"/>
                  </a:lnTo>
                  <a:lnTo>
                    <a:pt x="23" y="38"/>
                  </a:lnTo>
                  <a:lnTo>
                    <a:pt x="25" y="36"/>
                  </a:lnTo>
                  <a:lnTo>
                    <a:pt x="25" y="32"/>
                  </a:lnTo>
                  <a:lnTo>
                    <a:pt x="24" y="30"/>
                  </a:lnTo>
                  <a:lnTo>
                    <a:pt x="27" y="27"/>
                  </a:lnTo>
                  <a:lnTo>
                    <a:pt x="27" y="23"/>
                  </a:lnTo>
                  <a:lnTo>
                    <a:pt x="24" y="19"/>
                  </a:lnTo>
                  <a:lnTo>
                    <a:pt x="24" y="15"/>
                  </a:lnTo>
                  <a:lnTo>
                    <a:pt x="27" y="11"/>
                  </a:lnTo>
                  <a:lnTo>
                    <a:pt x="32" y="9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8" y="1"/>
                  </a:lnTo>
                  <a:lnTo>
                    <a:pt x="42" y="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2" name="Freeform 419"/>
            <p:cNvSpPr>
              <a:spLocks/>
            </p:cNvSpPr>
            <p:nvPr/>
          </p:nvSpPr>
          <p:spPr bwMode="auto">
            <a:xfrm>
              <a:off x="7143260" y="3411436"/>
              <a:ext cx="53293" cy="53293"/>
            </a:xfrm>
            <a:custGeom>
              <a:avLst/>
              <a:gdLst>
                <a:gd name="T0" fmla="*/ 11 w 21"/>
                <a:gd name="T1" fmla="*/ 0 h 21"/>
                <a:gd name="T2" fmla="*/ 14 w 21"/>
                <a:gd name="T3" fmla="*/ 1 h 21"/>
                <a:gd name="T4" fmla="*/ 17 w 21"/>
                <a:gd name="T5" fmla="*/ 0 h 21"/>
                <a:gd name="T6" fmla="*/ 18 w 21"/>
                <a:gd name="T7" fmla="*/ 1 h 21"/>
                <a:gd name="T8" fmla="*/ 18 w 21"/>
                <a:gd name="T9" fmla="*/ 1 h 21"/>
                <a:gd name="T10" fmla="*/ 20 w 21"/>
                <a:gd name="T11" fmla="*/ 6 h 21"/>
                <a:gd name="T12" fmla="*/ 13 w 21"/>
                <a:gd name="T13" fmla="*/ 7 h 21"/>
                <a:gd name="T14" fmla="*/ 17 w 21"/>
                <a:gd name="T15" fmla="*/ 11 h 21"/>
                <a:gd name="T16" fmla="*/ 18 w 21"/>
                <a:gd name="T17" fmla="*/ 10 h 21"/>
                <a:gd name="T18" fmla="*/ 18 w 21"/>
                <a:gd name="T19" fmla="*/ 11 h 21"/>
                <a:gd name="T20" fmla="*/ 18 w 21"/>
                <a:gd name="T21" fmla="*/ 14 h 21"/>
                <a:gd name="T22" fmla="*/ 20 w 21"/>
                <a:gd name="T23" fmla="*/ 15 h 21"/>
                <a:gd name="T24" fmla="*/ 20 w 21"/>
                <a:gd name="T25" fmla="*/ 15 h 21"/>
                <a:gd name="T26" fmla="*/ 20 w 21"/>
                <a:gd name="T27" fmla="*/ 15 h 21"/>
                <a:gd name="T28" fmla="*/ 21 w 21"/>
                <a:gd name="T29" fmla="*/ 17 h 21"/>
                <a:gd name="T30" fmla="*/ 13 w 21"/>
                <a:gd name="T31" fmla="*/ 21 h 21"/>
                <a:gd name="T32" fmla="*/ 13 w 21"/>
                <a:gd name="T33" fmla="*/ 17 h 21"/>
                <a:gd name="T34" fmla="*/ 1 w 21"/>
                <a:gd name="T35" fmla="*/ 13 h 21"/>
                <a:gd name="T36" fmla="*/ 0 w 21"/>
                <a:gd name="T37" fmla="*/ 13 h 21"/>
                <a:gd name="T38" fmla="*/ 3 w 21"/>
                <a:gd name="T39" fmla="*/ 7 h 21"/>
                <a:gd name="T40" fmla="*/ 5 w 21"/>
                <a:gd name="T41" fmla="*/ 2 h 21"/>
                <a:gd name="T42" fmla="*/ 11 w 21"/>
                <a:gd name="T4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" h="21">
                  <a:moveTo>
                    <a:pt x="11" y="0"/>
                  </a:moveTo>
                  <a:lnTo>
                    <a:pt x="14" y="1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6"/>
                  </a:lnTo>
                  <a:lnTo>
                    <a:pt x="13" y="7"/>
                  </a:lnTo>
                  <a:lnTo>
                    <a:pt x="17" y="11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8" y="14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7"/>
                  </a:lnTo>
                  <a:lnTo>
                    <a:pt x="13" y="21"/>
                  </a:lnTo>
                  <a:lnTo>
                    <a:pt x="13" y="17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3" y="7"/>
                  </a:lnTo>
                  <a:lnTo>
                    <a:pt x="5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3" name="Freeform 420"/>
            <p:cNvSpPr>
              <a:spLocks/>
            </p:cNvSpPr>
            <p:nvPr/>
          </p:nvSpPr>
          <p:spPr bwMode="auto">
            <a:xfrm>
              <a:off x="6709305" y="3231255"/>
              <a:ext cx="63444" cy="35528"/>
            </a:xfrm>
            <a:custGeom>
              <a:avLst/>
              <a:gdLst>
                <a:gd name="T0" fmla="*/ 25 w 25"/>
                <a:gd name="T1" fmla="*/ 0 h 14"/>
                <a:gd name="T2" fmla="*/ 25 w 25"/>
                <a:gd name="T3" fmla="*/ 0 h 14"/>
                <a:gd name="T4" fmla="*/ 25 w 25"/>
                <a:gd name="T5" fmla="*/ 1 h 14"/>
                <a:gd name="T6" fmla="*/ 21 w 25"/>
                <a:gd name="T7" fmla="*/ 2 h 14"/>
                <a:gd name="T8" fmla="*/ 18 w 25"/>
                <a:gd name="T9" fmla="*/ 5 h 14"/>
                <a:gd name="T10" fmla="*/ 20 w 25"/>
                <a:gd name="T11" fmla="*/ 7 h 14"/>
                <a:gd name="T12" fmla="*/ 20 w 25"/>
                <a:gd name="T13" fmla="*/ 10 h 14"/>
                <a:gd name="T14" fmla="*/ 17 w 25"/>
                <a:gd name="T15" fmla="*/ 9 h 14"/>
                <a:gd name="T16" fmla="*/ 14 w 25"/>
                <a:gd name="T17" fmla="*/ 10 h 14"/>
                <a:gd name="T18" fmla="*/ 12 w 25"/>
                <a:gd name="T19" fmla="*/ 13 h 14"/>
                <a:gd name="T20" fmla="*/ 9 w 25"/>
                <a:gd name="T21" fmla="*/ 13 h 14"/>
                <a:gd name="T22" fmla="*/ 8 w 25"/>
                <a:gd name="T23" fmla="*/ 14 h 14"/>
                <a:gd name="T24" fmla="*/ 6 w 25"/>
                <a:gd name="T25" fmla="*/ 13 h 14"/>
                <a:gd name="T26" fmla="*/ 4 w 25"/>
                <a:gd name="T27" fmla="*/ 14 h 14"/>
                <a:gd name="T28" fmla="*/ 1 w 25"/>
                <a:gd name="T29" fmla="*/ 11 h 14"/>
                <a:gd name="T30" fmla="*/ 0 w 25"/>
                <a:gd name="T31" fmla="*/ 10 h 14"/>
                <a:gd name="T32" fmla="*/ 0 w 25"/>
                <a:gd name="T33" fmla="*/ 7 h 14"/>
                <a:gd name="T34" fmla="*/ 1 w 25"/>
                <a:gd name="T35" fmla="*/ 6 h 14"/>
                <a:gd name="T36" fmla="*/ 2 w 25"/>
                <a:gd name="T37" fmla="*/ 5 h 14"/>
                <a:gd name="T38" fmla="*/ 4 w 25"/>
                <a:gd name="T39" fmla="*/ 6 h 14"/>
                <a:gd name="T40" fmla="*/ 6 w 25"/>
                <a:gd name="T41" fmla="*/ 5 h 14"/>
                <a:gd name="T42" fmla="*/ 6 w 25"/>
                <a:gd name="T43" fmla="*/ 3 h 14"/>
                <a:gd name="T44" fmla="*/ 6 w 25"/>
                <a:gd name="T45" fmla="*/ 2 h 14"/>
                <a:gd name="T46" fmla="*/ 9 w 25"/>
                <a:gd name="T47" fmla="*/ 2 h 14"/>
                <a:gd name="T48" fmla="*/ 12 w 25"/>
                <a:gd name="T49" fmla="*/ 3 h 14"/>
                <a:gd name="T50" fmla="*/ 14 w 25"/>
                <a:gd name="T51" fmla="*/ 3 h 14"/>
                <a:gd name="T52" fmla="*/ 20 w 25"/>
                <a:gd name="T53" fmla="*/ 1 h 14"/>
                <a:gd name="T54" fmla="*/ 24 w 25"/>
                <a:gd name="T55" fmla="*/ 0 h 14"/>
                <a:gd name="T56" fmla="*/ 25 w 25"/>
                <a:gd name="T5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" h="14">
                  <a:moveTo>
                    <a:pt x="25" y="0"/>
                  </a:moveTo>
                  <a:lnTo>
                    <a:pt x="25" y="0"/>
                  </a:lnTo>
                  <a:lnTo>
                    <a:pt x="25" y="1"/>
                  </a:lnTo>
                  <a:lnTo>
                    <a:pt x="21" y="2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17" y="9"/>
                  </a:lnTo>
                  <a:lnTo>
                    <a:pt x="14" y="10"/>
                  </a:lnTo>
                  <a:lnTo>
                    <a:pt x="12" y="13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1" y="11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6"/>
                  </a:lnTo>
                  <a:lnTo>
                    <a:pt x="2" y="5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20" y="1"/>
                  </a:lnTo>
                  <a:lnTo>
                    <a:pt x="24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4" name="Freeform 421"/>
            <p:cNvSpPr>
              <a:spLocks/>
            </p:cNvSpPr>
            <p:nvPr/>
          </p:nvSpPr>
          <p:spPr bwMode="auto">
            <a:xfrm>
              <a:off x="6805739" y="3170349"/>
              <a:ext cx="187793" cy="170030"/>
            </a:xfrm>
            <a:custGeom>
              <a:avLst/>
              <a:gdLst>
                <a:gd name="T0" fmla="*/ 74 w 74"/>
                <a:gd name="T1" fmla="*/ 1 h 67"/>
                <a:gd name="T2" fmla="*/ 71 w 74"/>
                <a:gd name="T3" fmla="*/ 4 h 67"/>
                <a:gd name="T4" fmla="*/ 65 w 74"/>
                <a:gd name="T5" fmla="*/ 8 h 67"/>
                <a:gd name="T6" fmla="*/ 62 w 74"/>
                <a:gd name="T7" fmla="*/ 16 h 67"/>
                <a:gd name="T8" fmla="*/ 65 w 74"/>
                <a:gd name="T9" fmla="*/ 24 h 67"/>
                <a:gd name="T10" fmla="*/ 63 w 74"/>
                <a:gd name="T11" fmla="*/ 29 h 67"/>
                <a:gd name="T12" fmla="*/ 61 w 74"/>
                <a:gd name="T13" fmla="*/ 35 h 67"/>
                <a:gd name="T14" fmla="*/ 40 w 74"/>
                <a:gd name="T15" fmla="*/ 52 h 67"/>
                <a:gd name="T16" fmla="*/ 16 w 74"/>
                <a:gd name="T17" fmla="*/ 67 h 67"/>
                <a:gd name="T18" fmla="*/ 13 w 74"/>
                <a:gd name="T19" fmla="*/ 66 h 67"/>
                <a:gd name="T20" fmla="*/ 7 w 74"/>
                <a:gd name="T21" fmla="*/ 62 h 67"/>
                <a:gd name="T22" fmla="*/ 7 w 74"/>
                <a:gd name="T23" fmla="*/ 60 h 67"/>
                <a:gd name="T24" fmla="*/ 4 w 74"/>
                <a:gd name="T25" fmla="*/ 54 h 67"/>
                <a:gd name="T26" fmla="*/ 4 w 74"/>
                <a:gd name="T27" fmla="*/ 54 h 67"/>
                <a:gd name="T28" fmla="*/ 7 w 74"/>
                <a:gd name="T29" fmla="*/ 47 h 67"/>
                <a:gd name="T30" fmla="*/ 11 w 74"/>
                <a:gd name="T31" fmla="*/ 46 h 67"/>
                <a:gd name="T32" fmla="*/ 11 w 74"/>
                <a:gd name="T33" fmla="*/ 43 h 67"/>
                <a:gd name="T34" fmla="*/ 9 w 74"/>
                <a:gd name="T35" fmla="*/ 39 h 67"/>
                <a:gd name="T36" fmla="*/ 3 w 74"/>
                <a:gd name="T37" fmla="*/ 37 h 67"/>
                <a:gd name="T38" fmla="*/ 4 w 74"/>
                <a:gd name="T39" fmla="*/ 30 h 67"/>
                <a:gd name="T40" fmla="*/ 0 w 74"/>
                <a:gd name="T41" fmla="*/ 22 h 67"/>
                <a:gd name="T42" fmla="*/ 1 w 74"/>
                <a:gd name="T43" fmla="*/ 18 h 67"/>
                <a:gd name="T44" fmla="*/ 4 w 74"/>
                <a:gd name="T45" fmla="*/ 18 h 67"/>
                <a:gd name="T46" fmla="*/ 9 w 74"/>
                <a:gd name="T47" fmla="*/ 17 h 67"/>
                <a:gd name="T48" fmla="*/ 11 w 74"/>
                <a:gd name="T49" fmla="*/ 14 h 67"/>
                <a:gd name="T50" fmla="*/ 11 w 74"/>
                <a:gd name="T51" fmla="*/ 8 h 67"/>
                <a:gd name="T52" fmla="*/ 16 w 74"/>
                <a:gd name="T53" fmla="*/ 9 h 67"/>
                <a:gd name="T54" fmla="*/ 24 w 74"/>
                <a:gd name="T55" fmla="*/ 6 h 67"/>
                <a:gd name="T56" fmla="*/ 32 w 74"/>
                <a:gd name="T57" fmla="*/ 5 h 67"/>
                <a:gd name="T58" fmla="*/ 34 w 74"/>
                <a:gd name="T59" fmla="*/ 6 h 67"/>
                <a:gd name="T60" fmla="*/ 43 w 74"/>
                <a:gd name="T61" fmla="*/ 8 h 67"/>
                <a:gd name="T62" fmla="*/ 47 w 74"/>
                <a:gd name="T63" fmla="*/ 5 h 67"/>
                <a:gd name="T64" fmla="*/ 54 w 74"/>
                <a:gd name="T65" fmla="*/ 2 h 67"/>
                <a:gd name="T66" fmla="*/ 59 w 74"/>
                <a:gd name="T67" fmla="*/ 2 h 67"/>
                <a:gd name="T68" fmla="*/ 70 w 74"/>
                <a:gd name="T69" fmla="*/ 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" h="67">
                  <a:moveTo>
                    <a:pt x="72" y="0"/>
                  </a:moveTo>
                  <a:lnTo>
                    <a:pt x="74" y="1"/>
                  </a:lnTo>
                  <a:lnTo>
                    <a:pt x="72" y="4"/>
                  </a:lnTo>
                  <a:lnTo>
                    <a:pt x="71" y="4"/>
                  </a:lnTo>
                  <a:lnTo>
                    <a:pt x="70" y="6"/>
                  </a:lnTo>
                  <a:lnTo>
                    <a:pt x="65" y="8"/>
                  </a:lnTo>
                  <a:lnTo>
                    <a:pt x="62" y="12"/>
                  </a:lnTo>
                  <a:lnTo>
                    <a:pt x="62" y="16"/>
                  </a:lnTo>
                  <a:lnTo>
                    <a:pt x="65" y="20"/>
                  </a:lnTo>
                  <a:lnTo>
                    <a:pt x="65" y="24"/>
                  </a:lnTo>
                  <a:lnTo>
                    <a:pt x="62" y="27"/>
                  </a:lnTo>
                  <a:lnTo>
                    <a:pt x="63" y="29"/>
                  </a:lnTo>
                  <a:lnTo>
                    <a:pt x="63" y="33"/>
                  </a:lnTo>
                  <a:lnTo>
                    <a:pt x="61" y="35"/>
                  </a:lnTo>
                  <a:lnTo>
                    <a:pt x="61" y="37"/>
                  </a:lnTo>
                  <a:lnTo>
                    <a:pt x="40" y="52"/>
                  </a:lnTo>
                  <a:lnTo>
                    <a:pt x="38" y="52"/>
                  </a:lnTo>
                  <a:lnTo>
                    <a:pt x="16" y="67"/>
                  </a:lnTo>
                  <a:lnTo>
                    <a:pt x="14" y="66"/>
                  </a:lnTo>
                  <a:lnTo>
                    <a:pt x="13" y="66"/>
                  </a:lnTo>
                  <a:lnTo>
                    <a:pt x="11" y="64"/>
                  </a:lnTo>
                  <a:lnTo>
                    <a:pt x="7" y="62"/>
                  </a:lnTo>
                  <a:lnTo>
                    <a:pt x="5" y="62"/>
                  </a:lnTo>
                  <a:lnTo>
                    <a:pt x="7" y="60"/>
                  </a:lnTo>
                  <a:lnTo>
                    <a:pt x="7" y="56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5" y="51"/>
                  </a:lnTo>
                  <a:lnTo>
                    <a:pt x="7" y="47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9" y="39"/>
                  </a:lnTo>
                  <a:lnTo>
                    <a:pt x="8" y="37"/>
                  </a:lnTo>
                  <a:lnTo>
                    <a:pt x="3" y="37"/>
                  </a:lnTo>
                  <a:lnTo>
                    <a:pt x="3" y="33"/>
                  </a:lnTo>
                  <a:lnTo>
                    <a:pt x="4" y="30"/>
                  </a:lnTo>
                  <a:lnTo>
                    <a:pt x="3" y="26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4" y="18"/>
                  </a:lnTo>
                  <a:lnTo>
                    <a:pt x="7" y="18"/>
                  </a:lnTo>
                  <a:lnTo>
                    <a:pt x="9" y="17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4" y="8"/>
                  </a:lnTo>
                  <a:lnTo>
                    <a:pt x="16" y="9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5" y="5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8" y="8"/>
                  </a:lnTo>
                  <a:lnTo>
                    <a:pt x="43" y="8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9" y="4"/>
                  </a:lnTo>
                  <a:lnTo>
                    <a:pt x="54" y="2"/>
                  </a:lnTo>
                  <a:lnTo>
                    <a:pt x="57" y="2"/>
                  </a:lnTo>
                  <a:lnTo>
                    <a:pt x="59" y="2"/>
                  </a:lnTo>
                  <a:lnTo>
                    <a:pt x="65" y="2"/>
                  </a:lnTo>
                  <a:lnTo>
                    <a:pt x="70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5" name="Freeform 422"/>
            <p:cNvSpPr>
              <a:spLocks/>
            </p:cNvSpPr>
            <p:nvPr/>
          </p:nvSpPr>
          <p:spPr bwMode="auto">
            <a:xfrm>
              <a:off x="6770211" y="3307387"/>
              <a:ext cx="45679" cy="129426"/>
            </a:xfrm>
            <a:custGeom>
              <a:avLst/>
              <a:gdLst>
                <a:gd name="T0" fmla="*/ 18 w 18"/>
                <a:gd name="T1" fmla="*/ 0 h 51"/>
                <a:gd name="T2" fmla="*/ 17 w 18"/>
                <a:gd name="T3" fmla="*/ 1 h 51"/>
                <a:gd name="T4" fmla="*/ 17 w 18"/>
                <a:gd name="T5" fmla="*/ 4 h 51"/>
                <a:gd name="T6" fmla="*/ 15 w 18"/>
                <a:gd name="T7" fmla="*/ 8 h 51"/>
                <a:gd name="T8" fmla="*/ 17 w 18"/>
                <a:gd name="T9" fmla="*/ 9 h 51"/>
                <a:gd name="T10" fmla="*/ 17 w 18"/>
                <a:gd name="T11" fmla="*/ 10 h 51"/>
                <a:gd name="T12" fmla="*/ 17 w 18"/>
                <a:gd name="T13" fmla="*/ 10 h 51"/>
                <a:gd name="T14" fmla="*/ 17 w 18"/>
                <a:gd name="T15" fmla="*/ 12 h 51"/>
                <a:gd name="T16" fmla="*/ 15 w 18"/>
                <a:gd name="T17" fmla="*/ 13 h 51"/>
                <a:gd name="T18" fmla="*/ 14 w 18"/>
                <a:gd name="T19" fmla="*/ 13 h 51"/>
                <a:gd name="T20" fmla="*/ 14 w 18"/>
                <a:gd name="T21" fmla="*/ 12 h 51"/>
                <a:gd name="T22" fmla="*/ 10 w 18"/>
                <a:gd name="T23" fmla="*/ 12 h 51"/>
                <a:gd name="T24" fmla="*/ 10 w 18"/>
                <a:gd name="T25" fmla="*/ 14 h 51"/>
                <a:gd name="T26" fmla="*/ 11 w 18"/>
                <a:gd name="T27" fmla="*/ 16 h 51"/>
                <a:gd name="T28" fmla="*/ 11 w 18"/>
                <a:gd name="T29" fmla="*/ 21 h 51"/>
                <a:gd name="T30" fmla="*/ 10 w 18"/>
                <a:gd name="T31" fmla="*/ 25 h 51"/>
                <a:gd name="T32" fmla="*/ 11 w 18"/>
                <a:gd name="T33" fmla="*/ 26 h 51"/>
                <a:gd name="T34" fmla="*/ 14 w 18"/>
                <a:gd name="T35" fmla="*/ 25 h 51"/>
                <a:gd name="T36" fmla="*/ 15 w 18"/>
                <a:gd name="T37" fmla="*/ 25 h 51"/>
                <a:gd name="T38" fmla="*/ 15 w 18"/>
                <a:gd name="T39" fmla="*/ 25 h 51"/>
                <a:gd name="T40" fmla="*/ 15 w 18"/>
                <a:gd name="T41" fmla="*/ 30 h 51"/>
                <a:gd name="T42" fmla="*/ 15 w 18"/>
                <a:gd name="T43" fmla="*/ 31 h 51"/>
                <a:gd name="T44" fmla="*/ 15 w 18"/>
                <a:gd name="T45" fmla="*/ 34 h 51"/>
                <a:gd name="T46" fmla="*/ 15 w 18"/>
                <a:gd name="T47" fmla="*/ 37 h 51"/>
                <a:gd name="T48" fmla="*/ 14 w 18"/>
                <a:gd name="T49" fmla="*/ 37 h 51"/>
                <a:gd name="T50" fmla="*/ 14 w 18"/>
                <a:gd name="T51" fmla="*/ 41 h 51"/>
                <a:gd name="T52" fmla="*/ 13 w 18"/>
                <a:gd name="T53" fmla="*/ 43 h 51"/>
                <a:gd name="T54" fmla="*/ 13 w 18"/>
                <a:gd name="T55" fmla="*/ 46 h 51"/>
                <a:gd name="T56" fmla="*/ 13 w 18"/>
                <a:gd name="T57" fmla="*/ 47 h 51"/>
                <a:gd name="T58" fmla="*/ 13 w 18"/>
                <a:gd name="T59" fmla="*/ 48 h 51"/>
                <a:gd name="T60" fmla="*/ 13 w 18"/>
                <a:gd name="T61" fmla="*/ 50 h 51"/>
                <a:gd name="T62" fmla="*/ 10 w 18"/>
                <a:gd name="T63" fmla="*/ 51 h 51"/>
                <a:gd name="T64" fmla="*/ 9 w 18"/>
                <a:gd name="T65" fmla="*/ 47 h 51"/>
                <a:gd name="T66" fmla="*/ 10 w 18"/>
                <a:gd name="T67" fmla="*/ 45 h 51"/>
                <a:gd name="T68" fmla="*/ 7 w 18"/>
                <a:gd name="T69" fmla="*/ 38 h 51"/>
                <a:gd name="T70" fmla="*/ 5 w 18"/>
                <a:gd name="T71" fmla="*/ 34 h 51"/>
                <a:gd name="T72" fmla="*/ 3 w 18"/>
                <a:gd name="T73" fmla="*/ 29 h 51"/>
                <a:gd name="T74" fmla="*/ 1 w 18"/>
                <a:gd name="T75" fmla="*/ 26 h 51"/>
                <a:gd name="T76" fmla="*/ 0 w 18"/>
                <a:gd name="T77" fmla="*/ 25 h 51"/>
                <a:gd name="T78" fmla="*/ 3 w 18"/>
                <a:gd name="T79" fmla="*/ 20 h 51"/>
                <a:gd name="T80" fmla="*/ 6 w 18"/>
                <a:gd name="T81" fmla="*/ 13 h 51"/>
                <a:gd name="T82" fmla="*/ 7 w 18"/>
                <a:gd name="T83" fmla="*/ 5 h 51"/>
                <a:gd name="T84" fmla="*/ 10 w 18"/>
                <a:gd name="T85" fmla="*/ 2 h 51"/>
                <a:gd name="T86" fmla="*/ 11 w 18"/>
                <a:gd name="T87" fmla="*/ 2 h 51"/>
                <a:gd name="T88" fmla="*/ 15 w 18"/>
                <a:gd name="T89" fmla="*/ 2 h 51"/>
                <a:gd name="T90" fmla="*/ 17 w 18"/>
                <a:gd name="T91" fmla="*/ 0 h 51"/>
                <a:gd name="T92" fmla="*/ 18 w 18"/>
                <a:gd name="T9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" h="51">
                  <a:moveTo>
                    <a:pt x="18" y="0"/>
                  </a:moveTo>
                  <a:lnTo>
                    <a:pt x="17" y="1"/>
                  </a:lnTo>
                  <a:lnTo>
                    <a:pt x="17" y="4"/>
                  </a:lnTo>
                  <a:lnTo>
                    <a:pt x="15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2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4" y="12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1" y="16"/>
                  </a:lnTo>
                  <a:lnTo>
                    <a:pt x="11" y="21"/>
                  </a:lnTo>
                  <a:lnTo>
                    <a:pt x="10" y="25"/>
                  </a:lnTo>
                  <a:lnTo>
                    <a:pt x="11" y="26"/>
                  </a:lnTo>
                  <a:lnTo>
                    <a:pt x="14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30"/>
                  </a:lnTo>
                  <a:lnTo>
                    <a:pt x="15" y="31"/>
                  </a:lnTo>
                  <a:lnTo>
                    <a:pt x="15" y="34"/>
                  </a:lnTo>
                  <a:lnTo>
                    <a:pt x="15" y="37"/>
                  </a:lnTo>
                  <a:lnTo>
                    <a:pt x="14" y="37"/>
                  </a:lnTo>
                  <a:lnTo>
                    <a:pt x="14" y="41"/>
                  </a:lnTo>
                  <a:lnTo>
                    <a:pt x="13" y="43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3" y="48"/>
                  </a:lnTo>
                  <a:lnTo>
                    <a:pt x="13" y="50"/>
                  </a:lnTo>
                  <a:lnTo>
                    <a:pt x="10" y="51"/>
                  </a:lnTo>
                  <a:lnTo>
                    <a:pt x="9" y="47"/>
                  </a:lnTo>
                  <a:lnTo>
                    <a:pt x="10" y="45"/>
                  </a:lnTo>
                  <a:lnTo>
                    <a:pt x="7" y="38"/>
                  </a:lnTo>
                  <a:lnTo>
                    <a:pt x="5" y="34"/>
                  </a:lnTo>
                  <a:lnTo>
                    <a:pt x="3" y="29"/>
                  </a:lnTo>
                  <a:lnTo>
                    <a:pt x="1" y="26"/>
                  </a:lnTo>
                  <a:lnTo>
                    <a:pt x="0" y="25"/>
                  </a:lnTo>
                  <a:lnTo>
                    <a:pt x="3" y="20"/>
                  </a:lnTo>
                  <a:lnTo>
                    <a:pt x="6" y="13"/>
                  </a:lnTo>
                  <a:lnTo>
                    <a:pt x="7" y="5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6" name="Freeform 423"/>
            <p:cNvSpPr>
              <a:spLocks/>
            </p:cNvSpPr>
            <p:nvPr/>
          </p:nvSpPr>
          <p:spPr bwMode="auto">
            <a:xfrm>
              <a:off x="6808278" y="3307387"/>
              <a:ext cx="15226" cy="25377"/>
            </a:xfrm>
            <a:custGeom>
              <a:avLst/>
              <a:gdLst>
                <a:gd name="T0" fmla="*/ 3 w 6"/>
                <a:gd name="T1" fmla="*/ 0 h 10"/>
                <a:gd name="T2" fmla="*/ 3 w 6"/>
                <a:gd name="T3" fmla="*/ 0 h 10"/>
                <a:gd name="T4" fmla="*/ 6 w 6"/>
                <a:gd name="T5" fmla="*/ 2 h 10"/>
                <a:gd name="T6" fmla="*/ 6 w 6"/>
                <a:gd name="T7" fmla="*/ 6 h 10"/>
                <a:gd name="T8" fmla="*/ 4 w 6"/>
                <a:gd name="T9" fmla="*/ 8 h 10"/>
                <a:gd name="T10" fmla="*/ 4 w 6"/>
                <a:gd name="T11" fmla="*/ 8 h 10"/>
                <a:gd name="T12" fmla="*/ 3 w 6"/>
                <a:gd name="T13" fmla="*/ 9 h 10"/>
                <a:gd name="T14" fmla="*/ 2 w 6"/>
                <a:gd name="T15" fmla="*/ 10 h 10"/>
                <a:gd name="T16" fmla="*/ 2 w 6"/>
                <a:gd name="T17" fmla="*/ 10 h 10"/>
                <a:gd name="T18" fmla="*/ 2 w 6"/>
                <a:gd name="T19" fmla="*/ 9 h 10"/>
                <a:gd name="T20" fmla="*/ 0 w 6"/>
                <a:gd name="T21" fmla="*/ 8 h 10"/>
                <a:gd name="T22" fmla="*/ 2 w 6"/>
                <a:gd name="T23" fmla="*/ 4 h 10"/>
                <a:gd name="T24" fmla="*/ 2 w 6"/>
                <a:gd name="T25" fmla="*/ 1 h 10"/>
                <a:gd name="T26" fmla="*/ 3 w 6"/>
                <a:gd name="T27" fmla="*/ 0 h 10"/>
                <a:gd name="T28" fmla="*/ 3 w 6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6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3" y="9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0" y="8"/>
                  </a:lnTo>
                  <a:lnTo>
                    <a:pt x="2" y="4"/>
                  </a:lnTo>
                  <a:lnTo>
                    <a:pt x="2" y="1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7" name="Freeform 424"/>
            <p:cNvSpPr>
              <a:spLocks/>
            </p:cNvSpPr>
            <p:nvPr/>
          </p:nvSpPr>
          <p:spPr bwMode="auto">
            <a:xfrm>
              <a:off x="6795588" y="3337840"/>
              <a:ext cx="17765" cy="35528"/>
            </a:xfrm>
            <a:custGeom>
              <a:avLst/>
              <a:gdLst>
                <a:gd name="T0" fmla="*/ 0 w 7"/>
                <a:gd name="T1" fmla="*/ 0 h 14"/>
                <a:gd name="T2" fmla="*/ 4 w 7"/>
                <a:gd name="T3" fmla="*/ 0 h 14"/>
                <a:gd name="T4" fmla="*/ 4 w 7"/>
                <a:gd name="T5" fmla="*/ 1 h 14"/>
                <a:gd name="T6" fmla="*/ 5 w 7"/>
                <a:gd name="T7" fmla="*/ 1 h 14"/>
                <a:gd name="T8" fmla="*/ 7 w 7"/>
                <a:gd name="T9" fmla="*/ 0 h 14"/>
                <a:gd name="T10" fmla="*/ 7 w 7"/>
                <a:gd name="T11" fmla="*/ 1 h 14"/>
                <a:gd name="T12" fmla="*/ 7 w 7"/>
                <a:gd name="T13" fmla="*/ 2 h 14"/>
                <a:gd name="T14" fmla="*/ 7 w 7"/>
                <a:gd name="T15" fmla="*/ 4 h 14"/>
                <a:gd name="T16" fmla="*/ 7 w 7"/>
                <a:gd name="T17" fmla="*/ 6 h 14"/>
                <a:gd name="T18" fmla="*/ 7 w 7"/>
                <a:gd name="T19" fmla="*/ 8 h 14"/>
                <a:gd name="T20" fmla="*/ 5 w 7"/>
                <a:gd name="T21" fmla="*/ 13 h 14"/>
                <a:gd name="T22" fmla="*/ 5 w 7"/>
                <a:gd name="T23" fmla="*/ 13 h 14"/>
                <a:gd name="T24" fmla="*/ 4 w 7"/>
                <a:gd name="T25" fmla="*/ 13 h 14"/>
                <a:gd name="T26" fmla="*/ 1 w 7"/>
                <a:gd name="T27" fmla="*/ 14 h 14"/>
                <a:gd name="T28" fmla="*/ 0 w 7"/>
                <a:gd name="T29" fmla="*/ 13 h 14"/>
                <a:gd name="T30" fmla="*/ 1 w 7"/>
                <a:gd name="T31" fmla="*/ 9 h 14"/>
                <a:gd name="T32" fmla="*/ 1 w 7"/>
                <a:gd name="T33" fmla="*/ 4 h 14"/>
                <a:gd name="T34" fmla="*/ 0 w 7"/>
                <a:gd name="T35" fmla="*/ 2 h 14"/>
                <a:gd name="T36" fmla="*/ 0 w 7"/>
                <a:gd name="T3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1" y="9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8" name="Freeform 425"/>
            <p:cNvSpPr>
              <a:spLocks/>
            </p:cNvSpPr>
            <p:nvPr/>
          </p:nvSpPr>
          <p:spPr bwMode="auto">
            <a:xfrm>
              <a:off x="6795588" y="3264246"/>
              <a:ext cx="40604" cy="48218"/>
            </a:xfrm>
            <a:custGeom>
              <a:avLst/>
              <a:gdLst>
                <a:gd name="T0" fmla="*/ 7 w 16"/>
                <a:gd name="T1" fmla="*/ 0 h 19"/>
                <a:gd name="T2" fmla="*/ 12 w 16"/>
                <a:gd name="T3" fmla="*/ 0 h 19"/>
                <a:gd name="T4" fmla="*/ 13 w 16"/>
                <a:gd name="T5" fmla="*/ 2 h 19"/>
                <a:gd name="T6" fmla="*/ 15 w 16"/>
                <a:gd name="T7" fmla="*/ 4 h 19"/>
                <a:gd name="T8" fmla="*/ 15 w 16"/>
                <a:gd name="T9" fmla="*/ 6 h 19"/>
                <a:gd name="T10" fmla="*/ 16 w 16"/>
                <a:gd name="T11" fmla="*/ 9 h 19"/>
                <a:gd name="T12" fmla="*/ 15 w 16"/>
                <a:gd name="T13" fmla="*/ 9 h 19"/>
                <a:gd name="T14" fmla="*/ 13 w 16"/>
                <a:gd name="T15" fmla="*/ 9 h 19"/>
                <a:gd name="T16" fmla="*/ 11 w 16"/>
                <a:gd name="T17" fmla="*/ 10 h 19"/>
                <a:gd name="T18" fmla="*/ 9 w 16"/>
                <a:gd name="T19" fmla="*/ 14 h 19"/>
                <a:gd name="T20" fmla="*/ 8 w 16"/>
                <a:gd name="T21" fmla="*/ 17 h 19"/>
                <a:gd name="T22" fmla="*/ 7 w 16"/>
                <a:gd name="T23" fmla="*/ 17 h 19"/>
                <a:gd name="T24" fmla="*/ 5 w 16"/>
                <a:gd name="T25" fmla="*/ 19 h 19"/>
                <a:gd name="T26" fmla="*/ 1 w 16"/>
                <a:gd name="T27" fmla="*/ 19 h 19"/>
                <a:gd name="T28" fmla="*/ 0 w 16"/>
                <a:gd name="T29" fmla="*/ 19 h 19"/>
                <a:gd name="T30" fmla="*/ 0 w 16"/>
                <a:gd name="T31" fmla="*/ 18 h 19"/>
                <a:gd name="T32" fmla="*/ 0 w 16"/>
                <a:gd name="T33" fmla="*/ 15 h 19"/>
                <a:gd name="T34" fmla="*/ 3 w 16"/>
                <a:gd name="T35" fmla="*/ 13 h 19"/>
                <a:gd name="T36" fmla="*/ 4 w 16"/>
                <a:gd name="T37" fmla="*/ 9 h 19"/>
                <a:gd name="T38" fmla="*/ 5 w 16"/>
                <a:gd name="T39" fmla="*/ 1 h 19"/>
                <a:gd name="T40" fmla="*/ 7 w 16"/>
                <a:gd name="T41" fmla="*/ 1 h 19"/>
                <a:gd name="T42" fmla="*/ 7 w 16"/>
                <a:gd name="T4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19">
                  <a:moveTo>
                    <a:pt x="7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1" y="10"/>
                  </a:lnTo>
                  <a:lnTo>
                    <a:pt x="9" y="14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5" y="19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3" y="13"/>
                  </a:lnTo>
                  <a:lnTo>
                    <a:pt x="4" y="9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89" name="Freeform 426"/>
            <p:cNvSpPr>
              <a:spLocks/>
            </p:cNvSpPr>
            <p:nvPr/>
          </p:nvSpPr>
          <p:spPr bwMode="auto">
            <a:xfrm>
              <a:off x="6798127" y="3302312"/>
              <a:ext cx="121812" cy="152265"/>
            </a:xfrm>
            <a:custGeom>
              <a:avLst/>
              <a:gdLst>
                <a:gd name="T0" fmla="*/ 43 w 48"/>
                <a:gd name="T1" fmla="*/ 0 h 60"/>
                <a:gd name="T2" fmla="*/ 48 w 48"/>
                <a:gd name="T3" fmla="*/ 16 h 60"/>
                <a:gd name="T4" fmla="*/ 48 w 48"/>
                <a:gd name="T5" fmla="*/ 15 h 60"/>
                <a:gd name="T6" fmla="*/ 43 w 48"/>
                <a:gd name="T7" fmla="*/ 20 h 60"/>
                <a:gd name="T8" fmla="*/ 25 w 48"/>
                <a:gd name="T9" fmla="*/ 25 h 60"/>
                <a:gd name="T10" fmla="*/ 39 w 48"/>
                <a:gd name="T11" fmla="*/ 40 h 60"/>
                <a:gd name="T12" fmla="*/ 33 w 48"/>
                <a:gd name="T13" fmla="*/ 47 h 60"/>
                <a:gd name="T14" fmla="*/ 33 w 48"/>
                <a:gd name="T15" fmla="*/ 49 h 60"/>
                <a:gd name="T16" fmla="*/ 24 w 48"/>
                <a:gd name="T17" fmla="*/ 50 h 60"/>
                <a:gd name="T18" fmla="*/ 16 w 48"/>
                <a:gd name="T19" fmla="*/ 60 h 60"/>
                <a:gd name="T20" fmla="*/ 4 w 48"/>
                <a:gd name="T21" fmla="*/ 56 h 60"/>
                <a:gd name="T22" fmla="*/ 0 w 48"/>
                <a:gd name="T23" fmla="*/ 56 h 60"/>
                <a:gd name="T24" fmla="*/ 0 w 48"/>
                <a:gd name="T25" fmla="*/ 56 h 60"/>
                <a:gd name="T26" fmla="*/ 2 w 48"/>
                <a:gd name="T27" fmla="*/ 52 h 60"/>
                <a:gd name="T28" fmla="*/ 2 w 48"/>
                <a:gd name="T29" fmla="*/ 52 h 60"/>
                <a:gd name="T30" fmla="*/ 2 w 48"/>
                <a:gd name="T31" fmla="*/ 52 h 60"/>
                <a:gd name="T32" fmla="*/ 2 w 48"/>
                <a:gd name="T33" fmla="*/ 50 h 60"/>
                <a:gd name="T34" fmla="*/ 2 w 48"/>
                <a:gd name="T35" fmla="*/ 49 h 60"/>
                <a:gd name="T36" fmla="*/ 2 w 48"/>
                <a:gd name="T37" fmla="*/ 48 h 60"/>
                <a:gd name="T38" fmla="*/ 2 w 48"/>
                <a:gd name="T39" fmla="*/ 45 h 60"/>
                <a:gd name="T40" fmla="*/ 3 w 48"/>
                <a:gd name="T41" fmla="*/ 43 h 60"/>
                <a:gd name="T42" fmla="*/ 3 w 48"/>
                <a:gd name="T43" fmla="*/ 39 h 60"/>
                <a:gd name="T44" fmla="*/ 4 w 48"/>
                <a:gd name="T45" fmla="*/ 39 h 60"/>
                <a:gd name="T46" fmla="*/ 4 w 48"/>
                <a:gd name="T47" fmla="*/ 36 h 60"/>
                <a:gd name="T48" fmla="*/ 4 w 48"/>
                <a:gd name="T49" fmla="*/ 33 h 60"/>
                <a:gd name="T50" fmla="*/ 4 w 48"/>
                <a:gd name="T51" fmla="*/ 32 h 60"/>
                <a:gd name="T52" fmla="*/ 6 w 48"/>
                <a:gd name="T53" fmla="*/ 22 h 60"/>
                <a:gd name="T54" fmla="*/ 6 w 48"/>
                <a:gd name="T55" fmla="*/ 20 h 60"/>
                <a:gd name="T56" fmla="*/ 6 w 48"/>
                <a:gd name="T57" fmla="*/ 18 h 60"/>
                <a:gd name="T58" fmla="*/ 6 w 48"/>
                <a:gd name="T59" fmla="*/ 16 h 60"/>
                <a:gd name="T60" fmla="*/ 6 w 48"/>
                <a:gd name="T61" fmla="*/ 15 h 60"/>
                <a:gd name="T62" fmla="*/ 6 w 48"/>
                <a:gd name="T63" fmla="*/ 12 h 60"/>
                <a:gd name="T64" fmla="*/ 6 w 48"/>
                <a:gd name="T65" fmla="*/ 12 h 60"/>
                <a:gd name="T66" fmla="*/ 7 w 48"/>
                <a:gd name="T67" fmla="*/ 11 h 60"/>
                <a:gd name="T68" fmla="*/ 8 w 48"/>
                <a:gd name="T69" fmla="*/ 10 h 60"/>
                <a:gd name="T70" fmla="*/ 10 w 48"/>
                <a:gd name="T71" fmla="*/ 10 h 60"/>
                <a:gd name="T72" fmla="*/ 14 w 48"/>
                <a:gd name="T73" fmla="*/ 12 h 60"/>
                <a:gd name="T74" fmla="*/ 16 w 48"/>
                <a:gd name="T75" fmla="*/ 14 h 60"/>
                <a:gd name="T76" fmla="*/ 17 w 48"/>
                <a:gd name="T77" fmla="*/ 14 h 60"/>
                <a:gd name="T78" fmla="*/ 19 w 48"/>
                <a:gd name="T79" fmla="*/ 15 h 60"/>
                <a:gd name="T80" fmla="*/ 43 w 48"/>
                <a:gd name="T8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60">
                  <a:moveTo>
                    <a:pt x="43" y="0"/>
                  </a:moveTo>
                  <a:lnTo>
                    <a:pt x="48" y="16"/>
                  </a:lnTo>
                  <a:lnTo>
                    <a:pt x="48" y="15"/>
                  </a:lnTo>
                  <a:lnTo>
                    <a:pt x="43" y="20"/>
                  </a:lnTo>
                  <a:lnTo>
                    <a:pt x="25" y="25"/>
                  </a:lnTo>
                  <a:lnTo>
                    <a:pt x="39" y="40"/>
                  </a:lnTo>
                  <a:lnTo>
                    <a:pt x="33" y="47"/>
                  </a:lnTo>
                  <a:lnTo>
                    <a:pt x="33" y="49"/>
                  </a:lnTo>
                  <a:lnTo>
                    <a:pt x="24" y="50"/>
                  </a:lnTo>
                  <a:lnTo>
                    <a:pt x="16" y="60"/>
                  </a:lnTo>
                  <a:lnTo>
                    <a:pt x="4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5"/>
                  </a:lnTo>
                  <a:lnTo>
                    <a:pt x="3" y="43"/>
                  </a:lnTo>
                  <a:lnTo>
                    <a:pt x="3" y="39"/>
                  </a:lnTo>
                  <a:lnTo>
                    <a:pt x="4" y="39"/>
                  </a:lnTo>
                  <a:lnTo>
                    <a:pt x="4" y="36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4" y="12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9" y="1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0" name="Freeform 427"/>
            <p:cNvSpPr>
              <a:spLocks/>
            </p:cNvSpPr>
            <p:nvPr/>
          </p:nvSpPr>
          <p:spPr bwMode="auto">
            <a:xfrm>
              <a:off x="6795588" y="3340379"/>
              <a:ext cx="624285" cy="527851"/>
            </a:xfrm>
            <a:custGeom>
              <a:avLst/>
              <a:gdLst>
                <a:gd name="T0" fmla="*/ 115 w 246"/>
                <a:gd name="T1" fmla="*/ 41 h 208"/>
                <a:gd name="T2" fmla="*/ 150 w 246"/>
                <a:gd name="T3" fmla="*/ 49 h 208"/>
                <a:gd name="T4" fmla="*/ 159 w 246"/>
                <a:gd name="T5" fmla="*/ 46 h 208"/>
                <a:gd name="T6" fmla="*/ 162 w 246"/>
                <a:gd name="T7" fmla="*/ 51 h 208"/>
                <a:gd name="T8" fmla="*/ 170 w 246"/>
                <a:gd name="T9" fmla="*/ 59 h 208"/>
                <a:gd name="T10" fmla="*/ 170 w 246"/>
                <a:gd name="T11" fmla="*/ 59 h 208"/>
                <a:gd name="T12" fmla="*/ 173 w 246"/>
                <a:gd name="T13" fmla="*/ 63 h 208"/>
                <a:gd name="T14" fmla="*/ 179 w 246"/>
                <a:gd name="T15" fmla="*/ 71 h 208"/>
                <a:gd name="T16" fmla="*/ 180 w 246"/>
                <a:gd name="T17" fmla="*/ 79 h 208"/>
                <a:gd name="T18" fmla="*/ 187 w 246"/>
                <a:gd name="T19" fmla="*/ 89 h 208"/>
                <a:gd name="T20" fmla="*/ 191 w 246"/>
                <a:gd name="T21" fmla="*/ 95 h 208"/>
                <a:gd name="T22" fmla="*/ 196 w 246"/>
                <a:gd name="T23" fmla="*/ 97 h 208"/>
                <a:gd name="T24" fmla="*/ 198 w 246"/>
                <a:gd name="T25" fmla="*/ 99 h 208"/>
                <a:gd name="T26" fmla="*/ 199 w 246"/>
                <a:gd name="T27" fmla="*/ 101 h 208"/>
                <a:gd name="T28" fmla="*/ 203 w 246"/>
                <a:gd name="T29" fmla="*/ 109 h 208"/>
                <a:gd name="T30" fmla="*/ 244 w 246"/>
                <a:gd name="T31" fmla="*/ 120 h 208"/>
                <a:gd name="T32" fmla="*/ 245 w 246"/>
                <a:gd name="T33" fmla="*/ 155 h 208"/>
                <a:gd name="T34" fmla="*/ 144 w 246"/>
                <a:gd name="T35" fmla="*/ 197 h 208"/>
                <a:gd name="T36" fmla="*/ 116 w 246"/>
                <a:gd name="T37" fmla="*/ 188 h 208"/>
                <a:gd name="T38" fmla="*/ 108 w 246"/>
                <a:gd name="T39" fmla="*/ 192 h 208"/>
                <a:gd name="T40" fmla="*/ 105 w 246"/>
                <a:gd name="T41" fmla="*/ 200 h 208"/>
                <a:gd name="T42" fmla="*/ 99 w 246"/>
                <a:gd name="T43" fmla="*/ 193 h 208"/>
                <a:gd name="T44" fmla="*/ 94 w 246"/>
                <a:gd name="T45" fmla="*/ 187 h 208"/>
                <a:gd name="T46" fmla="*/ 82 w 246"/>
                <a:gd name="T47" fmla="*/ 174 h 208"/>
                <a:gd name="T48" fmla="*/ 78 w 246"/>
                <a:gd name="T49" fmla="*/ 160 h 208"/>
                <a:gd name="T50" fmla="*/ 71 w 246"/>
                <a:gd name="T51" fmla="*/ 155 h 208"/>
                <a:gd name="T52" fmla="*/ 66 w 246"/>
                <a:gd name="T53" fmla="*/ 154 h 208"/>
                <a:gd name="T54" fmla="*/ 58 w 246"/>
                <a:gd name="T55" fmla="*/ 145 h 208"/>
                <a:gd name="T56" fmla="*/ 54 w 246"/>
                <a:gd name="T57" fmla="*/ 134 h 208"/>
                <a:gd name="T58" fmla="*/ 55 w 246"/>
                <a:gd name="T59" fmla="*/ 128 h 208"/>
                <a:gd name="T60" fmla="*/ 51 w 246"/>
                <a:gd name="T61" fmla="*/ 120 h 208"/>
                <a:gd name="T62" fmla="*/ 49 w 246"/>
                <a:gd name="T63" fmla="*/ 112 h 208"/>
                <a:gd name="T64" fmla="*/ 44 w 246"/>
                <a:gd name="T65" fmla="*/ 107 h 208"/>
                <a:gd name="T66" fmla="*/ 36 w 246"/>
                <a:gd name="T67" fmla="*/ 104 h 208"/>
                <a:gd name="T68" fmla="*/ 32 w 246"/>
                <a:gd name="T69" fmla="*/ 99 h 208"/>
                <a:gd name="T70" fmla="*/ 32 w 246"/>
                <a:gd name="T71" fmla="*/ 92 h 208"/>
                <a:gd name="T72" fmla="*/ 25 w 246"/>
                <a:gd name="T73" fmla="*/ 84 h 208"/>
                <a:gd name="T74" fmla="*/ 21 w 246"/>
                <a:gd name="T75" fmla="*/ 79 h 208"/>
                <a:gd name="T76" fmla="*/ 17 w 246"/>
                <a:gd name="T77" fmla="*/ 70 h 208"/>
                <a:gd name="T78" fmla="*/ 13 w 246"/>
                <a:gd name="T79" fmla="*/ 64 h 208"/>
                <a:gd name="T80" fmla="*/ 5 w 246"/>
                <a:gd name="T81" fmla="*/ 57 h 208"/>
                <a:gd name="T82" fmla="*/ 3 w 246"/>
                <a:gd name="T83" fmla="*/ 55 h 208"/>
                <a:gd name="T84" fmla="*/ 0 w 246"/>
                <a:gd name="T85" fmla="*/ 54 h 208"/>
                <a:gd name="T86" fmla="*/ 1 w 246"/>
                <a:gd name="T87" fmla="*/ 41 h 208"/>
                <a:gd name="T88" fmla="*/ 25 w 246"/>
                <a:gd name="T89" fmla="*/ 35 h 208"/>
                <a:gd name="T90" fmla="*/ 40 w 246"/>
                <a:gd name="T91" fmla="*/ 25 h 208"/>
                <a:gd name="T92" fmla="*/ 49 w 246"/>
                <a:gd name="T9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6" h="208">
                  <a:moveTo>
                    <a:pt x="49" y="0"/>
                  </a:moveTo>
                  <a:lnTo>
                    <a:pt x="59" y="1"/>
                  </a:lnTo>
                  <a:lnTo>
                    <a:pt x="115" y="41"/>
                  </a:lnTo>
                  <a:lnTo>
                    <a:pt x="138" y="41"/>
                  </a:lnTo>
                  <a:lnTo>
                    <a:pt x="150" y="45"/>
                  </a:lnTo>
                  <a:lnTo>
                    <a:pt x="150" y="49"/>
                  </a:lnTo>
                  <a:lnTo>
                    <a:pt x="158" y="45"/>
                  </a:lnTo>
                  <a:lnTo>
                    <a:pt x="158" y="46"/>
                  </a:lnTo>
                  <a:lnTo>
                    <a:pt x="159" y="46"/>
                  </a:lnTo>
                  <a:lnTo>
                    <a:pt x="159" y="47"/>
                  </a:lnTo>
                  <a:lnTo>
                    <a:pt x="161" y="49"/>
                  </a:lnTo>
                  <a:lnTo>
                    <a:pt x="162" y="51"/>
                  </a:lnTo>
                  <a:lnTo>
                    <a:pt x="165" y="58"/>
                  </a:lnTo>
                  <a:lnTo>
                    <a:pt x="169" y="58"/>
                  </a:lnTo>
                  <a:lnTo>
                    <a:pt x="170" y="59"/>
                  </a:lnTo>
                  <a:lnTo>
                    <a:pt x="171" y="60"/>
                  </a:lnTo>
                  <a:lnTo>
                    <a:pt x="170" y="59"/>
                  </a:lnTo>
                  <a:lnTo>
                    <a:pt x="170" y="59"/>
                  </a:lnTo>
                  <a:lnTo>
                    <a:pt x="169" y="60"/>
                  </a:lnTo>
                  <a:lnTo>
                    <a:pt x="171" y="62"/>
                  </a:lnTo>
                  <a:lnTo>
                    <a:pt x="173" y="63"/>
                  </a:lnTo>
                  <a:lnTo>
                    <a:pt x="176" y="68"/>
                  </a:lnTo>
                  <a:lnTo>
                    <a:pt x="178" y="68"/>
                  </a:lnTo>
                  <a:lnTo>
                    <a:pt x="179" y="71"/>
                  </a:lnTo>
                  <a:lnTo>
                    <a:pt x="179" y="72"/>
                  </a:lnTo>
                  <a:lnTo>
                    <a:pt x="180" y="78"/>
                  </a:lnTo>
                  <a:lnTo>
                    <a:pt x="180" y="79"/>
                  </a:lnTo>
                  <a:lnTo>
                    <a:pt x="179" y="79"/>
                  </a:lnTo>
                  <a:lnTo>
                    <a:pt x="182" y="82"/>
                  </a:lnTo>
                  <a:lnTo>
                    <a:pt x="187" y="89"/>
                  </a:lnTo>
                  <a:lnTo>
                    <a:pt x="188" y="92"/>
                  </a:lnTo>
                  <a:lnTo>
                    <a:pt x="190" y="95"/>
                  </a:lnTo>
                  <a:lnTo>
                    <a:pt x="191" y="95"/>
                  </a:lnTo>
                  <a:lnTo>
                    <a:pt x="191" y="95"/>
                  </a:lnTo>
                  <a:lnTo>
                    <a:pt x="195" y="97"/>
                  </a:lnTo>
                  <a:lnTo>
                    <a:pt x="196" y="97"/>
                  </a:lnTo>
                  <a:lnTo>
                    <a:pt x="198" y="97"/>
                  </a:lnTo>
                  <a:lnTo>
                    <a:pt x="199" y="97"/>
                  </a:lnTo>
                  <a:lnTo>
                    <a:pt x="198" y="99"/>
                  </a:lnTo>
                  <a:lnTo>
                    <a:pt x="198" y="100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7"/>
                  </a:lnTo>
                  <a:lnTo>
                    <a:pt x="203" y="109"/>
                  </a:lnTo>
                  <a:lnTo>
                    <a:pt x="205" y="118"/>
                  </a:lnTo>
                  <a:lnTo>
                    <a:pt x="240" y="124"/>
                  </a:lnTo>
                  <a:lnTo>
                    <a:pt x="244" y="120"/>
                  </a:lnTo>
                  <a:lnTo>
                    <a:pt x="244" y="120"/>
                  </a:lnTo>
                  <a:lnTo>
                    <a:pt x="246" y="130"/>
                  </a:lnTo>
                  <a:lnTo>
                    <a:pt x="245" y="155"/>
                  </a:lnTo>
                  <a:lnTo>
                    <a:pt x="166" y="179"/>
                  </a:lnTo>
                  <a:lnTo>
                    <a:pt x="145" y="208"/>
                  </a:lnTo>
                  <a:lnTo>
                    <a:pt x="144" y="197"/>
                  </a:lnTo>
                  <a:lnTo>
                    <a:pt x="133" y="192"/>
                  </a:lnTo>
                  <a:lnTo>
                    <a:pt x="124" y="188"/>
                  </a:lnTo>
                  <a:lnTo>
                    <a:pt x="116" y="188"/>
                  </a:lnTo>
                  <a:lnTo>
                    <a:pt x="112" y="185"/>
                  </a:lnTo>
                  <a:lnTo>
                    <a:pt x="109" y="187"/>
                  </a:lnTo>
                  <a:lnTo>
                    <a:pt x="108" y="192"/>
                  </a:lnTo>
                  <a:lnTo>
                    <a:pt x="109" y="196"/>
                  </a:lnTo>
                  <a:lnTo>
                    <a:pt x="107" y="199"/>
                  </a:lnTo>
                  <a:lnTo>
                    <a:pt x="105" y="200"/>
                  </a:lnTo>
                  <a:lnTo>
                    <a:pt x="104" y="200"/>
                  </a:lnTo>
                  <a:lnTo>
                    <a:pt x="101" y="200"/>
                  </a:lnTo>
                  <a:lnTo>
                    <a:pt x="99" y="193"/>
                  </a:lnTo>
                  <a:lnTo>
                    <a:pt x="96" y="192"/>
                  </a:lnTo>
                  <a:lnTo>
                    <a:pt x="95" y="187"/>
                  </a:lnTo>
                  <a:lnTo>
                    <a:pt x="94" y="187"/>
                  </a:lnTo>
                  <a:lnTo>
                    <a:pt x="84" y="178"/>
                  </a:lnTo>
                  <a:lnTo>
                    <a:pt x="84" y="175"/>
                  </a:lnTo>
                  <a:lnTo>
                    <a:pt x="82" y="174"/>
                  </a:lnTo>
                  <a:lnTo>
                    <a:pt x="79" y="163"/>
                  </a:lnTo>
                  <a:lnTo>
                    <a:pt x="78" y="163"/>
                  </a:lnTo>
                  <a:lnTo>
                    <a:pt x="78" y="160"/>
                  </a:lnTo>
                  <a:lnTo>
                    <a:pt x="75" y="160"/>
                  </a:lnTo>
                  <a:lnTo>
                    <a:pt x="75" y="159"/>
                  </a:lnTo>
                  <a:lnTo>
                    <a:pt x="71" y="155"/>
                  </a:lnTo>
                  <a:lnTo>
                    <a:pt x="70" y="155"/>
                  </a:lnTo>
                  <a:lnTo>
                    <a:pt x="69" y="154"/>
                  </a:lnTo>
                  <a:lnTo>
                    <a:pt x="66" y="154"/>
                  </a:lnTo>
                  <a:lnTo>
                    <a:pt x="65" y="153"/>
                  </a:lnTo>
                  <a:lnTo>
                    <a:pt x="58" y="146"/>
                  </a:lnTo>
                  <a:lnTo>
                    <a:pt x="58" y="145"/>
                  </a:lnTo>
                  <a:lnTo>
                    <a:pt x="55" y="142"/>
                  </a:lnTo>
                  <a:lnTo>
                    <a:pt x="55" y="138"/>
                  </a:lnTo>
                  <a:lnTo>
                    <a:pt x="54" y="134"/>
                  </a:lnTo>
                  <a:lnTo>
                    <a:pt x="53" y="132"/>
                  </a:lnTo>
                  <a:lnTo>
                    <a:pt x="54" y="132"/>
                  </a:lnTo>
                  <a:lnTo>
                    <a:pt x="55" y="128"/>
                  </a:lnTo>
                  <a:lnTo>
                    <a:pt x="54" y="126"/>
                  </a:lnTo>
                  <a:lnTo>
                    <a:pt x="53" y="122"/>
                  </a:lnTo>
                  <a:lnTo>
                    <a:pt x="51" y="120"/>
                  </a:lnTo>
                  <a:lnTo>
                    <a:pt x="50" y="116"/>
                  </a:lnTo>
                  <a:lnTo>
                    <a:pt x="49" y="114"/>
                  </a:lnTo>
                  <a:lnTo>
                    <a:pt x="49" y="112"/>
                  </a:lnTo>
                  <a:lnTo>
                    <a:pt x="47" y="112"/>
                  </a:lnTo>
                  <a:lnTo>
                    <a:pt x="46" y="109"/>
                  </a:lnTo>
                  <a:lnTo>
                    <a:pt x="44" y="107"/>
                  </a:lnTo>
                  <a:lnTo>
                    <a:pt x="40" y="104"/>
                  </a:lnTo>
                  <a:lnTo>
                    <a:pt x="37" y="103"/>
                  </a:lnTo>
                  <a:lnTo>
                    <a:pt x="36" y="104"/>
                  </a:lnTo>
                  <a:lnTo>
                    <a:pt x="34" y="103"/>
                  </a:lnTo>
                  <a:lnTo>
                    <a:pt x="34" y="101"/>
                  </a:lnTo>
                  <a:lnTo>
                    <a:pt x="32" y="99"/>
                  </a:lnTo>
                  <a:lnTo>
                    <a:pt x="32" y="97"/>
                  </a:lnTo>
                  <a:lnTo>
                    <a:pt x="32" y="96"/>
                  </a:lnTo>
                  <a:lnTo>
                    <a:pt x="32" y="92"/>
                  </a:lnTo>
                  <a:lnTo>
                    <a:pt x="30" y="91"/>
                  </a:lnTo>
                  <a:lnTo>
                    <a:pt x="28" y="85"/>
                  </a:lnTo>
                  <a:lnTo>
                    <a:pt x="25" y="84"/>
                  </a:lnTo>
                  <a:lnTo>
                    <a:pt x="24" y="83"/>
                  </a:lnTo>
                  <a:lnTo>
                    <a:pt x="24" y="80"/>
                  </a:lnTo>
                  <a:lnTo>
                    <a:pt x="21" y="79"/>
                  </a:lnTo>
                  <a:lnTo>
                    <a:pt x="21" y="78"/>
                  </a:lnTo>
                  <a:lnTo>
                    <a:pt x="20" y="75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3" y="67"/>
                  </a:lnTo>
                  <a:lnTo>
                    <a:pt x="13" y="64"/>
                  </a:lnTo>
                  <a:lnTo>
                    <a:pt x="12" y="64"/>
                  </a:lnTo>
                  <a:lnTo>
                    <a:pt x="11" y="62"/>
                  </a:lnTo>
                  <a:lnTo>
                    <a:pt x="5" y="57"/>
                  </a:lnTo>
                  <a:lnTo>
                    <a:pt x="7" y="55"/>
                  </a:lnTo>
                  <a:lnTo>
                    <a:pt x="4" y="54"/>
                  </a:lnTo>
                  <a:lnTo>
                    <a:pt x="3" y="55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1" y="45"/>
                  </a:lnTo>
                  <a:lnTo>
                    <a:pt x="1" y="41"/>
                  </a:lnTo>
                  <a:lnTo>
                    <a:pt x="5" y="41"/>
                  </a:lnTo>
                  <a:lnTo>
                    <a:pt x="17" y="45"/>
                  </a:lnTo>
                  <a:lnTo>
                    <a:pt x="25" y="35"/>
                  </a:lnTo>
                  <a:lnTo>
                    <a:pt x="34" y="34"/>
                  </a:lnTo>
                  <a:lnTo>
                    <a:pt x="34" y="32"/>
                  </a:lnTo>
                  <a:lnTo>
                    <a:pt x="40" y="25"/>
                  </a:lnTo>
                  <a:lnTo>
                    <a:pt x="26" y="10"/>
                  </a:lnTo>
                  <a:lnTo>
                    <a:pt x="44" y="5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1" name="Freeform 428"/>
            <p:cNvSpPr>
              <a:spLocks/>
            </p:cNvSpPr>
            <p:nvPr/>
          </p:nvSpPr>
          <p:spPr bwMode="auto">
            <a:xfrm>
              <a:off x="7277760" y="3538323"/>
              <a:ext cx="22841" cy="48218"/>
            </a:xfrm>
            <a:custGeom>
              <a:avLst/>
              <a:gdLst>
                <a:gd name="T0" fmla="*/ 4 w 9"/>
                <a:gd name="T1" fmla="*/ 0 h 19"/>
                <a:gd name="T2" fmla="*/ 4 w 9"/>
                <a:gd name="T3" fmla="*/ 0 h 19"/>
                <a:gd name="T4" fmla="*/ 6 w 9"/>
                <a:gd name="T5" fmla="*/ 1 h 19"/>
                <a:gd name="T6" fmla="*/ 6 w 9"/>
                <a:gd name="T7" fmla="*/ 2 h 19"/>
                <a:gd name="T8" fmla="*/ 8 w 9"/>
                <a:gd name="T9" fmla="*/ 2 h 19"/>
                <a:gd name="T10" fmla="*/ 8 w 9"/>
                <a:gd name="T11" fmla="*/ 4 h 19"/>
                <a:gd name="T12" fmla="*/ 6 w 9"/>
                <a:gd name="T13" fmla="*/ 7 h 19"/>
                <a:gd name="T14" fmla="*/ 6 w 9"/>
                <a:gd name="T15" fmla="*/ 7 h 19"/>
                <a:gd name="T16" fmla="*/ 6 w 9"/>
                <a:gd name="T17" fmla="*/ 11 h 19"/>
                <a:gd name="T18" fmla="*/ 8 w 9"/>
                <a:gd name="T19" fmla="*/ 11 h 19"/>
                <a:gd name="T20" fmla="*/ 9 w 9"/>
                <a:gd name="T21" fmla="*/ 13 h 19"/>
                <a:gd name="T22" fmla="*/ 8 w 9"/>
                <a:gd name="T23" fmla="*/ 19 h 19"/>
                <a:gd name="T24" fmla="*/ 6 w 9"/>
                <a:gd name="T25" fmla="*/ 19 h 19"/>
                <a:gd name="T26" fmla="*/ 6 w 9"/>
                <a:gd name="T27" fmla="*/ 19 h 19"/>
                <a:gd name="T28" fmla="*/ 5 w 9"/>
                <a:gd name="T29" fmla="*/ 19 h 19"/>
                <a:gd name="T30" fmla="*/ 1 w 9"/>
                <a:gd name="T31" fmla="*/ 17 h 19"/>
                <a:gd name="T32" fmla="*/ 1 w 9"/>
                <a:gd name="T33" fmla="*/ 17 h 19"/>
                <a:gd name="T34" fmla="*/ 1 w 9"/>
                <a:gd name="T35" fmla="*/ 15 h 19"/>
                <a:gd name="T36" fmla="*/ 1 w 9"/>
                <a:gd name="T37" fmla="*/ 13 h 19"/>
                <a:gd name="T38" fmla="*/ 0 w 9"/>
                <a:gd name="T39" fmla="*/ 13 h 19"/>
                <a:gd name="T40" fmla="*/ 0 w 9"/>
                <a:gd name="T41" fmla="*/ 10 h 19"/>
                <a:gd name="T42" fmla="*/ 0 w 9"/>
                <a:gd name="T43" fmla="*/ 7 h 19"/>
                <a:gd name="T44" fmla="*/ 1 w 9"/>
                <a:gd name="T45" fmla="*/ 7 h 19"/>
                <a:gd name="T46" fmla="*/ 1 w 9"/>
                <a:gd name="T47" fmla="*/ 7 h 19"/>
                <a:gd name="T48" fmla="*/ 1 w 9"/>
                <a:gd name="T49" fmla="*/ 4 h 19"/>
                <a:gd name="T50" fmla="*/ 1 w 9"/>
                <a:gd name="T51" fmla="*/ 4 h 19"/>
                <a:gd name="T52" fmla="*/ 1 w 9"/>
                <a:gd name="T53" fmla="*/ 2 h 19"/>
                <a:gd name="T54" fmla="*/ 2 w 9"/>
                <a:gd name="T55" fmla="*/ 1 h 19"/>
                <a:gd name="T56" fmla="*/ 2 w 9"/>
                <a:gd name="T57" fmla="*/ 1 h 19"/>
                <a:gd name="T58" fmla="*/ 2 w 9"/>
                <a:gd name="T59" fmla="*/ 1 h 19"/>
                <a:gd name="T60" fmla="*/ 4 w 9"/>
                <a:gd name="T6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" h="19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11"/>
                  </a:lnTo>
                  <a:lnTo>
                    <a:pt x="8" y="11"/>
                  </a:lnTo>
                  <a:lnTo>
                    <a:pt x="9" y="13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2" name="Freeform 429"/>
            <p:cNvSpPr>
              <a:spLocks/>
            </p:cNvSpPr>
            <p:nvPr/>
          </p:nvSpPr>
          <p:spPr bwMode="auto">
            <a:xfrm>
              <a:off x="7300600" y="3540860"/>
              <a:ext cx="142114" cy="114199"/>
            </a:xfrm>
            <a:custGeom>
              <a:avLst/>
              <a:gdLst>
                <a:gd name="T0" fmla="*/ 51 w 56"/>
                <a:gd name="T1" fmla="*/ 0 h 45"/>
                <a:gd name="T2" fmla="*/ 53 w 56"/>
                <a:gd name="T3" fmla="*/ 0 h 45"/>
                <a:gd name="T4" fmla="*/ 54 w 56"/>
                <a:gd name="T5" fmla="*/ 5 h 45"/>
                <a:gd name="T6" fmla="*/ 55 w 56"/>
                <a:gd name="T7" fmla="*/ 5 h 45"/>
                <a:gd name="T8" fmla="*/ 55 w 56"/>
                <a:gd name="T9" fmla="*/ 5 h 45"/>
                <a:gd name="T10" fmla="*/ 55 w 56"/>
                <a:gd name="T11" fmla="*/ 5 h 45"/>
                <a:gd name="T12" fmla="*/ 56 w 56"/>
                <a:gd name="T13" fmla="*/ 5 h 45"/>
                <a:gd name="T14" fmla="*/ 56 w 56"/>
                <a:gd name="T15" fmla="*/ 6 h 45"/>
                <a:gd name="T16" fmla="*/ 56 w 56"/>
                <a:gd name="T17" fmla="*/ 9 h 45"/>
                <a:gd name="T18" fmla="*/ 55 w 56"/>
                <a:gd name="T19" fmla="*/ 10 h 45"/>
                <a:gd name="T20" fmla="*/ 45 w 56"/>
                <a:gd name="T21" fmla="*/ 41 h 45"/>
                <a:gd name="T22" fmla="*/ 41 w 56"/>
                <a:gd name="T23" fmla="*/ 45 h 45"/>
                <a:gd name="T24" fmla="*/ 6 w 56"/>
                <a:gd name="T25" fmla="*/ 39 h 45"/>
                <a:gd name="T26" fmla="*/ 4 w 56"/>
                <a:gd name="T27" fmla="*/ 30 h 45"/>
                <a:gd name="T28" fmla="*/ 0 w 56"/>
                <a:gd name="T29" fmla="*/ 28 h 45"/>
                <a:gd name="T30" fmla="*/ 0 w 56"/>
                <a:gd name="T31" fmla="*/ 22 h 45"/>
                <a:gd name="T32" fmla="*/ 1 w 56"/>
                <a:gd name="T33" fmla="*/ 24 h 45"/>
                <a:gd name="T34" fmla="*/ 3 w 56"/>
                <a:gd name="T35" fmla="*/ 22 h 45"/>
                <a:gd name="T36" fmla="*/ 3 w 56"/>
                <a:gd name="T37" fmla="*/ 28 h 45"/>
                <a:gd name="T38" fmla="*/ 5 w 56"/>
                <a:gd name="T39" fmla="*/ 28 h 45"/>
                <a:gd name="T40" fmla="*/ 6 w 56"/>
                <a:gd name="T41" fmla="*/ 28 h 45"/>
                <a:gd name="T42" fmla="*/ 9 w 56"/>
                <a:gd name="T43" fmla="*/ 28 h 45"/>
                <a:gd name="T44" fmla="*/ 13 w 56"/>
                <a:gd name="T45" fmla="*/ 24 h 45"/>
                <a:gd name="T46" fmla="*/ 17 w 56"/>
                <a:gd name="T47" fmla="*/ 25 h 45"/>
                <a:gd name="T48" fmla="*/ 20 w 56"/>
                <a:gd name="T49" fmla="*/ 25 h 45"/>
                <a:gd name="T50" fmla="*/ 20 w 56"/>
                <a:gd name="T51" fmla="*/ 25 h 45"/>
                <a:gd name="T52" fmla="*/ 22 w 56"/>
                <a:gd name="T53" fmla="*/ 25 h 45"/>
                <a:gd name="T54" fmla="*/ 24 w 56"/>
                <a:gd name="T55" fmla="*/ 26 h 45"/>
                <a:gd name="T56" fmla="*/ 26 w 56"/>
                <a:gd name="T57" fmla="*/ 26 h 45"/>
                <a:gd name="T58" fmla="*/ 30 w 56"/>
                <a:gd name="T59" fmla="*/ 25 h 45"/>
                <a:gd name="T60" fmla="*/ 30 w 56"/>
                <a:gd name="T61" fmla="*/ 24 h 45"/>
                <a:gd name="T62" fmla="*/ 31 w 56"/>
                <a:gd name="T63" fmla="*/ 24 h 45"/>
                <a:gd name="T64" fmla="*/ 30 w 56"/>
                <a:gd name="T65" fmla="*/ 22 h 45"/>
                <a:gd name="T66" fmla="*/ 33 w 56"/>
                <a:gd name="T67" fmla="*/ 22 h 45"/>
                <a:gd name="T68" fmla="*/ 33 w 56"/>
                <a:gd name="T69" fmla="*/ 21 h 45"/>
                <a:gd name="T70" fmla="*/ 34 w 56"/>
                <a:gd name="T71" fmla="*/ 24 h 45"/>
                <a:gd name="T72" fmla="*/ 37 w 56"/>
                <a:gd name="T73" fmla="*/ 20 h 45"/>
                <a:gd name="T74" fmla="*/ 37 w 56"/>
                <a:gd name="T75" fmla="*/ 18 h 45"/>
                <a:gd name="T76" fmla="*/ 35 w 56"/>
                <a:gd name="T77" fmla="*/ 18 h 45"/>
                <a:gd name="T78" fmla="*/ 37 w 56"/>
                <a:gd name="T79" fmla="*/ 16 h 45"/>
                <a:gd name="T80" fmla="*/ 43 w 56"/>
                <a:gd name="T81" fmla="*/ 10 h 45"/>
                <a:gd name="T82" fmla="*/ 43 w 56"/>
                <a:gd name="T83" fmla="*/ 8 h 45"/>
                <a:gd name="T84" fmla="*/ 51 w 56"/>
                <a:gd name="T85" fmla="*/ 3 h 45"/>
                <a:gd name="T86" fmla="*/ 51 w 56"/>
                <a:gd name="T87" fmla="*/ 1 h 45"/>
                <a:gd name="T88" fmla="*/ 51 w 56"/>
                <a:gd name="T8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" h="45">
                  <a:moveTo>
                    <a:pt x="51" y="0"/>
                  </a:moveTo>
                  <a:lnTo>
                    <a:pt x="53" y="0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6" y="5"/>
                  </a:lnTo>
                  <a:lnTo>
                    <a:pt x="56" y="6"/>
                  </a:lnTo>
                  <a:lnTo>
                    <a:pt x="56" y="9"/>
                  </a:lnTo>
                  <a:lnTo>
                    <a:pt x="55" y="10"/>
                  </a:lnTo>
                  <a:lnTo>
                    <a:pt x="45" y="41"/>
                  </a:lnTo>
                  <a:lnTo>
                    <a:pt x="41" y="45"/>
                  </a:lnTo>
                  <a:lnTo>
                    <a:pt x="6" y="39"/>
                  </a:lnTo>
                  <a:lnTo>
                    <a:pt x="4" y="30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" y="24"/>
                  </a:lnTo>
                  <a:lnTo>
                    <a:pt x="3" y="22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6" y="28"/>
                  </a:lnTo>
                  <a:lnTo>
                    <a:pt x="9" y="28"/>
                  </a:lnTo>
                  <a:lnTo>
                    <a:pt x="13" y="24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2" y="25"/>
                  </a:lnTo>
                  <a:lnTo>
                    <a:pt x="24" y="26"/>
                  </a:lnTo>
                  <a:lnTo>
                    <a:pt x="26" y="26"/>
                  </a:lnTo>
                  <a:lnTo>
                    <a:pt x="30" y="25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0" y="22"/>
                  </a:lnTo>
                  <a:lnTo>
                    <a:pt x="33" y="22"/>
                  </a:lnTo>
                  <a:lnTo>
                    <a:pt x="33" y="21"/>
                  </a:lnTo>
                  <a:lnTo>
                    <a:pt x="34" y="24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7" y="16"/>
                  </a:lnTo>
                  <a:lnTo>
                    <a:pt x="43" y="10"/>
                  </a:lnTo>
                  <a:lnTo>
                    <a:pt x="43" y="8"/>
                  </a:lnTo>
                  <a:lnTo>
                    <a:pt x="51" y="3"/>
                  </a:lnTo>
                  <a:lnTo>
                    <a:pt x="51" y="1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3" name="Freeform 431"/>
            <p:cNvSpPr>
              <a:spLocks/>
            </p:cNvSpPr>
            <p:nvPr/>
          </p:nvSpPr>
          <p:spPr bwMode="auto">
            <a:xfrm>
              <a:off x="5283092" y="3327689"/>
              <a:ext cx="10151" cy="5075"/>
            </a:xfrm>
            <a:custGeom>
              <a:avLst/>
              <a:gdLst>
                <a:gd name="T0" fmla="*/ 2 w 4"/>
                <a:gd name="T1" fmla="*/ 0 h 2"/>
                <a:gd name="T2" fmla="*/ 4 w 4"/>
                <a:gd name="T3" fmla="*/ 1 h 2"/>
                <a:gd name="T4" fmla="*/ 2 w 4"/>
                <a:gd name="T5" fmla="*/ 2 h 2"/>
                <a:gd name="T6" fmla="*/ 0 w 4"/>
                <a:gd name="T7" fmla="*/ 1 h 2"/>
                <a:gd name="T8" fmla="*/ 0 w 4"/>
                <a:gd name="T9" fmla="*/ 0 h 2"/>
                <a:gd name="T10" fmla="*/ 2 w 4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lnTo>
                    <a:pt x="4" y="1"/>
                  </a:lnTo>
                  <a:lnTo>
                    <a:pt x="2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4" name="Freeform 432"/>
            <p:cNvSpPr>
              <a:spLocks noEditPoints="1"/>
            </p:cNvSpPr>
            <p:nvPr/>
          </p:nvSpPr>
          <p:spPr bwMode="auto">
            <a:xfrm>
              <a:off x="5252640" y="3454576"/>
              <a:ext cx="131963" cy="45679"/>
            </a:xfrm>
            <a:custGeom>
              <a:avLst/>
              <a:gdLst>
                <a:gd name="T0" fmla="*/ 1 w 52"/>
                <a:gd name="T1" fmla="*/ 15 h 18"/>
                <a:gd name="T2" fmla="*/ 1 w 52"/>
                <a:gd name="T3" fmla="*/ 15 h 18"/>
                <a:gd name="T4" fmla="*/ 1 w 52"/>
                <a:gd name="T5" fmla="*/ 17 h 18"/>
                <a:gd name="T6" fmla="*/ 1 w 52"/>
                <a:gd name="T7" fmla="*/ 18 h 18"/>
                <a:gd name="T8" fmla="*/ 0 w 52"/>
                <a:gd name="T9" fmla="*/ 17 h 18"/>
                <a:gd name="T10" fmla="*/ 0 w 52"/>
                <a:gd name="T11" fmla="*/ 17 h 18"/>
                <a:gd name="T12" fmla="*/ 1 w 52"/>
                <a:gd name="T13" fmla="*/ 15 h 18"/>
                <a:gd name="T14" fmla="*/ 26 w 52"/>
                <a:gd name="T15" fmla="*/ 12 h 18"/>
                <a:gd name="T16" fmla="*/ 27 w 52"/>
                <a:gd name="T17" fmla="*/ 12 h 18"/>
                <a:gd name="T18" fmla="*/ 30 w 52"/>
                <a:gd name="T19" fmla="*/ 12 h 18"/>
                <a:gd name="T20" fmla="*/ 30 w 52"/>
                <a:gd name="T21" fmla="*/ 14 h 18"/>
                <a:gd name="T22" fmla="*/ 29 w 52"/>
                <a:gd name="T23" fmla="*/ 15 h 18"/>
                <a:gd name="T24" fmla="*/ 27 w 52"/>
                <a:gd name="T25" fmla="*/ 17 h 18"/>
                <a:gd name="T26" fmla="*/ 25 w 52"/>
                <a:gd name="T27" fmla="*/ 14 h 18"/>
                <a:gd name="T28" fmla="*/ 26 w 52"/>
                <a:gd name="T29" fmla="*/ 12 h 18"/>
                <a:gd name="T30" fmla="*/ 8 w 52"/>
                <a:gd name="T31" fmla="*/ 12 h 18"/>
                <a:gd name="T32" fmla="*/ 9 w 52"/>
                <a:gd name="T33" fmla="*/ 12 h 18"/>
                <a:gd name="T34" fmla="*/ 9 w 52"/>
                <a:gd name="T35" fmla="*/ 12 h 18"/>
                <a:gd name="T36" fmla="*/ 9 w 52"/>
                <a:gd name="T37" fmla="*/ 13 h 18"/>
                <a:gd name="T38" fmla="*/ 8 w 52"/>
                <a:gd name="T39" fmla="*/ 12 h 18"/>
                <a:gd name="T40" fmla="*/ 8 w 52"/>
                <a:gd name="T41" fmla="*/ 12 h 18"/>
                <a:gd name="T42" fmla="*/ 19 w 52"/>
                <a:gd name="T43" fmla="*/ 8 h 18"/>
                <a:gd name="T44" fmla="*/ 22 w 52"/>
                <a:gd name="T45" fmla="*/ 8 h 18"/>
                <a:gd name="T46" fmla="*/ 21 w 52"/>
                <a:gd name="T47" fmla="*/ 10 h 18"/>
                <a:gd name="T48" fmla="*/ 18 w 52"/>
                <a:gd name="T49" fmla="*/ 10 h 18"/>
                <a:gd name="T50" fmla="*/ 14 w 52"/>
                <a:gd name="T51" fmla="*/ 13 h 18"/>
                <a:gd name="T52" fmla="*/ 13 w 52"/>
                <a:gd name="T53" fmla="*/ 12 h 18"/>
                <a:gd name="T54" fmla="*/ 12 w 52"/>
                <a:gd name="T55" fmla="*/ 10 h 18"/>
                <a:gd name="T56" fmla="*/ 13 w 52"/>
                <a:gd name="T57" fmla="*/ 9 h 18"/>
                <a:gd name="T58" fmla="*/ 16 w 52"/>
                <a:gd name="T59" fmla="*/ 9 h 18"/>
                <a:gd name="T60" fmla="*/ 18 w 52"/>
                <a:gd name="T61" fmla="*/ 8 h 18"/>
                <a:gd name="T62" fmla="*/ 19 w 52"/>
                <a:gd name="T63" fmla="*/ 8 h 18"/>
                <a:gd name="T64" fmla="*/ 47 w 52"/>
                <a:gd name="T65" fmla="*/ 5 h 18"/>
                <a:gd name="T66" fmla="*/ 47 w 52"/>
                <a:gd name="T67" fmla="*/ 8 h 18"/>
                <a:gd name="T68" fmla="*/ 44 w 52"/>
                <a:gd name="T69" fmla="*/ 12 h 18"/>
                <a:gd name="T70" fmla="*/ 42 w 52"/>
                <a:gd name="T71" fmla="*/ 13 h 18"/>
                <a:gd name="T72" fmla="*/ 41 w 52"/>
                <a:gd name="T73" fmla="*/ 12 h 18"/>
                <a:gd name="T74" fmla="*/ 43 w 52"/>
                <a:gd name="T75" fmla="*/ 9 h 18"/>
                <a:gd name="T76" fmla="*/ 43 w 52"/>
                <a:gd name="T77" fmla="*/ 8 h 18"/>
                <a:gd name="T78" fmla="*/ 47 w 52"/>
                <a:gd name="T79" fmla="*/ 5 h 18"/>
                <a:gd name="T80" fmla="*/ 2 w 52"/>
                <a:gd name="T81" fmla="*/ 2 h 18"/>
                <a:gd name="T82" fmla="*/ 4 w 52"/>
                <a:gd name="T83" fmla="*/ 2 h 18"/>
                <a:gd name="T84" fmla="*/ 4 w 52"/>
                <a:gd name="T85" fmla="*/ 6 h 18"/>
                <a:gd name="T86" fmla="*/ 2 w 52"/>
                <a:gd name="T87" fmla="*/ 8 h 18"/>
                <a:gd name="T88" fmla="*/ 2 w 52"/>
                <a:gd name="T89" fmla="*/ 5 h 18"/>
                <a:gd name="T90" fmla="*/ 2 w 52"/>
                <a:gd name="T91" fmla="*/ 4 h 18"/>
                <a:gd name="T92" fmla="*/ 2 w 52"/>
                <a:gd name="T93" fmla="*/ 2 h 18"/>
                <a:gd name="T94" fmla="*/ 51 w 52"/>
                <a:gd name="T95" fmla="*/ 0 h 18"/>
                <a:gd name="T96" fmla="*/ 52 w 52"/>
                <a:gd name="T97" fmla="*/ 1 h 18"/>
                <a:gd name="T98" fmla="*/ 51 w 52"/>
                <a:gd name="T99" fmla="*/ 1 h 18"/>
                <a:gd name="T100" fmla="*/ 48 w 52"/>
                <a:gd name="T101" fmla="*/ 2 h 18"/>
                <a:gd name="T102" fmla="*/ 50 w 52"/>
                <a:gd name="T103" fmla="*/ 0 h 18"/>
                <a:gd name="T104" fmla="*/ 51 w 52"/>
                <a:gd name="T10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" h="18">
                  <a:moveTo>
                    <a:pt x="1" y="15"/>
                  </a:moveTo>
                  <a:lnTo>
                    <a:pt x="1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close/>
                  <a:moveTo>
                    <a:pt x="26" y="12"/>
                  </a:moveTo>
                  <a:lnTo>
                    <a:pt x="27" y="12"/>
                  </a:lnTo>
                  <a:lnTo>
                    <a:pt x="30" y="12"/>
                  </a:lnTo>
                  <a:lnTo>
                    <a:pt x="30" y="14"/>
                  </a:lnTo>
                  <a:lnTo>
                    <a:pt x="29" y="15"/>
                  </a:lnTo>
                  <a:lnTo>
                    <a:pt x="27" y="17"/>
                  </a:lnTo>
                  <a:lnTo>
                    <a:pt x="25" y="14"/>
                  </a:lnTo>
                  <a:lnTo>
                    <a:pt x="26" y="12"/>
                  </a:lnTo>
                  <a:close/>
                  <a:moveTo>
                    <a:pt x="8" y="12"/>
                  </a:moveTo>
                  <a:lnTo>
                    <a:pt x="9" y="12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8" y="12"/>
                  </a:lnTo>
                  <a:lnTo>
                    <a:pt x="8" y="12"/>
                  </a:lnTo>
                  <a:close/>
                  <a:moveTo>
                    <a:pt x="19" y="8"/>
                  </a:moveTo>
                  <a:lnTo>
                    <a:pt x="22" y="8"/>
                  </a:lnTo>
                  <a:lnTo>
                    <a:pt x="21" y="10"/>
                  </a:lnTo>
                  <a:lnTo>
                    <a:pt x="18" y="10"/>
                  </a:lnTo>
                  <a:lnTo>
                    <a:pt x="14" y="13"/>
                  </a:lnTo>
                  <a:lnTo>
                    <a:pt x="13" y="12"/>
                  </a:lnTo>
                  <a:lnTo>
                    <a:pt x="12" y="10"/>
                  </a:lnTo>
                  <a:lnTo>
                    <a:pt x="13" y="9"/>
                  </a:lnTo>
                  <a:lnTo>
                    <a:pt x="16" y="9"/>
                  </a:lnTo>
                  <a:lnTo>
                    <a:pt x="18" y="8"/>
                  </a:lnTo>
                  <a:lnTo>
                    <a:pt x="19" y="8"/>
                  </a:lnTo>
                  <a:close/>
                  <a:moveTo>
                    <a:pt x="47" y="5"/>
                  </a:moveTo>
                  <a:lnTo>
                    <a:pt x="47" y="8"/>
                  </a:lnTo>
                  <a:lnTo>
                    <a:pt x="44" y="12"/>
                  </a:lnTo>
                  <a:lnTo>
                    <a:pt x="42" y="13"/>
                  </a:lnTo>
                  <a:lnTo>
                    <a:pt x="41" y="12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47" y="5"/>
                  </a:lnTo>
                  <a:close/>
                  <a:moveTo>
                    <a:pt x="2" y="2"/>
                  </a:moveTo>
                  <a:lnTo>
                    <a:pt x="4" y="2"/>
                  </a:lnTo>
                  <a:lnTo>
                    <a:pt x="4" y="6"/>
                  </a:lnTo>
                  <a:lnTo>
                    <a:pt x="2" y="8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close/>
                  <a:moveTo>
                    <a:pt x="51" y="0"/>
                  </a:moveTo>
                  <a:lnTo>
                    <a:pt x="52" y="1"/>
                  </a:lnTo>
                  <a:lnTo>
                    <a:pt x="51" y="1"/>
                  </a:lnTo>
                  <a:lnTo>
                    <a:pt x="48" y="2"/>
                  </a:lnTo>
                  <a:lnTo>
                    <a:pt x="50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5" name="Freeform 434"/>
            <p:cNvSpPr>
              <a:spLocks noEditPoints="1"/>
            </p:cNvSpPr>
            <p:nvPr/>
          </p:nvSpPr>
          <p:spPr bwMode="auto">
            <a:xfrm>
              <a:off x="7331053" y="3528172"/>
              <a:ext cx="223322" cy="317219"/>
            </a:xfrm>
            <a:custGeom>
              <a:avLst/>
              <a:gdLst>
                <a:gd name="T0" fmla="*/ 46 w 88"/>
                <a:gd name="T1" fmla="*/ 22 h 125"/>
                <a:gd name="T2" fmla="*/ 50 w 88"/>
                <a:gd name="T3" fmla="*/ 29 h 125"/>
                <a:gd name="T4" fmla="*/ 59 w 88"/>
                <a:gd name="T5" fmla="*/ 35 h 125"/>
                <a:gd name="T6" fmla="*/ 63 w 88"/>
                <a:gd name="T7" fmla="*/ 34 h 125"/>
                <a:gd name="T8" fmla="*/ 71 w 88"/>
                <a:gd name="T9" fmla="*/ 34 h 125"/>
                <a:gd name="T10" fmla="*/ 76 w 88"/>
                <a:gd name="T11" fmla="*/ 39 h 125"/>
                <a:gd name="T12" fmla="*/ 79 w 88"/>
                <a:gd name="T13" fmla="*/ 43 h 125"/>
                <a:gd name="T14" fmla="*/ 85 w 88"/>
                <a:gd name="T15" fmla="*/ 50 h 125"/>
                <a:gd name="T16" fmla="*/ 88 w 88"/>
                <a:gd name="T17" fmla="*/ 51 h 125"/>
                <a:gd name="T18" fmla="*/ 87 w 88"/>
                <a:gd name="T19" fmla="*/ 55 h 125"/>
                <a:gd name="T20" fmla="*/ 85 w 88"/>
                <a:gd name="T21" fmla="*/ 59 h 125"/>
                <a:gd name="T22" fmla="*/ 79 w 88"/>
                <a:gd name="T23" fmla="*/ 68 h 125"/>
                <a:gd name="T24" fmla="*/ 76 w 88"/>
                <a:gd name="T25" fmla="*/ 72 h 125"/>
                <a:gd name="T26" fmla="*/ 73 w 88"/>
                <a:gd name="T27" fmla="*/ 76 h 125"/>
                <a:gd name="T28" fmla="*/ 72 w 88"/>
                <a:gd name="T29" fmla="*/ 75 h 125"/>
                <a:gd name="T30" fmla="*/ 72 w 88"/>
                <a:gd name="T31" fmla="*/ 73 h 125"/>
                <a:gd name="T32" fmla="*/ 70 w 88"/>
                <a:gd name="T33" fmla="*/ 76 h 125"/>
                <a:gd name="T34" fmla="*/ 70 w 88"/>
                <a:gd name="T35" fmla="*/ 79 h 125"/>
                <a:gd name="T36" fmla="*/ 66 w 88"/>
                <a:gd name="T37" fmla="*/ 83 h 125"/>
                <a:gd name="T38" fmla="*/ 66 w 88"/>
                <a:gd name="T39" fmla="*/ 86 h 125"/>
                <a:gd name="T40" fmla="*/ 67 w 88"/>
                <a:gd name="T41" fmla="*/ 89 h 125"/>
                <a:gd name="T42" fmla="*/ 68 w 88"/>
                <a:gd name="T43" fmla="*/ 93 h 125"/>
                <a:gd name="T44" fmla="*/ 68 w 88"/>
                <a:gd name="T45" fmla="*/ 94 h 125"/>
                <a:gd name="T46" fmla="*/ 62 w 88"/>
                <a:gd name="T47" fmla="*/ 97 h 125"/>
                <a:gd name="T48" fmla="*/ 56 w 88"/>
                <a:gd name="T49" fmla="*/ 96 h 125"/>
                <a:gd name="T50" fmla="*/ 52 w 88"/>
                <a:gd name="T51" fmla="*/ 105 h 125"/>
                <a:gd name="T52" fmla="*/ 50 w 88"/>
                <a:gd name="T53" fmla="*/ 109 h 125"/>
                <a:gd name="T54" fmla="*/ 44 w 88"/>
                <a:gd name="T55" fmla="*/ 109 h 125"/>
                <a:gd name="T56" fmla="*/ 39 w 88"/>
                <a:gd name="T57" fmla="*/ 109 h 125"/>
                <a:gd name="T58" fmla="*/ 38 w 88"/>
                <a:gd name="T59" fmla="*/ 113 h 125"/>
                <a:gd name="T60" fmla="*/ 39 w 88"/>
                <a:gd name="T61" fmla="*/ 114 h 125"/>
                <a:gd name="T62" fmla="*/ 38 w 88"/>
                <a:gd name="T63" fmla="*/ 115 h 125"/>
                <a:gd name="T64" fmla="*/ 35 w 88"/>
                <a:gd name="T65" fmla="*/ 121 h 125"/>
                <a:gd name="T66" fmla="*/ 33 w 88"/>
                <a:gd name="T67" fmla="*/ 119 h 125"/>
                <a:gd name="T68" fmla="*/ 27 w 88"/>
                <a:gd name="T69" fmla="*/ 119 h 125"/>
                <a:gd name="T70" fmla="*/ 21 w 88"/>
                <a:gd name="T71" fmla="*/ 122 h 125"/>
                <a:gd name="T72" fmla="*/ 17 w 88"/>
                <a:gd name="T73" fmla="*/ 125 h 125"/>
                <a:gd name="T74" fmla="*/ 16 w 88"/>
                <a:gd name="T75" fmla="*/ 125 h 125"/>
                <a:gd name="T76" fmla="*/ 10 w 88"/>
                <a:gd name="T77" fmla="*/ 111 h 125"/>
                <a:gd name="T78" fmla="*/ 0 w 88"/>
                <a:gd name="T79" fmla="*/ 92 h 125"/>
                <a:gd name="T80" fmla="*/ 35 w 88"/>
                <a:gd name="T81" fmla="*/ 56 h 125"/>
                <a:gd name="T82" fmla="*/ 43 w 88"/>
                <a:gd name="T83" fmla="*/ 15 h 125"/>
                <a:gd name="T84" fmla="*/ 43 w 88"/>
                <a:gd name="T85" fmla="*/ 0 h 125"/>
                <a:gd name="T86" fmla="*/ 43 w 88"/>
                <a:gd name="T87" fmla="*/ 0 h 125"/>
                <a:gd name="T88" fmla="*/ 43 w 88"/>
                <a:gd name="T89" fmla="*/ 1 h 125"/>
                <a:gd name="T90" fmla="*/ 44 w 88"/>
                <a:gd name="T91" fmla="*/ 4 h 125"/>
                <a:gd name="T92" fmla="*/ 43 w 88"/>
                <a:gd name="T93" fmla="*/ 8 h 125"/>
                <a:gd name="T94" fmla="*/ 42 w 88"/>
                <a:gd name="T95" fmla="*/ 10 h 125"/>
                <a:gd name="T96" fmla="*/ 39 w 88"/>
                <a:gd name="T97" fmla="*/ 5 h 125"/>
                <a:gd name="T98" fmla="*/ 41 w 88"/>
                <a:gd name="T99" fmla="*/ 2 h 125"/>
                <a:gd name="T100" fmla="*/ 42 w 88"/>
                <a:gd name="T101" fmla="*/ 2 h 125"/>
                <a:gd name="T102" fmla="*/ 43 w 88"/>
                <a:gd name="T10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8" h="125">
                  <a:moveTo>
                    <a:pt x="44" y="14"/>
                  </a:moveTo>
                  <a:lnTo>
                    <a:pt x="46" y="22"/>
                  </a:lnTo>
                  <a:lnTo>
                    <a:pt x="50" y="26"/>
                  </a:lnTo>
                  <a:lnTo>
                    <a:pt x="50" y="29"/>
                  </a:lnTo>
                  <a:lnTo>
                    <a:pt x="56" y="34"/>
                  </a:lnTo>
                  <a:lnTo>
                    <a:pt x="59" y="35"/>
                  </a:lnTo>
                  <a:lnTo>
                    <a:pt x="60" y="34"/>
                  </a:lnTo>
                  <a:lnTo>
                    <a:pt x="63" y="34"/>
                  </a:lnTo>
                  <a:lnTo>
                    <a:pt x="68" y="35"/>
                  </a:lnTo>
                  <a:lnTo>
                    <a:pt x="71" y="34"/>
                  </a:lnTo>
                  <a:lnTo>
                    <a:pt x="73" y="34"/>
                  </a:lnTo>
                  <a:lnTo>
                    <a:pt x="76" y="39"/>
                  </a:lnTo>
                  <a:lnTo>
                    <a:pt x="77" y="42"/>
                  </a:lnTo>
                  <a:lnTo>
                    <a:pt x="79" y="43"/>
                  </a:lnTo>
                  <a:lnTo>
                    <a:pt x="80" y="46"/>
                  </a:lnTo>
                  <a:lnTo>
                    <a:pt x="85" y="50"/>
                  </a:lnTo>
                  <a:lnTo>
                    <a:pt x="87" y="50"/>
                  </a:lnTo>
                  <a:lnTo>
                    <a:pt x="88" y="51"/>
                  </a:lnTo>
                  <a:lnTo>
                    <a:pt x="88" y="52"/>
                  </a:lnTo>
                  <a:lnTo>
                    <a:pt x="87" y="55"/>
                  </a:lnTo>
                  <a:lnTo>
                    <a:pt x="87" y="56"/>
                  </a:lnTo>
                  <a:lnTo>
                    <a:pt x="85" y="59"/>
                  </a:lnTo>
                  <a:lnTo>
                    <a:pt x="81" y="65"/>
                  </a:lnTo>
                  <a:lnTo>
                    <a:pt x="79" y="68"/>
                  </a:lnTo>
                  <a:lnTo>
                    <a:pt x="77" y="71"/>
                  </a:lnTo>
                  <a:lnTo>
                    <a:pt x="76" y="72"/>
                  </a:lnTo>
                  <a:lnTo>
                    <a:pt x="75" y="77"/>
                  </a:lnTo>
                  <a:lnTo>
                    <a:pt x="73" y="76"/>
                  </a:lnTo>
                  <a:lnTo>
                    <a:pt x="72" y="76"/>
                  </a:lnTo>
                  <a:lnTo>
                    <a:pt x="72" y="75"/>
                  </a:lnTo>
                  <a:lnTo>
                    <a:pt x="72" y="73"/>
                  </a:lnTo>
                  <a:lnTo>
                    <a:pt x="72" y="73"/>
                  </a:lnTo>
                  <a:lnTo>
                    <a:pt x="71" y="73"/>
                  </a:lnTo>
                  <a:lnTo>
                    <a:pt x="70" y="76"/>
                  </a:lnTo>
                  <a:lnTo>
                    <a:pt x="68" y="77"/>
                  </a:lnTo>
                  <a:lnTo>
                    <a:pt x="70" y="79"/>
                  </a:lnTo>
                  <a:lnTo>
                    <a:pt x="68" y="79"/>
                  </a:lnTo>
                  <a:lnTo>
                    <a:pt x="66" y="83"/>
                  </a:lnTo>
                  <a:lnTo>
                    <a:pt x="66" y="84"/>
                  </a:lnTo>
                  <a:lnTo>
                    <a:pt x="66" y="86"/>
                  </a:lnTo>
                  <a:lnTo>
                    <a:pt x="66" y="86"/>
                  </a:lnTo>
                  <a:lnTo>
                    <a:pt x="67" y="89"/>
                  </a:lnTo>
                  <a:lnTo>
                    <a:pt x="66" y="89"/>
                  </a:lnTo>
                  <a:lnTo>
                    <a:pt x="68" y="93"/>
                  </a:lnTo>
                  <a:lnTo>
                    <a:pt x="68" y="94"/>
                  </a:lnTo>
                  <a:lnTo>
                    <a:pt x="68" y="94"/>
                  </a:lnTo>
                  <a:lnTo>
                    <a:pt x="63" y="96"/>
                  </a:lnTo>
                  <a:lnTo>
                    <a:pt x="62" y="97"/>
                  </a:lnTo>
                  <a:lnTo>
                    <a:pt x="59" y="96"/>
                  </a:lnTo>
                  <a:lnTo>
                    <a:pt x="56" y="96"/>
                  </a:lnTo>
                  <a:lnTo>
                    <a:pt x="52" y="101"/>
                  </a:lnTo>
                  <a:lnTo>
                    <a:pt x="52" y="105"/>
                  </a:lnTo>
                  <a:lnTo>
                    <a:pt x="51" y="106"/>
                  </a:lnTo>
                  <a:lnTo>
                    <a:pt x="50" y="109"/>
                  </a:lnTo>
                  <a:lnTo>
                    <a:pt x="47" y="108"/>
                  </a:lnTo>
                  <a:lnTo>
                    <a:pt x="44" y="109"/>
                  </a:lnTo>
                  <a:lnTo>
                    <a:pt x="41" y="109"/>
                  </a:lnTo>
                  <a:lnTo>
                    <a:pt x="39" y="109"/>
                  </a:lnTo>
                  <a:lnTo>
                    <a:pt x="38" y="111"/>
                  </a:lnTo>
                  <a:lnTo>
                    <a:pt x="38" y="113"/>
                  </a:lnTo>
                  <a:lnTo>
                    <a:pt x="38" y="114"/>
                  </a:lnTo>
                  <a:lnTo>
                    <a:pt x="39" y="114"/>
                  </a:lnTo>
                  <a:lnTo>
                    <a:pt x="39" y="115"/>
                  </a:lnTo>
                  <a:lnTo>
                    <a:pt x="38" y="115"/>
                  </a:lnTo>
                  <a:lnTo>
                    <a:pt x="38" y="117"/>
                  </a:lnTo>
                  <a:lnTo>
                    <a:pt x="35" y="121"/>
                  </a:lnTo>
                  <a:lnTo>
                    <a:pt x="34" y="121"/>
                  </a:lnTo>
                  <a:lnTo>
                    <a:pt x="33" y="119"/>
                  </a:lnTo>
                  <a:lnTo>
                    <a:pt x="30" y="119"/>
                  </a:lnTo>
                  <a:lnTo>
                    <a:pt x="27" y="119"/>
                  </a:lnTo>
                  <a:lnTo>
                    <a:pt x="23" y="122"/>
                  </a:lnTo>
                  <a:lnTo>
                    <a:pt x="21" y="122"/>
                  </a:lnTo>
                  <a:lnTo>
                    <a:pt x="19" y="125"/>
                  </a:lnTo>
                  <a:lnTo>
                    <a:pt x="17" y="125"/>
                  </a:lnTo>
                  <a:lnTo>
                    <a:pt x="17" y="123"/>
                  </a:lnTo>
                  <a:lnTo>
                    <a:pt x="16" y="125"/>
                  </a:lnTo>
                  <a:lnTo>
                    <a:pt x="9" y="117"/>
                  </a:lnTo>
                  <a:lnTo>
                    <a:pt x="10" y="111"/>
                  </a:lnTo>
                  <a:lnTo>
                    <a:pt x="0" y="97"/>
                  </a:lnTo>
                  <a:lnTo>
                    <a:pt x="0" y="92"/>
                  </a:lnTo>
                  <a:lnTo>
                    <a:pt x="34" y="81"/>
                  </a:lnTo>
                  <a:lnTo>
                    <a:pt x="35" y="56"/>
                  </a:lnTo>
                  <a:lnTo>
                    <a:pt x="33" y="46"/>
                  </a:lnTo>
                  <a:lnTo>
                    <a:pt x="43" y="15"/>
                  </a:lnTo>
                  <a:lnTo>
                    <a:pt x="44" y="14"/>
                  </a:lnTo>
                  <a:close/>
                  <a:moveTo>
                    <a:pt x="43" y="0"/>
                  </a:move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2"/>
                  </a:lnTo>
                  <a:lnTo>
                    <a:pt x="44" y="4"/>
                  </a:lnTo>
                  <a:lnTo>
                    <a:pt x="43" y="6"/>
                  </a:lnTo>
                  <a:lnTo>
                    <a:pt x="43" y="8"/>
                  </a:lnTo>
                  <a:lnTo>
                    <a:pt x="43" y="10"/>
                  </a:lnTo>
                  <a:lnTo>
                    <a:pt x="42" y="10"/>
                  </a:lnTo>
                  <a:lnTo>
                    <a:pt x="41" y="5"/>
                  </a:lnTo>
                  <a:lnTo>
                    <a:pt x="39" y="5"/>
                  </a:lnTo>
                  <a:lnTo>
                    <a:pt x="39" y="4"/>
                  </a:lnTo>
                  <a:lnTo>
                    <a:pt x="41" y="2"/>
                  </a:lnTo>
                  <a:lnTo>
                    <a:pt x="41" y="4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3" y="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6" name="Freeform 435"/>
            <p:cNvSpPr>
              <a:spLocks noEditPoints="1"/>
            </p:cNvSpPr>
            <p:nvPr/>
          </p:nvSpPr>
          <p:spPr bwMode="auto">
            <a:xfrm>
              <a:off x="7049363" y="3761644"/>
              <a:ext cx="365435" cy="223321"/>
            </a:xfrm>
            <a:custGeom>
              <a:avLst/>
              <a:gdLst>
                <a:gd name="T0" fmla="*/ 120 w 144"/>
                <a:gd name="T1" fmla="*/ 88 h 88"/>
                <a:gd name="T2" fmla="*/ 115 w 144"/>
                <a:gd name="T3" fmla="*/ 88 h 88"/>
                <a:gd name="T4" fmla="*/ 133 w 144"/>
                <a:gd name="T5" fmla="*/ 80 h 88"/>
                <a:gd name="T6" fmla="*/ 134 w 144"/>
                <a:gd name="T7" fmla="*/ 81 h 88"/>
                <a:gd name="T8" fmla="*/ 138 w 144"/>
                <a:gd name="T9" fmla="*/ 81 h 88"/>
                <a:gd name="T10" fmla="*/ 142 w 144"/>
                <a:gd name="T11" fmla="*/ 81 h 88"/>
                <a:gd name="T12" fmla="*/ 144 w 144"/>
                <a:gd name="T13" fmla="*/ 83 h 88"/>
                <a:gd name="T14" fmla="*/ 141 w 144"/>
                <a:gd name="T15" fmla="*/ 84 h 88"/>
                <a:gd name="T16" fmla="*/ 136 w 144"/>
                <a:gd name="T17" fmla="*/ 87 h 88"/>
                <a:gd name="T18" fmla="*/ 132 w 144"/>
                <a:gd name="T19" fmla="*/ 85 h 88"/>
                <a:gd name="T20" fmla="*/ 130 w 144"/>
                <a:gd name="T21" fmla="*/ 83 h 88"/>
                <a:gd name="T22" fmla="*/ 133 w 144"/>
                <a:gd name="T23" fmla="*/ 80 h 88"/>
                <a:gd name="T24" fmla="*/ 111 w 144"/>
                <a:gd name="T25" fmla="*/ 5 h 88"/>
                <a:gd name="T26" fmla="*/ 120 w 144"/>
                <a:gd name="T27" fmla="*/ 25 h 88"/>
                <a:gd name="T28" fmla="*/ 124 w 144"/>
                <a:gd name="T29" fmla="*/ 33 h 88"/>
                <a:gd name="T30" fmla="*/ 115 w 144"/>
                <a:gd name="T31" fmla="*/ 39 h 88"/>
                <a:gd name="T32" fmla="*/ 116 w 144"/>
                <a:gd name="T33" fmla="*/ 43 h 88"/>
                <a:gd name="T34" fmla="*/ 116 w 144"/>
                <a:gd name="T35" fmla="*/ 44 h 88"/>
                <a:gd name="T36" fmla="*/ 108 w 144"/>
                <a:gd name="T37" fmla="*/ 48 h 88"/>
                <a:gd name="T38" fmla="*/ 96 w 144"/>
                <a:gd name="T39" fmla="*/ 52 h 88"/>
                <a:gd name="T40" fmla="*/ 82 w 144"/>
                <a:gd name="T41" fmla="*/ 56 h 88"/>
                <a:gd name="T42" fmla="*/ 79 w 144"/>
                <a:gd name="T43" fmla="*/ 58 h 88"/>
                <a:gd name="T44" fmla="*/ 73 w 144"/>
                <a:gd name="T45" fmla="*/ 64 h 88"/>
                <a:gd name="T46" fmla="*/ 70 w 144"/>
                <a:gd name="T47" fmla="*/ 64 h 88"/>
                <a:gd name="T48" fmla="*/ 67 w 144"/>
                <a:gd name="T49" fmla="*/ 66 h 88"/>
                <a:gd name="T50" fmla="*/ 65 w 144"/>
                <a:gd name="T51" fmla="*/ 64 h 88"/>
                <a:gd name="T52" fmla="*/ 59 w 144"/>
                <a:gd name="T53" fmla="*/ 69 h 88"/>
                <a:gd name="T54" fmla="*/ 54 w 144"/>
                <a:gd name="T55" fmla="*/ 71 h 88"/>
                <a:gd name="T56" fmla="*/ 46 w 144"/>
                <a:gd name="T57" fmla="*/ 72 h 88"/>
                <a:gd name="T58" fmla="*/ 42 w 144"/>
                <a:gd name="T59" fmla="*/ 72 h 88"/>
                <a:gd name="T60" fmla="*/ 40 w 144"/>
                <a:gd name="T61" fmla="*/ 71 h 88"/>
                <a:gd name="T62" fmla="*/ 34 w 144"/>
                <a:gd name="T63" fmla="*/ 73 h 88"/>
                <a:gd name="T64" fmla="*/ 32 w 144"/>
                <a:gd name="T65" fmla="*/ 76 h 88"/>
                <a:gd name="T66" fmla="*/ 28 w 144"/>
                <a:gd name="T67" fmla="*/ 80 h 88"/>
                <a:gd name="T68" fmla="*/ 24 w 144"/>
                <a:gd name="T69" fmla="*/ 79 h 88"/>
                <a:gd name="T70" fmla="*/ 20 w 144"/>
                <a:gd name="T71" fmla="*/ 81 h 88"/>
                <a:gd name="T72" fmla="*/ 16 w 144"/>
                <a:gd name="T73" fmla="*/ 81 h 88"/>
                <a:gd name="T74" fmla="*/ 12 w 144"/>
                <a:gd name="T75" fmla="*/ 80 h 88"/>
                <a:gd name="T76" fmla="*/ 9 w 144"/>
                <a:gd name="T77" fmla="*/ 75 h 88"/>
                <a:gd name="T78" fmla="*/ 9 w 144"/>
                <a:gd name="T79" fmla="*/ 71 h 88"/>
                <a:gd name="T80" fmla="*/ 7 w 144"/>
                <a:gd name="T81" fmla="*/ 64 h 88"/>
                <a:gd name="T82" fmla="*/ 1 w 144"/>
                <a:gd name="T83" fmla="*/ 50 h 88"/>
                <a:gd name="T84" fmla="*/ 0 w 144"/>
                <a:gd name="T85" fmla="*/ 47 h 88"/>
                <a:gd name="T86" fmla="*/ 1 w 144"/>
                <a:gd name="T87" fmla="*/ 47 h 88"/>
                <a:gd name="T88" fmla="*/ 3 w 144"/>
                <a:gd name="T89" fmla="*/ 46 h 88"/>
                <a:gd name="T90" fmla="*/ 3 w 144"/>
                <a:gd name="T91" fmla="*/ 35 h 88"/>
                <a:gd name="T92" fmla="*/ 4 w 144"/>
                <a:gd name="T93" fmla="*/ 34 h 88"/>
                <a:gd name="T94" fmla="*/ 7 w 144"/>
                <a:gd name="T95" fmla="*/ 33 h 88"/>
                <a:gd name="T96" fmla="*/ 8 w 144"/>
                <a:gd name="T97" fmla="*/ 26 h 88"/>
                <a:gd name="T98" fmla="*/ 12 w 144"/>
                <a:gd name="T99" fmla="*/ 19 h 88"/>
                <a:gd name="T100" fmla="*/ 24 w 144"/>
                <a:gd name="T101" fmla="*/ 22 h 88"/>
                <a:gd name="T102" fmla="*/ 44 w 144"/>
                <a:gd name="T103" fmla="*/ 31 h 88"/>
                <a:gd name="T104" fmla="*/ 66 w 144"/>
                <a:gd name="T105" fmla="*/ 1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4" h="88">
                  <a:moveTo>
                    <a:pt x="117" y="87"/>
                  </a:moveTo>
                  <a:lnTo>
                    <a:pt x="120" y="88"/>
                  </a:lnTo>
                  <a:lnTo>
                    <a:pt x="119" y="88"/>
                  </a:lnTo>
                  <a:lnTo>
                    <a:pt x="115" y="88"/>
                  </a:lnTo>
                  <a:lnTo>
                    <a:pt x="117" y="87"/>
                  </a:lnTo>
                  <a:close/>
                  <a:moveTo>
                    <a:pt x="133" y="80"/>
                  </a:moveTo>
                  <a:lnTo>
                    <a:pt x="134" y="80"/>
                  </a:lnTo>
                  <a:lnTo>
                    <a:pt x="134" y="81"/>
                  </a:lnTo>
                  <a:lnTo>
                    <a:pt x="136" y="83"/>
                  </a:lnTo>
                  <a:lnTo>
                    <a:pt x="138" y="81"/>
                  </a:lnTo>
                  <a:lnTo>
                    <a:pt x="140" y="81"/>
                  </a:lnTo>
                  <a:lnTo>
                    <a:pt x="142" y="81"/>
                  </a:lnTo>
                  <a:lnTo>
                    <a:pt x="144" y="83"/>
                  </a:lnTo>
                  <a:lnTo>
                    <a:pt x="144" y="83"/>
                  </a:lnTo>
                  <a:lnTo>
                    <a:pt x="144" y="84"/>
                  </a:lnTo>
                  <a:lnTo>
                    <a:pt x="141" y="84"/>
                  </a:lnTo>
                  <a:lnTo>
                    <a:pt x="138" y="87"/>
                  </a:lnTo>
                  <a:lnTo>
                    <a:pt x="136" y="87"/>
                  </a:lnTo>
                  <a:lnTo>
                    <a:pt x="133" y="87"/>
                  </a:lnTo>
                  <a:lnTo>
                    <a:pt x="132" y="85"/>
                  </a:lnTo>
                  <a:lnTo>
                    <a:pt x="129" y="84"/>
                  </a:lnTo>
                  <a:lnTo>
                    <a:pt x="130" y="83"/>
                  </a:lnTo>
                  <a:lnTo>
                    <a:pt x="132" y="81"/>
                  </a:lnTo>
                  <a:lnTo>
                    <a:pt x="133" y="80"/>
                  </a:lnTo>
                  <a:close/>
                  <a:moveTo>
                    <a:pt x="111" y="0"/>
                  </a:moveTo>
                  <a:lnTo>
                    <a:pt x="111" y="5"/>
                  </a:lnTo>
                  <a:lnTo>
                    <a:pt x="121" y="19"/>
                  </a:lnTo>
                  <a:lnTo>
                    <a:pt x="120" y="25"/>
                  </a:lnTo>
                  <a:lnTo>
                    <a:pt x="127" y="33"/>
                  </a:lnTo>
                  <a:lnTo>
                    <a:pt x="124" y="33"/>
                  </a:lnTo>
                  <a:lnTo>
                    <a:pt x="119" y="34"/>
                  </a:lnTo>
                  <a:lnTo>
                    <a:pt x="115" y="39"/>
                  </a:lnTo>
                  <a:lnTo>
                    <a:pt x="115" y="42"/>
                  </a:lnTo>
                  <a:lnTo>
                    <a:pt x="116" y="43"/>
                  </a:lnTo>
                  <a:lnTo>
                    <a:pt x="115" y="43"/>
                  </a:lnTo>
                  <a:lnTo>
                    <a:pt x="116" y="44"/>
                  </a:lnTo>
                  <a:lnTo>
                    <a:pt x="111" y="46"/>
                  </a:lnTo>
                  <a:lnTo>
                    <a:pt x="108" y="48"/>
                  </a:lnTo>
                  <a:lnTo>
                    <a:pt x="104" y="51"/>
                  </a:lnTo>
                  <a:lnTo>
                    <a:pt x="96" y="52"/>
                  </a:lnTo>
                  <a:lnTo>
                    <a:pt x="95" y="54"/>
                  </a:lnTo>
                  <a:lnTo>
                    <a:pt x="82" y="56"/>
                  </a:lnTo>
                  <a:lnTo>
                    <a:pt x="80" y="56"/>
                  </a:lnTo>
                  <a:lnTo>
                    <a:pt x="79" y="58"/>
                  </a:lnTo>
                  <a:lnTo>
                    <a:pt x="76" y="62"/>
                  </a:lnTo>
                  <a:lnTo>
                    <a:pt x="73" y="64"/>
                  </a:lnTo>
                  <a:lnTo>
                    <a:pt x="71" y="64"/>
                  </a:lnTo>
                  <a:lnTo>
                    <a:pt x="70" y="64"/>
                  </a:lnTo>
                  <a:lnTo>
                    <a:pt x="69" y="66"/>
                  </a:lnTo>
                  <a:lnTo>
                    <a:pt x="67" y="66"/>
                  </a:lnTo>
                  <a:lnTo>
                    <a:pt x="66" y="64"/>
                  </a:lnTo>
                  <a:lnTo>
                    <a:pt x="65" y="64"/>
                  </a:lnTo>
                  <a:lnTo>
                    <a:pt x="59" y="68"/>
                  </a:lnTo>
                  <a:lnTo>
                    <a:pt x="59" y="69"/>
                  </a:lnTo>
                  <a:lnTo>
                    <a:pt x="58" y="71"/>
                  </a:lnTo>
                  <a:lnTo>
                    <a:pt x="54" y="71"/>
                  </a:lnTo>
                  <a:lnTo>
                    <a:pt x="48" y="73"/>
                  </a:lnTo>
                  <a:lnTo>
                    <a:pt x="46" y="72"/>
                  </a:lnTo>
                  <a:lnTo>
                    <a:pt x="45" y="71"/>
                  </a:lnTo>
                  <a:lnTo>
                    <a:pt x="42" y="72"/>
                  </a:lnTo>
                  <a:lnTo>
                    <a:pt x="41" y="71"/>
                  </a:lnTo>
                  <a:lnTo>
                    <a:pt x="40" y="71"/>
                  </a:lnTo>
                  <a:lnTo>
                    <a:pt x="38" y="71"/>
                  </a:lnTo>
                  <a:lnTo>
                    <a:pt x="34" y="73"/>
                  </a:lnTo>
                  <a:lnTo>
                    <a:pt x="33" y="76"/>
                  </a:lnTo>
                  <a:lnTo>
                    <a:pt x="32" y="76"/>
                  </a:lnTo>
                  <a:lnTo>
                    <a:pt x="30" y="80"/>
                  </a:lnTo>
                  <a:lnTo>
                    <a:pt x="28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81"/>
                  </a:lnTo>
                  <a:lnTo>
                    <a:pt x="20" y="81"/>
                  </a:lnTo>
                  <a:lnTo>
                    <a:pt x="17" y="81"/>
                  </a:lnTo>
                  <a:lnTo>
                    <a:pt x="16" y="81"/>
                  </a:lnTo>
                  <a:lnTo>
                    <a:pt x="13" y="81"/>
                  </a:lnTo>
                  <a:lnTo>
                    <a:pt x="12" y="80"/>
                  </a:lnTo>
                  <a:lnTo>
                    <a:pt x="12" y="77"/>
                  </a:lnTo>
                  <a:lnTo>
                    <a:pt x="9" y="75"/>
                  </a:lnTo>
                  <a:lnTo>
                    <a:pt x="8" y="71"/>
                  </a:lnTo>
                  <a:lnTo>
                    <a:pt x="9" y="71"/>
                  </a:lnTo>
                  <a:lnTo>
                    <a:pt x="9" y="67"/>
                  </a:lnTo>
                  <a:lnTo>
                    <a:pt x="7" y="64"/>
                  </a:lnTo>
                  <a:lnTo>
                    <a:pt x="5" y="54"/>
                  </a:lnTo>
                  <a:lnTo>
                    <a:pt x="1" y="50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3" y="46"/>
                  </a:lnTo>
                  <a:lnTo>
                    <a:pt x="3" y="42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4" y="34"/>
                  </a:lnTo>
                  <a:lnTo>
                    <a:pt x="5" y="34"/>
                  </a:lnTo>
                  <a:lnTo>
                    <a:pt x="7" y="33"/>
                  </a:lnTo>
                  <a:lnTo>
                    <a:pt x="9" y="30"/>
                  </a:lnTo>
                  <a:lnTo>
                    <a:pt x="8" y="26"/>
                  </a:lnTo>
                  <a:lnTo>
                    <a:pt x="9" y="21"/>
                  </a:lnTo>
                  <a:lnTo>
                    <a:pt x="12" y="19"/>
                  </a:lnTo>
                  <a:lnTo>
                    <a:pt x="16" y="22"/>
                  </a:lnTo>
                  <a:lnTo>
                    <a:pt x="24" y="22"/>
                  </a:lnTo>
                  <a:lnTo>
                    <a:pt x="33" y="26"/>
                  </a:lnTo>
                  <a:lnTo>
                    <a:pt x="44" y="31"/>
                  </a:lnTo>
                  <a:lnTo>
                    <a:pt x="45" y="42"/>
                  </a:lnTo>
                  <a:lnTo>
                    <a:pt x="66" y="13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7" name="Freeform 436"/>
            <p:cNvSpPr>
              <a:spLocks/>
            </p:cNvSpPr>
            <p:nvPr/>
          </p:nvSpPr>
          <p:spPr bwMode="auto">
            <a:xfrm>
              <a:off x="6496134" y="3363218"/>
              <a:ext cx="375586" cy="317219"/>
            </a:xfrm>
            <a:custGeom>
              <a:avLst/>
              <a:gdLst>
                <a:gd name="T0" fmla="*/ 25 w 148"/>
                <a:gd name="T1" fmla="*/ 3 h 125"/>
                <a:gd name="T2" fmla="*/ 34 w 148"/>
                <a:gd name="T3" fmla="*/ 5 h 125"/>
                <a:gd name="T4" fmla="*/ 42 w 148"/>
                <a:gd name="T5" fmla="*/ 7 h 125"/>
                <a:gd name="T6" fmla="*/ 54 w 148"/>
                <a:gd name="T7" fmla="*/ 9 h 125"/>
                <a:gd name="T8" fmla="*/ 59 w 148"/>
                <a:gd name="T9" fmla="*/ 5 h 125"/>
                <a:gd name="T10" fmla="*/ 65 w 148"/>
                <a:gd name="T11" fmla="*/ 1 h 125"/>
                <a:gd name="T12" fmla="*/ 69 w 148"/>
                <a:gd name="T13" fmla="*/ 1 h 125"/>
                <a:gd name="T14" fmla="*/ 68 w 148"/>
                <a:gd name="T15" fmla="*/ 4 h 125"/>
                <a:gd name="T16" fmla="*/ 75 w 148"/>
                <a:gd name="T17" fmla="*/ 3 h 125"/>
                <a:gd name="T18" fmla="*/ 73 w 148"/>
                <a:gd name="T19" fmla="*/ 0 h 125"/>
                <a:gd name="T20" fmla="*/ 81 w 148"/>
                <a:gd name="T21" fmla="*/ 3 h 125"/>
                <a:gd name="T22" fmla="*/ 81 w 148"/>
                <a:gd name="T23" fmla="*/ 5 h 125"/>
                <a:gd name="T24" fmla="*/ 86 w 148"/>
                <a:gd name="T25" fmla="*/ 8 h 125"/>
                <a:gd name="T26" fmla="*/ 89 w 148"/>
                <a:gd name="T27" fmla="*/ 7 h 125"/>
                <a:gd name="T28" fmla="*/ 106 w 148"/>
                <a:gd name="T29" fmla="*/ 5 h 125"/>
                <a:gd name="T30" fmla="*/ 111 w 148"/>
                <a:gd name="T31" fmla="*/ 7 h 125"/>
                <a:gd name="T32" fmla="*/ 118 w 148"/>
                <a:gd name="T33" fmla="*/ 23 h 125"/>
                <a:gd name="T34" fmla="*/ 118 w 148"/>
                <a:gd name="T35" fmla="*/ 30 h 125"/>
                <a:gd name="T36" fmla="*/ 114 w 148"/>
                <a:gd name="T37" fmla="*/ 42 h 125"/>
                <a:gd name="T38" fmla="*/ 113 w 148"/>
                <a:gd name="T39" fmla="*/ 50 h 125"/>
                <a:gd name="T40" fmla="*/ 109 w 148"/>
                <a:gd name="T41" fmla="*/ 49 h 125"/>
                <a:gd name="T42" fmla="*/ 100 w 148"/>
                <a:gd name="T43" fmla="*/ 40 h 125"/>
                <a:gd name="T44" fmla="*/ 94 w 148"/>
                <a:gd name="T45" fmla="*/ 30 h 125"/>
                <a:gd name="T46" fmla="*/ 92 w 148"/>
                <a:gd name="T47" fmla="*/ 25 h 125"/>
                <a:gd name="T48" fmla="*/ 90 w 148"/>
                <a:gd name="T49" fmla="*/ 25 h 125"/>
                <a:gd name="T50" fmla="*/ 92 w 148"/>
                <a:gd name="T51" fmla="*/ 32 h 125"/>
                <a:gd name="T52" fmla="*/ 97 w 148"/>
                <a:gd name="T53" fmla="*/ 41 h 125"/>
                <a:gd name="T54" fmla="*/ 105 w 148"/>
                <a:gd name="T55" fmla="*/ 50 h 125"/>
                <a:gd name="T56" fmla="*/ 109 w 148"/>
                <a:gd name="T57" fmla="*/ 58 h 125"/>
                <a:gd name="T58" fmla="*/ 111 w 148"/>
                <a:gd name="T59" fmla="*/ 66 h 125"/>
                <a:gd name="T60" fmla="*/ 119 w 148"/>
                <a:gd name="T61" fmla="*/ 83 h 125"/>
                <a:gd name="T62" fmla="*/ 127 w 148"/>
                <a:gd name="T63" fmla="*/ 94 h 125"/>
                <a:gd name="T64" fmla="*/ 130 w 148"/>
                <a:gd name="T65" fmla="*/ 95 h 125"/>
                <a:gd name="T66" fmla="*/ 134 w 148"/>
                <a:gd name="T67" fmla="*/ 100 h 125"/>
                <a:gd name="T68" fmla="*/ 130 w 148"/>
                <a:gd name="T69" fmla="*/ 100 h 125"/>
                <a:gd name="T70" fmla="*/ 130 w 148"/>
                <a:gd name="T71" fmla="*/ 107 h 125"/>
                <a:gd name="T72" fmla="*/ 138 w 148"/>
                <a:gd name="T73" fmla="*/ 115 h 125"/>
                <a:gd name="T74" fmla="*/ 143 w 148"/>
                <a:gd name="T75" fmla="*/ 119 h 125"/>
                <a:gd name="T76" fmla="*/ 148 w 148"/>
                <a:gd name="T77" fmla="*/ 124 h 125"/>
                <a:gd name="T78" fmla="*/ 3 w 148"/>
                <a:gd name="T79" fmla="*/ 30 h 125"/>
                <a:gd name="T80" fmla="*/ 2 w 148"/>
                <a:gd name="T81" fmla="*/ 17 h 125"/>
                <a:gd name="T82" fmla="*/ 2 w 148"/>
                <a:gd name="T83" fmla="*/ 8 h 125"/>
                <a:gd name="T84" fmla="*/ 3 w 148"/>
                <a:gd name="T85" fmla="*/ 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25">
                  <a:moveTo>
                    <a:pt x="11" y="0"/>
                  </a:moveTo>
                  <a:lnTo>
                    <a:pt x="15" y="1"/>
                  </a:lnTo>
                  <a:lnTo>
                    <a:pt x="25" y="3"/>
                  </a:lnTo>
                  <a:lnTo>
                    <a:pt x="29" y="3"/>
                  </a:lnTo>
                  <a:lnTo>
                    <a:pt x="31" y="5"/>
                  </a:lnTo>
                  <a:lnTo>
                    <a:pt x="34" y="5"/>
                  </a:lnTo>
                  <a:lnTo>
                    <a:pt x="35" y="5"/>
                  </a:lnTo>
                  <a:lnTo>
                    <a:pt x="38" y="7"/>
                  </a:lnTo>
                  <a:lnTo>
                    <a:pt x="42" y="7"/>
                  </a:lnTo>
                  <a:lnTo>
                    <a:pt x="44" y="7"/>
                  </a:lnTo>
                  <a:lnTo>
                    <a:pt x="50" y="9"/>
                  </a:lnTo>
                  <a:lnTo>
                    <a:pt x="54" y="9"/>
                  </a:lnTo>
                  <a:lnTo>
                    <a:pt x="54" y="8"/>
                  </a:lnTo>
                  <a:lnTo>
                    <a:pt x="56" y="7"/>
                  </a:lnTo>
                  <a:lnTo>
                    <a:pt x="59" y="5"/>
                  </a:lnTo>
                  <a:lnTo>
                    <a:pt x="60" y="4"/>
                  </a:lnTo>
                  <a:lnTo>
                    <a:pt x="64" y="3"/>
                  </a:lnTo>
                  <a:lnTo>
                    <a:pt x="65" y="1"/>
                  </a:lnTo>
                  <a:lnTo>
                    <a:pt x="68" y="1"/>
                  </a:lnTo>
                  <a:lnTo>
                    <a:pt x="71" y="1"/>
                  </a:lnTo>
                  <a:lnTo>
                    <a:pt x="69" y="1"/>
                  </a:lnTo>
                  <a:lnTo>
                    <a:pt x="67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2" y="3"/>
                  </a:lnTo>
                  <a:lnTo>
                    <a:pt x="75" y="3"/>
                  </a:lnTo>
                  <a:lnTo>
                    <a:pt x="75" y="1"/>
                  </a:lnTo>
                  <a:lnTo>
                    <a:pt x="72" y="1"/>
                  </a:lnTo>
                  <a:lnTo>
                    <a:pt x="73" y="0"/>
                  </a:lnTo>
                  <a:lnTo>
                    <a:pt x="77" y="1"/>
                  </a:lnTo>
                  <a:lnTo>
                    <a:pt x="80" y="3"/>
                  </a:lnTo>
                  <a:lnTo>
                    <a:pt x="81" y="3"/>
                  </a:lnTo>
                  <a:lnTo>
                    <a:pt x="82" y="3"/>
                  </a:lnTo>
                  <a:lnTo>
                    <a:pt x="81" y="4"/>
                  </a:lnTo>
                  <a:lnTo>
                    <a:pt x="81" y="5"/>
                  </a:lnTo>
                  <a:lnTo>
                    <a:pt x="84" y="7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5"/>
                  </a:lnTo>
                  <a:lnTo>
                    <a:pt x="85" y="4"/>
                  </a:lnTo>
                  <a:lnTo>
                    <a:pt x="89" y="7"/>
                  </a:lnTo>
                  <a:lnTo>
                    <a:pt x="96" y="5"/>
                  </a:lnTo>
                  <a:lnTo>
                    <a:pt x="102" y="7"/>
                  </a:lnTo>
                  <a:lnTo>
                    <a:pt x="106" y="5"/>
                  </a:lnTo>
                  <a:lnTo>
                    <a:pt x="108" y="3"/>
                  </a:lnTo>
                  <a:lnTo>
                    <a:pt x="109" y="4"/>
                  </a:lnTo>
                  <a:lnTo>
                    <a:pt x="111" y="7"/>
                  </a:lnTo>
                  <a:lnTo>
                    <a:pt x="113" y="12"/>
                  </a:lnTo>
                  <a:lnTo>
                    <a:pt x="115" y="16"/>
                  </a:lnTo>
                  <a:lnTo>
                    <a:pt x="118" y="23"/>
                  </a:lnTo>
                  <a:lnTo>
                    <a:pt x="117" y="25"/>
                  </a:lnTo>
                  <a:lnTo>
                    <a:pt x="118" y="29"/>
                  </a:lnTo>
                  <a:lnTo>
                    <a:pt x="118" y="30"/>
                  </a:lnTo>
                  <a:lnTo>
                    <a:pt x="117" y="37"/>
                  </a:lnTo>
                  <a:lnTo>
                    <a:pt x="117" y="40"/>
                  </a:lnTo>
                  <a:lnTo>
                    <a:pt x="114" y="42"/>
                  </a:lnTo>
                  <a:lnTo>
                    <a:pt x="115" y="44"/>
                  </a:lnTo>
                  <a:lnTo>
                    <a:pt x="115" y="49"/>
                  </a:lnTo>
                  <a:lnTo>
                    <a:pt x="113" y="50"/>
                  </a:lnTo>
                  <a:lnTo>
                    <a:pt x="113" y="51"/>
                  </a:lnTo>
                  <a:lnTo>
                    <a:pt x="113" y="50"/>
                  </a:lnTo>
                  <a:lnTo>
                    <a:pt x="109" y="49"/>
                  </a:lnTo>
                  <a:lnTo>
                    <a:pt x="104" y="42"/>
                  </a:lnTo>
                  <a:lnTo>
                    <a:pt x="104" y="41"/>
                  </a:lnTo>
                  <a:lnTo>
                    <a:pt x="100" y="40"/>
                  </a:lnTo>
                  <a:lnTo>
                    <a:pt x="98" y="37"/>
                  </a:lnTo>
                  <a:lnTo>
                    <a:pt x="98" y="34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3" y="28"/>
                  </a:lnTo>
                  <a:lnTo>
                    <a:pt x="92" y="25"/>
                  </a:lnTo>
                  <a:lnTo>
                    <a:pt x="90" y="25"/>
                  </a:lnTo>
                  <a:lnTo>
                    <a:pt x="90" y="24"/>
                  </a:lnTo>
                  <a:lnTo>
                    <a:pt x="90" y="25"/>
                  </a:lnTo>
                  <a:lnTo>
                    <a:pt x="90" y="26"/>
                  </a:lnTo>
                  <a:lnTo>
                    <a:pt x="90" y="28"/>
                  </a:lnTo>
                  <a:lnTo>
                    <a:pt x="92" y="32"/>
                  </a:lnTo>
                  <a:lnTo>
                    <a:pt x="92" y="34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104" y="46"/>
                  </a:lnTo>
                  <a:lnTo>
                    <a:pt x="105" y="49"/>
                  </a:lnTo>
                  <a:lnTo>
                    <a:pt x="105" y="50"/>
                  </a:lnTo>
                  <a:lnTo>
                    <a:pt x="105" y="53"/>
                  </a:lnTo>
                  <a:lnTo>
                    <a:pt x="109" y="57"/>
                  </a:lnTo>
                  <a:lnTo>
                    <a:pt x="109" y="58"/>
                  </a:lnTo>
                  <a:lnTo>
                    <a:pt x="110" y="59"/>
                  </a:lnTo>
                  <a:lnTo>
                    <a:pt x="110" y="65"/>
                  </a:lnTo>
                  <a:lnTo>
                    <a:pt x="111" y="66"/>
                  </a:lnTo>
                  <a:lnTo>
                    <a:pt x="111" y="69"/>
                  </a:lnTo>
                  <a:lnTo>
                    <a:pt x="119" y="79"/>
                  </a:lnTo>
                  <a:lnTo>
                    <a:pt x="119" y="83"/>
                  </a:lnTo>
                  <a:lnTo>
                    <a:pt x="122" y="84"/>
                  </a:lnTo>
                  <a:lnTo>
                    <a:pt x="126" y="91"/>
                  </a:lnTo>
                  <a:lnTo>
                    <a:pt x="127" y="94"/>
                  </a:lnTo>
                  <a:lnTo>
                    <a:pt x="129" y="96"/>
                  </a:lnTo>
                  <a:lnTo>
                    <a:pt x="129" y="95"/>
                  </a:lnTo>
                  <a:lnTo>
                    <a:pt x="130" y="95"/>
                  </a:lnTo>
                  <a:lnTo>
                    <a:pt x="131" y="99"/>
                  </a:lnTo>
                  <a:lnTo>
                    <a:pt x="133" y="99"/>
                  </a:lnTo>
                  <a:lnTo>
                    <a:pt x="134" y="100"/>
                  </a:lnTo>
                  <a:lnTo>
                    <a:pt x="131" y="100"/>
                  </a:lnTo>
                  <a:lnTo>
                    <a:pt x="130" y="99"/>
                  </a:lnTo>
                  <a:lnTo>
                    <a:pt x="130" y="100"/>
                  </a:lnTo>
                  <a:lnTo>
                    <a:pt x="130" y="101"/>
                  </a:lnTo>
                  <a:lnTo>
                    <a:pt x="130" y="104"/>
                  </a:lnTo>
                  <a:lnTo>
                    <a:pt x="130" y="107"/>
                  </a:lnTo>
                  <a:lnTo>
                    <a:pt x="131" y="112"/>
                  </a:lnTo>
                  <a:lnTo>
                    <a:pt x="135" y="115"/>
                  </a:lnTo>
                  <a:lnTo>
                    <a:pt x="138" y="115"/>
                  </a:lnTo>
                  <a:lnTo>
                    <a:pt x="139" y="115"/>
                  </a:lnTo>
                  <a:lnTo>
                    <a:pt x="140" y="117"/>
                  </a:lnTo>
                  <a:lnTo>
                    <a:pt x="143" y="119"/>
                  </a:lnTo>
                  <a:lnTo>
                    <a:pt x="144" y="120"/>
                  </a:lnTo>
                  <a:lnTo>
                    <a:pt x="147" y="123"/>
                  </a:lnTo>
                  <a:lnTo>
                    <a:pt x="148" y="124"/>
                  </a:lnTo>
                  <a:lnTo>
                    <a:pt x="148" y="124"/>
                  </a:lnTo>
                  <a:lnTo>
                    <a:pt x="7" y="125"/>
                  </a:lnTo>
                  <a:lnTo>
                    <a:pt x="3" y="30"/>
                  </a:lnTo>
                  <a:lnTo>
                    <a:pt x="2" y="25"/>
                  </a:lnTo>
                  <a:lnTo>
                    <a:pt x="0" y="21"/>
                  </a:lnTo>
                  <a:lnTo>
                    <a:pt x="2" y="17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2" y="8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8" name="Freeform 437"/>
            <p:cNvSpPr>
              <a:spLocks/>
            </p:cNvSpPr>
            <p:nvPr/>
          </p:nvSpPr>
          <p:spPr bwMode="auto">
            <a:xfrm>
              <a:off x="6427616" y="3677898"/>
              <a:ext cx="497398" cy="570993"/>
            </a:xfrm>
            <a:custGeom>
              <a:avLst/>
              <a:gdLst>
                <a:gd name="T0" fmla="*/ 175 w 196"/>
                <a:gd name="T1" fmla="*/ 2 h 225"/>
                <a:gd name="T2" fmla="*/ 179 w 196"/>
                <a:gd name="T3" fmla="*/ 10 h 225"/>
                <a:gd name="T4" fmla="*/ 177 w 196"/>
                <a:gd name="T5" fmla="*/ 10 h 225"/>
                <a:gd name="T6" fmla="*/ 182 w 196"/>
                <a:gd name="T7" fmla="*/ 35 h 225"/>
                <a:gd name="T8" fmla="*/ 194 w 196"/>
                <a:gd name="T9" fmla="*/ 46 h 225"/>
                <a:gd name="T10" fmla="*/ 194 w 196"/>
                <a:gd name="T11" fmla="*/ 52 h 225"/>
                <a:gd name="T12" fmla="*/ 185 w 196"/>
                <a:gd name="T13" fmla="*/ 55 h 225"/>
                <a:gd name="T14" fmla="*/ 179 w 196"/>
                <a:gd name="T15" fmla="*/ 60 h 225"/>
                <a:gd name="T16" fmla="*/ 179 w 196"/>
                <a:gd name="T17" fmla="*/ 68 h 225"/>
                <a:gd name="T18" fmla="*/ 174 w 196"/>
                <a:gd name="T19" fmla="*/ 84 h 225"/>
                <a:gd name="T20" fmla="*/ 175 w 196"/>
                <a:gd name="T21" fmla="*/ 95 h 225"/>
                <a:gd name="T22" fmla="*/ 169 w 196"/>
                <a:gd name="T23" fmla="*/ 112 h 225"/>
                <a:gd name="T24" fmla="*/ 160 w 196"/>
                <a:gd name="T25" fmla="*/ 124 h 225"/>
                <a:gd name="T26" fmla="*/ 153 w 196"/>
                <a:gd name="T27" fmla="*/ 137 h 225"/>
                <a:gd name="T28" fmla="*/ 149 w 196"/>
                <a:gd name="T29" fmla="*/ 150 h 225"/>
                <a:gd name="T30" fmla="*/ 145 w 196"/>
                <a:gd name="T31" fmla="*/ 166 h 225"/>
                <a:gd name="T32" fmla="*/ 138 w 196"/>
                <a:gd name="T33" fmla="*/ 167 h 225"/>
                <a:gd name="T34" fmla="*/ 142 w 196"/>
                <a:gd name="T35" fmla="*/ 172 h 225"/>
                <a:gd name="T36" fmla="*/ 149 w 196"/>
                <a:gd name="T37" fmla="*/ 183 h 225"/>
                <a:gd name="T38" fmla="*/ 156 w 196"/>
                <a:gd name="T39" fmla="*/ 187 h 225"/>
                <a:gd name="T40" fmla="*/ 162 w 196"/>
                <a:gd name="T41" fmla="*/ 201 h 225"/>
                <a:gd name="T42" fmla="*/ 150 w 196"/>
                <a:gd name="T43" fmla="*/ 213 h 225"/>
                <a:gd name="T44" fmla="*/ 144 w 196"/>
                <a:gd name="T45" fmla="*/ 220 h 225"/>
                <a:gd name="T46" fmla="*/ 129 w 196"/>
                <a:gd name="T47" fmla="*/ 221 h 225"/>
                <a:gd name="T48" fmla="*/ 124 w 196"/>
                <a:gd name="T49" fmla="*/ 225 h 225"/>
                <a:gd name="T50" fmla="*/ 115 w 196"/>
                <a:gd name="T51" fmla="*/ 221 h 225"/>
                <a:gd name="T52" fmla="*/ 111 w 196"/>
                <a:gd name="T53" fmla="*/ 224 h 225"/>
                <a:gd name="T54" fmla="*/ 106 w 196"/>
                <a:gd name="T55" fmla="*/ 221 h 225"/>
                <a:gd name="T56" fmla="*/ 99 w 196"/>
                <a:gd name="T57" fmla="*/ 214 h 225"/>
                <a:gd name="T58" fmla="*/ 91 w 196"/>
                <a:gd name="T59" fmla="*/ 210 h 225"/>
                <a:gd name="T60" fmla="*/ 84 w 196"/>
                <a:gd name="T61" fmla="*/ 212 h 225"/>
                <a:gd name="T62" fmla="*/ 77 w 196"/>
                <a:gd name="T63" fmla="*/ 214 h 225"/>
                <a:gd name="T64" fmla="*/ 70 w 196"/>
                <a:gd name="T65" fmla="*/ 206 h 225"/>
                <a:gd name="T66" fmla="*/ 65 w 196"/>
                <a:gd name="T67" fmla="*/ 202 h 225"/>
                <a:gd name="T68" fmla="*/ 58 w 196"/>
                <a:gd name="T69" fmla="*/ 193 h 225"/>
                <a:gd name="T70" fmla="*/ 53 w 196"/>
                <a:gd name="T71" fmla="*/ 185 h 225"/>
                <a:gd name="T72" fmla="*/ 45 w 196"/>
                <a:gd name="T73" fmla="*/ 181 h 225"/>
                <a:gd name="T74" fmla="*/ 44 w 196"/>
                <a:gd name="T75" fmla="*/ 175 h 225"/>
                <a:gd name="T76" fmla="*/ 38 w 196"/>
                <a:gd name="T77" fmla="*/ 170 h 225"/>
                <a:gd name="T78" fmla="*/ 29 w 196"/>
                <a:gd name="T79" fmla="*/ 163 h 225"/>
                <a:gd name="T80" fmla="*/ 21 w 196"/>
                <a:gd name="T81" fmla="*/ 162 h 225"/>
                <a:gd name="T82" fmla="*/ 21 w 196"/>
                <a:gd name="T83" fmla="*/ 151 h 225"/>
                <a:gd name="T84" fmla="*/ 12 w 196"/>
                <a:gd name="T85" fmla="*/ 137 h 225"/>
                <a:gd name="T86" fmla="*/ 12 w 196"/>
                <a:gd name="T87" fmla="*/ 131 h 225"/>
                <a:gd name="T88" fmla="*/ 7 w 196"/>
                <a:gd name="T89" fmla="*/ 121 h 225"/>
                <a:gd name="T90" fmla="*/ 7 w 196"/>
                <a:gd name="T91" fmla="*/ 113 h 225"/>
                <a:gd name="T92" fmla="*/ 4 w 196"/>
                <a:gd name="T93" fmla="*/ 108 h 225"/>
                <a:gd name="T94" fmla="*/ 7 w 196"/>
                <a:gd name="T95" fmla="*/ 99 h 225"/>
                <a:gd name="T96" fmla="*/ 9 w 196"/>
                <a:gd name="T97" fmla="*/ 91 h 225"/>
                <a:gd name="T98" fmla="*/ 16 w 196"/>
                <a:gd name="T99" fmla="*/ 77 h 225"/>
                <a:gd name="T100" fmla="*/ 24 w 196"/>
                <a:gd name="T101" fmla="*/ 29 h 225"/>
                <a:gd name="T102" fmla="*/ 175 w 196"/>
                <a:gd name="T103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6" h="225">
                  <a:moveTo>
                    <a:pt x="175" y="0"/>
                  </a:moveTo>
                  <a:lnTo>
                    <a:pt x="175" y="1"/>
                  </a:lnTo>
                  <a:lnTo>
                    <a:pt x="175" y="1"/>
                  </a:lnTo>
                  <a:lnTo>
                    <a:pt x="175" y="2"/>
                  </a:lnTo>
                  <a:lnTo>
                    <a:pt x="175" y="2"/>
                  </a:lnTo>
                  <a:lnTo>
                    <a:pt x="175" y="4"/>
                  </a:lnTo>
                  <a:lnTo>
                    <a:pt x="175" y="4"/>
                  </a:lnTo>
                  <a:lnTo>
                    <a:pt x="177" y="5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79" y="12"/>
                  </a:lnTo>
                  <a:lnTo>
                    <a:pt x="179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7" y="10"/>
                  </a:lnTo>
                  <a:lnTo>
                    <a:pt x="178" y="13"/>
                  </a:lnTo>
                  <a:lnTo>
                    <a:pt x="181" y="21"/>
                  </a:lnTo>
                  <a:lnTo>
                    <a:pt x="181" y="26"/>
                  </a:lnTo>
                  <a:lnTo>
                    <a:pt x="181" y="30"/>
                  </a:lnTo>
                  <a:lnTo>
                    <a:pt x="182" y="35"/>
                  </a:lnTo>
                  <a:lnTo>
                    <a:pt x="185" y="39"/>
                  </a:lnTo>
                  <a:lnTo>
                    <a:pt x="186" y="39"/>
                  </a:lnTo>
                  <a:lnTo>
                    <a:pt x="191" y="43"/>
                  </a:lnTo>
                  <a:lnTo>
                    <a:pt x="191" y="46"/>
                  </a:lnTo>
                  <a:lnTo>
                    <a:pt x="194" y="46"/>
                  </a:lnTo>
                  <a:lnTo>
                    <a:pt x="196" y="47"/>
                  </a:lnTo>
                  <a:lnTo>
                    <a:pt x="196" y="49"/>
                  </a:lnTo>
                  <a:lnTo>
                    <a:pt x="196" y="49"/>
                  </a:lnTo>
                  <a:lnTo>
                    <a:pt x="195" y="51"/>
                  </a:lnTo>
                  <a:lnTo>
                    <a:pt x="194" y="52"/>
                  </a:lnTo>
                  <a:lnTo>
                    <a:pt x="191" y="52"/>
                  </a:lnTo>
                  <a:lnTo>
                    <a:pt x="191" y="54"/>
                  </a:lnTo>
                  <a:lnTo>
                    <a:pt x="189" y="54"/>
                  </a:lnTo>
                  <a:lnTo>
                    <a:pt x="187" y="55"/>
                  </a:lnTo>
                  <a:lnTo>
                    <a:pt x="185" y="55"/>
                  </a:lnTo>
                  <a:lnTo>
                    <a:pt x="185" y="56"/>
                  </a:lnTo>
                  <a:lnTo>
                    <a:pt x="185" y="58"/>
                  </a:lnTo>
                  <a:lnTo>
                    <a:pt x="185" y="59"/>
                  </a:lnTo>
                  <a:lnTo>
                    <a:pt x="181" y="59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8" y="66"/>
                  </a:lnTo>
                  <a:lnTo>
                    <a:pt x="179" y="66"/>
                  </a:lnTo>
                  <a:lnTo>
                    <a:pt x="181" y="67"/>
                  </a:lnTo>
                  <a:lnTo>
                    <a:pt x="179" y="68"/>
                  </a:lnTo>
                  <a:lnTo>
                    <a:pt x="178" y="72"/>
                  </a:lnTo>
                  <a:lnTo>
                    <a:pt x="177" y="77"/>
                  </a:lnTo>
                  <a:lnTo>
                    <a:pt x="175" y="80"/>
                  </a:lnTo>
                  <a:lnTo>
                    <a:pt x="175" y="83"/>
                  </a:lnTo>
                  <a:lnTo>
                    <a:pt x="174" y="84"/>
                  </a:lnTo>
                  <a:lnTo>
                    <a:pt x="174" y="87"/>
                  </a:lnTo>
                  <a:lnTo>
                    <a:pt x="175" y="92"/>
                  </a:lnTo>
                  <a:lnTo>
                    <a:pt x="175" y="95"/>
                  </a:lnTo>
                  <a:lnTo>
                    <a:pt x="177" y="95"/>
                  </a:lnTo>
                  <a:lnTo>
                    <a:pt x="175" y="95"/>
                  </a:lnTo>
                  <a:lnTo>
                    <a:pt x="174" y="99"/>
                  </a:lnTo>
                  <a:lnTo>
                    <a:pt x="174" y="102"/>
                  </a:lnTo>
                  <a:lnTo>
                    <a:pt x="171" y="108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6" y="113"/>
                  </a:lnTo>
                  <a:lnTo>
                    <a:pt x="166" y="114"/>
                  </a:lnTo>
                  <a:lnTo>
                    <a:pt x="163" y="120"/>
                  </a:lnTo>
                  <a:lnTo>
                    <a:pt x="163" y="121"/>
                  </a:lnTo>
                  <a:lnTo>
                    <a:pt x="160" y="124"/>
                  </a:lnTo>
                  <a:lnTo>
                    <a:pt x="158" y="127"/>
                  </a:lnTo>
                  <a:lnTo>
                    <a:pt x="156" y="135"/>
                  </a:lnTo>
                  <a:lnTo>
                    <a:pt x="154" y="135"/>
                  </a:lnTo>
                  <a:lnTo>
                    <a:pt x="154" y="135"/>
                  </a:lnTo>
                  <a:lnTo>
                    <a:pt x="153" y="137"/>
                  </a:lnTo>
                  <a:lnTo>
                    <a:pt x="150" y="141"/>
                  </a:lnTo>
                  <a:lnTo>
                    <a:pt x="150" y="143"/>
                  </a:lnTo>
                  <a:lnTo>
                    <a:pt x="150" y="145"/>
                  </a:lnTo>
                  <a:lnTo>
                    <a:pt x="150" y="147"/>
                  </a:lnTo>
                  <a:lnTo>
                    <a:pt x="149" y="150"/>
                  </a:lnTo>
                  <a:lnTo>
                    <a:pt x="148" y="152"/>
                  </a:lnTo>
                  <a:lnTo>
                    <a:pt x="148" y="158"/>
                  </a:lnTo>
                  <a:lnTo>
                    <a:pt x="148" y="163"/>
                  </a:lnTo>
                  <a:lnTo>
                    <a:pt x="146" y="164"/>
                  </a:lnTo>
                  <a:lnTo>
                    <a:pt x="145" y="166"/>
                  </a:lnTo>
                  <a:lnTo>
                    <a:pt x="144" y="166"/>
                  </a:lnTo>
                  <a:lnTo>
                    <a:pt x="142" y="164"/>
                  </a:lnTo>
                  <a:lnTo>
                    <a:pt x="141" y="166"/>
                  </a:lnTo>
                  <a:lnTo>
                    <a:pt x="138" y="164"/>
                  </a:lnTo>
                  <a:lnTo>
                    <a:pt x="138" y="167"/>
                  </a:lnTo>
                  <a:lnTo>
                    <a:pt x="137" y="168"/>
                  </a:lnTo>
                  <a:lnTo>
                    <a:pt x="135" y="171"/>
                  </a:lnTo>
                  <a:lnTo>
                    <a:pt x="136" y="172"/>
                  </a:lnTo>
                  <a:lnTo>
                    <a:pt x="137" y="172"/>
                  </a:lnTo>
                  <a:lnTo>
                    <a:pt x="142" y="172"/>
                  </a:lnTo>
                  <a:lnTo>
                    <a:pt x="144" y="174"/>
                  </a:lnTo>
                  <a:lnTo>
                    <a:pt x="146" y="176"/>
                  </a:lnTo>
                  <a:lnTo>
                    <a:pt x="146" y="177"/>
                  </a:lnTo>
                  <a:lnTo>
                    <a:pt x="148" y="179"/>
                  </a:lnTo>
                  <a:lnTo>
                    <a:pt x="149" y="183"/>
                  </a:lnTo>
                  <a:lnTo>
                    <a:pt x="152" y="184"/>
                  </a:lnTo>
                  <a:lnTo>
                    <a:pt x="152" y="184"/>
                  </a:lnTo>
                  <a:lnTo>
                    <a:pt x="153" y="185"/>
                  </a:lnTo>
                  <a:lnTo>
                    <a:pt x="154" y="185"/>
                  </a:lnTo>
                  <a:lnTo>
                    <a:pt x="156" y="187"/>
                  </a:lnTo>
                  <a:lnTo>
                    <a:pt x="157" y="189"/>
                  </a:lnTo>
                  <a:lnTo>
                    <a:pt x="160" y="191"/>
                  </a:lnTo>
                  <a:lnTo>
                    <a:pt x="160" y="196"/>
                  </a:lnTo>
                  <a:lnTo>
                    <a:pt x="161" y="197"/>
                  </a:lnTo>
                  <a:lnTo>
                    <a:pt x="162" y="201"/>
                  </a:lnTo>
                  <a:lnTo>
                    <a:pt x="158" y="205"/>
                  </a:lnTo>
                  <a:lnTo>
                    <a:pt x="154" y="210"/>
                  </a:lnTo>
                  <a:lnTo>
                    <a:pt x="153" y="209"/>
                  </a:lnTo>
                  <a:lnTo>
                    <a:pt x="152" y="212"/>
                  </a:lnTo>
                  <a:lnTo>
                    <a:pt x="150" y="213"/>
                  </a:lnTo>
                  <a:lnTo>
                    <a:pt x="149" y="213"/>
                  </a:lnTo>
                  <a:lnTo>
                    <a:pt x="148" y="216"/>
                  </a:lnTo>
                  <a:lnTo>
                    <a:pt x="148" y="216"/>
                  </a:lnTo>
                  <a:lnTo>
                    <a:pt x="145" y="217"/>
                  </a:lnTo>
                  <a:lnTo>
                    <a:pt x="144" y="220"/>
                  </a:lnTo>
                  <a:lnTo>
                    <a:pt x="141" y="221"/>
                  </a:lnTo>
                  <a:lnTo>
                    <a:pt x="138" y="220"/>
                  </a:lnTo>
                  <a:lnTo>
                    <a:pt x="135" y="220"/>
                  </a:lnTo>
                  <a:lnTo>
                    <a:pt x="132" y="221"/>
                  </a:lnTo>
                  <a:lnTo>
                    <a:pt x="129" y="221"/>
                  </a:lnTo>
                  <a:lnTo>
                    <a:pt x="129" y="221"/>
                  </a:lnTo>
                  <a:lnTo>
                    <a:pt x="127" y="221"/>
                  </a:lnTo>
                  <a:lnTo>
                    <a:pt x="125" y="222"/>
                  </a:lnTo>
                  <a:lnTo>
                    <a:pt x="125" y="225"/>
                  </a:lnTo>
                  <a:lnTo>
                    <a:pt x="124" y="225"/>
                  </a:lnTo>
                  <a:lnTo>
                    <a:pt x="121" y="224"/>
                  </a:lnTo>
                  <a:lnTo>
                    <a:pt x="121" y="222"/>
                  </a:lnTo>
                  <a:lnTo>
                    <a:pt x="119" y="221"/>
                  </a:lnTo>
                  <a:lnTo>
                    <a:pt x="117" y="222"/>
                  </a:lnTo>
                  <a:lnTo>
                    <a:pt x="115" y="221"/>
                  </a:lnTo>
                  <a:lnTo>
                    <a:pt x="112" y="220"/>
                  </a:lnTo>
                  <a:lnTo>
                    <a:pt x="111" y="221"/>
                  </a:lnTo>
                  <a:lnTo>
                    <a:pt x="111" y="222"/>
                  </a:lnTo>
                  <a:lnTo>
                    <a:pt x="111" y="224"/>
                  </a:lnTo>
                  <a:lnTo>
                    <a:pt x="111" y="224"/>
                  </a:lnTo>
                  <a:lnTo>
                    <a:pt x="109" y="224"/>
                  </a:lnTo>
                  <a:lnTo>
                    <a:pt x="107" y="224"/>
                  </a:lnTo>
                  <a:lnTo>
                    <a:pt x="107" y="224"/>
                  </a:lnTo>
                  <a:lnTo>
                    <a:pt x="107" y="222"/>
                  </a:lnTo>
                  <a:lnTo>
                    <a:pt x="106" y="221"/>
                  </a:lnTo>
                  <a:lnTo>
                    <a:pt x="106" y="220"/>
                  </a:lnTo>
                  <a:lnTo>
                    <a:pt x="104" y="218"/>
                  </a:lnTo>
                  <a:lnTo>
                    <a:pt x="103" y="217"/>
                  </a:lnTo>
                  <a:lnTo>
                    <a:pt x="100" y="216"/>
                  </a:lnTo>
                  <a:lnTo>
                    <a:pt x="99" y="214"/>
                  </a:lnTo>
                  <a:lnTo>
                    <a:pt x="98" y="213"/>
                  </a:lnTo>
                  <a:lnTo>
                    <a:pt x="96" y="210"/>
                  </a:lnTo>
                  <a:lnTo>
                    <a:pt x="95" y="209"/>
                  </a:lnTo>
                  <a:lnTo>
                    <a:pt x="92" y="209"/>
                  </a:lnTo>
                  <a:lnTo>
                    <a:pt x="91" y="210"/>
                  </a:lnTo>
                  <a:lnTo>
                    <a:pt x="90" y="212"/>
                  </a:lnTo>
                  <a:lnTo>
                    <a:pt x="88" y="213"/>
                  </a:lnTo>
                  <a:lnTo>
                    <a:pt x="87" y="213"/>
                  </a:lnTo>
                  <a:lnTo>
                    <a:pt x="87" y="212"/>
                  </a:lnTo>
                  <a:lnTo>
                    <a:pt x="84" y="212"/>
                  </a:lnTo>
                  <a:lnTo>
                    <a:pt x="82" y="212"/>
                  </a:lnTo>
                  <a:lnTo>
                    <a:pt x="81" y="213"/>
                  </a:lnTo>
                  <a:lnTo>
                    <a:pt x="79" y="214"/>
                  </a:lnTo>
                  <a:lnTo>
                    <a:pt x="78" y="214"/>
                  </a:lnTo>
                  <a:lnTo>
                    <a:pt x="77" y="214"/>
                  </a:lnTo>
                  <a:lnTo>
                    <a:pt x="74" y="212"/>
                  </a:lnTo>
                  <a:lnTo>
                    <a:pt x="73" y="210"/>
                  </a:lnTo>
                  <a:lnTo>
                    <a:pt x="71" y="210"/>
                  </a:lnTo>
                  <a:lnTo>
                    <a:pt x="70" y="208"/>
                  </a:lnTo>
                  <a:lnTo>
                    <a:pt x="70" y="206"/>
                  </a:lnTo>
                  <a:lnTo>
                    <a:pt x="69" y="206"/>
                  </a:lnTo>
                  <a:lnTo>
                    <a:pt x="69" y="206"/>
                  </a:lnTo>
                  <a:lnTo>
                    <a:pt x="69" y="205"/>
                  </a:lnTo>
                  <a:lnTo>
                    <a:pt x="66" y="202"/>
                  </a:lnTo>
                  <a:lnTo>
                    <a:pt x="65" y="202"/>
                  </a:lnTo>
                  <a:lnTo>
                    <a:pt x="65" y="199"/>
                  </a:lnTo>
                  <a:lnTo>
                    <a:pt x="65" y="197"/>
                  </a:lnTo>
                  <a:lnTo>
                    <a:pt x="62" y="196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58" y="192"/>
                  </a:lnTo>
                  <a:lnTo>
                    <a:pt x="57" y="191"/>
                  </a:lnTo>
                  <a:lnTo>
                    <a:pt x="54" y="189"/>
                  </a:lnTo>
                  <a:lnTo>
                    <a:pt x="54" y="188"/>
                  </a:lnTo>
                  <a:lnTo>
                    <a:pt x="53" y="185"/>
                  </a:lnTo>
                  <a:lnTo>
                    <a:pt x="53" y="184"/>
                  </a:lnTo>
                  <a:lnTo>
                    <a:pt x="49" y="181"/>
                  </a:lnTo>
                  <a:lnTo>
                    <a:pt x="48" y="181"/>
                  </a:lnTo>
                  <a:lnTo>
                    <a:pt x="46" y="180"/>
                  </a:lnTo>
                  <a:lnTo>
                    <a:pt x="45" y="181"/>
                  </a:lnTo>
                  <a:lnTo>
                    <a:pt x="42" y="180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6"/>
                  </a:lnTo>
                  <a:lnTo>
                    <a:pt x="44" y="175"/>
                  </a:lnTo>
                  <a:lnTo>
                    <a:pt x="44" y="174"/>
                  </a:lnTo>
                  <a:lnTo>
                    <a:pt x="42" y="172"/>
                  </a:lnTo>
                  <a:lnTo>
                    <a:pt x="41" y="172"/>
                  </a:lnTo>
                  <a:lnTo>
                    <a:pt x="38" y="171"/>
                  </a:lnTo>
                  <a:lnTo>
                    <a:pt x="38" y="170"/>
                  </a:lnTo>
                  <a:lnTo>
                    <a:pt x="36" y="168"/>
                  </a:lnTo>
                  <a:lnTo>
                    <a:pt x="34" y="168"/>
                  </a:lnTo>
                  <a:lnTo>
                    <a:pt x="32" y="167"/>
                  </a:lnTo>
                  <a:lnTo>
                    <a:pt x="29" y="166"/>
                  </a:lnTo>
                  <a:lnTo>
                    <a:pt x="29" y="163"/>
                  </a:lnTo>
                  <a:lnTo>
                    <a:pt x="29" y="162"/>
                  </a:lnTo>
                  <a:lnTo>
                    <a:pt x="29" y="160"/>
                  </a:lnTo>
                  <a:lnTo>
                    <a:pt x="25" y="160"/>
                  </a:lnTo>
                  <a:lnTo>
                    <a:pt x="24" y="162"/>
                  </a:lnTo>
                  <a:lnTo>
                    <a:pt x="21" y="162"/>
                  </a:lnTo>
                  <a:lnTo>
                    <a:pt x="20" y="160"/>
                  </a:lnTo>
                  <a:lnTo>
                    <a:pt x="20" y="156"/>
                  </a:lnTo>
                  <a:lnTo>
                    <a:pt x="20" y="154"/>
                  </a:lnTo>
                  <a:lnTo>
                    <a:pt x="21" y="154"/>
                  </a:lnTo>
                  <a:lnTo>
                    <a:pt x="21" y="151"/>
                  </a:lnTo>
                  <a:lnTo>
                    <a:pt x="21" y="149"/>
                  </a:lnTo>
                  <a:lnTo>
                    <a:pt x="19" y="145"/>
                  </a:lnTo>
                  <a:lnTo>
                    <a:pt x="16" y="141"/>
                  </a:lnTo>
                  <a:lnTo>
                    <a:pt x="15" y="139"/>
                  </a:lnTo>
                  <a:lnTo>
                    <a:pt x="12" y="137"/>
                  </a:lnTo>
                  <a:lnTo>
                    <a:pt x="13" y="137"/>
                  </a:lnTo>
                  <a:lnTo>
                    <a:pt x="13" y="134"/>
                  </a:lnTo>
                  <a:lnTo>
                    <a:pt x="12" y="133"/>
                  </a:lnTo>
                  <a:lnTo>
                    <a:pt x="12" y="133"/>
                  </a:lnTo>
                  <a:lnTo>
                    <a:pt x="12" y="131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8" y="126"/>
                  </a:lnTo>
                  <a:lnTo>
                    <a:pt x="7" y="124"/>
                  </a:lnTo>
                  <a:lnTo>
                    <a:pt x="7" y="121"/>
                  </a:lnTo>
                  <a:lnTo>
                    <a:pt x="5" y="118"/>
                  </a:lnTo>
                  <a:lnTo>
                    <a:pt x="7" y="117"/>
                  </a:lnTo>
                  <a:lnTo>
                    <a:pt x="5" y="116"/>
                  </a:lnTo>
                  <a:lnTo>
                    <a:pt x="7" y="116"/>
                  </a:lnTo>
                  <a:lnTo>
                    <a:pt x="7" y="113"/>
                  </a:lnTo>
                  <a:lnTo>
                    <a:pt x="5" y="113"/>
                  </a:lnTo>
                  <a:lnTo>
                    <a:pt x="3" y="116"/>
                  </a:lnTo>
                  <a:lnTo>
                    <a:pt x="0" y="114"/>
                  </a:lnTo>
                  <a:lnTo>
                    <a:pt x="0" y="112"/>
                  </a:lnTo>
                  <a:lnTo>
                    <a:pt x="4" y="108"/>
                  </a:lnTo>
                  <a:lnTo>
                    <a:pt x="5" y="105"/>
                  </a:lnTo>
                  <a:lnTo>
                    <a:pt x="5" y="102"/>
                  </a:lnTo>
                  <a:lnTo>
                    <a:pt x="3" y="101"/>
                  </a:lnTo>
                  <a:lnTo>
                    <a:pt x="4" y="100"/>
                  </a:lnTo>
                  <a:lnTo>
                    <a:pt x="7" y="99"/>
                  </a:lnTo>
                  <a:lnTo>
                    <a:pt x="8" y="96"/>
                  </a:lnTo>
                  <a:lnTo>
                    <a:pt x="7" y="95"/>
                  </a:lnTo>
                  <a:lnTo>
                    <a:pt x="5" y="93"/>
                  </a:lnTo>
                  <a:lnTo>
                    <a:pt x="8" y="91"/>
                  </a:lnTo>
                  <a:lnTo>
                    <a:pt x="9" y="91"/>
                  </a:lnTo>
                  <a:lnTo>
                    <a:pt x="13" y="85"/>
                  </a:lnTo>
                  <a:lnTo>
                    <a:pt x="15" y="83"/>
                  </a:lnTo>
                  <a:lnTo>
                    <a:pt x="13" y="81"/>
                  </a:lnTo>
                  <a:lnTo>
                    <a:pt x="13" y="79"/>
                  </a:lnTo>
                  <a:lnTo>
                    <a:pt x="16" y="77"/>
                  </a:lnTo>
                  <a:lnTo>
                    <a:pt x="19" y="77"/>
                  </a:lnTo>
                  <a:lnTo>
                    <a:pt x="20" y="77"/>
                  </a:lnTo>
                  <a:lnTo>
                    <a:pt x="23" y="76"/>
                  </a:lnTo>
                  <a:lnTo>
                    <a:pt x="24" y="76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25"/>
                  </a:lnTo>
                  <a:lnTo>
                    <a:pt x="34" y="24"/>
                  </a:lnTo>
                  <a:lnTo>
                    <a:pt x="34" y="1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9" name="Freeform 438"/>
            <p:cNvSpPr>
              <a:spLocks/>
            </p:cNvSpPr>
            <p:nvPr/>
          </p:nvSpPr>
          <p:spPr bwMode="auto">
            <a:xfrm>
              <a:off x="6770211" y="3898682"/>
              <a:ext cx="459333" cy="347672"/>
            </a:xfrm>
            <a:custGeom>
              <a:avLst/>
              <a:gdLst>
                <a:gd name="T0" fmla="*/ 54 w 181"/>
                <a:gd name="T1" fmla="*/ 2 h 137"/>
                <a:gd name="T2" fmla="*/ 63 w 181"/>
                <a:gd name="T3" fmla="*/ 2 h 137"/>
                <a:gd name="T4" fmla="*/ 67 w 181"/>
                <a:gd name="T5" fmla="*/ 2 h 137"/>
                <a:gd name="T6" fmla="*/ 73 w 181"/>
                <a:gd name="T7" fmla="*/ 5 h 137"/>
                <a:gd name="T8" fmla="*/ 80 w 181"/>
                <a:gd name="T9" fmla="*/ 6 h 137"/>
                <a:gd name="T10" fmla="*/ 86 w 181"/>
                <a:gd name="T11" fmla="*/ 13 h 137"/>
                <a:gd name="T12" fmla="*/ 93 w 181"/>
                <a:gd name="T13" fmla="*/ 14 h 137"/>
                <a:gd name="T14" fmla="*/ 100 w 181"/>
                <a:gd name="T15" fmla="*/ 21 h 137"/>
                <a:gd name="T16" fmla="*/ 105 w 181"/>
                <a:gd name="T17" fmla="*/ 26 h 137"/>
                <a:gd name="T18" fmla="*/ 110 w 181"/>
                <a:gd name="T19" fmla="*/ 31 h 137"/>
                <a:gd name="T20" fmla="*/ 106 w 181"/>
                <a:gd name="T21" fmla="*/ 38 h 137"/>
                <a:gd name="T22" fmla="*/ 105 w 181"/>
                <a:gd name="T23" fmla="*/ 44 h 137"/>
                <a:gd name="T24" fmla="*/ 109 w 181"/>
                <a:gd name="T25" fmla="*/ 48 h 137"/>
                <a:gd name="T26" fmla="*/ 117 w 181"/>
                <a:gd name="T27" fmla="*/ 47 h 137"/>
                <a:gd name="T28" fmla="*/ 119 w 181"/>
                <a:gd name="T29" fmla="*/ 60 h 137"/>
                <a:gd name="T30" fmla="*/ 123 w 181"/>
                <a:gd name="T31" fmla="*/ 68 h 137"/>
                <a:gd name="T32" fmla="*/ 165 w 181"/>
                <a:gd name="T33" fmla="*/ 83 h 137"/>
                <a:gd name="T34" fmla="*/ 136 w 181"/>
                <a:gd name="T35" fmla="*/ 118 h 137"/>
                <a:gd name="T36" fmla="*/ 125 w 181"/>
                <a:gd name="T37" fmla="*/ 121 h 137"/>
                <a:gd name="T38" fmla="*/ 118 w 181"/>
                <a:gd name="T39" fmla="*/ 126 h 137"/>
                <a:gd name="T40" fmla="*/ 107 w 181"/>
                <a:gd name="T41" fmla="*/ 130 h 137"/>
                <a:gd name="T42" fmla="*/ 104 w 181"/>
                <a:gd name="T43" fmla="*/ 131 h 137"/>
                <a:gd name="T44" fmla="*/ 96 w 181"/>
                <a:gd name="T45" fmla="*/ 129 h 137"/>
                <a:gd name="T46" fmla="*/ 88 w 181"/>
                <a:gd name="T47" fmla="*/ 130 h 137"/>
                <a:gd name="T48" fmla="*/ 81 w 181"/>
                <a:gd name="T49" fmla="*/ 131 h 137"/>
                <a:gd name="T50" fmla="*/ 75 w 181"/>
                <a:gd name="T51" fmla="*/ 137 h 137"/>
                <a:gd name="T52" fmla="*/ 67 w 181"/>
                <a:gd name="T53" fmla="*/ 135 h 137"/>
                <a:gd name="T54" fmla="*/ 59 w 181"/>
                <a:gd name="T55" fmla="*/ 133 h 137"/>
                <a:gd name="T56" fmla="*/ 48 w 181"/>
                <a:gd name="T57" fmla="*/ 125 h 137"/>
                <a:gd name="T58" fmla="*/ 38 w 181"/>
                <a:gd name="T59" fmla="*/ 125 h 137"/>
                <a:gd name="T60" fmla="*/ 32 w 181"/>
                <a:gd name="T61" fmla="*/ 115 h 137"/>
                <a:gd name="T62" fmla="*/ 27 w 181"/>
                <a:gd name="T63" fmla="*/ 113 h 137"/>
                <a:gd name="T64" fmla="*/ 25 w 181"/>
                <a:gd name="T65" fmla="*/ 109 h 137"/>
                <a:gd name="T66" fmla="*/ 21 w 181"/>
                <a:gd name="T67" fmla="*/ 100 h 137"/>
                <a:gd name="T68" fmla="*/ 17 w 181"/>
                <a:gd name="T69" fmla="*/ 97 h 137"/>
                <a:gd name="T70" fmla="*/ 13 w 181"/>
                <a:gd name="T71" fmla="*/ 92 h 137"/>
                <a:gd name="T72" fmla="*/ 9 w 181"/>
                <a:gd name="T73" fmla="*/ 87 h 137"/>
                <a:gd name="T74" fmla="*/ 1 w 181"/>
                <a:gd name="T75" fmla="*/ 85 h 137"/>
                <a:gd name="T76" fmla="*/ 3 w 181"/>
                <a:gd name="T77" fmla="*/ 80 h 137"/>
                <a:gd name="T78" fmla="*/ 7 w 181"/>
                <a:gd name="T79" fmla="*/ 77 h 137"/>
                <a:gd name="T80" fmla="*/ 11 w 181"/>
                <a:gd name="T81" fmla="*/ 77 h 137"/>
                <a:gd name="T82" fmla="*/ 13 w 181"/>
                <a:gd name="T83" fmla="*/ 65 h 137"/>
                <a:gd name="T84" fmla="*/ 15 w 181"/>
                <a:gd name="T85" fmla="*/ 58 h 137"/>
                <a:gd name="T86" fmla="*/ 18 w 181"/>
                <a:gd name="T87" fmla="*/ 50 h 137"/>
                <a:gd name="T88" fmla="*/ 21 w 181"/>
                <a:gd name="T89" fmla="*/ 48 h 137"/>
                <a:gd name="T90" fmla="*/ 28 w 181"/>
                <a:gd name="T91" fmla="*/ 34 h 137"/>
                <a:gd name="T92" fmla="*/ 31 w 181"/>
                <a:gd name="T93" fmla="*/ 26 h 137"/>
                <a:gd name="T94" fmla="*/ 36 w 181"/>
                <a:gd name="T95" fmla="*/ 21 h 137"/>
                <a:gd name="T96" fmla="*/ 40 w 181"/>
                <a:gd name="T97" fmla="*/ 8 h 137"/>
                <a:gd name="T98" fmla="*/ 46 w 181"/>
                <a:gd name="T99" fmla="*/ 8 h 137"/>
                <a:gd name="T100" fmla="*/ 51 w 181"/>
                <a:gd name="T101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1" h="137">
                  <a:moveTo>
                    <a:pt x="51" y="0"/>
                  </a:moveTo>
                  <a:lnTo>
                    <a:pt x="52" y="1"/>
                  </a:lnTo>
                  <a:lnTo>
                    <a:pt x="54" y="2"/>
                  </a:lnTo>
                  <a:lnTo>
                    <a:pt x="57" y="4"/>
                  </a:lnTo>
                  <a:lnTo>
                    <a:pt x="60" y="4"/>
                  </a:lnTo>
                  <a:lnTo>
                    <a:pt x="63" y="2"/>
                  </a:lnTo>
                  <a:lnTo>
                    <a:pt x="64" y="1"/>
                  </a:lnTo>
                  <a:lnTo>
                    <a:pt x="67" y="2"/>
                  </a:lnTo>
                  <a:lnTo>
                    <a:pt x="67" y="2"/>
                  </a:lnTo>
                  <a:lnTo>
                    <a:pt x="69" y="2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5" y="4"/>
                  </a:lnTo>
                  <a:lnTo>
                    <a:pt x="77" y="5"/>
                  </a:lnTo>
                  <a:lnTo>
                    <a:pt x="80" y="6"/>
                  </a:lnTo>
                  <a:lnTo>
                    <a:pt x="81" y="6"/>
                  </a:lnTo>
                  <a:lnTo>
                    <a:pt x="85" y="10"/>
                  </a:lnTo>
                  <a:lnTo>
                    <a:pt x="86" y="13"/>
                  </a:lnTo>
                  <a:lnTo>
                    <a:pt x="90" y="13"/>
                  </a:lnTo>
                  <a:lnTo>
                    <a:pt x="90" y="14"/>
                  </a:lnTo>
                  <a:lnTo>
                    <a:pt x="93" y="14"/>
                  </a:lnTo>
                  <a:lnTo>
                    <a:pt x="93" y="15"/>
                  </a:lnTo>
                  <a:lnTo>
                    <a:pt x="96" y="17"/>
                  </a:lnTo>
                  <a:lnTo>
                    <a:pt x="100" y="21"/>
                  </a:lnTo>
                  <a:lnTo>
                    <a:pt x="102" y="21"/>
                  </a:lnTo>
                  <a:lnTo>
                    <a:pt x="104" y="23"/>
                  </a:lnTo>
                  <a:lnTo>
                    <a:pt x="105" y="26"/>
                  </a:lnTo>
                  <a:lnTo>
                    <a:pt x="105" y="27"/>
                  </a:lnTo>
                  <a:lnTo>
                    <a:pt x="106" y="27"/>
                  </a:lnTo>
                  <a:lnTo>
                    <a:pt x="110" y="31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6" y="38"/>
                  </a:lnTo>
                  <a:lnTo>
                    <a:pt x="106" y="40"/>
                  </a:lnTo>
                  <a:lnTo>
                    <a:pt x="105" y="43"/>
                  </a:lnTo>
                  <a:lnTo>
                    <a:pt x="105" y="44"/>
                  </a:lnTo>
                  <a:lnTo>
                    <a:pt x="104" y="47"/>
                  </a:lnTo>
                  <a:lnTo>
                    <a:pt x="105" y="48"/>
                  </a:lnTo>
                  <a:lnTo>
                    <a:pt x="109" y="48"/>
                  </a:lnTo>
                  <a:lnTo>
                    <a:pt x="111" y="47"/>
                  </a:lnTo>
                  <a:lnTo>
                    <a:pt x="115" y="46"/>
                  </a:lnTo>
                  <a:lnTo>
                    <a:pt x="117" y="47"/>
                  </a:lnTo>
                  <a:lnTo>
                    <a:pt x="117" y="48"/>
                  </a:lnTo>
                  <a:lnTo>
                    <a:pt x="117" y="54"/>
                  </a:lnTo>
                  <a:lnTo>
                    <a:pt x="119" y="60"/>
                  </a:lnTo>
                  <a:lnTo>
                    <a:pt x="122" y="62"/>
                  </a:lnTo>
                  <a:lnTo>
                    <a:pt x="122" y="64"/>
                  </a:lnTo>
                  <a:lnTo>
                    <a:pt x="123" y="68"/>
                  </a:lnTo>
                  <a:lnTo>
                    <a:pt x="127" y="69"/>
                  </a:lnTo>
                  <a:lnTo>
                    <a:pt x="131" y="72"/>
                  </a:lnTo>
                  <a:lnTo>
                    <a:pt x="165" y="83"/>
                  </a:lnTo>
                  <a:lnTo>
                    <a:pt x="181" y="83"/>
                  </a:lnTo>
                  <a:lnTo>
                    <a:pt x="143" y="119"/>
                  </a:lnTo>
                  <a:lnTo>
                    <a:pt x="136" y="118"/>
                  </a:lnTo>
                  <a:lnTo>
                    <a:pt x="129" y="119"/>
                  </a:lnTo>
                  <a:lnTo>
                    <a:pt x="127" y="121"/>
                  </a:lnTo>
                  <a:lnTo>
                    <a:pt x="125" y="121"/>
                  </a:lnTo>
                  <a:lnTo>
                    <a:pt x="122" y="122"/>
                  </a:lnTo>
                  <a:lnTo>
                    <a:pt x="121" y="125"/>
                  </a:lnTo>
                  <a:lnTo>
                    <a:pt x="118" y="126"/>
                  </a:lnTo>
                  <a:lnTo>
                    <a:pt x="115" y="127"/>
                  </a:lnTo>
                  <a:lnTo>
                    <a:pt x="111" y="129"/>
                  </a:lnTo>
                  <a:lnTo>
                    <a:pt x="107" y="130"/>
                  </a:lnTo>
                  <a:lnTo>
                    <a:pt x="107" y="131"/>
                  </a:lnTo>
                  <a:lnTo>
                    <a:pt x="106" y="131"/>
                  </a:lnTo>
                  <a:lnTo>
                    <a:pt x="104" y="131"/>
                  </a:lnTo>
                  <a:lnTo>
                    <a:pt x="100" y="133"/>
                  </a:lnTo>
                  <a:lnTo>
                    <a:pt x="97" y="131"/>
                  </a:lnTo>
                  <a:lnTo>
                    <a:pt x="96" y="129"/>
                  </a:lnTo>
                  <a:lnTo>
                    <a:pt x="94" y="127"/>
                  </a:lnTo>
                  <a:lnTo>
                    <a:pt x="89" y="129"/>
                  </a:lnTo>
                  <a:lnTo>
                    <a:pt x="88" y="130"/>
                  </a:lnTo>
                  <a:lnTo>
                    <a:pt x="85" y="130"/>
                  </a:lnTo>
                  <a:lnTo>
                    <a:pt x="82" y="130"/>
                  </a:lnTo>
                  <a:lnTo>
                    <a:pt x="81" y="131"/>
                  </a:lnTo>
                  <a:lnTo>
                    <a:pt x="79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2" y="137"/>
                  </a:lnTo>
                  <a:lnTo>
                    <a:pt x="69" y="137"/>
                  </a:lnTo>
                  <a:lnTo>
                    <a:pt x="67" y="135"/>
                  </a:lnTo>
                  <a:lnTo>
                    <a:pt x="63" y="135"/>
                  </a:lnTo>
                  <a:lnTo>
                    <a:pt x="60" y="135"/>
                  </a:lnTo>
                  <a:lnTo>
                    <a:pt x="59" y="133"/>
                  </a:lnTo>
                  <a:lnTo>
                    <a:pt x="56" y="130"/>
                  </a:lnTo>
                  <a:lnTo>
                    <a:pt x="51" y="126"/>
                  </a:lnTo>
                  <a:lnTo>
                    <a:pt x="48" y="125"/>
                  </a:lnTo>
                  <a:lnTo>
                    <a:pt x="43" y="125"/>
                  </a:lnTo>
                  <a:lnTo>
                    <a:pt x="40" y="125"/>
                  </a:lnTo>
                  <a:lnTo>
                    <a:pt x="38" y="125"/>
                  </a:lnTo>
                  <a:lnTo>
                    <a:pt x="35" y="125"/>
                  </a:lnTo>
                  <a:lnTo>
                    <a:pt x="32" y="122"/>
                  </a:lnTo>
                  <a:lnTo>
                    <a:pt x="32" y="115"/>
                  </a:lnTo>
                  <a:lnTo>
                    <a:pt x="31" y="114"/>
                  </a:lnTo>
                  <a:lnTo>
                    <a:pt x="28" y="115"/>
                  </a:lnTo>
                  <a:lnTo>
                    <a:pt x="27" y="113"/>
                  </a:lnTo>
                  <a:lnTo>
                    <a:pt x="27" y="114"/>
                  </a:lnTo>
                  <a:lnTo>
                    <a:pt x="26" y="110"/>
                  </a:lnTo>
                  <a:lnTo>
                    <a:pt x="25" y="109"/>
                  </a:lnTo>
                  <a:lnTo>
                    <a:pt x="25" y="104"/>
                  </a:lnTo>
                  <a:lnTo>
                    <a:pt x="22" y="102"/>
                  </a:lnTo>
                  <a:lnTo>
                    <a:pt x="21" y="100"/>
                  </a:lnTo>
                  <a:lnTo>
                    <a:pt x="19" y="98"/>
                  </a:lnTo>
                  <a:lnTo>
                    <a:pt x="18" y="98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14" y="96"/>
                  </a:lnTo>
                  <a:lnTo>
                    <a:pt x="13" y="92"/>
                  </a:lnTo>
                  <a:lnTo>
                    <a:pt x="11" y="90"/>
                  </a:lnTo>
                  <a:lnTo>
                    <a:pt x="11" y="89"/>
                  </a:lnTo>
                  <a:lnTo>
                    <a:pt x="9" y="87"/>
                  </a:lnTo>
                  <a:lnTo>
                    <a:pt x="7" y="85"/>
                  </a:lnTo>
                  <a:lnTo>
                    <a:pt x="2" y="85"/>
                  </a:lnTo>
                  <a:lnTo>
                    <a:pt x="1" y="85"/>
                  </a:lnTo>
                  <a:lnTo>
                    <a:pt x="0" y="84"/>
                  </a:lnTo>
                  <a:lnTo>
                    <a:pt x="2" y="81"/>
                  </a:lnTo>
                  <a:lnTo>
                    <a:pt x="3" y="80"/>
                  </a:lnTo>
                  <a:lnTo>
                    <a:pt x="3" y="77"/>
                  </a:lnTo>
                  <a:lnTo>
                    <a:pt x="6" y="79"/>
                  </a:lnTo>
                  <a:lnTo>
                    <a:pt x="7" y="77"/>
                  </a:lnTo>
                  <a:lnTo>
                    <a:pt x="9" y="79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3" y="76"/>
                  </a:lnTo>
                  <a:lnTo>
                    <a:pt x="13" y="71"/>
                  </a:lnTo>
                  <a:lnTo>
                    <a:pt x="13" y="65"/>
                  </a:lnTo>
                  <a:lnTo>
                    <a:pt x="14" y="63"/>
                  </a:lnTo>
                  <a:lnTo>
                    <a:pt x="15" y="60"/>
                  </a:lnTo>
                  <a:lnTo>
                    <a:pt x="15" y="58"/>
                  </a:lnTo>
                  <a:lnTo>
                    <a:pt x="15" y="56"/>
                  </a:lnTo>
                  <a:lnTo>
                    <a:pt x="15" y="54"/>
                  </a:lnTo>
                  <a:lnTo>
                    <a:pt x="18" y="50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3" y="40"/>
                  </a:lnTo>
                  <a:lnTo>
                    <a:pt x="25" y="37"/>
                  </a:lnTo>
                  <a:lnTo>
                    <a:pt x="28" y="34"/>
                  </a:lnTo>
                  <a:lnTo>
                    <a:pt x="28" y="33"/>
                  </a:lnTo>
                  <a:lnTo>
                    <a:pt x="31" y="27"/>
                  </a:lnTo>
                  <a:lnTo>
                    <a:pt x="31" y="26"/>
                  </a:lnTo>
                  <a:lnTo>
                    <a:pt x="34" y="25"/>
                  </a:lnTo>
                  <a:lnTo>
                    <a:pt x="35" y="25"/>
                  </a:lnTo>
                  <a:lnTo>
                    <a:pt x="36" y="21"/>
                  </a:lnTo>
                  <a:lnTo>
                    <a:pt x="39" y="15"/>
                  </a:lnTo>
                  <a:lnTo>
                    <a:pt x="39" y="12"/>
                  </a:lnTo>
                  <a:lnTo>
                    <a:pt x="40" y="8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0" name="Freeform 439"/>
            <p:cNvSpPr>
              <a:spLocks/>
            </p:cNvSpPr>
            <p:nvPr/>
          </p:nvSpPr>
          <p:spPr bwMode="auto">
            <a:xfrm>
              <a:off x="6869184" y="3802248"/>
              <a:ext cx="200483" cy="175105"/>
            </a:xfrm>
            <a:custGeom>
              <a:avLst/>
              <a:gdLst>
                <a:gd name="T0" fmla="*/ 24 w 79"/>
                <a:gd name="T1" fmla="*/ 0 h 69"/>
                <a:gd name="T2" fmla="*/ 30 w 79"/>
                <a:gd name="T3" fmla="*/ 15 h 69"/>
                <a:gd name="T4" fmla="*/ 33 w 79"/>
                <a:gd name="T5" fmla="*/ 25 h 69"/>
                <a:gd name="T6" fmla="*/ 34 w 79"/>
                <a:gd name="T7" fmla="*/ 28 h 69"/>
                <a:gd name="T8" fmla="*/ 37 w 79"/>
                <a:gd name="T9" fmla="*/ 31 h 69"/>
                <a:gd name="T10" fmla="*/ 40 w 79"/>
                <a:gd name="T11" fmla="*/ 35 h 69"/>
                <a:gd name="T12" fmla="*/ 38 w 79"/>
                <a:gd name="T13" fmla="*/ 32 h 69"/>
                <a:gd name="T14" fmla="*/ 40 w 79"/>
                <a:gd name="T15" fmla="*/ 30 h 69"/>
                <a:gd name="T16" fmla="*/ 41 w 79"/>
                <a:gd name="T17" fmla="*/ 34 h 69"/>
                <a:gd name="T18" fmla="*/ 45 w 79"/>
                <a:gd name="T19" fmla="*/ 38 h 69"/>
                <a:gd name="T20" fmla="*/ 47 w 79"/>
                <a:gd name="T21" fmla="*/ 36 h 69"/>
                <a:gd name="T22" fmla="*/ 50 w 79"/>
                <a:gd name="T23" fmla="*/ 36 h 69"/>
                <a:gd name="T24" fmla="*/ 53 w 79"/>
                <a:gd name="T25" fmla="*/ 40 h 69"/>
                <a:gd name="T26" fmla="*/ 57 w 79"/>
                <a:gd name="T27" fmla="*/ 43 h 69"/>
                <a:gd name="T28" fmla="*/ 62 w 79"/>
                <a:gd name="T29" fmla="*/ 50 h 69"/>
                <a:gd name="T30" fmla="*/ 67 w 79"/>
                <a:gd name="T31" fmla="*/ 53 h 69"/>
                <a:gd name="T32" fmla="*/ 67 w 79"/>
                <a:gd name="T33" fmla="*/ 52 h 69"/>
                <a:gd name="T34" fmla="*/ 71 w 79"/>
                <a:gd name="T35" fmla="*/ 59 h 69"/>
                <a:gd name="T36" fmla="*/ 74 w 79"/>
                <a:gd name="T37" fmla="*/ 61 h 69"/>
                <a:gd name="T38" fmla="*/ 74 w 79"/>
                <a:gd name="T39" fmla="*/ 64 h 69"/>
                <a:gd name="T40" fmla="*/ 76 w 79"/>
                <a:gd name="T41" fmla="*/ 65 h 69"/>
                <a:gd name="T42" fmla="*/ 78 w 79"/>
                <a:gd name="T43" fmla="*/ 65 h 69"/>
                <a:gd name="T44" fmla="*/ 76 w 79"/>
                <a:gd name="T45" fmla="*/ 68 h 69"/>
                <a:gd name="T46" fmla="*/ 74 w 79"/>
                <a:gd name="T47" fmla="*/ 69 h 69"/>
                <a:gd name="T48" fmla="*/ 67 w 79"/>
                <a:gd name="T49" fmla="*/ 65 h 69"/>
                <a:gd name="T50" fmla="*/ 66 w 79"/>
                <a:gd name="T51" fmla="*/ 64 h 69"/>
                <a:gd name="T52" fmla="*/ 63 w 79"/>
                <a:gd name="T53" fmla="*/ 59 h 69"/>
                <a:gd name="T54" fmla="*/ 57 w 79"/>
                <a:gd name="T55" fmla="*/ 55 h 69"/>
                <a:gd name="T56" fmla="*/ 54 w 79"/>
                <a:gd name="T57" fmla="*/ 52 h 69"/>
                <a:gd name="T58" fmla="*/ 51 w 79"/>
                <a:gd name="T59" fmla="*/ 51 h 69"/>
                <a:gd name="T60" fmla="*/ 46 w 79"/>
                <a:gd name="T61" fmla="*/ 48 h 69"/>
                <a:gd name="T62" fmla="*/ 41 w 79"/>
                <a:gd name="T63" fmla="*/ 44 h 69"/>
                <a:gd name="T64" fmla="*/ 36 w 79"/>
                <a:gd name="T65" fmla="*/ 42 h 69"/>
                <a:gd name="T66" fmla="*/ 34 w 79"/>
                <a:gd name="T67" fmla="*/ 43 h 69"/>
                <a:gd name="T68" fmla="*/ 28 w 79"/>
                <a:gd name="T69" fmla="*/ 40 h 69"/>
                <a:gd name="T70" fmla="*/ 25 w 79"/>
                <a:gd name="T71" fmla="*/ 39 h 69"/>
                <a:gd name="T72" fmla="*/ 21 w 79"/>
                <a:gd name="T73" fmla="*/ 42 h 69"/>
                <a:gd name="T74" fmla="*/ 15 w 79"/>
                <a:gd name="T75" fmla="*/ 40 h 69"/>
                <a:gd name="T76" fmla="*/ 12 w 79"/>
                <a:gd name="T77" fmla="*/ 38 h 69"/>
                <a:gd name="T78" fmla="*/ 7 w 79"/>
                <a:gd name="T79" fmla="*/ 44 h 69"/>
                <a:gd name="T80" fmla="*/ 4 w 79"/>
                <a:gd name="T81" fmla="*/ 46 h 69"/>
                <a:gd name="T82" fmla="*/ 1 w 79"/>
                <a:gd name="T83" fmla="*/ 43 h 69"/>
                <a:gd name="T84" fmla="*/ 0 w 79"/>
                <a:gd name="T85" fmla="*/ 35 h 69"/>
                <a:gd name="T86" fmla="*/ 1 w 79"/>
                <a:gd name="T87" fmla="*/ 31 h 69"/>
                <a:gd name="T88" fmla="*/ 4 w 79"/>
                <a:gd name="T89" fmla="*/ 23 h 69"/>
                <a:gd name="T90" fmla="*/ 7 w 79"/>
                <a:gd name="T91" fmla="*/ 18 h 69"/>
                <a:gd name="T92" fmla="*/ 4 w 79"/>
                <a:gd name="T93" fmla="*/ 17 h 69"/>
                <a:gd name="T94" fmla="*/ 5 w 79"/>
                <a:gd name="T95" fmla="*/ 11 h 69"/>
                <a:gd name="T96" fmla="*/ 11 w 79"/>
                <a:gd name="T97" fmla="*/ 10 h 69"/>
                <a:gd name="T98" fmla="*/ 11 w 79"/>
                <a:gd name="T99" fmla="*/ 7 h 69"/>
                <a:gd name="T100" fmla="*/ 13 w 79"/>
                <a:gd name="T101" fmla="*/ 6 h 69"/>
                <a:gd name="T102" fmla="*/ 17 w 79"/>
                <a:gd name="T103" fmla="*/ 5 h 69"/>
                <a:gd name="T104" fmla="*/ 20 w 79"/>
                <a:gd name="T105" fmla="*/ 3 h 69"/>
                <a:gd name="T106" fmla="*/ 22 w 79"/>
                <a:gd name="T10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9" h="69">
                  <a:moveTo>
                    <a:pt x="22" y="0"/>
                  </a:moveTo>
                  <a:lnTo>
                    <a:pt x="24" y="0"/>
                  </a:lnTo>
                  <a:lnTo>
                    <a:pt x="26" y="2"/>
                  </a:lnTo>
                  <a:lnTo>
                    <a:pt x="30" y="15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6" y="28"/>
                  </a:lnTo>
                  <a:lnTo>
                    <a:pt x="37" y="31"/>
                  </a:lnTo>
                  <a:lnTo>
                    <a:pt x="37" y="35"/>
                  </a:lnTo>
                  <a:lnTo>
                    <a:pt x="40" y="35"/>
                  </a:lnTo>
                  <a:lnTo>
                    <a:pt x="40" y="32"/>
                  </a:lnTo>
                  <a:lnTo>
                    <a:pt x="38" y="32"/>
                  </a:lnTo>
                  <a:lnTo>
                    <a:pt x="38" y="30"/>
                  </a:lnTo>
                  <a:lnTo>
                    <a:pt x="40" y="30"/>
                  </a:lnTo>
                  <a:lnTo>
                    <a:pt x="42" y="32"/>
                  </a:lnTo>
                  <a:lnTo>
                    <a:pt x="41" y="34"/>
                  </a:lnTo>
                  <a:lnTo>
                    <a:pt x="43" y="36"/>
                  </a:lnTo>
                  <a:lnTo>
                    <a:pt x="45" y="38"/>
                  </a:lnTo>
                  <a:lnTo>
                    <a:pt x="46" y="38"/>
                  </a:lnTo>
                  <a:lnTo>
                    <a:pt x="47" y="36"/>
                  </a:lnTo>
                  <a:lnTo>
                    <a:pt x="47" y="38"/>
                  </a:lnTo>
                  <a:lnTo>
                    <a:pt x="50" y="36"/>
                  </a:lnTo>
                  <a:lnTo>
                    <a:pt x="51" y="39"/>
                  </a:lnTo>
                  <a:lnTo>
                    <a:pt x="53" y="40"/>
                  </a:lnTo>
                  <a:lnTo>
                    <a:pt x="57" y="42"/>
                  </a:lnTo>
                  <a:lnTo>
                    <a:pt x="57" y="43"/>
                  </a:lnTo>
                  <a:lnTo>
                    <a:pt x="61" y="47"/>
                  </a:lnTo>
                  <a:lnTo>
                    <a:pt x="62" y="50"/>
                  </a:lnTo>
                  <a:lnTo>
                    <a:pt x="65" y="51"/>
                  </a:lnTo>
                  <a:lnTo>
                    <a:pt x="67" y="53"/>
                  </a:lnTo>
                  <a:lnTo>
                    <a:pt x="67" y="53"/>
                  </a:lnTo>
                  <a:lnTo>
                    <a:pt x="67" y="52"/>
                  </a:lnTo>
                  <a:lnTo>
                    <a:pt x="68" y="53"/>
                  </a:lnTo>
                  <a:lnTo>
                    <a:pt x="71" y="59"/>
                  </a:lnTo>
                  <a:lnTo>
                    <a:pt x="72" y="59"/>
                  </a:lnTo>
                  <a:lnTo>
                    <a:pt x="74" y="61"/>
                  </a:lnTo>
                  <a:lnTo>
                    <a:pt x="74" y="61"/>
                  </a:lnTo>
                  <a:lnTo>
                    <a:pt x="74" y="64"/>
                  </a:lnTo>
                  <a:lnTo>
                    <a:pt x="75" y="64"/>
                  </a:lnTo>
                  <a:lnTo>
                    <a:pt x="76" y="65"/>
                  </a:lnTo>
                  <a:lnTo>
                    <a:pt x="78" y="64"/>
                  </a:lnTo>
                  <a:lnTo>
                    <a:pt x="78" y="65"/>
                  </a:lnTo>
                  <a:lnTo>
                    <a:pt x="79" y="65"/>
                  </a:lnTo>
                  <a:lnTo>
                    <a:pt x="76" y="68"/>
                  </a:lnTo>
                  <a:lnTo>
                    <a:pt x="75" y="68"/>
                  </a:lnTo>
                  <a:lnTo>
                    <a:pt x="74" y="69"/>
                  </a:lnTo>
                  <a:lnTo>
                    <a:pt x="71" y="69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6" y="64"/>
                  </a:lnTo>
                  <a:lnTo>
                    <a:pt x="65" y="61"/>
                  </a:lnTo>
                  <a:lnTo>
                    <a:pt x="63" y="59"/>
                  </a:lnTo>
                  <a:lnTo>
                    <a:pt x="61" y="59"/>
                  </a:lnTo>
                  <a:lnTo>
                    <a:pt x="57" y="55"/>
                  </a:lnTo>
                  <a:lnTo>
                    <a:pt x="54" y="53"/>
                  </a:lnTo>
                  <a:lnTo>
                    <a:pt x="54" y="52"/>
                  </a:lnTo>
                  <a:lnTo>
                    <a:pt x="51" y="52"/>
                  </a:lnTo>
                  <a:lnTo>
                    <a:pt x="51" y="51"/>
                  </a:lnTo>
                  <a:lnTo>
                    <a:pt x="47" y="51"/>
                  </a:lnTo>
                  <a:lnTo>
                    <a:pt x="46" y="48"/>
                  </a:lnTo>
                  <a:lnTo>
                    <a:pt x="42" y="44"/>
                  </a:lnTo>
                  <a:lnTo>
                    <a:pt x="41" y="44"/>
                  </a:lnTo>
                  <a:lnTo>
                    <a:pt x="38" y="43"/>
                  </a:lnTo>
                  <a:lnTo>
                    <a:pt x="36" y="42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0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5" y="39"/>
                  </a:lnTo>
                  <a:lnTo>
                    <a:pt x="24" y="40"/>
                  </a:lnTo>
                  <a:lnTo>
                    <a:pt x="21" y="42"/>
                  </a:lnTo>
                  <a:lnTo>
                    <a:pt x="18" y="42"/>
                  </a:lnTo>
                  <a:lnTo>
                    <a:pt x="15" y="40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9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4" y="46"/>
                  </a:lnTo>
                  <a:lnTo>
                    <a:pt x="1" y="46"/>
                  </a:lnTo>
                  <a:lnTo>
                    <a:pt x="1" y="43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1" y="34"/>
                  </a:lnTo>
                  <a:lnTo>
                    <a:pt x="1" y="31"/>
                  </a:lnTo>
                  <a:lnTo>
                    <a:pt x="3" y="28"/>
                  </a:lnTo>
                  <a:lnTo>
                    <a:pt x="4" y="23"/>
                  </a:lnTo>
                  <a:lnTo>
                    <a:pt x="5" y="19"/>
                  </a:lnTo>
                  <a:lnTo>
                    <a:pt x="7" y="18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20" y="3"/>
                  </a:lnTo>
                  <a:lnTo>
                    <a:pt x="21" y="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1" name="Freeform 440"/>
            <p:cNvSpPr>
              <a:spLocks/>
            </p:cNvSpPr>
            <p:nvPr/>
          </p:nvSpPr>
          <p:spPr bwMode="auto">
            <a:xfrm>
              <a:off x="7034136" y="3967201"/>
              <a:ext cx="45679" cy="53293"/>
            </a:xfrm>
            <a:custGeom>
              <a:avLst/>
              <a:gdLst>
                <a:gd name="T0" fmla="*/ 14 w 18"/>
                <a:gd name="T1" fmla="*/ 0 h 21"/>
                <a:gd name="T2" fmla="*/ 14 w 18"/>
                <a:gd name="T3" fmla="*/ 0 h 21"/>
                <a:gd name="T4" fmla="*/ 14 w 18"/>
                <a:gd name="T5" fmla="*/ 0 h 21"/>
                <a:gd name="T6" fmla="*/ 17 w 18"/>
                <a:gd name="T7" fmla="*/ 3 h 21"/>
                <a:gd name="T8" fmla="*/ 17 w 18"/>
                <a:gd name="T9" fmla="*/ 3 h 21"/>
                <a:gd name="T10" fmla="*/ 17 w 18"/>
                <a:gd name="T11" fmla="*/ 4 h 21"/>
                <a:gd name="T12" fmla="*/ 18 w 18"/>
                <a:gd name="T13" fmla="*/ 8 h 21"/>
                <a:gd name="T14" fmla="*/ 17 w 18"/>
                <a:gd name="T15" fmla="*/ 8 h 21"/>
                <a:gd name="T16" fmla="*/ 14 w 18"/>
                <a:gd name="T17" fmla="*/ 11 h 21"/>
                <a:gd name="T18" fmla="*/ 13 w 18"/>
                <a:gd name="T19" fmla="*/ 11 h 21"/>
                <a:gd name="T20" fmla="*/ 11 w 18"/>
                <a:gd name="T21" fmla="*/ 13 h 21"/>
                <a:gd name="T22" fmla="*/ 9 w 18"/>
                <a:gd name="T23" fmla="*/ 13 h 21"/>
                <a:gd name="T24" fmla="*/ 10 w 18"/>
                <a:gd name="T25" fmla="*/ 15 h 21"/>
                <a:gd name="T26" fmla="*/ 10 w 18"/>
                <a:gd name="T27" fmla="*/ 15 h 21"/>
                <a:gd name="T28" fmla="*/ 13 w 18"/>
                <a:gd name="T29" fmla="*/ 15 h 21"/>
                <a:gd name="T30" fmla="*/ 15 w 18"/>
                <a:gd name="T31" fmla="*/ 13 h 21"/>
                <a:gd name="T32" fmla="*/ 15 w 18"/>
                <a:gd name="T33" fmla="*/ 15 h 21"/>
                <a:gd name="T34" fmla="*/ 13 w 18"/>
                <a:gd name="T35" fmla="*/ 20 h 21"/>
                <a:gd name="T36" fmla="*/ 13 w 18"/>
                <a:gd name="T37" fmla="*/ 20 h 21"/>
                <a:gd name="T38" fmla="*/ 11 w 18"/>
                <a:gd name="T39" fmla="*/ 19 h 21"/>
                <a:gd name="T40" fmla="*/ 7 w 18"/>
                <a:gd name="T41" fmla="*/ 20 h 21"/>
                <a:gd name="T42" fmla="*/ 5 w 18"/>
                <a:gd name="T43" fmla="*/ 21 h 21"/>
                <a:gd name="T44" fmla="*/ 1 w 18"/>
                <a:gd name="T45" fmla="*/ 21 h 21"/>
                <a:gd name="T46" fmla="*/ 0 w 18"/>
                <a:gd name="T47" fmla="*/ 20 h 21"/>
                <a:gd name="T48" fmla="*/ 1 w 18"/>
                <a:gd name="T49" fmla="*/ 17 h 21"/>
                <a:gd name="T50" fmla="*/ 1 w 18"/>
                <a:gd name="T51" fmla="*/ 16 h 21"/>
                <a:gd name="T52" fmla="*/ 2 w 18"/>
                <a:gd name="T53" fmla="*/ 13 h 21"/>
                <a:gd name="T54" fmla="*/ 2 w 18"/>
                <a:gd name="T55" fmla="*/ 11 h 21"/>
                <a:gd name="T56" fmla="*/ 3 w 18"/>
                <a:gd name="T57" fmla="*/ 8 h 21"/>
                <a:gd name="T58" fmla="*/ 3 w 18"/>
                <a:gd name="T59" fmla="*/ 6 h 21"/>
                <a:gd name="T60" fmla="*/ 9 w 18"/>
                <a:gd name="T61" fmla="*/ 4 h 21"/>
                <a:gd name="T62" fmla="*/ 10 w 18"/>
                <a:gd name="T63" fmla="*/ 3 h 21"/>
                <a:gd name="T64" fmla="*/ 11 w 18"/>
                <a:gd name="T65" fmla="*/ 3 h 21"/>
                <a:gd name="T66" fmla="*/ 14 w 18"/>
                <a:gd name="T6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1">
                  <a:moveTo>
                    <a:pt x="14" y="0"/>
                  </a:moveTo>
                  <a:lnTo>
                    <a:pt x="14" y="0"/>
                  </a:lnTo>
                  <a:lnTo>
                    <a:pt x="14" y="0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9" y="13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3" y="15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1" y="19"/>
                  </a:lnTo>
                  <a:lnTo>
                    <a:pt x="7" y="20"/>
                  </a:lnTo>
                  <a:lnTo>
                    <a:pt x="5" y="21"/>
                  </a:lnTo>
                  <a:lnTo>
                    <a:pt x="1" y="21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3" y="8"/>
                  </a:lnTo>
                  <a:lnTo>
                    <a:pt x="3" y="6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2" name="Freeform 441"/>
            <p:cNvSpPr>
              <a:spLocks/>
            </p:cNvSpPr>
            <p:nvPr/>
          </p:nvSpPr>
          <p:spPr bwMode="auto">
            <a:xfrm>
              <a:off x="7013834" y="3992578"/>
              <a:ext cx="307068" cy="406039"/>
            </a:xfrm>
            <a:custGeom>
              <a:avLst/>
              <a:gdLst>
                <a:gd name="T0" fmla="*/ 118 w 121"/>
                <a:gd name="T1" fmla="*/ 1 h 160"/>
                <a:gd name="T2" fmla="*/ 119 w 121"/>
                <a:gd name="T3" fmla="*/ 3 h 160"/>
                <a:gd name="T4" fmla="*/ 118 w 121"/>
                <a:gd name="T5" fmla="*/ 7 h 160"/>
                <a:gd name="T6" fmla="*/ 119 w 121"/>
                <a:gd name="T7" fmla="*/ 10 h 160"/>
                <a:gd name="T8" fmla="*/ 118 w 121"/>
                <a:gd name="T9" fmla="*/ 15 h 160"/>
                <a:gd name="T10" fmla="*/ 119 w 121"/>
                <a:gd name="T11" fmla="*/ 18 h 160"/>
                <a:gd name="T12" fmla="*/ 121 w 121"/>
                <a:gd name="T13" fmla="*/ 19 h 160"/>
                <a:gd name="T14" fmla="*/ 118 w 121"/>
                <a:gd name="T15" fmla="*/ 19 h 160"/>
                <a:gd name="T16" fmla="*/ 117 w 121"/>
                <a:gd name="T17" fmla="*/ 25 h 160"/>
                <a:gd name="T18" fmla="*/ 116 w 121"/>
                <a:gd name="T19" fmla="*/ 31 h 160"/>
                <a:gd name="T20" fmla="*/ 108 w 121"/>
                <a:gd name="T21" fmla="*/ 46 h 160"/>
                <a:gd name="T22" fmla="*/ 104 w 121"/>
                <a:gd name="T23" fmla="*/ 50 h 160"/>
                <a:gd name="T24" fmla="*/ 96 w 121"/>
                <a:gd name="T25" fmla="*/ 65 h 160"/>
                <a:gd name="T26" fmla="*/ 92 w 121"/>
                <a:gd name="T27" fmla="*/ 77 h 160"/>
                <a:gd name="T28" fmla="*/ 79 w 121"/>
                <a:gd name="T29" fmla="*/ 94 h 160"/>
                <a:gd name="T30" fmla="*/ 54 w 121"/>
                <a:gd name="T31" fmla="*/ 118 h 160"/>
                <a:gd name="T32" fmla="*/ 42 w 121"/>
                <a:gd name="T33" fmla="*/ 125 h 160"/>
                <a:gd name="T34" fmla="*/ 26 w 121"/>
                <a:gd name="T35" fmla="*/ 140 h 160"/>
                <a:gd name="T36" fmla="*/ 22 w 121"/>
                <a:gd name="T37" fmla="*/ 143 h 160"/>
                <a:gd name="T38" fmla="*/ 8 w 121"/>
                <a:gd name="T39" fmla="*/ 159 h 160"/>
                <a:gd name="T40" fmla="*/ 0 w 121"/>
                <a:gd name="T41" fmla="*/ 105 h 160"/>
                <a:gd name="T42" fmla="*/ 11 w 121"/>
                <a:gd name="T43" fmla="*/ 94 h 160"/>
                <a:gd name="T44" fmla="*/ 19 w 121"/>
                <a:gd name="T45" fmla="*/ 90 h 160"/>
                <a:gd name="T46" fmla="*/ 26 w 121"/>
                <a:gd name="T47" fmla="*/ 85 h 160"/>
                <a:gd name="T48" fmla="*/ 33 w 121"/>
                <a:gd name="T49" fmla="*/ 82 h 160"/>
                <a:gd name="T50" fmla="*/ 85 w 121"/>
                <a:gd name="T51" fmla="*/ 46 h 160"/>
                <a:gd name="T52" fmla="*/ 31 w 121"/>
                <a:gd name="T53" fmla="*/ 32 h 160"/>
                <a:gd name="T54" fmla="*/ 26 w 121"/>
                <a:gd name="T55" fmla="*/ 25 h 160"/>
                <a:gd name="T56" fmla="*/ 21 w 121"/>
                <a:gd name="T57" fmla="*/ 11 h 160"/>
                <a:gd name="T58" fmla="*/ 25 w 121"/>
                <a:gd name="T59" fmla="*/ 6 h 160"/>
                <a:gd name="T60" fmla="*/ 34 w 121"/>
                <a:gd name="T61" fmla="*/ 17 h 160"/>
                <a:gd name="T62" fmla="*/ 40 w 121"/>
                <a:gd name="T63" fmla="*/ 21 h 160"/>
                <a:gd name="T64" fmla="*/ 48 w 121"/>
                <a:gd name="T65" fmla="*/ 17 h 160"/>
                <a:gd name="T66" fmla="*/ 55 w 121"/>
                <a:gd name="T67" fmla="*/ 13 h 160"/>
                <a:gd name="T68" fmla="*/ 60 w 121"/>
                <a:gd name="T69" fmla="*/ 13 h 160"/>
                <a:gd name="T70" fmla="*/ 73 w 121"/>
                <a:gd name="T71" fmla="*/ 10 h 160"/>
                <a:gd name="T72" fmla="*/ 80 w 121"/>
                <a:gd name="T73" fmla="*/ 10 h 160"/>
                <a:gd name="T74" fmla="*/ 89 w 121"/>
                <a:gd name="T75" fmla="*/ 7 h 160"/>
                <a:gd name="T76" fmla="*/ 98 w 121"/>
                <a:gd name="T77" fmla="*/ 7 h 160"/>
                <a:gd name="T78" fmla="*/ 105 w 121"/>
                <a:gd name="T79" fmla="*/ 6 h 160"/>
                <a:gd name="T80" fmla="*/ 110 w 121"/>
                <a:gd name="T81" fmla="*/ 2 h 160"/>
                <a:gd name="T82" fmla="*/ 112 w 121"/>
                <a:gd name="T83" fmla="*/ 1 h 160"/>
                <a:gd name="T84" fmla="*/ 114 w 121"/>
                <a:gd name="T8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1" h="160">
                  <a:moveTo>
                    <a:pt x="114" y="0"/>
                  </a:moveTo>
                  <a:lnTo>
                    <a:pt x="116" y="0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21" y="1"/>
                  </a:lnTo>
                  <a:lnTo>
                    <a:pt x="119" y="3"/>
                  </a:lnTo>
                  <a:lnTo>
                    <a:pt x="118" y="5"/>
                  </a:lnTo>
                  <a:lnTo>
                    <a:pt x="118" y="7"/>
                  </a:lnTo>
                  <a:lnTo>
                    <a:pt x="118" y="7"/>
                  </a:lnTo>
                  <a:lnTo>
                    <a:pt x="118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8" y="11"/>
                  </a:lnTo>
                  <a:lnTo>
                    <a:pt x="118" y="13"/>
                  </a:lnTo>
                  <a:lnTo>
                    <a:pt x="118" y="15"/>
                  </a:lnTo>
                  <a:lnTo>
                    <a:pt x="119" y="17"/>
                  </a:lnTo>
                  <a:lnTo>
                    <a:pt x="118" y="18"/>
                  </a:lnTo>
                  <a:lnTo>
                    <a:pt x="119" y="18"/>
                  </a:lnTo>
                  <a:lnTo>
                    <a:pt x="119" y="18"/>
                  </a:lnTo>
                  <a:lnTo>
                    <a:pt x="121" y="18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19" y="19"/>
                  </a:lnTo>
                  <a:lnTo>
                    <a:pt x="118" y="19"/>
                  </a:lnTo>
                  <a:lnTo>
                    <a:pt x="117" y="19"/>
                  </a:lnTo>
                  <a:lnTo>
                    <a:pt x="116" y="23"/>
                  </a:lnTo>
                  <a:lnTo>
                    <a:pt x="117" y="25"/>
                  </a:lnTo>
                  <a:lnTo>
                    <a:pt x="116" y="27"/>
                  </a:lnTo>
                  <a:lnTo>
                    <a:pt x="116" y="28"/>
                  </a:lnTo>
                  <a:lnTo>
                    <a:pt x="116" y="31"/>
                  </a:lnTo>
                  <a:lnTo>
                    <a:pt x="112" y="36"/>
                  </a:lnTo>
                  <a:lnTo>
                    <a:pt x="109" y="43"/>
                  </a:lnTo>
                  <a:lnTo>
                    <a:pt x="108" y="46"/>
                  </a:lnTo>
                  <a:lnTo>
                    <a:pt x="106" y="44"/>
                  </a:lnTo>
                  <a:lnTo>
                    <a:pt x="104" y="48"/>
                  </a:lnTo>
                  <a:lnTo>
                    <a:pt x="104" y="50"/>
                  </a:lnTo>
                  <a:lnTo>
                    <a:pt x="105" y="51"/>
                  </a:lnTo>
                  <a:lnTo>
                    <a:pt x="102" y="52"/>
                  </a:lnTo>
                  <a:lnTo>
                    <a:pt x="96" y="65"/>
                  </a:lnTo>
                  <a:lnTo>
                    <a:pt x="96" y="68"/>
                  </a:lnTo>
                  <a:lnTo>
                    <a:pt x="92" y="75"/>
                  </a:lnTo>
                  <a:lnTo>
                    <a:pt x="92" y="77"/>
                  </a:lnTo>
                  <a:lnTo>
                    <a:pt x="84" y="88"/>
                  </a:lnTo>
                  <a:lnTo>
                    <a:pt x="83" y="90"/>
                  </a:lnTo>
                  <a:lnTo>
                    <a:pt x="79" y="94"/>
                  </a:lnTo>
                  <a:lnTo>
                    <a:pt x="72" y="101"/>
                  </a:lnTo>
                  <a:lnTo>
                    <a:pt x="59" y="113"/>
                  </a:lnTo>
                  <a:lnTo>
                    <a:pt x="54" y="118"/>
                  </a:lnTo>
                  <a:lnTo>
                    <a:pt x="50" y="118"/>
                  </a:lnTo>
                  <a:lnTo>
                    <a:pt x="47" y="121"/>
                  </a:lnTo>
                  <a:lnTo>
                    <a:pt x="42" y="125"/>
                  </a:lnTo>
                  <a:lnTo>
                    <a:pt x="34" y="132"/>
                  </a:lnTo>
                  <a:lnTo>
                    <a:pt x="33" y="132"/>
                  </a:lnTo>
                  <a:lnTo>
                    <a:pt x="26" y="140"/>
                  </a:lnTo>
                  <a:lnTo>
                    <a:pt x="25" y="140"/>
                  </a:lnTo>
                  <a:lnTo>
                    <a:pt x="23" y="143"/>
                  </a:lnTo>
                  <a:lnTo>
                    <a:pt x="22" y="143"/>
                  </a:lnTo>
                  <a:lnTo>
                    <a:pt x="19" y="146"/>
                  </a:lnTo>
                  <a:lnTo>
                    <a:pt x="18" y="148"/>
                  </a:lnTo>
                  <a:lnTo>
                    <a:pt x="8" y="159"/>
                  </a:lnTo>
                  <a:lnTo>
                    <a:pt x="8" y="160"/>
                  </a:lnTo>
                  <a:lnTo>
                    <a:pt x="0" y="152"/>
                  </a:lnTo>
                  <a:lnTo>
                    <a:pt x="0" y="105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3"/>
                  </a:lnTo>
                  <a:lnTo>
                    <a:pt x="15" y="92"/>
                  </a:lnTo>
                  <a:lnTo>
                    <a:pt x="19" y="90"/>
                  </a:lnTo>
                  <a:lnTo>
                    <a:pt x="22" y="89"/>
                  </a:lnTo>
                  <a:lnTo>
                    <a:pt x="25" y="88"/>
                  </a:lnTo>
                  <a:lnTo>
                    <a:pt x="26" y="85"/>
                  </a:lnTo>
                  <a:lnTo>
                    <a:pt x="29" y="84"/>
                  </a:lnTo>
                  <a:lnTo>
                    <a:pt x="31" y="84"/>
                  </a:lnTo>
                  <a:lnTo>
                    <a:pt x="33" y="82"/>
                  </a:lnTo>
                  <a:lnTo>
                    <a:pt x="40" y="81"/>
                  </a:lnTo>
                  <a:lnTo>
                    <a:pt x="47" y="82"/>
                  </a:lnTo>
                  <a:lnTo>
                    <a:pt x="85" y="46"/>
                  </a:lnTo>
                  <a:lnTo>
                    <a:pt x="69" y="46"/>
                  </a:lnTo>
                  <a:lnTo>
                    <a:pt x="35" y="35"/>
                  </a:lnTo>
                  <a:lnTo>
                    <a:pt x="31" y="32"/>
                  </a:lnTo>
                  <a:lnTo>
                    <a:pt x="27" y="31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3" y="23"/>
                  </a:lnTo>
                  <a:lnTo>
                    <a:pt x="21" y="17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33" y="14"/>
                  </a:lnTo>
                  <a:lnTo>
                    <a:pt x="34" y="17"/>
                  </a:lnTo>
                  <a:lnTo>
                    <a:pt x="35" y="17"/>
                  </a:lnTo>
                  <a:lnTo>
                    <a:pt x="38" y="19"/>
                  </a:lnTo>
                  <a:lnTo>
                    <a:pt x="40" y="21"/>
                  </a:lnTo>
                  <a:lnTo>
                    <a:pt x="44" y="19"/>
                  </a:lnTo>
                  <a:lnTo>
                    <a:pt x="44" y="18"/>
                  </a:lnTo>
                  <a:lnTo>
                    <a:pt x="48" y="17"/>
                  </a:lnTo>
                  <a:lnTo>
                    <a:pt x="50" y="17"/>
                  </a:lnTo>
                  <a:lnTo>
                    <a:pt x="54" y="13"/>
                  </a:lnTo>
                  <a:lnTo>
                    <a:pt x="55" y="13"/>
                  </a:lnTo>
                  <a:lnTo>
                    <a:pt x="56" y="14"/>
                  </a:lnTo>
                  <a:lnTo>
                    <a:pt x="59" y="14"/>
                  </a:lnTo>
                  <a:lnTo>
                    <a:pt x="60" y="13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73" y="10"/>
                  </a:lnTo>
                  <a:lnTo>
                    <a:pt x="76" y="9"/>
                  </a:lnTo>
                  <a:lnTo>
                    <a:pt x="77" y="10"/>
                  </a:lnTo>
                  <a:lnTo>
                    <a:pt x="80" y="10"/>
                  </a:lnTo>
                  <a:lnTo>
                    <a:pt x="83" y="10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8" y="7"/>
                  </a:lnTo>
                  <a:lnTo>
                    <a:pt x="100" y="6"/>
                  </a:lnTo>
                  <a:lnTo>
                    <a:pt x="104" y="5"/>
                  </a:lnTo>
                  <a:lnTo>
                    <a:pt x="105" y="6"/>
                  </a:lnTo>
                  <a:lnTo>
                    <a:pt x="105" y="5"/>
                  </a:lnTo>
                  <a:lnTo>
                    <a:pt x="109" y="5"/>
                  </a:lnTo>
                  <a:lnTo>
                    <a:pt x="110" y="2"/>
                  </a:lnTo>
                  <a:lnTo>
                    <a:pt x="112" y="2"/>
                  </a:lnTo>
                  <a:lnTo>
                    <a:pt x="112" y="1"/>
                  </a:lnTo>
                  <a:lnTo>
                    <a:pt x="112" y="1"/>
                  </a:lnTo>
                  <a:lnTo>
                    <a:pt x="113" y="0"/>
                  </a:lnTo>
                  <a:lnTo>
                    <a:pt x="114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3" name="Freeform 442"/>
            <p:cNvSpPr>
              <a:spLocks noEditPoints="1"/>
            </p:cNvSpPr>
            <p:nvPr/>
          </p:nvSpPr>
          <p:spPr bwMode="auto">
            <a:xfrm>
              <a:off x="6724531" y="4185447"/>
              <a:ext cx="314680" cy="307068"/>
            </a:xfrm>
            <a:custGeom>
              <a:avLst/>
              <a:gdLst>
                <a:gd name="T0" fmla="*/ 4 w 124"/>
                <a:gd name="T1" fmla="*/ 79 h 121"/>
                <a:gd name="T2" fmla="*/ 0 w 124"/>
                <a:gd name="T3" fmla="*/ 79 h 121"/>
                <a:gd name="T4" fmla="*/ 45 w 124"/>
                <a:gd name="T5" fmla="*/ 0 h 121"/>
                <a:gd name="T6" fmla="*/ 49 w 124"/>
                <a:gd name="T7" fmla="*/ 1 h 121"/>
                <a:gd name="T8" fmla="*/ 50 w 124"/>
                <a:gd name="T9" fmla="*/ 9 h 121"/>
                <a:gd name="T10" fmla="*/ 56 w 124"/>
                <a:gd name="T11" fmla="*/ 12 h 121"/>
                <a:gd name="T12" fmla="*/ 61 w 124"/>
                <a:gd name="T13" fmla="*/ 12 h 121"/>
                <a:gd name="T14" fmla="*/ 69 w 124"/>
                <a:gd name="T15" fmla="*/ 13 h 121"/>
                <a:gd name="T16" fmla="*/ 77 w 124"/>
                <a:gd name="T17" fmla="*/ 20 h 121"/>
                <a:gd name="T18" fmla="*/ 81 w 124"/>
                <a:gd name="T19" fmla="*/ 22 h 121"/>
                <a:gd name="T20" fmla="*/ 87 w 124"/>
                <a:gd name="T21" fmla="*/ 24 h 121"/>
                <a:gd name="T22" fmla="*/ 93 w 124"/>
                <a:gd name="T23" fmla="*/ 24 h 121"/>
                <a:gd name="T24" fmla="*/ 97 w 124"/>
                <a:gd name="T25" fmla="*/ 24 h 121"/>
                <a:gd name="T26" fmla="*/ 100 w 124"/>
                <a:gd name="T27" fmla="*/ 17 h 121"/>
                <a:gd name="T28" fmla="*/ 106 w 124"/>
                <a:gd name="T29" fmla="*/ 17 h 121"/>
                <a:gd name="T30" fmla="*/ 112 w 124"/>
                <a:gd name="T31" fmla="*/ 14 h 121"/>
                <a:gd name="T32" fmla="*/ 115 w 124"/>
                <a:gd name="T33" fmla="*/ 18 h 121"/>
                <a:gd name="T34" fmla="*/ 122 w 124"/>
                <a:gd name="T35" fmla="*/ 18 h 121"/>
                <a:gd name="T36" fmla="*/ 114 w 124"/>
                <a:gd name="T37" fmla="*/ 29 h 121"/>
                <a:gd name="T38" fmla="*/ 122 w 124"/>
                <a:gd name="T39" fmla="*/ 84 h 121"/>
                <a:gd name="T40" fmla="*/ 118 w 124"/>
                <a:gd name="T41" fmla="*/ 89 h 121"/>
                <a:gd name="T42" fmla="*/ 115 w 124"/>
                <a:gd name="T43" fmla="*/ 91 h 121"/>
                <a:gd name="T44" fmla="*/ 112 w 124"/>
                <a:gd name="T45" fmla="*/ 93 h 121"/>
                <a:gd name="T46" fmla="*/ 107 w 124"/>
                <a:gd name="T47" fmla="*/ 96 h 121"/>
                <a:gd name="T48" fmla="*/ 104 w 124"/>
                <a:gd name="T49" fmla="*/ 97 h 121"/>
                <a:gd name="T50" fmla="*/ 103 w 124"/>
                <a:gd name="T51" fmla="*/ 101 h 121"/>
                <a:gd name="T52" fmla="*/ 102 w 124"/>
                <a:gd name="T53" fmla="*/ 105 h 121"/>
                <a:gd name="T54" fmla="*/ 100 w 124"/>
                <a:gd name="T55" fmla="*/ 110 h 121"/>
                <a:gd name="T56" fmla="*/ 94 w 124"/>
                <a:gd name="T57" fmla="*/ 120 h 121"/>
                <a:gd name="T58" fmla="*/ 90 w 124"/>
                <a:gd name="T59" fmla="*/ 121 h 121"/>
                <a:gd name="T60" fmla="*/ 74 w 124"/>
                <a:gd name="T61" fmla="*/ 109 h 121"/>
                <a:gd name="T62" fmla="*/ 74 w 124"/>
                <a:gd name="T63" fmla="*/ 106 h 121"/>
                <a:gd name="T64" fmla="*/ 29 w 124"/>
                <a:gd name="T65" fmla="*/ 77 h 121"/>
                <a:gd name="T66" fmla="*/ 28 w 124"/>
                <a:gd name="T67" fmla="*/ 66 h 121"/>
                <a:gd name="T68" fmla="*/ 32 w 124"/>
                <a:gd name="T69" fmla="*/ 60 h 121"/>
                <a:gd name="T70" fmla="*/ 35 w 124"/>
                <a:gd name="T71" fmla="*/ 56 h 121"/>
                <a:gd name="T72" fmla="*/ 37 w 124"/>
                <a:gd name="T73" fmla="*/ 52 h 121"/>
                <a:gd name="T74" fmla="*/ 41 w 124"/>
                <a:gd name="T75" fmla="*/ 51 h 121"/>
                <a:gd name="T76" fmla="*/ 41 w 124"/>
                <a:gd name="T77" fmla="*/ 47 h 121"/>
                <a:gd name="T78" fmla="*/ 45 w 124"/>
                <a:gd name="T79" fmla="*/ 41 h 121"/>
                <a:gd name="T80" fmla="*/ 43 w 124"/>
                <a:gd name="T81" fmla="*/ 37 h 121"/>
                <a:gd name="T82" fmla="*/ 43 w 124"/>
                <a:gd name="T83" fmla="*/ 35 h 121"/>
                <a:gd name="T84" fmla="*/ 39 w 124"/>
                <a:gd name="T85" fmla="*/ 30 h 121"/>
                <a:gd name="T86" fmla="*/ 36 w 124"/>
                <a:gd name="T87" fmla="*/ 25 h 121"/>
                <a:gd name="T88" fmla="*/ 33 w 124"/>
                <a:gd name="T89" fmla="*/ 22 h 121"/>
                <a:gd name="T90" fmla="*/ 33 w 124"/>
                <a:gd name="T91" fmla="*/ 20 h 121"/>
                <a:gd name="T92" fmla="*/ 31 w 124"/>
                <a:gd name="T93" fmla="*/ 16 h 121"/>
                <a:gd name="T94" fmla="*/ 31 w 124"/>
                <a:gd name="T95" fmla="*/ 16 h 121"/>
                <a:gd name="T96" fmla="*/ 33 w 124"/>
                <a:gd name="T97" fmla="*/ 13 h 121"/>
                <a:gd name="T98" fmla="*/ 36 w 124"/>
                <a:gd name="T99" fmla="*/ 9 h 121"/>
                <a:gd name="T100" fmla="*/ 41 w 124"/>
                <a:gd name="T101" fmla="*/ 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" h="121">
                  <a:moveTo>
                    <a:pt x="10" y="79"/>
                  </a:moveTo>
                  <a:lnTo>
                    <a:pt x="4" y="7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" y="79"/>
                  </a:lnTo>
                  <a:close/>
                  <a:moveTo>
                    <a:pt x="45" y="0"/>
                  </a:moveTo>
                  <a:lnTo>
                    <a:pt x="46" y="2"/>
                  </a:lnTo>
                  <a:lnTo>
                    <a:pt x="49" y="1"/>
                  </a:lnTo>
                  <a:lnTo>
                    <a:pt x="50" y="2"/>
                  </a:lnTo>
                  <a:lnTo>
                    <a:pt x="50" y="9"/>
                  </a:lnTo>
                  <a:lnTo>
                    <a:pt x="53" y="12"/>
                  </a:lnTo>
                  <a:lnTo>
                    <a:pt x="56" y="12"/>
                  </a:lnTo>
                  <a:lnTo>
                    <a:pt x="58" y="12"/>
                  </a:lnTo>
                  <a:lnTo>
                    <a:pt x="61" y="12"/>
                  </a:lnTo>
                  <a:lnTo>
                    <a:pt x="66" y="12"/>
                  </a:lnTo>
                  <a:lnTo>
                    <a:pt x="69" y="13"/>
                  </a:lnTo>
                  <a:lnTo>
                    <a:pt x="74" y="17"/>
                  </a:lnTo>
                  <a:lnTo>
                    <a:pt x="77" y="20"/>
                  </a:lnTo>
                  <a:lnTo>
                    <a:pt x="78" y="22"/>
                  </a:lnTo>
                  <a:lnTo>
                    <a:pt x="81" y="22"/>
                  </a:lnTo>
                  <a:lnTo>
                    <a:pt x="85" y="22"/>
                  </a:lnTo>
                  <a:lnTo>
                    <a:pt x="87" y="24"/>
                  </a:lnTo>
                  <a:lnTo>
                    <a:pt x="90" y="24"/>
                  </a:lnTo>
                  <a:lnTo>
                    <a:pt x="93" y="24"/>
                  </a:lnTo>
                  <a:lnTo>
                    <a:pt x="94" y="24"/>
                  </a:lnTo>
                  <a:lnTo>
                    <a:pt x="97" y="24"/>
                  </a:lnTo>
                  <a:lnTo>
                    <a:pt x="99" y="18"/>
                  </a:lnTo>
                  <a:lnTo>
                    <a:pt x="100" y="17"/>
                  </a:lnTo>
                  <a:lnTo>
                    <a:pt x="103" y="17"/>
                  </a:lnTo>
                  <a:lnTo>
                    <a:pt x="106" y="17"/>
                  </a:lnTo>
                  <a:lnTo>
                    <a:pt x="107" y="16"/>
                  </a:lnTo>
                  <a:lnTo>
                    <a:pt x="112" y="14"/>
                  </a:lnTo>
                  <a:lnTo>
                    <a:pt x="114" y="16"/>
                  </a:lnTo>
                  <a:lnTo>
                    <a:pt x="115" y="18"/>
                  </a:lnTo>
                  <a:lnTo>
                    <a:pt x="118" y="20"/>
                  </a:lnTo>
                  <a:lnTo>
                    <a:pt x="122" y="18"/>
                  </a:lnTo>
                  <a:lnTo>
                    <a:pt x="124" y="18"/>
                  </a:lnTo>
                  <a:lnTo>
                    <a:pt x="114" y="29"/>
                  </a:lnTo>
                  <a:lnTo>
                    <a:pt x="114" y="76"/>
                  </a:lnTo>
                  <a:lnTo>
                    <a:pt x="122" y="84"/>
                  </a:lnTo>
                  <a:lnTo>
                    <a:pt x="122" y="84"/>
                  </a:lnTo>
                  <a:lnTo>
                    <a:pt x="118" y="89"/>
                  </a:lnTo>
                  <a:lnTo>
                    <a:pt x="116" y="89"/>
                  </a:lnTo>
                  <a:lnTo>
                    <a:pt x="115" y="91"/>
                  </a:lnTo>
                  <a:lnTo>
                    <a:pt x="116" y="92"/>
                  </a:lnTo>
                  <a:lnTo>
                    <a:pt x="112" y="93"/>
                  </a:lnTo>
                  <a:lnTo>
                    <a:pt x="110" y="96"/>
                  </a:lnTo>
                  <a:lnTo>
                    <a:pt x="107" y="96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3" y="100"/>
                  </a:lnTo>
                  <a:lnTo>
                    <a:pt x="103" y="101"/>
                  </a:lnTo>
                  <a:lnTo>
                    <a:pt x="104" y="101"/>
                  </a:lnTo>
                  <a:lnTo>
                    <a:pt x="102" y="105"/>
                  </a:lnTo>
                  <a:lnTo>
                    <a:pt x="100" y="108"/>
                  </a:lnTo>
                  <a:lnTo>
                    <a:pt x="100" y="110"/>
                  </a:lnTo>
                  <a:lnTo>
                    <a:pt x="98" y="113"/>
                  </a:lnTo>
                  <a:lnTo>
                    <a:pt x="94" y="120"/>
                  </a:lnTo>
                  <a:lnTo>
                    <a:pt x="91" y="121"/>
                  </a:lnTo>
                  <a:lnTo>
                    <a:pt x="90" y="121"/>
                  </a:lnTo>
                  <a:lnTo>
                    <a:pt x="75" y="110"/>
                  </a:lnTo>
                  <a:lnTo>
                    <a:pt x="74" y="109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3" y="102"/>
                  </a:lnTo>
                  <a:lnTo>
                    <a:pt x="29" y="77"/>
                  </a:lnTo>
                  <a:lnTo>
                    <a:pt x="25" y="77"/>
                  </a:lnTo>
                  <a:lnTo>
                    <a:pt x="28" y="66"/>
                  </a:lnTo>
                  <a:lnTo>
                    <a:pt x="29" y="63"/>
                  </a:lnTo>
                  <a:lnTo>
                    <a:pt x="32" y="60"/>
                  </a:lnTo>
                  <a:lnTo>
                    <a:pt x="33" y="58"/>
                  </a:lnTo>
                  <a:lnTo>
                    <a:pt x="35" y="56"/>
                  </a:lnTo>
                  <a:lnTo>
                    <a:pt x="36" y="54"/>
                  </a:lnTo>
                  <a:lnTo>
                    <a:pt x="37" y="52"/>
                  </a:lnTo>
                  <a:lnTo>
                    <a:pt x="37" y="51"/>
                  </a:lnTo>
                  <a:lnTo>
                    <a:pt x="41" y="51"/>
                  </a:lnTo>
                  <a:lnTo>
                    <a:pt x="41" y="49"/>
                  </a:lnTo>
                  <a:lnTo>
                    <a:pt x="41" y="47"/>
                  </a:lnTo>
                  <a:lnTo>
                    <a:pt x="45" y="43"/>
                  </a:lnTo>
                  <a:lnTo>
                    <a:pt x="45" y="41"/>
                  </a:lnTo>
                  <a:lnTo>
                    <a:pt x="44" y="39"/>
                  </a:lnTo>
                  <a:lnTo>
                    <a:pt x="43" y="37"/>
                  </a:lnTo>
                  <a:lnTo>
                    <a:pt x="44" y="35"/>
                  </a:lnTo>
                  <a:lnTo>
                    <a:pt x="43" y="35"/>
                  </a:lnTo>
                  <a:lnTo>
                    <a:pt x="40" y="34"/>
                  </a:lnTo>
                  <a:lnTo>
                    <a:pt x="39" y="30"/>
                  </a:lnTo>
                  <a:lnTo>
                    <a:pt x="36" y="27"/>
                  </a:lnTo>
                  <a:lnTo>
                    <a:pt x="36" y="25"/>
                  </a:lnTo>
                  <a:lnTo>
                    <a:pt x="36" y="22"/>
                  </a:lnTo>
                  <a:lnTo>
                    <a:pt x="33" y="22"/>
                  </a:lnTo>
                  <a:lnTo>
                    <a:pt x="35" y="21"/>
                  </a:lnTo>
                  <a:lnTo>
                    <a:pt x="33" y="20"/>
                  </a:lnTo>
                  <a:lnTo>
                    <a:pt x="32" y="17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2" y="13"/>
                  </a:lnTo>
                  <a:lnTo>
                    <a:pt x="33" y="13"/>
                  </a:lnTo>
                  <a:lnTo>
                    <a:pt x="35" y="12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41" y="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4" name="Freeform 443"/>
            <p:cNvSpPr>
              <a:spLocks/>
            </p:cNvSpPr>
            <p:nvPr/>
          </p:nvSpPr>
          <p:spPr bwMode="auto">
            <a:xfrm>
              <a:off x="6661089" y="4226051"/>
              <a:ext cx="177642" cy="170030"/>
            </a:xfrm>
            <a:custGeom>
              <a:avLst/>
              <a:gdLst>
                <a:gd name="T0" fmla="*/ 57 w 70"/>
                <a:gd name="T1" fmla="*/ 1 h 67"/>
                <a:gd name="T2" fmla="*/ 60 w 70"/>
                <a:gd name="T3" fmla="*/ 5 h 67"/>
                <a:gd name="T4" fmla="*/ 61 w 70"/>
                <a:gd name="T5" fmla="*/ 6 h 67"/>
                <a:gd name="T6" fmla="*/ 61 w 70"/>
                <a:gd name="T7" fmla="*/ 11 h 67"/>
                <a:gd name="T8" fmla="*/ 65 w 70"/>
                <a:gd name="T9" fmla="*/ 18 h 67"/>
                <a:gd name="T10" fmla="*/ 69 w 70"/>
                <a:gd name="T11" fmla="*/ 19 h 67"/>
                <a:gd name="T12" fmla="*/ 69 w 70"/>
                <a:gd name="T13" fmla="*/ 23 h 67"/>
                <a:gd name="T14" fmla="*/ 70 w 70"/>
                <a:gd name="T15" fmla="*/ 27 h 67"/>
                <a:gd name="T16" fmla="*/ 66 w 70"/>
                <a:gd name="T17" fmla="*/ 33 h 67"/>
                <a:gd name="T18" fmla="*/ 62 w 70"/>
                <a:gd name="T19" fmla="*/ 35 h 67"/>
                <a:gd name="T20" fmla="*/ 61 w 70"/>
                <a:gd name="T21" fmla="*/ 38 h 67"/>
                <a:gd name="T22" fmla="*/ 58 w 70"/>
                <a:gd name="T23" fmla="*/ 42 h 67"/>
                <a:gd name="T24" fmla="*/ 54 w 70"/>
                <a:gd name="T25" fmla="*/ 47 h 67"/>
                <a:gd name="T26" fmla="*/ 50 w 70"/>
                <a:gd name="T27" fmla="*/ 61 h 67"/>
                <a:gd name="T28" fmla="*/ 25 w 70"/>
                <a:gd name="T29" fmla="*/ 63 h 67"/>
                <a:gd name="T30" fmla="*/ 15 w 70"/>
                <a:gd name="T31" fmla="*/ 63 h 67"/>
                <a:gd name="T32" fmla="*/ 14 w 70"/>
                <a:gd name="T33" fmla="*/ 64 h 67"/>
                <a:gd name="T34" fmla="*/ 12 w 70"/>
                <a:gd name="T35" fmla="*/ 64 h 67"/>
                <a:gd name="T36" fmla="*/ 10 w 70"/>
                <a:gd name="T37" fmla="*/ 65 h 67"/>
                <a:gd name="T38" fmla="*/ 7 w 70"/>
                <a:gd name="T39" fmla="*/ 67 h 67"/>
                <a:gd name="T40" fmla="*/ 6 w 70"/>
                <a:gd name="T41" fmla="*/ 65 h 67"/>
                <a:gd name="T42" fmla="*/ 2 w 70"/>
                <a:gd name="T43" fmla="*/ 67 h 67"/>
                <a:gd name="T44" fmla="*/ 2 w 70"/>
                <a:gd name="T45" fmla="*/ 67 h 67"/>
                <a:gd name="T46" fmla="*/ 3 w 70"/>
                <a:gd name="T47" fmla="*/ 59 h 67"/>
                <a:gd name="T48" fmla="*/ 3 w 70"/>
                <a:gd name="T49" fmla="*/ 52 h 67"/>
                <a:gd name="T50" fmla="*/ 8 w 70"/>
                <a:gd name="T51" fmla="*/ 42 h 67"/>
                <a:gd name="T52" fmla="*/ 14 w 70"/>
                <a:gd name="T53" fmla="*/ 36 h 67"/>
                <a:gd name="T54" fmla="*/ 19 w 70"/>
                <a:gd name="T55" fmla="*/ 27 h 67"/>
                <a:gd name="T56" fmla="*/ 17 w 70"/>
                <a:gd name="T57" fmla="*/ 23 h 67"/>
                <a:gd name="T58" fmla="*/ 16 w 70"/>
                <a:gd name="T59" fmla="*/ 19 h 67"/>
                <a:gd name="T60" fmla="*/ 17 w 70"/>
                <a:gd name="T61" fmla="*/ 11 h 67"/>
                <a:gd name="T62" fmla="*/ 19 w 70"/>
                <a:gd name="T63" fmla="*/ 8 h 67"/>
                <a:gd name="T64" fmla="*/ 19 w 70"/>
                <a:gd name="T65" fmla="*/ 6 h 67"/>
                <a:gd name="T66" fmla="*/ 20 w 70"/>
                <a:gd name="T67" fmla="*/ 4 h 67"/>
                <a:gd name="T68" fmla="*/ 25 w 70"/>
                <a:gd name="T69" fmla="*/ 6 h 67"/>
                <a:gd name="T70" fmla="*/ 29 w 70"/>
                <a:gd name="T71" fmla="*/ 6 h 67"/>
                <a:gd name="T72" fmla="*/ 32 w 70"/>
                <a:gd name="T73" fmla="*/ 9 h 67"/>
                <a:gd name="T74" fmla="*/ 33 w 70"/>
                <a:gd name="T75" fmla="*/ 6 h 67"/>
                <a:gd name="T76" fmla="*/ 37 w 70"/>
                <a:gd name="T77" fmla="*/ 5 h 67"/>
                <a:gd name="T78" fmla="*/ 40 w 70"/>
                <a:gd name="T79" fmla="*/ 5 h 67"/>
                <a:gd name="T80" fmla="*/ 46 w 70"/>
                <a:gd name="T81" fmla="*/ 4 h 67"/>
                <a:gd name="T82" fmla="*/ 52 w 70"/>
                <a:gd name="T83" fmla="*/ 4 h 67"/>
                <a:gd name="T84" fmla="*/ 56 w 70"/>
                <a:gd name="T8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" h="67">
                  <a:moveTo>
                    <a:pt x="56" y="0"/>
                  </a:moveTo>
                  <a:lnTo>
                    <a:pt x="57" y="1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58" y="6"/>
                  </a:lnTo>
                  <a:lnTo>
                    <a:pt x="61" y="6"/>
                  </a:lnTo>
                  <a:lnTo>
                    <a:pt x="61" y="9"/>
                  </a:lnTo>
                  <a:lnTo>
                    <a:pt x="61" y="11"/>
                  </a:lnTo>
                  <a:lnTo>
                    <a:pt x="64" y="14"/>
                  </a:lnTo>
                  <a:lnTo>
                    <a:pt x="65" y="18"/>
                  </a:lnTo>
                  <a:lnTo>
                    <a:pt x="68" y="19"/>
                  </a:lnTo>
                  <a:lnTo>
                    <a:pt x="69" y="19"/>
                  </a:lnTo>
                  <a:lnTo>
                    <a:pt x="68" y="21"/>
                  </a:lnTo>
                  <a:lnTo>
                    <a:pt x="69" y="23"/>
                  </a:lnTo>
                  <a:lnTo>
                    <a:pt x="70" y="25"/>
                  </a:lnTo>
                  <a:lnTo>
                    <a:pt x="70" y="27"/>
                  </a:lnTo>
                  <a:lnTo>
                    <a:pt x="66" y="31"/>
                  </a:lnTo>
                  <a:lnTo>
                    <a:pt x="66" y="33"/>
                  </a:lnTo>
                  <a:lnTo>
                    <a:pt x="66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1" y="38"/>
                  </a:lnTo>
                  <a:lnTo>
                    <a:pt x="60" y="40"/>
                  </a:lnTo>
                  <a:lnTo>
                    <a:pt x="58" y="42"/>
                  </a:lnTo>
                  <a:lnTo>
                    <a:pt x="57" y="44"/>
                  </a:lnTo>
                  <a:lnTo>
                    <a:pt x="54" y="47"/>
                  </a:lnTo>
                  <a:lnTo>
                    <a:pt x="53" y="50"/>
                  </a:lnTo>
                  <a:lnTo>
                    <a:pt x="50" y="61"/>
                  </a:lnTo>
                  <a:lnTo>
                    <a:pt x="3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15" y="6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0" y="64"/>
                  </a:lnTo>
                  <a:lnTo>
                    <a:pt x="10" y="65"/>
                  </a:lnTo>
                  <a:lnTo>
                    <a:pt x="10" y="67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5"/>
                  </a:lnTo>
                  <a:lnTo>
                    <a:pt x="3" y="67"/>
                  </a:lnTo>
                  <a:lnTo>
                    <a:pt x="2" y="67"/>
                  </a:lnTo>
                  <a:lnTo>
                    <a:pt x="0" y="67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3" y="59"/>
                  </a:lnTo>
                  <a:lnTo>
                    <a:pt x="3" y="55"/>
                  </a:lnTo>
                  <a:lnTo>
                    <a:pt x="3" y="52"/>
                  </a:lnTo>
                  <a:lnTo>
                    <a:pt x="4" y="51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4" y="36"/>
                  </a:lnTo>
                  <a:lnTo>
                    <a:pt x="19" y="29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7" y="23"/>
                  </a:lnTo>
                  <a:lnTo>
                    <a:pt x="16" y="22"/>
                  </a:lnTo>
                  <a:lnTo>
                    <a:pt x="16" y="19"/>
                  </a:lnTo>
                  <a:lnTo>
                    <a:pt x="17" y="15"/>
                  </a:lnTo>
                  <a:lnTo>
                    <a:pt x="17" y="11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20" y="4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7" y="5"/>
                  </a:lnTo>
                  <a:lnTo>
                    <a:pt x="29" y="6"/>
                  </a:lnTo>
                  <a:lnTo>
                    <a:pt x="29" y="8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3" y="6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40" y="5"/>
                  </a:lnTo>
                  <a:lnTo>
                    <a:pt x="43" y="4"/>
                  </a:lnTo>
                  <a:lnTo>
                    <a:pt x="46" y="4"/>
                  </a:lnTo>
                  <a:lnTo>
                    <a:pt x="49" y="5"/>
                  </a:lnTo>
                  <a:lnTo>
                    <a:pt x="52" y="4"/>
                  </a:lnTo>
                  <a:lnTo>
                    <a:pt x="53" y="1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5" name="Freeform 444"/>
            <p:cNvSpPr>
              <a:spLocks/>
            </p:cNvSpPr>
            <p:nvPr/>
          </p:nvSpPr>
          <p:spPr bwMode="auto">
            <a:xfrm>
              <a:off x="6211907" y="4015419"/>
              <a:ext cx="390813" cy="263925"/>
            </a:xfrm>
            <a:custGeom>
              <a:avLst/>
              <a:gdLst>
                <a:gd name="T0" fmla="*/ 97 w 154"/>
                <a:gd name="T1" fmla="*/ 4 h 104"/>
                <a:gd name="T2" fmla="*/ 106 w 154"/>
                <a:gd name="T3" fmla="*/ 16 h 104"/>
                <a:gd name="T4" fmla="*/ 105 w 154"/>
                <a:gd name="T5" fmla="*/ 23 h 104"/>
                <a:gd name="T6" fmla="*/ 110 w 154"/>
                <a:gd name="T7" fmla="*/ 27 h 104"/>
                <a:gd name="T8" fmla="*/ 114 w 154"/>
                <a:gd name="T9" fmla="*/ 33 h 104"/>
                <a:gd name="T10" fmla="*/ 123 w 154"/>
                <a:gd name="T11" fmla="*/ 37 h 104"/>
                <a:gd name="T12" fmla="*/ 129 w 154"/>
                <a:gd name="T13" fmla="*/ 41 h 104"/>
                <a:gd name="T14" fmla="*/ 126 w 154"/>
                <a:gd name="T15" fmla="*/ 46 h 104"/>
                <a:gd name="T16" fmla="*/ 133 w 154"/>
                <a:gd name="T17" fmla="*/ 48 h 104"/>
                <a:gd name="T18" fmla="*/ 139 w 154"/>
                <a:gd name="T19" fmla="*/ 55 h 104"/>
                <a:gd name="T20" fmla="*/ 143 w 154"/>
                <a:gd name="T21" fmla="*/ 60 h 104"/>
                <a:gd name="T22" fmla="*/ 150 w 154"/>
                <a:gd name="T23" fmla="*/ 66 h 104"/>
                <a:gd name="T24" fmla="*/ 154 w 154"/>
                <a:gd name="T25" fmla="*/ 73 h 104"/>
                <a:gd name="T26" fmla="*/ 148 w 154"/>
                <a:gd name="T27" fmla="*/ 72 h 104"/>
                <a:gd name="T28" fmla="*/ 138 w 154"/>
                <a:gd name="T29" fmla="*/ 72 h 104"/>
                <a:gd name="T30" fmla="*/ 131 w 154"/>
                <a:gd name="T31" fmla="*/ 71 h 104"/>
                <a:gd name="T32" fmla="*/ 129 w 154"/>
                <a:gd name="T33" fmla="*/ 71 h 104"/>
                <a:gd name="T34" fmla="*/ 122 w 154"/>
                <a:gd name="T35" fmla="*/ 75 h 104"/>
                <a:gd name="T36" fmla="*/ 118 w 154"/>
                <a:gd name="T37" fmla="*/ 73 h 104"/>
                <a:gd name="T38" fmla="*/ 109 w 154"/>
                <a:gd name="T39" fmla="*/ 76 h 104"/>
                <a:gd name="T40" fmla="*/ 100 w 154"/>
                <a:gd name="T41" fmla="*/ 76 h 104"/>
                <a:gd name="T42" fmla="*/ 92 w 154"/>
                <a:gd name="T43" fmla="*/ 80 h 104"/>
                <a:gd name="T44" fmla="*/ 90 w 154"/>
                <a:gd name="T45" fmla="*/ 84 h 104"/>
                <a:gd name="T46" fmla="*/ 83 w 154"/>
                <a:gd name="T47" fmla="*/ 81 h 104"/>
                <a:gd name="T48" fmla="*/ 75 w 154"/>
                <a:gd name="T49" fmla="*/ 80 h 104"/>
                <a:gd name="T50" fmla="*/ 65 w 154"/>
                <a:gd name="T51" fmla="*/ 77 h 104"/>
                <a:gd name="T52" fmla="*/ 59 w 154"/>
                <a:gd name="T53" fmla="*/ 72 h 104"/>
                <a:gd name="T54" fmla="*/ 52 w 154"/>
                <a:gd name="T55" fmla="*/ 75 h 104"/>
                <a:gd name="T56" fmla="*/ 51 w 154"/>
                <a:gd name="T57" fmla="*/ 80 h 104"/>
                <a:gd name="T58" fmla="*/ 50 w 154"/>
                <a:gd name="T59" fmla="*/ 85 h 104"/>
                <a:gd name="T60" fmla="*/ 47 w 154"/>
                <a:gd name="T61" fmla="*/ 89 h 104"/>
                <a:gd name="T62" fmla="*/ 39 w 154"/>
                <a:gd name="T63" fmla="*/ 88 h 104"/>
                <a:gd name="T64" fmla="*/ 30 w 154"/>
                <a:gd name="T65" fmla="*/ 92 h 104"/>
                <a:gd name="T66" fmla="*/ 19 w 154"/>
                <a:gd name="T67" fmla="*/ 104 h 104"/>
                <a:gd name="T68" fmla="*/ 15 w 154"/>
                <a:gd name="T69" fmla="*/ 96 h 104"/>
                <a:gd name="T70" fmla="*/ 8 w 154"/>
                <a:gd name="T71" fmla="*/ 84 h 104"/>
                <a:gd name="T72" fmla="*/ 2 w 154"/>
                <a:gd name="T73" fmla="*/ 75 h 104"/>
                <a:gd name="T74" fmla="*/ 0 w 154"/>
                <a:gd name="T75" fmla="*/ 63 h 104"/>
                <a:gd name="T76" fmla="*/ 5 w 154"/>
                <a:gd name="T77" fmla="*/ 55 h 104"/>
                <a:gd name="T78" fmla="*/ 10 w 154"/>
                <a:gd name="T79" fmla="*/ 44 h 104"/>
                <a:gd name="T80" fmla="*/ 14 w 154"/>
                <a:gd name="T81" fmla="*/ 44 h 104"/>
                <a:gd name="T82" fmla="*/ 23 w 154"/>
                <a:gd name="T83" fmla="*/ 42 h 104"/>
                <a:gd name="T84" fmla="*/ 27 w 154"/>
                <a:gd name="T85" fmla="*/ 42 h 104"/>
                <a:gd name="T86" fmla="*/ 36 w 154"/>
                <a:gd name="T87" fmla="*/ 39 h 104"/>
                <a:gd name="T88" fmla="*/ 51 w 154"/>
                <a:gd name="T89" fmla="*/ 34 h 104"/>
                <a:gd name="T90" fmla="*/ 51 w 154"/>
                <a:gd name="T91" fmla="*/ 27 h 104"/>
                <a:gd name="T92" fmla="*/ 58 w 154"/>
                <a:gd name="T93" fmla="*/ 25 h 104"/>
                <a:gd name="T94" fmla="*/ 69 w 154"/>
                <a:gd name="T95" fmla="*/ 25 h 104"/>
                <a:gd name="T96" fmla="*/ 75 w 154"/>
                <a:gd name="T97" fmla="*/ 18 h 104"/>
                <a:gd name="T98" fmla="*/ 77 w 154"/>
                <a:gd name="T99" fmla="*/ 12 h 104"/>
                <a:gd name="T100" fmla="*/ 84 w 154"/>
                <a:gd name="T101" fmla="*/ 8 h 104"/>
                <a:gd name="T102" fmla="*/ 89 w 154"/>
                <a:gd name="T103" fmla="*/ 1 h 104"/>
                <a:gd name="T104" fmla="*/ 97 w 154"/>
                <a:gd name="T10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4" h="104">
                  <a:moveTo>
                    <a:pt x="97" y="0"/>
                  </a:moveTo>
                  <a:lnTo>
                    <a:pt x="98" y="1"/>
                  </a:lnTo>
                  <a:lnTo>
                    <a:pt x="98" y="4"/>
                  </a:lnTo>
                  <a:lnTo>
                    <a:pt x="97" y="4"/>
                  </a:lnTo>
                  <a:lnTo>
                    <a:pt x="100" y="6"/>
                  </a:lnTo>
                  <a:lnTo>
                    <a:pt x="101" y="8"/>
                  </a:lnTo>
                  <a:lnTo>
                    <a:pt x="104" y="12"/>
                  </a:lnTo>
                  <a:lnTo>
                    <a:pt x="106" y="16"/>
                  </a:lnTo>
                  <a:lnTo>
                    <a:pt x="106" y="18"/>
                  </a:lnTo>
                  <a:lnTo>
                    <a:pt x="106" y="21"/>
                  </a:lnTo>
                  <a:lnTo>
                    <a:pt x="105" y="21"/>
                  </a:lnTo>
                  <a:lnTo>
                    <a:pt x="105" y="23"/>
                  </a:lnTo>
                  <a:lnTo>
                    <a:pt x="105" y="27"/>
                  </a:lnTo>
                  <a:lnTo>
                    <a:pt x="106" y="29"/>
                  </a:lnTo>
                  <a:lnTo>
                    <a:pt x="109" y="29"/>
                  </a:lnTo>
                  <a:lnTo>
                    <a:pt x="110" y="27"/>
                  </a:lnTo>
                  <a:lnTo>
                    <a:pt x="114" y="27"/>
                  </a:lnTo>
                  <a:lnTo>
                    <a:pt x="114" y="29"/>
                  </a:lnTo>
                  <a:lnTo>
                    <a:pt x="114" y="30"/>
                  </a:lnTo>
                  <a:lnTo>
                    <a:pt x="114" y="33"/>
                  </a:lnTo>
                  <a:lnTo>
                    <a:pt x="117" y="34"/>
                  </a:lnTo>
                  <a:lnTo>
                    <a:pt x="119" y="35"/>
                  </a:lnTo>
                  <a:lnTo>
                    <a:pt x="121" y="35"/>
                  </a:lnTo>
                  <a:lnTo>
                    <a:pt x="123" y="37"/>
                  </a:lnTo>
                  <a:lnTo>
                    <a:pt x="123" y="38"/>
                  </a:lnTo>
                  <a:lnTo>
                    <a:pt x="126" y="39"/>
                  </a:lnTo>
                  <a:lnTo>
                    <a:pt x="127" y="39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7" y="43"/>
                  </a:lnTo>
                  <a:lnTo>
                    <a:pt x="126" y="44"/>
                  </a:lnTo>
                  <a:lnTo>
                    <a:pt x="126" y="46"/>
                  </a:lnTo>
                  <a:lnTo>
                    <a:pt x="127" y="47"/>
                  </a:lnTo>
                  <a:lnTo>
                    <a:pt x="130" y="48"/>
                  </a:lnTo>
                  <a:lnTo>
                    <a:pt x="131" y="47"/>
                  </a:lnTo>
                  <a:lnTo>
                    <a:pt x="133" y="48"/>
                  </a:lnTo>
                  <a:lnTo>
                    <a:pt x="134" y="48"/>
                  </a:lnTo>
                  <a:lnTo>
                    <a:pt x="138" y="51"/>
                  </a:lnTo>
                  <a:lnTo>
                    <a:pt x="138" y="52"/>
                  </a:lnTo>
                  <a:lnTo>
                    <a:pt x="139" y="55"/>
                  </a:lnTo>
                  <a:lnTo>
                    <a:pt x="139" y="56"/>
                  </a:lnTo>
                  <a:lnTo>
                    <a:pt x="142" y="58"/>
                  </a:lnTo>
                  <a:lnTo>
                    <a:pt x="143" y="59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7" y="63"/>
                  </a:lnTo>
                  <a:lnTo>
                    <a:pt x="150" y="64"/>
                  </a:lnTo>
                  <a:lnTo>
                    <a:pt x="150" y="66"/>
                  </a:lnTo>
                  <a:lnTo>
                    <a:pt x="150" y="69"/>
                  </a:lnTo>
                  <a:lnTo>
                    <a:pt x="151" y="69"/>
                  </a:lnTo>
                  <a:lnTo>
                    <a:pt x="154" y="72"/>
                  </a:lnTo>
                  <a:lnTo>
                    <a:pt x="154" y="73"/>
                  </a:lnTo>
                  <a:lnTo>
                    <a:pt x="154" y="73"/>
                  </a:lnTo>
                  <a:lnTo>
                    <a:pt x="154" y="73"/>
                  </a:lnTo>
                  <a:lnTo>
                    <a:pt x="151" y="72"/>
                  </a:lnTo>
                  <a:lnTo>
                    <a:pt x="148" y="72"/>
                  </a:lnTo>
                  <a:lnTo>
                    <a:pt x="144" y="73"/>
                  </a:lnTo>
                  <a:lnTo>
                    <a:pt x="144" y="73"/>
                  </a:lnTo>
                  <a:lnTo>
                    <a:pt x="141" y="73"/>
                  </a:lnTo>
                  <a:lnTo>
                    <a:pt x="138" y="72"/>
                  </a:lnTo>
                  <a:lnTo>
                    <a:pt x="137" y="72"/>
                  </a:lnTo>
                  <a:lnTo>
                    <a:pt x="135" y="71"/>
                  </a:lnTo>
                  <a:lnTo>
                    <a:pt x="134" y="71"/>
                  </a:lnTo>
                  <a:lnTo>
                    <a:pt x="131" y="71"/>
                  </a:lnTo>
                  <a:lnTo>
                    <a:pt x="130" y="69"/>
                  </a:lnTo>
                  <a:lnTo>
                    <a:pt x="129" y="69"/>
                  </a:lnTo>
                  <a:lnTo>
                    <a:pt x="129" y="71"/>
                  </a:lnTo>
                  <a:lnTo>
                    <a:pt x="129" y="71"/>
                  </a:lnTo>
                  <a:lnTo>
                    <a:pt x="127" y="73"/>
                  </a:lnTo>
                  <a:lnTo>
                    <a:pt x="126" y="73"/>
                  </a:lnTo>
                  <a:lnTo>
                    <a:pt x="125" y="73"/>
                  </a:lnTo>
                  <a:lnTo>
                    <a:pt x="122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8" y="73"/>
                  </a:lnTo>
                  <a:lnTo>
                    <a:pt x="118" y="73"/>
                  </a:lnTo>
                  <a:lnTo>
                    <a:pt x="117" y="72"/>
                  </a:lnTo>
                  <a:lnTo>
                    <a:pt x="115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8" y="76"/>
                  </a:lnTo>
                  <a:lnTo>
                    <a:pt x="104" y="77"/>
                  </a:lnTo>
                  <a:lnTo>
                    <a:pt x="101" y="77"/>
                  </a:lnTo>
                  <a:lnTo>
                    <a:pt x="100" y="76"/>
                  </a:lnTo>
                  <a:lnTo>
                    <a:pt x="98" y="76"/>
                  </a:lnTo>
                  <a:lnTo>
                    <a:pt x="96" y="76"/>
                  </a:lnTo>
                  <a:lnTo>
                    <a:pt x="94" y="77"/>
                  </a:lnTo>
                  <a:lnTo>
                    <a:pt x="92" y="80"/>
                  </a:lnTo>
                  <a:lnTo>
                    <a:pt x="92" y="81"/>
                  </a:lnTo>
                  <a:lnTo>
                    <a:pt x="93" y="83"/>
                  </a:lnTo>
                  <a:lnTo>
                    <a:pt x="93" y="83"/>
                  </a:lnTo>
                  <a:lnTo>
                    <a:pt x="90" y="84"/>
                  </a:lnTo>
                  <a:lnTo>
                    <a:pt x="89" y="83"/>
                  </a:lnTo>
                  <a:lnTo>
                    <a:pt x="87" y="83"/>
                  </a:lnTo>
                  <a:lnTo>
                    <a:pt x="84" y="81"/>
                  </a:lnTo>
                  <a:lnTo>
                    <a:pt x="83" y="81"/>
                  </a:lnTo>
                  <a:lnTo>
                    <a:pt x="81" y="83"/>
                  </a:lnTo>
                  <a:lnTo>
                    <a:pt x="80" y="83"/>
                  </a:lnTo>
                  <a:lnTo>
                    <a:pt x="77" y="81"/>
                  </a:lnTo>
                  <a:lnTo>
                    <a:pt x="75" y="80"/>
                  </a:lnTo>
                  <a:lnTo>
                    <a:pt x="72" y="81"/>
                  </a:lnTo>
                  <a:lnTo>
                    <a:pt x="71" y="80"/>
                  </a:lnTo>
                  <a:lnTo>
                    <a:pt x="68" y="77"/>
                  </a:lnTo>
                  <a:lnTo>
                    <a:pt x="65" y="77"/>
                  </a:lnTo>
                  <a:lnTo>
                    <a:pt x="63" y="73"/>
                  </a:lnTo>
                  <a:lnTo>
                    <a:pt x="62" y="73"/>
                  </a:lnTo>
                  <a:lnTo>
                    <a:pt x="59" y="72"/>
                  </a:lnTo>
                  <a:lnTo>
                    <a:pt x="59" y="72"/>
                  </a:lnTo>
                  <a:lnTo>
                    <a:pt x="58" y="73"/>
                  </a:lnTo>
                  <a:lnTo>
                    <a:pt x="56" y="73"/>
                  </a:lnTo>
                  <a:lnTo>
                    <a:pt x="54" y="75"/>
                  </a:lnTo>
                  <a:lnTo>
                    <a:pt x="52" y="75"/>
                  </a:lnTo>
                  <a:lnTo>
                    <a:pt x="52" y="76"/>
                  </a:lnTo>
                  <a:lnTo>
                    <a:pt x="51" y="77"/>
                  </a:lnTo>
                  <a:lnTo>
                    <a:pt x="51" y="79"/>
                  </a:lnTo>
                  <a:lnTo>
                    <a:pt x="51" y="80"/>
                  </a:lnTo>
                  <a:lnTo>
                    <a:pt x="50" y="81"/>
                  </a:lnTo>
                  <a:lnTo>
                    <a:pt x="48" y="81"/>
                  </a:lnTo>
                  <a:lnTo>
                    <a:pt x="48" y="83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48" y="88"/>
                  </a:lnTo>
                  <a:lnTo>
                    <a:pt x="48" y="89"/>
                  </a:lnTo>
                  <a:lnTo>
                    <a:pt x="47" y="89"/>
                  </a:lnTo>
                  <a:lnTo>
                    <a:pt x="46" y="91"/>
                  </a:lnTo>
                  <a:lnTo>
                    <a:pt x="43" y="89"/>
                  </a:lnTo>
                  <a:lnTo>
                    <a:pt x="43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1" y="91"/>
                  </a:lnTo>
                  <a:lnTo>
                    <a:pt x="30" y="92"/>
                  </a:lnTo>
                  <a:lnTo>
                    <a:pt x="29" y="92"/>
                  </a:lnTo>
                  <a:lnTo>
                    <a:pt x="25" y="96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1"/>
                  </a:lnTo>
                  <a:lnTo>
                    <a:pt x="18" y="98"/>
                  </a:lnTo>
                  <a:lnTo>
                    <a:pt x="15" y="96"/>
                  </a:lnTo>
                  <a:lnTo>
                    <a:pt x="14" y="94"/>
                  </a:lnTo>
                  <a:lnTo>
                    <a:pt x="11" y="91"/>
                  </a:lnTo>
                  <a:lnTo>
                    <a:pt x="9" y="87"/>
                  </a:lnTo>
                  <a:lnTo>
                    <a:pt x="8" y="84"/>
                  </a:lnTo>
                  <a:lnTo>
                    <a:pt x="6" y="81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75"/>
                  </a:lnTo>
                  <a:lnTo>
                    <a:pt x="1" y="72"/>
                  </a:lnTo>
                  <a:lnTo>
                    <a:pt x="1" y="69"/>
                  </a:lnTo>
                  <a:lnTo>
                    <a:pt x="1" y="66"/>
                  </a:lnTo>
                  <a:lnTo>
                    <a:pt x="0" y="63"/>
                  </a:lnTo>
                  <a:lnTo>
                    <a:pt x="0" y="60"/>
                  </a:lnTo>
                  <a:lnTo>
                    <a:pt x="1" y="59"/>
                  </a:lnTo>
                  <a:lnTo>
                    <a:pt x="2" y="58"/>
                  </a:lnTo>
                  <a:lnTo>
                    <a:pt x="5" y="55"/>
                  </a:lnTo>
                  <a:lnTo>
                    <a:pt x="6" y="52"/>
                  </a:lnTo>
                  <a:lnTo>
                    <a:pt x="8" y="48"/>
                  </a:lnTo>
                  <a:lnTo>
                    <a:pt x="9" y="46"/>
                  </a:lnTo>
                  <a:lnTo>
                    <a:pt x="10" y="44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4" y="43"/>
                  </a:lnTo>
                  <a:lnTo>
                    <a:pt x="14" y="44"/>
                  </a:lnTo>
                  <a:lnTo>
                    <a:pt x="17" y="44"/>
                  </a:lnTo>
                  <a:lnTo>
                    <a:pt x="18" y="44"/>
                  </a:lnTo>
                  <a:lnTo>
                    <a:pt x="22" y="44"/>
                  </a:lnTo>
                  <a:lnTo>
                    <a:pt x="23" y="42"/>
                  </a:lnTo>
                  <a:lnTo>
                    <a:pt x="23" y="39"/>
                  </a:lnTo>
                  <a:lnTo>
                    <a:pt x="25" y="38"/>
                  </a:lnTo>
                  <a:lnTo>
                    <a:pt x="26" y="39"/>
                  </a:lnTo>
                  <a:lnTo>
                    <a:pt x="27" y="42"/>
                  </a:lnTo>
                  <a:lnTo>
                    <a:pt x="27" y="43"/>
                  </a:lnTo>
                  <a:lnTo>
                    <a:pt x="30" y="43"/>
                  </a:lnTo>
                  <a:lnTo>
                    <a:pt x="33" y="41"/>
                  </a:lnTo>
                  <a:lnTo>
                    <a:pt x="36" y="39"/>
                  </a:lnTo>
                  <a:lnTo>
                    <a:pt x="39" y="37"/>
                  </a:lnTo>
                  <a:lnTo>
                    <a:pt x="46" y="35"/>
                  </a:lnTo>
                  <a:lnTo>
                    <a:pt x="50" y="35"/>
                  </a:lnTo>
                  <a:lnTo>
                    <a:pt x="51" y="34"/>
                  </a:lnTo>
                  <a:lnTo>
                    <a:pt x="55" y="31"/>
                  </a:lnTo>
                  <a:lnTo>
                    <a:pt x="54" y="30"/>
                  </a:lnTo>
                  <a:lnTo>
                    <a:pt x="52" y="30"/>
                  </a:lnTo>
                  <a:lnTo>
                    <a:pt x="51" y="27"/>
                  </a:lnTo>
                  <a:lnTo>
                    <a:pt x="51" y="25"/>
                  </a:lnTo>
                  <a:lnTo>
                    <a:pt x="52" y="25"/>
                  </a:lnTo>
                  <a:lnTo>
                    <a:pt x="55" y="25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2" y="26"/>
                  </a:lnTo>
                  <a:lnTo>
                    <a:pt x="65" y="25"/>
                  </a:lnTo>
                  <a:lnTo>
                    <a:pt x="69" y="25"/>
                  </a:lnTo>
                  <a:lnTo>
                    <a:pt x="72" y="22"/>
                  </a:lnTo>
                  <a:lnTo>
                    <a:pt x="73" y="22"/>
                  </a:lnTo>
                  <a:lnTo>
                    <a:pt x="75" y="19"/>
                  </a:lnTo>
                  <a:lnTo>
                    <a:pt x="75" y="18"/>
                  </a:lnTo>
                  <a:lnTo>
                    <a:pt x="75" y="17"/>
                  </a:lnTo>
                  <a:lnTo>
                    <a:pt x="76" y="16"/>
                  </a:lnTo>
                  <a:lnTo>
                    <a:pt x="76" y="13"/>
                  </a:lnTo>
                  <a:lnTo>
                    <a:pt x="77" y="12"/>
                  </a:lnTo>
                  <a:lnTo>
                    <a:pt x="79" y="12"/>
                  </a:lnTo>
                  <a:lnTo>
                    <a:pt x="80" y="12"/>
                  </a:lnTo>
                  <a:lnTo>
                    <a:pt x="83" y="9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5"/>
                  </a:lnTo>
                  <a:lnTo>
                    <a:pt x="87" y="2"/>
                  </a:lnTo>
                  <a:lnTo>
                    <a:pt x="89" y="1"/>
                  </a:lnTo>
                  <a:lnTo>
                    <a:pt x="92" y="1"/>
                  </a:lnTo>
                  <a:lnTo>
                    <a:pt x="93" y="2"/>
                  </a:lnTo>
                  <a:lnTo>
                    <a:pt x="9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6" name="Freeform 445"/>
            <p:cNvSpPr>
              <a:spLocks/>
            </p:cNvSpPr>
            <p:nvPr/>
          </p:nvSpPr>
          <p:spPr bwMode="auto">
            <a:xfrm>
              <a:off x="6049491" y="3317538"/>
              <a:ext cx="464408" cy="433955"/>
            </a:xfrm>
            <a:custGeom>
              <a:avLst/>
              <a:gdLst>
                <a:gd name="T0" fmla="*/ 25 w 183"/>
                <a:gd name="T1" fmla="*/ 1 h 171"/>
                <a:gd name="T2" fmla="*/ 33 w 183"/>
                <a:gd name="T3" fmla="*/ 4 h 171"/>
                <a:gd name="T4" fmla="*/ 45 w 183"/>
                <a:gd name="T5" fmla="*/ 4 h 171"/>
                <a:gd name="T6" fmla="*/ 56 w 183"/>
                <a:gd name="T7" fmla="*/ 6 h 171"/>
                <a:gd name="T8" fmla="*/ 66 w 183"/>
                <a:gd name="T9" fmla="*/ 12 h 171"/>
                <a:gd name="T10" fmla="*/ 70 w 183"/>
                <a:gd name="T11" fmla="*/ 22 h 171"/>
                <a:gd name="T12" fmla="*/ 78 w 183"/>
                <a:gd name="T13" fmla="*/ 25 h 171"/>
                <a:gd name="T14" fmla="*/ 83 w 183"/>
                <a:gd name="T15" fmla="*/ 25 h 171"/>
                <a:gd name="T16" fmla="*/ 98 w 183"/>
                <a:gd name="T17" fmla="*/ 31 h 171"/>
                <a:gd name="T18" fmla="*/ 106 w 183"/>
                <a:gd name="T19" fmla="*/ 38 h 171"/>
                <a:gd name="T20" fmla="*/ 114 w 183"/>
                <a:gd name="T21" fmla="*/ 39 h 171"/>
                <a:gd name="T22" fmla="*/ 118 w 183"/>
                <a:gd name="T23" fmla="*/ 34 h 171"/>
                <a:gd name="T24" fmla="*/ 122 w 183"/>
                <a:gd name="T25" fmla="*/ 29 h 171"/>
                <a:gd name="T26" fmla="*/ 118 w 183"/>
                <a:gd name="T27" fmla="*/ 21 h 171"/>
                <a:gd name="T28" fmla="*/ 120 w 183"/>
                <a:gd name="T29" fmla="*/ 13 h 171"/>
                <a:gd name="T30" fmla="*/ 124 w 183"/>
                <a:gd name="T31" fmla="*/ 8 h 171"/>
                <a:gd name="T32" fmla="*/ 135 w 183"/>
                <a:gd name="T33" fmla="*/ 4 h 171"/>
                <a:gd name="T34" fmla="*/ 139 w 183"/>
                <a:gd name="T35" fmla="*/ 2 h 171"/>
                <a:gd name="T36" fmla="*/ 143 w 183"/>
                <a:gd name="T37" fmla="*/ 2 h 171"/>
                <a:gd name="T38" fmla="*/ 148 w 183"/>
                <a:gd name="T39" fmla="*/ 4 h 171"/>
                <a:gd name="T40" fmla="*/ 156 w 183"/>
                <a:gd name="T41" fmla="*/ 6 h 171"/>
                <a:gd name="T42" fmla="*/ 154 w 183"/>
                <a:gd name="T43" fmla="*/ 9 h 171"/>
                <a:gd name="T44" fmla="*/ 160 w 183"/>
                <a:gd name="T45" fmla="*/ 12 h 171"/>
                <a:gd name="T46" fmla="*/ 165 w 183"/>
                <a:gd name="T47" fmla="*/ 13 h 171"/>
                <a:gd name="T48" fmla="*/ 174 w 183"/>
                <a:gd name="T49" fmla="*/ 13 h 171"/>
                <a:gd name="T50" fmla="*/ 178 w 183"/>
                <a:gd name="T51" fmla="*/ 16 h 171"/>
                <a:gd name="T52" fmla="*/ 179 w 183"/>
                <a:gd name="T53" fmla="*/ 21 h 171"/>
                <a:gd name="T54" fmla="*/ 179 w 183"/>
                <a:gd name="T55" fmla="*/ 29 h 171"/>
                <a:gd name="T56" fmla="*/ 178 w 183"/>
                <a:gd name="T57" fmla="*/ 35 h 171"/>
                <a:gd name="T58" fmla="*/ 178 w 183"/>
                <a:gd name="T59" fmla="*/ 43 h 171"/>
                <a:gd name="T60" fmla="*/ 183 w 183"/>
                <a:gd name="T61" fmla="*/ 166 h 171"/>
                <a:gd name="T62" fmla="*/ 173 w 183"/>
                <a:gd name="T63" fmla="*/ 171 h 171"/>
                <a:gd name="T64" fmla="*/ 173 w 183"/>
                <a:gd name="T65" fmla="*/ 171 h 171"/>
                <a:gd name="T66" fmla="*/ 53 w 183"/>
                <a:gd name="T67" fmla="*/ 133 h 171"/>
                <a:gd name="T68" fmla="*/ 31 w 183"/>
                <a:gd name="T69" fmla="*/ 126 h 171"/>
                <a:gd name="T70" fmla="*/ 28 w 183"/>
                <a:gd name="T71" fmla="*/ 122 h 171"/>
                <a:gd name="T72" fmla="*/ 24 w 183"/>
                <a:gd name="T73" fmla="*/ 117 h 171"/>
                <a:gd name="T74" fmla="*/ 20 w 183"/>
                <a:gd name="T75" fmla="*/ 113 h 171"/>
                <a:gd name="T76" fmla="*/ 11 w 183"/>
                <a:gd name="T77" fmla="*/ 112 h 171"/>
                <a:gd name="T78" fmla="*/ 10 w 183"/>
                <a:gd name="T79" fmla="*/ 109 h 171"/>
                <a:gd name="T80" fmla="*/ 8 w 183"/>
                <a:gd name="T81" fmla="*/ 104 h 171"/>
                <a:gd name="T82" fmla="*/ 7 w 183"/>
                <a:gd name="T83" fmla="*/ 100 h 171"/>
                <a:gd name="T84" fmla="*/ 4 w 183"/>
                <a:gd name="T85" fmla="*/ 94 h 171"/>
                <a:gd name="T86" fmla="*/ 0 w 183"/>
                <a:gd name="T87" fmla="*/ 88 h 171"/>
                <a:gd name="T88" fmla="*/ 2 w 183"/>
                <a:gd name="T89" fmla="*/ 87 h 171"/>
                <a:gd name="T90" fmla="*/ 6 w 183"/>
                <a:gd name="T91" fmla="*/ 83 h 171"/>
                <a:gd name="T92" fmla="*/ 4 w 183"/>
                <a:gd name="T93" fmla="*/ 76 h 171"/>
                <a:gd name="T94" fmla="*/ 6 w 183"/>
                <a:gd name="T95" fmla="*/ 68 h 171"/>
                <a:gd name="T96" fmla="*/ 3 w 183"/>
                <a:gd name="T97" fmla="*/ 59 h 171"/>
                <a:gd name="T98" fmla="*/ 3 w 183"/>
                <a:gd name="T99" fmla="*/ 54 h 171"/>
                <a:gd name="T100" fmla="*/ 2 w 183"/>
                <a:gd name="T101" fmla="*/ 42 h 171"/>
                <a:gd name="T102" fmla="*/ 0 w 183"/>
                <a:gd name="T103" fmla="*/ 38 h 171"/>
                <a:gd name="T104" fmla="*/ 2 w 183"/>
                <a:gd name="T105" fmla="*/ 37 h 171"/>
                <a:gd name="T106" fmla="*/ 4 w 183"/>
                <a:gd name="T107" fmla="*/ 37 h 171"/>
                <a:gd name="T108" fmla="*/ 7 w 183"/>
                <a:gd name="T109" fmla="*/ 33 h 171"/>
                <a:gd name="T110" fmla="*/ 8 w 183"/>
                <a:gd name="T111" fmla="*/ 31 h 171"/>
                <a:gd name="T112" fmla="*/ 8 w 183"/>
                <a:gd name="T113" fmla="*/ 27 h 171"/>
                <a:gd name="T114" fmla="*/ 7 w 183"/>
                <a:gd name="T115" fmla="*/ 22 h 171"/>
                <a:gd name="T116" fmla="*/ 10 w 183"/>
                <a:gd name="T117" fmla="*/ 19 h 171"/>
                <a:gd name="T118" fmla="*/ 14 w 183"/>
                <a:gd name="T119" fmla="*/ 17 h 171"/>
                <a:gd name="T120" fmla="*/ 21 w 183"/>
                <a:gd name="T121" fmla="*/ 10 h 171"/>
                <a:gd name="T122" fmla="*/ 23 w 183"/>
                <a:gd name="T123" fmla="*/ 6 h 171"/>
                <a:gd name="T124" fmla="*/ 23 w 183"/>
                <a:gd name="T125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3" h="171">
                  <a:moveTo>
                    <a:pt x="23" y="0"/>
                  </a:moveTo>
                  <a:lnTo>
                    <a:pt x="25" y="1"/>
                  </a:lnTo>
                  <a:lnTo>
                    <a:pt x="27" y="4"/>
                  </a:lnTo>
                  <a:lnTo>
                    <a:pt x="33" y="4"/>
                  </a:lnTo>
                  <a:lnTo>
                    <a:pt x="41" y="2"/>
                  </a:lnTo>
                  <a:lnTo>
                    <a:pt x="45" y="4"/>
                  </a:lnTo>
                  <a:lnTo>
                    <a:pt x="52" y="5"/>
                  </a:lnTo>
                  <a:lnTo>
                    <a:pt x="56" y="6"/>
                  </a:lnTo>
                  <a:lnTo>
                    <a:pt x="64" y="8"/>
                  </a:lnTo>
                  <a:lnTo>
                    <a:pt x="66" y="12"/>
                  </a:lnTo>
                  <a:lnTo>
                    <a:pt x="66" y="16"/>
                  </a:lnTo>
                  <a:lnTo>
                    <a:pt x="70" y="22"/>
                  </a:lnTo>
                  <a:lnTo>
                    <a:pt x="74" y="25"/>
                  </a:lnTo>
                  <a:lnTo>
                    <a:pt x="78" y="25"/>
                  </a:lnTo>
                  <a:lnTo>
                    <a:pt x="79" y="23"/>
                  </a:lnTo>
                  <a:lnTo>
                    <a:pt x="83" y="25"/>
                  </a:lnTo>
                  <a:lnTo>
                    <a:pt x="93" y="29"/>
                  </a:lnTo>
                  <a:lnTo>
                    <a:pt x="98" y="31"/>
                  </a:lnTo>
                  <a:lnTo>
                    <a:pt x="102" y="34"/>
                  </a:lnTo>
                  <a:lnTo>
                    <a:pt x="106" y="38"/>
                  </a:lnTo>
                  <a:lnTo>
                    <a:pt x="111" y="39"/>
                  </a:lnTo>
                  <a:lnTo>
                    <a:pt x="114" y="39"/>
                  </a:lnTo>
                  <a:lnTo>
                    <a:pt x="118" y="35"/>
                  </a:lnTo>
                  <a:lnTo>
                    <a:pt x="118" y="34"/>
                  </a:lnTo>
                  <a:lnTo>
                    <a:pt x="120" y="31"/>
                  </a:lnTo>
                  <a:lnTo>
                    <a:pt x="122" y="29"/>
                  </a:lnTo>
                  <a:lnTo>
                    <a:pt x="120" y="23"/>
                  </a:lnTo>
                  <a:lnTo>
                    <a:pt x="118" y="21"/>
                  </a:lnTo>
                  <a:lnTo>
                    <a:pt x="119" y="14"/>
                  </a:lnTo>
                  <a:lnTo>
                    <a:pt x="120" y="13"/>
                  </a:lnTo>
                  <a:lnTo>
                    <a:pt x="120" y="10"/>
                  </a:lnTo>
                  <a:lnTo>
                    <a:pt x="124" y="8"/>
                  </a:lnTo>
                  <a:lnTo>
                    <a:pt x="128" y="5"/>
                  </a:lnTo>
                  <a:lnTo>
                    <a:pt x="135" y="4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41" y="4"/>
                  </a:lnTo>
                  <a:lnTo>
                    <a:pt x="143" y="2"/>
                  </a:lnTo>
                  <a:lnTo>
                    <a:pt x="144" y="2"/>
                  </a:lnTo>
                  <a:lnTo>
                    <a:pt x="148" y="4"/>
                  </a:lnTo>
                  <a:lnTo>
                    <a:pt x="151" y="4"/>
                  </a:lnTo>
                  <a:lnTo>
                    <a:pt x="156" y="6"/>
                  </a:lnTo>
                  <a:lnTo>
                    <a:pt x="156" y="8"/>
                  </a:lnTo>
                  <a:lnTo>
                    <a:pt x="154" y="9"/>
                  </a:lnTo>
                  <a:lnTo>
                    <a:pt x="156" y="10"/>
                  </a:lnTo>
                  <a:lnTo>
                    <a:pt x="160" y="12"/>
                  </a:lnTo>
                  <a:lnTo>
                    <a:pt x="164" y="12"/>
                  </a:lnTo>
                  <a:lnTo>
                    <a:pt x="165" y="13"/>
                  </a:lnTo>
                  <a:lnTo>
                    <a:pt x="173" y="14"/>
                  </a:lnTo>
                  <a:lnTo>
                    <a:pt x="174" y="13"/>
                  </a:lnTo>
                  <a:lnTo>
                    <a:pt x="177" y="14"/>
                  </a:lnTo>
                  <a:lnTo>
                    <a:pt x="178" y="16"/>
                  </a:lnTo>
                  <a:lnTo>
                    <a:pt x="179" y="19"/>
                  </a:lnTo>
                  <a:lnTo>
                    <a:pt x="179" y="21"/>
                  </a:lnTo>
                  <a:lnTo>
                    <a:pt x="178" y="26"/>
                  </a:lnTo>
                  <a:lnTo>
                    <a:pt x="179" y="29"/>
                  </a:lnTo>
                  <a:lnTo>
                    <a:pt x="179" y="31"/>
                  </a:lnTo>
                  <a:lnTo>
                    <a:pt x="178" y="35"/>
                  </a:lnTo>
                  <a:lnTo>
                    <a:pt x="176" y="39"/>
                  </a:lnTo>
                  <a:lnTo>
                    <a:pt x="178" y="43"/>
                  </a:lnTo>
                  <a:lnTo>
                    <a:pt x="179" y="48"/>
                  </a:lnTo>
                  <a:lnTo>
                    <a:pt x="183" y="166"/>
                  </a:lnTo>
                  <a:lnTo>
                    <a:pt x="173" y="167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77" y="122"/>
                  </a:lnTo>
                  <a:lnTo>
                    <a:pt x="53" y="133"/>
                  </a:lnTo>
                  <a:lnTo>
                    <a:pt x="52" y="130"/>
                  </a:lnTo>
                  <a:lnTo>
                    <a:pt x="31" y="126"/>
                  </a:lnTo>
                  <a:lnTo>
                    <a:pt x="29" y="123"/>
                  </a:lnTo>
                  <a:lnTo>
                    <a:pt x="28" y="122"/>
                  </a:lnTo>
                  <a:lnTo>
                    <a:pt x="27" y="121"/>
                  </a:lnTo>
                  <a:lnTo>
                    <a:pt x="24" y="117"/>
                  </a:lnTo>
                  <a:lnTo>
                    <a:pt x="23" y="114"/>
                  </a:lnTo>
                  <a:lnTo>
                    <a:pt x="20" y="113"/>
                  </a:lnTo>
                  <a:lnTo>
                    <a:pt x="16" y="112"/>
                  </a:lnTo>
                  <a:lnTo>
                    <a:pt x="11" y="112"/>
                  </a:lnTo>
                  <a:lnTo>
                    <a:pt x="10" y="110"/>
                  </a:lnTo>
                  <a:lnTo>
                    <a:pt x="10" y="109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7" y="100"/>
                  </a:lnTo>
                  <a:lnTo>
                    <a:pt x="7" y="98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87"/>
                  </a:lnTo>
                  <a:lnTo>
                    <a:pt x="4" y="84"/>
                  </a:lnTo>
                  <a:lnTo>
                    <a:pt x="6" y="83"/>
                  </a:lnTo>
                  <a:lnTo>
                    <a:pt x="6" y="79"/>
                  </a:lnTo>
                  <a:lnTo>
                    <a:pt x="4" y="76"/>
                  </a:lnTo>
                  <a:lnTo>
                    <a:pt x="4" y="75"/>
                  </a:lnTo>
                  <a:lnTo>
                    <a:pt x="6" y="68"/>
                  </a:lnTo>
                  <a:lnTo>
                    <a:pt x="4" y="64"/>
                  </a:lnTo>
                  <a:lnTo>
                    <a:pt x="3" y="59"/>
                  </a:lnTo>
                  <a:lnTo>
                    <a:pt x="4" y="58"/>
                  </a:lnTo>
                  <a:lnTo>
                    <a:pt x="3" y="54"/>
                  </a:lnTo>
                  <a:lnTo>
                    <a:pt x="3" y="46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3" y="37"/>
                  </a:lnTo>
                  <a:lnTo>
                    <a:pt x="4" y="37"/>
                  </a:lnTo>
                  <a:lnTo>
                    <a:pt x="6" y="35"/>
                  </a:lnTo>
                  <a:lnTo>
                    <a:pt x="7" y="33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8" y="27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10" y="19"/>
                  </a:lnTo>
                  <a:lnTo>
                    <a:pt x="12" y="19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21" y="10"/>
                  </a:lnTo>
                  <a:lnTo>
                    <a:pt x="24" y="6"/>
                  </a:lnTo>
                  <a:lnTo>
                    <a:pt x="23" y="6"/>
                  </a:lnTo>
                  <a:lnTo>
                    <a:pt x="21" y="1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7" name="Freeform 446"/>
            <p:cNvSpPr>
              <a:spLocks noEditPoints="1"/>
            </p:cNvSpPr>
            <p:nvPr/>
          </p:nvSpPr>
          <p:spPr bwMode="auto">
            <a:xfrm>
              <a:off x="5991124" y="3175425"/>
              <a:ext cx="119275" cy="236011"/>
            </a:xfrm>
            <a:custGeom>
              <a:avLst/>
              <a:gdLst>
                <a:gd name="T0" fmla="*/ 38 w 47"/>
                <a:gd name="T1" fmla="*/ 47 h 93"/>
                <a:gd name="T2" fmla="*/ 37 w 47"/>
                <a:gd name="T3" fmla="*/ 49 h 93"/>
                <a:gd name="T4" fmla="*/ 35 w 47"/>
                <a:gd name="T5" fmla="*/ 47 h 93"/>
                <a:gd name="T6" fmla="*/ 26 w 47"/>
                <a:gd name="T7" fmla="*/ 2 h 93"/>
                <a:gd name="T8" fmla="*/ 27 w 47"/>
                <a:gd name="T9" fmla="*/ 4 h 93"/>
                <a:gd name="T10" fmla="*/ 30 w 47"/>
                <a:gd name="T11" fmla="*/ 10 h 93"/>
                <a:gd name="T12" fmla="*/ 37 w 47"/>
                <a:gd name="T13" fmla="*/ 4 h 93"/>
                <a:gd name="T14" fmla="*/ 37 w 47"/>
                <a:gd name="T15" fmla="*/ 7 h 93"/>
                <a:gd name="T16" fmla="*/ 34 w 47"/>
                <a:gd name="T17" fmla="*/ 12 h 93"/>
                <a:gd name="T18" fmla="*/ 31 w 47"/>
                <a:gd name="T19" fmla="*/ 18 h 93"/>
                <a:gd name="T20" fmla="*/ 38 w 47"/>
                <a:gd name="T21" fmla="*/ 23 h 93"/>
                <a:gd name="T22" fmla="*/ 38 w 47"/>
                <a:gd name="T23" fmla="*/ 28 h 93"/>
                <a:gd name="T24" fmla="*/ 38 w 47"/>
                <a:gd name="T25" fmla="*/ 31 h 93"/>
                <a:gd name="T26" fmla="*/ 38 w 47"/>
                <a:gd name="T27" fmla="*/ 33 h 93"/>
                <a:gd name="T28" fmla="*/ 29 w 47"/>
                <a:gd name="T29" fmla="*/ 40 h 93"/>
                <a:gd name="T30" fmla="*/ 29 w 47"/>
                <a:gd name="T31" fmla="*/ 48 h 93"/>
                <a:gd name="T32" fmla="*/ 34 w 47"/>
                <a:gd name="T33" fmla="*/ 49 h 93"/>
                <a:gd name="T34" fmla="*/ 37 w 47"/>
                <a:gd name="T35" fmla="*/ 52 h 93"/>
                <a:gd name="T36" fmla="*/ 38 w 47"/>
                <a:gd name="T37" fmla="*/ 50 h 93"/>
                <a:gd name="T38" fmla="*/ 39 w 47"/>
                <a:gd name="T39" fmla="*/ 50 h 93"/>
                <a:gd name="T40" fmla="*/ 41 w 47"/>
                <a:gd name="T41" fmla="*/ 54 h 93"/>
                <a:gd name="T42" fmla="*/ 46 w 47"/>
                <a:gd name="T43" fmla="*/ 56 h 93"/>
                <a:gd name="T44" fmla="*/ 46 w 47"/>
                <a:gd name="T45" fmla="*/ 62 h 93"/>
                <a:gd name="T46" fmla="*/ 44 w 47"/>
                <a:gd name="T47" fmla="*/ 66 h 93"/>
                <a:gd name="T48" fmla="*/ 37 w 47"/>
                <a:gd name="T49" fmla="*/ 73 h 93"/>
                <a:gd name="T50" fmla="*/ 33 w 47"/>
                <a:gd name="T51" fmla="*/ 75 h 93"/>
                <a:gd name="T52" fmla="*/ 30 w 47"/>
                <a:gd name="T53" fmla="*/ 78 h 93"/>
                <a:gd name="T54" fmla="*/ 31 w 47"/>
                <a:gd name="T55" fmla="*/ 83 h 93"/>
                <a:gd name="T56" fmla="*/ 31 w 47"/>
                <a:gd name="T57" fmla="*/ 87 h 93"/>
                <a:gd name="T58" fmla="*/ 30 w 47"/>
                <a:gd name="T59" fmla="*/ 89 h 93"/>
                <a:gd name="T60" fmla="*/ 27 w 47"/>
                <a:gd name="T61" fmla="*/ 93 h 93"/>
                <a:gd name="T62" fmla="*/ 25 w 47"/>
                <a:gd name="T63" fmla="*/ 93 h 93"/>
                <a:gd name="T64" fmla="*/ 14 w 47"/>
                <a:gd name="T65" fmla="*/ 66 h 93"/>
                <a:gd name="T66" fmla="*/ 12 w 47"/>
                <a:gd name="T67" fmla="*/ 64 h 93"/>
                <a:gd name="T68" fmla="*/ 8 w 47"/>
                <a:gd name="T69" fmla="*/ 60 h 93"/>
                <a:gd name="T70" fmla="*/ 4 w 47"/>
                <a:gd name="T71" fmla="*/ 57 h 93"/>
                <a:gd name="T72" fmla="*/ 1 w 47"/>
                <a:gd name="T73" fmla="*/ 53 h 93"/>
                <a:gd name="T74" fmla="*/ 0 w 47"/>
                <a:gd name="T75" fmla="*/ 49 h 93"/>
                <a:gd name="T76" fmla="*/ 4 w 47"/>
                <a:gd name="T77" fmla="*/ 41 h 93"/>
                <a:gd name="T78" fmla="*/ 8 w 47"/>
                <a:gd name="T79" fmla="*/ 39 h 93"/>
                <a:gd name="T80" fmla="*/ 9 w 47"/>
                <a:gd name="T81" fmla="*/ 33 h 93"/>
                <a:gd name="T82" fmla="*/ 9 w 47"/>
                <a:gd name="T83" fmla="*/ 31 h 93"/>
                <a:gd name="T84" fmla="*/ 10 w 47"/>
                <a:gd name="T85" fmla="*/ 28 h 93"/>
                <a:gd name="T86" fmla="*/ 9 w 47"/>
                <a:gd name="T87" fmla="*/ 25 h 93"/>
                <a:gd name="T88" fmla="*/ 10 w 47"/>
                <a:gd name="T89" fmla="*/ 18 h 93"/>
                <a:gd name="T90" fmla="*/ 10 w 47"/>
                <a:gd name="T91" fmla="*/ 10 h 93"/>
                <a:gd name="T92" fmla="*/ 10 w 47"/>
                <a:gd name="T93" fmla="*/ 7 h 93"/>
                <a:gd name="T94" fmla="*/ 14 w 47"/>
                <a:gd name="T95" fmla="*/ 4 h 93"/>
                <a:gd name="T96" fmla="*/ 21 w 47"/>
                <a:gd name="T97" fmla="*/ 0 h 93"/>
                <a:gd name="T98" fmla="*/ 22 w 47"/>
                <a:gd name="T99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7" h="93">
                  <a:moveTo>
                    <a:pt x="35" y="47"/>
                  </a:moveTo>
                  <a:lnTo>
                    <a:pt x="38" y="47"/>
                  </a:lnTo>
                  <a:lnTo>
                    <a:pt x="39" y="48"/>
                  </a:lnTo>
                  <a:lnTo>
                    <a:pt x="37" y="49"/>
                  </a:lnTo>
                  <a:lnTo>
                    <a:pt x="35" y="48"/>
                  </a:lnTo>
                  <a:lnTo>
                    <a:pt x="35" y="47"/>
                  </a:lnTo>
                  <a:close/>
                  <a:moveTo>
                    <a:pt x="25" y="0"/>
                  </a:moveTo>
                  <a:lnTo>
                    <a:pt x="26" y="2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9" y="8"/>
                  </a:lnTo>
                  <a:lnTo>
                    <a:pt x="30" y="10"/>
                  </a:lnTo>
                  <a:lnTo>
                    <a:pt x="31" y="7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7"/>
                  </a:lnTo>
                  <a:lnTo>
                    <a:pt x="35" y="11"/>
                  </a:lnTo>
                  <a:lnTo>
                    <a:pt x="34" y="12"/>
                  </a:lnTo>
                  <a:lnTo>
                    <a:pt x="31" y="15"/>
                  </a:lnTo>
                  <a:lnTo>
                    <a:pt x="31" y="18"/>
                  </a:lnTo>
                  <a:lnTo>
                    <a:pt x="34" y="22"/>
                  </a:lnTo>
                  <a:lnTo>
                    <a:pt x="38" y="23"/>
                  </a:lnTo>
                  <a:lnTo>
                    <a:pt x="38" y="27"/>
                  </a:lnTo>
                  <a:lnTo>
                    <a:pt x="38" y="28"/>
                  </a:lnTo>
                  <a:lnTo>
                    <a:pt x="39" y="29"/>
                  </a:lnTo>
                  <a:lnTo>
                    <a:pt x="38" y="31"/>
                  </a:lnTo>
                  <a:lnTo>
                    <a:pt x="38" y="32"/>
                  </a:lnTo>
                  <a:lnTo>
                    <a:pt x="38" y="33"/>
                  </a:lnTo>
                  <a:lnTo>
                    <a:pt x="34" y="36"/>
                  </a:lnTo>
                  <a:lnTo>
                    <a:pt x="29" y="40"/>
                  </a:lnTo>
                  <a:lnTo>
                    <a:pt x="27" y="44"/>
                  </a:lnTo>
                  <a:lnTo>
                    <a:pt x="29" y="48"/>
                  </a:lnTo>
                  <a:lnTo>
                    <a:pt x="33" y="50"/>
                  </a:lnTo>
                  <a:lnTo>
                    <a:pt x="34" y="49"/>
                  </a:lnTo>
                  <a:lnTo>
                    <a:pt x="35" y="52"/>
                  </a:lnTo>
                  <a:lnTo>
                    <a:pt x="37" y="52"/>
                  </a:lnTo>
                  <a:lnTo>
                    <a:pt x="38" y="52"/>
                  </a:lnTo>
                  <a:lnTo>
                    <a:pt x="38" y="50"/>
                  </a:lnTo>
                  <a:lnTo>
                    <a:pt x="38" y="50"/>
                  </a:lnTo>
                  <a:lnTo>
                    <a:pt x="39" y="50"/>
                  </a:lnTo>
                  <a:lnTo>
                    <a:pt x="41" y="53"/>
                  </a:lnTo>
                  <a:lnTo>
                    <a:pt x="41" y="54"/>
                  </a:lnTo>
                  <a:lnTo>
                    <a:pt x="43" y="56"/>
                  </a:lnTo>
                  <a:lnTo>
                    <a:pt x="46" y="56"/>
                  </a:lnTo>
                  <a:lnTo>
                    <a:pt x="44" y="57"/>
                  </a:lnTo>
                  <a:lnTo>
                    <a:pt x="46" y="62"/>
                  </a:lnTo>
                  <a:lnTo>
                    <a:pt x="47" y="62"/>
                  </a:lnTo>
                  <a:lnTo>
                    <a:pt x="44" y="66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5" y="75"/>
                  </a:lnTo>
                  <a:lnTo>
                    <a:pt x="33" y="75"/>
                  </a:lnTo>
                  <a:lnTo>
                    <a:pt x="30" y="77"/>
                  </a:lnTo>
                  <a:lnTo>
                    <a:pt x="30" y="78"/>
                  </a:lnTo>
                  <a:lnTo>
                    <a:pt x="30" y="79"/>
                  </a:lnTo>
                  <a:lnTo>
                    <a:pt x="31" y="83"/>
                  </a:lnTo>
                  <a:lnTo>
                    <a:pt x="31" y="86"/>
                  </a:lnTo>
                  <a:lnTo>
                    <a:pt x="31" y="87"/>
                  </a:lnTo>
                  <a:lnTo>
                    <a:pt x="31" y="87"/>
                  </a:lnTo>
                  <a:lnTo>
                    <a:pt x="30" y="89"/>
                  </a:lnTo>
                  <a:lnTo>
                    <a:pt x="29" y="91"/>
                  </a:lnTo>
                  <a:lnTo>
                    <a:pt x="27" y="93"/>
                  </a:lnTo>
                  <a:lnTo>
                    <a:pt x="26" y="93"/>
                  </a:lnTo>
                  <a:lnTo>
                    <a:pt x="25" y="93"/>
                  </a:lnTo>
                  <a:lnTo>
                    <a:pt x="17" y="69"/>
                  </a:lnTo>
                  <a:lnTo>
                    <a:pt x="14" y="66"/>
                  </a:lnTo>
                  <a:lnTo>
                    <a:pt x="13" y="65"/>
                  </a:lnTo>
                  <a:lnTo>
                    <a:pt x="12" y="64"/>
                  </a:lnTo>
                  <a:lnTo>
                    <a:pt x="9" y="64"/>
                  </a:lnTo>
                  <a:lnTo>
                    <a:pt x="8" y="60"/>
                  </a:lnTo>
                  <a:lnTo>
                    <a:pt x="5" y="57"/>
                  </a:lnTo>
                  <a:lnTo>
                    <a:pt x="4" y="57"/>
                  </a:lnTo>
                  <a:lnTo>
                    <a:pt x="1" y="54"/>
                  </a:lnTo>
                  <a:lnTo>
                    <a:pt x="1" y="53"/>
                  </a:lnTo>
                  <a:lnTo>
                    <a:pt x="1" y="50"/>
                  </a:lnTo>
                  <a:lnTo>
                    <a:pt x="0" y="49"/>
                  </a:lnTo>
                  <a:lnTo>
                    <a:pt x="1" y="44"/>
                  </a:lnTo>
                  <a:lnTo>
                    <a:pt x="4" y="41"/>
                  </a:lnTo>
                  <a:lnTo>
                    <a:pt x="6" y="40"/>
                  </a:lnTo>
                  <a:lnTo>
                    <a:pt x="8" y="39"/>
                  </a:lnTo>
                  <a:lnTo>
                    <a:pt x="9" y="37"/>
                  </a:lnTo>
                  <a:lnTo>
                    <a:pt x="9" y="33"/>
                  </a:lnTo>
                  <a:lnTo>
                    <a:pt x="10" y="32"/>
                  </a:lnTo>
                  <a:lnTo>
                    <a:pt x="9" y="31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10" y="27"/>
                  </a:lnTo>
                  <a:lnTo>
                    <a:pt x="9" y="25"/>
                  </a:lnTo>
                  <a:lnTo>
                    <a:pt x="8" y="23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4" y="4"/>
                  </a:lnTo>
                  <a:lnTo>
                    <a:pt x="18" y="2"/>
                  </a:lnTo>
                  <a:lnTo>
                    <a:pt x="21" y="0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8" name="Freeform 447"/>
            <p:cNvSpPr>
              <a:spLocks/>
            </p:cNvSpPr>
            <p:nvPr/>
          </p:nvSpPr>
          <p:spPr bwMode="auto">
            <a:xfrm>
              <a:off x="5521640" y="3185576"/>
              <a:ext cx="606522" cy="586220"/>
            </a:xfrm>
            <a:custGeom>
              <a:avLst/>
              <a:gdLst>
                <a:gd name="T0" fmla="*/ 173 w 239"/>
                <a:gd name="T1" fmla="*/ 3 h 231"/>
                <a:gd name="T2" fmla="*/ 179 w 239"/>
                <a:gd name="T3" fmla="*/ 0 h 231"/>
                <a:gd name="T4" fmla="*/ 190 w 239"/>
                <a:gd name="T5" fmla="*/ 2 h 231"/>
                <a:gd name="T6" fmla="*/ 195 w 239"/>
                <a:gd name="T7" fmla="*/ 3 h 231"/>
                <a:gd name="T8" fmla="*/ 195 w 239"/>
                <a:gd name="T9" fmla="*/ 10 h 231"/>
                <a:gd name="T10" fmla="*/ 194 w 239"/>
                <a:gd name="T11" fmla="*/ 21 h 231"/>
                <a:gd name="T12" fmla="*/ 195 w 239"/>
                <a:gd name="T13" fmla="*/ 25 h 231"/>
                <a:gd name="T14" fmla="*/ 194 w 239"/>
                <a:gd name="T15" fmla="*/ 29 h 231"/>
                <a:gd name="T16" fmla="*/ 191 w 239"/>
                <a:gd name="T17" fmla="*/ 36 h 231"/>
                <a:gd name="T18" fmla="*/ 185 w 239"/>
                <a:gd name="T19" fmla="*/ 45 h 231"/>
                <a:gd name="T20" fmla="*/ 186 w 239"/>
                <a:gd name="T21" fmla="*/ 50 h 231"/>
                <a:gd name="T22" fmla="*/ 193 w 239"/>
                <a:gd name="T23" fmla="*/ 56 h 231"/>
                <a:gd name="T24" fmla="*/ 198 w 239"/>
                <a:gd name="T25" fmla="*/ 61 h 231"/>
                <a:gd name="T26" fmla="*/ 210 w 239"/>
                <a:gd name="T27" fmla="*/ 89 h 231"/>
                <a:gd name="T28" fmla="*/ 210 w 239"/>
                <a:gd name="T29" fmla="*/ 94 h 231"/>
                <a:gd name="T30" fmla="*/ 212 w 239"/>
                <a:gd name="T31" fmla="*/ 110 h 231"/>
                <a:gd name="T32" fmla="*/ 214 w 239"/>
                <a:gd name="T33" fmla="*/ 120 h 231"/>
                <a:gd name="T34" fmla="*/ 214 w 239"/>
                <a:gd name="T35" fmla="*/ 131 h 231"/>
                <a:gd name="T36" fmla="*/ 210 w 239"/>
                <a:gd name="T37" fmla="*/ 139 h 231"/>
                <a:gd name="T38" fmla="*/ 210 w 239"/>
                <a:gd name="T39" fmla="*/ 143 h 231"/>
                <a:gd name="T40" fmla="*/ 215 w 239"/>
                <a:gd name="T41" fmla="*/ 152 h 231"/>
                <a:gd name="T42" fmla="*/ 216 w 239"/>
                <a:gd name="T43" fmla="*/ 160 h 231"/>
                <a:gd name="T44" fmla="*/ 219 w 239"/>
                <a:gd name="T45" fmla="*/ 164 h 231"/>
                <a:gd name="T46" fmla="*/ 231 w 239"/>
                <a:gd name="T47" fmla="*/ 166 h 231"/>
                <a:gd name="T48" fmla="*/ 236 w 239"/>
                <a:gd name="T49" fmla="*/ 174 h 231"/>
                <a:gd name="T50" fmla="*/ 239 w 239"/>
                <a:gd name="T51" fmla="*/ 178 h 231"/>
                <a:gd name="T52" fmla="*/ 153 w 239"/>
                <a:gd name="T53" fmla="*/ 228 h 231"/>
                <a:gd name="T54" fmla="*/ 143 w 239"/>
                <a:gd name="T55" fmla="*/ 231 h 231"/>
                <a:gd name="T56" fmla="*/ 140 w 239"/>
                <a:gd name="T57" fmla="*/ 224 h 231"/>
                <a:gd name="T58" fmla="*/ 135 w 239"/>
                <a:gd name="T59" fmla="*/ 219 h 231"/>
                <a:gd name="T60" fmla="*/ 125 w 239"/>
                <a:gd name="T61" fmla="*/ 215 h 231"/>
                <a:gd name="T62" fmla="*/ 44 w 239"/>
                <a:gd name="T63" fmla="*/ 156 h 231"/>
                <a:gd name="T64" fmla="*/ 0 w 239"/>
                <a:gd name="T65" fmla="*/ 127 h 231"/>
                <a:gd name="T66" fmla="*/ 0 w 239"/>
                <a:gd name="T67" fmla="*/ 124 h 231"/>
                <a:gd name="T68" fmla="*/ 8 w 239"/>
                <a:gd name="T69" fmla="*/ 107 h 231"/>
                <a:gd name="T70" fmla="*/ 23 w 239"/>
                <a:gd name="T71" fmla="*/ 103 h 231"/>
                <a:gd name="T72" fmla="*/ 33 w 239"/>
                <a:gd name="T73" fmla="*/ 102 h 231"/>
                <a:gd name="T74" fmla="*/ 64 w 239"/>
                <a:gd name="T75" fmla="*/ 83 h 231"/>
                <a:gd name="T76" fmla="*/ 66 w 239"/>
                <a:gd name="T77" fmla="*/ 74 h 231"/>
                <a:gd name="T78" fmla="*/ 74 w 239"/>
                <a:gd name="T79" fmla="*/ 68 h 231"/>
                <a:gd name="T80" fmla="*/ 90 w 239"/>
                <a:gd name="T81" fmla="*/ 64 h 231"/>
                <a:gd name="T82" fmla="*/ 89 w 239"/>
                <a:gd name="T83" fmla="*/ 60 h 231"/>
                <a:gd name="T84" fmla="*/ 85 w 239"/>
                <a:gd name="T85" fmla="*/ 56 h 231"/>
                <a:gd name="T86" fmla="*/ 82 w 239"/>
                <a:gd name="T87" fmla="*/ 41 h 231"/>
                <a:gd name="T88" fmla="*/ 81 w 239"/>
                <a:gd name="T89" fmla="*/ 32 h 231"/>
                <a:gd name="T90" fmla="*/ 79 w 239"/>
                <a:gd name="T91" fmla="*/ 27 h 231"/>
                <a:gd name="T92" fmla="*/ 85 w 239"/>
                <a:gd name="T93" fmla="*/ 24 h 231"/>
                <a:gd name="T94" fmla="*/ 89 w 239"/>
                <a:gd name="T95" fmla="*/ 19 h 231"/>
                <a:gd name="T96" fmla="*/ 96 w 239"/>
                <a:gd name="T97" fmla="*/ 16 h 231"/>
                <a:gd name="T98" fmla="*/ 99 w 239"/>
                <a:gd name="T99" fmla="*/ 16 h 231"/>
                <a:gd name="T100" fmla="*/ 103 w 239"/>
                <a:gd name="T101" fmla="*/ 12 h 231"/>
                <a:gd name="T102" fmla="*/ 110 w 239"/>
                <a:gd name="T103" fmla="*/ 11 h 231"/>
                <a:gd name="T104" fmla="*/ 123 w 239"/>
                <a:gd name="T105" fmla="*/ 6 h 231"/>
                <a:gd name="T106" fmla="*/ 131 w 239"/>
                <a:gd name="T107" fmla="*/ 7 h 231"/>
                <a:gd name="T108" fmla="*/ 139 w 239"/>
                <a:gd name="T109" fmla="*/ 4 h 231"/>
                <a:gd name="T110" fmla="*/ 143 w 239"/>
                <a:gd name="T111" fmla="*/ 3 h 231"/>
                <a:gd name="T112" fmla="*/ 149 w 239"/>
                <a:gd name="T113" fmla="*/ 3 h 231"/>
                <a:gd name="T114" fmla="*/ 156 w 239"/>
                <a:gd name="T115" fmla="*/ 6 h 231"/>
                <a:gd name="T116" fmla="*/ 162 w 239"/>
                <a:gd name="T117" fmla="*/ 3 h 231"/>
                <a:gd name="T118" fmla="*/ 168 w 239"/>
                <a:gd name="T119" fmla="*/ 2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9" h="231">
                  <a:moveTo>
                    <a:pt x="170" y="0"/>
                  </a:moveTo>
                  <a:lnTo>
                    <a:pt x="173" y="0"/>
                  </a:lnTo>
                  <a:lnTo>
                    <a:pt x="173" y="3"/>
                  </a:lnTo>
                  <a:lnTo>
                    <a:pt x="177" y="3"/>
                  </a:lnTo>
                  <a:lnTo>
                    <a:pt x="179" y="2"/>
                  </a:lnTo>
                  <a:lnTo>
                    <a:pt x="179" y="0"/>
                  </a:lnTo>
                  <a:lnTo>
                    <a:pt x="182" y="2"/>
                  </a:lnTo>
                  <a:lnTo>
                    <a:pt x="185" y="3"/>
                  </a:lnTo>
                  <a:lnTo>
                    <a:pt x="190" y="2"/>
                  </a:lnTo>
                  <a:lnTo>
                    <a:pt x="191" y="3"/>
                  </a:lnTo>
                  <a:lnTo>
                    <a:pt x="195" y="2"/>
                  </a:lnTo>
                  <a:lnTo>
                    <a:pt x="195" y="3"/>
                  </a:lnTo>
                  <a:lnTo>
                    <a:pt x="195" y="3"/>
                  </a:lnTo>
                  <a:lnTo>
                    <a:pt x="195" y="6"/>
                  </a:lnTo>
                  <a:lnTo>
                    <a:pt x="195" y="10"/>
                  </a:lnTo>
                  <a:lnTo>
                    <a:pt x="195" y="14"/>
                  </a:lnTo>
                  <a:lnTo>
                    <a:pt x="193" y="19"/>
                  </a:lnTo>
                  <a:lnTo>
                    <a:pt x="194" y="21"/>
                  </a:lnTo>
                  <a:lnTo>
                    <a:pt x="195" y="23"/>
                  </a:lnTo>
                  <a:lnTo>
                    <a:pt x="195" y="24"/>
                  </a:lnTo>
                  <a:lnTo>
                    <a:pt x="195" y="25"/>
                  </a:lnTo>
                  <a:lnTo>
                    <a:pt x="194" y="27"/>
                  </a:lnTo>
                  <a:lnTo>
                    <a:pt x="195" y="28"/>
                  </a:lnTo>
                  <a:lnTo>
                    <a:pt x="194" y="29"/>
                  </a:lnTo>
                  <a:lnTo>
                    <a:pt x="194" y="33"/>
                  </a:lnTo>
                  <a:lnTo>
                    <a:pt x="193" y="35"/>
                  </a:lnTo>
                  <a:lnTo>
                    <a:pt x="191" y="36"/>
                  </a:lnTo>
                  <a:lnTo>
                    <a:pt x="189" y="37"/>
                  </a:lnTo>
                  <a:lnTo>
                    <a:pt x="186" y="40"/>
                  </a:lnTo>
                  <a:lnTo>
                    <a:pt x="185" y="45"/>
                  </a:lnTo>
                  <a:lnTo>
                    <a:pt x="186" y="46"/>
                  </a:lnTo>
                  <a:lnTo>
                    <a:pt x="186" y="49"/>
                  </a:lnTo>
                  <a:lnTo>
                    <a:pt x="186" y="50"/>
                  </a:lnTo>
                  <a:lnTo>
                    <a:pt x="189" y="53"/>
                  </a:lnTo>
                  <a:lnTo>
                    <a:pt x="190" y="53"/>
                  </a:lnTo>
                  <a:lnTo>
                    <a:pt x="193" y="56"/>
                  </a:lnTo>
                  <a:lnTo>
                    <a:pt x="194" y="60"/>
                  </a:lnTo>
                  <a:lnTo>
                    <a:pt x="197" y="60"/>
                  </a:lnTo>
                  <a:lnTo>
                    <a:pt x="198" y="61"/>
                  </a:lnTo>
                  <a:lnTo>
                    <a:pt x="199" y="62"/>
                  </a:lnTo>
                  <a:lnTo>
                    <a:pt x="202" y="65"/>
                  </a:lnTo>
                  <a:lnTo>
                    <a:pt x="210" y="89"/>
                  </a:lnTo>
                  <a:lnTo>
                    <a:pt x="208" y="90"/>
                  </a:lnTo>
                  <a:lnTo>
                    <a:pt x="208" y="94"/>
                  </a:lnTo>
                  <a:lnTo>
                    <a:pt x="210" y="94"/>
                  </a:lnTo>
                  <a:lnTo>
                    <a:pt x="211" y="98"/>
                  </a:lnTo>
                  <a:lnTo>
                    <a:pt x="211" y="106"/>
                  </a:lnTo>
                  <a:lnTo>
                    <a:pt x="212" y="110"/>
                  </a:lnTo>
                  <a:lnTo>
                    <a:pt x="211" y="111"/>
                  </a:lnTo>
                  <a:lnTo>
                    <a:pt x="212" y="116"/>
                  </a:lnTo>
                  <a:lnTo>
                    <a:pt x="214" y="120"/>
                  </a:lnTo>
                  <a:lnTo>
                    <a:pt x="212" y="127"/>
                  </a:lnTo>
                  <a:lnTo>
                    <a:pt x="212" y="128"/>
                  </a:lnTo>
                  <a:lnTo>
                    <a:pt x="214" y="131"/>
                  </a:lnTo>
                  <a:lnTo>
                    <a:pt x="214" y="135"/>
                  </a:lnTo>
                  <a:lnTo>
                    <a:pt x="212" y="136"/>
                  </a:lnTo>
                  <a:lnTo>
                    <a:pt x="210" y="139"/>
                  </a:lnTo>
                  <a:lnTo>
                    <a:pt x="208" y="140"/>
                  </a:lnTo>
                  <a:lnTo>
                    <a:pt x="208" y="140"/>
                  </a:lnTo>
                  <a:lnTo>
                    <a:pt x="210" y="143"/>
                  </a:lnTo>
                  <a:lnTo>
                    <a:pt x="212" y="146"/>
                  </a:lnTo>
                  <a:lnTo>
                    <a:pt x="215" y="150"/>
                  </a:lnTo>
                  <a:lnTo>
                    <a:pt x="215" y="152"/>
                  </a:lnTo>
                  <a:lnTo>
                    <a:pt x="216" y="154"/>
                  </a:lnTo>
                  <a:lnTo>
                    <a:pt x="216" y="156"/>
                  </a:lnTo>
                  <a:lnTo>
                    <a:pt x="216" y="160"/>
                  </a:lnTo>
                  <a:lnTo>
                    <a:pt x="218" y="161"/>
                  </a:lnTo>
                  <a:lnTo>
                    <a:pt x="218" y="162"/>
                  </a:lnTo>
                  <a:lnTo>
                    <a:pt x="219" y="164"/>
                  </a:lnTo>
                  <a:lnTo>
                    <a:pt x="224" y="164"/>
                  </a:lnTo>
                  <a:lnTo>
                    <a:pt x="228" y="165"/>
                  </a:lnTo>
                  <a:lnTo>
                    <a:pt x="231" y="166"/>
                  </a:lnTo>
                  <a:lnTo>
                    <a:pt x="232" y="169"/>
                  </a:lnTo>
                  <a:lnTo>
                    <a:pt x="235" y="173"/>
                  </a:lnTo>
                  <a:lnTo>
                    <a:pt x="236" y="174"/>
                  </a:lnTo>
                  <a:lnTo>
                    <a:pt x="237" y="175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185" y="211"/>
                  </a:lnTo>
                  <a:lnTo>
                    <a:pt x="170" y="224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48" y="229"/>
                  </a:lnTo>
                  <a:lnTo>
                    <a:pt x="143" y="231"/>
                  </a:lnTo>
                  <a:lnTo>
                    <a:pt x="140" y="229"/>
                  </a:lnTo>
                  <a:lnTo>
                    <a:pt x="139" y="227"/>
                  </a:lnTo>
                  <a:lnTo>
                    <a:pt x="140" y="224"/>
                  </a:lnTo>
                  <a:lnTo>
                    <a:pt x="140" y="221"/>
                  </a:lnTo>
                  <a:lnTo>
                    <a:pt x="139" y="220"/>
                  </a:lnTo>
                  <a:lnTo>
                    <a:pt x="135" y="219"/>
                  </a:lnTo>
                  <a:lnTo>
                    <a:pt x="133" y="216"/>
                  </a:lnTo>
                  <a:lnTo>
                    <a:pt x="129" y="215"/>
                  </a:lnTo>
                  <a:lnTo>
                    <a:pt x="125" y="215"/>
                  </a:lnTo>
                  <a:lnTo>
                    <a:pt x="123" y="214"/>
                  </a:lnTo>
                  <a:lnTo>
                    <a:pt x="122" y="207"/>
                  </a:lnTo>
                  <a:lnTo>
                    <a:pt x="44" y="156"/>
                  </a:lnTo>
                  <a:lnTo>
                    <a:pt x="44" y="156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2" y="114"/>
                  </a:lnTo>
                  <a:lnTo>
                    <a:pt x="7" y="110"/>
                  </a:lnTo>
                  <a:lnTo>
                    <a:pt x="8" y="107"/>
                  </a:lnTo>
                  <a:lnTo>
                    <a:pt x="12" y="104"/>
                  </a:lnTo>
                  <a:lnTo>
                    <a:pt x="19" y="103"/>
                  </a:lnTo>
                  <a:lnTo>
                    <a:pt x="23" y="103"/>
                  </a:lnTo>
                  <a:lnTo>
                    <a:pt x="24" y="103"/>
                  </a:lnTo>
                  <a:lnTo>
                    <a:pt x="29" y="103"/>
                  </a:lnTo>
                  <a:lnTo>
                    <a:pt x="33" y="102"/>
                  </a:lnTo>
                  <a:lnTo>
                    <a:pt x="42" y="96"/>
                  </a:lnTo>
                  <a:lnTo>
                    <a:pt x="56" y="89"/>
                  </a:lnTo>
                  <a:lnTo>
                    <a:pt x="64" y="83"/>
                  </a:lnTo>
                  <a:lnTo>
                    <a:pt x="65" y="81"/>
                  </a:lnTo>
                  <a:lnTo>
                    <a:pt x="65" y="77"/>
                  </a:lnTo>
                  <a:lnTo>
                    <a:pt x="66" y="74"/>
                  </a:lnTo>
                  <a:lnTo>
                    <a:pt x="69" y="71"/>
                  </a:lnTo>
                  <a:lnTo>
                    <a:pt x="71" y="68"/>
                  </a:lnTo>
                  <a:lnTo>
                    <a:pt x="74" y="68"/>
                  </a:lnTo>
                  <a:lnTo>
                    <a:pt x="89" y="68"/>
                  </a:lnTo>
                  <a:lnTo>
                    <a:pt x="90" y="65"/>
                  </a:lnTo>
                  <a:lnTo>
                    <a:pt x="90" y="64"/>
                  </a:lnTo>
                  <a:lnTo>
                    <a:pt x="91" y="61"/>
                  </a:lnTo>
                  <a:lnTo>
                    <a:pt x="90" y="60"/>
                  </a:lnTo>
                  <a:lnTo>
                    <a:pt x="89" y="60"/>
                  </a:lnTo>
                  <a:lnTo>
                    <a:pt x="87" y="58"/>
                  </a:lnTo>
                  <a:lnTo>
                    <a:pt x="86" y="58"/>
                  </a:lnTo>
                  <a:lnTo>
                    <a:pt x="85" y="56"/>
                  </a:lnTo>
                  <a:lnTo>
                    <a:pt x="83" y="52"/>
                  </a:lnTo>
                  <a:lnTo>
                    <a:pt x="82" y="44"/>
                  </a:lnTo>
                  <a:lnTo>
                    <a:pt x="82" y="41"/>
                  </a:lnTo>
                  <a:lnTo>
                    <a:pt x="82" y="37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1" y="31"/>
                  </a:lnTo>
                  <a:lnTo>
                    <a:pt x="79" y="28"/>
                  </a:lnTo>
                  <a:lnTo>
                    <a:pt x="79" y="27"/>
                  </a:lnTo>
                  <a:lnTo>
                    <a:pt x="78" y="25"/>
                  </a:lnTo>
                  <a:lnTo>
                    <a:pt x="81" y="25"/>
                  </a:lnTo>
                  <a:lnTo>
                    <a:pt x="85" y="24"/>
                  </a:lnTo>
                  <a:lnTo>
                    <a:pt x="87" y="21"/>
                  </a:lnTo>
                  <a:lnTo>
                    <a:pt x="87" y="20"/>
                  </a:lnTo>
                  <a:lnTo>
                    <a:pt x="89" y="19"/>
                  </a:lnTo>
                  <a:lnTo>
                    <a:pt x="93" y="18"/>
                  </a:lnTo>
                  <a:lnTo>
                    <a:pt x="95" y="18"/>
                  </a:lnTo>
                  <a:lnTo>
                    <a:pt x="96" y="16"/>
                  </a:lnTo>
                  <a:lnTo>
                    <a:pt x="98" y="16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100" y="16"/>
                  </a:lnTo>
                  <a:lnTo>
                    <a:pt x="102" y="15"/>
                  </a:lnTo>
                  <a:lnTo>
                    <a:pt x="103" y="12"/>
                  </a:lnTo>
                  <a:lnTo>
                    <a:pt x="106" y="11"/>
                  </a:lnTo>
                  <a:lnTo>
                    <a:pt x="107" y="11"/>
                  </a:lnTo>
                  <a:lnTo>
                    <a:pt x="110" y="11"/>
                  </a:lnTo>
                  <a:lnTo>
                    <a:pt x="116" y="6"/>
                  </a:lnTo>
                  <a:lnTo>
                    <a:pt x="119" y="7"/>
                  </a:lnTo>
                  <a:lnTo>
                    <a:pt x="123" y="6"/>
                  </a:lnTo>
                  <a:lnTo>
                    <a:pt x="125" y="6"/>
                  </a:lnTo>
                  <a:lnTo>
                    <a:pt x="128" y="7"/>
                  </a:lnTo>
                  <a:lnTo>
                    <a:pt x="131" y="7"/>
                  </a:lnTo>
                  <a:lnTo>
                    <a:pt x="133" y="3"/>
                  </a:lnTo>
                  <a:lnTo>
                    <a:pt x="136" y="4"/>
                  </a:lnTo>
                  <a:lnTo>
                    <a:pt x="139" y="4"/>
                  </a:lnTo>
                  <a:lnTo>
                    <a:pt x="139" y="3"/>
                  </a:lnTo>
                  <a:lnTo>
                    <a:pt x="141" y="2"/>
                  </a:lnTo>
                  <a:lnTo>
                    <a:pt x="143" y="3"/>
                  </a:lnTo>
                  <a:lnTo>
                    <a:pt x="144" y="3"/>
                  </a:lnTo>
                  <a:lnTo>
                    <a:pt x="147" y="3"/>
                  </a:lnTo>
                  <a:lnTo>
                    <a:pt x="149" y="3"/>
                  </a:lnTo>
                  <a:lnTo>
                    <a:pt x="152" y="3"/>
                  </a:lnTo>
                  <a:lnTo>
                    <a:pt x="154" y="3"/>
                  </a:lnTo>
                  <a:lnTo>
                    <a:pt x="156" y="6"/>
                  </a:lnTo>
                  <a:lnTo>
                    <a:pt x="158" y="6"/>
                  </a:lnTo>
                  <a:lnTo>
                    <a:pt x="161" y="3"/>
                  </a:lnTo>
                  <a:lnTo>
                    <a:pt x="162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8" y="2"/>
                  </a:lnTo>
                  <a:lnTo>
                    <a:pt x="168" y="0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9" name="Freeform 448"/>
            <p:cNvSpPr>
              <a:spLocks/>
            </p:cNvSpPr>
            <p:nvPr/>
          </p:nvSpPr>
          <p:spPr bwMode="auto">
            <a:xfrm>
              <a:off x="5402367" y="3223643"/>
              <a:ext cx="350209" cy="276615"/>
            </a:xfrm>
            <a:custGeom>
              <a:avLst/>
              <a:gdLst>
                <a:gd name="T0" fmla="*/ 88 w 138"/>
                <a:gd name="T1" fmla="*/ 1 h 109"/>
                <a:gd name="T2" fmla="*/ 88 w 138"/>
                <a:gd name="T3" fmla="*/ 4 h 109"/>
                <a:gd name="T4" fmla="*/ 89 w 138"/>
                <a:gd name="T5" fmla="*/ 6 h 109"/>
                <a:gd name="T6" fmla="*/ 96 w 138"/>
                <a:gd name="T7" fmla="*/ 10 h 109"/>
                <a:gd name="T8" fmla="*/ 103 w 138"/>
                <a:gd name="T9" fmla="*/ 8 h 109"/>
                <a:gd name="T10" fmla="*/ 108 w 138"/>
                <a:gd name="T11" fmla="*/ 9 h 109"/>
                <a:gd name="T12" fmla="*/ 113 w 138"/>
                <a:gd name="T13" fmla="*/ 6 h 109"/>
                <a:gd name="T14" fmla="*/ 115 w 138"/>
                <a:gd name="T15" fmla="*/ 6 h 109"/>
                <a:gd name="T16" fmla="*/ 117 w 138"/>
                <a:gd name="T17" fmla="*/ 10 h 109"/>
                <a:gd name="T18" fmla="*/ 125 w 138"/>
                <a:gd name="T19" fmla="*/ 10 h 109"/>
                <a:gd name="T20" fmla="*/ 126 w 138"/>
                <a:gd name="T21" fmla="*/ 13 h 109"/>
                <a:gd name="T22" fmla="*/ 128 w 138"/>
                <a:gd name="T23" fmla="*/ 17 h 109"/>
                <a:gd name="T24" fmla="*/ 129 w 138"/>
                <a:gd name="T25" fmla="*/ 22 h 109"/>
                <a:gd name="T26" fmla="*/ 129 w 138"/>
                <a:gd name="T27" fmla="*/ 29 h 109"/>
                <a:gd name="T28" fmla="*/ 132 w 138"/>
                <a:gd name="T29" fmla="*/ 41 h 109"/>
                <a:gd name="T30" fmla="*/ 134 w 138"/>
                <a:gd name="T31" fmla="*/ 43 h 109"/>
                <a:gd name="T32" fmla="*/ 137 w 138"/>
                <a:gd name="T33" fmla="*/ 45 h 109"/>
                <a:gd name="T34" fmla="*/ 137 w 138"/>
                <a:gd name="T35" fmla="*/ 49 h 109"/>
                <a:gd name="T36" fmla="*/ 136 w 138"/>
                <a:gd name="T37" fmla="*/ 53 h 109"/>
                <a:gd name="T38" fmla="*/ 118 w 138"/>
                <a:gd name="T39" fmla="*/ 53 h 109"/>
                <a:gd name="T40" fmla="*/ 113 w 138"/>
                <a:gd name="T41" fmla="*/ 59 h 109"/>
                <a:gd name="T42" fmla="*/ 112 w 138"/>
                <a:gd name="T43" fmla="*/ 66 h 109"/>
                <a:gd name="T44" fmla="*/ 103 w 138"/>
                <a:gd name="T45" fmla="*/ 74 h 109"/>
                <a:gd name="T46" fmla="*/ 80 w 138"/>
                <a:gd name="T47" fmla="*/ 87 h 109"/>
                <a:gd name="T48" fmla="*/ 71 w 138"/>
                <a:gd name="T49" fmla="*/ 88 h 109"/>
                <a:gd name="T50" fmla="*/ 66 w 138"/>
                <a:gd name="T51" fmla="*/ 88 h 109"/>
                <a:gd name="T52" fmla="*/ 55 w 138"/>
                <a:gd name="T53" fmla="*/ 92 h 109"/>
                <a:gd name="T54" fmla="*/ 49 w 138"/>
                <a:gd name="T55" fmla="*/ 99 h 109"/>
                <a:gd name="T56" fmla="*/ 47 w 138"/>
                <a:gd name="T57" fmla="*/ 109 h 109"/>
                <a:gd name="T58" fmla="*/ 0 w 138"/>
                <a:gd name="T59" fmla="*/ 108 h 109"/>
                <a:gd name="T60" fmla="*/ 14 w 138"/>
                <a:gd name="T61" fmla="*/ 103 h 109"/>
                <a:gd name="T62" fmla="*/ 26 w 138"/>
                <a:gd name="T63" fmla="*/ 95 h 109"/>
                <a:gd name="T64" fmla="*/ 30 w 138"/>
                <a:gd name="T65" fmla="*/ 88 h 109"/>
                <a:gd name="T66" fmla="*/ 39 w 138"/>
                <a:gd name="T67" fmla="*/ 76 h 109"/>
                <a:gd name="T68" fmla="*/ 37 w 138"/>
                <a:gd name="T69" fmla="*/ 74 h 109"/>
                <a:gd name="T70" fmla="*/ 37 w 138"/>
                <a:gd name="T71" fmla="*/ 64 h 109"/>
                <a:gd name="T72" fmla="*/ 39 w 138"/>
                <a:gd name="T73" fmla="*/ 55 h 109"/>
                <a:gd name="T74" fmla="*/ 45 w 138"/>
                <a:gd name="T75" fmla="*/ 49 h 109"/>
                <a:gd name="T76" fmla="*/ 49 w 138"/>
                <a:gd name="T77" fmla="*/ 41 h 109"/>
                <a:gd name="T78" fmla="*/ 53 w 138"/>
                <a:gd name="T79" fmla="*/ 37 h 109"/>
                <a:gd name="T80" fmla="*/ 59 w 138"/>
                <a:gd name="T81" fmla="*/ 34 h 109"/>
                <a:gd name="T82" fmla="*/ 66 w 138"/>
                <a:gd name="T83" fmla="*/ 29 h 109"/>
                <a:gd name="T84" fmla="*/ 70 w 138"/>
                <a:gd name="T85" fmla="*/ 28 h 109"/>
                <a:gd name="T86" fmla="*/ 78 w 138"/>
                <a:gd name="T87" fmla="*/ 20 h 109"/>
                <a:gd name="T88" fmla="*/ 80 w 138"/>
                <a:gd name="T89" fmla="*/ 10 h 109"/>
                <a:gd name="T90" fmla="*/ 83 w 138"/>
                <a:gd name="T91" fmla="*/ 3 h 109"/>
                <a:gd name="T92" fmla="*/ 86 w 138"/>
                <a:gd name="T93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8" h="109">
                  <a:moveTo>
                    <a:pt x="88" y="0"/>
                  </a:moveTo>
                  <a:lnTo>
                    <a:pt x="88" y="1"/>
                  </a:lnTo>
                  <a:lnTo>
                    <a:pt x="88" y="3"/>
                  </a:lnTo>
                  <a:lnTo>
                    <a:pt x="88" y="4"/>
                  </a:lnTo>
                  <a:lnTo>
                    <a:pt x="88" y="5"/>
                  </a:lnTo>
                  <a:lnTo>
                    <a:pt x="89" y="6"/>
                  </a:lnTo>
                  <a:lnTo>
                    <a:pt x="93" y="9"/>
                  </a:lnTo>
                  <a:lnTo>
                    <a:pt x="96" y="10"/>
                  </a:lnTo>
                  <a:lnTo>
                    <a:pt x="100" y="9"/>
                  </a:lnTo>
                  <a:lnTo>
                    <a:pt x="103" y="8"/>
                  </a:lnTo>
                  <a:lnTo>
                    <a:pt x="104" y="8"/>
                  </a:lnTo>
                  <a:lnTo>
                    <a:pt x="108" y="9"/>
                  </a:lnTo>
                  <a:lnTo>
                    <a:pt x="112" y="9"/>
                  </a:lnTo>
                  <a:lnTo>
                    <a:pt x="113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6" y="9"/>
                  </a:lnTo>
                  <a:lnTo>
                    <a:pt x="117" y="10"/>
                  </a:lnTo>
                  <a:lnTo>
                    <a:pt x="124" y="10"/>
                  </a:lnTo>
                  <a:lnTo>
                    <a:pt x="125" y="10"/>
                  </a:lnTo>
                  <a:lnTo>
                    <a:pt x="126" y="12"/>
                  </a:lnTo>
                  <a:lnTo>
                    <a:pt x="126" y="13"/>
                  </a:lnTo>
                  <a:lnTo>
                    <a:pt x="128" y="16"/>
                  </a:lnTo>
                  <a:lnTo>
                    <a:pt x="128" y="17"/>
                  </a:lnTo>
                  <a:lnTo>
                    <a:pt x="129" y="18"/>
                  </a:lnTo>
                  <a:lnTo>
                    <a:pt x="129" y="22"/>
                  </a:lnTo>
                  <a:lnTo>
                    <a:pt x="129" y="26"/>
                  </a:lnTo>
                  <a:lnTo>
                    <a:pt x="129" y="29"/>
                  </a:lnTo>
                  <a:lnTo>
                    <a:pt x="130" y="37"/>
                  </a:lnTo>
                  <a:lnTo>
                    <a:pt x="132" y="41"/>
                  </a:lnTo>
                  <a:lnTo>
                    <a:pt x="133" y="43"/>
                  </a:lnTo>
                  <a:lnTo>
                    <a:pt x="134" y="43"/>
                  </a:lnTo>
                  <a:lnTo>
                    <a:pt x="136" y="45"/>
                  </a:lnTo>
                  <a:lnTo>
                    <a:pt x="137" y="45"/>
                  </a:lnTo>
                  <a:lnTo>
                    <a:pt x="138" y="46"/>
                  </a:lnTo>
                  <a:lnTo>
                    <a:pt x="137" y="49"/>
                  </a:lnTo>
                  <a:lnTo>
                    <a:pt x="137" y="50"/>
                  </a:lnTo>
                  <a:lnTo>
                    <a:pt x="136" y="53"/>
                  </a:lnTo>
                  <a:lnTo>
                    <a:pt x="121" y="53"/>
                  </a:lnTo>
                  <a:lnTo>
                    <a:pt x="118" y="53"/>
                  </a:lnTo>
                  <a:lnTo>
                    <a:pt x="116" y="56"/>
                  </a:lnTo>
                  <a:lnTo>
                    <a:pt x="113" y="59"/>
                  </a:lnTo>
                  <a:lnTo>
                    <a:pt x="112" y="62"/>
                  </a:lnTo>
                  <a:lnTo>
                    <a:pt x="112" y="66"/>
                  </a:lnTo>
                  <a:lnTo>
                    <a:pt x="111" y="68"/>
                  </a:lnTo>
                  <a:lnTo>
                    <a:pt x="103" y="74"/>
                  </a:lnTo>
                  <a:lnTo>
                    <a:pt x="89" y="81"/>
                  </a:lnTo>
                  <a:lnTo>
                    <a:pt x="80" y="87"/>
                  </a:lnTo>
                  <a:lnTo>
                    <a:pt x="76" y="88"/>
                  </a:lnTo>
                  <a:lnTo>
                    <a:pt x="71" y="88"/>
                  </a:lnTo>
                  <a:lnTo>
                    <a:pt x="70" y="88"/>
                  </a:lnTo>
                  <a:lnTo>
                    <a:pt x="66" y="88"/>
                  </a:lnTo>
                  <a:lnTo>
                    <a:pt x="59" y="89"/>
                  </a:lnTo>
                  <a:lnTo>
                    <a:pt x="55" y="92"/>
                  </a:lnTo>
                  <a:lnTo>
                    <a:pt x="54" y="95"/>
                  </a:lnTo>
                  <a:lnTo>
                    <a:pt x="49" y="99"/>
                  </a:lnTo>
                  <a:lnTo>
                    <a:pt x="47" y="109"/>
                  </a:lnTo>
                  <a:lnTo>
                    <a:pt x="47" y="109"/>
                  </a:lnTo>
                  <a:lnTo>
                    <a:pt x="47" y="109"/>
                  </a:lnTo>
                  <a:lnTo>
                    <a:pt x="0" y="108"/>
                  </a:lnTo>
                  <a:lnTo>
                    <a:pt x="3" y="104"/>
                  </a:lnTo>
                  <a:lnTo>
                    <a:pt x="14" y="103"/>
                  </a:lnTo>
                  <a:lnTo>
                    <a:pt x="22" y="95"/>
                  </a:lnTo>
                  <a:lnTo>
                    <a:pt x="26" y="95"/>
                  </a:lnTo>
                  <a:lnTo>
                    <a:pt x="30" y="91"/>
                  </a:lnTo>
                  <a:lnTo>
                    <a:pt x="30" y="88"/>
                  </a:lnTo>
                  <a:lnTo>
                    <a:pt x="38" y="79"/>
                  </a:lnTo>
                  <a:lnTo>
                    <a:pt x="39" y="76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8" y="68"/>
                  </a:lnTo>
                  <a:lnTo>
                    <a:pt x="37" y="64"/>
                  </a:lnTo>
                  <a:lnTo>
                    <a:pt x="37" y="62"/>
                  </a:lnTo>
                  <a:lnTo>
                    <a:pt x="39" y="55"/>
                  </a:lnTo>
                  <a:lnTo>
                    <a:pt x="45" y="51"/>
                  </a:lnTo>
                  <a:lnTo>
                    <a:pt x="45" y="49"/>
                  </a:lnTo>
                  <a:lnTo>
                    <a:pt x="42" y="45"/>
                  </a:lnTo>
                  <a:lnTo>
                    <a:pt x="49" y="41"/>
                  </a:lnTo>
                  <a:lnTo>
                    <a:pt x="50" y="38"/>
                  </a:lnTo>
                  <a:lnTo>
                    <a:pt x="53" y="37"/>
                  </a:lnTo>
                  <a:lnTo>
                    <a:pt x="58" y="34"/>
                  </a:lnTo>
                  <a:lnTo>
                    <a:pt x="59" y="34"/>
                  </a:lnTo>
                  <a:lnTo>
                    <a:pt x="62" y="30"/>
                  </a:lnTo>
                  <a:lnTo>
                    <a:pt x="66" y="29"/>
                  </a:lnTo>
                  <a:lnTo>
                    <a:pt x="68" y="28"/>
                  </a:lnTo>
                  <a:lnTo>
                    <a:pt x="70" y="28"/>
                  </a:lnTo>
                  <a:lnTo>
                    <a:pt x="75" y="22"/>
                  </a:lnTo>
                  <a:lnTo>
                    <a:pt x="78" y="20"/>
                  </a:lnTo>
                  <a:lnTo>
                    <a:pt x="78" y="14"/>
                  </a:lnTo>
                  <a:lnTo>
                    <a:pt x="80" y="10"/>
                  </a:lnTo>
                  <a:lnTo>
                    <a:pt x="80" y="4"/>
                  </a:lnTo>
                  <a:lnTo>
                    <a:pt x="83" y="3"/>
                  </a:lnTo>
                  <a:lnTo>
                    <a:pt x="84" y="3"/>
                  </a:lnTo>
                  <a:lnTo>
                    <a:pt x="86" y="1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0" name="Freeform 449"/>
            <p:cNvSpPr>
              <a:spLocks/>
            </p:cNvSpPr>
            <p:nvPr/>
          </p:nvSpPr>
          <p:spPr bwMode="auto">
            <a:xfrm>
              <a:off x="5278017" y="3497719"/>
              <a:ext cx="243623" cy="200483"/>
            </a:xfrm>
            <a:custGeom>
              <a:avLst/>
              <a:gdLst>
                <a:gd name="T0" fmla="*/ 49 w 96"/>
                <a:gd name="T1" fmla="*/ 0 h 79"/>
                <a:gd name="T2" fmla="*/ 96 w 96"/>
                <a:gd name="T3" fmla="*/ 1 h 79"/>
                <a:gd name="T4" fmla="*/ 96 w 96"/>
                <a:gd name="T5" fmla="*/ 4 h 79"/>
                <a:gd name="T6" fmla="*/ 96 w 96"/>
                <a:gd name="T7" fmla="*/ 4 h 79"/>
                <a:gd name="T8" fmla="*/ 96 w 96"/>
                <a:gd name="T9" fmla="*/ 21 h 79"/>
                <a:gd name="T10" fmla="*/ 59 w 96"/>
                <a:gd name="T11" fmla="*/ 21 h 79"/>
                <a:gd name="T12" fmla="*/ 58 w 96"/>
                <a:gd name="T13" fmla="*/ 51 h 79"/>
                <a:gd name="T14" fmla="*/ 54 w 96"/>
                <a:gd name="T15" fmla="*/ 51 h 79"/>
                <a:gd name="T16" fmla="*/ 52 w 96"/>
                <a:gd name="T17" fmla="*/ 52 h 79"/>
                <a:gd name="T18" fmla="*/ 49 w 96"/>
                <a:gd name="T19" fmla="*/ 54 h 79"/>
                <a:gd name="T20" fmla="*/ 48 w 96"/>
                <a:gd name="T21" fmla="*/ 56 h 79"/>
                <a:gd name="T22" fmla="*/ 48 w 96"/>
                <a:gd name="T23" fmla="*/ 79 h 79"/>
                <a:gd name="T24" fmla="*/ 0 w 96"/>
                <a:gd name="T25" fmla="*/ 79 h 79"/>
                <a:gd name="T26" fmla="*/ 0 w 96"/>
                <a:gd name="T27" fmla="*/ 75 h 79"/>
                <a:gd name="T28" fmla="*/ 2 w 96"/>
                <a:gd name="T29" fmla="*/ 72 h 79"/>
                <a:gd name="T30" fmla="*/ 2 w 96"/>
                <a:gd name="T31" fmla="*/ 70 h 79"/>
                <a:gd name="T32" fmla="*/ 3 w 96"/>
                <a:gd name="T33" fmla="*/ 68 h 79"/>
                <a:gd name="T34" fmla="*/ 4 w 96"/>
                <a:gd name="T35" fmla="*/ 67 h 79"/>
                <a:gd name="T36" fmla="*/ 8 w 96"/>
                <a:gd name="T37" fmla="*/ 60 h 79"/>
                <a:gd name="T38" fmla="*/ 9 w 96"/>
                <a:gd name="T39" fmla="*/ 60 h 79"/>
                <a:gd name="T40" fmla="*/ 8 w 96"/>
                <a:gd name="T41" fmla="*/ 59 h 79"/>
                <a:gd name="T42" fmla="*/ 9 w 96"/>
                <a:gd name="T43" fmla="*/ 58 h 79"/>
                <a:gd name="T44" fmla="*/ 13 w 96"/>
                <a:gd name="T45" fmla="*/ 51 h 79"/>
                <a:gd name="T46" fmla="*/ 13 w 96"/>
                <a:gd name="T47" fmla="*/ 50 h 79"/>
                <a:gd name="T48" fmla="*/ 16 w 96"/>
                <a:gd name="T49" fmla="*/ 43 h 79"/>
                <a:gd name="T50" fmla="*/ 17 w 96"/>
                <a:gd name="T51" fmla="*/ 42 h 79"/>
                <a:gd name="T52" fmla="*/ 24 w 96"/>
                <a:gd name="T53" fmla="*/ 37 h 79"/>
                <a:gd name="T54" fmla="*/ 24 w 96"/>
                <a:gd name="T55" fmla="*/ 34 h 79"/>
                <a:gd name="T56" fmla="*/ 32 w 96"/>
                <a:gd name="T57" fmla="*/ 23 h 79"/>
                <a:gd name="T58" fmla="*/ 31 w 96"/>
                <a:gd name="T59" fmla="*/ 20 h 79"/>
                <a:gd name="T60" fmla="*/ 33 w 96"/>
                <a:gd name="T61" fmla="*/ 18 h 79"/>
                <a:gd name="T62" fmla="*/ 34 w 96"/>
                <a:gd name="T63" fmla="*/ 16 h 79"/>
                <a:gd name="T64" fmla="*/ 42 w 96"/>
                <a:gd name="T65" fmla="*/ 12 h 79"/>
                <a:gd name="T66" fmla="*/ 45 w 96"/>
                <a:gd name="T67" fmla="*/ 12 h 79"/>
                <a:gd name="T68" fmla="*/ 45 w 96"/>
                <a:gd name="T69" fmla="*/ 6 h 79"/>
                <a:gd name="T70" fmla="*/ 49 w 96"/>
                <a:gd name="T71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6" h="79">
                  <a:moveTo>
                    <a:pt x="49" y="0"/>
                  </a:moveTo>
                  <a:lnTo>
                    <a:pt x="96" y="1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96" y="21"/>
                  </a:lnTo>
                  <a:lnTo>
                    <a:pt x="59" y="21"/>
                  </a:lnTo>
                  <a:lnTo>
                    <a:pt x="58" y="51"/>
                  </a:lnTo>
                  <a:lnTo>
                    <a:pt x="54" y="51"/>
                  </a:lnTo>
                  <a:lnTo>
                    <a:pt x="52" y="52"/>
                  </a:lnTo>
                  <a:lnTo>
                    <a:pt x="49" y="54"/>
                  </a:lnTo>
                  <a:lnTo>
                    <a:pt x="48" y="56"/>
                  </a:lnTo>
                  <a:lnTo>
                    <a:pt x="48" y="79"/>
                  </a:lnTo>
                  <a:lnTo>
                    <a:pt x="0" y="79"/>
                  </a:lnTo>
                  <a:lnTo>
                    <a:pt x="0" y="75"/>
                  </a:lnTo>
                  <a:lnTo>
                    <a:pt x="2" y="72"/>
                  </a:lnTo>
                  <a:lnTo>
                    <a:pt x="2" y="70"/>
                  </a:lnTo>
                  <a:lnTo>
                    <a:pt x="3" y="68"/>
                  </a:lnTo>
                  <a:lnTo>
                    <a:pt x="4" y="67"/>
                  </a:lnTo>
                  <a:lnTo>
                    <a:pt x="8" y="60"/>
                  </a:lnTo>
                  <a:lnTo>
                    <a:pt x="9" y="60"/>
                  </a:lnTo>
                  <a:lnTo>
                    <a:pt x="8" y="59"/>
                  </a:lnTo>
                  <a:lnTo>
                    <a:pt x="9" y="58"/>
                  </a:lnTo>
                  <a:lnTo>
                    <a:pt x="13" y="51"/>
                  </a:lnTo>
                  <a:lnTo>
                    <a:pt x="13" y="50"/>
                  </a:lnTo>
                  <a:lnTo>
                    <a:pt x="16" y="43"/>
                  </a:lnTo>
                  <a:lnTo>
                    <a:pt x="17" y="42"/>
                  </a:lnTo>
                  <a:lnTo>
                    <a:pt x="24" y="37"/>
                  </a:lnTo>
                  <a:lnTo>
                    <a:pt x="24" y="34"/>
                  </a:lnTo>
                  <a:lnTo>
                    <a:pt x="32" y="23"/>
                  </a:lnTo>
                  <a:lnTo>
                    <a:pt x="31" y="20"/>
                  </a:lnTo>
                  <a:lnTo>
                    <a:pt x="33" y="18"/>
                  </a:lnTo>
                  <a:lnTo>
                    <a:pt x="34" y="16"/>
                  </a:lnTo>
                  <a:lnTo>
                    <a:pt x="42" y="12"/>
                  </a:lnTo>
                  <a:lnTo>
                    <a:pt x="45" y="12"/>
                  </a:lnTo>
                  <a:lnTo>
                    <a:pt x="45" y="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1" name="Freeform 450"/>
            <p:cNvSpPr>
              <a:spLocks/>
            </p:cNvSpPr>
            <p:nvPr/>
          </p:nvSpPr>
          <p:spPr bwMode="auto">
            <a:xfrm>
              <a:off x="5275480" y="3507870"/>
              <a:ext cx="357823" cy="393351"/>
            </a:xfrm>
            <a:custGeom>
              <a:avLst/>
              <a:gdLst>
                <a:gd name="T0" fmla="*/ 141 w 141"/>
                <a:gd name="T1" fmla="*/ 29 h 155"/>
                <a:gd name="T2" fmla="*/ 141 w 141"/>
                <a:gd name="T3" fmla="*/ 29 h 155"/>
                <a:gd name="T4" fmla="*/ 136 w 141"/>
                <a:gd name="T5" fmla="*/ 134 h 155"/>
                <a:gd name="T6" fmla="*/ 136 w 141"/>
                <a:gd name="T7" fmla="*/ 147 h 155"/>
                <a:gd name="T8" fmla="*/ 92 w 141"/>
                <a:gd name="T9" fmla="*/ 146 h 155"/>
                <a:gd name="T10" fmla="*/ 89 w 141"/>
                <a:gd name="T11" fmla="*/ 144 h 155"/>
                <a:gd name="T12" fmla="*/ 86 w 141"/>
                <a:gd name="T13" fmla="*/ 146 h 155"/>
                <a:gd name="T14" fmla="*/ 83 w 141"/>
                <a:gd name="T15" fmla="*/ 141 h 155"/>
                <a:gd name="T16" fmla="*/ 74 w 141"/>
                <a:gd name="T17" fmla="*/ 150 h 155"/>
                <a:gd name="T18" fmla="*/ 71 w 141"/>
                <a:gd name="T19" fmla="*/ 144 h 155"/>
                <a:gd name="T20" fmla="*/ 67 w 141"/>
                <a:gd name="T21" fmla="*/ 142 h 155"/>
                <a:gd name="T22" fmla="*/ 63 w 141"/>
                <a:gd name="T23" fmla="*/ 147 h 155"/>
                <a:gd name="T24" fmla="*/ 63 w 141"/>
                <a:gd name="T25" fmla="*/ 152 h 155"/>
                <a:gd name="T26" fmla="*/ 57 w 141"/>
                <a:gd name="T27" fmla="*/ 155 h 155"/>
                <a:gd name="T28" fmla="*/ 55 w 141"/>
                <a:gd name="T29" fmla="*/ 152 h 155"/>
                <a:gd name="T30" fmla="*/ 50 w 141"/>
                <a:gd name="T31" fmla="*/ 150 h 155"/>
                <a:gd name="T32" fmla="*/ 47 w 141"/>
                <a:gd name="T33" fmla="*/ 147 h 155"/>
                <a:gd name="T34" fmla="*/ 45 w 141"/>
                <a:gd name="T35" fmla="*/ 142 h 155"/>
                <a:gd name="T36" fmla="*/ 43 w 141"/>
                <a:gd name="T37" fmla="*/ 138 h 155"/>
                <a:gd name="T38" fmla="*/ 41 w 141"/>
                <a:gd name="T39" fmla="*/ 138 h 155"/>
                <a:gd name="T40" fmla="*/ 37 w 141"/>
                <a:gd name="T41" fmla="*/ 138 h 155"/>
                <a:gd name="T42" fmla="*/ 34 w 141"/>
                <a:gd name="T43" fmla="*/ 134 h 155"/>
                <a:gd name="T44" fmla="*/ 25 w 141"/>
                <a:gd name="T45" fmla="*/ 131 h 155"/>
                <a:gd name="T46" fmla="*/ 17 w 141"/>
                <a:gd name="T47" fmla="*/ 134 h 155"/>
                <a:gd name="T48" fmla="*/ 9 w 141"/>
                <a:gd name="T49" fmla="*/ 137 h 155"/>
                <a:gd name="T50" fmla="*/ 5 w 141"/>
                <a:gd name="T51" fmla="*/ 138 h 155"/>
                <a:gd name="T52" fmla="*/ 8 w 141"/>
                <a:gd name="T53" fmla="*/ 126 h 155"/>
                <a:gd name="T54" fmla="*/ 10 w 141"/>
                <a:gd name="T55" fmla="*/ 113 h 155"/>
                <a:gd name="T56" fmla="*/ 5 w 141"/>
                <a:gd name="T57" fmla="*/ 96 h 155"/>
                <a:gd name="T58" fmla="*/ 8 w 141"/>
                <a:gd name="T59" fmla="*/ 94 h 155"/>
                <a:gd name="T60" fmla="*/ 8 w 141"/>
                <a:gd name="T61" fmla="*/ 89 h 155"/>
                <a:gd name="T62" fmla="*/ 7 w 141"/>
                <a:gd name="T63" fmla="*/ 81 h 155"/>
                <a:gd name="T64" fmla="*/ 4 w 141"/>
                <a:gd name="T65" fmla="*/ 83 h 155"/>
                <a:gd name="T66" fmla="*/ 0 w 141"/>
                <a:gd name="T67" fmla="*/ 83 h 155"/>
                <a:gd name="T68" fmla="*/ 1 w 141"/>
                <a:gd name="T69" fmla="*/ 76 h 155"/>
                <a:gd name="T70" fmla="*/ 49 w 141"/>
                <a:gd name="T71" fmla="*/ 75 h 155"/>
                <a:gd name="T72" fmla="*/ 50 w 141"/>
                <a:gd name="T73" fmla="*/ 50 h 155"/>
                <a:gd name="T74" fmla="*/ 55 w 141"/>
                <a:gd name="T75" fmla="*/ 47 h 155"/>
                <a:gd name="T76" fmla="*/ 60 w 141"/>
                <a:gd name="T77" fmla="*/ 17 h 155"/>
                <a:gd name="T78" fmla="*/ 97 w 141"/>
                <a:gd name="T79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" h="155">
                  <a:moveTo>
                    <a:pt x="97" y="0"/>
                  </a:moveTo>
                  <a:lnTo>
                    <a:pt x="141" y="29"/>
                  </a:lnTo>
                  <a:lnTo>
                    <a:pt x="141" y="29"/>
                  </a:lnTo>
                  <a:lnTo>
                    <a:pt x="141" y="29"/>
                  </a:lnTo>
                  <a:lnTo>
                    <a:pt x="126" y="29"/>
                  </a:lnTo>
                  <a:lnTo>
                    <a:pt x="136" y="134"/>
                  </a:lnTo>
                  <a:lnTo>
                    <a:pt x="139" y="137"/>
                  </a:lnTo>
                  <a:lnTo>
                    <a:pt x="136" y="147"/>
                  </a:lnTo>
                  <a:lnTo>
                    <a:pt x="93" y="147"/>
                  </a:lnTo>
                  <a:lnTo>
                    <a:pt x="92" y="146"/>
                  </a:lnTo>
                  <a:lnTo>
                    <a:pt x="91" y="144"/>
                  </a:lnTo>
                  <a:lnTo>
                    <a:pt x="89" y="144"/>
                  </a:lnTo>
                  <a:lnTo>
                    <a:pt x="87" y="147"/>
                  </a:lnTo>
                  <a:lnTo>
                    <a:pt x="86" y="146"/>
                  </a:lnTo>
                  <a:lnTo>
                    <a:pt x="86" y="142"/>
                  </a:lnTo>
                  <a:lnTo>
                    <a:pt x="83" y="141"/>
                  </a:lnTo>
                  <a:lnTo>
                    <a:pt x="76" y="143"/>
                  </a:lnTo>
                  <a:lnTo>
                    <a:pt x="74" y="150"/>
                  </a:lnTo>
                  <a:lnTo>
                    <a:pt x="72" y="148"/>
                  </a:lnTo>
                  <a:lnTo>
                    <a:pt x="71" y="144"/>
                  </a:lnTo>
                  <a:lnTo>
                    <a:pt x="70" y="142"/>
                  </a:lnTo>
                  <a:lnTo>
                    <a:pt x="67" y="142"/>
                  </a:lnTo>
                  <a:lnTo>
                    <a:pt x="63" y="143"/>
                  </a:lnTo>
                  <a:lnTo>
                    <a:pt x="63" y="147"/>
                  </a:lnTo>
                  <a:lnTo>
                    <a:pt x="64" y="148"/>
                  </a:lnTo>
                  <a:lnTo>
                    <a:pt x="63" y="152"/>
                  </a:lnTo>
                  <a:lnTo>
                    <a:pt x="59" y="152"/>
                  </a:lnTo>
                  <a:lnTo>
                    <a:pt x="57" y="155"/>
                  </a:lnTo>
                  <a:lnTo>
                    <a:pt x="57" y="155"/>
                  </a:lnTo>
                  <a:lnTo>
                    <a:pt x="55" y="152"/>
                  </a:lnTo>
                  <a:lnTo>
                    <a:pt x="53" y="151"/>
                  </a:lnTo>
                  <a:lnTo>
                    <a:pt x="50" y="150"/>
                  </a:lnTo>
                  <a:lnTo>
                    <a:pt x="50" y="147"/>
                  </a:lnTo>
                  <a:lnTo>
                    <a:pt x="47" y="147"/>
                  </a:lnTo>
                  <a:lnTo>
                    <a:pt x="47" y="144"/>
                  </a:lnTo>
                  <a:lnTo>
                    <a:pt x="45" y="142"/>
                  </a:lnTo>
                  <a:lnTo>
                    <a:pt x="45" y="139"/>
                  </a:lnTo>
                  <a:lnTo>
                    <a:pt x="43" y="138"/>
                  </a:lnTo>
                  <a:lnTo>
                    <a:pt x="41" y="138"/>
                  </a:lnTo>
                  <a:lnTo>
                    <a:pt x="41" y="138"/>
                  </a:lnTo>
                  <a:lnTo>
                    <a:pt x="38" y="139"/>
                  </a:lnTo>
                  <a:lnTo>
                    <a:pt x="37" y="138"/>
                  </a:lnTo>
                  <a:lnTo>
                    <a:pt x="37" y="137"/>
                  </a:lnTo>
                  <a:lnTo>
                    <a:pt x="34" y="134"/>
                  </a:lnTo>
                  <a:lnTo>
                    <a:pt x="32" y="133"/>
                  </a:lnTo>
                  <a:lnTo>
                    <a:pt x="25" y="131"/>
                  </a:lnTo>
                  <a:lnTo>
                    <a:pt x="24" y="131"/>
                  </a:lnTo>
                  <a:lnTo>
                    <a:pt x="17" y="134"/>
                  </a:lnTo>
                  <a:lnTo>
                    <a:pt x="10" y="134"/>
                  </a:lnTo>
                  <a:lnTo>
                    <a:pt x="9" y="137"/>
                  </a:lnTo>
                  <a:lnTo>
                    <a:pt x="7" y="137"/>
                  </a:lnTo>
                  <a:lnTo>
                    <a:pt x="5" y="138"/>
                  </a:lnTo>
                  <a:lnTo>
                    <a:pt x="5" y="134"/>
                  </a:lnTo>
                  <a:lnTo>
                    <a:pt x="8" y="126"/>
                  </a:lnTo>
                  <a:lnTo>
                    <a:pt x="10" y="122"/>
                  </a:lnTo>
                  <a:lnTo>
                    <a:pt x="10" y="113"/>
                  </a:lnTo>
                  <a:lnTo>
                    <a:pt x="9" y="101"/>
                  </a:lnTo>
                  <a:lnTo>
                    <a:pt x="5" y="96"/>
                  </a:lnTo>
                  <a:lnTo>
                    <a:pt x="7" y="94"/>
                  </a:lnTo>
                  <a:lnTo>
                    <a:pt x="8" y="94"/>
                  </a:lnTo>
                  <a:lnTo>
                    <a:pt x="9" y="91"/>
                  </a:lnTo>
                  <a:lnTo>
                    <a:pt x="8" y="89"/>
                  </a:lnTo>
                  <a:lnTo>
                    <a:pt x="9" y="87"/>
                  </a:lnTo>
                  <a:lnTo>
                    <a:pt x="7" y="81"/>
                  </a:lnTo>
                  <a:lnTo>
                    <a:pt x="5" y="83"/>
                  </a:lnTo>
                  <a:lnTo>
                    <a:pt x="4" y="83"/>
                  </a:lnTo>
                  <a:lnTo>
                    <a:pt x="3" y="80"/>
                  </a:lnTo>
                  <a:lnTo>
                    <a:pt x="0" y="83"/>
                  </a:lnTo>
                  <a:lnTo>
                    <a:pt x="0" y="79"/>
                  </a:lnTo>
                  <a:lnTo>
                    <a:pt x="1" y="76"/>
                  </a:lnTo>
                  <a:lnTo>
                    <a:pt x="1" y="75"/>
                  </a:lnTo>
                  <a:lnTo>
                    <a:pt x="49" y="75"/>
                  </a:lnTo>
                  <a:lnTo>
                    <a:pt x="49" y="52"/>
                  </a:lnTo>
                  <a:lnTo>
                    <a:pt x="50" y="50"/>
                  </a:lnTo>
                  <a:lnTo>
                    <a:pt x="53" y="48"/>
                  </a:lnTo>
                  <a:lnTo>
                    <a:pt x="55" y="47"/>
                  </a:lnTo>
                  <a:lnTo>
                    <a:pt x="59" y="47"/>
                  </a:lnTo>
                  <a:lnTo>
                    <a:pt x="60" y="17"/>
                  </a:lnTo>
                  <a:lnTo>
                    <a:pt x="97" y="17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2" name="Freeform 451"/>
            <p:cNvSpPr>
              <a:spLocks/>
            </p:cNvSpPr>
            <p:nvPr/>
          </p:nvSpPr>
          <p:spPr bwMode="auto">
            <a:xfrm>
              <a:off x="5420131" y="3581464"/>
              <a:ext cx="489786" cy="456794"/>
            </a:xfrm>
            <a:custGeom>
              <a:avLst/>
              <a:gdLst>
                <a:gd name="T0" fmla="*/ 163 w 193"/>
                <a:gd name="T1" fmla="*/ 58 h 180"/>
                <a:gd name="T2" fmla="*/ 173 w 193"/>
                <a:gd name="T3" fmla="*/ 60 h 180"/>
                <a:gd name="T4" fmla="*/ 180 w 193"/>
                <a:gd name="T5" fmla="*/ 65 h 180"/>
                <a:gd name="T6" fmla="*/ 180 w 193"/>
                <a:gd name="T7" fmla="*/ 73 h 180"/>
                <a:gd name="T8" fmla="*/ 193 w 193"/>
                <a:gd name="T9" fmla="*/ 72 h 180"/>
                <a:gd name="T10" fmla="*/ 192 w 193"/>
                <a:gd name="T11" fmla="*/ 106 h 180"/>
                <a:gd name="T12" fmla="*/ 188 w 193"/>
                <a:gd name="T13" fmla="*/ 113 h 180"/>
                <a:gd name="T14" fmla="*/ 175 w 193"/>
                <a:gd name="T15" fmla="*/ 119 h 180"/>
                <a:gd name="T16" fmla="*/ 162 w 193"/>
                <a:gd name="T17" fmla="*/ 122 h 180"/>
                <a:gd name="T18" fmla="*/ 147 w 193"/>
                <a:gd name="T19" fmla="*/ 122 h 180"/>
                <a:gd name="T20" fmla="*/ 144 w 193"/>
                <a:gd name="T21" fmla="*/ 122 h 180"/>
                <a:gd name="T22" fmla="*/ 133 w 193"/>
                <a:gd name="T23" fmla="*/ 122 h 180"/>
                <a:gd name="T24" fmla="*/ 117 w 193"/>
                <a:gd name="T25" fmla="*/ 131 h 180"/>
                <a:gd name="T26" fmla="*/ 102 w 193"/>
                <a:gd name="T27" fmla="*/ 140 h 180"/>
                <a:gd name="T28" fmla="*/ 97 w 193"/>
                <a:gd name="T29" fmla="*/ 142 h 180"/>
                <a:gd name="T30" fmla="*/ 93 w 193"/>
                <a:gd name="T31" fmla="*/ 148 h 180"/>
                <a:gd name="T32" fmla="*/ 84 w 193"/>
                <a:gd name="T33" fmla="*/ 160 h 180"/>
                <a:gd name="T34" fmla="*/ 82 w 193"/>
                <a:gd name="T35" fmla="*/ 168 h 180"/>
                <a:gd name="T36" fmla="*/ 81 w 193"/>
                <a:gd name="T37" fmla="*/ 172 h 180"/>
                <a:gd name="T38" fmla="*/ 77 w 193"/>
                <a:gd name="T39" fmla="*/ 180 h 180"/>
                <a:gd name="T40" fmla="*/ 73 w 193"/>
                <a:gd name="T41" fmla="*/ 176 h 180"/>
                <a:gd name="T42" fmla="*/ 67 w 193"/>
                <a:gd name="T43" fmla="*/ 177 h 180"/>
                <a:gd name="T44" fmla="*/ 57 w 193"/>
                <a:gd name="T45" fmla="*/ 177 h 180"/>
                <a:gd name="T46" fmla="*/ 52 w 193"/>
                <a:gd name="T47" fmla="*/ 177 h 180"/>
                <a:gd name="T48" fmla="*/ 48 w 193"/>
                <a:gd name="T49" fmla="*/ 175 h 180"/>
                <a:gd name="T50" fmla="*/ 46 w 193"/>
                <a:gd name="T51" fmla="*/ 171 h 180"/>
                <a:gd name="T52" fmla="*/ 44 w 193"/>
                <a:gd name="T53" fmla="*/ 169 h 180"/>
                <a:gd name="T54" fmla="*/ 43 w 193"/>
                <a:gd name="T55" fmla="*/ 164 h 180"/>
                <a:gd name="T56" fmla="*/ 42 w 193"/>
                <a:gd name="T57" fmla="*/ 158 h 180"/>
                <a:gd name="T58" fmla="*/ 36 w 193"/>
                <a:gd name="T59" fmla="*/ 155 h 180"/>
                <a:gd name="T60" fmla="*/ 30 w 193"/>
                <a:gd name="T61" fmla="*/ 155 h 180"/>
                <a:gd name="T62" fmla="*/ 23 w 193"/>
                <a:gd name="T63" fmla="*/ 160 h 180"/>
                <a:gd name="T64" fmla="*/ 17 w 193"/>
                <a:gd name="T65" fmla="*/ 158 h 180"/>
                <a:gd name="T66" fmla="*/ 13 w 193"/>
                <a:gd name="T67" fmla="*/ 158 h 180"/>
                <a:gd name="T68" fmla="*/ 10 w 193"/>
                <a:gd name="T69" fmla="*/ 152 h 180"/>
                <a:gd name="T70" fmla="*/ 11 w 193"/>
                <a:gd name="T71" fmla="*/ 148 h 180"/>
                <a:gd name="T72" fmla="*/ 7 w 193"/>
                <a:gd name="T73" fmla="*/ 143 h 180"/>
                <a:gd name="T74" fmla="*/ 3 w 193"/>
                <a:gd name="T75" fmla="*/ 139 h 180"/>
                <a:gd name="T76" fmla="*/ 2 w 193"/>
                <a:gd name="T77" fmla="*/ 131 h 180"/>
                <a:gd name="T78" fmla="*/ 0 w 193"/>
                <a:gd name="T79" fmla="*/ 126 h 180"/>
                <a:gd name="T80" fmla="*/ 7 w 193"/>
                <a:gd name="T81" fmla="*/ 119 h 180"/>
                <a:gd name="T82" fmla="*/ 10 w 193"/>
                <a:gd name="T83" fmla="*/ 113 h 180"/>
                <a:gd name="T84" fmla="*/ 15 w 193"/>
                <a:gd name="T85" fmla="*/ 119 h 180"/>
                <a:gd name="T86" fmla="*/ 26 w 193"/>
                <a:gd name="T87" fmla="*/ 112 h 180"/>
                <a:gd name="T88" fmla="*/ 30 w 193"/>
                <a:gd name="T89" fmla="*/ 118 h 180"/>
                <a:gd name="T90" fmla="*/ 35 w 193"/>
                <a:gd name="T91" fmla="*/ 117 h 180"/>
                <a:gd name="T92" fmla="*/ 82 w 193"/>
                <a:gd name="T93" fmla="*/ 108 h 180"/>
                <a:gd name="T94" fmla="*/ 84 w 193"/>
                <a:gd name="T9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" h="180">
                  <a:moveTo>
                    <a:pt x="84" y="0"/>
                  </a:moveTo>
                  <a:lnTo>
                    <a:pt x="162" y="51"/>
                  </a:lnTo>
                  <a:lnTo>
                    <a:pt x="163" y="58"/>
                  </a:lnTo>
                  <a:lnTo>
                    <a:pt x="165" y="59"/>
                  </a:lnTo>
                  <a:lnTo>
                    <a:pt x="169" y="59"/>
                  </a:lnTo>
                  <a:lnTo>
                    <a:pt x="173" y="60"/>
                  </a:lnTo>
                  <a:lnTo>
                    <a:pt x="175" y="63"/>
                  </a:lnTo>
                  <a:lnTo>
                    <a:pt x="179" y="64"/>
                  </a:lnTo>
                  <a:lnTo>
                    <a:pt x="180" y="65"/>
                  </a:lnTo>
                  <a:lnTo>
                    <a:pt x="180" y="68"/>
                  </a:lnTo>
                  <a:lnTo>
                    <a:pt x="179" y="71"/>
                  </a:lnTo>
                  <a:lnTo>
                    <a:pt x="180" y="73"/>
                  </a:lnTo>
                  <a:lnTo>
                    <a:pt x="183" y="75"/>
                  </a:lnTo>
                  <a:lnTo>
                    <a:pt x="188" y="73"/>
                  </a:lnTo>
                  <a:lnTo>
                    <a:pt x="193" y="72"/>
                  </a:lnTo>
                  <a:lnTo>
                    <a:pt x="193" y="72"/>
                  </a:lnTo>
                  <a:lnTo>
                    <a:pt x="192" y="94"/>
                  </a:lnTo>
                  <a:lnTo>
                    <a:pt x="192" y="106"/>
                  </a:lnTo>
                  <a:lnTo>
                    <a:pt x="189" y="106"/>
                  </a:lnTo>
                  <a:lnTo>
                    <a:pt x="189" y="112"/>
                  </a:lnTo>
                  <a:lnTo>
                    <a:pt x="188" y="113"/>
                  </a:lnTo>
                  <a:lnTo>
                    <a:pt x="183" y="117"/>
                  </a:lnTo>
                  <a:lnTo>
                    <a:pt x="179" y="118"/>
                  </a:lnTo>
                  <a:lnTo>
                    <a:pt x="175" y="119"/>
                  </a:lnTo>
                  <a:lnTo>
                    <a:pt x="172" y="121"/>
                  </a:lnTo>
                  <a:lnTo>
                    <a:pt x="164" y="121"/>
                  </a:lnTo>
                  <a:lnTo>
                    <a:pt x="162" y="122"/>
                  </a:lnTo>
                  <a:lnTo>
                    <a:pt x="159" y="122"/>
                  </a:lnTo>
                  <a:lnTo>
                    <a:pt x="150" y="123"/>
                  </a:lnTo>
                  <a:lnTo>
                    <a:pt x="147" y="122"/>
                  </a:lnTo>
                  <a:lnTo>
                    <a:pt x="147" y="123"/>
                  </a:lnTo>
                  <a:lnTo>
                    <a:pt x="146" y="122"/>
                  </a:lnTo>
                  <a:lnTo>
                    <a:pt x="144" y="122"/>
                  </a:lnTo>
                  <a:lnTo>
                    <a:pt x="140" y="121"/>
                  </a:lnTo>
                  <a:lnTo>
                    <a:pt x="138" y="121"/>
                  </a:lnTo>
                  <a:lnTo>
                    <a:pt x="133" y="122"/>
                  </a:lnTo>
                  <a:lnTo>
                    <a:pt x="129" y="125"/>
                  </a:lnTo>
                  <a:lnTo>
                    <a:pt x="126" y="127"/>
                  </a:lnTo>
                  <a:lnTo>
                    <a:pt x="117" y="131"/>
                  </a:lnTo>
                  <a:lnTo>
                    <a:pt x="110" y="137"/>
                  </a:lnTo>
                  <a:lnTo>
                    <a:pt x="109" y="139"/>
                  </a:lnTo>
                  <a:lnTo>
                    <a:pt x="102" y="140"/>
                  </a:lnTo>
                  <a:lnTo>
                    <a:pt x="101" y="140"/>
                  </a:lnTo>
                  <a:lnTo>
                    <a:pt x="98" y="140"/>
                  </a:lnTo>
                  <a:lnTo>
                    <a:pt x="97" y="142"/>
                  </a:lnTo>
                  <a:lnTo>
                    <a:pt x="96" y="142"/>
                  </a:lnTo>
                  <a:lnTo>
                    <a:pt x="93" y="147"/>
                  </a:lnTo>
                  <a:lnTo>
                    <a:pt x="93" y="148"/>
                  </a:lnTo>
                  <a:lnTo>
                    <a:pt x="90" y="152"/>
                  </a:lnTo>
                  <a:lnTo>
                    <a:pt x="86" y="159"/>
                  </a:lnTo>
                  <a:lnTo>
                    <a:pt x="84" y="160"/>
                  </a:lnTo>
                  <a:lnTo>
                    <a:pt x="82" y="163"/>
                  </a:lnTo>
                  <a:lnTo>
                    <a:pt x="82" y="164"/>
                  </a:lnTo>
                  <a:lnTo>
                    <a:pt x="82" y="168"/>
                  </a:lnTo>
                  <a:lnTo>
                    <a:pt x="81" y="168"/>
                  </a:lnTo>
                  <a:lnTo>
                    <a:pt x="81" y="171"/>
                  </a:lnTo>
                  <a:lnTo>
                    <a:pt x="81" y="172"/>
                  </a:lnTo>
                  <a:lnTo>
                    <a:pt x="81" y="176"/>
                  </a:lnTo>
                  <a:lnTo>
                    <a:pt x="80" y="176"/>
                  </a:lnTo>
                  <a:lnTo>
                    <a:pt x="77" y="180"/>
                  </a:lnTo>
                  <a:lnTo>
                    <a:pt x="73" y="179"/>
                  </a:lnTo>
                  <a:lnTo>
                    <a:pt x="73" y="177"/>
                  </a:lnTo>
                  <a:lnTo>
                    <a:pt x="73" y="176"/>
                  </a:lnTo>
                  <a:lnTo>
                    <a:pt x="71" y="176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9"/>
                  </a:lnTo>
                  <a:lnTo>
                    <a:pt x="60" y="179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2" y="179"/>
                  </a:lnTo>
                  <a:lnTo>
                    <a:pt x="52" y="177"/>
                  </a:lnTo>
                  <a:lnTo>
                    <a:pt x="51" y="176"/>
                  </a:lnTo>
                  <a:lnTo>
                    <a:pt x="48" y="176"/>
                  </a:lnTo>
                  <a:lnTo>
                    <a:pt x="48" y="175"/>
                  </a:lnTo>
                  <a:lnTo>
                    <a:pt x="47" y="173"/>
                  </a:lnTo>
                  <a:lnTo>
                    <a:pt x="47" y="171"/>
                  </a:lnTo>
                  <a:lnTo>
                    <a:pt x="46" y="171"/>
                  </a:lnTo>
                  <a:lnTo>
                    <a:pt x="44" y="172"/>
                  </a:lnTo>
                  <a:lnTo>
                    <a:pt x="43" y="173"/>
                  </a:lnTo>
                  <a:lnTo>
                    <a:pt x="44" y="169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3" y="164"/>
                  </a:lnTo>
                  <a:lnTo>
                    <a:pt x="42" y="164"/>
                  </a:lnTo>
                  <a:lnTo>
                    <a:pt x="43" y="160"/>
                  </a:lnTo>
                  <a:lnTo>
                    <a:pt x="42" y="158"/>
                  </a:lnTo>
                  <a:lnTo>
                    <a:pt x="39" y="156"/>
                  </a:lnTo>
                  <a:lnTo>
                    <a:pt x="39" y="155"/>
                  </a:lnTo>
                  <a:lnTo>
                    <a:pt x="36" y="155"/>
                  </a:lnTo>
                  <a:lnTo>
                    <a:pt x="35" y="156"/>
                  </a:lnTo>
                  <a:lnTo>
                    <a:pt x="32" y="155"/>
                  </a:lnTo>
                  <a:lnTo>
                    <a:pt x="30" y="155"/>
                  </a:lnTo>
                  <a:lnTo>
                    <a:pt x="27" y="159"/>
                  </a:lnTo>
                  <a:lnTo>
                    <a:pt x="26" y="159"/>
                  </a:lnTo>
                  <a:lnTo>
                    <a:pt x="23" y="160"/>
                  </a:lnTo>
                  <a:lnTo>
                    <a:pt x="21" y="160"/>
                  </a:lnTo>
                  <a:lnTo>
                    <a:pt x="18" y="159"/>
                  </a:lnTo>
                  <a:lnTo>
                    <a:pt x="17" y="158"/>
                  </a:lnTo>
                  <a:lnTo>
                    <a:pt x="14" y="159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3" y="156"/>
                  </a:lnTo>
                  <a:lnTo>
                    <a:pt x="13" y="155"/>
                  </a:lnTo>
                  <a:lnTo>
                    <a:pt x="10" y="152"/>
                  </a:lnTo>
                  <a:lnTo>
                    <a:pt x="10" y="151"/>
                  </a:lnTo>
                  <a:lnTo>
                    <a:pt x="11" y="150"/>
                  </a:lnTo>
                  <a:lnTo>
                    <a:pt x="11" y="148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7" y="143"/>
                  </a:lnTo>
                  <a:lnTo>
                    <a:pt x="6" y="144"/>
                  </a:lnTo>
                  <a:lnTo>
                    <a:pt x="5" y="143"/>
                  </a:lnTo>
                  <a:lnTo>
                    <a:pt x="3" y="139"/>
                  </a:lnTo>
                  <a:lnTo>
                    <a:pt x="1" y="137"/>
                  </a:lnTo>
                  <a:lnTo>
                    <a:pt x="1" y="135"/>
                  </a:lnTo>
                  <a:lnTo>
                    <a:pt x="2" y="131"/>
                  </a:lnTo>
                  <a:lnTo>
                    <a:pt x="1" y="129"/>
                  </a:lnTo>
                  <a:lnTo>
                    <a:pt x="1" y="127"/>
                  </a:lnTo>
                  <a:lnTo>
                    <a:pt x="0" y="126"/>
                  </a:lnTo>
                  <a:lnTo>
                    <a:pt x="2" y="123"/>
                  </a:lnTo>
                  <a:lnTo>
                    <a:pt x="6" y="123"/>
                  </a:lnTo>
                  <a:lnTo>
                    <a:pt x="7" y="119"/>
                  </a:lnTo>
                  <a:lnTo>
                    <a:pt x="6" y="118"/>
                  </a:lnTo>
                  <a:lnTo>
                    <a:pt x="6" y="114"/>
                  </a:lnTo>
                  <a:lnTo>
                    <a:pt x="10" y="113"/>
                  </a:lnTo>
                  <a:lnTo>
                    <a:pt x="13" y="113"/>
                  </a:lnTo>
                  <a:lnTo>
                    <a:pt x="14" y="115"/>
                  </a:lnTo>
                  <a:lnTo>
                    <a:pt x="15" y="119"/>
                  </a:lnTo>
                  <a:lnTo>
                    <a:pt x="17" y="121"/>
                  </a:lnTo>
                  <a:lnTo>
                    <a:pt x="19" y="114"/>
                  </a:lnTo>
                  <a:lnTo>
                    <a:pt x="26" y="112"/>
                  </a:lnTo>
                  <a:lnTo>
                    <a:pt x="29" y="113"/>
                  </a:lnTo>
                  <a:lnTo>
                    <a:pt x="29" y="117"/>
                  </a:lnTo>
                  <a:lnTo>
                    <a:pt x="30" y="118"/>
                  </a:lnTo>
                  <a:lnTo>
                    <a:pt x="32" y="115"/>
                  </a:lnTo>
                  <a:lnTo>
                    <a:pt x="34" y="115"/>
                  </a:lnTo>
                  <a:lnTo>
                    <a:pt x="35" y="117"/>
                  </a:lnTo>
                  <a:lnTo>
                    <a:pt x="36" y="118"/>
                  </a:lnTo>
                  <a:lnTo>
                    <a:pt x="79" y="118"/>
                  </a:lnTo>
                  <a:lnTo>
                    <a:pt x="82" y="108"/>
                  </a:lnTo>
                  <a:lnTo>
                    <a:pt x="79" y="105"/>
                  </a:lnTo>
                  <a:lnTo>
                    <a:pt x="69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3" name="Freeform 452"/>
            <p:cNvSpPr>
              <a:spLocks/>
            </p:cNvSpPr>
            <p:nvPr/>
          </p:nvSpPr>
          <p:spPr bwMode="auto">
            <a:xfrm>
              <a:off x="5625689" y="3888532"/>
              <a:ext cx="228397" cy="167491"/>
            </a:xfrm>
            <a:custGeom>
              <a:avLst/>
              <a:gdLst>
                <a:gd name="T0" fmla="*/ 63 w 90"/>
                <a:gd name="T1" fmla="*/ 1 h 66"/>
                <a:gd name="T2" fmla="*/ 66 w 90"/>
                <a:gd name="T3" fmla="*/ 2 h 66"/>
                <a:gd name="T4" fmla="*/ 65 w 90"/>
                <a:gd name="T5" fmla="*/ 6 h 66"/>
                <a:gd name="T6" fmla="*/ 63 w 90"/>
                <a:gd name="T7" fmla="*/ 12 h 66"/>
                <a:gd name="T8" fmla="*/ 75 w 90"/>
                <a:gd name="T9" fmla="*/ 25 h 66"/>
                <a:gd name="T10" fmla="*/ 84 w 90"/>
                <a:gd name="T11" fmla="*/ 25 h 66"/>
                <a:gd name="T12" fmla="*/ 86 w 90"/>
                <a:gd name="T13" fmla="*/ 27 h 66"/>
                <a:gd name="T14" fmla="*/ 87 w 90"/>
                <a:gd name="T15" fmla="*/ 30 h 66"/>
                <a:gd name="T16" fmla="*/ 88 w 90"/>
                <a:gd name="T17" fmla="*/ 35 h 66"/>
                <a:gd name="T18" fmla="*/ 90 w 90"/>
                <a:gd name="T19" fmla="*/ 38 h 66"/>
                <a:gd name="T20" fmla="*/ 84 w 90"/>
                <a:gd name="T21" fmla="*/ 41 h 66"/>
                <a:gd name="T22" fmla="*/ 79 w 90"/>
                <a:gd name="T23" fmla="*/ 42 h 66"/>
                <a:gd name="T24" fmla="*/ 78 w 90"/>
                <a:gd name="T25" fmla="*/ 44 h 66"/>
                <a:gd name="T26" fmla="*/ 77 w 90"/>
                <a:gd name="T27" fmla="*/ 48 h 66"/>
                <a:gd name="T28" fmla="*/ 73 w 90"/>
                <a:gd name="T29" fmla="*/ 51 h 66"/>
                <a:gd name="T30" fmla="*/ 59 w 90"/>
                <a:gd name="T31" fmla="*/ 48 h 66"/>
                <a:gd name="T32" fmla="*/ 58 w 90"/>
                <a:gd name="T33" fmla="*/ 47 h 66"/>
                <a:gd name="T34" fmla="*/ 53 w 90"/>
                <a:gd name="T35" fmla="*/ 48 h 66"/>
                <a:gd name="T36" fmla="*/ 42 w 90"/>
                <a:gd name="T37" fmla="*/ 50 h 66"/>
                <a:gd name="T38" fmla="*/ 33 w 90"/>
                <a:gd name="T39" fmla="*/ 50 h 66"/>
                <a:gd name="T40" fmla="*/ 28 w 90"/>
                <a:gd name="T41" fmla="*/ 52 h 66"/>
                <a:gd name="T42" fmla="*/ 30 w 90"/>
                <a:gd name="T43" fmla="*/ 58 h 66"/>
                <a:gd name="T44" fmla="*/ 32 w 90"/>
                <a:gd name="T45" fmla="*/ 64 h 66"/>
                <a:gd name="T46" fmla="*/ 28 w 90"/>
                <a:gd name="T47" fmla="*/ 63 h 66"/>
                <a:gd name="T48" fmla="*/ 24 w 90"/>
                <a:gd name="T49" fmla="*/ 64 h 66"/>
                <a:gd name="T50" fmla="*/ 17 w 90"/>
                <a:gd name="T51" fmla="*/ 63 h 66"/>
                <a:gd name="T52" fmla="*/ 13 w 90"/>
                <a:gd name="T53" fmla="*/ 60 h 66"/>
                <a:gd name="T54" fmla="*/ 9 w 90"/>
                <a:gd name="T55" fmla="*/ 59 h 66"/>
                <a:gd name="T56" fmla="*/ 4 w 90"/>
                <a:gd name="T57" fmla="*/ 56 h 66"/>
                <a:gd name="T58" fmla="*/ 0 w 90"/>
                <a:gd name="T59" fmla="*/ 55 h 66"/>
                <a:gd name="T60" fmla="*/ 0 w 90"/>
                <a:gd name="T61" fmla="*/ 50 h 66"/>
                <a:gd name="T62" fmla="*/ 1 w 90"/>
                <a:gd name="T63" fmla="*/ 47 h 66"/>
                <a:gd name="T64" fmla="*/ 1 w 90"/>
                <a:gd name="T65" fmla="*/ 42 h 66"/>
                <a:gd name="T66" fmla="*/ 5 w 90"/>
                <a:gd name="T67" fmla="*/ 38 h 66"/>
                <a:gd name="T68" fmla="*/ 12 w 90"/>
                <a:gd name="T69" fmla="*/ 27 h 66"/>
                <a:gd name="T70" fmla="*/ 15 w 90"/>
                <a:gd name="T71" fmla="*/ 21 h 66"/>
                <a:gd name="T72" fmla="*/ 17 w 90"/>
                <a:gd name="T73" fmla="*/ 19 h 66"/>
                <a:gd name="T74" fmla="*/ 21 w 90"/>
                <a:gd name="T75" fmla="*/ 19 h 66"/>
                <a:gd name="T76" fmla="*/ 29 w 90"/>
                <a:gd name="T77" fmla="*/ 16 h 66"/>
                <a:gd name="T78" fmla="*/ 45 w 90"/>
                <a:gd name="T79" fmla="*/ 6 h 66"/>
                <a:gd name="T80" fmla="*/ 52 w 90"/>
                <a:gd name="T81" fmla="*/ 1 h 66"/>
                <a:gd name="T82" fmla="*/ 59 w 90"/>
                <a:gd name="T8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0" h="66">
                  <a:moveTo>
                    <a:pt x="59" y="0"/>
                  </a:moveTo>
                  <a:lnTo>
                    <a:pt x="63" y="1"/>
                  </a:lnTo>
                  <a:lnTo>
                    <a:pt x="65" y="1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5" y="6"/>
                  </a:lnTo>
                  <a:lnTo>
                    <a:pt x="63" y="9"/>
                  </a:lnTo>
                  <a:lnTo>
                    <a:pt x="63" y="12"/>
                  </a:lnTo>
                  <a:lnTo>
                    <a:pt x="75" y="19"/>
                  </a:lnTo>
                  <a:lnTo>
                    <a:pt x="75" y="25"/>
                  </a:lnTo>
                  <a:lnTo>
                    <a:pt x="79" y="27"/>
                  </a:lnTo>
                  <a:lnTo>
                    <a:pt x="84" y="25"/>
                  </a:lnTo>
                  <a:lnTo>
                    <a:pt x="86" y="26"/>
                  </a:lnTo>
                  <a:lnTo>
                    <a:pt x="86" y="27"/>
                  </a:lnTo>
                  <a:lnTo>
                    <a:pt x="87" y="27"/>
                  </a:lnTo>
                  <a:lnTo>
                    <a:pt x="87" y="30"/>
                  </a:lnTo>
                  <a:lnTo>
                    <a:pt x="86" y="33"/>
                  </a:lnTo>
                  <a:lnTo>
                    <a:pt x="88" y="35"/>
                  </a:lnTo>
                  <a:lnTo>
                    <a:pt x="90" y="35"/>
                  </a:lnTo>
                  <a:lnTo>
                    <a:pt x="90" y="38"/>
                  </a:lnTo>
                  <a:lnTo>
                    <a:pt x="87" y="41"/>
                  </a:lnTo>
                  <a:lnTo>
                    <a:pt x="84" y="41"/>
                  </a:lnTo>
                  <a:lnTo>
                    <a:pt x="81" y="42"/>
                  </a:lnTo>
                  <a:lnTo>
                    <a:pt x="79" y="42"/>
                  </a:lnTo>
                  <a:lnTo>
                    <a:pt x="77" y="43"/>
                  </a:lnTo>
                  <a:lnTo>
                    <a:pt x="78" y="44"/>
                  </a:lnTo>
                  <a:lnTo>
                    <a:pt x="75" y="47"/>
                  </a:lnTo>
                  <a:lnTo>
                    <a:pt x="77" y="48"/>
                  </a:lnTo>
                  <a:lnTo>
                    <a:pt x="73" y="50"/>
                  </a:lnTo>
                  <a:lnTo>
                    <a:pt x="73" y="51"/>
                  </a:lnTo>
                  <a:lnTo>
                    <a:pt x="61" y="47"/>
                  </a:lnTo>
                  <a:lnTo>
                    <a:pt x="59" y="48"/>
                  </a:lnTo>
                  <a:lnTo>
                    <a:pt x="59" y="48"/>
                  </a:lnTo>
                  <a:lnTo>
                    <a:pt x="58" y="47"/>
                  </a:lnTo>
                  <a:lnTo>
                    <a:pt x="55" y="48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2" y="50"/>
                  </a:lnTo>
                  <a:lnTo>
                    <a:pt x="41" y="50"/>
                  </a:lnTo>
                  <a:lnTo>
                    <a:pt x="33" y="50"/>
                  </a:lnTo>
                  <a:lnTo>
                    <a:pt x="28" y="50"/>
                  </a:lnTo>
                  <a:lnTo>
                    <a:pt x="28" y="52"/>
                  </a:lnTo>
                  <a:lnTo>
                    <a:pt x="29" y="56"/>
                  </a:lnTo>
                  <a:lnTo>
                    <a:pt x="30" y="58"/>
                  </a:lnTo>
                  <a:lnTo>
                    <a:pt x="32" y="62"/>
                  </a:lnTo>
                  <a:lnTo>
                    <a:pt x="32" y="64"/>
                  </a:lnTo>
                  <a:lnTo>
                    <a:pt x="29" y="64"/>
                  </a:lnTo>
                  <a:lnTo>
                    <a:pt x="28" y="63"/>
                  </a:lnTo>
                  <a:lnTo>
                    <a:pt x="25" y="63"/>
                  </a:lnTo>
                  <a:lnTo>
                    <a:pt x="24" y="64"/>
                  </a:lnTo>
                  <a:lnTo>
                    <a:pt x="21" y="66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3" y="60"/>
                  </a:lnTo>
                  <a:lnTo>
                    <a:pt x="11" y="60"/>
                  </a:lnTo>
                  <a:lnTo>
                    <a:pt x="9" y="59"/>
                  </a:lnTo>
                  <a:lnTo>
                    <a:pt x="8" y="59"/>
                  </a:lnTo>
                  <a:lnTo>
                    <a:pt x="4" y="56"/>
                  </a:lnTo>
                  <a:lnTo>
                    <a:pt x="0" y="54"/>
                  </a:lnTo>
                  <a:lnTo>
                    <a:pt x="0" y="55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0" y="47"/>
                  </a:lnTo>
                  <a:lnTo>
                    <a:pt x="1" y="47"/>
                  </a:lnTo>
                  <a:lnTo>
                    <a:pt x="1" y="43"/>
                  </a:lnTo>
                  <a:lnTo>
                    <a:pt x="1" y="42"/>
                  </a:lnTo>
                  <a:lnTo>
                    <a:pt x="3" y="39"/>
                  </a:lnTo>
                  <a:lnTo>
                    <a:pt x="5" y="38"/>
                  </a:lnTo>
                  <a:lnTo>
                    <a:pt x="9" y="31"/>
                  </a:lnTo>
                  <a:lnTo>
                    <a:pt x="12" y="27"/>
                  </a:lnTo>
                  <a:lnTo>
                    <a:pt x="12" y="26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17" y="19"/>
                  </a:lnTo>
                  <a:lnTo>
                    <a:pt x="20" y="19"/>
                  </a:lnTo>
                  <a:lnTo>
                    <a:pt x="21" y="19"/>
                  </a:lnTo>
                  <a:lnTo>
                    <a:pt x="28" y="18"/>
                  </a:lnTo>
                  <a:lnTo>
                    <a:pt x="29" y="16"/>
                  </a:lnTo>
                  <a:lnTo>
                    <a:pt x="36" y="10"/>
                  </a:lnTo>
                  <a:lnTo>
                    <a:pt x="45" y="6"/>
                  </a:lnTo>
                  <a:lnTo>
                    <a:pt x="48" y="4"/>
                  </a:lnTo>
                  <a:lnTo>
                    <a:pt x="52" y="1"/>
                  </a:lnTo>
                  <a:lnTo>
                    <a:pt x="57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4" name="Freeform 453"/>
            <p:cNvSpPr>
              <a:spLocks/>
            </p:cNvSpPr>
            <p:nvPr/>
          </p:nvSpPr>
          <p:spPr bwMode="auto">
            <a:xfrm>
              <a:off x="5257715" y="3840314"/>
              <a:ext cx="195407" cy="142114"/>
            </a:xfrm>
            <a:custGeom>
              <a:avLst/>
              <a:gdLst>
                <a:gd name="T0" fmla="*/ 32 w 77"/>
                <a:gd name="T1" fmla="*/ 0 h 56"/>
                <a:gd name="T2" fmla="*/ 41 w 77"/>
                <a:gd name="T3" fmla="*/ 3 h 56"/>
                <a:gd name="T4" fmla="*/ 44 w 77"/>
                <a:gd name="T5" fmla="*/ 7 h 56"/>
                <a:gd name="T6" fmla="*/ 48 w 77"/>
                <a:gd name="T7" fmla="*/ 7 h 56"/>
                <a:gd name="T8" fmla="*/ 50 w 77"/>
                <a:gd name="T9" fmla="*/ 7 h 56"/>
                <a:gd name="T10" fmla="*/ 52 w 77"/>
                <a:gd name="T11" fmla="*/ 11 h 56"/>
                <a:gd name="T12" fmla="*/ 54 w 77"/>
                <a:gd name="T13" fmla="*/ 16 h 56"/>
                <a:gd name="T14" fmla="*/ 57 w 77"/>
                <a:gd name="T15" fmla="*/ 19 h 56"/>
                <a:gd name="T16" fmla="*/ 62 w 77"/>
                <a:gd name="T17" fmla="*/ 21 h 56"/>
                <a:gd name="T18" fmla="*/ 65 w 77"/>
                <a:gd name="T19" fmla="*/ 25 h 56"/>
                <a:gd name="T20" fmla="*/ 66 w 77"/>
                <a:gd name="T21" fmla="*/ 29 h 56"/>
                <a:gd name="T22" fmla="*/ 65 w 77"/>
                <a:gd name="T23" fmla="*/ 35 h 56"/>
                <a:gd name="T24" fmla="*/ 69 w 77"/>
                <a:gd name="T25" fmla="*/ 41 h 56"/>
                <a:gd name="T26" fmla="*/ 71 w 77"/>
                <a:gd name="T27" fmla="*/ 41 h 56"/>
                <a:gd name="T28" fmla="*/ 73 w 77"/>
                <a:gd name="T29" fmla="*/ 44 h 56"/>
                <a:gd name="T30" fmla="*/ 75 w 77"/>
                <a:gd name="T31" fmla="*/ 48 h 56"/>
                <a:gd name="T32" fmla="*/ 74 w 77"/>
                <a:gd name="T33" fmla="*/ 50 h 56"/>
                <a:gd name="T34" fmla="*/ 77 w 77"/>
                <a:gd name="T35" fmla="*/ 54 h 56"/>
                <a:gd name="T36" fmla="*/ 77 w 77"/>
                <a:gd name="T37" fmla="*/ 54 h 56"/>
                <a:gd name="T38" fmla="*/ 73 w 77"/>
                <a:gd name="T39" fmla="*/ 53 h 56"/>
                <a:gd name="T40" fmla="*/ 69 w 77"/>
                <a:gd name="T41" fmla="*/ 54 h 56"/>
                <a:gd name="T42" fmla="*/ 61 w 77"/>
                <a:gd name="T43" fmla="*/ 53 h 56"/>
                <a:gd name="T44" fmla="*/ 54 w 77"/>
                <a:gd name="T45" fmla="*/ 48 h 56"/>
                <a:gd name="T46" fmla="*/ 45 w 77"/>
                <a:gd name="T47" fmla="*/ 49 h 56"/>
                <a:gd name="T48" fmla="*/ 41 w 77"/>
                <a:gd name="T49" fmla="*/ 48 h 56"/>
                <a:gd name="T50" fmla="*/ 27 w 77"/>
                <a:gd name="T51" fmla="*/ 49 h 56"/>
                <a:gd name="T52" fmla="*/ 16 w 77"/>
                <a:gd name="T53" fmla="*/ 52 h 56"/>
                <a:gd name="T54" fmla="*/ 10 w 77"/>
                <a:gd name="T55" fmla="*/ 53 h 56"/>
                <a:gd name="T56" fmla="*/ 10 w 77"/>
                <a:gd name="T57" fmla="*/ 50 h 56"/>
                <a:gd name="T58" fmla="*/ 12 w 77"/>
                <a:gd name="T59" fmla="*/ 50 h 56"/>
                <a:gd name="T60" fmla="*/ 11 w 77"/>
                <a:gd name="T61" fmla="*/ 48 h 56"/>
                <a:gd name="T62" fmla="*/ 7 w 77"/>
                <a:gd name="T63" fmla="*/ 48 h 56"/>
                <a:gd name="T64" fmla="*/ 8 w 77"/>
                <a:gd name="T65" fmla="*/ 44 h 56"/>
                <a:gd name="T66" fmla="*/ 17 w 77"/>
                <a:gd name="T67" fmla="*/ 42 h 56"/>
                <a:gd name="T68" fmla="*/ 21 w 77"/>
                <a:gd name="T69" fmla="*/ 40 h 56"/>
                <a:gd name="T70" fmla="*/ 25 w 77"/>
                <a:gd name="T71" fmla="*/ 38 h 56"/>
                <a:gd name="T72" fmla="*/ 28 w 77"/>
                <a:gd name="T73" fmla="*/ 38 h 56"/>
                <a:gd name="T74" fmla="*/ 32 w 77"/>
                <a:gd name="T75" fmla="*/ 40 h 56"/>
                <a:gd name="T76" fmla="*/ 37 w 77"/>
                <a:gd name="T77" fmla="*/ 40 h 56"/>
                <a:gd name="T78" fmla="*/ 44 w 77"/>
                <a:gd name="T79" fmla="*/ 42 h 56"/>
                <a:gd name="T80" fmla="*/ 44 w 77"/>
                <a:gd name="T81" fmla="*/ 38 h 56"/>
                <a:gd name="T82" fmla="*/ 37 w 77"/>
                <a:gd name="T83" fmla="*/ 36 h 56"/>
                <a:gd name="T84" fmla="*/ 32 w 77"/>
                <a:gd name="T85" fmla="*/ 33 h 56"/>
                <a:gd name="T86" fmla="*/ 27 w 77"/>
                <a:gd name="T87" fmla="*/ 33 h 56"/>
                <a:gd name="T88" fmla="*/ 19 w 77"/>
                <a:gd name="T89" fmla="*/ 37 h 56"/>
                <a:gd name="T90" fmla="*/ 16 w 77"/>
                <a:gd name="T91" fmla="*/ 38 h 56"/>
                <a:gd name="T92" fmla="*/ 10 w 77"/>
                <a:gd name="T93" fmla="*/ 37 h 56"/>
                <a:gd name="T94" fmla="*/ 8 w 77"/>
                <a:gd name="T95" fmla="*/ 35 h 56"/>
                <a:gd name="T96" fmla="*/ 10 w 77"/>
                <a:gd name="T97" fmla="*/ 32 h 56"/>
                <a:gd name="T98" fmla="*/ 4 w 77"/>
                <a:gd name="T99" fmla="*/ 27 h 56"/>
                <a:gd name="T100" fmla="*/ 8 w 77"/>
                <a:gd name="T101" fmla="*/ 16 h 56"/>
                <a:gd name="T102" fmla="*/ 12 w 77"/>
                <a:gd name="T103" fmla="*/ 7 h 56"/>
                <a:gd name="T104" fmla="*/ 16 w 77"/>
                <a:gd name="T105" fmla="*/ 6 h 56"/>
                <a:gd name="T106" fmla="*/ 24 w 77"/>
                <a:gd name="T10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7" h="56">
                  <a:moveTo>
                    <a:pt x="31" y="0"/>
                  </a:moveTo>
                  <a:lnTo>
                    <a:pt x="32" y="0"/>
                  </a:lnTo>
                  <a:lnTo>
                    <a:pt x="39" y="2"/>
                  </a:lnTo>
                  <a:lnTo>
                    <a:pt x="41" y="3"/>
                  </a:lnTo>
                  <a:lnTo>
                    <a:pt x="44" y="6"/>
                  </a:lnTo>
                  <a:lnTo>
                    <a:pt x="44" y="7"/>
                  </a:lnTo>
                  <a:lnTo>
                    <a:pt x="45" y="8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2" y="8"/>
                  </a:lnTo>
                  <a:lnTo>
                    <a:pt x="52" y="11"/>
                  </a:lnTo>
                  <a:lnTo>
                    <a:pt x="54" y="13"/>
                  </a:lnTo>
                  <a:lnTo>
                    <a:pt x="54" y="16"/>
                  </a:lnTo>
                  <a:lnTo>
                    <a:pt x="57" y="16"/>
                  </a:lnTo>
                  <a:lnTo>
                    <a:pt x="57" y="19"/>
                  </a:lnTo>
                  <a:lnTo>
                    <a:pt x="60" y="20"/>
                  </a:lnTo>
                  <a:lnTo>
                    <a:pt x="62" y="21"/>
                  </a:lnTo>
                  <a:lnTo>
                    <a:pt x="64" y="24"/>
                  </a:lnTo>
                  <a:lnTo>
                    <a:pt x="65" y="25"/>
                  </a:lnTo>
                  <a:lnTo>
                    <a:pt x="65" y="27"/>
                  </a:lnTo>
                  <a:lnTo>
                    <a:pt x="66" y="29"/>
                  </a:lnTo>
                  <a:lnTo>
                    <a:pt x="65" y="33"/>
                  </a:lnTo>
                  <a:lnTo>
                    <a:pt x="65" y="35"/>
                  </a:lnTo>
                  <a:lnTo>
                    <a:pt x="67" y="37"/>
                  </a:lnTo>
                  <a:lnTo>
                    <a:pt x="69" y="41"/>
                  </a:lnTo>
                  <a:lnTo>
                    <a:pt x="70" y="42"/>
                  </a:lnTo>
                  <a:lnTo>
                    <a:pt x="71" y="41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5" y="46"/>
                  </a:lnTo>
                  <a:lnTo>
                    <a:pt x="75" y="48"/>
                  </a:lnTo>
                  <a:lnTo>
                    <a:pt x="74" y="49"/>
                  </a:lnTo>
                  <a:lnTo>
                    <a:pt x="74" y="50"/>
                  </a:lnTo>
                  <a:lnTo>
                    <a:pt x="77" y="53"/>
                  </a:lnTo>
                  <a:lnTo>
                    <a:pt x="77" y="54"/>
                  </a:lnTo>
                  <a:lnTo>
                    <a:pt x="77" y="56"/>
                  </a:lnTo>
                  <a:lnTo>
                    <a:pt x="77" y="54"/>
                  </a:lnTo>
                  <a:lnTo>
                    <a:pt x="74" y="54"/>
                  </a:lnTo>
                  <a:lnTo>
                    <a:pt x="73" y="53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5" y="52"/>
                  </a:lnTo>
                  <a:lnTo>
                    <a:pt x="61" y="53"/>
                  </a:lnTo>
                  <a:lnTo>
                    <a:pt x="60" y="50"/>
                  </a:lnTo>
                  <a:lnTo>
                    <a:pt x="54" y="48"/>
                  </a:lnTo>
                  <a:lnTo>
                    <a:pt x="46" y="48"/>
                  </a:lnTo>
                  <a:lnTo>
                    <a:pt x="45" y="49"/>
                  </a:lnTo>
                  <a:lnTo>
                    <a:pt x="45" y="49"/>
                  </a:lnTo>
                  <a:lnTo>
                    <a:pt x="41" y="48"/>
                  </a:lnTo>
                  <a:lnTo>
                    <a:pt x="31" y="48"/>
                  </a:lnTo>
                  <a:lnTo>
                    <a:pt x="27" y="49"/>
                  </a:lnTo>
                  <a:lnTo>
                    <a:pt x="24" y="53"/>
                  </a:lnTo>
                  <a:lnTo>
                    <a:pt x="16" y="52"/>
                  </a:lnTo>
                  <a:lnTo>
                    <a:pt x="12" y="54"/>
                  </a:lnTo>
                  <a:lnTo>
                    <a:pt x="10" y="53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1" y="50"/>
                  </a:lnTo>
                  <a:lnTo>
                    <a:pt x="12" y="50"/>
                  </a:lnTo>
                  <a:lnTo>
                    <a:pt x="15" y="49"/>
                  </a:lnTo>
                  <a:lnTo>
                    <a:pt x="11" y="48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10" y="42"/>
                  </a:lnTo>
                  <a:lnTo>
                    <a:pt x="17" y="42"/>
                  </a:lnTo>
                  <a:lnTo>
                    <a:pt x="19" y="41"/>
                  </a:lnTo>
                  <a:lnTo>
                    <a:pt x="21" y="40"/>
                  </a:lnTo>
                  <a:lnTo>
                    <a:pt x="24" y="38"/>
                  </a:lnTo>
                  <a:lnTo>
                    <a:pt x="25" y="38"/>
                  </a:lnTo>
                  <a:lnTo>
                    <a:pt x="27" y="40"/>
                  </a:lnTo>
                  <a:lnTo>
                    <a:pt x="28" y="38"/>
                  </a:lnTo>
                  <a:lnTo>
                    <a:pt x="29" y="37"/>
                  </a:lnTo>
                  <a:lnTo>
                    <a:pt x="32" y="40"/>
                  </a:lnTo>
                  <a:lnTo>
                    <a:pt x="35" y="40"/>
                  </a:lnTo>
                  <a:lnTo>
                    <a:pt x="37" y="40"/>
                  </a:lnTo>
                  <a:lnTo>
                    <a:pt x="41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4" y="38"/>
                  </a:lnTo>
                  <a:lnTo>
                    <a:pt x="42" y="40"/>
                  </a:lnTo>
                  <a:lnTo>
                    <a:pt x="37" y="36"/>
                  </a:lnTo>
                  <a:lnTo>
                    <a:pt x="36" y="36"/>
                  </a:lnTo>
                  <a:lnTo>
                    <a:pt x="32" y="33"/>
                  </a:lnTo>
                  <a:lnTo>
                    <a:pt x="29" y="33"/>
                  </a:lnTo>
                  <a:lnTo>
                    <a:pt x="27" y="33"/>
                  </a:lnTo>
                  <a:lnTo>
                    <a:pt x="24" y="35"/>
                  </a:lnTo>
                  <a:lnTo>
                    <a:pt x="19" y="37"/>
                  </a:lnTo>
                  <a:lnTo>
                    <a:pt x="17" y="37"/>
                  </a:lnTo>
                  <a:lnTo>
                    <a:pt x="16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12" y="36"/>
                  </a:lnTo>
                  <a:lnTo>
                    <a:pt x="8" y="35"/>
                  </a:lnTo>
                  <a:lnTo>
                    <a:pt x="10" y="35"/>
                  </a:lnTo>
                  <a:lnTo>
                    <a:pt x="10" y="32"/>
                  </a:lnTo>
                  <a:lnTo>
                    <a:pt x="7" y="31"/>
                  </a:lnTo>
                  <a:lnTo>
                    <a:pt x="4" y="27"/>
                  </a:lnTo>
                  <a:lnTo>
                    <a:pt x="0" y="24"/>
                  </a:lnTo>
                  <a:lnTo>
                    <a:pt x="8" y="16"/>
                  </a:lnTo>
                  <a:lnTo>
                    <a:pt x="11" y="11"/>
                  </a:lnTo>
                  <a:lnTo>
                    <a:pt x="12" y="7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7" y="3"/>
                  </a:lnTo>
                  <a:lnTo>
                    <a:pt x="24" y="3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5" name="Freeform 454"/>
            <p:cNvSpPr>
              <a:spLocks/>
            </p:cNvSpPr>
            <p:nvPr/>
          </p:nvSpPr>
          <p:spPr bwMode="auto">
            <a:xfrm>
              <a:off x="5275480" y="3924060"/>
              <a:ext cx="96434" cy="27916"/>
            </a:xfrm>
            <a:custGeom>
              <a:avLst/>
              <a:gdLst>
                <a:gd name="T0" fmla="*/ 20 w 38"/>
                <a:gd name="T1" fmla="*/ 0 h 11"/>
                <a:gd name="T2" fmla="*/ 22 w 38"/>
                <a:gd name="T3" fmla="*/ 0 h 11"/>
                <a:gd name="T4" fmla="*/ 25 w 38"/>
                <a:gd name="T5" fmla="*/ 0 h 11"/>
                <a:gd name="T6" fmla="*/ 29 w 38"/>
                <a:gd name="T7" fmla="*/ 3 h 11"/>
                <a:gd name="T8" fmla="*/ 30 w 38"/>
                <a:gd name="T9" fmla="*/ 3 h 11"/>
                <a:gd name="T10" fmla="*/ 35 w 38"/>
                <a:gd name="T11" fmla="*/ 7 h 11"/>
                <a:gd name="T12" fmla="*/ 37 w 38"/>
                <a:gd name="T13" fmla="*/ 5 h 11"/>
                <a:gd name="T14" fmla="*/ 38 w 38"/>
                <a:gd name="T15" fmla="*/ 8 h 11"/>
                <a:gd name="T16" fmla="*/ 37 w 38"/>
                <a:gd name="T17" fmla="*/ 9 h 11"/>
                <a:gd name="T18" fmla="*/ 34 w 38"/>
                <a:gd name="T19" fmla="*/ 9 h 11"/>
                <a:gd name="T20" fmla="*/ 30 w 38"/>
                <a:gd name="T21" fmla="*/ 7 h 11"/>
                <a:gd name="T22" fmla="*/ 28 w 38"/>
                <a:gd name="T23" fmla="*/ 7 h 11"/>
                <a:gd name="T24" fmla="*/ 25 w 38"/>
                <a:gd name="T25" fmla="*/ 7 h 11"/>
                <a:gd name="T26" fmla="*/ 22 w 38"/>
                <a:gd name="T27" fmla="*/ 4 h 11"/>
                <a:gd name="T28" fmla="*/ 21 w 38"/>
                <a:gd name="T29" fmla="*/ 5 h 11"/>
                <a:gd name="T30" fmla="*/ 20 w 38"/>
                <a:gd name="T31" fmla="*/ 7 h 11"/>
                <a:gd name="T32" fmla="*/ 18 w 38"/>
                <a:gd name="T33" fmla="*/ 5 h 11"/>
                <a:gd name="T34" fmla="*/ 17 w 38"/>
                <a:gd name="T35" fmla="*/ 5 h 11"/>
                <a:gd name="T36" fmla="*/ 14 w 38"/>
                <a:gd name="T37" fmla="*/ 7 h 11"/>
                <a:gd name="T38" fmla="*/ 12 w 38"/>
                <a:gd name="T39" fmla="*/ 8 h 11"/>
                <a:gd name="T40" fmla="*/ 10 w 38"/>
                <a:gd name="T41" fmla="*/ 9 h 11"/>
                <a:gd name="T42" fmla="*/ 3 w 38"/>
                <a:gd name="T43" fmla="*/ 9 h 11"/>
                <a:gd name="T44" fmla="*/ 1 w 38"/>
                <a:gd name="T45" fmla="*/ 11 h 11"/>
                <a:gd name="T46" fmla="*/ 1 w 38"/>
                <a:gd name="T47" fmla="*/ 11 h 11"/>
                <a:gd name="T48" fmla="*/ 0 w 38"/>
                <a:gd name="T49" fmla="*/ 8 h 11"/>
                <a:gd name="T50" fmla="*/ 3 w 38"/>
                <a:gd name="T51" fmla="*/ 7 h 11"/>
                <a:gd name="T52" fmla="*/ 5 w 38"/>
                <a:gd name="T53" fmla="*/ 9 h 11"/>
                <a:gd name="T54" fmla="*/ 8 w 38"/>
                <a:gd name="T55" fmla="*/ 9 h 11"/>
                <a:gd name="T56" fmla="*/ 9 w 38"/>
                <a:gd name="T57" fmla="*/ 8 h 11"/>
                <a:gd name="T58" fmla="*/ 7 w 38"/>
                <a:gd name="T59" fmla="*/ 8 h 11"/>
                <a:gd name="T60" fmla="*/ 4 w 38"/>
                <a:gd name="T61" fmla="*/ 7 h 11"/>
                <a:gd name="T62" fmla="*/ 4 w 38"/>
                <a:gd name="T63" fmla="*/ 5 h 11"/>
                <a:gd name="T64" fmla="*/ 9 w 38"/>
                <a:gd name="T65" fmla="*/ 5 h 11"/>
                <a:gd name="T66" fmla="*/ 10 w 38"/>
                <a:gd name="T67" fmla="*/ 4 h 11"/>
                <a:gd name="T68" fmla="*/ 12 w 38"/>
                <a:gd name="T69" fmla="*/ 4 h 11"/>
                <a:gd name="T70" fmla="*/ 17 w 38"/>
                <a:gd name="T71" fmla="*/ 2 h 11"/>
                <a:gd name="T72" fmla="*/ 20 w 38"/>
                <a:gd name="T7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11">
                  <a:moveTo>
                    <a:pt x="20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5" y="7"/>
                  </a:lnTo>
                  <a:lnTo>
                    <a:pt x="37" y="5"/>
                  </a:lnTo>
                  <a:lnTo>
                    <a:pt x="38" y="8"/>
                  </a:lnTo>
                  <a:lnTo>
                    <a:pt x="37" y="9"/>
                  </a:lnTo>
                  <a:lnTo>
                    <a:pt x="34" y="9"/>
                  </a:lnTo>
                  <a:lnTo>
                    <a:pt x="30" y="7"/>
                  </a:lnTo>
                  <a:lnTo>
                    <a:pt x="28" y="7"/>
                  </a:lnTo>
                  <a:lnTo>
                    <a:pt x="25" y="7"/>
                  </a:lnTo>
                  <a:lnTo>
                    <a:pt x="22" y="4"/>
                  </a:lnTo>
                  <a:lnTo>
                    <a:pt x="21" y="5"/>
                  </a:lnTo>
                  <a:lnTo>
                    <a:pt x="20" y="7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4" y="7"/>
                  </a:lnTo>
                  <a:lnTo>
                    <a:pt x="12" y="8"/>
                  </a:lnTo>
                  <a:lnTo>
                    <a:pt x="10" y="9"/>
                  </a:lnTo>
                  <a:lnTo>
                    <a:pt x="3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3" y="7"/>
                  </a:lnTo>
                  <a:lnTo>
                    <a:pt x="5" y="9"/>
                  </a:lnTo>
                  <a:lnTo>
                    <a:pt x="8" y="9"/>
                  </a:lnTo>
                  <a:lnTo>
                    <a:pt x="9" y="8"/>
                  </a:lnTo>
                  <a:lnTo>
                    <a:pt x="7" y="8"/>
                  </a:lnTo>
                  <a:lnTo>
                    <a:pt x="4" y="7"/>
                  </a:lnTo>
                  <a:lnTo>
                    <a:pt x="4" y="5"/>
                  </a:lnTo>
                  <a:lnTo>
                    <a:pt x="9" y="5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7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6" name="Freeform 455"/>
            <p:cNvSpPr>
              <a:spLocks/>
            </p:cNvSpPr>
            <p:nvPr/>
          </p:nvSpPr>
          <p:spPr bwMode="auto">
            <a:xfrm>
              <a:off x="5283092" y="3962125"/>
              <a:ext cx="91359" cy="55830"/>
            </a:xfrm>
            <a:custGeom>
              <a:avLst/>
              <a:gdLst>
                <a:gd name="T0" fmla="*/ 21 w 36"/>
                <a:gd name="T1" fmla="*/ 0 h 22"/>
                <a:gd name="T2" fmla="*/ 31 w 36"/>
                <a:gd name="T3" fmla="*/ 0 h 22"/>
                <a:gd name="T4" fmla="*/ 35 w 36"/>
                <a:gd name="T5" fmla="*/ 1 h 22"/>
                <a:gd name="T6" fmla="*/ 35 w 36"/>
                <a:gd name="T7" fmla="*/ 5 h 22"/>
                <a:gd name="T8" fmla="*/ 35 w 36"/>
                <a:gd name="T9" fmla="*/ 6 h 22"/>
                <a:gd name="T10" fmla="*/ 35 w 36"/>
                <a:gd name="T11" fmla="*/ 10 h 22"/>
                <a:gd name="T12" fmla="*/ 36 w 36"/>
                <a:gd name="T13" fmla="*/ 12 h 22"/>
                <a:gd name="T14" fmla="*/ 35 w 36"/>
                <a:gd name="T15" fmla="*/ 14 h 22"/>
                <a:gd name="T16" fmla="*/ 34 w 36"/>
                <a:gd name="T17" fmla="*/ 15 h 22"/>
                <a:gd name="T18" fmla="*/ 30 w 36"/>
                <a:gd name="T19" fmla="*/ 15 h 22"/>
                <a:gd name="T20" fmla="*/ 26 w 36"/>
                <a:gd name="T21" fmla="*/ 18 h 22"/>
                <a:gd name="T22" fmla="*/ 25 w 36"/>
                <a:gd name="T23" fmla="*/ 18 h 22"/>
                <a:gd name="T24" fmla="*/ 23 w 36"/>
                <a:gd name="T25" fmla="*/ 21 h 22"/>
                <a:gd name="T26" fmla="*/ 19 w 36"/>
                <a:gd name="T27" fmla="*/ 22 h 22"/>
                <a:gd name="T28" fmla="*/ 19 w 36"/>
                <a:gd name="T29" fmla="*/ 21 h 22"/>
                <a:gd name="T30" fmla="*/ 19 w 36"/>
                <a:gd name="T31" fmla="*/ 19 h 22"/>
                <a:gd name="T32" fmla="*/ 14 w 36"/>
                <a:gd name="T33" fmla="*/ 19 h 22"/>
                <a:gd name="T34" fmla="*/ 17 w 36"/>
                <a:gd name="T35" fmla="*/ 17 h 22"/>
                <a:gd name="T36" fmla="*/ 15 w 36"/>
                <a:gd name="T37" fmla="*/ 17 h 22"/>
                <a:gd name="T38" fmla="*/ 17 w 36"/>
                <a:gd name="T39" fmla="*/ 15 h 22"/>
                <a:gd name="T40" fmla="*/ 15 w 36"/>
                <a:gd name="T41" fmla="*/ 14 h 22"/>
                <a:gd name="T42" fmla="*/ 14 w 36"/>
                <a:gd name="T43" fmla="*/ 14 h 22"/>
                <a:gd name="T44" fmla="*/ 13 w 36"/>
                <a:gd name="T45" fmla="*/ 13 h 22"/>
                <a:gd name="T46" fmla="*/ 19 w 36"/>
                <a:gd name="T47" fmla="*/ 13 h 22"/>
                <a:gd name="T48" fmla="*/ 19 w 36"/>
                <a:gd name="T49" fmla="*/ 13 h 22"/>
                <a:gd name="T50" fmla="*/ 17 w 36"/>
                <a:gd name="T51" fmla="*/ 10 h 22"/>
                <a:gd name="T52" fmla="*/ 14 w 36"/>
                <a:gd name="T53" fmla="*/ 12 h 22"/>
                <a:gd name="T54" fmla="*/ 10 w 36"/>
                <a:gd name="T55" fmla="*/ 13 h 22"/>
                <a:gd name="T56" fmla="*/ 9 w 36"/>
                <a:gd name="T57" fmla="*/ 12 h 22"/>
                <a:gd name="T58" fmla="*/ 9 w 36"/>
                <a:gd name="T59" fmla="*/ 12 h 22"/>
                <a:gd name="T60" fmla="*/ 6 w 36"/>
                <a:gd name="T61" fmla="*/ 10 h 22"/>
                <a:gd name="T62" fmla="*/ 4 w 36"/>
                <a:gd name="T63" fmla="*/ 9 h 22"/>
                <a:gd name="T64" fmla="*/ 6 w 36"/>
                <a:gd name="T65" fmla="*/ 8 h 22"/>
                <a:gd name="T66" fmla="*/ 5 w 36"/>
                <a:gd name="T67" fmla="*/ 6 h 22"/>
                <a:gd name="T68" fmla="*/ 1 w 36"/>
                <a:gd name="T69" fmla="*/ 6 h 22"/>
                <a:gd name="T70" fmla="*/ 0 w 36"/>
                <a:gd name="T71" fmla="*/ 5 h 22"/>
                <a:gd name="T72" fmla="*/ 0 w 36"/>
                <a:gd name="T73" fmla="*/ 5 h 22"/>
                <a:gd name="T74" fmla="*/ 2 w 36"/>
                <a:gd name="T75" fmla="*/ 6 h 22"/>
                <a:gd name="T76" fmla="*/ 6 w 36"/>
                <a:gd name="T77" fmla="*/ 4 h 22"/>
                <a:gd name="T78" fmla="*/ 14 w 36"/>
                <a:gd name="T79" fmla="*/ 5 h 22"/>
                <a:gd name="T80" fmla="*/ 17 w 36"/>
                <a:gd name="T81" fmla="*/ 1 h 22"/>
                <a:gd name="T82" fmla="*/ 21 w 36"/>
                <a:gd name="T8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" h="22">
                  <a:moveTo>
                    <a:pt x="21" y="0"/>
                  </a:moveTo>
                  <a:lnTo>
                    <a:pt x="31" y="0"/>
                  </a:lnTo>
                  <a:lnTo>
                    <a:pt x="35" y="1"/>
                  </a:lnTo>
                  <a:lnTo>
                    <a:pt x="35" y="5"/>
                  </a:lnTo>
                  <a:lnTo>
                    <a:pt x="35" y="6"/>
                  </a:lnTo>
                  <a:lnTo>
                    <a:pt x="35" y="10"/>
                  </a:lnTo>
                  <a:lnTo>
                    <a:pt x="36" y="12"/>
                  </a:lnTo>
                  <a:lnTo>
                    <a:pt x="35" y="14"/>
                  </a:lnTo>
                  <a:lnTo>
                    <a:pt x="34" y="15"/>
                  </a:lnTo>
                  <a:lnTo>
                    <a:pt x="30" y="15"/>
                  </a:lnTo>
                  <a:lnTo>
                    <a:pt x="26" y="18"/>
                  </a:lnTo>
                  <a:lnTo>
                    <a:pt x="25" y="18"/>
                  </a:lnTo>
                  <a:lnTo>
                    <a:pt x="23" y="21"/>
                  </a:lnTo>
                  <a:lnTo>
                    <a:pt x="19" y="22"/>
                  </a:lnTo>
                  <a:lnTo>
                    <a:pt x="19" y="21"/>
                  </a:lnTo>
                  <a:lnTo>
                    <a:pt x="19" y="19"/>
                  </a:lnTo>
                  <a:lnTo>
                    <a:pt x="14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7" y="15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3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7" y="10"/>
                  </a:lnTo>
                  <a:lnTo>
                    <a:pt x="14" y="12"/>
                  </a:lnTo>
                  <a:lnTo>
                    <a:pt x="10" y="13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6" y="10"/>
                  </a:lnTo>
                  <a:lnTo>
                    <a:pt x="4" y="9"/>
                  </a:lnTo>
                  <a:lnTo>
                    <a:pt x="6" y="8"/>
                  </a:lnTo>
                  <a:lnTo>
                    <a:pt x="5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6"/>
                  </a:lnTo>
                  <a:lnTo>
                    <a:pt x="6" y="4"/>
                  </a:lnTo>
                  <a:lnTo>
                    <a:pt x="14" y="5"/>
                  </a:lnTo>
                  <a:lnTo>
                    <a:pt x="17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7" name="Freeform 456"/>
            <p:cNvSpPr>
              <a:spLocks/>
            </p:cNvSpPr>
            <p:nvPr/>
          </p:nvSpPr>
          <p:spPr bwMode="auto">
            <a:xfrm>
              <a:off x="5341461" y="3962125"/>
              <a:ext cx="210634" cy="210634"/>
            </a:xfrm>
            <a:custGeom>
              <a:avLst/>
              <a:gdLst>
                <a:gd name="T0" fmla="*/ 21 w 83"/>
                <a:gd name="T1" fmla="*/ 0 h 83"/>
                <a:gd name="T2" fmla="*/ 28 w 83"/>
                <a:gd name="T3" fmla="*/ 5 h 83"/>
                <a:gd name="T4" fmla="*/ 36 w 83"/>
                <a:gd name="T5" fmla="*/ 6 h 83"/>
                <a:gd name="T6" fmla="*/ 40 w 83"/>
                <a:gd name="T7" fmla="*/ 5 h 83"/>
                <a:gd name="T8" fmla="*/ 44 w 83"/>
                <a:gd name="T9" fmla="*/ 6 h 83"/>
                <a:gd name="T10" fmla="*/ 45 w 83"/>
                <a:gd name="T11" fmla="*/ 9 h 83"/>
                <a:gd name="T12" fmla="*/ 49 w 83"/>
                <a:gd name="T13" fmla="*/ 9 h 83"/>
                <a:gd name="T14" fmla="*/ 54 w 83"/>
                <a:gd name="T15" fmla="*/ 10 h 83"/>
                <a:gd name="T16" fmla="*/ 58 w 83"/>
                <a:gd name="T17" fmla="*/ 9 h 83"/>
                <a:gd name="T18" fmla="*/ 63 w 83"/>
                <a:gd name="T19" fmla="*/ 5 h 83"/>
                <a:gd name="T20" fmla="*/ 67 w 83"/>
                <a:gd name="T21" fmla="*/ 5 h 83"/>
                <a:gd name="T22" fmla="*/ 70 w 83"/>
                <a:gd name="T23" fmla="*/ 6 h 83"/>
                <a:gd name="T24" fmla="*/ 74 w 83"/>
                <a:gd name="T25" fmla="*/ 10 h 83"/>
                <a:gd name="T26" fmla="*/ 74 w 83"/>
                <a:gd name="T27" fmla="*/ 14 h 83"/>
                <a:gd name="T28" fmla="*/ 77 w 83"/>
                <a:gd name="T29" fmla="*/ 17 h 83"/>
                <a:gd name="T30" fmla="*/ 74 w 83"/>
                <a:gd name="T31" fmla="*/ 23 h 83"/>
                <a:gd name="T32" fmla="*/ 77 w 83"/>
                <a:gd name="T33" fmla="*/ 21 h 83"/>
                <a:gd name="T34" fmla="*/ 78 w 83"/>
                <a:gd name="T35" fmla="*/ 23 h 83"/>
                <a:gd name="T36" fmla="*/ 79 w 83"/>
                <a:gd name="T37" fmla="*/ 26 h 83"/>
                <a:gd name="T38" fmla="*/ 83 w 83"/>
                <a:gd name="T39" fmla="*/ 27 h 83"/>
                <a:gd name="T40" fmla="*/ 83 w 83"/>
                <a:gd name="T41" fmla="*/ 30 h 83"/>
                <a:gd name="T42" fmla="*/ 78 w 83"/>
                <a:gd name="T43" fmla="*/ 33 h 83"/>
                <a:gd name="T44" fmla="*/ 79 w 83"/>
                <a:gd name="T45" fmla="*/ 39 h 83"/>
                <a:gd name="T46" fmla="*/ 79 w 83"/>
                <a:gd name="T47" fmla="*/ 46 h 83"/>
                <a:gd name="T48" fmla="*/ 82 w 83"/>
                <a:gd name="T49" fmla="*/ 48 h 83"/>
                <a:gd name="T50" fmla="*/ 81 w 83"/>
                <a:gd name="T51" fmla="*/ 50 h 83"/>
                <a:gd name="T52" fmla="*/ 78 w 83"/>
                <a:gd name="T53" fmla="*/ 52 h 83"/>
                <a:gd name="T54" fmla="*/ 82 w 83"/>
                <a:gd name="T55" fmla="*/ 56 h 83"/>
                <a:gd name="T56" fmla="*/ 78 w 83"/>
                <a:gd name="T57" fmla="*/ 65 h 83"/>
                <a:gd name="T58" fmla="*/ 75 w 83"/>
                <a:gd name="T59" fmla="*/ 68 h 83"/>
                <a:gd name="T60" fmla="*/ 74 w 83"/>
                <a:gd name="T61" fmla="*/ 75 h 83"/>
                <a:gd name="T62" fmla="*/ 73 w 83"/>
                <a:gd name="T63" fmla="*/ 77 h 83"/>
                <a:gd name="T64" fmla="*/ 50 w 83"/>
                <a:gd name="T65" fmla="*/ 80 h 83"/>
                <a:gd name="T66" fmla="*/ 45 w 83"/>
                <a:gd name="T67" fmla="*/ 76 h 83"/>
                <a:gd name="T68" fmla="*/ 45 w 83"/>
                <a:gd name="T69" fmla="*/ 73 h 83"/>
                <a:gd name="T70" fmla="*/ 49 w 83"/>
                <a:gd name="T71" fmla="*/ 69 h 83"/>
                <a:gd name="T72" fmla="*/ 50 w 83"/>
                <a:gd name="T73" fmla="*/ 52 h 83"/>
                <a:gd name="T74" fmla="*/ 49 w 83"/>
                <a:gd name="T75" fmla="*/ 50 h 83"/>
                <a:gd name="T76" fmla="*/ 50 w 83"/>
                <a:gd name="T77" fmla="*/ 47 h 83"/>
                <a:gd name="T78" fmla="*/ 49 w 83"/>
                <a:gd name="T79" fmla="*/ 43 h 83"/>
                <a:gd name="T80" fmla="*/ 45 w 83"/>
                <a:gd name="T81" fmla="*/ 35 h 83"/>
                <a:gd name="T82" fmla="*/ 33 w 83"/>
                <a:gd name="T83" fmla="*/ 33 h 83"/>
                <a:gd name="T84" fmla="*/ 28 w 83"/>
                <a:gd name="T85" fmla="*/ 35 h 83"/>
                <a:gd name="T86" fmla="*/ 25 w 83"/>
                <a:gd name="T87" fmla="*/ 40 h 83"/>
                <a:gd name="T88" fmla="*/ 20 w 83"/>
                <a:gd name="T89" fmla="*/ 42 h 83"/>
                <a:gd name="T90" fmla="*/ 15 w 83"/>
                <a:gd name="T91" fmla="*/ 39 h 83"/>
                <a:gd name="T92" fmla="*/ 11 w 83"/>
                <a:gd name="T93" fmla="*/ 35 h 83"/>
                <a:gd name="T94" fmla="*/ 9 w 83"/>
                <a:gd name="T95" fmla="*/ 33 h 83"/>
                <a:gd name="T96" fmla="*/ 9 w 83"/>
                <a:gd name="T97" fmla="*/ 31 h 83"/>
                <a:gd name="T98" fmla="*/ 6 w 83"/>
                <a:gd name="T99" fmla="*/ 31 h 83"/>
                <a:gd name="T100" fmla="*/ 0 w 83"/>
                <a:gd name="T101" fmla="*/ 27 h 83"/>
                <a:gd name="T102" fmla="*/ 0 w 83"/>
                <a:gd name="T103" fmla="*/ 21 h 83"/>
                <a:gd name="T104" fmla="*/ 2 w 83"/>
                <a:gd name="T105" fmla="*/ 18 h 83"/>
                <a:gd name="T106" fmla="*/ 7 w 83"/>
                <a:gd name="T107" fmla="*/ 15 h 83"/>
                <a:gd name="T108" fmla="*/ 12 w 83"/>
                <a:gd name="T109" fmla="*/ 14 h 83"/>
                <a:gd name="T110" fmla="*/ 12 w 83"/>
                <a:gd name="T111" fmla="*/ 10 h 83"/>
                <a:gd name="T112" fmla="*/ 12 w 83"/>
                <a:gd name="T113" fmla="*/ 5 h 83"/>
                <a:gd name="T114" fmla="*/ 13 w 83"/>
                <a:gd name="T11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83">
                  <a:moveTo>
                    <a:pt x="13" y="0"/>
                  </a:moveTo>
                  <a:lnTo>
                    <a:pt x="21" y="0"/>
                  </a:lnTo>
                  <a:lnTo>
                    <a:pt x="27" y="2"/>
                  </a:lnTo>
                  <a:lnTo>
                    <a:pt x="28" y="5"/>
                  </a:lnTo>
                  <a:lnTo>
                    <a:pt x="32" y="4"/>
                  </a:lnTo>
                  <a:lnTo>
                    <a:pt x="36" y="6"/>
                  </a:lnTo>
                  <a:lnTo>
                    <a:pt x="37" y="5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4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8" y="8"/>
                  </a:lnTo>
                  <a:lnTo>
                    <a:pt x="49" y="9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7" y="9"/>
                  </a:lnTo>
                  <a:lnTo>
                    <a:pt x="58" y="9"/>
                  </a:lnTo>
                  <a:lnTo>
                    <a:pt x="61" y="5"/>
                  </a:lnTo>
                  <a:lnTo>
                    <a:pt x="63" y="5"/>
                  </a:lnTo>
                  <a:lnTo>
                    <a:pt x="66" y="6"/>
                  </a:lnTo>
                  <a:lnTo>
                    <a:pt x="67" y="5"/>
                  </a:lnTo>
                  <a:lnTo>
                    <a:pt x="70" y="5"/>
                  </a:lnTo>
                  <a:lnTo>
                    <a:pt x="70" y="6"/>
                  </a:lnTo>
                  <a:lnTo>
                    <a:pt x="73" y="8"/>
                  </a:lnTo>
                  <a:lnTo>
                    <a:pt x="74" y="10"/>
                  </a:lnTo>
                  <a:lnTo>
                    <a:pt x="73" y="14"/>
                  </a:lnTo>
                  <a:lnTo>
                    <a:pt x="74" y="14"/>
                  </a:lnTo>
                  <a:lnTo>
                    <a:pt x="77" y="15"/>
                  </a:lnTo>
                  <a:lnTo>
                    <a:pt x="77" y="17"/>
                  </a:lnTo>
                  <a:lnTo>
                    <a:pt x="75" y="19"/>
                  </a:lnTo>
                  <a:lnTo>
                    <a:pt x="74" y="23"/>
                  </a:lnTo>
                  <a:lnTo>
                    <a:pt x="75" y="22"/>
                  </a:lnTo>
                  <a:lnTo>
                    <a:pt x="77" y="21"/>
                  </a:lnTo>
                  <a:lnTo>
                    <a:pt x="78" y="21"/>
                  </a:lnTo>
                  <a:lnTo>
                    <a:pt x="78" y="23"/>
                  </a:lnTo>
                  <a:lnTo>
                    <a:pt x="79" y="25"/>
                  </a:lnTo>
                  <a:lnTo>
                    <a:pt x="79" y="26"/>
                  </a:lnTo>
                  <a:lnTo>
                    <a:pt x="82" y="26"/>
                  </a:lnTo>
                  <a:lnTo>
                    <a:pt x="83" y="27"/>
                  </a:lnTo>
                  <a:lnTo>
                    <a:pt x="83" y="29"/>
                  </a:lnTo>
                  <a:lnTo>
                    <a:pt x="83" y="30"/>
                  </a:lnTo>
                  <a:lnTo>
                    <a:pt x="78" y="31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9"/>
                  </a:lnTo>
                  <a:lnTo>
                    <a:pt x="79" y="42"/>
                  </a:lnTo>
                  <a:lnTo>
                    <a:pt x="79" y="46"/>
                  </a:lnTo>
                  <a:lnTo>
                    <a:pt x="81" y="46"/>
                  </a:lnTo>
                  <a:lnTo>
                    <a:pt x="82" y="48"/>
                  </a:lnTo>
                  <a:lnTo>
                    <a:pt x="82" y="51"/>
                  </a:lnTo>
                  <a:lnTo>
                    <a:pt x="81" y="50"/>
                  </a:lnTo>
                  <a:lnTo>
                    <a:pt x="78" y="51"/>
                  </a:lnTo>
                  <a:lnTo>
                    <a:pt x="78" y="52"/>
                  </a:lnTo>
                  <a:lnTo>
                    <a:pt x="81" y="55"/>
                  </a:lnTo>
                  <a:lnTo>
                    <a:pt x="82" y="56"/>
                  </a:lnTo>
                  <a:lnTo>
                    <a:pt x="81" y="59"/>
                  </a:lnTo>
                  <a:lnTo>
                    <a:pt x="78" y="65"/>
                  </a:lnTo>
                  <a:lnTo>
                    <a:pt x="77" y="67"/>
                  </a:lnTo>
                  <a:lnTo>
                    <a:pt x="75" y="68"/>
                  </a:lnTo>
                  <a:lnTo>
                    <a:pt x="77" y="69"/>
                  </a:lnTo>
                  <a:lnTo>
                    <a:pt x="74" y="75"/>
                  </a:lnTo>
                  <a:lnTo>
                    <a:pt x="73" y="76"/>
                  </a:lnTo>
                  <a:lnTo>
                    <a:pt x="73" y="77"/>
                  </a:lnTo>
                  <a:lnTo>
                    <a:pt x="54" y="83"/>
                  </a:lnTo>
                  <a:lnTo>
                    <a:pt x="50" y="80"/>
                  </a:lnTo>
                  <a:lnTo>
                    <a:pt x="49" y="80"/>
                  </a:lnTo>
                  <a:lnTo>
                    <a:pt x="45" y="76"/>
                  </a:lnTo>
                  <a:lnTo>
                    <a:pt x="44" y="75"/>
                  </a:lnTo>
                  <a:lnTo>
                    <a:pt x="45" y="73"/>
                  </a:lnTo>
                  <a:lnTo>
                    <a:pt x="44" y="73"/>
                  </a:lnTo>
                  <a:lnTo>
                    <a:pt x="49" y="69"/>
                  </a:lnTo>
                  <a:lnTo>
                    <a:pt x="50" y="54"/>
                  </a:lnTo>
                  <a:lnTo>
                    <a:pt x="50" y="52"/>
                  </a:lnTo>
                  <a:lnTo>
                    <a:pt x="49" y="51"/>
                  </a:lnTo>
                  <a:lnTo>
                    <a:pt x="49" y="50"/>
                  </a:lnTo>
                  <a:lnTo>
                    <a:pt x="50" y="48"/>
                  </a:lnTo>
                  <a:lnTo>
                    <a:pt x="50" y="47"/>
                  </a:lnTo>
                  <a:lnTo>
                    <a:pt x="49" y="44"/>
                  </a:lnTo>
                  <a:lnTo>
                    <a:pt x="49" y="43"/>
                  </a:lnTo>
                  <a:lnTo>
                    <a:pt x="46" y="38"/>
                  </a:lnTo>
                  <a:lnTo>
                    <a:pt x="45" y="35"/>
                  </a:lnTo>
                  <a:lnTo>
                    <a:pt x="44" y="33"/>
                  </a:lnTo>
                  <a:lnTo>
                    <a:pt x="33" y="33"/>
                  </a:lnTo>
                  <a:lnTo>
                    <a:pt x="31" y="34"/>
                  </a:lnTo>
                  <a:lnTo>
                    <a:pt x="28" y="35"/>
                  </a:lnTo>
                  <a:lnTo>
                    <a:pt x="25" y="39"/>
                  </a:lnTo>
                  <a:lnTo>
                    <a:pt x="25" y="40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7" y="40"/>
                  </a:lnTo>
                  <a:lnTo>
                    <a:pt x="15" y="39"/>
                  </a:lnTo>
                  <a:lnTo>
                    <a:pt x="13" y="35"/>
                  </a:lnTo>
                  <a:lnTo>
                    <a:pt x="11" y="35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6" y="31"/>
                  </a:lnTo>
                  <a:lnTo>
                    <a:pt x="3" y="31"/>
                  </a:lnTo>
                  <a:lnTo>
                    <a:pt x="0" y="27"/>
                  </a:lnTo>
                  <a:lnTo>
                    <a:pt x="2" y="23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7" y="15"/>
                  </a:lnTo>
                  <a:lnTo>
                    <a:pt x="11" y="15"/>
                  </a:lnTo>
                  <a:lnTo>
                    <a:pt x="12" y="14"/>
                  </a:lnTo>
                  <a:lnTo>
                    <a:pt x="13" y="12"/>
                  </a:lnTo>
                  <a:lnTo>
                    <a:pt x="12" y="10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2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8" name="Freeform 457"/>
            <p:cNvSpPr>
              <a:spLocks noEditPoints="1"/>
            </p:cNvSpPr>
            <p:nvPr/>
          </p:nvSpPr>
          <p:spPr bwMode="auto">
            <a:xfrm>
              <a:off x="5389678" y="4045872"/>
              <a:ext cx="78671" cy="101510"/>
            </a:xfrm>
            <a:custGeom>
              <a:avLst/>
              <a:gdLst>
                <a:gd name="T0" fmla="*/ 5 w 31"/>
                <a:gd name="T1" fmla="*/ 31 h 40"/>
                <a:gd name="T2" fmla="*/ 6 w 31"/>
                <a:gd name="T3" fmla="*/ 31 h 40"/>
                <a:gd name="T4" fmla="*/ 8 w 31"/>
                <a:gd name="T5" fmla="*/ 32 h 40"/>
                <a:gd name="T6" fmla="*/ 8 w 31"/>
                <a:gd name="T7" fmla="*/ 34 h 40"/>
                <a:gd name="T8" fmla="*/ 8 w 31"/>
                <a:gd name="T9" fmla="*/ 34 h 40"/>
                <a:gd name="T10" fmla="*/ 5 w 31"/>
                <a:gd name="T11" fmla="*/ 32 h 40"/>
                <a:gd name="T12" fmla="*/ 5 w 31"/>
                <a:gd name="T13" fmla="*/ 31 h 40"/>
                <a:gd name="T14" fmla="*/ 5 w 31"/>
                <a:gd name="T15" fmla="*/ 31 h 40"/>
                <a:gd name="T16" fmla="*/ 14 w 31"/>
                <a:gd name="T17" fmla="*/ 0 h 40"/>
                <a:gd name="T18" fmla="*/ 25 w 31"/>
                <a:gd name="T19" fmla="*/ 0 h 40"/>
                <a:gd name="T20" fmla="*/ 26 w 31"/>
                <a:gd name="T21" fmla="*/ 2 h 40"/>
                <a:gd name="T22" fmla="*/ 27 w 31"/>
                <a:gd name="T23" fmla="*/ 5 h 40"/>
                <a:gd name="T24" fmla="*/ 30 w 31"/>
                <a:gd name="T25" fmla="*/ 10 h 40"/>
                <a:gd name="T26" fmla="*/ 30 w 31"/>
                <a:gd name="T27" fmla="*/ 11 h 40"/>
                <a:gd name="T28" fmla="*/ 31 w 31"/>
                <a:gd name="T29" fmla="*/ 14 h 40"/>
                <a:gd name="T30" fmla="*/ 31 w 31"/>
                <a:gd name="T31" fmla="*/ 15 h 40"/>
                <a:gd name="T32" fmla="*/ 30 w 31"/>
                <a:gd name="T33" fmla="*/ 17 h 40"/>
                <a:gd name="T34" fmla="*/ 30 w 31"/>
                <a:gd name="T35" fmla="*/ 18 h 40"/>
                <a:gd name="T36" fmla="*/ 31 w 31"/>
                <a:gd name="T37" fmla="*/ 19 h 40"/>
                <a:gd name="T38" fmla="*/ 31 w 31"/>
                <a:gd name="T39" fmla="*/ 21 h 40"/>
                <a:gd name="T40" fmla="*/ 30 w 31"/>
                <a:gd name="T41" fmla="*/ 36 h 40"/>
                <a:gd name="T42" fmla="*/ 25 w 31"/>
                <a:gd name="T43" fmla="*/ 40 h 40"/>
                <a:gd name="T44" fmla="*/ 23 w 31"/>
                <a:gd name="T45" fmla="*/ 39 h 40"/>
                <a:gd name="T46" fmla="*/ 19 w 31"/>
                <a:gd name="T47" fmla="*/ 39 h 40"/>
                <a:gd name="T48" fmla="*/ 13 w 31"/>
                <a:gd name="T49" fmla="*/ 36 h 40"/>
                <a:gd name="T50" fmla="*/ 10 w 31"/>
                <a:gd name="T51" fmla="*/ 35 h 40"/>
                <a:gd name="T52" fmla="*/ 10 w 31"/>
                <a:gd name="T53" fmla="*/ 34 h 40"/>
                <a:gd name="T54" fmla="*/ 9 w 31"/>
                <a:gd name="T55" fmla="*/ 32 h 40"/>
                <a:gd name="T56" fmla="*/ 8 w 31"/>
                <a:gd name="T57" fmla="*/ 30 h 40"/>
                <a:gd name="T58" fmla="*/ 9 w 31"/>
                <a:gd name="T59" fmla="*/ 29 h 40"/>
                <a:gd name="T60" fmla="*/ 9 w 31"/>
                <a:gd name="T61" fmla="*/ 29 h 40"/>
                <a:gd name="T62" fmla="*/ 6 w 31"/>
                <a:gd name="T63" fmla="*/ 29 h 40"/>
                <a:gd name="T64" fmla="*/ 4 w 31"/>
                <a:gd name="T65" fmla="*/ 26 h 40"/>
                <a:gd name="T66" fmla="*/ 4 w 31"/>
                <a:gd name="T67" fmla="*/ 23 h 40"/>
                <a:gd name="T68" fmla="*/ 2 w 31"/>
                <a:gd name="T69" fmla="*/ 19 h 40"/>
                <a:gd name="T70" fmla="*/ 0 w 31"/>
                <a:gd name="T71" fmla="*/ 19 h 40"/>
                <a:gd name="T72" fmla="*/ 0 w 31"/>
                <a:gd name="T73" fmla="*/ 17 h 40"/>
                <a:gd name="T74" fmla="*/ 1 w 31"/>
                <a:gd name="T75" fmla="*/ 14 h 40"/>
                <a:gd name="T76" fmla="*/ 0 w 31"/>
                <a:gd name="T77" fmla="*/ 13 h 40"/>
                <a:gd name="T78" fmla="*/ 0 w 31"/>
                <a:gd name="T79" fmla="*/ 11 h 40"/>
                <a:gd name="T80" fmla="*/ 1 w 31"/>
                <a:gd name="T81" fmla="*/ 9 h 40"/>
                <a:gd name="T82" fmla="*/ 1 w 31"/>
                <a:gd name="T83" fmla="*/ 9 h 40"/>
                <a:gd name="T84" fmla="*/ 2 w 31"/>
                <a:gd name="T85" fmla="*/ 9 h 40"/>
                <a:gd name="T86" fmla="*/ 6 w 31"/>
                <a:gd name="T87" fmla="*/ 7 h 40"/>
                <a:gd name="T88" fmla="*/ 6 w 31"/>
                <a:gd name="T89" fmla="*/ 6 h 40"/>
                <a:gd name="T90" fmla="*/ 9 w 31"/>
                <a:gd name="T91" fmla="*/ 2 h 40"/>
                <a:gd name="T92" fmla="*/ 12 w 31"/>
                <a:gd name="T93" fmla="*/ 1 h 40"/>
                <a:gd name="T94" fmla="*/ 14 w 31"/>
                <a:gd name="T9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" h="40">
                  <a:moveTo>
                    <a:pt x="5" y="31"/>
                  </a:moveTo>
                  <a:lnTo>
                    <a:pt x="6" y="31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5" y="32"/>
                  </a:lnTo>
                  <a:lnTo>
                    <a:pt x="5" y="31"/>
                  </a:lnTo>
                  <a:lnTo>
                    <a:pt x="5" y="31"/>
                  </a:lnTo>
                  <a:close/>
                  <a:moveTo>
                    <a:pt x="14" y="0"/>
                  </a:moveTo>
                  <a:lnTo>
                    <a:pt x="25" y="0"/>
                  </a:lnTo>
                  <a:lnTo>
                    <a:pt x="26" y="2"/>
                  </a:lnTo>
                  <a:lnTo>
                    <a:pt x="27" y="5"/>
                  </a:lnTo>
                  <a:lnTo>
                    <a:pt x="30" y="10"/>
                  </a:lnTo>
                  <a:lnTo>
                    <a:pt x="30" y="11"/>
                  </a:lnTo>
                  <a:lnTo>
                    <a:pt x="31" y="14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30" y="18"/>
                  </a:lnTo>
                  <a:lnTo>
                    <a:pt x="31" y="19"/>
                  </a:lnTo>
                  <a:lnTo>
                    <a:pt x="31" y="21"/>
                  </a:lnTo>
                  <a:lnTo>
                    <a:pt x="30" y="36"/>
                  </a:lnTo>
                  <a:lnTo>
                    <a:pt x="25" y="40"/>
                  </a:lnTo>
                  <a:lnTo>
                    <a:pt x="23" y="39"/>
                  </a:lnTo>
                  <a:lnTo>
                    <a:pt x="19" y="39"/>
                  </a:lnTo>
                  <a:lnTo>
                    <a:pt x="13" y="36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9" y="32"/>
                  </a:lnTo>
                  <a:lnTo>
                    <a:pt x="8" y="30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6" y="29"/>
                  </a:lnTo>
                  <a:lnTo>
                    <a:pt x="4" y="26"/>
                  </a:lnTo>
                  <a:lnTo>
                    <a:pt x="4" y="23"/>
                  </a:lnTo>
                  <a:lnTo>
                    <a:pt x="2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2" y="9"/>
                  </a:lnTo>
                  <a:lnTo>
                    <a:pt x="6" y="7"/>
                  </a:lnTo>
                  <a:lnTo>
                    <a:pt x="6" y="6"/>
                  </a:lnTo>
                  <a:lnTo>
                    <a:pt x="9" y="2"/>
                  </a:lnTo>
                  <a:lnTo>
                    <a:pt x="12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9" name="Freeform 458"/>
            <p:cNvSpPr>
              <a:spLocks/>
            </p:cNvSpPr>
            <p:nvPr/>
          </p:nvSpPr>
          <p:spPr bwMode="auto">
            <a:xfrm>
              <a:off x="5442971" y="4091551"/>
              <a:ext cx="119275" cy="129426"/>
            </a:xfrm>
            <a:custGeom>
              <a:avLst/>
              <a:gdLst>
                <a:gd name="T0" fmla="*/ 20 w 47"/>
                <a:gd name="T1" fmla="*/ 0 h 51"/>
                <a:gd name="T2" fmla="*/ 21 w 47"/>
                <a:gd name="T3" fmla="*/ 0 h 51"/>
                <a:gd name="T4" fmla="*/ 22 w 47"/>
                <a:gd name="T5" fmla="*/ 4 h 51"/>
                <a:gd name="T6" fmla="*/ 25 w 47"/>
                <a:gd name="T7" fmla="*/ 4 h 51"/>
                <a:gd name="T8" fmla="*/ 25 w 47"/>
                <a:gd name="T9" fmla="*/ 9 h 51"/>
                <a:gd name="T10" fmla="*/ 25 w 47"/>
                <a:gd name="T11" fmla="*/ 12 h 51"/>
                <a:gd name="T12" fmla="*/ 27 w 47"/>
                <a:gd name="T13" fmla="*/ 16 h 51"/>
                <a:gd name="T14" fmla="*/ 29 w 47"/>
                <a:gd name="T15" fmla="*/ 14 h 51"/>
                <a:gd name="T16" fmla="*/ 33 w 47"/>
                <a:gd name="T17" fmla="*/ 12 h 51"/>
                <a:gd name="T18" fmla="*/ 34 w 47"/>
                <a:gd name="T19" fmla="*/ 13 h 51"/>
                <a:gd name="T20" fmla="*/ 35 w 47"/>
                <a:gd name="T21" fmla="*/ 14 h 51"/>
                <a:gd name="T22" fmla="*/ 35 w 47"/>
                <a:gd name="T23" fmla="*/ 16 h 51"/>
                <a:gd name="T24" fmla="*/ 35 w 47"/>
                <a:gd name="T25" fmla="*/ 17 h 51"/>
                <a:gd name="T26" fmla="*/ 37 w 47"/>
                <a:gd name="T27" fmla="*/ 18 h 51"/>
                <a:gd name="T28" fmla="*/ 34 w 47"/>
                <a:gd name="T29" fmla="*/ 24 h 51"/>
                <a:gd name="T30" fmla="*/ 33 w 47"/>
                <a:gd name="T31" fmla="*/ 25 h 51"/>
                <a:gd name="T32" fmla="*/ 33 w 47"/>
                <a:gd name="T33" fmla="*/ 28 h 51"/>
                <a:gd name="T34" fmla="*/ 35 w 47"/>
                <a:gd name="T35" fmla="*/ 28 h 51"/>
                <a:gd name="T36" fmla="*/ 37 w 47"/>
                <a:gd name="T37" fmla="*/ 28 h 51"/>
                <a:gd name="T38" fmla="*/ 38 w 47"/>
                <a:gd name="T39" fmla="*/ 28 h 51"/>
                <a:gd name="T40" fmla="*/ 39 w 47"/>
                <a:gd name="T41" fmla="*/ 29 h 51"/>
                <a:gd name="T42" fmla="*/ 41 w 47"/>
                <a:gd name="T43" fmla="*/ 29 h 51"/>
                <a:gd name="T44" fmla="*/ 42 w 47"/>
                <a:gd name="T45" fmla="*/ 29 h 51"/>
                <a:gd name="T46" fmla="*/ 43 w 47"/>
                <a:gd name="T47" fmla="*/ 32 h 51"/>
                <a:gd name="T48" fmla="*/ 45 w 47"/>
                <a:gd name="T49" fmla="*/ 33 h 51"/>
                <a:gd name="T50" fmla="*/ 47 w 47"/>
                <a:gd name="T51" fmla="*/ 33 h 51"/>
                <a:gd name="T52" fmla="*/ 47 w 47"/>
                <a:gd name="T53" fmla="*/ 36 h 51"/>
                <a:gd name="T54" fmla="*/ 46 w 47"/>
                <a:gd name="T55" fmla="*/ 37 h 51"/>
                <a:gd name="T56" fmla="*/ 46 w 47"/>
                <a:gd name="T57" fmla="*/ 38 h 51"/>
                <a:gd name="T58" fmla="*/ 46 w 47"/>
                <a:gd name="T59" fmla="*/ 39 h 51"/>
                <a:gd name="T60" fmla="*/ 45 w 47"/>
                <a:gd name="T61" fmla="*/ 42 h 51"/>
                <a:gd name="T62" fmla="*/ 46 w 47"/>
                <a:gd name="T63" fmla="*/ 43 h 51"/>
                <a:gd name="T64" fmla="*/ 45 w 47"/>
                <a:gd name="T65" fmla="*/ 46 h 51"/>
                <a:gd name="T66" fmla="*/ 46 w 47"/>
                <a:gd name="T67" fmla="*/ 49 h 51"/>
                <a:gd name="T68" fmla="*/ 46 w 47"/>
                <a:gd name="T69" fmla="*/ 51 h 51"/>
                <a:gd name="T70" fmla="*/ 34 w 47"/>
                <a:gd name="T71" fmla="*/ 47 h 51"/>
                <a:gd name="T72" fmla="*/ 25 w 47"/>
                <a:gd name="T73" fmla="*/ 39 h 51"/>
                <a:gd name="T74" fmla="*/ 22 w 47"/>
                <a:gd name="T75" fmla="*/ 39 h 51"/>
                <a:gd name="T76" fmla="*/ 16 w 47"/>
                <a:gd name="T77" fmla="*/ 33 h 51"/>
                <a:gd name="T78" fmla="*/ 10 w 47"/>
                <a:gd name="T79" fmla="*/ 29 h 51"/>
                <a:gd name="T80" fmla="*/ 9 w 47"/>
                <a:gd name="T81" fmla="*/ 29 h 51"/>
                <a:gd name="T82" fmla="*/ 5 w 47"/>
                <a:gd name="T83" fmla="*/ 25 h 51"/>
                <a:gd name="T84" fmla="*/ 4 w 47"/>
                <a:gd name="T85" fmla="*/ 24 h 51"/>
                <a:gd name="T86" fmla="*/ 5 w 47"/>
                <a:gd name="T87" fmla="*/ 22 h 51"/>
                <a:gd name="T88" fmla="*/ 2 w 47"/>
                <a:gd name="T89" fmla="*/ 21 h 51"/>
                <a:gd name="T90" fmla="*/ 0 w 47"/>
                <a:gd name="T91" fmla="*/ 21 h 51"/>
                <a:gd name="T92" fmla="*/ 0 w 47"/>
                <a:gd name="T93" fmla="*/ 20 h 51"/>
                <a:gd name="T94" fmla="*/ 1 w 47"/>
                <a:gd name="T95" fmla="*/ 16 h 51"/>
                <a:gd name="T96" fmla="*/ 4 w 47"/>
                <a:gd name="T97" fmla="*/ 14 h 51"/>
                <a:gd name="T98" fmla="*/ 6 w 47"/>
                <a:gd name="T99" fmla="*/ 12 h 51"/>
                <a:gd name="T100" fmla="*/ 6 w 47"/>
                <a:gd name="T101" fmla="*/ 11 h 51"/>
                <a:gd name="T102" fmla="*/ 8 w 47"/>
                <a:gd name="T103" fmla="*/ 7 h 51"/>
                <a:gd name="T104" fmla="*/ 9 w 47"/>
                <a:gd name="T105" fmla="*/ 7 h 51"/>
                <a:gd name="T106" fmla="*/ 9 w 47"/>
                <a:gd name="T107" fmla="*/ 4 h 51"/>
                <a:gd name="T108" fmla="*/ 10 w 47"/>
                <a:gd name="T109" fmla="*/ 3 h 51"/>
                <a:gd name="T110" fmla="*/ 13 w 47"/>
                <a:gd name="T111" fmla="*/ 1 h 51"/>
                <a:gd name="T112" fmla="*/ 14 w 47"/>
                <a:gd name="T113" fmla="*/ 1 h 51"/>
                <a:gd name="T114" fmla="*/ 20 w 47"/>
                <a:gd name="T11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" h="51">
                  <a:moveTo>
                    <a:pt x="20" y="0"/>
                  </a:moveTo>
                  <a:lnTo>
                    <a:pt x="21" y="0"/>
                  </a:lnTo>
                  <a:lnTo>
                    <a:pt x="22" y="4"/>
                  </a:lnTo>
                  <a:lnTo>
                    <a:pt x="25" y="4"/>
                  </a:lnTo>
                  <a:lnTo>
                    <a:pt x="25" y="9"/>
                  </a:lnTo>
                  <a:lnTo>
                    <a:pt x="25" y="12"/>
                  </a:lnTo>
                  <a:lnTo>
                    <a:pt x="27" y="16"/>
                  </a:lnTo>
                  <a:lnTo>
                    <a:pt x="29" y="14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5" y="14"/>
                  </a:lnTo>
                  <a:lnTo>
                    <a:pt x="35" y="16"/>
                  </a:lnTo>
                  <a:lnTo>
                    <a:pt x="35" y="17"/>
                  </a:lnTo>
                  <a:lnTo>
                    <a:pt x="37" y="18"/>
                  </a:lnTo>
                  <a:lnTo>
                    <a:pt x="34" y="24"/>
                  </a:lnTo>
                  <a:lnTo>
                    <a:pt x="33" y="25"/>
                  </a:lnTo>
                  <a:lnTo>
                    <a:pt x="33" y="28"/>
                  </a:lnTo>
                  <a:lnTo>
                    <a:pt x="35" y="28"/>
                  </a:lnTo>
                  <a:lnTo>
                    <a:pt x="37" y="28"/>
                  </a:lnTo>
                  <a:lnTo>
                    <a:pt x="38" y="28"/>
                  </a:lnTo>
                  <a:lnTo>
                    <a:pt x="39" y="29"/>
                  </a:lnTo>
                  <a:lnTo>
                    <a:pt x="41" y="29"/>
                  </a:lnTo>
                  <a:lnTo>
                    <a:pt x="42" y="29"/>
                  </a:lnTo>
                  <a:lnTo>
                    <a:pt x="43" y="32"/>
                  </a:lnTo>
                  <a:lnTo>
                    <a:pt x="45" y="33"/>
                  </a:lnTo>
                  <a:lnTo>
                    <a:pt x="47" y="33"/>
                  </a:lnTo>
                  <a:lnTo>
                    <a:pt x="47" y="36"/>
                  </a:lnTo>
                  <a:lnTo>
                    <a:pt x="46" y="37"/>
                  </a:lnTo>
                  <a:lnTo>
                    <a:pt x="46" y="38"/>
                  </a:lnTo>
                  <a:lnTo>
                    <a:pt x="46" y="39"/>
                  </a:lnTo>
                  <a:lnTo>
                    <a:pt x="45" y="42"/>
                  </a:lnTo>
                  <a:lnTo>
                    <a:pt x="46" y="43"/>
                  </a:lnTo>
                  <a:lnTo>
                    <a:pt x="45" y="46"/>
                  </a:lnTo>
                  <a:lnTo>
                    <a:pt x="46" y="49"/>
                  </a:lnTo>
                  <a:lnTo>
                    <a:pt x="46" y="51"/>
                  </a:lnTo>
                  <a:lnTo>
                    <a:pt x="34" y="47"/>
                  </a:lnTo>
                  <a:lnTo>
                    <a:pt x="25" y="39"/>
                  </a:lnTo>
                  <a:lnTo>
                    <a:pt x="22" y="39"/>
                  </a:lnTo>
                  <a:lnTo>
                    <a:pt x="16" y="33"/>
                  </a:lnTo>
                  <a:lnTo>
                    <a:pt x="10" y="29"/>
                  </a:lnTo>
                  <a:lnTo>
                    <a:pt x="9" y="29"/>
                  </a:lnTo>
                  <a:lnTo>
                    <a:pt x="5" y="25"/>
                  </a:lnTo>
                  <a:lnTo>
                    <a:pt x="4" y="24"/>
                  </a:lnTo>
                  <a:lnTo>
                    <a:pt x="5" y="22"/>
                  </a:lnTo>
                  <a:lnTo>
                    <a:pt x="2" y="21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6"/>
                  </a:lnTo>
                  <a:lnTo>
                    <a:pt x="4" y="14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0" name="Freeform 459"/>
            <p:cNvSpPr>
              <a:spLocks/>
            </p:cNvSpPr>
            <p:nvPr/>
          </p:nvSpPr>
          <p:spPr bwMode="auto">
            <a:xfrm>
              <a:off x="5526716" y="4025570"/>
              <a:ext cx="185256" cy="195407"/>
            </a:xfrm>
            <a:custGeom>
              <a:avLst/>
              <a:gdLst>
                <a:gd name="T0" fmla="*/ 43 w 73"/>
                <a:gd name="T1" fmla="*/ 2 h 77"/>
                <a:gd name="T2" fmla="*/ 48 w 73"/>
                <a:gd name="T3" fmla="*/ 5 h 77"/>
                <a:gd name="T4" fmla="*/ 52 w 73"/>
                <a:gd name="T5" fmla="*/ 6 h 77"/>
                <a:gd name="T6" fmla="*/ 56 w 73"/>
                <a:gd name="T7" fmla="*/ 9 h 77"/>
                <a:gd name="T8" fmla="*/ 63 w 73"/>
                <a:gd name="T9" fmla="*/ 10 h 77"/>
                <a:gd name="T10" fmla="*/ 67 w 73"/>
                <a:gd name="T11" fmla="*/ 9 h 77"/>
                <a:gd name="T12" fmla="*/ 71 w 73"/>
                <a:gd name="T13" fmla="*/ 10 h 77"/>
                <a:gd name="T14" fmla="*/ 69 w 73"/>
                <a:gd name="T15" fmla="*/ 15 h 77"/>
                <a:gd name="T16" fmla="*/ 71 w 73"/>
                <a:gd name="T17" fmla="*/ 19 h 77"/>
                <a:gd name="T18" fmla="*/ 73 w 73"/>
                <a:gd name="T19" fmla="*/ 25 h 77"/>
                <a:gd name="T20" fmla="*/ 72 w 73"/>
                <a:gd name="T21" fmla="*/ 30 h 77"/>
                <a:gd name="T22" fmla="*/ 67 w 73"/>
                <a:gd name="T23" fmla="*/ 37 h 77"/>
                <a:gd name="T24" fmla="*/ 66 w 73"/>
                <a:gd name="T25" fmla="*/ 40 h 77"/>
                <a:gd name="T26" fmla="*/ 64 w 73"/>
                <a:gd name="T27" fmla="*/ 44 h 77"/>
                <a:gd name="T28" fmla="*/ 63 w 73"/>
                <a:gd name="T29" fmla="*/ 51 h 77"/>
                <a:gd name="T30" fmla="*/ 64 w 73"/>
                <a:gd name="T31" fmla="*/ 54 h 77"/>
                <a:gd name="T32" fmla="*/ 67 w 73"/>
                <a:gd name="T33" fmla="*/ 60 h 77"/>
                <a:gd name="T34" fmla="*/ 71 w 73"/>
                <a:gd name="T35" fmla="*/ 63 h 77"/>
                <a:gd name="T36" fmla="*/ 68 w 73"/>
                <a:gd name="T37" fmla="*/ 67 h 77"/>
                <a:gd name="T38" fmla="*/ 66 w 73"/>
                <a:gd name="T39" fmla="*/ 68 h 77"/>
                <a:gd name="T40" fmla="*/ 62 w 73"/>
                <a:gd name="T41" fmla="*/ 65 h 77"/>
                <a:gd name="T42" fmla="*/ 56 w 73"/>
                <a:gd name="T43" fmla="*/ 65 h 77"/>
                <a:gd name="T44" fmla="*/ 34 w 73"/>
                <a:gd name="T45" fmla="*/ 68 h 77"/>
                <a:gd name="T46" fmla="*/ 30 w 73"/>
                <a:gd name="T47" fmla="*/ 69 h 77"/>
                <a:gd name="T48" fmla="*/ 21 w 73"/>
                <a:gd name="T49" fmla="*/ 73 h 77"/>
                <a:gd name="T50" fmla="*/ 14 w 73"/>
                <a:gd name="T51" fmla="*/ 77 h 77"/>
                <a:gd name="T52" fmla="*/ 13 w 73"/>
                <a:gd name="T53" fmla="*/ 75 h 77"/>
                <a:gd name="T54" fmla="*/ 13 w 73"/>
                <a:gd name="T55" fmla="*/ 69 h 77"/>
                <a:gd name="T56" fmla="*/ 13 w 73"/>
                <a:gd name="T57" fmla="*/ 65 h 77"/>
                <a:gd name="T58" fmla="*/ 13 w 73"/>
                <a:gd name="T59" fmla="*/ 63 h 77"/>
                <a:gd name="T60" fmla="*/ 14 w 73"/>
                <a:gd name="T61" fmla="*/ 59 h 77"/>
                <a:gd name="T62" fmla="*/ 10 w 73"/>
                <a:gd name="T63" fmla="*/ 58 h 77"/>
                <a:gd name="T64" fmla="*/ 8 w 73"/>
                <a:gd name="T65" fmla="*/ 55 h 77"/>
                <a:gd name="T66" fmla="*/ 5 w 73"/>
                <a:gd name="T67" fmla="*/ 54 h 77"/>
                <a:gd name="T68" fmla="*/ 2 w 73"/>
                <a:gd name="T69" fmla="*/ 54 h 77"/>
                <a:gd name="T70" fmla="*/ 0 w 73"/>
                <a:gd name="T71" fmla="*/ 51 h 77"/>
                <a:gd name="T72" fmla="*/ 4 w 73"/>
                <a:gd name="T73" fmla="*/ 44 h 77"/>
                <a:gd name="T74" fmla="*/ 4 w 73"/>
                <a:gd name="T75" fmla="*/ 42 h 77"/>
                <a:gd name="T76" fmla="*/ 8 w 73"/>
                <a:gd name="T77" fmla="*/ 34 h 77"/>
                <a:gd name="T78" fmla="*/ 8 w 73"/>
                <a:gd name="T79" fmla="*/ 30 h 77"/>
                <a:gd name="T80" fmla="*/ 5 w 73"/>
                <a:gd name="T81" fmla="*/ 26 h 77"/>
                <a:gd name="T82" fmla="*/ 9 w 73"/>
                <a:gd name="T83" fmla="*/ 26 h 77"/>
                <a:gd name="T84" fmla="*/ 8 w 73"/>
                <a:gd name="T85" fmla="*/ 21 h 77"/>
                <a:gd name="T86" fmla="*/ 6 w 73"/>
                <a:gd name="T87" fmla="*/ 17 h 77"/>
                <a:gd name="T88" fmla="*/ 6 w 73"/>
                <a:gd name="T89" fmla="*/ 9 h 77"/>
                <a:gd name="T90" fmla="*/ 5 w 73"/>
                <a:gd name="T91" fmla="*/ 6 h 77"/>
                <a:gd name="T92" fmla="*/ 14 w 73"/>
                <a:gd name="T93" fmla="*/ 2 h 77"/>
                <a:gd name="T94" fmla="*/ 18 w 73"/>
                <a:gd name="T95" fmla="*/ 4 h 77"/>
                <a:gd name="T96" fmla="*/ 25 w 73"/>
                <a:gd name="T97" fmla="*/ 2 h 77"/>
                <a:gd name="T98" fmla="*/ 29 w 73"/>
                <a:gd name="T99" fmla="*/ 1 h 77"/>
                <a:gd name="T100" fmla="*/ 31 w 73"/>
                <a:gd name="T101" fmla="*/ 2 h 77"/>
                <a:gd name="T102" fmla="*/ 35 w 73"/>
                <a:gd name="T103" fmla="*/ 5 h 77"/>
                <a:gd name="T104" fmla="*/ 39 w 73"/>
                <a:gd name="T10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3" h="77">
                  <a:moveTo>
                    <a:pt x="39" y="0"/>
                  </a:moveTo>
                  <a:lnTo>
                    <a:pt x="43" y="2"/>
                  </a:lnTo>
                  <a:lnTo>
                    <a:pt x="47" y="5"/>
                  </a:lnTo>
                  <a:lnTo>
                    <a:pt x="48" y="5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5" y="8"/>
                  </a:lnTo>
                  <a:lnTo>
                    <a:pt x="56" y="9"/>
                  </a:lnTo>
                  <a:lnTo>
                    <a:pt x="60" y="12"/>
                  </a:lnTo>
                  <a:lnTo>
                    <a:pt x="63" y="10"/>
                  </a:lnTo>
                  <a:lnTo>
                    <a:pt x="64" y="9"/>
                  </a:lnTo>
                  <a:lnTo>
                    <a:pt x="67" y="9"/>
                  </a:lnTo>
                  <a:lnTo>
                    <a:pt x="68" y="10"/>
                  </a:lnTo>
                  <a:lnTo>
                    <a:pt x="71" y="10"/>
                  </a:lnTo>
                  <a:lnTo>
                    <a:pt x="71" y="12"/>
                  </a:lnTo>
                  <a:lnTo>
                    <a:pt x="69" y="15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2" y="21"/>
                  </a:lnTo>
                  <a:lnTo>
                    <a:pt x="73" y="25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69" y="31"/>
                  </a:lnTo>
                  <a:lnTo>
                    <a:pt x="67" y="37"/>
                  </a:lnTo>
                  <a:lnTo>
                    <a:pt x="67" y="39"/>
                  </a:lnTo>
                  <a:lnTo>
                    <a:pt x="66" y="40"/>
                  </a:lnTo>
                  <a:lnTo>
                    <a:pt x="66" y="43"/>
                  </a:lnTo>
                  <a:lnTo>
                    <a:pt x="64" y="44"/>
                  </a:lnTo>
                  <a:lnTo>
                    <a:pt x="64" y="50"/>
                  </a:lnTo>
                  <a:lnTo>
                    <a:pt x="63" y="51"/>
                  </a:lnTo>
                  <a:lnTo>
                    <a:pt x="63" y="52"/>
                  </a:lnTo>
                  <a:lnTo>
                    <a:pt x="64" y="54"/>
                  </a:lnTo>
                  <a:lnTo>
                    <a:pt x="67" y="58"/>
                  </a:lnTo>
                  <a:lnTo>
                    <a:pt x="67" y="60"/>
                  </a:lnTo>
                  <a:lnTo>
                    <a:pt x="69" y="62"/>
                  </a:lnTo>
                  <a:lnTo>
                    <a:pt x="71" y="63"/>
                  </a:lnTo>
                  <a:lnTo>
                    <a:pt x="71" y="67"/>
                  </a:lnTo>
                  <a:lnTo>
                    <a:pt x="68" y="67"/>
                  </a:lnTo>
                  <a:lnTo>
                    <a:pt x="67" y="67"/>
                  </a:lnTo>
                  <a:lnTo>
                    <a:pt x="66" y="68"/>
                  </a:lnTo>
                  <a:lnTo>
                    <a:pt x="64" y="65"/>
                  </a:lnTo>
                  <a:lnTo>
                    <a:pt x="62" y="65"/>
                  </a:lnTo>
                  <a:lnTo>
                    <a:pt x="62" y="68"/>
                  </a:lnTo>
                  <a:lnTo>
                    <a:pt x="56" y="65"/>
                  </a:lnTo>
                  <a:lnTo>
                    <a:pt x="50" y="68"/>
                  </a:lnTo>
                  <a:lnTo>
                    <a:pt x="34" y="68"/>
                  </a:lnTo>
                  <a:lnTo>
                    <a:pt x="30" y="68"/>
                  </a:lnTo>
                  <a:lnTo>
                    <a:pt x="30" y="69"/>
                  </a:lnTo>
                  <a:lnTo>
                    <a:pt x="22" y="72"/>
                  </a:lnTo>
                  <a:lnTo>
                    <a:pt x="21" y="73"/>
                  </a:lnTo>
                  <a:lnTo>
                    <a:pt x="18" y="73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5"/>
                  </a:lnTo>
                  <a:lnTo>
                    <a:pt x="12" y="72"/>
                  </a:lnTo>
                  <a:lnTo>
                    <a:pt x="13" y="69"/>
                  </a:lnTo>
                  <a:lnTo>
                    <a:pt x="12" y="68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3" y="63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12" y="59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4" y="54"/>
                  </a:lnTo>
                  <a:lnTo>
                    <a:pt x="2" y="54"/>
                  </a:lnTo>
                  <a:lnTo>
                    <a:pt x="0" y="54"/>
                  </a:lnTo>
                  <a:lnTo>
                    <a:pt x="0" y="51"/>
                  </a:lnTo>
                  <a:lnTo>
                    <a:pt x="1" y="50"/>
                  </a:lnTo>
                  <a:lnTo>
                    <a:pt x="4" y="44"/>
                  </a:lnTo>
                  <a:lnTo>
                    <a:pt x="2" y="43"/>
                  </a:lnTo>
                  <a:lnTo>
                    <a:pt x="4" y="42"/>
                  </a:lnTo>
                  <a:lnTo>
                    <a:pt x="5" y="40"/>
                  </a:lnTo>
                  <a:lnTo>
                    <a:pt x="8" y="34"/>
                  </a:lnTo>
                  <a:lnTo>
                    <a:pt x="9" y="31"/>
                  </a:lnTo>
                  <a:lnTo>
                    <a:pt x="8" y="30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8" y="25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8" y="21"/>
                  </a:lnTo>
                  <a:lnTo>
                    <a:pt x="6" y="21"/>
                  </a:lnTo>
                  <a:lnTo>
                    <a:pt x="6" y="17"/>
                  </a:lnTo>
                  <a:lnTo>
                    <a:pt x="6" y="14"/>
                  </a:lnTo>
                  <a:lnTo>
                    <a:pt x="6" y="9"/>
                  </a:lnTo>
                  <a:lnTo>
                    <a:pt x="5" y="8"/>
                  </a:lnTo>
                  <a:lnTo>
                    <a:pt x="5" y="6"/>
                  </a:lnTo>
                  <a:lnTo>
                    <a:pt x="10" y="5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8" y="4"/>
                  </a:lnTo>
                  <a:lnTo>
                    <a:pt x="23" y="4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1" y="2"/>
                  </a:lnTo>
                  <a:lnTo>
                    <a:pt x="31" y="4"/>
                  </a:lnTo>
                  <a:lnTo>
                    <a:pt x="35" y="5"/>
                  </a:lnTo>
                  <a:lnTo>
                    <a:pt x="38" y="1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1" name="Freeform 460"/>
            <p:cNvSpPr>
              <a:spLocks/>
            </p:cNvSpPr>
            <p:nvPr/>
          </p:nvSpPr>
          <p:spPr bwMode="auto">
            <a:xfrm>
              <a:off x="5686595" y="4007805"/>
              <a:ext cx="126887" cy="200483"/>
            </a:xfrm>
            <a:custGeom>
              <a:avLst/>
              <a:gdLst>
                <a:gd name="T0" fmla="*/ 35 w 50"/>
                <a:gd name="T1" fmla="*/ 1 h 79"/>
                <a:gd name="T2" fmla="*/ 37 w 50"/>
                <a:gd name="T3" fmla="*/ 5 h 79"/>
                <a:gd name="T4" fmla="*/ 39 w 50"/>
                <a:gd name="T5" fmla="*/ 9 h 79"/>
                <a:gd name="T6" fmla="*/ 43 w 50"/>
                <a:gd name="T7" fmla="*/ 12 h 79"/>
                <a:gd name="T8" fmla="*/ 43 w 50"/>
                <a:gd name="T9" fmla="*/ 20 h 79"/>
                <a:gd name="T10" fmla="*/ 45 w 50"/>
                <a:gd name="T11" fmla="*/ 21 h 79"/>
                <a:gd name="T12" fmla="*/ 45 w 50"/>
                <a:gd name="T13" fmla="*/ 28 h 79"/>
                <a:gd name="T14" fmla="*/ 46 w 50"/>
                <a:gd name="T15" fmla="*/ 30 h 79"/>
                <a:gd name="T16" fmla="*/ 45 w 50"/>
                <a:gd name="T17" fmla="*/ 33 h 79"/>
                <a:gd name="T18" fmla="*/ 46 w 50"/>
                <a:gd name="T19" fmla="*/ 40 h 79"/>
                <a:gd name="T20" fmla="*/ 46 w 50"/>
                <a:gd name="T21" fmla="*/ 47 h 79"/>
                <a:gd name="T22" fmla="*/ 45 w 50"/>
                <a:gd name="T23" fmla="*/ 51 h 79"/>
                <a:gd name="T24" fmla="*/ 46 w 50"/>
                <a:gd name="T25" fmla="*/ 58 h 79"/>
                <a:gd name="T26" fmla="*/ 47 w 50"/>
                <a:gd name="T27" fmla="*/ 62 h 79"/>
                <a:gd name="T28" fmla="*/ 50 w 50"/>
                <a:gd name="T29" fmla="*/ 65 h 79"/>
                <a:gd name="T30" fmla="*/ 38 w 50"/>
                <a:gd name="T31" fmla="*/ 69 h 79"/>
                <a:gd name="T32" fmla="*/ 25 w 50"/>
                <a:gd name="T33" fmla="*/ 74 h 79"/>
                <a:gd name="T34" fmla="*/ 10 w 50"/>
                <a:gd name="T35" fmla="*/ 78 h 79"/>
                <a:gd name="T36" fmla="*/ 3 w 50"/>
                <a:gd name="T37" fmla="*/ 75 h 79"/>
                <a:gd name="T38" fmla="*/ 5 w 50"/>
                <a:gd name="T39" fmla="*/ 74 h 79"/>
                <a:gd name="T40" fmla="*/ 8 w 50"/>
                <a:gd name="T41" fmla="*/ 70 h 79"/>
                <a:gd name="T42" fmla="*/ 4 w 50"/>
                <a:gd name="T43" fmla="*/ 67 h 79"/>
                <a:gd name="T44" fmla="*/ 1 w 50"/>
                <a:gd name="T45" fmla="*/ 61 h 79"/>
                <a:gd name="T46" fmla="*/ 0 w 50"/>
                <a:gd name="T47" fmla="*/ 58 h 79"/>
                <a:gd name="T48" fmla="*/ 1 w 50"/>
                <a:gd name="T49" fmla="*/ 51 h 79"/>
                <a:gd name="T50" fmla="*/ 3 w 50"/>
                <a:gd name="T51" fmla="*/ 47 h 79"/>
                <a:gd name="T52" fmla="*/ 4 w 50"/>
                <a:gd name="T53" fmla="*/ 44 h 79"/>
                <a:gd name="T54" fmla="*/ 9 w 50"/>
                <a:gd name="T55" fmla="*/ 37 h 79"/>
                <a:gd name="T56" fmla="*/ 10 w 50"/>
                <a:gd name="T57" fmla="*/ 32 h 79"/>
                <a:gd name="T58" fmla="*/ 8 w 50"/>
                <a:gd name="T59" fmla="*/ 26 h 79"/>
                <a:gd name="T60" fmla="*/ 6 w 50"/>
                <a:gd name="T61" fmla="*/ 22 h 79"/>
                <a:gd name="T62" fmla="*/ 8 w 50"/>
                <a:gd name="T63" fmla="*/ 15 h 79"/>
                <a:gd name="T64" fmla="*/ 5 w 50"/>
                <a:gd name="T65" fmla="*/ 9 h 79"/>
                <a:gd name="T66" fmla="*/ 4 w 50"/>
                <a:gd name="T67" fmla="*/ 3 h 79"/>
                <a:gd name="T68" fmla="*/ 17 w 50"/>
                <a:gd name="T69" fmla="*/ 3 h 79"/>
                <a:gd name="T70" fmla="*/ 25 w 50"/>
                <a:gd name="T71" fmla="*/ 3 h 79"/>
                <a:gd name="T72" fmla="*/ 31 w 50"/>
                <a:gd name="T73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0" h="79">
                  <a:moveTo>
                    <a:pt x="34" y="0"/>
                  </a:moveTo>
                  <a:lnTo>
                    <a:pt x="35" y="1"/>
                  </a:lnTo>
                  <a:lnTo>
                    <a:pt x="37" y="4"/>
                  </a:lnTo>
                  <a:lnTo>
                    <a:pt x="37" y="5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41" y="11"/>
                  </a:lnTo>
                  <a:lnTo>
                    <a:pt x="43" y="12"/>
                  </a:lnTo>
                  <a:lnTo>
                    <a:pt x="43" y="16"/>
                  </a:lnTo>
                  <a:lnTo>
                    <a:pt x="43" y="20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5"/>
                  </a:lnTo>
                  <a:lnTo>
                    <a:pt x="45" y="28"/>
                  </a:lnTo>
                  <a:lnTo>
                    <a:pt x="45" y="29"/>
                  </a:lnTo>
                  <a:lnTo>
                    <a:pt x="46" y="30"/>
                  </a:lnTo>
                  <a:lnTo>
                    <a:pt x="46" y="32"/>
                  </a:lnTo>
                  <a:lnTo>
                    <a:pt x="45" y="33"/>
                  </a:lnTo>
                  <a:lnTo>
                    <a:pt x="46" y="36"/>
                  </a:lnTo>
                  <a:lnTo>
                    <a:pt x="46" y="40"/>
                  </a:lnTo>
                  <a:lnTo>
                    <a:pt x="46" y="41"/>
                  </a:lnTo>
                  <a:lnTo>
                    <a:pt x="46" y="47"/>
                  </a:lnTo>
                  <a:lnTo>
                    <a:pt x="46" y="50"/>
                  </a:lnTo>
                  <a:lnTo>
                    <a:pt x="45" y="51"/>
                  </a:lnTo>
                  <a:lnTo>
                    <a:pt x="45" y="55"/>
                  </a:lnTo>
                  <a:lnTo>
                    <a:pt x="46" y="58"/>
                  </a:lnTo>
                  <a:lnTo>
                    <a:pt x="46" y="61"/>
                  </a:lnTo>
                  <a:lnTo>
                    <a:pt x="47" y="62"/>
                  </a:lnTo>
                  <a:lnTo>
                    <a:pt x="49" y="63"/>
                  </a:lnTo>
                  <a:lnTo>
                    <a:pt x="50" y="65"/>
                  </a:lnTo>
                  <a:lnTo>
                    <a:pt x="43" y="66"/>
                  </a:lnTo>
                  <a:lnTo>
                    <a:pt x="38" y="69"/>
                  </a:lnTo>
                  <a:lnTo>
                    <a:pt x="31" y="74"/>
                  </a:lnTo>
                  <a:lnTo>
                    <a:pt x="25" y="74"/>
                  </a:lnTo>
                  <a:lnTo>
                    <a:pt x="14" y="79"/>
                  </a:lnTo>
                  <a:lnTo>
                    <a:pt x="10" y="78"/>
                  </a:lnTo>
                  <a:lnTo>
                    <a:pt x="4" y="76"/>
                  </a:lnTo>
                  <a:lnTo>
                    <a:pt x="3" y="75"/>
                  </a:lnTo>
                  <a:lnTo>
                    <a:pt x="4" y="74"/>
                  </a:lnTo>
                  <a:lnTo>
                    <a:pt x="5" y="74"/>
                  </a:lnTo>
                  <a:lnTo>
                    <a:pt x="8" y="74"/>
                  </a:lnTo>
                  <a:lnTo>
                    <a:pt x="8" y="70"/>
                  </a:lnTo>
                  <a:lnTo>
                    <a:pt x="6" y="69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1" y="61"/>
                  </a:lnTo>
                  <a:lnTo>
                    <a:pt x="0" y="59"/>
                  </a:lnTo>
                  <a:lnTo>
                    <a:pt x="0" y="58"/>
                  </a:lnTo>
                  <a:lnTo>
                    <a:pt x="1" y="57"/>
                  </a:lnTo>
                  <a:lnTo>
                    <a:pt x="1" y="51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6" y="38"/>
                  </a:lnTo>
                  <a:lnTo>
                    <a:pt x="9" y="37"/>
                  </a:lnTo>
                  <a:lnTo>
                    <a:pt x="9" y="34"/>
                  </a:lnTo>
                  <a:lnTo>
                    <a:pt x="10" y="32"/>
                  </a:lnTo>
                  <a:lnTo>
                    <a:pt x="9" y="28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6" y="22"/>
                  </a:lnTo>
                  <a:lnTo>
                    <a:pt x="8" y="19"/>
                  </a:lnTo>
                  <a:lnTo>
                    <a:pt x="8" y="15"/>
                  </a:lnTo>
                  <a:lnTo>
                    <a:pt x="6" y="11"/>
                  </a:lnTo>
                  <a:lnTo>
                    <a:pt x="5" y="9"/>
                  </a:lnTo>
                  <a:lnTo>
                    <a:pt x="4" y="5"/>
                  </a:lnTo>
                  <a:lnTo>
                    <a:pt x="4" y="3"/>
                  </a:lnTo>
                  <a:lnTo>
                    <a:pt x="9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25" y="3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2" name="Freeform 461"/>
            <p:cNvSpPr>
              <a:spLocks/>
            </p:cNvSpPr>
            <p:nvPr/>
          </p:nvSpPr>
          <p:spPr bwMode="auto">
            <a:xfrm>
              <a:off x="5775415" y="4007805"/>
              <a:ext cx="60906" cy="164954"/>
            </a:xfrm>
            <a:custGeom>
              <a:avLst/>
              <a:gdLst>
                <a:gd name="T0" fmla="*/ 2 w 24"/>
                <a:gd name="T1" fmla="*/ 0 h 65"/>
                <a:gd name="T2" fmla="*/ 14 w 24"/>
                <a:gd name="T3" fmla="*/ 4 h 65"/>
                <a:gd name="T4" fmla="*/ 12 w 24"/>
                <a:gd name="T5" fmla="*/ 5 h 65"/>
                <a:gd name="T6" fmla="*/ 14 w 24"/>
                <a:gd name="T7" fmla="*/ 9 h 65"/>
                <a:gd name="T8" fmla="*/ 16 w 24"/>
                <a:gd name="T9" fmla="*/ 11 h 65"/>
                <a:gd name="T10" fmla="*/ 18 w 24"/>
                <a:gd name="T11" fmla="*/ 12 h 65"/>
                <a:gd name="T12" fmla="*/ 19 w 24"/>
                <a:gd name="T13" fmla="*/ 13 h 65"/>
                <a:gd name="T14" fmla="*/ 22 w 24"/>
                <a:gd name="T15" fmla="*/ 19 h 65"/>
                <a:gd name="T16" fmla="*/ 23 w 24"/>
                <a:gd name="T17" fmla="*/ 24 h 65"/>
                <a:gd name="T18" fmla="*/ 23 w 24"/>
                <a:gd name="T19" fmla="*/ 28 h 65"/>
                <a:gd name="T20" fmla="*/ 23 w 24"/>
                <a:gd name="T21" fmla="*/ 29 h 65"/>
                <a:gd name="T22" fmla="*/ 23 w 24"/>
                <a:gd name="T23" fmla="*/ 32 h 65"/>
                <a:gd name="T24" fmla="*/ 22 w 24"/>
                <a:gd name="T25" fmla="*/ 33 h 65"/>
                <a:gd name="T26" fmla="*/ 22 w 24"/>
                <a:gd name="T27" fmla="*/ 36 h 65"/>
                <a:gd name="T28" fmla="*/ 22 w 24"/>
                <a:gd name="T29" fmla="*/ 50 h 65"/>
                <a:gd name="T30" fmla="*/ 23 w 24"/>
                <a:gd name="T31" fmla="*/ 53 h 65"/>
                <a:gd name="T32" fmla="*/ 23 w 24"/>
                <a:gd name="T33" fmla="*/ 55 h 65"/>
                <a:gd name="T34" fmla="*/ 24 w 24"/>
                <a:gd name="T35" fmla="*/ 59 h 65"/>
                <a:gd name="T36" fmla="*/ 24 w 24"/>
                <a:gd name="T37" fmla="*/ 61 h 65"/>
                <a:gd name="T38" fmla="*/ 23 w 24"/>
                <a:gd name="T39" fmla="*/ 61 h 65"/>
                <a:gd name="T40" fmla="*/ 16 w 24"/>
                <a:gd name="T41" fmla="*/ 65 h 65"/>
                <a:gd name="T42" fmla="*/ 15 w 24"/>
                <a:gd name="T43" fmla="*/ 65 h 65"/>
                <a:gd name="T44" fmla="*/ 14 w 24"/>
                <a:gd name="T45" fmla="*/ 63 h 65"/>
                <a:gd name="T46" fmla="*/ 12 w 24"/>
                <a:gd name="T47" fmla="*/ 62 h 65"/>
                <a:gd name="T48" fmla="*/ 11 w 24"/>
                <a:gd name="T49" fmla="*/ 61 h 65"/>
                <a:gd name="T50" fmla="*/ 11 w 24"/>
                <a:gd name="T51" fmla="*/ 58 h 65"/>
                <a:gd name="T52" fmla="*/ 10 w 24"/>
                <a:gd name="T53" fmla="*/ 55 h 65"/>
                <a:gd name="T54" fmla="*/ 10 w 24"/>
                <a:gd name="T55" fmla="*/ 51 h 65"/>
                <a:gd name="T56" fmla="*/ 11 w 24"/>
                <a:gd name="T57" fmla="*/ 50 h 65"/>
                <a:gd name="T58" fmla="*/ 11 w 24"/>
                <a:gd name="T59" fmla="*/ 47 h 65"/>
                <a:gd name="T60" fmla="*/ 11 w 24"/>
                <a:gd name="T61" fmla="*/ 41 h 65"/>
                <a:gd name="T62" fmla="*/ 11 w 24"/>
                <a:gd name="T63" fmla="*/ 40 h 65"/>
                <a:gd name="T64" fmla="*/ 11 w 24"/>
                <a:gd name="T65" fmla="*/ 36 h 65"/>
                <a:gd name="T66" fmla="*/ 10 w 24"/>
                <a:gd name="T67" fmla="*/ 33 h 65"/>
                <a:gd name="T68" fmla="*/ 11 w 24"/>
                <a:gd name="T69" fmla="*/ 32 h 65"/>
                <a:gd name="T70" fmla="*/ 11 w 24"/>
                <a:gd name="T71" fmla="*/ 30 h 65"/>
                <a:gd name="T72" fmla="*/ 10 w 24"/>
                <a:gd name="T73" fmla="*/ 29 h 65"/>
                <a:gd name="T74" fmla="*/ 10 w 24"/>
                <a:gd name="T75" fmla="*/ 28 h 65"/>
                <a:gd name="T76" fmla="*/ 11 w 24"/>
                <a:gd name="T77" fmla="*/ 25 h 65"/>
                <a:gd name="T78" fmla="*/ 10 w 24"/>
                <a:gd name="T79" fmla="*/ 21 h 65"/>
                <a:gd name="T80" fmla="*/ 10 w 24"/>
                <a:gd name="T81" fmla="*/ 21 h 65"/>
                <a:gd name="T82" fmla="*/ 8 w 24"/>
                <a:gd name="T83" fmla="*/ 20 h 65"/>
                <a:gd name="T84" fmla="*/ 8 w 24"/>
                <a:gd name="T85" fmla="*/ 16 h 65"/>
                <a:gd name="T86" fmla="*/ 8 w 24"/>
                <a:gd name="T87" fmla="*/ 12 h 65"/>
                <a:gd name="T88" fmla="*/ 6 w 24"/>
                <a:gd name="T89" fmla="*/ 11 h 65"/>
                <a:gd name="T90" fmla="*/ 4 w 24"/>
                <a:gd name="T91" fmla="*/ 9 h 65"/>
                <a:gd name="T92" fmla="*/ 3 w 24"/>
                <a:gd name="T93" fmla="*/ 7 h 65"/>
                <a:gd name="T94" fmla="*/ 2 w 24"/>
                <a:gd name="T95" fmla="*/ 5 h 65"/>
                <a:gd name="T96" fmla="*/ 2 w 24"/>
                <a:gd name="T97" fmla="*/ 4 h 65"/>
                <a:gd name="T98" fmla="*/ 0 w 24"/>
                <a:gd name="T99" fmla="*/ 1 h 65"/>
                <a:gd name="T100" fmla="*/ 2 w 24"/>
                <a:gd name="T10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" h="65">
                  <a:moveTo>
                    <a:pt x="2" y="0"/>
                  </a:moveTo>
                  <a:lnTo>
                    <a:pt x="14" y="4"/>
                  </a:lnTo>
                  <a:lnTo>
                    <a:pt x="12" y="5"/>
                  </a:lnTo>
                  <a:lnTo>
                    <a:pt x="14" y="9"/>
                  </a:lnTo>
                  <a:lnTo>
                    <a:pt x="16" y="11"/>
                  </a:lnTo>
                  <a:lnTo>
                    <a:pt x="18" y="12"/>
                  </a:lnTo>
                  <a:lnTo>
                    <a:pt x="19" y="13"/>
                  </a:lnTo>
                  <a:lnTo>
                    <a:pt x="22" y="19"/>
                  </a:lnTo>
                  <a:lnTo>
                    <a:pt x="23" y="24"/>
                  </a:lnTo>
                  <a:lnTo>
                    <a:pt x="23" y="28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3"/>
                  </a:lnTo>
                  <a:lnTo>
                    <a:pt x="22" y="36"/>
                  </a:lnTo>
                  <a:lnTo>
                    <a:pt x="22" y="50"/>
                  </a:lnTo>
                  <a:lnTo>
                    <a:pt x="23" y="53"/>
                  </a:lnTo>
                  <a:lnTo>
                    <a:pt x="23" y="55"/>
                  </a:lnTo>
                  <a:lnTo>
                    <a:pt x="24" y="59"/>
                  </a:lnTo>
                  <a:lnTo>
                    <a:pt x="24" y="61"/>
                  </a:lnTo>
                  <a:lnTo>
                    <a:pt x="23" y="61"/>
                  </a:lnTo>
                  <a:lnTo>
                    <a:pt x="16" y="65"/>
                  </a:lnTo>
                  <a:lnTo>
                    <a:pt x="15" y="65"/>
                  </a:lnTo>
                  <a:lnTo>
                    <a:pt x="14" y="63"/>
                  </a:lnTo>
                  <a:lnTo>
                    <a:pt x="12" y="62"/>
                  </a:lnTo>
                  <a:lnTo>
                    <a:pt x="11" y="61"/>
                  </a:lnTo>
                  <a:lnTo>
                    <a:pt x="11" y="58"/>
                  </a:lnTo>
                  <a:lnTo>
                    <a:pt x="10" y="55"/>
                  </a:lnTo>
                  <a:lnTo>
                    <a:pt x="10" y="51"/>
                  </a:lnTo>
                  <a:lnTo>
                    <a:pt x="11" y="50"/>
                  </a:lnTo>
                  <a:lnTo>
                    <a:pt x="11" y="47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1" y="36"/>
                  </a:lnTo>
                  <a:lnTo>
                    <a:pt x="10" y="33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11" y="25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6" y="11"/>
                  </a:lnTo>
                  <a:lnTo>
                    <a:pt x="4" y="9"/>
                  </a:lnTo>
                  <a:lnTo>
                    <a:pt x="3" y="7"/>
                  </a:lnTo>
                  <a:lnTo>
                    <a:pt x="2" y="5"/>
                  </a:lnTo>
                  <a:lnTo>
                    <a:pt x="2" y="4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3" name="Freeform 462"/>
            <p:cNvSpPr>
              <a:spLocks/>
            </p:cNvSpPr>
            <p:nvPr/>
          </p:nvSpPr>
          <p:spPr bwMode="auto">
            <a:xfrm>
              <a:off x="5805868" y="3967201"/>
              <a:ext cx="96434" cy="197944"/>
            </a:xfrm>
            <a:custGeom>
              <a:avLst/>
              <a:gdLst>
                <a:gd name="T0" fmla="*/ 27 w 38"/>
                <a:gd name="T1" fmla="*/ 3 h 78"/>
                <a:gd name="T2" fmla="*/ 31 w 38"/>
                <a:gd name="T3" fmla="*/ 7 h 78"/>
                <a:gd name="T4" fmla="*/ 33 w 38"/>
                <a:gd name="T5" fmla="*/ 11 h 78"/>
                <a:gd name="T6" fmla="*/ 33 w 38"/>
                <a:gd name="T7" fmla="*/ 15 h 78"/>
                <a:gd name="T8" fmla="*/ 37 w 38"/>
                <a:gd name="T9" fmla="*/ 20 h 78"/>
                <a:gd name="T10" fmla="*/ 37 w 38"/>
                <a:gd name="T11" fmla="*/ 25 h 78"/>
                <a:gd name="T12" fmla="*/ 35 w 38"/>
                <a:gd name="T13" fmla="*/ 28 h 78"/>
                <a:gd name="T14" fmla="*/ 36 w 38"/>
                <a:gd name="T15" fmla="*/ 31 h 78"/>
                <a:gd name="T16" fmla="*/ 35 w 38"/>
                <a:gd name="T17" fmla="*/ 32 h 78"/>
                <a:gd name="T18" fmla="*/ 32 w 38"/>
                <a:gd name="T19" fmla="*/ 36 h 78"/>
                <a:gd name="T20" fmla="*/ 29 w 38"/>
                <a:gd name="T21" fmla="*/ 41 h 78"/>
                <a:gd name="T22" fmla="*/ 27 w 38"/>
                <a:gd name="T23" fmla="*/ 41 h 78"/>
                <a:gd name="T24" fmla="*/ 24 w 38"/>
                <a:gd name="T25" fmla="*/ 44 h 78"/>
                <a:gd name="T26" fmla="*/ 24 w 38"/>
                <a:gd name="T27" fmla="*/ 48 h 78"/>
                <a:gd name="T28" fmla="*/ 24 w 38"/>
                <a:gd name="T29" fmla="*/ 52 h 78"/>
                <a:gd name="T30" fmla="*/ 24 w 38"/>
                <a:gd name="T31" fmla="*/ 54 h 78"/>
                <a:gd name="T32" fmla="*/ 24 w 38"/>
                <a:gd name="T33" fmla="*/ 56 h 78"/>
                <a:gd name="T34" fmla="*/ 24 w 38"/>
                <a:gd name="T35" fmla="*/ 63 h 78"/>
                <a:gd name="T36" fmla="*/ 24 w 38"/>
                <a:gd name="T37" fmla="*/ 66 h 78"/>
                <a:gd name="T38" fmla="*/ 24 w 38"/>
                <a:gd name="T39" fmla="*/ 75 h 78"/>
                <a:gd name="T40" fmla="*/ 16 w 38"/>
                <a:gd name="T41" fmla="*/ 78 h 78"/>
                <a:gd name="T42" fmla="*/ 12 w 38"/>
                <a:gd name="T43" fmla="*/ 75 h 78"/>
                <a:gd name="T44" fmla="*/ 11 w 38"/>
                <a:gd name="T45" fmla="*/ 69 h 78"/>
                <a:gd name="T46" fmla="*/ 10 w 38"/>
                <a:gd name="T47" fmla="*/ 52 h 78"/>
                <a:gd name="T48" fmla="*/ 11 w 38"/>
                <a:gd name="T49" fmla="*/ 48 h 78"/>
                <a:gd name="T50" fmla="*/ 11 w 38"/>
                <a:gd name="T51" fmla="*/ 44 h 78"/>
                <a:gd name="T52" fmla="*/ 10 w 38"/>
                <a:gd name="T53" fmla="*/ 35 h 78"/>
                <a:gd name="T54" fmla="*/ 6 w 38"/>
                <a:gd name="T55" fmla="*/ 28 h 78"/>
                <a:gd name="T56" fmla="*/ 2 w 38"/>
                <a:gd name="T57" fmla="*/ 25 h 78"/>
                <a:gd name="T58" fmla="*/ 2 w 38"/>
                <a:gd name="T59" fmla="*/ 19 h 78"/>
                <a:gd name="T60" fmla="*/ 4 w 38"/>
                <a:gd name="T61" fmla="*/ 16 h 78"/>
                <a:gd name="T62" fmla="*/ 6 w 38"/>
                <a:gd name="T63" fmla="*/ 12 h 78"/>
                <a:gd name="T64" fmla="*/ 10 w 38"/>
                <a:gd name="T65" fmla="*/ 11 h 78"/>
                <a:gd name="T66" fmla="*/ 16 w 38"/>
                <a:gd name="T67" fmla="*/ 10 h 78"/>
                <a:gd name="T68" fmla="*/ 19 w 38"/>
                <a:gd name="T69" fmla="*/ 4 h 78"/>
                <a:gd name="T70" fmla="*/ 21 w 38"/>
                <a:gd name="T71" fmla="*/ 3 h 78"/>
                <a:gd name="T72" fmla="*/ 23 w 38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78">
                  <a:moveTo>
                    <a:pt x="23" y="0"/>
                  </a:moveTo>
                  <a:lnTo>
                    <a:pt x="27" y="3"/>
                  </a:lnTo>
                  <a:lnTo>
                    <a:pt x="28" y="6"/>
                  </a:lnTo>
                  <a:lnTo>
                    <a:pt x="31" y="7"/>
                  </a:lnTo>
                  <a:lnTo>
                    <a:pt x="33" y="10"/>
                  </a:lnTo>
                  <a:lnTo>
                    <a:pt x="33" y="11"/>
                  </a:lnTo>
                  <a:lnTo>
                    <a:pt x="33" y="12"/>
                  </a:lnTo>
                  <a:lnTo>
                    <a:pt x="33" y="15"/>
                  </a:lnTo>
                  <a:lnTo>
                    <a:pt x="37" y="17"/>
                  </a:lnTo>
                  <a:lnTo>
                    <a:pt x="37" y="20"/>
                  </a:lnTo>
                  <a:lnTo>
                    <a:pt x="38" y="24"/>
                  </a:lnTo>
                  <a:lnTo>
                    <a:pt x="37" y="25"/>
                  </a:lnTo>
                  <a:lnTo>
                    <a:pt x="35" y="25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6" y="31"/>
                  </a:lnTo>
                  <a:lnTo>
                    <a:pt x="36" y="32"/>
                  </a:lnTo>
                  <a:lnTo>
                    <a:pt x="35" y="32"/>
                  </a:lnTo>
                  <a:lnTo>
                    <a:pt x="32" y="33"/>
                  </a:lnTo>
                  <a:lnTo>
                    <a:pt x="32" y="36"/>
                  </a:lnTo>
                  <a:lnTo>
                    <a:pt x="31" y="38"/>
                  </a:lnTo>
                  <a:lnTo>
                    <a:pt x="29" y="41"/>
                  </a:lnTo>
                  <a:lnTo>
                    <a:pt x="28" y="41"/>
                  </a:lnTo>
                  <a:lnTo>
                    <a:pt x="27" y="41"/>
                  </a:lnTo>
                  <a:lnTo>
                    <a:pt x="25" y="42"/>
                  </a:lnTo>
                  <a:lnTo>
                    <a:pt x="24" y="44"/>
                  </a:lnTo>
                  <a:lnTo>
                    <a:pt x="24" y="46"/>
                  </a:lnTo>
                  <a:lnTo>
                    <a:pt x="24" y="48"/>
                  </a:lnTo>
                  <a:lnTo>
                    <a:pt x="24" y="50"/>
                  </a:lnTo>
                  <a:lnTo>
                    <a:pt x="24" y="52"/>
                  </a:lnTo>
                  <a:lnTo>
                    <a:pt x="24" y="53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24" y="56"/>
                  </a:lnTo>
                  <a:lnTo>
                    <a:pt x="24" y="58"/>
                  </a:lnTo>
                  <a:lnTo>
                    <a:pt x="24" y="63"/>
                  </a:lnTo>
                  <a:lnTo>
                    <a:pt x="24" y="65"/>
                  </a:lnTo>
                  <a:lnTo>
                    <a:pt x="24" y="66"/>
                  </a:lnTo>
                  <a:lnTo>
                    <a:pt x="24" y="73"/>
                  </a:lnTo>
                  <a:lnTo>
                    <a:pt x="24" y="75"/>
                  </a:lnTo>
                  <a:lnTo>
                    <a:pt x="24" y="75"/>
                  </a:lnTo>
                  <a:lnTo>
                    <a:pt x="16" y="78"/>
                  </a:lnTo>
                  <a:lnTo>
                    <a:pt x="12" y="77"/>
                  </a:lnTo>
                  <a:lnTo>
                    <a:pt x="12" y="75"/>
                  </a:lnTo>
                  <a:lnTo>
                    <a:pt x="11" y="71"/>
                  </a:lnTo>
                  <a:lnTo>
                    <a:pt x="11" y="69"/>
                  </a:lnTo>
                  <a:lnTo>
                    <a:pt x="10" y="66"/>
                  </a:lnTo>
                  <a:lnTo>
                    <a:pt x="10" y="52"/>
                  </a:lnTo>
                  <a:lnTo>
                    <a:pt x="10" y="49"/>
                  </a:lnTo>
                  <a:lnTo>
                    <a:pt x="11" y="48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11" y="40"/>
                  </a:lnTo>
                  <a:lnTo>
                    <a:pt x="10" y="35"/>
                  </a:lnTo>
                  <a:lnTo>
                    <a:pt x="7" y="29"/>
                  </a:lnTo>
                  <a:lnTo>
                    <a:pt x="6" y="28"/>
                  </a:lnTo>
                  <a:lnTo>
                    <a:pt x="4" y="27"/>
                  </a:lnTo>
                  <a:lnTo>
                    <a:pt x="2" y="25"/>
                  </a:lnTo>
                  <a:lnTo>
                    <a:pt x="0" y="21"/>
                  </a:lnTo>
                  <a:lnTo>
                    <a:pt x="2" y="19"/>
                  </a:lnTo>
                  <a:lnTo>
                    <a:pt x="6" y="17"/>
                  </a:lnTo>
                  <a:lnTo>
                    <a:pt x="4" y="16"/>
                  </a:lnTo>
                  <a:lnTo>
                    <a:pt x="7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3" y="10"/>
                  </a:lnTo>
                  <a:lnTo>
                    <a:pt x="16" y="10"/>
                  </a:lnTo>
                  <a:lnTo>
                    <a:pt x="19" y="7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1" y="3"/>
                  </a:lnTo>
                  <a:lnTo>
                    <a:pt x="21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4" name="Freeform 463"/>
            <p:cNvSpPr>
              <a:spLocks noEditPoints="1"/>
            </p:cNvSpPr>
            <p:nvPr/>
          </p:nvSpPr>
          <p:spPr bwMode="auto">
            <a:xfrm>
              <a:off x="6138313" y="3627143"/>
              <a:ext cx="350209" cy="499936"/>
            </a:xfrm>
            <a:custGeom>
              <a:avLst/>
              <a:gdLst>
                <a:gd name="T0" fmla="*/ 1 w 138"/>
                <a:gd name="T1" fmla="*/ 130 h 197"/>
                <a:gd name="T2" fmla="*/ 42 w 138"/>
                <a:gd name="T3" fmla="*/ 0 h 197"/>
                <a:gd name="T4" fmla="*/ 137 w 138"/>
                <a:gd name="T5" fmla="*/ 96 h 197"/>
                <a:gd name="T6" fmla="*/ 130 w 138"/>
                <a:gd name="T7" fmla="*/ 97 h 197"/>
                <a:gd name="T8" fmla="*/ 129 w 138"/>
                <a:gd name="T9" fmla="*/ 103 h 197"/>
                <a:gd name="T10" fmla="*/ 122 w 138"/>
                <a:gd name="T11" fmla="*/ 111 h 197"/>
                <a:gd name="T12" fmla="*/ 122 w 138"/>
                <a:gd name="T13" fmla="*/ 116 h 197"/>
                <a:gd name="T14" fmla="*/ 117 w 138"/>
                <a:gd name="T15" fmla="*/ 121 h 197"/>
                <a:gd name="T16" fmla="*/ 118 w 138"/>
                <a:gd name="T17" fmla="*/ 128 h 197"/>
                <a:gd name="T18" fmla="*/ 117 w 138"/>
                <a:gd name="T19" fmla="*/ 136 h 197"/>
                <a:gd name="T20" fmla="*/ 121 w 138"/>
                <a:gd name="T21" fmla="*/ 136 h 197"/>
                <a:gd name="T22" fmla="*/ 119 w 138"/>
                <a:gd name="T23" fmla="*/ 138 h 197"/>
                <a:gd name="T24" fmla="*/ 122 w 138"/>
                <a:gd name="T25" fmla="*/ 146 h 197"/>
                <a:gd name="T26" fmla="*/ 126 w 138"/>
                <a:gd name="T27" fmla="*/ 151 h 197"/>
                <a:gd name="T28" fmla="*/ 122 w 138"/>
                <a:gd name="T29" fmla="*/ 155 h 197"/>
                <a:gd name="T30" fmla="*/ 116 w 138"/>
                <a:gd name="T31" fmla="*/ 155 h 197"/>
                <a:gd name="T32" fmla="*/ 113 w 138"/>
                <a:gd name="T33" fmla="*/ 161 h 197"/>
                <a:gd name="T34" fmla="*/ 108 w 138"/>
                <a:gd name="T35" fmla="*/ 165 h 197"/>
                <a:gd name="T36" fmla="*/ 105 w 138"/>
                <a:gd name="T37" fmla="*/ 169 h 197"/>
                <a:gd name="T38" fmla="*/ 104 w 138"/>
                <a:gd name="T39" fmla="*/ 172 h 197"/>
                <a:gd name="T40" fmla="*/ 98 w 138"/>
                <a:gd name="T41" fmla="*/ 178 h 197"/>
                <a:gd name="T42" fmla="*/ 88 w 138"/>
                <a:gd name="T43" fmla="*/ 178 h 197"/>
                <a:gd name="T44" fmla="*/ 81 w 138"/>
                <a:gd name="T45" fmla="*/ 178 h 197"/>
                <a:gd name="T46" fmla="*/ 81 w 138"/>
                <a:gd name="T47" fmla="*/ 183 h 197"/>
                <a:gd name="T48" fmla="*/ 80 w 138"/>
                <a:gd name="T49" fmla="*/ 187 h 197"/>
                <a:gd name="T50" fmla="*/ 68 w 138"/>
                <a:gd name="T51" fmla="*/ 190 h 197"/>
                <a:gd name="T52" fmla="*/ 59 w 138"/>
                <a:gd name="T53" fmla="*/ 196 h 197"/>
                <a:gd name="T54" fmla="*/ 55 w 138"/>
                <a:gd name="T55" fmla="*/ 192 h 197"/>
                <a:gd name="T56" fmla="*/ 52 w 138"/>
                <a:gd name="T57" fmla="*/ 195 h 197"/>
                <a:gd name="T58" fmla="*/ 46 w 138"/>
                <a:gd name="T59" fmla="*/ 197 h 197"/>
                <a:gd name="T60" fmla="*/ 42 w 138"/>
                <a:gd name="T61" fmla="*/ 194 h 197"/>
                <a:gd name="T62" fmla="*/ 38 w 138"/>
                <a:gd name="T63" fmla="*/ 186 h 197"/>
                <a:gd name="T64" fmla="*/ 27 w 138"/>
                <a:gd name="T65" fmla="*/ 176 h 197"/>
                <a:gd name="T66" fmla="*/ 23 w 138"/>
                <a:gd name="T67" fmla="*/ 172 h 197"/>
                <a:gd name="T68" fmla="*/ 25 w 138"/>
                <a:gd name="T69" fmla="*/ 169 h 197"/>
                <a:gd name="T70" fmla="*/ 29 w 138"/>
                <a:gd name="T71" fmla="*/ 166 h 197"/>
                <a:gd name="T72" fmla="*/ 33 w 138"/>
                <a:gd name="T73" fmla="*/ 167 h 197"/>
                <a:gd name="T74" fmla="*/ 39 w 138"/>
                <a:gd name="T75" fmla="*/ 167 h 197"/>
                <a:gd name="T76" fmla="*/ 40 w 138"/>
                <a:gd name="T77" fmla="*/ 166 h 197"/>
                <a:gd name="T78" fmla="*/ 35 w 138"/>
                <a:gd name="T79" fmla="*/ 161 h 197"/>
                <a:gd name="T80" fmla="*/ 34 w 138"/>
                <a:gd name="T81" fmla="*/ 154 h 197"/>
                <a:gd name="T82" fmla="*/ 34 w 138"/>
                <a:gd name="T83" fmla="*/ 147 h 197"/>
                <a:gd name="T84" fmla="*/ 33 w 138"/>
                <a:gd name="T85" fmla="*/ 142 h 197"/>
                <a:gd name="T86" fmla="*/ 31 w 138"/>
                <a:gd name="T87" fmla="*/ 136 h 197"/>
                <a:gd name="T88" fmla="*/ 22 w 138"/>
                <a:gd name="T89" fmla="*/ 130 h 197"/>
                <a:gd name="T90" fmla="*/ 15 w 138"/>
                <a:gd name="T91" fmla="*/ 122 h 197"/>
                <a:gd name="T92" fmla="*/ 17 w 138"/>
                <a:gd name="T93" fmla="*/ 105 h 197"/>
                <a:gd name="T94" fmla="*/ 38 w 138"/>
                <a:gd name="T95" fmla="*/ 84 h 197"/>
                <a:gd name="T96" fmla="*/ 43 w 138"/>
                <a:gd name="T97" fmla="*/ 42 h 197"/>
                <a:gd name="T98" fmla="*/ 35 w 138"/>
                <a:gd name="T99" fmla="*/ 28 h 197"/>
                <a:gd name="T100" fmla="*/ 29 w 138"/>
                <a:gd name="T101" fmla="*/ 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8" h="197">
                  <a:moveTo>
                    <a:pt x="4" y="128"/>
                  </a:moveTo>
                  <a:lnTo>
                    <a:pt x="4" y="130"/>
                  </a:lnTo>
                  <a:lnTo>
                    <a:pt x="1" y="130"/>
                  </a:lnTo>
                  <a:lnTo>
                    <a:pt x="0" y="129"/>
                  </a:lnTo>
                  <a:lnTo>
                    <a:pt x="4" y="128"/>
                  </a:lnTo>
                  <a:close/>
                  <a:moveTo>
                    <a:pt x="42" y="0"/>
                  </a:moveTo>
                  <a:lnTo>
                    <a:pt x="138" y="49"/>
                  </a:lnTo>
                  <a:lnTo>
                    <a:pt x="138" y="96"/>
                  </a:lnTo>
                  <a:lnTo>
                    <a:pt x="137" y="96"/>
                  </a:lnTo>
                  <a:lnTo>
                    <a:pt x="134" y="97"/>
                  </a:lnTo>
                  <a:lnTo>
                    <a:pt x="133" y="97"/>
                  </a:lnTo>
                  <a:lnTo>
                    <a:pt x="130" y="97"/>
                  </a:lnTo>
                  <a:lnTo>
                    <a:pt x="127" y="99"/>
                  </a:lnTo>
                  <a:lnTo>
                    <a:pt x="127" y="101"/>
                  </a:lnTo>
                  <a:lnTo>
                    <a:pt x="129" y="103"/>
                  </a:lnTo>
                  <a:lnTo>
                    <a:pt x="127" y="105"/>
                  </a:lnTo>
                  <a:lnTo>
                    <a:pt x="123" y="111"/>
                  </a:lnTo>
                  <a:lnTo>
                    <a:pt x="122" y="111"/>
                  </a:lnTo>
                  <a:lnTo>
                    <a:pt x="119" y="113"/>
                  </a:lnTo>
                  <a:lnTo>
                    <a:pt x="121" y="115"/>
                  </a:lnTo>
                  <a:lnTo>
                    <a:pt x="122" y="116"/>
                  </a:lnTo>
                  <a:lnTo>
                    <a:pt x="121" y="119"/>
                  </a:lnTo>
                  <a:lnTo>
                    <a:pt x="118" y="120"/>
                  </a:lnTo>
                  <a:lnTo>
                    <a:pt x="117" y="121"/>
                  </a:lnTo>
                  <a:lnTo>
                    <a:pt x="119" y="122"/>
                  </a:lnTo>
                  <a:lnTo>
                    <a:pt x="119" y="125"/>
                  </a:lnTo>
                  <a:lnTo>
                    <a:pt x="118" y="128"/>
                  </a:lnTo>
                  <a:lnTo>
                    <a:pt x="114" y="132"/>
                  </a:lnTo>
                  <a:lnTo>
                    <a:pt x="114" y="134"/>
                  </a:lnTo>
                  <a:lnTo>
                    <a:pt x="117" y="136"/>
                  </a:lnTo>
                  <a:lnTo>
                    <a:pt x="119" y="133"/>
                  </a:lnTo>
                  <a:lnTo>
                    <a:pt x="121" y="133"/>
                  </a:lnTo>
                  <a:lnTo>
                    <a:pt x="121" y="136"/>
                  </a:lnTo>
                  <a:lnTo>
                    <a:pt x="119" y="136"/>
                  </a:lnTo>
                  <a:lnTo>
                    <a:pt x="121" y="137"/>
                  </a:lnTo>
                  <a:lnTo>
                    <a:pt x="119" y="138"/>
                  </a:lnTo>
                  <a:lnTo>
                    <a:pt x="121" y="141"/>
                  </a:lnTo>
                  <a:lnTo>
                    <a:pt x="121" y="144"/>
                  </a:lnTo>
                  <a:lnTo>
                    <a:pt x="122" y="146"/>
                  </a:lnTo>
                  <a:lnTo>
                    <a:pt x="126" y="147"/>
                  </a:lnTo>
                  <a:lnTo>
                    <a:pt x="127" y="149"/>
                  </a:lnTo>
                  <a:lnTo>
                    <a:pt x="126" y="151"/>
                  </a:lnTo>
                  <a:lnTo>
                    <a:pt x="126" y="153"/>
                  </a:lnTo>
                  <a:lnTo>
                    <a:pt x="126" y="154"/>
                  </a:lnTo>
                  <a:lnTo>
                    <a:pt x="122" y="155"/>
                  </a:lnTo>
                  <a:lnTo>
                    <a:pt x="121" y="154"/>
                  </a:lnTo>
                  <a:lnTo>
                    <a:pt x="118" y="154"/>
                  </a:lnTo>
                  <a:lnTo>
                    <a:pt x="116" y="155"/>
                  </a:lnTo>
                  <a:lnTo>
                    <a:pt x="113" y="158"/>
                  </a:lnTo>
                  <a:lnTo>
                    <a:pt x="113" y="159"/>
                  </a:lnTo>
                  <a:lnTo>
                    <a:pt x="113" y="161"/>
                  </a:lnTo>
                  <a:lnTo>
                    <a:pt x="112" y="162"/>
                  </a:lnTo>
                  <a:lnTo>
                    <a:pt x="109" y="165"/>
                  </a:lnTo>
                  <a:lnTo>
                    <a:pt x="108" y="165"/>
                  </a:lnTo>
                  <a:lnTo>
                    <a:pt x="106" y="165"/>
                  </a:lnTo>
                  <a:lnTo>
                    <a:pt x="105" y="166"/>
                  </a:lnTo>
                  <a:lnTo>
                    <a:pt x="105" y="169"/>
                  </a:lnTo>
                  <a:lnTo>
                    <a:pt x="104" y="170"/>
                  </a:lnTo>
                  <a:lnTo>
                    <a:pt x="104" y="171"/>
                  </a:lnTo>
                  <a:lnTo>
                    <a:pt x="104" y="172"/>
                  </a:lnTo>
                  <a:lnTo>
                    <a:pt x="102" y="175"/>
                  </a:lnTo>
                  <a:lnTo>
                    <a:pt x="101" y="175"/>
                  </a:lnTo>
                  <a:lnTo>
                    <a:pt x="98" y="178"/>
                  </a:lnTo>
                  <a:lnTo>
                    <a:pt x="94" y="178"/>
                  </a:lnTo>
                  <a:lnTo>
                    <a:pt x="91" y="179"/>
                  </a:lnTo>
                  <a:lnTo>
                    <a:pt x="88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1" y="178"/>
                  </a:lnTo>
                  <a:lnTo>
                    <a:pt x="80" y="178"/>
                  </a:lnTo>
                  <a:lnTo>
                    <a:pt x="80" y="180"/>
                  </a:lnTo>
                  <a:lnTo>
                    <a:pt x="81" y="183"/>
                  </a:lnTo>
                  <a:lnTo>
                    <a:pt x="83" y="183"/>
                  </a:lnTo>
                  <a:lnTo>
                    <a:pt x="84" y="184"/>
                  </a:lnTo>
                  <a:lnTo>
                    <a:pt x="80" y="187"/>
                  </a:lnTo>
                  <a:lnTo>
                    <a:pt x="79" y="188"/>
                  </a:lnTo>
                  <a:lnTo>
                    <a:pt x="75" y="188"/>
                  </a:lnTo>
                  <a:lnTo>
                    <a:pt x="68" y="190"/>
                  </a:lnTo>
                  <a:lnTo>
                    <a:pt x="65" y="192"/>
                  </a:lnTo>
                  <a:lnTo>
                    <a:pt x="62" y="194"/>
                  </a:lnTo>
                  <a:lnTo>
                    <a:pt x="59" y="196"/>
                  </a:lnTo>
                  <a:lnTo>
                    <a:pt x="56" y="196"/>
                  </a:lnTo>
                  <a:lnTo>
                    <a:pt x="56" y="195"/>
                  </a:lnTo>
                  <a:lnTo>
                    <a:pt x="55" y="192"/>
                  </a:lnTo>
                  <a:lnTo>
                    <a:pt x="54" y="191"/>
                  </a:lnTo>
                  <a:lnTo>
                    <a:pt x="52" y="192"/>
                  </a:lnTo>
                  <a:lnTo>
                    <a:pt x="52" y="195"/>
                  </a:lnTo>
                  <a:lnTo>
                    <a:pt x="51" y="197"/>
                  </a:lnTo>
                  <a:lnTo>
                    <a:pt x="47" y="197"/>
                  </a:lnTo>
                  <a:lnTo>
                    <a:pt x="46" y="197"/>
                  </a:lnTo>
                  <a:lnTo>
                    <a:pt x="43" y="197"/>
                  </a:lnTo>
                  <a:lnTo>
                    <a:pt x="43" y="196"/>
                  </a:lnTo>
                  <a:lnTo>
                    <a:pt x="42" y="194"/>
                  </a:lnTo>
                  <a:lnTo>
                    <a:pt x="42" y="192"/>
                  </a:lnTo>
                  <a:lnTo>
                    <a:pt x="39" y="188"/>
                  </a:lnTo>
                  <a:lnTo>
                    <a:pt x="38" y="186"/>
                  </a:lnTo>
                  <a:lnTo>
                    <a:pt x="37" y="184"/>
                  </a:lnTo>
                  <a:lnTo>
                    <a:pt x="31" y="179"/>
                  </a:lnTo>
                  <a:lnTo>
                    <a:pt x="27" y="176"/>
                  </a:lnTo>
                  <a:lnTo>
                    <a:pt x="26" y="175"/>
                  </a:lnTo>
                  <a:lnTo>
                    <a:pt x="25" y="174"/>
                  </a:lnTo>
                  <a:lnTo>
                    <a:pt x="23" y="172"/>
                  </a:lnTo>
                  <a:lnTo>
                    <a:pt x="23" y="171"/>
                  </a:lnTo>
                  <a:lnTo>
                    <a:pt x="23" y="170"/>
                  </a:lnTo>
                  <a:lnTo>
                    <a:pt x="25" y="169"/>
                  </a:lnTo>
                  <a:lnTo>
                    <a:pt x="25" y="166"/>
                  </a:lnTo>
                  <a:lnTo>
                    <a:pt x="26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31" y="166"/>
                  </a:lnTo>
                  <a:lnTo>
                    <a:pt x="33" y="167"/>
                  </a:lnTo>
                  <a:lnTo>
                    <a:pt x="35" y="166"/>
                  </a:lnTo>
                  <a:lnTo>
                    <a:pt x="38" y="167"/>
                  </a:lnTo>
                  <a:lnTo>
                    <a:pt x="39" y="167"/>
                  </a:lnTo>
                  <a:lnTo>
                    <a:pt x="40" y="167"/>
                  </a:lnTo>
                  <a:lnTo>
                    <a:pt x="42" y="167"/>
                  </a:lnTo>
                  <a:lnTo>
                    <a:pt x="40" y="166"/>
                  </a:lnTo>
                  <a:lnTo>
                    <a:pt x="38" y="163"/>
                  </a:lnTo>
                  <a:lnTo>
                    <a:pt x="37" y="161"/>
                  </a:lnTo>
                  <a:lnTo>
                    <a:pt x="35" y="161"/>
                  </a:lnTo>
                  <a:lnTo>
                    <a:pt x="33" y="158"/>
                  </a:lnTo>
                  <a:lnTo>
                    <a:pt x="33" y="155"/>
                  </a:lnTo>
                  <a:lnTo>
                    <a:pt x="34" y="154"/>
                  </a:lnTo>
                  <a:lnTo>
                    <a:pt x="35" y="150"/>
                  </a:lnTo>
                  <a:lnTo>
                    <a:pt x="34" y="149"/>
                  </a:lnTo>
                  <a:lnTo>
                    <a:pt x="34" y="147"/>
                  </a:lnTo>
                  <a:lnTo>
                    <a:pt x="34" y="146"/>
                  </a:lnTo>
                  <a:lnTo>
                    <a:pt x="34" y="145"/>
                  </a:lnTo>
                  <a:lnTo>
                    <a:pt x="33" y="142"/>
                  </a:lnTo>
                  <a:lnTo>
                    <a:pt x="33" y="140"/>
                  </a:lnTo>
                  <a:lnTo>
                    <a:pt x="31" y="138"/>
                  </a:lnTo>
                  <a:lnTo>
                    <a:pt x="31" y="136"/>
                  </a:lnTo>
                  <a:lnTo>
                    <a:pt x="29" y="133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1" y="126"/>
                  </a:lnTo>
                  <a:lnTo>
                    <a:pt x="17" y="122"/>
                  </a:lnTo>
                  <a:lnTo>
                    <a:pt x="15" y="122"/>
                  </a:lnTo>
                  <a:lnTo>
                    <a:pt x="15" y="108"/>
                  </a:lnTo>
                  <a:lnTo>
                    <a:pt x="15" y="105"/>
                  </a:lnTo>
                  <a:lnTo>
                    <a:pt x="17" y="105"/>
                  </a:lnTo>
                  <a:lnTo>
                    <a:pt x="18" y="105"/>
                  </a:lnTo>
                  <a:lnTo>
                    <a:pt x="18" y="104"/>
                  </a:lnTo>
                  <a:lnTo>
                    <a:pt x="38" y="84"/>
                  </a:lnTo>
                  <a:lnTo>
                    <a:pt x="38" y="67"/>
                  </a:lnTo>
                  <a:lnTo>
                    <a:pt x="40" y="45"/>
                  </a:lnTo>
                  <a:lnTo>
                    <a:pt x="43" y="42"/>
                  </a:lnTo>
                  <a:lnTo>
                    <a:pt x="43" y="38"/>
                  </a:lnTo>
                  <a:lnTo>
                    <a:pt x="35" y="29"/>
                  </a:lnTo>
                  <a:lnTo>
                    <a:pt x="35" y="28"/>
                  </a:lnTo>
                  <a:lnTo>
                    <a:pt x="35" y="24"/>
                  </a:lnTo>
                  <a:lnTo>
                    <a:pt x="30" y="8"/>
                  </a:lnTo>
                  <a:lnTo>
                    <a:pt x="29" y="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5" name="Freeform 464"/>
            <p:cNvSpPr>
              <a:spLocks/>
            </p:cNvSpPr>
            <p:nvPr/>
          </p:nvSpPr>
          <p:spPr bwMode="auto">
            <a:xfrm>
              <a:off x="5785566" y="3637294"/>
              <a:ext cx="461870" cy="355284"/>
            </a:xfrm>
            <a:custGeom>
              <a:avLst/>
              <a:gdLst>
                <a:gd name="T0" fmla="*/ 156 w 182"/>
                <a:gd name="T1" fmla="*/ 4 h 140"/>
                <a:gd name="T2" fmla="*/ 168 w 182"/>
                <a:gd name="T3" fmla="*/ 3 h 140"/>
                <a:gd name="T4" fmla="*/ 174 w 182"/>
                <a:gd name="T5" fmla="*/ 20 h 140"/>
                <a:gd name="T6" fmla="*/ 174 w 182"/>
                <a:gd name="T7" fmla="*/ 25 h 140"/>
                <a:gd name="T8" fmla="*/ 182 w 182"/>
                <a:gd name="T9" fmla="*/ 38 h 140"/>
                <a:gd name="T10" fmla="*/ 177 w 182"/>
                <a:gd name="T11" fmla="*/ 63 h 140"/>
                <a:gd name="T12" fmla="*/ 157 w 182"/>
                <a:gd name="T13" fmla="*/ 100 h 140"/>
                <a:gd name="T14" fmla="*/ 156 w 182"/>
                <a:gd name="T15" fmla="*/ 101 h 140"/>
                <a:gd name="T16" fmla="*/ 154 w 182"/>
                <a:gd name="T17" fmla="*/ 104 h 140"/>
                <a:gd name="T18" fmla="*/ 153 w 182"/>
                <a:gd name="T19" fmla="*/ 117 h 140"/>
                <a:gd name="T20" fmla="*/ 150 w 182"/>
                <a:gd name="T21" fmla="*/ 121 h 140"/>
                <a:gd name="T22" fmla="*/ 148 w 182"/>
                <a:gd name="T23" fmla="*/ 121 h 140"/>
                <a:gd name="T24" fmla="*/ 145 w 182"/>
                <a:gd name="T25" fmla="*/ 122 h 140"/>
                <a:gd name="T26" fmla="*/ 143 w 182"/>
                <a:gd name="T27" fmla="*/ 124 h 140"/>
                <a:gd name="T28" fmla="*/ 137 w 182"/>
                <a:gd name="T29" fmla="*/ 125 h 140"/>
                <a:gd name="T30" fmla="*/ 131 w 182"/>
                <a:gd name="T31" fmla="*/ 122 h 140"/>
                <a:gd name="T32" fmla="*/ 123 w 182"/>
                <a:gd name="T33" fmla="*/ 124 h 140"/>
                <a:gd name="T34" fmla="*/ 114 w 182"/>
                <a:gd name="T35" fmla="*/ 124 h 140"/>
                <a:gd name="T36" fmla="*/ 108 w 182"/>
                <a:gd name="T37" fmla="*/ 130 h 140"/>
                <a:gd name="T38" fmla="*/ 102 w 182"/>
                <a:gd name="T39" fmla="*/ 128 h 140"/>
                <a:gd name="T40" fmla="*/ 95 w 182"/>
                <a:gd name="T41" fmla="*/ 125 h 140"/>
                <a:gd name="T42" fmla="*/ 93 w 182"/>
                <a:gd name="T43" fmla="*/ 124 h 140"/>
                <a:gd name="T44" fmla="*/ 89 w 182"/>
                <a:gd name="T45" fmla="*/ 121 h 140"/>
                <a:gd name="T46" fmla="*/ 85 w 182"/>
                <a:gd name="T47" fmla="*/ 122 h 140"/>
                <a:gd name="T48" fmla="*/ 81 w 182"/>
                <a:gd name="T49" fmla="*/ 124 h 140"/>
                <a:gd name="T50" fmla="*/ 79 w 182"/>
                <a:gd name="T51" fmla="*/ 125 h 140"/>
                <a:gd name="T52" fmla="*/ 74 w 182"/>
                <a:gd name="T53" fmla="*/ 120 h 140"/>
                <a:gd name="T54" fmla="*/ 69 w 182"/>
                <a:gd name="T55" fmla="*/ 117 h 140"/>
                <a:gd name="T56" fmla="*/ 66 w 182"/>
                <a:gd name="T57" fmla="*/ 117 h 140"/>
                <a:gd name="T58" fmla="*/ 61 w 182"/>
                <a:gd name="T59" fmla="*/ 116 h 140"/>
                <a:gd name="T60" fmla="*/ 58 w 182"/>
                <a:gd name="T61" fmla="*/ 117 h 140"/>
                <a:gd name="T62" fmla="*/ 54 w 182"/>
                <a:gd name="T63" fmla="*/ 117 h 140"/>
                <a:gd name="T64" fmla="*/ 49 w 182"/>
                <a:gd name="T65" fmla="*/ 117 h 140"/>
                <a:gd name="T66" fmla="*/ 48 w 182"/>
                <a:gd name="T67" fmla="*/ 118 h 140"/>
                <a:gd name="T68" fmla="*/ 44 w 182"/>
                <a:gd name="T69" fmla="*/ 121 h 140"/>
                <a:gd name="T70" fmla="*/ 45 w 182"/>
                <a:gd name="T71" fmla="*/ 124 h 140"/>
                <a:gd name="T72" fmla="*/ 45 w 182"/>
                <a:gd name="T73" fmla="*/ 126 h 140"/>
                <a:gd name="T74" fmla="*/ 45 w 182"/>
                <a:gd name="T75" fmla="*/ 129 h 140"/>
                <a:gd name="T76" fmla="*/ 41 w 182"/>
                <a:gd name="T77" fmla="*/ 132 h 140"/>
                <a:gd name="T78" fmla="*/ 41 w 182"/>
                <a:gd name="T79" fmla="*/ 134 h 140"/>
                <a:gd name="T80" fmla="*/ 44 w 182"/>
                <a:gd name="T81" fmla="*/ 137 h 140"/>
                <a:gd name="T82" fmla="*/ 41 w 182"/>
                <a:gd name="T83" fmla="*/ 140 h 140"/>
                <a:gd name="T84" fmla="*/ 36 w 182"/>
                <a:gd name="T85" fmla="*/ 136 h 140"/>
                <a:gd name="T86" fmla="*/ 31 w 182"/>
                <a:gd name="T87" fmla="*/ 130 h 140"/>
                <a:gd name="T88" fmla="*/ 29 w 182"/>
                <a:gd name="T89" fmla="*/ 133 h 140"/>
                <a:gd name="T90" fmla="*/ 25 w 182"/>
                <a:gd name="T91" fmla="*/ 134 h 140"/>
                <a:gd name="T92" fmla="*/ 24 w 182"/>
                <a:gd name="T93" fmla="*/ 129 h 140"/>
                <a:gd name="T94" fmla="*/ 23 w 182"/>
                <a:gd name="T95" fmla="*/ 126 h 140"/>
                <a:gd name="T96" fmla="*/ 21 w 182"/>
                <a:gd name="T97" fmla="*/ 124 h 140"/>
                <a:gd name="T98" fmla="*/ 12 w 182"/>
                <a:gd name="T99" fmla="*/ 124 h 140"/>
                <a:gd name="T100" fmla="*/ 0 w 182"/>
                <a:gd name="T101" fmla="*/ 111 h 140"/>
                <a:gd name="T102" fmla="*/ 2 w 182"/>
                <a:gd name="T103" fmla="*/ 105 h 140"/>
                <a:gd name="T104" fmla="*/ 3 w 182"/>
                <a:gd name="T105" fmla="*/ 100 h 140"/>
                <a:gd name="T106" fmla="*/ 15 w 182"/>
                <a:gd name="T107" fmla="*/ 100 h 140"/>
                <a:gd name="T108" fmla="*/ 20 w 182"/>
                <a:gd name="T109" fmla="*/ 99 h 140"/>
                <a:gd name="T110" fmla="*/ 31 w 182"/>
                <a:gd name="T111" fmla="*/ 97 h 140"/>
                <a:gd name="T112" fmla="*/ 39 w 182"/>
                <a:gd name="T113" fmla="*/ 95 h 140"/>
                <a:gd name="T114" fmla="*/ 45 w 182"/>
                <a:gd name="T115" fmla="*/ 90 h 140"/>
                <a:gd name="T116" fmla="*/ 48 w 182"/>
                <a:gd name="T117" fmla="*/ 84 h 140"/>
                <a:gd name="T118" fmla="*/ 49 w 182"/>
                <a:gd name="T119" fmla="*/ 50 h 140"/>
                <a:gd name="T120" fmla="*/ 81 w 182"/>
                <a:gd name="T121" fmla="*/ 3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" h="140">
                  <a:moveTo>
                    <a:pt x="135" y="0"/>
                  </a:moveTo>
                  <a:lnTo>
                    <a:pt x="156" y="4"/>
                  </a:lnTo>
                  <a:lnTo>
                    <a:pt x="157" y="7"/>
                  </a:lnTo>
                  <a:lnTo>
                    <a:pt x="168" y="3"/>
                  </a:lnTo>
                  <a:lnTo>
                    <a:pt x="169" y="4"/>
                  </a:lnTo>
                  <a:lnTo>
                    <a:pt x="174" y="20"/>
                  </a:lnTo>
                  <a:lnTo>
                    <a:pt x="174" y="24"/>
                  </a:lnTo>
                  <a:lnTo>
                    <a:pt x="174" y="25"/>
                  </a:lnTo>
                  <a:lnTo>
                    <a:pt x="182" y="34"/>
                  </a:lnTo>
                  <a:lnTo>
                    <a:pt x="182" y="38"/>
                  </a:lnTo>
                  <a:lnTo>
                    <a:pt x="179" y="41"/>
                  </a:lnTo>
                  <a:lnTo>
                    <a:pt x="177" y="63"/>
                  </a:lnTo>
                  <a:lnTo>
                    <a:pt x="177" y="80"/>
                  </a:lnTo>
                  <a:lnTo>
                    <a:pt x="157" y="100"/>
                  </a:lnTo>
                  <a:lnTo>
                    <a:pt x="157" y="101"/>
                  </a:lnTo>
                  <a:lnTo>
                    <a:pt x="156" y="101"/>
                  </a:lnTo>
                  <a:lnTo>
                    <a:pt x="154" y="101"/>
                  </a:lnTo>
                  <a:lnTo>
                    <a:pt x="154" y="104"/>
                  </a:lnTo>
                  <a:lnTo>
                    <a:pt x="154" y="118"/>
                  </a:lnTo>
                  <a:lnTo>
                    <a:pt x="153" y="117"/>
                  </a:lnTo>
                  <a:lnTo>
                    <a:pt x="152" y="120"/>
                  </a:lnTo>
                  <a:lnTo>
                    <a:pt x="150" y="121"/>
                  </a:lnTo>
                  <a:lnTo>
                    <a:pt x="149" y="121"/>
                  </a:lnTo>
                  <a:lnTo>
                    <a:pt x="148" y="121"/>
                  </a:lnTo>
                  <a:lnTo>
                    <a:pt x="147" y="121"/>
                  </a:lnTo>
                  <a:lnTo>
                    <a:pt x="145" y="122"/>
                  </a:lnTo>
                  <a:lnTo>
                    <a:pt x="143" y="124"/>
                  </a:lnTo>
                  <a:lnTo>
                    <a:pt x="143" y="124"/>
                  </a:lnTo>
                  <a:lnTo>
                    <a:pt x="139" y="125"/>
                  </a:lnTo>
                  <a:lnTo>
                    <a:pt x="137" y="125"/>
                  </a:lnTo>
                  <a:lnTo>
                    <a:pt x="135" y="125"/>
                  </a:lnTo>
                  <a:lnTo>
                    <a:pt x="131" y="122"/>
                  </a:lnTo>
                  <a:lnTo>
                    <a:pt x="125" y="122"/>
                  </a:lnTo>
                  <a:lnTo>
                    <a:pt x="123" y="124"/>
                  </a:lnTo>
                  <a:lnTo>
                    <a:pt x="116" y="122"/>
                  </a:lnTo>
                  <a:lnTo>
                    <a:pt x="114" y="124"/>
                  </a:lnTo>
                  <a:lnTo>
                    <a:pt x="111" y="128"/>
                  </a:lnTo>
                  <a:lnTo>
                    <a:pt x="108" y="130"/>
                  </a:lnTo>
                  <a:lnTo>
                    <a:pt x="106" y="129"/>
                  </a:lnTo>
                  <a:lnTo>
                    <a:pt x="102" y="128"/>
                  </a:lnTo>
                  <a:lnTo>
                    <a:pt x="99" y="128"/>
                  </a:lnTo>
                  <a:lnTo>
                    <a:pt x="95" y="125"/>
                  </a:lnTo>
                  <a:lnTo>
                    <a:pt x="93" y="124"/>
                  </a:lnTo>
                  <a:lnTo>
                    <a:pt x="93" y="124"/>
                  </a:lnTo>
                  <a:lnTo>
                    <a:pt x="90" y="121"/>
                  </a:lnTo>
                  <a:lnTo>
                    <a:pt x="89" y="121"/>
                  </a:lnTo>
                  <a:lnTo>
                    <a:pt x="89" y="122"/>
                  </a:lnTo>
                  <a:lnTo>
                    <a:pt x="85" y="122"/>
                  </a:lnTo>
                  <a:lnTo>
                    <a:pt x="82" y="124"/>
                  </a:lnTo>
                  <a:lnTo>
                    <a:pt x="81" y="124"/>
                  </a:lnTo>
                  <a:lnTo>
                    <a:pt x="79" y="125"/>
                  </a:lnTo>
                  <a:lnTo>
                    <a:pt x="79" y="125"/>
                  </a:lnTo>
                  <a:lnTo>
                    <a:pt x="77" y="124"/>
                  </a:lnTo>
                  <a:lnTo>
                    <a:pt x="74" y="120"/>
                  </a:lnTo>
                  <a:lnTo>
                    <a:pt x="73" y="118"/>
                  </a:lnTo>
                  <a:lnTo>
                    <a:pt x="69" y="117"/>
                  </a:lnTo>
                  <a:lnTo>
                    <a:pt x="68" y="117"/>
                  </a:lnTo>
                  <a:lnTo>
                    <a:pt x="66" y="117"/>
                  </a:lnTo>
                  <a:lnTo>
                    <a:pt x="62" y="116"/>
                  </a:lnTo>
                  <a:lnTo>
                    <a:pt x="61" y="116"/>
                  </a:lnTo>
                  <a:lnTo>
                    <a:pt x="60" y="116"/>
                  </a:lnTo>
                  <a:lnTo>
                    <a:pt x="58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8"/>
                  </a:lnTo>
                  <a:lnTo>
                    <a:pt x="45" y="120"/>
                  </a:lnTo>
                  <a:lnTo>
                    <a:pt x="44" y="121"/>
                  </a:lnTo>
                  <a:lnTo>
                    <a:pt x="45" y="122"/>
                  </a:lnTo>
                  <a:lnTo>
                    <a:pt x="45" y="124"/>
                  </a:lnTo>
                  <a:lnTo>
                    <a:pt x="44" y="124"/>
                  </a:lnTo>
                  <a:lnTo>
                    <a:pt x="45" y="126"/>
                  </a:lnTo>
                  <a:lnTo>
                    <a:pt x="45" y="128"/>
                  </a:lnTo>
                  <a:lnTo>
                    <a:pt x="45" y="129"/>
                  </a:lnTo>
                  <a:lnTo>
                    <a:pt x="44" y="129"/>
                  </a:lnTo>
                  <a:lnTo>
                    <a:pt x="41" y="132"/>
                  </a:lnTo>
                  <a:lnTo>
                    <a:pt x="41" y="133"/>
                  </a:lnTo>
                  <a:lnTo>
                    <a:pt x="41" y="134"/>
                  </a:lnTo>
                  <a:lnTo>
                    <a:pt x="43" y="137"/>
                  </a:lnTo>
                  <a:lnTo>
                    <a:pt x="44" y="137"/>
                  </a:lnTo>
                  <a:lnTo>
                    <a:pt x="44" y="138"/>
                  </a:lnTo>
                  <a:lnTo>
                    <a:pt x="41" y="140"/>
                  </a:lnTo>
                  <a:lnTo>
                    <a:pt x="39" y="137"/>
                  </a:lnTo>
                  <a:lnTo>
                    <a:pt x="36" y="136"/>
                  </a:lnTo>
                  <a:lnTo>
                    <a:pt x="35" y="133"/>
                  </a:lnTo>
                  <a:lnTo>
                    <a:pt x="31" y="130"/>
                  </a:lnTo>
                  <a:lnTo>
                    <a:pt x="29" y="132"/>
                  </a:lnTo>
                  <a:lnTo>
                    <a:pt x="29" y="133"/>
                  </a:lnTo>
                  <a:lnTo>
                    <a:pt x="28" y="134"/>
                  </a:lnTo>
                  <a:lnTo>
                    <a:pt x="25" y="134"/>
                  </a:lnTo>
                  <a:lnTo>
                    <a:pt x="23" y="132"/>
                  </a:lnTo>
                  <a:lnTo>
                    <a:pt x="24" y="129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1" y="124"/>
                  </a:lnTo>
                  <a:lnTo>
                    <a:pt x="16" y="126"/>
                  </a:lnTo>
                  <a:lnTo>
                    <a:pt x="12" y="124"/>
                  </a:lnTo>
                  <a:lnTo>
                    <a:pt x="12" y="118"/>
                  </a:lnTo>
                  <a:lnTo>
                    <a:pt x="0" y="111"/>
                  </a:lnTo>
                  <a:lnTo>
                    <a:pt x="0" y="108"/>
                  </a:lnTo>
                  <a:lnTo>
                    <a:pt x="2" y="105"/>
                  </a:lnTo>
                  <a:lnTo>
                    <a:pt x="3" y="103"/>
                  </a:lnTo>
                  <a:lnTo>
                    <a:pt x="3" y="100"/>
                  </a:lnTo>
                  <a:lnTo>
                    <a:pt x="6" y="101"/>
                  </a:lnTo>
                  <a:lnTo>
                    <a:pt x="15" y="100"/>
                  </a:lnTo>
                  <a:lnTo>
                    <a:pt x="18" y="100"/>
                  </a:lnTo>
                  <a:lnTo>
                    <a:pt x="20" y="99"/>
                  </a:lnTo>
                  <a:lnTo>
                    <a:pt x="28" y="99"/>
                  </a:lnTo>
                  <a:lnTo>
                    <a:pt x="31" y="97"/>
                  </a:lnTo>
                  <a:lnTo>
                    <a:pt x="35" y="96"/>
                  </a:lnTo>
                  <a:lnTo>
                    <a:pt x="39" y="95"/>
                  </a:lnTo>
                  <a:lnTo>
                    <a:pt x="44" y="91"/>
                  </a:lnTo>
                  <a:lnTo>
                    <a:pt x="45" y="90"/>
                  </a:lnTo>
                  <a:lnTo>
                    <a:pt x="45" y="84"/>
                  </a:lnTo>
                  <a:lnTo>
                    <a:pt x="48" y="84"/>
                  </a:lnTo>
                  <a:lnTo>
                    <a:pt x="48" y="72"/>
                  </a:lnTo>
                  <a:lnTo>
                    <a:pt x="49" y="50"/>
                  </a:lnTo>
                  <a:lnTo>
                    <a:pt x="66" y="46"/>
                  </a:lnTo>
                  <a:lnTo>
                    <a:pt x="81" y="33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6" name="Freeform 465"/>
            <p:cNvSpPr>
              <a:spLocks/>
            </p:cNvSpPr>
            <p:nvPr/>
          </p:nvSpPr>
          <p:spPr bwMode="auto">
            <a:xfrm>
              <a:off x="5866774" y="3931672"/>
              <a:ext cx="345133" cy="294378"/>
            </a:xfrm>
            <a:custGeom>
              <a:avLst/>
              <a:gdLst>
                <a:gd name="T0" fmla="*/ 34 w 136"/>
                <a:gd name="T1" fmla="*/ 1 h 116"/>
                <a:gd name="T2" fmla="*/ 41 w 136"/>
                <a:gd name="T3" fmla="*/ 2 h 116"/>
                <a:gd name="T4" fmla="*/ 47 w 136"/>
                <a:gd name="T5" fmla="*/ 9 h 116"/>
                <a:gd name="T6" fmla="*/ 50 w 136"/>
                <a:gd name="T7" fmla="*/ 8 h 116"/>
                <a:gd name="T8" fmla="*/ 57 w 136"/>
                <a:gd name="T9" fmla="*/ 5 h 116"/>
                <a:gd name="T10" fmla="*/ 61 w 136"/>
                <a:gd name="T11" fmla="*/ 8 h 116"/>
                <a:gd name="T12" fmla="*/ 70 w 136"/>
                <a:gd name="T13" fmla="*/ 12 h 116"/>
                <a:gd name="T14" fmla="*/ 79 w 136"/>
                <a:gd name="T15" fmla="*/ 12 h 116"/>
                <a:gd name="T16" fmla="*/ 91 w 136"/>
                <a:gd name="T17" fmla="*/ 8 h 116"/>
                <a:gd name="T18" fmla="*/ 103 w 136"/>
                <a:gd name="T19" fmla="*/ 9 h 116"/>
                <a:gd name="T20" fmla="*/ 111 w 136"/>
                <a:gd name="T21" fmla="*/ 10 h 116"/>
                <a:gd name="T22" fmla="*/ 115 w 136"/>
                <a:gd name="T23" fmla="*/ 5 h 116"/>
                <a:gd name="T24" fmla="*/ 118 w 136"/>
                <a:gd name="T25" fmla="*/ 5 h 116"/>
                <a:gd name="T26" fmla="*/ 124 w 136"/>
                <a:gd name="T27" fmla="*/ 2 h 116"/>
                <a:gd name="T28" fmla="*/ 129 w 136"/>
                <a:gd name="T29" fmla="*/ 10 h 116"/>
                <a:gd name="T30" fmla="*/ 130 w 136"/>
                <a:gd name="T31" fmla="*/ 14 h 116"/>
                <a:gd name="T32" fmla="*/ 134 w 136"/>
                <a:gd name="T33" fmla="*/ 21 h 116"/>
                <a:gd name="T34" fmla="*/ 136 w 136"/>
                <a:gd name="T35" fmla="*/ 27 h 116"/>
                <a:gd name="T36" fmla="*/ 130 w 136"/>
                <a:gd name="T37" fmla="*/ 31 h 116"/>
                <a:gd name="T38" fmla="*/ 126 w 136"/>
                <a:gd name="T39" fmla="*/ 34 h 116"/>
                <a:gd name="T40" fmla="*/ 122 w 136"/>
                <a:gd name="T41" fmla="*/ 42 h 116"/>
                <a:gd name="T42" fmla="*/ 122 w 136"/>
                <a:gd name="T43" fmla="*/ 50 h 116"/>
                <a:gd name="T44" fmla="*/ 116 w 136"/>
                <a:gd name="T45" fmla="*/ 55 h 116"/>
                <a:gd name="T46" fmla="*/ 115 w 136"/>
                <a:gd name="T47" fmla="*/ 63 h 116"/>
                <a:gd name="T48" fmla="*/ 108 w 136"/>
                <a:gd name="T49" fmla="*/ 70 h 116"/>
                <a:gd name="T50" fmla="*/ 104 w 136"/>
                <a:gd name="T51" fmla="*/ 76 h 116"/>
                <a:gd name="T52" fmla="*/ 103 w 136"/>
                <a:gd name="T53" fmla="*/ 83 h 116"/>
                <a:gd name="T54" fmla="*/ 100 w 136"/>
                <a:gd name="T55" fmla="*/ 85 h 116"/>
                <a:gd name="T56" fmla="*/ 95 w 136"/>
                <a:gd name="T57" fmla="*/ 89 h 116"/>
                <a:gd name="T58" fmla="*/ 88 w 136"/>
                <a:gd name="T59" fmla="*/ 84 h 116"/>
                <a:gd name="T60" fmla="*/ 83 w 136"/>
                <a:gd name="T61" fmla="*/ 83 h 116"/>
                <a:gd name="T62" fmla="*/ 79 w 136"/>
                <a:gd name="T63" fmla="*/ 85 h 116"/>
                <a:gd name="T64" fmla="*/ 75 w 136"/>
                <a:gd name="T65" fmla="*/ 92 h 116"/>
                <a:gd name="T66" fmla="*/ 71 w 136"/>
                <a:gd name="T67" fmla="*/ 97 h 116"/>
                <a:gd name="T68" fmla="*/ 70 w 136"/>
                <a:gd name="T69" fmla="*/ 104 h 116"/>
                <a:gd name="T70" fmla="*/ 66 w 136"/>
                <a:gd name="T71" fmla="*/ 112 h 116"/>
                <a:gd name="T72" fmla="*/ 63 w 136"/>
                <a:gd name="T73" fmla="*/ 109 h 116"/>
                <a:gd name="T74" fmla="*/ 57 w 136"/>
                <a:gd name="T75" fmla="*/ 113 h 116"/>
                <a:gd name="T76" fmla="*/ 47 w 136"/>
                <a:gd name="T77" fmla="*/ 116 h 116"/>
                <a:gd name="T78" fmla="*/ 29 w 136"/>
                <a:gd name="T79" fmla="*/ 112 h 116"/>
                <a:gd name="T80" fmla="*/ 25 w 136"/>
                <a:gd name="T81" fmla="*/ 104 h 116"/>
                <a:gd name="T82" fmla="*/ 9 w 136"/>
                <a:gd name="T83" fmla="*/ 88 h 116"/>
                <a:gd name="T84" fmla="*/ 0 w 136"/>
                <a:gd name="T85" fmla="*/ 87 h 116"/>
                <a:gd name="T86" fmla="*/ 0 w 136"/>
                <a:gd name="T87" fmla="*/ 77 h 116"/>
                <a:gd name="T88" fmla="*/ 0 w 136"/>
                <a:gd name="T89" fmla="*/ 68 h 116"/>
                <a:gd name="T90" fmla="*/ 0 w 136"/>
                <a:gd name="T91" fmla="*/ 66 h 116"/>
                <a:gd name="T92" fmla="*/ 0 w 136"/>
                <a:gd name="T93" fmla="*/ 60 h 116"/>
                <a:gd name="T94" fmla="*/ 3 w 136"/>
                <a:gd name="T95" fmla="*/ 55 h 116"/>
                <a:gd name="T96" fmla="*/ 7 w 136"/>
                <a:gd name="T97" fmla="*/ 52 h 116"/>
                <a:gd name="T98" fmla="*/ 11 w 136"/>
                <a:gd name="T99" fmla="*/ 46 h 116"/>
                <a:gd name="T100" fmla="*/ 9 w 136"/>
                <a:gd name="T101" fmla="*/ 42 h 116"/>
                <a:gd name="T102" fmla="*/ 13 w 136"/>
                <a:gd name="T103" fmla="*/ 39 h 116"/>
                <a:gd name="T104" fmla="*/ 13 w 136"/>
                <a:gd name="T105" fmla="*/ 31 h 116"/>
                <a:gd name="T106" fmla="*/ 9 w 136"/>
                <a:gd name="T107" fmla="*/ 25 h 116"/>
                <a:gd name="T108" fmla="*/ 11 w 136"/>
                <a:gd name="T109" fmla="*/ 21 h 116"/>
                <a:gd name="T110" fmla="*/ 9 w 136"/>
                <a:gd name="T111" fmla="*/ 16 h 116"/>
                <a:gd name="T112" fmla="*/ 13 w 136"/>
                <a:gd name="T113" fmla="*/ 12 h 116"/>
                <a:gd name="T114" fmla="*/ 13 w 136"/>
                <a:gd name="T115" fmla="*/ 8 h 116"/>
                <a:gd name="T116" fmla="*/ 13 w 136"/>
                <a:gd name="T117" fmla="*/ 4 h 116"/>
                <a:gd name="T118" fmla="*/ 17 w 136"/>
                <a:gd name="T119" fmla="*/ 1 h 116"/>
                <a:gd name="T120" fmla="*/ 22 w 136"/>
                <a:gd name="T121" fmla="*/ 1 h 116"/>
                <a:gd name="T122" fmla="*/ 29 w 136"/>
                <a:gd name="T12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6" h="116">
                  <a:moveTo>
                    <a:pt x="29" y="0"/>
                  </a:moveTo>
                  <a:lnTo>
                    <a:pt x="30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41" y="2"/>
                  </a:lnTo>
                  <a:lnTo>
                    <a:pt x="42" y="4"/>
                  </a:lnTo>
                  <a:lnTo>
                    <a:pt x="45" y="8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8"/>
                  </a:lnTo>
                  <a:lnTo>
                    <a:pt x="53" y="6"/>
                  </a:lnTo>
                  <a:lnTo>
                    <a:pt x="57" y="6"/>
                  </a:lnTo>
                  <a:lnTo>
                    <a:pt x="57" y="5"/>
                  </a:lnTo>
                  <a:lnTo>
                    <a:pt x="58" y="5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9"/>
                  </a:lnTo>
                  <a:lnTo>
                    <a:pt x="67" y="12"/>
                  </a:lnTo>
                  <a:lnTo>
                    <a:pt x="70" y="12"/>
                  </a:lnTo>
                  <a:lnTo>
                    <a:pt x="74" y="13"/>
                  </a:lnTo>
                  <a:lnTo>
                    <a:pt x="76" y="14"/>
                  </a:lnTo>
                  <a:lnTo>
                    <a:pt x="79" y="12"/>
                  </a:lnTo>
                  <a:lnTo>
                    <a:pt x="82" y="8"/>
                  </a:lnTo>
                  <a:lnTo>
                    <a:pt x="84" y="6"/>
                  </a:lnTo>
                  <a:lnTo>
                    <a:pt x="91" y="8"/>
                  </a:lnTo>
                  <a:lnTo>
                    <a:pt x="93" y="6"/>
                  </a:lnTo>
                  <a:lnTo>
                    <a:pt x="99" y="6"/>
                  </a:lnTo>
                  <a:lnTo>
                    <a:pt x="103" y="9"/>
                  </a:lnTo>
                  <a:lnTo>
                    <a:pt x="105" y="9"/>
                  </a:lnTo>
                  <a:lnTo>
                    <a:pt x="108" y="10"/>
                  </a:lnTo>
                  <a:lnTo>
                    <a:pt x="111" y="10"/>
                  </a:lnTo>
                  <a:lnTo>
                    <a:pt x="111" y="8"/>
                  </a:lnTo>
                  <a:lnTo>
                    <a:pt x="113" y="6"/>
                  </a:lnTo>
                  <a:lnTo>
                    <a:pt x="115" y="5"/>
                  </a:lnTo>
                  <a:lnTo>
                    <a:pt x="116" y="5"/>
                  </a:lnTo>
                  <a:lnTo>
                    <a:pt x="117" y="5"/>
                  </a:lnTo>
                  <a:lnTo>
                    <a:pt x="118" y="5"/>
                  </a:lnTo>
                  <a:lnTo>
                    <a:pt x="120" y="4"/>
                  </a:lnTo>
                  <a:lnTo>
                    <a:pt x="121" y="1"/>
                  </a:lnTo>
                  <a:lnTo>
                    <a:pt x="124" y="2"/>
                  </a:lnTo>
                  <a:lnTo>
                    <a:pt x="128" y="6"/>
                  </a:lnTo>
                  <a:lnTo>
                    <a:pt x="129" y="10"/>
                  </a:lnTo>
                  <a:lnTo>
                    <a:pt x="129" y="10"/>
                  </a:lnTo>
                  <a:lnTo>
                    <a:pt x="129" y="10"/>
                  </a:lnTo>
                  <a:lnTo>
                    <a:pt x="130" y="13"/>
                  </a:lnTo>
                  <a:lnTo>
                    <a:pt x="130" y="14"/>
                  </a:lnTo>
                  <a:lnTo>
                    <a:pt x="130" y="18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2"/>
                  </a:lnTo>
                  <a:lnTo>
                    <a:pt x="134" y="24"/>
                  </a:lnTo>
                  <a:lnTo>
                    <a:pt x="136" y="27"/>
                  </a:lnTo>
                  <a:lnTo>
                    <a:pt x="136" y="29"/>
                  </a:lnTo>
                  <a:lnTo>
                    <a:pt x="133" y="30"/>
                  </a:lnTo>
                  <a:lnTo>
                    <a:pt x="130" y="31"/>
                  </a:lnTo>
                  <a:lnTo>
                    <a:pt x="129" y="31"/>
                  </a:lnTo>
                  <a:lnTo>
                    <a:pt x="128" y="34"/>
                  </a:lnTo>
                  <a:lnTo>
                    <a:pt x="126" y="34"/>
                  </a:lnTo>
                  <a:lnTo>
                    <a:pt x="125" y="35"/>
                  </a:lnTo>
                  <a:lnTo>
                    <a:pt x="124" y="39"/>
                  </a:lnTo>
                  <a:lnTo>
                    <a:pt x="122" y="42"/>
                  </a:lnTo>
                  <a:lnTo>
                    <a:pt x="122" y="43"/>
                  </a:lnTo>
                  <a:lnTo>
                    <a:pt x="122" y="47"/>
                  </a:lnTo>
                  <a:lnTo>
                    <a:pt x="122" y="50"/>
                  </a:lnTo>
                  <a:lnTo>
                    <a:pt x="120" y="52"/>
                  </a:lnTo>
                  <a:lnTo>
                    <a:pt x="117" y="52"/>
                  </a:lnTo>
                  <a:lnTo>
                    <a:pt x="116" y="55"/>
                  </a:lnTo>
                  <a:lnTo>
                    <a:pt x="116" y="58"/>
                  </a:lnTo>
                  <a:lnTo>
                    <a:pt x="115" y="60"/>
                  </a:lnTo>
                  <a:lnTo>
                    <a:pt x="115" y="63"/>
                  </a:lnTo>
                  <a:lnTo>
                    <a:pt x="112" y="64"/>
                  </a:lnTo>
                  <a:lnTo>
                    <a:pt x="109" y="67"/>
                  </a:lnTo>
                  <a:lnTo>
                    <a:pt x="108" y="70"/>
                  </a:lnTo>
                  <a:lnTo>
                    <a:pt x="108" y="71"/>
                  </a:lnTo>
                  <a:lnTo>
                    <a:pt x="108" y="72"/>
                  </a:lnTo>
                  <a:lnTo>
                    <a:pt x="104" y="76"/>
                  </a:lnTo>
                  <a:lnTo>
                    <a:pt x="104" y="79"/>
                  </a:lnTo>
                  <a:lnTo>
                    <a:pt x="104" y="81"/>
                  </a:lnTo>
                  <a:lnTo>
                    <a:pt x="103" y="83"/>
                  </a:lnTo>
                  <a:lnTo>
                    <a:pt x="100" y="84"/>
                  </a:lnTo>
                  <a:lnTo>
                    <a:pt x="100" y="85"/>
                  </a:lnTo>
                  <a:lnTo>
                    <a:pt x="100" y="85"/>
                  </a:lnTo>
                  <a:lnTo>
                    <a:pt x="97" y="88"/>
                  </a:lnTo>
                  <a:lnTo>
                    <a:pt x="96" y="91"/>
                  </a:lnTo>
                  <a:lnTo>
                    <a:pt x="95" y="89"/>
                  </a:lnTo>
                  <a:lnTo>
                    <a:pt x="92" y="88"/>
                  </a:lnTo>
                  <a:lnTo>
                    <a:pt x="91" y="85"/>
                  </a:lnTo>
                  <a:lnTo>
                    <a:pt x="88" y="84"/>
                  </a:lnTo>
                  <a:lnTo>
                    <a:pt x="87" y="84"/>
                  </a:lnTo>
                  <a:lnTo>
                    <a:pt x="84" y="84"/>
                  </a:lnTo>
                  <a:lnTo>
                    <a:pt x="83" y="83"/>
                  </a:lnTo>
                  <a:lnTo>
                    <a:pt x="83" y="84"/>
                  </a:lnTo>
                  <a:lnTo>
                    <a:pt x="80" y="84"/>
                  </a:lnTo>
                  <a:lnTo>
                    <a:pt x="79" y="85"/>
                  </a:lnTo>
                  <a:lnTo>
                    <a:pt x="79" y="88"/>
                  </a:lnTo>
                  <a:lnTo>
                    <a:pt x="76" y="91"/>
                  </a:lnTo>
                  <a:lnTo>
                    <a:pt x="75" y="92"/>
                  </a:lnTo>
                  <a:lnTo>
                    <a:pt x="72" y="93"/>
                  </a:lnTo>
                  <a:lnTo>
                    <a:pt x="71" y="96"/>
                  </a:lnTo>
                  <a:lnTo>
                    <a:pt x="71" y="97"/>
                  </a:lnTo>
                  <a:lnTo>
                    <a:pt x="70" y="99"/>
                  </a:lnTo>
                  <a:lnTo>
                    <a:pt x="70" y="100"/>
                  </a:lnTo>
                  <a:lnTo>
                    <a:pt x="70" y="104"/>
                  </a:lnTo>
                  <a:lnTo>
                    <a:pt x="68" y="106"/>
                  </a:lnTo>
                  <a:lnTo>
                    <a:pt x="66" y="110"/>
                  </a:lnTo>
                  <a:lnTo>
                    <a:pt x="66" y="112"/>
                  </a:lnTo>
                  <a:lnTo>
                    <a:pt x="66" y="112"/>
                  </a:lnTo>
                  <a:lnTo>
                    <a:pt x="65" y="112"/>
                  </a:lnTo>
                  <a:lnTo>
                    <a:pt x="63" y="109"/>
                  </a:lnTo>
                  <a:lnTo>
                    <a:pt x="62" y="113"/>
                  </a:lnTo>
                  <a:lnTo>
                    <a:pt x="58" y="113"/>
                  </a:lnTo>
                  <a:lnTo>
                    <a:pt x="57" y="113"/>
                  </a:lnTo>
                  <a:lnTo>
                    <a:pt x="50" y="114"/>
                  </a:lnTo>
                  <a:lnTo>
                    <a:pt x="50" y="114"/>
                  </a:lnTo>
                  <a:lnTo>
                    <a:pt x="47" y="116"/>
                  </a:lnTo>
                  <a:lnTo>
                    <a:pt x="36" y="116"/>
                  </a:lnTo>
                  <a:lnTo>
                    <a:pt x="32" y="114"/>
                  </a:lnTo>
                  <a:lnTo>
                    <a:pt x="29" y="112"/>
                  </a:lnTo>
                  <a:lnTo>
                    <a:pt x="26" y="108"/>
                  </a:lnTo>
                  <a:lnTo>
                    <a:pt x="25" y="108"/>
                  </a:lnTo>
                  <a:lnTo>
                    <a:pt x="25" y="104"/>
                  </a:lnTo>
                  <a:lnTo>
                    <a:pt x="22" y="97"/>
                  </a:lnTo>
                  <a:lnTo>
                    <a:pt x="17" y="93"/>
                  </a:lnTo>
                  <a:lnTo>
                    <a:pt x="9" y="88"/>
                  </a:lnTo>
                  <a:lnTo>
                    <a:pt x="5" y="89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0"/>
                  </a:lnTo>
                  <a:lnTo>
                    <a:pt x="0" y="79"/>
                  </a:lnTo>
                  <a:lnTo>
                    <a:pt x="0" y="77"/>
                  </a:lnTo>
                  <a:lnTo>
                    <a:pt x="0" y="72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1" y="56"/>
                  </a:lnTo>
                  <a:lnTo>
                    <a:pt x="3" y="55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7" y="52"/>
                  </a:lnTo>
                  <a:lnTo>
                    <a:pt x="8" y="50"/>
                  </a:lnTo>
                  <a:lnTo>
                    <a:pt x="8" y="47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9" y="42"/>
                  </a:lnTo>
                  <a:lnTo>
                    <a:pt x="11" y="42"/>
                  </a:lnTo>
                  <a:lnTo>
                    <a:pt x="11" y="39"/>
                  </a:lnTo>
                  <a:lnTo>
                    <a:pt x="13" y="39"/>
                  </a:lnTo>
                  <a:lnTo>
                    <a:pt x="14" y="38"/>
                  </a:lnTo>
                  <a:lnTo>
                    <a:pt x="13" y="34"/>
                  </a:lnTo>
                  <a:lnTo>
                    <a:pt x="13" y="31"/>
                  </a:lnTo>
                  <a:lnTo>
                    <a:pt x="9" y="29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9" y="18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7" name="Freeform 466"/>
            <p:cNvSpPr>
              <a:spLocks/>
            </p:cNvSpPr>
            <p:nvPr/>
          </p:nvSpPr>
          <p:spPr bwMode="auto">
            <a:xfrm>
              <a:off x="5965747" y="4342787"/>
              <a:ext cx="10151" cy="10151"/>
            </a:xfrm>
            <a:custGeom>
              <a:avLst/>
              <a:gdLst>
                <a:gd name="T0" fmla="*/ 2 w 4"/>
                <a:gd name="T1" fmla="*/ 0 h 4"/>
                <a:gd name="T2" fmla="*/ 4 w 4"/>
                <a:gd name="T3" fmla="*/ 1 h 4"/>
                <a:gd name="T4" fmla="*/ 3 w 4"/>
                <a:gd name="T5" fmla="*/ 4 h 4"/>
                <a:gd name="T6" fmla="*/ 2 w 4"/>
                <a:gd name="T7" fmla="*/ 4 h 4"/>
                <a:gd name="T8" fmla="*/ 2 w 4"/>
                <a:gd name="T9" fmla="*/ 4 h 4"/>
                <a:gd name="T10" fmla="*/ 0 w 4"/>
                <a:gd name="T11" fmla="*/ 2 h 4"/>
                <a:gd name="T12" fmla="*/ 2 w 4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lnTo>
                    <a:pt x="4" y="1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8" name="Freeform 467"/>
            <p:cNvSpPr>
              <a:spLocks/>
            </p:cNvSpPr>
            <p:nvPr/>
          </p:nvSpPr>
          <p:spPr bwMode="auto">
            <a:xfrm>
              <a:off x="6024114" y="4236202"/>
              <a:ext cx="15226" cy="22840"/>
            </a:xfrm>
            <a:custGeom>
              <a:avLst/>
              <a:gdLst>
                <a:gd name="T0" fmla="*/ 5 w 6"/>
                <a:gd name="T1" fmla="*/ 0 h 9"/>
                <a:gd name="T2" fmla="*/ 6 w 6"/>
                <a:gd name="T3" fmla="*/ 1 h 9"/>
                <a:gd name="T4" fmla="*/ 6 w 6"/>
                <a:gd name="T5" fmla="*/ 5 h 9"/>
                <a:gd name="T6" fmla="*/ 5 w 6"/>
                <a:gd name="T7" fmla="*/ 9 h 9"/>
                <a:gd name="T8" fmla="*/ 3 w 6"/>
                <a:gd name="T9" fmla="*/ 9 h 9"/>
                <a:gd name="T10" fmla="*/ 0 w 6"/>
                <a:gd name="T11" fmla="*/ 7 h 9"/>
                <a:gd name="T12" fmla="*/ 0 w 6"/>
                <a:gd name="T13" fmla="*/ 6 h 9"/>
                <a:gd name="T14" fmla="*/ 3 w 6"/>
                <a:gd name="T15" fmla="*/ 6 h 9"/>
                <a:gd name="T16" fmla="*/ 3 w 6"/>
                <a:gd name="T17" fmla="*/ 2 h 9"/>
                <a:gd name="T18" fmla="*/ 5 w 6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6" y="1"/>
                  </a:lnTo>
                  <a:lnTo>
                    <a:pt x="6" y="5"/>
                  </a:lnTo>
                  <a:lnTo>
                    <a:pt x="5" y="9"/>
                  </a:lnTo>
                  <a:lnTo>
                    <a:pt x="3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9" name="Freeform 468"/>
            <p:cNvSpPr>
              <a:spLocks/>
            </p:cNvSpPr>
            <p:nvPr/>
          </p:nvSpPr>
          <p:spPr bwMode="auto">
            <a:xfrm>
              <a:off x="6034265" y="3957050"/>
              <a:ext cx="225860" cy="345133"/>
            </a:xfrm>
            <a:custGeom>
              <a:avLst/>
              <a:gdLst>
                <a:gd name="T0" fmla="*/ 72 w 89"/>
                <a:gd name="T1" fmla="*/ 6 h 136"/>
                <a:gd name="T2" fmla="*/ 74 w 89"/>
                <a:gd name="T3" fmla="*/ 12 h 136"/>
                <a:gd name="T4" fmla="*/ 75 w 89"/>
                <a:gd name="T5" fmla="*/ 17 h 136"/>
                <a:gd name="T6" fmla="*/ 75 w 89"/>
                <a:gd name="T7" fmla="*/ 24 h 136"/>
                <a:gd name="T8" fmla="*/ 76 w 89"/>
                <a:gd name="T9" fmla="*/ 31 h 136"/>
                <a:gd name="T10" fmla="*/ 81 w 89"/>
                <a:gd name="T11" fmla="*/ 36 h 136"/>
                <a:gd name="T12" fmla="*/ 80 w 89"/>
                <a:gd name="T13" fmla="*/ 37 h 136"/>
                <a:gd name="T14" fmla="*/ 74 w 89"/>
                <a:gd name="T15" fmla="*/ 37 h 136"/>
                <a:gd name="T16" fmla="*/ 70 w 89"/>
                <a:gd name="T17" fmla="*/ 36 h 136"/>
                <a:gd name="T18" fmla="*/ 66 w 89"/>
                <a:gd name="T19" fmla="*/ 39 h 136"/>
                <a:gd name="T20" fmla="*/ 64 w 89"/>
                <a:gd name="T21" fmla="*/ 42 h 136"/>
                <a:gd name="T22" fmla="*/ 68 w 89"/>
                <a:gd name="T23" fmla="*/ 46 h 136"/>
                <a:gd name="T24" fmla="*/ 79 w 89"/>
                <a:gd name="T25" fmla="*/ 56 h 136"/>
                <a:gd name="T26" fmla="*/ 83 w 89"/>
                <a:gd name="T27" fmla="*/ 65 h 136"/>
                <a:gd name="T28" fmla="*/ 78 w 89"/>
                <a:gd name="T29" fmla="*/ 71 h 136"/>
                <a:gd name="T30" fmla="*/ 72 w 89"/>
                <a:gd name="T31" fmla="*/ 81 h 136"/>
                <a:gd name="T32" fmla="*/ 70 w 89"/>
                <a:gd name="T33" fmla="*/ 86 h 136"/>
                <a:gd name="T34" fmla="*/ 71 w 89"/>
                <a:gd name="T35" fmla="*/ 95 h 136"/>
                <a:gd name="T36" fmla="*/ 72 w 89"/>
                <a:gd name="T37" fmla="*/ 103 h 136"/>
                <a:gd name="T38" fmla="*/ 79 w 89"/>
                <a:gd name="T39" fmla="*/ 110 h 136"/>
                <a:gd name="T40" fmla="*/ 85 w 89"/>
                <a:gd name="T41" fmla="*/ 119 h 136"/>
                <a:gd name="T42" fmla="*/ 89 w 89"/>
                <a:gd name="T43" fmla="*/ 127 h 136"/>
                <a:gd name="T44" fmla="*/ 89 w 89"/>
                <a:gd name="T45" fmla="*/ 128 h 136"/>
                <a:gd name="T46" fmla="*/ 87 w 89"/>
                <a:gd name="T47" fmla="*/ 132 h 136"/>
                <a:gd name="T48" fmla="*/ 87 w 89"/>
                <a:gd name="T49" fmla="*/ 136 h 136"/>
                <a:gd name="T50" fmla="*/ 84 w 89"/>
                <a:gd name="T51" fmla="*/ 135 h 136"/>
                <a:gd name="T52" fmla="*/ 80 w 89"/>
                <a:gd name="T53" fmla="*/ 135 h 136"/>
                <a:gd name="T54" fmla="*/ 76 w 89"/>
                <a:gd name="T55" fmla="*/ 133 h 136"/>
                <a:gd name="T56" fmla="*/ 74 w 89"/>
                <a:gd name="T57" fmla="*/ 132 h 136"/>
                <a:gd name="T58" fmla="*/ 70 w 89"/>
                <a:gd name="T59" fmla="*/ 132 h 136"/>
                <a:gd name="T60" fmla="*/ 52 w 89"/>
                <a:gd name="T61" fmla="*/ 132 h 136"/>
                <a:gd name="T62" fmla="*/ 51 w 89"/>
                <a:gd name="T63" fmla="*/ 131 h 136"/>
                <a:gd name="T64" fmla="*/ 46 w 89"/>
                <a:gd name="T65" fmla="*/ 131 h 136"/>
                <a:gd name="T66" fmla="*/ 39 w 89"/>
                <a:gd name="T67" fmla="*/ 129 h 136"/>
                <a:gd name="T68" fmla="*/ 34 w 89"/>
                <a:gd name="T69" fmla="*/ 131 h 136"/>
                <a:gd name="T70" fmla="*/ 31 w 89"/>
                <a:gd name="T71" fmla="*/ 132 h 136"/>
                <a:gd name="T72" fmla="*/ 16 w 89"/>
                <a:gd name="T73" fmla="*/ 131 h 136"/>
                <a:gd name="T74" fmla="*/ 16 w 89"/>
                <a:gd name="T75" fmla="*/ 129 h 136"/>
                <a:gd name="T76" fmla="*/ 14 w 89"/>
                <a:gd name="T77" fmla="*/ 119 h 136"/>
                <a:gd name="T78" fmla="*/ 13 w 89"/>
                <a:gd name="T79" fmla="*/ 111 h 136"/>
                <a:gd name="T80" fmla="*/ 6 w 89"/>
                <a:gd name="T81" fmla="*/ 108 h 136"/>
                <a:gd name="T82" fmla="*/ 1 w 89"/>
                <a:gd name="T83" fmla="*/ 102 h 136"/>
                <a:gd name="T84" fmla="*/ 2 w 89"/>
                <a:gd name="T85" fmla="*/ 96 h 136"/>
                <a:gd name="T86" fmla="*/ 4 w 89"/>
                <a:gd name="T87" fmla="*/ 89 h 136"/>
                <a:gd name="T88" fmla="*/ 6 w 89"/>
                <a:gd name="T89" fmla="*/ 83 h 136"/>
                <a:gd name="T90" fmla="*/ 13 w 89"/>
                <a:gd name="T91" fmla="*/ 78 h 136"/>
                <a:gd name="T92" fmla="*/ 17 w 89"/>
                <a:gd name="T93" fmla="*/ 74 h 136"/>
                <a:gd name="T94" fmla="*/ 21 w 89"/>
                <a:gd name="T95" fmla="*/ 74 h 136"/>
                <a:gd name="T96" fmla="*/ 26 w 89"/>
                <a:gd name="T97" fmla="*/ 78 h 136"/>
                <a:gd name="T98" fmla="*/ 31 w 89"/>
                <a:gd name="T99" fmla="*/ 78 h 136"/>
                <a:gd name="T100" fmla="*/ 34 w 89"/>
                <a:gd name="T101" fmla="*/ 74 h 136"/>
                <a:gd name="T102" fmla="*/ 38 w 89"/>
                <a:gd name="T103" fmla="*/ 69 h 136"/>
                <a:gd name="T104" fmla="*/ 42 w 89"/>
                <a:gd name="T105" fmla="*/ 61 h 136"/>
                <a:gd name="T106" fmla="*/ 46 w 89"/>
                <a:gd name="T107" fmla="*/ 54 h 136"/>
                <a:gd name="T108" fmla="*/ 50 w 89"/>
                <a:gd name="T109" fmla="*/ 48 h 136"/>
                <a:gd name="T110" fmla="*/ 54 w 89"/>
                <a:gd name="T111" fmla="*/ 42 h 136"/>
                <a:gd name="T112" fmla="*/ 56 w 89"/>
                <a:gd name="T113" fmla="*/ 33 h 136"/>
                <a:gd name="T114" fmla="*/ 59 w 89"/>
                <a:gd name="T115" fmla="*/ 25 h 136"/>
                <a:gd name="T116" fmla="*/ 63 w 89"/>
                <a:gd name="T117" fmla="*/ 21 h 136"/>
                <a:gd name="T118" fmla="*/ 70 w 89"/>
                <a:gd name="T119" fmla="*/ 19 h 136"/>
                <a:gd name="T120" fmla="*/ 68 w 89"/>
                <a:gd name="T121" fmla="*/ 12 h 136"/>
                <a:gd name="T122" fmla="*/ 64 w 89"/>
                <a:gd name="T123" fmla="*/ 8 h 136"/>
                <a:gd name="T124" fmla="*/ 63 w 89"/>
                <a:gd name="T12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9" h="136">
                  <a:moveTo>
                    <a:pt x="63" y="0"/>
                  </a:moveTo>
                  <a:lnTo>
                    <a:pt x="70" y="3"/>
                  </a:lnTo>
                  <a:lnTo>
                    <a:pt x="72" y="6"/>
                  </a:lnTo>
                  <a:lnTo>
                    <a:pt x="72" y="8"/>
                  </a:lnTo>
                  <a:lnTo>
                    <a:pt x="74" y="10"/>
                  </a:lnTo>
                  <a:lnTo>
                    <a:pt x="74" y="12"/>
                  </a:lnTo>
                  <a:lnTo>
                    <a:pt x="75" y="15"/>
                  </a:lnTo>
                  <a:lnTo>
                    <a:pt x="75" y="16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6" y="20"/>
                  </a:lnTo>
                  <a:lnTo>
                    <a:pt x="75" y="24"/>
                  </a:lnTo>
                  <a:lnTo>
                    <a:pt x="74" y="25"/>
                  </a:lnTo>
                  <a:lnTo>
                    <a:pt x="74" y="28"/>
                  </a:lnTo>
                  <a:lnTo>
                    <a:pt x="76" y="31"/>
                  </a:lnTo>
                  <a:lnTo>
                    <a:pt x="78" y="31"/>
                  </a:lnTo>
                  <a:lnTo>
                    <a:pt x="79" y="33"/>
                  </a:lnTo>
                  <a:lnTo>
                    <a:pt x="81" y="36"/>
                  </a:lnTo>
                  <a:lnTo>
                    <a:pt x="83" y="37"/>
                  </a:lnTo>
                  <a:lnTo>
                    <a:pt x="81" y="37"/>
                  </a:lnTo>
                  <a:lnTo>
                    <a:pt x="80" y="37"/>
                  </a:lnTo>
                  <a:lnTo>
                    <a:pt x="79" y="37"/>
                  </a:lnTo>
                  <a:lnTo>
                    <a:pt x="76" y="36"/>
                  </a:lnTo>
                  <a:lnTo>
                    <a:pt x="74" y="37"/>
                  </a:lnTo>
                  <a:lnTo>
                    <a:pt x="72" y="36"/>
                  </a:lnTo>
                  <a:lnTo>
                    <a:pt x="70" y="37"/>
                  </a:lnTo>
                  <a:lnTo>
                    <a:pt x="70" y="36"/>
                  </a:lnTo>
                  <a:lnTo>
                    <a:pt x="67" y="36"/>
                  </a:lnTo>
                  <a:lnTo>
                    <a:pt x="66" y="36"/>
                  </a:lnTo>
                  <a:lnTo>
                    <a:pt x="66" y="39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4" y="42"/>
                  </a:lnTo>
                  <a:lnTo>
                    <a:pt x="66" y="44"/>
                  </a:lnTo>
                  <a:lnTo>
                    <a:pt x="67" y="45"/>
                  </a:lnTo>
                  <a:lnTo>
                    <a:pt x="68" y="46"/>
                  </a:lnTo>
                  <a:lnTo>
                    <a:pt x="72" y="49"/>
                  </a:lnTo>
                  <a:lnTo>
                    <a:pt x="78" y="54"/>
                  </a:lnTo>
                  <a:lnTo>
                    <a:pt x="79" y="56"/>
                  </a:lnTo>
                  <a:lnTo>
                    <a:pt x="80" y="58"/>
                  </a:lnTo>
                  <a:lnTo>
                    <a:pt x="83" y="62"/>
                  </a:lnTo>
                  <a:lnTo>
                    <a:pt x="83" y="65"/>
                  </a:lnTo>
                  <a:lnTo>
                    <a:pt x="80" y="67"/>
                  </a:lnTo>
                  <a:lnTo>
                    <a:pt x="79" y="69"/>
                  </a:lnTo>
                  <a:lnTo>
                    <a:pt x="78" y="71"/>
                  </a:lnTo>
                  <a:lnTo>
                    <a:pt x="76" y="75"/>
                  </a:lnTo>
                  <a:lnTo>
                    <a:pt x="75" y="78"/>
                  </a:lnTo>
                  <a:lnTo>
                    <a:pt x="72" y="81"/>
                  </a:lnTo>
                  <a:lnTo>
                    <a:pt x="71" y="82"/>
                  </a:lnTo>
                  <a:lnTo>
                    <a:pt x="70" y="83"/>
                  </a:lnTo>
                  <a:lnTo>
                    <a:pt x="70" y="86"/>
                  </a:lnTo>
                  <a:lnTo>
                    <a:pt x="71" y="89"/>
                  </a:lnTo>
                  <a:lnTo>
                    <a:pt x="71" y="92"/>
                  </a:lnTo>
                  <a:lnTo>
                    <a:pt x="71" y="95"/>
                  </a:lnTo>
                  <a:lnTo>
                    <a:pt x="72" y="98"/>
                  </a:lnTo>
                  <a:lnTo>
                    <a:pt x="72" y="103"/>
                  </a:lnTo>
                  <a:lnTo>
                    <a:pt x="72" y="103"/>
                  </a:lnTo>
                  <a:lnTo>
                    <a:pt x="76" y="104"/>
                  </a:lnTo>
                  <a:lnTo>
                    <a:pt x="78" y="107"/>
                  </a:lnTo>
                  <a:lnTo>
                    <a:pt x="79" y="110"/>
                  </a:lnTo>
                  <a:lnTo>
                    <a:pt x="81" y="114"/>
                  </a:lnTo>
                  <a:lnTo>
                    <a:pt x="84" y="117"/>
                  </a:lnTo>
                  <a:lnTo>
                    <a:pt x="85" y="119"/>
                  </a:lnTo>
                  <a:lnTo>
                    <a:pt x="88" y="121"/>
                  </a:lnTo>
                  <a:lnTo>
                    <a:pt x="89" y="124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9" y="128"/>
                  </a:lnTo>
                  <a:lnTo>
                    <a:pt x="89" y="129"/>
                  </a:lnTo>
                  <a:lnTo>
                    <a:pt x="88" y="131"/>
                  </a:lnTo>
                  <a:lnTo>
                    <a:pt x="87" y="132"/>
                  </a:lnTo>
                  <a:lnTo>
                    <a:pt x="88" y="135"/>
                  </a:lnTo>
                  <a:lnTo>
                    <a:pt x="88" y="135"/>
                  </a:lnTo>
                  <a:lnTo>
                    <a:pt x="87" y="136"/>
                  </a:lnTo>
                  <a:lnTo>
                    <a:pt x="85" y="135"/>
                  </a:lnTo>
                  <a:lnTo>
                    <a:pt x="85" y="135"/>
                  </a:lnTo>
                  <a:lnTo>
                    <a:pt x="84" y="135"/>
                  </a:lnTo>
                  <a:lnTo>
                    <a:pt x="83" y="135"/>
                  </a:lnTo>
                  <a:lnTo>
                    <a:pt x="80" y="135"/>
                  </a:lnTo>
                  <a:lnTo>
                    <a:pt x="80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6" y="133"/>
                  </a:lnTo>
                  <a:lnTo>
                    <a:pt x="75" y="135"/>
                  </a:lnTo>
                  <a:lnTo>
                    <a:pt x="75" y="133"/>
                  </a:lnTo>
                  <a:lnTo>
                    <a:pt x="74" y="132"/>
                  </a:lnTo>
                  <a:lnTo>
                    <a:pt x="72" y="133"/>
                  </a:lnTo>
                  <a:lnTo>
                    <a:pt x="71" y="132"/>
                  </a:lnTo>
                  <a:lnTo>
                    <a:pt x="70" y="132"/>
                  </a:lnTo>
                  <a:lnTo>
                    <a:pt x="70" y="132"/>
                  </a:lnTo>
                  <a:lnTo>
                    <a:pt x="68" y="132"/>
                  </a:lnTo>
                  <a:lnTo>
                    <a:pt x="52" y="132"/>
                  </a:lnTo>
                  <a:lnTo>
                    <a:pt x="52" y="131"/>
                  </a:lnTo>
                  <a:lnTo>
                    <a:pt x="51" y="131"/>
                  </a:lnTo>
                  <a:lnTo>
                    <a:pt x="51" y="131"/>
                  </a:lnTo>
                  <a:lnTo>
                    <a:pt x="47" y="131"/>
                  </a:lnTo>
                  <a:lnTo>
                    <a:pt x="47" y="131"/>
                  </a:lnTo>
                  <a:lnTo>
                    <a:pt x="46" y="131"/>
                  </a:lnTo>
                  <a:lnTo>
                    <a:pt x="43" y="131"/>
                  </a:lnTo>
                  <a:lnTo>
                    <a:pt x="43" y="131"/>
                  </a:lnTo>
                  <a:lnTo>
                    <a:pt x="39" y="129"/>
                  </a:lnTo>
                  <a:lnTo>
                    <a:pt x="38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3" y="131"/>
                  </a:lnTo>
                  <a:lnTo>
                    <a:pt x="31" y="131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17" y="132"/>
                  </a:lnTo>
                  <a:lnTo>
                    <a:pt x="16" y="131"/>
                  </a:lnTo>
                  <a:lnTo>
                    <a:pt x="14" y="131"/>
                  </a:lnTo>
                  <a:lnTo>
                    <a:pt x="13" y="132"/>
                  </a:lnTo>
                  <a:lnTo>
                    <a:pt x="16" y="129"/>
                  </a:lnTo>
                  <a:lnTo>
                    <a:pt x="13" y="128"/>
                  </a:lnTo>
                  <a:lnTo>
                    <a:pt x="14" y="124"/>
                  </a:lnTo>
                  <a:lnTo>
                    <a:pt x="14" y="119"/>
                  </a:lnTo>
                  <a:lnTo>
                    <a:pt x="12" y="116"/>
                  </a:lnTo>
                  <a:lnTo>
                    <a:pt x="12" y="112"/>
                  </a:lnTo>
                  <a:lnTo>
                    <a:pt x="13" y="111"/>
                  </a:lnTo>
                  <a:lnTo>
                    <a:pt x="12" y="108"/>
                  </a:lnTo>
                  <a:lnTo>
                    <a:pt x="8" y="110"/>
                  </a:lnTo>
                  <a:lnTo>
                    <a:pt x="6" y="108"/>
                  </a:lnTo>
                  <a:lnTo>
                    <a:pt x="5" y="108"/>
                  </a:lnTo>
                  <a:lnTo>
                    <a:pt x="4" y="102"/>
                  </a:lnTo>
                  <a:lnTo>
                    <a:pt x="1" y="102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2" y="96"/>
                  </a:lnTo>
                  <a:lnTo>
                    <a:pt x="4" y="94"/>
                  </a:lnTo>
                  <a:lnTo>
                    <a:pt x="4" y="90"/>
                  </a:lnTo>
                  <a:lnTo>
                    <a:pt x="4" y="89"/>
                  </a:lnTo>
                  <a:lnTo>
                    <a:pt x="5" y="87"/>
                  </a:lnTo>
                  <a:lnTo>
                    <a:pt x="5" y="86"/>
                  </a:lnTo>
                  <a:lnTo>
                    <a:pt x="6" y="83"/>
                  </a:lnTo>
                  <a:lnTo>
                    <a:pt x="9" y="82"/>
                  </a:lnTo>
                  <a:lnTo>
                    <a:pt x="10" y="81"/>
                  </a:lnTo>
                  <a:lnTo>
                    <a:pt x="13" y="78"/>
                  </a:lnTo>
                  <a:lnTo>
                    <a:pt x="13" y="75"/>
                  </a:lnTo>
                  <a:lnTo>
                    <a:pt x="14" y="74"/>
                  </a:lnTo>
                  <a:lnTo>
                    <a:pt x="17" y="74"/>
                  </a:lnTo>
                  <a:lnTo>
                    <a:pt x="17" y="73"/>
                  </a:lnTo>
                  <a:lnTo>
                    <a:pt x="18" y="74"/>
                  </a:lnTo>
                  <a:lnTo>
                    <a:pt x="21" y="74"/>
                  </a:lnTo>
                  <a:lnTo>
                    <a:pt x="22" y="74"/>
                  </a:lnTo>
                  <a:lnTo>
                    <a:pt x="25" y="75"/>
                  </a:lnTo>
                  <a:lnTo>
                    <a:pt x="26" y="78"/>
                  </a:lnTo>
                  <a:lnTo>
                    <a:pt x="29" y="79"/>
                  </a:lnTo>
                  <a:lnTo>
                    <a:pt x="30" y="81"/>
                  </a:lnTo>
                  <a:lnTo>
                    <a:pt x="31" y="78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7" y="73"/>
                  </a:lnTo>
                  <a:lnTo>
                    <a:pt x="38" y="71"/>
                  </a:lnTo>
                  <a:lnTo>
                    <a:pt x="38" y="69"/>
                  </a:lnTo>
                  <a:lnTo>
                    <a:pt x="38" y="66"/>
                  </a:lnTo>
                  <a:lnTo>
                    <a:pt x="42" y="62"/>
                  </a:lnTo>
                  <a:lnTo>
                    <a:pt x="42" y="61"/>
                  </a:lnTo>
                  <a:lnTo>
                    <a:pt x="42" y="60"/>
                  </a:lnTo>
                  <a:lnTo>
                    <a:pt x="43" y="57"/>
                  </a:lnTo>
                  <a:lnTo>
                    <a:pt x="46" y="54"/>
                  </a:lnTo>
                  <a:lnTo>
                    <a:pt x="49" y="53"/>
                  </a:lnTo>
                  <a:lnTo>
                    <a:pt x="49" y="50"/>
                  </a:lnTo>
                  <a:lnTo>
                    <a:pt x="50" y="48"/>
                  </a:lnTo>
                  <a:lnTo>
                    <a:pt x="50" y="45"/>
                  </a:lnTo>
                  <a:lnTo>
                    <a:pt x="51" y="42"/>
                  </a:lnTo>
                  <a:lnTo>
                    <a:pt x="54" y="42"/>
                  </a:lnTo>
                  <a:lnTo>
                    <a:pt x="56" y="40"/>
                  </a:lnTo>
                  <a:lnTo>
                    <a:pt x="56" y="37"/>
                  </a:lnTo>
                  <a:lnTo>
                    <a:pt x="56" y="33"/>
                  </a:lnTo>
                  <a:lnTo>
                    <a:pt x="56" y="32"/>
                  </a:lnTo>
                  <a:lnTo>
                    <a:pt x="58" y="29"/>
                  </a:lnTo>
                  <a:lnTo>
                    <a:pt x="59" y="25"/>
                  </a:lnTo>
                  <a:lnTo>
                    <a:pt x="60" y="24"/>
                  </a:lnTo>
                  <a:lnTo>
                    <a:pt x="62" y="24"/>
                  </a:lnTo>
                  <a:lnTo>
                    <a:pt x="63" y="21"/>
                  </a:lnTo>
                  <a:lnTo>
                    <a:pt x="64" y="21"/>
                  </a:lnTo>
                  <a:lnTo>
                    <a:pt x="67" y="20"/>
                  </a:lnTo>
                  <a:lnTo>
                    <a:pt x="70" y="19"/>
                  </a:lnTo>
                  <a:lnTo>
                    <a:pt x="70" y="17"/>
                  </a:lnTo>
                  <a:lnTo>
                    <a:pt x="68" y="14"/>
                  </a:lnTo>
                  <a:lnTo>
                    <a:pt x="68" y="12"/>
                  </a:lnTo>
                  <a:lnTo>
                    <a:pt x="68" y="11"/>
                  </a:lnTo>
                  <a:lnTo>
                    <a:pt x="66" y="11"/>
                  </a:lnTo>
                  <a:lnTo>
                    <a:pt x="64" y="8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0" name="Freeform 469"/>
            <p:cNvSpPr>
              <a:spLocks/>
            </p:cNvSpPr>
            <p:nvPr/>
          </p:nvSpPr>
          <p:spPr bwMode="auto">
            <a:xfrm>
              <a:off x="6034265" y="4284420"/>
              <a:ext cx="172567" cy="187793"/>
            </a:xfrm>
            <a:custGeom>
              <a:avLst/>
              <a:gdLst>
                <a:gd name="T0" fmla="*/ 43 w 68"/>
                <a:gd name="T1" fmla="*/ 2 h 74"/>
                <a:gd name="T2" fmla="*/ 46 w 68"/>
                <a:gd name="T3" fmla="*/ 2 h 74"/>
                <a:gd name="T4" fmla="*/ 47 w 68"/>
                <a:gd name="T5" fmla="*/ 2 h 74"/>
                <a:gd name="T6" fmla="*/ 51 w 68"/>
                <a:gd name="T7" fmla="*/ 2 h 74"/>
                <a:gd name="T8" fmla="*/ 52 w 68"/>
                <a:gd name="T9" fmla="*/ 3 h 74"/>
                <a:gd name="T10" fmla="*/ 52 w 68"/>
                <a:gd name="T11" fmla="*/ 4 h 74"/>
                <a:gd name="T12" fmla="*/ 52 w 68"/>
                <a:gd name="T13" fmla="*/ 10 h 74"/>
                <a:gd name="T14" fmla="*/ 52 w 68"/>
                <a:gd name="T15" fmla="*/ 13 h 74"/>
                <a:gd name="T16" fmla="*/ 56 w 68"/>
                <a:gd name="T17" fmla="*/ 13 h 74"/>
                <a:gd name="T18" fmla="*/ 60 w 68"/>
                <a:gd name="T19" fmla="*/ 12 h 74"/>
                <a:gd name="T20" fmla="*/ 67 w 68"/>
                <a:gd name="T21" fmla="*/ 12 h 74"/>
                <a:gd name="T22" fmla="*/ 68 w 68"/>
                <a:gd name="T23" fmla="*/ 16 h 74"/>
                <a:gd name="T24" fmla="*/ 68 w 68"/>
                <a:gd name="T25" fmla="*/ 19 h 74"/>
                <a:gd name="T26" fmla="*/ 66 w 68"/>
                <a:gd name="T27" fmla="*/ 21 h 74"/>
                <a:gd name="T28" fmla="*/ 63 w 68"/>
                <a:gd name="T29" fmla="*/ 25 h 74"/>
                <a:gd name="T30" fmla="*/ 64 w 68"/>
                <a:gd name="T31" fmla="*/ 27 h 74"/>
                <a:gd name="T32" fmla="*/ 63 w 68"/>
                <a:gd name="T33" fmla="*/ 28 h 74"/>
                <a:gd name="T34" fmla="*/ 62 w 68"/>
                <a:gd name="T35" fmla="*/ 29 h 74"/>
                <a:gd name="T36" fmla="*/ 63 w 68"/>
                <a:gd name="T37" fmla="*/ 32 h 74"/>
                <a:gd name="T38" fmla="*/ 64 w 68"/>
                <a:gd name="T39" fmla="*/ 33 h 74"/>
                <a:gd name="T40" fmla="*/ 67 w 68"/>
                <a:gd name="T41" fmla="*/ 36 h 74"/>
                <a:gd name="T42" fmla="*/ 68 w 68"/>
                <a:gd name="T43" fmla="*/ 40 h 74"/>
                <a:gd name="T44" fmla="*/ 64 w 68"/>
                <a:gd name="T45" fmla="*/ 53 h 74"/>
                <a:gd name="T46" fmla="*/ 64 w 68"/>
                <a:gd name="T47" fmla="*/ 57 h 74"/>
                <a:gd name="T48" fmla="*/ 63 w 68"/>
                <a:gd name="T49" fmla="*/ 56 h 74"/>
                <a:gd name="T50" fmla="*/ 58 w 68"/>
                <a:gd name="T51" fmla="*/ 54 h 74"/>
                <a:gd name="T52" fmla="*/ 55 w 68"/>
                <a:gd name="T53" fmla="*/ 56 h 74"/>
                <a:gd name="T54" fmla="*/ 50 w 68"/>
                <a:gd name="T55" fmla="*/ 54 h 74"/>
                <a:gd name="T56" fmla="*/ 46 w 68"/>
                <a:gd name="T57" fmla="*/ 49 h 74"/>
                <a:gd name="T58" fmla="*/ 46 w 68"/>
                <a:gd name="T59" fmla="*/ 53 h 74"/>
                <a:gd name="T60" fmla="*/ 41 w 68"/>
                <a:gd name="T61" fmla="*/ 56 h 74"/>
                <a:gd name="T62" fmla="*/ 38 w 68"/>
                <a:gd name="T63" fmla="*/ 57 h 74"/>
                <a:gd name="T64" fmla="*/ 35 w 68"/>
                <a:gd name="T65" fmla="*/ 57 h 74"/>
                <a:gd name="T66" fmla="*/ 31 w 68"/>
                <a:gd name="T67" fmla="*/ 58 h 74"/>
                <a:gd name="T68" fmla="*/ 31 w 68"/>
                <a:gd name="T69" fmla="*/ 62 h 74"/>
                <a:gd name="T70" fmla="*/ 35 w 68"/>
                <a:gd name="T71" fmla="*/ 61 h 74"/>
                <a:gd name="T72" fmla="*/ 38 w 68"/>
                <a:gd name="T73" fmla="*/ 63 h 74"/>
                <a:gd name="T74" fmla="*/ 38 w 68"/>
                <a:gd name="T75" fmla="*/ 71 h 74"/>
                <a:gd name="T76" fmla="*/ 34 w 68"/>
                <a:gd name="T77" fmla="*/ 69 h 74"/>
                <a:gd name="T78" fmla="*/ 31 w 68"/>
                <a:gd name="T79" fmla="*/ 70 h 74"/>
                <a:gd name="T80" fmla="*/ 30 w 68"/>
                <a:gd name="T81" fmla="*/ 73 h 74"/>
                <a:gd name="T82" fmla="*/ 27 w 68"/>
                <a:gd name="T83" fmla="*/ 74 h 74"/>
                <a:gd name="T84" fmla="*/ 26 w 68"/>
                <a:gd name="T85" fmla="*/ 71 h 74"/>
                <a:gd name="T86" fmla="*/ 20 w 68"/>
                <a:gd name="T87" fmla="*/ 66 h 74"/>
                <a:gd name="T88" fmla="*/ 12 w 68"/>
                <a:gd name="T89" fmla="*/ 58 h 74"/>
                <a:gd name="T90" fmla="*/ 9 w 68"/>
                <a:gd name="T91" fmla="*/ 56 h 74"/>
                <a:gd name="T92" fmla="*/ 6 w 68"/>
                <a:gd name="T93" fmla="*/ 52 h 74"/>
                <a:gd name="T94" fmla="*/ 4 w 68"/>
                <a:gd name="T95" fmla="*/ 45 h 74"/>
                <a:gd name="T96" fmla="*/ 2 w 68"/>
                <a:gd name="T97" fmla="*/ 42 h 74"/>
                <a:gd name="T98" fmla="*/ 1 w 68"/>
                <a:gd name="T99" fmla="*/ 36 h 74"/>
                <a:gd name="T100" fmla="*/ 5 w 68"/>
                <a:gd name="T101" fmla="*/ 35 h 74"/>
                <a:gd name="T102" fmla="*/ 6 w 68"/>
                <a:gd name="T103" fmla="*/ 24 h 74"/>
                <a:gd name="T104" fmla="*/ 13 w 68"/>
                <a:gd name="T105" fmla="*/ 25 h 74"/>
                <a:gd name="T106" fmla="*/ 8 w 68"/>
                <a:gd name="T107" fmla="*/ 20 h 74"/>
                <a:gd name="T108" fmla="*/ 10 w 68"/>
                <a:gd name="T109" fmla="*/ 17 h 74"/>
                <a:gd name="T110" fmla="*/ 13 w 68"/>
                <a:gd name="T111" fmla="*/ 16 h 74"/>
                <a:gd name="T112" fmla="*/ 14 w 68"/>
                <a:gd name="T113" fmla="*/ 16 h 74"/>
                <a:gd name="T114" fmla="*/ 31 w 68"/>
                <a:gd name="T115" fmla="*/ 3 h 74"/>
                <a:gd name="T116" fmla="*/ 33 w 68"/>
                <a:gd name="T117" fmla="*/ 2 h 74"/>
                <a:gd name="T118" fmla="*/ 34 w 68"/>
                <a:gd name="T119" fmla="*/ 2 h 74"/>
                <a:gd name="T120" fmla="*/ 39 w 68"/>
                <a:gd name="T12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8" h="74">
                  <a:moveTo>
                    <a:pt x="39" y="0"/>
                  </a:moveTo>
                  <a:lnTo>
                    <a:pt x="43" y="2"/>
                  </a:lnTo>
                  <a:lnTo>
                    <a:pt x="43" y="2"/>
                  </a:lnTo>
                  <a:lnTo>
                    <a:pt x="46" y="2"/>
                  </a:lnTo>
                  <a:lnTo>
                    <a:pt x="47" y="2"/>
                  </a:lnTo>
                  <a:lnTo>
                    <a:pt x="47" y="2"/>
                  </a:lnTo>
                  <a:lnTo>
                    <a:pt x="51" y="2"/>
                  </a:lnTo>
                  <a:lnTo>
                    <a:pt x="51" y="2"/>
                  </a:lnTo>
                  <a:lnTo>
                    <a:pt x="52" y="2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52" y="4"/>
                  </a:lnTo>
                  <a:lnTo>
                    <a:pt x="52" y="7"/>
                  </a:lnTo>
                  <a:lnTo>
                    <a:pt x="52" y="10"/>
                  </a:lnTo>
                  <a:lnTo>
                    <a:pt x="54" y="12"/>
                  </a:lnTo>
                  <a:lnTo>
                    <a:pt x="52" y="13"/>
                  </a:lnTo>
                  <a:lnTo>
                    <a:pt x="54" y="13"/>
                  </a:lnTo>
                  <a:lnTo>
                    <a:pt x="56" y="13"/>
                  </a:lnTo>
                  <a:lnTo>
                    <a:pt x="58" y="13"/>
                  </a:lnTo>
                  <a:lnTo>
                    <a:pt x="60" y="12"/>
                  </a:lnTo>
                  <a:lnTo>
                    <a:pt x="63" y="12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68" y="16"/>
                  </a:lnTo>
                  <a:lnTo>
                    <a:pt x="67" y="17"/>
                  </a:lnTo>
                  <a:lnTo>
                    <a:pt x="68" y="19"/>
                  </a:lnTo>
                  <a:lnTo>
                    <a:pt x="68" y="21"/>
                  </a:lnTo>
                  <a:lnTo>
                    <a:pt x="66" y="21"/>
                  </a:lnTo>
                  <a:lnTo>
                    <a:pt x="63" y="23"/>
                  </a:lnTo>
                  <a:lnTo>
                    <a:pt x="63" y="25"/>
                  </a:lnTo>
                  <a:lnTo>
                    <a:pt x="63" y="25"/>
                  </a:lnTo>
                  <a:lnTo>
                    <a:pt x="64" y="27"/>
                  </a:lnTo>
                  <a:lnTo>
                    <a:pt x="63" y="27"/>
                  </a:lnTo>
                  <a:lnTo>
                    <a:pt x="63" y="28"/>
                  </a:lnTo>
                  <a:lnTo>
                    <a:pt x="62" y="28"/>
                  </a:lnTo>
                  <a:lnTo>
                    <a:pt x="62" y="29"/>
                  </a:lnTo>
                  <a:lnTo>
                    <a:pt x="62" y="31"/>
                  </a:lnTo>
                  <a:lnTo>
                    <a:pt x="63" y="32"/>
                  </a:lnTo>
                  <a:lnTo>
                    <a:pt x="64" y="32"/>
                  </a:lnTo>
                  <a:lnTo>
                    <a:pt x="64" y="33"/>
                  </a:lnTo>
                  <a:lnTo>
                    <a:pt x="66" y="35"/>
                  </a:lnTo>
                  <a:lnTo>
                    <a:pt x="67" y="36"/>
                  </a:lnTo>
                  <a:lnTo>
                    <a:pt x="68" y="37"/>
                  </a:lnTo>
                  <a:lnTo>
                    <a:pt x="68" y="40"/>
                  </a:lnTo>
                  <a:lnTo>
                    <a:pt x="67" y="44"/>
                  </a:lnTo>
                  <a:lnTo>
                    <a:pt x="64" y="53"/>
                  </a:lnTo>
                  <a:lnTo>
                    <a:pt x="64" y="56"/>
                  </a:lnTo>
                  <a:lnTo>
                    <a:pt x="64" y="57"/>
                  </a:lnTo>
                  <a:lnTo>
                    <a:pt x="63" y="57"/>
                  </a:lnTo>
                  <a:lnTo>
                    <a:pt x="63" y="56"/>
                  </a:lnTo>
                  <a:lnTo>
                    <a:pt x="60" y="54"/>
                  </a:lnTo>
                  <a:lnTo>
                    <a:pt x="58" y="54"/>
                  </a:lnTo>
                  <a:lnTo>
                    <a:pt x="56" y="56"/>
                  </a:lnTo>
                  <a:lnTo>
                    <a:pt x="55" y="56"/>
                  </a:lnTo>
                  <a:lnTo>
                    <a:pt x="51" y="56"/>
                  </a:lnTo>
                  <a:lnTo>
                    <a:pt x="50" y="54"/>
                  </a:lnTo>
                  <a:lnTo>
                    <a:pt x="49" y="49"/>
                  </a:lnTo>
                  <a:lnTo>
                    <a:pt x="46" y="49"/>
                  </a:lnTo>
                  <a:lnTo>
                    <a:pt x="45" y="50"/>
                  </a:lnTo>
                  <a:lnTo>
                    <a:pt x="46" y="53"/>
                  </a:lnTo>
                  <a:lnTo>
                    <a:pt x="45" y="56"/>
                  </a:lnTo>
                  <a:lnTo>
                    <a:pt x="41" y="56"/>
                  </a:lnTo>
                  <a:lnTo>
                    <a:pt x="39" y="56"/>
                  </a:lnTo>
                  <a:lnTo>
                    <a:pt x="38" y="57"/>
                  </a:lnTo>
                  <a:lnTo>
                    <a:pt x="37" y="58"/>
                  </a:lnTo>
                  <a:lnTo>
                    <a:pt x="35" y="57"/>
                  </a:lnTo>
                  <a:lnTo>
                    <a:pt x="33" y="57"/>
                  </a:lnTo>
                  <a:lnTo>
                    <a:pt x="31" y="58"/>
                  </a:lnTo>
                  <a:lnTo>
                    <a:pt x="31" y="60"/>
                  </a:lnTo>
                  <a:lnTo>
                    <a:pt x="31" y="62"/>
                  </a:lnTo>
                  <a:lnTo>
                    <a:pt x="34" y="61"/>
                  </a:lnTo>
                  <a:lnTo>
                    <a:pt x="35" y="61"/>
                  </a:lnTo>
                  <a:lnTo>
                    <a:pt x="37" y="62"/>
                  </a:lnTo>
                  <a:lnTo>
                    <a:pt x="38" y="63"/>
                  </a:lnTo>
                  <a:lnTo>
                    <a:pt x="39" y="69"/>
                  </a:lnTo>
                  <a:lnTo>
                    <a:pt x="38" y="71"/>
                  </a:lnTo>
                  <a:lnTo>
                    <a:pt x="35" y="69"/>
                  </a:lnTo>
                  <a:lnTo>
                    <a:pt x="34" y="69"/>
                  </a:lnTo>
                  <a:lnTo>
                    <a:pt x="34" y="70"/>
                  </a:lnTo>
                  <a:lnTo>
                    <a:pt x="31" y="70"/>
                  </a:lnTo>
                  <a:lnTo>
                    <a:pt x="30" y="70"/>
                  </a:lnTo>
                  <a:lnTo>
                    <a:pt x="30" y="73"/>
                  </a:lnTo>
                  <a:lnTo>
                    <a:pt x="29" y="74"/>
                  </a:lnTo>
                  <a:lnTo>
                    <a:pt x="27" y="74"/>
                  </a:lnTo>
                  <a:lnTo>
                    <a:pt x="26" y="73"/>
                  </a:lnTo>
                  <a:lnTo>
                    <a:pt x="26" y="71"/>
                  </a:lnTo>
                  <a:lnTo>
                    <a:pt x="21" y="69"/>
                  </a:lnTo>
                  <a:lnTo>
                    <a:pt x="20" y="66"/>
                  </a:lnTo>
                  <a:lnTo>
                    <a:pt x="14" y="62"/>
                  </a:lnTo>
                  <a:lnTo>
                    <a:pt x="12" y="58"/>
                  </a:lnTo>
                  <a:lnTo>
                    <a:pt x="13" y="58"/>
                  </a:lnTo>
                  <a:lnTo>
                    <a:pt x="9" y="56"/>
                  </a:lnTo>
                  <a:lnTo>
                    <a:pt x="8" y="53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4" y="45"/>
                  </a:lnTo>
                  <a:lnTo>
                    <a:pt x="4" y="42"/>
                  </a:lnTo>
                  <a:lnTo>
                    <a:pt x="2" y="42"/>
                  </a:lnTo>
                  <a:lnTo>
                    <a:pt x="0" y="37"/>
                  </a:lnTo>
                  <a:lnTo>
                    <a:pt x="1" y="36"/>
                  </a:lnTo>
                  <a:lnTo>
                    <a:pt x="4" y="36"/>
                  </a:lnTo>
                  <a:lnTo>
                    <a:pt x="5" y="35"/>
                  </a:lnTo>
                  <a:lnTo>
                    <a:pt x="6" y="28"/>
                  </a:lnTo>
                  <a:lnTo>
                    <a:pt x="6" y="24"/>
                  </a:lnTo>
                  <a:lnTo>
                    <a:pt x="8" y="27"/>
                  </a:lnTo>
                  <a:lnTo>
                    <a:pt x="13" y="25"/>
                  </a:lnTo>
                  <a:lnTo>
                    <a:pt x="9" y="24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10" y="17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31" y="16"/>
                  </a:lnTo>
                  <a:lnTo>
                    <a:pt x="31" y="3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8" y="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1" name="Freeform 470"/>
            <p:cNvSpPr>
              <a:spLocks/>
            </p:cNvSpPr>
            <p:nvPr/>
          </p:nvSpPr>
          <p:spPr bwMode="auto">
            <a:xfrm>
              <a:off x="6049491" y="4289495"/>
              <a:ext cx="63444" cy="38067"/>
            </a:xfrm>
            <a:custGeom>
              <a:avLst/>
              <a:gdLst>
                <a:gd name="T0" fmla="*/ 8 w 25"/>
                <a:gd name="T1" fmla="*/ 0 h 15"/>
                <a:gd name="T2" fmla="*/ 10 w 25"/>
                <a:gd name="T3" fmla="*/ 0 h 15"/>
                <a:gd name="T4" fmla="*/ 11 w 25"/>
                <a:gd name="T5" fmla="*/ 1 h 15"/>
                <a:gd name="T6" fmla="*/ 25 w 25"/>
                <a:gd name="T7" fmla="*/ 1 h 15"/>
                <a:gd name="T8" fmla="*/ 25 w 25"/>
                <a:gd name="T9" fmla="*/ 14 h 15"/>
                <a:gd name="T10" fmla="*/ 8 w 25"/>
                <a:gd name="T11" fmla="*/ 14 h 15"/>
                <a:gd name="T12" fmla="*/ 8 w 25"/>
                <a:gd name="T13" fmla="*/ 14 h 15"/>
                <a:gd name="T14" fmla="*/ 7 w 25"/>
                <a:gd name="T15" fmla="*/ 14 h 15"/>
                <a:gd name="T16" fmla="*/ 6 w 25"/>
                <a:gd name="T17" fmla="*/ 15 h 15"/>
                <a:gd name="T18" fmla="*/ 4 w 25"/>
                <a:gd name="T19" fmla="*/ 15 h 15"/>
                <a:gd name="T20" fmla="*/ 4 w 25"/>
                <a:gd name="T21" fmla="*/ 14 h 15"/>
                <a:gd name="T22" fmla="*/ 0 w 25"/>
                <a:gd name="T23" fmla="*/ 13 h 15"/>
                <a:gd name="T24" fmla="*/ 4 w 25"/>
                <a:gd name="T25" fmla="*/ 8 h 15"/>
                <a:gd name="T26" fmla="*/ 7 w 25"/>
                <a:gd name="T27" fmla="*/ 2 h 15"/>
                <a:gd name="T28" fmla="*/ 7 w 25"/>
                <a:gd name="T29" fmla="*/ 1 h 15"/>
                <a:gd name="T30" fmla="*/ 7 w 25"/>
                <a:gd name="T31" fmla="*/ 1 h 15"/>
                <a:gd name="T32" fmla="*/ 8 w 25"/>
                <a:gd name="T3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5">
                  <a:moveTo>
                    <a:pt x="8" y="0"/>
                  </a:moveTo>
                  <a:lnTo>
                    <a:pt x="10" y="0"/>
                  </a:lnTo>
                  <a:lnTo>
                    <a:pt x="11" y="1"/>
                  </a:lnTo>
                  <a:lnTo>
                    <a:pt x="25" y="1"/>
                  </a:lnTo>
                  <a:lnTo>
                    <a:pt x="25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6" y="15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0" y="13"/>
                  </a:lnTo>
                  <a:lnTo>
                    <a:pt x="4" y="8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2" name="Freeform 471"/>
            <p:cNvSpPr>
              <a:spLocks/>
            </p:cNvSpPr>
            <p:nvPr/>
          </p:nvSpPr>
          <p:spPr bwMode="auto">
            <a:xfrm>
              <a:off x="6107860" y="4238740"/>
              <a:ext cx="230936" cy="269001"/>
            </a:xfrm>
            <a:custGeom>
              <a:avLst/>
              <a:gdLst>
                <a:gd name="T0" fmla="*/ 84 w 91"/>
                <a:gd name="T1" fmla="*/ 1 h 106"/>
                <a:gd name="T2" fmla="*/ 89 w 91"/>
                <a:gd name="T3" fmla="*/ 1 h 106"/>
                <a:gd name="T4" fmla="*/ 91 w 91"/>
                <a:gd name="T5" fmla="*/ 9 h 106"/>
                <a:gd name="T6" fmla="*/ 83 w 91"/>
                <a:gd name="T7" fmla="*/ 18 h 106"/>
                <a:gd name="T8" fmla="*/ 83 w 91"/>
                <a:gd name="T9" fmla="*/ 29 h 106"/>
                <a:gd name="T10" fmla="*/ 81 w 91"/>
                <a:gd name="T11" fmla="*/ 35 h 106"/>
                <a:gd name="T12" fmla="*/ 80 w 91"/>
                <a:gd name="T13" fmla="*/ 43 h 106"/>
                <a:gd name="T14" fmla="*/ 77 w 91"/>
                <a:gd name="T15" fmla="*/ 51 h 106"/>
                <a:gd name="T16" fmla="*/ 70 w 91"/>
                <a:gd name="T17" fmla="*/ 60 h 106"/>
                <a:gd name="T18" fmla="*/ 63 w 91"/>
                <a:gd name="T19" fmla="*/ 64 h 106"/>
                <a:gd name="T20" fmla="*/ 58 w 91"/>
                <a:gd name="T21" fmla="*/ 74 h 106"/>
                <a:gd name="T22" fmla="*/ 59 w 91"/>
                <a:gd name="T23" fmla="*/ 84 h 106"/>
                <a:gd name="T24" fmla="*/ 56 w 91"/>
                <a:gd name="T25" fmla="*/ 92 h 106"/>
                <a:gd name="T26" fmla="*/ 51 w 91"/>
                <a:gd name="T27" fmla="*/ 96 h 106"/>
                <a:gd name="T28" fmla="*/ 42 w 91"/>
                <a:gd name="T29" fmla="*/ 105 h 106"/>
                <a:gd name="T30" fmla="*/ 38 w 91"/>
                <a:gd name="T31" fmla="*/ 100 h 106"/>
                <a:gd name="T32" fmla="*/ 35 w 91"/>
                <a:gd name="T33" fmla="*/ 97 h 106"/>
                <a:gd name="T34" fmla="*/ 30 w 91"/>
                <a:gd name="T35" fmla="*/ 100 h 106"/>
                <a:gd name="T36" fmla="*/ 26 w 91"/>
                <a:gd name="T37" fmla="*/ 104 h 106"/>
                <a:gd name="T38" fmla="*/ 23 w 91"/>
                <a:gd name="T39" fmla="*/ 103 h 106"/>
                <a:gd name="T40" fmla="*/ 22 w 91"/>
                <a:gd name="T41" fmla="*/ 100 h 106"/>
                <a:gd name="T42" fmla="*/ 18 w 91"/>
                <a:gd name="T43" fmla="*/ 99 h 106"/>
                <a:gd name="T44" fmla="*/ 14 w 91"/>
                <a:gd name="T45" fmla="*/ 103 h 106"/>
                <a:gd name="T46" fmla="*/ 10 w 91"/>
                <a:gd name="T47" fmla="*/ 106 h 106"/>
                <a:gd name="T48" fmla="*/ 8 w 91"/>
                <a:gd name="T49" fmla="*/ 103 h 106"/>
                <a:gd name="T50" fmla="*/ 2 w 91"/>
                <a:gd name="T51" fmla="*/ 96 h 106"/>
                <a:gd name="T52" fmla="*/ 1 w 91"/>
                <a:gd name="T53" fmla="*/ 91 h 106"/>
                <a:gd name="T54" fmla="*/ 5 w 91"/>
                <a:gd name="T55" fmla="*/ 88 h 106"/>
                <a:gd name="T56" fmla="*/ 9 w 91"/>
                <a:gd name="T57" fmla="*/ 89 h 106"/>
                <a:gd name="T58" fmla="*/ 8 w 91"/>
                <a:gd name="T59" fmla="*/ 80 h 106"/>
                <a:gd name="T60" fmla="*/ 2 w 91"/>
                <a:gd name="T61" fmla="*/ 80 h 106"/>
                <a:gd name="T62" fmla="*/ 4 w 91"/>
                <a:gd name="T63" fmla="*/ 75 h 106"/>
                <a:gd name="T64" fmla="*/ 9 w 91"/>
                <a:gd name="T65" fmla="*/ 75 h 106"/>
                <a:gd name="T66" fmla="*/ 16 w 91"/>
                <a:gd name="T67" fmla="*/ 74 h 106"/>
                <a:gd name="T68" fmla="*/ 17 w 91"/>
                <a:gd name="T69" fmla="*/ 67 h 106"/>
                <a:gd name="T70" fmla="*/ 22 w 91"/>
                <a:gd name="T71" fmla="*/ 74 h 106"/>
                <a:gd name="T72" fmla="*/ 29 w 91"/>
                <a:gd name="T73" fmla="*/ 72 h 106"/>
                <a:gd name="T74" fmla="*/ 34 w 91"/>
                <a:gd name="T75" fmla="*/ 75 h 106"/>
                <a:gd name="T76" fmla="*/ 35 w 91"/>
                <a:gd name="T77" fmla="*/ 71 h 106"/>
                <a:gd name="T78" fmla="*/ 39 w 91"/>
                <a:gd name="T79" fmla="*/ 55 h 106"/>
                <a:gd name="T80" fmla="*/ 35 w 91"/>
                <a:gd name="T81" fmla="*/ 51 h 106"/>
                <a:gd name="T82" fmla="*/ 33 w 91"/>
                <a:gd name="T83" fmla="*/ 49 h 106"/>
                <a:gd name="T84" fmla="*/ 34 w 91"/>
                <a:gd name="T85" fmla="*/ 46 h 106"/>
                <a:gd name="T86" fmla="*/ 34 w 91"/>
                <a:gd name="T87" fmla="*/ 43 h 106"/>
                <a:gd name="T88" fmla="*/ 37 w 91"/>
                <a:gd name="T89" fmla="*/ 39 h 106"/>
                <a:gd name="T90" fmla="*/ 38 w 91"/>
                <a:gd name="T91" fmla="*/ 35 h 106"/>
                <a:gd name="T92" fmla="*/ 38 w 91"/>
                <a:gd name="T93" fmla="*/ 30 h 106"/>
                <a:gd name="T94" fmla="*/ 29 w 91"/>
                <a:gd name="T95" fmla="*/ 31 h 106"/>
                <a:gd name="T96" fmla="*/ 23 w 91"/>
                <a:gd name="T97" fmla="*/ 31 h 106"/>
                <a:gd name="T98" fmla="*/ 23 w 91"/>
                <a:gd name="T99" fmla="*/ 25 h 106"/>
                <a:gd name="T100" fmla="*/ 39 w 91"/>
                <a:gd name="T101" fmla="*/ 21 h 106"/>
                <a:gd name="T102" fmla="*/ 42 w 91"/>
                <a:gd name="T103" fmla="*/ 21 h 106"/>
                <a:gd name="T104" fmla="*/ 46 w 91"/>
                <a:gd name="T105" fmla="*/ 22 h 106"/>
                <a:gd name="T106" fmla="*/ 49 w 91"/>
                <a:gd name="T107" fmla="*/ 22 h 106"/>
                <a:gd name="T108" fmla="*/ 51 w 91"/>
                <a:gd name="T109" fmla="*/ 24 h 106"/>
                <a:gd name="T110" fmla="*/ 56 w 91"/>
                <a:gd name="T111" fmla="*/ 24 h 106"/>
                <a:gd name="T112" fmla="*/ 59 w 91"/>
                <a:gd name="T113" fmla="*/ 24 h 106"/>
                <a:gd name="T114" fmla="*/ 59 w 91"/>
                <a:gd name="T115" fmla="*/ 20 h 106"/>
                <a:gd name="T116" fmla="*/ 66 w 91"/>
                <a:gd name="T117" fmla="*/ 8 h 106"/>
                <a:gd name="T118" fmla="*/ 72 w 91"/>
                <a:gd name="T119" fmla="*/ 3 h 106"/>
                <a:gd name="T120" fmla="*/ 80 w 91"/>
                <a:gd name="T121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1" h="106">
                  <a:moveTo>
                    <a:pt x="80" y="0"/>
                  </a:moveTo>
                  <a:lnTo>
                    <a:pt x="84" y="0"/>
                  </a:lnTo>
                  <a:lnTo>
                    <a:pt x="84" y="1"/>
                  </a:lnTo>
                  <a:lnTo>
                    <a:pt x="87" y="3"/>
                  </a:lnTo>
                  <a:lnTo>
                    <a:pt x="88" y="1"/>
                  </a:lnTo>
                  <a:lnTo>
                    <a:pt x="89" y="1"/>
                  </a:lnTo>
                  <a:lnTo>
                    <a:pt x="89" y="3"/>
                  </a:lnTo>
                  <a:lnTo>
                    <a:pt x="91" y="4"/>
                  </a:lnTo>
                  <a:lnTo>
                    <a:pt x="91" y="9"/>
                  </a:lnTo>
                  <a:lnTo>
                    <a:pt x="88" y="10"/>
                  </a:lnTo>
                  <a:lnTo>
                    <a:pt x="88" y="12"/>
                  </a:lnTo>
                  <a:lnTo>
                    <a:pt x="83" y="18"/>
                  </a:lnTo>
                  <a:lnTo>
                    <a:pt x="84" y="24"/>
                  </a:lnTo>
                  <a:lnTo>
                    <a:pt x="83" y="26"/>
                  </a:lnTo>
                  <a:lnTo>
                    <a:pt x="83" y="29"/>
                  </a:lnTo>
                  <a:lnTo>
                    <a:pt x="81" y="30"/>
                  </a:lnTo>
                  <a:lnTo>
                    <a:pt x="80" y="34"/>
                  </a:lnTo>
                  <a:lnTo>
                    <a:pt x="81" y="35"/>
                  </a:lnTo>
                  <a:lnTo>
                    <a:pt x="80" y="39"/>
                  </a:lnTo>
                  <a:lnTo>
                    <a:pt x="81" y="39"/>
                  </a:lnTo>
                  <a:lnTo>
                    <a:pt x="80" y="43"/>
                  </a:lnTo>
                  <a:lnTo>
                    <a:pt x="79" y="43"/>
                  </a:lnTo>
                  <a:lnTo>
                    <a:pt x="77" y="47"/>
                  </a:lnTo>
                  <a:lnTo>
                    <a:pt x="77" y="51"/>
                  </a:lnTo>
                  <a:lnTo>
                    <a:pt x="74" y="58"/>
                  </a:lnTo>
                  <a:lnTo>
                    <a:pt x="72" y="59"/>
                  </a:lnTo>
                  <a:lnTo>
                    <a:pt x="70" y="60"/>
                  </a:lnTo>
                  <a:lnTo>
                    <a:pt x="68" y="59"/>
                  </a:lnTo>
                  <a:lnTo>
                    <a:pt x="66" y="62"/>
                  </a:lnTo>
                  <a:lnTo>
                    <a:pt x="63" y="64"/>
                  </a:lnTo>
                  <a:lnTo>
                    <a:pt x="63" y="67"/>
                  </a:lnTo>
                  <a:lnTo>
                    <a:pt x="59" y="71"/>
                  </a:lnTo>
                  <a:lnTo>
                    <a:pt x="58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59" y="84"/>
                  </a:lnTo>
                  <a:lnTo>
                    <a:pt x="58" y="87"/>
                  </a:lnTo>
                  <a:lnTo>
                    <a:pt x="58" y="89"/>
                  </a:lnTo>
                  <a:lnTo>
                    <a:pt x="56" y="92"/>
                  </a:lnTo>
                  <a:lnTo>
                    <a:pt x="54" y="93"/>
                  </a:lnTo>
                  <a:lnTo>
                    <a:pt x="52" y="95"/>
                  </a:lnTo>
                  <a:lnTo>
                    <a:pt x="51" y="96"/>
                  </a:lnTo>
                  <a:lnTo>
                    <a:pt x="46" y="101"/>
                  </a:lnTo>
                  <a:lnTo>
                    <a:pt x="45" y="104"/>
                  </a:lnTo>
                  <a:lnTo>
                    <a:pt x="42" y="105"/>
                  </a:lnTo>
                  <a:lnTo>
                    <a:pt x="39" y="103"/>
                  </a:lnTo>
                  <a:lnTo>
                    <a:pt x="38" y="101"/>
                  </a:lnTo>
                  <a:lnTo>
                    <a:pt x="38" y="100"/>
                  </a:lnTo>
                  <a:lnTo>
                    <a:pt x="39" y="97"/>
                  </a:lnTo>
                  <a:lnTo>
                    <a:pt x="39" y="96"/>
                  </a:lnTo>
                  <a:lnTo>
                    <a:pt x="35" y="97"/>
                  </a:lnTo>
                  <a:lnTo>
                    <a:pt x="33" y="100"/>
                  </a:lnTo>
                  <a:lnTo>
                    <a:pt x="31" y="100"/>
                  </a:lnTo>
                  <a:lnTo>
                    <a:pt x="30" y="100"/>
                  </a:lnTo>
                  <a:lnTo>
                    <a:pt x="30" y="103"/>
                  </a:lnTo>
                  <a:lnTo>
                    <a:pt x="29" y="104"/>
                  </a:lnTo>
                  <a:lnTo>
                    <a:pt x="26" y="104"/>
                  </a:lnTo>
                  <a:lnTo>
                    <a:pt x="26" y="103"/>
                  </a:lnTo>
                  <a:lnTo>
                    <a:pt x="26" y="101"/>
                  </a:lnTo>
                  <a:lnTo>
                    <a:pt x="23" y="103"/>
                  </a:lnTo>
                  <a:lnTo>
                    <a:pt x="22" y="103"/>
                  </a:lnTo>
                  <a:lnTo>
                    <a:pt x="22" y="103"/>
                  </a:lnTo>
                  <a:lnTo>
                    <a:pt x="22" y="100"/>
                  </a:lnTo>
                  <a:lnTo>
                    <a:pt x="21" y="99"/>
                  </a:lnTo>
                  <a:lnTo>
                    <a:pt x="20" y="99"/>
                  </a:lnTo>
                  <a:lnTo>
                    <a:pt x="18" y="99"/>
                  </a:lnTo>
                  <a:lnTo>
                    <a:pt x="17" y="100"/>
                  </a:lnTo>
                  <a:lnTo>
                    <a:pt x="16" y="100"/>
                  </a:lnTo>
                  <a:lnTo>
                    <a:pt x="14" y="103"/>
                  </a:lnTo>
                  <a:lnTo>
                    <a:pt x="13" y="103"/>
                  </a:lnTo>
                  <a:lnTo>
                    <a:pt x="12" y="103"/>
                  </a:lnTo>
                  <a:lnTo>
                    <a:pt x="10" y="106"/>
                  </a:lnTo>
                  <a:lnTo>
                    <a:pt x="9" y="106"/>
                  </a:lnTo>
                  <a:lnTo>
                    <a:pt x="8" y="105"/>
                  </a:lnTo>
                  <a:lnTo>
                    <a:pt x="8" y="103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2" y="96"/>
                  </a:lnTo>
                  <a:lnTo>
                    <a:pt x="2" y="95"/>
                  </a:lnTo>
                  <a:lnTo>
                    <a:pt x="0" y="92"/>
                  </a:lnTo>
                  <a:lnTo>
                    <a:pt x="1" y="91"/>
                  </a:lnTo>
                  <a:lnTo>
                    <a:pt x="1" y="88"/>
                  </a:lnTo>
                  <a:lnTo>
                    <a:pt x="2" y="88"/>
                  </a:lnTo>
                  <a:lnTo>
                    <a:pt x="5" y="88"/>
                  </a:lnTo>
                  <a:lnTo>
                    <a:pt x="5" y="87"/>
                  </a:lnTo>
                  <a:lnTo>
                    <a:pt x="6" y="87"/>
                  </a:lnTo>
                  <a:lnTo>
                    <a:pt x="9" y="89"/>
                  </a:lnTo>
                  <a:lnTo>
                    <a:pt x="10" y="87"/>
                  </a:lnTo>
                  <a:lnTo>
                    <a:pt x="9" y="81"/>
                  </a:lnTo>
                  <a:lnTo>
                    <a:pt x="8" y="80"/>
                  </a:lnTo>
                  <a:lnTo>
                    <a:pt x="6" y="79"/>
                  </a:lnTo>
                  <a:lnTo>
                    <a:pt x="5" y="79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6"/>
                  </a:lnTo>
                  <a:lnTo>
                    <a:pt x="4" y="75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5"/>
                  </a:lnTo>
                  <a:lnTo>
                    <a:pt x="10" y="74"/>
                  </a:lnTo>
                  <a:lnTo>
                    <a:pt x="12" y="74"/>
                  </a:lnTo>
                  <a:lnTo>
                    <a:pt x="16" y="74"/>
                  </a:lnTo>
                  <a:lnTo>
                    <a:pt x="17" y="71"/>
                  </a:lnTo>
                  <a:lnTo>
                    <a:pt x="16" y="68"/>
                  </a:lnTo>
                  <a:lnTo>
                    <a:pt x="17" y="67"/>
                  </a:lnTo>
                  <a:lnTo>
                    <a:pt x="20" y="67"/>
                  </a:lnTo>
                  <a:lnTo>
                    <a:pt x="21" y="72"/>
                  </a:lnTo>
                  <a:lnTo>
                    <a:pt x="22" y="74"/>
                  </a:lnTo>
                  <a:lnTo>
                    <a:pt x="26" y="74"/>
                  </a:lnTo>
                  <a:lnTo>
                    <a:pt x="27" y="74"/>
                  </a:lnTo>
                  <a:lnTo>
                    <a:pt x="29" y="72"/>
                  </a:lnTo>
                  <a:lnTo>
                    <a:pt x="31" y="72"/>
                  </a:lnTo>
                  <a:lnTo>
                    <a:pt x="34" y="74"/>
                  </a:lnTo>
                  <a:lnTo>
                    <a:pt x="34" y="75"/>
                  </a:lnTo>
                  <a:lnTo>
                    <a:pt x="35" y="75"/>
                  </a:lnTo>
                  <a:lnTo>
                    <a:pt x="35" y="74"/>
                  </a:lnTo>
                  <a:lnTo>
                    <a:pt x="35" y="71"/>
                  </a:lnTo>
                  <a:lnTo>
                    <a:pt x="38" y="62"/>
                  </a:lnTo>
                  <a:lnTo>
                    <a:pt x="39" y="58"/>
                  </a:lnTo>
                  <a:lnTo>
                    <a:pt x="39" y="55"/>
                  </a:lnTo>
                  <a:lnTo>
                    <a:pt x="38" y="54"/>
                  </a:lnTo>
                  <a:lnTo>
                    <a:pt x="37" y="53"/>
                  </a:lnTo>
                  <a:lnTo>
                    <a:pt x="35" y="51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3" y="49"/>
                  </a:lnTo>
                  <a:lnTo>
                    <a:pt x="33" y="47"/>
                  </a:lnTo>
                  <a:lnTo>
                    <a:pt x="33" y="46"/>
                  </a:lnTo>
                  <a:lnTo>
                    <a:pt x="34" y="46"/>
                  </a:lnTo>
                  <a:lnTo>
                    <a:pt x="34" y="45"/>
                  </a:lnTo>
                  <a:lnTo>
                    <a:pt x="35" y="45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4" y="41"/>
                  </a:lnTo>
                  <a:lnTo>
                    <a:pt x="37" y="39"/>
                  </a:lnTo>
                  <a:lnTo>
                    <a:pt x="39" y="39"/>
                  </a:lnTo>
                  <a:lnTo>
                    <a:pt x="39" y="37"/>
                  </a:lnTo>
                  <a:lnTo>
                    <a:pt x="38" y="35"/>
                  </a:lnTo>
                  <a:lnTo>
                    <a:pt x="39" y="34"/>
                  </a:lnTo>
                  <a:lnTo>
                    <a:pt x="39" y="30"/>
                  </a:lnTo>
                  <a:lnTo>
                    <a:pt x="38" y="30"/>
                  </a:lnTo>
                  <a:lnTo>
                    <a:pt x="34" y="30"/>
                  </a:lnTo>
                  <a:lnTo>
                    <a:pt x="31" y="30"/>
                  </a:lnTo>
                  <a:lnTo>
                    <a:pt x="29" y="31"/>
                  </a:lnTo>
                  <a:lnTo>
                    <a:pt x="27" y="31"/>
                  </a:lnTo>
                  <a:lnTo>
                    <a:pt x="25" y="31"/>
                  </a:lnTo>
                  <a:lnTo>
                    <a:pt x="23" y="31"/>
                  </a:lnTo>
                  <a:lnTo>
                    <a:pt x="25" y="30"/>
                  </a:lnTo>
                  <a:lnTo>
                    <a:pt x="23" y="28"/>
                  </a:lnTo>
                  <a:lnTo>
                    <a:pt x="23" y="25"/>
                  </a:lnTo>
                  <a:lnTo>
                    <a:pt x="23" y="22"/>
                  </a:lnTo>
                  <a:lnTo>
                    <a:pt x="23" y="21"/>
                  </a:lnTo>
                  <a:lnTo>
                    <a:pt x="39" y="21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2" y="21"/>
                  </a:lnTo>
                  <a:lnTo>
                    <a:pt x="43" y="22"/>
                  </a:lnTo>
                  <a:lnTo>
                    <a:pt x="45" y="21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7" y="22"/>
                  </a:lnTo>
                  <a:lnTo>
                    <a:pt x="49" y="22"/>
                  </a:lnTo>
                  <a:lnTo>
                    <a:pt x="49" y="22"/>
                  </a:lnTo>
                  <a:lnTo>
                    <a:pt x="51" y="24"/>
                  </a:lnTo>
                  <a:lnTo>
                    <a:pt x="51" y="24"/>
                  </a:lnTo>
                  <a:lnTo>
                    <a:pt x="54" y="24"/>
                  </a:lnTo>
                  <a:lnTo>
                    <a:pt x="55" y="24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58" y="25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1"/>
                  </a:lnTo>
                  <a:lnTo>
                    <a:pt x="59" y="20"/>
                  </a:lnTo>
                  <a:lnTo>
                    <a:pt x="60" y="18"/>
                  </a:lnTo>
                  <a:lnTo>
                    <a:pt x="60" y="17"/>
                  </a:lnTo>
                  <a:lnTo>
                    <a:pt x="66" y="8"/>
                  </a:lnTo>
                  <a:lnTo>
                    <a:pt x="70" y="4"/>
                  </a:lnTo>
                  <a:lnTo>
                    <a:pt x="71" y="4"/>
                  </a:lnTo>
                  <a:lnTo>
                    <a:pt x="72" y="3"/>
                  </a:lnTo>
                  <a:lnTo>
                    <a:pt x="77" y="1"/>
                  </a:lnTo>
                  <a:lnTo>
                    <a:pt x="79" y="1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3" name="Freeform 472"/>
            <p:cNvSpPr>
              <a:spLocks/>
            </p:cNvSpPr>
            <p:nvPr/>
          </p:nvSpPr>
          <p:spPr bwMode="auto">
            <a:xfrm>
              <a:off x="6130699" y="4489976"/>
              <a:ext cx="32991" cy="43142"/>
            </a:xfrm>
            <a:custGeom>
              <a:avLst/>
              <a:gdLst>
                <a:gd name="T0" fmla="*/ 9 w 13"/>
                <a:gd name="T1" fmla="*/ 0 h 17"/>
                <a:gd name="T2" fmla="*/ 11 w 13"/>
                <a:gd name="T3" fmla="*/ 0 h 17"/>
                <a:gd name="T4" fmla="*/ 12 w 13"/>
                <a:gd name="T5" fmla="*/ 0 h 17"/>
                <a:gd name="T6" fmla="*/ 13 w 13"/>
                <a:gd name="T7" fmla="*/ 1 h 17"/>
                <a:gd name="T8" fmla="*/ 13 w 13"/>
                <a:gd name="T9" fmla="*/ 4 h 17"/>
                <a:gd name="T10" fmla="*/ 11 w 13"/>
                <a:gd name="T11" fmla="*/ 6 h 17"/>
                <a:gd name="T12" fmla="*/ 8 w 13"/>
                <a:gd name="T13" fmla="*/ 7 h 17"/>
                <a:gd name="T14" fmla="*/ 8 w 13"/>
                <a:gd name="T15" fmla="*/ 9 h 17"/>
                <a:gd name="T16" fmla="*/ 8 w 13"/>
                <a:gd name="T17" fmla="*/ 13 h 17"/>
                <a:gd name="T18" fmla="*/ 7 w 13"/>
                <a:gd name="T19" fmla="*/ 14 h 17"/>
                <a:gd name="T20" fmla="*/ 4 w 13"/>
                <a:gd name="T21" fmla="*/ 15 h 17"/>
                <a:gd name="T22" fmla="*/ 1 w 13"/>
                <a:gd name="T23" fmla="*/ 17 h 17"/>
                <a:gd name="T24" fmla="*/ 1 w 13"/>
                <a:gd name="T25" fmla="*/ 15 h 17"/>
                <a:gd name="T26" fmla="*/ 3 w 13"/>
                <a:gd name="T27" fmla="*/ 13 h 17"/>
                <a:gd name="T28" fmla="*/ 1 w 13"/>
                <a:gd name="T29" fmla="*/ 9 h 17"/>
                <a:gd name="T30" fmla="*/ 0 w 13"/>
                <a:gd name="T31" fmla="*/ 7 h 17"/>
                <a:gd name="T32" fmla="*/ 1 w 13"/>
                <a:gd name="T33" fmla="*/ 7 h 17"/>
                <a:gd name="T34" fmla="*/ 3 w 13"/>
                <a:gd name="T35" fmla="*/ 4 h 17"/>
                <a:gd name="T36" fmla="*/ 4 w 13"/>
                <a:gd name="T37" fmla="*/ 4 h 17"/>
                <a:gd name="T38" fmla="*/ 5 w 13"/>
                <a:gd name="T39" fmla="*/ 4 h 17"/>
                <a:gd name="T40" fmla="*/ 7 w 13"/>
                <a:gd name="T41" fmla="*/ 1 h 17"/>
                <a:gd name="T42" fmla="*/ 8 w 13"/>
                <a:gd name="T43" fmla="*/ 1 h 17"/>
                <a:gd name="T44" fmla="*/ 9 w 13"/>
                <a:gd name="T4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" h="17">
                  <a:moveTo>
                    <a:pt x="9" y="0"/>
                  </a:moveTo>
                  <a:lnTo>
                    <a:pt x="11" y="0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4" y="15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3" y="13"/>
                  </a:lnTo>
                  <a:lnTo>
                    <a:pt x="1" y="9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4" name="Freeform 473"/>
            <p:cNvSpPr>
              <a:spLocks/>
            </p:cNvSpPr>
            <p:nvPr/>
          </p:nvSpPr>
          <p:spPr bwMode="auto">
            <a:xfrm>
              <a:off x="6656013" y="4380854"/>
              <a:ext cx="337521" cy="345133"/>
            </a:xfrm>
            <a:custGeom>
              <a:avLst/>
              <a:gdLst>
                <a:gd name="T0" fmla="*/ 101 w 133"/>
                <a:gd name="T1" fmla="*/ 29 h 136"/>
                <a:gd name="T2" fmla="*/ 102 w 133"/>
                <a:gd name="T3" fmla="*/ 33 h 136"/>
                <a:gd name="T4" fmla="*/ 117 w 133"/>
                <a:gd name="T5" fmla="*/ 44 h 136"/>
                <a:gd name="T6" fmla="*/ 114 w 133"/>
                <a:gd name="T7" fmla="*/ 56 h 136"/>
                <a:gd name="T8" fmla="*/ 116 w 133"/>
                <a:gd name="T9" fmla="*/ 66 h 136"/>
                <a:gd name="T10" fmla="*/ 121 w 133"/>
                <a:gd name="T11" fmla="*/ 73 h 136"/>
                <a:gd name="T12" fmla="*/ 118 w 133"/>
                <a:gd name="T13" fmla="*/ 75 h 136"/>
                <a:gd name="T14" fmla="*/ 120 w 133"/>
                <a:gd name="T15" fmla="*/ 83 h 136"/>
                <a:gd name="T16" fmla="*/ 118 w 133"/>
                <a:gd name="T17" fmla="*/ 91 h 136"/>
                <a:gd name="T18" fmla="*/ 120 w 133"/>
                <a:gd name="T19" fmla="*/ 95 h 136"/>
                <a:gd name="T20" fmla="*/ 121 w 133"/>
                <a:gd name="T21" fmla="*/ 100 h 136"/>
                <a:gd name="T22" fmla="*/ 122 w 133"/>
                <a:gd name="T23" fmla="*/ 107 h 136"/>
                <a:gd name="T24" fmla="*/ 131 w 133"/>
                <a:gd name="T25" fmla="*/ 114 h 136"/>
                <a:gd name="T26" fmla="*/ 131 w 133"/>
                <a:gd name="T27" fmla="*/ 116 h 136"/>
                <a:gd name="T28" fmla="*/ 127 w 133"/>
                <a:gd name="T29" fmla="*/ 118 h 136"/>
                <a:gd name="T30" fmla="*/ 121 w 133"/>
                <a:gd name="T31" fmla="*/ 122 h 136"/>
                <a:gd name="T32" fmla="*/ 116 w 133"/>
                <a:gd name="T33" fmla="*/ 124 h 136"/>
                <a:gd name="T34" fmla="*/ 109 w 133"/>
                <a:gd name="T35" fmla="*/ 125 h 136"/>
                <a:gd name="T36" fmla="*/ 104 w 133"/>
                <a:gd name="T37" fmla="*/ 124 h 136"/>
                <a:gd name="T38" fmla="*/ 101 w 133"/>
                <a:gd name="T39" fmla="*/ 125 h 136"/>
                <a:gd name="T40" fmla="*/ 95 w 133"/>
                <a:gd name="T41" fmla="*/ 129 h 136"/>
                <a:gd name="T42" fmla="*/ 91 w 133"/>
                <a:gd name="T43" fmla="*/ 127 h 136"/>
                <a:gd name="T44" fmla="*/ 88 w 133"/>
                <a:gd name="T45" fmla="*/ 128 h 136"/>
                <a:gd name="T46" fmla="*/ 81 w 133"/>
                <a:gd name="T47" fmla="*/ 129 h 136"/>
                <a:gd name="T48" fmla="*/ 77 w 133"/>
                <a:gd name="T49" fmla="*/ 127 h 136"/>
                <a:gd name="T50" fmla="*/ 75 w 133"/>
                <a:gd name="T51" fmla="*/ 125 h 136"/>
                <a:gd name="T52" fmla="*/ 60 w 133"/>
                <a:gd name="T53" fmla="*/ 127 h 136"/>
                <a:gd name="T54" fmla="*/ 58 w 133"/>
                <a:gd name="T55" fmla="*/ 111 h 136"/>
                <a:gd name="T56" fmla="*/ 51 w 133"/>
                <a:gd name="T57" fmla="*/ 104 h 136"/>
                <a:gd name="T58" fmla="*/ 48 w 133"/>
                <a:gd name="T59" fmla="*/ 103 h 136"/>
                <a:gd name="T60" fmla="*/ 46 w 133"/>
                <a:gd name="T61" fmla="*/ 103 h 136"/>
                <a:gd name="T62" fmla="*/ 43 w 133"/>
                <a:gd name="T63" fmla="*/ 102 h 136"/>
                <a:gd name="T64" fmla="*/ 42 w 133"/>
                <a:gd name="T65" fmla="*/ 102 h 136"/>
                <a:gd name="T66" fmla="*/ 37 w 133"/>
                <a:gd name="T67" fmla="*/ 97 h 136"/>
                <a:gd name="T68" fmla="*/ 30 w 133"/>
                <a:gd name="T69" fmla="*/ 94 h 136"/>
                <a:gd name="T70" fmla="*/ 26 w 133"/>
                <a:gd name="T71" fmla="*/ 91 h 136"/>
                <a:gd name="T72" fmla="*/ 21 w 133"/>
                <a:gd name="T73" fmla="*/ 90 h 136"/>
                <a:gd name="T74" fmla="*/ 13 w 133"/>
                <a:gd name="T75" fmla="*/ 78 h 136"/>
                <a:gd name="T76" fmla="*/ 0 w 133"/>
                <a:gd name="T77" fmla="*/ 43 h 136"/>
                <a:gd name="T78" fmla="*/ 12 w 133"/>
                <a:gd name="T79" fmla="*/ 39 h 136"/>
                <a:gd name="T80" fmla="*/ 18 w 133"/>
                <a:gd name="T81" fmla="*/ 33 h 136"/>
                <a:gd name="T82" fmla="*/ 19 w 133"/>
                <a:gd name="T83" fmla="*/ 25 h 136"/>
                <a:gd name="T84" fmla="*/ 16 w 133"/>
                <a:gd name="T85" fmla="*/ 23 h 136"/>
                <a:gd name="T86" fmla="*/ 14 w 133"/>
                <a:gd name="T87" fmla="*/ 19 h 136"/>
                <a:gd name="T88" fmla="*/ 18 w 133"/>
                <a:gd name="T89" fmla="*/ 20 h 136"/>
                <a:gd name="T90" fmla="*/ 19 w 133"/>
                <a:gd name="T91" fmla="*/ 15 h 136"/>
                <a:gd name="T92" fmla="*/ 18 w 133"/>
                <a:gd name="T93" fmla="*/ 8 h 136"/>
                <a:gd name="T94" fmla="*/ 14 w 133"/>
                <a:gd name="T95" fmla="*/ 3 h 136"/>
                <a:gd name="T96" fmla="*/ 17 w 133"/>
                <a:gd name="T97" fmla="*/ 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6">
                  <a:moveTo>
                    <a:pt x="56" y="0"/>
                  </a:moveTo>
                  <a:lnTo>
                    <a:pt x="100" y="25"/>
                  </a:lnTo>
                  <a:lnTo>
                    <a:pt x="101" y="29"/>
                  </a:lnTo>
                  <a:lnTo>
                    <a:pt x="101" y="31"/>
                  </a:lnTo>
                  <a:lnTo>
                    <a:pt x="101" y="32"/>
                  </a:lnTo>
                  <a:lnTo>
                    <a:pt x="102" y="33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8" y="47"/>
                  </a:lnTo>
                  <a:lnTo>
                    <a:pt x="117" y="48"/>
                  </a:lnTo>
                  <a:lnTo>
                    <a:pt x="114" y="56"/>
                  </a:lnTo>
                  <a:lnTo>
                    <a:pt x="113" y="60"/>
                  </a:lnTo>
                  <a:lnTo>
                    <a:pt x="113" y="64"/>
                  </a:lnTo>
                  <a:lnTo>
                    <a:pt x="116" y="66"/>
                  </a:lnTo>
                  <a:lnTo>
                    <a:pt x="118" y="69"/>
                  </a:lnTo>
                  <a:lnTo>
                    <a:pt x="120" y="69"/>
                  </a:lnTo>
                  <a:lnTo>
                    <a:pt x="121" y="73"/>
                  </a:lnTo>
                  <a:lnTo>
                    <a:pt x="121" y="74"/>
                  </a:lnTo>
                  <a:lnTo>
                    <a:pt x="120" y="74"/>
                  </a:lnTo>
                  <a:lnTo>
                    <a:pt x="118" y="75"/>
                  </a:lnTo>
                  <a:lnTo>
                    <a:pt x="118" y="78"/>
                  </a:lnTo>
                  <a:lnTo>
                    <a:pt x="118" y="82"/>
                  </a:lnTo>
                  <a:lnTo>
                    <a:pt x="120" y="83"/>
                  </a:lnTo>
                  <a:lnTo>
                    <a:pt x="120" y="86"/>
                  </a:lnTo>
                  <a:lnTo>
                    <a:pt x="118" y="89"/>
                  </a:lnTo>
                  <a:lnTo>
                    <a:pt x="118" y="91"/>
                  </a:lnTo>
                  <a:lnTo>
                    <a:pt x="120" y="94"/>
                  </a:lnTo>
                  <a:lnTo>
                    <a:pt x="118" y="94"/>
                  </a:lnTo>
                  <a:lnTo>
                    <a:pt x="120" y="95"/>
                  </a:lnTo>
                  <a:lnTo>
                    <a:pt x="120" y="98"/>
                  </a:lnTo>
                  <a:lnTo>
                    <a:pt x="121" y="99"/>
                  </a:lnTo>
                  <a:lnTo>
                    <a:pt x="121" y="100"/>
                  </a:lnTo>
                  <a:lnTo>
                    <a:pt x="121" y="102"/>
                  </a:lnTo>
                  <a:lnTo>
                    <a:pt x="122" y="106"/>
                  </a:lnTo>
                  <a:lnTo>
                    <a:pt x="122" y="107"/>
                  </a:lnTo>
                  <a:lnTo>
                    <a:pt x="126" y="111"/>
                  </a:lnTo>
                  <a:lnTo>
                    <a:pt x="130" y="112"/>
                  </a:lnTo>
                  <a:lnTo>
                    <a:pt x="131" y="114"/>
                  </a:lnTo>
                  <a:lnTo>
                    <a:pt x="131" y="115"/>
                  </a:lnTo>
                  <a:lnTo>
                    <a:pt x="133" y="115"/>
                  </a:lnTo>
                  <a:lnTo>
                    <a:pt x="131" y="116"/>
                  </a:lnTo>
                  <a:lnTo>
                    <a:pt x="131" y="116"/>
                  </a:lnTo>
                  <a:lnTo>
                    <a:pt x="129" y="116"/>
                  </a:lnTo>
                  <a:lnTo>
                    <a:pt x="127" y="118"/>
                  </a:lnTo>
                  <a:lnTo>
                    <a:pt x="126" y="120"/>
                  </a:lnTo>
                  <a:lnTo>
                    <a:pt x="124" y="120"/>
                  </a:lnTo>
                  <a:lnTo>
                    <a:pt x="121" y="122"/>
                  </a:lnTo>
                  <a:lnTo>
                    <a:pt x="118" y="122"/>
                  </a:lnTo>
                  <a:lnTo>
                    <a:pt x="118" y="123"/>
                  </a:lnTo>
                  <a:lnTo>
                    <a:pt x="116" y="124"/>
                  </a:lnTo>
                  <a:lnTo>
                    <a:pt x="114" y="123"/>
                  </a:lnTo>
                  <a:lnTo>
                    <a:pt x="110" y="124"/>
                  </a:lnTo>
                  <a:lnTo>
                    <a:pt x="109" y="125"/>
                  </a:lnTo>
                  <a:lnTo>
                    <a:pt x="106" y="125"/>
                  </a:lnTo>
                  <a:lnTo>
                    <a:pt x="105" y="124"/>
                  </a:lnTo>
                  <a:lnTo>
                    <a:pt x="104" y="124"/>
                  </a:lnTo>
                  <a:lnTo>
                    <a:pt x="101" y="124"/>
                  </a:lnTo>
                  <a:lnTo>
                    <a:pt x="100" y="124"/>
                  </a:lnTo>
                  <a:lnTo>
                    <a:pt x="101" y="125"/>
                  </a:lnTo>
                  <a:lnTo>
                    <a:pt x="100" y="128"/>
                  </a:lnTo>
                  <a:lnTo>
                    <a:pt x="97" y="128"/>
                  </a:lnTo>
                  <a:lnTo>
                    <a:pt x="95" y="129"/>
                  </a:lnTo>
                  <a:lnTo>
                    <a:pt x="93" y="128"/>
                  </a:lnTo>
                  <a:lnTo>
                    <a:pt x="92" y="128"/>
                  </a:lnTo>
                  <a:lnTo>
                    <a:pt x="91" y="127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8" y="128"/>
                  </a:lnTo>
                  <a:lnTo>
                    <a:pt x="85" y="129"/>
                  </a:lnTo>
                  <a:lnTo>
                    <a:pt x="81" y="131"/>
                  </a:lnTo>
                  <a:lnTo>
                    <a:pt x="81" y="129"/>
                  </a:lnTo>
                  <a:lnTo>
                    <a:pt x="80" y="128"/>
                  </a:lnTo>
                  <a:lnTo>
                    <a:pt x="79" y="128"/>
                  </a:lnTo>
                  <a:lnTo>
                    <a:pt x="77" y="127"/>
                  </a:lnTo>
                  <a:lnTo>
                    <a:pt x="76" y="127"/>
                  </a:lnTo>
                  <a:lnTo>
                    <a:pt x="76" y="125"/>
                  </a:lnTo>
                  <a:lnTo>
                    <a:pt x="75" y="125"/>
                  </a:lnTo>
                  <a:lnTo>
                    <a:pt x="73" y="127"/>
                  </a:lnTo>
                  <a:lnTo>
                    <a:pt x="72" y="127"/>
                  </a:lnTo>
                  <a:lnTo>
                    <a:pt x="60" y="127"/>
                  </a:lnTo>
                  <a:lnTo>
                    <a:pt x="58" y="136"/>
                  </a:lnTo>
                  <a:lnTo>
                    <a:pt x="59" y="116"/>
                  </a:lnTo>
                  <a:lnTo>
                    <a:pt x="58" y="111"/>
                  </a:lnTo>
                  <a:lnTo>
                    <a:pt x="54" y="107"/>
                  </a:lnTo>
                  <a:lnTo>
                    <a:pt x="52" y="106"/>
                  </a:lnTo>
                  <a:lnTo>
                    <a:pt x="51" y="104"/>
                  </a:lnTo>
                  <a:lnTo>
                    <a:pt x="51" y="104"/>
                  </a:lnTo>
                  <a:lnTo>
                    <a:pt x="50" y="104"/>
                  </a:lnTo>
                  <a:lnTo>
                    <a:pt x="48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6" y="103"/>
                  </a:lnTo>
                  <a:lnTo>
                    <a:pt x="45" y="103"/>
                  </a:lnTo>
                  <a:lnTo>
                    <a:pt x="45" y="102"/>
                  </a:lnTo>
                  <a:lnTo>
                    <a:pt x="43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39" y="99"/>
                  </a:lnTo>
                  <a:lnTo>
                    <a:pt x="39" y="98"/>
                  </a:lnTo>
                  <a:lnTo>
                    <a:pt x="37" y="97"/>
                  </a:lnTo>
                  <a:lnTo>
                    <a:pt x="37" y="97"/>
                  </a:lnTo>
                  <a:lnTo>
                    <a:pt x="35" y="97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6" y="93"/>
                  </a:lnTo>
                  <a:lnTo>
                    <a:pt x="26" y="91"/>
                  </a:lnTo>
                  <a:lnTo>
                    <a:pt x="23" y="90"/>
                  </a:lnTo>
                  <a:lnTo>
                    <a:pt x="22" y="90"/>
                  </a:lnTo>
                  <a:lnTo>
                    <a:pt x="21" y="90"/>
                  </a:lnTo>
                  <a:lnTo>
                    <a:pt x="19" y="90"/>
                  </a:lnTo>
                  <a:lnTo>
                    <a:pt x="16" y="89"/>
                  </a:lnTo>
                  <a:lnTo>
                    <a:pt x="13" y="78"/>
                  </a:lnTo>
                  <a:lnTo>
                    <a:pt x="4" y="68"/>
                  </a:lnTo>
                  <a:lnTo>
                    <a:pt x="1" y="53"/>
                  </a:lnTo>
                  <a:lnTo>
                    <a:pt x="0" y="43"/>
                  </a:lnTo>
                  <a:lnTo>
                    <a:pt x="5" y="44"/>
                  </a:lnTo>
                  <a:lnTo>
                    <a:pt x="9" y="43"/>
                  </a:lnTo>
                  <a:lnTo>
                    <a:pt x="12" y="39"/>
                  </a:lnTo>
                  <a:lnTo>
                    <a:pt x="14" y="36"/>
                  </a:lnTo>
                  <a:lnTo>
                    <a:pt x="16" y="35"/>
                  </a:lnTo>
                  <a:lnTo>
                    <a:pt x="18" y="33"/>
                  </a:lnTo>
                  <a:lnTo>
                    <a:pt x="19" y="31"/>
                  </a:lnTo>
                  <a:lnTo>
                    <a:pt x="19" y="29"/>
                  </a:lnTo>
                  <a:lnTo>
                    <a:pt x="19" y="25"/>
                  </a:lnTo>
                  <a:lnTo>
                    <a:pt x="18" y="25"/>
                  </a:lnTo>
                  <a:lnTo>
                    <a:pt x="17" y="24"/>
                  </a:lnTo>
                  <a:lnTo>
                    <a:pt x="16" y="23"/>
                  </a:lnTo>
                  <a:lnTo>
                    <a:pt x="16" y="22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6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18" y="19"/>
                  </a:lnTo>
                  <a:lnTo>
                    <a:pt x="19" y="18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7" y="7"/>
                  </a:lnTo>
                  <a:lnTo>
                    <a:pt x="16" y="6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31" y="2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5" name="Freeform 474"/>
            <p:cNvSpPr>
              <a:spLocks/>
            </p:cNvSpPr>
            <p:nvPr/>
          </p:nvSpPr>
          <p:spPr bwMode="auto">
            <a:xfrm>
              <a:off x="6645862" y="4388466"/>
              <a:ext cx="58369" cy="50755"/>
            </a:xfrm>
            <a:custGeom>
              <a:avLst/>
              <a:gdLst>
                <a:gd name="T0" fmla="*/ 18 w 23"/>
                <a:gd name="T1" fmla="*/ 0 h 20"/>
                <a:gd name="T2" fmla="*/ 20 w 23"/>
                <a:gd name="T3" fmla="*/ 3 h 20"/>
                <a:gd name="T4" fmla="*/ 21 w 23"/>
                <a:gd name="T5" fmla="*/ 4 h 20"/>
                <a:gd name="T6" fmla="*/ 22 w 23"/>
                <a:gd name="T7" fmla="*/ 5 h 20"/>
                <a:gd name="T8" fmla="*/ 22 w 23"/>
                <a:gd name="T9" fmla="*/ 7 h 20"/>
                <a:gd name="T10" fmla="*/ 23 w 23"/>
                <a:gd name="T11" fmla="*/ 11 h 20"/>
                <a:gd name="T12" fmla="*/ 23 w 23"/>
                <a:gd name="T13" fmla="*/ 12 h 20"/>
                <a:gd name="T14" fmla="*/ 23 w 23"/>
                <a:gd name="T15" fmla="*/ 15 h 20"/>
                <a:gd name="T16" fmla="*/ 22 w 23"/>
                <a:gd name="T17" fmla="*/ 16 h 20"/>
                <a:gd name="T18" fmla="*/ 22 w 23"/>
                <a:gd name="T19" fmla="*/ 17 h 20"/>
                <a:gd name="T20" fmla="*/ 21 w 23"/>
                <a:gd name="T21" fmla="*/ 17 h 20"/>
                <a:gd name="T22" fmla="*/ 20 w 23"/>
                <a:gd name="T23" fmla="*/ 17 h 20"/>
                <a:gd name="T24" fmla="*/ 18 w 23"/>
                <a:gd name="T25" fmla="*/ 16 h 20"/>
                <a:gd name="T26" fmla="*/ 18 w 23"/>
                <a:gd name="T27" fmla="*/ 16 h 20"/>
                <a:gd name="T28" fmla="*/ 17 w 23"/>
                <a:gd name="T29" fmla="*/ 15 h 20"/>
                <a:gd name="T30" fmla="*/ 17 w 23"/>
                <a:gd name="T31" fmla="*/ 13 h 20"/>
                <a:gd name="T32" fmla="*/ 16 w 23"/>
                <a:gd name="T33" fmla="*/ 13 h 20"/>
                <a:gd name="T34" fmla="*/ 14 w 23"/>
                <a:gd name="T35" fmla="*/ 12 h 20"/>
                <a:gd name="T36" fmla="*/ 13 w 23"/>
                <a:gd name="T37" fmla="*/ 12 h 20"/>
                <a:gd name="T38" fmla="*/ 14 w 23"/>
                <a:gd name="T39" fmla="*/ 15 h 20"/>
                <a:gd name="T40" fmla="*/ 12 w 23"/>
                <a:gd name="T41" fmla="*/ 19 h 20"/>
                <a:gd name="T42" fmla="*/ 12 w 23"/>
                <a:gd name="T43" fmla="*/ 19 h 20"/>
                <a:gd name="T44" fmla="*/ 10 w 23"/>
                <a:gd name="T45" fmla="*/ 20 h 20"/>
                <a:gd name="T46" fmla="*/ 9 w 23"/>
                <a:gd name="T47" fmla="*/ 19 h 20"/>
                <a:gd name="T48" fmla="*/ 8 w 23"/>
                <a:gd name="T49" fmla="*/ 19 h 20"/>
                <a:gd name="T50" fmla="*/ 8 w 23"/>
                <a:gd name="T51" fmla="*/ 20 h 20"/>
                <a:gd name="T52" fmla="*/ 5 w 23"/>
                <a:gd name="T53" fmla="*/ 19 h 20"/>
                <a:gd name="T54" fmla="*/ 4 w 23"/>
                <a:gd name="T55" fmla="*/ 17 h 20"/>
                <a:gd name="T56" fmla="*/ 2 w 23"/>
                <a:gd name="T57" fmla="*/ 16 h 20"/>
                <a:gd name="T58" fmla="*/ 1 w 23"/>
                <a:gd name="T59" fmla="*/ 16 h 20"/>
                <a:gd name="T60" fmla="*/ 0 w 23"/>
                <a:gd name="T61" fmla="*/ 17 h 20"/>
                <a:gd name="T62" fmla="*/ 0 w 23"/>
                <a:gd name="T63" fmla="*/ 15 h 20"/>
                <a:gd name="T64" fmla="*/ 2 w 23"/>
                <a:gd name="T65" fmla="*/ 8 h 20"/>
                <a:gd name="T66" fmla="*/ 4 w 23"/>
                <a:gd name="T67" fmla="*/ 5 h 20"/>
                <a:gd name="T68" fmla="*/ 6 w 23"/>
                <a:gd name="T69" fmla="*/ 3 h 20"/>
                <a:gd name="T70" fmla="*/ 8 w 23"/>
                <a:gd name="T71" fmla="*/ 3 h 20"/>
                <a:gd name="T72" fmla="*/ 9 w 23"/>
                <a:gd name="T73" fmla="*/ 3 h 20"/>
                <a:gd name="T74" fmla="*/ 12 w 23"/>
                <a:gd name="T75" fmla="*/ 1 h 20"/>
                <a:gd name="T76" fmla="*/ 13 w 23"/>
                <a:gd name="T77" fmla="*/ 1 h 20"/>
                <a:gd name="T78" fmla="*/ 13 w 23"/>
                <a:gd name="T79" fmla="*/ 3 h 20"/>
                <a:gd name="T80" fmla="*/ 16 w 23"/>
                <a:gd name="T81" fmla="*/ 3 h 20"/>
                <a:gd name="T82" fmla="*/ 16 w 23"/>
                <a:gd name="T83" fmla="*/ 1 h 20"/>
                <a:gd name="T84" fmla="*/ 16 w 23"/>
                <a:gd name="T85" fmla="*/ 0 h 20"/>
                <a:gd name="T86" fmla="*/ 18 w 23"/>
                <a:gd name="T8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" h="20">
                  <a:moveTo>
                    <a:pt x="18" y="0"/>
                  </a:moveTo>
                  <a:lnTo>
                    <a:pt x="20" y="3"/>
                  </a:lnTo>
                  <a:lnTo>
                    <a:pt x="21" y="4"/>
                  </a:lnTo>
                  <a:lnTo>
                    <a:pt x="22" y="5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2"/>
                  </a:lnTo>
                  <a:lnTo>
                    <a:pt x="23" y="15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5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4" y="15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0" y="20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5" y="19"/>
                  </a:lnTo>
                  <a:lnTo>
                    <a:pt x="4" y="17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2" y="8"/>
                  </a:lnTo>
                  <a:lnTo>
                    <a:pt x="4" y="5"/>
                  </a:lnTo>
                  <a:lnTo>
                    <a:pt x="6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3" y="3"/>
                  </a:lnTo>
                  <a:lnTo>
                    <a:pt x="16" y="3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6" name="Freeform 475"/>
            <p:cNvSpPr>
              <a:spLocks/>
            </p:cNvSpPr>
            <p:nvPr/>
          </p:nvSpPr>
          <p:spPr bwMode="auto">
            <a:xfrm>
              <a:off x="6645862" y="4418919"/>
              <a:ext cx="58369" cy="73595"/>
            </a:xfrm>
            <a:custGeom>
              <a:avLst/>
              <a:gdLst>
                <a:gd name="T0" fmla="*/ 13 w 23"/>
                <a:gd name="T1" fmla="*/ 0 h 29"/>
                <a:gd name="T2" fmla="*/ 14 w 23"/>
                <a:gd name="T3" fmla="*/ 0 h 29"/>
                <a:gd name="T4" fmla="*/ 16 w 23"/>
                <a:gd name="T5" fmla="*/ 1 h 29"/>
                <a:gd name="T6" fmla="*/ 17 w 23"/>
                <a:gd name="T7" fmla="*/ 1 h 29"/>
                <a:gd name="T8" fmla="*/ 17 w 23"/>
                <a:gd name="T9" fmla="*/ 3 h 29"/>
                <a:gd name="T10" fmla="*/ 18 w 23"/>
                <a:gd name="T11" fmla="*/ 4 h 29"/>
                <a:gd name="T12" fmla="*/ 18 w 23"/>
                <a:gd name="T13" fmla="*/ 5 h 29"/>
                <a:gd name="T14" fmla="*/ 20 w 23"/>
                <a:gd name="T15" fmla="*/ 7 h 29"/>
                <a:gd name="T16" fmla="*/ 20 w 23"/>
                <a:gd name="T17" fmla="*/ 8 h 29"/>
                <a:gd name="T18" fmla="*/ 21 w 23"/>
                <a:gd name="T19" fmla="*/ 9 h 29"/>
                <a:gd name="T20" fmla="*/ 22 w 23"/>
                <a:gd name="T21" fmla="*/ 10 h 29"/>
                <a:gd name="T22" fmla="*/ 23 w 23"/>
                <a:gd name="T23" fmla="*/ 10 h 29"/>
                <a:gd name="T24" fmla="*/ 23 w 23"/>
                <a:gd name="T25" fmla="*/ 14 h 29"/>
                <a:gd name="T26" fmla="*/ 23 w 23"/>
                <a:gd name="T27" fmla="*/ 16 h 29"/>
                <a:gd name="T28" fmla="*/ 22 w 23"/>
                <a:gd name="T29" fmla="*/ 18 h 29"/>
                <a:gd name="T30" fmla="*/ 20 w 23"/>
                <a:gd name="T31" fmla="*/ 20 h 29"/>
                <a:gd name="T32" fmla="*/ 18 w 23"/>
                <a:gd name="T33" fmla="*/ 21 h 29"/>
                <a:gd name="T34" fmla="*/ 16 w 23"/>
                <a:gd name="T35" fmla="*/ 24 h 29"/>
                <a:gd name="T36" fmla="*/ 13 w 23"/>
                <a:gd name="T37" fmla="*/ 28 h 29"/>
                <a:gd name="T38" fmla="*/ 9 w 23"/>
                <a:gd name="T39" fmla="*/ 29 h 29"/>
                <a:gd name="T40" fmla="*/ 4 w 23"/>
                <a:gd name="T41" fmla="*/ 28 h 29"/>
                <a:gd name="T42" fmla="*/ 1 w 23"/>
                <a:gd name="T43" fmla="*/ 14 h 29"/>
                <a:gd name="T44" fmla="*/ 1 w 23"/>
                <a:gd name="T45" fmla="*/ 12 h 29"/>
                <a:gd name="T46" fmla="*/ 1 w 23"/>
                <a:gd name="T47" fmla="*/ 9 h 29"/>
                <a:gd name="T48" fmla="*/ 0 w 23"/>
                <a:gd name="T49" fmla="*/ 7 h 29"/>
                <a:gd name="T50" fmla="*/ 0 w 23"/>
                <a:gd name="T51" fmla="*/ 5 h 29"/>
                <a:gd name="T52" fmla="*/ 1 w 23"/>
                <a:gd name="T53" fmla="*/ 4 h 29"/>
                <a:gd name="T54" fmla="*/ 2 w 23"/>
                <a:gd name="T55" fmla="*/ 4 h 29"/>
                <a:gd name="T56" fmla="*/ 4 w 23"/>
                <a:gd name="T57" fmla="*/ 5 h 29"/>
                <a:gd name="T58" fmla="*/ 5 w 23"/>
                <a:gd name="T59" fmla="*/ 7 h 29"/>
                <a:gd name="T60" fmla="*/ 8 w 23"/>
                <a:gd name="T61" fmla="*/ 8 h 29"/>
                <a:gd name="T62" fmla="*/ 8 w 23"/>
                <a:gd name="T63" fmla="*/ 7 h 29"/>
                <a:gd name="T64" fmla="*/ 9 w 23"/>
                <a:gd name="T65" fmla="*/ 7 h 29"/>
                <a:gd name="T66" fmla="*/ 10 w 23"/>
                <a:gd name="T67" fmla="*/ 8 h 29"/>
                <a:gd name="T68" fmla="*/ 12 w 23"/>
                <a:gd name="T69" fmla="*/ 7 h 29"/>
                <a:gd name="T70" fmla="*/ 12 w 23"/>
                <a:gd name="T71" fmla="*/ 7 h 29"/>
                <a:gd name="T72" fmla="*/ 14 w 23"/>
                <a:gd name="T73" fmla="*/ 3 h 29"/>
                <a:gd name="T74" fmla="*/ 13 w 23"/>
                <a:gd name="T7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" h="29">
                  <a:moveTo>
                    <a:pt x="13" y="0"/>
                  </a:moveTo>
                  <a:lnTo>
                    <a:pt x="14" y="0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21" y="9"/>
                  </a:lnTo>
                  <a:lnTo>
                    <a:pt x="22" y="10"/>
                  </a:lnTo>
                  <a:lnTo>
                    <a:pt x="23" y="10"/>
                  </a:lnTo>
                  <a:lnTo>
                    <a:pt x="23" y="14"/>
                  </a:lnTo>
                  <a:lnTo>
                    <a:pt x="23" y="16"/>
                  </a:lnTo>
                  <a:lnTo>
                    <a:pt x="22" y="18"/>
                  </a:lnTo>
                  <a:lnTo>
                    <a:pt x="20" y="20"/>
                  </a:lnTo>
                  <a:lnTo>
                    <a:pt x="18" y="21"/>
                  </a:lnTo>
                  <a:lnTo>
                    <a:pt x="16" y="24"/>
                  </a:lnTo>
                  <a:lnTo>
                    <a:pt x="13" y="28"/>
                  </a:lnTo>
                  <a:lnTo>
                    <a:pt x="9" y="29"/>
                  </a:lnTo>
                  <a:lnTo>
                    <a:pt x="4" y="28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4"/>
                  </a:lnTo>
                  <a:lnTo>
                    <a:pt x="2" y="4"/>
                  </a:lnTo>
                  <a:lnTo>
                    <a:pt x="4" y="5"/>
                  </a:lnTo>
                  <a:lnTo>
                    <a:pt x="5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9" y="7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4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7" name="Freeform 476"/>
            <p:cNvSpPr>
              <a:spLocks/>
            </p:cNvSpPr>
            <p:nvPr/>
          </p:nvSpPr>
          <p:spPr bwMode="auto">
            <a:xfrm>
              <a:off x="6133238" y="4190522"/>
              <a:ext cx="576069" cy="570993"/>
            </a:xfrm>
            <a:custGeom>
              <a:avLst/>
              <a:gdLst>
                <a:gd name="T0" fmla="*/ 169 w 227"/>
                <a:gd name="T1" fmla="*/ 3 h 225"/>
                <a:gd name="T2" fmla="*/ 185 w 227"/>
                <a:gd name="T3" fmla="*/ 4 h 225"/>
                <a:gd name="T4" fmla="*/ 193 w 227"/>
                <a:gd name="T5" fmla="*/ 12 h 225"/>
                <a:gd name="T6" fmla="*/ 203 w 227"/>
                <a:gd name="T7" fmla="*/ 10 h 225"/>
                <a:gd name="T8" fmla="*/ 211 w 227"/>
                <a:gd name="T9" fmla="*/ 7 h 225"/>
                <a:gd name="T10" fmla="*/ 220 w 227"/>
                <a:gd name="T11" fmla="*/ 16 h 225"/>
                <a:gd name="T12" fmla="*/ 225 w 227"/>
                <a:gd name="T13" fmla="*/ 22 h 225"/>
                <a:gd name="T14" fmla="*/ 224 w 227"/>
                <a:gd name="T15" fmla="*/ 36 h 225"/>
                <a:gd name="T16" fmla="*/ 218 w 227"/>
                <a:gd name="T17" fmla="*/ 54 h 225"/>
                <a:gd name="T18" fmla="*/ 208 w 227"/>
                <a:gd name="T19" fmla="*/ 78 h 225"/>
                <a:gd name="T20" fmla="*/ 203 w 227"/>
                <a:gd name="T21" fmla="*/ 99 h 225"/>
                <a:gd name="T22" fmla="*/ 222 w 227"/>
                <a:gd name="T23" fmla="*/ 164 h 225"/>
                <a:gd name="T24" fmla="*/ 199 w 227"/>
                <a:gd name="T25" fmla="*/ 181 h 225"/>
                <a:gd name="T26" fmla="*/ 198 w 227"/>
                <a:gd name="T27" fmla="*/ 190 h 225"/>
                <a:gd name="T28" fmla="*/ 194 w 227"/>
                <a:gd name="T29" fmla="*/ 203 h 225"/>
                <a:gd name="T30" fmla="*/ 206 w 227"/>
                <a:gd name="T31" fmla="*/ 214 h 225"/>
                <a:gd name="T32" fmla="*/ 210 w 227"/>
                <a:gd name="T33" fmla="*/ 224 h 225"/>
                <a:gd name="T34" fmla="*/ 202 w 227"/>
                <a:gd name="T35" fmla="*/ 225 h 225"/>
                <a:gd name="T36" fmla="*/ 189 w 227"/>
                <a:gd name="T37" fmla="*/ 214 h 225"/>
                <a:gd name="T38" fmla="*/ 178 w 227"/>
                <a:gd name="T39" fmla="*/ 203 h 225"/>
                <a:gd name="T40" fmla="*/ 169 w 227"/>
                <a:gd name="T41" fmla="*/ 210 h 225"/>
                <a:gd name="T42" fmla="*/ 158 w 227"/>
                <a:gd name="T43" fmla="*/ 204 h 225"/>
                <a:gd name="T44" fmla="*/ 156 w 227"/>
                <a:gd name="T45" fmla="*/ 198 h 225"/>
                <a:gd name="T46" fmla="*/ 146 w 227"/>
                <a:gd name="T47" fmla="*/ 202 h 225"/>
                <a:gd name="T48" fmla="*/ 141 w 227"/>
                <a:gd name="T49" fmla="*/ 197 h 225"/>
                <a:gd name="T50" fmla="*/ 132 w 227"/>
                <a:gd name="T51" fmla="*/ 199 h 225"/>
                <a:gd name="T52" fmla="*/ 123 w 227"/>
                <a:gd name="T53" fmla="*/ 198 h 225"/>
                <a:gd name="T54" fmla="*/ 120 w 227"/>
                <a:gd name="T55" fmla="*/ 195 h 225"/>
                <a:gd name="T56" fmla="*/ 120 w 227"/>
                <a:gd name="T57" fmla="*/ 187 h 225"/>
                <a:gd name="T58" fmla="*/ 118 w 227"/>
                <a:gd name="T59" fmla="*/ 179 h 225"/>
                <a:gd name="T60" fmla="*/ 115 w 227"/>
                <a:gd name="T61" fmla="*/ 172 h 225"/>
                <a:gd name="T62" fmla="*/ 115 w 227"/>
                <a:gd name="T63" fmla="*/ 161 h 225"/>
                <a:gd name="T64" fmla="*/ 102 w 227"/>
                <a:gd name="T65" fmla="*/ 152 h 225"/>
                <a:gd name="T66" fmla="*/ 87 w 227"/>
                <a:gd name="T67" fmla="*/ 148 h 225"/>
                <a:gd name="T68" fmla="*/ 77 w 227"/>
                <a:gd name="T69" fmla="*/ 160 h 225"/>
                <a:gd name="T70" fmla="*/ 62 w 227"/>
                <a:gd name="T71" fmla="*/ 160 h 225"/>
                <a:gd name="T72" fmla="*/ 58 w 227"/>
                <a:gd name="T73" fmla="*/ 149 h 225"/>
                <a:gd name="T74" fmla="*/ 56 w 227"/>
                <a:gd name="T75" fmla="*/ 139 h 225"/>
                <a:gd name="T76" fmla="*/ 31 w 227"/>
                <a:gd name="T77" fmla="*/ 135 h 225"/>
                <a:gd name="T78" fmla="*/ 15 w 227"/>
                <a:gd name="T79" fmla="*/ 135 h 225"/>
                <a:gd name="T80" fmla="*/ 7 w 227"/>
                <a:gd name="T81" fmla="*/ 137 h 225"/>
                <a:gd name="T82" fmla="*/ 3 w 227"/>
                <a:gd name="T83" fmla="*/ 133 h 225"/>
                <a:gd name="T84" fmla="*/ 12 w 227"/>
                <a:gd name="T85" fmla="*/ 122 h 225"/>
                <a:gd name="T86" fmla="*/ 20 w 227"/>
                <a:gd name="T87" fmla="*/ 122 h 225"/>
                <a:gd name="T88" fmla="*/ 29 w 227"/>
                <a:gd name="T89" fmla="*/ 116 h 225"/>
                <a:gd name="T90" fmla="*/ 36 w 227"/>
                <a:gd name="T91" fmla="*/ 120 h 225"/>
                <a:gd name="T92" fmla="*/ 48 w 227"/>
                <a:gd name="T93" fmla="*/ 106 h 225"/>
                <a:gd name="T94" fmla="*/ 53 w 227"/>
                <a:gd name="T95" fmla="*/ 86 h 225"/>
                <a:gd name="T96" fmla="*/ 64 w 227"/>
                <a:gd name="T97" fmla="*/ 77 h 225"/>
                <a:gd name="T98" fmla="*/ 70 w 227"/>
                <a:gd name="T99" fmla="*/ 58 h 225"/>
                <a:gd name="T100" fmla="*/ 74 w 227"/>
                <a:gd name="T101" fmla="*/ 43 h 225"/>
                <a:gd name="T102" fmla="*/ 79 w 227"/>
                <a:gd name="T103" fmla="*/ 22 h 225"/>
                <a:gd name="T104" fmla="*/ 81 w 227"/>
                <a:gd name="T105" fmla="*/ 12 h 225"/>
                <a:gd name="T106" fmla="*/ 85 w 227"/>
                <a:gd name="T107" fmla="*/ 6 h 225"/>
                <a:gd name="T108" fmla="*/ 94 w 227"/>
                <a:gd name="T109" fmla="*/ 4 h 225"/>
                <a:gd name="T110" fmla="*/ 108 w 227"/>
                <a:gd name="T111" fmla="*/ 12 h 225"/>
                <a:gd name="T112" fmla="*/ 120 w 227"/>
                <a:gd name="T113" fmla="*/ 14 h 225"/>
                <a:gd name="T114" fmla="*/ 125 w 227"/>
                <a:gd name="T115" fmla="*/ 8 h 225"/>
                <a:gd name="T116" fmla="*/ 139 w 227"/>
                <a:gd name="T117" fmla="*/ 7 h 225"/>
                <a:gd name="T118" fmla="*/ 149 w 227"/>
                <a:gd name="T119" fmla="*/ 4 h 225"/>
                <a:gd name="T120" fmla="*/ 158 w 227"/>
                <a:gd name="T121" fmla="*/ 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7" h="225">
                  <a:moveTo>
                    <a:pt x="161" y="0"/>
                  </a:moveTo>
                  <a:lnTo>
                    <a:pt x="162" y="2"/>
                  </a:lnTo>
                  <a:lnTo>
                    <a:pt x="165" y="2"/>
                  </a:lnTo>
                  <a:lnTo>
                    <a:pt x="166" y="2"/>
                  </a:lnTo>
                  <a:lnTo>
                    <a:pt x="168" y="3"/>
                  </a:lnTo>
                  <a:lnTo>
                    <a:pt x="169" y="3"/>
                  </a:lnTo>
                  <a:lnTo>
                    <a:pt x="172" y="4"/>
                  </a:lnTo>
                  <a:lnTo>
                    <a:pt x="175" y="4"/>
                  </a:lnTo>
                  <a:lnTo>
                    <a:pt x="175" y="4"/>
                  </a:lnTo>
                  <a:lnTo>
                    <a:pt x="179" y="3"/>
                  </a:lnTo>
                  <a:lnTo>
                    <a:pt x="182" y="3"/>
                  </a:lnTo>
                  <a:lnTo>
                    <a:pt x="185" y="4"/>
                  </a:lnTo>
                  <a:lnTo>
                    <a:pt x="186" y="4"/>
                  </a:lnTo>
                  <a:lnTo>
                    <a:pt x="186" y="6"/>
                  </a:lnTo>
                  <a:lnTo>
                    <a:pt x="187" y="8"/>
                  </a:lnTo>
                  <a:lnTo>
                    <a:pt x="189" y="8"/>
                  </a:lnTo>
                  <a:lnTo>
                    <a:pt x="190" y="10"/>
                  </a:lnTo>
                  <a:lnTo>
                    <a:pt x="193" y="12"/>
                  </a:lnTo>
                  <a:lnTo>
                    <a:pt x="194" y="12"/>
                  </a:lnTo>
                  <a:lnTo>
                    <a:pt x="195" y="12"/>
                  </a:lnTo>
                  <a:lnTo>
                    <a:pt x="197" y="11"/>
                  </a:lnTo>
                  <a:lnTo>
                    <a:pt x="198" y="10"/>
                  </a:lnTo>
                  <a:lnTo>
                    <a:pt x="200" y="10"/>
                  </a:lnTo>
                  <a:lnTo>
                    <a:pt x="203" y="10"/>
                  </a:lnTo>
                  <a:lnTo>
                    <a:pt x="203" y="11"/>
                  </a:lnTo>
                  <a:lnTo>
                    <a:pt x="204" y="11"/>
                  </a:lnTo>
                  <a:lnTo>
                    <a:pt x="206" y="10"/>
                  </a:lnTo>
                  <a:lnTo>
                    <a:pt x="207" y="8"/>
                  </a:lnTo>
                  <a:lnTo>
                    <a:pt x="208" y="7"/>
                  </a:lnTo>
                  <a:lnTo>
                    <a:pt x="211" y="7"/>
                  </a:lnTo>
                  <a:lnTo>
                    <a:pt x="212" y="8"/>
                  </a:lnTo>
                  <a:lnTo>
                    <a:pt x="214" y="11"/>
                  </a:lnTo>
                  <a:lnTo>
                    <a:pt x="215" y="12"/>
                  </a:lnTo>
                  <a:lnTo>
                    <a:pt x="216" y="14"/>
                  </a:lnTo>
                  <a:lnTo>
                    <a:pt x="219" y="15"/>
                  </a:lnTo>
                  <a:lnTo>
                    <a:pt x="220" y="16"/>
                  </a:lnTo>
                  <a:lnTo>
                    <a:pt x="222" y="18"/>
                  </a:lnTo>
                  <a:lnTo>
                    <a:pt x="222" y="19"/>
                  </a:lnTo>
                  <a:lnTo>
                    <a:pt x="223" y="20"/>
                  </a:lnTo>
                  <a:lnTo>
                    <a:pt x="223" y="22"/>
                  </a:lnTo>
                  <a:lnTo>
                    <a:pt x="223" y="22"/>
                  </a:lnTo>
                  <a:lnTo>
                    <a:pt x="225" y="22"/>
                  </a:lnTo>
                  <a:lnTo>
                    <a:pt x="227" y="22"/>
                  </a:lnTo>
                  <a:lnTo>
                    <a:pt x="227" y="24"/>
                  </a:lnTo>
                  <a:lnTo>
                    <a:pt x="225" y="25"/>
                  </a:lnTo>
                  <a:lnTo>
                    <a:pt x="225" y="29"/>
                  </a:lnTo>
                  <a:lnTo>
                    <a:pt x="224" y="33"/>
                  </a:lnTo>
                  <a:lnTo>
                    <a:pt x="224" y="36"/>
                  </a:lnTo>
                  <a:lnTo>
                    <a:pt x="225" y="37"/>
                  </a:lnTo>
                  <a:lnTo>
                    <a:pt x="227" y="39"/>
                  </a:lnTo>
                  <a:lnTo>
                    <a:pt x="227" y="41"/>
                  </a:lnTo>
                  <a:lnTo>
                    <a:pt x="227" y="43"/>
                  </a:lnTo>
                  <a:lnTo>
                    <a:pt x="222" y="50"/>
                  </a:lnTo>
                  <a:lnTo>
                    <a:pt x="218" y="54"/>
                  </a:lnTo>
                  <a:lnTo>
                    <a:pt x="216" y="56"/>
                  </a:lnTo>
                  <a:lnTo>
                    <a:pt x="212" y="65"/>
                  </a:lnTo>
                  <a:lnTo>
                    <a:pt x="211" y="66"/>
                  </a:lnTo>
                  <a:lnTo>
                    <a:pt x="211" y="69"/>
                  </a:lnTo>
                  <a:lnTo>
                    <a:pt x="211" y="73"/>
                  </a:lnTo>
                  <a:lnTo>
                    <a:pt x="208" y="78"/>
                  </a:lnTo>
                  <a:lnTo>
                    <a:pt x="210" y="81"/>
                  </a:lnTo>
                  <a:lnTo>
                    <a:pt x="206" y="83"/>
                  </a:lnTo>
                  <a:lnTo>
                    <a:pt x="204" y="86"/>
                  </a:lnTo>
                  <a:lnTo>
                    <a:pt x="202" y="93"/>
                  </a:lnTo>
                  <a:lnTo>
                    <a:pt x="202" y="97"/>
                  </a:lnTo>
                  <a:lnTo>
                    <a:pt x="203" y="99"/>
                  </a:lnTo>
                  <a:lnTo>
                    <a:pt x="203" y="102"/>
                  </a:lnTo>
                  <a:lnTo>
                    <a:pt x="203" y="104"/>
                  </a:lnTo>
                  <a:lnTo>
                    <a:pt x="207" y="128"/>
                  </a:lnTo>
                  <a:lnTo>
                    <a:pt x="210" y="143"/>
                  </a:lnTo>
                  <a:lnTo>
                    <a:pt x="219" y="153"/>
                  </a:lnTo>
                  <a:lnTo>
                    <a:pt x="222" y="164"/>
                  </a:lnTo>
                  <a:lnTo>
                    <a:pt x="219" y="162"/>
                  </a:lnTo>
                  <a:lnTo>
                    <a:pt x="200" y="166"/>
                  </a:lnTo>
                  <a:lnTo>
                    <a:pt x="195" y="175"/>
                  </a:lnTo>
                  <a:lnTo>
                    <a:pt x="197" y="178"/>
                  </a:lnTo>
                  <a:lnTo>
                    <a:pt x="198" y="179"/>
                  </a:lnTo>
                  <a:lnTo>
                    <a:pt x="199" y="181"/>
                  </a:lnTo>
                  <a:lnTo>
                    <a:pt x="198" y="182"/>
                  </a:lnTo>
                  <a:lnTo>
                    <a:pt x="198" y="183"/>
                  </a:lnTo>
                  <a:lnTo>
                    <a:pt x="198" y="185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90"/>
                  </a:lnTo>
                  <a:lnTo>
                    <a:pt x="197" y="191"/>
                  </a:lnTo>
                  <a:lnTo>
                    <a:pt x="197" y="191"/>
                  </a:lnTo>
                  <a:lnTo>
                    <a:pt x="197" y="193"/>
                  </a:lnTo>
                  <a:lnTo>
                    <a:pt x="194" y="195"/>
                  </a:lnTo>
                  <a:lnTo>
                    <a:pt x="194" y="197"/>
                  </a:lnTo>
                  <a:lnTo>
                    <a:pt x="194" y="203"/>
                  </a:lnTo>
                  <a:lnTo>
                    <a:pt x="194" y="206"/>
                  </a:lnTo>
                  <a:lnTo>
                    <a:pt x="195" y="207"/>
                  </a:lnTo>
                  <a:lnTo>
                    <a:pt x="199" y="211"/>
                  </a:lnTo>
                  <a:lnTo>
                    <a:pt x="199" y="212"/>
                  </a:lnTo>
                  <a:lnTo>
                    <a:pt x="200" y="214"/>
                  </a:lnTo>
                  <a:lnTo>
                    <a:pt x="206" y="214"/>
                  </a:lnTo>
                  <a:lnTo>
                    <a:pt x="206" y="214"/>
                  </a:lnTo>
                  <a:lnTo>
                    <a:pt x="206" y="212"/>
                  </a:lnTo>
                  <a:lnTo>
                    <a:pt x="204" y="211"/>
                  </a:lnTo>
                  <a:lnTo>
                    <a:pt x="207" y="211"/>
                  </a:lnTo>
                  <a:lnTo>
                    <a:pt x="210" y="211"/>
                  </a:lnTo>
                  <a:lnTo>
                    <a:pt x="210" y="224"/>
                  </a:lnTo>
                  <a:lnTo>
                    <a:pt x="210" y="225"/>
                  </a:lnTo>
                  <a:lnTo>
                    <a:pt x="207" y="224"/>
                  </a:lnTo>
                  <a:lnTo>
                    <a:pt x="207" y="224"/>
                  </a:lnTo>
                  <a:lnTo>
                    <a:pt x="206" y="224"/>
                  </a:lnTo>
                  <a:lnTo>
                    <a:pt x="204" y="224"/>
                  </a:lnTo>
                  <a:lnTo>
                    <a:pt x="202" y="225"/>
                  </a:lnTo>
                  <a:lnTo>
                    <a:pt x="200" y="225"/>
                  </a:lnTo>
                  <a:lnTo>
                    <a:pt x="198" y="223"/>
                  </a:lnTo>
                  <a:lnTo>
                    <a:pt x="197" y="220"/>
                  </a:lnTo>
                  <a:lnTo>
                    <a:pt x="194" y="218"/>
                  </a:lnTo>
                  <a:lnTo>
                    <a:pt x="191" y="215"/>
                  </a:lnTo>
                  <a:lnTo>
                    <a:pt x="189" y="214"/>
                  </a:lnTo>
                  <a:lnTo>
                    <a:pt x="185" y="211"/>
                  </a:lnTo>
                  <a:lnTo>
                    <a:pt x="182" y="210"/>
                  </a:lnTo>
                  <a:lnTo>
                    <a:pt x="181" y="208"/>
                  </a:lnTo>
                  <a:lnTo>
                    <a:pt x="179" y="207"/>
                  </a:lnTo>
                  <a:lnTo>
                    <a:pt x="179" y="203"/>
                  </a:lnTo>
                  <a:lnTo>
                    <a:pt x="178" y="203"/>
                  </a:lnTo>
                  <a:lnTo>
                    <a:pt x="178" y="203"/>
                  </a:lnTo>
                  <a:lnTo>
                    <a:pt x="175" y="203"/>
                  </a:lnTo>
                  <a:lnTo>
                    <a:pt x="175" y="207"/>
                  </a:lnTo>
                  <a:lnTo>
                    <a:pt x="174" y="208"/>
                  </a:lnTo>
                  <a:lnTo>
                    <a:pt x="172" y="210"/>
                  </a:lnTo>
                  <a:lnTo>
                    <a:pt x="169" y="210"/>
                  </a:lnTo>
                  <a:lnTo>
                    <a:pt x="169" y="208"/>
                  </a:lnTo>
                  <a:lnTo>
                    <a:pt x="166" y="208"/>
                  </a:lnTo>
                  <a:lnTo>
                    <a:pt x="164" y="207"/>
                  </a:lnTo>
                  <a:lnTo>
                    <a:pt x="161" y="206"/>
                  </a:lnTo>
                  <a:lnTo>
                    <a:pt x="160" y="206"/>
                  </a:lnTo>
                  <a:lnTo>
                    <a:pt x="158" y="204"/>
                  </a:lnTo>
                  <a:lnTo>
                    <a:pt x="157" y="204"/>
                  </a:lnTo>
                  <a:lnTo>
                    <a:pt x="157" y="203"/>
                  </a:lnTo>
                  <a:lnTo>
                    <a:pt x="157" y="202"/>
                  </a:lnTo>
                  <a:lnTo>
                    <a:pt x="156" y="200"/>
                  </a:lnTo>
                  <a:lnTo>
                    <a:pt x="156" y="199"/>
                  </a:lnTo>
                  <a:lnTo>
                    <a:pt x="156" y="198"/>
                  </a:lnTo>
                  <a:lnTo>
                    <a:pt x="152" y="199"/>
                  </a:lnTo>
                  <a:lnTo>
                    <a:pt x="152" y="200"/>
                  </a:lnTo>
                  <a:lnTo>
                    <a:pt x="149" y="200"/>
                  </a:lnTo>
                  <a:lnTo>
                    <a:pt x="148" y="200"/>
                  </a:lnTo>
                  <a:lnTo>
                    <a:pt x="146" y="202"/>
                  </a:lnTo>
                  <a:lnTo>
                    <a:pt x="146" y="202"/>
                  </a:lnTo>
                  <a:lnTo>
                    <a:pt x="145" y="200"/>
                  </a:lnTo>
                  <a:lnTo>
                    <a:pt x="145" y="199"/>
                  </a:lnTo>
                  <a:lnTo>
                    <a:pt x="145" y="198"/>
                  </a:lnTo>
                  <a:lnTo>
                    <a:pt x="143" y="198"/>
                  </a:lnTo>
                  <a:lnTo>
                    <a:pt x="141" y="198"/>
                  </a:lnTo>
                  <a:lnTo>
                    <a:pt x="141" y="197"/>
                  </a:lnTo>
                  <a:lnTo>
                    <a:pt x="141" y="197"/>
                  </a:lnTo>
                  <a:lnTo>
                    <a:pt x="139" y="197"/>
                  </a:lnTo>
                  <a:lnTo>
                    <a:pt x="136" y="198"/>
                  </a:lnTo>
                  <a:lnTo>
                    <a:pt x="135" y="199"/>
                  </a:lnTo>
                  <a:lnTo>
                    <a:pt x="133" y="199"/>
                  </a:lnTo>
                  <a:lnTo>
                    <a:pt x="132" y="199"/>
                  </a:lnTo>
                  <a:lnTo>
                    <a:pt x="131" y="199"/>
                  </a:lnTo>
                  <a:lnTo>
                    <a:pt x="128" y="199"/>
                  </a:lnTo>
                  <a:lnTo>
                    <a:pt x="127" y="199"/>
                  </a:lnTo>
                  <a:lnTo>
                    <a:pt x="125" y="198"/>
                  </a:lnTo>
                  <a:lnTo>
                    <a:pt x="124" y="198"/>
                  </a:lnTo>
                  <a:lnTo>
                    <a:pt x="123" y="198"/>
                  </a:lnTo>
                  <a:lnTo>
                    <a:pt x="123" y="198"/>
                  </a:lnTo>
                  <a:lnTo>
                    <a:pt x="121" y="199"/>
                  </a:lnTo>
                  <a:lnTo>
                    <a:pt x="120" y="199"/>
                  </a:lnTo>
                  <a:lnTo>
                    <a:pt x="120" y="198"/>
                  </a:lnTo>
                  <a:lnTo>
                    <a:pt x="120" y="197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21" y="193"/>
                  </a:lnTo>
                  <a:lnTo>
                    <a:pt x="120" y="191"/>
                  </a:lnTo>
                  <a:lnTo>
                    <a:pt x="119" y="190"/>
                  </a:lnTo>
                  <a:lnTo>
                    <a:pt x="120" y="189"/>
                  </a:lnTo>
                  <a:lnTo>
                    <a:pt x="120" y="187"/>
                  </a:lnTo>
                  <a:lnTo>
                    <a:pt x="119" y="186"/>
                  </a:lnTo>
                  <a:lnTo>
                    <a:pt x="119" y="185"/>
                  </a:lnTo>
                  <a:lnTo>
                    <a:pt x="119" y="183"/>
                  </a:lnTo>
                  <a:lnTo>
                    <a:pt x="119" y="182"/>
                  </a:lnTo>
                  <a:lnTo>
                    <a:pt x="118" y="181"/>
                  </a:lnTo>
                  <a:lnTo>
                    <a:pt x="118" y="179"/>
                  </a:lnTo>
                  <a:lnTo>
                    <a:pt x="116" y="179"/>
                  </a:lnTo>
                  <a:lnTo>
                    <a:pt x="116" y="178"/>
                  </a:lnTo>
                  <a:lnTo>
                    <a:pt x="115" y="177"/>
                  </a:lnTo>
                  <a:lnTo>
                    <a:pt x="115" y="175"/>
                  </a:lnTo>
                  <a:lnTo>
                    <a:pt x="115" y="174"/>
                  </a:lnTo>
                  <a:lnTo>
                    <a:pt x="115" y="172"/>
                  </a:lnTo>
                  <a:lnTo>
                    <a:pt x="115" y="168"/>
                  </a:lnTo>
                  <a:lnTo>
                    <a:pt x="115" y="166"/>
                  </a:lnTo>
                  <a:lnTo>
                    <a:pt x="115" y="165"/>
                  </a:lnTo>
                  <a:lnTo>
                    <a:pt x="115" y="165"/>
                  </a:lnTo>
                  <a:lnTo>
                    <a:pt x="115" y="162"/>
                  </a:lnTo>
                  <a:lnTo>
                    <a:pt x="115" y="161"/>
                  </a:lnTo>
                  <a:lnTo>
                    <a:pt x="115" y="160"/>
                  </a:lnTo>
                  <a:lnTo>
                    <a:pt x="116" y="157"/>
                  </a:lnTo>
                  <a:lnTo>
                    <a:pt x="116" y="156"/>
                  </a:lnTo>
                  <a:lnTo>
                    <a:pt x="116" y="153"/>
                  </a:lnTo>
                  <a:lnTo>
                    <a:pt x="116" y="152"/>
                  </a:lnTo>
                  <a:lnTo>
                    <a:pt x="102" y="152"/>
                  </a:lnTo>
                  <a:lnTo>
                    <a:pt x="102" y="150"/>
                  </a:lnTo>
                  <a:lnTo>
                    <a:pt x="102" y="149"/>
                  </a:lnTo>
                  <a:lnTo>
                    <a:pt x="102" y="148"/>
                  </a:lnTo>
                  <a:lnTo>
                    <a:pt x="99" y="147"/>
                  </a:lnTo>
                  <a:lnTo>
                    <a:pt x="99" y="148"/>
                  </a:lnTo>
                  <a:lnTo>
                    <a:pt x="87" y="148"/>
                  </a:lnTo>
                  <a:lnTo>
                    <a:pt x="87" y="152"/>
                  </a:lnTo>
                  <a:lnTo>
                    <a:pt x="86" y="153"/>
                  </a:lnTo>
                  <a:lnTo>
                    <a:pt x="85" y="154"/>
                  </a:lnTo>
                  <a:lnTo>
                    <a:pt x="85" y="156"/>
                  </a:lnTo>
                  <a:lnTo>
                    <a:pt x="86" y="160"/>
                  </a:lnTo>
                  <a:lnTo>
                    <a:pt x="77" y="160"/>
                  </a:lnTo>
                  <a:lnTo>
                    <a:pt x="75" y="161"/>
                  </a:lnTo>
                  <a:lnTo>
                    <a:pt x="70" y="161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4" y="161"/>
                  </a:lnTo>
                  <a:lnTo>
                    <a:pt x="62" y="160"/>
                  </a:lnTo>
                  <a:lnTo>
                    <a:pt x="62" y="156"/>
                  </a:lnTo>
                  <a:lnTo>
                    <a:pt x="61" y="154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8" y="150"/>
                  </a:lnTo>
                  <a:lnTo>
                    <a:pt x="58" y="149"/>
                  </a:lnTo>
                  <a:lnTo>
                    <a:pt x="57" y="147"/>
                  </a:lnTo>
                  <a:lnTo>
                    <a:pt x="56" y="144"/>
                  </a:lnTo>
                  <a:lnTo>
                    <a:pt x="56" y="143"/>
                  </a:lnTo>
                  <a:lnTo>
                    <a:pt x="57" y="141"/>
                  </a:lnTo>
                  <a:lnTo>
                    <a:pt x="57" y="140"/>
                  </a:lnTo>
                  <a:lnTo>
                    <a:pt x="56" y="139"/>
                  </a:lnTo>
                  <a:lnTo>
                    <a:pt x="56" y="137"/>
                  </a:lnTo>
                  <a:lnTo>
                    <a:pt x="56" y="137"/>
                  </a:lnTo>
                  <a:lnTo>
                    <a:pt x="56" y="135"/>
                  </a:lnTo>
                  <a:lnTo>
                    <a:pt x="42" y="135"/>
                  </a:lnTo>
                  <a:lnTo>
                    <a:pt x="35" y="135"/>
                  </a:lnTo>
                  <a:lnTo>
                    <a:pt x="31" y="135"/>
                  </a:lnTo>
                  <a:lnTo>
                    <a:pt x="27" y="135"/>
                  </a:lnTo>
                  <a:lnTo>
                    <a:pt x="25" y="135"/>
                  </a:lnTo>
                  <a:lnTo>
                    <a:pt x="21" y="135"/>
                  </a:lnTo>
                  <a:lnTo>
                    <a:pt x="19" y="135"/>
                  </a:lnTo>
                  <a:lnTo>
                    <a:pt x="16" y="135"/>
                  </a:lnTo>
                  <a:lnTo>
                    <a:pt x="15" y="135"/>
                  </a:lnTo>
                  <a:lnTo>
                    <a:pt x="13" y="135"/>
                  </a:lnTo>
                  <a:lnTo>
                    <a:pt x="11" y="135"/>
                  </a:lnTo>
                  <a:lnTo>
                    <a:pt x="10" y="136"/>
                  </a:lnTo>
                  <a:lnTo>
                    <a:pt x="8" y="136"/>
                  </a:lnTo>
                  <a:lnTo>
                    <a:pt x="7" y="136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6" y="136"/>
                  </a:lnTo>
                  <a:lnTo>
                    <a:pt x="2" y="136"/>
                  </a:lnTo>
                  <a:lnTo>
                    <a:pt x="0" y="135"/>
                  </a:lnTo>
                  <a:lnTo>
                    <a:pt x="3" y="133"/>
                  </a:lnTo>
                  <a:lnTo>
                    <a:pt x="6" y="132"/>
                  </a:lnTo>
                  <a:lnTo>
                    <a:pt x="7" y="131"/>
                  </a:lnTo>
                  <a:lnTo>
                    <a:pt x="7" y="127"/>
                  </a:lnTo>
                  <a:lnTo>
                    <a:pt x="7" y="125"/>
                  </a:lnTo>
                  <a:lnTo>
                    <a:pt x="10" y="124"/>
                  </a:lnTo>
                  <a:lnTo>
                    <a:pt x="12" y="122"/>
                  </a:lnTo>
                  <a:lnTo>
                    <a:pt x="13" y="122"/>
                  </a:lnTo>
                  <a:lnTo>
                    <a:pt x="16" y="120"/>
                  </a:lnTo>
                  <a:lnTo>
                    <a:pt x="16" y="122"/>
                  </a:lnTo>
                  <a:lnTo>
                    <a:pt x="16" y="123"/>
                  </a:lnTo>
                  <a:lnTo>
                    <a:pt x="19" y="123"/>
                  </a:lnTo>
                  <a:lnTo>
                    <a:pt x="20" y="122"/>
                  </a:lnTo>
                  <a:lnTo>
                    <a:pt x="20" y="119"/>
                  </a:lnTo>
                  <a:lnTo>
                    <a:pt x="21" y="119"/>
                  </a:lnTo>
                  <a:lnTo>
                    <a:pt x="23" y="119"/>
                  </a:lnTo>
                  <a:lnTo>
                    <a:pt x="25" y="116"/>
                  </a:lnTo>
                  <a:lnTo>
                    <a:pt x="29" y="115"/>
                  </a:lnTo>
                  <a:lnTo>
                    <a:pt x="29" y="116"/>
                  </a:lnTo>
                  <a:lnTo>
                    <a:pt x="28" y="119"/>
                  </a:lnTo>
                  <a:lnTo>
                    <a:pt x="28" y="120"/>
                  </a:lnTo>
                  <a:lnTo>
                    <a:pt x="29" y="122"/>
                  </a:lnTo>
                  <a:lnTo>
                    <a:pt x="32" y="124"/>
                  </a:lnTo>
                  <a:lnTo>
                    <a:pt x="35" y="123"/>
                  </a:lnTo>
                  <a:lnTo>
                    <a:pt x="36" y="120"/>
                  </a:lnTo>
                  <a:lnTo>
                    <a:pt x="41" y="115"/>
                  </a:lnTo>
                  <a:lnTo>
                    <a:pt x="42" y="114"/>
                  </a:lnTo>
                  <a:lnTo>
                    <a:pt x="44" y="112"/>
                  </a:lnTo>
                  <a:lnTo>
                    <a:pt x="46" y="111"/>
                  </a:lnTo>
                  <a:lnTo>
                    <a:pt x="48" y="108"/>
                  </a:lnTo>
                  <a:lnTo>
                    <a:pt x="48" y="106"/>
                  </a:lnTo>
                  <a:lnTo>
                    <a:pt x="49" y="103"/>
                  </a:lnTo>
                  <a:lnTo>
                    <a:pt x="49" y="97"/>
                  </a:lnTo>
                  <a:lnTo>
                    <a:pt x="49" y="95"/>
                  </a:lnTo>
                  <a:lnTo>
                    <a:pt x="48" y="93"/>
                  </a:lnTo>
                  <a:lnTo>
                    <a:pt x="49" y="90"/>
                  </a:lnTo>
                  <a:lnTo>
                    <a:pt x="53" y="86"/>
                  </a:lnTo>
                  <a:lnTo>
                    <a:pt x="53" y="83"/>
                  </a:lnTo>
                  <a:lnTo>
                    <a:pt x="56" y="81"/>
                  </a:lnTo>
                  <a:lnTo>
                    <a:pt x="58" y="78"/>
                  </a:lnTo>
                  <a:lnTo>
                    <a:pt x="60" y="79"/>
                  </a:lnTo>
                  <a:lnTo>
                    <a:pt x="62" y="78"/>
                  </a:lnTo>
                  <a:lnTo>
                    <a:pt x="64" y="77"/>
                  </a:lnTo>
                  <a:lnTo>
                    <a:pt x="67" y="70"/>
                  </a:lnTo>
                  <a:lnTo>
                    <a:pt x="67" y="66"/>
                  </a:lnTo>
                  <a:lnTo>
                    <a:pt x="69" y="62"/>
                  </a:lnTo>
                  <a:lnTo>
                    <a:pt x="70" y="62"/>
                  </a:lnTo>
                  <a:lnTo>
                    <a:pt x="71" y="58"/>
                  </a:lnTo>
                  <a:lnTo>
                    <a:pt x="70" y="58"/>
                  </a:lnTo>
                  <a:lnTo>
                    <a:pt x="71" y="54"/>
                  </a:lnTo>
                  <a:lnTo>
                    <a:pt x="70" y="53"/>
                  </a:lnTo>
                  <a:lnTo>
                    <a:pt x="71" y="49"/>
                  </a:lnTo>
                  <a:lnTo>
                    <a:pt x="73" y="48"/>
                  </a:lnTo>
                  <a:lnTo>
                    <a:pt x="73" y="45"/>
                  </a:lnTo>
                  <a:lnTo>
                    <a:pt x="74" y="43"/>
                  </a:lnTo>
                  <a:lnTo>
                    <a:pt x="73" y="37"/>
                  </a:lnTo>
                  <a:lnTo>
                    <a:pt x="78" y="31"/>
                  </a:lnTo>
                  <a:lnTo>
                    <a:pt x="78" y="29"/>
                  </a:lnTo>
                  <a:lnTo>
                    <a:pt x="81" y="28"/>
                  </a:lnTo>
                  <a:lnTo>
                    <a:pt x="81" y="23"/>
                  </a:lnTo>
                  <a:lnTo>
                    <a:pt x="79" y="22"/>
                  </a:lnTo>
                  <a:lnTo>
                    <a:pt x="79" y="19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9" y="14"/>
                  </a:lnTo>
                  <a:lnTo>
                    <a:pt x="79" y="12"/>
                  </a:lnTo>
                  <a:lnTo>
                    <a:pt x="81" y="12"/>
                  </a:lnTo>
                  <a:lnTo>
                    <a:pt x="82" y="11"/>
                  </a:lnTo>
                  <a:lnTo>
                    <a:pt x="82" y="10"/>
                  </a:lnTo>
                  <a:lnTo>
                    <a:pt x="82" y="8"/>
                  </a:lnTo>
                  <a:lnTo>
                    <a:pt x="83" y="7"/>
                  </a:lnTo>
                  <a:lnTo>
                    <a:pt x="83" y="6"/>
                  </a:lnTo>
                  <a:lnTo>
                    <a:pt x="85" y="6"/>
                  </a:lnTo>
                  <a:lnTo>
                    <a:pt x="87" y="4"/>
                  </a:lnTo>
                  <a:lnTo>
                    <a:pt x="89" y="4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3" y="4"/>
                  </a:lnTo>
                  <a:lnTo>
                    <a:pt x="94" y="4"/>
                  </a:lnTo>
                  <a:lnTo>
                    <a:pt x="96" y="8"/>
                  </a:lnTo>
                  <a:lnTo>
                    <a:pt x="99" y="8"/>
                  </a:lnTo>
                  <a:lnTo>
                    <a:pt x="102" y="11"/>
                  </a:lnTo>
                  <a:lnTo>
                    <a:pt x="103" y="12"/>
                  </a:lnTo>
                  <a:lnTo>
                    <a:pt x="106" y="11"/>
                  </a:lnTo>
                  <a:lnTo>
                    <a:pt x="108" y="12"/>
                  </a:lnTo>
                  <a:lnTo>
                    <a:pt x="111" y="14"/>
                  </a:lnTo>
                  <a:lnTo>
                    <a:pt x="112" y="14"/>
                  </a:lnTo>
                  <a:lnTo>
                    <a:pt x="114" y="12"/>
                  </a:lnTo>
                  <a:lnTo>
                    <a:pt x="115" y="12"/>
                  </a:lnTo>
                  <a:lnTo>
                    <a:pt x="118" y="14"/>
                  </a:lnTo>
                  <a:lnTo>
                    <a:pt x="120" y="14"/>
                  </a:lnTo>
                  <a:lnTo>
                    <a:pt x="121" y="15"/>
                  </a:lnTo>
                  <a:lnTo>
                    <a:pt x="124" y="14"/>
                  </a:lnTo>
                  <a:lnTo>
                    <a:pt x="124" y="14"/>
                  </a:lnTo>
                  <a:lnTo>
                    <a:pt x="123" y="12"/>
                  </a:lnTo>
                  <a:lnTo>
                    <a:pt x="123" y="11"/>
                  </a:lnTo>
                  <a:lnTo>
                    <a:pt x="125" y="8"/>
                  </a:lnTo>
                  <a:lnTo>
                    <a:pt x="127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2" y="8"/>
                  </a:lnTo>
                  <a:lnTo>
                    <a:pt x="135" y="8"/>
                  </a:lnTo>
                  <a:lnTo>
                    <a:pt x="139" y="7"/>
                  </a:lnTo>
                  <a:lnTo>
                    <a:pt x="140" y="7"/>
                  </a:lnTo>
                  <a:lnTo>
                    <a:pt x="143" y="6"/>
                  </a:lnTo>
                  <a:lnTo>
                    <a:pt x="146" y="3"/>
                  </a:lnTo>
                  <a:lnTo>
                    <a:pt x="148" y="3"/>
                  </a:lnTo>
                  <a:lnTo>
                    <a:pt x="149" y="4"/>
                  </a:lnTo>
                  <a:lnTo>
                    <a:pt x="149" y="4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3" y="6"/>
                  </a:lnTo>
                  <a:lnTo>
                    <a:pt x="156" y="4"/>
                  </a:lnTo>
                  <a:lnTo>
                    <a:pt x="157" y="4"/>
                  </a:lnTo>
                  <a:lnTo>
                    <a:pt x="158" y="4"/>
                  </a:lnTo>
                  <a:lnTo>
                    <a:pt x="160" y="2"/>
                  </a:lnTo>
                  <a:lnTo>
                    <a:pt x="160" y="2"/>
                  </a:lnTo>
                  <a:lnTo>
                    <a:pt x="160" y="0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8" name="Freeform 477"/>
            <p:cNvSpPr>
              <a:spLocks/>
            </p:cNvSpPr>
            <p:nvPr/>
          </p:nvSpPr>
          <p:spPr bwMode="auto">
            <a:xfrm>
              <a:off x="6754984" y="4639704"/>
              <a:ext cx="93897" cy="241087"/>
            </a:xfrm>
            <a:custGeom>
              <a:avLst/>
              <a:gdLst>
                <a:gd name="T0" fmla="*/ 6 w 37"/>
                <a:gd name="T1" fmla="*/ 0 h 95"/>
                <a:gd name="T2" fmla="*/ 7 w 37"/>
                <a:gd name="T3" fmla="*/ 1 h 95"/>
                <a:gd name="T4" fmla="*/ 8 w 37"/>
                <a:gd name="T5" fmla="*/ 1 h 95"/>
                <a:gd name="T6" fmla="*/ 11 w 37"/>
                <a:gd name="T7" fmla="*/ 2 h 95"/>
                <a:gd name="T8" fmla="*/ 12 w 37"/>
                <a:gd name="T9" fmla="*/ 2 h 95"/>
                <a:gd name="T10" fmla="*/ 15 w 37"/>
                <a:gd name="T11" fmla="*/ 5 h 95"/>
                <a:gd name="T12" fmla="*/ 20 w 37"/>
                <a:gd name="T13" fmla="*/ 14 h 95"/>
                <a:gd name="T14" fmla="*/ 19 w 37"/>
                <a:gd name="T15" fmla="*/ 37 h 95"/>
                <a:gd name="T16" fmla="*/ 24 w 37"/>
                <a:gd name="T17" fmla="*/ 48 h 95"/>
                <a:gd name="T18" fmla="*/ 27 w 37"/>
                <a:gd name="T19" fmla="*/ 51 h 95"/>
                <a:gd name="T20" fmla="*/ 32 w 37"/>
                <a:gd name="T21" fmla="*/ 56 h 95"/>
                <a:gd name="T22" fmla="*/ 36 w 37"/>
                <a:gd name="T23" fmla="*/ 62 h 95"/>
                <a:gd name="T24" fmla="*/ 37 w 37"/>
                <a:gd name="T25" fmla="*/ 66 h 95"/>
                <a:gd name="T26" fmla="*/ 36 w 37"/>
                <a:gd name="T27" fmla="*/ 68 h 95"/>
                <a:gd name="T28" fmla="*/ 34 w 37"/>
                <a:gd name="T29" fmla="*/ 70 h 95"/>
                <a:gd name="T30" fmla="*/ 34 w 37"/>
                <a:gd name="T31" fmla="*/ 71 h 95"/>
                <a:gd name="T32" fmla="*/ 36 w 37"/>
                <a:gd name="T33" fmla="*/ 73 h 95"/>
                <a:gd name="T34" fmla="*/ 34 w 37"/>
                <a:gd name="T35" fmla="*/ 80 h 95"/>
                <a:gd name="T36" fmla="*/ 31 w 37"/>
                <a:gd name="T37" fmla="*/ 81 h 95"/>
                <a:gd name="T38" fmla="*/ 29 w 37"/>
                <a:gd name="T39" fmla="*/ 87 h 95"/>
                <a:gd name="T40" fmla="*/ 28 w 37"/>
                <a:gd name="T41" fmla="*/ 92 h 95"/>
                <a:gd name="T42" fmla="*/ 25 w 37"/>
                <a:gd name="T43" fmla="*/ 95 h 95"/>
                <a:gd name="T44" fmla="*/ 25 w 37"/>
                <a:gd name="T45" fmla="*/ 92 h 95"/>
                <a:gd name="T46" fmla="*/ 23 w 37"/>
                <a:gd name="T47" fmla="*/ 88 h 95"/>
                <a:gd name="T48" fmla="*/ 20 w 37"/>
                <a:gd name="T49" fmla="*/ 85 h 95"/>
                <a:gd name="T50" fmla="*/ 17 w 37"/>
                <a:gd name="T51" fmla="*/ 81 h 95"/>
                <a:gd name="T52" fmla="*/ 16 w 37"/>
                <a:gd name="T53" fmla="*/ 76 h 95"/>
                <a:gd name="T54" fmla="*/ 17 w 37"/>
                <a:gd name="T55" fmla="*/ 72 h 95"/>
                <a:gd name="T56" fmla="*/ 21 w 37"/>
                <a:gd name="T57" fmla="*/ 67 h 95"/>
                <a:gd name="T58" fmla="*/ 20 w 37"/>
                <a:gd name="T59" fmla="*/ 62 h 95"/>
                <a:gd name="T60" fmla="*/ 13 w 37"/>
                <a:gd name="T61" fmla="*/ 60 h 95"/>
                <a:gd name="T62" fmla="*/ 12 w 37"/>
                <a:gd name="T63" fmla="*/ 62 h 95"/>
                <a:gd name="T64" fmla="*/ 8 w 37"/>
                <a:gd name="T65" fmla="*/ 62 h 95"/>
                <a:gd name="T66" fmla="*/ 7 w 37"/>
                <a:gd name="T67" fmla="*/ 59 h 95"/>
                <a:gd name="T68" fmla="*/ 7 w 37"/>
                <a:gd name="T69" fmla="*/ 56 h 95"/>
                <a:gd name="T70" fmla="*/ 3 w 37"/>
                <a:gd name="T71" fmla="*/ 55 h 95"/>
                <a:gd name="T72" fmla="*/ 0 w 37"/>
                <a:gd name="T73" fmla="*/ 51 h 95"/>
                <a:gd name="T74" fmla="*/ 2 w 37"/>
                <a:gd name="T75" fmla="*/ 50 h 95"/>
                <a:gd name="T76" fmla="*/ 3 w 37"/>
                <a:gd name="T77" fmla="*/ 46 h 95"/>
                <a:gd name="T78" fmla="*/ 3 w 37"/>
                <a:gd name="T79" fmla="*/ 43 h 95"/>
                <a:gd name="T80" fmla="*/ 3 w 37"/>
                <a:gd name="T81" fmla="*/ 41 h 95"/>
                <a:gd name="T82" fmla="*/ 8 w 37"/>
                <a:gd name="T83" fmla="*/ 38 h 95"/>
                <a:gd name="T84" fmla="*/ 9 w 37"/>
                <a:gd name="T85" fmla="*/ 37 h 95"/>
                <a:gd name="T86" fmla="*/ 8 w 37"/>
                <a:gd name="T87" fmla="*/ 35 h 95"/>
                <a:gd name="T88" fmla="*/ 7 w 37"/>
                <a:gd name="T89" fmla="*/ 33 h 95"/>
                <a:gd name="T90" fmla="*/ 8 w 37"/>
                <a:gd name="T91" fmla="*/ 30 h 95"/>
                <a:gd name="T92" fmla="*/ 8 w 37"/>
                <a:gd name="T93" fmla="*/ 27 h 95"/>
                <a:gd name="T94" fmla="*/ 7 w 37"/>
                <a:gd name="T95" fmla="*/ 23 h 95"/>
                <a:gd name="T96" fmla="*/ 7 w 37"/>
                <a:gd name="T97" fmla="*/ 20 h 95"/>
                <a:gd name="T98" fmla="*/ 9 w 37"/>
                <a:gd name="T99" fmla="*/ 17 h 95"/>
                <a:gd name="T100" fmla="*/ 11 w 37"/>
                <a:gd name="T101" fmla="*/ 13 h 95"/>
                <a:gd name="T102" fmla="*/ 8 w 37"/>
                <a:gd name="T103" fmla="*/ 10 h 95"/>
                <a:gd name="T104" fmla="*/ 8 w 37"/>
                <a:gd name="T105" fmla="*/ 6 h 95"/>
                <a:gd name="T106" fmla="*/ 7 w 37"/>
                <a:gd name="T107" fmla="*/ 5 h 95"/>
                <a:gd name="T108" fmla="*/ 6 w 37"/>
                <a:gd name="T109" fmla="*/ 2 h 95"/>
                <a:gd name="T110" fmla="*/ 3 w 37"/>
                <a:gd name="T11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7" h="95">
                  <a:moveTo>
                    <a:pt x="4" y="0"/>
                  </a:move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9" y="9"/>
                  </a:lnTo>
                  <a:lnTo>
                    <a:pt x="20" y="14"/>
                  </a:lnTo>
                  <a:lnTo>
                    <a:pt x="19" y="34"/>
                  </a:lnTo>
                  <a:lnTo>
                    <a:pt x="19" y="37"/>
                  </a:lnTo>
                  <a:lnTo>
                    <a:pt x="20" y="47"/>
                  </a:lnTo>
                  <a:lnTo>
                    <a:pt x="24" y="48"/>
                  </a:lnTo>
                  <a:lnTo>
                    <a:pt x="27" y="51"/>
                  </a:lnTo>
                  <a:lnTo>
                    <a:pt x="27" y="51"/>
                  </a:lnTo>
                  <a:lnTo>
                    <a:pt x="28" y="52"/>
                  </a:lnTo>
                  <a:lnTo>
                    <a:pt x="32" y="56"/>
                  </a:lnTo>
                  <a:lnTo>
                    <a:pt x="33" y="58"/>
                  </a:lnTo>
                  <a:lnTo>
                    <a:pt x="36" y="62"/>
                  </a:lnTo>
                  <a:lnTo>
                    <a:pt x="37" y="64"/>
                  </a:lnTo>
                  <a:lnTo>
                    <a:pt x="37" y="66"/>
                  </a:lnTo>
                  <a:lnTo>
                    <a:pt x="37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4" y="71"/>
                  </a:lnTo>
                  <a:lnTo>
                    <a:pt x="34" y="72"/>
                  </a:lnTo>
                  <a:lnTo>
                    <a:pt x="36" y="73"/>
                  </a:lnTo>
                  <a:lnTo>
                    <a:pt x="34" y="77"/>
                  </a:lnTo>
                  <a:lnTo>
                    <a:pt x="34" y="80"/>
                  </a:lnTo>
                  <a:lnTo>
                    <a:pt x="33" y="81"/>
                  </a:lnTo>
                  <a:lnTo>
                    <a:pt x="31" y="81"/>
                  </a:lnTo>
                  <a:lnTo>
                    <a:pt x="29" y="85"/>
                  </a:lnTo>
                  <a:lnTo>
                    <a:pt x="29" y="87"/>
                  </a:lnTo>
                  <a:lnTo>
                    <a:pt x="28" y="89"/>
                  </a:lnTo>
                  <a:lnTo>
                    <a:pt x="28" y="92"/>
                  </a:lnTo>
                  <a:lnTo>
                    <a:pt x="28" y="95"/>
                  </a:lnTo>
                  <a:lnTo>
                    <a:pt x="25" y="95"/>
                  </a:lnTo>
                  <a:lnTo>
                    <a:pt x="25" y="93"/>
                  </a:lnTo>
                  <a:lnTo>
                    <a:pt x="25" y="92"/>
                  </a:lnTo>
                  <a:lnTo>
                    <a:pt x="24" y="89"/>
                  </a:lnTo>
                  <a:lnTo>
                    <a:pt x="23" y="88"/>
                  </a:lnTo>
                  <a:lnTo>
                    <a:pt x="21" y="88"/>
                  </a:lnTo>
                  <a:lnTo>
                    <a:pt x="20" y="85"/>
                  </a:lnTo>
                  <a:lnTo>
                    <a:pt x="17" y="83"/>
                  </a:lnTo>
                  <a:lnTo>
                    <a:pt x="17" y="81"/>
                  </a:lnTo>
                  <a:lnTo>
                    <a:pt x="16" y="79"/>
                  </a:lnTo>
                  <a:lnTo>
                    <a:pt x="16" y="76"/>
                  </a:lnTo>
                  <a:lnTo>
                    <a:pt x="17" y="75"/>
                  </a:lnTo>
                  <a:lnTo>
                    <a:pt x="17" y="72"/>
                  </a:lnTo>
                  <a:lnTo>
                    <a:pt x="20" y="70"/>
                  </a:lnTo>
                  <a:lnTo>
                    <a:pt x="21" y="67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6" y="60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9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2" y="50"/>
                  </a:lnTo>
                  <a:lnTo>
                    <a:pt x="3" y="47"/>
                  </a:lnTo>
                  <a:lnTo>
                    <a:pt x="3" y="46"/>
                  </a:lnTo>
                  <a:lnTo>
                    <a:pt x="3" y="45"/>
                  </a:lnTo>
                  <a:lnTo>
                    <a:pt x="3" y="43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6" y="39"/>
                  </a:lnTo>
                  <a:lnTo>
                    <a:pt x="8" y="38"/>
                  </a:lnTo>
                  <a:lnTo>
                    <a:pt x="8" y="37"/>
                  </a:lnTo>
                  <a:lnTo>
                    <a:pt x="9" y="37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7" y="33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7" y="29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9" y="12"/>
                  </a:lnTo>
                  <a:lnTo>
                    <a:pt x="8" y="10"/>
                  </a:lnTo>
                  <a:lnTo>
                    <a:pt x="7" y="9"/>
                  </a:lnTo>
                  <a:lnTo>
                    <a:pt x="8" y="6"/>
                  </a:lnTo>
                  <a:lnTo>
                    <a:pt x="8" y="5"/>
                  </a:lnTo>
                  <a:lnTo>
                    <a:pt x="7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1"/>
                  </a:lnTo>
                  <a:lnTo>
                    <a:pt x="3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9" name="Freeform 478"/>
            <p:cNvSpPr>
              <a:spLocks/>
            </p:cNvSpPr>
            <p:nvPr/>
          </p:nvSpPr>
          <p:spPr bwMode="auto">
            <a:xfrm>
              <a:off x="6425078" y="4601637"/>
              <a:ext cx="357823" cy="304529"/>
            </a:xfrm>
            <a:custGeom>
              <a:avLst/>
              <a:gdLst>
                <a:gd name="T0" fmla="*/ 113 w 141"/>
                <a:gd name="T1" fmla="*/ 3 h 120"/>
                <a:gd name="T2" fmla="*/ 118 w 141"/>
                <a:gd name="T3" fmla="*/ 7 h 120"/>
                <a:gd name="T4" fmla="*/ 128 w 141"/>
                <a:gd name="T5" fmla="*/ 10 h 120"/>
                <a:gd name="T6" fmla="*/ 133 w 141"/>
                <a:gd name="T7" fmla="*/ 15 h 120"/>
                <a:gd name="T8" fmla="*/ 137 w 141"/>
                <a:gd name="T9" fmla="*/ 20 h 120"/>
                <a:gd name="T10" fmla="*/ 138 w 141"/>
                <a:gd name="T11" fmla="*/ 25 h 120"/>
                <a:gd name="T12" fmla="*/ 139 w 141"/>
                <a:gd name="T13" fmla="*/ 32 h 120"/>
                <a:gd name="T14" fmla="*/ 137 w 141"/>
                <a:gd name="T15" fmla="*/ 38 h 120"/>
                <a:gd name="T16" fmla="*/ 138 w 141"/>
                <a:gd name="T17" fmla="*/ 45 h 120"/>
                <a:gd name="T18" fmla="*/ 138 w 141"/>
                <a:gd name="T19" fmla="*/ 50 h 120"/>
                <a:gd name="T20" fmla="*/ 138 w 141"/>
                <a:gd name="T21" fmla="*/ 53 h 120"/>
                <a:gd name="T22" fmla="*/ 133 w 141"/>
                <a:gd name="T23" fmla="*/ 58 h 120"/>
                <a:gd name="T24" fmla="*/ 132 w 141"/>
                <a:gd name="T25" fmla="*/ 65 h 120"/>
                <a:gd name="T26" fmla="*/ 133 w 141"/>
                <a:gd name="T27" fmla="*/ 70 h 120"/>
                <a:gd name="T28" fmla="*/ 122 w 141"/>
                <a:gd name="T29" fmla="*/ 75 h 120"/>
                <a:gd name="T30" fmla="*/ 101 w 141"/>
                <a:gd name="T31" fmla="*/ 83 h 120"/>
                <a:gd name="T32" fmla="*/ 101 w 141"/>
                <a:gd name="T33" fmla="*/ 90 h 120"/>
                <a:gd name="T34" fmla="*/ 96 w 141"/>
                <a:gd name="T35" fmla="*/ 90 h 120"/>
                <a:gd name="T36" fmla="*/ 87 w 141"/>
                <a:gd name="T37" fmla="*/ 92 h 120"/>
                <a:gd name="T38" fmla="*/ 82 w 141"/>
                <a:gd name="T39" fmla="*/ 98 h 120"/>
                <a:gd name="T40" fmla="*/ 76 w 141"/>
                <a:gd name="T41" fmla="*/ 102 h 120"/>
                <a:gd name="T42" fmla="*/ 58 w 141"/>
                <a:gd name="T43" fmla="*/ 120 h 120"/>
                <a:gd name="T44" fmla="*/ 53 w 141"/>
                <a:gd name="T45" fmla="*/ 117 h 120"/>
                <a:gd name="T46" fmla="*/ 46 w 141"/>
                <a:gd name="T47" fmla="*/ 119 h 120"/>
                <a:gd name="T48" fmla="*/ 39 w 141"/>
                <a:gd name="T49" fmla="*/ 116 h 120"/>
                <a:gd name="T50" fmla="*/ 34 w 141"/>
                <a:gd name="T51" fmla="*/ 113 h 120"/>
                <a:gd name="T52" fmla="*/ 31 w 141"/>
                <a:gd name="T53" fmla="*/ 112 h 120"/>
                <a:gd name="T54" fmla="*/ 16 w 141"/>
                <a:gd name="T55" fmla="*/ 113 h 120"/>
                <a:gd name="T56" fmla="*/ 10 w 141"/>
                <a:gd name="T57" fmla="*/ 110 h 120"/>
                <a:gd name="T58" fmla="*/ 4 w 141"/>
                <a:gd name="T59" fmla="*/ 103 h 120"/>
                <a:gd name="T60" fmla="*/ 1 w 141"/>
                <a:gd name="T61" fmla="*/ 58 h 120"/>
                <a:gd name="T62" fmla="*/ 28 w 141"/>
                <a:gd name="T63" fmla="*/ 53 h 120"/>
                <a:gd name="T64" fmla="*/ 26 w 141"/>
                <a:gd name="T65" fmla="*/ 42 h 120"/>
                <a:gd name="T66" fmla="*/ 26 w 141"/>
                <a:gd name="T67" fmla="*/ 35 h 120"/>
                <a:gd name="T68" fmla="*/ 30 w 141"/>
                <a:gd name="T69" fmla="*/ 37 h 120"/>
                <a:gd name="T70" fmla="*/ 33 w 141"/>
                <a:gd name="T71" fmla="*/ 38 h 120"/>
                <a:gd name="T72" fmla="*/ 41 w 141"/>
                <a:gd name="T73" fmla="*/ 36 h 120"/>
                <a:gd name="T74" fmla="*/ 42 w 141"/>
                <a:gd name="T75" fmla="*/ 41 h 120"/>
                <a:gd name="T76" fmla="*/ 46 w 141"/>
                <a:gd name="T77" fmla="*/ 44 h 120"/>
                <a:gd name="T78" fmla="*/ 54 w 141"/>
                <a:gd name="T79" fmla="*/ 48 h 120"/>
                <a:gd name="T80" fmla="*/ 60 w 141"/>
                <a:gd name="T81" fmla="*/ 41 h 120"/>
                <a:gd name="T82" fmla="*/ 64 w 141"/>
                <a:gd name="T83" fmla="*/ 45 h 120"/>
                <a:gd name="T84" fmla="*/ 74 w 141"/>
                <a:gd name="T85" fmla="*/ 52 h 120"/>
                <a:gd name="T86" fmla="*/ 83 w 141"/>
                <a:gd name="T87" fmla="*/ 61 h 120"/>
                <a:gd name="T88" fmla="*/ 91 w 141"/>
                <a:gd name="T89" fmla="*/ 62 h 120"/>
                <a:gd name="T90" fmla="*/ 95 w 141"/>
                <a:gd name="T91" fmla="*/ 62 h 120"/>
                <a:gd name="T92" fmla="*/ 91 w 141"/>
                <a:gd name="T93" fmla="*/ 50 h 120"/>
                <a:gd name="T94" fmla="*/ 84 w 141"/>
                <a:gd name="T95" fmla="*/ 50 h 120"/>
                <a:gd name="T96" fmla="*/ 79 w 141"/>
                <a:gd name="T97" fmla="*/ 41 h 120"/>
                <a:gd name="T98" fmla="*/ 82 w 141"/>
                <a:gd name="T99" fmla="*/ 29 h 120"/>
                <a:gd name="T100" fmla="*/ 83 w 141"/>
                <a:gd name="T101" fmla="*/ 24 h 120"/>
                <a:gd name="T102" fmla="*/ 84 w 141"/>
                <a:gd name="T103" fmla="*/ 19 h 120"/>
                <a:gd name="T104" fmla="*/ 85 w 141"/>
                <a:gd name="T105" fmla="*/ 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1" h="120">
                  <a:moveTo>
                    <a:pt x="104" y="0"/>
                  </a:moveTo>
                  <a:lnTo>
                    <a:pt x="110" y="3"/>
                  </a:lnTo>
                  <a:lnTo>
                    <a:pt x="112" y="3"/>
                  </a:lnTo>
                  <a:lnTo>
                    <a:pt x="113" y="3"/>
                  </a:lnTo>
                  <a:lnTo>
                    <a:pt x="114" y="3"/>
                  </a:lnTo>
                  <a:lnTo>
                    <a:pt x="117" y="4"/>
                  </a:lnTo>
                  <a:lnTo>
                    <a:pt x="117" y="6"/>
                  </a:lnTo>
                  <a:lnTo>
                    <a:pt x="118" y="7"/>
                  </a:lnTo>
                  <a:lnTo>
                    <a:pt x="121" y="7"/>
                  </a:lnTo>
                  <a:lnTo>
                    <a:pt x="126" y="10"/>
                  </a:lnTo>
                  <a:lnTo>
                    <a:pt x="128" y="10"/>
                  </a:lnTo>
                  <a:lnTo>
                    <a:pt x="128" y="10"/>
                  </a:lnTo>
                  <a:lnTo>
                    <a:pt x="130" y="11"/>
                  </a:lnTo>
                  <a:lnTo>
                    <a:pt x="130" y="12"/>
                  </a:lnTo>
                  <a:lnTo>
                    <a:pt x="133" y="15"/>
                  </a:lnTo>
                  <a:lnTo>
                    <a:pt x="133" y="15"/>
                  </a:lnTo>
                  <a:lnTo>
                    <a:pt x="134" y="16"/>
                  </a:lnTo>
                  <a:lnTo>
                    <a:pt x="136" y="17"/>
                  </a:lnTo>
                  <a:lnTo>
                    <a:pt x="136" y="19"/>
                  </a:lnTo>
                  <a:lnTo>
                    <a:pt x="137" y="20"/>
                  </a:lnTo>
                  <a:lnTo>
                    <a:pt x="138" y="20"/>
                  </a:lnTo>
                  <a:lnTo>
                    <a:pt x="138" y="21"/>
                  </a:lnTo>
                  <a:lnTo>
                    <a:pt x="137" y="24"/>
                  </a:lnTo>
                  <a:lnTo>
                    <a:pt x="138" y="25"/>
                  </a:lnTo>
                  <a:lnTo>
                    <a:pt x="139" y="27"/>
                  </a:lnTo>
                  <a:lnTo>
                    <a:pt x="141" y="28"/>
                  </a:lnTo>
                  <a:lnTo>
                    <a:pt x="141" y="31"/>
                  </a:lnTo>
                  <a:lnTo>
                    <a:pt x="139" y="32"/>
                  </a:lnTo>
                  <a:lnTo>
                    <a:pt x="139" y="32"/>
                  </a:lnTo>
                  <a:lnTo>
                    <a:pt x="137" y="35"/>
                  </a:lnTo>
                  <a:lnTo>
                    <a:pt x="137" y="37"/>
                  </a:lnTo>
                  <a:lnTo>
                    <a:pt x="137" y="38"/>
                  </a:lnTo>
                  <a:lnTo>
                    <a:pt x="138" y="41"/>
                  </a:lnTo>
                  <a:lnTo>
                    <a:pt x="138" y="42"/>
                  </a:lnTo>
                  <a:lnTo>
                    <a:pt x="137" y="44"/>
                  </a:lnTo>
                  <a:lnTo>
                    <a:pt x="138" y="45"/>
                  </a:lnTo>
                  <a:lnTo>
                    <a:pt x="138" y="46"/>
                  </a:lnTo>
                  <a:lnTo>
                    <a:pt x="137" y="48"/>
                  </a:lnTo>
                  <a:lnTo>
                    <a:pt x="138" y="49"/>
                  </a:lnTo>
                  <a:lnTo>
                    <a:pt x="138" y="50"/>
                  </a:lnTo>
                  <a:lnTo>
                    <a:pt x="139" y="50"/>
                  </a:lnTo>
                  <a:lnTo>
                    <a:pt x="139" y="52"/>
                  </a:lnTo>
                  <a:lnTo>
                    <a:pt x="138" y="52"/>
                  </a:lnTo>
                  <a:lnTo>
                    <a:pt x="138" y="53"/>
                  </a:lnTo>
                  <a:lnTo>
                    <a:pt x="136" y="54"/>
                  </a:lnTo>
                  <a:lnTo>
                    <a:pt x="133" y="56"/>
                  </a:lnTo>
                  <a:lnTo>
                    <a:pt x="133" y="57"/>
                  </a:lnTo>
                  <a:lnTo>
                    <a:pt x="133" y="58"/>
                  </a:lnTo>
                  <a:lnTo>
                    <a:pt x="133" y="60"/>
                  </a:lnTo>
                  <a:lnTo>
                    <a:pt x="133" y="61"/>
                  </a:lnTo>
                  <a:lnTo>
                    <a:pt x="133" y="62"/>
                  </a:lnTo>
                  <a:lnTo>
                    <a:pt x="132" y="65"/>
                  </a:lnTo>
                  <a:lnTo>
                    <a:pt x="130" y="65"/>
                  </a:lnTo>
                  <a:lnTo>
                    <a:pt x="130" y="66"/>
                  </a:lnTo>
                  <a:lnTo>
                    <a:pt x="132" y="69"/>
                  </a:lnTo>
                  <a:lnTo>
                    <a:pt x="133" y="70"/>
                  </a:lnTo>
                  <a:lnTo>
                    <a:pt x="133" y="71"/>
                  </a:lnTo>
                  <a:lnTo>
                    <a:pt x="133" y="71"/>
                  </a:lnTo>
                  <a:lnTo>
                    <a:pt x="129" y="73"/>
                  </a:lnTo>
                  <a:lnTo>
                    <a:pt x="122" y="75"/>
                  </a:lnTo>
                  <a:lnTo>
                    <a:pt x="120" y="77"/>
                  </a:lnTo>
                  <a:lnTo>
                    <a:pt x="108" y="82"/>
                  </a:lnTo>
                  <a:lnTo>
                    <a:pt x="105" y="82"/>
                  </a:lnTo>
                  <a:lnTo>
                    <a:pt x="101" y="83"/>
                  </a:lnTo>
                  <a:lnTo>
                    <a:pt x="100" y="86"/>
                  </a:lnTo>
                  <a:lnTo>
                    <a:pt x="101" y="88"/>
                  </a:lnTo>
                  <a:lnTo>
                    <a:pt x="101" y="90"/>
                  </a:lnTo>
                  <a:lnTo>
                    <a:pt x="101" y="90"/>
                  </a:lnTo>
                  <a:lnTo>
                    <a:pt x="100" y="91"/>
                  </a:lnTo>
                  <a:lnTo>
                    <a:pt x="97" y="90"/>
                  </a:lnTo>
                  <a:lnTo>
                    <a:pt x="96" y="90"/>
                  </a:lnTo>
                  <a:lnTo>
                    <a:pt x="96" y="90"/>
                  </a:lnTo>
                  <a:lnTo>
                    <a:pt x="92" y="90"/>
                  </a:lnTo>
                  <a:lnTo>
                    <a:pt x="89" y="91"/>
                  </a:lnTo>
                  <a:lnTo>
                    <a:pt x="88" y="91"/>
                  </a:lnTo>
                  <a:lnTo>
                    <a:pt x="87" y="92"/>
                  </a:lnTo>
                  <a:lnTo>
                    <a:pt x="83" y="94"/>
                  </a:lnTo>
                  <a:lnTo>
                    <a:pt x="82" y="95"/>
                  </a:lnTo>
                  <a:lnTo>
                    <a:pt x="83" y="96"/>
                  </a:lnTo>
                  <a:lnTo>
                    <a:pt x="82" y="98"/>
                  </a:lnTo>
                  <a:lnTo>
                    <a:pt x="82" y="99"/>
                  </a:lnTo>
                  <a:lnTo>
                    <a:pt x="82" y="99"/>
                  </a:lnTo>
                  <a:lnTo>
                    <a:pt x="80" y="100"/>
                  </a:lnTo>
                  <a:lnTo>
                    <a:pt x="76" y="102"/>
                  </a:lnTo>
                  <a:lnTo>
                    <a:pt x="70" y="107"/>
                  </a:lnTo>
                  <a:lnTo>
                    <a:pt x="64" y="113"/>
                  </a:lnTo>
                  <a:lnTo>
                    <a:pt x="60" y="119"/>
                  </a:lnTo>
                  <a:lnTo>
                    <a:pt x="58" y="120"/>
                  </a:lnTo>
                  <a:lnTo>
                    <a:pt x="55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3" y="117"/>
                  </a:lnTo>
                  <a:lnTo>
                    <a:pt x="53" y="117"/>
                  </a:lnTo>
                  <a:lnTo>
                    <a:pt x="51" y="116"/>
                  </a:lnTo>
                  <a:lnTo>
                    <a:pt x="49" y="117"/>
                  </a:lnTo>
                  <a:lnTo>
                    <a:pt x="46" y="119"/>
                  </a:lnTo>
                  <a:lnTo>
                    <a:pt x="45" y="119"/>
                  </a:lnTo>
                  <a:lnTo>
                    <a:pt x="43" y="117"/>
                  </a:lnTo>
                  <a:lnTo>
                    <a:pt x="42" y="116"/>
                  </a:lnTo>
                  <a:lnTo>
                    <a:pt x="39" y="116"/>
                  </a:lnTo>
                  <a:lnTo>
                    <a:pt x="38" y="116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4" y="113"/>
                  </a:lnTo>
                  <a:lnTo>
                    <a:pt x="33" y="113"/>
                  </a:lnTo>
                  <a:lnTo>
                    <a:pt x="33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29" y="113"/>
                  </a:lnTo>
                  <a:lnTo>
                    <a:pt x="28" y="112"/>
                  </a:lnTo>
                  <a:lnTo>
                    <a:pt x="16" y="115"/>
                  </a:lnTo>
                  <a:lnTo>
                    <a:pt x="16" y="113"/>
                  </a:lnTo>
                  <a:lnTo>
                    <a:pt x="14" y="112"/>
                  </a:lnTo>
                  <a:lnTo>
                    <a:pt x="13" y="111"/>
                  </a:lnTo>
                  <a:lnTo>
                    <a:pt x="12" y="110"/>
                  </a:lnTo>
                  <a:lnTo>
                    <a:pt x="10" y="110"/>
                  </a:lnTo>
                  <a:lnTo>
                    <a:pt x="9" y="108"/>
                  </a:lnTo>
                  <a:lnTo>
                    <a:pt x="6" y="104"/>
                  </a:lnTo>
                  <a:lnTo>
                    <a:pt x="5" y="104"/>
                  </a:lnTo>
                  <a:lnTo>
                    <a:pt x="4" y="103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1" y="58"/>
                  </a:lnTo>
                  <a:lnTo>
                    <a:pt x="26" y="58"/>
                  </a:lnTo>
                  <a:lnTo>
                    <a:pt x="25" y="57"/>
                  </a:lnTo>
                  <a:lnTo>
                    <a:pt x="26" y="54"/>
                  </a:lnTo>
                  <a:lnTo>
                    <a:pt x="28" y="53"/>
                  </a:lnTo>
                  <a:lnTo>
                    <a:pt x="28" y="52"/>
                  </a:lnTo>
                  <a:lnTo>
                    <a:pt x="25" y="49"/>
                  </a:lnTo>
                  <a:lnTo>
                    <a:pt x="25" y="46"/>
                  </a:lnTo>
                  <a:lnTo>
                    <a:pt x="26" y="42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6" y="36"/>
                  </a:lnTo>
                  <a:lnTo>
                    <a:pt x="26" y="35"/>
                  </a:lnTo>
                  <a:lnTo>
                    <a:pt x="26" y="36"/>
                  </a:lnTo>
                  <a:lnTo>
                    <a:pt x="28" y="36"/>
                  </a:lnTo>
                  <a:lnTo>
                    <a:pt x="30" y="36"/>
                  </a:lnTo>
                  <a:lnTo>
                    <a:pt x="30" y="37"/>
                  </a:lnTo>
                  <a:lnTo>
                    <a:pt x="30" y="38"/>
                  </a:lnTo>
                  <a:lnTo>
                    <a:pt x="31" y="40"/>
                  </a:lnTo>
                  <a:lnTo>
                    <a:pt x="31" y="40"/>
                  </a:lnTo>
                  <a:lnTo>
                    <a:pt x="33" y="38"/>
                  </a:lnTo>
                  <a:lnTo>
                    <a:pt x="34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1" y="36"/>
                  </a:lnTo>
                  <a:lnTo>
                    <a:pt x="41" y="37"/>
                  </a:lnTo>
                  <a:lnTo>
                    <a:pt x="41" y="38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2" y="42"/>
                  </a:lnTo>
                  <a:lnTo>
                    <a:pt x="43" y="42"/>
                  </a:lnTo>
                  <a:lnTo>
                    <a:pt x="45" y="44"/>
                  </a:lnTo>
                  <a:lnTo>
                    <a:pt x="46" y="44"/>
                  </a:lnTo>
                  <a:lnTo>
                    <a:pt x="49" y="45"/>
                  </a:lnTo>
                  <a:lnTo>
                    <a:pt x="51" y="46"/>
                  </a:lnTo>
                  <a:lnTo>
                    <a:pt x="54" y="46"/>
                  </a:lnTo>
                  <a:lnTo>
                    <a:pt x="54" y="48"/>
                  </a:lnTo>
                  <a:lnTo>
                    <a:pt x="57" y="48"/>
                  </a:lnTo>
                  <a:lnTo>
                    <a:pt x="59" y="46"/>
                  </a:lnTo>
                  <a:lnTo>
                    <a:pt x="60" y="45"/>
                  </a:lnTo>
                  <a:lnTo>
                    <a:pt x="60" y="41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64" y="41"/>
                  </a:lnTo>
                  <a:lnTo>
                    <a:pt x="64" y="45"/>
                  </a:lnTo>
                  <a:lnTo>
                    <a:pt x="66" y="46"/>
                  </a:lnTo>
                  <a:lnTo>
                    <a:pt x="67" y="48"/>
                  </a:lnTo>
                  <a:lnTo>
                    <a:pt x="70" y="49"/>
                  </a:lnTo>
                  <a:lnTo>
                    <a:pt x="74" y="52"/>
                  </a:lnTo>
                  <a:lnTo>
                    <a:pt x="76" y="53"/>
                  </a:lnTo>
                  <a:lnTo>
                    <a:pt x="79" y="56"/>
                  </a:lnTo>
                  <a:lnTo>
                    <a:pt x="82" y="58"/>
                  </a:lnTo>
                  <a:lnTo>
                    <a:pt x="83" y="61"/>
                  </a:lnTo>
                  <a:lnTo>
                    <a:pt x="85" y="63"/>
                  </a:lnTo>
                  <a:lnTo>
                    <a:pt x="87" y="63"/>
                  </a:lnTo>
                  <a:lnTo>
                    <a:pt x="89" y="62"/>
                  </a:lnTo>
                  <a:lnTo>
                    <a:pt x="91" y="62"/>
                  </a:lnTo>
                  <a:lnTo>
                    <a:pt x="92" y="62"/>
                  </a:lnTo>
                  <a:lnTo>
                    <a:pt x="92" y="62"/>
                  </a:lnTo>
                  <a:lnTo>
                    <a:pt x="95" y="63"/>
                  </a:lnTo>
                  <a:lnTo>
                    <a:pt x="95" y="62"/>
                  </a:lnTo>
                  <a:lnTo>
                    <a:pt x="95" y="49"/>
                  </a:lnTo>
                  <a:lnTo>
                    <a:pt x="92" y="49"/>
                  </a:lnTo>
                  <a:lnTo>
                    <a:pt x="89" y="49"/>
                  </a:lnTo>
                  <a:lnTo>
                    <a:pt x="91" y="50"/>
                  </a:lnTo>
                  <a:lnTo>
                    <a:pt x="91" y="52"/>
                  </a:lnTo>
                  <a:lnTo>
                    <a:pt x="91" y="52"/>
                  </a:lnTo>
                  <a:lnTo>
                    <a:pt x="85" y="52"/>
                  </a:lnTo>
                  <a:lnTo>
                    <a:pt x="84" y="50"/>
                  </a:lnTo>
                  <a:lnTo>
                    <a:pt x="84" y="49"/>
                  </a:lnTo>
                  <a:lnTo>
                    <a:pt x="80" y="45"/>
                  </a:lnTo>
                  <a:lnTo>
                    <a:pt x="79" y="44"/>
                  </a:lnTo>
                  <a:lnTo>
                    <a:pt x="79" y="41"/>
                  </a:lnTo>
                  <a:lnTo>
                    <a:pt x="79" y="35"/>
                  </a:lnTo>
                  <a:lnTo>
                    <a:pt x="79" y="33"/>
                  </a:lnTo>
                  <a:lnTo>
                    <a:pt x="82" y="31"/>
                  </a:lnTo>
                  <a:lnTo>
                    <a:pt x="82" y="29"/>
                  </a:lnTo>
                  <a:lnTo>
                    <a:pt x="82" y="29"/>
                  </a:lnTo>
                  <a:lnTo>
                    <a:pt x="83" y="28"/>
                  </a:lnTo>
                  <a:lnTo>
                    <a:pt x="83" y="25"/>
                  </a:lnTo>
                  <a:lnTo>
                    <a:pt x="83" y="24"/>
                  </a:lnTo>
                  <a:lnTo>
                    <a:pt x="83" y="23"/>
                  </a:lnTo>
                  <a:lnTo>
                    <a:pt x="83" y="21"/>
                  </a:lnTo>
                  <a:lnTo>
                    <a:pt x="83" y="20"/>
                  </a:lnTo>
                  <a:lnTo>
                    <a:pt x="84" y="19"/>
                  </a:lnTo>
                  <a:lnTo>
                    <a:pt x="83" y="17"/>
                  </a:lnTo>
                  <a:lnTo>
                    <a:pt x="82" y="16"/>
                  </a:lnTo>
                  <a:lnTo>
                    <a:pt x="80" y="13"/>
                  </a:lnTo>
                  <a:lnTo>
                    <a:pt x="85" y="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0" name="Freeform 479"/>
            <p:cNvSpPr>
              <a:spLocks/>
            </p:cNvSpPr>
            <p:nvPr/>
          </p:nvSpPr>
          <p:spPr bwMode="auto">
            <a:xfrm>
              <a:off x="6118011" y="4533119"/>
              <a:ext cx="378125" cy="373049"/>
            </a:xfrm>
            <a:custGeom>
              <a:avLst/>
              <a:gdLst>
                <a:gd name="T0" fmla="*/ 25 w 149"/>
                <a:gd name="T1" fmla="*/ 0 h 147"/>
                <a:gd name="T2" fmla="*/ 37 w 149"/>
                <a:gd name="T3" fmla="*/ 0 h 147"/>
                <a:gd name="T4" fmla="*/ 62 w 149"/>
                <a:gd name="T5" fmla="*/ 2 h 147"/>
                <a:gd name="T6" fmla="*/ 63 w 149"/>
                <a:gd name="T7" fmla="*/ 6 h 147"/>
                <a:gd name="T8" fmla="*/ 64 w 149"/>
                <a:gd name="T9" fmla="*/ 14 h 147"/>
                <a:gd name="T10" fmla="*/ 67 w 149"/>
                <a:gd name="T11" fmla="*/ 19 h 147"/>
                <a:gd name="T12" fmla="*/ 73 w 149"/>
                <a:gd name="T13" fmla="*/ 26 h 147"/>
                <a:gd name="T14" fmla="*/ 83 w 149"/>
                <a:gd name="T15" fmla="*/ 25 h 147"/>
                <a:gd name="T16" fmla="*/ 92 w 149"/>
                <a:gd name="T17" fmla="*/ 18 h 147"/>
                <a:gd name="T18" fmla="*/ 105 w 149"/>
                <a:gd name="T19" fmla="*/ 12 h 147"/>
                <a:gd name="T20" fmla="*/ 108 w 149"/>
                <a:gd name="T21" fmla="*/ 17 h 147"/>
                <a:gd name="T22" fmla="*/ 122 w 149"/>
                <a:gd name="T23" fmla="*/ 22 h 147"/>
                <a:gd name="T24" fmla="*/ 121 w 149"/>
                <a:gd name="T25" fmla="*/ 30 h 147"/>
                <a:gd name="T26" fmla="*/ 121 w 149"/>
                <a:gd name="T27" fmla="*/ 37 h 147"/>
                <a:gd name="T28" fmla="*/ 122 w 149"/>
                <a:gd name="T29" fmla="*/ 43 h 147"/>
                <a:gd name="T30" fmla="*/ 125 w 149"/>
                <a:gd name="T31" fmla="*/ 47 h 147"/>
                <a:gd name="T32" fmla="*/ 126 w 149"/>
                <a:gd name="T33" fmla="*/ 52 h 147"/>
                <a:gd name="T34" fmla="*/ 127 w 149"/>
                <a:gd name="T35" fmla="*/ 58 h 147"/>
                <a:gd name="T36" fmla="*/ 126 w 149"/>
                <a:gd name="T37" fmla="*/ 63 h 147"/>
                <a:gd name="T38" fmla="*/ 129 w 149"/>
                <a:gd name="T39" fmla="*/ 63 h 147"/>
                <a:gd name="T40" fmla="*/ 134 w 149"/>
                <a:gd name="T41" fmla="*/ 64 h 147"/>
                <a:gd name="T42" fmla="*/ 141 w 149"/>
                <a:gd name="T43" fmla="*/ 64 h 147"/>
                <a:gd name="T44" fmla="*/ 147 w 149"/>
                <a:gd name="T45" fmla="*/ 63 h 147"/>
                <a:gd name="T46" fmla="*/ 146 w 149"/>
                <a:gd name="T47" fmla="*/ 73 h 147"/>
                <a:gd name="T48" fmla="*/ 147 w 149"/>
                <a:gd name="T49" fmla="*/ 81 h 147"/>
                <a:gd name="T50" fmla="*/ 121 w 149"/>
                <a:gd name="T51" fmla="*/ 125 h 147"/>
                <a:gd name="T52" fmla="*/ 126 w 149"/>
                <a:gd name="T53" fmla="*/ 131 h 147"/>
                <a:gd name="T54" fmla="*/ 133 w 149"/>
                <a:gd name="T55" fmla="*/ 137 h 147"/>
                <a:gd name="T56" fmla="*/ 137 w 149"/>
                <a:gd name="T57" fmla="*/ 142 h 147"/>
                <a:gd name="T58" fmla="*/ 116 w 149"/>
                <a:gd name="T59" fmla="*/ 147 h 147"/>
                <a:gd name="T60" fmla="*/ 113 w 149"/>
                <a:gd name="T61" fmla="*/ 146 h 147"/>
                <a:gd name="T62" fmla="*/ 109 w 149"/>
                <a:gd name="T63" fmla="*/ 146 h 147"/>
                <a:gd name="T64" fmla="*/ 101 w 149"/>
                <a:gd name="T65" fmla="*/ 143 h 147"/>
                <a:gd name="T66" fmla="*/ 97 w 149"/>
                <a:gd name="T67" fmla="*/ 144 h 147"/>
                <a:gd name="T68" fmla="*/ 89 w 149"/>
                <a:gd name="T69" fmla="*/ 144 h 147"/>
                <a:gd name="T70" fmla="*/ 83 w 149"/>
                <a:gd name="T71" fmla="*/ 143 h 147"/>
                <a:gd name="T72" fmla="*/ 77 w 149"/>
                <a:gd name="T73" fmla="*/ 138 h 147"/>
                <a:gd name="T74" fmla="*/ 30 w 149"/>
                <a:gd name="T75" fmla="*/ 139 h 147"/>
                <a:gd name="T76" fmla="*/ 22 w 149"/>
                <a:gd name="T77" fmla="*/ 137 h 147"/>
                <a:gd name="T78" fmla="*/ 21 w 149"/>
                <a:gd name="T79" fmla="*/ 134 h 147"/>
                <a:gd name="T80" fmla="*/ 17 w 149"/>
                <a:gd name="T81" fmla="*/ 134 h 147"/>
                <a:gd name="T82" fmla="*/ 9 w 149"/>
                <a:gd name="T83" fmla="*/ 137 h 147"/>
                <a:gd name="T84" fmla="*/ 4 w 149"/>
                <a:gd name="T85" fmla="*/ 137 h 147"/>
                <a:gd name="T86" fmla="*/ 0 w 149"/>
                <a:gd name="T87" fmla="*/ 138 h 147"/>
                <a:gd name="T88" fmla="*/ 0 w 149"/>
                <a:gd name="T89" fmla="*/ 127 h 147"/>
                <a:gd name="T90" fmla="*/ 4 w 149"/>
                <a:gd name="T91" fmla="*/ 110 h 147"/>
                <a:gd name="T92" fmla="*/ 8 w 149"/>
                <a:gd name="T93" fmla="*/ 92 h 147"/>
                <a:gd name="T94" fmla="*/ 21 w 149"/>
                <a:gd name="T95" fmla="*/ 80 h 147"/>
                <a:gd name="T96" fmla="*/ 25 w 149"/>
                <a:gd name="T97" fmla="*/ 56 h 147"/>
                <a:gd name="T98" fmla="*/ 18 w 149"/>
                <a:gd name="T99" fmla="*/ 39 h 147"/>
                <a:gd name="T100" fmla="*/ 17 w 149"/>
                <a:gd name="T101" fmla="*/ 23 h 147"/>
                <a:gd name="T102" fmla="*/ 9 w 149"/>
                <a:gd name="T103" fmla="*/ 4 h 147"/>
                <a:gd name="T104" fmla="*/ 13 w 149"/>
                <a:gd name="T105" fmla="*/ 1 h 147"/>
                <a:gd name="T106" fmla="*/ 19 w 149"/>
                <a:gd name="T10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" h="147">
                  <a:moveTo>
                    <a:pt x="19" y="0"/>
                  </a:moveTo>
                  <a:lnTo>
                    <a:pt x="21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62" y="0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3" y="5"/>
                  </a:lnTo>
                  <a:lnTo>
                    <a:pt x="63" y="6"/>
                  </a:lnTo>
                  <a:lnTo>
                    <a:pt x="62" y="8"/>
                  </a:lnTo>
                  <a:lnTo>
                    <a:pt x="62" y="9"/>
                  </a:lnTo>
                  <a:lnTo>
                    <a:pt x="63" y="12"/>
                  </a:lnTo>
                  <a:lnTo>
                    <a:pt x="64" y="14"/>
                  </a:lnTo>
                  <a:lnTo>
                    <a:pt x="64" y="15"/>
                  </a:lnTo>
                  <a:lnTo>
                    <a:pt x="64" y="17"/>
                  </a:lnTo>
                  <a:lnTo>
                    <a:pt x="66" y="17"/>
                  </a:lnTo>
                  <a:lnTo>
                    <a:pt x="67" y="19"/>
                  </a:lnTo>
                  <a:lnTo>
                    <a:pt x="68" y="21"/>
                  </a:lnTo>
                  <a:lnTo>
                    <a:pt x="68" y="25"/>
                  </a:lnTo>
                  <a:lnTo>
                    <a:pt x="70" y="26"/>
                  </a:lnTo>
                  <a:lnTo>
                    <a:pt x="73" y="26"/>
                  </a:lnTo>
                  <a:lnTo>
                    <a:pt x="75" y="26"/>
                  </a:lnTo>
                  <a:lnTo>
                    <a:pt x="76" y="26"/>
                  </a:lnTo>
                  <a:lnTo>
                    <a:pt x="81" y="26"/>
                  </a:lnTo>
                  <a:lnTo>
                    <a:pt x="83" y="25"/>
                  </a:lnTo>
                  <a:lnTo>
                    <a:pt x="92" y="25"/>
                  </a:lnTo>
                  <a:lnTo>
                    <a:pt x="91" y="21"/>
                  </a:lnTo>
                  <a:lnTo>
                    <a:pt x="91" y="19"/>
                  </a:lnTo>
                  <a:lnTo>
                    <a:pt x="92" y="18"/>
                  </a:lnTo>
                  <a:lnTo>
                    <a:pt x="93" y="17"/>
                  </a:lnTo>
                  <a:lnTo>
                    <a:pt x="93" y="13"/>
                  </a:lnTo>
                  <a:lnTo>
                    <a:pt x="105" y="13"/>
                  </a:lnTo>
                  <a:lnTo>
                    <a:pt x="105" y="12"/>
                  </a:lnTo>
                  <a:lnTo>
                    <a:pt x="108" y="13"/>
                  </a:lnTo>
                  <a:lnTo>
                    <a:pt x="108" y="14"/>
                  </a:lnTo>
                  <a:lnTo>
                    <a:pt x="108" y="15"/>
                  </a:lnTo>
                  <a:lnTo>
                    <a:pt x="108" y="17"/>
                  </a:lnTo>
                  <a:lnTo>
                    <a:pt x="122" y="17"/>
                  </a:lnTo>
                  <a:lnTo>
                    <a:pt x="122" y="18"/>
                  </a:lnTo>
                  <a:lnTo>
                    <a:pt x="122" y="21"/>
                  </a:lnTo>
                  <a:lnTo>
                    <a:pt x="122" y="22"/>
                  </a:lnTo>
                  <a:lnTo>
                    <a:pt x="121" y="25"/>
                  </a:lnTo>
                  <a:lnTo>
                    <a:pt x="121" y="26"/>
                  </a:lnTo>
                  <a:lnTo>
                    <a:pt x="121" y="27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1" y="31"/>
                  </a:lnTo>
                  <a:lnTo>
                    <a:pt x="121" y="33"/>
                  </a:lnTo>
                  <a:lnTo>
                    <a:pt x="121" y="37"/>
                  </a:lnTo>
                  <a:lnTo>
                    <a:pt x="121" y="39"/>
                  </a:lnTo>
                  <a:lnTo>
                    <a:pt x="121" y="40"/>
                  </a:lnTo>
                  <a:lnTo>
                    <a:pt x="121" y="42"/>
                  </a:lnTo>
                  <a:lnTo>
                    <a:pt x="122" y="43"/>
                  </a:lnTo>
                  <a:lnTo>
                    <a:pt x="122" y="44"/>
                  </a:lnTo>
                  <a:lnTo>
                    <a:pt x="124" y="44"/>
                  </a:lnTo>
                  <a:lnTo>
                    <a:pt x="124" y="46"/>
                  </a:lnTo>
                  <a:lnTo>
                    <a:pt x="125" y="47"/>
                  </a:lnTo>
                  <a:lnTo>
                    <a:pt x="125" y="48"/>
                  </a:lnTo>
                  <a:lnTo>
                    <a:pt x="125" y="50"/>
                  </a:lnTo>
                  <a:lnTo>
                    <a:pt x="125" y="51"/>
                  </a:lnTo>
                  <a:lnTo>
                    <a:pt x="126" y="52"/>
                  </a:lnTo>
                  <a:lnTo>
                    <a:pt x="126" y="54"/>
                  </a:lnTo>
                  <a:lnTo>
                    <a:pt x="125" y="55"/>
                  </a:lnTo>
                  <a:lnTo>
                    <a:pt x="126" y="56"/>
                  </a:lnTo>
                  <a:lnTo>
                    <a:pt x="127" y="58"/>
                  </a:lnTo>
                  <a:lnTo>
                    <a:pt x="126" y="60"/>
                  </a:lnTo>
                  <a:lnTo>
                    <a:pt x="126" y="60"/>
                  </a:lnTo>
                  <a:lnTo>
                    <a:pt x="126" y="62"/>
                  </a:lnTo>
                  <a:lnTo>
                    <a:pt x="126" y="63"/>
                  </a:lnTo>
                  <a:lnTo>
                    <a:pt x="126" y="64"/>
                  </a:lnTo>
                  <a:lnTo>
                    <a:pt x="127" y="64"/>
                  </a:lnTo>
                  <a:lnTo>
                    <a:pt x="129" y="63"/>
                  </a:lnTo>
                  <a:lnTo>
                    <a:pt x="129" y="63"/>
                  </a:lnTo>
                  <a:lnTo>
                    <a:pt x="130" y="63"/>
                  </a:lnTo>
                  <a:lnTo>
                    <a:pt x="131" y="63"/>
                  </a:lnTo>
                  <a:lnTo>
                    <a:pt x="133" y="64"/>
                  </a:lnTo>
                  <a:lnTo>
                    <a:pt x="134" y="64"/>
                  </a:lnTo>
                  <a:lnTo>
                    <a:pt x="137" y="64"/>
                  </a:lnTo>
                  <a:lnTo>
                    <a:pt x="138" y="64"/>
                  </a:lnTo>
                  <a:lnTo>
                    <a:pt x="139" y="64"/>
                  </a:lnTo>
                  <a:lnTo>
                    <a:pt x="141" y="64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7" y="62"/>
                  </a:lnTo>
                  <a:lnTo>
                    <a:pt x="147" y="63"/>
                  </a:lnTo>
                  <a:lnTo>
                    <a:pt x="146" y="63"/>
                  </a:lnTo>
                  <a:lnTo>
                    <a:pt x="146" y="64"/>
                  </a:lnTo>
                  <a:lnTo>
                    <a:pt x="147" y="69"/>
                  </a:lnTo>
                  <a:lnTo>
                    <a:pt x="146" y="73"/>
                  </a:lnTo>
                  <a:lnTo>
                    <a:pt x="146" y="76"/>
                  </a:lnTo>
                  <a:lnTo>
                    <a:pt x="149" y="79"/>
                  </a:lnTo>
                  <a:lnTo>
                    <a:pt x="149" y="80"/>
                  </a:lnTo>
                  <a:lnTo>
                    <a:pt x="147" y="81"/>
                  </a:lnTo>
                  <a:lnTo>
                    <a:pt x="146" y="84"/>
                  </a:lnTo>
                  <a:lnTo>
                    <a:pt x="147" y="85"/>
                  </a:lnTo>
                  <a:lnTo>
                    <a:pt x="122" y="85"/>
                  </a:lnTo>
                  <a:lnTo>
                    <a:pt x="121" y="125"/>
                  </a:lnTo>
                  <a:lnTo>
                    <a:pt x="121" y="126"/>
                  </a:lnTo>
                  <a:lnTo>
                    <a:pt x="124" y="129"/>
                  </a:lnTo>
                  <a:lnTo>
                    <a:pt x="125" y="130"/>
                  </a:lnTo>
                  <a:lnTo>
                    <a:pt x="126" y="131"/>
                  </a:lnTo>
                  <a:lnTo>
                    <a:pt x="127" y="131"/>
                  </a:lnTo>
                  <a:lnTo>
                    <a:pt x="130" y="135"/>
                  </a:lnTo>
                  <a:lnTo>
                    <a:pt x="131" y="137"/>
                  </a:lnTo>
                  <a:lnTo>
                    <a:pt x="133" y="137"/>
                  </a:lnTo>
                  <a:lnTo>
                    <a:pt x="134" y="138"/>
                  </a:lnTo>
                  <a:lnTo>
                    <a:pt x="135" y="139"/>
                  </a:lnTo>
                  <a:lnTo>
                    <a:pt x="137" y="140"/>
                  </a:lnTo>
                  <a:lnTo>
                    <a:pt x="137" y="142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7"/>
                  </a:lnTo>
                  <a:lnTo>
                    <a:pt x="116" y="147"/>
                  </a:lnTo>
                  <a:lnTo>
                    <a:pt x="116" y="146"/>
                  </a:lnTo>
                  <a:lnTo>
                    <a:pt x="114" y="146"/>
                  </a:lnTo>
                  <a:lnTo>
                    <a:pt x="113" y="146"/>
                  </a:lnTo>
                  <a:lnTo>
                    <a:pt x="113" y="146"/>
                  </a:lnTo>
                  <a:lnTo>
                    <a:pt x="112" y="144"/>
                  </a:lnTo>
                  <a:lnTo>
                    <a:pt x="110" y="144"/>
                  </a:lnTo>
                  <a:lnTo>
                    <a:pt x="109" y="144"/>
                  </a:lnTo>
                  <a:lnTo>
                    <a:pt x="109" y="146"/>
                  </a:lnTo>
                  <a:lnTo>
                    <a:pt x="108" y="146"/>
                  </a:lnTo>
                  <a:lnTo>
                    <a:pt x="106" y="146"/>
                  </a:lnTo>
                  <a:lnTo>
                    <a:pt x="104" y="146"/>
                  </a:lnTo>
                  <a:lnTo>
                    <a:pt x="101" y="143"/>
                  </a:lnTo>
                  <a:lnTo>
                    <a:pt x="100" y="143"/>
                  </a:lnTo>
                  <a:lnTo>
                    <a:pt x="100" y="143"/>
                  </a:lnTo>
                  <a:lnTo>
                    <a:pt x="99" y="144"/>
                  </a:lnTo>
                  <a:lnTo>
                    <a:pt x="97" y="144"/>
                  </a:lnTo>
                  <a:lnTo>
                    <a:pt x="95" y="143"/>
                  </a:lnTo>
                  <a:lnTo>
                    <a:pt x="92" y="144"/>
                  </a:lnTo>
                  <a:lnTo>
                    <a:pt x="91" y="144"/>
                  </a:lnTo>
                  <a:lnTo>
                    <a:pt x="89" y="144"/>
                  </a:lnTo>
                  <a:lnTo>
                    <a:pt x="88" y="143"/>
                  </a:lnTo>
                  <a:lnTo>
                    <a:pt x="87" y="143"/>
                  </a:lnTo>
                  <a:lnTo>
                    <a:pt x="85" y="143"/>
                  </a:lnTo>
                  <a:lnTo>
                    <a:pt x="83" y="143"/>
                  </a:lnTo>
                  <a:lnTo>
                    <a:pt x="80" y="142"/>
                  </a:lnTo>
                  <a:lnTo>
                    <a:pt x="80" y="140"/>
                  </a:lnTo>
                  <a:lnTo>
                    <a:pt x="79" y="138"/>
                  </a:lnTo>
                  <a:lnTo>
                    <a:pt x="77" y="138"/>
                  </a:lnTo>
                  <a:lnTo>
                    <a:pt x="34" y="138"/>
                  </a:lnTo>
                  <a:lnTo>
                    <a:pt x="33" y="138"/>
                  </a:lnTo>
                  <a:lnTo>
                    <a:pt x="31" y="138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5"/>
                  </a:lnTo>
                  <a:lnTo>
                    <a:pt x="21" y="134"/>
                  </a:lnTo>
                  <a:lnTo>
                    <a:pt x="21" y="134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0" y="135"/>
                  </a:lnTo>
                  <a:lnTo>
                    <a:pt x="9" y="137"/>
                  </a:lnTo>
                  <a:lnTo>
                    <a:pt x="9" y="138"/>
                  </a:lnTo>
                  <a:lnTo>
                    <a:pt x="6" y="137"/>
                  </a:lnTo>
                  <a:lnTo>
                    <a:pt x="4" y="137"/>
                  </a:lnTo>
                  <a:lnTo>
                    <a:pt x="4" y="137"/>
                  </a:lnTo>
                  <a:lnTo>
                    <a:pt x="2" y="138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7"/>
                  </a:lnTo>
                  <a:lnTo>
                    <a:pt x="0" y="133"/>
                  </a:lnTo>
                  <a:lnTo>
                    <a:pt x="0" y="127"/>
                  </a:lnTo>
                  <a:lnTo>
                    <a:pt x="0" y="123"/>
                  </a:lnTo>
                  <a:lnTo>
                    <a:pt x="0" y="119"/>
                  </a:lnTo>
                  <a:lnTo>
                    <a:pt x="4" y="115"/>
                  </a:lnTo>
                  <a:lnTo>
                    <a:pt x="4" y="110"/>
                  </a:lnTo>
                  <a:lnTo>
                    <a:pt x="6" y="106"/>
                  </a:lnTo>
                  <a:lnTo>
                    <a:pt x="6" y="97"/>
                  </a:lnTo>
                  <a:lnTo>
                    <a:pt x="8" y="96"/>
                  </a:lnTo>
                  <a:lnTo>
                    <a:pt x="8" y="92"/>
                  </a:lnTo>
                  <a:lnTo>
                    <a:pt x="14" y="87"/>
                  </a:lnTo>
                  <a:lnTo>
                    <a:pt x="14" y="84"/>
                  </a:lnTo>
                  <a:lnTo>
                    <a:pt x="19" y="80"/>
                  </a:lnTo>
                  <a:lnTo>
                    <a:pt x="21" y="80"/>
                  </a:lnTo>
                  <a:lnTo>
                    <a:pt x="26" y="71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5" y="56"/>
                  </a:lnTo>
                  <a:lnTo>
                    <a:pt x="21" y="50"/>
                  </a:lnTo>
                  <a:lnTo>
                    <a:pt x="21" y="46"/>
                  </a:lnTo>
                  <a:lnTo>
                    <a:pt x="18" y="43"/>
                  </a:lnTo>
                  <a:lnTo>
                    <a:pt x="18" y="39"/>
                  </a:lnTo>
                  <a:lnTo>
                    <a:pt x="17" y="38"/>
                  </a:lnTo>
                  <a:lnTo>
                    <a:pt x="19" y="34"/>
                  </a:lnTo>
                  <a:lnTo>
                    <a:pt x="21" y="29"/>
                  </a:lnTo>
                  <a:lnTo>
                    <a:pt x="17" y="23"/>
                  </a:lnTo>
                  <a:lnTo>
                    <a:pt x="17" y="14"/>
                  </a:lnTo>
                  <a:lnTo>
                    <a:pt x="10" y="8"/>
                  </a:lnTo>
                  <a:lnTo>
                    <a:pt x="10" y="5"/>
                  </a:lnTo>
                  <a:lnTo>
                    <a:pt x="9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7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1" name="Freeform 480"/>
            <p:cNvSpPr>
              <a:spLocks/>
            </p:cNvSpPr>
            <p:nvPr/>
          </p:nvSpPr>
          <p:spPr bwMode="auto">
            <a:xfrm>
              <a:off x="6521512" y="4830034"/>
              <a:ext cx="233473" cy="213171"/>
            </a:xfrm>
            <a:custGeom>
              <a:avLst/>
              <a:gdLst>
                <a:gd name="T0" fmla="*/ 58 w 92"/>
                <a:gd name="T1" fmla="*/ 0 h 84"/>
                <a:gd name="T2" fmla="*/ 63 w 92"/>
                <a:gd name="T3" fmla="*/ 0 h 84"/>
                <a:gd name="T4" fmla="*/ 67 w 92"/>
                <a:gd name="T5" fmla="*/ 5 h 84"/>
                <a:gd name="T6" fmla="*/ 71 w 92"/>
                <a:gd name="T7" fmla="*/ 6 h 84"/>
                <a:gd name="T8" fmla="*/ 79 w 92"/>
                <a:gd name="T9" fmla="*/ 8 h 84"/>
                <a:gd name="T10" fmla="*/ 87 w 92"/>
                <a:gd name="T11" fmla="*/ 10 h 84"/>
                <a:gd name="T12" fmla="*/ 92 w 92"/>
                <a:gd name="T13" fmla="*/ 14 h 84"/>
                <a:gd name="T14" fmla="*/ 92 w 92"/>
                <a:gd name="T15" fmla="*/ 20 h 84"/>
                <a:gd name="T16" fmla="*/ 92 w 92"/>
                <a:gd name="T17" fmla="*/ 25 h 84"/>
                <a:gd name="T18" fmla="*/ 90 w 92"/>
                <a:gd name="T19" fmla="*/ 31 h 84"/>
                <a:gd name="T20" fmla="*/ 91 w 92"/>
                <a:gd name="T21" fmla="*/ 34 h 84"/>
                <a:gd name="T22" fmla="*/ 90 w 92"/>
                <a:gd name="T23" fmla="*/ 41 h 84"/>
                <a:gd name="T24" fmla="*/ 90 w 92"/>
                <a:gd name="T25" fmla="*/ 43 h 84"/>
                <a:gd name="T26" fmla="*/ 90 w 92"/>
                <a:gd name="T27" fmla="*/ 48 h 84"/>
                <a:gd name="T28" fmla="*/ 90 w 92"/>
                <a:gd name="T29" fmla="*/ 54 h 84"/>
                <a:gd name="T30" fmla="*/ 84 w 92"/>
                <a:gd name="T31" fmla="*/ 58 h 84"/>
                <a:gd name="T32" fmla="*/ 84 w 92"/>
                <a:gd name="T33" fmla="*/ 62 h 84"/>
                <a:gd name="T34" fmla="*/ 83 w 92"/>
                <a:gd name="T35" fmla="*/ 71 h 84"/>
                <a:gd name="T36" fmla="*/ 65 w 92"/>
                <a:gd name="T37" fmla="*/ 81 h 84"/>
                <a:gd name="T38" fmla="*/ 58 w 92"/>
                <a:gd name="T39" fmla="*/ 83 h 84"/>
                <a:gd name="T40" fmla="*/ 54 w 92"/>
                <a:gd name="T41" fmla="*/ 80 h 84"/>
                <a:gd name="T42" fmla="*/ 46 w 92"/>
                <a:gd name="T43" fmla="*/ 79 h 84"/>
                <a:gd name="T44" fmla="*/ 44 w 92"/>
                <a:gd name="T45" fmla="*/ 75 h 84"/>
                <a:gd name="T46" fmla="*/ 38 w 92"/>
                <a:gd name="T47" fmla="*/ 73 h 84"/>
                <a:gd name="T48" fmla="*/ 32 w 92"/>
                <a:gd name="T49" fmla="*/ 72 h 84"/>
                <a:gd name="T50" fmla="*/ 28 w 92"/>
                <a:gd name="T51" fmla="*/ 67 h 84"/>
                <a:gd name="T52" fmla="*/ 26 w 92"/>
                <a:gd name="T53" fmla="*/ 60 h 84"/>
                <a:gd name="T54" fmla="*/ 22 w 92"/>
                <a:gd name="T55" fmla="*/ 58 h 84"/>
                <a:gd name="T56" fmla="*/ 21 w 92"/>
                <a:gd name="T57" fmla="*/ 55 h 84"/>
                <a:gd name="T58" fmla="*/ 16 w 92"/>
                <a:gd name="T59" fmla="*/ 51 h 84"/>
                <a:gd name="T60" fmla="*/ 11 w 92"/>
                <a:gd name="T61" fmla="*/ 45 h 84"/>
                <a:gd name="T62" fmla="*/ 8 w 92"/>
                <a:gd name="T63" fmla="*/ 41 h 84"/>
                <a:gd name="T64" fmla="*/ 5 w 92"/>
                <a:gd name="T65" fmla="*/ 35 h 84"/>
                <a:gd name="T66" fmla="*/ 3 w 92"/>
                <a:gd name="T67" fmla="*/ 33 h 84"/>
                <a:gd name="T68" fmla="*/ 0 w 92"/>
                <a:gd name="T69" fmla="*/ 29 h 84"/>
                <a:gd name="T70" fmla="*/ 0 w 92"/>
                <a:gd name="T71" fmla="*/ 26 h 84"/>
                <a:gd name="T72" fmla="*/ 4 w 92"/>
                <a:gd name="T73" fmla="*/ 26 h 84"/>
                <a:gd name="T74" fmla="*/ 8 w 92"/>
                <a:gd name="T75" fmla="*/ 29 h 84"/>
                <a:gd name="T76" fmla="*/ 15 w 92"/>
                <a:gd name="T77" fmla="*/ 27 h 84"/>
                <a:gd name="T78" fmla="*/ 16 w 92"/>
                <a:gd name="T79" fmla="*/ 27 h 84"/>
                <a:gd name="T80" fmla="*/ 22 w 92"/>
                <a:gd name="T81" fmla="*/ 29 h 84"/>
                <a:gd name="T82" fmla="*/ 38 w 92"/>
                <a:gd name="T83" fmla="*/ 12 h 84"/>
                <a:gd name="T84" fmla="*/ 44 w 92"/>
                <a:gd name="T85" fmla="*/ 9 h 84"/>
                <a:gd name="T86" fmla="*/ 44 w 92"/>
                <a:gd name="T87" fmla="*/ 5 h 84"/>
                <a:gd name="T88" fmla="*/ 50 w 92"/>
                <a:gd name="T89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2" h="84">
                  <a:moveTo>
                    <a:pt x="54" y="0"/>
                  </a:moveTo>
                  <a:lnTo>
                    <a:pt x="58" y="0"/>
                  </a:lnTo>
                  <a:lnTo>
                    <a:pt x="58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5"/>
                  </a:lnTo>
                  <a:lnTo>
                    <a:pt x="67" y="5"/>
                  </a:lnTo>
                  <a:lnTo>
                    <a:pt x="70" y="5"/>
                  </a:lnTo>
                  <a:lnTo>
                    <a:pt x="70" y="6"/>
                  </a:lnTo>
                  <a:lnTo>
                    <a:pt x="71" y="6"/>
                  </a:lnTo>
                  <a:lnTo>
                    <a:pt x="72" y="5"/>
                  </a:lnTo>
                  <a:lnTo>
                    <a:pt x="75" y="5"/>
                  </a:lnTo>
                  <a:lnTo>
                    <a:pt x="79" y="8"/>
                  </a:lnTo>
                  <a:lnTo>
                    <a:pt x="80" y="10"/>
                  </a:lnTo>
                  <a:lnTo>
                    <a:pt x="83" y="10"/>
                  </a:lnTo>
                  <a:lnTo>
                    <a:pt x="87" y="10"/>
                  </a:lnTo>
                  <a:lnTo>
                    <a:pt x="88" y="13"/>
                  </a:lnTo>
                  <a:lnTo>
                    <a:pt x="90" y="14"/>
                  </a:lnTo>
                  <a:lnTo>
                    <a:pt x="92" y="14"/>
                  </a:lnTo>
                  <a:lnTo>
                    <a:pt x="92" y="17"/>
                  </a:lnTo>
                  <a:lnTo>
                    <a:pt x="91" y="18"/>
                  </a:lnTo>
                  <a:lnTo>
                    <a:pt x="92" y="20"/>
                  </a:lnTo>
                  <a:lnTo>
                    <a:pt x="91" y="22"/>
                  </a:lnTo>
                  <a:lnTo>
                    <a:pt x="92" y="23"/>
                  </a:lnTo>
                  <a:lnTo>
                    <a:pt x="92" y="25"/>
                  </a:lnTo>
                  <a:lnTo>
                    <a:pt x="91" y="26"/>
                  </a:lnTo>
                  <a:lnTo>
                    <a:pt x="91" y="30"/>
                  </a:lnTo>
                  <a:lnTo>
                    <a:pt x="90" y="31"/>
                  </a:lnTo>
                  <a:lnTo>
                    <a:pt x="90" y="33"/>
                  </a:lnTo>
                  <a:lnTo>
                    <a:pt x="92" y="33"/>
                  </a:lnTo>
                  <a:lnTo>
                    <a:pt x="91" y="34"/>
                  </a:lnTo>
                  <a:lnTo>
                    <a:pt x="90" y="35"/>
                  </a:lnTo>
                  <a:lnTo>
                    <a:pt x="90" y="38"/>
                  </a:lnTo>
                  <a:lnTo>
                    <a:pt x="90" y="41"/>
                  </a:lnTo>
                  <a:lnTo>
                    <a:pt x="88" y="41"/>
                  </a:lnTo>
                  <a:lnTo>
                    <a:pt x="88" y="42"/>
                  </a:lnTo>
                  <a:lnTo>
                    <a:pt x="90" y="43"/>
                  </a:lnTo>
                  <a:lnTo>
                    <a:pt x="91" y="46"/>
                  </a:lnTo>
                  <a:lnTo>
                    <a:pt x="90" y="47"/>
                  </a:lnTo>
                  <a:lnTo>
                    <a:pt x="90" y="48"/>
                  </a:lnTo>
                  <a:lnTo>
                    <a:pt x="91" y="50"/>
                  </a:lnTo>
                  <a:lnTo>
                    <a:pt x="91" y="51"/>
                  </a:lnTo>
                  <a:lnTo>
                    <a:pt x="90" y="54"/>
                  </a:lnTo>
                  <a:lnTo>
                    <a:pt x="87" y="55"/>
                  </a:lnTo>
                  <a:lnTo>
                    <a:pt x="87" y="56"/>
                  </a:lnTo>
                  <a:lnTo>
                    <a:pt x="84" y="58"/>
                  </a:lnTo>
                  <a:lnTo>
                    <a:pt x="84" y="59"/>
                  </a:lnTo>
                  <a:lnTo>
                    <a:pt x="86" y="60"/>
                  </a:lnTo>
                  <a:lnTo>
                    <a:pt x="84" y="62"/>
                  </a:lnTo>
                  <a:lnTo>
                    <a:pt x="84" y="66"/>
                  </a:lnTo>
                  <a:lnTo>
                    <a:pt x="83" y="67"/>
                  </a:lnTo>
                  <a:lnTo>
                    <a:pt x="83" y="71"/>
                  </a:lnTo>
                  <a:lnTo>
                    <a:pt x="70" y="84"/>
                  </a:lnTo>
                  <a:lnTo>
                    <a:pt x="69" y="83"/>
                  </a:lnTo>
                  <a:lnTo>
                    <a:pt x="65" y="81"/>
                  </a:lnTo>
                  <a:lnTo>
                    <a:pt x="61" y="83"/>
                  </a:lnTo>
                  <a:lnTo>
                    <a:pt x="59" y="83"/>
                  </a:lnTo>
                  <a:lnTo>
                    <a:pt x="58" y="83"/>
                  </a:lnTo>
                  <a:lnTo>
                    <a:pt x="57" y="81"/>
                  </a:lnTo>
                  <a:lnTo>
                    <a:pt x="54" y="81"/>
                  </a:lnTo>
                  <a:lnTo>
                    <a:pt x="54" y="80"/>
                  </a:lnTo>
                  <a:lnTo>
                    <a:pt x="50" y="79"/>
                  </a:lnTo>
                  <a:lnTo>
                    <a:pt x="46" y="80"/>
                  </a:lnTo>
                  <a:lnTo>
                    <a:pt x="46" y="79"/>
                  </a:lnTo>
                  <a:lnTo>
                    <a:pt x="45" y="77"/>
                  </a:lnTo>
                  <a:lnTo>
                    <a:pt x="45" y="76"/>
                  </a:lnTo>
                  <a:lnTo>
                    <a:pt x="44" y="75"/>
                  </a:lnTo>
                  <a:lnTo>
                    <a:pt x="42" y="75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6" y="72"/>
                  </a:lnTo>
                  <a:lnTo>
                    <a:pt x="34" y="73"/>
                  </a:lnTo>
                  <a:lnTo>
                    <a:pt x="32" y="72"/>
                  </a:lnTo>
                  <a:lnTo>
                    <a:pt x="30" y="71"/>
                  </a:lnTo>
                  <a:lnTo>
                    <a:pt x="28" y="68"/>
                  </a:lnTo>
                  <a:lnTo>
                    <a:pt x="28" y="67"/>
                  </a:lnTo>
                  <a:lnTo>
                    <a:pt x="26" y="66"/>
                  </a:lnTo>
                  <a:lnTo>
                    <a:pt x="26" y="63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2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20" y="54"/>
                  </a:lnTo>
                  <a:lnTo>
                    <a:pt x="19" y="52"/>
                  </a:lnTo>
                  <a:lnTo>
                    <a:pt x="16" y="51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1" y="31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4" y="26"/>
                  </a:lnTo>
                  <a:lnTo>
                    <a:pt x="5" y="27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11" y="27"/>
                  </a:lnTo>
                  <a:lnTo>
                    <a:pt x="13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7" y="29"/>
                  </a:lnTo>
                  <a:lnTo>
                    <a:pt x="20" y="30"/>
                  </a:lnTo>
                  <a:lnTo>
                    <a:pt x="22" y="29"/>
                  </a:lnTo>
                  <a:lnTo>
                    <a:pt x="26" y="23"/>
                  </a:lnTo>
                  <a:lnTo>
                    <a:pt x="32" y="17"/>
                  </a:lnTo>
                  <a:lnTo>
                    <a:pt x="38" y="12"/>
                  </a:lnTo>
                  <a:lnTo>
                    <a:pt x="42" y="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8"/>
                  </a:lnTo>
                  <a:lnTo>
                    <a:pt x="45" y="6"/>
                  </a:lnTo>
                  <a:lnTo>
                    <a:pt x="44" y="5"/>
                  </a:lnTo>
                  <a:lnTo>
                    <a:pt x="45" y="4"/>
                  </a:lnTo>
                  <a:lnTo>
                    <a:pt x="49" y="2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2" name="Freeform 481"/>
            <p:cNvSpPr>
              <a:spLocks/>
            </p:cNvSpPr>
            <p:nvPr/>
          </p:nvSpPr>
          <p:spPr bwMode="auto">
            <a:xfrm>
              <a:off x="6359096" y="4896015"/>
              <a:ext cx="279152" cy="281690"/>
            </a:xfrm>
            <a:custGeom>
              <a:avLst/>
              <a:gdLst>
                <a:gd name="T0" fmla="*/ 64 w 110"/>
                <a:gd name="T1" fmla="*/ 1 h 111"/>
                <a:gd name="T2" fmla="*/ 64 w 110"/>
                <a:gd name="T3" fmla="*/ 4 h 111"/>
                <a:gd name="T4" fmla="*/ 68 w 110"/>
                <a:gd name="T5" fmla="*/ 8 h 111"/>
                <a:gd name="T6" fmla="*/ 71 w 110"/>
                <a:gd name="T7" fmla="*/ 11 h 111"/>
                <a:gd name="T8" fmla="*/ 73 w 110"/>
                <a:gd name="T9" fmla="*/ 16 h 111"/>
                <a:gd name="T10" fmla="*/ 76 w 110"/>
                <a:gd name="T11" fmla="*/ 19 h 111"/>
                <a:gd name="T12" fmla="*/ 83 w 110"/>
                <a:gd name="T13" fmla="*/ 26 h 111"/>
                <a:gd name="T14" fmla="*/ 86 w 110"/>
                <a:gd name="T15" fmla="*/ 30 h 111"/>
                <a:gd name="T16" fmla="*/ 86 w 110"/>
                <a:gd name="T17" fmla="*/ 33 h 111"/>
                <a:gd name="T18" fmla="*/ 90 w 110"/>
                <a:gd name="T19" fmla="*/ 37 h 111"/>
                <a:gd name="T20" fmla="*/ 92 w 110"/>
                <a:gd name="T21" fmla="*/ 42 h 111"/>
                <a:gd name="T22" fmla="*/ 98 w 110"/>
                <a:gd name="T23" fmla="*/ 47 h 111"/>
                <a:gd name="T24" fmla="*/ 104 w 110"/>
                <a:gd name="T25" fmla="*/ 47 h 111"/>
                <a:gd name="T26" fmla="*/ 109 w 110"/>
                <a:gd name="T27" fmla="*/ 50 h 111"/>
                <a:gd name="T28" fmla="*/ 110 w 110"/>
                <a:gd name="T29" fmla="*/ 54 h 111"/>
                <a:gd name="T30" fmla="*/ 106 w 110"/>
                <a:gd name="T31" fmla="*/ 55 h 111"/>
                <a:gd name="T32" fmla="*/ 105 w 110"/>
                <a:gd name="T33" fmla="*/ 59 h 111"/>
                <a:gd name="T34" fmla="*/ 100 w 110"/>
                <a:gd name="T35" fmla="*/ 61 h 111"/>
                <a:gd name="T36" fmla="*/ 94 w 110"/>
                <a:gd name="T37" fmla="*/ 61 h 111"/>
                <a:gd name="T38" fmla="*/ 89 w 110"/>
                <a:gd name="T39" fmla="*/ 65 h 111"/>
                <a:gd name="T40" fmla="*/ 86 w 110"/>
                <a:gd name="T41" fmla="*/ 69 h 111"/>
                <a:gd name="T42" fmla="*/ 80 w 110"/>
                <a:gd name="T43" fmla="*/ 74 h 111"/>
                <a:gd name="T44" fmla="*/ 81 w 110"/>
                <a:gd name="T45" fmla="*/ 79 h 111"/>
                <a:gd name="T46" fmla="*/ 77 w 110"/>
                <a:gd name="T47" fmla="*/ 80 h 111"/>
                <a:gd name="T48" fmla="*/ 75 w 110"/>
                <a:gd name="T49" fmla="*/ 84 h 111"/>
                <a:gd name="T50" fmla="*/ 71 w 110"/>
                <a:gd name="T51" fmla="*/ 87 h 111"/>
                <a:gd name="T52" fmla="*/ 67 w 110"/>
                <a:gd name="T53" fmla="*/ 92 h 111"/>
                <a:gd name="T54" fmla="*/ 65 w 110"/>
                <a:gd name="T55" fmla="*/ 97 h 111"/>
                <a:gd name="T56" fmla="*/ 61 w 110"/>
                <a:gd name="T57" fmla="*/ 99 h 111"/>
                <a:gd name="T58" fmla="*/ 56 w 110"/>
                <a:gd name="T59" fmla="*/ 97 h 111"/>
                <a:gd name="T60" fmla="*/ 50 w 110"/>
                <a:gd name="T61" fmla="*/ 99 h 111"/>
                <a:gd name="T62" fmla="*/ 43 w 110"/>
                <a:gd name="T63" fmla="*/ 94 h 111"/>
                <a:gd name="T64" fmla="*/ 32 w 110"/>
                <a:gd name="T65" fmla="*/ 96 h 111"/>
                <a:gd name="T66" fmla="*/ 25 w 110"/>
                <a:gd name="T67" fmla="*/ 105 h 111"/>
                <a:gd name="T68" fmla="*/ 19 w 110"/>
                <a:gd name="T69" fmla="*/ 109 h 111"/>
                <a:gd name="T70" fmla="*/ 13 w 110"/>
                <a:gd name="T71" fmla="*/ 111 h 111"/>
                <a:gd name="T72" fmla="*/ 6 w 110"/>
                <a:gd name="T73" fmla="*/ 108 h 111"/>
                <a:gd name="T74" fmla="*/ 5 w 110"/>
                <a:gd name="T75" fmla="*/ 95 h 111"/>
                <a:gd name="T76" fmla="*/ 0 w 110"/>
                <a:gd name="T77" fmla="*/ 88 h 111"/>
                <a:gd name="T78" fmla="*/ 2 w 110"/>
                <a:gd name="T79" fmla="*/ 51 h 111"/>
                <a:gd name="T80" fmla="*/ 23 w 110"/>
                <a:gd name="T81" fmla="*/ 8 h 111"/>
                <a:gd name="T82" fmla="*/ 40 w 110"/>
                <a:gd name="T83" fmla="*/ 5 h 111"/>
                <a:gd name="T84" fmla="*/ 42 w 110"/>
                <a:gd name="T85" fmla="*/ 7 h 111"/>
                <a:gd name="T86" fmla="*/ 42 w 110"/>
                <a:gd name="T87" fmla="*/ 9 h 111"/>
                <a:gd name="T88" fmla="*/ 48 w 110"/>
                <a:gd name="T89" fmla="*/ 4 h 111"/>
                <a:gd name="T90" fmla="*/ 55 w 110"/>
                <a:gd name="T91" fmla="*/ 3 h 111"/>
                <a:gd name="T92" fmla="*/ 61 w 110"/>
                <a:gd name="T9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0" h="111">
                  <a:moveTo>
                    <a:pt x="64" y="0"/>
                  </a:moveTo>
                  <a:lnTo>
                    <a:pt x="64" y="0"/>
                  </a:lnTo>
                  <a:lnTo>
                    <a:pt x="64" y="1"/>
                  </a:lnTo>
                  <a:lnTo>
                    <a:pt x="64" y="1"/>
                  </a:lnTo>
                  <a:lnTo>
                    <a:pt x="64" y="3"/>
                  </a:lnTo>
                  <a:lnTo>
                    <a:pt x="64" y="4"/>
                  </a:lnTo>
                  <a:lnTo>
                    <a:pt x="65" y="5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9" y="9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1" y="12"/>
                  </a:lnTo>
                  <a:lnTo>
                    <a:pt x="72" y="15"/>
                  </a:lnTo>
                  <a:lnTo>
                    <a:pt x="73" y="16"/>
                  </a:lnTo>
                  <a:lnTo>
                    <a:pt x="73" y="17"/>
                  </a:lnTo>
                  <a:lnTo>
                    <a:pt x="75" y="19"/>
                  </a:lnTo>
                  <a:lnTo>
                    <a:pt x="76" y="19"/>
                  </a:lnTo>
                  <a:lnTo>
                    <a:pt x="76" y="20"/>
                  </a:lnTo>
                  <a:lnTo>
                    <a:pt x="80" y="25"/>
                  </a:lnTo>
                  <a:lnTo>
                    <a:pt x="83" y="26"/>
                  </a:lnTo>
                  <a:lnTo>
                    <a:pt x="84" y="28"/>
                  </a:lnTo>
                  <a:lnTo>
                    <a:pt x="85" y="29"/>
                  </a:lnTo>
                  <a:lnTo>
                    <a:pt x="86" y="30"/>
                  </a:lnTo>
                  <a:lnTo>
                    <a:pt x="86" y="30"/>
                  </a:lnTo>
                  <a:lnTo>
                    <a:pt x="86" y="32"/>
                  </a:lnTo>
                  <a:lnTo>
                    <a:pt x="86" y="33"/>
                  </a:lnTo>
                  <a:lnTo>
                    <a:pt x="89" y="33"/>
                  </a:lnTo>
                  <a:lnTo>
                    <a:pt x="90" y="34"/>
                  </a:lnTo>
                  <a:lnTo>
                    <a:pt x="90" y="37"/>
                  </a:lnTo>
                  <a:lnTo>
                    <a:pt x="90" y="40"/>
                  </a:lnTo>
                  <a:lnTo>
                    <a:pt x="92" y="41"/>
                  </a:lnTo>
                  <a:lnTo>
                    <a:pt x="92" y="42"/>
                  </a:lnTo>
                  <a:lnTo>
                    <a:pt x="94" y="45"/>
                  </a:lnTo>
                  <a:lnTo>
                    <a:pt x="96" y="46"/>
                  </a:lnTo>
                  <a:lnTo>
                    <a:pt x="98" y="47"/>
                  </a:lnTo>
                  <a:lnTo>
                    <a:pt x="100" y="46"/>
                  </a:lnTo>
                  <a:lnTo>
                    <a:pt x="102" y="47"/>
                  </a:lnTo>
                  <a:lnTo>
                    <a:pt x="104" y="47"/>
                  </a:lnTo>
                  <a:lnTo>
                    <a:pt x="106" y="49"/>
                  </a:lnTo>
                  <a:lnTo>
                    <a:pt x="108" y="49"/>
                  </a:lnTo>
                  <a:lnTo>
                    <a:pt x="109" y="50"/>
                  </a:lnTo>
                  <a:lnTo>
                    <a:pt x="109" y="51"/>
                  </a:lnTo>
                  <a:lnTo>
                    <a:pt x="110" y="53"/>
                  </a:lnTo>
                  <a:lnTo>
                    <a:pt x="110" y="54"/>
                  </a:lnTo>
                  <a:lnTo>
                    <a:pt x="109" y="54"/>
                  </a:lnTo>
                  <a:lnTo>
                    <a:pt x="108" y="54"/>
                  </a:lnTo>
                  <a:lnTo>
                    <a:pt x="106" y="55"/>
                  </a:lnTo>
                  <a:lnTo>
                    <a:pt x="105" y="55"/>
                  </a:lnTo>
                  <a:lnTo>
                    <a:pt x="105" y="57"/>
                  </a:lnTo>
                  <a:lnTo>
                    <a:pt x="105" y="59"/>
                  </a:lnTo>
                  <a:lnTo>
                    <a:pt x="102" y="59"/>
                  </a:lnTo>
                  <a:lnTo>
                    <a:pt x="101" y="61"/>
                  </a:lnTo>
                  <a:lnTo>
                    <a:pt x="100" y="61"/>
                  </a:lnTo>
                  <a:lnTo>
                    <a:pt x="98" y="61"/>
                  </a:lnTo>
                  <a:lnTo>
                    <a:pt x="97" y="61"/>
                  </a:lnTo>
                  <a:lnTo>
                    <a:pt x="94" y="61"/>
                  </a:lnTo>
                  <a:lnTo>
                    <a:pt x="92" y="63"/>
                  </a:lnTo>
                  <a:lnTo>
                    <a:pt x="92" y="65"/>
                  </a:lnTo>
                  <a:lnTo>
                    <a:pt x="89" y="65"/>
                  </a:lnTo>
                  <a:lnTo>
                    <a:pt x="89" y="66"/>
                  </a:lnTo>
                  <a:lnTo>
                    <a:pt x="88" y="67"/>
                  </a:lnTo>
                  <a:lnTo>
                    <a:pt x="86" y="69"/>
                  </a:lnTo>
                  <a:lnTo>
                    <a:pt x="85" y="69"/>
                  </a:lnTo>
                  <a:lnTo>
                    <a:pt x="84" y="69"/>
                  </a:lnTo>
                  <a:lnTo>
                    <a:pt x="80" y="74"/>
                  </a:lnTo>
                  <a:lnTo>
                    <a:pt x="80" y="76"/>
                  </a:lnTo>
                  <a:lnTo>
                    <a:pt x="81" y="78"/>
                  </a:lnTo>
                  <a:lnTo>
                    <a:pt x="81" y="79"/>
                  </a:lnTo>
                  <a:lnTo>
                    <a:pt x="79" y="79"/>
                  </a:lnTo>
                  <a:lnTo>
                    <a:pt x="79" y="80"/>
                  </a:lnTo>
                  <a:lnTo>
                    <a:pt x="77" y="80"/>
                  </a:lnTo>
                  <a:lnTo>
                    <a:pt x="76" y="82"/>
                  </a:lnTo>
                  <a:lnTo>
                    <a:pt x="75" y="83"/>
                  </a:lnTo>
                  <a:lnTo>
                    <a:pt x="75" y="84"/>
                  </a:lnTo>
                  <a:lnTo>
                    <a:pt x="73" y="86"/>
                  </a:lnTo>
                  <a:lnTo>
                    <a:pt x="72" y="86"/>
                  </a:lnTo>
                  <a:lnTo>
                    <a:pt x="71" y="87"/>
                  </a:lnTo>
                  <a:lnTo>
                    <a:pt x="68" y="87"/>
                  </a:lnTo>
                  <a:lnTo>
                    <a:pt x="67" y="88"/>
                  </a:lnTo>
                  <a:lnTo>
                    <a:pt x="67" y="92"/>
                  </a:lnTo>
                  <a:lnTo>
                    <a:pt x="65" y="94"/>
                  </a:lnTo>
                  <a:lnTo>
                    <a:pt x="65" y="95"/>
                  </a:lnTo>
                  <a:lnTo>
                    <a:pt x="65" y="97"/>
                  </a:lnTo>
                  <a:lnTo>
                    <a:pt x="65" y="97"/>
                  </a:lnTo>
                  <a:lnTo>
                    <a:pt x="63" y="100"/>
                  </a:lnTo>
                  <a:lnTo>
                    <a:pt x="61" y="99"/>
                  </a:lnTo>
                  <a:lnTo>
                    <a:pt x="60" y="97"/>
                  </a:lnTo>
                  <a:lnTo>
                    <a:pt x="59" y="97"/>
                  </a:lnTo>
                  <a:lnTo>
                    <a:pt x="56" y="97"/>
                  </a:lnTo>
                  <a:lnTo>
                    <a:pt x="54" y="99"/>
                  </a:lnTo>
                  <a:lnTo>
                    <a:pt x="51" y="9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44" y="96"/>
                  </a:lnTo>
                  <a:lnTo>
                    <a:pt x="43" y="94"/>
                  </a:lnTo>
                  <a:lnTo>
                    <a:pt x="39" y="94"/>
                  </a:lnTo>
                  <a:lnTo>
                    <a:pt x="35" y="94"/>
                  </a:lnTo>
                  <a:lnTo>
                    <a:pt x="32" y="96"/>
                  </a:lnTo>
                  <a:lnTo>
                    <a:pt x="31" y="101"/>
                  </a:lnTo>
                  <a:lnTo>
                    <a:pt x="29" y="104"/>
                  </a:lnTo>
                  <a:lnTo>
                    <a:pt x="25" y="105"/>
                  </a:lnTo>
                  <a:lnTo>
                    <a:pt x="23" y="107"/>
                  </a:lnTo>
                  <a:lnTo>
                    <a:pt x="22" y="108"/>
                  </a:lnTo>
                  <a:lnTo>
                    <a:pt x="19" y="109"/>
                  </a:lnTo>
                  <a:lnTo>
                    <a:pt x="17" y="111"/>
                  </a:lnTo>
                  <a:lnTo>
                    <a:pt x="14" y="109"/>
                  </a:lnTo>
                  <a:lnTo>
                    <a:pt x="13" y="111"/>
                  </a:lnTo>
                  <a:lnTo>
                    <a:pt x="9" y="111"/>
                  </a:lnTo>
                  <a:lnTo>
                    <a:pt x="6" y="111"/>
                  </a:lnTo>
                  <a:lnTo>
                    <a:pt x="6" y="108"/>
                  </a:lnTo>
                  <a:lnTo>
                    <a:pt x="7" y="104"/>
                  </a:lnTo>
                  <a:lnTo>
                    <a:pt x="7" y="101"/>
                  </a:lnTo>
                  <a:lnTo>
                    <a:pt x="5" y="95"/>
                  </a:lnTo>
                  <a:lnTo>
                    <a:pt x="4" y="9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51"/>
                  </a:lnTo>
                  <a:lnTo>
                    <a:pt x="13" y="50"/>
                  </a:lnTo>
                  <a:lnTo>
                    <a:pt x="14" y="8"/>
                  </a:lnTo>
                  <a:lnTo>
                    <a:pt x="23" y="8"/>
                  </a:lnTo>
                  <a:lnTo>
                    <a:pt x="35" y="5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0" y="4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3" y="8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11"/>
                  </a:lnTo>
                  <a:lnTo>
                    <a:pt x="47" y="8"/>
                  </a:lnTo>
                  <a:lnTo>
                    <a:pt x="48" y="4"/>
                  </a:lnTo>
                  <a:lnTo>
                    <a:pt x="51" y="3"/>
                  </a:lnTo>
                  <a:lnTo>
                    <a:pt x="54" y="1"/>
                  </a:lnTo>
                  <a:lnTo>
                    <a:pt x="55" y="3"/>
                  </a:lnTo>
                  <a:lnTo>
                    <a:pt x="56" y="3"/>
                  </a:lnTo>
                  <a:lnTo>
                    <a:pt x="57" y="1"/>
                  </a:lnTo>
                  <a:lnTo>
                    <a:pt x="61" y="0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3" name="Freeform 482"/>
            <p:cNvSpPr>
              <a:spLocks/>
            </p:cNvSpPr>
            <p:nvPr/>
          </p:nvSpPr>
          <p:spPr bwMode="auto">
            <a:xfrm>
              <a:off x="6118011" y="4870638"/>
              <a:ext cx="403502" cy="380662"/>
            </a:xfrm>
            <a:custGeom>
              <a:avLst/>
              <a:gdLst>
                <a:gd name="T0" fmla="*/ 17 w 159"/>
                <a:gd name="T1" fmla="*/ 1 h 150"/>
                <a:gd name="T2" fmla="*/ 21 w 159"/>
                <a:gd name="T3" fmla="*/ 1 h 150"/>
                <a:gd name="T4" fmla="*/ 22 w 159"/>
                <a:gd name="T5" fmla="*/ 4 h 150"/>
                <a:gd name="T6" fmla="*/ 27 w 159"/>
                <a:gd name="T7" fmla="*/ 6 h 150"/>
                <a:gd name="T8" fmla="*/ 31 w 159"/>
                <a:gd name="T9" fmla="*/ 5 h 150"/>
                <a:gd name="T10" fmla="*/ 77 w 159"/>
                <a:gd name="T11" fmla="*/ 5 h 150"/>
                <a:gd name="T12" fmla="*/ 80 w 159"/>
                <a:gd name="T13" fmla="*/ 9 h 150"/>
                <a:gd name="T14" fmla="*/ 87 w 159"/>
                <a:gd name="T15" fmla="*/ 10 h 150"/>
                <a:gd name="T16" fmla="*/ 91 w 159"/>
                <a:gd name="T17" fmla="*/ 11 h 150"/>
                <a:gd name="T18" fmla="*/ 97 w 159"/>
                <a:gd name="T19" fmla="*/ 11 h 150"/>
                <a:gd name="T20" fmla="*/ 100 w 159"/>
                <a:gd name="T21" fmla="*/ 10 h 150"/>
                <a:gd name="T22" fmla="*/ 106 w 159"/>
                <a:gd name="T23" fmla="*/ 13 h 150"/>
                <a:gd name="T24" fmla="*/ 109 w 159"/>
                <a:gd name="T25" fmla="*/ 11 h 150"/>
                <a:gd name="T26" fmla="*/ 113 w 159"/>
                <a:gd name="T27" fmla="*/ 13 h 150"/>
                <a:gd name="T28" fmla="*/ 116 w 159"/>
                <a:gd name="T29" fmla="*/ 13 h 150"/>
                <a:gd name="T30" fmla="*/ 118 w 159"/>
                <a:gd name="T31" fmla="*/ 14 h 150"/>
                <a:gd name="T32" fmla="*/ 150 w 159"/>
                <a:gd name="T33" fmla="*/ 7 h 150"/>
                <a:gd name="T34" fmla="*/ 154 w 159"/>
                <a:gd name="T35" fmla="*/ 6 h 150"/>
                <a:gd name="T36" fmla="*/ 156 w 159"/>
                <a:gd name="T37" fmla="*/ 7 h 150"/>
                <a:gd name="T38" fmla="*/ 156 w 159"/>
                <a:gd name="T39" fmla="*/ 10 h 150"/>
                <a:gd name="T40" fmla="*/ 150 w 159"/>
                <a:gd name="T41" fmla="*/ 13 h 150"/>
                <a:gd name="T42" fmla="*/ 143 w 159"/>
                <a:gd name="T43" fmla="*/ 14 h 150"/>
                <a:gd name="T44" fmla="*/ 137 w 159"/>
                <a:gd name="T45" fmla="*/ 19 h 150"/>
                <a:gd name="T46" fmla="*/ 137 w 159"/>
                <a:gd name="T47" fmla="*/ 17 h 150"/>
                <a:gd name="T48" fmla="*/ 135 w 159"/>
                <a:gd name="T49" fmla="*/ 15 h 150"/>
                <a:gd name="T50" fmla="*/ 118 w 159"/>
                <a:gd name="T51" fmla="*/ 18 h 150"/>
                <a:gd name="T52" fmla="*/ 97 w 159"/>
                <a:gd name="T53" fmla="*/ 61 h 150"/>
                <a:gd name="T54" fmla="*/ 95 w 159"/>
                <a:gd name="T55" fmla="*/ 98 h 150"/>
                <a:gd name="T56" fmla="*/ 88 w 159"/>
                <a:gd name="T57" fmla="*/ 142 h 150"/>
                <a:gd name="T58" fmla="*/ 83 w 159"/>
                <a:gd name="T59" fmla="*/ 146 h 150"/>
                <a:gd name="T60" fmla="*/ 80 w 159"/>
                <a:gd name="T61" fmla="*/ 148 h 150"/>
                <a:gd name="T62" fmla="*/ 76 w 159"/>
                <a:gd name="T63" fmla="*/ 147 h 150"/>
                <a:gd name="T64" fmla="*/ 71 w 159"/>
                <a:gd name="T65" fmla="*/ 147 h 150"/>
                <a:gd name="T66" fmla="*/ 63 w 159"/>
                <a:gd name="T67" fmla="*/ 146 h 150"/>
                <a:gd name="T68" fmla="*/ 60 w 159"/>
                <a:gd name="T69" fmla="*/ 139 h 150"/>
                <a:gd name="T70" fmla="*/ 54 w 159"/>
                <a:gd name="T71" fmla="*/ 140 h 150"/>
                <a:gd name="T72" fmla="*/ 52 w 159"/>
                <a:gd name="T73" fmla="*/ 143 h 150"/>
                <a:gd name="T74" fmla="*/ 46 w 159"/>
                <a:gd name="T75" fmla="*/ 139 h 150"/>
                <a:gd name="T76" fmla="*/ 38 w 159"/>
                <a:gd name="T77" fmla="*/ 129 h 150"/>
                <a:gd name="T78" fmla="*/ 37 w 159"/>
                <a:gd name="T79" fmla="*/ 119 h 150"/>
                <a:gd name="T80" fmla="*/ 35 w 159"/>
                <a:gd name="T81" fmla="*/ 115 h 150"/>
                <a:gd name="T82" fmla="*/ 34 w 159"/>
                <a:gd name="T83" fmla="*/ 106 h 150"/>
                <a:gd name="T84" fmla="*/ 30 w 159"/>
                <a:gd name="T85" fmla="*/ 88 h 150"/>
                <a:gd name="T86" fmla="*/ 30 w 159"/>
                <a:gd name="T87" fmla="*/ 72 h 150"/>
                <a:gd name="T88" fmla="*/ 23 w 159"/>
                <a:gd name="T89" fmla="*/ 55 h 150"/>
                <a:gd name="T90" fmla="*/ 10 w 159"/>
                <a:gd name="T91" fmla="*/ 29 h 150"/>
                <a:gd name="T92" fmla="*/ 0 w 159"/>
                <a:gd name="T93" fmla="*/ 5 h 150"/>
                <a:gd name="T94" fmla="*/ 1 w 159"/>
                <a:gd name="T95" fmla="*/ 5 h 150"/>
                <a:gd name="T96" fmla="*/ 4 w 159"/>
                <a:gd name="T97" fmla="*/ 4 h 150"/>
                <a:gd name="T98" fmla="*/ 9 w 159"/>
                <a:gd name="T99" fmla="*/ 4 h 150"/>
                <a:gd name="T100" fmla="*/ 14 w 159"/>
                <a:gd name="T101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9" h="150">
                  <a:moveTo>
                    <a:pt x="14" y="0"/>
                  </a:moveTo>
                  <a:lnTo>
                    <a:pt x="17" y="1"/>
                  </a:lnTo>
                  <a:lnTo>
                    <a:pt x="17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5" y="6"/>
                  </a:lnTo>
                  <a:lnTo>
                    <a:pt x="27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4" y="5"/>
                  </a:lnTo>
                  <a:lnTo>
                    <a:pt x="77" y="5"/>
                  </a:lnTo>
                  <a:lnTo>
                    <a:pt x="79" y="5"/>
                  </a:lnTo>
                  <a:lnTo>
                    <a:pt x="80" y="7"/>
                  </a:lnTo>
                  <a:lnTo>
                    <a:pt x="80" y="9"/>
                  </a:lnTo>
                  <a:lnTo>
                    <a:pt x="83" y="10"/>
                  </a:lnTo>
                  <a:lnTo>
                    <a:pt x="85" y="10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89" y="11"/>
                  </a:lnTo>
                  <a:lnTo>
                    <a:pt x="91" y="11"/>
                  </a:lnTo>
                  <a:lnTo>
                    <a:pt x="92" y="11"/>
                  </a:lnTo>
                  <a:lnTo>
                    <a:pt x="95" y="10"/>
                  </a:lnTo>
                  <a:lnTo>
                    <a:pt x="97" y="11"/>
                  </a:lnTo>
                  <a:lnTo>
                    <a:pt x="99" y="11"/>
                  </a:lnTo>
                  <a:lnTo>
                    <a:pt x="100" y="10"/>
                  </a:lnTo>
                  <a:lnTo>
                    <a:pt x="100" y="10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9" y="13"/>
                  </a:lnTo>
                  <a:lnTo>
                    <a:pt x="109" y="11"/>
                  </a:lnTo>
                  <a:lnTo>
                    <a:pt x="110" y="11"/>
                  </a:lnTo>
                  <a:lnTo>
                    <a:pt x="112" y="11"/>
                  </a:lnTo>
                  <a:lnTo>
                    <a:pt x="113" y="13"/>
                  </a:lnTo>
                  <a:lnTo>
                    <a:pt x="113" y="13"/>
                  </a:lnTo>
                  <a:lnTo>
                    <a:pt x="114" y="13"/>
                  </a:lnTo>
                  <a:lnTo>
                    <a:pt x="116" y="13"/>
                  </a:lnTo>
                  <a:lnTo>
                    <a:pt x="116" y="14"/>
                  </a:lnTo>
                  <a:lnTo>
                    <a:pt x="117" y="14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49" y="6"/>
                  </a:lnTo>
                  <a:lnTo>
                    <a:pt x="150" y="7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4" y="6"/>
                  </a:lnTo>
                  <a:lnTo>
                    <a:pt x="154" y="7"/>
                  </a:lnTo>
                  <a:lnTo>
                    <a:pt x="155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9" y="10"/>
                  </a:lnTo>
                  <a:lnTo>
                    <a:pt x="156" y="10"/>
                  </a:lnTo>
                  <a:lnTo>
                    <a:pt x="152" y="11"/>
                  </a:lnTo>
                  <a:lnTo>
                    <a:pt x="151" y="13"/>
                  </a:lnTo>
                  <a:lnTo>
                    <a:pt x="150" y="13"/>
                  </a:lnTo>
                  <a:lnTo>
                    <a:pt x="149" y="11"/>
                  </a:lnTo>
                  <a:lnTo>
                    <a:pt x="146" y="13"/>
                  </a:lnTo>
                  <a:lnTo>
                    <a:pt x="143" y="14"/>
                  </a:lnTo>
                  <a:lnTo>
                    <a:pt x="142" y="18"/>
                  </a:lnTo>
                  <a:lnTo>
                    <a:pt x="138" y="21"/>
                  </a:lnTo>
                  <a:lnTo>
                    <a:pt x="137" y="19"/>
                  </a:lnTo>
                  <a:lnTo>
                    <a:pt x="137" y="18"/>
                  </a:lnTo>
                  <a:lnTo>
                    <a:pt x="138" y="18"/>
                  </a:lnTo>
                  <a:lnTo>
                    <a:pt x="137" y="17"/>
                  </a:lnTo>
                  <a:lnTo>
                    <a:pt x="137" y="15"/>
                  </a:lnTo>
                  <a:lnTo>
                    <a:pt x="135" y="14"/>
                  </a:lnTo>
                  <a:lnTo>
                    <a:pt x="135" y="15"/>
                  </a:lnTo>
                  <a:lnTo>
                    <a:pt x="133" y="15"/>
                  </a:lnTo>
                  <a:lnTo>
                    <a:pt x="130" y="15"/>
                  </a:lnTo>
                  <a:lnTo>
                    <a:pt x="118" y="18"/>
                  </a:lnTo>
                  <a:lnTo>
                    <a:pt x="109" y="18"/>
                  </a:lnTo>
                  <a:lnTo>
                    <a:pt x="108" y="60"/>
                  </a:lnTo>
                  <a:lnTo>
                    <a:pt x="97" y="61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3" y="142"/>
                  </a:lnTo>
                  <a:lnTo>
                    <a:pt x="92" y="142"/>
                  </a:lnTo>
                  <a:lnTo>
                    <a:pt x="88" y="142"/>
                  </a:lnTo>
                  <a:lnTo>
                    <a:pt x="85" y="143"/>
                  </a:lnTo>
                  <a:lnTo>
                    <a:pt x="84" y="146"/>
                  </a:lnTo>
                  <a:lnTo>
                    <a:pt x="83" y="146"/>
                  </a:lnTo>
                  <a:lnTo>
                    <a:pt x="81" y="147"/>
                  </a:lnTo>
                  <a:lnTo>
                    <a:pt x="81" y="150"/>
                  </a:lnTo>
                  <a:lnTo>
                    <a:pt x="80" y="148"/>
                  </a:lnTo>
                  <a:lnTo>
                    <a:pt x="79" y="150"/>
                  </a:lnTo>
                  <a:lnTo>
                    <a:pt x="77" y="147"/>
                  </a:lnTo>
                  <a:lnTo>
                    <a:pt x="76" y="147"/>
                  </a:lnTo>
                  <a:lnTo>
                    <a:pt x="75" y="148"/>
                  </a:lnTo>
                  <a:lnTo>
                    <a:pt x="72" y="148"/>
                  </a:lnTo>
                  <a:lnTo>
                    <a:pt x="71" y="147"/>
                  </a:lnTo>
                  <a:lnTo>
                    <a:pt x="70" y="148"/>
                  </a:lnTo>
                  <a:lnTo>
                    <a:pt x="67" y="147"/>
                  </a:lnTo>
                  <a:lnTo>
                    <a:pt x="63" y="146"/>
                  </a:lnTo>
                  <a:lnTo>
                    <a:pt x="62" y="142"/>
                  </a:lnTo>
                  <a:lnTo>
                    <a:pt x="62" y="139"/>
                  </a:lnTo>
                  <a:lnTo>
                    <a:pt x="60" y="139"/>
                  </a:lnTo>
                  <a:lnTo>
                    <a:pt x="59" y="136"/>
                  </a:lnTo>
                  <a:lnTo>
                    <a:pt x="55" y="138"/>
                  </a:lnTo>
                  <a:lnTo>
                    <a:pt x="54" y="140"/>
                  </a:lnTo>
                  <a:lnTo>
                    <a:pt x="55" y="140"/>
                  </a:lnTo>
                  <a:lnTo>
                    <a:pt x="55" y="143"/>
                  </a:lnTo>
                  <a:lnTo>
                    <a:pt x="52" y="143"/>
                  </a:lnTo>
                  <a:lnTo>
                    <a:pt x="51" y="144"/>
                  </a:lnTo>
                  <a:lnTo>
                    <a:pt x="47" y="140"/>
                  </a:lnTo>
                  <a:lnTo>
                    <a:pt x="46" y="139"/>
                  </a:lnTo>
                  <a:lnTo>
                    <a:pt x="43" y="136"/>
                  </a:lnTo>
                  <a:lnTo>
                    <a:pt x="41" y="131"/>
                  </a:lnTo>
                  <a:lnTo>
                    <a:pt x="38" y="129"/>
                  </a:lnTo>
                  <a:lnTo>
                    <a:pt x="38" y="123"/>
                  </a:lnTo>
                  <a:lnTo>
                    <a:pt x="37" y="122"/>
                  </a:lnTo>
                  <a:lnTo>
                    <a:pt x="37" y="119"/>
                  </a:lnTo>
                  <a:lnTo>
                    <a:pt x="38" y="118"/>
                  </a:lnTo>
                  <a:lnTo>
                    <a:pt x="37" y="115"/>
                  </a:lnTo>
                  <a:lnTo>
                    <a:pt x="35" y="115"/>
                  </a:lnTo>
                  <a:lnTo>
                    <a:pt x="34" y="109"/>
                  </a:lnTo>
                  <a:lnTo>
                    <a:pt x="33" y="107"/>
                  </a:lnTo>
                  <a:lnTo>
                    <a:pt x="34" y="106"/>
                  </a:lnTo>
                  <a:lnTo>
                    <a:pt x="33" y="102"/>
                  </a:lnTo>
                  <a:lnTo>
                    <a:pt x="34" y="97"/>
                  </a:lnTo>
                  <a:lnTo>
                    <a:pt x="30" y="88"/>
                  </a:lnTo>
                  <a:lnTo>
                    <a:pt x="30" y="79"/>
                  </a:lnTo>
                  <a:lnTo>
                    <a:pt x="27" y="73"/>
                  </a:lnTo>
                  <a:lnTo>
                    <a:pt x="30" y="72"/>
                  </a:lnTo>
                  <a:lnTo>
                    <a:pt x="30" y="68"/>
                  </a:lnTo>
                  <a:lnTo>
                    <a:pt x="23" y="59"/>
                  </a:lnTo>
                  <a:lnTo>
                    <a:pt x="23" y="55"/>
                  </a:lnTo>
                  <a:lnTo>
                    <a:pt x="17" y="47"/>
                  </a:lnTo>
                  <a:lnTo>
                    <a:pt x="17" y="42"/>
                  </a:lnTo>
                  <a:lnTo>
                    <a:pt x="10" y="29"/>
                  </a:lnTo>
                  <a:lnTo>
                    <a:pt x="6" y="22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9" y="5"/>
                  </a:lnTo>
                  <a:lnTo>
                    <a:pt x="9" y="4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4" name="Freeform 486"/>
            <p:cNvSpPr>
              <a:spLocks/>
            </p:cNvSpPr>
            <p:nvPr/>
          </p:nvSpPr>
          <p:spPr bwMode="auto">
            <a:xfrm>
              <a:off x="7480779" y="4969611"/>
              <a:ext cx="17765" cy="20302"/>
            </a:xfrm>
            <a:custGeom>
              <a:avLst/>
              <a:gdLst>
                <a:gd name="T0" fmla="*/ 5 w 7"/>
                <a:gd name="T1" fmla="*/ 0 h 8"/>
                <a:gd name="T2" fmla="*/ 7 w 7"/>
                <a:gd name="T3" fmla="*/ 1 h 8"/>
                <a:gd name="T4" fmla="*/ 7 w 7"/>
                <a:gd name="T5" fmla="*/ 3 h 8"/>
                <a:gd name="T6" fmla="*/ 5 w 7"/>
                <a:gd name="T7" fmla="*/ 4 h 8"/>
                <a:gd name="T8" fmla="*/ 7 w 7"/>
                <a:gd name="T9" fmla="*/ 7 h 8"/>
                <a:gd name="T10" fmla="*/ 4 w 7"/>
                <a:gd name="T11" fmla="*/ 8 h 8"/>
                <a:gd name="T12" fmla="*/ 0 w 7"/>
                <a:gd name="T13" fmla="*/ 5 h 8"/>
                <a:gd name="T14" fmla="*/ 1 w 7"/>
                <a:gd name="T15" fmla="*/ 4 h 8"/>
                <a:gd name="T16" fmla="*/ 3 w 7"/>
                <a:gd name="T17" fmla="*/ 0 h 8"/>
                <a:gd name="T18" fmla="*/ 4 w 7"/>
                <a:gd name="T19" fmla="*/ 1 h 8"/>
                <a:gd name="T20" fmla="*/ 5 w 7"/>
                <a:gd name="T2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lnTo>
                    <a:pt x="7" y="1"/>
                  </a:lnTo>
                  <a:lnTo>
                    <a:pt x="7" y="3"/>
                  </a:lnTo>
                  <a:lnTo>
                    <a:pt x="5" y="4"/>
                  </a:lnTo>
                  <a:lnTo>
                    <a:pt x="7" y="7"/>
                  </a:lnTo>
                  <a:lnTo>
                    <a:pt x="4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0"/>
                  </a:lnTo>
                  <a:lnTo>
                    <a:pt x="4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5" name="Freeform 487"/>
            <p:cNvSpPr>
              <a:spLocks/>
            </p:cNvSpPr>
            <p:nvPr/>
          </p:nvSpPr>
          <p:spPr bwMode="auto">
            <a:xfrm>
              <a:off x="7419873" y="4992449"/>
              <a:ext cx="17765" cy="20302"/>
            </a:xfrm>
            <a:custGeom>
              <a:avLst/>
              <a:gdLst>
                <a:gd name="T0" fmla="*/ 2 w 7"/>
                <a:gd name="T1" fmla="*/ 0 h 8"/>
                <a:gd name="T2" fmla="*/ 4 w 7"/>
                <a:gd name="T3" fmla="*/ 2 h 8"/>
                <a:gd name="T4" fmla="*/ 6 w 7"/>
                <a:gd name="T5" fmla="*/ 4 h 8"/>
                <a:gd name="T6" fmla="*/ 7 w 7"/>
                <a:gd name="T7" fmla="*/ 6 h 8"/>
                <a:gd name="T8" fmla="*/ 4 w 7"/>
                <a:gd name="T9" fmla="*/ 8 h 8"/>
                <a:gd name="T10" fmla="*/ 3 w 7"/>
                <a:gd name="T11" fmla="*/ 8 h 8"/>
                <a:gd name="T12" fmla="*/ 0 w 7"/>
                <a:gd name="T13" fmla="*/ 4 h 8"/>
                <a:gd name="T14" fmla="*/ 0 w 7"/>
                <a:gd name="T15" fmla="*/ 2 h 8"/>
                <a:gd name="T16" fmla="*/ 2 w 7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lnTo>
                    <a:pt x="4" y="2"/>
                  </a:lnTo>
                  <a:lnTo>
                    <a:pt x="6" y="4"/>
                  </a:lnTo>
                  <a:lnTo>
                    <a:pt x="7" y="6"/>
                  </a:lnTo>
                  <a:lnTo>
                    <a:pt x="4" y="8"/>
                  </a:lnTo>
                  <a:lnTo>
                    <a:pt x="3" y="8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6" name="Freeform 488"/>
            <p:cNvSpPr>
              <a:spLocks noEditPoints="1"/>
            </p:cNvSpPr>
            <p:nvPr/>
          </p:nvSpPr>
          <p:spPr bwMode="auto">
            <a:xfrm>
              <a:off x="7049363" y="4718373"/>
              <a:ext cx="230936" cy="428880"/>
            </a:xfrm>
            <a:custGeom>
              <a:avLst/>
              <a:gdLst>
                <a:gd name="T0" fmla="*/ 83 w 91"/>
                <a:gd name="T1" fmla="*/ 64 h 169"/>
                <a:gd name="T2" fmla="*/ 84 w 91"/>
                <a:gd name="T3" fmla="*/ 58 h 169"/>
                <a:gd name="T4" fmla="*/ 71 w 91"/>
                <a:gd name="T5" fmla="*/ 17 h 169"/>
                <a:gd name="T6" fmla="*/ 67 w 91"/>
                <a:gd name="T7" fmla="*/ 16 h 169"/>
                <a:gd name="T8" fmla="*/ 66 w 91"/>
                <a:gd name="T9" fmla="*/ 17 h 169"/>
                <a:gd name="T10" fmla="*/ 73 w 91"/>
                <a:gd name="T11" fmla="*/ 11 h 169"/>
                <a:gd name="T12" fmla="*/ 80 w 91"/>
                <a:gd name="T13" fmla="*/ 0 h 169"/>
                <a:gd name="T14" fmla="*/ 83 w 91"/>
                <a:gd name="T15" fmla="*/ 8 h 169"/>
                <a:gd name="T16" fmla="*/ 87 w 91"/>
                <a:gd name="T17" fmla="*/ 17 h 169"/>
                <a:gd name="T18" fmla="*/ 88 w 91"/>
                <a:gd name="T19" fmla="*/ 31 h 169"/>
                <a:gd name="T20" fmla="*/ 91 w 91"/>
                <a:gd name="T21" fmla="*/ 40 h 169"/>
                <a:gd name="T22" fmla="*/ 88 w 91"/>
                <a:gd name="T23" fmla="*/ 45 h 169"/>
                <a:gd name="T24" fmla="*/ 84 w 91"/>
                <a:gd name="T25" fmla="*/ 46 h 169"/>
                <a:gd name="T26" fmla="*/ 82 w 91"/>
                <a:gd name="T27" fmla="*/ 46 h 169"/>
                <a:gd name="T28" fmla="*/ 82 w 91"/>
                <a:gd name="T29" fmla="*/ 53 h 169"/>
                <a:gd name="T30" fmla="*/ 79 w 91"/>
                <a:gd name="T31" fmla="*/ 62 h 169"/>
                <a:gd name="T32" fmla="*/ 78 w 91"/>
                <a:gd name="T33" fmla="*/ 73 h 169"/>
                <a:gd name="T34" fmla="*/ 73 w 91"/>
                <a:gd name="T35" fmla="*/ 90 h 169"/>
                <a:gd name="T36" fmla="*/ 65 w 91"/>
                <a:gd name="T37" fmla="*/ 111 h 169"/>
                <a:gd name="T38" fmla="*/ 57 w 91"/>
                <a:gd name="T39" fmla="*/ 128 h 169"/>
                <a:gd name="T40" fmla="*/ 53 w 91"/>
                <a:gd name="T41" fmla="*/ 140 h 169"/>
                <a:gd name="T42" fmla="*/ 50 w 91"/>
                <a:gd name="T43" fmla="*/ 149 h 169"/>
                <a:gd name="T44" fmla="*/ 45 w 91"/>
                <a:gd name="T45" fmla="*/ 160 h 169"/>
                <a:gd name="T46" fmla="*/ 36 w 91"/>
                <a:gd name="T47" fmla="*/ 162 h 169"/>
                <a:gd name="T48" fmla="*/ 21 w 91"/>
                <a:gd name="T49" fmla="*/ 167 h 169"/>
                <a:gd name="T50" fmla="*/ 17 w 91"/>
                <a:gd name="T51" fmla="*/ 166 h 169"/>
                <a:gd name="T52" fmla="*/ 11 w 91"/>
                <a:gd name="T53" fmla="*/ 164 h 169"/>
                <a:gd name="T54" fmla="*/ 5 w 91"/>
                <a:gd name="T55" fmla="*/ 157 h 169"/>
                <a:gd name="T56" fmla="*/ 4 w 91"/>
                <a:gd name="T57" fmla="*/ 148 h 169"/>
                <a:gd name="T58" fmla="*/ 7 w 91"/>
                <a:gd name="T59" fmla="*/ 141 h 169"/>
                <a:gd name="T60" fmla="*/ 4 w 91"/>
                <a:gd name="T61" fmla="*/ 136 h 169"/>
                <a:gd name="T62" fmla="*/ 1 w 91"/>
                <a:gd name="T63" fmla="*/ 125 h 169"/>
                <a:gd name="T64" fmla="*/ 4 w 91"/>
                <a:gd name="T65" fmla="*/ 114 h 169"/>
                <a:gd name="T66" fmla="*/ 11 w 91"/>
                <a:gd name="T67" fmla="*/ 106 h 169"/>
                <a:gd name="T68" fmla="*/ 16 w 91"/>
                <a:gd name="T69" fmla="*/ 99 h 169"/>
                <a:gd name="T70" fmla="*/ 19 w 91"/>
                <a:gd name="T71" fmla="*/ 89 h 169"/>
                <a:gd name="T72" fmla="*/ 13 w 91"/>
                <a:gd name="T73" fmla="*/ 75 h 169"/>
                <a:gd name="T74" fmla="*/ 12 w 91"/>
                <a:gd name="T75" fmla="*/ 66 h 169"/>
                <a:gd name="T76" fmla="*/ 19 w 91"/>
                <a:gd name="T77" fmla="*/ 53 h 169"/>
                <a:gd name="T78" fmla="*/ 24 w 91"/>
                <a:gd name="T79" fmla="*/ 52 h 169"/>
                <a:gd name="T80" fmla="*/ 33 w 91"/>
                <a:gd name="T81" fmla="*/ 49 h 169"/>
                <a:gd name="T82" fmla="*/ 34 w 91"/>
                <a:gd name="T83" fmla="*/ 46 h 169"/>
                <a:gd name="T84" fmla="*/ 41 w 91"/>
                <a:gd name="T85" fmla="*/ 45 h 169"/>
                <a:gd name="T86" fmla="*/ 45 w 91"/>
                <a:gd name="T87" fmla="*/ 49 h 169"/>
                <a:gd name="T88" fmla="*/ 50 w 91"/>
                <a:gd name="T89" fmla="*/ 40 h 169"/>
                <a:gd name="T90" fmla="*/ 51 w 91"/>
                <a:gd name="T91" fmla="*/ 44 h 169"/>
                <a:gd name="T92" fmla="*/ 53 w 91"/>
                <a:gd name="T93" fmla="*/ 41 h 169"/>
                <a:gd name="T94" fmla="*/ 54 w 91"/>
                <a:gd name="T95" fmla="*/ 35 h 169"/>
                <a:gd name="T96" fmla="*/ 57 w 91"/>
                <a:gd name="T97" fmla="*/ 37 h 169"/>
                <a:gd name="T98" fmla="*/ 63 w 91"/>
                <a:gd name="T99" fmla="*/ 35 h 169"/>
                <a:gd name="T100" fmla="*/ 61 w 91"/>
                <a:gd name="T101" fmla="*/ 28 h 169"/>
                <a:gd name="T102" fmla="*/ 65 w 91"/>
                <a:gd name="T103" fmla="*/ 27 h 169"/>
                <a:gd name="T104" fmla="*/ 66 w 91"/>
                <a:gd name="T105" fmla="*/ 20 h 169"/>
                <a:gd name="T106" fmla="*/ 69 w 91"/>
                <a:gd name="T107" fmla="*/ 20 h 169"/>
                <a:gd name="T108" fmla="*/ 74 w 91"/>
                <a:gd name="T109" fmla="*/ 14 h 169"/>
                <a:gd name="T110" fmla="*/ 75 w 91"/>
                <a:gd name="T111" fmla="*/ 7 h 169"/>
                <a:gd name="T112" fmla="*/ 78 w 91"/>
                <a:gd name="T113" fmla="*/ 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1" h="169">
                  <a:moveTo>
                    <a:pt x="86" y="57"/>
                  </a:moveTo>
                  <a:lnTo>
                    <a:pt x="84" y="60"/>
                  </a:lnTo>
                  <a:lnTo>
                    <a:pt x="83" y="61"/>
                  </a:lnTo>
                  <a:lnTo>
                    <a:pt x="83" y="64"/>
                  </a:lnTo>
                  <a:lnTo>
                    <a:pt x="83" y="61"/>
                  </a:lnTo>
                  <a:lnTo>
                    <a:pt x="83" y="60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6" y="57"/>
                  </a:lnTo>
                  <a:close/>
                  <a:moveTo>
                    <a:pt x="71" y="15"/>
                  </a:moveTo>
                  <a:lnTo>
                    <a:pt x="71" y="16"/>
                  </a:lnTo>
                  <a:lnTo>
                    <a:pt x="71" y="17"/>
                  </a:lnTo>
                  <a:lnTo>
                    <a:pt x="70" y="16"/>
                  </a:lnTo>
                  <a:lnTo>
                    <a:pt x="71" y="15"/>
                  </a:lnTo>
                  <a:close/>
                  <a:moveTo>
                    <a:pt x="67" y="15"/>
                  </a:moveTo>
                  <a:lnTo>
                    <a:pt x="67" y="16"/>
                  </a:lnTo>
                  <a:lnTo>
                    <a:pt x="69" y="16"/>
                  </a:lnTo>
                  <a:lnTo>
                    <a:pt x="69" y="19"/>
                  </a:lnTo>
                  <a:lnTo>
                    <a:pt x="67" y="17"/>
                  </a:lnTo>
                  <a:lnTo>
                    <a:pt x="66" y="17"/>
                  </a:lnTo>
                  <a:lnTo>
                    <a:pt x="66" y="15"/>
                  </a:lnTo>
                  <a:lnTo>
                    <a:pt x="67" y="15"/>
                  </a:lnTo>
                  <a:close/>
                  <a:moveTo>
                    <a:pt x="73" y="10"/>
                  </a:moveTo>
                  <a:lnTo>
                    <a:pt x="73" y="11"/>
                  </a:lnTo>
                  <a:lnTo>
                    <a:pt x="71" y="12"/>
                  </a:lnTo>
                  <a:lnTo>
                    <a:pt x="70" y="11"/>
                  </a:lnTo>
                  <a:lnTo>
                    <a:pt x="73" y="10"/>
                  </a:lnTo>
                  <a:close/>
                  <a:moveTo>
                    <a:pt x="80" y="0"/>
                  </a:moveTo>
                  <a:lnTo>
                    <a:pt x="82" y="3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3" y="8"/>
                  </a:lnTo>
                  <a:lnTo>
                    <a:pt x="84" y="11"/>
                  </a:lnTo>
                  <a:lnTo>
                    <a:pt x="86" y="11"/>
                  </a:lnTo>
                  <a:lnTo>
                    <a:pt x="86" y="12"/>
                  </a:lnTo>
                  <a:lnTo>
                    <a:pt x="87" y="17"/>
                  </a:lnTo>
                  <a:lnTo>
                    <a:pt x="88" y="20"/>
                  </a:lnTo>
                  <a:lnTo>
                    <a:pt x="88" y="27"/>
                  </a:lnTo>
                  <a:lnTo>
                    <a:pt x="87" y="27"/>
                  </a:lnTo>
                  <a:lnTo>
                    <a:pt x="88" y="31"/>
                  </a:lnTo>
                  <a:lnTo>
                    <a:pt x="88" y="33"/>
                  </a:lnTo>
                  <a:lnTo>
                    <a:pt x="87" y="35"/>
                  </a:lnTo>
                  <a:lnTo>
                    <a:pt x="88" y="36"/>
                  </a:lnTo>
                  <a:lnTo>
                    <a:pt x="91" y="40"/>
                  </a:lnTo>
                  <a:lnTo>
                    <a:pt x="91" y="42"/>
                  </a:lnTo>
                  <a:lnTo>
                    <a:pt x="90" y="42"/>
                  </a:lnTo>
                  <a:lnTo>
                    <a:pt x="90" y="45"/>
                  </a:lnTo>
                  <a:lnTo>
                    <a:pt x="88" y="45"/>
                  </a:lnTo>
                  <a:lnTo>
                    <a:pt x="88" y="48"/>
                  </a:lnTo>
                  <a:lnTo>
                    <a:pt x="88" y="49"/>
                  </a:lnTo>
                  <a:lnTo>
                    <a:pt x="87" y="49"/>
                  </a:lnTo>
                  <a:lnTo>
                    <a:pt x="84" y="46"/>
                  </a:lnTo>
                  <a:lnTo>
                    <a:pt x="84" y="44"/>
                  </a:lnTo>
                  <a:lnTo>
                    <a:pt x="83" y="42"/>
                  </a:lnTo>
                  <a:lnTo>
                    <a:pt x="82" y="44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2" y="50"/>
                  </a:lnTo>
                  <a:lnTo>
                    <a:pt x="82" y="52"/>
                  </a:lnTo>
                  <a:lnTo>
                    <a:pt x="82" y="53"/>
                  </a:lnTo>
                  <a:lnTo>
                    <a:pt x="83" y="56"/>
                  </a:lnTo>
                  <a:lnTo>
                    <a:pt x="80" y="57"/>
                  </a:lnTo>
                  <a:lnTo>
                    <a:pt x="82" y="60"/>
                  </a:lnTo>
                  <a:lnTo>
                    <a:pt x="79" y="62"/>
                  </a:lnTo>
                  <a:lnTo>
                    <a:pt x="78" y="66"/>
                  </a:lnTo>
                  <a:lnTo>
                    <a:pt x="79" y="67"/>
                  </a:lnTo>
                  <a:lnTo>
                    <a:pt x="79" y="71"/>
                  </a:lnTo>
                  <a:lnTo>
                    <a:pt x="78" y="73"/>
                  </a:lnTo>
                  <a:lnTo>
                    <a:pt x="76" y="77"/>
                  </a:lnTo>
                  <a:lnTo>
                    <a:pt x="75" y="83"/>
                  </a:lnTo>
                  <a:lnTo>
                    <a:pt x="73" y="87"/>
                  </a:lnTo>
                  <a:lnTo>
                    <a:pt x="73" y="90"/>
                  </a:lnTo>
                  <a:lnTo>
                    <a:pt x="70" y="94"/>
                  </a:lnTo>
                  <a:lnTo>
                    <a:pt x="70" y="98"/>
                  </a:lnTo>
                  <a:lnTo>
                    <a:pt x="67" y="102"/>
                  </a:lnTo>
                  <a:lnTo>
                    <a:pt x="65" y="111"/>
                  </a:lnTo>
                  <a:lnTo>
                    <a:pt x="61" y="116"/>
                  </a:lnTo>
                  <a:lnTo>
                    <a:pt x="61" y="121"/>
                  </a:lnTo>
                  <a:lnTo>
                    <a:pt x="58" y="123"/>
                  </a:lnTo>
                  <a:lnTo>
                    <a:pt x="57" y="128"/>
                  </a:lnTo>
                  <a:lnTo>
                    <a:pt x="55" y="136"/>
                  </a:lnTo>
                  <a:lnTo>
                    <a:pt x="53" y="139"/>
                  </a:lnTo>
                  <a:lnTo>
                    <a:pt x="53" y="139"/>
                  </a:lnTo>
                  <a:lnTo>
                    <a:pt x="53" y="140"/>
                  </a:lnTo>
                  <a:lnTo>
                    <a:pt x="51" y="144"/>
                  </a:lnTo>
                  <a:lnTo>
                    <a:pt x="50" y="145"/>
                  </a:lnTo>
                  <a:lnTo>
                    <a:pt x="50" y="145"/>
                  </a:lnTo>
                  <a:lnTo>
                    <a:pt x="50" y="149"/>
                  </a:lnTo>
                  <a:lnTo>
                    <a:pt x="49" y="150"/>
                  </a:lnTo>
                  <a:lnTo>
                    <a:pt x="49" y="153"/>
                  </a:lnTo>
                  <a:lnTo>
                    <a:pt x="46" y="156"/>
                  </a:lnTo>
                  <a:lnTo>
                    <a:pt x="45" y="160"/>
                  </a:lnTo>
                  <a:lnTo>
                    <a:pt x="44" y="160"/>
                  </a:lnTo>
                  <a:lnTo>
                    <a:pt x="42" y="162"/>
                  </a:lnTo>
                  <a:lnTo>
                    <a:pt x="38" y="164"/>
                  </a:lnTo>
                  <a:lnTo>
                    <a:pt x="36" y="162"/>
                  </a:lnTo>
                  <a:lnTo>
                    <a:pt x="29" y="164"/>
                  </a:lnTo>
                  <a:lnTo>
                    <a:pt x="26" y="166"/>
                  </a:lnTo>
                  <a:lnTo>
                    <a:pt x="24" y="167"/>
                  </a:lnTo>
                  <a:lnTo>
                    <a:pt x="21" y="167"/>
                  </a:lnTo>
                  <a:lnTo>
                    <a:pt x="20" y="169"/>
                  </a:lnTo>
                  <a:lnTo>
                    <a:pt x="19" y="167"/>
                  </a:lnTo>
                  <a:lnTo>
                    <a:pt x="19" y="166"/>
                  </a:lnTo>
                  <a:lnTo>
                    <a:pt x="17" y="166"/>
                  </a:lnTo>
                  <a:lnTo>
                    <a:pt x="16" y="164"/>
                  </a:lnTo>
                  <a:lnTo>
                    <a:pt x="13" y="164"/>
                  </a:lnTo>
                  <a:lnTo>
                    <a:pt x="13" y="162"/>
                  </a:lnTo>
                  <a:lnTo>
                    <a:pt x="11" y="164"/>
                  </a:lnTo>
                  <a:lnTo>
                    <a:pt x="9" y="161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5" y="157"/>
                  </a:lnTo>
                  <a:lnTo>
                    <a:pt x="4" y="156"/>
                  </a:lnTo>
                  <a:lnTo>
                    <a:pt x="4" y="154"/>
                  </a:lnTo>
                  <a:lnTo>
                    <a:pt x="4" y="153"/>
                  </a:lnTo>
                  <a:lnTo>
                    <a:pt x="4" y="148"/>
                  </a:lnTo>
                  <a:lnTo>
                    <a:pt x="4" y="144"/>
                  </a:lnTo>
                  <a:lnTo>
                    <a:pt x="3" y="142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5" y="141"/>
                  </a:lnTo>
                  <a:lnTo>
                    <a:pt x="4" y="140"/>
                  </a:lnTo>
                  <a:lnTo>
                    <a:pt x="4" y="139"/>
                  </a:lnTo>
                  <a:lnTo>
                    <a:pt x="4" y="136"/>
                  </a:lnTo>
                  <a:lnTo>
                    <a:pt x="1" y="132"/>
                  </a:lnTo>
                  <a:lnTo>
                    <a:pt x="1" y="128"/>
                  </a:lnTo>
                  <a:lnTo>
                    <a:pt x="0" y="127"/>
                  </a:lnTo>
                  <a:lnTo>
                    <a:pt x="1" y="125"/>
                  </a:lnTo>
                  <a:lnTo>
                    <a:pt x="1" y="121"/>
                  </a:lnTo>
                  <a:lnTo>
                    <a:pt x="4" y="119"/>
                  </a:lnTo>
                  <a:lnTo>
                    <a:pt x="3" y="115"/>
                  </a:lnTo>
                  <a:lnTo>
                    <a:pt x="4" y="114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07"/>
                  </a:lnTo>
                  <a:lnTo>
                    <a:pt x="11" y="106"/>
                  </a:lnTo>
                  <a:lnTo>
                    <a:pt x="12" y="103"/>
                  </a:lnTo>
                  <a:lnTo>
                    <a:pt x="13" y="103"/>
                  </a:lnTo>
                  <a:lnTo>
                    <a:pt x="15" y="100"/>
                  </a:lnTo>
                  <a:lnTo>
                    <a:pt x="16" y="99"/>
                  </a:lnTo>
                  <a:lnTo>
                    <a:pt x="17" y="92"/>
                  </a:lnTo>
                  <a:lnTo>
                    <a:pt x="17" y="91"/>
                  </a:lnTo>
                  <a:lnTo>
                    <a:pt x="19" y="90"/>
                  </a:lnTo>
                  <a:lnTo>
                    <a:pt x="19" y="89"/>
                  </a:lnTo>
                  <a:lnTo>
                    <a:pt x="16" y="86"/>
                  </a:lnTo>
                  <a:lnTo>
                    <a:pt x="17" y="85"/>
                  </a:lnTo>
                  <a:lnTo>
                    <a:pt x="13" y="78"/>
                  </a:lnTo>
                  <a:lnTo>
                    <a:pt x="13" y="75"/>
                  </a:lnTo>
                  <a:lnTo>
                    <a:pt x="12" y="73"/>
                  </a:lnTo>
                  <a:lnTo>
                    <a:pt x="15" y="70"/>
                  </a:lnTo>
                  <a:lnTo>
                    <a:pt x="12" y="69"/>
                  </a:lnTo>
                  <a:lnTo>
                    <a:pt x="12" y="66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9" y="57"/>
                  </a:lnTo>
                  <a:lnTo>
                    <a:pt x="19" y="53"/>
                  </a:lnTo>
                  <a:lnTo>
                    <a:pt x="20" y="52"/>
                  </a:lnTo>
                  <a:lnTo>
                    <a:pt x="23" y="52"/>
                  </a:lnTo>
                  <a:lnTo>
                    <a:pt x="23" y="52"/>
                  </a:lnTo>
                  <a:lnTo>
                    <a:pt x="24" y="52"/>
                  </a:lnTo>
                  <a:lnTo>
                    <a:pt x="29" y="48"/>
                  </a:lnTo>
                  <a:lnTo>
                    <a:pt x="30" y="50"/>
                  </a:lnTo>
                  <a:lnTo>
                    <a:pt x="32" y="48"/>
                  </a:lnTo>
                  <a:lnTo>
                    <a:pt x="33" y="49"/>
                  </a:lnTo>
                  <a:lnTo>
                    <a:pt x="33" y="50"/>
                  </a:lnTo>
                  <a:lnTo>
                    <a:pt x="33" y="50"/>
                  </a:lnTo>
                  <a:lnTo>
                    <a:pt x="34" y="50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36" y="45"/>
                  </a:lnTo>
                  <a:lnTo>
                    <a:pt x="38" y="48"/>
                  </a:lnTo>
                  <a:lnTo>
                    <a:pt x="41" y="45"/>
                  </a:lnTo>
                  <a:lnTo>
                    <a:pt x="42" y="45"/>
                  </a:lnTo>
                  <a:lnTo>
                    <a:pt x="42" y="48"/>
                  </a:lnTo>
                  <a:lnTo>
                    <a:pt x="44" y="49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6"/>
                  </a:lnTo>
                  <a:lnTo>
                    <a:pt x="46" y="44"/>
                  </a:lnTo>
                  <a:lnTo>
                    <a:pt x="50" y="40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1" y="42"/>
                  </a:lnTo>
                  <a:lnTo>
                    <a:pt x="51" y="44"/>
                  </a:lnTo>
                  <a:lnTo>
                    <a:pt x="53" y="42"/>
                  </a:lnTo>
                  <a:lnTo>
                    <a:pt x="54" y="42"/>
                  </a:lnTo>
                  <a:lnTo>
                    <a:pt x="55" y="41"/>
                  </a:lnTo>
                  <a:lnTo>
                    <a:pt x="53" y="41"/>
                  </a:lnTo>
                  <a:lnTo>
                    <a:pt x="53" y="39"/>
                  </a:lnTo>
                  <a:lnTo>
                    <a:pt x="55" y="37"/>
                  </a:lnTo>
                  <a:lnTo>
                    <a:pt x="55" y="36"/>
                  </a:lnTo>
                  <a:lnTo>
                    <a:pt x="54" y="35"/>
                  </a:lnTo>
                  <a:lnTo>
                    <a:pt x="57" y="33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57" y="37"/>
                  </a:lnTo>
                  <a:lnTo>
                    <a:pt x="59" y="35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3" y="35"/>
                  </a:lnTo>
                  <a:lnTo>
                    <a:pt x="65" y="33"/>
                  </a:lnTo>
                  <a:lnTo>
                    <a:pt x="63" y="32"/>
                  </a:lnTo>
                  <a:lnTo>
                    <a:pt x="62" y="31"/>
                  </a:lnTo>
                  <a:lnTo>
                    <a:pt x="61" y="28"/>
                  </a:lnTo>
                  <a:lnTo>
                    <a:pt x="63" y="28"/>
                  </a:lnTo>
                  <a:lnTo>
                    <a:pt x="65" y="28"/>
                  </a:lnTo>
                  <a:lnTo>
                    <a:pt x="66" y="28"/>
                  </a:lnTo>
                  <a:lnTo>
                    <a:pt x="65" y="27"/>
                  </a:lnTo>
                  <a:lnTo>
                    <a:pt x="63" y="24"/>
                  </a:lnTo>
                  <a:lnTo>
                    <a:pt x="63" y="21"/>
                  </a:lnTo>
                  <a:lnTo>
                    <a:pt x="65" y="20"/>
                  </a:lnTo>
                  <a:lnTo>
                    <a:pt x="66" y="20"/>
                  </a:lnTo>
                  <a:lnTo>
                    <a:pt x="66" y="23"/>
                  </a:lnTo>
                  <a:lnTo>
                    <a:pt x="67" y="24"/>
                  </a:lnTo>
                  <a:lnTo>
                    <a:pt x="69" y="23"/>
                  </a:lnTo>
                  <a:lnTo>
                    <a:pt x="69" y="20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4" y="16"/>
                  </a:lnTo>
                  <a:lnTo>
                    <a:pt x="74" y="14"/>
                  </a:lnTo>
                  <a:lnTo>
                    <a:pt x="76" y="11"/>
                  </a:lnTo>
                  <a:lnTo>
                    <a:pt x="76" y="11"/>
                  </a:lnTo>
                  <a:lnTo>
                    <a:pt x="75" y="8"/>
                  </a:lnTo>
                  <a:lnTo>
                    <a:pt x="75" y="7"/>
                  </a:lnTo>
                  <a:lnTo>
                    <a:pt x="73" y="4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78" y="4"/>
                  </a:lnTo>
                  <a:lnTo>
                    <a:pt x="78" y="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7" name="Freeform 489"/>
            <p:cNvSpPr>
              <a:spLocks/>
            </p:cNvSpPr>
            <p:nvPr/>
          </p:nvSpPr>
          <p:spPr bwMode="auto">
            <a:xfrm>
              <a:off x="6678852" y="4672694"/>
              <a:ext cx="314680" cy="507549"/>
            </a:xfrm>
            <a:custGeom>
              <a:avLst/>
              <a:gdLst>
                <a:gd name="T0" fmla="*/ 124 w 124"/>
                <a:gd name="T1" fmla="*/ 5 h 200"/>
                <a:gd name="T2" fmla="*/ 121 w 124"/>
                <a:gd name="T3" fmla="*/ 13 h 200"/>
                <a:gd name="T4" fmla="*/ 122 w 124"/>
                <a:gd name="T5" fmla="*/ 24 h 200"/>
                <a:gd name="T6" fmla="*/ 121 w 124"/>
                <a:gd name="T7" fmla="*/ 37 h 200"/>
                <a:gd name="T8" fmla="*/ 120 w 124"/>
                <a:gd name="T9" fmla="*/ 46 h 200"/>
                <a:gd name="T10" fmla="*/ 121 w 124"/>
                <a:gd name="T11" fmla="*/ 53 h 200"/>
                <a:gd name="T12" fmla="*/ 118 w 124"/>
                <a:gd name="T13" fmla="*/ 58 h 200"/>
                <a:gd name="T14" fmla="*/ 118 w 124"/>
                <a:gd name="T15" fmla="*/ 62 h 200"/>
                <a:gd name="T16" fmla="*/ 111 w 124"/>
                <a:gd name="T17" fmla="*/ 72 h 200"/>
                <a:gd name="T18" fmla="*/ 91 w 124"/>
                <a:gd name="T19" fmla="*/ 82 h 200"/>
                <a:gd name="T20" fmla="*/ 82 w 124"/>
                <a:gd name="T21" fmla="*/ 88 h 200"/>
                <a:gd name="T22" fmla="*/ 75 w 124"/>
                <a:gd name="T23" fmla="*/ 93 h 200"/>
                <a:gd name="T24" fmla="*/ 67 w 124"/>
                <a:gd name="T25" fmla="*/ 101 h 200"/>
                <a:gd name="T26" fmla="*/ 57 w 124"/>
                <a:gd name="T27" fmla="*/ 110 h 200"/>
                <a:gd name="T28" fmla="*/ 49 w 124"/>
                <a:gd name="T29" fmla="*/ 112 h 200"/>
                <a:gd name="T30" fmla="*/ 47 w 124"/>
                <a:gd name="T31" fmla="*/ 120 h 200"/>
                <a:gd name="T32" fmla="*/ 53 w 124"/>
                <a:gd name="T33" fmla="*/ 130 h 200"/>
                <a:gd name="T34" fmla="*/ 55 w 124"/>
                <a:gd name="T35" fmla="*/ 146 h 200"/>
                <a:gd name="T36" fmla="*/ 57 w 124"/>
                <a:gd name="T37" fmla="*/ 146 h 200"/>
                <a:gd name="T38" fmla="*/ 54 w 124"/>
                <a:gd name="T39" fmla="*/ 157 h 200"/>
                <a:gd name="T40" fmla="*/ 55 w 124"/>
                <a:gd name="T41" fmla="*/ 162 h 200"/>
                <a:gd name="T42" fmla="*/ 41 w 124"/>
                <a:gd name="T43" fmla="*/ 176 h 200"/>
                <a:gd name="T44" fmla="*/ 21 w 124"/>
                <a:gd name="T45" fmla="*/ 185 h 200"/>
                <a:gd name="T46" fmla="*/ 20 w 124"/>
                <a:gd name="T47" fmla="*/ 192 h 200"/>
                <a:gd name="T48" fmla="*/ 24 w 124"/>
                <a:gd name="T49" fmla="*/ 191 h 200"/>
                <a:gd name="T50" fmla="*/ 20 w 124"/>
                <a:gd name="T51" fmla="*/ 200 h 200"/>
                <a:gd name="T52" fmla="*/ 14 w 124"/>
                <a:gd name="T53" fmla="*/ 195 h 200"/>
                <a:gd name="T54" fmla="*/ 12 w 124"/>
                <a:gd name="T55" fmla="*/ 189 h 200"/>
                <a:gd name="T56" fmla="*/ 12 w 124"/>
                <a:gd name="T57" fmla="*/ 167 h 200"/>
                <a:gd name="T58" fmla="*/ 10 w 124"/>
                <a:gd name="T59" fmla="*/ 153 h 200"/>
                <a:gd name="T60" fmla="*/ 21 w 124"/>
                <a:gd name="T61" fmla="*/ 129 h 200"/>
                <a:gd name="T62" fmla="*/ 22 w 124"/>
                <a:gd name="T63" fmla="*/ 120 h 200"/>
                <a:gd name="T64" fmla="*/ 29 w 124"/>
                <a:gd name="T65" fmla="*/ 112 h 200"/>
                <a:gd name="T66" fmla="*/ 26 w 124"/>
                <a:gd name="T67" fmla="*/ 104 h 200"/>
                <a:gd name="T68" fmla="*/ 29 w 124"/>
                <a:gd name="T69" fmla="*/ 96 h 200"/>
                <a:gd name="T70" fmla="*/ 29 w 124"/>
                <a:gd name="T71" fmla="*/ 88 h 200"/>
                <a:gd name="T72" fmla="*/ 29 w 124"/>
                <a:gd name="T73" fmla="*/ 80 h 200"/>
                <a:gd name="T74" fmla="*/ 25 w 124"/>
                <a:gd name="T75" fmla="*/ 72 h 200"/>
                <a:gd name="T76" fmla="*/ 10 w 124"/>
                <a:gd name="T77" fmla="*/ 67 h 200"/>
                <a:gd name="T78" fmla="*/ 1 w 124"/>
                <a:gd name="T79" fmla="*/ 67 h 200"/>
                <a:gd name="T80" fmla="*/ 8 w 124"/>
                <a:gd name="T81" fmla="*/ 54 h 200"/>
                <a:gd name="T82" fmla="*/ 37 w 124"/>
                <a:gd name="T83" fmla="*/ 43 h 200"/>
                <a:gd name="T84" fmla="*/ 41 w 124"/>
                <a:gd name="T85" fmla="*/ 49 h 200"/>
                <a:gd name="T86" fmla="*/ 50 w 124"/>
                <a:gd name="T87" fmla="*/ 49 h 200"/>
                <a:gd name="T88" fmla="*/ 47 w 124"/>
                <a:gd name="T89" fmla="*/ 62 h 200"/>
                <a:gd name="T90" fmla="*/ 50 w 124"/>
                <a:gd name="T91" fmla="*/ 72 h 200"/>
                <a:gd name="T92" fmla="*/ 55 w 124"/>
                <a:gd name="T93" fmla="*/ 80 h 200"/>
                <a:gd name="T94" fmla="*/ 59 w 124"/>
                <a:gd name="T95" fmla="*/ 74 h 200"/>
                <a:gd name="T96" fmla="*/ 64 w 124"/>
                <a:gd name="T97" fmla="*/ 64 h 200"/>
                <a:gd name="T98" fmla="*/ 64 w 124"/>
                <a:gd name="T99" fmla="*/ 57 h 200"/>
                <a:gd name="T100" fmla="*/ 67 w 124"/>
                <a:gd name="T101" fmla="*/ 51 h 200"/>
                <a:gd name="T102" fmla="*/ 57 w 124"/>
                <a:gd name="T103" fmla="*/ 38 h 200"/>
                <a:gd name="T104" fmla="*/ 51 w 124"/>
                <a:gd name="T105" fmla="*/ 12 h 200"/>
                <a:gd name="T106" fmla="*/ 67 w 124"/>
                <a:gd name="T107" fmla="*/ 12 h 200"/>
                <a:gd name="T108" fmla="*/ 72 w 124"/>
                <a:gd name="T109" fmla="*/ 16 h 200"/>
                <a:gd name="T110" fmla="*/ 82 w 124"/>
                <a:gd name="T111" fmla="*/ 12 h 200"/>
                <a:gd name="T112" fmla="*/ 91 w 124"/>
                <a:gd name="T113" fmla="*/ 13 h 200"/>
                <a:gd name="T114" fmla="*/ 96 w 124"/>
                <a:gd name="T115" fmla="*/ 9 h 200"/>
                <a:gd name="T116" fmla="*/ 107 w 124"/>
                <a:gd name="T117" fmla="*/ 9 h 200"/>
                <a:gd name="T118" fmla="*/ 117 w 124"/>
                <a:gd name="T119" fmla="*/ 5 h 200"/>
                <a:gd name="T120" fmla="*/ 124 w 124"/>
                <a:gd name="T12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4" h="200">
                  <a:moveTo>
                    <a:pt x="124" y="0"/>
                  </a:moveTo>
                  <a:lnTo>
                    <a:pt x="124" y="1"/>
                  </a:lnTo>
                  <a:lnTo>
                    <a:pt x="124" y="4"/>
                  </a:lnTo>
                  <a:lnTo>
                    <a:pt x="124" y="5"/>
                  </a:lnTo>
                  <a:lnTo>
                    <a:pt x="124" y="5"/>
                  </a:lnTo>
                  <a:lnTo>
                    <a:pt x="121" y="9"/>
                  </a:lnTo>
                  <a:lnTo>
                    <a:pt x="121" y="10"/>
                  </a:lnTo>
                  <a:lnTo>
                    <a:pt x="121" y="12"/>
                  </a:lnTo>
                  <a:lnTo>
                    <a:pt x="121" y="12"/>
                  </a:lnTo>
                  <a:lnTo>
                    <a:pt x="121" y="13"/>
                  </a:lnTo>
                  <a:lnTo>
                    <a:pt x="121" y="17"/>
                  </a:lnTo>
                  <a:lnTo>
                    <a:pt x="122" y="20"/>
                  </a:lnTo>
                  <a:lnTo>
                    <a:pt x="122" y="21"/>
                  </a:lnTo>
                  <a:lnTo>
                    <a:pt x="122" y="24"/>
                  </a:lnTo>
                  <a:lnTo>
                    <a:pt x="122" y="24"/>
                  </a:lnTo>
                  <a:lnTo>
                    <a:pt x="122" y="28"/>
                  </a:lnTo>
                  <a:lnTo>
                    <a:pt x="121" y="29"/>
                  </a:lnTo>
                  <a:lnTo>
                    <a:pt x="122" y="32"/>
                  </a:lnTo>
                  <a:lnTo>
                    <a:pt x="121" y="37"/>
                  </a:lnTo>
                  <a:lnTo>
                    <a:pt x="121" y="37"/>
                  </a:lnTo>
                  <a:lnTo>
                    <a:pt x="121" y="38"/>
                  </a:lnTo>
                  <a:lnTo>
                    <a:pt x="121" y="43"/>
                  </a:lnTo>
                  <a:lnTo>
                    <a:pt x="120" y="43"/>
                  </a:lnTo>
                  <a:lnTo>
                    <a:pt x="120" y="45"/>
                  </a:lnTo>
                  <a:lnTo>
                    <a:pt x="120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24" y="51"/>
                  </a:lnTo>
                  <a:lnTo>
                    <a:pt x="122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1" y="55"/>
                  </a:lnTo>
                  <a:lnTo>
                    <a:pt x="120" y="55"/>
                  </a:lnTo>
                  <a:lnTo>
                    <a:pt x="118" y="57"/>
                  </a:lnTo>
                  <a:lnTo>
                    <a:pt x="118" y="58"/>
                  </a:lnTo>
                  <a:lnTo>
                    <a:pt x="120" y="57"/>
                  </a:lnTo>
                  <a:lnTo>
                    <a:pt x="121" y="58"/>
                  </a:lnTo>
                  <a:lnTo>
                    <a:pt x="120" y="59"/>
                  </a:lnTo>
                  <a:lnTo>
                    <a:pt x="120" y="62"/>
                  </a:lnTo>
                  <a:lnTo>
                    <a:pt x="118" y="62"/>
                  </a:lnTo>
                  <a:lnTo>
                    <a:pt x="116" y="64"/>
                  </a:lnTo>
                  <a:lnTo>
                    <a:pt x="116" y="66"/>
                  </a:lnTo>
                  <a:lnTo>
                    <a:pt x="113" y="70"/>
                  </a:lnTo>
                  <a:lnTo>
                    <a:pt x="111" y="70"/>
                  </a:lnTo>
                  <a:lnTo>
                    <a:pt x="111" y="72"/>
                  </a:lnTo>
                  <a:lnTo>
                    <a:pt x="103" y="76"/>
                  </a:lnTo>
                  <a:lnTo>
                    <a:pt x="103" y="76"/>
                  </a:lnTo>
                  <a:lnTo>
                    <a:pt x="101" y="78"/>
                  </a:lnTo>
                  <a:lnTo>
                    <a:pt x="93" y="82"/>
                  </a:lnTo>
                  <a:lnTo>
                    <a:pt x="91" y="82"/>
                  </a:lnTo>
                  <a:lnTo>
                    <a:pt x="91" y="83"/>
                  </a:lnTo>
                  <a:lnTo>
                    <a:pt x="87" y="84"/>
                  </a:lnTo>
                  <a:lnTo>
                    <a:pt x="83" y="87"/>
                  </a:lnTo>
                  <a:lnTo>
                    <a:pt x="82" y="87"/>
                  </a:lnTo>
                  <a:lnTo>
                    <a:pt x="82" y="88"/>
                  </a:lnTo>
                  <a:lnTo>
                    <a:pt x="79" y="91"/>
                  </a:lnTo>
                  <a:lnTo>
                    <a:pt x="78" y="92"/>
                  </a:lnTo>
                  <a:lnTo>
                    <a:pt x="76" y="89"/>
                  </a:lnTo>
                  <a:lnTo>
                    <a:pt x="76" y="93"/>
                  </a:lnTo>
                  <a:lnTo>
                    <a:pt x="75" y="93"/>
                  </a:lnTo>
                  <a:lnTo>
                    <a:pt x="74" y="95"/>
                  </a:lnTo>
                  <a:lnTo>
                    <a:pt x="70" y="99"/>
                  </a:lnTo>
                  <a:lnTo>
                    <a:pt x="70" y="99"/>
                  </a:lnTo>
                  <a:lnTo>
                    <a:pt x="68" y="100"/>
                  </a:lnTo>
                  <a:lnTo>
                    <a:pt x="67" y="101"/>
                  </a:lnTo>
                  <a:lnTo>
                    <a:pt x="67" y="103"/>
                  </a:lnTo>
                  <a:lnTo>
                    <a:pt x="64" y="103"/>
                  </a:lnTo>
                  <a:lnTo>
                    <a:pt x="58" y="107"/>
                  </a:lnTo>
                  <a:lnTo>
                    <a:pt x="58" y="109"/>
                  </a:lnTo>
                  <a:lnTo>
                    <a:pt x="57" y="110"/>
                  </a:lnTo>
                  <a:lnTo>
                    <a:pt x="53" y="110"/>
                  </a:lnTo>
                  <a:lnTo>
                    <a:pt x="53" y="112"/>
                  </a:lnTo>
                  <a:lnTo>
                    <a:pt x="50" y="110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0" y="113"/>
                  </a:lnTo>
                  <a:lnTo>
                    <a:pt x="50" y="116"/>
                  </a:lnTo>
                  <a:lnTo>
                    <a:pt x="49" y="117"/>
                  </a:lnTo>
                  <a:lnTo>
                    <a:pt x="49" y="118"/>
                  </a:lnTo>
                  <a:lnTo>
                    <a:pt x="47" y="120"/>
                  </a:lnTo>
                  <a:lnTo>
                    <a:pt x="51" y="125"/>
                  </a:lnTo>
                  <a:lnTo>
                    <a:pt x="51" y="126"/>
                  </a:lnTo>
                  <a:lnTo>
                    <a:pt x="50" y="128"/>
                  </a:lnTo>
                  <a:lnTo>
                    <a:pt x="51" y="128"/>
                  </a:lnTo>
                  <a:lnTo>
                    <a:pt x="53" y="130"/>
                  </a:lnTo>
                  <a:lnTo>
                    <a:pt x="53" y="133"/>
                  </a:lnTo>
                  <a:lnTo>
                    <a:pt x="54" y="135"/>
                  </a:lnTo>
                  <a:lnTo>
                    <a:pt x="53" y="143"/>
                  </a:lnTo>
                  <a:lnTo>
                    <a:pt x="54" y="146"/>
                  </a:lnTo>
                  <a:lnTo>
                    <a:pt x="55" y="146"/>
                  </a:lnTo>
                  <a:lnTo>
                    <a:pt x="55" y="143"/>
                  </a:lnTo>
                  <a:lnTo>
                    <a:pt x="57" y="141"/>
                  </a:lnTo>
                  <a:lnTo>
                    <a:pt x="57" y="143"/>
                  </a:lnTo>
                  <a:lnTo>
                    <a:pt x="57" y="143"/>
                  </a:lnTo>
                  <a:lnTo>
                    <a:pt x="57" y="146"/>
                  </a:lnTo>
                  <a:lnTo>
                    <a:pt x="55" y="147"/>
                  </a:lnTo>
                  <a:lnTo>
                    <a:pt x="55" y="151"/>
                  </a:lnTo>
                  <a:lnTo>
                    <a:pt x="57" y="151"/>
                  </a:lnTo>
                  <a:lnTo>
                    <a:pt x="54" y="155"/>
                  </a:lnTo>
                  <a:lnTo>
                    <a:pt x="54" y="157"/>
                  </a:lnTo>
                  <a:lnTo>
                    <a:pt x="54" y="158"/>
                  </a:lnTo>
                  <a:lnTo>
                    <a:pt x="54" y="160"/>
                  </a:lnTo>
                  <a:lnTo>
                    <a:pt x="53" y="160"/>
                  </a:lnTo>
                  <a:lnTo>
                    <a:pt x="53" y="163"/>
                  </a:lnTo>
                  <a:lnTo>
                    <a:pt x="55" y="162"/>
                  </a:lnTo>
                  <a:lnTo>
                    <a:pt x="55" y="163"/>
                  </a:lnTo>
                  <a:lnTo>
                    <a:pt x="54" y="166"/>
                  </a:lnTo>
                  <a:lnTo>
                    <a:pt x="53" y="168"/>
                  </a:lnTo>
                  <a:lnTo>
                    <a:pt x="49" y="172"/>
                  </a:lnTo>
                  <a:lnTo>
                    <a:pt x="41" y="176"/>
                  </a:lnTo>
                  <a:lnTo>
                    <a:pt x="30" y="179"/>
                  </a:lnTo>
                  <a:lnTo>
                    <a:pt x="26" y="182"/>
                  </a:lnTo>
                  <a:lnTo>
                    <a:pt x="24" y="183"/>
                  </a:lnTo>
                  <a:lnTo>
                    <a:pt x="22" y="184"/>
                  </a:lnTo>
                  <a:lnTo>
                    <a:pt x="21" y="185"/>
                  </a:lnTo>
                  <a:lnTo>
                    <a:pt x="21" y="188"/>
                  </a:lnTo>
                  <a:lnTo>
                    <a:pt x="20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1" y="192"/>
                  </a:lnTo>
                  <a:lnTo>
                    <a:pt x="22" y="193"/>
                  </a:lnTo>
                  <a:lnTo>
                    <a:pt x="22" y="191"/>
                  </a:lnTo>
                  <a:lnTo>
                    <a:pt x="24" y="191"/>
                  </a:lnTo>
                  <a:lnTo>
                    <a:pt x="24" y="192"/>
                  </a:lnTo>
                  <a:lnTo>
                    <a:pt x="24" y="196"/>
                  </a:lnTo>
                  <a:lnTo>
                    <a:pt x="22" y="197"/>
                  </a:lnTo>
                  <a:lnTo>
                    <a:pt x="22" y="199"/>
                  </a:lnTo>
                  <a:lnTo>
                    <a:pt x="20" y="200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7"/>
                  </a:lnTo>
                  <a:lnTo>
                    <a:pt x="14" y="196"/>
                  </a:lnTo>
                  <a:lnTo>
                    <a:pt x="14" y="195"/>
                  </a:lnTo>
                  <a:lnTo>
                    <a:pt x="16" y="193"/>
                  </a:lnTo>
                  <a:lnTo>
                    <a:pt x="14" y="192"/>
                  </a:lnTo>
                  <a:lnTo>
                    <a:pt x="13" y="191"/>
                  </a:lnTo>
                  <a:lnTo>
                    <a:pt x="12" y="189"/>
                  </a:lnTo>
                  <a:lnTo>
                    <a:pt x="12" y="189"/>
                  </a:lnTo>
                  <a:lnTo>
                    <a:pt x="12" y="185"/>
                  </a:lnTo>
                  <a:lnTo>
                    <a:pt x="12" y="182"/>
                  </a:lnTo>
                  <a:lnTo>
                    <a:pt x="13" y="179"/>
                  </a:lnTo>
                  <a:lnTo>
                    <a:pt x="13" y="170"/>
                  </a:lnTo>
                  <a:lnTo>
                    <a:pt x="12" y="167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55"/>
                  </a:lnTo>
                  <a:lnTo>
                    <a:pt x="10" y="153"/>
                  </a:lnTo>
                  <a:lnTo>
                    <a:pt x="9" y="150"/>
                  </a:lnTo>
                  <a:lnTo>
                    <a:pt x="9" y="146"/>
                  </a:lnTo>
                  <a:lnTo>
                    <a:pt x="8" y="146"/>
                  </a:lnTo>
                  <a:lnTo>
                    <a:pt x="21" y="133"/>
                  </a:lnTo>
                  <a:lnTo>
                    <a:pt x="21" y="129"/>
                  </a:lnTo>
                  <a:lnTo>
                    <a:pt x="22" y="128"/>
                  </a:lnTo>
                  <a:lnTo>
                    <a:pt x="22" y="124"/>
                  </a:lnTo>
                  <a:lnTo>
                    <a:pt x="24" y="122"/>
                  </a:lnTo>
                  <a:lnTo>
                    <a:pt x="22" y="121"/>
                  </a:lnTo>
                  <a:lnTo>
                    <a:pt x="22" y="120"/>
                  </a:lnTo>
                  <a:lnTo>
                    <a:pt x="25" y="118"/>
                  </a:lnTo>
                  <a:lnTo>
                    <a:pt x="25" y="117"/>
                  </a:lnTo>
                  <a:lnTo>
                    <a:pt x="28" y="116"/>
                  </a:lnTo>
                  <a:lnTo>
                    <a:pt x="29" y="113"/>
                  </a:lnTo>
                  <a:lnTo>
                    <a:pt x="29" y="112"/>
                  </a:lnTo>
                  <a:lnTo>
                    <a:pt x="28" y="110"/>
                  </a:lnTo>
                  <a:lnTo>
                    <a:pt x="28" y="109"/>
                  </a:lnTo>
                  <a:lnTo>
                    <a:pt x="29" y="108"/>
                  </a:lnTo>
                  <a:lnTo>
                    <a:pt x="28" y="105"/>
                  </a:lnTo>
                  <a:lnTo>
                    <a:pt x="26" y="104"/>
                  </a:lnTo>
                  <a:lnTo>
                    <a:pt x="26" y="103"/>
                  </a:lnTo>
                  <a:lnTo>
                    <a:pt x="28" y="103"/>
                  </a:lnTo>
                  <a:lnTo>
                    <a:pt x="28" y="100"/>
                  </a:lnTo>
                  <a:lnTo>
                    <a:pt x="28" y="97"/>
                  </a:lnTo>
                  <a:lnTo>
                    <a:pt x="29" y="96"/>
                  </a:lnTo>
                  <a:lnTo>
                    <a:pt x="30" y="95"/>
                  </a:lnTo>
                  <a:lnTo>
                    <a:pt x="28" y="95"/>
                  </a:lnTo>
                  <a:lnTo>
                    <a:pt x="28" y="93"/>
                  </a:lnTo>
                  <a:lnTo>
                    <a:pt x="29" y="92"/>
                  </a:lnTo>
                  <a:lnTo>
                    <a:pt x="29" y="88"/>
                  </a:lnTo>
                  <a:lnTo>
                    <a:pt x="30" y="87"/>
                  </a:lnTo>
                  <a:lnTo>
                    <a:pt x="30" y="85"/>
                  </a:lnTo>
                  <a:lnTo>
                    <a:pt x="29" y="84"/>
                  </a:lnTo>
                  <a:lnTo>
                    <a:pt x="30" y="82"/>
                  </a:lnTo>
                  <a:lnTo>
                    <a:pt x="29" y="80"/>
                  </a:lnTo>
                  <a:lnTo>
                    <a:pt x="30" y="79"/>
                  </a:lnTo>
                  <a:lnTo>
                    <a:pt x="30" y="76"/>
                  </a:lnTo>
                  <a:lnTo>
                    <a:pt x="28" y="76"/>
                  </a:lnTo>
                  <a:lnTo>
                    <a:pt x="26" y="75"/>
                  </a:lnTo>
                  <a:lnTo>
                    <a:pt x="25" y="72"/>
                  </a:lnTo>
                  <a:lnTo>
                    <a:pt x="21" y="72"/>
                  </a:lnTo>
                  <a:lnTo>
                    <a:pt x="18" y="72"/>
                  </a:lnTo>
                  <a:lnTo>
                    <a:pt x="17" y="70"/>
                  </a:lnTo>
                  <a:lnTo>
                    <a:pt x="13" y="67"/>
                  </a:lnTo>
                  <a:lnTo>
                    <a:pt x="10" y="67"/>
                  </a:lnTo>
                  <a:lnTo>
                    <a:pt x="9" y="68"/>
                  </a:lnTo>
                  <a:lnTo>
                    <a:pt x="8" y="68"/>
                  </a:lnTo>
                  <a:lnTo>
                    <a:pt x="8" y="67"/>
                  </a:lnTo>
                  <a:lnTo>
                    <a:pt x="5" y="67"/>
                  </a:lnTo>
                  <a:lnTo>
                    <a:pt x="1" y="67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1" y="55"/>
                  </a:lnTo>
                  <a:lnTo>
                    <a:pt x="5" y="54"/>
                  </a:lnTo>
                  <a:lnTo>
                    <a:pt x="8" y="54"/>
                  </a:lnTo>
                  <a:lnTo>
                    <a:pt x="20" y="49"/>
                  </a:lnTo>
                  <a:lnTo>
                    <a:pt x="22" y="47"/>
                  </a:lnTo>
                  <a:lnTo>
                    <a:pt x="29" y="45"/>
                  </a:lnTo>
                  <a:lnTo>
                    <a:pt x="33" y="43"/>
                  </a:lnTo>
                  <a:lnTo>
                    <a:pt x="37" y="43"/>
                  </a:lnTo>
                  <a:lnTo>
                    <a:pt x="37" y="45"/>
                  </a:lnTo>
                  <a:lnTo>
                    <a:pt x="37" y="46"/>
                  </a:lnTo>
                  <a:lnTo>
                    <a:pt x="38" y="46"/>
                  </a:lnTo>
                  <a:lnTo>
                    <a:pt x="38" y="49"/>
                  </a:lnTo>
                  <a:lnTo>
                    <a:pt x="41" y="49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43" y="47"/>
                  </a:lnTo>
                  <a:lnTo>
                    <a:pt x="46" y="47"/>
                  </a:lnTo>
                  <a:lnTo>
                    <a:pt x="50" y="49"/>
                  </a:lnTo>
                  <a:lnTo>
                    <a:pt x="51" y="50"/>
                  </a:lnTo>
                  <a:lnTo>
                    <a:pt x="51" y="54"/>
                  </a:lnTo>
                  <a:lnTo>
                    <a:pt x="50" y="57"/>
                  </a:lnTo>
                  <a:lnTo>
                    <a:pt x="47" y="59"/>
                  </a:lnTo>
                  <a:lnTo>
                    <a:pt x="47" y="62"/>
                  </a:lnTo>
                  <a:lnTo>
                    <a:pt x="46" y="63"/>
                  </a:lnTo>
                  <a:lnTo>
                    <a:pt x="46" y="66"/>
                  </a:lnTo>
                  <a:lnTo>
                    <a:pt x="47" y="68"/>
                  </a:lnTo>
                  <a:lnTo>
                    <a:pt x="47" y="70"/>
                  </a:lnTo>
                  <a:lnTo>
                    <a:pt x="50" y="72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4" y="76"/>
                  </a:lnTo>
                  <a:lnTo>
                    <a:pt x="55" y="79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8" y="82"/>
                  </a:lnTo>
                  <a:lnTo>
                    <a:pt x="58" y="79"/>
                  </a:lnTo>
                  <a:lnTo>
                    <a:pt x="58" y="76"/>
                  </a:lnTo>
                  <a:lnTo>
                    <a:pt x="59" y="74"/>
                  </a:lnTo>
                  <a:lnTo>
                    <a:pt x="59" y="72"/>
                  </a:lnTo>
                  <a:lnTo>
                    <a:pt x="61" y="68"/>
                  </a:lnTo>
                  <a:lnTo>
                    <a:pt x="63" y="68"/>
                  </a:lnTo>
                  <a:lnTo>
                    <a:pt x="64" y="67"/>
                  </a:lnTo>
                  <a:lnTo>
                    <a:pt x="64" y="64"/>
                  </a:lnTo>
                  <a:lnTo>
                    <a:pt x="66" y="60"/>
                  </a:lnTo>
                  <a:lnTo>
                    <a:pt x="64" y="59"/>
                  </a:lnTo>
                  <a:lnTo>
                    <a:pt x="64" y="58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7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7" y="53"/>
                  </a:lnTo>
                  <a:lnTo>
                    <a:pt x="67" y="51"/>
                  </a:lnTo>
                  <a:lnTo>
                    <a:pt x="66" y="49"/>
                  </a:lnTo>
                  <a:lnTo>
                    <a:pt x="63" y="45"/>
                  </a:lnTo>
                  <a:lnTo>
                    <a:pt x="62" y="43"/>
                  </a:lnTo>
                  <a:lnTo>
                    <a:pt x="58" y="39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4" y="35"/>
                  </a:lnTo>
                  <a:lnTo>
                    <a:pt x="50" y="34"/>
                  </a:lnTo>
                  <a:lnTo>
                    <a:pt x="49" y="24"/>
                  </a:lnTo>
                  <a:lnTo>
                    <a:pt x="51" y="12"/>
                  </a:lnTo>
                  <a:lnTo>
                    <a:pt x="63" y="12"/>
                  </a:lnTo>
                  <a:lnTo>
                    <a:pt x="64" y="12"/>
                  </a:lnTo>
                  <a:lnTo>
                    <a:pt x="66" y="10"/>
                  </a:lnTo>
                  <a:lnTo>
                    <a:pt x="67" y="10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70" y="13"/>
                  </a:lnTo>
                  <a:lnTo>
                    <a:pt x="71" y="13"/>
                  </a:lnTo>
                  <a:lnTo>
                    <a:pt x="72" y="14"/>
                  </a:lnTo>
                  <a:lnTo>
                    <a:pt x="72" y="16"/>
                  </a:lnTo>
                  <a:lnTo>
                    <a:pt x="76" y="14"/>
                  </a:lnTo>
                  <a:lnTo>
                    <a:pt x="79" y="13"/>
                  </a:lnTo>
                  <a:lnTo>
                    <a:pt x="80" y="12"/>
                  </a:lnTo>
                  <a:lnTo>
                    <a:pt x="80" y="12"/>
                  </a:lnTo>
                  <a:lnTo>
                    <a:pt x="82" y="12"/>
                  </a:lnTo>
                  <a:lnTo>
                    <a:pt x="83" y="13"/>
                  </a:lnTo>
                  <a:lnTo>
                    <a:pt x="84" y="13"/>
                  </a:lnTo>
                  <a:lnTo>
                    <a:pt x="86" y="14"/>
                  </a:lnTo>
                  <a:lnTo>
                    <a:pt x="88" y="13"/>
                  </a:lnTo>
                  <a:lnTo>
                    <a:pt x="91" y="13"/>
                  </a:lnTo>
                  <a:lnTo>
                    <a:pt x="92" y="10"/>
                  </a:lnTo>
                  <a:lnTo>
                    <a:pt x="91" y="9"/>
                  </a:lnTo>
                  <a:lnTo>
                    <a:pt x="92" y="9"/>
                  </a:lnTo>
                  <a:lnTo>
                    <a:pt x="95" y="9"/>
                  </a:lnTo>
                  <a:lnTo>
                    <a:pt x="96" y="9"/>
                  </a:lnTo>
                  <a:lnTo>
                    <a:pt x="97" y="10"/>
                  </a:lnTo>
                  <a:lnTo>
                    <a:pt x="100" y="10"/>
                  </a:lnTo>
                  <a:lnTo>
                    <a:pt x="101" y="9"/>
                  </a:lnTo>
                  <a:lnTo>
                    <a:pt x="105" y="8"/>
                  </a:lnTo>
                  <a:lnTo>
                    <a:pt x="107" y="9"/>
                  </a:lnTo>
                  <a:lnTo>
                    <a:pt x="109" y="8"/>
                  </a:lnTo>
                  <a:lnTo>
                    <a:pt x="109" y="7"/>
                  </a:lnTo>
                  <a:lnTo>
                    <a:pt x="112" y="7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20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8" name="Freeform 490"/>
            <p:cNvSpPr>
              <a:spLocks/>
            </p:cNvSpPr>
            <p:nvPr/>
          </p:nvSpPr>
          <p:spPr bwMode="auto">
            <a:xfrm>
              <a:off x="6676315" y="5142177"/>
              <a:ext cx="43142" cy="48218"/>
            </a:xfrm>
            <a:custGeom>
              <a:avLst/>
              <a:gdLst>
                <a:gd name="T0" fmla="*/ 6 w 17"/>
                <a:gd name="T1" fmla="*/ 0 h 19"/>
                <a:gd name="T2" fmla="*/ 9 w 17"/>
                <a:gd name="T3" fmla="*/ 2 h 19"/>
                <a:gd name="T4" fmla="*/ 10 w 17"/>
                <a:gd name="T5" fmla="*/ 3 h 19"/>
                <a:gd name="T6" fmla="*/ 13 w 17"/>
                <a:gd name="T7" fmla="*/ 4 h 19"/>
                <a:gd name="T8" fmla="*/ 13 w 17"/>
                <a:gd name="T9" fmla="*/ 4 h 19"/>
                <a:gd name="T10" fmla="*/ 13 w 17"/>
                <a:gd name="T11" fmla="*/ 4 h 19"/>
                <a:gd name="T12" fmla="*/ 14 w 17"/>
                <a:gd name="T13" fmla="*/ 6 h 19"/>
                <a:gd name="T14" fmla="*/ 15 w 17"/>
                <a:gd name="T15" fmla="*/ 7 h 19"/>
                <a:gd name="T16" fmla="*/ 17 w 17"/>
                <a:gd name="T17" fmla="*/ 8 h 19"/>
                <a:gd name="T18" fmla="*/ 15 w 17"/>
                <a:gd name="T19" fmla="*/ 10 h 19"/>
                <a:gd name="T20" fmla="*/ 15 w 17"/>
                <a:gd name="T21" fmla="*/ 11 h 19"/>
                <a:gd name="T22" fmla="*/ 15 w 17"/>
                <a:gd name="T23" fmla="*/ 12 h 19"/>
                <a:gd name="T24" fmla="*/ 15 w 17"/>
                <a:gd name="T25" fmla="*/ 14 h 19"/>
                <a:gd name="T26" fmla="*/ 14 w 17"/>
                <a:gd name="T27" fmla="*/ 14 h 19"/>
                <a:gd name="T28" fmla="*/ 13 w 17"/>
                <a:gd name="T29" fmla="*/ 15 h 19"/>
                <a:gd name="T30" fmla="*/ 14 w 17"/>
                <a:gd name="T31" fmla="*/ 16 h 19"/>
                <a:gd name="T32" fmla="*/ 13 w 17"/>
                <a:gd name="T33" fmla="*/ 19 h 19"/>
                <a:gd name="T34" fmla="*/ 11 w 17"/>
                <a:gd name="T35" fmla="*/ 19 h 19"/>
                <a:gd name="T36" fmla="*/ 6 w 17"/>
                <a:gd name="T37" fmla="*/ 19 h 19"/>
                <a:gd name="T38" fmla="*/ 2 w 17"/>
                <a:gd name="T39" fmla="*/ 16 h 19"/>
                <a:gd name="T40" fmla="*/ 1 w 17"/>
                <a:gd name="T41" fmla="*/ 15 h 19"/>
                <a:gd name="T42" fmla="*/ 0 w 17"/>
                <a:gd name="T43" fmla="*/ 14 h 19"/>
                <a:gd name="T44" fmla="*/ 0 w 17"/>
                <a:gd name="T45" fmla="*/ 12 h 19"/>
                <a:gd name="T46" fmla="*/ 1 w 17"/>
                <a:gd name="T47" fmla="*/ 8 h 19"/>
                <a:gd name="T48" fmla="*/ 4 w 17"/>
                <a:gd name="T49" fmla="*/ 3 h 19"/>
                <a:gd name="T50" fmla="*/ 4 w 17"/>
                <a:gd name="T51" fmla="*/ 2 h 19"/>
                <a:gd name="T52" fmla="*/ 6 w 17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" h="19">
                  <a:moveTo>
                    <a:pt x="6" y="0"/>
                  </a:moveTo>
                  <a:lnTo>
                    <a:pt x="9" y="2"/>
                  </a:lnTo>
                  <a:lnTo>
                    <a:pt x="10" y="3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5" y="7"/>
                  </a:lnTo>
                  <a:lnTo>
                    <a:pt x="17" y="8"/>
                  </a:lnTo>
                  <a:lnTo>
                    <a:pt x="15" y="10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3" y="15"/>
                  </a:lnTo>
                  <a:lnTo>
                    <a:pt x="14" y="16"/>
                  </a:lnTo>
                  <a:lnTo>
                    <a:pt x="13" y="19"/>
                  </a:lnTo>
                  <a:lnTo>
                    <a:pt x="11" y="19"/>
                  </a:lnTo>
                  <a:lnTo>
                    <a:pt x="6" y="19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3"/>
                  </a:lnTo>
                  <a:lnTo>
                    <a:pt x="4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9" name="Freeform 491"/>
            <p:cNvSpPr>
              <a:spLocks noEditPoints="1"/>
            </p:cNvSpPr>
            <p:nvPr/>
          </p:nvSpPr>
          <p:spPr bwMode="auto">
            <a:xfrm>
              <a:off x="6247435" y="5030516"/>
              <a:ext cx="487247" cy="413653"/>
            </a:xfrm>
            <a:custGeom>
              <a:avLst/>
              <a:gdLst>
                <a:gd name="T0" fmla="*/ 130 w 192"/>
                <a:gd name="T1" fmla="*/ 87 h 163"/>
                <a:gd name="T2" fmla="*/ 123 w 192"/>
                <a:gd name="T3" fmla="*/ 97 h 163"/>
                <a:gd name="T4" fmla="*/ 128 w 192"/>
                <a:gd name="T5" fmla="*/ 105 h 163"/>
                <a:gd name="T6" fmla="*/ 136 w 192"/>
                <a:gd name="T7" fmla="*/ 106 h 163"/>
                <a:gd name="T8" fmla="*/ 144 w 192"/>
                <a:gd name="T9" fmla="*/ 101 h 163"/>
                <a:gd name="T10" fmla="*/ 148 w 192"/>
                <a:gd name="T11" fmla="*/ 94 h 163"/>
                <a:gd name="T12" fmla="*/ 144 w 192"/>
                <a:gd name="T13" fmla="*/ 84 h 163"/>
                <a:gd name="T14" fmla="*/ 158 w 192"/>
                <a:gd name="T15" fmla="*/ 0 h 163"/>
                <a:gd name="T16" fmla="*/ 167 w 192"/>
                <a:gd name="T17" fmla="*/ 4 h 163"/>
                <a:gd name="T18" fmla="*/ 179 w 192"/>
                <a:gd name="T19" fmla="*/ 9 h 163"/>
                <a:gd name="T20" fmla="*/ 182 w 192"/>
                <a:gd name="T21" fmla="*/ 23 h 163"/>
                <a:gd name="T22" fmla="*/ 182 w 192"/>
                <a:gd name="T23" fmla="*/ 44 h 163"/>
                <a:gd name="T24" fmla="*/ 173 w 192"/>
                <a:gd name="T25" fmla="*/ 46 h 163"/>
                <a:gd name="T26" fmla="*/ 170 w 192"/>
                <a:gd name="T27" fmla="*/ 59 h 163"/>
                <a:gd name="T28" fmla="*/ 183 w 192"/>
                <a:gd name="T29" fmla="*/ 60 h 163"/>
                <a:gd name="T30" fmla="*/ 192 w 192"/>
                <a:gd name="T31" fmla="*/ 58 h 163"/>
                <a:gd name="T32" fmla="*/ 190 w 192"/>
                <a:gd name="T33" fmla="*/ 69 h 163"/>
                <a:gd name="T34" fmla="*/ 180 w 192"/>
                <a:gd name="T35" fmla="*/ 85 h 163"/>
                <a:gd name="T36" fmla="*/ 173 w 192"/>
                <a:gd name="T37" fmla="*/ 91 h 163"/>
                <a:gd name="T38" fmla="*/ 166 w 192"/>
                <a:gd name="T39" fmla="*/ 100 h 163"/>
                <a:gd name="T40" fmla="*/ 153 w 192"/>
                <a:gd name="T41" fmla="*/ 119 h 163"/>
                <a:gd name="T42" fmla="*/ 134 w 192"/>
                <a:gd name="T43" fmla="*/ 135 h 163"/>
                <a:gd name="T44" fmla="*/ 120 w 192"/>
                <a:gd name="T45" fmla="*/ 146 h 163"/>
                <a:gd name="T46" fmla="*/ 109 w 192"/>
                <a:gd name="T47" fmla="*/ 148 h 163"/>
                <a:gd name="T48" fmla="*/ 103 w 192"/>
                <a:gd name="T49" fmla="*/ 154 h 163"/>
                <a:gd name="T50" fmla="*/ 94 w 192"/>
                <a:gd name="T51" fmla="*/ 156 h 163"/>
                <a:gd name="T52" fmla="*/ 76 w 192"/>
                <a:gd name="T53" fmla="*/ 154 h 163"/>
                <a:gd name="T54" fmla="*/ 63 w 192"/>
                <a:gd name="T55" fmla="*/ 155 h 163"/>
                <a:gd name="T56" fmla="*/ 58 w 192"/>
                <a:gd name="T57" fmla="*/ 158 h 163"/>
                <a:gd name="T58" fmla="*/ 46 w 192"/>
                <a:gd name="T59" fmla="*/ 159 h 163"/>
                <a:gd name="T60" fmla="*/ 37 w 192"/>
                <a:gd name="T61" fmla="*/ 163 h 163"/>
                <a:gd name="T62" fmla="*/ 26 w 192"/>
                <a:gd name="T63" fmla="*/ 158 h 163"/>
                <a:gd name="T64" fmla="*/ 21 w 192"/>
                <a:gd name="T65" fmla="*/ 154 h 163"/>
                <a:gd name="T66" fmla="*/ 19 w 192"/>
                <a:gd name="T67" fmla="*/ 152 h 163"/>
                <a:gd name="T68" fmla="*/ 13 w 192"/>
                <a:gd name="T69" fmla="*/ 138 h 163"/>
                <a:gd name="T70" fmla="*/ 19 w 192"/>
                <a:gd name="T71" fmla="*/ 134 h 163"/>
                <a:gd name="T72" fmla="*/ 15 w 192"/>
                <a:gd name="T73" fmla="*/ 116 h 163"/>
                <a:gd name="T74" fmla="*/ 4 w 192"/>
                <a:gd name="T75" fmla="*/ 88 h 163"/>
                <a:gd name="T76" fmla="*/ 4 w 192"/>
                <a:gd name="T77" fmla="*/ 80 h 163"/>
                <a:gd name="T78" fmla="*/ 9 w 192"/>
                <a:gd name="T79" fmla="*/ 76 h 163"/>
                <a:gd name="T80" fmla="*/ 19 w 192"/>
                <a:gd name="T81" fmla="*/ 85 h 163"/>
                <a:gd name="T82" fmla="*/ 26 w 192"/>
                <a:gd name="T83" fmla="*/ 84 h 163"/>
                <a:gd name="T84" fmla="*/ 32 w 192"/>
                <a:gd name="T85" fmla="*/ 83 h 163"/>
                <a:gd name="T86" fmla="*/ 42 w 192"/>
                <a:gd name="T87" fmla="*/ 79 h 163"/>
                <a:gd name="T88" fmla="*/ 51 w 192"/>
                <a:gd name="T89" fmla="*/ 51 h 163"/>
                <a:gd name="T90" fmla="*/ 58 w 192"/>
                <a:gd name="T91" fmla="*/ 56 h 163"/>
                <a:gd name="T92" fmla="*/ 69 w 192"/>
                <a:gd name="T93" fmla="*/ 52 h 163"/>
                <a:gd name="T94" fmla="*/ 83 w 192"/>
                <a:gd name="T95" fmla="*/ 41 h 163"/>
                <a:gd name="T96" fmla="*/ 95 w 192"/>
                <a:gd name="T97" fmla="*/ 44 h 163"/>
                <a:gd name="T98" fmla="*/ 105 w 192"/>
                <a:gd name="T99" fmla="*/ 46 h 163"/>
                <a:gd name="T100" fmla="*/ 109 w 192"/>
                <a:gd name="T101" fmla="*/ 41 h 163"/>
                <a:gd name="T102" fmla="*/ 116 w 192"/>
                <a:gd name="T103" fmla="*/ 33 h 163"/>
                <a:gd name="T104" fmla="*/ 121 w 192"/>
                <a:gd name="T105" fmla="*/ 27 h 163"/>
                <a:gd name="T106" fmla="*/ 124 w 192"/>
                <a:gd name="T107" fmla="*/ 23 h 163"/>
                <a:gd name="T108" fmla="*/ 132 w 192"/>
                <a:gd name="T109" fmla="*/ 14 h 163"/>
                <a:gd name="T110" fmla="*/ 138 w 192"/>
                <a:gd name="T111" fmla="*/ 8 h 163"/>
                <a:gd name="T112" fmla="*/ 146 w 192"/>
                <a:gd name="T113" fmla="*/ 6 h 163"/>
                <a:gd name="T114" fmla="*/ 152 w 192"/>
                <a:gd name="T115" fmla="*/ 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2" h="163">
                  <a:moveTo>
                    <a:pt x="138" y="83"/>
                  </a:moveTo>
                  <a:lnTo>
                    <a:pt x="137" y="84"/>
                  </a:lnTo>
                  <a:lnTo>
                    <a:pt x="136" y="84"/>
                  </a:lnTo>
                  <a:lnTo>
                    <a:pt x="134" y="85"/>
                  </a:lnTo>
                  <a:lnTo>
                    <a:pt x="130" y="87"/>
                  </a:lnTo>
                  <a:lnTo>
                    <a:pt x="128" y="88"/>
                  </a:lnTo>
                  <a:lnTo>
                    <a:pt x="127" y="92"/>
                  </a:lnTo>
                  <a:lnTo>
                    <a:pt x="124" y="94"/>
                  </a:lnTo>
                  <a:lnTo>
                    <a:pt x="123" y="94"/>
                  </a:lnTo>
                  <a:lnTo>
                    <a:pt x="123" y="97"/>
                  </a:lnTo>
                  <a:lnTo>
                    <a:pt x="125" y="98"/>
                  </a:lnTo>
                  <a:lnTo>
                    <a:pt x="125" y="100"/>
                  </a:lnTo>
                  <a:lnTo>
                    <a:pt x="127" y="101"/>
                  </a:lnTo>
                  <a:lnTo>
                    <a:pt x="127" y="104"/>
                  </a:lnTo>
                  <a:lnTo>
                    <a:pt x="128" y="105"/>
                  </a:lnTo>
                  <a:lnTo>
                    <a:pt x="129" y="108"/>
                  </a:lnTo>
                  <a:lnTo>
                    <a:pt x="132" y="108"/>
                  </a:lnTo>
                  <a:lnTo>
                    <a:pt x="134" y="108"/>
                  </a:lnTo>
                  <a:lnTo>
                    <a:pt x="134" y="106"/>
                  </a:lnTo>
                  <a:lnTo>
                    <a:pt x="136" y="106"/>
                  </a:lnTo>
                  <a:lnTo>
                    <a:pt x="137" y="102"/>
                  </a:lnTo>
                  <a:lnTo>
                    <a:pt x="138" y="102"/>
                  </a:lnTo>
                  <a:lnTo>
                    <a:pt x="141" y="101"/>
                  </a:lnTo>
                  <a:lnTo>
                    <a:pt x="142" y="101"/>
                  </a:lnTo>
                  <a:lnTo>
                    <a:pt x="144" y="101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5" y="97"/>
                  </a:lnTo>
                  <a:lnTo>
                    <a:pt x="145" y="96"/>
                  </a:lnTo>
                  <a:lnTo>
                    <a:pt x="148" y="94"/>
                  </a:lnTo>
                  <a:lnTo>
                    <a:pt x="150" y="93"/>
                  </a:lnTo>
                  <a:lnTo>
                    <a:pt x="149" y="91"/>
                  </a:lnTo>
                  <a:lnTo>
                    <a:pt x="148" y="85"/>
                  </a:lnTo>
                  <a:lnTo>
                    <a:pt x="145" y="84"/>
                  </a:lnTo>
                  <a:lnTo>
                    <a:pt x="144" y="84"/>
                  </a:lnTo>
                  <a:lnTo>
                    <a:pt x="141" y="83"/>
                  </a:lnTo>
                  <a:lnTo>
                    <a:pt x="141" y="83"/>
                  </a:lnTo>
                  <a:lnTo>
                    <a:pt x="140" y="83"/>
                  </a:lnTo>
                  <a:lnTo>
                    <a:pt x="138" y="83"/>
                  </a:lnTo>
                  <a:close/>
                  <a:moveTo>
                    <a:pt x="158" y="0"/>
                  </a:moveTo>
                  <a:lnTo>
                    <a:pt x="162" y="1"/>
                  </a:lnTo>
                  <a:lnTo>
                    <a:pt x="162" y="2"/>
                  </a:lnTo>
                  <a:lnTo>
                    <a:pt x="165" y="2"/>
                  </a:lnTo>
                  <a:lnTo>
                    <a:pt x="166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73" y="2"/>
                  </a:lnTo>
                  <a:lnTo>
                    <a:pt x="177" y="4"/>
                  </a:lnTo>
                  <a:lnTo>
                    <a:pt x="179" y="5"/>
                  </a:lnTo>
                  <a:lnTo>
                    <a:pt x="179" y="9"/>
                  </a:lnTo>
                  <a:lnTo>
                    <a:pt x="180" y="12"/>
                  </a:lnTo>
                  <a:lnTo>
                    <a:pt x="182" y="14"/>
                  </a:lnTo>
                  <a:lnTo>
                    <a:pt x="182" y="21"/>
                  </a:lnTo>
                  <a:lnTo>
                    <a:pt x="182" y="21"/>
                  </a:lnTo>
                  <a:lnTo>
                    <a:pt x="182" y="23"/>
                  </a:lnTo>
                  <a:lnTo>
                    <a:pt x="182" y="26"/>
                  </a:lnTo>
                  <a:lnTo>
                    <a:pt x="183" y="29"/>
                  </a:lnTo>
                  <a:lnTo>
                    <a:pt x="183" y="38"/>
                  </a:lnTo>
                  <a:lnTo>
                    <a:pt x="182" y="41"/>
                  </a:lnTo>
                  <a:lnTo>
                    <a:pt x="182" y="44"/>
                  </a:lnTo>
                  <a:lnTo>
                    <a:pt x="182" y="48"/>
                  </a:lnTo>
                  <a:lnTo>
                    <a:pt x="179" y="47"/>
                  </a:lnTo>
                  <a:lnTo>
                    <a:pt x="178" y="46"/>
                  </a:lnTo>
                  <a:lnTo>
                    <a:pt x="175" y="44"/>
                  </a:lnTo>
                  <a:lnTo>
                    <a:pt x="173" y="46"/>
                  </a:lnTo>
                  <a:lnTo>
                    <a:pt x="173" y="47"/>
                  </a:lnTo>
                  <a:lnTo>
                    <a:pt x="170" y="52"/>
                  </a:lnTo>
                  <a:lnTo>
                    <a:pt x="169" y="56"/>
                  </a:lnTo>
                  <a:lnTo>
                    <a:pt x="169" y="58"/>
                  </a:lnTo>
                  <a:lnTo>
                    <a:pt x="170" y="59"/>
                  </a:lnTo>
                  <a:lnTo>
                    <a:pt x="171" y="60"/>
                  </a:lnTo>
                  <a:lnTo>
                    <a:pt x="175" y="63"/>
                  </a:lnTo>
                  <a:lnTo>
                    <a:pt x="180" y="63"/>
                  </a:lnTo>
                  <a:lnTo>
                    <a:pt x="182" y="63"/>
                  </a:lnTo>
                  <a:lnTo>
                    <a:pt x="183" y="60"/>
                  </a:lnTo>
                  <a:lnTo>
                    <a:pt x="182" y="59"/>
                  </a:lnTo>
                  <a:lnTo>
                    <a:pt x="183" y="58"/>
                  </a:lnTo>
                  <a:lnTo>
                    <a:pt x="186" y="58"/>
                  </a:lnTo>
                  <a:lnTo>
                    <a:pt x="190" y="59"/>
                  </a:lnTo>
                  <a:lnTo>
                    <a:pt x="192" y="58"/>
                  </a:lnTo>
                  <a:lnTo>
                    <a:pt x="192" y="59"/>
                  </a:lnTo>
                  <a:lnTo>
                    <a:pt x="191" y="60"/>
                  </a:lnTo>
                  <a:lnTo>
                    <a:pt x="191" y="62"/>
                  </a:lnTo>
                  <a:lnTo>
                    <a:pt x="190" y="66"/>
                  </a:lnTo>
                  <a:lnTo>
                    <a:pt x="190" y="69"/>
                  </a:lnTo>
                  <a:lnTo>
                    <a:pt x="188" y="72"/>
                  </a:lnTo>
                  <a:lnTo>
                    <a:pt x="187" y="77"/>
                  </a:lnTo>
                  <a:lnTo>
                    <a:pt x="184" y="79"/>
                  </a:lnTo>
                  <a:lnTo>
                    <a:pt x="184" y="81"/>
                  </a:lnTo>
                  <a:lnTo>
                    <a:pt x="180" y="85"/>
                  </a:lnTo>
                  <a:lnTo>
                    <a:pt x="180" y="85"/>
                  </a:lnTo>
                  <a:lnTo>
                    <a:pt x="179" y="87"/>
                  </a:lnTo>
                  <a:lnTo>
                    <a:pt x="177" y="87"/>
                  </a:lnTo>
                  <a:lnTo>
                    <a:pt x="175" y="89"/>
                  </a:lnTo>
                  <a:lnTo>
                    <a:pt x="173" y="91"/>
                  </a:lnTo>
                  <a:lnTo>
                    <a:pt x="171" y="93"/>
                  </a:lnTo>
                  <a:lnTo>
                    <a:pt x="169" y="96"/>
                  </a:lnTo>
                  <a:lnTo>
                    <a:pt x="169" y="97"/>
                  </a:lnTo>
                  <a:lnTo>
                    <a:pt x="167" y="100"/>
                  </a:lnTo>
                  <a:lnTo>
                    <a:pt x="166" y="100"/>
                  </a:lnTo>
                  <a:lnTo>
                    <a:pt x="163" y="104"/>
                  </a:lnTo>
                  <a:lnTo>
                    <a:pt x="159" y="112"/>
                  </a:lnTo>
                  <a:lnTo>
                    <a:pt x="155" y="116"/>
                  </a:lnTo>
                  <a:lnTo>
                    <a:pt x="154" y="118"/>
                  </a:lnTo>
                  <a:lnTo>
                    <a:pt x="153" y="119"/>
                  </a:lnTo>
                  <a:lnTo>
                    <a:pt x="150" y="122"/>
                  </a:lnTo>
                  <a:lnTo>
                    <a:pt x="149" y="122"/>
                  </a:lnTo>
                  <a:lnTo>
                    <a:pt x="149" y="122"/>
                  </a:lnTo>
                  <a:lnTo>
                    <a:pt x="136" y="135"/>
                  </a:lnTo>
                  <a:lnTo>
                    <a:pt x="134" y="135"/>
                  </a:lnTo>
                  <a:lnTo>
                    <a:pt x="134" y="135"/>
                  </a:lnTo>
                  <a:lnTo>
                    <a:pt x="133" y="138"/>
                  </a:lnTo>
                  <a:lnTo>
                    <a:pt x="124" y="143"/>
                  </a:lnTo>
                  <a:lnTo>
                    <a:pt x="123" y="146"/>
                  </a:lnTo>
                  <a:lnTo>
                    <a:pt x="120" y="146"/>
                  </a:lnTo>
                  <a:lnTo>
                    <a:pt x="120" y="147"/>
                  </a:lnTo>
                  <a:lnTo>
                    <a:pt x="116" y="148"/>
                  </a:lnTo>
                  <a:lnTo>
                    <a:pt x="113" y="150"/>
                  </a:lnTo>
                  <a:lnTo>
                    <a:pt x="111" y="150"/>
                  </a:lnTo>
                  <a:lnTo>
                    <a:pt x="109" y="148"/>
                  </a:lnTo>
                  <a:lnTo>
                    <a:pt x="105" y="148"/>
                  </a:lnTo>
                  <a:lnTo>
                    <a:pt x="103" y="150"/>
                  </a:lnTo>
                  <a:lnTo>
                    <a:pt x="101" y="152"/>
                  </a:lnTo>
                  <a:lnTo>
                    <a:pt x="103" y="154"/>
                  </a:lnTo>
                  <a:lnTo>
                    <a:pt x="103" y="154"/>
                  </a:lnTo>
                  <a:lnTo>
                    <a:pt x="99" y="154"/>
                  </a:lnTo>
                  <a:lnTo>
                    <a:pt x="96" y="152"/>
                  </a:lnTo>
                  <a:lnTo>
                    <a:pt x="94" y="152"/>
                  </a:lnTo>
                  <a:lnTo>
                    <a:pt x="92" y="155"/>
                  </a:lnTo>
                  <a:lnTo>
                    <a:pt x="94" y="156"/>
                  </a:lnTo>
                  <a:lnTo>
                    <a:pt x="92" y="156"/>
                  </a:lnTo>
                  <a:lnTo>
                    <a:pt x="87" y="155"/>
                  </a:lnTo>
                  <a:lnTo>
                    <a:pt x="86" y="154"/>
                  </a:lnTo>
                  <a:lnTo>
                    <a:pt x="79" y="152"/>
                  </a:lnTo>
                  <a:lnTo>
                    <a:pt x="76" y="154"/>
                  </a:lnTo>
                  <a:lnTo>
                    <a:pt x="76" y="155"/>
                  </a:lnTo>
                  <a:lnTo>
                    <a:pt x="74" y="155"/>
                  </a:lnTo>
                  <a:lnTo>
                    <a:pt x="71" y="154"/>
                  </a:lnTo>
                  <a:lnTo>
                    <a:pt x="65" y="154"/>
                  </a:lnTo>
                  <a:lnTo>
                    <a:pt x="63" y="155"/>
                  </a:lnTo>
                  <a:lnTo>
                    <a:pt x="62" y="156"/>
                  </a:lnTo>
                  <a:lnTo>
                    <a:pt x="61" y="156"/>
                  </a:lnTo>
                  <a:lnTo>
                    <a:pt x="59" y="156"/>
                  </a:lnTo>
                  <a:lnTo>
                    <a:pt x="58" y="158"/>
                  </a:lnTo>
                  <a:lnTo>
                    <a:pt x="58" y="158"/>
                  </a:lnTo>
                  <a:lnTo>
                    <a:pt x="55" y="159"/>
                  </a:lnTo>
                  <a:lnTo>
                    <a:pt x="53" y="159"/>
                  </a:lnTo>
                  <a:lnTo>
                    <a:pt x="50" y="158"/>
                  </a:lnTo>
                  <a:lnTo>
                    <a:pt x="46" y="158"/>
                  </a:lnTo>
                  <a:lnTo>
                    <a:pt x="46" y="159"/>
                  </a:lnTo>
                  <a:lnTo>
                    <a:pt x="44" y="159"/>
                  </a:lnTo>
                  <a:lnTo>
                    <a:pt x="41" y="162"/>
                  </a:lnTo>
                  <a:lnTo>
                    <a:pt x="38" y="162"/>
                  </a:lnTo>
                  <a:lnTo>
                    <a:pt x="38" y="163"/>
                  </a:lnTo>
                  <a:lnTo>
                    <a:pt x="37" y="163"/>
                  </a:lnTo>
                  <a:lnTo>
                    <a:pt x="36" y="163"/>
                  </a:lnTo>
                  <a:lnTo>
                    <a:pt x="29" y="160"/>
                  </a:lnTo>
                  <a:lnTo>
                    <a:pt x="28" y="162"/>
                  </a:lnTo>
                  <a:lnTo>
                    <a:pt x="28" y="159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8"/>
                  </a:lnTo>
                  <a:lnTo>
                    <a:pt x="24" y="156"/>
                  </a:lnTo>
                  <a:lnTo>
                    <a:pt x="24" y="155"/>
                  </a:lnTo>
                  <a:lnTo>
                    <a:pt x="21" y="154"/>
                  </a:lnTo>
                  <a:lnTo>
                    <a:pt x="19" y="156"/>
                  </a:lnTo>
                  <a:lnTo>
                    <a:pt x="19" y="158"/>
                  </a:lnTo>
                  <a:lnTo>
                    <a:pt x="17" y="156"/>
                  </a:lnTo>
                  <a:lnTo>
                    <a:pt x="17" y="155"/>
                  </a:lnTo>
                  <a:lnTo>
                    <a:pt x="19" y="152"/>
                  </a:lnTo>
                  <a:lnTo>
                    <a:pt x="17" y="150"/>
                  </a:lnTo>
                  <a:lnTo>
                    <a:pt x="20" y="147"/>
                  </a:lnTo>
                  <a:lnTo>
                    <a:pt x="17" y="143"/>
                  </a:lnTo>
                  <a:lnTo>
                    <a:pt x="15" y="141"/>
                  </a:lnTo>
                  <a:lnTo>
                    <a:pt x="13" y="138"/>
                  </a:lnTo>
                  <a:lnTo>
                    <a:pt x="13" y="135"/>
                  </a:lnTo>
                  <a:lnTo>
                    <a:pt x="15" y="134"/>
                  </a:lnTo>
                  <a:lnTo>
                    <a:pt x="16" y="135"/>
                  </a:lnTo>
                  <a:lnTo>
                    <a:pt x="17" y="135"/>
                  </a:lnTo>
                  <a:lnTo>
                    <a:pt x="19" y="134"/>
                  </a:lnTo>
                  <a:lnTo>
                    <a:pt x="19" y="130"/>
                  </a:lnTo>
                  <a:lnTo>
                    <a:pt x="17" y="126"/>
                  </a:lnTo>
                  <a:lnTo>
                    <a:pt x="17" y="125"/>
                  </a:lnTo>
                  <a:lnTo>
                    <a:pt x="15" y="118"/>
                  </a:lnTo>
                  <a:lnTo>
                    <a:pt x="15" y="116"/>
                  </a:lnTo>
                  <a:lnTo>
                    <a:pt x="11" y="112"/>
                  </a:lnTo>
                  <a:lnTo>
                    <a:pt x="9" y="105"/>
                  </a:lnTo>
                  <a:lnTo>
                    <a:pt x="7" y="98"/>
                  </a:lnTo>
                  <a:lnTo>
                    <a:pt x="7" y="94"/>
                  </a:lnTo>
                  <a:lnTo>
                    <a:pt x="4" y="88"/>
                  </a:lnTo>
                  <a:lnTo>
                    <a:pt x="0" y="85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77"/>
                  </a:lnTo>
                  <a:lnTo>
                    <a:pt x="3" y="77"/>
                  </a:lnTo>
                  <a:lnTo>
                    <a:pt x="4" y="75"/>
                  </a:lnTo>
                  <a:lnTo>
                    <a:pt x="8" y="73"/>
                  </a:lnTo>
                  <a:lnTo>
                    <a:pt x="9" y="76"/>
                  </a:lnTo>
                  <a:lnTo>
                    <a:pt x="11" y="76"/>
                  </a:lnTo>
                  <a:lnTo>
                    <a:pt x="11" y="79"/>
                  </a:lnTo>
                  <a:lnTo>
                    <a:pt x="12" y="83"/>
                  </a:lnTo>
                  <a:lnTo>
                    <a:pt x="16" y="84"/>
                  </a:lnTo>
                  <a:lnTo>
                    <a:pt x="19" y="85"/>
                  </a:lnTo>
                  <a:lnTo>
                    <a:pt x="20" y="84"/>
                  </a:lnTo>
                  <a:lnTo>
                    <a:pt x="21" y="85"/>
                  </a:lnTo>
                  <a:lnTo>
                    <a:pt x="24" y="85"/>
                  </a:lnTo>
                  <a:lnTo>
                    <a:pt x="25" y="84"/>
                  </a:lnTo>
                  <a:lnTo>
                    <a:pt x="26" y="84"/>
                  </a:lnTo>
                  <a:lnTo>
                    <a:pt x="28" y="87"/>
                  </a:lnTo>
                  <a:lnTo>
                    <a:pt x="29" y="85"/>
                  </a:lnTo>
                  <a:lnTo>
                    <a:pt x="30" y="87"/>
                  </a:lnTo>
                  <a:lnTo>
                    <a:pt x="30" y="84"/>
                  </a:lnTo>
                  <a:lnTo>
                    <a:pt x="32" y="83"/>
                  </a:lnTo>
                  <a:lnTo>
                    <a:pt x="33" y="83"/>
                  </a:lnTo>
                  <a:lnTo>
                    <a:pt x="34" y="80"/>
                  </a:lnTo>
                  <a:lnTo>
                    <a:pt x="37" y="79"/>
                  </a:lnTo>
                  <a:lnTo>
                    <a:pt x="41" y="79"/>
                  </a:lnTo>
                  <a:lnTo>
                    <a:pt x="42" y="79"/>
                  </a:lnTo>
                  <a:lnTo>
                    <a:pt x="44" y="35"/>
                  </a:lnTo>
                  <a:lnTo>
                    <a:pt x="48" y="38"/>
                  </a:lnTo>
                  <a:lnTo>
                    <a:pt x="49" y="42"/>
                  </a:lnTo>
                  <a:lnTo>
                    <a:pt x="51" y="48"/>
                  </a:lnTo>
                  <a:lnTo>
                    <a:pt x="51" y="51"/>
                  </a:lnTo>
                  <a:lnTo>
                    <a:pt x="50" y="55"/>
                  </a:lnTo>
                  <a:lnTo>
                    <a:pt x="50" y="58"/>
                  </a:lnTo>
                  <a:lnTo>
                    <a:pt x="53" y="58"/>
                  </a:lnTo>
                  <a:lnTo>
                    <a:pt x="57" y="58"/>
                  </a:lnTo>
                  <a:lnTo>
                    <a:pt x="58" y="56"/>
                  </a:lnTo>
                  <a:lnTo>
                    <a:pt x="61" y="58"/>
                  </a:lnTo>
                  <a:lnTo>
                    <a:pt x="63" y="56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9" y="52"/>
                  </a:lnTo>
                  <a:lnTo>
                    <a:pt x="73" y="51"/>
                  </a:lnTo>
                  <a:lnTo>
                    <a:pt x="75" y="48"/>
                  </a:lnTo>
                  <a:lnTo>
                    <a:pt x="76" y="43"/>
                  </a:lnTo>
                  <a:lnTo>
                    <a:pt x="79" y="41"/>
                  </a:lnTo>
                  <a:lnTo>
                    <a:pt x="83" y="41"/>
                  </a:lnTo>
                  <a:lnTo>
                    <a:pt x="87" y="41"/>
                  </a:lnTo>
                  <a:lnTo>
                    <a:pt x="88" y="43"/>
                  </a:lnTo>
                  <a:lnTo>
                    <a:pt x="90" y="43"/>
                  </a:lnTo>
                  <a:lnTo>
                    <a:pt x="94" y="46"/>
                  </a:lnTo>
                  <a:lnTo>
                    <a:pt x="95" y="44"/>
                  </a:lnTo>
                  <a:lnTo>
                    <a:pt x="98" y="46"/>
                  </a:lnTo>
                  <a:lnTo>
                    <a:pt x="100" y="44"/>
                  </a:lnTo>
                  <a:lnTo>
                    <a:pt x="103" y="44"/>
                  </a:lnTo>
                  <a:lnTo>
                    <a:pt x="104" y="44"/>
                  </a:lnTo>
                  <a:lnTo>
                    <a:pt x="105" y="46"/>
                  </a:lnTo>
                  <a:lnTo>
                    <a:pt x="107" y="47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1"/>
                  </a:lnTo>
                  <a:lnTo>
                    <a:pt x="111" y="39"/>
                  </a:lnTo>
                  <a:lnTo>
                    <a:pt x="111" y="35"/>
                  </a:lnTo>
                  <a:lnTo>
                    <a:pt x="112" y="34"/>
                  </a:lnTo>
                  <a:lnTo>
                    <a:pt x="115" y="34"/>
                  </a:lnTo>
                  <a:lnTo>
                    <a:pt x="116" y="33"/>
                  </a:lnTo>
                  <a:lnTo>
                    <a:pt x="117" y="33"/>
                  </a:lnTo>
                  <a:lnTo>
                    <a:pt x="119" y="31"/>
                  </a:lnTo>
                  <a:lnTo>
                    <a:pt x="119" y="30"/>
                  </a:lnTo>
                  <a:lnTo>
                    <a:pt x="120" y="29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6"/>
                  </a:lnTo>
                  <a:lnTo>
                    <a:pt x="125" y="26"/>
                  </a:lnTo>
                  <a:lnTo>
                    <a:pt x="125" y="25"/>
                  </a:lnTo>
                  <a:lnTo>
                    <a:pt x="124" y="23"/>
                  </a:lnTo>
                  <a:lnTo>
                    <a:pt x="124" y="21"/>
                  </a:lnTo>
                  <a:lnTo>
                    <a:pt x="128" y="16"/>
                  </a:lnTo>
                  <a:lnTo>
                    <a:pt x="129" y="16"/>
                  </a:lnTo>
                  <a:lnTo>
                    <a:pt x="130" y="16"/>
                  </a:lnTo>
                  <a:lnTo>
                    <a:pt x="132" y="14"/>
                  </a:lnTo>
                  <a:lnTo>
                    <a:pt x="133" y="13"/>
                  </a:lnTo>
                  <a:lnTo>
                    <a:pt x="133" y="12"/>
                  </a:lnTo>
                  <a:lnTo>
                    <a:pt x="136" y="12"/>
                  </a:lnTo>
                  <a:lnTo>
                    <a:pt x="136" y="10"/>
                  </a:lnTo>
                  <a:lnTo>
                    <a:pt x="138" y="8"/>
                  </a:lnTo>
                  <a:lnTo>
                    <a:pt x="141" y="8"/>
                  </a:lnTo>
                  <a:lnTo>
                    <a:pt x="142" y="8"/>
                  </a:lnTo>
                  <a:lnTo>
                    <a:pt x="144" y="8"/>
                  </a:lnTo>
                  <a:lnTo>
                    <a:pt x="145" y="8"/>
                  </a:lnTo>
                  <a:lnTo>
                    <a:pt x="146" y="6"/>
                  </a:lnTo>
                  <a:lnTo>
                    <a:pt x="149" y="6"/>
                  </a:lnTo>
                  <a:lnTo>
                    <a:pt x="149" y="4"/>
                  </a:lnTo>
                  <a:lnTo>
                    <a:pt x="149" y="2"/>
                  </a:lnTo>
                  <a:lnTo>
                    <a:pt x="150" y="2"/>
                  </a:lnTo>
                  <a:lnTo>
                    <a:pt x="152" y="1"/>
                  </a:lnTo>
                  <a:lnTo>
                    <a:pt x="153" y="1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0" name="Freeform 492"/>
            <p:cNvSpPr>
              <a:spLocks/>
            </p:cNvSpPr>
            <p:nvPr/>
          </p:nvSpPr>
          <p:spPr bwMode="auto">
            <a:xfrm>
              <a:off x="6559579" y="5241148"/>
              <a:ext cx="68520" cy="63444"/>
            </a:xfrm>
            <a:custGeom>
              <a:avLst/>
              <a:gdLst>
                <a:gd name="T0" fmla="*/ 15 w 27"/>
                <a:gd name="T1" fmla="*/ 0 h 25"/>
                <a:gd name="T2" fmla="*/ 17 w 27"/>
                <a:gd name="T3" fmla="*/ 0 h 25"/>
                <a:gd name="T4" fmla="*/ 18 w 27"/>
                <a:gd name="T5" fmla="*/ 0 h 25"/>
                <a:gd name="T6" fmla="*/ 18 w 27"/>
                <a:gd name="T7" fmla="*/ 0 h 25"/>
                <a:gd name="T8" fmla="*/ 21 w 27"/>
                <a:gd name="T9" fmla="*/ 1 h 25"/>
                <a:gd name="T10" fmla="*/ 22 w 27"/>
                <a:gd name="T11" fmla="*/ 1 h 25"/>
                <a:gd name="T12" fmla="*/ 25 w 27"/>
                <a:gd name="T13" fmla="*/ 2 h 25"/>
                <a:gd name="T14" fmla="*/ 26 w 27"/>
                <a:gd name="T15" fmla="*/ 8 h 25"/>
                <a:gd name="T16" fmla="*/ 27 w 27"/>
                <a:gd name="T17" fmla="*/ 10 h 25"/>
                <a:gd name="T18" fmla="*/ 25 w 27"/>
                <a:gd name="T19" fmla="*/ 11 h 25"/>
                <a:gd name="T20" fmla="*/ 22 w 27"/>
                <a:gd name="T21" fmla="*/ 13 h 25"/>
                <a:gd name="T22" fmla="*/ 22 w 27"/>
                <a:gd name="T23" fmla="*/ 14 h 25"/>
                <a:gd name="T24" fmla="*/ 23 w 27"/>
                <a:gd name="T25" fmla="*/ 15 h 25"/>
                <a:gd name="T26" fmla="*/ 23 w 27"/>
                <a:gd name="T27" fmla="*/ 17 h 25"/>
                <a:gd name="T28" fmla="*/ 21 w 27"/>
                <a:gd name="T29" fmla="*/ 18 h 25"/>
                <a:gd name="T30" fmla="*/ 19 w 27"/>
                <a:gd name="T31" fmla="*/ 18 h 25"/>
                <a:gd name="T32" fmla="*/ 18 w 27"/>
                <a:gd name="T33" fmla="*/ 18 h 25"/>
                <a:gd name="T34" fmla="*/ 15 w 27"/>
                <a:gd name="T35" fmla="*/ 19 h 25"/>
                <a:gd name="T36" fmla="*/ 14 w 27"/>
                <a:gd name="T37" fmla="*/ 19 h 25"/>
                <a:gd name="T38" fmla="*/ 13 w 27"/>
                <a:gd name="T39" fmla="*/ 23 h 25"/>
                <a:gd name="T40" fmla="*/ 11 w 27"/>
                <a:gd name="T41" fmla="*/ 23 h 25"/>
                <a:gd name="T42" fmla="*/ 11 w 27"/>
                <a:gd name="T43" fmla="*/ 25 h 25"/>
                <a:gd name="T44" fmla="*/ 9 w 27"/>
                <a:gd name="T45" fmla="*/ 25 h 25"/>
                <a:gd name="T46" fmla="*/ 6 w 27"/>
                <a:gd name="T47" fmla="*/ 25 h 25"/>
                <a:gd name="T48" fmla="*/ 5 w 27"/>
                <a:gd name="T49" fmla="*/ 22 h 25"/>
                <a:gd name="T50" fmla="*/ 4 w 27"/>
                <a:gd name="T51" fmla="*/ 21 h 25"/>
                <a:gd name="T52" fmla="*/ 4 w 27"/>
                <a:gd name="T53" fmla="*/ 18 h 25"/>
                <a:gd name="T54" fmla="*/ 2 w 27"/>
                <a:gd name="T55" fmla="*/ 17 h 25"/>
                <a:gd name="T56" fmla="*/ 2 w 27"/>
                <a:gd name="T57" fmla="*/ 15 h 25"/>
                <a:gd name="T58" fmla="*/ 0 w 27"/>
                <a:gd name="T59" fmla="*/ 14 h 25"/>
                <a:gd name="T60" fmla="*/ 0 w 27"/>
                <a:gd name="T61" fmla="*/ 11 h 25"/>
                <a:gd name="T62" fmla="*/ 1 w 27"/>
                <a:gd name="T63" fmla="*/ 11 h 25"/>
                <a:gd name="T64" fmla="*/ 4 w 27"/>
                <a:gd name="T65" fmla="*/ 9 h 25"/>
                <a:gd name="T66" fmla="*/ 5 w 27"/>
                <a:gd name="T67" fmla="*/ 5 h 25"/>
                <a:gd name="T68" fmla="*/ 7 w 27"/>
                <a:gd name="T69" fmla="*/ 4 h 25"/>
                <a:gd name="T70" fmla="*/ 11 w 27"/>
                <a:gd name="T71" fmla="*/ 2 h 25"/>
                <a:gd name="T72" fmla="*/ 13 w 27"/>
                <a:gd name="T73" fmla="*/ 1 h 25"/>
                <a:gd name="T74" fmla="*/ 14 w 27"/>
                <a:gd name="T75" fmla="*/ 1 h 25"/>
                <a:gd name="T76" fmla="*/ 15 w 27"/>
                <a:gd name="T7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" h="25">
                  <a:moveTo>
                    <a:pt x="15" y="0"/>
                  </a:moveTo>
                  <a:lnTo>
                    <a:pt x="17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5" y="2"/>
                  </a:lnTo>
                  <a:lnTo>
                    <a:pt x="26" y="8"/>
                  </a:lnTo>
                  <a:lnTo>
                    <a:pt x="27" y="10"/>
                  </a:lnTo>
                  <a:lnTo>
                    <a:pt x="25" y="11"/>
                  </a:lnTo>
                  <a:lnTo>
                    <a:pt x="22" y="13"/>
                  </a:lnTo>
                  <a:lnTo>
                    <a:pt x="22" y="14"/>
                  </a:lnTo>
                  <a:lnTo>
                    <a:pt x="23" y="15"/>
                  </a:lnTo>
                  <a:lnTo>
                    <a:pt x="23" y="17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3" y="23"/>
                  </a:lnTo>
                  <a:lnTo>
                    <a:pt x="11" y="23"/>
                  </a:lnTo>
                  <a:lnTo>
                    <a:pt x="11" y="25"/>
                  </a:lnTo>
                  <a:lnTo>
                    <a:pt x="9" y="25"/>
                  </a:lnTo>
                  <a:lnTo>
                    <a:pt x="6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4" y="9"/>
                  </a:lnTo>
                  <a:lnTo>
                    <a:pt x="5" y="5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1" name="Freeform 592"/>
            <p:cNvSpPr>
              <a:spLocks noEditPoints="1"/>
            </p:cNvSpPr>
            <p:nvPr/>
          </p:nvSpPr>
          <p:spPr bwMode="auto">
            <a:xfrm>
              <a:off x="6650938" y="4451911"/>
              <a:ext cx="50755" cy="7614"/>
            </a:xfrm>
            <a:custGeom>
              <a:avLst/>
              <a:gdLst>
                <a:gd name="T0" fmla="*/ 2 w 20"/>
                <a:gd name="T1" fmla="*/ 3 h 3"/>
                <a:gd name="T2" fmla="*/ 2 w 20"/>
                <a:gd name="T3" fmla="*/ 3 h 3"/>
                <a:gd name="T4" fmla="*/ 2 w 20"/>
                <a:gd name="T5" fmla="*/ 1 h 3"/>
                <a:gd name="T6" fmla="*/ 18 w 20"/>
                <a:gd name="T7" fmla="*/ 0 h 3"/>
                <a:gd name="T8" fmla="*/ 19 w 20"/>
                <a:gd name="T9" fmla="*/ 3 h 3"/>
                <a:gd name="T10" fmla="*/ 19 w 20"/>
                <a:gd name="T11" fmla="*/ 1 h 3"/>
                <a:gd name="T12" fmla="*/ 18 w 20"/>
                <a:gd name="T13" fmla="*/ 0 h 3"/>
                <a:gd name="T14" fmla="*/ 0 w 20"/>
                <a:gd name="T15" fmla="*/ 1 h 3"/>
                <a:gd name="T16" fmla="*/ 2 w 20"/>
                <a:gd name="T17" fmla="*/ 1 h 3"/>
                <a:gd name="T18" fmla="*/ 2 w 20"/>
                <a:gd name="T19" fmla="*/ 0 h 3"/>
                <a:gd name="T20" fmla="*/ 7 w 20"/>
                <a:gd name="T21" fmla="*/ 0 h 3"/>
                <a:gd name="T22" fmla="*/ 8 w 20"/>
                <a:gd name="T23" fmla="*/ 1 h 3"/>
                <a:gd name="T24" fmla="*/ 8 w 20"/>
                <a:gd name="T25" fmla="*/ 0 h 3"/>
                <a:gd name="T26" fmla="*/ 20 w 20"/>
                <a:gd name="T27" fmla="*/ 0 h 3"/>
                <a:gd name="T28" fmla="*/ 20 w 20"/>
                <a:gd name="T29" fmla="*/ 3 h 3"/>
                <a:gd name="T30" fmla="*/ 18 w 20"/>
                <a:gd name="T31" fmla="*/ 0 h 3"/>
                <a:gd name="T32" fmla="*/ 19 w 20"/>
                <a:gd name="T33" fmla="*/ 0 h 3"/>
                <a:gd name="T34" fmla="*/ 19 w 20"/>
                <a:gd name="T35" fmla="*/ 3 h 3"/>
                <a:gd name="T36" fmla="*/ 18 w 20"/>
                <a:gd name="T37" fmla="*/ 3 h 3"/>
                <a:gd name="T38" fmla="*/ 14 w 20"/>
                <a:gd name="T39" fmla="*/ 0 h 3"/>
                <a:gd name="T40" fmla="*/ 15 w 20"/>
                <a:gd name="T41" fmla="*/ 0 h 3"/>
                <a:gd name="T42" fmla="*/ 15 w 20"/>
                <a:gd name="T43" fmla="*/ 3 h 3"/>
                <a:gd name="T44" fmla="*/ 14 w 20"/>
                <a:gd name="T45" fmla="*/ 3 h 3"/>
                <a:gd name="T46" fmla="*/ 11 w 20"/>
                <a:gd name="T47" fmla="*/ 0 h 3"/>
                <a:gd name="T48" fmla="*/ 11 w 20"/>
                <a:gd name="T49" fmla="*/ 3 h 3"/>
                <a:gd name="T50" fmla="*/ 12 w 20"/>
                <a:gd name="T51" fmla="*/ 1 h 3"/>
                <a:gd name="T52" fmla="*/ 12 w 20"/>
                <a:gd name="T53" fmla="*/ 1 h 3"/>
                <a:gd name="T54" fmla="*/ 11 w 20"/>
                <a:gd name="T55" fmla="*/ 3 h 3"/>
                <a:gd name="T56" fmla="*/ 10 w 20"/>
                <a:gd name="T57" fmla="*/ 1 h 3"/>
                <a:gd name="T58" fmla="*/ 8 w 20"/>
                <a:gd name="T59" fmla="*/ 0 h 3"/>
                <a:gd name="T60" fmla="*/ 10 w 20"/>
                <a:gd name="T61" fmla="*/ 0 h 3"/>
                <a:gd name="T62" fmla="*/ 8 w 20"/>
                <a:gd name="T63" fmla="*/ 1 h 3"/>
                <a:gd name="T64" fmla="*/ 8 w 20"/>
                <a:gd name="T65" fmla="*/ 3 h 3"/>
                <a:gd name="T66" fmla="*/ 8 w 20"/>
                <a:gd name="T67" fmla="*/ 1 h 3"/>
                <a:gd name="T68" fmla="*/ 7 w 20"/>
                <a:gd name="T69" fmla="*/ 1 h 3"/>
                <a:gd name="T70" fmla="*/ 7 w 20"/>
                <a:gd name="T71" fmla="*/ 0 h 3"/>
                <a:gd name="T72" fmla="*/ 3 w 20"/>
                <a:gd name="T73" fmla="*/ 1 h 3"/>
                <a:gd name="T74" fmla="*/ 4 w 20"/>
                <a:gd name="T75" fmla="*/ 3 h 3"/>
                <a:gd name="T76" fmla="*/ 6 w 20"/>
                <a:gd name="T77" fmla="*/ 0 h 3"/>
                <a:gd name="T78" fmla="*/ 6 w 20"/>
                <a:gd name="T79" fmla="*/ 3 h 3"/>
                <a:gd name="T80" fmla="*/ 4 w 20"/>
                <a:gd name="T81" fmla="*/ 3 h 3"/>
                <a:gd name="T82" fmla="*/ 3 w 20"/>
                <a:gd name="T83" fmla="*/ 0 h 3"/>
                <a:gd name="T84" fmla="*/ 2 w 20"/>
                <a:gd name="T85" fmla="*/ 0 h 3"/>
                <a:gd name="T86" fmla="*/ 2 w 20"/>
                <a:gd name="T87" fmla="*/ 1 h 3"/>
                <a:gd name="T88" fmla="*/ 3 w 20"/>
                <a:gd name="T89" fmla="*/ 1 h 3"/>
                <a:gd name="T90" fmla="*/ 2 w 20"/>
                <a:gd name="T91" fmla="*/ 3 h 3"/>
                <a:gd name="T92" fmla="*/ 0 w 20"/>
                <a:gd name="T9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" h="3">
                  <a:moveTo>
                    <a:pt x="0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  <a:moveTo>
                    <a:pt x="18" y="0"/>
                  </a:moveTo>
                  <a:lnTo>
                    <a:pt x="18" y="3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8" y="0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close/>
                  <a:moveTo>
                    <a:pt x="7" y="0"/>
                  </a:moveTo>
                  <a:lnTo>
                    <a:pt x="7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7" y="0"/>
                  </a:lnTo>
                  <a:close/>
                  <a:moveTo>
                    <a:pt x="20" y="0"/>
                  </a:moveTo>
                  <a:lnTo>
                    <a:pt x="20" y="0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0"/>
                  </a:lnTo>
                  <a:close/>
                  <a:moveTo>
                    <a:pt x="16" y="0"/>
                  </a:moveTo>
                  <a:lnTo>
                    <a:pt x="18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6" y="3"/>
                  </a:lnTo>
                  <a:lnTo>
                    <a:pt x="16" y="0"/>
                  </a:lnTo>
                  <a:close/>
                  <a:moveTo>
                    <a:pt x="14" y="0"/>
                  </a:moveTo>
                  <a:lnTo>
                    <a:pt x="14" y="0"/>
                  </a:lnTo>
                  <a:lnTo>
                    <a:pt x="15" y="3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4" y="0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0"/>
                  </a:lnTo>
                  <a:close/>
                  <a:moveTo>
                    <a:pt x="10" y="0"/>
                  </a:moveTo>
                  <a:lnTo>
                    <a:pt x="11" y="0"/>
                  </a:lnTo>
                  <a:lnTo>
                    <a:pt x="11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1"/>
                  </a:lnTo>
                  <a:lnTo>
                    <a:pt x="10" y="0"/>
                  </a:lnTo>
                  <a:close/>
                  <a:moveTo>
                    <a:pt x="7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0"/>
                  </a:lnTo>
                  <a:close/>
                  <a:moveTo>
                    <a:pt x="3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0"/>
                  </a:lnTo>
                  <a:close/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336176" y="147918"/>
            <a:ext cx="11393548" cy="900000"/>
            <a:chOff x="336176" y="147918"/>
            <a:chExt cx="11393548" cy="900000"/>
          </a:xfrm>
        </p:grpSpPr>
        <p:sp>
          <p:nvSpPr>
            <p:cNvPr id="193" name="Rectangle 192"/>
            <p:cNvSpPr/>
            <p:nvPr/>
          </p:nvSpPr>
          <p:spPr>
            <a:xfrm>
              <a:off x="336176" y="147918"/>
              <a:ext cx="2700000" cy="900000"/>
            </a:xfrm>
            <a:prstGeom prst="rect">
              <a:avLst/>
            </a:prstGeom>
            <a:solidFill>
              <a:srgbClr val="0033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800" b="1" dirty="0">
                  <a:solidFill>
                    <a:prstClr val="white"/>
                  </a:solidFill>
                  <a:latin typeface="Arial" pitchFamily="34" charset="0"/>
                  <a:cs typeface="Arial" pitchFamily="34" charset="0"/>
                </a:rPr>
                <a:t>3_FE-MED</a:t>
              </a:r>
            </a:p>
          </p:txBody>
        </p:sp>
        <p:sp>
          <p:nvSpPr>
            <p:cNvPr id="195" name="Rectangle 194"/>
            <p:cNvSpPr/>
            <p:nvPr/>
          </p:nvSpPr>
          <p:spPr>
            <a:xfrm>
              <a:off x="3089724" y="147918"/>
              <a:ext cx="8640000" cy="672815"/>
            </a:xfrm>
            <a:prstGeom prst="rect">
              <a:avLst/>
            </a:prstGeom>
            <a:solidFill>
              <a:srgbClr val="E6EE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4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[MSC / Premier Alliance] Dragon (Premier Alliance : MD4)</a:t>
              </a:r>
            </a:p>
          </p:txBody>
        </p:sp>
      </p:grpSp>
      <p:sp>
        <p:nvSpPr>
          <p:cNvPr id="152" name="자유형: 도형 151">
            <a:extLst>
              <a:ext uri="{FF2B5EF4-FFF2-40B4-BE49-F238E27FC236}">
                <a16:creationId xmlns:a16="http://schemas.microsoft.com/office/drawing/2014/main" id="{F549EC65-B6E6-42E0-804A-B1D99E818FC4}"/>
              </a:ext>
            </a:extLst>
          </p:cNvPr>
          <p:cNvSpPr/>
          <p:nvPr/>
        </p:nvSpPr>
        <p:spPr>
          <a:xfrm>
            <a:off x="2556298" y="2296871"/>
            <a:ext cx="6237181" cy="2360526"/>
          </a:xfrm>
          <a:custGeom>
            <a:avLst/>
            <a:gdLst>
              <a:gd name="connsiteX0" fmla="*/ 6111240 w 6111240"/>
              <a:gd name="connsiteY0" fmla="*/ 409270 h 2353947"/>
              <a:gd name="connsiteX1" fmla="*/ 5829300 w 6111240"/>
              <a:gd name="connsiteY1" fmla="*/ 645490 h 2353947"/>
              <a:gd name="connsiteX2" fmla="*/ 5875020 w 6111240"/>
              <a:gd name="connsiteY2" fmla="*/ 790270 h 2353947"/>
              <a:gd name="connsiteX3" fmla="*/ 5798820 w 6111240"/>
              <a:gd name="connsiteY3" fmla="*/ 1148410 h 2353947"/>
              <a:gd name="connsiteX4" fmla="*/ 5577840 w 6111240"/>
              <a:gd name="connsiteY4" fmla="*/ 1102690 h 2353947"/>
              <a:gd name="connsiteX5" fmla="*/ 5692140 w 6111240"/>
              <a:gd name="connsiteY5" fmla="*/ 1171270 h 2353947"/>
              <a:gd name="connsiteX6" fmla="*/ 5730240 w 6111240"/>
              <a:gd name="connsiteY6" fmla="*/ 1178890 h 2353947"/>
              <a:gd name="connsiteX7" fmla="*/ 5669280 w 6111240"/>
              <a:gd name="connsiteY7" fmla="*/ 1552270 h 2353947"/>
              <a:gd name="connsiteX8" fmla="*/ 5120640 w 6111240"/>
              <a:gd name="connsiteY8" fmla="*/ 2329510 h 2353947"/>
              <a:gd name="connsiteX9" fmla="*/ 4861560 w 6111240"/>
              <a:gd name="connsiteY9" fmla="*/ 2070430 h 2353947"/>
              <a:gd name="connsiteX10" fmla="*/ 4564380 w 6111240"/>
              <a:gd name="connsiteY10" fmla="*/ 2078050 h 2353947"/>
              <a:gd name="connsiteX11" fmla="*/ 3261360 w 6111240"/>
              <a:gd name="connsiteY11" fmla="*/ 2344750 h 2353947"/>
              <a:gd name="connsiteX12" fmla="*/ 2773680 w 6111240"/>
              <a:gd name="connsiteY12" fmla="*/ 1697050 h 2353947"/>
              <a:gd name="connsiteX13" fmla="*/ 2171700 w 6111240"/>
              <a:gd name="connsiteY13" fmla="*/ 1750390 h 2353947"/>
              <a:gd name="connsiteX14" fmla="*/ 1455420 w 6111240"/>
              <a:gd name="connsiteY14" fmla="*/ 683590 h 2353947"/>
              <a:gd name="connsiteX15" fmla="*/ 1089660 w 6111240"/>
              <a:gd name="connsiteY15" fmla="*/ 409270 h 2353947"/>
              <a:gd name="connsiteX16" fmla="*/ 685800 w 6111240"/>
              <a:gd name="connsiteY16" fmla="*/ 485470 h 2353947"/>
              <a:gd name="connsiteX17" fmla="*/ 541020 w 6111240"/>
              <a:gd name="connsiteY17" fmla="*/ 416890 h 2353947"/>
              <a:gd name="connsiteX18" fmla="*/ 342900 w 6111240"/>
              <a:gd name="connsiteY18" fmla="*/ 13030 h 2353947"/>
              <a:gd name="connsiteX19" fmla="*/ 441960 w 6111240"/>
              <a:gd name="connsiteY19" fmla="*/ 96850 h 2353947"/>
              <a:gd name="connsiteX20" fmla="*/ 137160 w 6111240"/>
              <a:gd name="connsiteY20" fmla="*/ 73990 h 2353947"/>
              <a:gd name="connsiteX21" fmla="*/ 0 w 6111240"/>
              <a:gd name="connsiteY21" fmla="*/ 211150 h 2353947"/>
              <a:gd name="connsiteX0" fmla="*/ 6111240 w 6111240"/>
              <a:gd name="connsiteY0" fmla="*/ 409270 h 2353947"/>
              <a:gd name="connsiteX1" fmla="*/ 5829300 w 6111240"/>
              <a:gd name="connsiteY1" fmla="*/ 645490 h 2353947"/>
              <a:gd name="connsiteX2" fmla="*/ 5875020 w 6111240"/>
              <a:gd name="connsiteY2" fmla="*/ 790270 h 2353947"/>
              <a:gd name="connsiteX3" fmla="*/ 5798820 w 6111240"/>
              <a:gd name="connsiteY3" fmla="*/ 1148410 h 2353947"/>
              <a:gd name="connsiteX4" fmla="*/ 5577840 w 6111240"/>
              <a:gd name="connsiteY4" fmla="*/ 1102690 h 2353947"/>
              <a:gd name="connsiteX5" fmla="*/ 5692140 w 6111240"/>
              <a:gd name="connsiteY5" fmla="*/ 1171270 h 2353947"/>
              <a:gd name="connsiteX6" fmla="*/ 5730240 w 6111240"/>
              <a:gd name="connsiteY6" fmla="*/ 1178890 h 2353947"/>
              <a:gd name="connsiteX7" fmla="*/ 5669280 w 6111240"/>
              <a:gd name="connsiteY7" fmla="*/ 1552270 h 2353947"/>
              <a:gd name="connsiteX8" fmla="*/ 5120640 w 6111240"/>
              <a:gd name="connsiteY8" fmla="*/ 2329510 h 2353947"/>
              <a:gd name="connsiteX9" fmla="*/ 4861560 w 6111240"/>
              <a:gd name="connsiteY9" fmla="*/ 2070430 h 2353947"/>
              <a:gd name="connsiteX10" fmla="*/ 4564380 w 6111240"/>
              <a:gd name="connsiteY10" fmla="*/ 2078050 h 2353947"/>
              <a:gd name="connsiteX11" fmla="*/ 3261360 w 6111240"/>
              <a:gd name="connsiteY11" fmla="*/ 2344750 h 2353947"/>
              <a:gd name="connsiteX12" fmla="*/ 2773680 w 6111240"/>
              <a:gd name="connsiteY12" fmla="*/ 1697050 h 2353947"/>
              <a:gd name="connsiteX13" fmla="*/ 2171700 w 6111240"/>
              <a:gd name="connsiteY13" fmla="*/ 1750390 h 2353947"/>
              <a:gd name="connsiteX14" fmla="*/ 1455420 w 6111240"/>
              <a:gd name="connsiteY14" fmla="*/ 683590 h 2353947"/>
              <a:gd name="connsiteX15" fmla="*/ 1089660 w 6111240"/>
              <a:gd name="connsiteY15" fmla="*/ 409270 h 2353947"/>
              <a:gd name="connsiteX16" fmla="*/ 694267 w 6111240"/>
              <a:gd name="connsiteY16" fmla="*/ 366937 h 2353947"/>
              <a:gd name="connsiteX17" fmla="*/ 541020 w 6111240"/>
              <a:gd name="connsiteY17" fmla="*/ 416890 h 2353947"/>
              <a:gd name="connsiteX18" fmla="*/ 342900 w 6111240"/>
              <a:gd name="connsiteY18" fmla="*/ 13030 h 2353947"/>
              <a:gd name="connsiteX19" fmla="*/ 441960 w 6111240"/>
              <a:gd name="connsiteY19" fmla="*/ 96850 h 2353947"/>
              <a:gd name="connsiteX20" fmla="*/ 137160 w 6111240"/>
              <a:gd name="connsiteY20" fmla="*/ 73990 h 2353947"/>
              <a:gd name="connsiteX21" fmla="*/ 0 w 6111240"/>
              <a:gd name="connsiteY21" fmla="*/ 211150 h 2353947"/>
              <a:gd name="connsiteX0" fmla="*/ 6111240 w 6111240"/>
              <a:gd name="connsiteY0" fmla="*/ 406392 h 2351069"/>
              <a:gd name="connsiteX1" fmla="*/ 5829300 w 6111240"/>
              <a:gd name="connsiteY1" fmla="*/ 642612 h 2351069"/>
              <a:gd name="connsiteX2" fmla="*/ 5875020 w 6111240"/>
              <a:gd name="connsiteY2" fmla="*/ 787392 h 2351069"/>
              <a:gd name="connsiteX3" fmla="*/ 5798820 w 6111240"/>
              <a:gd name="connsiteY3" fmla="*/ 1145532 h 2351069"/>
              <a:gd name="connsiteX4" fmla="*/ 5577840 w 6111240"/>
              <a:gd name="connsiteY4" fmla="*/ 1099812 h 2351069"/>
              <a:gd name="connsiteX5" fmla="*/ 5692140 w 6111240"/>
              <a:gd name="connsiteY5" fmla="*/ 1168392 h 2351069"/>
              <a:gd name="connsiteX6" fmla="*/ 5730240 w 6111240"/>
              <a:gd name="connsiteY6" fmla="*/ 1176012 h 2351069"/>
              <a:gd name="connsiteX7" fmla="*/ 5669280 w 6111240"/>
              <a:gd name="connsiteY7" fmla="*/ 1549392 h 2351069"/>
              <a:gd name="connsiteX8" fmla="*/ 5120640 w 6111240"/>
              <a:gd name="connsiteY8" fmla="*/ 2326632 h 2351069"/>
              <a:gd name="connsiteX9" fmla="*/ 4861560 w 6111240"/>
              <a:gd name="connsiteY9" fmla="*/ 2067552 h 2351069"/>
              <a:gd name="connsiteX10" fmla="*/ 4564380 w 6111240"/>
              <a:gd name="connsiteY10" fmla="*/ 2075172 h 2351069"/>
              <a:gd name="connsiteX11" fmla="*/ 3261360 w 6111240"/>
              <a:gd name="connsiteY11" fmla="*/ 2341872 h 2351069"/>
              <a:gd name="connsiteX12" fmla="*/ 2773680 w 6111240"/>
              <a:gd name="connsiteY12" fmla="*/ 1694172 h 2351069"/>
              <a:gd name="connsiteX13" fmla="*/ 2171700 w 6111240"/>
              <a:gd name="connsiteY13" fmla="*/ 1747512 h 2351069"/>
              <a:gd name="connsiteX14" fmla="*/ 1455420 w 6111240"/>
              <a:gd name="connsiteY14" fmla="*/ 680712 h 2351069"/>
              <a:gd name="connsiteX15" fmla="*/ 1089660 w 6111240"/>
              <a:gd name="connsiteY15" fmla="*/ 406392 h 2351069"/>
              <a:gd name="connsiteX16" fmla="*/ 694267 w 6111240"/>
              <a:gd name="connsiteY16" fmla="*/ 364059 h 2351069"/>
              <a:gd name="connsiteX17" fmla="*/ 342900 w 6111240"/>
              <a:gd name="connsiteY17" fmla="*/ 10152 h 2351069"/>
              <a:gd name="connsiteX18" fmla="*/ 441960 w 6111240"/>
              <a:gd name="connsiteY18" fmla="*/ 93972 h 2351069"/>
              <a:gd name="connsiteX19" fmla="*/ 137160 w 6111240"/>
              <a:gd name="connsiteY19" fmla="*/ 71112 h 2351069"/>
              <a:gd name="connsiteX20" fmla="*/ 0 w 6111240"/>
              <a:gd name="connsiteY20" fmla="*/ 2082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8086 w 6170506"/>
              <a:gd name="connsiteY3" fmla="*/ 1145532 h 2351069"/>
              <a:gd name="connsiteX4" fmla="*/ 5637106 w 6170506"/>
              <a:gd name="connsiteY4" fmla="*/ 1099812 h 2351069"/>
              <a:gd name="connsiteX5" fmla="*/ 5751406 w 6170506"/>
              <a:gd name="connsiteY5" fmla="*/ 1168392 h 2351069"/>
              <a:gd name="connsiteX6" fmla="*/ 5789506 w 6170506"/>
              <a:gd name="connsiteY6" fmla="*/ 1176012 h 2351069"/>
              <a:gd name="connsiteX7" fmla="*/ 5728546 w 6170506"/>
              <a:gd name="connsiteY7" fmla="*/ 1549392 h 2351069"/>
              <a:gd name="connsiteX8" fmla="*/ 5179906 w 6170506"/>
              <a:gd name="connsiteY8" fmla="*/ 2326632 h 2351069"/>
              <a:gd name="connsiteX9" fmla="*/ 4920826 w 6170506"/>
              <a:gd name="connsiteY9" fmla="*/ 2067552 h 2351069"/>
              <a:gd name="connsiteX10" fmla="*/ 4623646 w 6170506"/>
              <a:gd name="connsiteY10" fmla="*/ 2075172 h 2351069"/>
              <a:gd name="connsiteX11" fmla="*/ 3320626 w 6170506"/>
              <a:gd name="connsiteY11" fmla="*/ 2341872 h 2351069"/>
              <a:gd name="connsiteX12" fmla="*/ 2832946 w 6170506"/>
              <a:gd name="connsiteY12" fmla="*/ 1694172 h 2351069"/>
              <a:gd name="connsiteX13" fmla="*/ 2230966 w 6170506"/>
              <a:gd name="connsiteY13" fmla="*/ 1747512 h 2351069"/>
              <a:gd name="connsiteX14" fmla="*/ 1514686 w 6170506"/>
              <a:gd name="connsiteY14" fmla="*/ 680712 h 2351069"/>
              <a:gd name="connsiteX15" fmla="*/ 1148926 w 6170506"/>
              <a:gd name="connsiteY15" fmla="*/ 406392 h 2351069"/>
              <a:gd name="connsiteX16" fmla="*/ 753533 w 6170506"/>
              <a:gd name="connsiteY16" fmla="*/ 364059 h 2351069"/>
              <a:gd name="connsiteX17" fmla="*/ 402166 w 6170506"/>
              <a:gd name="connsiteY17" fmla="*/ 10152 h 2351069"/>
              <a:gd name="connsiteX18" fmla="*/ 501226 w 6170506"/>
              <a:gd name="connsiteY18" fmla="*/ 93972 h 2351069"/>
              <a:gd name="connsiteX19" fmla="*/ 196426 w 6170506"/>
              <a:gd name="connsiteY19" fmla="*/ 71112 h 2351069"/>
              <a:gd name="connsiteX20" fmla="*/ 0 w 6170506"/>
              <a:gd name="connsiteY20" fmla="*/ 3606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8086 w 6170506"/>
              <a:gd name="connsiteY3" fmla="*/ 1145532 h 2351069"/>
              <a:gd name="connsiteX4" fmla="*/ 5510900 w 6170506"/>
              <a:gd name="connsiteY4" fmla="*/ 1204587 h 2351069"/>
              <a:gd name="connsiteX5" fmla="*/ 5751406 w 6170506"/>
              <a:gd name="connsiteY5" fmla="*/ 1168392 h 2351069"/>
              <a:gd name="connsiteX6" fmla="*/ 5789506 w 6170506"/>
              <a:gd name="connsiteY6" fmla="*/ 1176012 h 2351069"/>
              <a:gd name="connsiteX7" fmla="*/ 5728546 w 6170506"/>
              <a:gd name="connsiteY7" fmla="*/ 1549392 h 2351069"/>
              <a:gd name="connsiteX8" fmla="*/ 5179906 w 6170506"/>
              <a:gd name="connsiteY8" fmla="*/ 2326632 h 2351069"/>
              <a:gd name="connsiteX9" fmla="*/ 4920826 w 6170506"/>
              <a:gd name="connsiteY9" fmla="*/ 2067552 h 2351069"/>
              <a:gd name="connsiteX10" fmla="*/ 4623646 w 6170506"/>
              <a:gd name="connsiteY10" fmla="*/ 2075172 h 2351069"/>
              <a:gd name="connsiteX11" fmla="*/ 3320626 w 6170506"/>
              <a:gd name="connsiteY11" fmla="*/ 2341872 h 2351069"/>
              <a:gd name="connsiteX12" fmla="*/ 2832946 w 6170506"/>
              <a:gd name="connsiteY12" fmla="*/ 1694172 h 2351069"/>
              <a:gd name="connsiteX13" fmla="*/ 2230966 w 6170506"/>
              <a:gd name="connsiteY13" fmla="*/ 1747512 h 2351069"/>
              <a:gd name="connsiteX14" fmla="*/ 1514686 w 6170506"/>
              <a:gd name="connsiteY14" fmla="*/ 680712 h 2351069"/>
              <a:gd name="connsiteX15" fmla="*/ 1148926 w 6170506"/>
              <a:gd name="connsiteY15" fmla="*/ 406392 h 2351069"/>
              <a:gd name="connsiteX16" fmla="*/ 753533 w 6170506"/>
              <a:gd name="connsiteY16" fmla="*/ 364059 h 2351069"/>
              <a:gd name="connsiteX17" fmla="*/ 402166 w 6170506"/>
              <a:gd name="connsiteY17" fmla="*/ 10152 h 2351069"/>
              <a:gd name="connsiteX18" fmla="*/ 501226 w 6170506"/>
              <a:gd name="connsiteY18" fmla="*/ 93972 h 2351069"/>
              <a:gd name="connsiteX19" fmla="*/ 196426 w 6170506"/>
              <a:gd name="connsiteY19" fmla="*/ 71112 h 2351069"/>
              <a:gd name="connsiteX20" fmla="*/ 0 w 6170506"/>
              <a:gd name="connsiteY20" fmla="*/ 3606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8086 w 6170506"/>
              <a:gd name="connsiteY3" fmla="*/ 1145532 h 2351069"/>
              <a:gd name="connsiteX4" fmla="*/ 5510900 w 6170506"/>
              <a:gd name="connsiteY4" fmla="*/ 1204587 h 2351069"/>
              <a:gd name="connsiteX5" fmla="*/ 5632344 w 6170506"/>
              <a:gd name="connsiteY5" fmla="*/ 1120767 h 2351069"/>
              <a:gd name="connsiteX6" fmla="*/ 5789506 w 6170506"/>
              <a:gd name="connsiteY6" fmla="*/ 1176012 h 2351069"/>
              <a:gd name="connsiteX7" fmla="*/ 5728546 w 6170506"/>
              <a:gd name="connsiteY7" fmla="*/ 1549392 h 2351069"/>
              <a:gd name="connsiteX8" fmla="*/ 5179906 w 6170506"/>
              <a:gd name="connsiteY8" fmla="*/ 2326632 h 2351069"/>
              <a:gd name="connsiteX9" fmla="*/ 4920826 w 6170506"/>
              <a:gd name="connsiteY9" fmla="*/ 2067552 h 2351069"/>
              <a:gd name="connsiteX10" fmla="*/ 4623646 w 6170506"/>
              <a:gd name="connsiteY10" fmla="*/ 2075172 h 2351069"/>
              <a:gd name="connsiteX11" fmla="*/ 3320626 w 6170506"/>
              <a:gd name="connsiteY11" fmla="*/ 2341872 h 2351069"/>
              <a:gd name="connsiteX12" fmla="*/ 2832946 w 6170506"/>
              <a:gd name="connsiteY12" fmla="*/ 1694172 h 2351069"/>
              <a:gd name="connsiteX13" fmla="*/ 2230966 w 6170506"/>
              <a:gd name="connsiteY13" fmla="*/ 1747512 h 2351069"/>
              <a:gd name="connsiteX14" fmla="*/ 1514686 w 6170506"/>
              <a:gd name="connsiteY14" fmla="*/ 680712 h 2351069"/>
              <a:gd name="connsiteX15" fmla="*/ 1148926 w 6170506"/>
              <a:gd name="connsiteY15" fmla="*/ 406392 h 2351069"/>
              <a:gd name="connsiteX16" fmla="*/ 753533 w 6170506"/>
              <a:gd name="connsiteY16" fmla="*/ 364059 h 2351069"/>
              <a:gd name="connsiteX17" fmla="*/ 402166 w 6170506"/>
              <a:gd name="connsiteY17" fmla="*/ 10152 h 2351069"/>
              <a:gd name="connsiteX18" fmla="*/ 501226 w 6170506"/>
              <a:gd name="connsiteY18" fmla="*/ 93972 h 2351069"/>
              <a:gd name="connsiteX19" fmla="*/ 196426 w 6170506"/>
              <a:gd name="connsiteY19" fmla="*/ 71112 h 2351069"/>
              <a:gd name="connsiteX20" fmla="*/ 0 w 6170506"/>
              <a:gd name="connsiteY20" fmla="*/ 3606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8086 w 6170506"/>
              <a:gd name="connsiteY3" fmla="*/ 1145532 h 2351069"/>
              <a:gd name="connsiteX4" fmla="*/ 5510900 w 6170506"/>
              <a:gd name="connsiteY4" fmla="*/ 1204587 h 2351069"/>
              <a:gd name="connsiteX5" fmla="*/ 5622819 w 6170506"/>
              <a:gd name="connsiteY5" fmla="*/ 1125529 h 2351069"/>
              <a:gd name="connsiteX6" fmla="*/ 5789506 w 6170506"/>
              <a:gd name="connsiteY6" fmla="*/ 1176012 h 2351069"/>
              <a:gd name="connsiteX7" fmla="*/ 5728546 w 6170506"/>
              <a:gd name="connsiteY7" fmla="*/ 1549392 h 2351069"/>
              <a:gd name="connsiteX8" fmla="*/ 5179906 w 6170506"/>
              <a:gd name="connsiteY8" fmla="*/ 2326632 h 2351069"/>
              <a:gd name="connsiteX9" fmla="*/ 4920826 w 6170506"/>
              <a:gd name="connsiteY9" fmla="*/ 2067552 h 2351069"/>
              <a:gd name="connsiteX10" fmla="*/ 4623646 w 6170506"/>
              <a:gd name="connsiteY10" fmla="*/ 2075172 h 2351069"/>
              <a:gd name="connsiteX11" fmla="*/ 3320626 w 6170506"/>
              <a:gd name="connsiteY11" fmla="*/ 2341872 h 2351069"/>
              <a:gd name="connsiteX12" fmla="*/ 2832946 w 6170506"/>
              <a:gd name="connsiteY12" fmla="*/ 1694172 h 2351069"/>
              <a:gd name="connsiteX13" fmla="*/ 2230966 w 6170506"/>
              <a:gd name="connsiteY13" fmla="*/ 1747512 h 2351069"/>
              <a:gd name="connsiteX14" fmla="*/ 1514686 w 6170506"/>
              <a:gd name="connsiteY14" fmla="*/ 680712 h 2351069"/>
              <a:gd name="connsiteX15" fmla="*/ 1148926 w 6170506"/>
              <a:gd name="connsiteY15" fmla="*/ 406392 h 2351069"/>
              <a:gd name="connsiteX16" fmla="*/ 753533 w 6170506"/>
              <a:gd name="connsiteY16" fmla="*/ 364059 h 2351069"/>
              <a:gd name="connsiteX17" fmla="*/ 402166 w 6170506"/>
              <a:gd name="connsiteY17" fmla="*/ 10152 h 2351069"/>
              <a:gd name="connsiteX18" fmla="*/ 501226 w 6170506"/>
              <a:gd name="connsiteY18" fmla="*/ 93972 h 2351069"/>
              <a:gd name="connsiteX19" fmla="*/ 196426 w 6170506"/>
              <a:gd name="connsiteY19" fmla="*/ 71112 h 2351069"/>
              <a:gd name="connsiteX20" fmla="*/ 0 w 6170506"/>
              <a:gd name="connsiteY20" fmla="*/ 3606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8086 w 6170506"/>
              <a:gd name="connsiteY3" fmla="*/ 1145532 h 2351069"/>
              <a:gd name="connsiteX4" fmla="*/ 5510900 w 6170506"/>
              <a:gd name="connsiteY4" fmla="*/ 1204587 h 2351069"/>
              <a:gd name="connsiteX5" fmla="*/ 5622819 w 6170506"/>
              <a:gd name="connsiteY5" fmla="*/ 1125529 h 2351069"/>
              <a:gd name="connsiteX6" fmla="*/ 5768075 w 6170506"/>
              <a:gd name="connsiteY6" fmla="*/ 1245068 h 2351069"/>
              <a:gd name="connsiteX7" fmla="*/ 5728546 w 6170506"/>
              <a:gd name="connsiteY7" fmla="*/ 1549392 h 2351069"/>
              <a:gd name="connsiteX8" fmla="*/ 5179906 w 6170506"/>
              <a:gd name="connsiteY8" fmla="*/ 2326632 h 2351069"/>
              <a:gd name="connsiteX9" fmla="*/ 4920826 w 6170506"/>
              <a:gd name="connsiteY9" fmla="*/ 2067552 h 2351069"/>
              <a:gd name="connsiteX10" fmla="*/ 4623646 w 6170506"/>
              <a:gd name="connsiteY10" fmla="*/ 2075172 h 2351069"/>
              <a:gd name="connsiteX11" fmla="*/ 3320626 w 6170506"/>
              <a:gd name="connsiteY11" fmla="*/ 2341872 h 2351069"/>
              <a:gd name="connsiteX12" fmla="*/ 2832946 w 6170506"/>
              <a:gd name="connsiteY12" fmla="*/ 1694172 h 2351069"/>
              <a:gd name="connsiteX13" fmla="*/ 2230966 w 6170506"/>
              <a:gd name="connsiteY13" fmla="*/ 1747512 h 2351069"/>
              <a:gd name="connsiteX14" fmla="*/ 1514686 w 6170506"/>
              <a:gd name="connsiteY14" fmla="*/ 680712 h 2351069"/>
              <a:gd name="connsiteX15" fmla="*/ 1148926 w 6170506"/>
              <a:gd name="connsiteY15" fmla="*/ 406392 h 2351069"/>
              <a:gd name="connsiteX16" fmla="*/ 753533 w 6170506"/>
              <a:gd name="connsiteY16" fmla="*/ 364059 h 2351069"/>
              <a:gd name="connsiteX17" fmla="*/ 402166 w 6170506"/>
              <a:gd name="connsiteY17" fmla="*/ 10152 h 2351069"/>
              <a:gd name="connsiteX18" fmla="*/ 501226 w 6170506"/>
              <a:gd name="connsiteY18" fmla="*/ 93972 h 2351069"/>
              <a:gd name="connsiteX19" fmla="*/ 196426 w 6170506"/>
              <a:gd name="connsiteY19" fmla="*/ 71112 h 2351069"/>
              <a:gd name="connsiteX20" fmla="*/ 0 w 6170506"/>
              <a:gd name="connsiteY20" fmla="*/ 3606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8086 w 6170506"/>
              <a:gd name="connsiteY3" fmla="*/ 1145532 h 2351069"/>
              <a:gd name="connsiteX4" fmla="*/ 5510900 w 6170506"/>
              <a:gd name="connsiteY4" fmla="*/ 1204587 h 2351069"/>
              <a:gd name="connsiteX5" fmla="*/ 5622819 w 6170506"/>
              <a:gd name="connsiteY5" fmla="*/ 1125529 h 2351069"/>
              <a:gd name="connsiteX6" fmla="*/ 5770456 w 6170506"/>
              <a:gd name="connsiteY6" fmla="*/ 1104574 h 2351069"/>
              <a:gd name="connsiteX7" fmla="*/ 5728546 w 6170506"/>
              <a:gd name="connsiteY7" fmla="*/ 1549392 h 2351069"/>
              <a:gd name="connsiteX8" fmla="*/ 5179906 w 6170506"/>
              <a:gd name="connsiteY8" fmla="*/ 2326632 h 2351069"/>
              <a:gd name="connsiteX9" fmla="*/ 4920826 w 6170506"/>
              <a:gd name="connsiteY9" fmla="*/ 2067552 h 2351069"/>
              <a:gd name="connsiteX10" fmla="*/ 4623646 w 6170506"/>
              <a:gd name="connsiteY10" fmla="*/ 2075172 h 2351069"/>
              <a:gd name="connsiteX11" fmla="*/ 3320626 w 6170506"/>
              <a:gd name="connsiteY11" fmla="*/ 2341872 h 2351069"/>
              <a:gd name="connsiteX12" fmla="*/ 2832946 w 6170506"/>
              <a:gd name="connsiteY12" fmla="*/ 1694172 h 2351069"/>
              <a:gd name="connsiteX13" fmla="*/ 2230966 w 6170506"/>
              <a:gd name="connsiteY13" fmla="*/ 1747512 h 2351069"/>
              <a:gd name="connsiteX14" fmla="*/ 1514686 w 6170506"/>
              <a:gd name="connsiteY14" fmla="*/ 680712 h 2351069"/>
              <a:gd name="connsiteX15" fmla="*/ 1148926 w 6170506"/>
              <a:gd name="connsiteY15" fmla="*/ 406392 h 2351069"/>
              <a:gd name="connsiteX16" fmla="*/ 753533 w 6170506"/>
              <a:gd name="connsiteY16" fmla="*/ 364059 h 2351069"/>
              <a:gd name="connsiteX17" fmla="*/ 402166 w 6170506"/>
              <a:gd name="connsiteY17" fmla="*/ 10152 h 2351069"/>
              <a:gd name="connsiteX18" fmla="*/ 501226 w 6170506"/>
              <a:gd name="connsiteY18" fmla="*/ 93972 h 2351069"/>
              <a:gd name="connsiteX19" fmla="*/ 196426 w 6170506"/>
              <a:gd name="connsiteY19" fmla="*/ 71112 h 2351069"/>
              <a:gd name="connsiteX20" fmla="*/ 0 w 6170506"/>
              <a:gd name="connsiteY20" fmla="*/ 3606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8086 w 6170506"/>
              <a:gd name="connsiteY3" fmla="*/ 1090763 h 2351069"/>
              <a:gd name="connsiteX4" fmla="*/ 5510900 w 6170506"/>
              <a:gd name="connsiteY4" fmla="*/ 1204587 h 2351069"/>
              <a:gd name="connsiteX5" fmla="*/ 5622819 w 6170506"/>
              <a:gd name="connsiteY5" fmla="*/ 1125529 h 2351069"/>
              <a:gd name="connsiteX6" fmla="*/ 5770456 w 6170506"/>
              <a:gd name="connsiteY6" fmla="*/ 1104574 h 2351069"/>
              <a:gd name="connsiteX7" fmla="*/ 5728546 w 6170506"/>
              <a:gd name="connsiteY7" fmla="*/ 1549392 h 2351069"/>
              <a:gd name="connsiteX8" fmla="*/ 5179906 w 6170506"/>
              <a:gd name="connsiteY8" fmla="*/ 2326632 h 2351069"/>
              <a:gd name="connsiteX9" fmla="*/ 4920826 w 6170506"/>
              <a:gd name="connsiteY9" fmla="*/ 2067552 h 2351069"/>
              <a:gd name="connsiteX10" fmla="*/ 4623646 w 6170506"/>
              <a:gd name="connsiteY10" fmla="*/ 2075172 h 2351069"/>
              <a:gd name="connsiteX11" fmla="*/ 3320626 w 6170506"/>
              <a:gd name="connsiteY11" fmla="*/ 2341872 h 2351069"/>
              <a:gd name="connsiteX12" fmla="*/ 2832946 w 6170506"/>
              <a:gd name="connsiteY12" fmla="*/ 1694172 h 2351069"/>
              <a:gd name="connsiteX13" fmla="*/ 2230966 w 6170506"/>
              <a:gd name="connsiteY13" fmla="*/ 1747512 h 2351069"/>
              <a:gd name="connsiteX14" fmla="*/ 1514686 w 6170506"/>
              <a:gd name="connsiteY14" fmla="*/ 680712 h 2351069"/>
              <a:gd name="connsiteX15" fmla="*/ 1148926 w 6170506"/>
              <a:gd name="connsiteY15" fmla="*/ 406392 h 2351069"/>
              <a:gd name="connsiteX16" fmla="*/ 753533 w 6170506"/>
              <a:gd name="connsiteY16" fmla="*/ 364059 h 2351069"/>
              <a:gd name="connsiteX17" fmla="*/ 402166 w 6170506"/>
              <a:gd name="connsiteY17" fmla="*/ 10152 h 2351069"/>
              <a:gd name="connsiteX18" fmla="*/ 501226 w 6170506"/>
              <a:gd name="connsiteY18" fmla="*/ 93972 h 2351069"/>
              <a:gd name="connsiteX19" fmla="*/ 196426 w 6170506"/>
              <a:gd name="connsiteY19" fmla="*/ 71112 h 2351069"/>
              <a:gd name="connsiteX20" fmla="*/ 0 w 6170506"/>
              <a:gd name="connsiteY20" fmla="*/ 3606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0942 w 6170506"/>
              <a:gd name="connsiteY3" fmla="*/ 1181251 h 2351069"/>
              <a:gd name="connsiteX4" fmla="*/ 5510900 w 6170506"/>
              <a:gd name="connsiteY4" fmla="*/ 1204587 h 2351069"/>
              <a:gd name="connsiteX5" fmla="*/ 5622819 w 6170506"/>
              <a:gd name="connsiteY5" fmla="*/ 1125529 h 2351069"/>
              <a:gd name="connsiteX6" fmla="*/ 5770456 w 6170506"/>
              <a:gd name="connsiteY6" fmla="*/ 1104574 h 2351069"/>
              <a:gd name="connsiteX7" fmla="*/ 5728546 w 6170506"/>
              <a:gd name="connsiteY7" fmla="*/ 1549392 h 2351069"/>
              <a:gd name="connsiteX8" fmla="*/ 5179906 w 6170506"/>
              <a:gd name="connsiteY8" fmla="*/ 2326632 h 2351069"/>
              <a:gd name="connsiteX9" fmla="*/ 4920826 w 6170506"/>
              <a:gd name="connsiteY9" fmla="*/ 2067552 h 2351069"/>
              <a:gd name="connsiteX10" fmla="*/ 4623646 w 6170506"/>
              <a:gd name="connsiteY10" fmla="*/ 2075172 h 2351069"/>
              <a:gd name="connsiteX11" fmla="*/ 3320626 w 6170506"/>
              <a:gd name="connsiteY11" fmla="*/ 2341872 h 2351069"/>
              <a:gd name="connsiteX12" fmla="*/ 2832946 w 6170506"/>
              <a:gd name="connsiteY12" fmla="*/ 1694172 h 2351069"/>
              <a:gd name="connsiteX13" fmla="*/ 2230966 w 6170506"/>
              <a:gd name="connsiteY13" fmla="*/ 1747512 h 2351069"/>
              <a:gd name="connsiteX14" fmla="*/ 1514686 w 6170506"/>
              <a:gd name="connsiteY14" fmla="*/ 680712 h 2351069"/>
              <a:gd name="connsiteX15" fmla="*/ 1148926 w 6170506"/>
              <a:gd name="connsiteY15" fmla="*/ 406392 h 2351069"/>
              <a:gd name="connsiteX16" fmla="*/ 753533 w 6170506"/>
              <a:gd name="connsiteY16" fmla="*/ 364059 h 2351069"/>
              <a:gd name="connsiteX17" fmla="*/ 402166 w 6170506"/>
              <a:gd name="connsiteY17" fmla="*/ 10152 h 2351069"/>
              <a:gd name="connsiteX18" fmla="*/ 501226 w 6170506"/>
              <a:gd name="connsiteY18" fmla="*/ 93972 h 2351069"/>
              <a:gd name="connsiteX19" fmla="*/ 196426 w 6170506"/>
              <a:gd name="connsiteY19" fmla="*/ 71112 h 2351069"/>
              <a:gd name="connsiteX20" fmla="*/ 0 w 6170506"/>
              <a:gd name="connsiteY20" fmla="*/ 3606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0942 w 6170506"/>
              <a:gd name="connsiteY3" fmla="*/ 1181251 h 2351069"/>
              <a:gd name="connsiteX4" fmla="*/ 5510900 w 6170506"/>
              <a:gd name="connsiteY4" fmla="*/ 1204587 h 2351069"/>
              <a:gd name="connsiteX5" fmla="*/ 5615675 w 6170506"/>
              <a:gd name="connsiteY5" fmla="*/ 1130292 h 2351069"/>
              <a:gd name="connsiteX6" fmla="*/ 5770456 w 6170506"/>
              <a:gd name="connsiteY6" fmla="*/ 1104574 h 2351069"/>
              <a:gd name="connsiteX7" fmla="*/ 5728546 w 6170506"/>
              <a:gd name="connsiteY7" fmla="*/ 1549392 h 2351069"/>
              <a:gd name="connsiteX8" fmla="*/ 5179906 w 6170506"/>
              <a:gd name="connsiteY8" fmla="*/ 2326632 h 2351069"/>
              <a:gd name="connsiteX9" fmla="*/ 4920826 w 6170506"/>
              <a:gd name="connsiteY9" fmla="*/ 2067552 h 2351069"/>
              <a:gd name="connsiteX10" fmla="*/ 4623646 w 6170506"/>
              <a:gd name="connsiteY10" fmla="*/ 2075172 h 2351069"/>
              <a:gd name="connsiteX11" fmla="*/ 3320626 w 6170506"/>
              <a:gd name="connsiteY11" fmla="*/ 2341872 h 2351069"/>
              <a:gd name="connsiteX12" fmla="*/ 2832946 w 6170506"/>
              <a:gd name="connsiteY12" fmla="*/ 1694172 h 2351069"/>
              <a:gd name="connsiteX13" fmla="*/ 2230966 w 6170506"/>
              <a:gd name="connsiteY13" fmla="*/ 1747512 h 2351069"/>
              <a:gd name="connsiteX14" fmla="*/ 1514686 w 6170506"/>
              <a:gd name="connsiteY14" fmla="*/ 680712 h 2351069"/>
              <a:gd name="connsiteX15" fmla="*/ 1148926 w 6170506"/>
              <a:gd name="connsiteY15" fmla="*/ 406392 h 2351069"/>
              <a:gd name="connsiteX16" fmla="*/ 753533 w 6170506"/>
              <a:gd name="connsiteY16" fmla="*/ 364059 h 2351069"/>
              <a:gd name="connsiteX17" fmla="*/ 402166 w 6170506"/>
              <a:gd name="connsiteY17" fmla="*/ 10152 h 2351069"/>
              <a:gd name="connsiteX18" fmla="*/ 501226 w 6170506"/>
              <a:gd name="connsiteY18" fmla="*/ 93972 h 2351069"/>
              <a:gd name="connsiteX19" fmla="*/ 196426 w 6170506"/>
              <a:gd name="connsiteY19" fmla="*/ 71112 h 2351069"/>
              <a:gd name="connsiteX20" fmla="*/ 0 w 6170506"/>
              <a:gd name="connsiteY20" fmla="*/ 3606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0942 w 6170506"/>
              <a:gd name="connsiteY3" fmla="*/ 1181251 h 2351069"/>
              <a:gd name="connsiteX4" fmla="*/ 5510900 w 6170506"/>
              <a:gd name="connsiteY4" fmla="*/ 1204587 h 2351069"/>
              <a:gd name="connsiteX5" fmla="*/ 5615675 w 6170506"/>
              <a:gd name="connsiteY5" fmla="*/ 1130292 h 2351069"/>
              <a:gd name="connsiteX6" fmla="*/ 5722831 w 6170506"/>
              <a:gd name="connsiteY6" fmla="*/ 1142674 h 2351069"/>
              <a:gd name="connsiteX7" fmla="*/ 5728546 w 6170506"/>
              <a:gd name="connsiteY7" fmla="*/ 1549392 h 2351069"/>
              <a:gd name="connsiteX8" fmla="*/ 5179906 w 6170506"/>
              <a:gd name="connsiteY8" fmla="*/ 2326632 h 2351069"/>
              <a:gd name="connsiteX9" fmla="*/ 4920826 w 6170506"/>
              <a:gd name="connsiteY9" fmla="*/ 2067552 h 2351069"/>
              <a:gd name="connsiteX10" fmla="*/ 4623646 w 6170506"/>
              <a:gd name="connsiteY10" fmla="*/ 2075172 h 2351069"/>
              <a:gd name="connsiteX11" fmla="*/ 3320626 w 6170506"/>
              <a:gd name="connsiteY11" fmla="*/ 2341872 h 2351069"/>
              <a:gd name="connsiteX12" fmla="*/ 2832946 w 6170506"/>
              <a:gd name="connsiteY12" fmla="*/ 1694172 h 2351069"/>
              <a:gd name="connsiteX13" fmla="*/ 2230966 w 6170506"/>
              <a:gd name="connsiteY13" fmla="*/ 1747512 h 2351069"/>
              <a:gd name="connsiteX14" fmla="*/ 1514686 w 6170506"/>
              <a:gd name="connsiteY14" fmla="*/ 680712 h 2351069"/>
              <a:gd name="connsiteX15" fmla="*/ 1148926 w 6170506"/>
              <a:gd name="connsiteY15" fmla="*/ 406392 h 2351069"/>
              <a:gd name="connsiteX16" fmla="*/ 753533 w 6170506"/>
              <a:gd name="connsiteY16" fmla="*/ 364059 h 2351069"/>
              <a:gd name="connsiteX17" fmla="*/ 402166 w 6170506"/>
              <a:gd name="connsiteY17" fmla="*/ 10152 h 2351069"/>
              <a:gd name="connsiteX18" fmla="*/ 501226 w 6170506"/>
              <a:gd name="connsiteY18" fmla="*/ 93972 h 2351069"/>
              <a:gd name="connsiteX19" fmla="*/ 196426 w 6170506"/>
              <a:gd name="connsiteY19" fmla="*/ 71112 h 2351069"/>
              <a:gd name="connsiteX20" fmla="*/ 0 w 6170506"/>
              <a:gd name="connsiteY20" fmla="*/ 3606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0942 w 6170506"/>
              <a:gd name="connsiteY3" fmla="*/ 1181251 h 2351069"/>
              <a:gd name="connsiteX4" fmla="*/ 5510900 w 6170506"/>
              <a:gd name="connsiteY4" fmla="*/ 1204587 h 2351069"/>
              <a:gd name="connsiteX5" fmla="*/ 5615675 w 6170506"/>
              <a:gd name="connsiteY5" fmla="*/ 1130292 h 2351069"/>
              <a:gd name="connsiteX6" fmla="*/ 5722831 w 6170506"/>
              <a:gd name="connsiteY6" fmla="*/ 1142674 h 2351069"/>
              <a:gd name="connsiteX7" fmla="*/ 5645202 w 6170506"/>
              <a:gd name="connsiteY7" fmla="*/ 1644642 h 2351069"/>
              <a:gd name="connsiteX8" fmla="*/ 5179906 w 6170506"/>
              <a:gd name="connsiteY8" fmla="*/ 2326632 h 2351069"/>
              <a:gd name="connsiteX9" fmla="*/ 4920826 w 6170506"/>
              <a:gd name="connsiteY9" fmla="*/ 2067552 h 2351069"/>
              <a:gd name="connsiteX10" fmla="*/ 4623646 w 6170506"/>
              <a:gd name="connsiteY10" fmla="*/ 2075172 h 2351069"/>
              <a:gd name="connsiteX11" fmla="*/ 3320626 w 6170506"/>
              <a:gd name="connsiteY11" fmla="*/ 2341872 h 2351069"/>
              <a:gd name="connsiteX12" fmla="*/ 2832946 w 6170506"/>
              <a:gd name="connsiteY12" fmla="*/ 1694172 h 2351069"/>
              <a:gd name="connsiteX13" fmla="*/ 2230966 w 6170506"/>
              <a:gd name="connsiteY13" fmla="*/ 1747512 h 2351069"/>
              <a:gd name="connsiteX14" fmla="*/ 1514686 w 6170506"/>
              <a:gd name="connsiteY14" fmla="*/ 680712 h 2351069"/>
              <a:gd name="connsiteX15" fmla="*/ 1148926 w 6170506"/>
              <a:gd name="connsiteY15" fmla="*/ 406392 h 2351069"/>
              <a:gd name="connsiteX16" fmla="*/ 753533 w 6170506"/>
              <a:gd name="connsiteY16" fmla="*/ 364059 h 2351069"/>
              <a:gd name="connsiteX17" fmla="*/ 402166 w 6170506"/>
              <a:gd name="connsiteY17" fmla="*/ 10152 h 2351069"/>
              <a:gd name="connsiteX18" fmla="*/ 501226 w 6170506"/>
              <a:gd name="connsiteY18" fmla="*/ 93972 h 2351069"/>
              <a:gd name="connsiteX19" fmla="*/ 196426 w 6170506"/>
              <a:gd name="connsiteY19" fmla="*/ 71112 h 2351069"/>
              <a:gd name="connsiteX20" fmla="*/ 0 w 6170506"/>
              <a:gd name="connsiteY20" fmla="*/ 3606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0942 w 6170506"/>
              <a:gd name="connsiteY3" fmla="*/ 1181251 h 2351069"/>
              <a:gd name="connsiteX4" fmla="*/ 5510900 w 6170506"/>
              <a:gd name="connsiteY4" fmla="*/ 1204587 h 2351069"/>
              <a:gd name="connsiteX5" fmla="*/ 5615675 w 6170506"/>
              <a:gd name="connsiteY5" fmla="*/ 1130292 h 2351069"/>
              <a:gd name="connsiteX6" fmla="*/ 5645202 w 6170506"/>
              <a:gd name="connsiteY6" fmla="*/ 1644642 h 2351069"/>
              <a:gd name="connsiteX7" fmla="*/ 5179906 w 6170506"/>
              <a:gd name="connsiteY7" fmla="*/ 2326632 h 2351069"/>
              <a:gd name="connsiteX8" fmla="*/ 4920826 w 6170506"/>
              <a:gd name="connsiteY8" fmla="*/ 2067552 h 2351069"/>
              <a:gd name="connsiteX9" fmla="*/ 4623646 w 6170506"/>
              <a:gd name="connsiteY9" fmla="*/ 2075172 h 2351069"/>
              <a:gd name="connsiteX10" fmla="*/ 3320626 w 6170506"/>
              <a:gd name="connsiteY10" fmla="*/ 2341872 h 2351069"/>
              <a:gd name="connsiteX11" fmla="*/ 2832946 w 6170506"/>
              <a:gd name="connsiteY11" fmla="*/ 1694172 h 2351069"/>
              <a:gd name="connsiteX12" fmla="*/ 2230966 w 6170506"/>
              <a:gd name="connsiteY12" fmla="*/ 1747512 h 2351069"/>
              <a:gd name="connsiteX13" fmla="*/ 1514686 w 6170506"/>
              <a:gd name="connsiteY13" fmla="*/ 680712 h 2351069"/>
              <a:gd name="connsiteX14" fmla="*/ 1148926 w 6170506"/>
              <a:gd name="connsiteY14" fmla="*/ 406392 h 2351069"/>
              <a:gd name="connsiteX15" fmla="*/ 753533 w 6170506"/>
              <a:gd name="connsiteY15" fmla="*/ 364059 h 2351069"/>
              <a:gd name="connsiteX16" fmla="*/ 402166 w 6170506"/>
              <a:gd name="connsiteY16" fmla="*/ 10152 h 2351069"/>
              <a:gd name="connsiteX17" fmla="*/ 501226 w 6170506"/>
              <a:gd name="connsiteY17" fmla="*/ 93972 h 2351069"/>
              <a:gd name="connsiteX18" fmla="*/ 196426 w 6170506"/>
              <a:gd name="connsiteY18" fmla="*/ 71112 h 2351069"/>
              <a:gd name="connsiteX19" fmla="*/ 0 w 6170506"/>
              <a:gd name="connsiteY19" fmla="*/ 3606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0942 w 6170506"/>
              <a:gd name="connsiteY3" fmla="*/ 1181251 h 2351069"/>
              <a:gd name="connsiteX4" fmla="*/ 5510900 w 6170506"/>
              <a:gd name="connsiteY4" fmla="*/ 1204587 h 2351069"/>
              <a:gd name="connsiteX5" fmla="*/ 5627581 w 6170506"/>
              <a:gd name="connsiteY5" fmla="*/ 1135054 h 2351069"/>
              <a:gd name="connsiteX6" fmla="*/ 5645202 w 6170506"/>
              <a:gd name="connsiteY6" fmla="*/ 1644642 h 2351069"/>
              <a:gd name="connsiteX7" fmla="*/ 5179906 w 6170506"/>
              <a:gd name="connsiteY7" fmla="*/ 2326632 h 2351069"/>
              <a:gd name="connsiteX8" fmla="*/ 4920826 w 6170506"/>
              <a:gd name="connsiteY8" fmla="*/ 2067552 h 2351069"/>
              <a:gd name="connsiteX9" fmla="*/ 4623646 w 6170506"/>
              <a:gd name="connsiteY9" fmla="*/ 2075172 h 2351069"/>
              <a:gd name="connsiteX10" fmla="*/ 3320626 w 6170506"/>
              <a:gd name="connsiteY10" fmla="*/ 2341872 h 2351069"/>
              <a:gd name="connsiteX11" fmla="*/ 2832946 w 6170506"/>
              <a:gd name="connsiteY11" fmla="*/ 1694172 h 2351069"/>
              <a:gd name="connsiteX12" fmla="*/ 2230966 w 6170506"/>
              <a:gd name="connsiteY12" fmla="*/ 1747512 h 2351069"/>
              <a:gd name="connsiteX13" fmla="*/ 1514686 w 6170506"/>
              <a:gd name="connsiteY13" fmla="*/ 680712 h 2351069"/>
              <a:gd name="connsiteX14" fmla="*/ 1148926 w 6170506"/>
              <a:gd name="connsiteY14" fmla="*/ 406392 h 2351069"/>
              <a:gd name="connsiteX15" fmla="*/ 753533 w 6170506"/>
              <a:gd name="connsiteY15" fmla="*/ 364059 h 2351069"/>
              <a:gd name="connsiteX16" fmla="*/ 402166 w 6170506"/>
              <a:gd name="connsiteY16" fmla="*/ 10152 h 2351069"/>
              <a:gd name="connsiteX17" fmla="*/ 501226 w 6170506"/>
              <a:gd name="connsiteY17" fmla="*/ 93972 h 2351069"/>
              <a:gd name="connsiteX18" fmla="*/ 196426 w 6170506"/>
              <a:gd name="connsiteY18" fmla="*/ 71112 h 2351069"/>
              <a:gd name="connsiteX19" fmla="*/ 0 w 6170506"/>
              <a:gd name="connsiteY19" fmla="*/ 3606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0942 w 6170506"/>
              <a:gd name="connsiteY3" fmla="*/ 1181251 h 2351069"/>
              <a:gd name="connsiteX4" fmla="*/ 5510900 w 6170506"/>
              <a:gd name="connsiteY4" fmla="*/ 1204587 h 2351069"/>
              <a:gd name="connsiteX5" fmla="*/ 5627581 w 6170506"/>
              <a:gd name="connsiteY5" fmla="*/ 1135054 h 2351069"/>
              <a:gd name="connsiteX6" fmla="*/ 5645202 w 6170506"/>
              <a:gd name="connsiteY6" fmla="*/ 1644642 h 2351069"/>
              <a:gd name="connsiteX7" fmla="*/ 5179906 w 6170506"/>
              <a:gd name="connsiteY7" fmla="*/ 2326632 h 2351069"/>
              <a:gd name="connsiteX8" fmla="*/ 4920826 w 6170506"/>
              <a:gd name="connsiteY8" fmla="*/ 2067552 h 2351069"/>
              <a:gd name="connsiteX9" fmla="*/ 4623646 w 6170506"/>
              <a:gd name="connsiteY9" fmla="*/ 2075172 h 2351069"/>
              <a:gd name="connsiteX10" fmla="*/ 3320626 w 6170506"/>
              <a:gd name="connsiteY10" fmla="*/ 2341872 h 2351069"/>
              <a:gd name="connsiteX11" fmla="*/ 2832946 w 6170506"/>
              <a:gd name="connsiteY11" fmla="*/ 1694172 h 2351069"/>
              <a:gd name="connsiteX12" fmla="*/ 2230966 w 6170506"/>
              <a:gd name="connsiteY12" fmla="*/ 1747512 h 2351069"/>
              <a:gd name="connsiteX13" fmla="*/ 1514686 w 6170506"/>
              <a:gd name="connsiteY13" fmla="*/ 680712 h 2351069"/>
              <a:gd name="connsiteX14" fmla="*/ 1148926 w 6170506"/>
              <a:gd name="connsiteY14" fmla="*/ 406392 h 2351069"/>
              <a:gd name="connsiteX15" fmla="*/ 753533 w 6170506"/>
              <a:gd name="connsiteY15" fmla="*/ 364059 h 2351069"/>
              <a:gd name="connsiteX16" fmla="*/ 402166 w 6170506"/>
              <a:gd name="connsiteY16" fmla="*/ 10152 h 2351069"/>
              <a:gd name="connsiteX17" fmla="*/ 501226 w 6170506"/>
              <a:gd name="connsiteY17" fmla="*/ 93972 h 2351069"/>
              <a:gd name="connsiteX18" fmla="*/ 196426 w 6170506"/>
              <a:gd name="connsiteY18" fmla="*/ 71112 h 2351069"/>
              <a:gd name="connsiteX19" fmla="*/ 0 w 6170506"/>
              <a:gd name="connsiteY19" fmla="*/ 3606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0942 w 6170506"/>
              <a:gd name="connsiteY3" fmla="*/ 1181251 h 2351069"/>
              <a:gd name="connsiteX4" fmla="*/ 5510900 w 6170506"/>
              <a:gd name="connsiteY4" fmla="*/ 1204587 h 2351069"/>
              <a:gd name="connsiteX5" fmla="*/ 5627581 w 6170506"/>
              <a:gd name="connsiteY5" fmla="*/ 1135054 h 2351069"/>
              <a:gd name="connsiteX6" fmla="*/ 5645202 w 6170506"/>
              <a:gd name="connsiteY6" fmla="*/ 1644642 h 2351069"/>
              <a:gd name="connsiteX7" fmla="*/ 5179906 w 6170506"/>
              <a:gd name="connsiteY7" fmla="*/ 2326632 h 2351069"/>
              <a:gd name="connsiteX8" fmla="*/ 4920826 w 6170506"/>
              <a:gd name="connsiteY8" fmla="*/ 2067552 h 2351069"/>
              <a:gd name="connsiteX9" fmla="*/ 4623646 w 6170506"/>
              <a:gd name="connsiteY9" fmla="*/ 2075172 h 2351069"/>
              <a:gd name="connsiteX10" fmla="*/ 3320626 w 6170506"/>
              <a:gd name="connsiteY10" fmla="*/ 2341872 h 2351069"/>
              <a:gd name="connsiteX11" fmla="*/ 2832946 w 6170506"/>
              <a:gd name="connsiteY11" fmla="*/ 1694172 h 2351069"/>
              <a:gd name="connsiteX12" fmla="*/ 2230966 w 6170506"/>
              <a:gd name="connsiteY12" fmla="*/ 1747512 h 2351069"/>
              <a:gd name="connsiteX13" fmla="*/ 1514686 w 6170506"/>
              <a:gd name="connsiteY13" fmla="*/ 680712 h 2351069"/>
              <a:gd name="connsiteX14" fmla="*/ 1177501 w 6170506"/>
              <a:gd name="connsiteY14" fmla="*/ 511167 h 2351069"/>
              <a:gd name="connsiteX15" fmla="*/ 753533 w 6170506"/>
              <a:gd name="connsiteY15" fmla="*/ 364059 h 2351069"/>
              <a:gd name="connsiteX16" fmla="*/ 402166 w 6170506"/>
              <a:gd name="connsiteY16" fmla="*/ 10152 h 2351069"/>
              <a:gd name="connsiteX17" fmla="*/ 501226 w 6170506"/>
              <a:gd name="connsiteY17" fmla="*/ 93972 h 2351069"/>
              <a:gd name="connsiteX18" fmla="*/ 196426 w 6170506"/>
              <a:gd name="connsiteY18" fmla="*/ 71112 h 2351069"/>
              <a:gd name="connsiteX19" fmla="*/ 0 w 6170506"/>
              <a:gd name="connsiteY19" fmla="*/ 360672 h 2351069"/>
              <a:gd name="connsiteX0" fmla="*/ 6170506 w 6170506"/>
              <a:gd name="connsiteY0" fmla="*/ 406392 h 2351069"/>
              <a:gd name="connsiteX1" fmla="*/ 5888566 w 6170506"/>
              <a:gd name="connsiteY1" fmla="*/ 642612 h 2351069"/>
              <a:gd name="connsiteX2" fmla="*/ 5934286 w 6170506"/>
              <a:gd name="connsiteY2" fmla="*/ 787392 h 2351069"/>
              <a:gd name="connsiteX3" fmla="*/ 5850942 w 6170506"/>
              <a:gd name="connsiteY3" fmla="*/ 1181251 h 2351069"/>
              <a:gd name="connsiteX4" fmla="*/ 5510900 w 6170506"/>
              <a:gd name="connsiteY4" fmla="*/ 1204587 h 2351069"/>
              <a:gd name="connsiteX5" fmla="*/ 5627581 w 6170506"/>
              <a:gd name="connsiteY5" fmla="*/ 1135054 h 2351069"/>
              <a:gd name="connsiteX6" fmla="*/ 5645202 w 6170506"/>
              <a:gd name="connsiteY6" fmla="*/ 1644642 h 2351069"/>
              <a:gd name="connsiteX7" fmla="*/ 5179906 w 6170506"/>
              <a:gd name="connsiteY7" fmla="*/ 2326632 h 2351069"/>
              <a:gd name="connsiteX8" fmla="*/ 4920826 w 6170506"/>
              <a:gd name="connsiteY8" fmla="*/ 2067552 h 2351069"/>
              <a:gd name="connsiteX9" fmla="*/ 4623646 w 6170506"/>
              <a:gd name="connsiteY9" fmla="*/ 2075172 h 2351069"/>
              <a:gd name="connsiteX10" fmla="*/ 3320626 w 6170506"/>
              <a:gd name="connsiteY10" fmla="*/ 2341872 h 2351069"/>
              <a:gd name="connsiteX11" fmla="*/ 2832946 w 6170506"/>
              <a:gd name="connsiteY11" fmla="*/ 1694172 h 2351069"/>
              <a:gd name="connsiteX12" fmla="*/ 2230966 w 6170506"/>
              <a:gd name="connsiteY12" fmla="*/ 1747512 h 2351069"/>
              <a:gd name="connsiteX13" fmla="*/ 1514686 w 6170506"/>
              <a:gd name="connsiteY13" fmla="*/ 680712 h 2351069"/>
              <a:gd name="connsiteX14" fmla="*/ 753533 w 6170506"/>
              <a:gd name="connsiteY14" fmla="*/ 364059 h 2351069"/>
              <a:gd name="connsiteX15" fmla="*/ 402166 w 6170506"/>
              <a:gd name="connsiteY15" fmla="*/ 10152 h 2351069"/>
              <a:gd name="connsiteX16" fmla="*/ 501226 w 6170506"/>
              <a:gd name="connsiteY16" fmla="*/ 93972 h 2351069"/>
              <a:gd name="connsiteX17" fmla="*/ 196426 w 6170506"/>
              <a:gd name="connsiteY17" fmla="*/ 71112 h 2351069"/>
              <a:gd name="connsiteX18" fmla="*/ 0 w 6170506"/>
              <a:gd name="connsiteY18" fmla="*/ 360672 h 2351069"/>
              <a:gd name="connsiteX0" fmla="*/ 6170506 w 6170506"/>
              <a:gd name="connsiteY0" fmla="*/ 415849 h 2360526"/>
              <a:gd name="connsiteX1" fmla="*/ 5888566 w 6170506"/>
              <a:gd name="connsiteY1" fmla="*/ 652069 h 2360526"/>
              <a:gd name="connsiteX2" fmla="*/ 5934286 w 6170506"/>
              <a:gd name="connsiteY2" fmla="*/ 796849 h 2360526"/>
              <a:gd name="connsiteX3" fmla="*/ 5850942 w 6170506"/>
              <a:gd name="connsiteY3" fmla="*/ 1190708 h 2360526"/>
              <a:gd name="connsiteX4" fmla="*/ 5510900 w 6170506"/>
              <a:gd name="connsiteY4" fmla="*/ 1214044 h 2360526"/>
              <a:gd name="connsiteX5" fmla="*/ 5627581 w 6170506"/>
              <a:gd name="connsiteY5" fmla="*/ 1144511 h 2360526"/>
              <a:gd name="connsiteX6" fmla="*/ 5645202 w 6170506"/>
              <a:gd name="connsiteY6" fmla="*/ 1654099 h 2360526"/>
              <a:gd name="connsiteX7" fmla="*/ 5179906 w 6170506"/>
              <a:gd name="connsiteY7" fmla="*/ 2336089 h 2360526"/>
              <a:gd name="connsiteX8" fmla="*/ 4920826 w 6170506"/>
              <a:gd name="connsiteY8" fmla="*/ 2077009 h 2360526"/>
              <a:gd name="connsiteX9" fmla="*/ 4623646 w 6170506"/>
              <a:gd name="connsiteY9" fmla="*/ 2084629 h 2360526"/>
              <a:gd name="connsiteX10" fmla="*/ 3320626 w 6170506"/>
              <a:gd name="connsiteY10" fmla="*/ 2351329 h 2360526"/>
              <a:gd name="connsiteX11" fmla="*/ 2832946 w 6170506"/>
              <a:gd name="connsiteY11" fmla="*/ 1703629 h 2360526"/>
              <a:gd name="connsiteX12" fmla="*/ 2230966 w 6170506"/>
              <a:gd name="connsiteY12" fmla="*/ 1756969 h 2360526"/>
              <a:gd name="connsiteX13" fmla="*/ 1514686 w 6170506"/>
              <a:gd name="connsiteY13" fmla="*/ 690169 h 2360526"/>
              <a:gd name="connsiteX14" fmla="*/ 734483 w 6170506"/>
              <a:gd name="connsiteY14" fmla="*/ 530678 h 2360526"/>
              <a:gd name="connsiteX15" fmla="*/ 402166 w 6170506"/>
              <a:gd name="connsiteY15" fmla="*/ 19609 h 2360526"/>
              <a:gd name="connsiteX16" fmla="*/ 501226 w 6170506"/>
              <a:gd name="connsiteY16" fmla="*/ 103429 h 2360526"/>
              <a:gd name="connsiteX17" fmla="*/ 196426 w 6170506"/>
              <a:gd name="connsiteY17" fmla="*/ 80569 h 2360526"/>
              <a:gd name="connsiteX18" fmla="*/ 0 w 6170506"/>
              <a:gd name="connsiteY18" fmla="*/ 370129 h 2360526"/>
              <a:gd name="connsiteX0" fmla="*/ 6237181 w 6237181"/>
              <a:gd name="connsiteY0" fmla="*/ 415849 h 2360526"/>
              <a:gd name="connsiteX1" fmla="*/ 5955241 w 6237181"/>
              <a:gd name="connsiteY1" fmla="*/ 652069 h 2360526"/>
              <a:gd name="connsiteX2" fmla="*/ 6000961 w 6237181"/>
              <a:gd name="connsiteY2" fmla="*/ 796849 h 2360526"/>
              <a:gd name="connsiteX3" fmla="*/ 5917617 w 6237181"/>
              <a:gd name="connsiteY3" fmla="*/ 1190708 h 2360526"/>
              <a:gd name="connsiteX4" fmla="*/ 5577575 w 6237181"/>
              <a:gd name="connsiteY4" fmla="*/ 1214044 h 2360526"/>
              <a:gd name="connsiteX5" fmla="*/ 5694256 w 6237181"/>
              <a:gd name="connsiteY5" fmla="*/ 1144511 h 2360526"/>
              <a:gd name="connsiteX6" fmla="*/ 5711877 w 6237181"/>
              <a:gd name="connsiteY6" fmla="*/ 1654099 h 2360526"/>
              <a:gd name="connsiteX7" fmla="*/ 5246581 w 6237181"/>
              <a:gd name="connsiteY7" fmla="*/ 2336089 h 2360526"/>
              <a:gd name="connsiteX8" fmla="*/ 4987501 w 6237181"/>
              <a:gd name="connsiteY8" fmla="*/ 2077009 h 2360526"/>
              <a:gd name="connsiteX9" fmla="*/ 4690321 w 6237181"/>
              <a:gd name="connsiteY9" fmla="*/ 2084629 h 2360526"/>
              <a:gd name="connsiteX10" fmla="*/ 3387301 w 6237181"/>
              <a:gd name="connsiteY10" fmla="*/ 2351329 h 2360526"/>
              <a:gd name="connsiteX11" fmla="*/ 2899621 w 6237181"/>
              <a:gd name="connsiteY11" fmla="*/ 1703629 h 2360526"/>
              <a:gd name="connsiteX12" fmla="*/ 2297641 w 6237181"/>
              <a:gd name="connsiteY12" fmla="*/ 1756969 h 2360526"/>
              <a:gd name="connsiteX13" fmla="*/ 1581361 w 6237181"/>
              <a:gd name="connsiteY13" fmla="*/ 690169 h 2360526"/>
              <a:gd name="connsiteX14" fmla="*/ 801158 w 6237181"/>
              <a:gd name="connsiteY14" fmla="*/ 530678 h 2360526"/>
              <a:gd name="connsiteX15" fmla="*/ 468841 w 6237181"/>
              <a:gd name="connsiteY15" fmla="*/ 19609 h 2360526"/>
              <a:gd name="connsiteX16" fmla="*/ 567901 w 6237181"/>
              <a:gd name="connsiteY16" fmla="*/ 103429 h 2360526"/>
              <a:gd name="connsiteX17" fmla="*/ 263101 w 6237181"/>
              <a:gd name="connsiteY17" fmla="*/ 80569 h 2360526"/>
              <a:gd name="connsiteX18" fmla="*/ 0 w 6237181"/>
              <a:gd name="connsiteY18" fmla="*/ 455854 h 2360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237181" h="2360526">
                <a:moveTo>
                  <a:pt x="6237181" y="415849"/>
                </a:moveTo>
                <a:cubicBezTo>
                  <a:pt x="6115896" y="502209"/>
                  <a:pt x="5994611" y="588569"/>
                  <a:pt x="5955241" y="652069"/>
                </a:cubicBezTo>
                <a:cubicBezTo>
                  <a:pt x="5915871" y="715569"/>
                  <a:pt x="6007232" y="707076"/>
                  <a:pt x="6000961" y="796849"/>
                </a:cubicBezTo>
                <a:cubicBezTo>
                  <a:pt x="5994690" y="886622"/>
                  <a:pt x="5985800" y="1064026"/>
                  <a:pt x="5917617" y="1190708"/>
                </a:cubicBezTo>
                <a:cubicBezTo>
                  <a:pt x="5849434" y="1317390"/>
                  <a:pt x="5614802" y="1221743"/>
                  <a:pt x="5577575" y="1214044"/>
                </a:cubicBezTo>
                <a:cubicBezTo>
                  <a:pt x="5540348" y="1206345"/>
                  <a:pt x="5671872" y="1071169"/>
                  <a:pt x="5694256" y="1144511"/>
                </a:cubicBezTo>
                <a:cubicBezTo>
                  <a:pt x="5716640" y="1217854"/>
                  <a:pt x="5786490" y="1455503"/>
                  <a:pt x="5711877" y="1654099"/>
                </a:cubicBezTo>
                <a:cubicBezTo>
                  <a:pt x="5637265" y="1852695"/>
                  <a:pt x="5367310" y="2265604"/>
                  <a:pt x="5246581" y="2336089"/>
                </a:cubicBezTo>
                <a:cubicBezTo>
                  <a:pt x="5125852" y="2406574"/>
                  <a:pt x="5080211" y="2118919"/>
                  <a:pt x="4987501" y="2077009"/>
                </a:cubicBezTo>
                <a:cubicBezTo>
                  <a:pt x="4894791" y="2035099"/>
                  <a:pt x="4957021" y="2038909"/>
                  <a:pt x="4690321" y="2084629"/>
                </a:cubicBezTo>
                <a:cubicBezTo>
                  <a:pt x="4423621" y="2130349"/>
                  <a:pt x="3685751" y="2414829"/>
                  <a:pt x="3387301" y="2351329"/>
                </a:cubicBezTo>
                <a:cubicBezTo>
                  <a:pt x="3088851" y="2287829"/>
                  <a:pt x="3081231" y="1802689"/>
                  <a:pt x="2899621" y="1703629"/>
                </a:cubicBezTo>
                <a:cubicBezTo>
                  <a:pt x="2718011" y="1604569"/>
                  <a:pt x="2517351" y="1925879"/>
                  <a:pt x="2297641" y="1756969"/>
                </a:cubicBezTo>
                <a:cubicBezTo>
                  <a:pt x="2077931" y="1588059"/>
                  <a:pt x="1830775" y="894551"/>
                  <a:pt x="1581361" y="690169"/>
                </a:cubicBezTo>
                <a:cubicBezTo>
                  <a:pt x="1331947" y="485787"/>
                  <a:pt x="986578" y="642438"/>
                  <a:pt x="801158" y="530678"/>
                </a:cubicBezTo>
                <a:cubicBezTo>
                  <a:pt x="615738" y="418918"/>
                  <a:pt x="507717" y="90817"/>
                  <a:pt x="468841" y="19609"/>
                </a:cubicBezTo>
                <a:cubicBezTo>
                  <a:pt x="429965" y="-51599"/>
                  <a:pt x="602191" y="93269"/>
                  <a:pt x="567901" y="103429"/>
                </a:cubicBezTo>
                <a:cubicBezTo>
                  <a:pt x="533611" y="113589"/>
                  <a:pt x="336761" y="61519"/>
                  <a:pt x="263101" y="80569"/>
                </a:cubicBezTo>
                <a:cubicBezTo>
                  <a:pt x="189441" y="99619"/>
                  <a:pt x="31750" y="396799"/>
                  <a:pt x="0" y="455854"/>
                </a:cubicBezTo>
              </a:path>
            </a:pathLst>
          </a:custGeom>
          <a:noFill/>
          <a:ln w="57150"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" name="자유형: 도형 152">
            <a:extLst>
              <a:ext uri="{FF2B5EF4-FFF2-40B4-BE49-F238E27FC236}">
                <a16:creationId xmlns:a16="http://schemas.microsoft.com/office/drawing/2014/main" id="{212931C4-6640-47F4-B105-9D51CE7D5C8D}"/>
              </a:ext>
            </a:extLst>
          </p:cNvPr>
          <p:cNvSpPr/>
          <p:nvPr/>
        </p:nvSpPr>
        <p:spPr>
          <a:xfrm>
            <a:off x="1704940" y="2758126"/>
            <a:ext cx="1531653" cy="2394267"/>
          </a:xfrm>
          <a:custGeom>
            <a:avLst/>
            <a:gdLst>
              <a:gd name="connsiteX0" fmla="*/ 0 w 6164684"/>
              <a:gd name="connsiteY0" fmla="*/ 0 h 2147230"/>
              <a:gd name="connsiteX1" fmla="*/ 487680 w 6164684"/>
              <a:gd name="connsiteY1" fmla="*/ 182880 h 2147230"/>
              <a:gd name="connsiteX2" fmla="*/ 548640 w 6164684"/>
              <a:gd name="connsiteY2" fmla="*/ 312420 h 2147230"/>
              <a:gd name="connsiteX3" fmla="*/ 640080 w 6164684"/>
              <a:gd name="connsiteY3" fmla="*/ 388620 h 2147230"/>
              <a:gd name="connsiteX4" fmla="*/ 1089660 w 6164684"/>
              <a:gd name="connsiteY4" fmla="*/ 190500 h 2147230"/>
              <a:gd name="connsiteX5" fmla="*/ 1577340 w 6164684"/>
              <a:gd name="connsiteY5" fmla="*/ 617220 h 2147230"/>
              <a:gd name="connsiteX6" fmla="*/ 2179320 w 6164684"/>
              <a:gd name="connsiteY6" fmla="*/ 1577340 h 2147230"/>
              <a:gd name="connsiteX7" fmla="*/ 2720340 w 6164684"/>
              <a:gd name="connsiteY7" fmla="*/ 1280160 h 2147230"/>
              <a:gd name="connsiteX8" fmla="*/ 3810000 w 6164684"/>
              <a:gd name="connsiteY8" fmla="*/ 1905000 h 2147230"/>
              <a:gd name="connsiteX9" fmla="*/ 4770120 w 6164684"/>
              <a:gd name="connsiteY9" fmla="*/ 1851660 h 2147230"/>
              <a:gd name="connsiteX10" fmla="*/ 5250180 w 6164684"/>
              <a:gd name="connsiteY10" fmla="*/ 2141220 h 2147230"/>
              <a:gd name="connsiteX11" fmla="*/ 5753100 w 6164684"/>
              <a:gd name="connsiteY11" fmla="*/ 1539240 h 2147230"/>
              <a:gd name="connsiteX12" fmla="*/ 5608320 w 6164684"/>
              <a:gd name="connsiteY12" fmla="*/ 1013460 h 2147230"/>
              <a:gd name="connsiteX13" fmla="*/ 6073140 w 6164684"/>
              <a:gd name="connsiteY13" fmla="*/ 480060 h 2147230"/>
              <a:gd name="connsiteX14" fmla="*/ 6164580 w 6164684"/>
              <a:gd name="connsiteY14" fmla="*/ 190500 h 2147230"/>
              <a:gd name="connsiteX0" fmla="*/ 0 w 6215484"/>
              <a:gd name="connsiteY0" fmla="*/ 0 h 2062563"/>
              <a:gd name="connsiteX1" fmla="*/ 538480 w 6215484"/>
              <a:gd name="connsiteY1" fmla="*/ 98213 h 2062563"/>
              <a:gd name="connsiteX2" fmla="*/ 599440 w 6215484"/>
              <a:gd name="connsiteY2" fmla="*/ 227753 h 2062563"/>
              <a:gd name="connsiteX3" fmla="*/ 690880 w 6215484"/>
              <a:gd name="connsiteY3" fmla="*/ 303953 h 2062563"/>
              <a:gd name="connsiteX4" fmla="*/ 1140460 w 6215484"/>
              <a:gd name="connsiteY4" fmla="*/ 105833 h 2062563"/>
              <a:gd name="connsiteX5" fmla="*/ 1628140 w 6215484"/>
              <a:gd name="connsiteY5" fmla="*/ 532553 h 2062563"/>
              <a:gd name="connsiteX6" fmla="*/ 2230120 w 6215484"/>
              <a:gd name="connsiteY6" fmla="*/ 1492673 h 2062563"/>
              <a:gd name="connsiteX7" fmla="*/ 2771140 w 6215484"/>
              <a:gd name="connsiteY7" fmla="*/ 1195493 h 2062563"/>
              <a:gd name="connsiteX8" fmla="*/ 3860800 w 6215484"/>
              <a:gd name="connsiteY8" fmla="*/ 1820333 h 2062563"/>
              <a:gd name="connsiteX9" fmla="*/ 4820920 w 6215484"/>
              <a:gd name="connsiteY9" fmla="*/ 1766993 h 2062563"/>
              <a:gd name="connsiteX10" fmla="*/ 5300980 w 6215484"/>
              <a:gd name="connsiteY10" fmla="*/ 2056553 h 2062563"/>
              <a:gd name="connsiteX11" fmla="*/ 5803900 w 6215484"/>
              <a:gd name="connsiteY11" fmla="*/ 1454573 h 2062563"/>
              <a:gd name="connsiteX12" fmla="*/ 5659120 w 6215484"/>
              <a:gd name="connsiteY12" fmla="*/ 928793 h 2062563"/>
              <a:gd name="connsiteX13" fmla="*/ 6123940 w 6215484"/>
              <a:gd name="connsiteY13" fmla="*/ 395393 h 2062563"/>
              <a:gd name="connsiteX14" fmla="*/ 6215380 w 6215484"/>
              <a:gd name="connsiteY14" fmla="*/ 105833 h 2062563"/>
              <a:gd name="connsiteX0" fmla="*/ 0 w 6181617"/>
              <a:gd name="connsiteY0" fmla="*/ 0 h 2045630"/>
              <a:gd name="connsiteX1" fmla="*/ 504613 w 6181617"/>
              <a:gd name="connsiteY1" fmla="*/ 81280 h 2045630"/>
              <a:gd name="connsiteX2" fmla="*/ 565573 w 6181617"/>
              <a:gd name="connsiteY2" fmla="*/ 210820 h 2045630"/>
              <a:gd name="connsiteX3" fmla="*/ 657013 w 6181617"/>
              <a:gd name="connsiteY3" fmla="*/ 287020 h 2045630"/>
              <a:gd name="connsiteX4" fmla="*/ 1106593 w 6181617"/>
              <a:gd name="connsiteY4" fmla="*/ 88900 h 2045630"/>
              <a:gd name="connsiteX5" fmla="*/ 1594273 w 6181617"/>
              <a:gd name="connsiteY5" fmla="*/ 515620 h 2045630"/>
              <a:gd name="connsiteX6" fmla="*/ 2196253 w 6181617"/>
              <a:gd name="connsiteY6" fmla="*/ 1475740 h 2045630"/>
              <a:gd name="connsiteX7" fmla="*/ 2737273 w 6181617"/>
              <a:gd name="connsiteY7" fmla="*/ 1178560 h 2045630"/>
              <a:gd name="connsiteX8" fmla="*/ 3826933 w 6181617"/>
              <a:gd name="connsiteY8" fmla="*/ 1803400 h 2045630"/>
              <a:gd name="connsiteX9" fmla="*/ 4787053 w 6181617"/>
              <a:gd name="connsiteY9" fmla="*/ 1750060 h 2045630"/>
              <a:gd name="connsiteX10" fmla="*/ 5267113 w 6181617"/>
              <a:gd name="connsiteY10" fmla="*/ 2039620 h 2045630"/>
              <a:gd name="connsiteX11" fmla="*/ 5770033 w 6181617"/>
              <a:gd name="connsiteY11" fmla="*/ 1437640 h 2045630"/>
              <a:gd name="connsiteX12" fmla="*/ 5625253 w 6181617"/>
              <a:gd name="connsiteY12" fmla="*/ 911860 h 2045630"/>
              <a:gd name="connsiteX13" fmla="*/ 6090073 w 6181617"/>
              <a:gd name="connsiteY13" fmla="*/ 378460 h 2045630"/>
              <a:gd name="connsiteX14" fmla="*/ 6181513 w 6181617"/>
              <a:gd name="connsiteY14" fmla="*/ 88900 h 2045630"/>
              <a:gd name="connsiteX0" fmla="*/ 0 w 6181617"/>
              <a:gd name="connsiteY0" fmla="*/ 0 h 2045630"/>
              <a:gd name="connsiteX1" fmla="*/ 504613 w 6181617"/>
              <a:gd name="connsiteY1" fmla="*/ 81280 h 2045630"/>
              <a:gd name="connsiteX2" fmla="*/ 565573 w 6181617"/>
              <a:gd name="connsiteY2" fmla="*/ 210820 h 2045630"/>
              <a:gd name="connsiteX3" fmla="*/ 657013 w 6181617"/>
              <a:gd name="connsiteY3" fmla="*/ 287020 h 2045630"/>
              <a:gd name="connsiteX4" fmla="*/ 1594273 w 6181617"/>
              <a:gd name="connsiteY4" fmla="*/ 515620 h 2045630"/>
              <a:gd name="connsiteX5" fmla="*/ 2196253 w 6181617"/>
              <a:gd name="connsiteY5" fmla="*/ 1475740 h 2045630"/>
              <a:gd name="connsiteX6" fmla="*/ 2737273 w 6181617"/>
              <a:gd name="connsiteY6" fmla="*/ 1178560 h 2045630"/>
              <a:gd name="connsiteX7" fmla="*/ 3826933 w 6181617"/>
              <a:gd name="connsiteY7" fmla="*/ 1803400 h 2045630"/>
              <a:gd name="connsiteX8" fmla="*/ 4787053 w 6181617"/>
              <a:gd name="connsiteY8" fmla="*/ 1750060 h 2045630"/>
              <a:gd name="connsiteX9" fmla="*/ 5267113 w 6181617"/>
              <a:gd name="connsiteY9" fmla="*/ 2039620 h 2045630"/>
              <a:gd name="connsiteX10" fmla="*/ 5770033 w 6181617"/>
              <a:gd name="connsiteY10" fmla="*/ 1437640 h 2045630"/>
              <a:gd name="connsiteX11" fmla="*/ 5625253 w 6181617"/>
              <a:gd name="connsiteY11" fmla="*/ 911860 h 2045630"/>
              <a:gd name="connsiteX12" fmla="*/ 6090073 w 6181617"/>
              <a:gd name="connsiteY12" fmla="*/ 378460 h 2045630"/>
              <a:gd name="connsiteX13" fmla="*/ 6181513 w 6181617"/>
              <a:gd name="connsiteY13" fmla="*/ 88900 h 2045630"/>
              <a:gd name="connsiteX0" fmla="*/ 0 w 6181617"/>
              <a:gd name="connsiteY0" fmla="*/ 0 h 2045630"/>
              <a:gd name="connsiteX1" fmla="*/ 504613 w 6181617"/>
              <a:gd name="connsiteY1" fmla="*/ 81280 h 2045630"/>
              <a:gd name="connsiteX2" fmla="*/ 565573 w 6181617"/>
              <a:gd name="connsiteY2" fmla="*/ 210820 h 2045630"/>
              <a:gd name="connsiteX3" fmla="*/ 657013 w 6181617"/>
              <a:gd name="connsiteY3" fmla="*/ 287020 h 2045630"/>
              <a:gd name="connsiteX4" fmla="*/ 1594273 w 6181617"/>
              <a:gd name="connsiteY4" fmla="*/ 515620 h 2045630"/>
              <a:gd name="connsiteX5" fmla="*/ 2196253 w 6181617"/>
              <a:gd name="connsiteY5" fmla="*/ 1475740 h 2045630"/>
              <a:gd name="connsiteX6" fmla="*/ 2737273 w 6181617"/>
              <a:gd name="connsiteY6" fmla="*/ 1178560 h 2045630"/>
              <a:gd name="connsiteX7" fmla="*/ 3826933 w 6181617"/>
              <a:gd name="connsiteY7" fmla="*/ 1803400 h 2045630"/>
              <a:gd name="connsiteX8" fmla="*/ 4787053 w 6181617"/>
              <a:gd name="connsiteY8" fmla="*/ 1750060 h 2045630"/>
              <a:gd name="connsiteX9" fmla="*/ 5267113 w 6181617"/>
              <a:gd name="connsiteY9" fmla="*/ 2039620 h 2045630"/>
              <a:gd name="connsiteX10" fmla="*/ 5770033 w 6181617"/>
              <a:gd name="connsiteY10" fmla="*/ 1437640 h 2045630"/>
              <a:gd name="connsiteX11" fmla="*/ 6090073 w 6181617"/>
              <a:gd name="connsiteY11" fmla="*/ 378460 h 2045630"/>
              <a:gd name="connsiteX12" fmla="*/ 6181513 w 6181617"/>
              <a:gd name="connsiteY12" fmla="*/ 88900 h 2045630"/>
              <a:gd name="connsiteX0" fmla="*/ 0 w 6253054"/>
              <a:gd name="connsiteY0" fmla="*/ 39161 h 1965728"/>
              <a:gd name="connsiteX1" fmla="*/ 576050 w 6253054"/>
              <a:gd name="connsiteY1" fmla="*/ 1378 h 1965728"/>
              <a:gd name="connsiteX2" fmla="*/ 637010 w 6253054"/>
              <a:gd name="connsiteY2" fmla="*/ 130918 h 1965728"/>
              <a:gd name="connsiteX3" fmla="*/ 728450 w 6253054"/>
              <a:gd name="connsiteY3" fmla="*/ 207118 h 1965728"/>
              <a:gd name="connsiteX4" fmla="*/ 1665710 w 6253054"/>
              <a:gd name="connsiteY4" fmla="*/ 435718 h 1965728"/>
              <a:gd name="connsiteX5" fmla="*/ 2267690 w 6253054"/>
              <a:gd name="connsiteY5" fmla="*/ 1395838 h 1965728"/>
              <a:gd name="connsiteX6" fmla="*/ 2808710 w 6253054"/>
              <a:gd name="connsiteY6" fmla="*/ 1098658 h 1965728"/>
              <a:gd name="connsiteX7" fmla="*/ 3898370 w 6253054"/>
              <a:gd name="connsiteY7" fmla="*/ 1723498 h 1965728"/>
              <a:gd name="connsiteX8" fmla="*/ 4858490 w 6253054"/>
              <a:gd name="connsiteY8" fmla="*/ 1670158 h 1965728"/>
              <a:gd name="connsiteX9" fmla="*/ 5338550 w 6253054"/>
              <a:gd name="connsiteY9" fmla="*/ 1959718 h 1965728"/>
              <a:gd name="connsiteX10" fmla="*/ 5841470 w 6253054"/>
              <a:gd name="connsiteY10" fmla="*/ 1357738 h 1965728"/>
              <a:gd name="connsiteX11" fmla="*/ 6161510 w 6253054"/>
              <a:gd name="connsiteY11" fmla="*/ 298558 h 1965728"/>
              <a:gd name="connsiteX12" fmla="*/ 6252950 w 6253054"/>
              <a:gd name="connsiteY12" fmla="*/ 8998 h 1965728"/>
              <a:gd name="connsiteX0" fmla="*/ 665650 w 6918704"/>
              <a:gd name="connsiteY0" fmla="*/ 30163 h 1956730"/>
              <a:gd name="connsiteX1" fmla="*/ 8213 w 6918704"/>
              <a:gd name="connsiteY1" fmla="*/ 668655 h 1956730"/>
              <a:gd name="connsiteX2" fmla="*/ 1302660 w 6918704"/>
              <a:gd name="connsiteY2" fmla="*/ 121920 h 1956730"/>
              <a:gd name="connsiteX3" fmla="*/ 1394100 w 6918704"/>
              <a:gd name="connsiteY3" fmla="*/ 198120 h 1956730"/>
              <a:gd name="connsiteX4" fmla="*/ 2331360 w 6918704"/>
              <a:gd name="connsiteY4" fmla="*/ 426720 h 1956730"/>
              <a:gd name="connsiteX5" fmla="*/ 2933340 w 6918704"/>
              <a:gd name="connsiteY5" fmla="*/ 1386840 h 1956730"/>
              <a:gd name="connsiteX6" fmla="*/ 3474360 w 6918704"/>
              <a:gd name="connsiteY6" fmla="*/ 1089660 h 1956730"/>
              <a:gd name="connsiteX7" fmla="*/ 4564020 w 6918704"/>
              <a:gd name="connsiteY7" fmla="*/ 1714500 h 1956730"/>
              <a:gd name="connsiteX8" fmla="*/ 5524140 w 6918704"/>
              <a:gd name="connsiteY8" fmla="*/ 1661160 h 1956730"/>
              <a:gd name="connsiteX9" fmla="*/ 6004200 w 6918704"/>
              <a:gd name="connsiteY9" fmla="*/ 1950720 h 1956730"/>
              <a:gd name="connsiteX10" fmla="*/ 6507120 w 6918704"/>
              <a:gd name="connsiteY10" fmla="*/ 1348740 h 1956730"/>
              <a:gd name="connsiteX11" fmla="*/ 6827160 w 6918704"/>
              <a:gd name="connsiteY11" fmla="*/ 289560 h 1956730"/>
              <a:gd name="connsiteX12" fmla="*/ 6918600 w 6918704"/>
              <a:gd name="connsiteY12" fmla="*/ 0 h 1956730"/>
              <a:gd name="connsiteX0" fmla="*/ 651824 w 6919165"/>
              <a:gd name="connsiteY0" fmla="*/ 30163 h 1956730"/>
              <a:gd name="connsiteX1" fmla="*/ 8674 w 6919165"/>
              <a:gd name="connsiteY1" fmla="*/ 668655 h 1956730"/>
              <a:gd name="connsiteX2" fmla="*/ 1303121 w 6919165"/>
              <a:gd name="connsiteY2" fmla="*/ 121920 h 1956730"/>
              <a:gd name="connsiteX3" fmla="*/ 1394561 w 6919165"/>
              <a:gd name="connsiteY3" fmla="*/ 198120 h 1956730"/>
              <a:gd name="connsiteX4" fmla="*/ 2331821 w 6919165"/>
              <a:gd name="connsiteY4" fmla="*/ 426720 h 1956730"/>
              <a:gd name="connsiteX5" fmla="*/ 2933801 w 6919165"/>
              <a:gd name="connsiteY5" fmla="*/ 1386840 h 1956730"/>
              <a:gd name="connsiteX6" fmla="*/ 3474821 w 6919165"/>
              <a:gd name="connsiteY6" fmla="*/ 1089660 h 1956730"/>
              <a:gd name="connsiteX7" fmla="*/ 4564481 w 6919165"/>
              <a:gd name="connsiteY7" fmla="*/ 1714500 h 1956730"/>
              <a:gd name="connsiteX8" fmla="*/ 5524601 w 6919165"/>
              <a:gd name="connsiteY8" fmla="*/ 1661160 h 1956730"/>
              <a:gd name="connsiteX9" fmla="*/ 6004661 w 6919165"/>
              <a:gd name="connsiteY9" fmla="*/ 1950720 h 1956730"/>
              <a:gd name="connsiteX10" fmla="*/ 6507581 w 6919165"/>
              <a:gd name="connsiteY10" fmla="*/ 1348740 h 1956730"/>
              <a:gd name="connsiteX11" fmla="*/ 6827621 w 6919165"/>
              <a:gd name="connsiteY11" fmla="*/ 289560 h 1956730"/>
              <a:gd name="connsiteX12" fmla="*/ 6919061 w 6919165"/>
              <a:gd name="connsiteY12" fmla="*/ 0 h 1956730"/>
              <a:gd name="connsiteX0" fmla="*/ 660267 w 6927608"/>
              <a:gd name="connsiteY0" fmla="*/ 30163 h 1956730"/>
              <a:gd name="connsiteX1" fmla="*/ 17117 w 6927608"/>
              <a:gd name="connsiteY1" fmla="*/ 668655 h 1956730"/>
              <a:gd name="connsiteX2" fmla="*/ 1311564 w 6927608"/>
              <a:gd name="connsiteY2" fmla="*/ 121920 h 1956730"/>
              <a:gd name="connsiteX3" fmla="*/ 1403004 w 6927608"/>
              <a:gd name="connsiteY3" fmla="*/ 198120 h 1956730"/>
              <a:gd name="connsiteX4" fmla="*/ 2340264 w 6927608"/>
              <a:gd name="connsiteY4" fmla="*/ 426720 h 1956730"/>
              <a:gd name="connsiteX5" fmla="*/ 2942244 w 6927608"/>
              <a:gd name="connsiteY5" fmla="*/ 1386840 h 1956730"/>
              <a:gd name="connsiteX6" fmla="*/ 3483264 w 6927608"/>
              <a:gd name="connsiteY6" fmla="*/ 1089660 h 1956730"/>
              <a:gd name="connsiteX7" fmla="*/ 4572924 w 6927608"/>
              <a:gd name="connsiteY7" fmla="*/ 1714500 h 1956730"/>
              <a:gd name="connsiteX8" fmla="*/ 5533044 w 6927608"/>
              <a:gd name="connsiteY8" fmla="*/ 1661160 h 1956730"/>
              <a:gd name="connsiteX9" fmla="*/ 6013104 w 6927608"/>
              <a:gd name="connsiteY9" fmla="*/ 1950720 h 1956730"/>
              <a:gd name="connsiteX10" fmla="*/ 6516024 w 6927608"/>
              <a:gd name="connsiteY10" fmla="*/ 1348740 h 1956730"/>
              <a:gd name="connsiteX11" fmla="*/ 6836064 w 6927608"/>
              <a:gd name="connsiteY11" fmla="*/ 289560 h 1956730"/>
              <a:gd name="connsiteX12" fmla="*/ 6927504 w 6927608"/>
              <a:gd name="connsiteY12" fmla="*/ 0 h 1956730"/>
              <a:gd name="connsiteX0" fmla="*/ 715749 w 6983090"/>
              <a:gd name="connsiteY0" fmla="*/ 30163 h 1956730"/>
              <a:gd name="connsiteX1" fmla="*/ 15449 w 6983090"/>
              <a:gd name="connsiteY1" fmla="*/ 701992 h 1956730"/>
              <a:gd name="connsiteX2" fmla="*/ 1367046 w 6983090"/>
              <a:gd name="connsiteY2" fmla="*/ 121920 h 1956730"/>
              <a:gd name="connsiteX3" fmla="*/ 1458486 w 6983090"/>
              <a:gd name="connsiteY3" fmla="*/ 198120 h 1956730"/>
              <a:gd name="connsiteX4" fmla="*/ 2395746 w 6983090"/>
              <a:gd name="connsiteY4" fmla="*/ 426720 h 1956730"/>
              <a:gd name="connsiteX5" fmla="*/ 2997726 w 6983090"/>
              <a:gd name="connsiteY5" fmla="*/ 1386840 h 1956730"/>
              <a:gd name="connsiteX6" fmla="*/ 3538746 w 6983090"/>
              <a:gd name="connsiteY6" fmla="*/ 1089660 h 1956730"/>
              <a:gd name="connsiteX7" fmla="*/ 4628406 w 6983090"/>
              <a:gd name="connsiteY7" fmla="*/ 1714500 h 1956730"/>
              <a:gd name="connsiteX8" fmla="*/ 5588526 w 6983090"/>
              <a:gd name="connsiteY8" fmla="*/ 1661160 h 1956730"/>
              <a:gd name="connsiteX9" fmla="*/ 6068586 w 6983090"/>
              <a:gd name="connsiteY9" fmla="*/ 1950720 h 1956730"/>
              <a:gd name="connsiteX10" fmla="*/ 6571506 w 6983090"/>
              <a:gd name="connsiteY10" fmla="*/ 1348740 h 1956730"/>
              <a:gd name="connsiteX11" fmla="*/ 6891546 w 6983090"/>
              <a:gd name="connsiteY11" fmla="*/ 289560 h 1956730"/>
              <a:gd name="connsiteX12" fmla="*/ 6982986 w 6983090"/>
              <a:gd name="connsiteY12" fmla="*/ 0 h 1956730"/>
              <a:gd name="connsiteX0" fmla="*/ 702381 w 6969722"/>
              <a:gd name="connsiteY0" fmla="*/ 30163 h 1956730"/>
              <a:gd name="connsiteX1" fmla="*/ 2081 w 6969722"/>
              <a:gd name="connsiteY1" fmla="*/ 701992 h 1956730"/>
              <a:gd name="connsiteX2" fmla="*/ 520241 w 6969722"/>
              <a:gd name="connsiteY2" fmla="*/ 1684020 h 1956730"/>
              <a:gd name="connsiteX3" fmla="*/ 1445118 w 6969722"/>
              <a:gd name="connsiteY3" fmla="*/ 198120 h 1956730"/>
              <a:gd name="connsiteX4" fmla="*/ 2382378 w 6969722"/>
              <a:gd name="connsiteY4" fmla="*/ 426720 h 1956730"/>
              <a:gd name="connsiteX5" fmla="*/ 2984358 w 6969722"/>
              <a:gd name="connsiteY5" fmla="*/ 1386840 h 1956730"/>
              <a:gd name="connsiteX6" fmla="*/ 3525378 w 6969722"/>
              <a:gd name="connsiteY6" fmla="*/ 1089660 h 1956730"/>
              <a:gd name="connsiteX7" fmla="*/ 4615038 w 6969722"/>
              <a:gd name="connsiteY7" fmla="*/ 1714500 h 1956730"/>
              <a:gd name="connsiteX8" fmla="*/ 5575158 w 6969722"/>
              <a:gd name="connsiteY8" fmla="*/ 1661160 h 1956730"/>
              <a:gd name="connsiteX9" fmla="*/ 6055218 w 6969722"/>
              <a:gd name="connsiteY9" fmla="*/ 1950720 h 1956730"/>
              <a:gd name="connsiteX10" fmla="*/ 6558138 w 6969722"/>
              <a:gd name="connsiteY10" fmla="*/ 1348740 h 1956730"/>
              <a:gd name="connsiteX11" fmla="*/ 6878178 w 6969722"/>
              <a:gd name="connsiteY11" fmla="*/ 289560 h 1956730"/>
              <a:gd name="connsiteX12" fmla="*/ 6969618 w 6969722"/>
              <a:gd name="connsiteY12" fmla="*/ 0 h 1956730"/>
              <a:gd name="connsiteX0" fmla="*/ 701914 w 6969255"/>
              <a:gd name="connsiteY0" fmla="*/ 30163 h 1956730"/>
              <a:gd name="connsiteX1" fmla="*/ 1614 w 6969255"/>
              <a:gd name="connsiteY1" fmla="*/ 701992 h 1956730"/>
              <a:gd name="connsiteX2" fmla="*/ 519774 w 6969255"/>
              <a:gd name="connsiteY2" fmla="*/ 1684020 h 1956730"/>
              <a:gd name="connsiteX3" fmla="*/ 854101 w 6969255"/>
              <a:gd name="connsiteY3" fmla="*/ 1603058 h 1956730"/>
              <a:gd name="connsiteX4" fmla="*/ 2381911 w 6969255"/>
              <a:gd name="connsiteY4" fmla="*/ 426720 h 1956730"/>
              <a:gd name="connsiteX5" fmla="*/ 2983891 w 6969255"/>
              <a:gd name="connsiteY5" fmla="*/ 1386840 h 1956730"/>
              <a:gd name="connsiteX6" fmla="*/ 3524911 w 6969255"/>
              <a:gd name="connsiteY6" fmla="*/ 1089660 h 1956730"/>
              <a:gd name="connsiteX7" fmla="*/ 4614571 w 6969255"/>
              <a:gd name="connsiteY7" fmla="*/ 1714500 h 1956730"/>
              <a:gd name="connsiteX8" fmla="*/ 5574691 w 6969255"/>
              <a:gd name="connsiteY8" fmla="*/ 1661160 h 1956730"/>
              <a:gd name="connsiteX9" fmla="*/ 6054751 w 6969255"/>
              <a:gd name="connsiteY9" fmla="*/ 1950720 h 1956730"/>
              <a:gd name="connsiteX10" fmla="*/ 6557671 w 6969255"/>
              <a:gd name="connsiteY10" fmla="*/ 1348740 h 1956730"/>
              <a:gd name="connsiteX11" fmla="*/ 6877711 w 6969255"/>
              <a:gd name="connsiteY11" fmla="*/ 289560 h 1956730"/>
              <a:gd name="connsiteX12" fmla="*/ 6969151 w 6969255"/>
              <a:gd name="connsiteY12" fmla="*/ 0 h 1956730"/>
              <a:gd name="connsiteX0" fmla="*/ 701914 w 6969255"/>
              <a:gd name="connsiteY0" fmla="*/ 30163 h 2340755"/>
              <a:gd name="connsiteX1" fmla="*/ 1614 w 6969255"/>
              <a:gd name="connsiteY1" fmla="*/ 701992 h 2340755"/>
              <a:gd name="connsiteX2" fmla="*/ 519774 w 6969255"/>
              <a:gd name="connsiteY2" fmla="*/ 1684020 h 2340755"/>
              <a:gd name="connsiteX3" fmla="*/ 854101 w 6969255"/>
              <a:gd name="connsiteY3" fmla="*/ 1603058 h 2340755"/>
              <a:gd name="connsiteX4" fmla="*/ 2000911 w 6969255"/>
              <a:gd name="connsiteY4" fmla="*/ 2339340 h 2340755"/>
              <a:gd name="connsiteX5" fmla="*/ 2983891 w 6969255"/>
              <a:gd name="connsiteY5" fmla="*/ 1386840 h 2340755"/>
              <a:gd name="connsiteX6" fmla="*/ 3524911 w 6969255"/>
              <a:gd name="connsiteY6" fmla="*/ 1089660 h 2340755"/>
              <a:gd name="connsiteX7" fmla="*/ 4614571 w 6969255"/>
              <a:gd name="connsiteY7" fmla="*/ 1714500 h 2340755"/>
              <a:gd name="connsiteX8" fmla="*/ 5574691 w 6969255"/>
              <a:gd name="connsiteY8" fmla="*/ 1661160 h 2340755"/>
              <a:gd name="connsiteX9" fmla="*/ 6054751 w 6969255"/>
              <a:gd name="connsiteY9" fmla="*/ 1950720 h 2340755"/>
              <a:gd name="connsiteX10" fmla="*/ 6557671 w 6969255"/>
              <a:gd name="connsiteY10" fmla="*/ 1348740 h 2340755"/>
              <a:gd name="connsiteX11" fmla="*/ 6877711 w 6969255"/>
              <a:gd name="connsiteY11" fmla="*/ 289560 h 2340755"/>
              <a:gd name="connsiteX12" fmla="*/ 6969151 w 6969255"/>
              <a:gd name="connsiteY12" fmla="*/ 0 h 2340755"/>
              <a:gd name="connsiteX0" fmla="*/ 701914 w 6969255"/>
              <a:gd name="connsiteY0" fmla="*/ 30163 h 2344479"/>
              <a:gd name="connsiteX1" fmla="*/ 1614 w 6969255"/>
              <a:gd name="connsiteY1" fmla="*/ 701992 h 2344479"/>
              <a:gd name="connsiteX2" fmla="*/ 519774 w 6969255"/>
              <a:gd name="connsiteY2" fmla="*/ 1684020 h 2344479"/>
              <a:gd name="connsiteX3" fmla="*/ 854101 w 6969255"/>
              <a:gd name="connsiteY3" fmla="*/ 1763078 h 2344479"/>
              <a:gd name="connsiteX4" fmla="*/ 2000911 w 6969255"/>
              <a:gd name="connsiteY4" fmla="*/ 2339340 h 2344479"/>
              <a:gd name="connsiteX5" fmla="*/ 2983891 w 6969255"/>
              <a:gd name="connsiteY5" fmla="*/ 1386840 h 2344479"/>
              <a:gd name="connsiteX6" fmla="*/ 3524911 w 6969255"/>
              <a:gd name="connsiteY6" fmla="*/ 1089660 h 2344479"/>
              <a:gd name="connsiteX7" fmla="*/ 4614571 w 6969255"/>
              <a:gd name="connsiteY7" fmla="*/ 1714500 h 2344479"/>
              <a:gd name="connsiteX8" fmla="*/ 5574691 w 6969255"/>
              <a:gd name="connsiteY8" fmla="*/ 1661160 h 2344479"/>
              <a:gd name="connsiteX9" fmla="*/ 6054751 w 6969255"/>
              <a:gd name="connsiteY9" fmla="*/ 1950720 h 2344479"/>
              <a:gd name="connsiteX10" fmla="*/ 6557671 w 6969255"/>
              <a:gd name="connsiteY10" fmla="*/ 1348740 h 2344479"/>
              <a:gd name="connsiteX11" fmla="*/ 6877711 w 6969255"/>
              <a:gd name="connsiteY11" fmla="*/ 289560 h 2344479"/>
              <a:gd name="connsiteX12" fmla="*/ 6969151 w 6969255"/>
              <a:gd name="connsiteY12" fmla="*/ 0 h 2344479"/>
              <a:gd name="connsiteX0" fmla="*/ 701914 w 6877711"/>
              <a:gd name="connsiteY0" fmla="*/ 0 h 2314316"/>
              <a:gd name="connsiteX1" fmla="*/ 1614 w 6877711"/>
              <a:gd name="connsiteY1" fmla="*/ 671829 h 2314316"/>
              <a:gd name="connsiteX2" fmla="*/ 519774 w 6877711"/>
              <a:gd name="connsiteY2" fmla="*/ 1653857 h 2314316"/>
              <a:gd name="connsiteX3" fmla="*/ 854101 w 6877711"/>
              <a:gd name="connsiteY3" fmla="*/ 1732915 h 2314316"/>
              <a:gd name="connsiteX4" fmla="*/ 2000911 w 6877711"/>
              <a:gd name="connsiteY4" fmla="*/ 2309177 h 2314316"/>
              <a:gd name="connsiteX5" fmla="*/ 2983891 w 6877711"/>
              <a:gd name="connsiteY5" fmla="*/ 1356677 h 2314316"/>
              <a:gd name="connsiteX6" fmla="*/ 3524911 w 6877711"/>
              <a:gd name="connsiteY6" fmla="*/ 1059497 h 2314316"/>
              <a:gd name="connsiteX7" fmla="*/ 4614571 w 6877711"/>
              <a:gd name="connsiteY7" fmla="*/ 1684337 h 2314316"/>
              <a:gd name="connsiteX8" fmla="*/ 5574691 w 6877711"/>
              <a:gd name="connsiteY8" fmla="*/ 1630997 h 2314316"/>
              <a:gd name="connsiteX9" fmla="*/ 6054751 w 6877711"/>
              <a:gd name="connsiteY9" fmla="*/ 1920557 h 2314316"/>
              <a:gd name="connsiteX10" fmla="*/ 6557671 w 6877711"/>
              <a:gd name="connsiteY10" fmla="*/ 1318577 h 2314316"/>
              <a:gd name="connsiteX11" fmla="*/ 6877711 w 6877711"/>
              <a:gd name="connsiteY11" fmla="*/ 259397 h 2314316"/>
              <a:gd name="connsiteX0" fmla="*/ 701914 w 6557671"/>
              <a:gd name="connsiteY0" fmla="*/ 0 h 2314316"/>
              <a:gd name="connsiteX1" fmla="*/ 1614 w 6557671"/>
              <a:gd name="connsiteY1" fmla="*/ 671829 h 2314316"/>
              <a:gd name="connsiteX2" fmla="*/ 519774 w 6557671"/>
              <a:gd name="connsiteY2" fmla="*/ 1653857 h 2314316"/>
              <a:gd name="connsiteX3" fmla="*/ 854101 w 6557671"/>
              <a:gd name="connsiteY3" fmla="*/ 1732915 h 2314316"/>
              <a:gd name="connsiteX4" fmla="*/ 2000911 w 6557671"/>
              <a:gd name="connsiteY4" fmla="*/ 2309177 h 2314316"/>
              <a:gd name="connsiteX5" fmla="*/ 2983891 w 6557671"/>
              <a:gd name="connsiteY5" fmla="*/ 1356677 h 2314316"/>
              <a:gd name="connsiteX6" fmla="*/ 3524911 w 6557671"/>
              <a:gd name="connsiteY6" fmla="*/ 1059497 h 2314316"/>
              <a:gd name="connsiteX7" fmla="*/ 4614571 w 6557671"/>
              <a:gd name="connsiteY7" fmla="*/ 1684337 h 2314316"/>
              <a:gd name="connsiteX8" fmla="*/ 5574691 w 6557671"/>
              <a:gd name="connsiteY8" fmla="*/ 1630997 h 2314316"/>
              <a:gd name="connsiteX9" fmla="*/ 6054751 w 6557671"/>
              <a:gd name="connsiteY9" fmla="*/ 1920557 h 2314316"/>
              <a:gd name="connsiteX10" fmla="*/ 6557671 w 6557671"/>
              <a:gd name="connsiteY10" fmla="*/ 1318577 h 2314316"/>
              <a:gd name="connsiteX0" fmla="*/ 701914 w 6054751"/>
              <a:gd name="connsiteY0" fmla="*/ 0 h 2314316"/>
              <a:gd name="connsiteX1" fmla="*/ 1614 w 6054751"/>
              <a:gd name="connsiteY1" fmla="*/ 671829 h 2314316"/>
              <a:gd name="connsiteX2" fmla="*/ 519774 w 6054751"/>
              <a:gd name="connsiteY2" fmla="*/ 1653857 h 2314316"/>
              <a:gd name="connsiteX3" fmla="*/ 854101 w 6054751"/>
              <a:gd name="connsiteY3" fmla="*/ 1732915 h 2314316"/>
              <a:gd name="connsiteX4" fmla="*/ 2000911 w 6054751"/>
              <a:gd name="connsiteY4" fmla="*/ 2309177 h 2314316"/>
              <a:gd name="connsiteX5" fmla="*/ 2983891 w 6054751"/>
              <a:gd name="connsiteY5" fmla="*/ 1356677 h 2314316"/>
              <a:gd name="connsiteX6" fmla="*/ 3524911 w 6054751"/>
              <a:gd name="connsiteY6" fmla="*/ 1059497 h 2314316"/>
              <a:gd name="connsiteX7" fmla="*/ 4614571 w 6054751"/>
              <a:gd name="connsiteY7" fmla="*/ 1684337 h 2314316"/>
              <a:gd name="connsiteX8" fmla="*/ 5574691 w 6054751"/>
              <a:gd name="connsiteY8" fmla="*/ 1630997 h 2314316"/>
              <a:gd name="connsiteX9" fmla="*/ 6054751 w 6054751"/>
              <a:gd name="connsiteY9" fmla="*/ 1920557 h 2314316"/>
              <a:gd name="connsiteX0" fmla="*/ 701914 w 5574691"/>
              <a:gd name="connsiteY0" fmla="*/ 0 h 2314316"/>
              <a:gd name="connsiteX1" fmla="*/ 1614 w 5574691"/>
              <a:gd name="connsiteY1" fmla="*/ 671829 h 2314316"/>
              <a:gd name="connsiteX2" fmla="*/ 519774 w 5574691"/>
              <a:gd name="connsiteY2" fmla="*/ 1653857 h 2314316"/>
              <a:gd name="connsiteX3" fmla="*/ 854101 w 5574691"/>
              <a:gd name="connsiteY3" fmla="*/ 1732915 h 2314316"/>
              <a:gd name="connsiteX4" fmla="*/ 2000911 w 5574691"/>
              <a:gd name="connsiteY4" fmla="*/ 2309177 h 2314316"/>
              <a:gd name="connsiteX5" fmla="*/ 2983891 w 5574691"/>
              <a:gd name="connsiteY5" fmla="*/ 1356677 h 2314316"/>
              <a:gd name="connsiteX6" fmla="*/ 3524911 w 5574691"/>
              <a:gd name="connsiteY6" fmla="*/ 1059497 h 2314316"/>
              <a:gd name="connsiteX7" fmla="*/ 4614571 w 5574691"/>
              <a:gd name="connsiteY7" fmla="*/ 1684337 h 2314316"/>
              <a:gd name="connsiteX8" fmla="*/ 5574691 w 5574691"/>
              <a:gd name="connsiteY8" fmla="*/ 1630997 h 2314316"/>
              <a:gd name="connsiteX0" fmla="*/ 701914 w 4614571"/>
              <a:gd name="connsiteY0" fmla="*/ 0 h 2314316"/>
              <a:gd name="connsiteX1" fmla="*/ 1614 w 4614571"/>
              <a:gd name="connsiteY1" fmla="*/ 671829 h 2314316"/>
              <a:gd name="connsiteX2" fmla="*/ 519774 w 4614571"/>
              <a:gd name="connsiteY2" fmla="*/ 1653857 h 2314316"/>
              <a:gd name="connsiteX3" fmla="*/ 854101 w 4614571"/>
              <a:gd name="connsiteY3" fmla="*/ 1732915 h 2314316"/>
              <a:gd name="connsiteX4" fmla="*/ 2000911 w 4614571"/>
              <a:gd name="connsiteY4" fmla="*/ 2309177 h 2314316"/>
              <a:gd name="connsiteX5" fmla="*/ 2983891 w 4614571"/>
              <a:gd name="connsiteY5" fmla="*/ 1356677 h 2314316"/>
              <a:gd name="connsiteX6" fmla="*/ 3524911 w 4614571"/>
              <a:gd name="connsiteY6" fmla="*/ 1059497 h 2314316"/>
              <a:gd name="connsiteX7" fmla="*/ 4614571 w 4614571"/>
              <a:gd name="connsiteY7" fmla="*/ 1684337 h 2314316"/>
              <a:gd name="connsiteX0" fmla="*/ 701914 w 3524911"/>
              <a:gd name="connsiteY0" fmla="*/ 0 h 2314316"/>
              <a:gd name="connsiteX1" fmla="*/ 1614 w 3524911"/>
              <a:gd name="connsiteY1" fmla="*/ 671829 h 2314316"/>
              <a:gd name="connsiteX2" fmla="*/ 519774 w 3524911"/>
              <a:gd name="connsiteY2" fmla="*/ 1653857 h 2314316"/>
              <a:gd name="connsiteX3" fmla="*/ 854101 w 3524911"/>
              <a:gd name="connsiteY3" fmla="*/ 1732915 h 2314316"/>
              <a:gd name="connsiteX4" fmla="*/ 2000911 w 3524911"/>
              <a:gd name="connsiteY4" fmla="*/ 2309177 h 2314316"/>
              <a:gd name="connsiteX5" fmla="*/ 2983891 w 3524911"/>
              <a:gd name="connsiteY5" fmla="*/ 1356677 h 2314316"/>
              <a:gd name="connsiteX6" fmla="*/ 3524911 w 3524911"/>
              <a:gd name="connsiteY6" fmla="*/ 1059497 h 2314316"/>
              <a:gd name="connsiteX0" fmla="*/ 701914 w 2983891"/>
              <a:gd name="connsiteY0" fmla="*/ 0 h 2314316"/>
              <a:gd name="connsiteX1" fmla="*/ 1614 w 2983891"/>
              <a:gd name="connsiteY1" fmla="*/ 671829 h 2314316"/>
              <a:gd name="connsiteX2" fmla="*/ 519774 w 2983891"/>
              <a:gd name="connsiteY2" fmla="*/ 1653857 h 2314316"/>
              <a:gd name="connsiteX3" fmla="*/ 854101 w 2983891"/>
              <a:gd name="connsiteY3" fmla="*/ 1732915 h 2314316"/>
              <a:gd name="connsiteX4" fmla="*/ 2000911 w 2983891"/>
              <a:gd name="connsiteY4" fmla="*/ 2309177 h 2314316"/>
              <a:gd name="connsiteX5" fmla="*/ 2983891 w 2983891"/>
              <a:gd name="connsiteY5" fmla="*/ 1356677 h 2314316"/>
              <a:gd name="connsiteX0" fmla="*/ 701914 w 2000911"/>
              <a:gd name="connsiteY0" fmla="*/ 0 h 2314316"/>
              <a:gd name="connsiteX1" fmla="*/ 1614 w 2000911"/>
              <a:gd name="connsiteY1" fmla="*/ 671829 h 2314316"/>
              <a:gd name="connsiteX2" fmla="*/ 519774 w 2000911"/>
              <a:gd name="connsiteY2" fmla="*/ 1653857 h 2314316"/>
              <a:gd name="connsiteX3" fmla="*/ 854101 w 2000911"/>
              <a:gd name="connsiteY3" fmla="*/ 1732915 h 2314316"/>
              <a:gd name="connsiteX4" fmla="*/ 2000911 w 2000911"/>
              <a:gd name="connsiteY4" fmla="*/ 2309177 h 2314316"/>
              <a:gd name="connsiteX0" fmla="*/ 701914 w 1452271"/>
              <a:gd name="connsiteY0" fmla="*/ 0 h 2321879"/>
              <a:gd name="connsiteX1" fmla="*/ 1614 w 1452271"/>
              <a:gd name="connsiteY1" fmla="*/ 671829 h 2321879"/>
              <a:gd name="connsiteX2" fmla="*/ 519774 w 1452271"/>
              <a:gd name="connsiteY2" fmla="*/ 1653857 h 2321879"/>
              <a:gd name="connsiteX3" fmla="*/ 854101 w 1452271"/>
              <a:gd name="connsiteY3" fmla="*/ 1732915 h 2321879"/>
              <a:gd name="connsiteX4" fmla="*/ 1452271 w 1452271"/>
              <a:gd name="connsiteY4" fmla="*/ 2316797 h 2321879"/>
              <a:gd name="connsiteX0" fmla="*/ 701917 w 1452274"/>
              <a:gd name="connsiteY0" fmla="*/ 0 h 2320825"/>
              <a:gd name="connsiteX1" fmla="*/ 1617 w 1452274"/>
              <a:gd name="connsiteY1" fmla="*/ 671829 h 2320825"/>
              <a:gd name="connsiteX2" fmla="*/ 519777 w 1452274"/>
              <a:gd name="connsiteY2" fmla="*/ 1653857 h 2320825"/>
              <a:gd name="connsiteX3" fmla="*/ 861724 w 1452274"/>
              <a:gd name="connsiteY3" fmla="*/ 1580515 h 2320825"/>
              <a:gd name="connsiteX4" fmla="*/ 1452274 w 1452274"/>
              <a:gd name="connsiteY4" fmla="*/ 2316797 h 2320825"/>
              <a:gd name="connsiteX0" fmla="*/ 701917 w 1376074"/>
              <a:gd name="connsiteY0" fmla="*/ 0 h 2328410"/>
              <a:gd name="connsiteX1" fmla="*/ 1617 w 1376074"/>
              <a:gd name="connsiteY1" fmla="*/ 671829 h 2328410"/>
              <a:gd name="connsiteX2" fmla="*/ 519777 w 1376074"/>
              <a:gd name="connsiteY2" fmla="*/ 1653857 h 2328410"/>
              <a:gd name="connsiteX3" fmla="*/ 861724 w 1376074"/>
              <a:gd name="connsiteY3" fmla="*/ 1580515 h 2328410"/>
              <a:gd name="connsiteX4" fmla="*/ 1376074 w 1376074"/>
              <a:gd name="connsiteY4" fmla="*/ 2324417 h 2328410"/>
              <a:gd name="connsiteX0" fmla="*/ 701917 w 1292254"/>
              <a:gd name="connsiteY0" fmla="*/ 0 h 2176840"/>
              <a:gd name="connsiteX1" fmla="*/ 1617 w 1292254"/>
              <a:gd name="connsiteY1" fmla="*/ 671829 h 2176840"/>
              <a:gd name="connsiteX2" fmla="*/ 519777 w 1292254"/>
              <a:gd name="connsiteY2" fmla="*/ 1653857 h 2176840"/>
              <a:gd name="connsiteX3" fmla="*/ 861724 w 1292254"/>
              <a:gd name="connsiteY3" fmla="*/ 1580515 h 2176840"/>
              <a:gd name="connsiteX4" fmla="*/ 1292254 w 1292254"/>
              <a:gd name="connsiteY4" fmla="*/ 2172017 h 2176840"/>
              <a:gd name="connsiteX0" fmla="*/ 701917 w 1292254"/>
              <a:gd name="connsiteY0" fmla="*/ 0 h 2176840"/>
              <a:gd name="connsiteX1" fmla="*/ 1617 w 1292254"/>
              <a:gd name="connsiteY1" fmla="*/ 671829 h 2176840"/>
              <a:gd name="connsiteX2" fmla="*/ 519777 w 1292254"/>
              <a:gd name="connsiteY2" fmla="*/ 1653857 h 2176840"/>
              <a:gd name="connsiteX3" fmla="*/ 861724 w 1292254"/>
              <a:gd name="connsiteY3" fmla="*/ 1580515 h 2176840"/>
              <a:gd name="connsiteX4" fmla="*/ 1292254 w 1292254"/>
              <a:gd name="connsiteY4" fmla="*/ 2172017 h 2176840"/>
              <a:gd name="connsiteX0" fmla="*/ 793746 w 1384083"/>
              <a:gd name="connsiteY0" fmla="*/ 0 h 2176840"/>
              <a:gd name="connsiteX1" fmla="*/ 1371 w 1384083"/>
              <a:gd name="connsiteY1" fmla="*/ 738504 h 2176840"/>
              <a:gd name="connsiteX2" fmla="*/ 611606 w 1384083"/>
              <a:gd name="connsiteY2" fmla="*/ 1653857 h 2176840"/>
              <a:gd name="connsiteX3" fmla="*/ 953553 w 1384083"/>
              <a:gd name="connsiteY3" fmla="*/ 1580515 h 2176840"/>
              <a:gd name="connsiteX4" fmla="*/ 1384083 w 1384083"/>
              <a:gd name="connsiteY4" fmla="*/ 2172017 h 2176840"/>
              <a:gd name="connsiteX0" fmla="*/ 793801 w 1384138"/>
              <a:gd name="connsiteY0" fmla="*/ 0 h 2176881"/>
              <a:gd name="connsiteX1" fmla="*/ 1426 w 1384138"/>
              <a:gd name="connsiteY1" fmla="*/ 738504 h 2176881"/>
              <a:gd name="connsiteX2" fmla="*/ 608486 w 1384138"/>
              <a:gd name="connsiteY2" fmla="*/ 1622107 h 2176881"/>
              <a:gd name="connsiteX3" fmla="*/ 953608 w 1384138"/>
              <a:gd name="connsiteY3" fmla="*/ 1580515 h 2176881"/>
              <a:gd name="connsiteX4" fmla="*/ 1384138 w 1384138"/>
              <a:gd name="connsiteY4" fmla="*/ 2172017 h 2176881"/>
              <a:gd name="connsiteX0" fmla="*/ 188084 w 778421"/>
              <a:gd name="connsiteY0" fmla="*/ 0 h 2176881"/>
              <a:gd name="connsiteX1" fmla="*/ 2769 w 778421"/>
              <a:gd name="connsiteY1" fmla="*/ 1622107 h 2176881"/>
              <a:gd name="connsiteX2" fmla="*/ 347891 w 778421"/>
              <a:gd name="connsiteY2" fmla="*/ 1580515 h 2176881"/>
              <a:gd name="connsiteX3" fmla="*/ 778421 w 778421"/>
              <a:gd name="connsiteY3" fmla="*/ 2172017 h 2176881"/>
              <a:gd name="connsiteX0" fmla="*/ 188084 w 778421"/>
              <a:gd name="connsiteY0" fmla="*/ 0 h 2176881"/>
              <a:gd name="connsiteX1" fmla="*/ 2769 w 778421"/>
              <a:gd name="connsiteY1" fmla="*/ 1622107 h 2176881"/>
              <a:gd name="connsiteX2" fmla="*/ 347891 w 778421"/>
              <a:gd name="connsiteY2" fmla="*/ 1580515 h 2176881"/>
              <a:gd name="connsiteX3" fmla="*/ 778421 w 778421"/>
              <a:gd name="connsiteY3" fmla="*/ 2172017 h 2176881"/>
              <a:gd name="connsiteX0" fmla="*/ 422878 w 1013215"/>
              <a:gd name="connsiteY0" fmla="*/ 0 h 2176881"/>
              <a:gd name="connsiteX1" fmla="*/ 237563 w 1013215"/>
              <a:gd name="connsiteY1" fmla="*/ 1622107 h 2176881"/>
              <a:gd name="connsiteX2" fmla="*/ 582685 w 1013215"/>
              <a:gd name="connsiteY2" fmla="*/ 1580515 h 2176881"/>
              <a:gd name="connsiteX3" fmla="*/ 1013215 w 1013215"/>
              <a:gd name="connsiteY3" fmla="*/ 2172017 h 2176881"/>
              <a:gd name="connsiteX0" fmla="*/ 427414 w 1017751"/>
              <a:gd name="connsiteY0" fmla="*/ 0 h 2176881"/>
              <a:gd name="connsiteX1" fmla="*/ 3658 w 1017751"/>
              <a:gd name="connsiteY1" fmla="*/ 743899 h 2176881"/>
              <a:gd name="connsiteX2" fmla="*/ 242099 w 1017751"/>
              <a:gd name="connsiteY2" fmla="*/ 1622107 h 2176881"/>
              <a:gd name="connsiteX3" fmla="*/ 587221 w 1017751"/>
              <a:gd name="connsiteY3" fmla="*/ 1580515 h 2176881"/>
              <a:gd name="connsiteX4" fmla="*/ 1017751 w 1017751"/>
              <a:gd name="connsiteY4" fmla="*/ 2172017 h 2176881"/>
              <a:gd name="connsiteX0" fmla="*/ 774479 w 1364816"/>
              <a:gd name="connsiteY0" fmla="*/ 0 h 2176881"/>
              <a:gd name="connsiteX1" fmla="*/ 1473 w 1364816"/>
              <a:gd name="connsiteY1" fmla="*/ 734374 h 2176881"/>
              <a:gd name="connsiteX2" fmla="*/ 589164 w 1364816"/>
              <a:gd name="connsiteY2" fmla="*/ 1622107 h 2176881"/>
              <a:gd name="connsiteX3" fmla="*/ 934286 w 1364816"/>
              <a:gd name="connsiteY3" fmla="*/ 1580515 h 2176881"/>
              <a:gd name="connsiteX4" fmla="*/ 1364816 w 1364816"/>
              <a:gd name="connsiteY4" fmla="*/ 2172017 h 2176881"/>
              <a:gd name="connsiteX0" fmla="*/ 792421 w 1382758"/>
              <a:gd name="connsiteY0" fmla="*/ 0 h 2176881"/>
              <a:gd name="connsiteX1" fmla="*/ 19415 w 1382758"/>
              <a:gd name="connsiteY1" fmla="*/ 734374 h 2176881"/>
              <a:gd name="connsiteX2" fmla="*/ 263890 w 1382758"/>
              <a:gd name="connsiteY2" fmla="*/ 1245549 h 2176881"/>
              <a:gd name="connsiteX3" fmla="*/ 607106 w 1382758"/>
              <a:gd name="connsiteY3" fmla="*/ 1622107 h 2176881"/>
              <a:gd name="connsiteX4" fmla="*/ 952228 w 1382758"/>
              <a:gd name="connsiteY4" fmla="*/ 1580515 h 2176881"/>
              <a:gd name="connsiteX5" fmla="*/ 1382758 w 1382758"/>
              <a:gd name="connsiteY5" fmla="*/ 2172017 h 2176881"/>
              <a:gd name="connsiteX0" fmla="*/ 836541 w 1426878"/>
              <a:gd name="connsiteY0" fmla="*/ 0 h 2176881"/>
              <a:gd name="connsiteX1" fmla="*/ 63535 w 1426878"/>
              <a:gd name="connsiteY1" fmla="*/ 734374 h 2176881"/>
              <a:gd name="connsiteX2" fmla="*/ 76235 w 1426878"/>
              <a:gd name="connsiteY2" fmla="*/ 1426524 h 2176881"/>
              <a:gd name="connsiteX3" fmla="*/ 651226 w 1426878"/>
              <a:gd name="connsiteY3" fmla="*/ 1622107 h 2176881"/>
              <a:gd name="connsiteX4" fmla="*/ 996348 w 1426878"/>
              <a:gd name="connsiteY4" fmla="*/ 1580515 h 2176881"/>
              <a:gd name="connsiteX5" fmla="*/ 1426878 w 1426878"/>
              <a:gd name="connsiteY5" fmla="*/ 2172017 h 2176881"/>
              <a:gd name="connsiteX0" fmla="*/ 836541 w 1426878"/>
              <a:gd name="connsiteY0" fmla="*/ 0 h 2176881"/>
              <a:gd name="connsiteX1" fmla="*/ 63535 w 1426878"/>
              <a:gd name="connsiteY1" fmla="*/ 734374 h 2176881"/>
              <a:gd name="connsiteX2" fmla="*/ 76235 w 1426878"/>
              <a:gd name="connsiteY2" fmla="*/ 1426524 h 2176881"/>
              <a:gd name="connsiteX3" fmla="*/ 651226 w 1426878"/>
              <a:gd name="connsiteY3" fmla="*/ 1622107 h 2176881"/>
              <a:gd name="connsiteX4" fmla="*/ 996348 w 1426878"/>
              <a:gd name="connsiteY4" fmla="*/ 1580515 h 2176881"/>
              <a:gd name="connsiteX5" fmla="*/ 1426878 w 1426878"/>
              <a:gd name="connsiteY5" fmla="*/ 2172017 h 2176881"/>
              <a:gd name="connsiteX0" fmla="*/ 836541 w 1426878"/>
              <a:gd name="connsiteY0" fmla="*/ 0 h 2176881"/>
              <a:gd name="connsiteX1" fmla="*/ 63535 w 1426878"/>
              <a:gd name="connsiteY1" fmla="*/ 734374 h 2176881"/>
              <a:gd name="connsiteX2" fmla="*/ 76235 w 1426878"/>
              <a:gd name="connsiteY2" fmla="*/ 1426524 h 2176881"/>
              <a:gd name="connsiteX3" fmla="*/ 651226 w 1426878"/>
              <a:gd name="connsiteY3" fmla="*/ 1622107 h 2176881"/>
              <a:gd name="connsiteX4" fmla="*/ 996348 w 1426878"/>
              <a:gd name="connsiteY4" fmla="*/ 1580515 h 2176881"/>
              <a:gd name="connsiteX5" fmla="*/ 1426878 w 1426878"/>
              <a:gd name="connsiteY5" fmla="*/ 2172017 h 2176881"/>
              <a:gd name="connsiteX0" fmla="*/ 836541 w 1426878"/>
              <a:gd name="connsiteY0" fmla="*/ 0 h 2175854"/>
              <a:gd name="connsiteX1" fmla="*/ 63535 w 1426878"/>
              <a:gd name="connsiteY1" fmla="*/ 734374 h 2175854"/>
              <a:gd name="connsiteX2" fmla="*/ 76235 w 1426878"/>
              <a:gd name="connsiteY2" fmla="*/ 1426524 h 2175854"/>
              <a:gd name="connsiteX3" fmla="*/ 651226 w 1426878"/>
              <a:gd name="connsiteY3" fmla="*/ 1622107 h 2175854"/>
              <a:gd name="connsiteX4" fmla="*/ 996348 w 1426878"/>
              <a:gd name="connsiteY4" fmla="*/ 1580515 h 2175854"/>
              <a:gd name="connsiteX5" fmla="*/ 1426878 w 1426878"/>
              <a:gd name="connsiteY5" fmla="*/ 2172017 h 2175854"/>
              <a:gd name="connsiteX0" fmla="*/ 836541 w 1426878"/>
              <a:gd name="connsiteY0" fmla="*/ 0 h 2176881"/>
              <a:gd name="connsiteX1" fmla="*/ 63535 w 1426878"/>
              <a:gd name="connsiteY1" fmla="*/ 734374 h 2176881"/>
              <a:gd name="connsiteX2" fmla="*/ 76235 w 1426878"/>
              <a:gd name="connsiteY2" fmla="*/ 1426524 h 2176881"/>
              <a:gd name="connsiteX3" fmla="*/ 660751 w 1426878"/>
              <a:gd name="connsiteY3" fmla="*/ 1622107 h 2176881"/>
              <a:gd name="connsiteX4" fmla="*/ 996348 w 1426878"/>
              <a:gd name="connsiteY4" fmla="*/ 1580515 h 2176881"/>
              <a:gd name="connsiteX5" fmla="*/ 1426878 w 1426878"/>
              <a:gd name="connsiteY5" fmla="*/ 2172017 h 2176881"/>
              <a:gd name="connsiteX0" fmla="*/ 836541 w 1426878"/>
              <a:gd name="connsiteY0" fmla="*/ 0 h 2176881"/>
              <a:gd name="connsiteX1" fmla="*/ 63535 w 1426878"/>
              <a:gd name="connsiteY1" fmla="*/ 734374 h 2176881"/>
              <a:gd name="connsiteX2" fmla="*/ 76235 w 1426878"/>
              <a:gd name="connsiteY2" fmla="*/ 1426524 h 2176881"/>
              <a:gd name="connsiteX3" fmla="*/ 660751 w 1426878"/>
              <a:gd name="connsiteY3" fmla="*/ 1622107 h 2176881"/>
              <a:gd name="connsiteX4" fmla="*/ 996348 w 1426878"/>
              <a:gd name="connsiteY4" fmla="*/ 1580515 h 2176881"/>
              <a:gd name="connsiteX5" fmla="*/ 1426878 w 1426878"/>
              <a:gd name="connsiteY5" fmla="*/ 2172017 h 2176881"/>
              <a:gd name="connsiteX0" fmla="*/ 836541 w 1426878"/>
              <a:gd name="connsiteY0" fmla="*/ 0 h 2176959"/>
              <a:gd name="connsiteX1" fmla="*/ 63535 w 1426878"/>
              <a:gd name="connsiteY1" fmla="*/ 734374 h 2176959"/>
              <a:gd name="connsiteX2" fmla="*/ 76235 w 1426878"/>
              <a:gd name="connsiteY2" fmla="*/ 1426524 h 2176959"/>
              <a:gd name="connsiteX3" fmla="*/ 660751 w 1426878"/>
              <a:gd name="connsiteY3" fmla="*/ 1622107 h 2176959"/>
              <a:gd name="connsiteX4" fmla="*/ 1005873 w 1426878"/>
              <a:gd name="connsiteY4" fmla="*/ 1590040 h 2176959"/>
              <a:gd name="connsiteX5" fmla="*/ 1426878 w 1426878"/>
              <a:gd name="connsiteY5" fmla="*/ 2172017 h 2176959"/>
              <a:gd name="connsiteX0" fmla="*/ 836541 w 1426878"/>
              <a:gd name="connsiteY0" fmla="*/ 0 h 2176907"/>
              <a:gd name="connsiteX1" fmla="*/ 63535 w 1426878"/>
              <a:gd name="connsiteY1" fmla="*/ 734374 h 2176907"/>
              <a:gd name="connsiteX2" fmla="*/ 76235 w 1426878"/>
              <a:gd name="connsiteY2" fmla="*/ 1426524 h 2176907"/>
              <a:gd name="connsiteX3" fmla="*/ 660751 w 1426878"/>
              <a:gd name="connsiteY3" fmla="*/ 1622107 h 2176907"/>
              <a:gd name="connsiteX4" fmla="*/ 996348 w 1426878"/>
              <a:gd name="connsiteY4" fmla="*/ 1583690 h 2176907"/>
              <a:gd name="connsiteX5" fmla="*/ 1426878 w 1426878"/>
              <a:gd name="connsiteY5" fmla="*/ 2172017 h 2176907"/>
              <a:gd name="connsiteX0" fmla="*/ 836541 w 1426878"/>
              <a:gd name="connsiteY0" fmla="*/ 0 h 2176068"/>
              <a:gd name="connsiteX1" fmla="*/ 63535 w 1426878"/>
              <a:gd name="connsiteY1" fmla="*/ 734374 h 2176068"/>
              <a:gd name="connsiteX2" fmla="*/ 76235 w 1426878"/>
              <a:gd name="connsiteY2" fmla="*/ 1426524 h 2176068"/>
              <a:gd name="connsiteX3" fmla="*/ 660751 w 1426878"/>
              <a:gd name="connsiteY3" fmla="*/ 1622107 h 2176068"/>
              <a:gd name="connsiteX4" fmla="*/ 996348 w 1426878"/>
              <a:gd name="connsiteY4" fmla="*/ 1583690 h 2176068"/>
              <a:gd name="connsiteX5" fmla="*/ 1426878 w 1426878"/>
              <a:gd name="connsiteY5" fmla="*/ 2172017 h 2176068"/>
              <a:gd name="connsiteX0" fmla="*/ 836541 w 1426878"/>
              <a:gd name="connsiteY0" fmla="*/ 0 h 2176068"/>
              <a:gd name="connsiteX1" fmla="*/ 63535 w 1426878"/>
              <a:gd name="connsiteY1" fmla="*/ 734374 h 2176068"/>
              <a:gd name="connsiteX2" fmla="*/ 76235 w 1426878"/>
              <a:gd name="connsiteY2" fmla="*/ 1426524 h 2176068"/>
              <a:gd name="connsiteX3" fmla="*/ 660751 w 1426878"/>
              <a:gd name="connsiteY3" fmla="*/ 1622107 h 2176068"/>
              <a:gd name="connsiteX4" fmla="*/ 996348 w 1426878"/>
              <a:gd name="connsiteY4" fmla="*/ 1583690 h 2176068"/>
              <a:gd name="connsiteX5" fmla="*/ 1426878 w 1426878"/>
              <a:gd name="connsiteY5" fmla="*/ 2172017 h 2176068"/>
              <a:gd name="connsiteX0" fmla="*/ 836541 w 1426878"/>
              <a:gd name="connsiteY0" fmla="*/ 0 h 2175870"/>
              <a:gd name="connsiteX1" fmla="*/ 63535 w 1426878"/>
              <a:gd name="connsiteY1" fmla="*/ 734374 h 2175870"/>
              <a:gd name="connsiteX2" fmla="*/ 76235 w 1426878"/>
              <a:gd name="connsiteY2" fmla="*/ 1426524 h 2175870"/>
              <a:gd name="connsiteX3" fmla="*/ 660751 w 1426878"/>
              <a:gd name="connsiteY3" fmla="*/ 1622107 h 2175870"/>
              <a:gd name="connsiteX4" fmla="*/ 996348 w 1426878"/>
              <a:gd name="connsiteY4" fmla="*/ 1583690 h 2175870"/>
              <a:gd name="connsiteX5" fmla="*/ 1426878 w 1426878"/>
              <a:gd name="connsiteY5" fmla="*/ 2172017 h 2175870"/>
              <a:gd name="connsiteX0" fmla="*/ 836541 w 1426878"/>
              <a:gd name="connsiteY0" fmla="*/ 0 h 2175733"/>
              <a:gd name="connsiteX1" fmla="*/ 63535 w 1426878"/>
              <a:gd name="connsiteY1" fmla="*/ 734374 h 2175733"/>
              <a:gd name="connsiteX2" fmla="*/ 76235 w 1426878"/>
              <a:gd name="connsiteY2" fmla="*/ 1426524 h 2175733"/>
              <a:gd name="connsiteX3" fmla="*/ 660751 w 1426878"/>
              <a:gd name="connsiteY3" fmla="*/ 1622107 h 2175733"/>
              <a:gd name="connsiteX4" fmla="*/ 996348 w 1426878"/>
              <a:gd name="connsiteY4" fmla="*/ 1583690 h 2175733"/>
              <a:gd name="connsiteX5" fmla="*/ 1426878 w 1426878"/>
              <a:gd name="connsiteY5" fmla="*/ 2172017 h 2175733"/>
              <a:gd name="connsiteX0" fmla="*/ 836541 w 1426878"/>
              <a:gd name="connsiteY0" fmla="*/ 0 h 2175838"/>
              <a:gd name="connsiteX1" fmla="*/ 63535 w 1426878"/>
              <a:gd name="connsiteY1" fmla="*/ 734374 h 2175838"/>
              <a:gd name="connsiteX2" fmla="*/ 76235 w 1426878"/>
              <a:gd name="connsiteY2" fmla="*/ 1426524 h 2175838"/>
              <a:gd name="connsiteX3" fmla="*/ 660751 w 1426878"/>
              <a:gd name="connsiteY3" fmla="*/ 1622107 h 2175838"/>
              <a:gd name="connsiteX4" fmla="*/ 996348 w 1426878"/>
              <a:gd name="connsiteY4" fmla="*/ 1583690 h 2175838"/>
              <a:gd name="connsiteX5" fmla="*/ 1426878 w 1426878"/>
              <a:gd name="connsiteY5" fmla="*/ 2172017 h 2175838"/>
              <a:gd name="connsiteX0" fmla="*/ 836541 w 1531653"/>
              <a:gd name="connsiteY0" fmla="*/ 0 h 2398007"/>
              <a:gd name="connsiteX1" fmla="*/ 63535 w 1531653"/>
              <a:gd name="connsiteY1" fmla="*/ 734374 h 2398007"/>
              <a:gd name="connsiteX2" fmla="*/ 76235 w 1531653"/>
              <a:gd name="connsiteY2" fmla="*/ 1426524 h 2398007"/>
              <a:gd name="connsiteX3" fmla="*/ 660751 w 1531653"/>
              <a:gd name="connsiteY3" fmla="*/ 1622107 h 2398007"/>
              <a:gd name="connsiteX4" fmla="*/ 996348 w 1531653"/>
              <a:gd name="connsiteY4" fmla="*/ 1583690 h 2398007"/>
              <a:gd name="connsiteX5" fmla="*/ 1531653 w 1531653"/>
              <a:gd name="connsiteY5" fmla="*/ 2394267 h 2398007"/>
              <a:gd name="connsiteX0" fmla="*/ 836541 w 1531653"/>
              <a:gd name="connsiteY0" fmla="*/ 0 h 2394267"/>
              <a:gd name="connsiteX1" fmla="*/ 63535 w 1531653"/>
              <a:gd name="connsiteY1" fmla="*/ 734374 h 2394267"/>
              <a:gd name="connsiteX2" fmla="*/ 76235 w 1531653"/>
              <a:gd name="connsiteY2" fmla="*/ 1426524 h 2394267"/>
              <a:gd name="connsiteX3" fmla="*/ 660751 w 1531653"/>
              <a:gd name="connsiteY3" fmla="*/ 1622107 h 2394267"/>
              <a:gd name="connsiteX4" fmla="*/ 996348 w 1531653"/>
              <a:gd name="connsiteY4" fmla="*/ 1583690 h 2394267"/>
              <a:gd name="connsiteX5" fmla="*/ 1531653 w 1531653"/>
              <a:gd name="connsiteY5" fmla="*/ 2394267 h 2394267"/>
              <a:gd name="connsiteX0" fmla="*/ 836541 w 1531653"/>
              <a:gd name="connsiteY0" fmla="*/ 0 h 2394267"/>
              <a:gd name="connsiteX1" fmla="*/ 63535 w 1531653"/>
              <a:gd name="connsiteY1" fmla="*/ 734374 h 2394267"/>
              <a:gd name="connsiteX2" fmla="*/ 76235 w 1531653"/>
              <a:gd name="connsiteY2" fmla="*/ 1426524 h 2394267"/>
              <a:gd name="connsiteX3" fmla="*/ 660751 w 1531653"/>
              <a:gd name="connsiteY3" fmla="*/ 1622107 h 2394267"/>
              <a:gd name="connsiteX4" fmla="*/ 996348 w 1531653"/>
              <a:gd name="connsiteY4" fmla="*/ 1583690 h 2394267"/>
              <a:gd name="connsiteX5" fmla="*/ 1531653 w 1531653"/>
              <a:gd name="connsiteY5" fmla="*/ 2394267 h 2394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31653" h="2394267">
                <a:moveTo>
                  <a:pt x="836541" y="0"/>
                </a:moveTo>
                <a:cubicBezTo>
                  <a:pt x="765915" y="123983"/>
                  <a:pt x="176971" y="492598"/>
                  <a:pt x="63535" y="734374"/>
                </a:cubicBezTo>
                <a:cubicBezTo>
                  <a:pt x="-24553" y="941965"/>
                  <a:pt x="-21713" y="1278569"/>
                  <a:pt x="76235" y="1426524"/>
                </a:cubicBezTo>
                <a:cubicBezTo>
                  <a:pt x="174183" y="1574479"/>
                  <a:pt x="504224" y="1675288"/>
                  <a:pt x="660751" y="1622107"/>
                </a:cubicBezTo>
                <a:cubicBezTo>
                  <a:pt x="817278" y="1568926"/>
                  <a:pt x="911523" y="1616922"/>
                  <a:pt x="996348" y="1583690"/>
                </a:cubicBezTo>
                <a:cubicBezTo>
                  <a:pt x="1081173" y="1550458"/>
                  <a:pt x="1487838" y="2231548"/>
                  <a:pt x="1531653" y="2394267"/>
                </a:cubicBezTo>
              </a:path>
            </a:pathLst>
          </a:cu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94" name="Group 193"/>
          <p:cNvGrpSpPr/>
          <p:nvPr/>
        </p:nvGrpSpPr>
        <p:grpSpPr>
          <a:xfrm>
            <a:off x="2463600" y="2253289"/>
            <a:ext cx="609976" cy="159279"/>
            <a:chOff x="9346673" y="3020469"/>
            <a:chExt cx="177824" cy="46434"/>
          </a:xfrm>
        </p:grpSpPr>
        <p:sp>
          <p:nvSpPr>
            <p:cNvPr id="198" name="Oval 197"/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99" name="Rectangle 198"/>
            <p:cNvSpPr/>
            <p:nvPr/>
          </p:nvSpPr>
          <p:spPr>
            <a:xfrm>
              <a:off x="9346673" y="3020469"/>
              <a:ext cx="177824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Fos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200" name="Group 199"/>
          <p:cNvGrpSpPr/>
          <p:nvPr/>
        </p:nvGrpSpPr>
        <p:grpSpPr>
          <a:xfrm>
            <a:off x="2713903" y="2073722"/>
            <a:ext cx="609976" cy="282660"/>
            <a:chOff x="9357933" y="2984500"/>
            <a:chExt cx="177824" cy="82403"/>
          </a:xfrm>
        </p:grpSpPr>
        <p:sp>
          <p:nvSpPr>
            <p:cNvPr id="201" name="Oval 200"/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2" name="Rectangle 201"/>
            <p:cNvSpPr/>
            <p:nvPr/>
          </p:nvSpPr>
          <p:spPr>
            <a:xfrm>
              <a:off x="9357933" y="2984500"/>
              <a:ext cx="177824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Genoa</a:t>
              </a:r>
            </a:p>
          </p:txBody>
        </p:sp>
      </p:grpSp>
      <p:grpSp>
        <p:nvGrpSpPr>
          <p:cNvPr id="203" name="Group 202"/>
          <p:cNvGrpSpPr/>
          <p:nvPr/>
        </p:nvGrpSpPr>
        <p:grpSpPr>
          <a:xfrm>
            <a:off x="3102192" y="2300298"/>
            <a:ext cx="1007992" cy="163677"/>
            <a:chOff x="9437646" y="3022780"/>
            <a:chExt cx="293856" cy="47716"/>
          </a:xfrm>
        </p:grpSpPr>
        <p:sp>
          <p:nvSpPr>
            <p:cNvPr id="213" name="Oval 212"/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4" name="Rectangle 213"/>
            <p:cNvSpPr/>
            <p:nvPr/>
          </p:nvSpPr>
          <p:spPr>
            <a:xfrm>
              <a:off x="9467182" y="3022780"/>
              <a:ext cx="264320" cy="4771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La Spezia</a:t>
              </a:r>
            </a:p>
          </p:txBody>
        </p:sp>
      </p:grp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BCBA770B-F838-4E0A-A1C9-5344C1444D27}"/>
              </a:ext>
            </a:extLst>
          </p:cNvPr>
          <p:cNvGrpSpPr/>
          <p:nvPr/>
        </p:nvGrpSpPr>
        <p:grpSpPr>
          <a:xfrm>
            <a:off x="7997934" y="3634116"/>
            <a:ext cx="197643" cy="261610"/>
            <a:chOff x="1477817" y="2788120"/>
            <a:chExt cx="197643" cy="261610"/>
          </a:xfrm>
        </p:grpSpPr>
        <p:sp>
          <p:nvSpPr>
            <p:cNvPr id="224" name="타원 223">
              <a:extLst>
                <a:ext uri="{FF2B5EF4-FFF2-40B4-BE49-F238E27FC236}">
                  <a16:creationId xmlns:a16="http://schemas.microsoft.com/office/drawing/2014/main" id="{BA769E21-6CF3-4319-9717-DFBA25885C85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3494B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b="1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43870076-3A68-4E67-AAD2-CCE56F31407D}"/>
                </a:ext>
              </a:extLst>
            </p:cNvPr>
            <p:cNvSpPr txBox="1"/>
            <p:nvPr/>
          </p:nvSpPr>
          <p:spPr>
            <a:xfrm>
              <a:off x="1553777" y="278812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1</a:t>
              </a:r>
              <a:endParaRPr lang="ko-KR" altLang="en-US" sz="1100" b="1" dirty="0">
                <a:solidFill>
                  <a:schemeClr val="bg1"/>
                </a:solidFill>
                <a:latin typeface="Arial" pitchFamily="34" charset="0"/>
                <a:ea typeface="HY견고딕" pitchFamily="18" charset="-127"/>
                <a:cs typeface="Arial" pitchFamily="34" charset="0"/>
              </a:endParaRPr>
            </a:p>
          </p:txBody>
        </p:sp>
      </p:grpSp>
      <p:sp>
        <p:nvSpPr>
          <p:cNvPr id="204" name="이등변 삼각형 203">
            <a:extLst>
              <a:ext uri="{FF2B5EF4-FFF2-40B4-BE49-F238E27FC236}">
                <a16:creationId xmlns:a16="http://schemas.microsoft.com/office/drawing/2014/main" id="{44ADC408-F82E-4B70-8ABB-F0B35ED4DC3E}"/>
              </a:ext>
            </a:extLst>
          </p:cNvPr>
          <p:cNvSpPr/>
          <p:nvPr/>
        </p:nvSpPr>
        <p:spPr>
          <a:xfrm rot="19804487">
            <a:off x="5627316" y="4371261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8" name="이등변 삼각형 207">
            <a:extLst>
              <a:ext uri="{FF2B5EF4-FFF2-40B4-BE49-F238E27FC236}">
                <a16:creationId xmlns:a16="http://schemas.microsoft.com/office/drawing/2014/main" id="{E9F22C0D-2F3E-489D-9B72-97352BCD34FA}"/>
              </a:ext>
            </a:extLst>
          </p:cNvPr>
          <p:cNvSpPr/>
          <p:nvPr/>
        </p:nvSpPr>
        <p:spPr>
          <a:xfrm rot="13946650">
            <a:off x="2167039" y="2940471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09" name="Table 205">
            <a:extLst>
              <a:ext uri="{FF2B5EF4-FFF2-40B4-BE49-F238E27FC236}">
                <a16:creationId xmlns:a16="http://schemas.microsoft.com/office/drawing/2014/main" id="{2C55E33C-9E56-43B0-BAE9-17FCF552012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753634" y="5166000"/>
          <a:ext cx="8684732" cy="15867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9599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51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60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7063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55089"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Carriers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Dur</a:t>
                      </a:r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Freq.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Ships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Rotation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316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Arial" pitchFamily="34" charset="0"/>
                          <a:cs typeface="Arial" pitchFamily="34" charset="0"/>
                        </a:rPr>
                        <a:t>MSC / Premier Alliance</a:t>
                      </a:r>
                      <a:endParaRPr lang="en-US" altLang="ko-KR" sz="1200" b="1" i="0" u="none" strike="noStrike" dirty="0">
                        <a:solidFill>
                          <a:srgbClr val="000000"/>
                        </a:solidFill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16 x 14,904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teu</a:t>
                      </a:r>
                      <a:endParaRPr lang="en-US" altLang="ko-KR" sz="1200" b="1" i="0" u="none" strike="noStrike" dirty="0">
                        <a:solidFill>
                          <a:schemeClr val="tx1"/>
                        </a:solidFill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/>
                        </a:rPr>
                        <a:t> Busan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Shanghai,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Nansha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Yantian, Singapore, Marsaxlokk,</a:t>
                      </a:r>
                      <a:b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</a:b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 Genoa, La Spezia,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Fos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Malaga, Abidjan,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Lome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Nhava Sheva,  </a:t>
                      </a: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 Mundra, </a:t>
                      </a:r>
                      <a:r>
                        <a:rPr lang="en-US" altLang="ko-KR" sz="12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Vizhinjam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</a:t>
                      </a:r>
                      <a:r>
                        <a:rPr lang="en-US" altLang="ko-KR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/>
                        </a:rPr>
                        <a:t>Busan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27" name="표 226">
            <a:extLst>
              <a:ext uri="{FF2B5EF4-FFF2-40B4-BE49-F238E27FC236}">
                <a16:creationId xmlns:a16="http://schemas.microsoft.com/office/drawing/2014/main" id="{563B95AF-3216-4382-9A44-BC8F03C52DB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9766800" y="1029600"/>
          <a:ext cx="1963806" cy="11067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125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12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704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Terminal</a:t>
                      </a: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PNIT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Weekly throughput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4,000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Schedule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Thu ~ Fri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FFD23A3B-B56E-45A8-A1E7-A8A06C34C309}"/>
              </a:ext>
            </a:extLst>
          </p:cNvPr>
          <p:cNvGrpSpPr/>
          <p:nvPr/>
        </p:nvGrpSpPr>
        <p:grpSpPr>
          <a:xfrm>
            <a:off x="1833898" y="2875804"/>
            <a:ext cx="197643" cy="261610"/>
            <a:chOff x="1477817" y="2788120"/>
            <a:chExt cx="197643" cy="261610"/>
          </a:xfrm>
        </p:grpSpPr>
        <p:sp>
          <p:nvSpPr>
            <p:cNvPr id="242" name="타원 241">
              <a:extLst>
                <a:ext uri="{FF2B5EF4-FFF2-40B4-BE49-F238E27FC236}">
                  <a16:creationId xmlns:a16="http://schemas.microsoft.com/office/drawing/2014/main" id="{0E1864E2-91A4-4131-97F1-7202A0A3D7DA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25240C0A-E197-43EA-B713-04833C814192}"/>
                </a:ext>
              </a:extLst>
            </p:cNvPr>
            <p:cNvSpPr txBox="1"/>
            <p:nvPr/>
          </p:nvSpPr>
          <p:spPr>
            <a:xfrm>
              <a:off x="1553777" y="278812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2</a:t>
              </a:r>
              <a:endParaRPr lang="ko-KR" altLang="en-US" sz="1100" b="1" dirty="0">
                <a:solidFill>
                  <a:schemeClr val="bg1"/>
                </a:solidFill>
                <a:latin typeface="Arial" pitchFamily="34" charset="0"/>
                <a:ea typeface="HY견고딕" pitchFamily="18" charset="-127"/>
                <a:cs typeface="Arial" pitchFamily="34" charset="0"/>
              </a:endParaRPr>
            </a:p>
          </p:txBody>
        </p:sp>
      </p:grpSp>
      <p:grpSp>
        <p:nvGrpSpPr>
          <p:cNvPr id="207" name="Group 389">
            <a:extLst>
              <a:ext uri="{FF2B5EF4-FFF2-40B4-BE49-F238E27FC236}">
                <a16:creationId xmlns:a16="http://schemas.microsoft.com/office/drawing/2014/main" id="{1585FDDC-23EE-4A05-85C3-0FA7C045C428}"/>
              </a:ext>
            </a:extLst>
          </p:cNvPr>
          <p:cNvGrpSpPr/>
          <p:nvPr/>
        </p:nvGrpSpPr>
        <p:grpSpPr>
          <a:xfrm>
            <a:off x="2966235" y="2795013"/>
            <a:ext cx="984655" cy="272535"/>
            <a:chOff x="9337655" y="3045473"/>
            <a:chExt cx="287053" cy="79451"/>
          </a:xfrm>
        </p:grpSpPr>
        <p:sp>
          <p:nvSpPr>
            <p:cNvPr id="215" name="Oval 390">
              <a:extLst>
                <a:ext uri="{FF2B5EF4-FFF2-40B4-BE49-F238E27FC236}">
                  <a16:creationId xmlns:a16="http://schemas.microsoft.com/office/drawing/2014/main" id="{3F18DAAC-20FC-4159-A438-C6439AAA1D4B}"/>
                </a:ext>
              </a:extLst>
            </p:cNvPr>
            <p:cNvSpPr/>
            <p:nvPr/>
          </p:nvSpPr>
          <p:spPr>
            <a:xfrm flipH="1" flipV="1">
              <a:off x="9437646" y="304547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BC8F00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6" name="Rectangle 391">
              <a:extLst>
                <a:ext uri="{FF2B5EF4-FFF2-40B4-BE49-F238E27FC236}">
                  <a16:creationId xmlns:a16="http://schemas.microsoft.com/office/drawing/2014/main" id="{1CA2B78B-5013-4593-A501-929F1C83A797}"/>
                </a:ext>
              </a:extLst>
            </p:cNvPr>
            <p:cNvSpPr/>
            <p:nvPr/>
          </p:nvSpPr>
          <p:spPr>
            <a:xfrm>
              <a:off x="9337655" y="3064885"/>
              <a:ext cx="287053" cy="6003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lvl="0">
                <a:defRPr/>
              </a:pPr>
              <a:r>
                <a:rPr lang="en-US" altLang="ko-KR" sz="1400" b="1" dirty="0" err="1">
                  <a:solidFill>
                    <a:schemeClr val="tx1"/>
                  </a:solidFill>
                  <a:latin typeface="Arial"/>
                </a:rPr>
                <a:t>Marxaxlokk</a:t>
              </a:r>
              <a:endParaRPr lang="en-US" altLang="ko-KR" sz="1400" b="1" dirty="0">
                <a:solidFill>
                  <a:schemeClr val="tx1"/>
                </a:solidFill>
                <a:latin typeface="Arial"/>
              </a:endParaRPr>
            </a:p>
          </p:txBody>
        </p:sp>
      </p:grpSp>
      <p:grpSp>
        <p:nvGrpSpPr>
          <p:cNvPr id="217" name="Group 286">
            <a:extLst>
              <a:ext uri="{FF2B5EF4-FFF2-40B4-BE49-F238E27FC236}">
                <a16:creationId xmlns:a16="http://schemas.microsoft.com/office/drawing/2014/main" id="{8587D455-CAC3-45EA-B93E-89EF87E305A4}"/>
              </a:ext>
            </a:extLst>
          </p:cNvPr>
          <p:cNvGrpSpPr/>
          <p:nvPr/>
        </p:nvGrpSpPr>
        <p:grpSpPr>
          <a:xfrm>
            <a:off x="2652056" y="4127500"/>
            <a:ext cx="961179" cy="242073"/>
            <a:chOff x="9437651" y="2996332"/>
            <a:chExt cx="280209" cy="70571"/>
          </a:xfrm>
        </p:grpSpPr>
        <p:sp>
          <p:nvSpPr>
            <p:cNvPr id="233" name="Oval 287">
              <a:extLst>
                <a:ext uri="{FF2B5EF4-FFF2-40B4-BE49-F238E27FC236}">
                  <a16:creationId xmlns:a16="http://schemas.microsoft.com/office/drawing/2014/main" id="{6E4E90C4-4FE9-49D0-B379-DD1E9E418CFF}"/>
                </a:ext>
              </a:extLst>
            </p:cNvPr>
            <p:cNvSpPr/>
            <p:nvPr/>
          </p:nvSpPr>
          <p:spPr>
            <a:xfrm flipH="1" flipV="1">
              <a:off x="9437651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4" name="Rectangle 288">
              <a:extLst>
                <a:ext uri="{FF2B5EF4-FFF2-40B4-BE49-F238E27FC236}">
                  <a16:creationId xmlns:a16="http://schemas.microsoft.com/office/drawing/2014/main" id="{8837CD05-9E92-4656-8C3B-D5F2642143FA}"/>
                </a:ext>
              </a:extLst>
            </p:cNvPr>
            <p:cNvSpPr/>
            <p:nvPr/>
          </p:nvSpPr>
          <p:spPr>
            <a:xfrm>
              <a:off x="9495259" y="2996332"/>
              <a:ext cx="222601" cy="4943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Lome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235" name="Group 286">
            <a:extLst>
              <a:ext uri="{FF2B5EF4-FFF2-40B4-BE49-F238E27FC236}">
                <a16:creationId xmlns:a16="http://schemas.microsoft.com/office/drawing/2014/main" id="{AD6177E0-7525-4FA2-BD13-7972A198C3F8}"/>
              </a:ext>
            </a:extLst>
          </p:cNvPr>
          <p:cNvGrpSpPr/>
          <p:nvPr/>
        </p:nvGrpSpPr>
        <p:grpSpPr>
          <a:xfrm>
            <a:off x="1830488" y="4137902"/>
            <a:ext cx="763571" cy="279610"/>
            <a:chOff x="9295266" y="2985389"/>
            <a:chExt cx="222601" cy="81514"/>
          </a:xfrm>
        </p:grpSpPr>
        <p:sp>
          <p:nvSpPr>
            <p:cNvPr id="239" name="Rectangle 288">
              <a:extLst>
                <a:ext uri="{FF2B5EF4-FFF2-40B4-BE49-F238E27FC236}">
                  <a16:creationId xmlns:a16="http://schemas.microsoft.com/office/drawing/2014/main" id="{CF99DFE1-96C0-440F-AF6C-EDC55461CCF7}"/>
                </a:ext>
              </a:extLst>
            </p:cNvPr>
            <p:cNvSpPr/>
            <p:nvPr/>
          </p:nvSpPr>
          <p:spPr>
            <a:xfrm>
              <a:off x="9295266" y="2985389"/>
              <a:ext cx="222601" cy="4943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Abidjan</a:t>
              </a:r>
            </a:p>
          </p:txBody>
        </p:sp>
        <p:sp>
          <p:nvSpPr>
            <p:cNvPr id="240" name="Oval 287">
              <a:extLst>
                <a:ext uri="{FF2B5EF4-FFF2-40B4-BE49-F238E27FC236}">
                  <a16:creationId xmlns:a16="http://schemas.microsoft.com/office/drawing/2014/main" id="{7CD8BDA4-B823-44B3-9600-384B2E74D2C5}"/>
                </a:ext>
              </a:extLst>
            </p:cNvPr>
            <p:cNvSpPr/>
            <p:nvPr/>
          </p:nvSpPr>
          <p:spPr>
            <a:xfrm flipH="1" flipV="1">
              <a:off x="9437651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50" name="Group 202">
            <a:extLst>
              <a:ext uri="{FF2B5EF4-FFF2-40B4-BE49-F238E27FC236}">
                <a16:creationId xmlns:a16="http://schemas.microsoft.com/office/drawing/2014/main" id="{701B5AF7-D0AD-42F1-9542-30B1D578EB71}"/>
              </a:ext>
            </a:extLst>
          </p:cNvPr>
          <p:cNvGrpSpPr/>
          <p:nvPr/>
        </p:nvGrpSpPr>
        <p:grpSpPr>
          <a:xfrm>
            <a:off x="1890756" y="2584869"/>
            <a:ext cx="906677" cy="196018"/>
            <a:chOff x="9258159" y="3009759"/>
            <a:chExt cx="264320" cy="57144"/>
          </a:xfrm>
        </p:grpSpPr>
        <p:sp>
          <p:nvSpPr>
            <p:cNvPr id="254" name="Oval 212">
              <a:extLst>
                <a:ext uri="{FF2B5EF4-FFF2-40B4-BE49-F238E27FC236}">
                  <a16:creationId xmlns:a16="http://schemas.microsoft.com/office/drawing/2014/main" id="{AC80A56A-4AF8-40A3-B218-4CA63B88B38D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5" name="Rectangle 213">
              <a:extLst>
                <a:ext uri="{FF2B5EF4-FFF2-40B4-BE49-F238E27FC236}">
                  <a16:creationId xmlns:a16="http://schemas.microsoft.com/office/drawing/2014/main" id="{E70F78C8-C5BD-45B0-A24D-C89B9C5F3814}"/>
                </a:ext>
              </a:extLst>
            </p:cNvPr>
            <p:cNvSpPr/>
            <p:nvPr/>
          </p:nvSpPr>
          <p:spPr>
            <a:xfrm>
              <a:off x="9258159" y="3009759"/>
              <a:ext cx="264320" cy="4771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Malaga</a:t>
              </a:r>
            </a:p>
          </p:txBody>
        </p:sp>
      </p:grpSp>
      <p:sp>
        <p:nvSpPr>
          <p:cNvPr id="260" name="자유형: 도형 259">
            <a:extLst>
              <a:ext uri="{FF2B5EF4-FFF2-40B4-BE49-F238E27FC236}">
                <a16:creationId xmlns:a16="http://schemas.microsoft.com/office/drawing/2014/main" id="{1EBED0E9-2D96-4162-AD7E-47DC425B9389}"/>
              </a:ext>
            </a:extLst>
          </p:cNvPr>
          <p:cNvSpPr/>
          <p:nvPr/>
        </p:nvSpPr>
        <p:spPr>
          <a:xfrm>
            <a:off x="4666206" y="2693979"/>
            <a:ext cx="4134063" cy="2434590"/>
          </a:xfrm>
          <a:custGeom>
            <a:avLst/>
            <a:gdLst>
              <a:gd name="connsiteX0" fmla="*/ 0 w 6164684"/>
              <a:gd name="connsiteY0" fmla="*/ 0 h 2147230"/>
              <a:gd name="connsiteX1" fmla="*/ 487680 w 6164684"/>
              <a:gd name="connsiteY1" fmla="*/ 182880 h 2147230"/>
              <a:gd name="connsiteX2" fmla="*/ 548640 w 6164684"/>
              <a:gd name="connsiteY2" fmla="*/ 312420 h 2147230"/>
              <a:gd name="connsiteX3" fmla="*/ 640080 w 6164684"/>
              <a:gd name="connsiteY3" fmla="*/ 388620 h 2147230"/>
              <a:gd name="connsiteX4" fmla="*/ 1089660 w 6164684"/>
              <a:gd name="connsiteY4" fmla="*/ 190500 h 2147230"/>
              <a:gd name="connsiteX5" fmla="*/ 1577340 w 6164684"/>
              <a:gd name="connsiteY5" fmla="*/ 617220 h 2147230"/>
              <a:gd name="connsiteX6" fmla="*/ 2179320 w 6164684"/>
              <a:gd name="connsiteY6" fmla="*/ 1577340 h 2147230"/>
              <a:gd name="connsiteX7" fmla="*/ 2720340 w 6164684"/>
              <a:gd name="connsiteY7" fmla="*/ 1280160 h 2147230"/>
              <a:gd name="connsiteX8" fmla="*/ 3810000 w 6164684"/>
              <a:gd name="connsiteY8" fmla="*/ 1905000 h 2147230"/>
              <a:gd name="connsiteX9" fmla="*/ 4770120 w 6164684"/>
              <a:gd name="connsiteY9" fmla="*/ 1851660 h 2147230"/>
              <a:gd name="connsiteX10" fmla="*/ 5250180 w 6164684"/>
              <a:gd name="connsiteY10" fmla="*/ 2141220 h 2147230"/>
              <a:gd name="connsiteX11" fmla="*/ 5753100 w 6164684"/>
              <a:gd name="connsiteY11" fmla="*/ 1539240 h 2147230"/>
              <a:gd name="connsiteX12" fmla="*/ 5608320 w 6164684"/>
              <a:gd name="connsiteY12" fmla="*/ 1013460 h 2147230"/>
              <a:gd name="connsiteX13" fmla="*/ 6073140 w 6164684"/>
              <a:gd name="connsiteY13" fmla="*/ 480060 h 2147230"/>
              <a:gd name="connsiteX14" fmla="*/ 6164580 w 6164684"/>
              <a:gd name="connsiteY14" fmla="*/ 190500 h 2147230"/>
              <a:gd name="connsiteX0" fmla="*/ 0 w 6215484"/>
              <a:gd name="connsiteY0" fmla="*/ 0 h 2062563"/>
              <a:gd name="connsiteX1" fmla="*/ 538480 w 6215484"/>
              <a:gd name="connsiteY1" fmla="*/ 98213 h 2062563"/>
              <a:gd name="connsiteX2" fmla="*/ 599440 w 6215484"/>
              <a:gd name="connsiteY2" fmla="*/ 227753 h 2062563"/>
              <a:gd name="connsiteX3" fmla="*/ 690880 w 6215484"/>
              <a:gd name="connsiteY3" fmla="*/ 303953 h 2062563"/>
              <a:gd name="connsiteX4" fmla="*/ 1140460 w 6215484"/>
              <a:gd name="connsiteY4" fmla="*/ 105833 h 2062563"/>
              <a:gd name="connsiteX5" fmla="*/ 1628140 w 6215484"/>
              <a:gd name="connsiteY5" fmla="*/ 532553 h 2062563"/>
              <a:gd name="connsiteX6" fmla="*/ 2230120 w 6215484"/>
              <a:gd name="connsiteY6" fmla="*/ 1492673 h 2062563"/>
              <a:gd name="connsiteX7" fmla="*/ 2771140 w 6215484"/>
              <a:gd name="connsiteY7" fmla="*/ 1195493 h 2062563"/>
              <a:gd name="connsiteX8" fmla="*/ 3860800 w 6215484"/>
              <a:gd name="connsiteY8" fmla="*/ 1820333 h 2062563"/>
              <a:gd name="connsiteX9" fmla="*/ 4820920 w 6215484"/>
              <a:gd name="connsiteY9" fmla="*/ 1766993 h 2062563"/>
              <a:gd name="connsiteX10" fmla="*/ 5300980 w 6215484"/>
              <a:gd name="connsiteY10" fmla="*/ 2056553 h 2062563"/>
              <a:gd name="connsiteX11" fmla="*/ 5803900 w 6215484"/>
              <a:gd name="connsiteY11" fmla="*/ 1454573 h 2062563"/>
              <a:gd name="connsiteX12" fmla="*/ 5659120 w 6215484"/>
              <a:gd name="connsiteY12" fmla="*/ 928793 h 2062563"/>
              <a:gd name="connsiteX13" fmla="*/ 6123940 w 6215484"/>
              <a:gd name="connsiteY13" fmla="*/ 395393 h 2062563"/>
              <a:gd name="connsiteX14" fmla="*/ 6215380 w 6215484"/>
              <a:gd name="connsiteY14" fmla="*/ 105833 h 2062563"/>
              <a:gd name="connsiteX0" fmla="*/ 0 w 6181617"/>
              <a:gd name="connsiteY0" fmla="*/ 0 h 2045630"/>
              <a:gd name="connsiteX1" fmla="*/ 504613 w 6181617"/>
              <a:gd name="connsiteY1" fmla="*/ 81280 h 2045630"/>
              <a:gd name="connsiteX2" fmla="*/ 565573 w 6181617"/>
              <a:gd name="connsiteY2" fmla="*/ 210820 h 2045630"/>
              <a:gd name="connsiteX3" fmla="*/ 657013 w 6181617"/>
              <a:gd name="connsiteY3" fmla="*/ 287020 h 2045630"/>
              <a:gd name="connsiteX4" fmla="*/ 1106593 w 6181617"/>
              <a:gd name="connsiteY4" fmla="*/ 88900 h 2045630"/>
              <a:gd name="connsiteX5" fmla="*/ 1594273 w 6181617"/>
              <a:gd name="connsiteY5" fmla="*/ 515620 h 2045630"/>
              <a:gd name="connsiteX6" fmla="*/ 2196253 w 6181617"/>
              <a:gd name="connsiteY6" fmla="*/ 1475740 h 2045630"/>
              <a:gd name="connsiteX7" fmla="*/ 2737273 w 6181617"/>
              <a:gd name="connsiteY7" fmla="*/ 1178560 h 2045630"/>
              <a:gd name="connsiteX8" fmla="*/ 3826933 w 6181617"/>
              <a:gd name="connsiteY8" fmla="*/ 1803400 h 2045630"/>
              <a:gd name="connsiteX9" fmla="*/ 4787053 w 6181617"/>
              <a:gd name="connsiteY9" fmla="*/ 1750060 h 2045630"/>
              <a:gd name="connsiteX10" fmla="*/ 5267113 w 6181617"/>
              <a:gd name="connsiteY10" fmla="*/ 2039620 h 2045630"/>
              <a:gd name="connsiteX11" fmla="*/ 5770033 w 6181617"/>
              <a:gd name="connsiteY11" fmla="*/ 1437640 h 2045630"/>
              <a:gd name="connsiteX12" fmla="*/ 5625253 w 6181617"/>
              <a:gd name="connsiteY12" fmla="*/ 911860 h 2045630"/>
              <a:gd name="connsiteX13" fmla="*/ 6090073 w 6181617"/>
              <a:gd name="connsiteY13" fmla="*/ 378460 h 2045630"/>
              <a:gd name="connsiteX14" fmla="*/ 6181513 w 6181617"/>
              <a:gd name="connsiteY14" fmla="*/ 88900 h 2045630"/>
              <a:gd name="connsiteX0" fmla="*/ 0 w 6181617"/>
              <a:gd name="connsiteY0" fmla="*/ 0 h 2045630"/>
              <a:gd name="connsiteX1" fmla="*/ 504613 w 6181617"/>
              <a:gd name="connsiteY1" fmla="*/ 81280 h 2045630"/>
              <a:gd name="connsiteX2" fmla="*/ 565573 w 6181617"/>
              <a:gd name="connsiteY2" fmla="*/ 210820 h 2045630"/>
              <a:gd name="connsiteX3" fmla="*/ 657013 w 6181617"/>
              <a:gd name="connsiteY3" fmla="*/ 287020 h 2045630"/>
              <a:gd name="connsiteX4" fmla="*/ 1594273 w 6181617"/>
              <a:gd name="connsiteY4" fmla="*/ 515620 h 2045630"/>
              <a:gd name="connsiteX5" fmla="*/ 2196253 w 6181617"/>
              <a:gd name="connsiteY5" fmla="*/ 1475740 h 2045630"/>
              <a:gd name="connsiteX6" fmla="*/ 2737273 w 6181617"/>
              <a:gd name="connsiteY6" fmla="*/ 1178560 h 2045630"/>
              <a:gd name="connsiteX7" fmla="*/ 3826933 w 6181617"/>
              <a:gd name="connsiteY7" fmla="*/ 1803400 h 2045630"/>
              <a:gd name="connsiteX8" fmla="*/ 4787053 w 6181617"/>
              <a:gd name="connsiteY8" fmla="*/ 1750060 h 2045630"/>
              <a:gd name="connsiteX9" fmla="*/ 5267113 w 6181617"/>
              <a:gd name="connsiteY9" fmla="*/ 2039620 h 2045630"/>
              <a:gd name="connsiteX10" fmla="*/ 5770033 w 6181617"/>
              <a:gd name="connsiteY10" fmla="*/ 1437640 h 2045630"/>
              <a:gd name="connsiteX11" fmla="*/ 5625253 w 6181617"/>
              <a:gd name="connsiteY11" fmla="*/ 911860 h 2045630"/>
              <a:gd name="connsiteX12" fmla="*/ 6090073 w 6181617"/>
              <a:gd name="connsiteY12" fmla="*/ 378460 h 2045630"/>
              <a:gd name="connsiteX13" fmla="*/ 6181513 w 6181617"/>
              <a:gd name="connsiteY13" fmla="*/ 88900 h 2045630"/>
              <a:gd name="connsiteX0" fmla="*/ 0 w 6181617"/>
              <a:gd name="connsiteY0" fmla="*/ 0 h 2045630"/>
              <a:gd name="connsiteX1" fmla="*/ 504613 w 6181617"/>
              <a:gd name="connsiteY1" fmla="*/ 81280 h 2045630"/>
              <a:gd name="connsiteX2" fmla="*/ 565573 w 6181617"/>
              <a:gd name="connsiteY2" fmla="*/ 210820 h 2045630"/>
              <a:gd name="connsiteX3" fmla="*/ 657013 w 6181617"/>
              <a:gd name="connsiteY3" fmla="*/ 287020 h 2045630"/>
              <a:gd name="connsiteX4" fmla="*/ 1594273 w 6181617"/>
              <a:gd name="connsiteY4" fmla="*/ 515620 h 2045630"/>
              <a:gd name="connsiteX5" fmla="*/ 2196253 w 6181617"/>
              <a:gd name="connsiteY5" fmla="*/ 1475740 h 2045630"/>
              <a:gd name="connsiteX6" fmla="*/ 2737273 w 6181617"/>
              <a:gd name="connsiteY6" fmla="*/ 1178560 h 2045630"/>
              <a:gd name="connsiteX7" fmla="*/ 3826933 w 6181617"/>
              <a:gd name="connsiteY7" fmla="*/ 1803400 h 2045630"/>
              <a:gd name="connsiteX8" fmla="*/ 4787053 w 6181617"/>
              <a:gd name="connsiteY8" fmla="*/ 1750060 h 2045630"/>
              <a:gd name="connsiteX9" fmla="*/ 5267113 w 6181617"/>
              <a:gd name="connsiteY9" fmla="*/ 2039620 h 2045630"/>
              <a:gd name="connsiteX10" fmla="*/ 5770033 w 6181617"/>
              <a:gd name="connsiteY10" fmla="*/ 1437640 h 2045630"/>
              <a:gd name="connsiteX11" fmla="*/ 6090073 w 6181617"/>
              <a:gd name="connsiteY11" fmla="*/ 378460 h 2045630"/>
              <a:gd name="connsiteX12" fmla="*/ 6181513 w 6181617"/>
              <a:gd name="connsiteY12" fmla="*/ 88900 h 2045630"/>
              <a:gd name="connsiteX0" fmla="*/ 0 w 6253054"/>
              <a:gd name="connsiteY0" fmla="*/ 39161 h 1965728"/>
              <a:gd name="connsiteX1" fmla="*/ 576050 w 6253054"/>
              <a:gd name="connsiteY1" fmla="*/ 1378 h 1965728"/>
              <a:gd name="connsiteX2" fmla="*/ 637010 w 6253054"/>
              <a:gd name="connsiteY2" fmla="*/ 130918 h 1965728"/>
              <a:gd name="connsiteX3" fmla="*/ 728450 w 6253054"/>
              <a:gd name="connsiteY3" fmla="*/ 207118 h 1965728"/>
              <a:gd name="connsiteX4" fmla="*/ 1665710 w 6253054"/>
              <a:gd name="connsiteY4" fmla="*/ 435718 h 1965728"/>
              <a:gd name="connsiteX5" fmla="*/ 2267690 w 6253054"/>
              <a:gd name="connsiteY5" fmla="*/ 1395838 h 1965728"/>
              <a:gd name="connsiteX6" fmla="*/ 2808710 w 6253054"/>
              <a:gd name="connsiteY6" fmla="*/ 1098658 h 1965728"/>
              <a:gd name="connsiteX7" fmla="*/ 3898370 w 6253054"/>
              <a:gd name="connsiteY7" fmla="*/ 1723498 h 1965728"/>
              <a:gd name="connsiteX8" fmla="*/ 4858490 w 6253054"/>
              <a:gd name="connsiteY8" fmla="*/ 1670158 h 1965728"/>
              <a:gd name="connsiteX9" fmla="*/ 5338550 w 6253054"/>
              <a:gd name="connsiteY9" fmla="*/ 1959718 h 1965728"/>
              <a:gd name="connsiteX10" fmla="*/ 5841470 w 6253054"/>
              <a:gd name="connsiteY10" fmla="*/ 1357738 h 1965728"/>
              <a:gd name="connsiteX11" fmla="*/ 6161510 w 6253054"/>
              <a:gd name="connsiteY11" fmla="*/ 298558 h 1965728"/>
              <a:gd name="connsiteX12" fmla="*/ 6252950 w 6253054"/>
              <a:gd name="connsiteY12" fmla="*/ 8998 h 1965728"/>
              <a:gd name="connsiteX0" fmla="*/ 665650 w 6918704"/>
              <a:gd name="connsiteY0" fmla="*/ 30163 h 1956730"/>
              <a:gd name="connsiteX1" fmla="*/ 8213 w 6918704"/>
              <a:gd name="connsiteY1" fmla="*/ 668655 h 1956730"/>
              <a:gd name="connsiteX2" fmla="*/ 1302660 w 6918704"/>
              <a:gd name="connsiteY2" fmla="*/ 121920 h 1956730"/>
              <a:gd name="connsiteX3" fmla="*/ 1394100 w 6918704"/>
              <a:gd name="connsiteY3" fmla="*/ 198120 h 1956730"/>
              <a:gd name="connsiteX4" fmla="*/ 2331360 w 6918704"/>
              <a:gd name="connsiteY4" fmla="*/ 426720 h 1956730"/>
              <a:gd name="connsiteX5" fmla="*/ 2933340 w 6918704"/>
              <a:gd name="connsiteY5" fmla="*/ 1386840 h 1956730"/>
              <a:gd name="connsiteX6" fmla="*/ 3474360 w 6918704"/>
              <a:gd name="connsiteY6" fmla="*/ 1089660 h 1956730"/>
              <a:gd name="connsiteX7" fmla="*/ 4564020 w 6918704"/>
              <a:gd name="connsiteY7" fmla="*/ 1714500 h 1956730"/>
              <a:gd name="connsiteX8" fmla="*/ 5524140 w 6918704"/>
              <a:gd name="connsiteY8" fmla="*/ 1661160 h 1956730"/>
              <a:gd name="connsiteX9" fmla="*/ 6004200 w 6918704"/>
              <a:gd name="connsiteY9" fmla="*/ 1950720 h 1956730"/>
              <a:gd name="connsiteX10" fmla="*/ 6507120 w 6918704"/>
              <a:gd name="connsiteY10" fmla="*/ 1348740 h 1956730"/>
              <a:gd name="connsiteX11" fmla="*/ 6827160 w 6918704"/>
              <a:gd name="connsiteY11" fmla="*/ 289560 h 1956730"/>
              <a:gd name="connsiteX12" fmla="*/ 6918600 w 6918704"/>
              <a:gd name="connsiteY12" fmla="*/ 0 h 1956730"/>
              <a:gd name="connsiteX0" fmla="*/ 651824 w 6919165"/>
              <a:gd name="connsiteY0" fmla="*/ 30163 h 1956730"/>
              <a:gd name="connsiteX1" fmla="*/ 8674 w 6919165"/>
              <a:gd name="connsiteY1" fmla="*/ 668655 h 1956730"/>
              <a:gd name="connsiteX2" fmla="*/ 1303121 w 6919165"/>
              <a:gd name="connsiteY2" fmla="*/ 121920 h 1956730"/>
              <a:gd name="connsiteX3" fmla="*/ 1394561 w 6919165"/>
              <a:gd name="connsiteY3" fmla="*/ 198120 h 1956730"/>
              <a:gd name="connsiteX4" fmla="*/ 2331821 w 6919165"/>
              <a:gd name="connsiteY4" fmla="*/ 426720 h 1956730"/>
              <a:gd name="connsiteX5" fmla="*/ 2933801 w 6919165"/>
              <a:gd name="connsiteY5" fmla="*/ 1386840 h 1956730"/>
              <a:gd name="connsiteX6" fmla="*/ 3474821 w 6919165"/>
              <a:gd name="connsiteY6" fmla="*/ 1089660 h 1956730"/>
              <a:gd name="connsiteX7" fmla="*/ 4564481 w 6919165"/>
              <a:gd name="connsiteY7" fmla="*/ 1714500 h 1956730"/>
              <a:gd name="connsiteX8" fmla="*/ 5524601 w 6919165"/>
              <a:gd name="connsiteY8" fmla="*/ 1661160 h 1956730"/>
              <a:gd name="connsiteX9" fmla="*/ 6004661 w 6919165"/>
              <a:gd name="connsiteY9" fmla="*/ 1950720 h 1956730"/>
              <a:gd name="connsiteX10" fmla="*/ 6507581 w 6919165"/>
              <a:gd name="connsiteY10" fmla="*/ 1348740 h 1956730"/>
              <a:gd name="connsiteX11" fmla="*/ 6827621 w 6919165"/>
              <a:gd name="connsiteY11" fmla="*/ 289560 h 1956730"/>
              <a:gd name="connsiteX12" fmla="*/ 6919061 w 6919165"/>
              <a:gd name="connsiteY12" fmla="*/ 0 h 1956730"/>
              <a:gd name="connsiteX0" fmla="*/ 660267 w 6927608"/>
              <a:gd name="connsiteY0" fmla="*/ 30163 h 1956730"/>
              <a:gd name="connsiteX1" fmla="*/ 17117 w 6927608"/>
              <a:gd name="connsiteY1" fmla="*/ 668655 h 1956730"/>
              <a:gd name="connsiteX2" fmla="*/ 1311564 w 6927608"/>
              <a:gd name="connsiteY2" fmla="*/ 121920 h 1956730"/>
              <a:gd name="connsiteX3" fmla="*/ 1403004 w 6927608"/>
              <a:gd name="connsiteY3" fmla="*/ 198120 h 1956730"/>
              <a:gd name="connsiteX4" fmla="*/ 2340264 w 6927608"/>
              <a:gd name="connsiteY4" fmla="*/ 426720 h 1956730"/>
              <a:gd name="connsiteX5" fmla="*/ 2942244 w 6927608"/>
              <a:gd name="connsiteY5" fmla="*/ 1386840 h 1956730"/>
              <a:gd name="connsiteX6" fmla="*/ 3483264 w 6927608"/>
              <a:gd name="connsiteY6" fmla="*/ 1089660 h 1956730"/>
              <a:gd name="connsiteX7" fmla="*/ 4572924 w 6927608"/>
              <a:gd name="connsiteY7" fmla="*/ 1714500 h 1956730"/>
              <a:gd name="connsiteX8" fmla="*/ 5533044 w 6927608"/>
              <a:gd name="connsiteY8" fmla="*/ 1661160 h 1956730"/>
              <a:gd name="connsiteX9" fmla="*/ 6013104 w 6927608"/>
              <a:gd name="connsiteY9" fmla="*/ 1950720 h 1956730"/>
              <a:gd name="connsiteX10" fmla="*/ 6516024 w 6927608"/>
              <a:gd name="connsiteY10" fmla="*/ 1348740 h 1956730"/>
              <a:gd name="connsiteX11" fmla="*/ 6836064 w 6927608"/>
              <a:gd name="connsiteY11" fmla="*/ 289560 h 1956730"/>
              <a:gd name="connsiteX12" fmla="*/ 6927504 w 6927608"/>
              <a:gd name="connsiteY12" fmla="*/ 0 h 1956730"/>
              <a:gd name="connsiteX0" fmla="*/ 715749 w 6983090"/>
              <a:gd name="connsiteY0" fmla="*/ 30163 h 1956730"/>
              <a:gd name="connsiteX1" fmla="*/ 15449 w 6983090"/>
              <a:gd name="connsiteY1" fmla="*/ 701992 h 1956730"/>
              <a:gd name="connsiteX2" fmla="*/ 1367046 w 6983090"/>
              <a:gd name="connsiteY2" fmla="*/ 121920 h 1956730"/>
              <a:gd name="connsiteX3" fmla="*/ 1458486 w 6983090"/>
              <a:gd name="connsiteY3" fmla="*/ 198120 h 1956730"/>
              <a:gd name="connsiteX4" fmla="*/ 2395746 w 6983090"/>
              <a:gd name="connsiteY4" fmla="*/ 426720 h 1956730"/>
              <a:gd name="connsiteX5" fmla="*/ 2997726 w 6983090"/>
              <a:gd name="connsiteY5" fmla="*/ 1386840 h 1956730"/>
              <a:gd name="connsiteX6" fmla="*/ 3538746 w 6983090"/>
              <a:gd name="connsiteY6" fmla="*/ 1089660 h 1956730"/>
              <a:gd name="connsiteX7" fmla="*/ 4628406 w 6983090"/>
              <a:gd name="connsiteY7" fmla="*/ 1714500 h 1956730"/>
              <a:gd name="connsiteX8" fmla="*/ 5588526 w 6983090"/>
              <a:gd name="connsiteY8" fmla="*/ 1661160 h 1956730"/>
              <a:gd name="connsiteX9" fmla="*/ 6068586 w 6983090"/>
              <a:gd name="connsiteY9" fmla="*/ 1950720 h 1956730"/>
              <a:gd name="connsiteX10" fmla="*/ 6571506 w 6983090"/>
              <a:gd name="connsiteY10" fmla="*/ 1348740 h 1956730"/>
              <a:gd name="connsiteX11" fmla="*/ 6891546 w 6983090"/>
              <a:gd name="connsiteY11" fmla="*/ 289560 h 1956730"/>
              <a:gd name="connsiteX12" fmla="*/ 6982986 w 6983090"/>
              <a:gd name="connsiteY12" fmla="*/ 0 h 1956730"/>
              <a:gd name="connsiteX0" fmla="*/ 702381 w 6969722"/>
              <a:gd name="connsiteY0" fmla="*/ 30163 h 1956730"/>
              <a:gd name="connsiteX1" fmla="*/ 2081 w 6969722"/>
              <a:gd name="connsiteY1" fmla="*/ 701992 h 1956730"/>
              <a:gd name="connsiteX2" fmla="*/ 520241 w 6969722"/>
              <a:gd name="connsiteY2" fmla="*/ 1684020 h 1956730"/>
              <a:gd name="connsiteX3" fmla="*/ 1445118 w 6969722"/>
              <a:gd name="connsiteY3" fmla="*/ 198120 h 1956730"/>
              <a:gd name="connsiteX4" fmla="*/ 2382378 w 6969722"/>
              <a:gd name="connsiteY4" fmla="*/ 426720 h 1956730"/>
              <a:gd name="connsiteX5" fmla="*/ 2984358 w 6969722"/>
              <a:gd name="connsiteY5" fmla="*/ 1386840 h 1956730"/>
              <a:gd name="connsiteX6" fmla="*/ 3525378 w 6969722"/>
              <a:gd name="connsiteY6" fmla="*/ 1089660 h 1956730"/>
              <a:gd name="connsiteX7" fmla="*/ 4615038 w 6969722"/>
              <a:gd name="connsiteY7" fmla="*/ 1714500 h 1956730"/>
              <a:gd name="connsiteX8" fmla="*/ 5575158 w 6969722"/>
              <a:gd name="connsiteY8" fmla="*/ 1661160 h 1956730"/>
              <a:gd name="connsiteX9" fmla="*/ 6055218 w 6969722"/>
              <a:gd name="connsiteY9" fmla="*/ 1950720 h 1956730"/>
              <a:gd name="connsiteX10" fmla="*/ 6558138 w 6969722"/>
              <a:gd name="connsiteY10" fmla="*/ 1348740 h 1956730"/>
              <a:gd name="connsiteX11" fmla="*/ 6878178 w 6969722"/>
              <a:gd name="connsiteY11" fmla="*/ 289560 h 1956730"/>
              <a:gd name="connsiteX12" fmla="*/ 6969618 w 6969722"/>
              <a:gd name="connsiteY12" fmla="*/ 0 h 1956730"/>
              <a:gd name="connsiteX0" fmla="*/ 701914 w 6969255"/>
              <a:gd name="connsiteY0" fmla="*/ 30163 h 1956730"/>
              <a:gd name="connsiteX1" fmla="*/ 1614 w 6969255"/>
              <a:gd name="connsiteY1" fmla="*/ 701992 h 1956730"/>
              <a:gd name="connsiteX2" fmla="*/ 519774 w 6969255"/>
              <a:gd name="connsiteY2" fmla="*/ 1684020 h 1956730"/>
              <a:gd name="connsiteX3" fmla="*/ 854101 w 6969255"/>
              <a:gd name="connsiteY3" fmla="*/ 1603058 h 1956730"/>
              <a:gd name="connsiteX4" fmla="*/ 2381911 w 6969255"/>
              <a:gd name="connsiteY4" fmla="*/ 426720 h 1956730"/>
              <a:gd name="connsiteX5" fmla="*/ 2983891 w 6969255"/>
              <a:gd name="connsiteY5" fmla="*/ 1386840 h 1956730"/>
              <a:gd name="connsiteX6" fmla="*/ 3524911 w 6969255"/>
              <a:gd name="connsiteY6" fmla="*/ 1089660 h 1956730"/>
              <a:gd name="connsiteX7" fmla="*/ 4614571 w 6969255"/>
              <a:gd name="connsiteY7" fmla="*/ 1714500 h 1956730"/>
              <a:gd name="connsiteX8" fmla="*/ 5574691 w 6969255"/>
              <a:gd name="connsiteY8" fmla="*/ 1661160 h 1956730"/>
              <a:gd name="connsiteX9" fmla="*/ 6054751 w 6969255"/>
              <a:gd name="connsiteY9" fmla="*/ 1950720 h 1956730"/>
              <a:gd name="connsiteX10" fmla="*/ 6557671 w 6969255"/>
              <a:gd name="connsiteY10" fmla="*/ 1348740 h 1956730"/>
              <a:gd name="connsiteX11" fmla="*/ 6877711 w 6969255"/>
              <a:gd name="connsiteY11" fmla="*/ 289560 h 1956730"/>
              <a:gd name="connsiteX12" fmla="*/ 6969151 w 6969255"/>
              <a:gd name="connsiteY12" fmla="*/ 0 h 1956730"/>
              <a:gd name="connsiteX0" fmla="*/ 701914 w 6969255"/>
              <a:gd name="connsiteY0" fmla="*/ 30163 h 2340755"/>
              <a:gd name="connsiteX1" fmla="*/ 1614 w 6969255"/>
              <a:gd name="connsiteY1" fmla="*/ 701992 h 2340755"/>
              <a:gd name="connsiteX2" fmla="*/ 519774 w 6969255"/>
              <a:gd name="connsiteY2" fmla="*/ 1684020 h 2340755"/>
              <a:gd name="connsiteX3" fmla="*/ 854101 w 6969255"/>
              <a:gd name="connsiteY3" fmla="*/ 1603058 h 2340755"/>
              <a:gd name="connsiteX4" fmla="*/ 2000911 w 6969255"/>
              <a:gd name="connsiteY4" fmla="*/ 2339340 h 2340755"/>
              <a:gd name="connsiteX5" fmla="*/ 2983891 w 6969255"/>
              <a:gd name="connsiteY5" fmla="*/ 1386840 h 2340755"/>
              <a:gd name="connsiteX6" fmla="*/ 3524911 w 6969255"/>
              <a:gd name="connsiteY6" fmla="*/ 1089660 h 2340755"/>
              <a:gd name="connsiteX7" fmla="*/ 4614571 w 6969255"/>
              <a:gd name="connsiteY7" fmla="*/ 1714500 h 2340755"/>
              <a:gd name="connsiteX8" fmla="*/ 5574691 w 6969255"/>
              <a:gd name="connsiteY8" fmla="*/ 1661160 h 2340755"/>
              <a:gd name="connsiteX9" fmla="*/ 6054751 w 6969255"/>
              <a:gd name="connsiteY9" fmla="*/ 1950720 h 2340755"/>
              <a:gd name="connsiteX10" fmla="*/ 6557671 w 6969255"/>
              <a:gd name="connsiteY10" fmla="*/ 1348740 h 2340755"/>
              <a:gd name="connsiteX11" fmla="*/ 6877711 w 6969255"/>
              <a:gd name="connsiteY11" fmla="*/ 289560 h 2340755"/>
              <a:gd name="connsiteX12" fmla="*/ 6969151 w 6969255"/>
              <a:gd name="connsiteY12" fmla="*/ 0 h 2340755"/>
              <a:gd name="connsiteX0" fmla="*/ 701914 w 6969255"/>
              <a:gd name="connsiteY0" fmla="*/ 30163 h 2344479"/>
              <a:gd name="connsiteX1" fmla="*/ 1614 w 6969255"/>
              <a:gd name="connsiteY1" fmla="*/ 701992 h 2344479"/>
              <a:gd name="connsiteX2" fmla="*/ 519774 w 6969255"/>
              <a:gd name="connsiteY2" fmla="*/ 1684020 h 2344479"/>
              <a:gd name="connsiteX3" fmla="*/ 854101 w 6969255"/>
              <a:gd name="connsiteY3" fmla="*/ 1763078 h 2344479"/>
              <a:gd name="connsiteX4" fmla="*/ 2000911 w 6969255"/>
              <a:gd name="connsiteY4" fmla="*/ 2339340 h 2344479"/>
              <a:gd name="connsiteX5" fmla="*/ 2983891 w 6969255"/>
              <a:gd name="connsiteY5" fmla="*/ 1386840 h 2344479"/>
              <a:gd name="connsiteX6" fmla="*/ 3524911 w 6969255"/>
              <a:gd name="connsiteY6" fmla="*/ 1089660 h 2344479"/>
              <a:gd name="connsiteX7" fmla="*/ 4614571 w 6969255"/>
              <a:gd name="connsiteY7" fmla="*/ 1714500 h 2344479"/>
              <a:gd name="connsiteX8" fmla="*/ 5574691 w 6969255"/>
              <a:gd name="connsiteY8" fmla="*/ 1661160 h 2344479"/>
              <a:gd name="connsiteX9" fmla="*/ 6054751 w 6969255"/>
              <a:gd name="connsiteY9" fmla="*/ 1950720 h 2344479"/>
              <a:gd name="connsiteX10" fmla="*/ 6557671 w 6969255"/>
              <a:gd name="connsiteY10" fmla="*/ 1348740 h 2344479"/>
              <a:gd name="connsiteX11" fmla="*/ 6877711 w 6969255"/>
              <a:gd name="connsiteY11" fmla="*/ 289560 h 2344479"/>
              <a:gd name="connsiteX12" fmla="*/ 6969151 w 6969255"/>
              <a:gd name="connsiteY12" fmla="*/ 0 h 2344479"/>
              <a:gd name="connsiteX0" fmla="*/ 701914 w 6877711"/>
              <a:gd name="connsiteY0" fmla="*/ 0 h 2314316"/>
              <a:gd name="connsiteX1" fmla="*/ 1614 w 6877711"/>
              <a:gd name="connsiteY1" fmla="*/ 671829 h 2314316"/>
              <a:gd name="connsiteX2" fmla="*/ 519774 w 6877711"/>
              <a:gd name="connsiteY2" fmla="*/ 1653857 h 2314316"/>
              <a:gd name="connsiteX3" fmla="*/ 854101 w 6877711"/>
              <a:gd name="connsiteY3" fmla="*/ 1732915 h 2314316"/>
              <a:gd name="connsiteX4" fmla="*/ 2000911 w 6877711"/>
              <a:gd name="connsiteY4" fmla="*/ 2309177 h 2314316"/>
              <a:gd name="connsiteX5" fmla="*/ 2983891 w 6877711"/>
              <a:gd name="connsiteY5" fmla="*/ 1356677 h 2314316"/>
              <a:gd name="connsiteX6" fmla="*/ 3524911 w 6877711"/>
              <a:gd name="connsiteY6" fmla="*/ 1059497 h 2314316"/>
              <a:gd name="connsiteX7" fmla="*/ 4614571 w 6877711"/>
              <a:gd name="connsiteY7" fmla="*/ 1684337 h 2314316"/>
              <a:gd name="connsiteX8" fmla="*/ 5574691 w 6877711"/>
              <a:gd name="connsiteY8" fmla="*/ 1630997 h 2314316"/>
              <a:gd name="connsiteX9" fmla="*/ 6054751 w 6877711"/>
              <a:gd name="connsiteY9" fmla="*/ 1920557 h 2314316"/>
              <a:gd name="connsiteX10" fmla="*/ 6557671 w 6877711"/>
              <a:gd name="connsiteY10" fmla="*/ 1318577 h 2314316"/>
              <a:gd name="connsiteX11" fmla="*/ 6877711 w 6877711"/>
              <a:gd name="connsiteY11" fmla="*/ 259397 h 2314316"/>
              <a:gd name="connsiteX0" fmla="*/ 701914 w 6557671"/>
              <a:gd name="connsiteY0" fmla="*/ 0 h 2314316"/>
              <a:gd name="connsiteX1" fmla="*/ 1614 w 6557671"/>
              <a:gd name="connsiteY1" fmla="*/ 671829 h 2314316"/>
              <a:gd name="connsiteX2" fmla="*/ 519774 w 6557671"/>
              <a:gd name="connsiteY2" fmla="*/ 1653857 h 2314316"/>
              <a:gd name="connsiteX3" fmla="*/ 854101 w 6557671"/>
              <a:gd name="connsiteY3" fmla="*/ 1732915 h 2314316"/>
              <a:gd name="connsiteX4" fmla="*/ 2000911 w 6557671"/>
              <a:gd name="connsiteY4" fmla="*/ 2309177 h 2314316"/>
              <a:gd name="connsiteX5" fmla="*/ 2983891 w 6557671"/>
              <a:gd name="connsiteY5" fmla="*/ 1356677 h 2314316"/>
              <a:gd name="connsiteX6" fmla="*/ 3524911 w 6557671"/>
              <a:gd name="connsiteY6" fmla="*/ 1059497 h 2314316"/>
              <a:gd name="connsiteX7" fmla="*/ 4614571 w 6557671"/>
              <a:gd name="connsiteY7" fmla="*/ 1684337 h 2314316"/>
              <a:gd name="connsiteX8" fmla="*/ 5574691 w 6557671"/>
              <a:gd name="connsiteY8" fmla="*/ 1630997 h 2314316"/>
              <a:gd name="connsiteX9" fmla="*/ 6054751 w 6557671"/>
              <a:gd name="connsiteY9" fmla="*/ 1920557 h 2314316"/>
              <a:gd name="connsiteX10" fmla="*/ 6557671 w 6557671"/>
              <a:gd name="connsiteY10" fmla="*/ 1318577 h 2314316"/>
              <a:gd name="connsiteX0" fmla="*/ 701914 w 6054751"/>
              <a:gd name="connsiteY0" fmla="*/ 0 h 2314316"/>
              <a:gd name="connsiteX1" fmla="*/ 1614 w 6054751"/>
              <a:gd name="connsiteY1" fmla="*/ 671829 h 2314316"/>
              <a:gd name="connsiteX2" fmla="*/ 519774 w 6054751"/>
              <a:gd name="connsiteY2" fmla="*/ 1653857 h 2314316"/>
              <a:gd name="connsiteX3" fmla="*/ 854101 w 6054751"/>
              <a:gd name="connsiteY3" fmla="*/ 1732915 h 2314316"/>
              <a:gd name="connsiteX4" fmla="*/ 2000911 w 6054751"/>
              <a:gd name="connsiteY4" fmla="*/ 2309177 h 2314316"/>
              <a:gd name="connsiteX5" fmla="*/ 2983891 w 6054751"/>
              <a:gd name="connsiteY5" fmla="*/ 1356677 h 2314316"/>
              <a:gd name="connsiteX6" fmla="*/ 3524911 w 6054751"/>
              <a:gd name="connsiteY6" fmla="*/ 1059497 h 2314316"/>
              <a:gd name="connsiteX7" fmla="*/ 4614571 w 6054751"/>
              <a:gd name="connsiteY7" fmla="*/ 1684337 h 2314316"/>
              <a:gd name="connsiteX8" fmla="*/ 5574691 w 6054751"/>
              <a:gd name="connsiteY8" fmla="*/ 1630997 h 2314316"/>
              <a:gd name="connsiteX9" fmla="*/ 6054751 w 6054751"/>
              <a:gd name="connsiteY9" fmla="*/ 1920557 h 2314316"/>
              <a:gd name="connsiteX0" fmla="*/ 701914 w 5574691"/>
              <a:gd name="connsiteY0" fmla="*/ 0 h 2314316"/>
              <a:gd name="connsiteX1" fmla="*/ 1614 w 5574691"/>
              <a:gd name="connsiteY1" fmla="*/ 671829 h 2314316"/>
              <a:gd name="connsiteX2" fmla="*/ 519774 w 5574691"/>
              <a:gd name="connsiteY2" fmla="*/ 1653857 h 2314316"/>
              <a:gd name="connsiteX3" fmla="*/ 854101 w 5574691"/>
              <a:gd name="connsiteY3" fmla="*/ 1732915 h 2314316"/>
              <a:gd name="connsiteX4" fmla="*/ 2000911 w 5574691"/>
              <a:gd name="connsiteY4" fmla="*/ 2309177 h 2314316"/>
              <a:gd name="connsiteX5" fmla="*/ 2983891 w 5574691"/>
              <a:gd name="connsiteY5" fmla="*/ 1356677 h 2314316"/>
              <a:gd name="connsiteX6" fmla="*/ 3524911 w 5574691"/>
              <a:gd name="connsiteY6" fmla="*/ 1059497 h 2314316"/>
              <a:gd name="connsiteX7" fmla="*/ 4614571 w 5574691"/>
              <a:gd name="connsiteY7" fmla="*/ 1684337 h 2314316"/>
              <a:gd name="connsiteX8" fmla="*/ 5574691 w 5574691"/>
              <a:gd name="connsiteY8" fmla="*/ 1630997 h 2314316"/>
              <a:gd name="connsiteX0" fmla="*/ 701914 w 4614571"/>
              <a:gd name="connsiteY0" fmla="*/ 0 h 2314316"/>
              <a:gd name="connsiteX1" fmla="*/ 1614 w 4614571"/>
              <a:gd name="connsiteY1" fmla="*/ 671829 h 2314316"/>
              <a:gd name="connsiteX2" fmla="*/ 519774 w 4614571"/>
              <a:gd name="connsiteY2" fmla="*/ 1653857 h 2314316"/>
              <a:gd name="connsiteX3" fmla="*/ 854101 w 4614571"/>
              <a:gd name="connsiteY3" fmla="*/ 1732915 h 2314316"/>
              <a:gd name="connsiteX4" fmla="*/ 2000911 w 4614571"/>
              <a:gd name="connsiteY4" fmla="*/ 2309177 h 2314316"/>
              <a:gd name="connsiteX5" fmla="*/ 2983891 w 4614571"/>
              <a:gd name="connsiteY5" fmla="*/ 1356677 h 2314316"/>
              <a:gd name="connsiteX6" fmla="*/ 3524911 w 4614571"/>
              <a:gd name="connsiteY6" fmla="*/ 1059497 h 2314316"/>
              <a:gd name="connsiteX7" fmla="*/ 4614571 w 4614571"/>
              <a:gd name="connsiteY7" fmla="*/ 1684337 h 2314316"/>
              <a:gd name="connsiteX0" fmla="*/ 701914 w 3524911"/>
              <a:gd name="connsiteY0" fmla="*/ 0 h 2314316"/>
              <a:gd name="connsiteX1" fmla="*/ 1614 w 3524911"/>
              <a:gd name="connsiteY1" fmla="*/ 671829 h 2314316"/>
              <a:gd name="connsiteX2" fmla="*/ 519774 w 3524911"/>
              <a:gd name="connsiteY2" fmla="*/ 1653857 h 2314316"/>
              <a:gd name="connsiteX3" fmla="*/ 854101 w 3524911"/>
              <a:gd name="connsiteY3" fmla="*/ 1732915 h 2314316"/>
              <a:gd name="connsiteX4" fmla="*/ 2000911 w 3524911"/>
              <a:gd name="connsiteY4" fmla="*/ 2309177 h 2314316"/>
              <a:gd name="connsiteX5" fmla="*/ 2983891 w 3524911"/>
              <a:gd name="connsiteY5" fmla="*/ 1356677 h 2314316"/>
              <a:gd name="connsiteX6" fmla="*/ 3524911 w 3524911"/>
              <a:gd name="connsiteY6" fmla="*/ 1059497 h 2314316"/>
              <a:gd name="connsiteX0" fmla="*/ 701914 w 2983891"/>
              <a:gd name="connsiteY0" fmla="*/ 0 h 2314316"/>
              <a:gd name="connsiteX1" fmla="*/ 1614 w 2983891"/>
              <a:gd name="connsiteY1" fmla="*/ 671829 h 2314316"/>
              <a:gd name="connsiteX2" fmla="*/ 519774 w 2983891"/>
              <a:gd name="connsiteY2" fmla="*/ 1653857 h 2314316"/>
              <a:gd name="connsiteX3" fmla="*/ 854101 w 2983891"/>
              <a:gd name="connsiteY3" fmla="*/ 1732915 h 2314316"/>
              <a:gd name="connsiteX4" fmla="*/ 2000911 w 2983891"/>
              <a:gd name="connsiteY4" fmla="*/ 2309177 h 2314316"/>
              <a:gd name="connsiteX5" fmla="*/ 2983891 w 2983891"/>
              <a:gd name="connsiteY5" fmla="*/ 1356677 h 2314316"/>
              <a:gd name="connsiteX0" fmla="*/ 701914 w 2000911"/>
              <a:gd name="connsiteY0" fmla="*/ 0 h 2314316"/>
              <a:gd name="connsiteX1" fmla="*/ 1614 w 2000911"/>
              <a:gd name="connsiteY1" fmla="*/ 671829 h 2314316"/>
              <a:gd name="connsiteX2" fmla="*/ 519774 w 2000911"/>
              <a:gd name="connsiteY2" fmla="*/ 1653857 h 2314316"/>
              <a:gd name="connsiteX3" fmla="*/ 854101 w 2000911"/>
              <a:gd name="connsiteY3" fmla="*/ 1732915 h 2314316"/>
              <a:gd name="connsiteX4" fmla="*/ 2000911 w 2000911"/>
              <a:gd name="connsiteY4" fmla="*/ 2309177 h 2314316"/>
              <a:gd name="connsiteX0" fmla="*/ 701914 w 854101"/>
              <a:gd name="connsiteY0" fmla="*/ 0 h 1732915"/>
              <a:gd name="connsiteX1" fmla="*/ 1614 w 854101"/>
              <a:gd name="connsiteY1" fmla="*/ 671829 h 1732915"/>
              <a:gd name="connsiteX2" fmla="*/ 519774 w 854101"/>
              <a:gd name="connsiteY2" fmla="*/ 1653857 h 1732915"/>
              <a:gd name="connsiteX3" fmla="*/ 854101 w 854101"/>
              <a:gd name="connsiteY3" fmla="*/ 1732915 h 1732915"/>
              <a:gd name="connsiteX0" fmla="*/ 802583 w 802583"/>
              <a:gd name="connsiteY0" fmla="*/ 0 h 2818765"/>
              <a:gd name="connsiteX1" fmla="*/ 102283 w 802583"/>
              <a:gd name="connsiteY1" fmla="*/ 671829 h 2818765"/>
              <a:gd name="connsiteX2" fmla="*/ 620443 w 802583"/>
              <a:gd name="connsiteY2" fmla="*/ 1653857 h 2818765"/>
              <a:gd name="connsiteX3" fmla="*/ 46720 w 802583"/>
              <a:gd name="connsiteY3" fmla="*/ 2818765 h 2818765"/>
              <a:gd name="connsiteX0" fmla="*/ 778796 w 1612701"/>
              <a:gd name="connsiteY0" fmla="*/ 0 h 2818765"/>
              <a:gd name="connsiteX1" fmla="*/ 78496 w 1612701"/>
              <a:gd name="connsiteY1" fmla="*/ 671829 h 2818765"/>
              <a:gd name="connsiteX2" fmla="*/ 1612656 w 1612701"/>
              <a:gd name="connsiteY2" fmla="*/ 1336357 h 2818765"/>
              <a:gd name="connsiteX3" fmla="*/ 22933 w 1612701"/>
              <a:gd name="connsiteY3" fmla="*/ 2818765 h 2818765"/>
              <a:gd name="connsiteX0" fmla="*/ 781443 w 1687175"/>
              <a:gd name="connsiteY0" fmla="*/ 0 h 2818765"/>
              <a:gd name="connsiteX1" fmla="*/ 1351143 w 1687175"/>
              <a:gd name="connsiteY1" fmla="*/ 1090929 h 2818765"/>
              <a:gd name="connsiteX2" fmla="*/ 1615303 w 1687175"/>
              <a:gd name="connsiteY2" fmla="*/ 1336357 h 2818765"/>
              <a:gd name="connsiteX3" fmla="*/ 25580 w 1687175"/>
              <a:gd name="connsiteY3" fmla="*/ 2818765 h 2818765"/>
              <a:gd name="connsiteX0" fmla="*/ 781443 w 1683413"/>
              <a:gd name="connsiteY0" fmla="*/ 0 h 2818765"/>
              <a:gd name="connsiteX1" fmla="*/ 972776 w 1683413"/>
              <a:gd name="connsiteY1" fmla="*/ 592147 h 2818765"/>
              <a:gd name="connsiteX2" fmla="*/ 1351143 w 1683413"/>
              <a:gd name="connsiteY2" fmla="*/ 1090929 h 2818765"/>
              <a:gd name="connsiteX3" fmla="*/ 1615303 w 1683413"/>
              <a:gd name="connsiteY3" fmla="*/ 1336357 h 2818765"/>
              <a:gd name="connsiteX4" fmla="*/ 25580 w 1683413"/>
              <a:gd name="connsiteY4" fmla="*/ 2818765 h 2818765"/>
              <a:gd name="connsiteX0" fmla="*/ 781443 w 1816252"/>
              <a:gd name="connsiteY0" fmla="*/ 0 h 2818765"/>
              <a:gd name="connsiteX1" fmla="*/ 1804626 w 1816252"/>
              <a:gd name="connsiteY1" fmla="*/ 1817697 h 2818765"/>
              <a:gd name="connsiteX2" fmla="*/ 1351143 w 1816252"/>
              <a:gd name="connsiteY2" fmla="*/ 1090929 h 2818765"/>
              <a:gd name="connsiteX3" fmla="*/ 1615303 w 1816252"/>
              <a:gd name="connsiteY3" fmla="*/ 1336357 h 2818765"/>
              <a:gd name="connsiteX4" fmla="*/ 25580 w 1816252"/>
              <a:gd name="connsiteY4" fmla="*/ 2818765 h 2818765"/>
              <a:gd name="connsiteX0" fmla="*/ 2426093 w 2427084"/>
              <a:gd name="connsiteY0" fmla="*/ 1130293 h 1764658"/>
              <a:gd name="connsiteX1" fmla="*/ 1804626 w 2427084"/>
              <a:gd name="connsiteY1" fmla="*/ 763590 h 1764658"/>
              <a:gd name="connsiteX2" fmla="*/ 1351143 w 2427084"/>
              <a:gd name="connsiteY2" fmla="*/ 36822 h 1764658"/>
              <a:gd name="connsiteX3" fmla="*/ 1615303 w 2427084"/>
              <a:gd name="connsiteY3" fmla="*/ 282250 h 1764658"/>
              <a:gd name="connsiteX4" fmla="*/ 25580 w 2427084"/>
              <a:gd name="connsiteY4" fmla="*/ 1764658 h 1764658"/>
              <a:gd name="connsiteX0" fmla="*/ 2635643 w 2636422"/>
              <a:gd name="connsiteY0" fmla="*/ 1441443 h 1764658"/>
              <a:gd name="connsiteX1" fmla="*/ 1804626 w 2636422"/>
              <a:gd name="connsiteY1" fmla="*/ 763590 h 1764658"/>
              <a:gd name="connsiteX2" fmla="*/ 1351143 w 2636422"/>
              <a:gd name="connsiteY2" fmla="*/ 36822 h 1764658"/>
              <a:gd name="connsiteX3" fmla="*/ 1615303 w 2636422"/>
              <a:gd name="connsiteY3" fmla="*/ 282250 h 1764658"/>
              <a:gd name="connsiteX4" fmla="*/ 25580 w 2636422"/>
              <a:gd name="connsiteY4" fmla="*/ 1764658 h 1764658"/>
              <a:gd name="connsiteX0" fmla="*/ 4153293 w 4153598"/>
              <a:gd name="connsiteY0" fmla="*/ 0 h 2501265"/>
              <a:gd name="connsiteX1" fmla="*/ 1804626 w 4153598"/>
              <a:gd name="connsiteY1" fmla="*/ 1500197 h 2501265"/>
              <a:gd name="connsiteX2" fmla="*/ 1351143 w 4153598"/>
              <a:gd name="connsiteY2" fmla="*/ 773429 h 2501265"/>
              <a:gd name="connsiteX3" fmla="*/ 1615303 w 4153598"/>
              <a:gd name="connsiteY3" fmla="*/ 1018857 h 2501265"/>
              <a:gd name="connsiteX4" fmla="*/ 25580 w 4153598"/>
              <a:gd name="connsiteY4" fmla="*/ 2501265 h 2501265"/>
              <a:gd name="connsiteX0" fmla="*/ 4127713 w 4128018"/>
              <a:gd name="connsiteY0" fmla="*/ 0 h 2501265"/>
              <a:gd name="connsiteX1" fmla="*/ 1779046 w 4128018"/>
              <a:gd name="connsiteY1" fmla="*/ 1500197 h 2501265"/>
              <a:gd name="connsiteX2" fmla="*/ 1325563 w 4128018"/>
              <a:gd name="connsiteY2" fmla="*/ 773429 h 2501265"/>
              <a:gd name="connsiteX3" fmla="*/ 1589723 w 4128018"/>
              <a:gd name="connsiteY3" fmla="*/ 1018857 h 2501265"/>
              <a:gd name="connsiteX4" fmla="*/ 0 w 4128018"/>
              <a:gd name="connsiteY4" fmla="*/ 2501265 h 250126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319213 w 4121668"/>
              <a:gd name="connsiteY2" fmla="*/ 773429 h 2456815"/>
              <a:gd name="connsiteX3" fmla="*/ 1583373 w 4121668"/>
              <a:gd name="connsiteY3" fmla="*/ 1018857 h 2456815"/>
              <a:gd name="connsiteX4" fmla="*/ 0 w 4121668"/>
              <a:gd name="connsiteY4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319213 w 4121668"/>
              <a:gd name="connsiteY2" fmla="*/ 773429 h 2456815"/>
              <a:gd name="connsiteX3" fmla="*/ 1570673 w 4121668"/>
              <a:gd name="connsiteY3" fmla="*/ 999807 h 2456815"/>
              <a:gd name="connsiteX4" fmla="*/ 0 w 4121668"/>
              <a:gd name="connsiteY4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319213 w 4121668"/>
              <a:gd name="connsiteY2" fmla="*/ 773429 h 2456815"/>
              <a:gd name="connsiteX3" fmla="*/ 1570673 w 4121668"/>
              <a:gd name="connsiteY3" fmla="*/ 999807 h 2456815"/>
              <a:gd name="connsiteX4" fmla="*/ 0 w 4121668"/>
              <a:gd name="connsiteY4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319213 w 4121668"/>
              <a:gd name="connsiteY2" fmla="*/ 773429 h 2456815"/>
              <a:gd name="connsiteX3" fmla="*/ 1308351 w 4121668"/>
              <a:gd name="connsiteY3" fmla="*/ 950128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319213 w 4121668"/>
              <a:gd name="connsiteY2" fmla="*/ 773429 h 2456815"/>
              <a:gd name="connsiteX3" fmla="*/ 1225007 w 4121668"/>
              <a:gd name="connsiteY3" fmla="*/ 1057285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319213 w 4121668"/>
              <a:gd name="connsiteY2" fmla="*/ 773429 h 2456815"/>
              <a:gd name="connsiteX3" fmla="*/ 1225007 w 4121668"/>
              <a:gd name="connsiteY3" fmla="*/ 1057285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338263 w 4121668"/>
              <a:gd name="connsiteY2" fmla="*/ 787716 h 2456815"/>
              <a:gd name="connsiteX3" fmla="*/ 1225007 w 4121668"/>
              <a:gd name="connsiteY3" fmla="*/ 1057285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338263 w 4121668"/>
              <a:gd name="connsiteY2" fmla="*/ 787716 h 2456815"/>
              <a:gd name="connsiteX3" fmla="*/ 1225007 w 4121668"/>
              <a:gd name="connsiteY3" fmla="*/ 1057285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338263 w 4121668"/>
              <a:gd name="connsiteY2" fmla="*/ 787716 h 2456815"/>
              <a:gd name="connsiteX3" fmla="*/ 1570673 w 4121668"/>
              <a:gd name="connsiteY3" fmla="*/ 999807 h 2456815"/>
              <a:gd name="connsiteX4" fmla="*/ 0 w 4121668"/>
              <a:gd name="connsiteY4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338263 w 4121668"/>
              <a:gd name="connsiteY2" fmla="*/ 787716 h 2456815"/>
              <a:gd name="connsiteX3" fmla="*/ 1570673 w 4121668"/>
              <a:gd name="connsiteY3" fmla="*/ 999807 h 2456815"/>
              <a:gd name="connsiteX4" fmla="*/ 0 w 4121668"/>
              <a:gd name="connsiteY4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453608 w 4121668"/>
              <a:gd name="connsiteY2" fmla="*/ 983466 h 2456815"/>
              <a:gd name="connsiteX3" fmla="*/ 1338263 w 4121668"/>
              <a:gd name="connsiteY3" fmla="*/ 787716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279777 w 4121668"/>
              <a:gd name="connsiteY2" fmla="*/ 1112054 h 2456815"/>
              <a:gd name="connsiteX3" fmla="*/ 1338263 w 4121668"/>
              <a:gd name="connsiteY3" fmla="*/ 787716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294064 w 4121668"/>
              <a:gd name="connsiteY2" fmla="*/ 1085860 h 2456815"/>
              <a:gd name="connsiteX3" fmla="*/ 1338263 w 4121668"/>
              <a:gd name="connsiteY3" fmla="*/ 787716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294064 w 4121668"/>
              <a:gd name="connsiteY2" fmla="*/ 1085860 h 2456815"/>
              <a:gd name="connsiteX3" fmla="*/ 1338263 w 4121668"/>
              <a:gd name="connsiteY3" fmla="*/ 787716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294064 w 4121668"/>
              <a:gd name="connsiteY2" fmla="*/ 1085860 h 2456815"/>
              <a:gd name="connsiteX3" fmla="*/ 1338263 w 4121668"/>
              <a:gd name="connsiteY3" fmla="*/ 787716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294064 w 4121668"/>
              <a:gd name="connsiteY2" fmla="*/ 1085860 h 2456815"/>
              <a:gd name="connsiteX3" fmla="*/ 1338263 w 4121668"/>
              <a:gd name="connsiteY3" fmla="*/ 787716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294064 w 4121668"/>
              <a:gd name="connsiteY2" fmla="*/ 1085860 h 2456815"/>
              <a:gd name="connsiteX3" fmla="*/ 1338263 w 4121668"/>
              <a:gd name="connsiteY3" fmla="*/ 787716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294064 w 4121668"/>
              <a:gd name="connsiteY2" fmla="*/ 1085860 h 2456815"/>
              <a:gd name="connsiteX3" fmla="*/ 1345407 w 4121668"/>
              <a:gd name="connsiteY3" fmla="*/ 787716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294064 w 4121668"/>
              <a:gd name="connsiteY2" fmla="*/ 1085860 h 2456815"/>
              <a:gd name="connsiteX3" fmla="*/ 1345407 w 4121668"/>
              <a:gd name="connsiteY3" fmla="*/ 787716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294064 w 4121668"/>
              <a:gd name="connsiteY2" fmla="*/ 1085860 h 2456815"/>
              <a:gd name="connsiteX3" fmla="*/ 1345407 w 4121668"/>
              <a:gd name="connsiteY3" fmla="*/ 787716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294064 w 4121668"/>
              <a:gd name="connsiteY2" fmla="*/ 1085860 h 2456815"/>
              <a:gd name="connsiteX3" fmla="*/ 1345407 w 4121668"/>
              <a:gd name="connsiteY3" fmla="*/ 787716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294064 w 4121668"/>
              <a:gd name="connsiteY2" fmla="*/ 1085860 h 2456815"/>
              <a:gd name="connsiteX3" fmla="*/ 1345407 w 4121668"/>
              <a:gd name="connsiteY3" fmla="*/ 787716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294064 w 4121668"/>
              <a:gd name="connsiteY2" fmla="*/ 1085860 h 2456815"/>
              <a:gd name="connsiteX3" fmla="*/ 1345407 w 4121668"/>
              <a:gd name="connsiteY3" fmla="*/ 787716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8"/>
              <a:gd name="connsiteY0" fmla="*/ 0 h 2456815"/>
              <a:gd name="connsiteX1" fmla="*/ 1772696 w 4121668"/>
              <a:gd name="connsiteY1" fmla="*/ 1500197 h 2456815"/>
              <a:gd name="connsiteX2" fmla="*/ 1294064 w 4121668"/>
              <a:gd name="connsiteY2" fmla="*/ 1085860 h 2456815"/>
              <a:gd name="connsiteX3" fmla="*/ 1345407 w 4121668"/>
              <a:gd name="connsiteY3" fmla="*/ 787716 h 2456815"/>
              <a:gd name="connsiteX4" fmla="*/ 1570673 w 4121668"/>
              <a:gd name="connsiteY4" fmla="*/ 999807 h 2456815"/>
              <a:gd name="connsiteX5" fmla="*/ 0 w 4121668"/>
              <a:gd name="connsiteY5" fmla="*/ 2456815 h 2456815"/>
              <a:gd name="connsiteX0" fmla="*/ 4121363 w 4121669"/>
              <a:gd name="connsiteY0" fmla="*/ 0 h 2456815"/>
              <a:gd name="connsiteX1" fmla="*/ 1784603 w 4121669"/>
              <a:gd name="connsiteY1" fmla="*/ 1507341 h 2456815"/>
              <a:gd name="connsiteX2" fmla="*/ 1294064 w 4121669"/>
              <a:gd name="connsiteY2" fmla="*/ 1085860 h 2456815"/>
              <a:gd name="connsiteX3" fmla="*/ 1345407 w 4121669"/>
              <a:gd name="connsiteY3" fmla="*/ 787716 h 2456815"/>
              <a:gd name="connsiteX4" fmla="*/ 1570673 w 4121669"/>
              <a:gd name="connsiteY4" fmla="*/ 999807 h 2456815"/>
              <a:gd name="connsiteX5" fmla="*/ 0 w 4121669"/>
              <a:gd name="connsiteY5" fmla="*/ 2456815 h 2456815"/>
              <a:gd name="connsiteX0" fmla="*/ 4121363 w 4121703"/>
              <a:gd name="connsiteY0" fmla="*/ 0 h 2456815"/>
              <a:gd name="connsiteX1" fmla="*/ 1784603 w 4121703"/>
              <a:gd name="connsiteY1" fmla="*/ 1507341 h 2456815"/>
              <a:gd name="connsiteX2" fmla="*/ 1294064 w 4121703"/>
              <a:gd name="connsiteY2" fmla="*/ 1085860 h 2456815"/>
              <a:gd name="connsiteX3" fmla="*/ 1345407 w 4121703"/>
              <a:gd name="connsiteY3" fmla="*/ 787716 h 2456815"/>
              <a:gd name="connsiteX4" fmla="*/ 1570673 w 4121703"/>
              <a:gd name="connsiteY4" fmla="*/ 999807 h 2456815"/>
              <a:gd name="connsiteX5" fmla="*/ 0 w 4121703"/>
              <a:gd name="connsiteY5" fmla="*/ 2456815 h 2456815"/>
              <a:gd name="connsiteX0" fmla="*/ 4121363 w 4121706"/>
              <a:gd name="connsiteY0" fmla="*/ 0 h 2456815"/>
              <a:gd name="connsiteX1" fmla="*/ 1784603 w 4121706"/>
              <a:gd name="connsiteY1" fmla="*/ 1507341 h 2456815"/>
              <a:gd name="connsiteX2" fmla="*/ 1294064 w 4121706"/>
              <a:gd name="connsiteY2" fmla="*/ 1085860 h 2456815"/>
              <a:gd name="connsiteX3" fmla="*/ 1345407 w 4121706"/>
              <a:gd name="connsiteY3" fmla="*/ 787716 h 2456815"/>
              <a:gd name="connsiteX4" fmla="*/ 1570673 w 4121706"/>
              <a:gd name="connsiteY4" fmla="*/ 999807 h 2456815"/>
              <a:gd name="connsiteX5" fmla="*/ 0 w 4121706"/>
              <a:gd name="connsiteY5" fmla="*/ 2456815 h 2456815"/>
              <a:gd name="connsiteX0" fmla="*/ 4121363 w 4121711"/>
              <a:gd name="connsiteY0" fmla="*/ 0 h 2456815"/>
              <a:gd name="connsiteX1" fmla="*/ 1784603 w 4121711"/>
              <a:gd name="connsiteY1" fmla="*/ 1507341 h 2456815"/>
              <a:gd name="connsiteX2" fmla="*/ 1294064 w 4121711"/>
              <a:gd name="connsiteY2" fmla="*/ 1085860 h 2456815"/>
              <a:gd name="connsiteX3" fmla="*/ 1345407 w 4121711"/>
              <a:gd name="connsiteY3" fmla="*/ 787716 h 2456815"/>
              <a:gd name="connsiteX4" fmla="*/ 1570673 w 4121711"/>
              <a:gd name="connsiteY4" fmla="*/ 999807 h 2456815"/>
              <a:gd name="connsiteX5" fmla="*/ 0 w 4121711"/>
              <a:gd name="connsiteY5" fmla="*/ 2456815 h 2456815"/>
              <a:gd name="connsiteX0" fmla="*/ 4121363 w 4121363"/>
              <a:gd name="connsiteY0" fmla="*/ 0 h 2456815"/>
              <a:gd name="connsiteX1" fmla="*/ 2341813 w 4121363"/>
              <a:gd name="connsiteY1" fmla="*/ 1219210 h 2456815"/>
              <a:gd name="connsiteX2" fmla="*/ 1784603 w 4121363"/>
              <a:gd name="connsiteY2" fmla="*/ 1507341 h 2456815"/>
              <a:gd name="connsiteX3" fmla="*/ 1294064 w 4121363"/>
              <a:gd name="connsiteY3" fmla="*/ 1085860 h 2456815"/>
              <a:gd name="connsiteX4" fmla="*/ 1345407 w 4121363"/>
              <a:gd name="connsiteY4" fmla="*/ 787716 h 2456815"/>
              <a:gd name="connsiteX5" fmla="*/ 1570673 w 4121363"/>
              <a:gd name="connsiteY5" fmla="*/ 999807 h 2456815"/>
              <a:gd name="connsiteX6" fmla="*/ 0 w 4121363"/>
              <a:gd name="connsiteY6" fmla="*/ 2456815 h 2456815"/>
              <a:gd name="connsiteX0" fmla="*/ 4121363 w 4121363"/>
              <a:gd name="connsiteY0" fmla="*/ 0 h 2456815"/>
              <a:gd name="connsiteX1" fmla="*/ 3053807 w 4121363"/>
              <a:gd name="connsiteY1" fmla="*/ 1938348 h 2456815"/>
              <a:gd name="connsiteX2" fmla="*/ 1784603 w 4121363"/>
              <a:gd name="connsiteY2" fmla="*/ 1507341 h 2456815"/>
              <a:gd name="connsiteX3" fmla="*/ 1294064 w 4121363"/>
              <a:gd name="connsiteY3" fmla="*/ 1085860 h 2456815"/>
              <a:gd name="connsiteX4" fmla="*/ 1345407 w 4121363"/>
              <a:gd name="connsiteY4" fmla="*/ 787716 h 2456815"/>
              <a:gd name="connsiteX5" fmla="*/ 1570673 w 4121363"/>
              <a:gd name="connsiteY5" fmla="*/ 999807 h 2456815"/>
              <a:gd name="connsiteX6" fmla="*/ 0 w 4121363"/>
              <a:gd name="connsiteY6" fmla="*/ 2456815 h 2456815"/>
              <a:gd name="connsiteX0" fmla="*/ 4121363 w 4121363"/>
              <a:gd name="connsiteY0" fmla="*/ 0 h 2456815"/>
              <a:gd name="connsiteX1" fmla="*/ 3053807 w 4121363"/>
              <a:gd name="connsiteY1" fmla="*/ 1938348 h 2456815"/>
              <a:gd name="connsiteX2" fmla="*/ 1784603 w 4121363"/>
              <a:gd name="connsiteY2" fmla="*/ 1507341 h 2456815"/>
              <a:gd name="connsiteX3" fmla="*/ 1294064 w 4121363"/>
              <a:gd name="connsiteY3" fmla="*/ 1085860 h 2456815"/>
              <a:gd name="connsiteX4" fmla="*/ 1345407 w 4121363"/>
              <a:gd name="connsiteY4" fmla="*/ 787716 h 2456815"/>
              <a:gd name="connsiteX5" fmla="*/ 1570673 w 4121363"/>
              <a:gd name="connsiteY5" fmla="*/ 999807 h 2456815"/>
              <a:gd name="connsiteX6" fmla="*/ 0 w 4121363"/>
              <a:gd name="connsiteY6" fmla="*/ 2456815 h 2456815"/>
              <a:gd name="connsiteX0" fmla="*/ 4121363 w 4121363"/>
              <a:gd name="connsiteY0" fmla="*/ 0 h 2456815"/>
              <a:gd name="connsiteX1" fmla="*/ 3087144 w 4121363"/>
              <a:gd name="connsiteY1" fmla="*/ 1950255 h 2456815"/>
              <a:gd name="connsiteX2" fmla="*/ 1784603 w 4121363"/>
              <a:gd name="connsiteY2" fmla="*/ 1507341 h 2456815"/>
              <a:gd name="connsiteX3" fmla="*/ 1294064 w 4121363"/>
              <a:gd name="connsiteY3" fmla="*/ 1085860 h 2456815"/>
              <a:gd name="connsiteX4" fmla="*/ 1345407 w 4121363"/>
              <a:gd name="connsiteY4" fmla="*/ 787716 h 2456815"/>
              <a:gd name="connsiteX5" fmla="*/ 1570673 w 4121363"/>
              <a:gd name="connsiteY5" fmla="*/ 999807 h 2456815"/>
              <a:gd name="connsiteX6" fmla="*/ 0 w 4121363"/>
              <a:gd name="connsiteY6" fmla="*/ 2456815 h 2456815"/>
              <a:gd name="connsiteX0" fmla="*/ 4121363 w 4121363"/>
              <a:gd name="connsiteY0" fmla="*/ 0 h 2456815"/>
              <a:gd name="connsiteX1" fmla="*/ 3087144 w 4121363"/>
              <a:gd name="connsiteY1" fmla="*/ 1950255 h 2456815"/>
              <a:gd name="connsiteX2" fmla="*/ 1784603 w 4121363"/>
              <a:gd name="connsiteY2" fmla="*/ 1507341 h 2456815"/>
              <a:gd name="connsiteX3" fmla="*/ 1294064 w 4121363"/>
              <a:gd name="connsiteY3" fmla="*/ 1085860 h 2456815"/>
              <a:gd name="connsiteX4" fmla="*/ 1345407 w 4121363"/>
              <a:gd name="connsiteY4" fmla="*/ 787716 h 2456815"/>
              <a:gd name="connsiteX5" fmla="*/ 1570673 w 4121363"/>
              <a:gd name="connsiteY5" fmla="*/ 999807 h 2456815"/>
              <a:gd name="connsiteX6" fmla="*/ 0 w 4121363"/>
              <a:gd name="connsiteY6" fmla="*/ 2456815 h 2456815"/>
              <a:gd name="connsiteX0" fmla="*/ 4121363 w 4121363"/>
              <a:gd name="connsiteY0" fmla="*/ 0 h 2456815"/>
              <a:gd name="connsiteX1" fmla="*/ 3087144 w 4121363"/>
              <a:gd name="connsiteY1" fmla="*/ 1950255 h 2456815"/>
              <a:gd name="connsiteX2" fmla="*/ 2479925 w 4121363"/>
              <a:gd name="connsiteY2" fmla="*/ 1602591 h 2456815"/>
              <a:gd name="connsiteX3" fmla="*/ 1784603 w 4121363"/>
              <a:gd name="connsiteY3" fmla="*/ 1507341 h 2456815"/>
              <a:gd name="connsiteX4" fmla="*/ 1294064 w 4121363"/>
              <a:gd name="connsiteY4" fmla="*/ 1085860 h 2456815"/>
              <a:gd name="connsiteX5" fmla="*/ 1345407 w 4121363"/>
              <a:gd name="connsiteY5" fmla="*/ 787716 h 2456815"/>
              <a:gd name="connsiteX6" fmla="*/ 1570673 w 4121363"/>
              <a:gd name="connsiteY6" fmla="*/ 999807 h 2456815"/>
              <a:gd name="connsiteX7" fmla="*/ 0 w 4121363"/>
              <a:gd name="connsiteY7" fmla="*/ 2456815 h 2456815"/>
              <a:gd name="connsiteX0" fmla="*/ 4121363 w 4121363"/>
              <a:gd name="connsiteY0" fmla="*/ 0 h 2456815"/>
              <a:gd name="connsiteX1" fmla="*/ 3087144 w 4121363"/>
              <a:gd name="connsiteY1" fmla="*/ 1950255 h 2456815"/>
              <a:gd name="connsiteX2" fmla="*/ 2513263 w 4121363"/>
              <a:gd name="connsiteY2" fmla="*/ 1516866 h 2456815"/>
              <a:gd name="connsiteX3" fmla="*/ 1784603 w 4121363"/>
              <a:gd name="connsiteY3" fmla="*/ 1507341 h 2456815"/>
              <a:gd name="connsiteX4" fmla="*/ 1294064 w 4121363"/>
              <a:gd name="connsiteY4" fmla="*/ 1085860 h 2456815"/>
              <a:gd name="connsiteX5" fmla="*/ 1345407 w 4121363"/>
              <a:gd name="connsiteY5" fmla="*/ 787716 h 2456815"/>
              <a:gd name="connsiteX6" fmla="*/ 1570673 w 4121363"/>
              <a:gd name="connsiteY6" fmla="*/ 999807 h 2456815"/>
              <a:gd name="connsiteX7" fmla="*/ 0 w 4121363"/>
              <a:gd name="connsiteY7" fmla="*/ 2456815 h 2456815"/>
              <a:gd name="connsiteX0" fmla="*/ 4121363 w 4121363"/>
              <a:gd name="connsiteY0" fmla="*/ 0 h 2456815"/>
              <a:gd name="connsiteX1" fmla="*/ 3087144 w 4121363"/>
              <a:gd name="connsiteY1" fmla="*/ 1950255 h 2456815"/>
              <a:gd name="connsiteX2" fmla="*/ 2513263 w 4121363"/>
              <a:gd name="connsiteY2" fmla="*/ 1516866 h 2456815"/>
              <a:gd name="connsiteX3" fmla="*/ 1784603 w 4121363"/>
              <a:gd name="connsiteY3" fmla="*/ 1507341 h 2456815"/>
              <a:gd name="connsiteX4" fmla="*/ 1294064 w 4121363"/>
              <a:gd name="connsiteY4" fmla="*/ 1085860 h 2456815"/>
              <a:gd name="connsiteX5" fmla="*/ 1345407 w 4121363"/>
              <a:gd name="connsiteY5" fmla="*/ 787716 h 2456815"/>
              <a:gd name="connsiteX6" fmla="*/ 1570673 w 4121363"/>
              <a:gd name="connsiteY6" fmla="*/ 999807 h 2456815"/>
              <a:gd name="connsiteX7" fmla="*/ 0 w 4121363"/>
              <a:gd name="connsiteY7" fmla="*/ 2456815 h 2456815"/>
              <a:gd name="connsiteX0" fmla="*/ 4121363 w 4121363"/>
              <a:gd name="connsiteY0" fmla="*/ 0 h 2456815"/>
              <a:gd name="connsiteX1" fmla="*/ 3087144 w 4121363"/>
              <a:gd name="connsiteY1" fmla="*/ 1950255 h 2456815"/>
              <a:gd name="connsiteX2" fmla="*/ 2513263 w 4121363"/>
              <a:gd name="connsiteY2" fmla="*/ 1516866 h 2456815"/>
              <a:gd name="connsiteX3" fmla="*/ 1784603 w 4121363"/>
              <a:gd name="connsiteY3" fmla="*/ 1507341 h 2456815"/>
              <a:gd name="connsiteX4" fmla="*/ 1294064 w 4121363"/>
              <a:gd name="connsiteY4" fmla="*/ 1085860 h 2456815"/>
              <a:gd name="connsiteX5" fmla="*/ 1345407 w 4121363"/>
              <a:gd name="connsiteY5" fmla="*/ 787716 h 2456815"/>
              <a:gd name="connsiteX6" fmla="*/ 1570673 w 4121363"/>
              <a:gd name="connsiteY6" fmla="*/ 999807 h 2456815"/>
              <a:gd name="connsiteX7" fmla="*/ 0 w 4121363"/>
              <a:gd name="connsiteY7" fmla="*/ 2456815 h 2456815"/>
              <a:gd name="connsiteX0" fmla="*/ 4121363 w 4121363"/>
              <a:gd name="connsiteY0" fmla="*/ 0 h 2456815"/>
              <a:gd name="connsiteX1" fmla="*/ 3087144 w 4121363"/>
              <a:gd name="connsiteY1" fmla="*/ 1950255 h 2456815"/>
              <a:gd name="connsiteX2" fmla="*/ 2513263 w 4121363"/>
              <a:gd name="connsiteY2" fmla="*/ 1516866 h 2456815"/>
              <a:gd name="connsiteX3" fmla="*/ 1784603 w 4121363"/>
              <a:gd name="connsiteY3" fmla="*/ 1507341 h 2456815"/>
              <a:gd name="connsiteX4" fmla="*/ 1294064 w 4121363"/>
              <a:gd name="connsiteY4" fmla="*/ 1085860 h 2456815"/>
              <a:gd name="connsiteX5" fmla="*/ 1345407 w 4121363"/>
              <a:gd name="connsiteY5" fmla="*/ 787716 h 2456815"/>
              <a:gd name="connsiteX6" fmla="*/ 1570673 w 4121363"/>
              <a:gd name="connsiteY6" fmla="*/ 999807 h 2456815"/>
              <a:gd name="connsiteX7" fmla="*/ 0 w 4121363"/>
              <a:gd name="connsiteY7" fmla="*/ 2456815 h 2456815"/>
              <a:gd name="connsiteX0" fmla="*/ 4121363 w 4121363"/>
              <a:gd name="connsiteY0" fmla="*/ 0 h 2456815"/>
              <a:gd name="connsiteX1" fmla="*/ 3087144 w 4121363"/>
              <a:gd name="connsiteY1" fmla="*/ 1950255 h 2456815"/>
              <a:gd name="connsiteX2" fmla="*/ 2513263 w 4121363"/>
              <a:gd name="connsiteY2" fmla="*/ 1516866 h 2456815"/>
              <a:gd name="connsiteX3" fmla="*/ 1784603 w 4121363"/>
              <a:gd name="connsiteY3" fmla="*/ 1507341 h 2456815"/>
              <a:gd name="connsiteX4" fmla="*/ 1294064 w 4121363"/>
              <a:gd name="connsiteY4" fmla="*/ 1085860 h 2456815"/>
              <a:gd name="connsiteX5" fmla="*/ 1345407 w 4121363"/>
              <a:gd name="connsiteY5" fmla="*/ 787716 h 2456815"/>
              <a:gd name="connsiteX6" fmla="*/ 1570673 w 4121363"/>
              <a:gd name="connsiteY6" fmla="*/ 999807 h 2456815"/>
              <a:gd name="connsiteX7" fmla="*/ 0 w 4121363"/>
              <a:gd name="connsiteY7" fmla="*/ 2456815 h 2456815"/>
              <a:gd name="connsiteX0" fmla="*/ 4121363 w 4121363"/>
              <a:gd name="connsiteY0" fmla="*/ 0 h 2456815"/>
              <a:gd name="connsiteX1" fmla="*/ 3087144 w 4121363"/>
              <a:gd name="connsiteY1" fmla="*/ 1950255 h 2456815"/>
              <a:gd name="connsiteX2" fmla="*/ 2513263 w 4121363"/>
              <a:gd name="connsiteY2" fmla="*/ 1516866 h 2456815"/>
              <a:gd name="connsiteX3" fmla="*/ 1784603 w 4121363"/>
              <a:gd name="connsiteY3" fmla="*/ 1507341 h 2456815"/>
              <a:gd name="connsiteX4" fmla="*/ 1294064 w 4121363"/>
              <a:gd name="connsiteY4" fmla="*/ 1085860 h 2456815"/>
              <a:gd name="connsiteX5" fmla="*/ 1345407 w 4121363"/>
              <a:gd name="connsiteY5" fmla="*/ 787716 h 2456815"/>
              <a:gd name="connsiteX6" fmla="*/ 1570673 w 4121363"/>
              <a:gd name="connsiteY6" fmla="*/ 999807 h 2456815"/>
              <a:gd name="connsiteX7" fmla="*/ 0 w 4121363"/>
              <a:gd name="connsiteY7" fmla="*/ 2456815 h 2456815"/>
              <a:gd name="connsiteX0" fmla="*/ 4121363 w 4121363"/>
              <a:gd name="connsiteY0" fmla="*/ 0 h 2456815"/>
              <a:gd name="connsiteX1" fmla="*/ 3087144 w 4121363"/>
              <a:gd name="connsiteY1" fmla="*/ 1950255 h 2456815"/>
              <a:gd name="connsiteX2" fmla="*/ 2513263 w 4121363"/>
              <a:gd name="connsiteY2" fmla="*/ 1516866 h 2456815"/>
              <a:gd name="connsiteX3" fmla="*/ 1784603 w 4121363"/>
              <a:gd name="connsiteY3" fmla="*/ 1507341 h 2456815"/>
              <a:gd name="connsiteX4" fmla="*/ 1294064 w 4121363"/>
              <a:gd name="connsiteY4" fmla="*/ 1085860 h 2456815"/>
              <a:gd name="connsiteX5" fmla="*/ 1345407 w 4121363"/>
              <a:gd name="connsiteY5" fmla="*/ 787716 h 2456815"/>
              <a:gd name="connsiteX6" fmla="*/ 1570673 w 4121363"/>
              <a:gd name="connsiteY6" fmla="*/ 999807 h 2456815"/>
              <a:gd name="connsiteX7" fmla="*/ 0 w 4121363"/>
              <a:gd name="connsiteY7" fmla="*/ 2456815 h 2456815"/>
              <a:gd name="connsiteX0" fmla="*/ 4121363 w 4121363"/>
              <a:gd name="connsiteY0" fmla="*/ 0 h 2456815"/>
              <a:gd name="connsiteX1" fmla="*/ 3318919 w 4121363"/>
              <a:gd name="connsiteY1" fmla="*/ 1481147 h 2456815"/>
              <a:gd name="connsiteX2" fmla="*/ 3087144 w 4121363"/>
              <a:gd name="connsiteY2" fmla="*/ 1950255 h 2456815"/>
              <a:gd name="connsiteX3" fmla="*/ 2513263 w 4121363"/>
              <a:gd name="connsiteY3" fmla="*/ 1516866 h 2456815"/>
              <a:gd name="connsiteX4" fmla="*/ 1784603 w 4121363"/>
              <a:gd name="connsiteY4" fmla="*/ 1507341 h 2456815"/>
              <a:gd name="connsiteX5" fmla="*/ 1294064 w 4121363"/>
              <a:gd name="connsiteY5" fmla="*/ 1085860 h 2456815"/>
              <a:gd name="connsiteX6" fmla="*/ 1345407 w 4121363"/>
              <a:gd name="connsiteY6" fmla="*/ 787716 h 2456815"/>
              <a:gd name="connsiteX7" fmla="*/ 1570673 w 4121363"/>
              <a:gd name="connsiteY7" fmla="*/ 999807 h 2456815"/>
              <a:gd name="connsiteX8" fmla="*/ 0 w 4121363"/>
              <a:gd name="connsiteY8" fmla="*/ 2456815 h 2456815"/>
              <a:gd name="connsiteX0" fmla="*/ 4121363 w 4121363"/>
              <a:gd name="connsiteY0" fmla="*/ 0 h 2456815"/>
              <a:gd name="connsiteX1" fmla="*/ 3604669 w 4121363"/>
              <a:gd name="connsiteY1" fmla="*/ 1579572 h 2456815"/>
              <a:gd name="connsiteX2" fmla="*/ 3087144 w 4121363"/>
              <a:gd name="connsiteY2" fmla="*/ 1950255 h 2456815"/>
              <a:gd name="connsiteX3" fmla="*/ 2513263 w 4121363"/>
              <a:gd name="connsiteY3" fmla="*/ 1516866 h 2456815"/>
              <a:gd name="connsiteX4" fmla="*/ 1784603 w 4121363"/>
              <a:gd name="connsiteY4" fmla="*/ 1507341 h 2456815"/>
              <a:gd name="connsiteX5" fmla="*/ 1294064 w 4121363"/>
              <a:gd name="connsiteY5" fmla="*/ 1085860 h 2456815"/>
              <a:gd name="connsiteX6" fmla="*/ 1345407 w 4121363"/>
              <a:gd name="connsiteY6" fmla="*/ 787716 h 2456815"/>
              <a:gd name="connsiteX7" fmla="*/ 1570673 w 4121363"/>
              <a:gd name="connsiteY7" fmla="*/ 999807 h 2456815"/>
              <a:gd name="connsiteX8" fmla="*/ 0 w 4121363"/>
              <a:gd name="connsiteY8" fmla="*/ 2456815 h 2456815"/>
              <a:gd name="connsiteX0" fmla="*/ 4121363 w 4121363"/>
              <a:gd name="connsiteY0" fmla="*/ 0 h 2456815"/>
              <a:gd name="connsiteX1" fmla="*/ 3842794 w 4121363"/>
              <a:gd name="connsiteY1" fmla="*/ 906472 h 2456815"/>
              <a:gd name="connsiteX2" fmla="*/ 3604669 w 4121363"/>
              <a:gd name="connsiteY2" fmla="*/ 1579572 h 2456815"/>
              <a:gd name="connsiteX3" fmla="*/ 3087144 w 4121363"/>
              <a:gd name="connsiteY3" fmla="*/ 1950255 h 2456815"/>
              <a:gd name="connsiteX4" fmla="*/ 2513263 w 4121363"/>
              <a:gd name="connsiteY4" fmla="*/ 1516866 h 2456815"/>
              <a:gd name="connsiteX5" fmla="*/ 1784603 w 4121363"/>
              <a:gd name="connsiteY5" fmla="*/ 1507341 h 2456815"/>
              <a:gd name="connsiteX6" fmla="*/ 1294064 w 4121363"/>
              <a:gd name="connsiteY6" fmla="*/ 1085860 h 2456815"/>
              <a:gd name="connsiteX7" fmla="*/ 1345407 w 4121363"/>
              <a:gd name="connsiteY7" fmla="*/ 787716 h 2456815"/>
              <a:gd name="connsiteX8" fmla="*/ 1570673 w 4121363"/>
              <a:gd name="connsiteY8" fmla="*/ 999807 h 2456815"/>
              <a:gd name="connsiteX9" fmla="*/ 0 w 4121363"/>
              <a:gd name="connsiteY9" fmla="*/ 2456815 h 2456815"/>
              <a:gd name="connsiteX0" fmla="*/ 4121363 w 4121363"/>
              <a:gd name="connsiteY0" fmla="*/ 0 h 2456815"/>
              <a:gd name="connsiteX1" fmla="*/ 3922169 w 4121363"/>
              <a:gd name="connsiteY1" fmla="*/ 925522 h 2456815"/>
              <a:gd name="connsiteX2" fmla="*/ 3604669 w 4121363"/>
              <a:gd name="connsiteY2" fmla="*/ 1579572 h 2456815"/>
              <a:gd name="connsiteX3" fmla="*/ 3087144 w 4121363"/>
              <a:gd name="connsiteY3" fmla="*/ 1950255 h 2456815"/>
              <a:gd name="connsiteX4" fmla="*/ 2513263 w 4121363"/>
              <a:gd name="connsiteY4" fmla="*/ 1516866 h 2456815"/>
              <a:gd name="connsiteX5" fmla="*/ 1784603 w 4121363"/>
              <a:gd name="connsiteY5" fmla="*/ 1507341 h 2456815"/>
              <a:gd name="connsiteX6" fmla="*/ 1294064 w 4121363"/>
              <a:gd name="connsiteY6" fmla="*/ 1085860 h 2456815"/>
              <a:gd name="connsiteX7" fmla="*/ 1345407 w 4121363"/>
              <a:gd name="connsiteY7" fmla="*/ 787716 h 2456815"/>
              <a:gd name="connsiteX8" fmla="*/ 1570673 w 4121363"/>
              <a:gd name="connsiteY8" fmla="*/ 999807 h 2456815"/>
              <a:gd name="connsiteX9" fmla="*/ 0 w 4121363"/>
              <a:gd name="connsiteY9" fmla="*/ 2456815 h 2456815"/>
              <a:gd name="connsiteX0" fmla="*/ 4134063 w 4134063"/>
              <a:gd name="connsiteY0" fmla="*/ 0 h 2434590"/>
              <a:gd name="connsiteX1" fmla="*/ 3922169 w 4134063"/>
              <a:gd name="connsiteY1" fmla="*/ 903297 h 2434590"/>
              <a:gd name="connsiteX2" fmla="*/ 3604669 w 4134063"/>
              <a:gd name="connsiteY2" fmla="*/ 1557347 h 2434590"/>
              <a:gd name="connsiteX3" fmla="*/ 3087144 w 4134063"/>
              <a:gd name="connsiteY3" fmla="*/ 1928030 h 2434590"/>
              <a:gd name="connsiteX4" fmla="*/ 2513263 w 4134063"/>
              <a:gd name="connsiteY4" fmla="*/ 1494641 h 2434590"/>
              <a:gd name="connsiteX5" fmla="*/ 1784603 w 4134063"/>
              <a:gd name="connsiteY5" fmla="*/ 1485116 h 2434590"/>
              <a:gd name="connsiteX6" fmla="*/ 1294064 w 4134063"/>
              <a:gd name="connsiteY6" fmla="*/ 1063635 h 2434590"/>
              <a:gd name="connsiteX7" fmla="*/ 1345407 w 4134063"/>
              <a:gd name="connsiteY7" fmla="*/ 765491 h 2434590"/>
              <a:gd name="connsiteX8" fmla="*/ 1570673 w 4134063"/>
              <a:gd name="connsiteY8" fmla="*/ 977582 h 2434590"/>
              <a:gd name="connsiteX9" fmla="*/ 0 w 4134063"/>
              <a:gd name="connsiteY9" fmla="*/ 2434590 h 2434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34063" h="2434590">
                <a:moveTo>
                  <a:pt x="4134063" y="0"/>
                </a:moveTo>
                <a:cubicBezTo>
                  <a:pt x="4087635" y="151079"/>
                  <a:pt x="4008285" y="640035"/>
                  <a:pt x="3922169" y="903297"/>
                </a:cubicBezTo>
                <a:cubicBezTo>
                  <a:pt x="3836053" y="1166559"/>
                  <a:pt x="3730611" y="1383383"/>
                  <a:pt x="3604669" y="1557347"/>
                </a:cubicBezTo>
                <a:cubicBezTo>
                  <a:pt x="3478727" y="1731311"/>
                  <a:pt x="3221420" y="1922077"/>
                  <a:pt x="3087144" y="1928030"/>
                </a:cubicBezTo>
                <a:cubicBezTo>
                  <a:pt x="2906439" y="1806985"/>
                  <a:pt x="2730353" y="1568460"/>
                  <a:pt x="2513263" y="1494641"/>
                </a:cubicBezTo>
                <a:cubicBezTo>
                  <a:pt x="2296173" y="1420822"/>
                  <a:pt x="2027491" y="1456937"/>
                  <a:pt x="1784603" y="1485116"/>
                </a:cubicBezTo>
                <a:cubicBezTo>
                  <a:pt x="1339977" y="1649027"/>
                  <a:pt x="1340275" y="1220481"/>
                  <a:pt x="1294064" y="1063635"/>
                </a:cubicBezTo>
                <a:cubicBezTo>
                  <a:pt x="1262140" y="928219"/>
                  <a:pt x="1304067" y="706015"/>
                  <a:pt x="1345407" y="765491"/>
                </a:cubicBezTo>
                <a:cubicBezTo>
                  <a:pt x="1386747" y="824967"/>
                  <a:pt x="1421052" y="913711"/>
                  <a:pt x="1570673" y="977582"/>
                </a:cubicBezTo>
                <a:cubicBezTo>
                  <a:pt x="1720294" y="1041453"/>
                  <a:pt x="229394" y="2217420"/>
                  <a:pt x="0" y="2434590"/>
                </a:cubicBezTo>
              </a:path>
            </a:pathLst>
          </a:cu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1" name="이등변 삼각형 260">
            <a:extLst>
              <a:ext uri="{FF2B5EF4-FFF2-40B4-BE49-F238E27FC236}">
                <a16:creationId xmlns:a16="http://schemas.microsoft.com/office/drawing/2014/main" id="{588FE6B1-B155-4876-A204-EA26611C5F30}"/>
              </a:ext>
            </a:extLst>
          </p:cNvPr>
          <p:cNvSpPr/>
          <p:nvPr/>
        </p:nvSpPr>
        <p:spPr>
          <a:xfrm rot="8659906">
            <a:off x="2981530" y="4729705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18" name="Group 217"/>
          <p:cNvGrpSpPr/>
          <p:nvPr/>
        </p:nvGrpSpPr>
        <p:grpSpPr>
          <a:xfrm>
            <a:off x="8584174" y="2466015"/>
            <a:ext cx="658886" cy="269711"/>
            <a:chOff x="8584174" y="2466015"/>
            <a:chExt cx="658886" cy="269711"/>
          </a:xfrm>
        </p:grpSpPr>
        <p:sp>
          <p:nvSpPr>
            <p:cNvPr id="219" name="Oval 218"/>
            <p:cNvSpPr/>
            <p:nvPr/>
          </p:nvSpPr>
          <p:spPr>
            <a:xfrm flipH="1" flipV="1">
              <a:off x="8753052" y="2661632"/>
              <a:ext cx="86441" cy="74094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0" name="Rectangle 219"/>
            <p:cNvSpPr/>
            <p:nvPr/>
          </p:nvSpPr>
          <p:spPr>
            <a:xfrm>
              <a:off x="8584174" y="2466015"/>
              <a:ext cx="658886" cy="210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rgbClr val="00B05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Busan</a:t>
              </a:r>
            </a:p>
          </p:txBody>
        </p:sp>
      </p:grpSp>
      <p:grpSp>
        <p:nvGrpSpPr>
          <p:cNvPr id="221" name="Group 220"/>
          <p:cNvGrpSpPr/>
          <p:nvPr/>
        </p:nvGrpSpPr>
        <p:grpSpPr>
          <a:xfrm>
            <a:off x="7306555" y="3343668"/>
            <a:ext cx="863613" cy="263539"/>
            <a:chOff x="7720561" y="2919836"/>
            <a:chExt cx="863613" cy="263539"/>
          </a:xfrm>
        </p:grpSpPr>
        <p:sp>
          <p:nvSpPr>
            <p:cNvPr id="222" name="Oval 221"/>
            <p:cNvSpPr/>
            <p:nvPr/>
          </p:nvSpPr>
          <p:spPr>
            <a:xfrm flipH="1" flipV="1">
              <a:off x="8497733" y="3039596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6" name="Rectangle 225"/>
            <p:cNvSpPr/>
            <p:nvPr/>
          </p:nvSpPr>
          <p:spPr>
            <a:xfrm>
              <a:off x="7720561" y="2919836"/>
              <a:ext cx="762354" cy="26353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Nansha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230" name="Group 229"/>
          <p:cNvGrpSpPr/>
          <p:nvPr/>
        </p:nvGrpSpPr>
        <p:grpSpPr>
          <a:xfrm>
            <a:off x="7712771" y="4594988"/>
            <a:ext cx="1023391" cy="299986"/>
            <a:chOff x="9437646" y="3045303"/>
            <a:chExt cx="298345" cy="87454"/>
          </a:xfrm>
        </p:grpSpPr>
        <p:sp>
          <p:nvSpPr>
            <p:cNvPr id="231" name="Oval 230"/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2" name="Rectangle 231"/>
            <p:cNvSpPr/>
            <p:nvPr/>
          </p:nvSpPr>
          <p:spPr>
            <a:xfrm>
              <a:off x="9441401" y="3062431"/>
              <a:ext cx="294590" cy="7032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Singapore</a:t>
              </a:r>
            </a:p>
          </p:txBody>
        </p:sp>
      </p:grpSp>
      <p:grpSp>
        <p:nvGrpSpPr>
          <p:cNvPr id="236" name="Group 235"/>
          <p:cNvGrpSpPr/>
          <p:nvPr/>
        </p:nvGrpSpPr>
        <p:grpSpPr>
          <a:xfrm>
            <a:off x="7582634" y="2804520"/>
            <a:ext cx="972741" cy="253867"/>
            <a:chOff x="7563205" y="2823749"/>
            <a:chExt cx="972741" cy="253867"/>
          </a:xfrm>
        </p:grpSpPr>
        <p:sp>
          <p:nvSpPr>
            <p:cNvPr id="237" name="Oval 236"/>
            <p:cNvSpPr/>
            <p:nvPr/>
          </p:nvSpPr>
          <p:spPr>
            <a:xfrm flipH="1" flipV="1">
              <a:off x="8449505" y="2926962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8" name="Rectangle 237"/>
            <p:cNvSpPr/>
            <p:nvPr/>
          </p:nvSpPr>
          <p:spPr>
            <a:xfrm>
              <a:off x="7563205" y="2823749"/>
              <a:ext cx="864797" cy="2538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Shanghai</a:t>
              </a:r>
            </a:p>
          </p:txBody>
        </p:sp>
      </p:grpSp>
      <p:grpSp>
        <p:nvGrpSpPr>
          <p:cNvPr id="251" name="Group 250"/>
          <p:cNvGrpSpPr/>
          <p:nvPr/>
        </p:nvGrpSpPr>
        <p:grpSpPr>
          <a:xfrm>
            <a:off x="7851408" y="3168563"/>
            <a:ext cx="887994" cy="305114"/>
            <a:chOff x="7851408" y="3168563"/>
            <a:chExt cx="887994" cy="305114"/>
          </a:xfrm>
        </p:grpSpPr>
        <p:sp>
          <p:nvSpPr>
            <p:cNvPr id="252" name="Oval 251"/>
            <p:cNvSpPr/>
            <p:nvPr/>
          </p:nvSpPr>
          <p:spPr>
            <a:xfrm flipH="1" flipV="1">
              <a:off x="8191243" y="3399583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3" name="Rectangle 252"/>
            <p:cNvSpPr/>
            <p:nvPr/>
          </p:nvSpPr>
          <p:spPr>
            <a:xfrm>
              <a:off x="7851408" y="3168563"/>
              <a:ext cx="887994" cy="2082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Yantian</a:t>
              </a:r>
            </a:p>
          </p:txBody>
        </p:sp>
      </p:grpSp>
      <p:grpSp>
        <p:nvGrpSpPr>
          <p:cNvPr id="244" name="Group 1495">
            <a:extLst>
              <a:ext uri="{FF2B5EF4-FFF2-40B4-BE49-F238E27FC236}">
                <a16:creationId xmlns:a16="http://schemas.microsoft.com/office/drawing/2014/main" id="{DFAA5B99-C4FA-4E1B-8242-0C5562513D36}"/>
              </a:ext>
            </a:extLst>
          </p:cNvPr>
          <p:cNvGrpSpPr/>
          <p:nvPr/>
        </p:nvGrpSpPr>
        <p:grpSpPr>
          <a:xfrm>
            <a:off x="6079248" y="3421530"/>
            <a:ext cx="1253188" cy="287688"/>
            <a:chOff x="9403772" y="2988932"/>
            <a:chExt cx="339646" cy="77971"/>
          </a:xfrm>
        </p:grpSpPr>
        <p:sp>
          <p:nvSpPr>
            <p:cNvPr id="245" name="Oval 1496">
              <a:extLst>
                <a:ext uri="{FF2B5EF4-FFF2-40B4-BE49-F238E27FC236}">
                  <a16:creationId xmlns:a16="http://schemas.microsoft.com/office/drawing/2014/main" id="{5AF2FDAF-63CC-4CA2-91BC-8E5940221087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6" name="Rectangle 1497">
              <a:extLst>
                <a:ext uri="{FF2B5EF4-FFF2-40B4-BE49-F238E27FC236}">
                  <a16:creationId xmlns:a16="http://schemas.microsoft.com/office/drawing/2014/main" id="{A8765830-B305-4C83-B2AE-0533A78311B6}"/>
                </a:ext>
              </a:extLst>
            </p:cNvPr>
            <p:cNvSpPr/>
            <p:nvPr/>
          </p:nvSpPr>
          <p:spPr>
            <a:xfrm>
              <a:off x="9403772" y="2988932"/>
              <a:ext cx="339646" cy="6985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>
                <a:lnSpc>
                  <a:spcPct val="75000"/>
                </a:lnSpc>
              </a:pPr>
              <a:r>
                <a:rPr lang="en-US" altLang="ko-KR" sz="14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Nhava Sheva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247" name="Group 1486">
            <a:extLst>
              <a:ext uri="{FF2B5EF4-FFF2-40B4-BE49-F238E27FC236}">
                <a16:creationId xmlns:a16="http://schemas.microsoft.com/office/drawing/2014/main" id="{D324F765-0A2D-45B5-85B0-959945F6B43E}"/>
              </a:ext>
            </a:extLst>
          </p:cNvPr>
          <p:cNvGrpSpPr/>
          <p:nvPr/>
        </p:nvGrpSpPr>
        <p:grpSpPr>
          <a:xfrm>
            <a:off x="5609193" y="3154988"/>
            <a:ext cx="940110" cy="339950"/>
            <a:chOff x="9343633" y="2974768"/>
            <a:chExt cx="254794" cy="92135"/>
          </a:xfrm>
        </p:grpSpPr>
        <p:sp>
          <p:nvSpPr>
            <p:cNvPr id="248" name="Oval 1487">
              <a:extLst>
                <a:ext uri="{FF2B5EF4-FFF2-40B4-BE49-F238E27FC236}">
                  <a16:creationId xmlns:a16="http://schemas.microsoft.com/office/drawing/2014/main" id="{D05EC19B-777D-4390-B2C2-D5B7A1C2FE66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9" name="Rectangle 1488">
              <a:extLst>
                <a:ext uri="{FF2B5EF4-FFF2-40B4-BE49-F238E27FC236}">
                  <a16:creationId xmlns:a16="http://schemas.microsoft.com/office/drawing/2014/main" id="{C9312D5A-55A9-4830-8D7E-8003210682D5}"/>
                </a:ext>
              </a:extLst>
            </p:cNvPr>
            <p:cNvSpPr/>
            <p:nvPr/>
          </p:nvSpPr>
          <p:spPr>
            <a:xfrm>
              <a:off x="9343633" y="2974768"/>
              <a:ext cx="254794" cy="8217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Mundra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256" name="Group 1495">
            <a:extLst>
              <a:ext uri="{FF2B5EF4-FFF2-40B4-BE49-F238E27FC236}">
                <a16:creationId xmlns:a16="http://schemas.microsoft.com/office/drawing/2014/main" id="{A6370387-5CC1-4780-88FB-A3E20297580E}"/>
              </a:ext>
            </a:extLst>
          </p:cNvPr>
          <p:cNvGrpSpPr/>
          <p:nvPr/>
        </p:nvGrpSpPr>
        <p:grpSpPr>
          <a:xfrm>
            <a:off x="6313834" y="3893081"/>
            <a:ext cx="1253188" cy="319190"/>
            <a:chOff x="9414253" y="2980394"/>
            <a:chExt cx="339646" cy="86509"/>
          </a:xfrm>
        </p:grpSpPr>
        <p:sp>
          <p:nvSpPr>
            <p:cNvPr id="258" name="Oval 1496">
              <a:extLst>
                <a:ext uri="{FF2B5EF4-FFF2-40B4-BE49-F238E27FC236}">
                  <a16:creationId xmlns:a16="http://schemas.microsoft.com/office/drawing/2014/main" id="{4385C4C1-DC83-461F-9494-768589DC2612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9" name="Rectangle 1497">
              <a:extLst>
                <a:ext uri="{FF2B5EF4-FFF2-40B4-BE49-F238E27FC236}">
                  <a16:creationId xmlns:a16="http://schemas.microsoft.com/office/drawing/2014/main" id="{D56B5DBC-3587-4BA3-AA0D-6C522B4DD0C8}"/>
                </a:ext>
              </a:extLst>
            </p:cNvPr>
            <p:cNvSpPr/>
            <p:nvPr/>
          </p:nvSpPr>
          <p:spPr>
            <a:xfrm>
              <a:off x="9414253" y="2980394"/>
              <a:ext cx="339646" cy="6985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>
                <a:lnSpc>
                  <a:spcPct val="75000"/>
                </a:lnSpc>
              </a:pPr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Vizhinjam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sp>
        <p:nvSpPr>
          <p:cNvPr id="262" name="이등변 삼각형 261">
            <a:extLst>
              <a:ext uri="{FF2B5EF4-FFF2-40B4-BE49-F238E27FC236}">
                <a16:creationId xmlns:a16="http://schemas.microsoft.com/office/drawing/2014/main" id="{6C922596-9F7A-4BD5-A8A5-99A2E3F49F0F}"/>
              </a:ext>
            </a:extLst>
          </p:cNvPr>
          <p:cNvSpPr/>
          <p:nvPr/>
        </p:nvSpPr>
        <p:spPr>
          <a:xfrm rot="3127498">
            <a:off x="5109009" y="4579580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793929AB-B859-4AB4-84BB-7541136B36BA}"/>
              </a:ext>
            </a:extLst>
          </p:cNvPr>
          <p:cNvGrpSpPr/>
          <p:nvPr/>
        </p:nvGrpSpPr>
        <p:grpSpPr>
          <a:xfrm>
            <a:off x="4728740" y="4613573"/>
            <a:ext cx="197643" cy="261610"/>
            <a:chOff x="1477817" y="2788120"/>
            <a:chExt cx="197643" cy="261610"/>
          </a:xfrm>
        </p:grpSpPr>
        <p:sp>
          <p:nvSpPr>
            <p:cNvPr id="264" name="타원 263">
              <a:extLst>
                <a:ext uri="{FF2B5EF4-FFF2-40B4-BE49-F238E27FC236}">
                  <a16:creationId xmlns:a16="http://schemas.microsoft.com/office/drawing/2014/main" id="{BC4940CB-10CB-44A6-8085-934EEEC43E1C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12486F7F-79CA-44FE-B5D9-B983E9BF1C4A}"/>
                </a:ext>
              </a:extLst>
            </p:cNvPr>
            <p:cNvSpPr txBox="1"/>
            <p:nvPr/>
          </p:nvSpPr>
          <p:spPr>
            <a:xfrm>
              <a:off x="1553777" y="278812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2</a:t>
              </a:r>
              <a:endParaRPr lang="ko-KR" altLang="en-US" sz="1100" b="1" dirty="0">
                <a:solidFill>
                  <a:schemeClr val="bg1"/>
                </a:solidFill>
                <a:latin typeface="Arial" pitchFamily="34" charset="0"/>
                <a:ea typeface="HY견고딕" pitchFamily="18" charset="-127"/>
                <a:cs typeface="Arial" pitchFamily="34" charset="0"/>
              </a:endParaRPr>
            </a:p>
          </p:txBody>
        </p:sp>
      </p:grpSp>
      <p:sp>
        <p:nvSpPr>
          <p:cNvPr id="266" name="이등변 삼각형 265">
            <a:extLst>
              <a:ext uri="{FF2B5EF4-FFF2-40B4-BE49-F238E27FC236}">
                <a16:creationId xmlns:a16="http://schemas.microsoft.com/office/drawing/2014/main" id="{97638A21-E42B-4D90-8E68-945EF523038E}"/>
              </a:ext>
            </a:extLst>
          </p:cNvPr>
          <p:cNvSpPr/>
          <p:nvPr/>
        </p:nvSpPr>
        <p:spPr>
          <a:xfrm rot="1344090">
            <a:off x="8470385" y="3589223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7" name="이등변 삼각형 266">
            <a:extLst>
              <a:ext uri="{FF2B5EF4-FFF2-40B4-BE49-F238E27FC236}">
                <a16:creationId xmlns:a16="http://schemas.microsoft.com/office/drawing/2014/main" id="{4A19A7C4-4BED-4E01-8AE9-E2A195B4D313}"/>
              </a:ext>
            </a:extLst>
          </p:cNvPr>
          <p:cNvSpPr/>
          <p:nvPr/>
        </p:nvSpPr>
        <p:spPr>
          <a:xfrm rot="19804487">
            <a:off x="3090882" y="2555546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8" name="이등변 삼각형 267">
            <a:extLst>
              <a:ext uri="{FF2B5EF4-FFF2-40B4-BE49-F238E27FC236}">
                <a16:creationId xmlns:a16="http://schemas.microsoft.com/office/drawing/2014/main" id="{5375CE37-7216-4102-A2A1-9D12E16024F4}"/>
              </a:ext>
            </a:extLst>
          </p:cNvPr>
          <p:cNvSpPr/>
          <p:nvPr/>
        </p:nvSpPr>
        <p:spPr>
          <a:xfrm rot="11044568">
            <a:off x="8448940" y="3089631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249340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808961" y="-977210"/>
            <a:ext cx="8392671" cy="7419187"/>
            <a:chOff x="5252640" y="899069"/>
            <a:chExt cx="5141471" cy="4545100"/>
          </a:xfrm>
        </p:grpSpPr>
        <p:sp>
          <p:nvSpPr>
            <p:cNvPr id="3" name="Freeform 88"/>
            <p:cNvSpPr>
              <a:spLocks/>
            </p:cNvSpPr>
            <p:nvPr/>
          </p:nvSpPr>
          <p:spPr bwMode="auto">
            <a:xfrm>
              <a:off x="5849010" y="3287085"/>
              <a:ext cx="63444" cy="63444"/>
            </a:xfrm>
            <a:custGeom>
              <a:avLst/>
              <a:gdLst>
                <a:gd name="T0" fmla="*/ 14 w 25"/>
                <a:gd name="T1" fmla="*/ 0 h 25"/>
                <a:gd name="T2" fmla="*/ 18 w 25"/>
                <a:gd name="T3" fmla="*/ 1 h 25"/>
                <a:gd name="T4" fmla="*/ 20 w 25"/>
                <a:gd name="T5" fmla="*/ 3 h 25"/>
                <a:gd name="T6" fmla="*/ 23 w 25"/>
                <a:gd name="T7" fmla="*/ 5 h 25"/>
                <a:gd name="T8" fmla="*/ 25 w 25"/>
                <a:gd name="T9" fmla="*/ 9 h 25"/>
                <a:gd name="T10" fmla="*/ 25 w 25"/>
                <a:gd name="T11" fmla="*/ 13 h 25"/>
                <a:gd name="T12" fmla="*/ 25 w 25"/>
                <a:gd name="T13" fmla="*/ 17 h 25"/>
                <a:gd name="T14" fmla="*/ 23 w 25"/>
                <a:gd name="T15" fmla="*/ 21 h 25"/>
                <a:gd name="T16" fmla="*/ 20 w 25"/>
                <a:gd name="T17" fmla="*/ 24 h 25"/>
                <a:gd name="T18" fmla="*/ 18 w 25"/>
                <a:gd name="T19" fmla="*/ 25 h 25"/>
                <a:gd name="T20" fmla="*/ 14 w 25"/>
                <a:gd name="T21" fmla="*/ 25 h 25"/>
                <a:gd name="T22" fmla="*/ 8 w 25"/>
                <a:gd name="T23" fmla="*/ 25 h 25"/>
                <a:gd name="T24" fmla="*/ 6 w 25"/>
                <a:gd name="T25" fmla="*/ 24 h 25"/>
                <a:gd name="T26" fmla="*/ 3 w 25"/>
                <a:gd name="T27" fmla="*/ 21 h 25"/>
                <a:gd name="T28" fmla="*/ 0 w 25"/>
                <a:gd name="T29" fmla="*/ 17 h 25"/>
                <a:gd name="T30" fmla="*/ 0 w 25"/>
                <a:gd name="T31" fmla="*/ 13 h 25"/>
                <a:gd name="T32" fmla="*/ 0 w 25"/>
                <a:gd name="T33" fmla="*/ 9 h 25"/>
                <a:gd name="T34" fmla="*/ 3 w 25"/>
                <a:gd name="T35" fmla="*/ 5 h 25"/>
                <a:gd name="T36" fmla="*/ 6 w 25"/>
                <a:gd name="T37" fmla="*/ 3 h 25"/>
                <a:gd name="T38" fmla="*/ 8 w 25"/>
                <a:gd name="T39" fmla="*/ 1 h 25"/>
                <a:gd name="T40" fmla="*/ 14 w 25"/>
                <a:gd name="T4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18" y="1"/>
                  </a:lnTo>
                  <a:lnTo>
                    <a:pt x="20" y="3"/>
                  </a:lnTo>
                  <a:lnTo>
                    <a:pt x="23" y="5"/>
                  </a:lnTo>
                  <a:lnTo>
                    <a:pt x="25" y="9"/>
                  </a:lnTo>
                  <a:lnTo>
                    <a:pt x="25" y="13"/>
                  </a:lnTo>
                  <a:lnTo>
                    <a:pt x="25" y="17"/>
                  </a:lnTo>
                  <a:lnTo>
                    <a:pt x="23" y="21"/>
                  </a:lnTo>
                  <a:lnTo>
                    <a:pt x="20" y="24"/>
                  </a:lnTo>
                  <a:lnTo>
                    <a:pt x="18" y="25"/>
                  </a:lnTo>
                  <a:lnTo>
                    <a:pt x="14" y="25"/>
                  </a:lnTo>
                  <a:lnTo>
                    <a:pt x="8" y="25"/>
                  </a:lnTo>
                  <a:lnTo>
                    <a:pt x="6" y="24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3" y="5"/>
                  </a:lnTo>
                  <a:lnTo>
                    <a:pt x="6" y="3"/>
                  </a:lnTo>
                  <a:lnTo>
                    <a:pt x="8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" name="Freeform 89"/>
            <p:cNvSpPr>
              <a:spLocks noEditPoints="1"/>
            </p:cNvSpPr>
            <p:nvPr/>
          </p:nvSpPr>
          <p:spPr bwMode="auto">
            <a:xfrm>
              <a:off x="5816020" y="3256632"/>
              <a:ext cx="131963" cy="126887"/>
            </a:xfrm>
            <a:custGeom>
              <a:avLst/>
              <a:gdLst>
                <a:gd name="T0" fmla="*/ 27 w 52"/>
                <a:gd name="T1" fmla="*/ 12 h 50"/>
                <a:gd name="T2" fmla="*/ 21 w 52"/>
                <a:gd name="T3" fmla="*/ 13 h 50"/>
                <a:gd name="T4" fmla="*/ 19 w 52"/>
                <a:gd name="T5" fmla="*/ 15 h 50"/>
                <a:gd name="T6" fmla="*/ 16 w 52"/>
                <a:gd name="T7" fmla="*/ 17 h 50"/>
                <a:gd name="T8" fmla="*/ 13 w 52"/>
                <a:gd name="T9" fmla="*/ 21 h 50"/>
                <a:gd name="T10" fmla="*/ 13 w 52"/>
                <a:gd name="T11" fmla="*/ 25 h 50"/>
                <a:gd name="T12" fmla="*/ 13 w 52"/>
                <a:gd name="T13" fmla="*/ 29 h 50"/>
                <a:gd name="T14" fmla="*/ 16 w 52"/>
                <a:gd name="T15" fmla="*/ 33 h 50"/>
                <a:gd name="T16" fmla="*/ 19 w 52"/>
                <a:gd name="T17" fmla="*/ 36 h 50"/>
                <a:gd name="T18" fmla="*/ 21 w 52"/>
                <a:gd name="T19" fmla="*/ 37 h 50"/>
                <a:gd name="T20" fmla="*/ 27 w 52"/>
                <a:gd name="T21" fmla="*/ 37 h 50"/>
                <a:gd name="T22" fmla="*/ 31 w 52"/>
                <a:gd name="T23" fmla="*/ 37 h 50"/>
                <a:gd name="T24" fmla="*/ 33 w 52"/>
                <a:gd name="T25" fmla="*/ 36 h 50"/>
                <a:gd name="T26" fmla="*/ 36 w 52"/>
                <a:gd name="T27" fmla="*/ 33 h 50"/>
                <a:gd name="T28" fmla="*/ 38 w 52"/>
                <a:gd name="T29" fmla="*/ 29 h 50"/>
                <a:gd name="T30" fmla="*/ 38 w 52"/>
                <a:gd name="T31" fmla="*/ 25 h 50"/>
                <a:gd name="T32" fmla="*/ 38 w 52"/>
                <a:gd name="T33" fmla="*/ 21 h 50"/>
                <a:gd name="T34" fmla="*/ 36 w 52"/>
                <a:gd name="T35" fmla="*/ 17 h 50"/>
                <a:gd name="T36" fmla="*/ 33 w 52"/>
                <a:gd name="T37" fmla="*/ 15 h 50"/>
                <a:gd name="T38" fmla="*/ 31 w 52"/>
                <a:gd name="T39" fmla="*/ 13 h 50"/>
                <a:gd name="T40" fmla="*/ 27 w 52"/>
                <a:gd name="T41" fmla="*/ 12 h 50"/>
                <a:gd name="T42" fmla="*/ 27 w 52"/>
                <a:gd name="T43" fmla="*/ 0 h 50"/>
                <a:gd name="T44" fmla="*/ 38 w 52"/>
                <a:gd name="T45" fmla="*/ 3 h 50"/>
                <a:gd name="T46" fmla="*/ 48 w 52"/>
                <a:gd name="T47" fmla="*/ 12 h 50"/>
                <a:gd name="T48" fmla="*/ 52 w 52"/>
                <a:gd name="T49" fmla="*/ 25 h 50"/>
                <a:gd name="T50" fmla="*/ 48 w 52"/>
                <a:gd name="T51" fmla="*/ 38 h 50"/>
                <a:gd name="T52" fmla="*/ 38 w 52"/>
                <a:gd name="T53" fmla="*/ 46 h 50"/>
                <a:gd name="T54" fmla="*/ 27 w 52"/>
                <a:gd name="T55" fmla="*/ 50 h 50"/>
                <a:gd name="T56" fmla="*/ 13 w 52"/>
                <a:gd name="T57" fmla="*/ 46 h 50"/>
                <a:gd name="T58" fmla="*/ 4 w 52"/>
                <a:gd name="T59" fmla="*/ 38 h 50"/>
                <a:gd name="T60" fmla="*/ 0 w 52"/>
                <a:gd name="T61" fmla="*/ 25 h 50"/>
                <a:gd name="T62" fmla="*/ 4 w 52"/>
                <a:gd name="T63" fmla="*/ 12 h 50"/>
                <a:gd name="T64" fmla="*/ 13 w 52"/>
                <a:gd name="T65" fmla="*/ 3 h 50"/>
                <a:gd name="T66" fmla="*/ 27 w 52"/>
                <a:gd name="T6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0">
                  <a:moveTo>
                    <a:pt x="27" y="12"/>
                  </a:moveTo>
                  <a:lnTo>
                    <a:pt x="21" y="13"/>
                  </a:lnTo>
                  <a:lnTo>
                    <a:pt x="19" y="15"/>
                  </a:lnTo>
                  <a:lnTo>
                    <a:pt x="16" y="17"/>
                  </a:lnTo>
                  <a:lnTo>
                    <a:pt x="13" y="21"/>
                  </a:lnTo>
                  <a:lnTo>
                    <a:pt x="13" y="25"/>
                  </a:lnTo>
                  <a:lnTo>
                    <a:pt x="13" y="29"/>
                  </a:lnTo>
                  <a:lnTo>
                    <a:pt x="16" y="33"/>
                  </a:lnTo>
                  <a:lnTo>
                    <a:pt x="19" y="36"/>
                  </a:lnTo>
                  <a:lnTo>
                    <a:pt x="21" y="37"/>
                  </a:lnTo>
                  <a:lnTo>
                    <a:pt x="27" y="37"/>
                  </a:lnTo>
                  <a:lnTo>
                    <a:pt x="31" y="37"/>
                  </a:lnTo>
                  <a:lnTo>
                    <a:pt x="33" y="36"/>
                  </a:lnTo>
                  <a:lnTo>
                    <a:pt x="36" y="33"/>
                  </a:lnTo>
                  <a:lnTo>
                    <a:pt x="38" y="29"/>
                  </a:lnTo>
                  <a:lnTo>
                    <a:pt x="38" y="25"/>
                  </a:lnTo>
                  <a:lnTo>
                    <a:pt x="38" y="21"/>
                  </a:lnTo>
                  <a:lnTo>
                    <a:pt x="36" y="17"/>
                  </a:lnTo>
                  <a:lnTo>
                    <a:pt x="33" y="15"/>
                  </a:lnTo>
                  <a:lnTo>
                    <a:pt x="31" y="13"/>
                  </a:lnTo>
                  <a:lnTo>
                    <a:pt x="27" y="12"/>
                  </a:lnTo>
                  <a:close/>
                  <a:moveTo>
                    <a:pt x="27" y="0"/>
                  </a:moveTo>
                  <a:lnTo>
                    <a:pt x="38" y="3"/>
                  </a:lnTo>
                  <a:lnTo>
                    <a:pt x="48" y="12"/>
                  </a:lnTo>
                  <a:lnTo>
                    <a:pt x="52" y="25"/>
                  </a:lnTo>
                  <a:lnTo>
                    <a:pt x="48" y="38"/>
                  </a:lnTo>
                  <a:lnTo>
                    <a:pt x="38" y="46"/>
                  </a:lnTo>
                  <a:lnTo>
                    <a:pt x="27" y="50"/>
                  </a:lnTo>
                  <a:lnTo>
                    <a:pt x="13" y="46"/>
                  </a:lnTo>
                  <a:lnTo>
                    <a:pt x="4" y="38"/>
                  </a:lnTo>
                  <a:lnTo>
                    <a:pt x="0" y="25"/>
                  </a:lnTo>
                  <a:lnTo>
                    <a:pt x="4" y="12"/>
                  </a:lnTo>
                  <a:lnTo>
                    <a:pt x="13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" name="Freeform 90"/>
            <p:cNvSpPr>
              <a:spLocks noEditPoints="1"/>
            </p:cNvSpPr>
            <p:nvPr/>
          </p:nvSpPr>
          <p:spPr bwMode="auto">
            <a:xfrm>
              <a:off x="5783029" y="3223641"/>
              <a:ext cx="197944" cy="192869"/>
            </a:xfrm>
            <a:custGeom>
              <a:avLst/>
              <a:gdLst>
                <a:gd name="T0" fmla="*/ 40 w 78"/>
                <a:gd name="T1" fmla="*/ 13 h 76"/>
                <a:gd name="T2" fmla="*/ 26 w 78"/>
                <a:gd name="T3" fmla="*/ 16 h 76"/>
                <a:gd name="T4" fmla="*/ 17 w 78"/>
                <a:gd name="T5" fmla="*/ 25 h 76"/>
                <a:gd name="T6" fmla="*/ 13 w 78"/>
                <a:gd name="T7" fmla="*/ 38 h 76"/>
                <a:gd name="T8" fmla="*/ 17 w 78"/>
                <a:gd name="T9" fmla="*/ 51 h 76"/>
                <a:gd name="T10" fmla="*/ 26 w 78"/>
                <a:gd name="T11" fmla="*/ 59 h 76"/>
                <a:gd name="T12" fmla="*/ 40 w 78"/>
                <a:gd name="T13" fmla="*/ 63 h 76"/>
                <a:gd name="T14" fmla="*/ 51 w 78"/>
                <a:gd name="T15" fmla="*/ 59 h 76"/>
                <a:gd name="T16" fmla="*/ 61 w 78"/>
                <a:gd name="T17" fmla="*/ 51 h 76"/>
                <a:gd name="T18" fmla="*/ 65 w 78"/>
                <a:gd name="T19" fmla="*/ 38 h 76"/>
                <a:gd name="T20" fmla="*/ 61 w 78"/>
                <a:gd name="T21" fmla="*/ 25 h 76"/>
                <a:gd name="T22" fmla="*/ 51 w 78"/>
                <a:gd name="T23" fmla="*/ 16 h 76"/>
                <a:gd name="T24" fmla="*/ 40 w 78"/>
                <a:gd name="T25" fmla="*/ 13 h 76"/>
                <a:gd name="T26" fmla="*/ 40 w 78"/>
                <a:gd name="T27" fmla="*/ 0 h 76"/>
                <a:gd name="T28" fmla="*/ 54 w 78"/>
                <a:gd name="T29" fmla="*/ 3 h 76"/>
                <a:gd name="T30" fmla="*/ 66 w 78"/>
                <a:gd name="T31" fmla="*/ 10 h 76"/>
                <a:gd name="T32" fmla="*/ 74 w 78"/>
                <a:gd name="T33" fmla="*/ 24 h 76"/>
                <a:gd name="T34" fmla="*/ 78 w 78"/>
                <a:gd name="T35" fmla="*/ 38 h 76"/>
                <a:gd name="T36" fmla="*/ 74 w 78"/>
                <a:gd name="T37" fmla="*/ 53 h 76"/>
                <a:gd name="T38" fmla="*/ 66 w 78"/>
                <a:gd name="T39" fmla="*/ 64 h 76"/>
                <a:gd name="T40" fmla="*/ 54 w 78"/>
                <a:gd name="T41" fmla="*/ 72 h 76"/>
                <a:gd name="T42" fmla="*/ 40 w 78"/>
                <a:gd name="T43" fmla="*/ 76 h 76"/>
                <a:gd name="T44" fmla="*/ 24 w 78"/>
                <a:gd name="T45" fmla="*/ 72 h 76"/>
                <a:gd name="T46" fmla="*/ 12 w 78"/>
                <a:gd name="T47" fmla="*/ 64 h 76"/>
                <a:gd name="T48" fmla="*/ 4 w 78"/>
                <a:gd name="T49" fmla="*/ 53 h 76"/>
                <a:gd name="T50" fmla="*/ 0 w 78"/>
                <a:gd name="T51" fmla="*/ 38 h 76"/>
                <a:gd name="T52" fmla="*/ 4 w 78"/>
                <a:gd name="T53" fmla="*/ 24 h 76"/>
                <a:gd name="T54" fmla="*/ 12 w 78"/>
                <a:gd name="T55" fmla="*/ 10 h 76"/>
                <a:gd name="T56" fmla="*/ 24 w 78"/>
                <a:gd name="T57" fmla="*/ 3 h 76"/>
                <a:gd name="T58" fmla="*/ 40 w 78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8" h="76">
                  <a:moveTo>
                    <a:pt x="40" y="13"/>
                  </a:moveTo>
                  <a:lnTo>
                    <a:pt x="26" y="16"/>
                  </a:lnTo>
                  <a:lnTo>
                    <a:pt x="17" y="25"/>
                  </a:lnTo>
                  <a:lnTo>
                    <a:pt x="13" y="38"/>
                  </a:lnTo>
                  <a:lnTo>
                    <a:pt x="17" y="51"/>
                  </a:lnTo>
                  <a:lnTo>
                    <a:pt x="26" y="59"/>
                  </a:lnTo>
                  <a:lnTo>
                    <a:pt x="40" y="63"/>
                  </a:lnTo>
                  <a:lnTo>
                    <a:pt x="51" y="59"/>
                  </a:lnTo>
                  <a:lnTo>
                    <a:pt x="61" y="51"/>
                  </a:lnTo>
                  <a:lnTo>
                    <a:pt x="65" y="38"/>
                  </a:lnTo>
                  <a:lnTo>
                    <a:pt x="61" y="25"/>
                  </a:lnTo>
                  <a:lnTo>
                    <a:pt x="51" y="16"/>
                  </a:lnTo>
                  <a:lnTo>
                    <a:pt x="40" y="13"/>
                  </a:lnTo>
                  <a:close/>
                  <a:moveTo>
                    <a:pt x="40" y="0"/>
                  </a:moveTo>
                  <a:lnTo>
                    <a:pt x="54" y="3"/>
                  </a:lnTo>
                  <a:lnTo>
                    <a:pt x="66" y="10"/>
                  </a:lnTo>
                  <a:lnTo>
                    <a:pt x="74" y="24"/>
                  </a:lnTo>
                  <a:lnTo>
                    <a:pt x="78" y="38"/>
                  </a:lnTo>
                  <a:lnTo>
                    <a:pt x="74" y="53"/>
                  </a:lnTo>
                  <a:lnTo>
                    <a:pt x="66" y="64"/>
                  </a:lnTo>
                  <a:lnTo>
                    <a:pt x="54" y="72"/>
                  </a:lnTo>
                  <a:lnTo>
                    <a:pt x="40" y="76"/>
                  </a:lnTo>
                  <a:lnTo>
                    <a:pt x="24" y="72"/>
                  </a:lnTo>
                  <a:lnTo>
                    <a:pt x="12" y="64"/>
                  </a:lnTo>
                  <a:lnTo>
                    <a:pt x="4" y="53"/>
                  </a:lnTo>
                  <a:lnTo>
                    <a:pt x="0" y="38"/>
                  </a:lnTo>
                  <a:lnTo>
                    <a:pt x="4" y="24"/>
                  </a:lnTo>
                  <a:lnTo>
                    <a:pt x="12" y="10"/>
                  </a:lnTo>
                  <a:lnTo>
                    <a:pt x="24" y="3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" name="Freeform 335"/>
            <p:cNvSpPr>
              <a:spLocks/>
            </p:cNvSpPr>
            <p:nvPr/>
          </p:nvSpPr>
          <p:spPr bwMode="auto">
            <a:xfrm>
              <a:off x="7122958" y="4738675"/>
              <a:ext cx="10151" cy="15226"/>
            </a:xfrm>
            <a:custGeom>
              <a:avLst/>
              <a:gdLst>
                <a:gd name="T0" fmla="*/ 3 w 4"/>
                <a:gd name="T1" fmla="*/ 0 h 6"/>
                <a:gd name="T2" fmla="*/ 4 w 4"/>
                <a:gd name="T3" fmla="*/ 2 h 6"/>
                <a:gd name="T4" fmla="*/ 1 w 4"/>
                <a:gd name="T5" fmla="*/ 6 h 6"/>
                <a:gd name="T6" fmla="*/ 0 w 4"/>
                <a:gd name="T7" fmla="*/ 4 h 6"/>
                <a:gd name="T8" fmla="*/ 1 w 4"/>
                <a:gd name="T9" fmla="*/ 3 h 6"/>
                <a:gd name="T10" fmla="*/ 1 w 4"/>
                <a:gd name="T11" fmla="*/ 0 h 6"/>
                <a:gd name="T12" fmla="*/ 3 w 4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lnTo>
                    <a:pt x="4" y="2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" name="Freeform 336"/>
            <p:cNvSpPr>
              <a:spLocks noEditPoints="1"/>
            </p:cNvSpPr>
            <p:nvPr/>
          </p:nvSpPr>
          <p:spPr bwMode="auto">
            <a:xfrm>
              <a:off x="7067128" y="4695534"/>
              <a:ext cx="45679" cy="38067"/>
            </a:xfrm>
            <a:custGeom>
              <a:avLst/>
              <a:gdLst>
                <a:gd name="T0" fmla="*/ 4 w 18"/>
                <a:gd name="T1" fmla="*/ 13 h 15"/>
                <a:gd name="T2" fmla="*/ 5 w 18"/>
                <a:gd name="T3" fmla="*/ 13 h 15"/>
                <a:gd name="T4" fmla="*/ 6 w 18"/>
                <a:gd name="T5" fmla="*/ 15 h 15"/>
                <a:gd name="T6" fmla="*/ 5 w 18"/>
                <a:gd name="T7" fmla="*/ 15 h 15"/>
                <a:gd name="T8" fmla="*/ 4 w 18"/>
                <a:gd name="T9" fmla="*/ 13 h 15"/>
                <a:gd name="T10" fmla="*/ 4 w 18"/>
                <a:gd name="T11" fmla="*/ 13 h 15"/>
                <a:gd name="T12" fmla="*/ 17 w 18"/>
                <a:gd name="T13" fmla="*/ 11 h 15"/>
                <a:gd name="T14" fmla="*/ 18 w 18"/>
                <a:gd name="T15" fmla="*/ 13 h 15"/>
                <a:gd name="T16" fmla="*/ 17 w 18"/>
                <a:gd name="T17" fmla="*/ 15 h 15"/>
                <a:gd name="T18" fmla="*/ 16 w 18"/>
                <a:gd name="T19" fmla="*/ 13 h 15"/>
                <a:gd name="T20" fmla="*/ 13 w 18"/>
                <a:gd name="T21" fmla="*/ 12 h 15"/>
                <a:gd name="T22" fmla="*/ 16 w 18"/>
                <a:gd name="T23" fmla="*/ 12 h 15"/>
                <a:gd name="T24" fmla="*/ 17 w 18"/>
                <a:gd name="T25" fmla="*/ 11 h 15"/>
                <a:gd name="T26" fmla="*/ 1 w 18"/>
                <a:gd name="T27" fmla="*/ 0 h 15"/>
                <a:gd name="T28" fmla="*/ 2 w 18"/>
                <a:gd name="T29" fmla="*/ 1 h 15"/>
                <a:gd name="T30" fmla="*/ 4 w 18"/>
                <a:gd name="T31" fmla="*/ 3 h 15"/>
                <a:gd name="T32" fmla="*/ 4 w 18"/>
                <a:gd name="T33" fmla="*/ 4 h 15"/>
                <a:gd name="T34" fmla="*/ 4 w 18"/>
                <a:gd name="T35" fmla="*/ 7 h 15"/>
                <a:gd name="T36" fmla="*/ 2 w 18"/>
                <a:gd name="T37" fmla="*/ 8 h 15"/>
                <a:gd name="T38" fmla="*/ 2 w 18"/>
                <a:gd name="T39" fmla="*/ 8 h 15"/>
                <a:gd name="T40" fmla="*/ 1 w 18"/>
                <a:gd name="T41" fmla="*/ 8 h 15"/>
                <a:gd name="T42" fmla="*/ 1 w 18"/>
                <a:gd name="T43" fmla="*/ 5 h 15"/>
                <a:gd name="T44" fmla="*/ 0 w 18"/>
                <a:gd name="T45" fmla="*/ 4 h 15"/>
                <a:gd name="T46" fmla="*/ 1 w 18"/>
                <a:gd name="T4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5">
                  <a:moveTo>
                    <a:pt x="4" y="13"/>
                  </a:moveTo>
                  <a:lnTo>
                    <a:pt x="5" y="13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4" y="13"/>
                  </a:lnTo>
                  <a:lnTo>
                    <a:pt x="4" y="13"/>
                  </a:lnTo>
                  <a:close/>
                  <a:moveTo>
                    <a:pt x="17" y="11"/>
                  </a:moveTo>
                  <a:lnTo>
                    <a:pt x="18" y="13"/>
                  </a:lnTo>
                  <a:lnTo>
                    <a:pt x="17" y="15"/>
                  </a:lnTo>
                  <a:lnTo>
                    <a:pt x="16" y="13"/>
                  </a:lnTo>
                  <a:lnTo>
                    <a:pt x="13" y="12"/>
                  </a:lnTo>
                  <a:lnTo>
                    <a:pt x="16" y="12"/>
                  </a:lnTo>
                  <a:lnTo>
                    <a:pt x="17" y="11"/>
                  </a:lnTo>
                  <a:close/>
                  <a:moveTo>
                    <a:pt x="1" y="0"/>
                  </a:moveTo>
                  <a:lnTo>
                    <a:pt x="2" y="1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5"/>
                  </a:lnTo>
                  <a:lnTo>
                    <a:pt x="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" name="Freeform 337"/>
            <p:cNvSpPr>
              <a:spLocks noEditPoints="1"/>
            </p:cNvSpPr>
            <p:nvPr/>
          </p:nvSpPr>
          <p:spPr bwMode="auto">
            <a:xfrm>
              <a:off x="7163562" y="4495052"/>
              <a:ext cx="286766" cy="157340"/>
            </a:xfrm>
            <a:custGeom>
              <a:avLst/>
              <a:gdLst>
                <a:gd name="T0" fmla="*/ 4 w 113"/>
                <a:gd name="T1" fmla="*/ 61 h 62"/>
                <a:gd name="T2" fmla="*/ 4 w 113"/>
                <a:gd name="T3" fmla="*/ 62 h 62"/>
                <a:gd name="T4" fmla="*/ 4 w 113"/>
                <a:gd name="T5" fmla="*/ 61 h 62"/>
                <a:gd name="T6" fmla="*/ 4 w 113"/>
                <a:gd name="T7" fmla="*/ 61 h 62"/>
                <a:gd name="T8" fmla="*/ 1 w 113"/>
                <a:gd name="T9" fmla="*/ 55 h 62"/>
                <a:gd name="T10" fmla="*/ 4 w 113"/>
                <a:gd name="T11" fmla="*/ 57 h 62"/>
                <a:gd name="T12" fmla="*/ 4 w 113"/>
                <a:gd name="T13" fmla="*/ 57 h 62"/>
                <a:gd name="T14" fmla="*/ 4 w 113"/>
                <a:gd name="T15" fmla="*/ 57 h 62"/>
                <a:gd name="T16" fmla="*/ 1 w 113"/>
                <a:gd name="T17" fmla="*/ 58 h 62"/>
                <a:gd name="T18" fmla="*/ 0 w 113"/>
                <a:gd name="T19" fmla="*/ 57 h 62"/>
                <a:gd name="T20" fmla="*/ 1 w 113"/>
                <a:gd name="T21" fmla="*/ 55 h 62"/>
                <a:gd name="T22" fmla="*/ 110 w 113"/>
                <a:gd name="T23" fmla="*/ 0 h 62"/>
                <a:gd name="T24" fmla="*/ 113 w 113"/>
                <a:gd name="T25" fmla="*/ 2 h 62"/>
                <a:gd name="T26" fmla="*/ 113 w 113"/>
                <a:gd name="T27" fmla="*/ 3 h 62"/>
                <a:gd name="T28" fmla="*/ 110 w 113"/>
                <a:gd name="T29" fmla="*/ 4 h 62"/>
                <a:gd name="T30" fmla="*/ 109 w 113"/>
                <a:gd name="T31" fmla="*/ 2 h 62"/>
                <a:gd name="T32" fmla="*/ 110 w 113"/>
                <a:gd name="T3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62">
                  <a:moveTo>
                    <a:pt x="4" y="61"/>
                  </a:moveTo>
                  <a:lnTo>
                    <a:pt x="4" y="62"/>
                  </a:lnTo>
                  <a:lnTo>
                    <a:pt x="4" y="61"/>
                  </a:lnTo>
                  <a:lnTo>
                    <a:pt x="4" y="61"/>
                  </a:lnTo>
                  <a:close/>
                  <a:moveTo>
                    <a:pt x="1" y="55"/>
                  </a:move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1" y="58"/>
                  </a:lnTo>
                  <a:lnTo>
                    <a:pt x="0" y="57"/>
                  </a:lnTo>
                  <a:lnTo>
                    <a:pt x="1" y="55"/>
                  </a:lnTo>
                  <a:close/>
                  <a:moveTo>
                    <a:pt x="110" y="0"/>
                  </a:moveTo>
                  <a:lnTo>
                    <a:pt x="113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09" y="2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" name="Freeform 338"/>
            <p:cNvSpPr>
              <a:spLocks noEditPoints="1"/>
            </p:cNvSpPr>
            <p:nvPr/>
          </p:nvSpPr>
          <p:spPr bwMode="auto">
            <a:xfrm>
              <a:off x="8549171" y="3931672"/>
              <a:ext cx="63444" cy="220785"/>
            </a:xfrm>
            <a:custGeom>
              <a:avLst/>
              <a:gdLst>
                <a:gd name="T0" fmla="*/ 24 w 25"/>
                <a:gd name="T1" fmla="*/ 80 h 87"/>
                <a:gd name="T2" fmla="*/ 25 w 25"/>
                <a:gd name="T3" fmla="*/ 84 h 87"/>
                <a:gd name="T4" fmla="*/ 23 w 25"/>
                <a:gd name="T5" fmla="*/ 84 h 87"/>
                <a:gd name="T6" fmla="*/ 21 w 25"/>
                <a:gd name="T7" fmla="*/ 81 h 87"/>
                <a:gd name="T8" fmla="*/ 21 w 25"/>
                <a:gd name="T9" fmla="*/ 76 h 87"/>
                <a:gd name="T10" fmla="*/ 21 w 25"/>
                <a:gd name="T11" fmla="*/ 79 h 87"/>
                <a:gd name="T12" fmla="*/ 21 w 25"/>
                <a:gd name="T13" fmla="*/ 76 h 87"/>
                <a:gd name="T14" fmla="*/ 20 w 25"/>
                <a:gd name="T15" fmla="*/ 72 h 87"/>
                <a:gd name="T16" fmla="*/ 17 w 25"/>
                <a:gd name="T17" fmla="*/ 72 h 87"/>
                <a:gd name="T18" fmla="*/ 19 w 25"/>
                <a:gd name="T19" fmla="*/ 71 h 87"/>
                <a:gd name="T20" fmla="*/ 21 w 25"/>
                <a:gd name="T21" fmla="*/ 67 h 87"/>
                <a:gd name="T22" fmla="*/ 20 w 25"/>
                <a:gd name="T23" fmla="*/ 70 h 87"/>
                <a:gd name="T24" fmla="*/ 20 w 25"/>
                <a:gd name="T25" fmla="*/ 66 h 87"/>
                <a:gd name="T26" fmla="*/ 16 w 25"/>
                <a:gd name="T27" fmla="*/ 66 h 87"/>
                <a:gd name="T28" fmla="*/ 15 w 25"/>
                <a:gd name="T29" fmla="*/ 67 h 87"/>
                <a:gd name="T30" fmla="*/ 11 w 25"/>
                <a:gd name="T31" fmla="*/ 55 h 87"/>
                <a:gd name="T32" fmla="*/ 8 w 25"/>
                <a:gd name="T33" fmla="*/ 56 h 87"/>
                <a:gd name="T34" fmla="*/ 7 w 25"/>
                <a:gd name="T35" fmla="*/ 35 h 87"/>
                <a:gd name="T36" fmla="*/ 7 w 25"/>
                <a:gd name="T37" fmla="*/ 41 h 87"/>
                <a:gd name="T38" fmla="*/ 4 w 25"/>
                <a:gd name="T39" fmla="*/ 39 h 87"/>
                <a:gd name="T40" fmla="*/ 7 w 25"/>
                <a:gd name="T41" fmla="*/ 35 h 87"/>
                <a:gd name="T42" fmla="*/ 3 w 25"/>
                <a:gd name="T43" fmla="*/ 29 h 87"/>
                <a:gd name="T44" fmla="*/ 2 w 25"/>
                <a:gd name="T45" fmla="*/ 26 h 87"/>
                <a:gd name="T46" fmla="*/ 10 w 25"/>
                <a:gd name="T47" fmla="*/ 18 h 87"/>
                <a:gd name="T48" fmla="*/ 7 w 25"/>
                <a:gd name="T49" fmla="*/ 22 h 87"/>
                <a:gd name="T50" fmla="*/ 8 w 25"/>
                <a:gd name="T51" fmla="*/ 26 h 87"/>
                <a:gd name="T52" fmla="*/ 6 w 25"/>
                <a:gd name="T53" fmla="*/ 29 h 87"/>
                <a:gd name="T54" fmla="*/ 6 w 25"/>
                <a:gd name="T55" fmla="*/ 24 h 87"/>
                <a:gd name="T56" fmla="*/ 6 w 25"/>
                <a:gd name="T57" fmla="*/ 18 h 87"/>
                <a:gd name="T58" fmla="*/ 10 w 25"/>
                <a:gd name="T59" fmla="*/ 0 h 87"/>
                <a:gd name="T60" fmla="*/ 10 w 25"/>
                <a:gd name="T61" fmla="*/ 4 h 87"/>
                <a:gd name="T62" fmla="*/ 11 w 25"/>
                <a:gd name="T63" fmla="*/ 8 h 87"/>
                <a:gd name="T64" fmla="*/ 10 w 25"/>
                <a:gd name="T65" fmla="*/ 10 h 87"/>
                <a:gd name="T66" fmla="*/ 7 w 25"/>
                <a:gd name="T67" fmla="*/ 16 h 87"/>
                <a:gd name="T68" fmla="*/ 8 w 25"/>
                <a:gd name="T69" fmla="*/ 10 h 87"/>
                <a:gd name="T70" fmla="*/ 8 w 25"/>
                <a:gd name="T71" fmla="*/ 6 h 87"/>
                <a:gd name="T72" fmla="*/ 10 w 25"/>
                <a:gd name="T7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" h="87">
                  <a:moveTo>
                    <a:pt x="23" y="79"/>
                  </a:moveTo>
                  <a:lnTo>
                    <a:pt x="24" y="80"/>
                  </a:lnTo>
                  <a:lnTo>
                    <a:pt x="24" y="83"/>
                  </a:lnTo>
                  <a:lnTo>
                    <a:pt x="25" y="84"/>
                  </a:lnTo>
                  <a:lnTo>
                    <a:pt x="24" y="87"/>
                  </a:lnTo>
                  <a:lnTo>
                    <a:pt x="23" y="84"/>
                  </a:lnTo>
                  <a:lnTo>
                    <a:pt x="21" y="83"/>
                  </a:lnTo>
                  <a:lnTo>
                    <a:pt x="21" y="81"/>
                  </a:lnTo>
                  <a:lnTo>
                    <a:pt x="23" y="79"/>
                  </a:lnTo>
                  <a:close/>
                  <a:moveTo>
                    <a:pt x="21" y="76"/>
                  </a:moveTo>
                  <a:lnTo>
                    <a:pt x="23" y="76"/>
                  </a:lnTo>
                  <a:lnTo>
                    <a:pt x="21" y="79"/>
                  </a:lnTo>
                  <a:lnTo>
                    <a:pt x="20" y="77"/>
                  </a:lnTo>
                  <a:lnTo>
                    <a:pt x="21" y="76"/>
                  </a:lnTo>
                  <a:close/>
                  <a:moveTo>
                    <a:pt x="19" y="71"/>
                  </a:moveTo>
                  <a:lnTo>
                    <a:pt x="20" y="72"/>
                  </a:lnTo>
                  <a:lnTo>
                    <a:pt x="19" y="74"/>
                  </a:lnTo>
                  <a:lnTo>
                    <a:pt x="17" y="72"/>
                  </a:lnTo>
                  <a:lnTo>
                    <a:pt x="16" y="71"/>
                  </a:lnTo>
                  <a:lnTo>
                    <a:pt x="19" y="71"/>
                  </a:lnTo>
                  <a:close/>
                  <a:moveTo>
                    <a:pt x="20" y="66"/>
                  </a:moveTo>
                  <a:lnTo>
                    <a:pt x="21" y="67"/>
                  </a:lnTo>
                  <a:lnTo>
                    <a:pt x="21" y="68"/>
                  </a:lnTo>
                  <a:lnTo>
                    <a:pt x="20" y="70"/>
                  </a:lnTo>
                  <a:lnTo>
                    <a:pt x="19" y="68"/>
                  </a:lnTo>
                  <a:lnTo>
                    <a:pt x="20" y="66"/>
                  </a:lnTo>
                  <a:close/>
                  <a:moveTo>
                    <a:pt x="14" y="64"/>
                  </a:moveTo>
                  <a:lnTo>
                    <a:pt x="16" y="66"/>
                  </a:lnTo>
                  <a:lnTo>
                    <a:pt x="16" y="68"/>
                  </a:lnTo>
                  <a:lnTo>
                    <a:pt x="15" y="67"/>
                  </a:lnTo>
                  <a:lnTo>
                    <a:pt x="14" y="64"/>
                  </a:lnTo>
                  <a:close/>
                  <a:moveTo>
                    <a:pt x="11" y="55"/>
                  </a:moveTo>
                  <a:lnTo>
                    <a:pt x="11" y="56"/>
                  </a:lnTo>
                  <a:lnTo>
                    <a:pt x="8" y="56"/>
                  </a:lnTo>
                  <a:lnTo>
                    <a:pt x="11" y="55"/>
                  </a:lnTo>
                  <a:close/>
                  <a:moveTo>
                    <a:pt x="7" y="35"/>
                  </a:moveTo>
                  <a:lnTo>
                    <a:pt x="8" y="38"/>
                  </a:lnTo>
                  <a:lnTo>
                    <a:pt x="7" y="41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37"/>
                  </a:lnTo>
                  <a:lnTo>
                    <a:pt x="7" y="35"/>
                  </a:lnTo>
                  <a:close/>
                  <a:moveTo>
                    <a:pt x="2" y="26"/>
                  </a:moveTo>
                  <a:lnTo>
                    <a:pt x="3" y="29"/>
                  </a:lnTo>
                  <a:lnTo>
                    <a:pt x="0" y="27"/>
                  </a:lnTo>
                  <a:lnTo>
                    <a:pt x="2" y="26"/>
                  </a:lnTo>
                  <a:close/>
                  <a:moveTo>
                    <a:pt x="10" y="18"/>
                  </a:moveTo>
                  <a:lnTo>
                    <a:pt x="10" y="18"/>
                  </a:lnTo>
                  <a:lnTo>
                    <a:pt x="8" y="20"/>
                  </a:lnTo>
                  <a:lnTo>
                    <a:pt x="7" y="22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6" y="30"/>
                  </a:lnTo>
                  <a:lnTo>
                    <a:pt x="6" y="29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18"/>
                  </a:lnTo>
                  <a:lnTo>
                    <a:pt x="10" y="18"/>
                  </a:lnTo>
                  <a:close/>
                  <a:moveTo>
                    <a:pt x="10" y="0"/>
                  </a:moveTo>
                  <a:lnTo>
                    <a:pt x="11" y="2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8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8" y="10"/>
                  </a:lnTo>
                  <a:lnTo>
                    <a:pt x="7" y="9"/>
                  </a:lnTo>
                  <a:lnTo>
                    <a:pt x="8" y="6"/>
                  </a:lnTo>
                  <a:lnTo>
                    <a:pt x="8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" name="Freeform 339"/>
            <p:cNvSpPr>
              <a:spLocks noEditPoints="1"/>
            </p:cNvSpPr>
            <p:nvPr/>
          </p:nvSpPr>
          <p:spPr bwMode="auto">
            <a:xfrm>
              <a:off x="10125109" y="3868230"/>
              <a:ext cx="35528" cy="73595"/>
            </a:xfrm>
            <a:custGeom>
              <a:avLst/>
              <a:gdLst>
                <a:gd name="T0" fmla="*/ 3 w 14"/>
                <a:gd name="T1" fmla="*/ 24 h 29"/>
                <a:gd name="T2" fmla="*/ 5 w 14"/>
                <a:gd name="T3" fmla="*/ 24 h 29"/>
                <a:gd name="T4" fmla="*/ 2 w 14"/>
                <a:gd name="T5" fmla="*/ 27 h 29"/>
                <a:gd name="T6" fmla="*/ 1 w 14"/>
                <a:gd name="T7" fmla="*/ 29 h 29"/>
                <a:gd name="T8" fmla="*/ 0 w 14"/>
                <a:gd name="T9" fmla="*/ 27 h 29"/>
                <a:gd name="T10" fmla="*/ 1 w 14"/>
                <a:gd name="T11" fmla="*/ 26 h 29"/>
                <a:gd name="T12" fmla="*/ 1 w 14"/>
                <a:gd name="T13" fmla="*/ 24 h 29"/>
                <a:gd name="T14" fmla="*/ 3 w 14"/>
                <a:gd name="T15" fmla="*/ 24 h 29"/>
                <a:gd name="T16" fmla="*/ 9 w 14"/>
                <a:gd name="T17" fmla="*/ 16 h 29"/>
                <a:gd name="T18" fmla="*/ 10 w 14"/>
                <a:gd name="T19" fmla="*/ 17 h 29"/>
                <a:gd name="T20" fmla="*/ 9 w 14"/>
                <a:gd name="T21" fmla="*/ 17 h 29"/>
                <a:gd name="T22" fmla="*/ 6 w 14"/>
                <a:gd name="T23" fmla="*/ 17 h 29"/>
                <a:gd name="T24" fmla="*/ 9 w 14"/>
                <a:gd name="T25" fmla="*/ 16 h 29"/>
                <a:gd name="T26" fmla="*/ 13 w 14"/>
                <a:gd name="T27" fmla="*/ 0 h 29"/>
                <a:gd name="T28" fmla="*/ 14 w 14"/>
                <a:gd name="T29" fmla="*/ 1 h 29"/>
                <a:gd name="T30" fmla="*/ 13 w 14"/>
                <a:gd name="T31" fmla="*/ 2 h 29"/>
                <a:gd name="T32" fmla="*/ 13 w 14"/>
                <a:gd name="T33" fmla="*/ 5 h 29"/>
                <a:gd name="T34" fmla="*/ 11 w 14"/>
                <a:gd name="T35" fmla="*/ 1 h 29"/>
                <a:gd name="T36" fmla="*/ 13 w 14"/>
                <a:gd name="T3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" h="29">
                  <a:moveTo>
                    <a:pt x="3" y="24"/>
                  </a:moveTo>
                  <a:lnTo>
                    <a:pt x="5" y="24"/>
                  </a:lnTo>
                  <a:lnTo>
                    <a:pt x="2" y="27"/>
                  </a:lnTo>
                  <a:lnTo>
                    <a:pt x="1" y="29"/>
                  </a:ln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3" y="24"/>
                  </a:lnTo>
                  <a:close/>
                  <a:moveTo>
                    <a:pt x="9" y="16"/>
                  </a:moveTo>
                  <a:lnTo>
                    <a:pt x="10" y="17"/>
                  </a:lnTo>
                  <a:lnTo>
                    <a:pt x="9" y="17"/>
                  </a:lnTo>
                  <a:lnTo>
                    <a:pt x="6" y="17"/>
                  </a:lnTo>
                  <a:lnTo>
                    <a:pt x="9" y="16"/>
                  </a:lnTo>
                  <a:close/>
                  <a:moveTo>
                    <a:pt x="13" y="0"/>
                  </a:moveTo>
                  <a:lnTo>
                    <a:pt x="14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" name="Freeform 340"/>
            <p:cNvSpPr>
              <a:spLocks noEditPoints="1"/>
            </p:cNvSpPr>
            <p:nvPr/>
          </p:nvSpPr>
          <p:spPr bwMode="auto">
            <a:xfrm>
              <a:off x="6435229" y="899069"/>
              <a:ext cx="3958882" cy="2124093"/>
            </a:xfrm>
            <a:custGeom>
              <a:avLst/>
              <a:gdLst>
                <a:gd name="T0" fmla="*/ 1431 w 1560"/>
                <a:gd name="T1" fmla="*/ 645 h 837"/>
                <a:gd name="T2" fmla="*/ 1209 w 1560"/>
                <a:gd name="T3" fmla="*/ 533 h 837"/>
                <a:gd name="T4" fmla="*/ 1315 w 1560"/>
                <a:gd name="T5" fmla="*/ 646 h 837"/>
                <a:gd name="T6" fmla="*/ 1269 w 1560"/>
                <a:gd name="T7" fmla="*/ 526 h 837"/>
                <a:gd name="T8" fmla="*/ 83 w 1560"/>
                <a:gd name="T9" fmla="*/ 433 h 837"/>
                <a:gd name="T10" fmla="*/ 276 w 1560"/>
                <a:gd name="T11" fmla="*/ 337 h 837"/>
                <a:gd name="T12" fmla="*/ 280 w 1560"/>
                <a:gd name="T13" fmla="*/ 309 h 837"/>
                <a:gd name="T14" fmla="*/ 258 w 1560"/>
                <a:gd name="T15" fmla="*/ 287 h 837"/>
                <a:gd name="T16" fmla="*/ 205 w 1560"/>
                <a:gd name="T17" fmla="*/ 255 h 837"/>
                <a:gd name="T18" fmla="*/ 400 w 1560"/>
                <a:gd name="T19" fmla="*/ 197 h 837"/>
                <a:gd name="T20" fmla="*/ 469 w 1560"/>
                <a:gd name="T21" fmla="*/ 145 h 837"/>
                <a:gd name="T22" fmla="*/ 292 w 1560"/>
                <a:gd name="T23" fmla="*/ 100 h 837"/>
                <a:gd name="T24" fmla="*/ 229 w 1560"/>
                <a:gd name="T25" fmla="*/ 225 h 837"/>
                <a:gd name="T26" fmla="*/ 205 w 1560"/>
                <a:gd name="T27" fmla="*/ 171 h 837"/>
                <a:gd name="T28" fmla="*/ 974 w 1560"/>
                <a:gd name="T29" fmla="*/ 103 h 837"/>
                <a:gd name="T30" fmla="*/ 513 w 1560"/>
                <a:gd name="T31" fmla="*/ 58 h 837"/>
                <a:gd name="T32" fmla="*/ 1199 w 1560"/>
                <a:gd name="T33" fmla="*/ 42 h 837"/>
                <a:gd name="T34" fmla="*/ 956 w 1560"/>
                <a:gd name="T35" fmla="*/ 36 h 837"/>
                <a:gd name="T36" fmla="*/ 143 w 1560"/>
                <a:gd name="T37" fmla="*/ 4 h 837"/>
                <a:gd name="T38" fmla="*/ 600 w 1560"/>
                <a:gd name="T39" fmla="*/ 16 h 837"/>
                <a:gd name="T40" fmla="*/ 691 w 1560"/>
                <a:gd name="T41" fmla="*/ 55 h 837"/>
                <a:gd name="T42" fmla="*/ 710 w 1560"/>
                <a:gd name="T43" fmla="*/ 112 h 837"/>
                <a:gd name="T44" fmla="*/ 844 w 1560"/>
                <a:gd name="T45" fmla="*/ 82 h 837"/>
                <a:gd name="T46" fmla="*/ 926 w 1560"/>
                <a:gd name="T47" fmla="*/ 108 h 837"/>
                <a:gd name="T48" fmla="*/ 1022 w 1560"/>
                <a:gd name="T49" fmla="*/ 53 h 837"/>
                <a:gd name="T50" fmla="*/ 1188 w 1560"/>
                <a:gd name="T51" fmla="*/ 57 h 837"/>
                <a:gd name="T52" fmla="*/ 1314 w 1560"/>
                <a:gd name="T53" fmla="*/ 51 h 837"/>
                <a:gd name="T54" fmla="*/ 1472 w 1560"/>
                <a:gd name="T55" fmla="*/ 37 h 837"/>
                <a:gd name="T56" fmla="*/ 1544 w 1560"/>
                <a:gd name="T57" fmla="*/ 67 h 837"/>
                <a:gd name="T58" fmla="*/ 1486 w 1560"/>
                <a:gd name="T59" fmla="*/ 107 h 837"/>
                <a:gd name="T60" fmla="*/ 1509 w 1560"/>
                <a:gd name="T61" fmla="*/ 188 h 837"/>
                <a:gd name="T62" fmla="*/ 1484 w 1560"/>
                <a:gd name="T63" fmla="*/ 317 h 837"/>
                <a:gd name="T64" fmla="*/ 1454 w 1560"/>
                <a:gd name="T65" fmla="*/ 413 h 837"/>
                <a:gd name="T66" fmla="*/ 1435 w 1560"/>
                <a:gd name="T67" fmla="*/ 538 h 837"/>
                <a:gd name="T68" fmla="*/ 1397 w 1560"/>
                <a:gd name="T69" fmla="*/ 282 h 837"/>
                <a:gd name="T70" fmla="*/ 1342 w 1560"/>
                <a:gd name="T71" fmla="*/ 311 h 837"/>
                <a:gd name="T72" fmla="*/ 1288 w 1560"/>
                <a:gd name="T73" fmla="*/ 379 h 837"/>
                <a:gd name="T74" fmla="*/ 1193 w 1560"/>
                <a:gd name="T75" fmla="*/ 521 h 837"/>
                <a:gd name="T76" fmla="*/ 1278 w 1560"/>
                <a:gd name="T77" fmla="*/ 613 h 837"/>
                <a:gd name="T78" fmla="*/ 1211 w 1560"/>
                <a:gd name="T79" fmla="*/ 734 h 837"/>
                <a:gd name="T80" fmla="*/ 1186 w 1560"/>
                <a:gd name="T81" fmla="*/ 666 h 837"/>
                <a:gd name="T82" fmla="*/ 1098 w 1560"/>
                <a:gd name="T83" fmla="*/ 575 h 837"/>
                <a:gd name="T84" fmla="*/ 1019 w 1560"/>
                <a:gd name="T85" fmla="*/ 645 h 837"/>
                <a:gd name="T86" fmla="*/ 804 w 1560"/>
                <a:gd name="T87" fmla="*/ 626 h 837"/>
                <a:gd name="T88" fmla="*/ 663 w 1560"/>
                <a:gd name="T89" fmla="*/ 679 h 837"/>
                <a:gd name="T90" fmla="*/ 491 w 1560"/>
                <a:gd name="T91" fmla="*/ 604 h 837"/>
                <a:gd name="T92" fmla="*/ 400 w 1560"/>
                <a:gd name="T93" fmla="*/ 671 h 837"/>
                <a:gd name="T94" fmla="*/ 246 w 1560"/>
                <a:gd name="T95" fmla="*/ 712 h 837"/>
                <a:gd name="T96" fmla="*/ 241 w 1560"/>
                <a:gd name="T97" fmla="*/ 834 h 837"/>
                <a:gd name="T98" fmla="*/ 170 w 1560"/>
                <a:gd name="T99" fmla="*/ 717 h 837"/>
                <a:gd name="T100" fmla="*/ 22 w 1560"/>
                <a:gd name="T101" fmla="*/ 553 h 837"/>
                <a:gd name="T102" fmla="*/ 20 w 1560"/>
                <a:gd name="T103" fmla="*/ 340 h 837"/>
                <a:gd name="T104" fmla="*/ 118 w 1560"/>
                <a:gd name="T105" fmla="*/ 375 h 837"/>
                <a:gd name="T106" fmla="*/ 76 w 1560"/>
                <a:gd name="T107" fmla="*/ 447 h 837"/>
                <a:gd name="T108" fmla="*/ 153 w 1560"/>
                <a:gd name="T109" fmla="*/ 368 h 837"/>
                <a:gd name="T110" fmla="*/ 242 w 1560"/>
                <a:gd name="T111" fmla="*/ 345 h 837"/>
                <a:gd name="T112" fmla="*/ 353 w 1560"/>
                <a:gd name="T113" fmla="*/ 321 h 837"/>
                <a:gd name="T114" fmla="*/ 386 w 1560"/>
                <a:gd name="T115" fmla="*/ 249 h 837"/>
                <a:gd name="T116" fmla="*/ 437 w 1560"/>
                <a:gd name="T117" fmla="*/ 326 h 837"/>
                <a:gd name="T118" fmla="*/ 409 w 1560"/>
                <a:gd name="T119" fmla="*/ 234 h 837"/>
                <a:gd name="T120" fmla="*/ 496 w 1560"/>
                <a:gd name="T121" fmla="*/ 267 h 837"/>
                <a:gd name="T122" fmla="*/ 495 w 1560"/>
                <a:gd name="T123" fmla="*/ 166 h 837"/>
                <a:gd name="T124" fmla="*/ 530 w 1560"/>
                <a:gd name="T125" fmla="*/ 75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0" h="837">
                  <a:moveTo>
                    <a:pt x="241" y="834"/>
                  </a:moveTo>
                  <a:lnTo>
                    <a:pt x="243" y="837"/>
                  </a:lnTo>
                  <a:lnTo>
                    <a:pt x="241" y="834"/>
                  </a:lnTo>
                  <a:lnTo>
                    <a:pt x="241" y="834"/>
                  </a:lnTo>
                  <a:close/>
                  <a:moveTo>
                    <a:pt x="390" y="767"/>
                  </a:moveTo>
                  <a:lnTo>
                    <a:pt x="394" y="768"/>
                  </a:lnTo>
                  <a:lnTo>
                    <a:pt x="376" y="770"/>
                  </a:lnTo>
                  <a:lnTo>
                    <a:pt x="390" y="767"/>
                  </a:lnTo>
                  <a:close/>
                  <a:moveTo>
                    <a:pt x="1389" y="716"/>
                  </a:moveTo>
                  <a:lnTo>
                    <a:pt x="1389" y="718"/>
                  </a:lnTo>
                  <a:lnTo>
                    <a:pt x="1386" y="720"/>
                  </a:lnTo>
                  <a:lnTo>
                    <a:pt x="1385" y="718"/>
                  </a:lnTo>
                  <a:lnTo>
                    <a:pt x="1388" y="717"/>
                  </a:lnTo>
                  <a:lnTo>
                    <a:pt x="1389" y="716"/>
                  </a:lnTo>
                  <a:close/>
                  <a:moveTo>
                    <a:pt x="1376" y="707"/>
                  </a:moveTo>
                  <a:lnTo>
                    <a:pt x="1377" y="708"/>
                  </a:lnTo>
                  <a:lnTo>
                    <a:pt x="1378" y="708"/>
                  </a:lnTo>
                  <a:lnTo>
                    <a:pt x="1380" y="708"/>
                  </a:lnTo>
                  <a:lnTo>
                    <a:pt x="1381" y="708"/>
                  </a:lnTo>
                  <a:lnTo>
                    <a:pt x="1380" y="709"/>
                  </a:lnTo>
                  <a:lnTo>
                    <a:pt x="1377" y="713"/>
                  </a:lnTo>
                  <a:lnTo>
                    <a:pt x="1376" y="713"/>
                  </a:lnTo>
                  <a:lnTo>
                    <a:pt x="1376" y="718"/>
                  </a:lnTo>
                  <a:lnTo>
                    <a:pt x="1376" y="722"/>
                  </a:lnTo>
                  <a:lnTo>
                    <a:pt x="1373" y="720"/>
                  </a:lnTo>
                  <a:lnTo>
                    <a:pt x="1373" y="718"/>
                  </a:lnTo>
                  <a:lnTo>
                    <a:pt x="1373" y="716"/>
                  </a:lnTo>
                  <a:lnTo>
                    <a:pt x="1375" y="712"/>
                  </a:lnTo>
                  <a:lnTo>
                    <a:pt x="1375" y="709"/>
                  </a:lnTo>
                  <a:lnTo>
                    <a:pt x="1376" y="707"/>
                  </a:lnTo>
                  <a:lnTo>
                    <a:pt x="1376" y="707"/>
                  </a:lnTo>
                  <a:close/>
                  <a:moveTo>
                    <a:pt x="1401" y="682"/>
                  </a:moveTo>
                  <a:lnTo>
                    <a:pt x="1402" y="684"/>
                  </a:lnTo>
                  <a:lnTo>
                    <a:pt x="1402" y="687"/>
                  </a:lnTo>
                  <a:lnTo>
                    <a:pt x="1400" y="688"/>
                  </a:lnTo>
                  <a:lnTo>
                    <a:pt x="1397" y="688"/>
                  </a:lnTo>
                  <a:lnTo>
                    <a:pt x="1396" y="691"/>
                  </a:lnTo>
                  <a:lnTo>
                    <a:pt x="1393" y="695"/>
                  </a:lnTo>
                  <a:lnTo>
                    <a:pt x="1392" y="696"/>
                  </a:lnTo>
                  <a:lnTo>
                    <a:pt x="1390" y="696"/>
                  </a:lnTo>
                  <a:lnTo>
                    <a:pt x="1389" y="696"/>
                  </a:lnTo>
                  <a:lnTo>
                    <a:pt x="1389" y="697"/>
                  </a:lnTo>
                  <a:lnTo>
                    <a:pt x="1388" y="699"/>
                  </a:lnTo>
                  <a:lnTo>
                    <a:pt x="1389" y="701"/>
                  </a:lnTo>
                  <a:lnTo>
                    <a:pt x="1386" y="704"/>
                  </a:lnTo>
                  <a:lnTo>
                    <a:pt x="1386" y="705"/>
                  </a:lnTo>
                  <a:lnTo>
                    <a:pt x="1385" y="707"/>
                  </a:lnTo>
                  <a:lnTo>
                    <a:pt x="1385" y="704"/>
                  </a:lnTo>
                  <a:lnTo>
                    <a:pt x="1385" y="701"/>
                  </a:lnTo>
                  <a:lnTo>
                    <a:pt x="1386" y="701"/>
                  </a:lnTo>
                  <a:lnTo>
                    <a:pt x="1385" y="700"/>
                  </a:lnTo>
                  <a:lnTo>
                    <a:pt x="1385" y="699"/>
                  </a:lnTo>
                  <a:lnTo>
                    <a:pt x="1386" y="697"/>
                  </a:lnTo>
                  <a:lnTo>
                    <a:pt x="1388" y="695"/>
                  </a:lnTo>
                  <a:lnTo>
                    <a:pt x="1388" y="693"/>
                  </a:lnTo>
                  <a:lnTo>
                    <a:pt x="1388" y="693"/>
                  </a:lnTo>
                  <a:lnTo>
                    <a:pt x="1390" y="692"/>
                  </a:lnTo>
                  <a:lnTo>
                    <a:pt x="1390" y="690"/>
                  </a:lnTo>
                  <a:lnTo>
                    <a:pt x="1390" y="688"/>
                  </a:lnTo>
                  <a:lnTo>
                    <a:pt x="1390" y="687"/>
                  </a:lnTo>
                  <a:lnTo>
                    <a:pt x="1392" y="687"/>
                  </a:lnTo>
                  <a:lnTo>
                    <a:pt x="1392" y="688"/>
                  </a:lnTo>
                  <a:lnTo>
                    <a:pt x="1393" y="688"/>
                  </a:lnTo>
                  <a:lnTo>
                    <a:pt x="1396" y="687"/>
                  </a:lnTo>
                  <a:lnTo>
                    <a:pt x="1397" y="687"/>
                  </a:lnTo>
                  <a:lnTo>
                    <a:pt x="1397" y="686"/>
                  </a:lnTo>
                  <a:lnTo>
                    <a:pt x="1400" y="683"/>
                  </a:lnTo>
                  <a:lnTo>
                    <a:pt x="1401" y="682"/>
                  </a:lnTo>
                  <a:close/>
                  <a:moveTo>
                    <a:pt x="1418" y="666"/>
                  </a:moveTo>
                  <a:lnTo>
                    <a:pt x="1415" y="670"/>
                  </a:lnTo>
                  <a:lnTo>
                    <a:pt x="1414" y="672"/>
                  </a:lnTo>
                  <a:lnTo>
                    <a:pt x="1414" y="674"/>
                  </a:lnTo>
                  <a:lnTo>
                    <a:pt x="1413" y="675"/>
                  </a:lnTo>
                  <a:lnTo>
                    <a:pt x="1411" y="678"/>
                  </a:lnTo>
                  <a:lnTo>
                    <a:pt x="1409" y="680"/>
                  </a:lnTo>
                  <a:lnTo>
                    <a:pt x="1407" y="680"/>
                  </a:lnTo>
                  <a:lnTo>
                    <a:pt x="1407" y="676"/>
                  </a:lnTo>
                  <a:lnTo>
                    <a:pt x="1410" y="675"/>
                  </a:lnTo>
                  <a:lnTo>
                    <a:pt x="1410" y="674"/>
                  </a:lnTo>
                  <a:lnTo>
                    <a:pt x="1411" y="672"/>
                  </a:lnTo>
                  <a:lnTo>
                    <a:pt x="1411" y="671"/>
                  </a:lnTo>
                  <a:lnTo>
                    <a:pt x="1413" y="670"/>
                  </a:lnTo>
                  <a:lnTo>
                    <a:pt x="1414" y="667"/>
                  </a:lnTo>
                  <a:lnTo>
                    <a:pt x="1417" y="667"/>
                  </a:lnTo>
                  <a:lnTo>
                    <a:pt x="1418" y="666"/>
                  </a:lnTo>
                  <a:close/>
                  <a:moveTo>
                    <a:pt x="1429" y="649"/>
                  </a:moveTo>
                  <a:lnTo>
                    <a:pt x="1429" y="649"/>
                  </a:lnTo>
                  <a:lnTo>
                    <a:pt x="1429" y="653"/>
                  </a:lnTo>
                  <a:lnTo>
                    <a:pt x="1427" y="654"/>
                  </a:lnTo>
                  <a:lnTo>
                    <a:pt x="1427" y="653"/>
                  </a:lnTo>
                  <a:lnTo>
                    <a:pt x="1427" y="650"/>
                  </a:lnTo>
                  <a:lnTo>
                    <a:pt x="1429" y="649"/>
                  </a:lnTo>
                  <a:close/>
                  <a:moveTo>
                    <a:pt x="1430" y="643"/>
                  </a:moveTo>
                  <a:lnTo>
                    <a:pt x="1431" y="643"/>
                  </a:lnTo>
                  <a:lnTo>
                    <a:pt x="1431" y="645"/>
                  </a:lnTo>
                  <a:lnTo>
                    <a:pt x="1430" y="645"/>
                  </a:lnTo>
                  <a:lnTo>
                    <a:pt x="1430" y="643"/>
                  </a:lnTo>
                  <a:lnTo>
                    <a:pt x="1430" y="643"/>
                  </a:lnTo>
                  <a:close/>
                  <a:moveTo>
                    <a:pt x="1431" y="640"/>
                  </a:moveTo>
                  <a:lnTo>
                    <a:pt x="1432" y="640"/>
                  </a:lnTo>
                  <a:lnTo>
                    <a:pt x="1432" y="641"/>
                  </a:lnTo>
                  <a:lnTo>
                    <a:pt x="1431" y="640"/>
                  </a:lnTo>
                  <a:close/>
                  <a:moveTo>
                    <a:pt x="1432" y="634"/>
                  </a:moveTo>
                  <a:lnTo>
                    <a:pt x="1432" y="636"/>
                  </a:lnTo>
                  <a:lnTo>
                    <a:pt x="1432" y="638"/>
                  </a:lnTo>
                  <a:lnTo>
                    <a:pt x="1431" y="636"/>
                  </a:lnTo>
                  <a:lnTo>
                    <a:pt x="1432" y="634"/>
                  </a:lnTo>
                  <a:close/>
                  <a:moveTo>
                    <a:pt x="1432" y="628"/>
                  </a:moveTo>
                  <a:lnTo>
                    <a:pt x="1434" y="629"/>
                  </a:lnTo>
                  <a:lnTo>
                    <a:pt x="1432" y="629"/>
                  </a:lnTo>
                  <a:lnTo>
                    <a:pt x="1432" y="628"/>
                  </a:lnTo>
                  <a:lnTo>
                    <a:pt x="1432" y="628"/>
                  </a:lnTo>
                  <a:close/>
                  <a:moveTo>
                    <a:pt x="1438" y="611"/>
                  </a:moveTo>
                  <a:lnTo>
                    <a:pt x="1438" y="611"/>
                  </a:lnTo>
                  <a:lnTo>
                    <a:pt x="1438" y="613"/>
                  </a:lnTo>
                  <a:lnTo>
                    <a:pt x="1436" y="615"/>
                  </a:lnTo>
                  <a:lnTo>
                    <a:pt x="1436" y="615"/>
                  </a:lnTo>
                  <a:lnTo>
                    <a:pt x="1436" y="612"/>
                  </a:lnTo>
                  <a:lnTo>
                    <a:pt x="1438" y="611"/>
                  </a:lnTo>
                  <a:close/>
                  <a:moveTo>
                    <a:pt x="1434" y="608"/>
                  </a:moveTo>
                  <a:lnTo>
                    <a:pt x="1435" y="608"/>
                  </a:lnTo>
                  <a:lnTo>
                    <a:pt x="1435" y="609"/>
                  </a:lnTo>
                  <a:lnTo>
                    <a:pt x="1435" y="609"/>
                  </a:lnTo>
                  <a:lnTo>
                    <a:pt x="1434" y="609"/>
                  </a:lnTo>
                  <a:lnTo>
                    <a:pt x="1434" y="608"/>
                  </a:lnTo>
                  <a:close/>
                  <a:moveTo>
                    <a:pt x="1438" y="603"/>
                  </a:moveTo>
                  <a:lnTo>
                    <a:pt x="1439" y="604"/>
                  </a:lnTo>
                  <a:lnTo>
                    <a:pt x="1440" y="605"/>
                  </a:lnTo>
                  <a:lnTo>
                    <a:pt x="1439" y="605"/>
                  </a:lnTo>
                  <a:lnTo>
                    <a:pt x="1438" y="605"/>
                  </a:lnTo>
                  <a:lnTo>
                    <a:pt x="1438" y="604"/>
                  </a:lnTo>
                  <a:lnTo>
                    <a:pt x="1438" y="603"/>
                  </a:lnTo>
                  <a:close/>
                  <a:moveTo>
                    <a:pt x="1438" y="595"/>
                  </a:moveTo>
                  <a:lnTo>
                    <a:pt x="1438" y="596"/>
                  </a:lnTo>
                  <a:lnTo>
                    <a:pt x="1438" y="597"/>
                  </a:lnTo>
                  <a:lnTo>
                    <a:pt x="1439" y="600"/>
                  </a:lnTo>
                  <a:lnTo>
                    <a:pt x="1438" y="601"/>
                  </a:lnTo>
                  <a:lnTo>
                    <a:pt x="1436" y="600"/>
                  </a:lnTo>
                  <a:lnTo>
                    <a:pt x="1438" y="597"/>
                  </a:lnTo>
                  <a:lnTo>
                    <a:pt x="1438" y="595"/>
                  </a:lnTo>
                  <a:close/>
                  <a:moveTo>
                    <a:pt x="1442" y="568"/>
                  </a:moveTo>
                  <a:lnTo>
                    <a:pt x="1446" y="571"/>
                  </a:lnTo>
                  <a:lnTo>
                    <a:pt x="1447" y="574"/>
                  </a:lnTo>
                  <a:lnTo>
                    <a:pt x="1446" y="575"/>
                  </a:lnTo>
                  <a:lnTo>
                    <a:pt x="1444" y="576"/>
                  </a:lnTo>
                  <a:lnTo>
                    <a:pt x="1446" y="579"/>
                  </a:lnTo>
                  <a:lnTo>
                    <a:pt x="1443" y="582"/>
                  </a:lnTo>
                  <a:lnTo>
                    <a:pt x="1442" y="583"/>
                  </a:lnTo>
                  <a:lnTo>
                    <a:pt x="1442" y="584"/>
                  </a:lnTo>
                  <a:lnTo>
                    <a:pt x="1442" y="587"/>
                  </a:lnTo>
                  <a:lnTo>
                    <a:pt x="1440" y="587"/>
                  </a:lnTo>
                  <a:lnTo>
                    <a:pt x="1439" y="586"/>
                  </a:lnTo>
                  <a:lnTo>
                    <a:pt x="1438" y="586"/>
                  </a:lnTo>
                  <a:lnTo>
                    <a:pt x="1436" y="584"/>
                  </a:lnTo>
                  <a:lnTo>
                    <a:pt x="1438" y="584"/>
                  </a:lnTo>
                  <a:lnTo>
                    <a:pt x="1438" y="583"/>
                  </a:lnTo>
                  <a:lnTo>
                    <a:pt x="1436" y="580"/>
                  </a:lnTo>
                  <a:lnTo>
                    <a:pt x="1436" y="579"/>
                  </a:lnTo>
                  <a:lnTo>
                    <a:pt x="1438" y="579"/>
                  </a:lnTo>
                  <a:lnTo>
                    <a:pt x="1439" y="578"/>
                  </a:lnTo>
                  <a:lnTo>
                    <a:pt x="1442" y="576"/>
                  </a:lnTo>
                  <a:lnTo>
                    <a:pt x="1442" y="574"/>
                  </a:lnTo>
                  <a:lnTo>
                    <a:pt x="1442" y="570"/>
                  </a:lnTo>
                  <a:lnTo>
                    <a:pt x="1442" y="568"/>
                  </a:lnTo>
                  <a:close/>
                  <a:moveTo>
                    <a:pt x="1435" y="566"/>
                  </a:moveTo>
                  <a:lnTo>
                    <a:pt x="1438" y="568"/>
                  </a:lnTo>
                  <a:lnTo>
                    <a:pt x="1438" y="570"/>
                  </a:lnTo>
                  <a:lnTo>
                    <a:pt x="1435" y="570"/>
                  </a:lnTo>
                  <a:lnTo>
                    <a:pt x="1434" y="568"/>
                  </a:lnTo>
                  <a:lnTo>
                    <a:pt x="1434" y="567"/>
                  </a:lnTo>
                  <a:lnTo>
                    <a:pt x="1435" y="566"/>
                  </a:lnTo>
                  <a:close/>
                  <a:moveTo>
                    <a:pt x="1447" y="566"/>
                  </a:moveTo>
                  <a:lnTo>
                    <a:pt x="1448" y="567"/>
                  </a:lnTo>
                  <a:lnTo>
                    <a:pt x="1448" y="568"/>
                  </a:lnTo>
                  <a:lnTo>
                    <a:pt x="1447" y="570"/>
                  </a:lnTo>
                  <a:lnTo>
                    <a:pt x="1447" y="570"/>
                  </a:lnTo>
                  <a:lnTo>
                    <a:pt x="1444" y="568"/>
                  </a:lnTo>
                  <a:lnTo>
                    <a:pt x="1444" y="567"/>
                  </a:lnTo>
                  <a:lnTo>
                    <a:pt x="1447" y="566"/>
                  </a:lnTo>
                  <a:close/>
                  <a:moveTo>
                    <a:pt x="25" y="532"/>
                  </a:moveTo>
                  <a:lnTo>
                    <a:pt x="26" y="534"/>
                  </a:lnTo>
                  <a:lnTo>
                    <a:pt x="26" y="536"/>
                  </a:lnTo>
                  <a:lnTo>
                    <a:pt x="24" y="534"/>
                  </a:lnTo>
                  <a:lnTo>
                    <a:pt x="25" y="532"/>
                  </a:lnTo>
                  <a:close/>
                  <a:moveTo>
                    <a:pt x="1211" y="526"/>
                  </a:moveTo>
                  <a:lnTo>
                    <a:pt x="1211" y="528"/>
                  </a:lnTo>
                  <a:lnTo>
                    <a:pt x="1211" y="528"/>
                  </a:lnTo>
                  <a:lnTo>
                    <a:pt x="1211" y="530"/>
                  </a:lnTo>
                  <a:lnTo>
                    <a:pt x="1210" y="530"/>
                  </a:lnTo>
                  <a:lnTo>
                    <a:pt x="1209" y="533"/>
                  </a:lnTo>
                  <a:lnTo>
                    <a:pt x="1207" y="532"/>
                  </a:lnTo>
                  <a:lnTo>
                    <a:pt x="1206" y="529"/>
                  </a:lnTo>
                  <a:lnTo>
                    <a:pt x="1209" y="526"/>
                  </a:lnTo>
                  <a:lnTo>
                    <a:pt x="1211" y="526"/>
                  </a:lnTo>
                  <a:close/>
                  <a:moveTo>
                    <a:pt x="1211" y="521"/>
                  </a:moveTo>
                  <a:lnTo>
                    <a:pt x="1213" y="522"/>
                  </a:lnTo>
                  <a:lnTo>
                    <a:pt x="1213" y="524"/>
                  </a:lnTo>
                  <a:lnTo>
                    <a:pt x="1211" y="525"/>
                  </a:lnTo>
                  <a:lnTo>
                    <a:pt x="1210" y="524"/>
                  </a:lnTo>
                  <a:lnTo>
                    <a:pt x="1211" y="522"/>
                  </a:lnTo>
                  <a:lnTo>
                    <a:pt x="1211" y="522"/>
                  </a:lnTo>
                  <a:lnTo>
                    <a:pt x="1211" y="521"/>
                  </a:lnTo>
                  <a:close/>
                  <a:moveTo>
                    <a:pt x="1209" y="521"/>
                  </a:moveTo>
                  <a:lnTo>
                    <a:pt x="1209" y="521"/>
                  </a:lnTo>
                  <a:lnTo>
                    <a:pt x="1209" y="524"/>
                  </a:lnTo>
                  <a:lnTo>
                    <a:pt x="1209" y="525"/>
                  </a:lnTo>
                  <a:lnTo>
                    <a:pt x="1207" y="522"/>
                  </a:lnTo>
                  <a:lnTo>
                    <a:pt x="1207" y="521"/>
                  </a:lnTo>
                  <a:lnTo>
                    <a:pt x="1209" y="521"/>
                  </a:lnTo>
                  <a:close/>
                  <a:moveTo>
                    <a:pt x="1264" y="515"/>
                  </a:moveTo>
                  <a:lnTo>
                    <a:pt x="1265" y="516"/>
                  </a:lnTo>
                  <a:lnTo>
                    <a:pt x="1267" y="518"/>
                  </a:lnTo>
                  <a:lnTo>
                    <a:pt x="1271" y="520"/>
                  </a:lnTo>
                  <a:lnTo>
                    <a:pt x="1272" y="522"/>
                  </a:lnTo>
                  <a:lnTo>
                    <a:pt x="1272" y="526"/>
                  </a:lnTo>
                  <a:lnTo>
                    <a:pt x="1273" y="529"/>
                  </a:lnTo>
                  <a:lnTo>
                    <a:pt x="1278" y="532"/>
                  </a:lnTo>
                  <a:lnTo>
                    <a:pt x="1278" y="534"/>
                  </a:lnTo>
                  <a:lnTo>
                    <a:pt x="1280" y="534"/>
                  </a:lnTo>
                  <a:lnTo>
                    <a:pt x="1282" y="537"/>
                  </a:lnTo>
                  <a:lnTo>
                    <a:pt x="1285" y="541"/>
                  </a:lnTo>
                  <a:lnTo>
                    <a:pt x="1286" y="545"/>
                  </a:lnTo>
                  <a:lnTo>
                    <a:pt x="1284" y="541"/>
                  </a:lnTo>
                  <a:lnTo>
                    <a:pt x="1281" y="538"/>
                  </a:lnTo>
                  <a:lnTo>
                    <a:pt x="1281" y="540"/>
                  </a:lnTo>
                  <a:lnTo>
                    <a:pt x="1281" y="541"/>
                  </a:lnTo>
                  <a:lnTo>
                    <a:pt x="1282" y="541"/>
                  </a:lnTo>
                  <a:lnTo>
                    <a:pt x="1282" y="543"/>
                  </a:lnTo>
                  <a:lnTo>
                    <a:pt x="1285" y="546"/>
                  </a:lnTo>
                  <a:lnTo>
                    <a:pt x="1288" y="547"/>
                  </a:lnTo>
                  <a:lnTo>
                    <a:pt x="1288" y="550"/>
                  </a:lnTo>
                  <a:lnTo>
                    <a:pt x="1288" y="553"/>
                  </a:lnTo>
                  <a:lnTo>
                    <a:pt x="1289" y="557"/>
                  </a:lnTo>
                  <a:lnTo>
                    <a:pt x="1288" y="557"/>
                  </a:lnTo>
                  <a:lnTo>
                    <a:pt x="1288" y="558"/>
                  </a:lnTo>
                  <a:lnTo>
                    <a:pt x="1288" y="561"/>
                  </a:lnTo>
                  <a:lnTo>
                    <a:pt x="1289" y="562"/>
                  </a:lnTo>
                  <a:lnTo>
                    <a:pt x="1290" y="566"/>
                  </a:lnTo>
                  <a:lnTo>
                    <a:pt x="1293" y="568"/>
                  </a:lnTo>
                  <a:lnTo>
                    <a:pt x="1294" y="570"/>
                  </a:lnTo>
                  <a:lnTo>
                    <a:pt x="1296" y="571"/>
                  </a:lnTo>
                  <a:lnTo>
                    <a:pt x="1296" y="574"/>
                  </a:lnTo>
                  <a:lnTo>
                    <a:pt x="1296" y="574"/>
                  </a:lnTo>
                  <a:lnTo>
                    <a:pt x="1297" y="575"/>
                  </a:lnTo>
                  <a:lnTo>
                    <a:pt x="1297" y="574"/>
                  </a:lnTo>
                  <a:lnTo>
                    <a:pt x="1298" y="574"/>
                  </a:lnTo>
                  <a:lnTo>
                    <a:pt x="1299" y="576"/>
                  </a:lnTo>
                  <a:lnTo>
                    <a:pt x="1299" y="579"/>
                  </a:lnTo>
                  <a:lnTo>
                    <a:pt x="1302" y="580"/>
                  </a:lnTo>
                  <a:lnTo>
                    <a:pt x="1303" y="584"/>
                  </a:lnTo>
                  <a:lnTo>
                    <a:pt x="1307" y="590"/>
                  </a:lnTo>
                  <a:lnTo>
                    <a:pt x="1309" y="592"/>
                  </a:lnTo>
                  <a:lnTo>
                    <a:pt x="1311" y="599"/>
                  </a:lnTo>
                  <a:lnTo>
                    <a:pt x="1315" y="603"/>
                  </a:lnTo>
                  <a:lnTo>
                    <a:pt x="1315" y="605"/>
                  </a:lnTo>
                  <a:lnTo>
                    <a:pt x="1318" y="605"/>
                  </a:lnTo>
                  <a:lnTo>
                    <a:pt x="1318" y="608"/>
                  </a:lnTo>
                  <a:lnTo>
                    <a:pt x="1321" y="612"/>
                  </a:lnTo>
                  <a:lnTo>
                    <a:pt x="1322" y="613"/>
                  </a:lnTo>
                  <a:lnTo>
                    <a:pt x="1322" y="615"/>
                  </a:lnTo>
                  <a:lnTo>
                    <a:pt x="1325" y="618"/>
                  </a:lnTo>
                  <a:lnTo>
                    <a:pt x="1326" y="621"/>
                  </a:lnTo>
                  <a:lnTo>
                    <a:pt x="1330" y="624"/>
                  </a:lnTo>
                  <a:lnTo>
                    <a:pt x="1331" y="626"/>
                  </a:lnTo>
                  <a:lnTo>
                    <a:pt x="1332" y="630"/>
                  </a:lnTo>
                  <a:lnTo>
                    <a:pt x="1331" y="629"/>
                  </a:lnTo>
                  <a:lnTo>
                    <a:pt x="1330" y="626"/>
                  </a:lnTo>
                  <a:lnTo>
                    <a:pt x="1327" y="625"/>
                  </a:lnTo>
                  <a:lnTo>
                    <a:pt x="1325" y="624"/>
                  </a:lnTo>
                  <a:lnTo>
                    <a:pt x="1323" y="620"/>
                  </a:lnTo>
                  <a:lnTo>
                    <a:pt x="1321" y="618"/>
                  </a:lnTo>
                  <a:lnTo>
                    <a:pt x="1318" y="618"/>
                  </a:lnTo>
                  <a:lnTo>
                    <a:pt x="1315" y="618"/>
                  </a:lnTo>
                  <a:lnTo>
                    <a:pt x="1314" y="618"/>
                  </a:lnTo>
                  <a:lnTo>
                    <a:pt x="1313" y="618"/>
                  </a:lnTo>
                  <a:lnTo>
                    <a:pt x="1313" y="620"/>
                  </a:lnTo>
                  <a:lnTo>
                    <a:pt x="1313" y="622"/>
                  </a:lnTo>
                  <a:lnTo>
                    <a:pt x="1311" y="624"/>
                  </a:lnTo>
                  <a:lnTo>
                    <a:pt x="1313" y="626"/>
                  </a:lnTo>
                  <a:lnTo>
                    <a:pt x="1313" y="629"/>
                  </a:lnTo>
                  <a:lnTo>
                    <a:pt x="1313" y="633"/>
                  </a:lnTo>
                  <a:lnTo>
                    <a:pt x="1314" y="636"/>
                  </a:lnTo>
                  <a:lnTo>
                    <a:pt x="1314" y="640"/>
                  </a:lnTo>
                  <a:lnTo>
                    <a:pt x="1314" y="643"/>
                  </a:lnTo>
                  <a:lnTo>
                    <a:pt x="1315" y="646"/>
                  </a:lnTo>
                  <a:lnTo>
                    <a:pt x="1317" y="650"/>
                  </a:lnTo>
                  <a:lnTo>
                    <a:pt x="1318" y="654"/>
                  </a:lnTo>
                  <a:lnTo>
                    <a:pt x="1319" y="655"/>
                  </a:lnTo>
                  <a:lnTo>
                    <a:pt x="1322" y="657"/>
                  </a:lnTo>
                  <a:lnTo>
                    <a:pt x="1325" y="659"/>
                  </a:lnTo>
                  <a:lnTo>
                    <a:pt x="1326" y="662"/>
                  </a:lnTo>
                  <a:lnTo>
                    <a:pt x="1326" y="665"/>
                  </a:lnTo>
                  <a:lnTo>
                    <a:pt x="1330" y="667"/>
                  </a:lnTo>
                  <a:lnTo>
                    <a:pt x="1331" y="667"/>
                  </a:lnTo>
                  <a:lnTo>
                    <a:pt x="1332" y="666"/>
                  </a:lnTo>
                  <a:lnTo>
                    <a:pt x="1334" y="668"/>
                  </a:lnTo>
                  <a:lnTo>
                    <a:pt x="1335" y="671"/>
                  </a:lnTo>
                  <a:lnTo>
                    <a:pt x="1336" y="674"/>
                  </a:lnTo>
                  <a:lnTo>
                    <a:pt x="1336" y="676"/>
                  </a:lnTo>
                  <a:lnTo>
                    <a:pt x="1336" y="679"/>
                  </a:lnTo>
                  <a:lnTo>
                    <a:pt x="1336" y="680"/>
                  </a:lnTo>
                  <a:lnTo>
                    <a:pt x="1336" y="682"/>
                  </a:lnTo>
                  <a:lnTo>
                    <a:pt x="1335" y="680"/>
                  </a:lnTo>
                  <a:lnTo>
                    <a:pt x="1335" y="678"/>
                  </a:lnTo>
                  <a:lnTo>
                    <a:pt x="1332" y="675"/>
                  </a:lnTo>
                  <a:lnTo>
                    <a:pt x="1332" y="674"/>
                  </a:lnTo>
                  <a:lnTo>
                    <a:pt x="1334" y="672"/>
                  </a:lnTo>
                  <a:lnTo>
                    <a:pt x="1332" y="671"/>
                  </a:lnTo>
                  <a:lnTo>
                    <a:pt x="1331" y="671"/>
                  </a:lnTo>
                  <a:lnTo>
                    <a:pt x="1331" y="672"/>
                  </a:lnTo>
                  <a:lnTo>
                    <a:pt x="1326" y="672"/>
                  </a:lnTo>
                  <a:lnTo>
                    <a:pt x="1325" y="672"/>
                  </a:lnTo>
                  <a:lnTo>
                    <a:pt x="1325" y="670"/>
                  </a:lnTo>
                  <a:lnTo>
                    <a:pt x="1323" y="670"/>
                  </a:lnTo>
                  <a:lnTo>
                    <a:pt x="1322" y="672"/>
                  </a:lnTo>
                  <a:lnTo>
                    <a:pt x="1321" y="675"/>
                  </a:lnTo>
                  <a:lnTo>
                    <a:pt x="1322" y="679"/>
                  </a:lnTo>
                  <a:lnTo>
                    <a:pt x="1323" y="680"/>
                  </a:lnTo>
                  <a:lnTo>
                    <a:pt x="1322" y="683"/>
                  </a:lnTo>
                  <a:lnTo>
                    <a:pt x="1323" y="686"/>
                  </a:lnTo>
                  <a:lnTo>
                    <a:pt x="1319" y="684"/>
                  </a:lnTo>
                  <a:lnTo>
                    <a:pt x="1318" y="680"/>
                  </a:lnTo>
                  <a:lnTo>
                    <a:pt x="1315" y="679"/>
                  </a:lnTo>
                  <a:lnTo>
                    <a:pt x="1314" y="675"/>
                  </a:lnTo>
                  <a:lnTo>
                    <a:pt x="1315" y="671"/>
                  </a:lnTo>
                  <a:lnTo>
                    <a:pt x="1315" y="667"/>
                  </a:lnTo>
                  <a:lnTo>
                    <a:pt x="1315" y="665"/>
                  </a:lnTo>
                  <a:lnTo>
                    <a:pt x="1313" y="661"/>
                  </a:lnTo>
                  <a:lnTo>
                    <a:pt x="1311" y="658"/>
                  </a:lnTo>
                  <a:lnTo>
                    <a:pt x="1310" y="655"/>
                  </a:lnTo>
                  <a:lnTo>
                    <a:pt x="1309" y="651"/>
                  </a:lnTo>
                  <a:lnTo>
                    <a:pt x="1309" y="646"/>
                  </a:lnTo>
                  <a:lnTo>
                    <a:pt x="1307" y="642"/>
                  </a:lnTo>
                  <a:lnTo>
                    <a:pt x="1307" y="641"/>
                  </a:lnTo>
                  <a:lnTo>
                    <a:pt x="1303" y="636"/>
                  </a:lnTo>
                  <a:lnTo>
                    <a:pt x="1301" y="633"/>
                  </a:lnTo>
                  <a:lnTo>
                    <a:pt x="1301" y="630"/>
                  </a:lnTo>
                  <a:lnTo>
                    <a:pt x="1301" y="628"/>
                  </a:lnTo>
                  <a:lnTo>
                    <a:pt x="1299" y="624"/>
                  </a:lnTo>
                  <a:lnTo>
                    <a:pt x="1298" y="620"/>
                  </a:lnTo>
                  <a:lnTo>
                    <a:pt x="1299" y="617"/>
                  </a:lnTo>
                  <a:lnTo>
                    <a:pt x="1298" y="616"/>
                  </a:lnTo>
                  <a:lnTo>
                    <a:pt x="1298" y="612"/>
                  </a:lnTo>
                  <a:lnTo>
                    <a:pt x="1297" y="608"/>
                  </a:lnTo>
                  <a:lnTo>
                    <a:pt x="1296" y="605"/>
                  </a:lnTo>
                  <a:lnTo>
                    <a:pt x="1293" y="601"/>
                  </a:lnTo>
                  <a:lnTo>
                    <a:pt x="1293" y="600"/>
                  </a:lnTo>
                  <a:lnTo>
                    <a:pt x="1294" y="599"/>
                  </a:lnTo>
                  <a:lnTo>
                    <a:pt x="1292" y="596"/>
                  </a:lnTo>
                  <a:lnTo>
                    <a:pt x="1289" y="595"/>
                  </a:lnTo>
                  <a:lnTo>
                    <a:pt x="1289" y="592"/>
                  </a:lnTo>
                  <a:lnTo>
                    <a:pt x="1288" y="590"/>
                  </a:lnTo>
                  <a:lnTo>
                    <a:pt x="1288" y="587"/>
                  </a:lnTo>
                  <a:lnTo>
                    <a:pt x="1288" y="583"/>
                  </a:lnTo>
                  <a:lnTo>
                    <a:pt x="1285" y="579"/>
                  </a:lnTo>
                  <a:lnTo>
                    <a:pt x="1282" y="578"/>
                  </a:lnTo>
                  <a:lnTo>
                    <a:pt x="1277" y="572"/>
                  </a:lnTo>
                  <a:lnTo>
                    <a:pt x="1278" y="571"/>
                  </a:lnTo>
                  <a:lnTo>
                    <a:pt x="1277" y="570"/>
                  </a:lnTo>
                  <a:lnTo>
                    <a:pt x="1274" y="568"/>
                  </a:lnTo>
                  <a:lnTo>
                    <a:pt x="1273" y="565"/>
                  </a:lnTo>
                  <a:lnTo>
                    <a:pt x="1272" y="559"/>
                  </a:lnTo>
                  <a:lnTo>
                    <a:pt x="1271" y="555"/>
                  </a:lnTo>
                  <a:lnTo>
                    <a:pt x="1271" y="554"/>
                  </a:lnTo>
                  <a:lnTo>
                    <a:pt x="1271" y="550"/>
                  </a:lnTo>
                  <a:lnTo>
                    <a:pt x="1268" y="546"/>
                  </a:lnTo>
                  <a:lnTo>
                    <a:pt x="1265" y="543"/>
                  </a:lnTo>
                  <a:lnTo>
                    <a:pt x="1265" y="540"/>
                  </a:lnTo>
                  <a:lnTo>
                    <a:pt x="1263" y="538"/>
                  </a:lnTo>
                  <a:lnTo>
                    <a:pt x="1264" y="534"/>
                  </a:lnTo>
                  <a:lnTo>
                    <a:pt x="1265" y="533"/>
                  </a:lnTo>
                  <a:lnTo>
                    <a:pt x="1267" y="536"/>
                  </a:lnTo>
                  <a:lnTo>
                    <a:pt x="1269" y="536"/>
                  </a:lnTo>
                  <a:lnTo>
                    <a:pt x="1271" y="534"/>
                  </a:lnTo>
                  <a:lnTo>
                    <a:pt x="1271" y="532"/>
                  </a:lnTo>
                  <a:lnTo>
                    <a:pt x="1268" y="532"/>
                  </a:lnTo>
                  <a:lnTo>
                    <a:pt x="1268" y="530"/>
                  </a:lnTo>
                  <a:lnTo>
                    <a:pt x="1269" y="529"/>
                  </a:lnTo>
                  <a:lnTo>
                    <a:pt x="1271" y="529"/>
                  </a:lnTo>
                  <a:lnTo>
                    <a:pt x="1269" y="526"/>
                  </a:lnTo>
                  <a:lnTo>
                    <a:pt x="1268" y="528"/>
                  </a:lnTo>
                  <a:lnTo>
                    <a:pt x="1268" y="528"/>
                  </a:lnTo>
                  <a:lnTo>
                    <a:pt x="1268" y="525"/>
                  </a:lnTo>
                  <a:lnTo>
                    <a:pt x="1267" y="524"/>
                  </a:lnTo>
                  <a:lnTo>
                    <a:pt x="1263" y="521"/>
                  </a:lnTo>
                  <a:lnTo>
                    <a:pt x="1259" y="518"/>
                  </a:lnTo>
                  <a:lnTo>
                    <a:pt x="1261" y="517"/>
                  </a:lnTo>
                  <a:lnTo>
                    <a:pt x="1263" y="518"/>
                  </a:lnTo>
                  <a:lnTo>
                    <a:pt x="1264" y="518"/>
                  </a:lnTo>
                  <a:lnTo>
                    <a:pt x="1264" y="517"/>
                  </a:lnTo>
                  <a:lnTo>
                    <a:pt x="1264" y="516"/>
                  </a:lnTo>
                  <a:lnTo>
                    <a:pt x="1264" y="515"/>
                  </a:lnTo>
                  <a:close/>
                  <a:moveTo>
                    <a:pt x="1198" y="511"/>
                  </a:moveTo>
                  <a:lnTo>
                    <a:pt x="1198" y="512"/>
                  </a:lnTo>
                  <a:lnTo>
                    <a:pt x="1197" y="513"/>
                  </a:lnTo>
                  <a:lnTo>
                    <a:pt x="1198" y="515"/>
                  </a:lnTo>
                  <a:lnTo>
                    <a:pt x="1197" y="516"/>
                  </a:lnTo>
                  <a:lnTo>
                    <a:pt x="1195" y="515"/>
                  </a:lnTo>
                  <a:lnTo>
                    <a:pt x="1195" y="516"/>
                  </a:lnTo>
                  <a:lnTo>
                    <a:pt x="1195" y="516"/>
                  </a:lnTo>
                  <a:lnTo>
                    <a:pt x="1194" y="516"/>
                  </a:lnTo>
                  <a:lnTo>
                    <a:pt x="1193" y="515"/>
                  </a:lnTo>
                  <a:lnTo>
                    <a:pt x="1193" y="513"/>
                  </a:lnTo>
                  <a:lnTo>
                    <a:pt x="1195" y="512"/>
                  </a:lnTo>
                  <a:lnTo>
                    <a:pt x="1197" y="511"/>
                  </a:lnTo>
                  <a:lnTo>
                    <a:pt x="1198" y="511"/>
                  </a:lnTo>
                  <a:close/>
                  <a:moveTo>
                    <a:pt x="1203" y="509"/>
                  </a:moveTo>
                  <a:lnTo>
                    <a:pt x="1205" y="509"/>
                  </a:lnTo>
                  <a:lnTo>
                    <a:pt x="1207" y="509"/>
                  </a:lnTo>
                  <a:lnTo>
                    <a:pt x="1209" y="509"/>
                  </a:lnTo>
                  <a:lnTo>
                    <a:pt x="1209" y="511"/>
                  </a:lnTo>
                  <a:lnTo>
                    <a:pt x="1207" y="512"/>
                  </a:lnTo>
                  <a:lnTo>
                    <a:pt x="1207" y="513"/>
                  </a:lnTo>
                  <a:lnTo>
                    <a:pt x="1209" y="512"/>
                  </a:lnTo>
                  <a:lnTo>
                    <a:pt x="1209" y="511"/>
                  </a:lnTo>
                  <a:lnTo>
                    <a:pt x="1211" y="511"/>
                  </a:lnTo>
                  <a:lnTo>
                    <a:pt x="1211" y="512"/>
                  </a:lnTo>
                  <a:lnTo>
                    <a:pt x="1210" y="513"/>
                  </a:lnTo>
                  <a:lnTo>
                    <a:pt x="1210" y="515"/>
                  </a:lnTo>
                  <a:lnTo>
                    <a:pt x="1210" y="516"/>
                  </a:lnTo>
                  <a:lnTo>
                    <a:pt x="1210" y="517"/>
                  </a:lnTo>
                  <a:lnTo>
                    <a:pt x="1209" y="518"/>
                  </a:lnTo>
                  <a:lnTo>
                    <a:pt x="1206" y="518"/>
                  </a:lnTo>
                  <a:lnTo>
                    <a:pt x="1205" y="516"/>
                  </a:lnTo>
                  <a:lnTo>
                    <a:pt x="1203" y="516"/>
                  </a:lnTo>
                  <a:lnTo>
                    <a:pt x="1203" y="517"/>
                  </a:lnTo>
                  <a:lnTo>
                    <a:pt x="1202" y="518"/>
                  </a:lnTo>
                  <a:lnTo>
                    <a:pt x="1202" y="518"/>
                  </a:lnTo>
                  <a:lnTo>
                    <a:pt x="1199" y="515"/>
                  </a:lnTo>
                  <a:lnTo>
                    <a:pt x="1199" y="513"/>
                  </a:lnTo>
                  <a:lnTo>
                    <a:pt x="1202" y="512"/>
                  </a:lnTo>
                  <a:lnTo>
                    <a:pt x="1202" y="509"/>
                  </a:lnTo>
                  <a:lnTo>
                    <a:pt x="1203" y="509"/>
                  </a:lnTo>
                  <a:close/>
                  <a:moveTo>
                    <a:pt x="1530" y="453"/>
                  </a:moveTo>
                  <a:lnTo>
                    <a:pt x="1533" y="454"/>
                  </a:lnTo>
                  <a:lnTo>
                    <a:pt x="1535" y="455"/>
                  </a:lnTo>
                  <a:lnTo>
                    <a:pt x="1536" y="455"/>
                  </a:lnTo>
                  <a:lnTo>
                    <a:pt x="1539" y="457"/>
                  </a:lnTo>
                  <a:lnTo>
                    <a:pt x="1542" y="459"/>
                  </a:lnTo>
                  <a:lnTo>
                    <a:pt x="1543" y="459"/>
                  </a:lnTo>
                  <a:lnTo>
                    <a:pt x="1540" y="461"/>
                  </a:lnTo>
                  <a:lnTo>
                    <a:pt x="1539" y="459"/>
                  </a:lnTo>
                  <a:lnTo>
                    <a:pt x="1535" y="458"/>
                  </a:lnTo>
                  <a:lnTo>
                    <a:pt x="1533" y="455"/>
                  </a:lnTo>
                  <a:lnTo>
                    <a:pt x="1530" y="455"/>
                  </a:lnTo>
                  <a:lnTo>
                    <a:pt x="1529" y="454"/>
                  </a:lnTo>
                  <a:lnTo>
                    <a:pt x="1530" y="453"/>
                  </a:lnTo>
                  <a:close/>
                  <a:moveTo>
                    <a:pt x="1509" y="443"/>
                  </a:moveTo>
                  <a:lnTo>
                    <a:pt x="1511" y="445"/>
                  </a:lnTo>
                  <a:lnTo>
                    <a:pt x="1510" y="445"/>
                  </a:lnTo>
                  <a:lnTo>
                    <a:pt x="1510" y="446"/>
                  </a:lnTo>
                  <a:lnTo>
                    <a:pt x="1513" y="449"/>
                  </a:lnTo>
                  <a:lnTo>
                    <a:pt x="1515" y="450"/>
                  </a:lnTo>
                  <a:lnTo>
                    <a:pt x="1515" y="451"/>
                  </a:lnTo>
                  <a:lnTo>
                    <a:pt x="1519" y="454"/>
                  </a:lnTo>
                  <a:lnTo>
                    <a:pt x="1522" y="455"/>
                  </a:lnTo>
                  <a:lnTo>
                    <a:pt x="1523" y="458"/>
                  </a:lnTo>
                  <a:lnTo>
                    <a:pt x="1522" y="458"/>
                  </a:lnTo>
                  <a:lnTo>
                    <a:pt x="1519" y="458"/>
                  </a:lnTo>
                  <a:lnTo>
                    <a:pt x="1518" y="455"/>
                  </a:lnTo>
                  <a:lnTo>
                    <a:pt x="1517" y="457"/>
                  </a:lnTo>
                  <a:lnTo>
                    <a:pt x="1515" y="457"/>
                  </a:lnTo>
                  <a:lnTo>
                    <a:pt x="1514" y="454"/>
                  </a:lnTo>
                  <a:lnTo>
                    <a:pt x="1511" y="454"/>
                  </a:lnTo>
                  <a:lnTo>
                    <a:pt x="1510" y="451"/>
                  </a:lnTo>
                  <a:lnTo>
                    <a:pt x="1510" y="450"/>
                  </a:lnTo>
                  <a:lnTo>
                    <a:pt x="1509" y="449"/>
                  </a:lnTo>
                  <a:lnTo>
                    <a:pt x="1506" y="449"/>
                  </a:lnTo>
                  <a:lnTo>
                    <a:pt x="1505" y="447"/>
                  </a:lnTo>
                  <a:lnTo>
                    <a:pt x="1505" y="446"/>
                  </a:lnTo>
                  <a:lnTo>
                    <a:pt x="1506" y="445"/>
                  </a:lnTo>
                  <a:lnTo>
                    <a:pt x="1508" y="445"/>
                  </a:lnTo>
                  <a:lnTo>
                    <a:pt x="1509" y="443"/>
                  </a:lnTo>
                  <a:close/>
                  <a:moveTo>
                    <a:pt x="80" y="433"/>
                  </a:moveTo>
                  <a:lnTo>
                    <a:pt x="83" y="433"/>
                  </a:lnTo>
                  <a:lnTo>
                    <a:pt x="83" y="434"/>
                  </a:lnTo>
                  <a:lnTo>
                    <a:pt x="81" y="436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1" y="438"/>
                  </a:lnTo>
                  <a:lnTo>
                    <a:pt x="81" y="437"/>
                  </a:lnTo>
                  <a:lnTo>
                    <a:pt x="79" y="436"/>
                  </a:lnTo>
                  <a:lnTo>
                    <a:pt x="79" y="434"/>
                  </a:lnTo>
                  <a:lnTo>
                    <a:pt x="80" y="433"/>
                  </a:lnTo>
                  <a:close/>
                  <a:moveTo>
                    <a:pt x="143" y="395"/>
                  </a:moveTo>
                  <a:lnTo>
                    <a:pt x="145" y="397"/>
                  </a:lnTo>
                  <a:lnTo>
                    <a:pt x="146" y="399"/>
                  </a:lnTo>
                  <a:lnTo>
                    <a:pt x="145" y="399"/>
                  </a:lnTo>
                  <a:lnTo>
                    <a:pt x="143" y="397"/>
                  </a:lnTo>
                  <a:lnTo>
                    <a:pt x="143" y="396"/>
                  </a:lnTo>
                  <a:lnTo>
                    <a:pt x="143" y="395"/>
                  </a:lnTo>
                  <a:close/>
                  <a:moveTo>
                    <a:pt x="1302" y="390"/>
                  </a:moveTo>
                  <a:lnTo>
                    <a:pt x="1302" y="392"/>
                  </a:lnTo>
                  <a:lnTo>
                    <a:pt x="1301" y="393"/>
                  </a:lnTo>
                  <a:lnTo>
                    <a:pt x="1299" y="393"/>
                  </a:lnTo>
                  <a:lnTo>
                    <a:pt x="1299" y="392"/>
                  </a:lnTo>
                  <a:lnTo>
                    <a:pt x="1301" y="391"/>
                  </a:lnTo>
                  <a:lnTo>
                    <a:pt x="1302" y="390"/>
                  </a:lnTo>
                  <a:close/>
                  <a:moveTo>
                    <a:pt x="401" y="368"/>
                  </a:moveTo>
                  <a:lnTo>
                    <a:pt x="404" y="368"/>
                  </a:lnTo>
                  <a:lnTo>
                    <a:pt x="405" y="370"/>
                  </a:lnTo>
                  <a:lnTo>
                    <a:pt x="407" y="368"/>
                  </a:lnTo>
                  <a:lnTo>
                    <a:pt x="409" y="370"/>
                  </a:lnTo>
                  <a:lnTo>
                    <a:pt x="409" y="372"/>
                  </a:lnTo>
                  <a:lnTo>
                    <a:pt x="409" y="372"/>
                  </a:lnTo>
                  <a:lnTo>
                    <a:pt x="407" y="374"/>
                  </a:lnTo>
                  <a:lnTo>
                    <a:pt x="404" y="372"/>
                  </a:lnTo>
                  <a:lnTo>
                    <a:pt x="404" y="371"/>
                  </a:lnTo>
                  <a:lnTo>
                    <a:pt x="403" y="370"/>
                  </a:lnTo>
                  <a:lnTo>
                    <a:pt x="401" y="368"/>
                  </a:lnTo>
                  <a:close/>
                  <a:moveTo>
                    <a:pt x="1446" y="355"/>
                  </a:moveTo>
                  <a:lnTo>
                    <a:pt x="1447" y="355"/>
                  </a:lnTo>
                  <a:lnTo>
                    <a:pt x="1450" y="358"/>
                  </a:lnTo>
                  <a:lnTo>
                    <a:pt x="1451" y="362"/>
                  </a:lnTo>
                  <a:lnTo>
                    <a:pt x="1451" y="365"/>
                  </a:lnTo>
                  <a:lnTo>
                    <a:pt x="1450" y="365"/>
                  </a:lnTo>
                  <a:lnTo>
                    <a:pt x="1447" y="367"/>
                  </a:lnTo>
                  <a:lnTo>
                    <a:pt x="1446" y="368"/>
                  </a:lnTo>
                  <a:lnTo>
                    <a:pt x="1444" y="371"/>
                  </a:lnTo>
                  <a:lnTo>
                    <a:pt x="1444" y="374"/>
                  </a:lnTo>
                  <a:lnTo>
                    <a:pt x="1443" y="374"/>
                  </a:lnTo>
                  <a:lnTo>
                    <a:pt x="1444" y="376"/>
                  </a:lnTo>
                  <a:lnTo>
                    <a:pt x="1444" y="379"/>
                  </a:lnTo>
                  <a:lnTo>
                    <a:pt x="1444" y="379"/>
                  </a:lnTo>
                  <a:lnTo>
                    <a:pt x="1442" y="376"/>
                  </a:lnTo>
                  <a:lnTo>
                    <a:pt x="1442" y="375"/>
                  </a:lnTo>
                  <a:lnTo>
                    <a:pt x="1443" y="374"/>
                  </a:lnTo>
                  <a:lnTo>
                    <a:pt x="1442" y="371"/>
                  </a:lnTo>
                  <a:lnTo>
                    <a:pt x="1442" y="370"/>
                  </a:lnTo>
                  <a:lnTo>
                    <a:pt x="1440" y="366"/>
                  </a:lnTo>
                  <a:lnTo>
                    <a:pt x="1440" y="363"/>
                  </a:lnTo>
                  <a:lnTo>
                    <a:pt x="1440" y="363"/>
                  </a:lnTo>
                  <a:lnTo>
                    <a:pt x="1439" y="365"/>
                  </a:lnTo>
                  <a:lnTo>
                    <a:pt x="1438" y="365"/>
                  </a:lnTo>
                  <a:lnTo>
                    <a:pt x="1439" y="362"/>
                  </a:lnTo>
                  <a:lnTo>
                    <a:pt x="1439" y="362"/>
                  </a:lnTo>
                  <a:lnTo>
                    <a:pt x="1443" y="358"/>
                  </a:lnTo>
                  <a:lnTo>
                    <a:pt x="1443" y="358"/>
                  </a:lnTo>
                  <a:lnTo>
                    <a:pt x="1444" y="357"/>
                  </a:lnTo>
                  <a:lnTo>
                    <a:pt x="1446" y="355"/>
                  </a:lnTo>
                  <a:close/>
                  <a:moveTo>
                    <a:pt x="216" y="349"/>
                  </a:moveTo>
                  <a:lnTo>
                    <a:pt x="218" y="349"/>
                  </a:lnTo>
                  <a:lnTo>
                    <a:pt x="217" y="350"/>
                  </a:lnTo>
                  <a:lnTo>
                    <a:pt x="214" y="350"/>
                  </a:lnTo>
                  <a:lnTo>
                    <a:pt x="214" y="351"/>
                  </a:lnTo>
                  <a:lnTo>
                    <a:pt x="213" y="351"/>
                  </a:lnTo>
                  <a:lnTo>
                    <a:pt x="213" y="350"/>
                  </a:lnTo>
                  <a:lnTo>
                    <a:pt x="216" y="349"/>
                  </a:lnTo>
                  <a:close/>
                  <a:moveTo>
                    <a:pt x="245" y="349"/>
                  </a:moveTo>
                  <a:lnTo>
                    <a:pt x="246" y="350"/>
                  </a:lnTo>
                  <a:lnTo>
                    <a:pt x="245" y="351"/>
                  </a:lnTo>
                  <a:lnTo>
                    <a:pt x="242" y="351"/>
                  </a:lnTo>
                  <a:lnTo>
                    <a:pt x="243" y="349"/>
                  </a:lnTo>
                  <a:lnTo>
                    <a:pt x="245" y="349"/>
                  </a:lnTo>
                  <a:close/>
                  <a:moveTo>
                    <a:pt x="250" y="347"/>
                  </a:moveTo>
                  <a:lnTo>
                    <a:pt x="250" y="349"/>
                  </a:lnTo>
                  <a:lnTo>
                    <a:pt x="249" y="351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9" y="347"/>
                  </a:lnTo>
                  <a:lnTo>
                    <a:pt x="250" y="347"/>
                  </a:lnTo>
                  <a:close/>
                  <a:moveTo>
                    <a:pt x="261" y="336"/>
                  </a:moveTo>
                  <a:lnTo>
                    <a:pt x="262" y="337"/>
                  </a:lnTo>
                  <a:lnTo>
                    <a:pt x="262" y="338"/>
                  </a:lnTo>
                  <a:lnTo>
                    <a:pt x="261" y="338"/>
                  </a:lnTo>
                  <a:lnTo>
                    <a:pt x="259" y="337"/>
                  </a:lnTo>
                  <a:lnTo>
                    <a:pt x="261" y="336"/>
                  </a:lnTo>
                  <a:close/>
                  <a:moveTo>
                    <a:pt x="275" y="336"/>
                  </a:moveTo>
                  <a:lnTo>
                    <a:pt x="278" y="337"/>
                  </a:lnTo>
                  <a:lnTo>
                    <a:pt x="276" y="337"/>
                  </a:lnTo>
                  <a:lnTo>
                    <a:pt x="274" y="338"/>
                  </a:lnTo>
                  <a:lnTo>
                    <a:pt x="272" y="340"/>
                  </a:lnTo>
                  <a:lnTo>
                    <a:pt x="271" y="340"/>
                  </a:lnTo>
                  <a:lnTo>
                    <a:pt x="272" y="337"/>
                  </a:lnTo>
                  <a:lnTo>
                    <a:pt x="275" y="336"/>
                  </a:lnTo>
                  <a:close/>
                  <a:moveTo>
                    <a:pt x="250" y="336"/>
                  </a:moveTo>
                  <a:lnTo>
                    <a:pt x="251" y="336"/>
                  </a:lnTo>
                  <a:lnTo>
                    <a:pt x="250" y="337"/>
                  </a:lnTo>
                  <a:lnTo>
                    <a:pt x="249" y="337"/>
                  </a:lnTo>
                  <a:lnTo>
                    <a:pt x="249" y="337"/>
                  </a:lnTo>
                  <a:lnTo>
                    <a:pt x="250" y="336"/>
                  </a:lnTo>
                  <a:close/>
                  <a:moveTo>
                    <a:pt x="254" y="336"/>
                  </a:moveTo>
                  <a:lnTo>
                    <a:pt x="257" y="336"/>
                  </a:lnTo>
                  <a:lnTo>
                    <a:pt x="257" y="338"/>
                  </a:lnTo>
                  <a:lnTo>
                    <a:pt x="255" y="338"/>
                  </a:lnTo>
                  <a:lnTo>
                    <a:pt x="254" y="337"/>
                  </a:lnTo>
                  <a:lnTo>
                    <a:pt x="253" y="336"/>
                  </a:lnTo>
                  <a:lnTo>
                    <a:pt x="254" y="336"/>
                  </a:lnTo>
                  <a:close/>
                  <a:moveTo>
                    <a:pt x="188" y="329"/>
                  </a:moveTo>
                  <a:lnTo>
                    <a:pt x="192" y="329"/>
                  </a:lnTo>
                  <a:lnTo>
                    <a:pt x="201" y="333"/>
                  </a:lnTo>
                  <a:lnTo>
                    <a:pt x="203" y="336"/>
                  </a:lnTo>
                  <a:lnTo>
                    <a:pt x="203" y="338"/>
                  </a:lnTo>
                  <a:lnTo>
                    <a:pt x="201" y="341"/>
                  </a:lnTo>
                  <a:lnTo>
                    <a:pt x="203" y="338"/>
                  </a:lnTo>
                  <a:lnTo>
                    <a:pt x="201" y="336"/>
                  </a:lnTo>
                  <a:lnTo>
                    <a:pt x="200" y="337"/>
                  </a:lnTo>
                  <a:lnTo>
                    <a:pt x="200" y="341"/>
                  </a:lnTo>
                  <a:lnTo>
                    <a:pt x="197" y="343"/>
                  </a:lnTo>
                  <a:lnTo>
                    <a:pt x="195" y="346"/>
                  </a:lnTo>
                  <a:lnTo>
                    <a:pt x="192" y="347"/>
                  </a:lnTo>
                  <a:lnTo>
                    <a:pt x="191" y="349"/>
                  </a:lnTo>
                  <a:lnTo>
                    <a:pt x="188" y="349"/>
                  </a:lnTo>
                  <a:lnTo>
                    <a:pt x="189" y="347"/>
                  </a:lnTo>
                  <a:lnTo>
                    <a:pt x="187" y="346"/>
                  </a:lnTo>
                  <a:lnTo>
                    <a:pt x="187" y="346"/>
                  </a:lnTo>
                  <a:lnTo>
                    <a:pt x="186" y="343"/>
                  </a:lnTo>
                  <a:lnTo>
                    <a:pt x="184" y="341"/>
                  </a:lnTo>
                  <a:lnTo>
                    <a:pt x="184" y="336"/>
                  </a:lnTo>
                  <a:lnTo>
                    <a:pt x="186" y="330"/>
                  </a:lnTo>
                  <a:lnTo>
                    <a:pt x="188" y="329"/>
                  </a:lnTo>
                  <a:close/>
                  <a:moveTo>
                    <a:pt x="292" y="326"/>
                  </a:moveTo>
                  <a:lnTo>
                    <a:pt x="290" y="329"/>
                  </a:lnTo>
                  <a:lnTo>
                    <a:pt x="290" y="328"/>
                  </a:lnTo>
                  <a:lnTo>
                    <a:pt x="292" y="326"/>
                  </a:lnTo>
                  <a:close/>
                  <a:moveTo>
                    <a:pt x="283" y="318"/>
                  </a:moveTo>
                  <a:lnTo>
                    <a:pt x="284" y="321"/>
                  </a:lnTo>
                  <a:lnTo>
                    <a:pt x="288" y="322"/>
                  </a:lnTo>
                  <a:lnTo>
                    <a:pt x="288" y="325"/>
                  </a:lnTo>
                  <a:lnTo>
                    <a:pt x="284" y="322"/>
                  </a:lnTo>
                  <a:lnTo>
                    <a:pt x="282" y="320"/>
                  </a:lnTo>
                  <a:lnTo>
                    <a:pt x="283" y="318"/>
                  </a:lnTo>
                  <a:close/>
                  <a:moveTo>
                    <a:pt x="279" y="316"/>
                  </a:moveTo>
                  <a:lnTo>
                    <a:pt x="280" y="317"/>
                  </a:lnTo>
                  <a:lnTo>
                    <a:pt x="279" y="318"/>
                  </a:lnTo>
                  <a:lnTo>
                    <a:pt x="279" y="318"/>
                  </a:lnTo>
                  <a:lnTo>
                    <a:pt x="279" y="316"/>
                  </a:lnTo>
                  <a:close/>
                  <a:moveTo>
                    <a:pt x="359" y="309"/>
                  </a:moveTo>
                  <a:lnTo>
                    <a:pt x="361" y="311"/>
                  </a:lnTo>
                  <a:lnTo>
                    <a:pt x="361" y="313"/>
                  </a:lnTo>
                  <a:lnTo>
                    <a:pt x="359" y="315"/>
                  </a:lnTo>
                  <a:lnTo>
                    <a:pt x="358" y="313"/>
                  </a:lnTo>
                  <a:lnTo>
                    <a:pt x="358" y="313"/>
                  </a:lnTo>
                  <a:lnTo>
                    <a:pt x="358" y="312"/>
                  </a:lnTo>
                  <a:lnTo>
                    <a:pt x="358" y="311"/>
                  </a:lnTo>
                  <a:lnTo>
                    <a:pt x="359" y="309"/>
                  </a:lnTo>
                  <a:close/>
                  <a:moveTo>
                    <a:pt x="1398" y="297"/>
                  </a:moveTo>
                  <a:lnTo>
                    <a:pt x="1398" y="297"/>
                  </a:lnTo>
                  <a:lnTo>
                    <a:pt x="1398" y="299"/>
                  </a:lnTo>
                  <a:lnTo>
                    <a:pt x="1397" y="300"/>
                  </a:lnTo>
                  <a:lnTo>
                    <a:pt x="1397" y="299"/>
                  </a:lnTo>
                  <a:lnTo>
                    <a:pt x="1397" y="297"/>
                  </a:lnTo>
                  <a:lnTo>
                    <a:pt x="1398" y="297"/>
                  </a:lnTo>
                  <a:close/>
                  <a:moveTo>
                    <a:pt x="275" y="293"/>
                  </a:moveTo>
                  <a:lnTo>
                    <a:pt x="276" y="293"/>
                  </a:lnTo>
                  <a:lnTo>
                    <a:pt x="279" y="296"/>
                  </a:lnTo>
                  <a:lnTo>
                    <a:pt x="280" y="297"/>
                  </a:lnTo>
                  <a:lnTo>
                    <a:pt x="283" y="299"/>
                  </a:lnTo>
                  <a:lnTo>
                    <a:pt x="286" y="301"/>
                  </a:lnTo>
                  <a:lnTo>
                    <a:pt x="288" y="301"/>
                  </a:lnTo>
                  <a:lnTo>
                    <a:pt x="291" y="305"/>
                  </a:lnTo>
                  <a:lnTo>
                    <a:pt x="295" y="308"/>
                  </a:lnTo>
                  <a:lnTo>
                    <a:pt x="295" y="312"/>
                  </a:lnTo>
                  <a:lnTo>
                    <a:pt x="293" y="313"/>
                  </a:lnTo>
                  <a:lnTo>
                    <a:pt x="292" y="313"/>
                  </a:lnTo>
                  <a:lnTo>
                    <a:pt x="291" y="315"/>
                  </a:lnTo>
                  <a:lnTo>
                    <a:pt x="287" y="315"/>
                  </a:lnTo>
                  <a:lnTo>
                    <a:pt x="286" y="313"/>
                  </a:lnTo>
                  <a:lnTo>
                    <a:pt x="287" y="312"/>
                  </a:lnTo>
                  <a:lnTo>
                    <a:pt x="286" y="309"/>
                  </a:lnTo>
                  <a:lnTo>
                    <a:pt x="286" y="308"/>
                  </a:lnTo>
                  <a:lnTo>
                    <a:pt x="283" y="308"/>
                  </a:lnTo>
                  <a:lnTo>
                    <a:pt x="282" y="308"/>
                  </a:lnTo>
                  <a:lnTo>
                    <a:pt x="282" y="311"/>
                  </a:lnTo>
                  <a:lnTo>
                    <a:pt x="280" y="309"/>
                  </a:lnTo>
                  <a:lnTo>
                    <a:pt x="279" y="308"/>
                  </a:lnTo>
                  <a:lnTo>
                    <a:pt x="276" y="307"/>
                  </a:lnTo>
                  <a:lnTo>
                    <a:pt x="272" y="301"/>
                  </a:lnTo>
                  <a:lnTo>
                    <a:pt x="271" y="300"/>
                  </a:lnTo>
                  <a:lnTo>
                    <a:pt x="272" y="300"/>
                  </a:lnTo>
                  <a:lnTo>
                    <a:pt x="274" y="301"/>
                  </a:lnTo>
                  <a:lnTo>
                    <a:pt x="275" y="301"/>
                  </a:lnTo>
                  <a:lnTo>
                    <a:pt x="275" y="300"/>
                  </a:lnTo>
                  <a:lnTo>
                    <a:pt x="274" y="299"/>
                  </a:lnTo>
                  <a:lnTo>
                    <a:pt x="272" y="297"/>
                  </a:lnTo>
                  <a:lnTo>
                    <a:pt x="274" y="296"/>
                  </a:lnTo>
                  <a:lnTo>
                    <a:pt x="274" y="295"/>
                  </a:lnTo>
                  <a:lnTo>
                    <a:pt x="275" y="293"/>
                  </a:lnTo>
                  <a:close/>
                  <a:moveTo>
                    <a:pt x="1397" y="292"/>
                  </a:moveTo>
                  <a:lnTo>
                    <a:pt x="1398" y="293"/>
                  </a:lnTo>
                  <a:lnTo>
                    <a:pt x="1398" y="295"/>
                  </a:lnTo>
                  <a:lnTo>
                    <a:pt x="1397" y="296"/>
                  </a:lnTo>
                  <a:lnTo>
                    <a:pt x="1394" y="293"/>
                  </a:lnTo>
                  <a:lnTo>
                    <a:pt x="1394" y="292"/>
                  </a:lnTo>
                  <a:lnTo>
                    <a:pt x="1397" y="292"/>
                  </a:lnTo>
                  <a:close/>
                  <a:moveTo>
                    <a:pt x="214" y="280"/>
                  </a:moveTo>
                  <a:lnTo>
                    <a:pt x="216" y="282"/>
                  </a:lnTo>
                  <a:lnTo>
                    <a:pt x="216" y="283"/>
                  </a:lnTo>
                  <a:lnTo>
                    <a:pt x="218" y="283"/>
                  </a:lnTo>
                  <a:lnTo>
                    <a:pt x="220" y="286"/>
                  </a:lnTo>
                  <a:lnTo>
                    <a:pt x="218" y="287"/>
                  </a:lnTo>
                  <a:lnTo>
                    <a:pt x="220" y="288"/>
                  </a:lnTo>
                  <a:lnTo>
                    <a:pt x="220" y="290"/>
                  </a:lnTo>
                  <a:lnTo>
                    <a:pt x="218" y="290"/>
                  </a:lnTo>
                  <a:lnTo>
                    <a:pt x="217" y="287"/>
                  </a:lnTo>
                  <a:lnTo>
                    <a:pt x="214" y="287"/>
                  </a:lnTo>
                  <a:lnTo>
                    <a:pt x="214" y="284"/>
                  </a:lnTo>
                  <a:lnTo>
                    <a:pt x="213" y="284"/>
                  </a:lnTo>
                  <a:lnTo>
                    <a:pt x="212" y="284"/>
                  </a:lnTo>
                  <a:lnTo>
                    <a:pt x="211" y="283"/>
                  </a:lnTo>
                  <a:lnTo>
                    <a:pt x="209" y="282"/>
                  </a:lnTo>
                  <a:lnTo>
                    <a:pt x="212" y="280"/>
                  </a:lnTo>
                  <a:lnTo>
                    <a:pt x="214" y="280"/>
                  </a:lnTo>
                  <a:close/>
                  <a:moveTo>
                    <a:pt x="502" y="259"/>
                  </a:moveTo>
                  <a:lnTo>
                    <a:pt x="503" y="259"/>
                  </a:lnTo>
                  <a:lnTo>
                    <a:pt x="504" y="262"/>
                  </a:lnTo>
                  <a:lnTo>
                    <a:pt x="503" y="263"/>
                  </a:lnTo>
                  <a:lnTo>
                    <a:pt x="502" y="262"/>
                  </a:lnTo>
                  <a:lnTo>
                    <a:pt x="502" y="259"/>
                  </a:lnTo>
                  <a:close/>
                  <a:moveTo>
                    <a:pt x="498" y="253"/>
                  </a:moveTo>
                  <a:lnTo>
                    <a:pt x="500" y="255"/>
                  </a:lnTo>
                  <a:lnTo>
                    <a:pt x="500" y="262"/>
                  </a:lnTo>
                  <a:lnTo>
                    <a:pt x="499" y="263"/>
                  </a:lnTo>
                  <a:lnTo>
                    <a:pt x="499" y="263"/>
                  </a:lnTo>
                  <a:lnTo>
                    <a:pt x="499" y="259"/>
                  </a:lnTo>
                  <a:lnTo>
                    <a:pt x="498" y="257"/>
                  </a:lnTo>
                  <a:lnTo>
                    <a:pt x="498" y="253"/>
                  </a:lnTo>
                  <a:lnTo>
                    <a:pt x="498" y="253"/>
                  </a:lnTo>
                  <a:close/>
                  <a:moveTo>
                    <a:pt x="495" y="247"/>
                  </a:moveTo>
                  <a:lnTo>
                    <a:pt x="496" y="249"/>
                  </a:lnTo>
                  <a:lnTo>
                    <a:pt x="496" y="251"/>
                  </a:lnTo>
                  <a:lnTo>
                    <a:pt x="495" y="250"/>
                  </a:lnTo>
                  <a:lnTo>
                    <a:pt x="494" y="247"/>
                  </a:lnTo>
                  <a:lnTo>
                    <a:pt x="495" y="247"/>
                  </a:lnTo>
                  <a:close/>
                  <a:moveTo>
                    <a:pt x="216" y="224"/>
                  </a:moveTo>
                  <a:lnTo>
                    <a:pt x="218" y="224"/>
                  </a:lnTo>
                  <a:lnTo>
                    <a:pt x="220" y="225"/>
                  </a:lnTo>
                  <a:lnTo>
                    <a:pt x="226" y="226"/>
                  </a:lnTo>
                  <a:lnTo>
                    <a:pt x="230" y="226"/>
                  </a:lnTo>
                  <a:lnTo>
                    <a:pt x="232" y="228"/>
                  </a:lnTo>
                  <a:lnTo>
                    <a:pt x="230" y="229"/>
                  </a:lnTo>
                  <a:lnTo>
                    <a:pt x="228" y="230"/>
                  </a:lnTo>
                  <a:lnTo>
                    <a:pt x="226" y="230"/>
                  </a:lnTo>
                  <a:lnTo>
                    <a:pt x="229" y="230"/>
                  </a:lnTo>
                  <a:lnTo>
                    <a:pt x="230" y="230"/>
                  </a:lnTo>
                  <a:lnTo>
                    <a:pt x="232" y="232"/>
                  </a:lnTo>
                  <a:lnTo>
                    <a:pt x="230" y="237"/>
                  </a:lnTo>
                  <a:lnTo>
                    <a:pt x="228" y="238"/>
                  </a:lnTo>
                  <a:lnTo>
                    <a:pt x="225" y="238"/>
                  </a:lnTo>
                  <a:lnTo>
                    <a:pt x="225" y="238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40"/>
                  </a:lnTo>
                  <a:lnTo>
                    <a:pt x="230" y="241"/>
                  </a:lnTo>
                  <a:lnTo>
                    <a:pt x="229" y="242"/>
                  </a:lnTo>
                  <a:lnTo>
                    <a:pt x="229" y="245"/>
                  </a:lnTo>
                  <a:lnTo>
                    <a:pt x="230" y="251"/>
                  </a:lnTo>
                  <a:lnTo>
                    <a:pt x="232" y="254"/>
                  </a:lnTo>
                  <a:lnTo>
                    <a:pt x="233" y="261"/>
                  </a:lnTo>
                  <a:lnTo>
                    <a:pt x="234" y="263"/>
                  </a:lnTo>
                  <a:lnTo>
                    <a:pt x="236" y="268"/>
                  </a:lnTo>
                  <a:lnTo>
                    <a:pt x="241" y="274"/>
                  </a:lnTo>
                  <a:lnTo>
                    <a:pt x="243" y="279"/>
                  </a:lnTo>
                  <a:lnTo>
                    <a:pt x="246" y="279"/>
                  </a:lnTo>
                  <a:lnTo>
                    <a:pt x="247" y="282"/>
                  </a:lnTo>
                  <a:lnTo>
                    <a:pt x="251" y="284"/>
                  </a:lnTo>
                  <a:lnTo>
                    <a:pt x="254" y="284"/>
                  </a:lnTo>
                  <a:lnTo>
                    <a:pt x="255" y="287"/>
                  </a:lnTo>
                  <a:lnTo>
                    <a:pt x="257" y="288"/>
                  </a:lnTo>
                  <a:lnTo>
                    <a:pt x="258" y="287"/>
                  </a:lnTo>
                  <a:lnTo>
                    <a:pt x="261" y="290"/>
                  </a:lnTo>
                  <a:lnTo>
                    <a:pt x="261" y="291"/>
                  </a:lnTo>
                  <a:lnTo>
                    <a:pt x="261" y="292"/>
                  </a:lnTo>
                  <a:lnTo>
                    <a:pt x="259" y="293"/>
                  </a:lnTo>
                  <a:lnTo>
                    <a:pt x="258" y="293"/>
                  </a:lnTo>
                  <a:lnTo>
                    <a:pt x="257" y="293"/>
                  </a:lnTo>
                  <a:lnTo>
                    <a:pt x="257" y="295"/>
                  </a:lnTo>
                  <a:lnTo>
                    <a:pt x="257" y="295"/>
                  </a:lnTo>
                  <a:lnTo>
                    <a:pt x="259" y="295"/>
                  </a:lnTo>
                  <a:lnTo>
                    <a:pt x="259" y="297"/>
                  </a:lnTo>
                  <a:lnTo>
                    <a:pt x="259" y="299"/>
                  </a:lnTo>
                  <a:lnTo>
                    <a:pt x="258" y="300"/>
                  </a:lnTo>
                  <a:lnTo>
                    <a:pt x="257" y="299"/>
                  </a:lnTo>
                  <a:lnTo>
                    <a:pt x="255" y="296"/>
                  </a:lnTo>
                  <a:lnTo>
                    <a:pt x="255" y="296"/>
                  </a:lnTo>
                  <a:lnTo>
                    <a:pt x="254" y="295"/>
                  </a:lnTo>
                  <a:lnTo>
                    <a:pt x="251" y="293"/>
                  </a:lnTo>
                  <a:lnTo>
                    <a:pt x="251" y="295"/>
                  </a:lnTo>
                  <a:lnTo>
                    <a:pt x="251" y="295"/>
                  </a:lnTo>
                  <a:lnTo>
                    <a:pt x="253" y="297"/>
                  </a:lnTo>
                  <a:lnTo>
                    <a:pt x="253" y="299"/>
                  </a:lnTo>
                  <a:lnTo>
                    <a:pt x="251" y="299"/>
                  </a:lnTo>
                  <a:lnTo>
                    <a:pt x="249" y="297"/>
                  </a:lnTo>
                  <a:lnTo>
                    <a:pt x="247" y="295"/>
                  </a:lnTo>
                  <a:lnTo>
                    <a:pt x="246" y="296"/>
                  </a:lnTo>
                  <a:lnTo>
                    <a:pt x="246" y="297"/>
                  </a:lnTo>
                  <a:lnTo>
                    <a:pt x="245" y="297"/>
                  </a:lnTo>
                  <a:lnTo>
                    <a:pt x="243" y="295"/>
                  </a:lnTo>
                  <a:lnTo>
                    <a:pt x="243" y="293"/>
                  </a:lnTo>
                  <a:lnTo>
                    <a:pt x="241" y="292"/>
                  </a:lnTo>
                  <a:lnTo>
                    <a:pt x="238" y="292"/>
                  </a:lnTo>
                  <a:lnTo>
                    <a:pt x="238" y="292"/>
                  </a:lnTo>
                  <a:lnTo>
                    <a:pt x="238" y="293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1" y="299"/>
                  </a:lnTo>
                  <a:lnTo>
                    <a:pt x="239" y="299"/>
                  </a:lnTo>
                  <a:lnTo>
                    <a:pt x="237" y="297"/>
                  </a:lnTo>
                  <a:lnTo>
                    <a:pt x="237" y="295"/>
                  </a:lnTo>
                  <a:lnTo>
                    <a:pt x="236" y="293"/>
                  </a:lnTo>
                  <a:lnTo>
                    <a:pt x="234" y="292"/>
                  </a:lnTo>
                  <a:lnTo>
                    <a:pt x="234" y="295"/>
                  </a:lnTo>
                  <a:lnTo>
                    <a:pt x="232" y="293"/>
                  </a:lnTo>
                  <a:lnTo>
                    <a:pt x="229" y="293"/>
                  </a:lnTo>
                  <a:lnTo>
                    <a:pt x="226" y="293"/>
                  </a:lnTo>
                  <a:lnTo>
                    <a:pt x="224" y="292"/>
                  </a:lnTo>
                  <a:lnTo>
                    <a:pt x="222" y="291"/>
                  </a:lnTo>
                  <a:lnTo>
                    <a:pt x="222" y="290"/>
                  </a:lnTo>
                  <a:lnTo>
                    <a:pt x="224" y="291"/>
                  </a:lnTo>
                  <a:lnTo>
                    <a:pt x="225" y="290"/>
                  </a:lnTo>
                  <a:lnTo>
                    <a:pt x="225" y="288"/>
                  </a:lnTo>
                  <a:lnTo>
                    <a:pt x="222" y="287"/>
                  </a:lnTo>
                  <a:lnTo>
                    <a:pt x="222" y="286"/>
                  </a:lnTo>
                  <a:lnTo>
                    <a:pt x="224" y="284"/>
                  </a:lnTo>
                  <a:lnTo>
                    <a:pt x="225" y="283"/>
                  </a:lnTo>
                  <a:lnTo>
                    <a:pt x="226" y="283"/>
                  </a:lnTo>
                  <a:lnTo>
                    <a:pt x="226" y="282"/>
                  </a:lnTo>
                  <a:lnTo>
                    <a:pt x="226" y="282"/>
                  </a:lnTo>
                  <a:lnTo>
                    <a:pt x="224" y="282"/>
                  </a:lnTo>
                  <a:lnTo>
                    <a:pt x="222" y="283"/>
                  </a:lnTo>
                  <a:lnTo>
                    <a:pt x="220" y="280"/>
                  </a:lnTo>
                  <a:lnTo>
                    <a:pt x="217" y="278"/>
                  </a:lnTo>
                  <a:lnTo>
                    <a:pt x="217" y="275"/>
                  </a:lnTo>
                  <a:lnTo>
                    <a:pt x="217" y="274"/>
                  </a:lnTo>
                  <a:lnTo>
                    <a:pt x="217" y="272"/>
                  </a:lnTo>
                  <a:lnTo>
                    <a:pt x="216" y="275"/>
                  </a:lnTo>
                  <a:lnTo>
                    <a:pt x="216" y="276"/>
                  </a:lnTo>
                  <a:lnTo>
                    <a:pt x="214" y="278"/>
                  </a:lnTo>
                  <a:lnTo>
                    <a:pt x="213" y="278"/>
                  </a:lnTo>
                  <a:lnTo>
                    <a:pt x="212" y="275"/>
                  </a:lnTo>
                  <a:lnTo>
                    <a:pt x="211" y="272"/>
                  </a:lnTo>
                  <a:lnTo>
                    <a:pt x="211" y="271"/>
                  </a:lnTo>
                  <a:lnTo>
                    <a:pt x="212" y="268"/>
                  </a:lnTo>
                  <a:lnTo>
                    <a:pt x="211" y="271"/>
                  </a:lnTo>
                  <a:lnTo>
                    <a:pt x="211" y="272"/>
                  </a:lnTo>
                  <a:lnTo>
                    <a:pt x="211" y="276"/>
                  </a:lnTo>
                  <a:lnTo>
                    <a:pt x="209" y="279"/>
                  </a:lnTo>
                  <a:lnTo>
                    <a:pt x="207" y="279"/>
                  </a:lnTo>
                  <a:lnTo>
                    <a:pt x="205" y="280"/>
                  </a:lnTo>
                  <a:lnTo>
                    <a:pt x="204" y="279"/>
                  </a:lnTo>
                  <a:lnTo>
                    <a:pt x="200" y="276"/>
                  </a:lnTo>
                  <a:lnTo>
                    <a:pt x="200" y="275"/>
                  </a:lnTo>
                  <a:lnTo>
                    <a:pt x="197" y="272"/>
                  </a:lnTo>
                  <a:lnTo>
                    <a:pt x="196" y="271"/>
                  </a:lnTo>
                  <a:lnTo>
                    <a:pt x="197" y="268"/>
                  </a:lnTo>
                  <a:lnTo>
                    <a:pt x="196" y="265"/>
                  </a:lnTo>
                  <a:lnTo>
                    <a:pt x="196" y="263"/>
                  </a:lnTo>
                  <a:lnTo>
                    <a:pt x="199" y="261"/>
                  </a:lnTo>
                  <a:lnTo>
                    <a:pt x="200" y="259"/>
                  </a:lnTo>
                  <a:lnTo>
                    <a:pt x="201" y="261"/>
                  </a:lnTo>
                  <a:lnTo>
                    <a:pt x="204" y="261"/>
                  </a:lnTo>
                  <a:lnTo>
                    <a:pt x="205" y="261"/>
                  </a:lnTo>
                  <a:lnTo>
                    <a:pt x="207" y="261"/>
                  </a:lnTo>
                  <a:lnTo>
                    <a:pt x="205" y="258"/>
                  </a:lnTo>
                  <a:lnTo>
                    <a:pt x="205" y="255"/>
                  </a:lnTo>
                  <a:lnTo>
                    <a:pt x="207" y="254"/>
                  </a:lnTo>
                  <a:lnTo>
                    <a:pt x="208" y="254"/>
                  </a:lnTo>
                  <a:lnTo>
                    <a:pt x="209" y="254"/>
                  </a:lnTo>
                  <a:lnTo>
                    <a:pt x="207" y="254"/>
                  </a:lnTo>
                  <a:lnTo>
                    <a:pt x="205" y="251"/>
                  </a:lnTo>
                  <a:lnTo>
                    <a:pt x="205" y="250"/>
                  </a:lnTo>
                  <a:lnTo>
                    <a:pt x="208" y="249"/>
                  </a:lnTo>
                  <a:lnTo>
                    <a:pt x="207" y="247"/>
                  </a:lnTo>
                  <a:lnTo>
                    <a:pt x="205" y="247"/>
                  </a:lnTo>
                  <a:lnTo>
                    <a:pt x="204" y="250"/>
                  </a:lnTo>
                  <a:lnTo>
                    <a:pt x="203" y="250"/>
                  </a:lnTo>
                  <a:lnTo>
                    <a:pt x="203" y="247"/>
                  </a:lnTo>
                  <a:lnTo>
                    <a:pt x="205" y="246"/>
                  </a:lnTo>
                  <a:lnTo>
                    <a:pt x="205" y="245"/>
                  </a:lnTo>
                  <a:lnTo>
                    <a:pt x="201" y="246"/>
                  </a:lnTo>
                  <a:lnTo>
                    <a:pt x="200" y="247"/>
                  </a:lnTo>
                  <a:lnTo>
                    <a:pt x="199" y="246"/>
                  </a:lnTo>
                  <a:lnTo>
                    <a:pt x="199" y="243"/>
                  </a:lnTo>
                  <a:lnTo>
                    <a:pt x="201" y="240"/>
                  </a:lnTo>
                  <a:lnTo>
                    <a:pt x="203" y="240"/>
                  </a:lnTo>
                  <a:lnTo>
                    <a:pt x="205" y="240"/>
                  </a:lnTo>
                  <a:lnTo>
                    <a:pt x="205" y="238"/>
                  </a:lnTo>
                  <a:lnTo>
                    <a:pt x="205" y="237"/>
                  </a:lnTo>
                  <a:lnTo>
                    <a:pt x="203" y="237"/>
                  </a:lnTo>
                  <a:lnTo>
                    <a:pt x="203" y="234"/>
                  </a:lnTo>
                  <a:lnTo>
                    <a:pt x="203" y="233"/>
                  </a:lnTo>
                  <a:lnTo>
                    <a:pt x="204" y="230"/>
                  </a:lnTo>
                  <a:lnTo>
                    <a:pt x="207" y="228"/>
                  </a:lnTo>
                  <a:lnTo>
                    <a:pt x="208" y="226"/>
                  </a:lnTo>
                  <a:lnTo>
                    <a:pt x="212" y="226"/>
                  </a:lnTo>
                  <a:lnTo>
                    <a:pt x="216" y="224"/>
                  </a:lnTo>
                  <a:close/>
                  <a:moveTo>
                    <a:pt x="428" y="212"/>
                  </a:moveTo>
                  <a:lnTo>
                    <a:pt x="430" y="212"/>
                  </a:lnTo>
                  <a:lnTo>
                    <a:pt x="432" y="212"/>
                  </a:lnTo>
                  <a:lnTo>
                    <a:pt x="432" y="215"/>
                  </a:lnTo>
                  <a:lnTo>
                    <a:pt x="430" y="217"/>
                  </a:lnTo>
                  <a:lnTo>
                    <a:pt x="428" y="217"/>
                  </a:lnTo>
                  <a:lnTo>
                    <a:pt x="426" y="220"/>
                  </a:lnTo>
                  <a:lnTo>
                    <a:pt x="425" y="221"/>
                  </a:lnTo>
                  <a:lnTo>
                    <a:pt x="423" y="224"/>
                  </a:lnTo>
                  <a:lnTo>
                    <a:pt x="421" y="224"/>
                  </a:lnTo>
                  <a:lnTo>
                    <a:pt x="420" y="222"/>
                  </a:lnTo>
                  <a:lnTo>
                    <a:pt x="420" y="220"/>
                  </a:lnTo>
                  <a:lnTo>
                    <a:pt x="421" y="218"/>
                  </a:lnTo>
                  <a:lnTo>
                    <a:pt x="424" y="217"/>
                  </a:lnTo>
                  <a:lnTo>
                    <a:pt x="423" y="215"/>
                  </a:lnTo>
                  <a:lnTo>
                    <a:pt x="425" y="212"/>
                  </a:lnTo>
                  <a:lnTo>
                    <a:pt x="428" y="212"/>
                  </a:lnTo>
                  <a:close/>
                  <a:moveTo>
                    <a:pt x="391" y="204"/>
                  </a:moveTo>
                  <a:lnTo>
                    <a:pt x="392" y="204"/>
                  </a:lnTo>
                  <a:lnTo>
                    <a:pt x="394" y="205"/>
                  </a:lnTo>
                  <a:lnTo>
                    <a:pt x="392" y="207"/>
                  </a:lnTo>
                  <a:lnTo>
                    <a:pt x="392" y="208"/>
                  </a:lnTo>
                  <a:lnTo>
                    <a:pt x="394" y="209"/>
                  </a:lnTo>
                  <a:lnTo>
                    <a:pt x="394" y="212"/>
                  </a:lnTo>
                  <a:lnTo>
                    <a:pt x="392" y="212"/>
                  </a:lnTo>
                  <a:lnTo>
                    <a:pt x="391" y="211"/>
                  </a:lnTo>
                  <a:lnTo>
                    <a:pt x="390" y="211"/>
                  </a:lnTo>
                  <a:lnTo>
                    <a:pt x="388" y="208"/>
                  </a:lnTo>
                  <a:lnTo>
                    <a:pt x="388" y="204"/>
                  </a:lnTo>
                  <a:lnTo>
                    <a:pt x="391" y="204"/>
                  </a:lnTo>
                  <a:close/>
                  <a:moveTo>
                    <a:pt x="355" y="197"/>
                  </a:moveTo>
                  <a:lnTo>
                    <a:pt x="357" y="197"/>
                  </a:lnTo>
                  <a:lnTo>
                    <a:pt x="358" y="200"/>
                  </a:lnTo>
                  <a:lnTo>
                    <a:pt x="359" y="203"/>
                  </a:lnTo>
                  <a:lnTo>
                    <a:pt x="362" y="204"/>
                  </a:lnTo>
                  <a:lnTo>
                    <a:pt x="363" y="207"/>
                  </a:lnTo>
                  <a:lnTo>
                    <a:pt x="363" y="208"/>
                  </a:lnTo>
                  <a:lnTo>
                    <a:pt x="361" y="208"/>
                  </a:lnTo>
                  <a:lnTo>
                    <a:pt x="358" y="211"/>
                  </a:lnTo>
                  <a:lnTo>
                    <a:pt x="357" y="212"/>
                  </a:lnTo>
                  <a:lnTo>
                    <a:pt x="355" y="213"/>
                  </a:lnTo>
                  <a:lnTo>
                    <a:pt x="354" y="212"/>
                  </a:lnTo>
                  <a:lnTo>
                    <a:pt x="353" y="213"/>
                  </a:lnTo>
                  <a:lnTo>
                    <a:pt x="353" y="211"/>
                  </a:lnTo>
                  <a:lnTo>
                    <a:pt x="351" y="211"/>
                  </a:lnTo>
                  <a:lnTo>
                    <a:pt x="351" y="212"/>
                  </a:lnTo>
                  <a:lnTo>
                    <a:pt x="351" y="213"/>
                  </a:lnTo>
                  <a:lnTo>
                    <a:pt x="350" y="213"/>
                  </a:lnTo>
                  <a:lnTo>
                    <a:pt x="349" y="212"/>
                  </a:lnTo>
                  <a:lnTo>
                    <a:pt x="349" y="208"/>
                  </a:lnTo>
                  <a:lnTo>
                    <a:pt x="349" y="205"/>
                  </a:lnTo>
                  <a:lnTo>
                    <a:pt x="347" y="204"/>
                  </a:lnTo>
                  <a:lnTo>
                    <a:pt x="346" y="201"/>
                  </a:lnTo>
                  <a:lnTo>
                    <a:pt x="349" y="200"/>
                  </a:lnTo>
                  <a:lnTo>
                    <a:pt x="351" y="200"/>
                  </a:lnTo>
                  <a:lnTo>
                    <a:pt x="353" y="197"/>
                  </a:lnTo>
                  <a:lnTo>
                    <a:pt x="355" y="197"/>
                  </a:lnTo>
                  <a:close/>
                  <a:moveTo>
                    <a:pt x="401" y="197"/>
                  </a:moveTo>
                  <a:lnTo>
                    <a:pt x="404" y="197"/>
                  </a:lnTo>
                  <a:lnTo>
                    <a:pt x="407" y="199"/>
                  </a:lnTo>
                  <a:lnTo>
                    <a:pt x="407" y="200"/>
                  </a:lnTo>
                  <a:lnTo>
                    <a:pt x="405" y="200"/>
                  </a:lnTo>
                  <a:lnTo>
                    <a:pt x="403" y="200"/>
                  </a:lnTo>
                  <a:lnTo>
                    <a:pt x="400" y="197"/>
                  </a:lnTo>
                  <a:lnTo>
                    <a:pt x="401" y="197"/>
                  </a:lnTo>
                  <a:close/>
                  <a:moveTo>
                    <a:pt x="432" y="192"/>
                  </a:moveTo>
                  <a:lnTo>
                    <a:pt x="433" y="195"/>
                  </a:lnTo>
                  <a:lnTo>
                    <a:pt x="436" y="197"/>
                  </a:lnTo>
                  <a:lnTo>
                    <a:pt x="436" y="201"/>
                  </a:lnTo>
                  <a:lnTo>
                    <a:pt x="438" y="204"/>
                  </a:lnTo>
                  <a:lnTo>
                    <a:pt x="438" y="205"/>
                  </a:lnTo>
                  <a:lnTo>
                    <a:pt x="436" y="207"/>
                  </a:lnTo>
                  <a:lnTo>
                    <a:pt x="434" y="205"/>
                  </a:lnTo>
                  <a:lnTo>
                    <a:pt x="432" y="205"/>
                  </a:lnTo>
                  <a:lnTo>
                    <a:pt x="430" y="204"/>
                  </a:lnTo>
                  <a:lnTo>
                    <a:pt x="428" y="204"/>
                  </a:lnTo>
                  <a:lnTo>
                    <a:pt x="428" y="203"/>
                  </a:lnTo>
                  <a:lnTo>
                    <a:pt x="429" y="199"/>
                  </a:lnTo>
                  <a:lnTo>
                    <a:pt x="429" y="196"/>
                  </a:lnTo>
                  <a:lnTo>
                    <a:pt x="432" y="192"/>
                  </a:lnTo>
                  <a:close/>
                  <a:moveTo>
                    <a:pt x="396" y="188"/>
                  </a:moveTo>
                  <a:lnTo>
                    <a:pt x="396" y="188"/>
                  </a:lnTo>
                  <a:lnTo>
                    <a:pt x="395" y="190"/>
                  </a:lnTo>
                  <a:lnTo>
                    <a:pt x="395" y="191"/>
                  </a:lnTo>
                  <a:lnTo>
                    <a:pt x="396" y="192"/>
                  </a:lnTo>
                  <a:lnTo>
                    <a:pt x="394" y="193"/>
                  </a:lnTo>
                  <a:lnTo>
                    <a:pt x="392" y="192"/>
                  </a:lnTo>
                  <a:lnTo>
                    <a:pt x="390" y="195"/>
                  </a:lnTo>
                  <a:lnTo>
                    <a:pt x="390" y="193"/>
                  </a:lnTo>
                  <a:lnTo>
                    <a:pt x="391" y="190"/>
                  </a:lnTo>
                  <a:lnTo>
                    <a:pt x="395" y="188"/>
                  </a:lnTo>
                  <a:lnTo>
                    <a:pt x="396" y="188"/>
                  </a:lnTo>
                  <a:close/>
                  <a:moveTo>
                    <a:pt x="462" y="162"/>
                  </a:moveTo>
                  <a:lnTo>
                    <a:pt x="465" y="163"/>
                  </a:lnTo>
                  <a:lnTo>
                    <a:pt x="463" y="163"/>
                  </a:lnTo>
                  <a:lnTo>
                    <a:pt x="461" y="163"/>
                  </a:lnTo>
                  <a:lnTo>
                    <a:pt x="459" y="163"/>
                  </a:lnTo>
                  <a:lnTo>
                    <a:pt x="462" y="162"/>
                  </a:lnTo>
                  <a:close/>
                  <a:moveTo>
                    <a:pt x="446" y="161"/>
                  </a:moveTo>
                  <a:lnTo>
                    <a:pt x="448" y="162"/>
                  </a:lnTo>
                  <a:lnTo>
                    <a:pt x="446" y="165"/>
                  </a:lnTo>
                  <a:lnTo>
                    <a:pt x="444" y="163"/>
                  </a:lnTo>
                  <a:lnTo>
                    <a:pt x="444" y="162"/>
                  </a:lnTo>
                  <a:lnTo>
                    <a:pt x="445" y="161"/>
                  </a:lnTo>
                  <a:lnTo>
                    <a:pt x="446" y="161"/>
                  </a:lnTo>
                  <a:close/>
                  <a:moveTo>
                    <a:pt x="453" y="159"/>
                  </a:moveTo>
                  <a:lnTo>
                    <a:pt x="455" y="159"/>
                  </a:lnTo>
                  <a:lnTo>
                    <a:pt x="454" y="161"/>
                  </a:lnTo>
                  <a:lnTo>
                    <a:pt x="453" y="162"/>
                  </a:lnTo>
                  <a:lnTo>
                    <a:pt x="450" y="162"/>
                  </a:lnTo>
                  <a:lnTo>
                    <a:pt x="450" y="161"/>
                  </a:lnTo>
                  <a:lnTo>
                    <a:pt x="451" y="159"/>
                  </a:lnTo>
                  <a:lnTo>
                    <a:pt x="453" y="159"/>
                  </a:lnTo>
                  <a:close/>
                  <a:moveTo>
                    <a:pt x="480" y="158"/>
                  </a:moveTo>
                  <a:lnTo>
                    <a:pt x="482" y="159"/>
                  </a:lnTo>
                  <a:lnTo>
                    <a:pt x="484" y="161"/>
                  </a:lnTo>
                  <a:lnTo>
                    <a:pt x="483" y="162"/>
                  </a:lnTo>
                  <a:lnTo>
                    <a:pt x="482" y="162"/>
                  </a:lnTo>
                  <a:lnTo>
                    <a:pt x="480" y="158"/>
                  </a:lnTo>
                  <a:close/>
                  <a:moveTo>
                    <a:pt x="473" y="154"/>
                  </a:moveTo>
                  <a:lnTo>
                    <a:pt x="475" y="155"/>
                  </a:lnTo>
                  <a:lnTo>
                    <a:pt x="473" y="157"/>
                  </a:lnTo>
                  <a:lnTo>
                    <a:pt x="471" y="157"/>
                  </a:lnTo>
                  <a:lnTo>
                    <a:pt x="471" y="155"/>
                  </a:lnTo>
                  <a:lnTo>
                    <a:pt x="471" y="154"/>
                  </a:lnTo>
                  <a:lnTo>
                    <a:pt x="473" y="154"/>
                  </a:lnTo>
                  <a:close/>
                  <a:moveTo>
                    <a:pt x="413" y="149"/>
                  </a:moveTo>
                  <a:lnTo>
                    <a:pt x="415" y="150"/>
                  </a:lnTo>
                  <a:lnTo>
                    <a:pt x="415" y="151"/>
                  </a:lnTo>
                  <a:lnTo>
                    <a:pt x="416" y="153"/>
                  </a:lnTo>
                  <a:lnTo>
                    <a:pt x="413" y="154"/>
                  </a:lnTo>
                  <a:lnTo>
                    <a:pt x="412" y="153"/>
                  </a:lnTo>
                  <a:lnTo>
                    <a:pt x="412" y="151"/>
                  </a:lnTo>
                  <a:lnTo>
                    <a:pt x="411" y="151"/>
                  </a:lnTo>
                  <a:lnTo>
                    <a:pt x="411" y="150"/>
                  </a:lnTo>
                  <a:lnTo>
                    <a:pt x="413" y="149"/>
                  </a:lnTo>
                  <a:close/>
                  <a:moveTo>
                    <a:pt x="462" y="145"/>
                  </a:moveTo>
                  <a:lnTo>
                    <a:pt x="463" y="146"/>
                  </a:lnTo>
                  <a:lnTo>
                    <a:pt x="463" y="146"/>
                  </a:lnTo>
                  <a:lnTo>
                    <a:pt x="462" y="147"/>
                  </a:lnTo>
                  <a:lnTo>
                    <a:pt x="461" y="149"/>
                  </a:lnTo>
                  <a:lnTo>
                    <a:pt x="462" y="149"/>
                  </a:lnTo>
                  <a:lnTo>
                    <a:pt x="461" y="150"/>
                  </a:lnTo>
                  <a:lnTo>
                    <a:pt x="459" y="149"/>
                  </a:lnTo>
                  <a:lnTo>
                    <a:pt x="459" y="147"/>
                  </a:lnTo>
                  <a:lnTo>
                    <a:pt x="462" y="145"/>
                  </a:lnTo>
                  <a:close/>
                  <a:moveTo>
                    <a:pt x="226" y="143"/>
                  </a:moveTo>
                  <a:lnTo>
                    <a:pt x="228" y="145"/>
                  </a:lnTo>
                  <a:lnTo>
                    <a:pt x="228" y="146"/>
                  </a:lnTo>
                  <a:lnTo>
                    <a:pt x="224" y="147"/>
                  </a:lnTo>
                  <a:lnTo>
                    <a:pt x="224" y="149"/>
                  </a:lnTo>
                  <a:lnTo>
                    <a:pt x="222" y="150"/>
                  </a:lnTo>
                  <a:lnTo>
                    <a:pt x="221" y="147"/>
                  </a:lnTo>
                  <a:lnTo>
                    <a:pt x="222" y="146"/>
                  </a:lnTo>
                  <a:lnTo>
                    <a:pt x="224" y="146"/>
                  </a:lnTo>
                  <a:lnTo>
                    <a:pt x="226" y="143"/>
                  </a:lnTo>
                  <a:close/>
                  <a:moveTo>
                    <a:pt x="466" y="143"/>
                  </a:move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7" y="146"/>
                  </a:lnTo>
                  <a:lnTo>
                    <a:pt x="466" y="146"/>
                  </a:lnTo>
                  <a:lnTo>
                    <a:pt x="466" y="145"/>
                  </a:lnTo>
                  <a:lnTo>
                    <a:pt x="466" y="143"/>
                  </a:lnTo>
                  <a:close/>
                  <a:moveTo>
                    <a:pt x="473" y="142"/>
                  </a:moveTo>
                  <a:lnTo>
                    <a:pt x="474" y="143"/>
                  </a:lnTo>
                  <a:lnTo>
                    <a:pt x="474" y="145"/>
                  </a:lnTo>
                  <a:lnTo>
                    <a:pt x="471" y="146"/>
                  </a:lnTo>
                  <a:lnTo>
                    <a:pt x="471" y="146"/>
                  </a:lnTo>
                  <a:lnTo>
                    <a:pt x="470" y="146"/>
                  </a:lnTo>
                  <a:lnTo>
                    <a:pt x="471" y="145"/>
                  </a:lnTo>
                  <a:lnTo>
                    <a:pt x="470" y="143"/>
                  </a:lnTo>
                  <a:lnTo>
                    <a:pt x="471" y="142"/>
                  </a:lnTo>
                  <a:lnTo>
                    <a:pt x="473" y="142"/>
                  </a:lnTo>
                  <a:close/>
                  <a:moveTo>
                    <a:pt x="462" y="136"/>
                  </a:moveTo>
                  <a:lnTo>
                    <a:pt x="465" y="136"/>
                  </a:lnTo>
                  <a:lnTo>
                    <a:pt x="465" y="137"/>
                  </a:lnTo>
                  <a:lnTo>
                    <a:pt x="463" y="140"/>
                  </a:lnTo>
                  <a:lnTo>
                    <a:pt x="462" y="138"/>
                  </a:lnTo>
                  <a:lnTo>
                    <a:pt x="459" y="137"/>
                  </a:lnTo>
                  <a:lnTo>
                    <a:pt x="459" y="137"/>
                  </a:lnTo>
                  <a:lnTo>
                    <a:pt x="461" y="136"/>
                  </a:lnTo>
                  <a:lnTo>
                    <a:pt x="462" y="136"/>
                  </a:lnTo>
                  <a:close/>
                  <a:moveTo>
                    <a:pt x="471" y="128"/>
                  </a:moveTo>
                  <a:lnTo>
                    <a:pt x="475" y="128"/>
                  </a:lnTo>
                  <a:lnTo>
                    <a:pt x="477" y="129"/>
                  </a:lnTo>
                  <a:lnTo>
                    <a:pt x="477" y="130"/>
                  </a:lnTo>
                  <a:lnTo>
                    <a:pt x="474" y="130"/>
                  </a:lnTo>
                  <a:lnTo>
                    <a:pt x="475" y="132"/>
                  </a:lnTo>
                  <a:lnTo>
                    <a:pt x="475" y="133"/>
                  </a:lnTo>
                  <a:lnTo>
                    <a:pt x="474" y="133"/>
                  </a:lnTo>
                  <a:lnTo>
                    <a:pt x="473" y="133"/>
                  </a:lnTo>
                  <a:lnTo>
                    <a:pt x="470" y="132"/>
                  </a:lnTo>
                  <a:lnTo>
                    <a:pt x="469" y="132"/>
                  </a:lnTo>
                  <a:lnTo>
                    <a:pt x="467" y="129"/>
                  </a:lnTo>
                  <a:lnTo>
                    <a:pt x="469" y="129"/>
                  </a:lnTo>
                  <a:lnTo>
                    <a:pt x="470" y="130"/>
                  </a:lnTo>
                  <a:lnTo>
                    <a:pt x="471" y="130"/>
                  </a:lnTo>
                  <a:lnTo>
                    <a:pt x="470" y="128"/>
                  </a:lnTo>
                  <a:lnTo>
                    <a:pt x="471" y="128"/>
                  </a:lnTo>
                  <a:close/>
                  <a:moveTo>
                    <a:pt x="425" y="118"/>
                  </a:moveTo>
                  <a:lnTo>
                    <a:pt x="425" y="120"/>
                  </a:lnTo>
                  <a:lnTo>
                    <a:pt x="425" y="121"/>
                  </a:lnTo>
                  <a:lnTo>
                    <a:pt x="426" y="122"/>
                  </a:lnTo>
                  <a:lnTo>
                    <a:pt x="426" y="124"/>
                  </a:lnTo>
                  <a:lnTo>
                    <a:pt x="425" y="125"/>
                  </a:lnTo>
                  <a:lnTo>
                    <a:pt x="426" y="128"/>
                  </a:lnTo>
                  <a:lnTo>
                    <a:pt x="425" y="130"/>
                  </a:lnTo>
                  <a:lnTo>
                    <a:pt x="425" y="129"/>
                  </a:lnTo>
                  <a:lnTo>
                    <a:pt x="424" y="126"/>
                  </a:lnTo>
                  <a:lnTo>
                    <a:pt x="424" y="126"/>
                  </a:lnTo>
                  <a:lnTo>
                    <a:pt x="423" y="126"/>
                  </a:lnTo>
                  <a:lnTo>
                    <a:pt x="421" y="126"/>
                  </a:lnTo>
                  <a:lnTo>
                    <a:pt x="420" y="122"/>
                  </a:lnTo>
                  <a:lnTo>
                    <a:pt x="421" y="124"/>
                  </a:lnTo>
                  <a:lnTo>
                    <a:pt x="423" y="124"/>
                  </a:lnTo>
                  <a:lnTo>
                    <a:pt x="423" y="122"/>
                  </a:lnTo>
                  <a:lnTo>
                    <a:pt x="421" y="120"/>
                  </a:lnTo>
                  <a:lnTo>
                    <a:pt x="421" y="118"/>
                  </a:lnTo>
                  <a:lnTo>
                    <a:pt x="423" y="118"/>
                  </a:lnTo>
                  <a:lnTo>
                    <a:pt x="425" y="118"/>
                  </a:lnTo>
                  <a:close/>
                  <a:moveTo>
                    <a:pt x="413" y="107"/>
                  </a:moveTo>
                  <a:lnTo>
                    <a:pt x="415" y="108"/>
                  </a:lnTo>
                  <a:lnTo>
                    <a:pt x="416" y="109"/>
                  </a:lnTo>
                  <a:lnTo>
                    <a:pt x="419" y="109"/>
                  </a:lnTo>
                  <a:lnTo>
                    <a:pt x="417" y="111"/>
                  </a:lnTo>
                  <a:lnTo>
                    <a:pt x="416" y="111"/>
                  </a:lnTo>
                  <a:lnTo>
                    <a:pt x="413" y="109"/>
                  </a:lnTo>
                  <a:lnTo>
                    <a:pt x="412" y="108"/>
                  </a:lnTo>
                  <a:lnTo>
                    <a:pt x="413" y="107"/>
                  </a:lnTo>
                  <a:close/>
                  <a:moveTo>
                    <a:pt x="423" y="104"/>
                  </a:moveTo>
                  <a:lnTo>
                    <a:pt x="424" y="105"/>
                  </a:lnTo>
                  <a:lnTo>
                    <a:pt x="426" y="105"/>
                  </a:lnTo>
                  <a:lnTo>
                    <a:pt x="426" y="107"/>
                  </a:lnTo>
                  <a:lnTo>
                    <a:pt x="425" y="108"/>
                  </a:lnTo>
                  <a:lnTo>
                    <a:pt x="423" y="107"/>
                  </a:lnTo>
                  <a:lnTo>
                    <a:pt x="420" y="108"/>
                  </a:lnTo>
                  <a:lnTo>
                    <a:pt x="419" y="107"/>
                  </a:lnTo>
                  <a:lnTo>
                    <a:pt x="420" y="104"/>
                  </a:lnTo>
                  <a:lnTo>
                    <a:pt x="423" y="104"/>
                  </a:lnTo>
                  <a:close/>
                  <a:moveTo>
                    <a:pt x="786" y="103"/>
                  </a:moveTo>
                  <a:lnTo>
                    <a:pt x="787" y="103"/>
                  </a:lnTo>
                  <a:lnTo>
                    <a:pt x="790" y="105"/>
                  </a:lnTo>
                  <a:lnTo>
                    <a:pt x="791" y="107"/>
                  </a:lnTo>
                  <a:lnTo>
                    <a:pt x="791" y="108"/>
                  </a:lnTo>
                  <a:lnTo>
                    <a:pt x="790" y="107"/>
                  </a:lnTo>
                  <a:lnTo>
                    <a:pt x="790" y="108"/>
                  </a:lnTo>
                  <a:lnTo>
                    <a:pt x="786" y="108"/>
                  </a:lnTo>
                  <a:lnTo>
                    <a:pt x="786" y="107"/>
                  </a:lnTo>
                  <a:lnTo>
                    <a:pt x="785" y="105"/>
                  </a:lnTo>
                  <a:lnTo>
                    <a:pt x="785" y="104"/>
                  </a:lnTo>
                  <a:lnTo>
                    <a:pt x="786" y="103"/>
                  </a:lnTo>
                  <a:close/>
                  <a:moveTo>
                    <a:pt x="291" y="99"/>
                  </a:moveTo>
                  <a:lnTo>
                    <a:pt x="292" y="100"/>
                  </a:lnTo>
                  <a:lnTo>
                    <a:pt x="292" y="103"/>
                  </a:lnTo>
                  <a:lnTo>
                    <a:pt x="293" y="104"/>
                  </a:lnTo>
                  <a:lnTo>
                    <a:pt x="295" y="104"/>
                  </a:lnTo>
                  <a:lnTo>
                    <a:pt x="296" y="105"/>
                  </a:lnTo>
                  <a:lnTo>
                    <a:pt x="299" y="105"/>
                  </a:lnTo>
                  <a:lnTo>
                    <a:pt x="300" y="107"/>
                  </a:lnTo>
                  <a:lnTo>
                    <a:pt x="299" y="109"/>
                  </a:lnTo>
                  <a:lnTo>
                    <a:pt x="299" y="113"/>
                  </a:lnTo>
                  <a:lnTo>
                    <a:pt x="300" y="113"/>
                  </a:lnTo>
                  <a:lnTo>
                    <a:pt x="301" y="113"/>
                  </a:lnTo>
                  <a:lnTo>
                    <a:pt x="301" y="117"/>
                  </a:lnTo>
                  <a:lnTo>
                    <a:pt x="301" y="118"/>
                  </a:lnTo>
                  <a:lnTo>
                    <a:pt x="300" y="121"/>
                  </a:lnTo>
                  <a:lnTo>
                    <a:pt x="301" y="122"/>
                  </a:lnTo>
                  <a:lnTo>
                    <a:pt x="301" y="124"/>
                  </a:lnTo>
                  <a:lnTo>
                    <a:pt x="299" y="125"/>
                  </a:lnTo>
                  <a:lnTo>
                    <a:pt x="297" y="124"/>
                  </a:lnTo>
                  <a:lnTo>
                    <a:pt x="296" y="125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87" y="133"/>
                  </a:lnTo>
                  <a:lnTo>
                    <a:pt x="283" y="136"/>
                  </a:lnTo>
                  <a:lnTo>
                    <a:pt x="282" y="136"/>
                  </a:lnTo>
                  <a:lnTo>
                    <a:pt x="278" y="138"/>
                  </a:lnTo>
                  <a:lnTo>
                    <a:pt x="274" y="143"/>
                  </a:lnTo>
                  <a:lnTo>
                    <a:pt x="268" y="147"/>
                  </a:lnTo>
                  <a:lnTo>
                    <a:pt x="267" y="147"/>
                  </a:lnTo>
                  <a:lnTo>
                    <a:pt x="266" y="151"/>
                  </a:lnTo>
                  <a:lnTo>
                    <a:pt x="265" y="155"/>
                  </a:lnTo>
                  <a:lnTo>
                    <a:pt x="261" y="157"/>
                  </a:lnTo>
                  <a:lnTo>
                    <a:pt x="261" y="161"/>
                  </a:lnTo>
                  <a:lnTo>
                    <a:pt x="259" y="162"/>
                  </a:lnTo>
                  <a:lnTo>
                    <a:pt x="258" y="165"/>
                  </a:lnTo>
                  <a:lnTo>
                    <a:pt x="254" y="168"/>
                  </a:lnTo>
                  <a:lnTo>
                    <a:pt x="253" y="170"/>
                  </a:lnTo>
                  <a:lnTo>
                    <a:pt x="253" y="167"/>
                  </a:lnTo>
                  <a:lnTo>
                    <a:pt x="251" y="170"/>
                  </a:lnTo>
                  <a:lnTo>
                    <a:pt x="251" y="171"/>
                  </a:lnTo>
                  <a:lnTo>
                    <a:pt x="254" y="172"/>
                  </a:lnTo>
                  <a:lnTo>
                    <a:pt x="253" y="174"/>
                  </a:lnTo>
                  <a:lnTo>
                    <a:pt x="250" y="175"/>
                  </a:lnTo>
                  <a:lnTo>
                    <a:pt x="250" y="176"/>
                  </a:lnTo>
                  <a:lnTo>
                    <a:pt x="250" y="178"/>
                  </a:lnTo>
                  <a:lnTo>
                    <a:pt x="250" y="180"/>
                  </a:lnTo>
                  <a:lnTo>
                    <a:pt x="249" y="182"/>
                  </a:lnTo>
                  <a:lnTo>
                    <a:pt x="247" y="180"/>
                  </a:lnTo>
                  <a:lnTo>
                    <a:pt x="245" y="180"/>
                  </a:lnTo>
                  <a:lnTo>
                    <a:pt x="246" y="182"/>
                  </a:lnTo>
                  <a:lnTo>
                    <a:pt x="247" y="183"/>
                  </a:lnTo>
                  <a:lnTo>
                    <a:pt x="246" y="184"/>
                  </a:lnTo>
                  <a:lnTo>
                    <a:pt x="243" y="183"/>
                  </a:lnTo>
                  <a:lnTo>
                    <a:pt x="241" y="182"/>
                  </a:lnTo>
                  <a:lnTo>
                    <a:pt x="239" y="182"/>
                  </a:lnTo>
                  <a:lnTo>
                    <a:pt x="239" y="186"/>
                  </a:lnTo>
                  <a:lnTo>
                    <a:pt x="241" y="186"/>
                  </a:lnTo>
                  <a:lnTo>
                    <a:pt x="242" y="186"/>
                  </a:lnTo>
                  <a:lnTo>
                    <a:pt x="241" y="188"/>
                  </a:lnTo>
                  <a:lnTo>
                    <a:pt x="239" y="188"/>
                  </a:lnTo>
                  <a:lnTo>
                    <a:pt x="237" y="187"/>
                  </a:lnTo>
                  <a:lnTo>
                    <a:pt x="236" y="187"/>
                  </a:lnTo>
                  <a:lnTo>
                    <a:pt x="238" y="191"/>
                  </a:lnTo>
                  <a:lnTo>
                    <a:pt x="239" y="192"/>
                  </a:lnTo>
                  <a:lnTo>
                    <a:pt x="239" y="195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9" y="200"/>
                  </a:lnTo>
                  <a:lnTo>
                    <a:pt x="239" y="201"/>
                  </a:lnTo>
                  <a:lnTo>
                    <a:pt x="239" y="203"/>
                  </a:lnTo>
                  <a:lnTo>
                    <a:pt x="237" y="201"/>
                  </a:lnTo>
                  <a:lnTo>
                    <a:pt x="236" y="201"/>
                  </a:lnTo>
                  <a:lnTo>
                    <a:pt x="234" y="199"/>
                  </a:lnTo>
                  <a:lnTo>
                    <a:pt x="233" y="197"/>
                  </a:lnTo>
                  <a:lnTo>
                    <a:pt x="233" y="199"/>
                  </a:lnTo>
                  <a:lnTo>
                    <a:pt x="234" y="201"/>
                  </a:lnTo>
                  <a:lnTo>
                    <a:pt x="237" y="205"/>
                  </a:lnTo>
                  <a:lnTo>
                    <a:pt x="238" y="209"/>
                  </a:lnTo>
                  <a:lnTo>
                    <a:pt x="237" y="211"/>
                  </a:lnTo>
                  <a:lnTo>
                    <a:pt x="236" y="209"/>
                  </a:lnTo>
                  <a:lnTo>
                    <a:pt x="236" y="208"/>
                  </a:lnTo>
                  <a:lnTo>
                    <a:pt x="234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0" y="207"/>
                  </a:lnTo>
                  <a:lnTo>
                    <a:pt x="230" y="208"/>
                  </a:lnTo>
                  <a:lnTo>
                    <a:pt x="232" y="208"/>
                  </a:lnTo>
                  <a:lnTo>
                    <a:pt x="234" y="208"/>
                  </a:lnTo>
                  <a:lnTo>
                    <a:pt x="236" y="212"/>
                  </a:lnTo>
                  <a:lnTo>
                    <a:pt x="237" y="213"/>
                  </a:lnTo>
                  <a:lnTo>
                    <a:pt x="237" y="215"/>
                  </a:lnTo>
                  <a:lnTo>
                    <a:pt x="236" y="217"/>
                  </a:lnTo>
                  <a:lnTo>
                    <a:pt x="236" y="220"/>
                  </a:lnTo>
                  <a:lnTo>
                    <a:pt x="234" y="222"/>
                  </a:lnTo>
                  <a:lnTo>
                    <a:pt x="233" y="224"/>
                  </a:lnTo>
                  <a:lnTo>
                    <a:pt x="232" y="225"/>
                  </a:lnTo>
                  <a:lnTo>
                    <a:pt x="229" y="225"/>
                  </a:lnTo>
                  <a:lnTo>
                    <a:pt x="226" y="224"/>
                  </a:lnTo>
                  <a:lnTo>
                    <a:pt x="225" y="221"/>
                  </a:lnTo>
                  <a:lnTo>
                    <a:pt x="225" y="221"/>
                  </a:lnTo>
                  <a:lnTo>
                    <a:pt x="224" y="222"/>
                  </a:lnTo>
                  <a:lnTo>
                    <a:pt x="225" y="224"/>
                  </a:lnTo>
                  <a:lnTo>
                    <a:pt x="224" y="225"/>
                  </a:lnTo>
                  <a:lnTo>
                    <a:pt x="221" y="224"/>
                  </a:lnTo>
                  <a:lnTo>
                    <a:pt x="220" y="222"/>
                  </a:lnTo>
                  <a:lnTo>
                    <a:pt x="217" y="222"/>
                  </a:lnTo>
                  <a:lnTo>
                    <a:pt x="214" y="224"/>
                  </a:lnTo>
                  <a:lnTo>
                    <a:pt x="212" y="225"/>
                  </a:lnTo>
                  <a:lnTo>
                    <a:pt x="208" y="225"/>
                  </a:lnTo>
                  <a:lnTo>
                    <a:pt x="208" y="224"/>
                  </a:lnTo>
                  <a:lnTo>
                    <a:pt x="208" y="224"/>
                  </a:lnTo>
                  <a:lnTo>
                    <a:pt x="208" y="221"/>
                  </a:lnTo>
                  <a:lnTo>
                    <a:pt x="208" y="220"/>
                  </a:lnTo>
                  <a:lnTo>
                    <a:pt x="209" y="217"/>
                  </a:lnTo>
                  <a:lnTo>
                    <a:pt x="213" y="216"/>
                  </a:lnTo>
                  <a:lnTo>
                    <a:pt x="213" y="215"/>
                  </a:lnTo>
                  <a:lnTo>
                    <a:pt x="214" y="215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7" y="215"/>
                  </a:lnTo>
                  <a:lnTo>
                    <a:pt x="216" y="213"/>
                  </a:lnTo>
                  <a:lnTo>
                    <a:pt x="214" y="213"/>
                  </a:lnTo>
                  <a:lnTo>
                    <a:pt x="212" y="213"/>
                  </a:lnTo>
                  <a:lnTo>
                    <a:pt x="208" y="216"/>
                  </a:lnTo>
                  <a:lnTo>
                    <a:pt x="207" y="217"/>
                  </a:lnTo>
                  <a:lnTo>
                    <a:pt x="207" y="218"/>
                  </a:lnTo>
                  <a:lnTo>
                    <a:pt x="205" y="218"/>
                  </a:lnTo>
                  <a:lnTo>
                    <a:pt x="203" y="218"/>
                  </a:lnTo>
                  <a:lnTo>
                    <a:pt x="200" y="216"/>
                  </a:lnTo>
                  <a:lnTo>
                    <a:pt x="201" y="215"/>
                  </a:lnTo>
                  <a:lnTo>
                    <a:pt x="203" y="215"/>
                  </a:lnTo>
                  <a:lnTo>
                    <a:pt x="204" y="213"/>
                  </a:lnTo>
                  <a:lnTo>
                    <a:pt x="203" y="212"/>
                  </a:lnTo>
                  <a:lnTo>
                    <a:pt x="204" y="211"/>
                  </a:lnTo>
                  <a:lnTo>
                    <a:pt x="205" y="208"/>
                  </a:lnTo>
                  <a:lnTo>
                    <a:pt x="207" y="209"/>
                  </a:lnTo>
                  <a:lnTo>
                    <a:pt x="207" y="208"/>
                  </a:lnTo>
                  <a:lnTo>
                    <a:pt x="208" y="208"/>
                  </a:lnTo>
                  <a:lnTo>
                    <a:pt x="207" y="207"/>
                  </a:lnTo>
                  <a:lnTo>
                    <a:pt x="207" y="205"/>
                  </a:lnTo>
                  <a:lnTo>
                    <a:pt x="208" y="204"/>
                  </a:lnTo>
                  <a:lnTo>
                    <a:pt x="208" y="203"/>
                  </a:lnTo>
                  <a:lnTo>
                    <a:pt x="209" y="201"/>
                  </a:lnTo>
                  <a:lnTo>
                    <a:pt x="212" y="201"/>
                  </a:lnTo>
                  <a:lnTo>
                    <a:pt x="213" y="203"/>
                  </a:lnTo>
                  <a:lnTo>
                    <a:pt x="216" y="203"/>
                  </a:lnTo>
                  <a:lnTo>
                    <a:pt x="217" y="204"/>
                  </a:lnTo>
                  <a:lnTo>
                    <a:pt x="220" y="205"/>
                  </a:lnTo>
                  <a:lnTo>
                    <a:pt x="218" y="204"/>
                  </a:lnTo>
                  <a:lnTo>
                    <a:pt x="218" y="203"/>
                  </a:lnTo>
                  <a:lnTo>
                    <a:pt x="217" y="203"/>
                  </a:lnTo>
                  <a:lnTo>
                    <a:pt x="214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1" y="199"/>
                  </a:lnTo>
                  <a:lnTo>
                    <a:pt x="212" y="197"/>
                  </a:lnTo>
                  <a:lnTo>
                    <a:pt x="214" y="197"/>
                  </a:lnTo>
                  <a:lnTo>
                    <a:pt x="214" y="196"/>
                  </a:lnTo>
                  <a:lnTo>
                    <a:pt x="212" y="196"/>
                  </a:lnTo>
                  <a:lnTo>
                    <a:pt x="209" y="196"/>
                  </a:lnTo>
                  <a:lnTo>
                    <a:pt x="208" y="196"/>
                  </a:lnTo>
                  <a:lnTo>
                    <a:pt x="209" y="195"/>
                  </a:lnTo>
                  <a:lnTo>
                    <a:pt x="211" y="193"/>
                  </a:lnTo>
                  <a:lnTo>
                    <a:pt x="213" y="193"/>
                  </a:lnTo>
                  <a:lnTo>
                    <a:pt x="216" y="192"/>
                  </a:lnTo>
                  <a:lnTo>
                    <a:pt x="216" y="192"/>
                  </a:lnTo>
                  <a:lnTo>
                    <a:pt x="216" y="191"/>
                  </a:lnTo>
                  <a:lnTo>
                    <a:pt x="213" y="192"/>
                  </a:lnTo>
                  <a:lnTo>
                    <a:pt x="212" y="191"/>
                  </a:lnTo>
                  <a:lnTo>
                    <a:pt x="211" y="191"/>
                  </a:lnTo>
                  <a:lnTo>
                    <a:pt x="209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3" y="186"/>
                  </a:lnTo>
                  <a:lnTo>
                    <a:pt x="216" y="186"/>
                  </a:lnTo>
                  <a:lnTo>
                    <a:pt x="217" y="186"/>
                  </a:lnTo>
                  <a:lnTo>
                    <a:pt x="218" y="183"/>
                  </a:lnTo>
                  <a:lnTo>
                    <a:pt x="217" y="183"/>
                  </a:lnTo>
                  <a:lnTo>
                    <a:pt x="216" y="184"/>
                  </a:lnTo>
                  <a:lnTo>
                    <a:pt x="213" y="184"/>
                  </a:lnTo>
                  <a:lnTo>
                    <a:pt x="213" y="183"/>
                  </a:lnTo>
                  <a:lnTo>
                    <a:pt x="212" y="183"/>
                  </a:lnTo>
                  <a:lnTo>
                    <a:pt x="211" y="184"/>
                  </a:lnTo>
                  <a:lnTo>
                    <a:pt x="209" y="184"/>
                  </a:lnTo>
                  <a:lnTo>
                    <a:pt x="209" y="183"/>
                  </a:lnTo>
                  <a:lnTo>
                    <a:pt x="209" y="180"/>
                  </a:lnTo>
                  <a:lnTo>
                    <a:pt x="209" y="179"/>
                  </a:lnTo>
                  <a:lnTo>
                    <a:pt x="209" y="179"/>
                  </a:lnTo>
                  <a:lnTo>
                    <a:pt x="208" y="179"/>
                  </a:lnTo>
                  <a:lnTo>
                    <a:pt x="205" y="178"/>
                  </a:lnTo>
                  <a:lnTo>
                    <a:pt x="205" y="175"/>
                  </a:lnTo>
                  <a:lnTo>
                    <a:pt x="205" y="171"/>
                  </a:lnTo>
                  <a:lnTo>
                    <a:pt x="207" y="171"/>
                  </a:lnTo>
                  <a:lnTo>
                    <a:pt x="207" y="172"/>
                  </a:lnTo>
                  <a:lnTo>
                    <a:pt x="208" y="174"/>
                  </a:lnTo>
                  <a:lnTo>
                    <a:pt x="211" y="175"/>
                  </a:lnTo>
                  <a:lnTo>
                    <a:pt x="212" y="174"/>
                  </a:lnTo>
                  <a:lnTo>
                    <a:pt x="213" y="171"/>
                  </a:lnTo>
                  <a:lnTo>
                    <a:pt x="213" y="170"/>
                  </a:lnTo>
                  <a:lnTo>
                    <a:pt x="213" y="168"/>
                  </a:lnTo>
                  <a:lnTo>
                    <a:pt x="216" y="167"/>
                  </a:lnTo>
                  <a:lnTo>
                    <a:pt x="218" y="167"/>
                  </a:lnTo>
                  <a:lnTo>
                    <a:pt x="221" y="168"/>
                  </a:lnTo>
                  <a:lnTo>
                    <a:pt x="222" y="167"/>
                  </a:lnTo>
                  <a:lnTo>
                    <a:pt x="222" y="165"/>
                  </a:lnTo>
                  <a:lnTo>
                    <a:pt x="222" y="163"/>
                  </a:lnTo>
                  <a:lnTo>
                    <a:pt x="221" y="162"/>
                  </a:lnTo>
                  <a:lnTo>
                    <a:pt x="220" y="163"/>
                  </a:lnTo>
                  <a:lnTo>
                    <a:pt x="218" y="163"/>
                  </a:lnTo>
                  <a:lnTo>
                    <a:pt x="218" y="161"/>
                  </a:lnTo>
                  <a:lnTo>
                    <a:pt x="218" y="158"/>
                  </a:lnTo>
                  <a:lnTo>
                    <a:pt x="220" y="157"/>
                  </a:lnTo>
                  <a:lnTo>
                    <a:pt x="224" y="157"/>
                  </a:lnTo>
                  <a:lnTo>
                    <a:pt x="225" y="155"/>
                  </a:lnTo>
                  <a:lnTo>
                    <a:pt x="224" y="155"/>
                  </a:lnTo>
                  <a:lnTo>
                    <a:pt x="224" y="154"/>
                  </a:lnTo>
                  <a:lnTo>
                    <a:pt x="224" y="151"/>
                  </a:lnTo>
                  <a:lnTo>
                    <a:pt x="225" y="150"/>
                  </a:lnTo>
                  <a:lnTo>
                    <a:pt x="228" y="149"/>
                  </a:lnTo>
                  <a:lnTo>
                    <a:pt x="228" y="147"/>
                  </a:lnTo>
                  <a:lnTo>
                    <a:pt x="229" y="146"/>
                  </a:lnTo>
                  <a:lnTo>
                    <a:pt x="232" y="146"/>
                  </a:lnTo>
                  <a:lnTo>
                    <a:pt x="233" y="145"/>
                  </a:lnTo>
                  <a:lnTo>
                    <a:pt x="234" y="143"/>
                  </a:lnTo>
                  <a:lnTo>
                    <a:pt x="232" y="142"/>
                  </a:lnTo>
                  <a:lnTo>
                    <a:pt x="232" y="141"/>
                  </a:lnTo>
                  <a:lnTo>
                    <a:pt x="234" y="140"/>
                  </a:lnTo>
                  <a:lnTo>
                    <a:pt x="236" y="137"/>
                  </a:lnTo>
                  <a:lnTo>
                    <a:pt x="237" y="137"/>
                  </a:lnTo>
                  <a:lnTo>
                    <a:pt x="237" y="138"/>
                  </a:lnTo>
                  <a:lnTo>
                    <a:pt x="237" y="140"/>
                  </a:lnTo>
                  <a:lnTo>
                    <a:pt x="237" y="141"/>
                  </a:lnTo>
                  <a:lnTo>
                    <a:pt x="237" y="141"/>
                  </a:lnTo>
                  <a:lnTo>
                    <a:pt x="238" y="140"/>
                  </a:lnTo>
                  <a:lnTo>
                    <a:pt x="239" y="138"/>
                  </a:lnTo>
                  <a:lnTo>
                    <a:pt x="239" y="138"/>
                  </a:lnTo>
                  <a:lnTo>
                    <a:pt x="239" y="137"/>
                  </a:lnTo>
                  <a:lnTo>
                    <a:pt x="238" y="134"/>
                  </a:lnTo>
                  <a:lnTo>
                    <a:pt x="238" y="133"/>
                  </a:lnTo>
                  <a:lnTo>
                    <a:pt x="239" y="132"/>
                  </a:lnTo>
                  <a:lnTo>
                    <a:pt x="241" y="132"/>
                  </a:lnTo>
                  <a:lnTo>
                    <a:pt x="245" y="130"/>
                  </a:lnTo>
                  <a:lnTo>
                    <a:pt x="249" y="130"/>
                  </a:lnTo>
                  <a:lnTo>
                    <a:pt x="250" y="132"/>
                  </a:lnTo>
                  <a:lnTo>
                    <a:pt x="251" y="134"/>
                  </a:lnTo>
                  <a:lnTo>
                    <a:pt x="251" y="133"/>
                  </a:lnTo>
                  <a:lnTo>
                    <a:pt x="251" y="130"/>
                  </a:lnTo>
                  <a:lnTo>
                    <a:pt x="251" y="129"/>
                  </a:lnTo>
                  <a:lnTo>
                    <a:pt x="253" y="129"/>
                  </a:lnTo>
                  <a:lnTo>
                    <a:pt x="253" y="130"/>
                  </a:lnTo>
                  <a:lnTo>
                    <a:pt x="254" y="132"/>
                  </a:lnTo>
                  <a:lnTo>
                    <a:pt x="257" y="130"/>
                  </a:lnTo>
                  <a:lnTo>
                    <a:pt x="258" y="126"/>
                  </a:lnTo>
                  <a:lnTo>
                    <a:pt x="259" y="125"/>
                  </a:lnTo>
                  <a:lnTo>
                    <a:pt x="262" y="126"/>
                  </a:lnTo>
                  <a:lnTo>
                    <a:pt x="263" y="126"/>
                  </a:lnTo>
                  <a:lnTo>
                    <a:pt x="265" y="125"/>
                  </a:lnTo>
                  <a:lnTo>
                    <a:pt x="268" y="122"/>
                  </a:lnTo>
                  <a:lnTo>
                    <a:pt x="270" y="121"/>
                  </a:lnTo>
                  <a:lnTo>
                    <a:pt x="271" y="120"/>
                  </a:lnTo>
                  <a:lnTo>
                    <a:pt x="271" y="118"/>
                  </a:lnTo>
                  <a:lnTo>
                    <a:pt x="271" y="117"/>
                  </a:lnTo>
                  <a:lnTo>
                    <a:pt x="274" y="117"/>
                  </a:lnTo>
                  <a:lnTo>
                    <a:pt x="274" y="116"/>
                  </a:lnTo>
                  <a:lnTo>
                    <a:pt x="272" y="113"/>
                  </a:lnTo>
                  <a:lnTo>
                    <a:pt x="272" y="112"/>
                  </a:lnTo>
                  <a:lnTo>
                    <a:pt x="274" y="109"/>
                  </a:lnTo>
                  <a:lnTo>
                    <a:pt x="275" y="108"/>
                  </a:lnTo>
                  <a:lnTo>
                    <a:pt x="276" y="107"/>
                  </a:lnTo>
                  <a:lnTo>
                    <a:pt x="278" y="107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3" y="101"/>
                  </a:lnTo>
                  <a:lnTo>
                    <a:pt x="284" y="100"/>
                  </a:lnTo>
                  <a:lnTo>
                    <a:pt x="287" y="101"/>
                  </a:lnTo>
                  <a:lnTo>
                    <a:pt x="288" y="103"/>
                  </a:lnTo>
                  <a:lnTo>
                    <a:pt x="288" y="101"/>
                  </a:lnTo>
                  <a:lnTo>
                    <a:pt x="291" y="99"/>
                  </a:lnTo>
                  <a:close/>
                  <a:moveTo>
                    <a:pt x="977" y="99"/>
                  </a:moveTo>
                  <a:lnTo>
                    <a:pt x="978" y="101"/>
                  </a:lnTo>
                  <a:lnTo>
                    <a:pt x="980" y="103"/>
                  </a:lnTo>
                  <a:lnTo>
                    <a:pt x="978" y="104"/>
                  </a:lnTo>
                  <a:lnTo>
                    <a:pt x="976" y="105"/>
                  </a:lnTo>
                  <a:lnTo>
                    <a:pt x="976" y="105"/>
                  </a:lnTo>
                  <a:lnTo>
                    <a:pt x="973" y="105"/>
                  </a:lnTo>
                  <a:lnTo>
                    <a:pt x="972" y="103"/>
                  </a:lnTo>
                  <a:lnTo>
                    <a:pt x="974" y="103"/>
                  </a:lnTo>
                  <a:lnTo>
                    <a:pt x="976" y="101"/>
                  </a:lnTo>
                  <a:lnTo>
                    <a:pt x="977" y="99"/>
                  </a:lnTo>
                  <a:lnTo>
                    <a:pt x="977" y="99"/>
                  </a:lnTo>
                  <a:close/>
                  <a:moveTo>
                    <a:pt x="1232" y="84"/>
                  </a:moveTo>
                  <a:lnTo>
                    <a:pt x="1235" y="86"/>
                  </a:lnTo>
                  <a:lnTo>
                    <a:pt x="1235" y="88"/>
                  </a:lnTo>
                  <a:lnTo>
                    <a:pt x="1235" y="90"/>
                  </a:lnTo>
                  <a:lnTo>
                    <a:pt x="1234" y="88"/>
                  </a:lnTo>
                  <a:lnTo>
                    <a:pt x="1232" y="86"/>
                  </a:lnTo>
                  <a:lnTo>
                    <a:pt x="1232" y="84"/>
                  </a:lnTo>
                  <a:lnTo>
                    <a:pt x="1232" y="84"/>
                  </a:lnTo>
                  <a:close/>
                  <a:moveTo>
                    <a:pt x="1228" y="82"/>
                  </a:moveTo>
                  <a:lnTo>
                    <a:pt x="1230" y="83"/>
                  </a:lnTo>
                  <a:lnTo>
                    <a:pt x="1230" y="86"/>
                  </a:lnTo>
                  <a:lnTo>
                    <a:pt x="1230" y="86"/>
                  </a:lnTo>
                  <a:lnTo>
                    <a:pt x="1228" y="87"/>
                  </a:lnTo>
                  <a:lnTo>
                    <a:pt x="1227" y="86"/>
                  </a:lnTo>
                  <a:lnTo>
                    <a:pt x="1226" y="83"/>
                  </a:lnTo>
                  <a:lnTo>
                    <a:pt x="1227" y="83"/>
                  </a:lnTo>
                  <a:lnTo>
                    <a:pt x="1228" y="82"/>
                  </a:lnTo>
                  <a:close/>
                  <a:moveTo>
                    <a:pt x="1232" y="80"/>
                  </a:moveTo>
                  <a:lnTo>
                    <a:pt x="1234" y="80"/>
                  </a:lnTo>
                  <a:lnTo>
                    <a:pt x="1235" y="83"/>
                  </a:lnTo>
                  <a:lnTo>
                    <a:pt x="1235" y="84"/>
                  </a:lnTo>
                  <a:lnTo>
                    <a:pt x="1234" y="84"/>
                  </a:lnTo>
                  <a:lnTo>
                    <a:pt x="1232" y="82"/>
                  </a:lnTo>
                  <a:lnTo>
                    <a:pt x="1232" y="80"/>
                  </a:lnTo>
                  <a:close/>
                  <a:moveTo>
                    <a:pt x="706" y="78"/>
                  </a:moveTo>
                  <a:lnTo>
                    <a:pt x="707" y="79"/>
                  </a:lnTo>
                  <a:lnTo>
                    <a:pt x="707" y="80"/>
                  </a:lnTo>
                  <a:lnTo>
                    <a:pt x="708" y="83"/>
                  </a:lnTo>
                  <a:lnTo>
                    <a:pt x="710" y="84"/>
                  </a:lnTo>
                  <a:lnTo>
                    <a:pt x="710" y="88"/>
                  </a:lnTo>
                  <a:lnTo>
                    <a:pt x="711" y="90"/>
                  </a:lnTo>
                  <a:lnTo>
                    <a:pt x="711" y="91"/>
                  </a:lnTo>
                  <a:lnTo>
                    <a:pt x="710" y="92"/>
                  </a:lnTo>
                  <a:lnTo>
                    <a:pt x="710" y="93"/>
                  </a:lnTo>
                  <a:lnTo>
                    <a:pt x="708" y="95"/>
                  </a:lnTo>
                  <a:lnTo>
                    <a:pt x="707" y="93"/>
                  </a:lnTo>
                  <a:lnTo>
                    <a:pt x="704" y="93"/>
                  </a:lnTo>
                  <a:lnTo>
                    <a:pt x="698" y="92"/>
                  </a:lnTo>
                  <a:lnTo>
                    <a:pt x="695" y="92"/>
                  </a:lnTo>
                  <a:lnTo>
                    <a:pt x="694" y="91"/>
                  </a:lnTo>
                  <a:lnTo>
                    <a:pt x="694" y="90"/>
                  </a:lnTo>
                  <a:lnTo>
                    <a:pt x="696" y="90"/>
                  </a:lnTo>
                  <a:lnTo>
                    <a:pt x="698" y="88"/>
                  </a:lnTo>
                  <a:lnTo>
                    <a:pt x="696" y="87"/>
                  </a:lnTo>
                  <a:lnTo>
                    <a:pt x="695" y="86"/>
                  </a:lnTo>
                  <a:lnTo>
                    <a:pt x="694" y="83"/>
                  </a:lnTo>
                  <a:lnTo>
                    <a:pt x="695" y="82"/>
                  </a:lnTo>
                  <a:lnTo>
                    <a:pt x="698" y="82"/>
                  </a:lnTo>
                  <a:lnTo>
                    <a:pt x="702" y="79"/>
                  </a:lnTo>
                  <a:lnTo>
                    <a:pt x="706" y="78"/>
                  </a:lnTo>
                  <a:close/>
                  <a:moveTo>
                    <a:pt x="1235" y="78"/>
                  </a:moveTo>
                  <a:lnTo>
                    <a:pt x="1236" y="78"/>
                  </a:lnTo>
                  <a:lnTo>
                    <a:pt x="1236" y="80"/>
                  </a:lnTo>
                  <a:lnTo>
                    <a:pt x="1236" y="82"/>
                  </a:lnTo>
                  <a:lnTo>
                    <a:pt x="1235" y="82"/>
                  </a:lnTo>
                  <a:lnTo>
                    <a:pt x="1235" y="79"/>
                  </a:lnTo>
                  <a:lnTo>
                    <a:pt x="1235" y="78"/>
                  </a:lnTo>
                  <a:close/>
                  <a:moveTo>
                    <a:pt x="818" y="70"/>
                  </a:moveTo>
                  <a:lnTo>
                    <a:pt x="818" y="72"/>
                  </a:lnTo>
                  <a:lnTo>
                    <a:pt x="818" y="75"/>
                  </a:lnTo>
                  <a:lnTo>
                    <a:pt x="816" y="75"/>
                  </a:lnTo>
                  <a:lnTo>
                    <a:pt x="815" y="74"/>
                  </a:lnTo>
                  <a:lnTo>
                    <a:pt x="814" y="74"/>
                  </a:lnTo>
                  <a:lnTo>
                    <a:pt x="814" y="72"/>
                  </a:lnTo>
                  <a:lnTo>
                    <a:pt x="814" y="71"/>
                  </a:lnTo>
                  <a:lnTo>
                    <a:pt x="818" y="70"/>
                  </a:lnTo>
                  <a:close/>
                  <a:moveTo>
                    <a:pt x="534" y="67"/>
                  </a:moveTo>
                  <a:lnTo>
                    <a:pt x="536" y="70"/>
                  </a:lnTo>
                  <a:lnTo>
                    <a:pt x="536" y="70"/>
                  </a:lnTo>
                  <a:lnTo>
                    <a:pt x="536" y="71"/>
                  </a:lnTo>
                  <a:lnTo>
                    <a:pt x="536" y="71"/>
                  </a:lnTo>
                  <a:lnTo>
                    <a:pt x="534" y="72"/>
                  </a:lnTo>
                  <a:lnTo>
                    <a:pt x="533" y="74"/>
                  </a:lnTo>
                  <a:lnTo>
                    <a:pt x="530" y="74"/>
                  </a:lnTo>
                  <a:lnTo>
                    <a:pt x="529" y="74"/>
                  </a:lnTo>
                  <a:lnTo>
                    <a:pt x="527" y="74"/>
                  </a:lnTo>
                  <a:lnTo>
                    <a:pt x="527" y="72"/>
                  </a:lnTo>
                  <a:lnTo>
                    <a:pt x="524" y="72"/>
                  </a:lnTo>
                  <a:lnTo>
                    <a:pt x="524" y="72"/>
                  </a:lnTo>
                  <a:lnTo>
                    <a:pt x="524" y="70"/>
                  </a:lnTo>
                  <a:lnTo>
                    <a:pt x="527" y="71"/>
                  </a:lnTo>
                  <a:lnTo>
                    <a:pt x="528" y="70"/>
                  </a:lnTo>
                  <a:lnTo>
                    <a:pt x="528" y="68"/>
                  </a:lnTo>
                  <a:lnTo>
                    <a:pt x="529" y="68"/>
                  </a:lnTo>
                  <a:lnTo>
                    <a:pt x="530" y="70"/>
                  </a:lnTo>
                  <a:lnTo>
                    <a:pt x="532" y="70"/>
                  </a:lnTo>
                  <a:lnTo>
                    <a:pt x="532" y="70"/>
                  </a:lnTo>
                  <a:lnTo>
                    <a:pt x="532" y="68"/>
                  </a:lnTo>
                  <a:lnTo>
                    <a:pt x="533" y="67"/>
                  </a:lnTo>
                  <a:lnTo>
                    <a:pt x="534" y="67"/>
                  </a:lnTo>
                  <a:close/>
                  <a:moveTo>
                    <a:pt x="512" y="58"/>
                  </a:moveTo>
                  <a:lnTo>
                    <a:pt x="513" y="58"/>
                  </a:lnTo>
                  <a:lnTo>
                    <a:pt x="513" y="59"/>
                  </a:lnTo>
                  <a:lnTo>
                    <a:pt x="511" y="61"/>
                  </a:lnTo>
                  <a:lnTo>
                    <a:pt x="509" y="61"/>
                  </a:lnTo>
                  <a:lnTo>
                    <a:pt x="508" y="61"/>
                  </a:lnTo>
                  <a:lnTo>
                    <a:pt x="511" y="59"/>
                  </a:lnTo>
                  <a:lnTo>
                    <a:pt x="512" y="58"/>
                  </a:lnTo>
                  <a:close/>
                  <a:moveTo>
                    <a:pt x="523" y="55"/>
                  </a:moveTo>
                  <a:lnTo>
                    <a:pt x="524" y="55"/>
                  </a:lnTo>
                  <a:lnTo>
                    <a:pt x="524" y="58"/>
                  </a:lnTo>
                  <a:lnTo>
                    <a:pt x="524" y="58"/>
                  </a:lnTo>
                  <a:lnTo>
                    <a:pt x="524" y="61"/>
                  </a:lnTo>
                  <a:lnTo>
                    <a:pt x="523" y="61"/>
                  </a:lnTo>
                  <a:lnTo>
                    <a:pt x="523" y="59"/>
                  </a:lnTo>
                  <a:lnTo>
                    <a:pt x="521" y="58"/>
                  </a:lnTo>
                  <a:lnTo>
                    <a:pt x="520" y="59"/>
                  </a:lnTo>
                  <a:lnTo>
                    <a:pt x="519" y="61"/>
                  </a:lnTo>
                  <a:lnTo>
                    <a:pt x="519" y="59"/>
                  </a:lnTo>
                  <a:lnTo>
                    <a:pt x="520" y="58"/>
                  </a:lnTo>
                  <a:lnTo>
                    <a:pt x="521" y="55"/>
                  </a:lnTo>
                  <a:lnTo>
                    <a:pt x="523" y="55"/>
                  </a:lnTo>
                  <a:close/>
                  <a:moveTo>
                    <a:pt x="530" y="50"/>
                  </a:moveTo>
                  <a:lnTo>
                    <a:pt x="532" y="51"/>
                  </a:lnTo>
                  <a:lnTo>
                    <a:pt x="532" y="53"/>
                  </a:lnTo>
                  <a:lnTo>
                    <a:pt x="534" y="53"/>
                  </a:lnTo>
                  <a:lnTo>
                    <a:pt x="534" y="54"/>
                  </a:lnTo>
                  <a:lnTo>
                    <a:pt x="533" y="55"/>
                  </a:lnTo>
                  <a:lnTo>
                    <a:pt x="532" y="55"/>
                  </a:lnTo>
                  <a:lnTo>
                    <a:pt x="532" y="53"/>
                  </a:lnTo>
                  <a:lnTo>
                    <a:pt x="530" y="51"/>
                  </a:lnTo>
                  <a:lnTo>
                    <a:pt x="530" y="50"/>
                  </a:lnTo>
                  <a:close/>
                  <a:moveTo>
                    <a:pt x="1309" y="47"/>
                  </a:moveTo>
                  <a:lnTo>
                    <a:pt x="1307" y="50"/>
                  </a:lnTo>
                  <a:lnTo>
                    <a:pt x="1306" y="51"/>
                  </a:lnTo>
                  <a:lnTo>
                    <a:pt x="1306" y="50"/>
                  </a:lnTo>
                  <a:lnTo>
                    <a:pt x="1306" y="49"/>
                  </a:lnTo>
                  <a:lnTo>
                    <a:pt x="1309" y="47"/>
                  </a:lnTo>
                  <a:close/>
                  <a:moveTo>
                    <a:pt x="530" y="47"/>
                  </a:moveTo>
                  <a:lnTo>
                    <a:pt x="532" y="47"/>
                  </a:lnTo>
                  <a:lnTo>
                    <a:pt x="530" y="50"/>
                  </a:lnTo>
                  <a:lnTo>
                    <a:pt x="528" y="50"/>
                  </a:lnTo>
                  <a:lnTo>
                    <a:pt x="528" y="49"/>
                  </a:lnTo>
                  <a:lnTo>
                    <a:pt x="528" y="47"/>
                  </a:lnTo>
                  <a:lnTo>
                    <a:pt x="530" y="47"/>
                  </a:lnTo>
                  <a:close/>
                  <a:moveTo>
                    <a:pt x="454" y="47"/>
                  </a:moveTo>
                  <a:lnTo>
                    <a:pt x="455" y="47"/>
                  </a:lnTo>
                  <a:lnTo>
                    <a:pt x="457" y="49"/>
                  </a:lnTo>
                  <a:lnTo>
                    <a:pt x="457" y="51"/>
                  </a:lnTo>
                  <a:lnTo>
                    <a:pt x="457" y="53"/>
                  </a:lnTo>
                  <a:lnTo>
                    <a:pt x="454" y="54"/>
                  </a:lnTo>
                  <a:lnTo>
                    <a:pt x="453" y="54"/>
                  </a:lnTo>
                  <a:lnTo>
                    <a:pt x="453" y="53"/>
                  </a:lnTo>
                  <a:lnTo>
                    <a:pt x="453" y="50"/>
                  </a:lnTo>
                  <a:lnTo>
                    <a:pt x="453" y="47"/>
                  </a:lnTo>
                  <a:lnTo>
                    <a:pt x="454" y="47"/>
                  </a:lnTo>
                  <a:close/>
                  <a:moveTo>
                    <a:pt x="1286" y="45"/>
                  </a:moveTo>
                  <a:lnTo>
                    <a:pt x="1289" y="45"/>
                  </a:lnTo>
                  <a:lnTo>
                    <a:pt x="1292" y="46"/>
                  </a:lnTo>
                  <a:lnTo>
                    <a:pt x="1293" y="46"/>
                  </a:lnTo>
                  <a:lnTo>
                    <a:pt x="1293" y="45"/>
                  </a:lnTo>
                  <a:lnTo>
                    <a:pt x="1296" y="47"/>
                  </a:lnTo>
                  <a:lnTo>
                    <a:pt x="1297" y="49"/>
                  </a:lnTo>
                  <a:lnTo>
                    <a:pt x="1296" y="50"/>
                  </a:lnTo>
                  <a:lnTo>
                    <a:pt x="1298" y="53"/>
                  </a:lnTo>
                  <a:lnTo>
                    <a:pt x="1298" y="55"/>
                  </a:lnTo>
                  <a:lnTo>
                    <a:pt x="1297" y="57"/>
                  </a:lnTo>
                  <a:lnTo>
                    <a:pt x="1294" y="58"/>
                  </a:lnTo>
                  <a:lnTo>
                    <a:pt x="1292" y="57"/>
                  </a:lnTo>
                  <a:lnTo>
                    <a:pt x="1289" y="54"/>
                  </a:lnTo>
                  <a:lnTo>
                    <a:pt x="1286" y="54"/>
                  </a:lnTo>
                  <a:lnTo>
                    <a:pt x="1284" y="54"/>
                  </a:lnTo>
                  <a:lnTo>
                    <a:pt x="1282" y="53"/>
                  </a:lnTo>
                  <a:lnTo>
                    <a:pt x="1282" y="49"/>
                  </a:lnTo>
                  <a:lnTo>
                    <a:pt x="1284" y="47"/>
                  </a:lnTo>
                  <a:lnTo>
                    <a:pt x="1285" y="47"/>
                  </a:lnTo>
                  <a:lnTo>
                    <a:pt x="1285" y="46"/>
                  </a:lnTo>
                  <a:lnTo>
                    <a:pt x="1286" y="46"/>
                  </a:lnTo>
                  <a:lnTo>
                    <a:pt x="1286" y="45"/>
                  </a:lnTo>
                  <a:close/>
                  <a:moveTo>
                    <a:pt x="1192" y="43"/>
                  </a:moveTo>
                  <a:lnTo>
                    <a:pt x="1193" y="43"/>
                  </a:lnTo>
                  <a:lnTo>
                    <a:pt x="1194" y="46"/>
                  </a:lnTo>
                  <a:lnTo>
                    <a:pt x="1193" y="46"/>
                  </a:lnTo>
                  <a:lnTo>
                    <a:pt x="1192" y="46"/>
                  </a:lnTo>
                  <a:lnTo>
                    <a:pt x="1190" y="45"/>
                  </a:lnTo>
                  <a:lnTo>
                    <a:pt x="1192" y="43"/>
                  </a:lnTo>
                  <a:close/>
                  <a:moveTo>
                    <a:pt x="1210" y="42"/>
                  </a:moveTo>
                  <a:lnTo>
                    <a:pt x="1211" y="43"/>
                  </a:lnTo>
                  <a:lnTo>
                    <a:pt x="1211" y="45"/>
                  </a:lnTo>
                  <a:lnTo>
                    <a:pt x="1210" y="45"/>
                  </a:lnTo>
                  <a:lnTo>
                    <a:pt x="1209" y="43"/>
                  </a:lnTo>
                  <a:lnTo>
                    <a:pt x="1210" y="42"/>
                  </a:lnTo>
                  <a:close/>
                  <a:moveTo>
                    <a:pt x="1201" y="41"/>
                  </a:moveTo>
                  <a:lnTo>
                    <a:pt x="1203" y="42"/>
                  </a:lnTo>
                  <a:lnTo>
                    <a:pt x="1202" y="43"/>
                  </a:lnTo>
                  <a:lnTo>
                    <a:pt x="1201" y="43"/>
                  </a:lnTo>
                  <a:lnTo>
                    <a:pt x="1199" y="42"/>
                  </a:lnTo>
                  <a:lnTo>
                    <a:pt x="1201" y="41"/>
                  </a:lnTo>
                  <a:close/>
                  <a:moveTo>
                    <a:pt x="516" y="37"/>
                  </a:moveTo>
                  <a:lnTo>
                    <a:pt x="516" y="38"/>
                  </a:lnTo>
                  <a:lnTo>
                    <a:pt x="516" y="41"/>
                  </a:lnTo>
                  <a:lnTo>
                    <a:pt x="515" y="42"/>
                  </a:lnTo>
                  <a:lnTo>
                    <a:pt x="515" y="43"/>
                  </a:lnTo>
                  <a:lnTo>
                    <a:pt x="513" y="46"/>
                  </a:lnTo>
                  <a:lnTo>
                    <a:pt x="511" y="47"/>
                  </a:lnTo>
                  <a:lnTo>
                    <a:pt x="511" y="46"/>
                  </a:lnTo>
                  <a:lnTo>
                    <a:pt x="511" y="45"/>
                  </a:lnTo>
                  <a:lnTo>
                    <a:pt x="509" y="46"/>
                  </a:lnTo>
                  <a:lnTo>
                    <a:pt x="508" y="47"/>
                  </a:lnTo>
                  <a:lnTo>
                    <a:pt x="507" y="49"/>
                  </a:lnTo>
                  <a:lnTo>
                    <a:pt x="505" y="49"/>
                  </a:lnTo>
                  <a:lnTo>
                    <a:pt x="505" y="46"/>
                  </a:lnTo>
                  <a:lnTo>
                    <a:pt x="508" y="42"/>
                  </a:lnTo>
                  <a:lnTo>
                    <a:pt x="511" y="41"/>
                  </a:lnTo>
                  <a:lnTo>
                    <a:pt x="513" y="39"/>
                  </a:lnTo>
                  <a:lnTo>
                    <a:pt x="515" y="38"/>
                  </a:lnTo>
                  <a:lnTo>
                    <a:pt x="516" y="37"/>
                  </a:lnTo>
                  <a:close/>
                  <a:moveTo>
                    <a:pt x="465" y="29"/>
                  </a:moveTo>
                  <a:lnTo>
                    <a:pt x="467" y="30"/>
                  </a:lnTo>
                  <a:lnTo>
                    <a:pt x="467" y="32"/>
                  </a:lnTo>
                  <a:lnTo>
                    <a:pt x="466" y="32"/>
                  </a:lnTo>
                  <a:lnTo>
                    <a:pt x="465" y="30"/>
                  </a:lnTo>
                  <a:lnTo>
                    <a:pt x="465" y="29"/>
                  </a:lnTo>
                  <a:close/>
                  <a:moveTo>
                    <a:pt x="897" y="26"/>
                  </a:moveTo>
                  <a:lnTo>
                    <a:pt x="898" y="28"/>
                  </a:lnTo>
                  <a:lnTo>
                    <a:pt x="901" y="30"/>
                  </a:lnTo>
                  <a:lnTo>
                    <a:pt x="903" y="30"/>
                  </a:lnTo>
                  <a:lnTo>
                    <a:pt x="906" y="30"/>
                  </a:lnTo>
                  <a:lnTo>
                    <a:pt x="910" y="34"/>
                  </a:lnTo>
                  <a:lnTo>
                    <a:pt x="910" y="36"/>
                  </a:lnTo>
                  <a:lnTo>
                    <a:pt x="908" y="36"/>
                  </a:lnTo>
                  <a:lnTo>
                    <a:pt x="906" y="33"/>
                  </a:lnTo>
                  <a:lnTo>
                    <a:pt x="903" y="33"/>
                  </a:lnTo>
                  <a:lnTo>
                    <a:pt x="901" y="32"/>
                  </a:lnTo>
                  <a:lnTo>
                    <a:pt x="898" y="32"/>
                  </a:lnTo>
                  <a:lnTo>
                    <a:pt x="897" y="30"/>
                  </a:lnTo>
                  <a:lnTo>
                    <a:pt x="895" y="28"/>
                  </a:lnTo>
                  <a:lnTo>
                    <a:pt x="897" y="26"/>
                  </a:lnTo>
                  <a:close/>
                  <a:moveTo>
                    <a:pt x="113" y="21"/>
                  </a:moveTo>
                  <a:lnTo>
                    <a:pt x="116" y="25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18" y="29"/>
                  </a:lnTo>
                  <a:lnTo>
                    <a:pt x="118" y="32"/>
                  </a:lnTo>
                  <a:lnTo>
                    <a:pt x="114" y="30"/>
                  </a:lnTo>
                  <a:lnTo>
                    <a:pt x="113" y="32"/>
                  </a:lnTo>
                  <a:lnTo>
                    <a:pt x="110" y="32"/>
                  </a:lnTo>
                  <a:lnTo>
                    <a:pt x="110" y="30"/>
                  </a:lnTo>
                  <a:lnTo>
                    <a:pt x="108" y="29"/>
                  </a:lnTo>
                  <a:lnTo>
                    <a:pt x="109" y="28"/>
                  </a:lnTo>
                  <a:lnTo>
                    <a:pt x="112" y="28"/>
                  </a:lnTo>
                  <a:lnTo>
                    <a:pt x="112" y="26"/>
                  </a:lnTo>
                  <a:lnTo>
                    <a:pt x="112" y="22"/>
                  </a:lnTo>
                  <a:lnTo>
                    <a:pt x="113" y="21"/>
                  </a:lnTo>
                  <a:close/>
                  <a:moveTo>
                    <a:pt x="172" y="20"/>
                  </a:moveTo>
                  <a:lnTo>
                    <a:pt x="174" y="20"/>
                  </a:lnTo>
                  <a:lnTo>
                    <a:pt x="176" y="22"/>
                  </a:lnTo>
                  <a:lnTo>
                    <a:pt x="175" y="24"/>
                  </a:lnTo>
                  <a:lnTo>
                    <a:pt x="174" y="22"/>
                  </a:lnTo>
                  <a:lnTo>
                    <a:pt x="171" y="22"/>
                  </a:lnTo>
                  <a:lnTo>
                    <a:pt x="172" y="20"/>
                  </a:lnTo>
                  <a:close/>
                  <a:moveTo>
                    <a:pt x="104" y="17"/>
                  </a:moveTo>
                  <a:lnTo>
                    <a:pt x="106" y="18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08" y="24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3" y="22"/>
                  </a:lnTo>
                  <a:lnTo>
                    <a:pt x="104" y="21"/>
                  </a:lnTo>
                  <a:lnTo>
                    <a:pt x="104" y="17"/>
                  </a:lnTo>
                  <a:close/>
                  <a:moveTo>
                    <a:pt x="958" y="16"/>
                  </a:moveTo>
                  <a:lnTo>
                    <a:pt x="960" y="16"/>
                  </a:lnTo>
                  <a:lnTo>
                    <a:pt x="964" y="17"/>
                  </a:lnTo>
                  <a:lnTo>
                    <a:pt x="965" y="16"/>
                  </a:lnTo>
                  <a:lnTo>
                    <a:pt x="968" y="16"/>
                  </a:lnTo>
                  <a:lnTo>
                    <a:pt x="969" y="18"/>
                  </a:lnTo>
                  <a:lnTo>
                    <a:pt x="973" y="18"/>
                  </a:lnTo>
                  <a:lnTo>
                    <a:pt x="976" y="20"/>
                  </a:lnTo>
                  <a:lnTo>
                    <a:pt x="981" y="22"/>
                  </a:lnTo>
                  <a:lnTo>
                    <a:pt x="983" y="26"/>
                  </a:lnTo>
                  <a:lnTo>
                    <a:pt x="985" y="29"/>
                  </a:lnTo>
                  <a:lnTo>
                    <a:pt x="986" y="30"/>
                  </a:lnTo>
                  <a:lnTo>
                    <a:pt x="985" y="33"/>
                  </a:lnTo>
                  <a:lnTo>
                    <a:pt x="982" y="32"/>
                  </a:lnTo>
                  <a:lnTo>
                    <a:pt x="978" y="33"/>
                  </a:lnTo>
                  <a:lnTo>
                    <a:pt x="976" y="34"/>
                  </a:lnTo>
                  <a:lnTo>
                    <a:pt x="970" y="34"/>
                  </a:lnTo>
                  <a:lnTo>
                    <a:pt x="968" y="34"/>
                  </a:lnTo>
                  <a:lnTo>
                    <a:pt x="962" y="34"/>
                  </a:lnTo>
                  <a:lnTo>
                    <a:pt x="960" y="33"/>
                  </a:lnTo>
                  <a:lnTo>
                    <a:pt x="956" y="36"/>
                  </a:lnTo>
                  <a:lnTo>
                    <a:pt x="953" y="38"/>
                  </a:lnTo>
                  <a:lnTo>
                    <a:pt x="952" y="39"/>
                  </a:lnTo>
                  <a:lnTo>
                    <a:pt x="951" y="39"/>
                  </a:lnTo>
                  <a:lnTo>
                    <a:pt x="951" y="37"/>
                  </a:lnTo>
                  <a:lnTo>
                    <a:pt x="953" y="34"/>
                  </a:lnTo>
                  <a:lnTo>
                    <a:pt x="954" y="29"/>
                  </a:lnTo>
                  <a:lnTo>
                    <a:pt x="954" y="24"/>
                  </a:lnTo>
                  <a:lnTo>
                    <a:pt x="954" y="22"/>
                  </a:lnTo>
                  <a:lnTo>
                    <a:pt x="957" y="18"/>
                  </a:lnTo>
                  <a:lnTo>
                    <a:pt x="958" y="16"/>
                  </a:lnTo>
                  <a:close/>
                  <a:moveTo>
                    <a:pt x="179" y="13"/>
                  </a:moveTo>
                  <a:lnTo>
                    <a:pt x="182" y="13"/>
                  </a:lnTo>
                  <a:lnTo>
                    <a:pt x="182" y="17"/>
                  </a:lnTo>
                  <a:lnTo>
                    <a:pt x="180" y="21"/>
                  </a:lnTo>
                  <a:lnTo>
                    <a:pt x="178" y="20"/>
                  </a:lnTo>
                  <a:lnTo>
                    <a:pt x="175" y="18"/>
                  </a:lnTo>
                  <a:lnTo>
                    <a:pt x="172" y="17"/>
                  </a:lnTo>
                  <a:lnTo>
                    <a:pt x="172" y="16"/>
                  </a:lnTo>
                  <a:lnTo>
                    <a:pt x="176" y="13"/>
                  </a:lnTo>
                  <a:lnTo>
                    <a:pt x="179" y="13"/>
                  </a:lnTo>
                  <a:close/>
                  <a:moveTo>
                    <a:pt x="135" y="12"/>
                  </a:moveTo>
                  <a:lnTo>
                    <a:pt x="137" y="13"/>
                  </a:lnTo>
                  <a:lnTo>
                    <a:pt x="137" y="14"/>
                  </a:lnTo>
                  <a:lnTo>
                    <a:pt x="137" y="17"/>
                  </a:lnTo>
                  <a:lnTo>
                    <a:pt x="135" y="16"/>
                  </a:lnTo>
                  <a:lnTo>
                    <a:pt x="135" y="14"/>
                  </a:lnTo>
                  <a:lnTo>
                    <a:pt x="135" y="12"/>
                  </a:lnTo>
                  <a:close/>
                  <a:moveTo>
                    <a:pt x="129" y="12"/>
                  </a:moveTo>
                  <a:lnTo>
                    <a:pt x="132" y="14"/>
                  </a:lnTo>
                  <a:lnTo>
                    <a:pt x="133" y="14"/>
                  </a:lnTo>
                  <a:lnTo>
                    <a:pt x="133" y="16"/>
                  </a:lnTo>
                  <a:lnTo>
                    <a:pt x="132" y="18"/>
                  </a:lnTo>
                  <a:lnTo>
                    <a:pt x="130" y="21"/>
                  </a:lnTo>
                  <a:lnTo>
                    <a:pt x="126" y="20"/>
                  </a:lnTo>
                  <a:lnTo>
                    <a:pt x="125" y="18"/>
                  </a:lnTo>
                  <a:lnTo>
                    <a:pt x="128" y="17"/>
                  </a:lnTo>
                  <a:lnTo>
                    <a:pt x="128" y="16"/>
                  </a:lnTo>
                  <a:lnTo>
                    <a:pt x="126" y="13"/>
                  </a:lnTo>
                  <a:lnTo>
                    <a:pt x="128" y="12"/>
                  </a:lnTo>
                  <a:lnTo>
                    <a:pt x="129" y="12"/>
                  </a:lnTo>
                  <a:close/>
                  <a:moveTo>
                    <a:pt x="143" y="9"/>
                  </a:moveTo>
                  <a:lnTo>
                    <a:pt x="145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3" y="14"/>
                  </a:lnTo>
                  <a:lnTo>
                    <a:pt x="141" y="13"/>
                  </a:lnTo>
                  <a:lnTo>
                    <a:pt x="139" y="12"/>
                  </a:lnTo>
                  <a:lnTo>
                    <a:pt x="141" y="11"/>
                  </a:lnTo>
                  <a:lnTo>
                    <a:pt x="142" y="9"/>
                  </a:lnTo>
                  <a:lnTo>
                    <a:pt x="143" y="9"/>
                  </a:lnTo>
                  <a:close/>
                  <a:moveTo>
                    <a:pt x="941" y="7"/>
                  </a:moveTo>
                  <a:lnTo>
                    <a:pt x="943" y="7"/>
                  </a:lnTo>
                  <a:lnTo>
                    <a:pt x="944" y="11"/>
                  </a:lnTo>
                  <a:lnTo>
                    <a:pt x="948" y="13"/>
                  </a:lnTo>
                  <a:lnTo>
                    <a:pt x="948" y="16"/>
                  </a:lnTo>
                  <a:lnTo>
                    <a:pt x="947" y="17"/>
                  </a:lnTo>
                  <a:lnTo>
                    <a:pt x="945" y="20"/>
                  </a:lnTo>
                  <a:lnTo>
                    <a:pt x="947" y="21"/>
                  </a:lnTo>
                  <a:lnTo>
                    <a:pt x="945" y="21"/>
                  </a:lnTo>
                  <a:lnTo>
                    <a:pt x="943" y="21"/>
                  </a:lnTo>
                  <a:lnTo>
                    <a:pt x="941" y="17"/>
                  </a:lnTo>
                  <a:lnTo>
                    <a:pt x="939" y="17"/>
                  </a:lnTo>
                  <a:lnTo>
                    <a:pt x="939" y="16"/>
                  </a:lnTo>
                  <a:lnTo>
                    <a:pt x="939" y="14"/>
                  </a:lnTo>
                  <a:lnTo>
                    <a:pt x="937" y="12"/>
                  </a:lnTo>
                  <a:lnTo>
                    <a:pt x="936" y="9"/>
                  </a:lnTo>
                  <a:lnTo>
                    <a:pt x="939" y="8"/>
                  </a:lnTo>
                  <a:lnTo>
                    <a:pt x="941" y="7"/>
                  </a:lnTo>
                  <a:close/>
                  <a:moveTo>
                    <a:pt x="135" y="5"/>
                  </a:moveTo>
                  <a:lnTo>
                    <a:pt x="138" y="5"/>
                  </a:lnTo>
                  <a:lnTo>
                    <a:pt x="138" y="7"/>
                  </a:lnTo>
                  <a:lnTo>
                    <a:pt x="137" y="9"/>
                  </a:lnTo>
                  <a:lnTo>
                    <a:pt x="135" y="11"/>
                  </a:lnTo>
                  <a:lnTo>
                    <a:pt x="134" y="9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5" y="5"/>
                  </a:lnTo>
                  <a:close/>
                  <a:moveTo>
                    <a:pt x="154" y="5"/>
                  </a:moveTo>
                  <a:lnTo>
                    <a:pt x="157" y="7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3"/>
                  </a:lnTo>
                  <a:lnTo>
                    <a:pt x="159" y="16"/>
                  </a:lnTo>
                  <a:lnTo>
                    <a:pt x="159" y="17"/>
                  </a:lnTo>
                  <a:lnTo>
                    <a:pt x="157" y="17"/>
                  </a:lnTo>
                  <a:lnTo>
                    <a:pt x="153" y="18"/>
                  </a:lnTo>
                  <a:lnTo>
                    <a:pt x="151" y="18"/>
                  </a:lnTo>
                  <a:lnTo>
                    <a:pt x="150" y="16"/>
                  </a:lnTo>
                  <a:lnTo>
                    <a:pt x="149" y="13"/>
                  </a:lnTo>
                  <a:lnTo>
                    <a:pt x="147" y="9"/>
                  </a:lnTo>
                  <a:lnTo>
                    <a:pt x="147" y="8"/>
                  </a:lnTo>
                  <a:lnTo>
                    <a:pt x="150" y="7"/>
                  </a:lnTo>
                  <a:lnTo>
                    <a:pt x="153" y="5"/>
                  </a:lnTo>
                  <a:lnTo>
                    <a:pt x="154" y="5"/>
                  </a:lnTo>
                  <a:close/>
                  <a:moveTo>
                    <a:pt x="143" y="4"/>
                  </a:moveTo>
                  <a:lnTo>
                    <a:pt x="142" y="5"/>
                  </a:lnTo>
                  <a:lnTo>
                    <a:pt x="142" y="7"/>
                  </a:lnTo>
                  <a:lnTo>
                    <a:pt x="141" y="8"/>
                  </a:lnTo>
                  <a:lnTo>
                    <a:pt x="141" y="5"/>
                  </a:lnTo>
                  <a:lnTo>
                    <a:pt x="143" y="4"/>
                  </a:lnTo>
                  <a:close/>
                  <a:moveTo>
                    <a:pt x="147" y="4"/>
                  </a:moveTo>
                  <a:lnTo>
                    <a:pt x="149" y="5"/>
                  </a:lnTo>
                  <a:lnTo>
                    <a:pt x="147" y="7"/>
                  </a:lnTo>
                  <a:lnTo>
                    <a:pt x="146" y="7"/>
                  </a:lnTo>
                  <a:lnTo>
                    <a:pt x="145" y="7"/>
                  </a:lnTo>
                  <a:lnTo>
                    <a:pt x="145" y="5"/>
                  </a:lnTo>
                  <a:lnTo>
                    <a:pt x="146" y="5"/>
                  </a:lnTo>
                  <a:lnTo>
                    <a:pt x="146" y="4"/>
                  </a:lnTo>
                  <a:lnTo>
                    <a:pt x="147" y="4"/>
                  </a:lnTo>
                  <a:close/>
                  <a:moveTo>
                    <a:pt x="596" y="3"/>
                  </a:moveTo>
                  <a:lnTo>
                    <a:pt x="599" y="4"/>
                  </a:lnTo>
                  <a:lnTo>
                    <a:pt x="600" y="7"/>
                  </a:lnTo>
                  <a:lnTo>
                    <a:pt x="599" y="9"/>
                  </a:lnTo>
                  <a:lnTo>
                    <a:pt x="598" y="11"/>
                  </a:lnTo>
                  <a:lnTo>
                    <a:pt x="596" y="9"/>
                  </a:lnTo>
                  <a:lnTo>
                    <a:pt x="598" y="8"/>
                  </a:lnTo>
                  <a:lnTo>
                    <a:pt x="595" y="5"/>
                  </a:lnTo>
                  <a:lnTo>
                    <a:pt x="595" y="4"/>
                  </a:lnTo>
                  <a:lnTo>
                    <a:pt x="596" y="3"/>
                  </a:lnTo>
                  <a:close/>
                  <a:moveTo>
                    <a:pt x="128" y="1"/>
                  </a:moveTo>
                  <a:lnTo>
                    <a:pt x="129" y="3"/>
                  </a:lnTo>
                  <a:lnTo>
                    <a:pt x="129" y="5"/>
                  </a:lnTo>
                  <a:lnTo>
                    <a:pt x="130" y="8"/>
                  </a:lnTo>
                  <a:lnTo>
                    <a:pt x="129" y="8"/>
                  </a:lnTo>
                  <a:lnTo>
                    <a:pt x="126" y="8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8" y="1"/>
                  </a:lnTo>
                  <a:close/>
                  <a:moveTo>
                    <a:pt x="135" y="1"/>
                  </a:moveTo>
                  <a:lnTo>
                    <a:pt x="138" y="1"/>
                  </a:lnTo>
                  <a:lnTo>
                    <a:pt x="139" y="4"/>
                  </a:lnTo>
                  <a:lnTo>
                    <a:pt x="139" y="5"/>
                  </a:lnTo>
                  <a:lnTo>
                    <a:pt x="137" y="4"/>
                  </a:lnTo>
                  <a:lnTo>
                    <a:pt x="135" y="3"/>
                  </a:lnTo>
                  <a:lnTo>
                    <a:pt x="135" y="1"/>
                  </a:lnTo>
                  <a:close/>
                  <a:moveTo>
                    <a:pt x="132" y="1"/>
                  </a:moveTo>
                  <a:lnTo>
                    <a:pt x="133" y="4"/>
                  </a:lnTo>
                  <a:lnTo>
                    <a:pt x="134" y="5"/>
                  </a:lnTo>
                  <a:lnTo>
                    <a:pt x="133" y="7"/>
                  </a:lnTo>
                  <a:lnTo>
                    <a:pt x="132" y="7"/>
                  </a:lnTo>
                  <a:lnTo>
                    <a:pt x="130" y="4"/>
                  </a:lnTo>
                  <a:lnTo>
                    <a:pt x="130" y="1"/>
                  </a:lnTo>
                  <a:lnTo>
                    <a:pt x="132" y="1"/>
                  </a:lnTo>
                  <a:close/>
                  <a:moveTo>
                    <a:pt x="313" y="0"/>
                  </a:moveTo>
                  <a:lnTo>
                    <a:pt x="315" y="1"/>
                  </a:lnTo>
                  <a:lnTo>
                    <a:pt x="316" y="3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0" y="3"/>
                  </a:lnTo>
                  <a:lnTo>
                    <a:pt x="317" y="5"/>
                  </a:lnTo>
                  <a:lnTo>
                    <a:pt x="316" y="5"/>
                  </a:lnTo>
                  <a:lnTo>
                    <a:pt x="315" y="4"/>
                  </a:lnTo>
                  <a:lnTo>
                    <a:pt x="312" y="3"/>
                  </a:lnTo>
                  <a:lnTo>
                    <a:pt x="311" y="3"/>
                  </a:lnTo>
                  <a:lnTo>
                    <a:pt x="312" y="1"/>
                  </a:lnTo>
                  <a:lnTo>
                    <a:pt x="313" y="0"/>
                  </a:lnTo>
                  <a:close/>
                  <a:moveTo>
                    <a:pt x="563" y="0"/>
                  </a:moveTo>
                  <a:lnTo>
                    <a:pt x="566" y="0"/>
                  </a:lnTo>
                  <a:lnTo>
                    <a:pt x="569" y="3"/>
                  </a:lnTo>
                  <a:lnTo>
                    <a:pt x="571" y="1"/>
                  </a:lnTo>
                  <a:lnTo>
                    <a:pt x="573" y="1"/>
                  </a:lnTo>
                  <a:lnTo>
                    <a:pt x="574" y="4"/>
                  </a:lnTo>
                  <a:lnTo>
                    <a:pt x="577" y="5"/>
                  </a:lnTo>
                  <a:lnTo>
                    <a:pt x="581" y="3"/>
                  </a:lnTo>
                  <a:lnTo>
                    <a:pt x="582" y="3"/>
                  </a:lnTo>
                  <a:lnTo>
                    <a:pt x="582" y="5"/>
                  </a:lnTo>
                  <a:lnTo>
                    <a:pt x="583" y="7"/>
                  </a:lnTo>
                  <a:lnTo>
                    <a:pt x="586" y="8"/>
                  </a:lnTo>
                  <a:lnTo>
                    <a:pt x="586" y="9"/>
                  </a:lnTo>
                  <a:lnTo>
                    <a:pt x="584" y="11"/>
                  </a:lnTo>
                  <a:lnTo>
                    <a:pt x="584" y="12"/>
                  </a:lnTo>
                  <a:lnTo>
                    <a:pt x="583" y="13"/>
                  </a:lnTo>
                  <a:lnTo>
                    <a:pt x="583" y="16"/>
                  </a:lnTo>
                  <a:lnTo>
                    <a:pt x="581" y="20"/>
                  </a:lnTo>
                  <a:lnTo>
                    <a:pt x="578" y="20"/>
                  </a:lnTo>
                  <a:lnTo>
                    <a:pt x="577" y="24"/>
                  </a:lnTo>
                  <a:lnTo>
                    <a:pt x="578" y="24"/>
                  </a:lnTo>
                  <a:lnTo>
                    <a:pt x="584" y="21"/>
                  </a:lnTo>
                  <a:lnTo>
                    <a:pt x="587" y="16"/>
                  </a:lnTo>
                  <a:lnTo>
                    <a:pt x="590" y="16"/>
                  </a:lnTo>
                  <a:lnTo>
                    <a:pt x="590" y="18"/>
                  </a:lnTo>
                  <a:lnTo>
                    <a:pt x="588" y="21"/>
                  </a:lnTo>
                  <a:lnTo>
                    <a:pt x="588" y="22"/>
                  </a:lnTo>
                  <a:lnTo>
                    <a:pt x="590" y="22"/>
                  </a:lnTo>
                  <a:lnTo>
                    <a:pt x="592" y="18"/>
                  </a:lnTo>
                  <a:lnTo>
                    <a:pt x="595" y="18"/>
                  </a:lnTo>
                  <a:lnTo>
                    <a:pt x="596" y="18"/>
                  </a:lnTo>
                  <a:lnTo>
                    <a:pt x="599" y="18"/>
                  </a:lnTo>
                  <a:lnTo>
                    <a:pt x="599" y="16"/>
                  </a:lnTo>
                  <a:lnTo>
                    <a:pt x="600" y="16"/>
                  </a:lnTo>
                  <a:lnTo>
                    <a:pt x="603" y="17"/>
                  </a:lnTo>
                  <a:lnTo>
                    <a:pt x="604" y="16"/>
                  </a:lnTo>
                  <a:lnTo>
                    <a:pt x="607" y="18"/>
                  </a:lnTo>
                  <a:lnTo>
                    <a:pt x="607" y="21"/>
                  </a:lnTo>
                  <a:lnTo>
                    <a:pt x="608" y="25"/>
                  </a:lnTo>
                  <a:lnTo>
                    <a:pt x="608" y="26"/>
                  </a:lnTo>
                  <a:lnTo>
                    <a:pt x="608" y="29"/>
                  </a:lnTo>
                  <a:lnTo>
                    <a:pt x="606" y="32"/>
                  </a:lnTo>
                  <a:lnTo>
                    <a:pt x="609" y="37"/>
                  </a:lnTo>
                  <a:lnTo>
                    <a:pt x="608" y="39"/>
                  </a:lnTo>
                  <a:lnTo>
                    <a:pt x="607" y="39"/>
                  </a:lnTo>
                  <a:lnTo>
                    <a:pt x="604" y="42"/>
                  </a:lnTo>
                  <a:lnTo>
                    <a:pt x="607" y="42"/>
                  </a:lnTo>
                  <a:lnTo>
                    <a:pt x="611" y="41"/>
                  </a:lnTo>
                  <a:lnTo>
                    <a:pt x="613" y="38"/>
                  </a:lnTo>
                  <a:lnTo>
                    <a:pt x="617" y="38"/>
                  </a:lnTo>
                  <a:lnTo>
                    <a:pt x="619" y="34"/>
                  </a:lnTo>
                  <a:lnTo>
                    <a:pt x="619" y="30"/>
                  </a:lnTo>
                  <a:lnTo>
                    <a:pt x="617" y="28"/>
                  </a:lnTo>
                  <a:lnTo>
                    <a:pt x="616" y="28"/>
                  </a:lnTo>
                  <a:lnTo>
                    <a:pt x="615" y="26"/>
                  </a:lnTo>
                  <a:lnTo>
                    <a:pt x="615" y="24"/>
                  </a:lnTo>
                  <a:lnTo>
                    <a:pt x="615" y="24"/>
                  </a:lnTo>
                  <a:lnTo>
                    <a:pt x="617" y="24"/>
                  </a:lnTo>
                  <a:lnTo>
                    <a:pt x="619" y="24"/>
                  </a:lnTo>
                  <a:lnTo>
                    <a:pt x="620" y="24"/>
                  </a:lnTo>
                  <a:lnTo>
                    <a:pt x="624" y="22"/>
                  </a:lnTo>
                  <a:lnTo>
                    <a:pt x="627" y="20"/>
                  </a:lnTo>
                  <a:lnTo>
                    <a:pt x="628" y="20"/>
                  </a:lnTo>
                  <a:lnTo>
                    <a:pt x="632" y="20"/>
                  </a:lnTo>
                  <a:lnTo>
                    <a:pt x="632" y="17"/>
                  </a:lnTo>
                  <a:lnTo>
                    <a:pt x="635" y="16"/>
                  </a:lnTo>
                  <a:lnTo>
                    <a:pt x="636" y="16"/>
                  </a:lnTo>
                  <a:lnTo>
                    <a:pt x="637" y="14"/>
                  </a:lnTo>
                  <a:lnTo>
                    <a:pt x="640" y="13"/>
                  </a:lnTo>
                  <a:lnTo>
                    <a:pt x="641" y="14"/>
                  </a:lnTo>
                  <a:lnTo>
                    <a:pt x="644" y="14"/>
                  </a:lnTo>
                  <a:lnTo>
                    <a:pt x="644" y="16"/>
                  </a:lnTo>
                  <a:lnTo>
                    <a:pt x="642" y="17"/>
                  </a:lnTo>
                  <a:lnTo>
                    <a:pt x="644" y="18"/>
                  </a:lnTo>
                  <a:lnTo>
                    <a:pt x="649" y="18"/>
                  </a:lnTo>
                  <a:lnTo>
                    <a:pt x="649" y="20"/>
                  </a:lnTo>
                  <a:lnTo>
                    <a:pt x="652" y="20"/>
                  </a:lnTo>
                  <a:lnTo>
                    <a:pt x="661" y="25"/>
                  </a:lnTo>
                  <a:lnTo>
                    <a:pt x="662" y="25"/>
                  </a:lnTo>
                  <a:lnTo>
                    <a:pt x="663" y="28"/>
                  </a:lnTo>
                  <a:lnTo>
                    <a:pt x="663" y="30"/>
                  </a:lnTo>
                  <a:lnTo>
                    <a:pt x="667" y="34"/>
                  </a:lnTo>
                  <a:lnTo>
                    <a:pt x="669" y="34"/>
                  </a:lnTo>
                  <a:lnTo>
                    <a:pt x="669" y="33"/>
                  </a:lnTo>
                  <a:lnTo>
                    <a:pt x="670" y="32"/>
                  </a:lnTo>
                  <a:lnTo>
                    <a:pt x="670" y="30"/>
                  </a:lnTo>
                  <a:lnTo>
                    <a:pt x="669" y="29"/>
                  </a:lnTo>
                  <a:lnTo>
                    <a:pt x="666" y="29"/>
                  </a:lnTo>
                  <a:lnTo>
                    <a:pt x="666" y="26"/>
                  </a:lnTo>
                  <a:lnTo>
                    <a:pt x="669" y="25"/>
                  </a:lnTo>
                  <a:lnTo>
                    <a:pt x="670" y="25"/>
                  </a:lnTo>
                  <a:lnTo>
                    <a:pt x="671" y="28"/>
                  </a:lnTo>
                  <a:lnTo>
                    <a:pt x="673" y="29"/>
                  </a:lnTo>
                  <a:lnTo>
                    <a:pt x="673" y="30"/>
                  </a:lnTo>
                  <a:lnTo>
                    <a:pt x="677" y="34"/>
                  </a:lnTo>
                  <a:lnTo>
                    <a:pt x="677" y="37"/>
                  </a:lnTo>
                  <a:lnTo>
                    <a:pt x="679" y="37"/>
                  </a:lnTo>
                  <a:lnTo>
                    <a:pt x="681" y="37"/>
                  </a:lnTo>
                  <a:lnTo>
                    <a:pt x="681" y="37"/>
                  </a:lnTo>
                  <a:lnTo>
                    <a:pt x="682" y="37"/>
                  </a:lnTo>
                  <a:lnTo>
                    <a:pt x="685" y="39"/>
                  </a:lnTo>
                  <a:lnTo>
                    <a:pt x="685" y="42"/>
                  </a:lnTo>
                  <a:lnTo>
                    <a:pt x="686" y="45"/>
                  </a:lnTo>
                  <a:lnTo>
                    <a:pt x="686" y="46"/>
                  </a:lnTo>
                  <a:lnTo>
                    <a:pt x="685" y="46"/>
                  </a:lnTo>
                  <a:lnTo>
                    <a:pt x="685" y="45"/>
                  </a:lnTo>
                  <a:lnTo>
                    <a:pt x="683" y="43"/>
                  </a:lnTo>
                  <a:lnTo>
                    <a:pt x="683" y="43"/>
                  </a:lnTo>
                  <a:lnTo>
                    <a:pt x="682" y="45"/>
                  </a:lnTo>
                  <a:lnTo>
                    <a:pt x="679" y="43"/>
                  </a:lnTo>
                  <a:lnTo>
                    <a:pt x="675" y="41"/>
                  </a:lnTo>
                  <a:lnTo>
                    <a:pt x="673" y="41"/>
                  </a:lnTo>
                  <a:lnTo>
                    <a:pt x="673" y="42"/>
                  </a:lnTo>
                  <a:lnTo>
                    <a:pt x="674" y="45"/>
                  </a:lnTo>
                  <a:lnTo>
                    <a:pt x="677" y="45"/>
                  </a:lnTo>
                  <a:lnTo>
                    <a:pt x="678" y="45"/>
                  </a:lnTo>
                  <a:lnTo>
                    <a:pt x="678" y="46"/>
                  </a:lnTo>
                  <a:lnTo>
                    <a:pt x="679" y="49"/>
                  </a:lnTo>
                  <a:lnTo>
                    <a:pt x="681" y="50"/>
                  </a:lnTo>
                  <a:lnTo>
                    <a:pt x="681" y="49"/>
                  </a:lnTo>
                  <a:lnTo>
                    <a:pt x="682" y="46"/>
                  </a:lnTo>
                  <a:lnTo>
                    <a:pt x="683" y="46"/>
                  </a:lnTo>
                  <a:lnTo>
                    <a:pt x="685" y="49"/>
                  </a:lnTo>
                  <a:lnTo>
                    <a:pt x="686" y="49"/>
                  </a:lnTo>
                  <a:lnTo>
                    <a:pt x="687" y="49"/>
                  </a:lnTo>
                  <a:lnTo>
                    <a:pt x="689" y="49"/>
                  </a:lnTo>
                  <a:lnTo>
                    <a:pt x="689" y="50"/>
                  </a:lnTo>
                  <a:lnTo>
                    <a:pt x="689" y="51"/>
                  </a:lnTo>
                  <a:lnTo>
                    <a:pt x="691" y="55"/>
                  </a:lnTo>
                  <a:lnTo>
                    <a:pt x="691" y="59"/>
                  </a:lnTo>
                  <a:lnTo>
                    <a:pt x="691" y="65"/>
                  </a:lnTo>
                  <a:lnTo>
                    <a:pt x="690" y="68"/>
                  </a:lnTo>
                  <a:lnTo>
                    <a:pt x="689" y="68"/>
                  </a:lnTo>
                  <a:lnTo>
                    <a:pt x="687" y="70"/>
                  </a:lnTo>
                  <a:lnTo>
                    <a:pt x="689" y="72"/>
                  </a:lnTo>
                  <a:lnTo>
                    <a:pt x="686" y="75"/>
                  </a:lnTo>
                  <a:lnTo>
                    <a:pt x="687" y="76"/>
                  </a:lnTo>
                  <a:lnTo>
                    <a:pt x="689" y="78"/>
                  </a:lnTo>
                  <a:lnTo>
                    <a:pt x="689" y="80"/>
                  </a:lnTo>
                  <a:lnTo>
                    <a:pt x="686" y="82"/>
                  </a:lnTo>
                  <a:lnTo>
                    <a:pt x="685" y="84"/>
                  </a:lnTo>
                  <a:lnTo>
                    <a:pt x="685" y="86"/>
                  </a:lnTo>
                  <a:lnTo>
                    <a:pt x="683" y="88"/>
                  </a:lnTo>
                  <a:lnTo>
                    <a:pt x="682" y="91"/>
                  </a:lnTo>
                  <a:lnTo>
                    <a:pt x="682" y="92"/>
                  </a:lnTo>
                  <a:lnTo>
                    <a:pt x="681" y="93"/>
                  </a:lnTo>
                  <a:lnTo>
                    <a:pt x="679" y="95"/>
                  </a:lnTo>
                  <a:lnTo>
                    <a:pt x="677" y="97"/>
                  </a:lnTo>
                  <a:lnTo>
                    <a:pt x="674" y="97"/>
                  </a:lnTo>
                  <a:lnTo>
                    <a:pt x="677" y="99"/>
                  </a:lnTo>
                  <a:lnTo>
                    <a:pt x="678" y="99"/>
                  </a:lnTo>
                  <a:lnTo>
                    <a:pt x="679" y="96"/>
                  </a:lnTo>
                  <a:lnTo>
                    <a:pt x="681" y="96"/>
                  </a:lnTo>
                  <a:lnTo>
                    <a:pt x="682" y="100"/>
                  </a:lnTo>
                  <a:lnTo>
                    <a:pt x="679" y="104"/>
                  </a:lnTo>
                  <a:lnTo>
                    <a:pt x="678" y="107"/>
                  </a:lnTo>
                  <a:lnTo>
                    <a:pt x="677" y="112"/>
                  </a:lnTo>
                  <a:lnTo>
                    <a:pt x="678" y="115"/>
                  </a:lnTo>
                  <a:lnTo>
                    <a:pt x="678" y="117"/>
                  </a:lnTo>
                  <a:lnTo>
                    <a:pt x="677" y="122"/>
                  </a:lnTo>
                  <a:lnTo>
                    <a:pt x="673" y="122"/>
                  </a:lnTo>
                  <a:lnTo>
                    <a:pt x="673" y="122"/>
                  </a:lnTo>
                  <a:lnTo>
                    <a:pt x="670" y="122"/>
                  </a:lnTo>
                  <a:lnTo>
                    <a:pt x="670" y="124"/>
                  </a:lnTo>
                  <a:lnTo>
                    <a:pt x="670" y="125"/>
                  </a:lnTo>
                  <a:lnTo>
                    <a:pt x="671" y="130"/>
                  </a:lnTo>
                  <a:lnTo>
                    <a:pt x="671" y="133"/>
                  </a:lnTo>
                  <a:lnTo>
                    <a:pt x="669" y="134"/>
                  </a:lnTo>
                  <a:lnTo>
                    <a:pt x="667" y="137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7" y="145"/>
                  </a:lnTo>
                  <a:lnTo>
                    <a:pt x="667" y="146"/>
                  </a:lnTo>
                  <a:lnTo>
                    <a:pt x="670" y="147"/>
                  </a:lnTo>
                  <a:lnTo>
                    <a:pt x="667" y="154"/>
                  </a:lnTo>
                  <a:lnTo>
                    <a:pt x="666" y="155"/>
                  </a:lnTo>
                  <a:lnTo>
                    <a:pt x="666" y="158"/>
                  </a:lnTo>
                  <a:lnTo>
                    <a:pt x="666" y="155"/>
                  </a:lnTo>
                  <a:lnTo>
                    <a:pt x="669" y="155"/>
                  </a:lnTo>
                  <a:lnTo>
                    <a:pt x="671" y="154"/>
                  </a:lnTo>
                  <a:lnTo>
                    <a:pt x="671" y="151"/>
                  </a:lnTo>
                  <a:lnTo>
                    <a:pt x="671" y="150"/>
                  </a:lnTo>
                  <a:lnTo>
                    <a:pt x="673" y="149"/>
                  </a:lnTo>
                  <a:lnTo>
                    <a:pt x="675" y="149"/>
                  </a:lnTo>
                  <a:lnTo>
                    <a:pt x="677" y="147"/>
                  </a:lnTo>
                  <a:lnTo>
                    <a:pt x="675" y="147"/>
                  </a:lnTo>
                  <a:lnTo>
                    <a:pt x="671" y="143"/>
                  </a:lnTo>
                  <a:lnTo>
                    <a:pt x="670" y="141"/>
                  </a:lnTo>
                  <a:lnTo>
                    <a:pt x="671" y="138"/>
                  </a:lnTo>
                  <a:lnTo>
                    <a:pt x="675" y="137"/>
                  </a:lnTo>
                  <a:lnTo>
                    <a:pt x="679" y="137"/>
                  </a:lnTo>
                  <a:lnTo>
                    <a:pt x="683" y="134"/>
                  </a:lnTo>
                  <a:lnTo>
                    <a:pt x="685" y="134"/>
                  </a:lnTo>
                  <a:lnTo>
                    <a:pt x="686" y="133"/>
                  </a:lnTo>
                  <a:lnTo>
                    <a:pt x="685" y="130"/>
                  </a:lnTo>
                  <a:lnTo>
                    <a:pt x="689" y="128"/>
                  </a:lnTo>
                  <a:lnTo>
                    <a:pt x="690" y="125"/>
                  </a:lnTo>
                  <a:lnTo>
                    <a:pt x="689" y="122"/>
                  </a:lnTo>
                  <a:lnTo>
                    <a:pt x="689" y="121"/>
                  </a:lnTo>
                  <a:lnTo>
                    <a:pt x="691" y="122"/>
                  </a:lnTo>
                  <a:lnTo>
                    <a:pt x="694" y="122"/>
                  </a:lnTo>
                  <a:lnTo>
                    <a:pt x="696" y="120"/>
                  </a:lnTo>
                  <a:lnTo>
                    <a:pt x="695" y="117"/>
                  </a:lnTo>
                  <a:lnTo>
                    <a:pt x="699" y="115"/>
                  </a:lnTo>
                  <a:lnTo>
                    <a:pt x="699" y="112"/>
                  </a:lnTo>
                  <a:lnTo>
                    <a:pt x="698" y="111"/>
                  </a:lnTo>
                  <a:lnTo>
                    <a:pt x="694" y="112"/>
                  </a:lnTo>
                  <a:lnTo>
                    <a:pt x="694" y="115"/>
                  </a:lnTo>
                  <a:lnTo>
                    <a:pt x="690" y="117"/>
                  </a:lnTo>
                  <a:lnTo>
                    <a:pt x="687" y="116"/>
                  </a:lnTo>
                  <a:lnTo>
                    <a:pt x="686" y="112"/>
                  </a:lnTo>
                  <a:lnTo>
                    <a:pt x="687" y="109"/>
                  </a:lnTo>
                  <a:lnTo>
                    <a:pt x="687" y="105"/>
                  </a:lnTo>
                  <a:lnTo>
                    <a:pt x="690" y="104"/>
                  </a:lnTo>
                  <a:lnTo>
                    <a:pt x="692" y="104"/>
                  </a:lnTo>
                  <a:lnTo>
                    <a:pt x="696" y="107"/>
                  </a:lnTo>
                  <a:lnTo>
                    <a:pt x="698" y="104"/>
                  </a:lnTo>
                  <a:lnTo>
                    <a:pt x="698" y="101"/>
                  </a:lnTo>
                  <a:lnTo>
                    <a:pt x="702" y="100"/>
                  </a:lnTo>
                  <a:lnTo>
                    <a:pt x="702" y="103"/>
                  </a:lnTo>
                  <a:lnTo>
                    <a:pt x="700" y="104"/>
                  </a:lnTo>
                  <a:lnTo>
                    <a:pt x="700" y="107"/>
                  </a:lnTo>
                  <a:lnTo>
                    <a:pt x="707" y="112"/>
                  </a:lnTo>
                  <a:lnTo>
                    <a:pt x="710" y="112"/>
                  </a:lnTo>
                  <a:lnTo>
                    <a:pt x="712" y="111"/>
                  </a:lnTo>
                  <a:lnTo>
                    <a:pt x="716" y="109"/>
                  </a:lnTo>
                  <a:lnTo>
                    <a:pt x="719" y="108"/>
                  </a:lnTo>
                  <a:lnTo>
                    <a:pt x="717" y="105"/>
                  </a:lnTo>
                  <a:lnTo>
                    <a:pt x="714" y="101"/>
                  </a:lnTo>
                  <a:lnTo>
                    <a:pt x="714" y="100"/>
                  </a:lnTo>
                  <a:lnTo>
                    <a:pt x="715" y="100"/>
                  </a:lnTo>
                  <a:lnTo>
                    <a:pt x="720" y="104"/>
                  </a:lnTo>
                  <a:lnTo>
                    <a:pt x="721" y="104"/>
                  </a:lnTo>
                  <a:lnTo>
                    <a:pt x="724" y="107"/>
                  </a:lnTo>
                  <a:lnTo>
                    <a:pt x="724" y="108"/>
                  </a:lnTo>
                  <a:lnTo>
                    <a:pt x="724" y="111"/>
                  </a:lnTo>
                  <a:lnTo>
                    <a:pt x="727" y="113"/>
                  </a:lnTo>
                  <a:lnTo>
                    <a:pt x="728" y="117"/>
                  </a:lnTo>
                  <a:lnTo>
                    <a:pt x="728" y="118"/>
                  </a:lnTo>
                  <a:lnTo>
                    <a:pt x="728" y="117"/>
                  </a:lnTo>
                  <a:lnTo>
                    <a:pt x="731" y="115"/>
                  </a:lnTo>
                  <a:lnTo>
                    <a:pt x="732" y="115"/>
                  </a:lnTo>
                  <a:lnTo>
                    <a:pt x="733" y="112"/>
                  </a:lnTo>
                  <a:lnTo>
                    <a:pt x="732" y="112"/>
                  </a:lnTo>
                  <a:lnTo>
                    <a:pt x="731" y="113"/>
                  </a:lnTo>
                  <a:lnTo>
                    <a:pt x="728" y="112"/>
                  </a:lnTo>
                  <a:lnTo>
                    <a:pt x="727" y="109"/>
                  </a:lnTo>
                  <a:lnTo>
                    <a:pt x="729" y="107"/>
                  </a:lnTo>
                  <a:lnTo>
                    <a:pt x="732" y="105"/>
                  </a:lnTo>
                  <a:lnTo>
                    <a:pt x="733" y="103"/>
                  </a:lnTo>
                  <a:lnTo>
                    <a:pt x="735" y="103"/>
                  </a:lnTo>
                  <a:lnTo>
                    <a:pt x="736" y="101"/>
                  </a:lnTo>
                  <a:lnTo>
                    <a:pt x="741" y="100"/>
                  </a:lnTo>
                  <a:lnTo>
                    <a:pt x="749" y="99"/>
                  </a:lnTo>
                  <a:lnTo>
                    <a:pt x="758" y="99"/>
                  </a:lnTo>
                  <a:lnTo>
                    <a:pt x="765" y="95"/>
                  </a:lnTo>
                  <a:lnTo>
                    <a:pt x="769" y="95"/>
                  </a:lnTo>
                  <a:lnTo>
                    <a:pt x="773" y="96"/>
                  </a:lnTo>
                  <a:lnTo>
                    <a:pt x="771" y="97"/>
                  </a:lnTo>
                  <a:lnTo>
                    <a:pt x="771" y="99"/>
                  </a:lnTo>
                  <a:lnTo>
                    <a:pt x="770" y="101"/>
                  </a:lnTo>
                  <a:lnTo>
                    <a:pt x="771" y="105"/>
                  </a:lnTo>
                  <a:lnTo>
                    <a:pt x="774" y="108"/>
                  </a:lnTo>
                  <a:lnTo>
                    <a:pt x="785" y="109"/>
                  </a:lnTo>
                  <a:lnTo>
                    <a:pt x="787" y="109"/>
                  </a:lnTo>
                  <a:lnTo>
                    <a:pt x="787" y="109"/>
                  </a:lnTo>
                  <a:lnTo>
                    <a:pt x="791" y="109"/>
                  </a:lnTo>
                  <a:lnTo>
                    <a:pt x="794" y="109"/>
                  </a:lnTo>
                  <a:lnTo>
                    <a:pt x="802" y="109"/>
                  </a:lnTo>
                  <a:lnTo>
                    <a:pt x="807" y="105"/>
                  </a:lnTo>
                  <a:lnTo>
                    <a:pt x="808" y="107"/>
                  </a:lnTo>
                  <a:lnTo>
                    <a:pt x="811" y="107"/>
                  </a:lnTo>
                  <a:lnTo>
                    <a:pt x="812" y="104"/>
                  </a:lnTo>
                  <a:lnTo>
                    <a:pt x="811" y="103"/>
                  </a:lnTo>
                  <a:lnTo>
                    <a:pt x="814" y="101"/>
                  </a:lnTo>
                  <a:lnTo>
                    <a:pt x="816" y="103"/>
                  </a:lnTo>
                  <a:lnTo>
                    <a:pt x="819" y="101"/>
                  </a:lnTo>
                  <a:lnTo>
                    <a:pt x="820" y="103"/>
                  </a:lnTo>
                  <a:lnTo>
                    <a:pt x="821" y="104"/>
                  </a:lnTo>
                  <a:lnTo>
                    <a:pt x="823" y="101"/>
                  </a:lnTo>
                  <a:lnTo>
                    <a:pt x="821" y="100"/>
                  </a:lnTo>
                  <a:lnTo>
                    <a:pt x="820" y="97"/>
                  </a:lnTo>
                  <a:lnTo>
                    <a:pt x="820" y="95"/>
                  </a:lnTo>
                  <a:lnTo>
                    <a:pt x="819" y="93"/>
                  </a:lnTo>
                  <a:lnTo>
                    <a:pt x="816" y="93"/>
                  </a:lnTo>
                  <a:lnTo>
                    <a:pt x="816" y="90"/>
                  </a:lnTo>
                  <a:lnTo>
                    <a:pt x="815" y="90"/>
                  </a:lnTo>
                  <a:lnTo>
                    <a:pt x="814" y="87"/>
                  </a:lnTo>
                  <a:lnTo>
                    <a:pt x="812" y="86"/>
                  </a:lnTo>
                  <a:lnTo>
                    <a:pt x="812" y="82"/>
                  </a:lnTo>
                  <a:lnTo>
                    <a:pt x="814" y="80"/>
                  </a:lnTo>
                  <a:lnTo>
                    <a:pt x="814" y="82"/>
                  </a:lnTo>
                  <a:lnTo>
                    <a:pt x="815" y="82"/>
                  </a:lnTo>
                  <a:lnTo>
                    <a:pt x="818" y="80"/>
                  </a:lnTo>
                  <a:lnTo>
                    <a:pt x="816" y="79"/>
                  </a:lnTo>
                  <a:lnTo>
                    <a:pt x="816" y="76"/>
                  </a:lnTo>
                  <a:lnTo>
                    <a:pt x="818" y="76"/>
                  </a:lnTo>
                  <a:lnTo>
                    <a:pt x="821" y="79"/>
                  </a:lnTo>
                  <a:lnTo>
                    <a:pt x="823" y="78"/>
                  </a:lnTo>
                  <a:lnTo>
                    <a:pt x="823" y="76"/>
                  </a:lnTo>
                  <a:lnTo>
                    <a:pt x="824" y="78"/>
                  </a:lnTo>
                  <a:lnTo>
                    <a:pt x="827" y="78"/>
                  </a:lnTo>
                  <a:lnTo>
                    <a:pt x="828" y="76"/>
                  </a:lnTo>
                  <a:lnTo>
                    <a:pt x="829" y="75"/>
                  </a:lnTo>
                  <a:lnTo>
                    <a:pt x="832" y="78"/>
                  </a:lnTo>
                  <a:lnTo>
                    <a:pt x="833" y="78"/>
                  </a:lnTo>
                  <a:lnTo>
                    <a:pt x="835" y="80"/>
                  </a:lnTo>
                  <a:lnTo>
                    <a:pt x="836" y="79"/>
                  </a:lnTo>
                  <a:lnTo>
                    <a:pt x="836" y="76"/>
                  </a:lnTo>
                  <a:lnTo>
                    <a:pt x="839" y="78"/>
                  </a:lnTo>
                  <a:lnTo>
                    <a:pt x="840" y="79"/>
                  </a:lnTo>
                  <a:lnTo>
                    <a:pt x="839" y="80"/>
                  </a:lnTo>
                  <a:lnTo>
                    <a:pt x="837" y="83"/>
                  </a:lnTo>
                  <a:lnTo>
                    <a:pt x="839" y="83"/>
                  </a:lnTo>
                  <a:lnTo>
                    <a:pt x="841" y="83"/>
                  </a:lnTo>
                  <a:lnTo>
                    <a:pt x="841" y="83"/>
                  </a:lnTo>
                  <a:lnTo>
                    <a:pt x="841" y="82"/>
                  </a:lnTo>
                  <a:lnTo>
                    <a:pt x="843" y="82"/>
                  </a:lnTo>
                  <a:lnTo>
                    <a:pt x="844" y="82"/>
                  </a:lnTo>
                  <a:lnTo>
                    <a:pt x="844" y="79"/>
                  </a:lnTo>
                  <a:lnTo>
                    <a:pt x="843" y="78"/>
                  </a:lnTo>
                  <a:lnTo>
                    <a:pt x="843" y="76"/>
                  </a:lnTo>
                  <a:lnTo>
                    <a:pt x="845" y="76"/>
                  </a:lnTo>
                  <a:lnTo>
                    <a:pt x="848" y="76"/>
                  </a:lnTo>
                  <a:lnTo>
                    <a:pt x="849" y="76"/>
                  </a:lnTo>
                  <a:lnTo>
                    <a:pt x="850" y="76"/>
                  </a:lnTo>
                  <a:lnTo>
                    <a:pt x="854" y="76"/>
                  </a:lnTo>
                  <a:lnTo>
                    <a:pt x="854" y="78"/>
                  </a:lnTo>
                  <a:lnTo>
                    <a:pt x="854" y="82"/>
                  </a:lnTo>
                  <a:lnTo>
                    <a:pt x="856" y="79"/>
                  </a:lnTo>
                  <a:lnTo>
                    <a:pt x="856" y="79"/>
                  </a:lnTo>
                  <a:lnTo>
                    <a:pt x="858" y="78"/>
                  </a:lnTo>
                  <a:lnTo>
                    <a:pt x="860" y="80"/>
                  </a:lnTo>
                  <a:lnTo>
                    <a:pt x="861" y="80"/>
                  </a:lnTo>
                  <a:lnTo>
                    <a:pt x="862" y="79"/>
                  </a:lnTo>
                  <a:lnTo>
                    <a:pt x="865" y="82"/>
                  </a:lnTo>
                  <a:lnTo>
                    <a:pt x="866" y="86"/>
                  </a:lnTo>
                  <a:lnTo>
                    <a:pt x="868" y="83"/>
                  </a:lnTo>
                  <a:lnTo>
                    <a:pt x="869" y="82"/>
                  </a:lnTo>
                  <a:lnTo>
                    <a:pt x="870" y="83"/>
                  </a:lnTo>
                  <a:lnTo>
                    <a:pt x="869" y="86"/>
                  </a:lnTo>
                  <a:lnTo>
                    <a:pt x="870" y="87"/>
                  </a:lnTo>
                  <a:lnTo>
                    <a:pt x="872" y="88"/>
                  </a:lnTo>
                  <a:lnTo>
                    <a:pt x="873" y="88"/>
                  </a:lnTo>
                  <a:lnTo>
                    <a:pt x="874" y="91"/>
                  </a:lnTo>
                  <a:lnTo>
                    <a:pt x="875" y="90"/>
                  </a:lnTo>
                  <a:lnTo>
                    <a:pt x="875" y="90"/>
                  </a:lnTo>
                  <a:lnTo>
                    <a:pt x="877" y="92"/>
                  </a:lnTo>
                  <a:lnTo>
                    <a:pt x="875" y="93"/>
                  </a:lnTo>
                  <a:lnTo>
                    <a:pt x="875" y="96"/>
                  </a:lnTo>
                  <a:lnTo>
                    <a:pt x="878" y="93"/>
                  </a:lnTo>
                  <a:lnTo>
                    <a:pt x="881" y="93"/>
                  </a:lnTo>
                  <a:lnTo>
                    <a:pt x="881" y="95"/>
                  </a:lnTo>
                  <a:lnTo>
                    <a:pt x="877" y="99"/>
                  </a:lnTo>
                  <a:lnTo>
                    <a:pt x="877" y="103"/>
                  </a:lnTo>
                  <a:lnTo>
                    <a:pt x="881" y="103"/>
                  </a:lnTo>
                  <a:lnTo>
                    <a:pt x="882" y="101"/>
                  </a:lnTo>
                  <a:lnTo>
                    <a:pt x="883" y="100"/>
                  </a:lnTo>
                  <a:lnTo>
                    <a:pt x="885" y="101"/>
                  </a:lnTo>
                  <a:lnTo>
                    <a:pt x="885" y="104"/>
                  </a:lnTo>
                  <a:lnTo>
                    <a:pt x="886" y="103"/>
                  </a:lnTo>
                  <a:lnTo>
                    <a:pt x="889" y="105"/>
                  </a:lnTo>
                  <a:lnTo>
                    <a:pt x="889" y="109"/>
                  </a:lnTo>
                  <a:lnTo>
                    <a:pt x="891" y="108"/>
                  </a:lnTo>
                  <a:lnTo>
                    <a:pt x="891" y="111"/>
                  </a:lnTo>
                  <a:lnTo>
                    <a:pt x="893" y="109"/>
                  </a:lnTo>
                  <a:lnTo>
                    <a:pt x="894" y="111"/>
                  </a:lnTo>
                  <a:lnTo>
                    <a:pt x="891" y="115"/>
                  </a:lnTo>
                  <a:lnTo>
                    <a:pt x="889" y="116"/>
                  </a:lnTo>
                  <a:lnTo>
                    <a:pt x="886" y="115"/>
                  </a:lnTo>
                  <a:lnTo>
                    <a:pt x="882" y="113"/>
                  </a:lnTo>
                  <a:lnTo>
                    <a:pt x="877" y="113"/>
                  </a:lnTo>
                  <a:lnTo>
                    <a:pt x="879" y="115"/>
                  </a:lnTo>
                  <a:lnTo>
                    <a:pt x="879" y="117"/>
                  </a:lnTo>
                  <a:lnTo>
                    <a:pt x="885" y="117"/>
                  </a:lnTo>
                  <a:lnTo>
                    <a:pt x="885" y="120"/>
                  </a:lnTo>
                  <a:lnTo>
                    <a:pt x="890" y="122"/>
                  </a:lnTo>
                  <a:lnTo>
                    <a:pt x="894" y="124"/>
                  </a:lnTo>
                  <a:lnTo>
                    <a:pt x="897" y="122"/>
                  </a:lnTo>
                  <a:lnTo>
                    <a:pt x="897" y="120"/>
                  </a:lnTo>
                  <a:lnTo>
                    <a:pt x="895" y="117"/>
                  </a:lnTo>
                  <a:lnTo>
                    <a:pt x="894" y="116"/>
                  </a:lnTo>
                  <a:lnTo>
                    <a:pt x="895" y="116"/>
                  </a:lnTo>
                  <a:lnTo>
                    <a:pt x="898" y="118"/>
                  </a:lnTo>
                  <a:lnTo>
                    <a:pt x="901" y="120"/>
                  </a:lnTo>
                  <a:lnTo>
                    <a:pt x="902" y="121"/>
                  </a:lnTo>
                  <a:lnTo>
                    <a:pt x="899" y="121"/>
                  </a:lnTo>
                  <a:lnTo>
                    <a:pt x="895" y="125"/>
                  </a:lnTo>
                  <a:lnTo>
                    <a:pt x="897" y="126"/>
                  </a:lnTo>
                  <a:lnTo>
                    <a:pt x="898" y="126"/>
                  </a:lnTo>
                  <a:lnTo>
                    <a:pt x="899" y="125"/>
                  </a:lnTo>
                  <a:lnTo>
                    <a:pt x="902" y="125"/>
                  </a:lnTo>
                  <a:lnTo>
                    <a:pt x="908" y="133"/>
                  </a:lnTo>
                  <a:lnTo>
                    <a:pt x="911" y="133"/>
                  </a:lnTo>
                  <a:lnTo>
                    <a:pt x="914" y="137"/>
                  </a:lnTo>
                  <a:lnTo>
                    <a:pt x="919" y="137"/>
                  </a:lnTo>
                  <a:lnTo>
                    <a:pt x="923" y="141"/>
                  </a:lnTo>
                  <a:lnTo>
                    <a:pt x="926" y="142"/>
                  </a:lnTo>
                  <a:lnTo>
                    <a:pt x="927" y="141"/>
                  </a:lnTo>
                  <a:lnTo>
                    <a:pt x="926" y="138"/>
                  </a:lnTo>
                  <a:lnTo>
                    <a:pt x="927" y="138"/>
                  </a:lnTo>
                  <a:lnTo>
                    <a:pt x="929" y="140"/>
                  </a:lnTo>
                  <a:lnTo>
                    <a:pt x="929" y="142"/>
                  </a:lnTo>
                  <a:lnTo>
                    <a:pt x="931" y="143"/>
                  </a:lnTo>
                  <a:lnTo>
                    <a:pt x="932" y="143"/>
                  </a:lnTo>
                  <a:lnTo>
                    <a:pt x="933" y="141"/>
                  </a:lnTo>
                  <a:lnTo>
                    <a:pt x="931" y="129"/>
                  </a:lnTo>
                  <a:lnTo>
                    <a:pt x="928" y="124"/>
                  </a:lnTo>
                  <a:lnTo>
                    <a:pt x="926" y="116"/>
                  </a:lnTo>
                  <a:lnTo>
                    <a:pt x="924" y="109"/>
                  </a:lnTo>
                  <a:lnTo>
                    <a:pt x="923" y="107"/>
                  </a:lnTo>
                  <a:lnTo>
                    <a:pt x="922" y="104"/>
                  </a:lnTo>
                  <a:lnTo>
                    <a:pt x="924" y="105"/>
                  </a:lnTo>
                  <a:lnTo>
                    <a:pt x="926" y="108"/>
                  </a:lnTo>
                  <a:lnTo>
                    <a:pt x="928" y="111"/>
                  </a:lnTo>
                  <a:lnTo>
                    <a:pt x="931" y="112"/>
                  </a:lnTo>
                  <a:lnTo>
                    <a:pt x="933" y="115"/>
                  </a:lnTo>
                  <a:lnTo>
                    <a:pt x="939" y="115"/>
                  </a:lnTo>
                  <a:lnTo>
                    <a:pt x="948" y="113"/>
                  </a:lnTo>
                  <a:lnTo>
                    <a:pt x="949" y="115"/>
                  </a:lnTo>
                  <a:lnTo>
                    <a:pt x="952" y="113"/>
                  </a:lnTo>
                  <a:lnTo>
                    <a:pt x="953" y="116"/>
                  </a:lnTo>
                  <a:lnTo>
                    <a:pt x="954" y="115"/>
                  </a:lnTo>
                  <a:lnTo>
                    <a:pt x="952" y="112"/>
                  </a:lnTo>
                  <a:lnTo>
                    <a:pt x="953" y="111"/>
                  </a:lnTo>
                  <a:lnTo>
                    <a:pt x="951" y="109"/>
                  </a:lnTo>
                  <a:lnTo>
                    <a:pt x="952" y="108"/>
                  </a:lnTo>
                  <a:lnTo>
                    <a:pt x="952" y="105"/>
                  </a:lnTo>
                  <a:lnTo>
                    <a:pt x="960" y="103"/>
                  </a:lnTo>
                  <a:lnTo>
                    <a:pt x="961" y="103"/>
                  </a:lnTo>
                  <a:lnTo>
                    <a:pt x="964" y="103"/>
                  </a:lnTo>
                  <a:lnTo>
                    <a:pt x="966" y="104"/>
                  </a:lnTo>
                  <a:lnTo>
                    <a:pt x="970" y="104"/>
                  </a:lnTo>
                  <a:lnTo>
                    <a:pt x="973" y="107"/>
                  </a:lnTo>
                  <a:lnTo>
                    <a:pt x="976" y="108"/>
                  </a:lnTo>
                  <a:lnTo>
                    <a:pt x="977" y="111"/>
                  </a:lnTo>
                  <a:lnTo>
                    <a:pt x="981" y="111"/>
                  </a:lnTo>
                  <a:lnTo>
                    <a:pt x="982" y="113"/>
                  </a:lnTo>
                  <a:lnTo>
                    <a:pt x="987" y="113"/>
                  </a:lnTo>
                  <a:lnTo>
                    <a:pt x="983" y="111"/>
                  </a:lnTo>
                  <a:lnTo>
                    <a:pt x="983" y="109"/>
                  </a:lnTo>
                  <a:lnTo>
                    <a:pt x="987" y="111"/>
                  </a:lnTo>
                  <a:lnTo>
                    <a:pt x="989" y="109"/>
                  </a:lnTo>
                  <a:lnTo>
                    <a:pt x="986" y="108"/>
                  </a:lnTo>
                  <a:lnTo>
                    <a:pt x="989" y="105"/>
                  </a:lnTo>
                  <a:lnTo>
                    <a:pt x="986" y="104"/>
                  </a:lnTo>
                  <a:lnTo>
                    <a:pt x="983" y="105"/>
                  </a:lnTo>
                  <a:lnTo>
                    <a:pt x="981" y="104"/>
                  </a:lnTo>
                  <a:lnTo>
                    <a:pt x="981" y="101"/>
                  </a:lnTo>
                  <a:lnTo>
                    <a:pt x="980" y="99"/>
                  </a:lnTo>
                  <a:lnTo>
                    <a:pt x="981" y="97"/>
                  </a:lnTo>
                  <a:lnTo>
                    <a:pt x="982" y="99"/>
                  </a:lnTo>
                  <a:lnTo>
                    <a:pt x="985" y="97"/>
                  </a:lnTo>
                  <a:lnTo>
                    <a:pt x="983" y="95"/>
                  </a:lnTo>
                  <a:lnTo>
                    <a:pt x="985" y="95"/>
                  </a:lnTo>
                  <a:lnTo>
                    <a:pt x="989" y="97"/>
                  </a:lnTo>
                  <a:lnTo>
                    <a:pt x="989" y="100"/>
                  </a:lnTo>
                  <a:lnTo>
                    <a:pt x="991" y="99"/>
                  </a:lnTo>
                  <a:lnTo>
                    <a:pt x="993" y="100"/>
                  </a:lnTo>
                  <a:lnTo>
                    <a:pt x="994" y="100"/>
                  </a:lnTo>
                  <a:lnTo>
                    <a:pt x="993" y="97"/>
                  </a:lnTo>
                  <a:lnTo>
                    <a:pt x="995" y="96"/>
                  </a:lnTo>
                  <a:lnTo>
                    <a:pt x="997" y="97"/>
                  </a:lnTo>
                  <a:lnTo>
                    <a:pt x="998" y="95"/>
                  </a:lnTo>
                  <a:lnTo>
                    <a:pt x="994" y="91"/>
                  </a:lnTo>
                  <a:lnTo>
                    <a:pt x="991" y="91"/>
                  </a:lnTo>
                  <a:lnTo>
                    <a:pt x="989" y="87"/>
                  </a:lnTo>
                  <a:lnTo>
                    <a:pt x="989" y="84"/>
                  </a:lnTo>
                  <a:lnTo>
                    <a:pt x="987" y="83"/>
                  </a:lnTo>
                  <a:lnTo>
                    <a:pt x="985" y="84"/>
                  </a:lnTo>
                  <a:lnTo>
                    <a:pt x="982" y="83"/>
                  </a:lnTo>
                  <a:lnTo>
                    <a:pt x="986" y="82"/>
                  </a:lnTo>
                  <a:lnTo>
                    <a:pt x="985" y="79"/>
                  </a:lnTo>
                  <a:lnTo>
                    <a:pt x="985" y="79"/>
                  </a:lnTo>
                  <a:lnTo>
                    <a:pt x="983" y="76"/>
                  </a:lnTo>
                  <a:lnTo>
                    <a:pt x="987" y="76"/>
                  </a:lnTo>
                  <a:lnTo>
                    <a:pt x="989" y="71"/>
                  </a:lnTo>
                  <a:lnTo>
                    <a:pt x="983" y="72"/>
                  </a:lnTo>
                  <a:lnTo>
                    <a:pt x="981" y="75"/>
                  </a:lnTo>
                  <a:lnTo>
                    <a:pt x="981" y="78"/>
                  </a:lnTo>
                  <a:lnTo>
                    <a:pt x="977" y="76"/>
                  </a:lnTo>
                  <a:lnTo>
                    <a:pt x="974" y="72"/>
                  </a:lnTo>
                  <a:lnTo>
                    <a:pt x="976" y="70"/>
                  </a:lnTo>
                  <a:lnTo>
                    <a:pt x="976" y="67"/>
                  </a:lnTo>
                  <a:lnTo>
                    <a:pt x="980" y="66"/>
                  </a:lnTo>
                  <a:lnTo>
                    <a:pt x="982" y="66"/>
                  </a:lnTo>
                  <a:lnTo>
                    <a:pt x="986" y="62"/>
                  </a:lnTo>
                  <a:lnTo>
                    <a:pt x="986" y="61"/>
                  </a:lnTo>
                  <a:lnTo>
                    <a:pt x="985" y="58"/>
                  </a:lnTo>
                  <a:lnTo>
                    <a:pt x="982" y="58"/>
                  </a:lnTo>
                  <a:lnTo>
                    <a:pt x="980" y="57"/>
                  </a:lnTo>
                  <a:lnTo>
                    <a:pt x="976" y="57"/>
                  </a:lnTo>
                  <a:lnTo>
                    <a:pt x="973" y="54"/>
                  </a:lnTo>
                  <a:lnTo>
                    <a:pt x="977" y="53"/>
                  </a:lnTo>
                  <a:lnTo>
                    <a:pt x="981" y="51"/>
                  </a:lnTo>
                  <a:lnTo>
                    <a:pt x="986" y="54"/>
                  </a:lnTo>
                  <a:lnTo>
                    <a:pt x="991" y="53"/>
                  </a:lnTo>
                  <a:lnTo>
                    <a:pt x="999" y="53"/>
                  </a:lnTo>
                  <a:lnTo>
                    <a:pt x="1014" y="51"/>
                  </a:lnTo>
                  <a:lnTo>
                    <a:pt x="1015" y="50"/>
                  </a:lnTo>
                  <a:lnTo>
                    <a:pt x="1026" y="50"/>
                  </a:lnTo>
                  <a:lnTo>
                    <a:pt x="1030" y="51"/>
                  </a:lnTo>
                  <a:lnTo>
                    <a:pt x="1033" y="50"/>
                  </a:lnTo>
                  <a:lnTo>
                    <a:pt x="1039" y="50"/>
                  </a:lnTo>
                  <a:lnTo>
                    <a:pt x="1036" y="51"/>
                  </a:lnTo>
                  <a:lnTo>
                    <a:pt x="1028" y="55"/>
                  </a:lnTo>
                  <a:lnTo>
                    <a:pt x="1026" y="54"/>
                  </a:lnTo>
                  <a:lnTo>
                    <a:pt x="1024" y="54"/>
                  </a:lnTo>
                  <a:lnTo>
                    <a:pt x="1022" y="53"/>
                  </a:lnTo>
                  <a:lnTo>
                    <a:pt x="1020" y="58"/>
                  </a:lnTo>
                  <a:lnTo>
                    <a:pt x="1023" y="61"/>
                  </a:lnTo>
                  <a:lnTo>
                    <a:pt x="1020" y="62"/>
                  </a:lnTo>
                  <a:lnTo>
                    <a:pt x="1020" y="63"/>
                  </a:lnTo>
                  <a:lnTo>
                    <a:pt x="1023" y="65"/>
                  </a:lnTo>
                  <a:lnTo>
                    <a:pt x="1026" y="62"/>
                  </a:lnTo>
                  <a:lnTo>
                    <a:pt x="1027" y="59"/>
                  </a:lnTo>
                  <a:lnTo>
                    <a:pt x="1032" y="55"/>
                  </a:lnTo>
                  <a:lnTo>
                    <a:pt x="1040" y="53"/>
                  </a:lnTo>
                  <a:lnTo>
                    <a:pt x="1041" y="57"/>
                  </a:lnTo>
                  <a:lnTo>
                    <a:pt x="1041" y="63"/>
                  </a:lnTo>
                  <a:lnTo>
                    <a:pt x="1041" y="65"/>
                  </a:lnTo>
                  <a:lnTo>
                    <a:pt x="1040" y="61"/>
                  </a:lnTo>
                  <a:lnTo>
                    <a:pt x="1037" y="58"/>
                  </a:lnTo>
                  <a:lnTo>
                    <a:pt x="1037" y="55"/>
                  </a:lnTo>
                  <a:lnTo>
                    <a:pt x="1035" y="58"/>
                  </a:lnTo>
                  <a:lnTo>
                    <a:pt x="1033" y="57"/>
                  </a:lnTo>
                  <a:lnTo>
                    <a:pt x="1035" y="61"/>
                  </a:lnTo>
                  <a:lnTo>
                    <a:pt x="1037" y="62"/>
                  </a:lnTo>
                  <a:lnTo>
                    <a:pt x="1039" y="67"/>
                  </a:lnTo>
                  <a:lnTo>
                    <a:pt x="1036" y="71"/>
                  </a:lnTo>
                  <a:lnTo>
                    <a:pt x="1035" y="70"/>
                  </a:lnTo>
                  <a:lnTo>
                    <a:pt x="1033" y="71"/>
                  </a:lnTo>
                  <a:lnTo>
                    <a:pt x="1036" y="74"/>
                  </a:lnTo>
                  <a:lnTo>
                    <a:pt x="1036" y="75"/>
                  </a:lnTo>
                  <a:lnTo>
                    <a:pt x="1037" y="76"/>
                  </a:lnTo>
                  <a:lnTo>
                    <a:pt x="1039" y="76"/>
                  </a:lnTo>
                  <a:lnTo>
                    <a:pt x="1041" y="74"/>
                  </a:lnTo>
                  <a:lnTo>
                    <a:pt x="1041" y="71"/>
                  </a:lnTo>
                  <a:lnTo>
                    <a:pt x="1044" y="67"/>
                  </a:lnTo>
                  <a:lnTo>
                    <a:pt x="1043" y="65"/>
                  </a:lnTo>
                  <a:lnTo>
                    <a:pt x="1044" y="62"/>
                  </a:lnTo>
                  <a:lnTo>
                    <a:pt x="1043" y="50"/>
                  </a:lnTo>
                  <a:lnTo>
                    <a:pt x="1047" y="46"/>
                  </a:lnTo>
                  <a:lnTo>
                    <a:pt x="1053" y="45"/>
                  </a:lnTo>
                  <a:lnTo>
                    <a:pt x="1060" y="43"/>
                  </a:lnTo>
                  <a:lnTo>
                    <a:pt x="1066" y="43"/>
                  </a:lnTo>
                  <a:lnTo>
                    <a:pt x="1074" y="46"/>
                  </a:lnTo>
                  <a:lnTo>
                    <a:pt x="1078" y="51"/>
                  </a:lnTo>
                  <a:lnTo>
                    <a:pt x="1078" y="54"/>
                  </a:lnTo>
                  <a:lnTo>
                    <a:pt x="1076" y="55"/>
                  </a:lnTo>
                  <a:lnTo>
                    <a:pt x="1072" y="53"/>
                  </a:lnTo>
                  <a:lnTo>
                    <a:pt x="1072" y="54"/>
                  </a:lnTo>
                  <a:lnTo>
                    <a:pt x="1072" y="55"/>
                  </a:lnTo>
                  <a:lnTo>
                    <a:pt x="1072" y="58"/>
                  </a:lnTo>
                  <a:lnTo>
                    <a:pt x="1072" y="61"/>
                  </a:lnTo>
                  <a:lnTo>
                    <a:pt x="1070" y="62"/>
                  </a:lnTo>
                  <a:lnTo>
                    <a:pt x="1072" y="63"/>
                  </a:lnTo>
                  <a:lnTo>
                    <a:pt x="1074" y="61"/>
                  </a:lnTo>
                  <a:lnTo>
                    <a:pt x="1078" y="61"/>
                  </a:lnTo>
                  <a:lnTo>
                    <a:pt x="1081" y="58"/>
                  </a:lnTo>
                  <a:lnTo>
                    <a:pt x="1082" y="62"/>
                  </a:lnTo>
                  <a:lnTo>
                    <a:pt x="1084" y="65"/>
                  </a:lnTo>
                  <a:lnTo>
                    <a:pt x="1084" y="67"/>
                  </a:lnTo>
                  <a:lnTo>
                    <a:pt x="1085" y="68"/>
                  </a:lnTo>
                  <a:lnTo>
                    <a:pt x="1086" y="66"/>
                  </a:lnTo>
                  <a:lnTo>
                    <a:pt x="1086" y="65"/>
                  </a:lnTo>
                  <a:lnTo>
                    <a:pt x="1089" y="62"/>
                  </a:lnTo>
                  <a:lnTo>
                    <a:pt x="1091" y="63"/>
                  </a:lnTo>
                  <a:lnTo>
                    <a:pt x="1093" y="67"/>
                  </a:lnTo>
                  <a:lnTo>
                    <a:pt x="1091" y="68"/>
                  </a:lnTo>
                  <a:lnTo>
                    <a:pt x="1091" y="71"/>
                  </a:lnTo>
                  <a:lnTo>
                    <a:pt x="1091" y="72"/>
                  </a:lnTo>
                  <a:lnTo>
                    <a:pt x="1094" y="71"/>
                  </a:lnTo>
                  <a:lnTo>
                    <a:pt x="1095" y="68"/>
                  </a:lnTo>
                  <a:lnTo>
                    <a:pt x="1095" y="68"/>
                  </a:lnTo>
                  <a:lnTo>
                    <a:pt x="1097" y="70"/>
                  </a:lnTo>
                  <a:lnTo>
                    <a:pt x="1097" y="67"/>
                  </a:lnTo>
                  <a:lnTo>
                    <a:pt x="1099" y="63"/>
                  </a:lnTo>
                  <a:lnTo>
                    <a:pt x="1101" y="62"/>
                  </a:lnTo>
                  <a:lnTo>
                    <a:pt x="1102" y="62"/>
                  </a:lnTo>
                  <a:lnTo>
                    <a:pt x="1107" y="66"/>
                  </a:lnTo>
                  <a:lnTo>
                    <a:pt x="1114" y="67"/>
                  </a:lnTo>
                  <a:lnTo>
                    <a:pt x="1116" y="71"/>
                  </a:lnTo>
                  <a:lnTo>
                    <a:pt x="1116" y="74"/>
                  </a:lnTo>
                  <a:lnTo>
                    <a:pt x="1113" y="76"/>
                  </a:lnTo>
                  <a:lnTo>
                    <a:pt x="1110" y="79"/>
                  </a:lnTo>
                  <a:lnTo>
                    <a:pt x="1114" y="76"/>
                  </a:lnTo>
                  <a:lnTo>
                    <a:pt x="1118" y="76"/>
                  </a:lnTo>
                  <a:lnTo>
                    <a:pt x="1122" y="78"/>
                  </a:lnTo>
                  <a:lnTo>
                    <a:pt x="1126" y="76"/>
                  </a:lnTo>
                  <a:lnTo>
                    <a:pt x="1128" y="74"/>
                  </a:lnTo>
                  <a:lnTo>
                    <a:pt x="1131" y="72"/>
                  </a:lnTo>
                  <a:lnTo>
                    <a:pt x="1136" y="68"/>
                  </a:lnTo>
                  <a:lnTo>
                    <a:pt x="1139" y="67"/>
                  </a:lnTo>
                  <a:lnTo>
                    <a:pt x="1141" y="63"/>
                  </a:lnTo>
                  <a:lnTo>
                    <a:pt x="1145" y="63"/>
                  </a:lnTo>
                  <a:lnTo>
                    <a:pt x="1155" y="58"/>
                  </a:lnTo>
                  <a:lnTo>
                    <a:pt x="1159" y="57"/>
                  </a:lnTo>
                  <a:lnTo>
                    <a:pt x="1161" y="58"/>
                  </a:lnTo>
                  <a:lnTo>
                    <a:pt x="1161" y="57"/>
                  </a:lnTo>
                  <a:lnTo>
                    <a:pt x="1166" y="53"/>
                  </a:lnTo>
                  <a:lnTo>
                    <a:pt x="1169" y="53"/>
                  </a:lnTo>
                  <a:lnTo>
                    <a:pt x="1176" y="53"/>
                  </a:lnTo>
                  <a:lnTo>
                    <a:pt x="1188" y="57"/>
                  </a:lnTo>
                  <a:lnTo>
                    <a:pt x="1192" y="62"/>
                  </a:lnTo>
                  <a:lnTo>
                    <a:pt x="1197" y="65"/>
                  </a:lnTo>
                  <a:lnTo>
                    <a:pt x="1201" y="68"/>
                  </a:lnTo>
                  <a:lnTo>
                    <a:pt x="1203" y="74"/>
                  </a:lnTo>
                  <a:lnTo>
                    <a:pt x="1203" y="75"/>
                  </a:lnTo>
                  <a:lnTo>
                    <a:pt x="1205" y="76"/>
                  </a:lnTo>
                  <a:lnTo>
                    <a:pt x="1205" y="80"/>
                  </a:lnTo>
                  <a:lnTo>
                    <a:pt x="1207" y="84"/>
                  </a:lnTo>
                  <a:lnTo>
                    <a:pt x="1207" y="87"/>
                  </a:lnTo>
                  <a:lnTo>
                    <a:pt x="1206" y="90"/>
                  </a:lnTo>
                  <a:lnTo>
                    <a:pt x="1209" y="90"/>
                  </a:lnTo>
                  <a:lnTo>
                    <a:pt x="1211" y="86"/>
                  </a:lnTo>
                  <a:lnTo>
                    <a:pt x="1214" y="86"/>
                  </a:lnTo>
                  <a:lnTo>
                    <a:pt x="1215" y="87"/>
                  </a:lnTo>
                  <a:lnTo>
                    <a:pt x="1215" y="86"/>
                  </a:lnTo>
                  <a:lnTo>
                    <a:pt x="1219" y="86"/>
                  </a:lnTo>
                  <a:lnTo>
                    <a:pt x="1222" y="87"/>
                  </a:lnTo>
                  <a:lnTo>
                    <a:pt x="1223" y="90"/>
                  </a:lnTo>
                  <a:lnTo>
                    <a:pt x="1223" y="87"/>
                  </a:lnTo>
                  <a:lnTo>
                    <a:pt x="1222" y="83"/>
                  </a:lnTo>
                  <a:lnTo>
                    <a:pt x="1224" y="83"/>
                  </a:lnTo>
                  <a:lnTo>
                    <a:pt x="1226" y="87"/>
                  </a:lnTo>
                  <a:lnTo>
                    <a:pt x="1230" y="90"/>
                  </a:lnTo>
                  <a:lnTo>
                    <a:pt x="1231" y="95"/>
                  </a:lnTo>
                  <a:lnTo>
                    <a:pt x="1232" y="95"/>
                  </a:lnTo>
                  <a:lnTo>
                    <a:pt x="1236" y="99"/>
                  </a:lnTo>
                  <a:lnTo>
                    <a:pt x="1236" y="97"/>
                  </a:lnTo>
                  <a:lnTo>
                    <a:pt x="1235" y="93"/>
                  </a:lnTo>
                  <a:lnTo>
                    <a:pt x="1232" y="92"/>
                  </a:lnTo>
                  <a:lnTo>
                    <a:pt x="1232" y="91"/>
                  </a:lnTo>
                  <a:lnTo>
                    <a:pt x="1235" y="92"/>
                  </a:lnTo>
                  <a:lnTo>
                    <a:pt x="1236" y="92"/>
                  </a:lnTo>
                  <a:lnTo>
                    <a:pt x="1239" y="93"/>
                  </a:lnTo>
                  <a:lnTo>
                    <a:pt x="1243" y="99"/>
                  </a:lnTo>
                  <a:lnTo>
                    <a:pt x="1242" y="95"/>
                  </a:lnTo>
                  <a:lnTo>
                    <a:pt x="1238" y="88"/>
                  </a:lnTo>
                  <a:lnTo>
                    <a:pt x="1238" y="83"/>
                  </a:lnTo>
                  <a:lnTo>
                    <a:pt x="1238" y="79"/>
                  </a:lnTo>
                  <a:lnTo>
                    <a:pt x="1240" y="75"/>
                  </a:lnTo>
                  <a:lnTo>
                    <a:pt x="1245" y="75"/>
                  </a:lnTo>
                  <a:lnTo>
                    <a:pt x="1247" y="74"/>
                  </a:lnTo>
                  <a:lnTo>
                    <a:pt x="1252" y="71"/>
                  </a:lnTo>
                  <a:lnTo>
                    <a:pt x="1251" y="70"/>
                  </a:lnTo>
                  <a:lnTo>
                    <a:pt x="1252" y="68"/>
                  </a:lnTo>
                  <a:lnTo>
                    <a:pt x="1253" y="68"/>
                  </a:lnTo>
                  <a:lnTo>
                    <a:pt x="1256" y="71"/>
                  </a:lnTo>
                  <a:lnTo>
                    <a:pt x="1259" y="72"/>
                  </a:lnTo>
                  <a:lnTo>
                    <a:pt x="1261" y="71"/>
                  </a:lnTo>
                  <a:lnTo>
                    <a:pt x="1265" y="68"/>
                  </a:lnTo>
                  <a:lnTo>
                    <a:pt x="1267" y="70"/>
                  </a:lnTo>
                  <a:lnTo>
                    <a:pt x="1271" y="67"/>
                  </a:lnTo>
                  <a:lnTo>
                    <a:pt x="1276" y="68"/>
                  </a:lnTo>
                  <a:lnTo>
                    <a:pt x="1278" y="67"/>
                  </a:lnTo>
                  <a:lnTo>
                    <a:pt x="1278" y="66"/>
                  </a:lnTo>
                  <a:lnTo>
                    <a:pt x="1280" y="68"/>
                  </a:lnTo>
                  <a:lnTo>
                    <a:pt x="1281" y="70"/>
                  </a:lnTo>
                  <a:lnTo>
                    <a:pt x="1282" y="67"/>
                  </a:lnTo>
                  <a:lnTo>
                    <a:pt x="1285" y="63"/>
                  </a:lnTo>
                  <a:lnTo>
                    <a:pt x="1284" y="62"/>
                  </a:lnTo>
                  <a:lnTo>
                    <a:pt x="1284" y="58"/>
                  </a:lnTo>
                  <a:lnTo>
                    <a:pt x="1284" y="55"/>
                  </a:lnTo>
                  <a:lnTo>
                    <a:pt x="1285" y="54"/>
                  </a:lnTo>
                  <a:lnTo>
                    <a:pt x="1289" y="55"/>
                  </a:lnTo>
                  <a:lnTo>
                    <a:pt x="1290" y="58"/>
                  </a:lnTo>
                  <a:lnTo>
                    <a:pt x="1292" y="59"/>
                  </a:lnTo>
                  <a:lnTo>
                    <a:pt x="1294" y="59"/>
                  </a:lnTo>
                  <a:lnTo>
                    <a:pt x="1297" y="62"/>
                  </a:lnTo>
                  <a:lnTo>
                    <a:pt x="1297" y="65"/>
                  </a:lnTo>
                  <a:lnTo>
                    <a:pt x="1299" y="68"/>
                  </a:lnTo>
                  <a:lnTo>
                    <a:pt x="1301" y="70"/>
                  </a:lnTo>
                  <a:lnTo>
                    <a:pt x="1305" y="68"/>
                  </a:lnTo>
                  <a:lnTo>
                    <a:pt x="1310" y="70"/>
                  </a:lnTo>
                  <a:lnTo>
                    <a:pt x="1311" y="70"/>
                  </a:lnTo>
                  <a:lnTo>
                    <a:pt x="1313" y="70"/>
                  </a:lnTo>
                  <a:lnTo>
                    <a:pt x="1317" y="75"/>
                  </a:lnTo>
                  <a:lnTo>
                    <a:pt x="1317" y="78"/>
                  </a:lnTo>
                  <a:lnTo>
                    <a:pt x="1318" y="79"/>
                  </a:lnTo>
                  <a:lnTo>
                    <a:pt x="1322" y="79"/>
                  </a:lnTo>
                  <a:lnTo>
                    <a:pt x="1325" y="78"/>
                  </a:lnTo>
                  <a:lnTo>
                    <a:pt x="1327" y="78"/>
                  </a:lnTo>
                  <a:lnTo>
                    <a:pt x="1327" y="76"/>
                  </a:lnTo>
                  <a:lnTo>
                    <a:pt x="1330" y="74"/>
                  </a:lnTo>
                  <a:lnTo>
                    <a:pt x="1331" y="75"/>
                  </a:lnTo>
                  <a:lnTo>
                    <a:pt x="1332" y="74"/>
                  </a:lnTo>
                  <a:lnTo>
                    <a:pt x="1331" y="71"/>
                  </a:lnTo>
                  <a:lnTo>
                    <a:pt x="1332" y="71"/>
                  </a:lnTo>
                  <a:lnTo>
                    <a:pt x="1331" y="68"/>
                  </a:lnTo>
                  <a:lnTo>
                    <a:pt x="1331" y="67"/>
                  </a:lnTo>
                  <a:lnTo>
                    <a:pt x="1328" y="65"/>
                  </a:lnTo>
                  <a:lnTo>
                    <a:pt x="1326" y="63"/>
                  </a:lnTo>
                  <a:lnTo>
                    <a:pt x="1325" y="59"/>
                  </a:lnTo>
                  <a:lnTo>
                    <a:pt x="1321" y="55"/>
                  </a:lnTo>
                  <a:lnTo>
                    <a:pt x="1319" y="55"/>
                  </a:lnTo>
                  <a:lnTo>
                    <a:pt x="1318" y="53"/>
                  </a:lnTo>
                  <a:lnTo>
                    <a:pt x="1314" y="51"/>
                  </a:lnTo>
                  <a:lnTo>
                    <a:pt x="1311" y="53"/>
                  </a:lnTo>
                  <a:lnTo>
                    <a:pt x="1310" y="53"/>
                  </a:lnTo>
                  <a:lnTo>
                    <a:pt x="1310" y="50"/>
                  </a:lnTo>
                  <a:lnTo>
                    <a:pt x="1311" y="49"/>
                  </a:lnTo>
                  <a:lnTo>
                    <a:pt x="1309" y="45"/>
                  </a:lnTo>
                  <a:lnTo>
                    <a:pt x="1309" y="42"/>
                  </a:lnTo>
                  <a:lnTo>
                    <a:pt x="1307" y="41"/>
                  </a:lnTo>
                  <a:lnTo>
                    <a:pt x="1306" y="38"/>
                  </a:lnTo>
                  <a:lnTo>
                    <a:pt x="1302" y="36"/>
                  </a:lnTo>
                  <a:lnTo>
                    <a:pt x="1302" y="34"/>
                  </a:lnTo>
                  <a:lnTo>
                    <a:pt x="1307" y="34"/>
                  </a:lnTo>
                  <a:lnTo>
                    <a:pt x="1310" y="34"/>
                  </a:lnTo>
                  <a:lnTo>
                    <a:pt x="1317" y="34"/>
                  </a:lnTo>
                  <a:lnTo>
                    <a:pt x="1322" y="34"/>
                  </a:lnTo>
                  <a:lnTo>
                    <a:pt x="1322" y="33"/>
                  </a:lnTo>
                  <a:lnTo>
                    <a:pt x="1325" y="32"/>
                  </a:lnTo>
                  <a:lnTo>
                    <a:pt x="1327" y="33"/>
                  </a:lnTo>
                  <a:lnTo>
                    <a:pt x="1330" y="33"/>
                  </a:lnTo>
                  <a:lnTo>
                    <a:pt x="1331" y="33"/>
                  </a:lnTo>
                  <a:lnTo>
                    <a:pt x="1331" y="30"/>
                  </a:lnTo>
                  <a:lnTo>
                    <a:pt x="1334" y="30"/>
                  </a:lnTo>
                  <a:lnTo>
                    <a:pt x="1335" y="32"/>
                  </a:lnTo>
                  <a:lnTo>
                    <a:pt x="1336" y="32"/>
                  </a:lnTo>
                  <a:lnTo>
                    <a:pt x="1338" y="29"/>
                  </a:lnTo>
                  <a:lnTo>
                    <a:pt x="1339" y="30"/>
                  </a:lnTo>
                  <a:lnTo>
                    <a:pt x="1340" y="28"/>
                  </a:lnTo>
                  <a:lnTo>
                    <a:pt x="1350" y="25"/>
                  </a:lnTo>
                  <a:lnTo>
                    <a:pt x="1351" y="28"/>
                  </a:lnTo>
                  <a:lnTo>
                    <a:pt x="1351" y="25"/>
                  </a:lnTo>
                  <a:lnTo>
                    <a:pt x="1352" y="24"/>
                  </a:lnTo>
                  <a:lnTo>
                    <a:pt x="1353" y="24"/>
                  </a:lnTo>
                  <a:lnTo>
                    <a:pt x="1356" y="24"/>
                  </a:lnTo>
                  <a:lnTo>
                    <a:pt x="1359" y="24"/>
                  </a:lnTo>
                  <a:lnTo>
                    <a:pt x="1360" y="25"/>
                  </a:lnTo>
                  <a:lnTo>
                    <a:pt x="1365" y="25"/>
                  </a:lnTo>
                  <a:lnTo>
                    <a:pt x="1367" y="24"/>
                  </a:lnTo>
                  <a:lnTo>
                    <a:pt x="1368" y="25"/>
                  </a:lnTo>
                  <a:lnTo>
                    <a:pt x="1369" y="26"/>
                  </a:lnTo>
                  <a:lnTo>
                    <a:pt x="1372" y="25"/>
                  </a:lnTo>
                  <a:lnTo>
                    <a:pt x="1375" y="24"/>
                  </a:lnTo>
                  <a:lnTo>
                    <a:pt x="1382" y="26"/>
                  </a:lnTo>
                  <a:lnTo>
                    <a:pt x="1385" y="28"/>
                  </a:lnTo>
                  <a:lnTo>
                    <a:pt x="1386" y="28"/>
                  </a:lnTo>
                  <a:lnTo>
                    <a:pt x="1386" y="26"/>
                  </a:lnTo>
                  <a:lnTo>
                    <a:pt x="1389" y="26"/>
                  </a:lnTo>
                  <a:lnTo>
                    <a:pt x="1390" y="28"/>
                  </a:lnTo>
                  <a:lnTo>
                    <a:pt x="1389" y="29"/>
                  </a:lnTo>
                  <a:lnTo>
                    <a:pt x="1390" y="29"/>
                  </a:lnTo>
                  <a:lnTo>
                    <a:pt x="1394" y="29"/>
                  </a:lnTo>
                  <a:lnTo>
                    <a:pt x="1402" y="29"/>
                  </a:lnTo>
                  <a:lnTo>
                    <a:pt x="1409" y="34"/>
                  </a:lnTo>
                  <a:lnTo>
                    <a:pt x="1409" y="36"/>
                  </a:lnTo>
                  <a:lnTo>
                    <a:pt x="1406" y="34"/>
                  </a:lnTo>
                  <a:lnTo>
                    <a:pt x="1402" y="33"/>
                  </a:lnTo>
                  <a:lnTo>
                    <a:pt x="1402" y="33"/>
                  </a:lnTo>
                  <a:lnTo>
                    <a:pt x="1409" y="36"/>
                  </a:lnTo>
                  <a:lnTo>
                    <a:pt x="1413" y="36"/>
                  </a:lnTo>
                  <a:lnTo>
                    <a:pt x="1413" y="34"/>
                  </a:lnTo>
                  <a:lnTo>
                    <a:pt x="1417" y="34"/>
                  </a:lnTo>
                  <a:lnTo>
                    <a:pt x="1419" y="34"/>
                  </a:lnTo>
                  <a:lnTo>
                    <a:pt x="1419" y="32"/>
                  </a:lnTo>
                  <a:lnTo>
                    <a:pt x="1421" y="32"/>
                  </a:lnTo>
                  <a:lnTo>
                    <a:pt x="1423" y="33"/>
                  </a:lnTo>
                  <a:lnTo>
                    <a:pt x="1425" y="34"/>
                  </a:lnTo>
                  <a:lnTo>
                    <a:pt x="1426" y="34"/>
                  </a:lnTo>
                  <a:lnTo>
                    <a:pt x="1426" y="33"/>
                  </a:lnTo>
                  <a:lnTo>
                    <a:pt x="1427" y="33"/>
                  </a:lnTo>
                  <a:lnTo>
                    <a:pt x="1430" y="34"/>
                  </a:lnTo>
                  <a:lnTo>
                    <a:pt x="1430" y="36"/>
                  </a:lnTo>
                  <a:lnTo>
                    <a:pt x="1434" y="37"/>
                  </a:lnTo>
                  <a:lnTo>
                    <a:pt x="1436" y="36"/>
                  </a:lnTo>
                  <a:lnTo>
                    <a:pt x="1447" y="37"/>
                  </a:lnTo>
                  <a:lnTo>
                    <a:pt x="1446" y="36"/>
                  </a:lnTo>
                  <a:lnTo>
                    <a:pt x="1450" y="36"/>
                  </a:lnTo>
                  <a:lnTo>
                    <a:pt x="1451" y="37"/>
                  </a:lnTo>
                  <a:lnTo>
                    <a:pt x="1452" y="38"/>
                  </a:lnTo>
                  <a:lnTo>
                    <a:pt x="1452" y="36"/>
                  </a:lnTo>
                  <a:lnTo>
                    <a:pt x="1452" y="36"/>
                  </a:lnTo>
                  <a:lnTo>
                    <a:pt x="1456" y="37"/>
                  </a:lnTo>
                  <a:lnTo>
                    <a:pt x="1456" y="37"/>
                  </a:lnTo>
                  <a:lnTo>
                    <a:pt x="1457" y="39"/>
                  </a:lnTo>
                  <a:lnTo>
                    <a:pt x="1461" y="38"/>
                  </a:lnTo>
                  <a:lnTo>
                    <a:pt x="1461" y="38"/>
                  </a:lnTo>
                  <a:lnTo>
                    <a:pt x="1460" y="37"/>
                  </a:lnTo>
                  <a:lnTo>
                    <a:pt x="1464" y="37"/>
                  </a:lnTo>
                  <a:lnTo>
                    <a:pt x="1465" y="38"/>
                  </a:lnTo>
                  <a:lnTo>
                    <a:pt x="1464" y="39"/>
                  </a:lnTo>
                  <a:lnTo>
                    <a:pt x="1467" y="42"/>
                  </a:lnTo>
                  <a:lnTo>
                    <a:pt x="1471" y="43"/>
                  </a:lnTo>
                  <a:lnTo>
                    <a:pt x="1473" y="42"/>
                  </a:lnTo>
                  <a:lnTo>
                    <a:pt x="1469" y="41"/>
                  </a:lnTo>
                  <a:lnTo>
                    <a:pt x="1467" y="39"/>
                  </a:lnTo>
                  <a:lnTo>
                    <a:pt x="1467" y="38"/>
                  </a:lnTo>
                  <a:lnTo>
                    <a:pt x="1469" y="37"/>
                  </a:lnTo>
                  <a:lnTo>
                    <a:pt x="1472" y="37"/>
                  </a:lnTo>
                  <a:lnTo>
                    <a:pt x="1477" y="39"/>
                  </a:lnTo>
                  <a:lnTo>
                    <a:pt x="1477" y="42"/>
                  </a:lnTo>
                  <a:lnTo>
                    <a:pt x="1479" y="43"/>
                  </a:lnTo>
                  <a:lnTo>
                    <a:pt x="1480" y="41"/>
                  </a:lnTo>
                  <a:lnTo>
                    <a:pt x="1479" y="41"/>
                  </a:lnTo>
                  <a:lnTo>
                    <a:pt x="1481" y="41"/>
                  </a:lnTo>
                  <a:lnTo>
                    <a:pt x="1483" y="42"/>
                  </a:lnTo>
                  <a:lnTo>
                    <a:pt x="1481" y="43"/>
                  </a:lnTo>
                  <a:lnTo>
                    <a:pt x="1484" y="46"/>
                  </a:lnTo>
                  <a:lnTo>
                    <a:pt x="1488" y="53"/>
                  </a:lnTo>
                  <a:lnTo>
                    <a:pt x="1492" y="54"/>
                  </a:lnTo>
                  <a:lnTo>
                    <a:pt x="1493" y="57"/>
                  </a:lnTo>
                  <a:lnTo>
                    <a:pt x="1494" y="59"/>
                  </a:lnTo>
                  <a:lnTo>
                    <a:pt x="1496" y="61"/>
                  </a:lnTo>
                  <a:lnTo>
                    <a:pt x="1496" y="62"/>
                  </a:lnTo>
                  <a:lnTo>
                    <a:pt x="1496" y="65"/>
                  </a:lnTo>
                  <a:lnTo>
                    <a:pt x="1498" y="66"/>
                  </a:lnTo>
                  <a:lnTo>
                    <a:pt x="1500" y="63"/>
                  </a:lnTo>
                  <a:lnTo>
                    <a:pt x="1504" y="65"/>
                  </a:lnTo>
                  <a:lnTo>
                    <a:pt x="1505" y="67"/>
                  </a:lnTo>
                  <a:lnTo>
                    <a:pt x="1508" y="68"/>
                  </a:lnTo>
                  <a:lnTo>
                    <a:pt x="1508" y="67"/>
                  </a:lnTo>
                  <a:lnTo>
                    <a:pt x="1506" y="66"/>
                  </a:lnTo>
                  <a:lnTo>
                    <a:pt x="1506" y="65"/>
                  </a:lnTo>
                  <a:lnTo>
                    <a:pt x="1508" y="62"/>
                  </a:lnTo>
                  <a:lnTo>
                    <a:pt x="1509" y="63"/>
                  </a:lnTo>
                  <a:lnTo>
                    <a:pt x="1510" y="66"/>
                  </a:lnTo>
                  <a:lnTo>
                    <a:pt x="1513" y="68"/>
                  </a:lnTo>
                  <a:lnTo>
                    <a:pt x="1511" y="67"/>
                  </a:lnTo>
                  <a:lnTo>
                    <a:pt x="1510" y="63"/>
                  </a:lnTo>
                  <a:lnTo>
                    <a:pt x="1510" y="61"/>
                  </a:lnTo>
                  <a:lnTo>
                    <a:pt x="1509" y="59"/>
                  </a:lnTo>
                  <a:lnTo>
                    <a:pt x="1506" y="61"/>
                  </a:lnTo>
                  <a:lnTo>
                    <a:pt x="1502" y="61"/>
                  </a:lnTo>
                  <a:lnTo>
                    <a:pt x="1502" y="59"/>
                  </a:lnTo>
                  <a:lnTo>
                    <a:pt x="1504" y="58"/>
                  </a:lnTo>
                  <a:lnTo>
                    <a:pt x="1504" y="55"/>
                  </a:lnTo>
                  <a:lnTo>
                    <a:pt x="1498" y="51"/>
                  </a:lnTo>
                  <a:lnTo>
                    <a:pt x="1497" y="50"/>
                  </a:lnTo>
                  <a:lnTo>
                    <a:pt x="1496" y="47"/>
                  </a:lnTo>
                  <a:lnTo>
                    <a:pt x="1494" y="47"/>
                  </a:lnTo>
                  <a:lnTo>
                    <a:pt x="1490" y="50"/>
                  </a:lnTo>
                  <a:lnTo>
                    <a:pt x="1490" y="49"/>
                  </a:lnTo>
                  <a:lnTo>
                    <a:pt x="1493" y="46"/>
                  </a:lnTo>
                  <a:lnTo>
                    <a:pt x="1494" y="43"/>
                  </a:lnTo>
                  <a:lnTo>
                    <a:pt x="1497" y="38"/>
                  </a:lnTo>
                  <a:lnTo>
                    <a:pt x="1500" y="38"/>
                  </a:lnTo>
                  <a:lnTo>
                    <a:pt x="1498" y="39"/>
                  </a:lnTo>
                  <a:lnTo>
                    <a:pt x="1501" y="43"/>
                  </a:lnTo>
                  <a:lnTo>
                    <a:pt x="1504" y="45"/>
                  </a:lnTo>
                  <a:lnTo>
                    <a:pt x="1504" y="43"/>
                  </a:lnTo>
                  <a:lnTo>
                    <a:pt x="1501" y="42"/>
                  </a:lnTo>
                  <a:lnTo>
                    <a:pt x="1501" y="39"/>
                  </a:lnTo>
                  <a:lnTo>
                    <a:pt x="1502" y="39"/>
                  </a:lnTo>
                  <a:lnTo>
                    <a:pt x="1505" y="38"/>
                  </a:lnTo>
                  <a:lnTo>
                    <a:pt x="1505" y="36"/>
                  </a:lnTo>
                  <a:lnTo>
                    <a:pt x="1502" y="36"/>
                  </a:lnTo>
                  <a:lnTo>
                    <a:pt x="1504" y="36"/>
                  </a:lnTo>
                  <a:lnTo>
                    <a:pt x="1505" y="34"/>
                  </a:lnTo>
                  <a:lnTo>
                    <a:pt x="1508" y="34"/>
                  </a:lnTo>
                  <a:lnTo>
                    <a:pt x="1509" y="30"/>
                  </a:lnTo>
                  <a:lnTo>
                    <a:pt x="1511" y="30"/>
                  </a:lnTo>
                  <a:lnTo>
                    <a:pt x="1513" y="33"/>
                  </a:lnTo>
                  <a:lnTo>
                    <a:pt x="1514" y="32"/>
                  </a:lnTo>
                  <a:lnTo>
                    <a:pt x="1515" y="33"/>
                  </a:lnTo>
                  <a:lnTo>
                    <a:pt x="1515" y="33"/>
                  </a:lnTo>
                  <a:lnTo>
                    <a:pt x="1518" y="36"/>
                  </a:lnTo>
                  <a:lnTo>
                    <a:pt x="1522" y="36"/>
                  </a:lnTo>
                  <a:lnTo>
                    <a:pt x="1523" y="36"/>
                  </a:lnTo>
                  <a:lnTo>
                    <a:pt x="1530" y="37"/>
                  </a:lnTo>
                  <a:lnTo>
                    <a:pt x="1530" y="39"/>
                  </a:lnTo>
                  <a:lnTo>
                    <a:pt x="1530" y="41"/>
                  </a:lnTo>
                  <a:lnTo>
                    <a:pt x="1531" y="39"/>
                  </a:lnTo>
                  <a:lnTo>
                    <a:pt x="1533" y="38"/>
                  </a:lnTo>
                  <a:lnTo>
                    <a:pt x="1534" y="38"/>
                  </a:lnTo>
                  <a:lnTo>
                    <a:pt x="1534" y="41"/>
                  </a:lnTo>
                  <a:lnTo>
                    <a:pt x="1536" y="39"/>
                  </a:lnTo>
                  <a:lnTo>
                    <a:pt x="1538" y="37"/>
                  </a:lnTo>
                  <a:lnTo>
                    <a:pt x="1540" y="38"/>
                  </a:lnTo>
                  <a:lnTo>
                    <a:pt x="1540" y="39"/>
                  </a:lnTo>
                  <a:lnTo>
                    <a:pt x="1539" y="41"/>
                  </a:lnTo>
                  <a:lnTo>
                    <a:pt x="1539" y="42"/>
                  </a:lnTo>
                  <a:lnTo>
                    <a:pt x="1540" y="49"/>
                  </a:lnTo>
                  <a:lnTo>
                    <a:pt x="1540" y="53"/>
                  </a:lnTo>
                  <a:lnTo>
                    <a:pt x="1540" y="54"/>
                  </a:lnTo>
                  <a:lnTo>
                    <a:pt x="1543" y="53"/>
                  </a:lnTo>
                  <a:lnTo>
                    <a:pt x="1544" y="55"/>
                  </a:lnTo>
                  <a:lnTo>
                    <a:pt x="1547" y="57"/>
                  </a:lnTo>
                  <a:lnTo>
                    <a:pt x="1547" y="59"/>
                  </a:lnTo>
                  <a:lnTo>
                    <a:pt x="1546" y="61"/>
                  </a:lnTo>
                  <a:lnTo>
                    <a:pt x="1543" y="61"/>
                  </a:lnTo>
                  <a:lnTo>
                    <a:pt x="1538" y="61"/>
                  </a:lnTo>
                  <a:lnTo>
                    <a:pt x="1544" y="62"/>
                  </a:lnTo>
                  <a:lnTo>
                    <a:pt x="1546" y="65"/>
                  </a:lnTo>
                  <a:lnTo>
                    <a:pt x="1544" y="67"/>
                  </a:lnTo>
                  <a:lnTo>
                    <a:pt x="1542" y="67"/>
                  </a:lnTo>
                  <a:lnTo>
                    <a:pt x="1539" y="71"/>
                  </a:lnTo>
                  <a:lnTo>
                    <a:pt x="1539" y="70"/>
                  </a:lnTo>
                  <a:lnTo>
                    <a:pt x="1536" y="72"/>
                  </a:lnTo>
                  <a:lnTo>
                    <a:pt x="1533" y="72"/>
                  </a:lnTo>
                  <a:lnTo>
                    <a:pt x="1530" y="74"/>
                  </a:lnTo>
                  <a:lnTo>
                    <a:pt x="1534" y="74"/>
                  </a:lnTo>
                  <a:lnTo>
                    <a:pt x="1535" y="75"/>
                  </a:lnTo>
                  <a:lnTo>
                    <a:pt x="1536" y="76"/>
                  </a:lnTo>
                  <a:lnTo>
                    <a:pt x="1539" y="75"/>
                  </a:lnTo>
                  <a:lnTo>
                    <a:pt x="1539" y="75"/>
                  </a:lnTo>
                  <a:lnTo>
                    <a:pt x="1540" y="76"/>
                  </a:lnTo>
                  <a:lnTo>
                    <a:pt x="1542" y="80"/>
                  </a:lnTo>
                  <a:lnTo>
                    <a:pt x="1540" y="82"/>
                  </a:lnTo>
                  <a:lnTo>
                    <a:pt x="1539" y="84"/>
                  </a:lnTo>
                  <a:lnTo>
                    <a:pt x="1543" y="82"/>
                  </a:lnTo>
                  <a:lnTo>
                    <a:pt x="1546" y="82"/>
                  </a:lnTo>
                  <a:lnTo>
                    <a:pt x="1548" y="84"/>
                  </a:lnTo>
                  <a:lnTo>
                    <a:pt x="1548" y="86"/>
                  </a:lnTo>
                  <a:lnTo>
                    <a:pt x="1550" y="90"/>
                  </a:lnTo>
                  <a:lnTo>
                    <a:pt x="1547" y="91"/>
                  </a:lnTo>
                  <a:lnTo>
                    <a:pt x="1548" y="92"/>
                  </a:lnTo>
                  <a:lnTo>
                    <a:pt x="1550" y="95"/>
                  </a:lnTo>
                  <a:lnTo>
                    <a:pt x="1547" y="96"/>
                  </a:lnTo>
                  <a:lnTo>
                    <a:pt x="1547" y="97"/>
                  </a:lnTo>
                  <a:lnTo>
                    <a:pt x="1547" y="100"/>
                  </a:lnTo>
                  <a:lnTo>
                    <a:pt x="1547" y="97"/>
                  </a:lnTo>
                  <a:lnTo>
                    <a:pt x="1550" y="97"/>
                  </a:lnTo>
                  <a:lnTo>
                    <a:pt x="1551" y="99"/>
                  </a:lnTo>
                  <a:lnTo>
                    <a:pt x="1551" y="101"/>
                  </a:lnTo>
                  <a:lnTo>
                    <a:pt x="1554" y="101"/>
                  </a:lnTo>
                  <a:lnTo>
                    <a:pt x="1554" y="103"/>
                  </a:lnTo>
                  <a:lnTo>
                    <a:pt x="1555" y="101"/>
                  </a:lnTo>
                  <a:lnTo>
                    <a:pt x="1556" y="100"/>
                  </a:lnTo>
                  <a:lnTo>
                    <a:pt x="1558" y="100"/>
                  </a:lnTo>
                  <a:lnTo>
                    <a:pt x="1560" y="101"/>
                  </a:lnTo>
                  <a:lnTo>
                    <a:pt x="1560" y="104"/>
                  </a:lnTo>
                  <a:lnTo>
                    <a:pt x="1558" y="104"/>
                  </a:lnTo>
                  <a:lnTo>
                    <a:pt x="1556" y="103"/>
                  </a:lnTo>
                  <a:lnTo>
                    <a:pt x="1555" y="105"/>
                  </a:lnTo>
                  <a:lnTo>
                    <a:pt x="1558" y="107"/>
                  </a:lnTo>
                  <a:lnTo>
                    <a:pt x="1559" y="107"/>
                  </a:lnTo>
                  <a:lnTo>
                    <a:pt x="1560" y="109"/>
                  </a:lnTo>
                  <a:lnTo>
                    <a:pt x="1560" y="112"/>
                  </a:lnTo>
                  <a:lnTo>
                    <a:pt x="1558" y="113"/>
                  </a:lnTo>
                  <a:lnTo>
                    <a:pt x="1555" y="109"/>
                  </a:lnTo>
                  <a:lnTo>
                    <a:pt x="1554" y="108"/>
                  </a:lnTo>
                  <a:lnTo>
                    <a:pt x="1555" y="113"/>
                  </a:lnTo>
                  <a:lnTo>
                    <a:pt x="1554" y="115"/>
                  </a:lnTo>
                  <a:lnTo>
                    <a:pt x="1552" y="115"/>
                  </a:lnTo>
                  <a:lnTo>
                    <a:pt x="1552" y="113"/>
                  </a:lnTo>
                  <a:lnTo>
                    <a:pt x="1550" y="113"/>
                  </a:lnTo>
                  <a:lnTo>
                    <a:pt x="1548" y="113"/>
                  </a:lnTo>
                  <a:lnTo>
                    <a:pt x="1543" y="112"/>
                  </a:lnTo>
                  <a:lnTo>
                    <a:pt x="1540" y="113"/>
                  </a:lnTo>
                  <a:lnTo>
                    <a:pt x="1538" y="113"/>
                  </a:lnTo>
                  <a:lnTo>
                    <a:pt x="1539" y="112"/>
                  </a:lnTo>
                  <a:lnTo>
                    <a:pt x="1538" y="111"/>
                  </a:lnTo>
                  <a:lnTo>
                    <a:pt x="1536" y="109"/>
                  </a:lnTo>
                  <a:lnTo>
                    <a:pt x="1536" y="113"/>
                  </a:lnTo>
                  <a:lnTo>
                    <a:pt x="1535" y="113"/>
                  </a:lnTo>
                  <a:lnTo>
                    <a:pt x="1535" y="113"/>
                  </a:lnTo>
                  <a:lnTo>
                    <a:pt x="1536" y="116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3" y="116"/>
                  </a:lnTo>
                  <a:lnTo>
                    <a:pt x="1527" y="117"/>
                  </a:lnTo>
                  <a:lnTo>
                    <a:pt x="1526" y="116"/>
                  </a:lnTo>
                  <a:lnTo>
                    <a:pt x="1526" y="115"/>
                  </a:lnTo>
                  <a:lnTo>
                    <a:pt x="1526" y="112"/>
                  </a:lnTo>
                  <a:lnTo>
                    <a:pt x="1525" y="112"/>
                  </a:lnTo>
                  <a:lnTo>
                    <a:pt x="1519" y="108"/>
                  </a:lnTo>
                  <a:lnTo>
                    <a:pt x="1518" y="107"/>
                  </a:lnTo>
                  <a:lnTo>
                    <a:pt x="1519" y="105"/>
                  </a:lnTo>
                  <a:lnTo>
                    <a:pt x="1515" y="104"/>
                  </a:lnTo>
                  <a:lnTo>
                    <a:pt x="1514" y="107"/>
                  </a:lnTo>
                  <a:lnTo>
                    <a:pt x="1510" y="108"/>
                  </a:lnTo>
                  <a:lnTo>
                    <a:pt x="1509" y="109"/>
                  </a:lnTo>
                  <a:lnTo>
                    <a:pt x="1508" y="111"/>
                  </a:lnTo>
                  <a:lnTo>
                    <a:pt x="1506" y="107"/>
                  </a:lnTo>
                  <a:lnTo>
                    <a:pt x="1505" y="105"/>
                  </a:lnTo>
                  <a:lnTo>
                    <a:pt x="1506" y="107"/>
                  </a:lnTo>
                  <a:lnTo>
                    <a:pt x="1506" y="112"/>
                  </a:lnTo>
                  <a:lnTo>
                    <a:pt x="1506" y="115"/>
                  </a:lnTo>
                  <a:lnTo>
                    <a:pt x="1506" y="117"/>
                  </a:lnTo>
                  <a:lnTo>
                    <a:pt x="1501" y="124"/>
                  </a:lnTo>
                  <a:lnTo>
                    <a:pt x="1500" y="124"/>
                  </a:lnTo>
                  <a:lnTo>
                    <a:pt x="1500" y="118"/>
                  </a:lnTo>
                  <a:lnTo>
                    <a:pt x="1497" y="118"/>
                  </a:lnTo>
                  <a:lnTo>
                    <a:pt x="1494" y="120"/>
                  </a:lnTo>
                  <a:lnTo>
                    <a:pt x="1489" y="115"/>
                  </a:lnTo>
                  <a:lnTo>
                    <a:pt x="1489" y="113"/>
                  </a:lnTo>
                  <a:lnTo>
                    <a:pt x="1488" y="108"/>
                  </a:lnTo>
                  <a:lnTo>
                    <a:pt x="1486" y="107"/>
                  </a:lnTo>
                  <a:lnTo>
                    <a:pt x="1485" y="105"/>
                  </a:lnTo>
                  <a:lnTo>
                    <a:pt x="1484" y="104"/>
                  </a:lnTo>
                  <a:lnTo>
                    <a:pt x="1483" y="104"/>
                  </a:lnTo>
                  <a:lnTo>
                    <a:pt x="1484" y="107"/>
                  </a:lnTo>
                  <a:lnTo>
                    <a:pt x="1484" y="108"/>
                  </a:lnTo>
                  <a:lnTo>
                    <a:pt x="1485" y="111"/>
                  </a:lnTo>
                  <a:lnTo>
                    <a:pt x="1484" y="112"/>
                  </a:lnTo>
                  <a:lnTo>
                    <a:pt x="1480" y="109"/>
                  </a:lnTo>
                  <a:lnTo>
                    <a:pt x="1477" y="107"/>
                  </a:lnTo>
                  <a:lnTo>
                    <a:pt x="1477" y="107"/>
                  </a:lnTo>
                  <a:lnTo>
                    <a:pt x="1479" y="109"/>
                  </a:lnTo>
                  <a:lnTo>
                    <a:pt x="1477" y="111"/>
                  </a:lnTo>
                  <a:lnTo>
                    <a:pt x="1479" y="112"/>
                  </a:lnTo>
                  <a:lnTo>
                    <a:pt x="1481" y="112"/>
                  </a:lnTo>
                  <a:lnTo>
                    <a:pt x="1483" y="113"/>
                  </a:lnTo>
                  <a:lnTo>
                    <a:pt x="1481" y="116"/>
                  </a:lnTo>
                  <a:lnTo>
                    <a:pt x="1479" y="117"/>
                  </a:lnTo>
                  <a:lnTo>
                    <a:pt x="1477" y="118"/>
                  </a:lnTo>
                  <a:lnTo>
                    <a:pt x="1480" y="118"/>
                  </a:lnTo>
                  <a:lnTo>
                    <a:pt x="1486" y="126"/>
                  </a:lnTo>
                  <a:lnTo>
                    <a:pt x="1490" y="128"/>
                  </a:lnTo>
                  <a:lnTo>
                    <a:pt x="1493" y="126"/>
                  </a:lnTo>
                  <a:lnTo>
                    <a:pt x="1496" y="128"/>
                  </a:lnTo>
                  <a:lnTo>
                    <a:pt x="1497" y="132"/>
                  </a:lnTo>
                  <a:lnTo>
                    <a:pt x="1497" y="132"/>
                  </a:lnTo>
                  <a:lnTo>
                    <a:pt x="1494" y="129"/>
                  </a:lnTo>
                  <a:lnTo>
                    <a:pt x="1493" y="129"/>
                  </a:lnTo>
                  <a:lnTo>
                    <a:pt x="1494" y="133"/>
                  </a:lnTo>
                  <a:lnTo>
                    <a:pt x="1498" y="134"/>
                  </a:lnTo>
                  <a:lnTo>
                    <a:pt x="1500" y="138"/>
                  </a:lnTo>
                  <a:lnTo>
                    <a:pt x="1501" y="141"/>
                  </a:lnTo>
                  <a:lnTo>
                    <a:pt x="1501" y="146"/>
                  </a:lnTo>
                  <a:lnTo>
                    <a:pt x="1500" y="153"/>
                  </a:lnTo>
                  <a:lnTo>
                    <a:pt x="1501" y="158"/>
                  </a:lnTo>
                  <a:lnTo>
                    <a:pt x="1501" y="161"/>
                  </a:lnTo>
                  <a:lnTo>
                    <a:pt x="1501" y="163"/>
                  </a:lnTo>
                  <a:lnTo>
                    <a:pt x="1498" y="167"/>
                  </a:lnTo>
                  <a:lnTo>
                    <a:pt x="1498" y="170"/>
                  </a:lnTo>
                  <a:lnTo>
                    <a:pt x="1497" y="171"/>
                  </a:lnTo>
                  <a:lnTo>
                    <a:pt x="1497" y="170"/>
                  </a:lnTo>
                  <a:lnTo>
                    <a:pt x="1497" y="168"/>
                  </a:lnTo>
                  <a:lnTo>
                    <a:pt x="1490" y="172"/>
                  </a:lnTo>
                  <a:lnTo>
                    <a:pt x="1489" y="171"/>
                  </a:lnTo>
                  <a:lnTo>
                    <a:pt x="1486" y="172"/>
                  </a:lnTo>
                  <a:lnTo>
                    <a:pt x="1485" y="172"/>
                  </a:lnTo>
                  <a:lnTo>
                    <a:pt x="1484" y="170"/>
                  </a:lnTo>
                  <a:lnTo>
                    <a:pt x="1481" y="170"/>
                  </a:lnTo>
                  <a:lnTo>
                    <a:pt x="1479" y="166"/>
                  </a:lnTo>
                  <a:lnTo>
                    <a:pt x="1476" y="165"/>
                  </a:lnTo>
                  <a:lnTo>
                    <a:pt x="1472" y="163"/>
                  </a:lnTo>
                  <a:lnTo>
                    <a:pt x="1471" y="162"/>
                  </a:lnTo>
                  <a:lnTo>
                    <a:pt x="1468" y="163"/>
                  </a:lnTo>
                  <a:lnTo>
                    <a:pt x="1467" y="166"/>
                  </a:lnTo>
                  <a:lnTo>
                    <a:pt x="1464" y="166"/>
                  </a:lnTo>
                  <a:lnTo>
                    <a:pt x="1467" y="167"/>
                  </a:lnTo>
                  <a:lnTo>
                    <a:pt x="1469" y="167"/>
                  </a:lnTo>
                  <a:lnTo>
                    <a:pt x="1471" y="165"/>
                  </a:lnTo>
                  <a:lnTo>
                    <a:pt x="1477" y="167"/>
                  </a:lnTo>
                  <a:lnTo>
                    <a:pt x="1479" y="170"/>
                  </a:lnTo>
                  <a:lnTo>
                    <a:pt x="1476" y="171"/>
                  </a:lnTo>
                  <a:lnTo>
                    <a:pt x="1473" y="170"/>
                  </a:lnTo>
                  <a:lnTo>
                    <a:pt x="1471" y="170"/>
                  </a:lnTo>
                  <a:lnTo>
                    <a:pt x="1471" y="172"/>
                  </a:lnTo>
                  <a:lnTo>
                    <a:pt x="1468" y="170"/>
                  </a:lnTo>
                  <a:lnTo>
                    <a:pt x="1467" y="171"/>
                  </a:lnTo>
                  <a:lnTo>
                    <a:pt x="1467" y="171"/>
                  </a:lnTo>
                  <a:lnTo>
                    <a:pt x="1468" y="174"/>
                  </a:lnTo>
                  <a:lnTo>
                    <a:pt x="1472" y="175"/>
                  </a:lnTo>
                  <a:lnTo>
                    <a:pt x="1471" y="179"/>
                  </a:lnTo>
                  <a:lnTo>
                    <a:pt x="1472" y="183"/>
                  </a:lnTo>
                  <a:lnTo>
                    <a:pt x="1475" y="184"/>
                  </a:lnTo>
                  <a:lnTo>
                    <a:pt x="1473" y="183"/>
                  </a:lnTo>
                  <a:lnTo>
                    <a:pt x="1473" y="178"/>
                  </a:lnTo>
                  <a:lnTo>
                    <a:pt x="1475" y="178"/>
                  </a:lnTo>
                  <a:lnTo>
                    <a:pt x="1477" y="178"/>
                  </a:lnTo>
                  <a:lnTo>
                    <a:pt x="1477" y="176"/>
                  </a:lnTo>
                  <a:lnTo>
                    <a:pt x="1481" y="172"/>
                  </a:lnTo>
                  <a:lnTo>
                    <a:pt x="1483" y="172"/>
                  </a:lnTo>
                  <a:lnTo>
                    <a:pt x="1484" y="174"/>
                  </a:lnTo>
                  <a:lnTo>
                    <a:pt x="1484" y="175"/>
                  </a:lnTo>
                  <a:lnTo>
                    <a:pt x="1488" y="180"/>
                  </a:lnTo>
                  <a:lnTo>
                    <a:pt x="1490" y="180"/>
                  </a:lnTo>
                  <a:lnTo>
                    <a:pt x="1493" y="183"/>
                  </a:lnTo>
                  <a:lnTo>
                    <a:pt x="1497" y="183"/>
                  </a:lnTo>
                  <a:lnTo>
                    <a:pt x="1497" y="180"/>
                  </a:lnTo>
                  <a:lnTo>
                    <a:pt x="1497" y="179"/>
                  </a:lnTo>
                  <a:lnTo>
                    <a:pt x="1498" y="179"/>
                  </a:lnTo>
                  <a:lnTo>
                    <a:pt x="1504" y="184"/>
                  </a:lnTo>
                  <a:lnTo>
                    <a:pt x="1505" y="187"/>
                  </a:lnTo>
                  <a:lnTo>
                    <a:pt x="1504" y="186"/>
                  </a:lnTo>
                  <a:lnTo>
                    <a:pt x="1502" y="188"/>
                  </a:lnTo>
                  <a:lnTo>
                    <a:pt x="1508" y="192"/>
                  </a:lnTo>
                  <a:lnTo>
                    <a:pt x="1509" y="192"/>
                  </a:lnTo>
                  <a:lnTo>
                    <a:pt x="1509" y="191"/>
                  </a:lnTo>
                  <a:lnTo>
                    <a:pt x="1509" y="188"/>
                  </a:lnTo>
                  <a:lnTo>
                    <a:pt x="1511" y="191"/>
                  </a:lnTo>
                  <a:lnTo>
                    <a:pt x="1517" y="197"/>
                  </a:lnTo>
                  <a:lnTo>
                    <a:pt x="1515" y="196"/>
                  </a:lnTo>
                  <a:lnTo>
                    <a:pt x="1514" y="196"/>
                  </a:lnTo>
                  <a:lnTo>
                    <a:pt x="1513" y="197"/>
                  </a:lnTo>
                  <a:lnTo>
                    <a:pt x="1514" y="200"/>
                  </a:lnTo>
                  <a:lnTo>
                    <a:pt x="1513" y="201"/>
                  </a:lnTo>
                  <a:lnTo>
                    <a:pt x="1511" y="204"/>
                  </a:lnTo>
                  <a:lnTo>
                    <a:pt x="1513" y="205"/>
                  </a:lnTo>
                  <a:lnTo>
                    <a:pt x="1515" y="204"/>
                  </a:lnTo>
                  <a:lnTo>
                    <a:pt x="1515" y="201"/>
                  </a:lnTo>
                  <a:lnTo>
                    <a:pt x="1517" y="201"/>
                  </a:lnTo>
                  <a:lnTo>
                    <a:pt x="1518" y="201"/>
                  </a:lnTo>
                  <a:lnTo>
                    <a:pt x="1519" y="200"/>
                  </a:lnTo>
                  <a:lnTo>
                    <a:pt x="1521" y="203"/>
                  </a:lnTo>
                  <a:lnTo>
                    <a:pt x="1526" y="207"/>
                  </a:lnTo>
                  <a:lnTo>
                    <a:pt x="1531" y="208"/>
                  </a:lnTo>
                  <a:lnTo>
                    <a:pt x="1535" y="211"/>
                  </a:lnTo>
                  <a:lnTo>
                    <a:pt x="1533" y="212"/>
                  </a:lnTo>
                  <a:lnTo>
                    <a:pt x="1536" y="217"/>
                  </a:lnTo>
                  <a:lnTo>
                    <a:pt x="1539" y="217"/>
                  </a:lnTo>
                  <a:lnTo>
                    <a:pt x="1542" y="222"/>
                  </a:lnTo>
                  <a:lnTo>
                    <a:pt x="1542" y="229"/>
                  </a:lnTo>
                  <a:lnTo>
                    <a:pt x="1540" y="230"/>
                  </a:lnTo>
                  <a:lnTo>
                    <a:pt x="1540" y="232"/>
                  </a:lnTo>
                  <a:lnTo>
                    <a:pt x="1543" y="233"/>
                  </a:lnTo>
                  <a:lnTo>
                    <a:pt x="1544" y="236"/>
                  </a:lnTo>
                  <a:lnTo>
                    <a:pt x="1543" y="236"/>
                  </a:lnTo>
                  <a:lnTo>
                    <a:pt x="1542" y="234"/>
                  </a:lnTo>
                  <a:lnTo>
                    <a:pt x="1533" y="234"/>
                  </a:lnTo>
                  <a:lnTo>
                    <a:pt x="1530" y="233"/>
                  </a:lnTo>
                  <a:lnTo>
                    <a:pt x="1529" y="234"/>
                  </a:lnTo>
                  <a:lnTo>
                    <a:pt x="1526" y="233"/>
                  </a:lnTo>
                  <a:lnTo>
                    <a:pt x="1526" y="232"/>
                  </a:lnTo>
                  <a:lnTo>
                    <a:pt x="1525" y="230"/>
                  </a:lnTo>
                  <a:lnTo>
                    <a:pt x="1523" y="232"/>
                  </a:lnTo>
                  <a:lnTo>
                    <a:pt x="1525" y="233"/>
                  </a:lnTo>
                  <a:lnTo>
                    <a:pt x="1521" y="236"/>
                  </a:lnTo>
                  <a:lnTo>
                    <a:pt x="1518" y="236"/>
                  </a:lnTo>
                  <a:lnTo>
                    <a:pt x="1517" y="237"/>
                  </a:lnTo>
                  <a:lnTo>
                    <a:pt x="1519" y="237"/>
                  </a:lnTo>
                  <a:lnTo>
                    <a:pt x="1515" y="241"/>
                  </a:lnTo>
                  <a:lnTo>
                    <a:pt x="1513" y="241"/>
                  </a:lnTo>
                  <a:lnTo>
                    <a:pt x="1513" y="243"/>
                  </a:lnTo>
                  <a:lnTo>
                    <a:pt x="1514" y="243"/>
                  </a:lnTo>
                  <a:lnTo>
                    <a:pt x="1510" y="249"/>
                  </a:lnTo>
                  <a:lnTo>
                    <a:pt x="1509" y="250"/>
                  </a:lnTo>
                  <a:lnTo>
                    <a:pt x="1509" y="249"/>
                  </a:lnTo>
                  <a:lnTo>
                    <a:pt x="1508" y="249"/>
                  </a:lnTo>
                  <a:lnTo>
                    <a:pt x="1508" y="253"/>
                  </a:lnTo>
                  <a:lnTo>
                    <a:pt x="1509" y="255"/>
                  </a:lnTo>
                  <a:lnTo>
                    <a:pt x="1506" y="258"/>
                  </a:lnTo>
                  <a:lnTo>
                    <a:pt x="1505" y="257"/>
                  </a:lnTo>
                  <a:lnTo>
                    <a:pt x="1505" y="259"/>
                  </a:lnTo>
                  <a:lnTo>
                    <a:pt x="1505" y="261"/>
                  </a:lnTo>
                  <a:lnTo>
                    <a:pt x="1502" y="263"/>
                  </a:lnTo>
                  <a:lnTo>
                    <a:pt x="1501" y="265"/>
                  </a:lnTo>
                  <a:lnTo>
                    <a:pt x="1502" y="266"/>
                  </a:lnTo>
                  <a:lnTo>
                    <a:pt x="1501" y="267"/>
                  </a:lnTo>
                  <a:lnTo>
                    <a:pt x="1501" y="268"/>
                  </a:lnTo>
                  <a:lnTo>
                    <a:pt x="1500" y="268"/>
                  </a:lnTo>
                  <a:lnTo>
                    <a:pt x="1497" y="268"/>
                  </a:lnTo>
                  <a:lnTo>
                    <a:pt x="1498" y="271"/>
                  </a:lnTo>
                  <a:lnTo>
                    <a:pt x="1498" y="272"/>
                  </a:lnTo>
                  <a:lnTo>
                    <a:pt x="1497" y="275"/>
                  </a:lnTo>
                  <a:lnTo>
                    <a:pt x="1497" y="276"/>
                  </a:lnTo>
                  <a:lnTo>
                    <a:pt x="1497" y="278"/>
                  </a:lnTo>
                  <a:lnTo>
                    <a:pt x="1496" y="279"/>
                  </a:lnTo>
                  <a:lnTo>
                    <a:pt x="1494" y="278"/>
                  </a:lnTo>
                  <a:lnTo>
                    <a:pt x="1493" y="278"/>
                  </a:lnTo>
                  <a:lnTo>
                    <a:pt x="1494" y="279"/>
                  </a:lnTo>
                  <a:lnTo>
                    <a:pt x="1497" y="282"/>
                  </a:lnTo>
                  <a:lnTo>
                    <a:pt x="1496" y="284"/>
                  </a:lnTo>
                  <a:lnTo>
                    <a:pt x="1493" y="284"/>
                  </a:lnTo>
                  <a:lnTo>
                    <a:pt x="1493" y="286"/>
                  </a:lnTo>
                  <a:lnTo>
                    <a:pt x="1494" y="286"/>
                  </a:lnTo>
                  <a:lnTo>
                    <a:pt x="1496" y="290"/>
                  </a:lnTo>
                  <a:lnTo>
                    <a:pt x="1494" y="291"/>
                  </a:lnTo>
                  <a:lnTo>
                    <a:pt x="1496" y="292"/>
                  </a:lnTo>
                  <a:lnTo>
                    <a:pt x="1493" y="296"/>
                  </a:lnTo>
                  <a:lnTo>
                    <a:pt x="1494" y="299"/>
                  </a:lnTo>
                  <a:lnTo>
                    <a:pt x="1492" y="303"/>
                  </a:lnTo>
                  <a:lnTo>
                    <a:pt x="1492" y="308"/>
                  </a:lnTo>
                  <a:lnTo>
                    <a:pt x="1490" y="311"/>
                  </a:lnTo>
                  <a:lnTo>
                    <a:pt x="1490" y="312"/>
                  </a:lnTo>
                  <a:lnTo>
                    <a:pt x="1492" y="313"/>
                  </a:lnTo>
                  <a:lnTo>
                    <a:pt x="1492" y="315"/>
                  </a:lnTo>
                  <a:lnTo>
                    <a:pt x="1492" y="316"/>
                  </a:lnTo>
                  <a:lnTo>
                    <a:pt x="1494" y="320"/>
                  </a:lnTo>
                  <a:lnTo>
                    <a:pt x="1494" y="322"/>
                  </a:lnTo>
                  <a:lnTo>
                    <a:pt x="1493" y="321"/>
                  </a:lnTo>
                  <a:lnTo>
                    <a:pt x="1490" y="322"/>
                  </a:lnTo>
                  <a:lnTo>
                    <a:pt x="1488" y="320"/>
                  </a:lnTo>
                  <a:lnTo>
                    <a:pt x="1486" y="321"/>
                  </a:lnTo>
                  <a:lnTo>
                    <a:pt x="1484" y="317"/>
                  </a:lnTo>
                  <a:lnTo>
                    <a:pt x="1484" y="316"/>
                  </a:lnTo>
                  <a:lnTo>
                    <a:pt x="1484" y="316"/>
                  </a:lnTo>
                  <a:lnTo>
                    <a:pt x="1481" y="316"/>
                  </a:lnTo>
                  <a:lnTo>
                    <a:pt x="1480" y="316"/>
                  </a:lnTo>
                  <a:lnTo>
                    <a:pt x="1479" y="313"/>
                  </a:lnTo>
                  <a:lnTo>
                    <a:pt x="1473" y="311"/>
                  </a:lnTo>
                  <a:lnTo>
                    <a:pt x="1469" y="309"/>
                  </a:lnTo>
                  <a:lnTo>
                    <a:pt x="1465" y="312"/>
                  </a:lnTo>
                  <a:lnTo>
                    <a:pt x="1464" y="311"/>
                  </a:lnTo>
                  <a:lnTo>
                    <a:pt x="1461" y="312"/>
                  </a:lnTo>
                  <a:lnTo>
                    <a:pt x="1459" y="315"/>
                  </a:lnTo>
                  <a:lnTo>
                    <a:pt x="1456" y="315"/>
                  </a:lnTo>
                  <a:lnTo>
                    <a:pt x="1456" y="320"/>
                  </a:lnTo>
                  <a:lnTo>
                    <a:pt x="1454" y="321"/>
                  </a:lnTo>
                  <a:lnTo>
                    <a:pt x="1452" y="320"/>
                  </a:lnTo>
                  <a:lnTo>
                    <a:pt x="1454" y="322"/>
                  </a:lnTo>
                  <a:lnTo>
                    <a:pt x="1452" y="325"/>
                  </a:lnTo>
                  <a:lnTo>
                    <a:pt x="1452" y="328"/>
                  </a:lnTo>
                  <a:lnTo>
                    <a:pt x="1452" y="329"/>
                  </a:lnTo>
                  <a:lnTo>
                    <a:pt x="1451" y="336"/>
                  </a:lnTo>
                  <a:lnTo>
                    <a:pt x="1450" y="337"/>
                  </a:lnTo>
                  <a:lnTo>
                    <a:pt x="1448" y="336"/>
                  </a:lnTo>
                  <a:lnTo>
                    <a:pt x="1446" y="328"/>
                  </a:lnTo>
                  <a:lnTo>
                    <a:pt x="1446" y="325"/>
                  </a:lnTo>
                  <a:lnTo>
                    <a:pt x="1443" y="324"/>
                  </a:lnTo>
                  <a:lnTo>
                    <a:pt x="1442" y="321"/>
                  </a:lnTo>
                  <a:lnTo>
                    <a:pt x="1442" y="324"/>
                  </a:lnTo>
                  <a:lnTo>
                    <a:pt x="1438" y="329"/>
                  </a:lnTo>
                  <a:lnTo>
                    <a:pt x="1436" y="330"/>
                  </a:lnTo>
                  <a:lnTo>
                    <a:pt x="1436" y="333"/>
                  </a:lnTo>
                  <a:lnTo>
                    <a:pt x="1439" y="333"/>
                  </a:lnTo>
                  <a:lnTo>
                    <a:pt x="1436" y="338"/>
                  </a:lnTo>
                  <a:lnTo>
                    <a:pt x="1434" y="336"/>
                  </a:lnTo>
                  <a:lnTo>
                    <a:pt x="1432" y="336"/>
                  </a:lnTo>
                  <a:lnTo>
                    <a:pt x="1431" y="334"/>
                  </a:lnTo>
                  <a:lnTo>
                    <a:pt x="1430" y="334"/>
                  </a:lnTo>
                  <a:lnTo>
                    <a:pt x="1429" y="338"/>
                  </a:lnTo>
                  <a:lnTo>
                    <a:pt x="1427" y="338"/>
                  </a:lnTo>
                  <a:lnTo>
                    <a:pt x="1426" y="337"/>
                  </a:lnTo>
                  <a:lnTo>
                    <a:pt x="1423" y="337"/>
                  </a:lnTo>
                  <a:lnTo>
                    <a:pt x="1423" y="338"/>
                  </a:lnTo>
                  <a:lnTo>
                    <a:pt x="1425" y="341"/>
                  </a:lnTo>
                  <a:lnTo>
                    <a:pt x="1423" y="342"/>
                  </a:lnTo>
                  <a:lnTo>
                    <a:pt x="1423" y="343"/>
                  </a:lnTo>
                  <a:lnTo>
                    <a:pt x="1422" y="346"/>
                  </a:lnTo>
                  <a:lnTo>
                    <a:pt x="1425" y="349"/>
                  </a:lnTo>
                  <a:lnTo>
                    <a:pt x="1426" y="351"/>
                  </a:lnTo>
                  <a:lnTo>
                    <a:pt x="1425" y="351"/>
                  </a:lnTo>
                  <a:lnTo>
                    <a:pt x="1425" y="353"/>
                  </a:lnTo>
                  <a:lnTo>
                    <a:pt x="1427" y="354"/>
                  </a:lnTo>
                  <a:lnTo>
                    <a:pt x="1429" y="355"/>
                  </a:lnTo>
                  <a:lnTo>
                    <a:pt x="1430" y="358"/>
                  </a:lnTo>
                  <a:lnTo>
                    <a:pt x="1429" y="358"/>
                  </a:lnTo>
                  <a:lnTo>
                    <a:pt x="1427" y="359"/>
                  </a:lnTo>
                  <a:lnTo>
                    <a:pt x="1430" y="361"/>
                  </a:lnTo>
                  <a:lnTo>
                    <a:pt x="1431" y="362"/>
                  </a:lnTo>
                  <a:lnTo>
                    <a:pt x="1431" y="363"/>
                  </a:lnTo>
                  <a:lnTo>
                    <a:pt x="1429" y="362"/>
                  </a:lnTo>
                  <a:lnTo>
                    <a:pt x="1427" y="362"/>
                  </a:lnTo>
                  <a:lnTo>
                    <a:pt x="1427" y="363"/>
                  </a:lnTo>
                  <a:lnTo>
                    <a:pt x="1430" y="366"/>
                  </a:lnTo>
                  <a:lnTo>
                    <a:pt x="1431" y="365"/>
                  </a:lnTo>
                  <a:lnTo>
                    <a:pt x="1431" y="367"/>
                  </a:lnTo>
                  <a:lnTo>
                    <a:pt x="1430" y="370"/>
                  </a:lnTo>
                  <a:lnTo>
                    <a:pt x="1430" y="372"/>
                  </a:lnTo>
                  <a:lnTo>
                    <a:pt x="1429" y="374"/>
                  </a:lnTo>
                  <a:lnTo>
                    <a:pt x="1430" y="378"/>
                  </a:lnTo>
                  <a:lnTo>
                    <a:pt x="1429" y="379"/>
                  </a:lnTo>
                  <a:lnTo>
                    <a:pt x="1430" y="382"/>
                  </a:lnTo>
                  <a:lnTo>
                    <a:pt x="1430" y="383"/>
                  </a:lnTo>
                  <a:lnTo>
                    <a:pt x="1430" y="386"/>
                  </a:lnTo>
                  <a:lnTo>
                    <a:pt x="1432" y="390"/>
                  </a:lnTo>
                  <a:lnTo>
                    <a:pt x="1431" y="391"/>
                  </a:lnTo>
                  <a:lnTo>
                    <a:pt x="1432" y="392"/>
                  </a:lnTo>
                  <a:lnTo>
                    <a:pt x="1435" y="395"/>
                  </a:lnTo>
                  <a:lnTo>
                    <a:pt x="1439" y="399"/>
                  </a:lnTo>
                  <a:lnTo>
                    <a:pt x="1442" y="400"/>
                  </a:lnTo>
                  <a:lnTo>
                    <a:pt x="1442" y="399"/>
                  </a:lnTo>
                  <a:lnTo>
                    <a:pt x="1443" y="397"/>
                  </a:lnTo>
                  <a:lnTo>
                    <a:pt x="1440" y="393"/>
                  </a:lnTo>
                  <a:lnTo>
                    <a:pt x="1439" y="392"/>
                  </a:lnTo>
                  <a:lnTo>
                    <a:pt x="1442" y="391"/>
                  </a:lnTo>
                  <a:lnTo>
                    <a:pt x="1444" y="391"/>
                  </a:lnTo>
                  <a:lnTo>
                    <a:pt x="1448" y="393"/>
                  </a:lnTo>
                  <a:lnTo>
                    <a:pt x="1450" y="393"/>
                  </a:lnTo>
                  <a:lnTo>
                    <a:pt x="1451" y="395"/>
                  </a:lnTo>
                  <a:lnTo>
                    <a:pt x="1451" y="396"/>
                  </a:lnTo>
                  <a:lnTo>
                    <a:pt x="1451" y="397"/>
                  </a:lnTo>
                  <a:lnTo>
                    <a:pt x="1452" y="400"/>
                  </a:lnTo>
                  <a:lnTo>
                    <a:pt x="1451" y="401"/>
                  </a:lnTo>
                  <a:lnTo>
                    <a:pt x="1452" y="404"/>
                  </a:lnTo>
                  <a:lnTo>
                    <a:pt x="1451" y="404"/>
                  </a:lnTo>
                  <a:lnTo>
                    <a:pt x="1450" y="407"/>
                  </a:lnTo>
                  <a:lnTo>
                    <a:pt x="1451" y="411"/>
                  </a:lnTo>
                  <a:lnTo>
                    <a:pt x="1454" y="413"/>
                  </a:lnTo>
                  <a:lnTo>
                    <a:pt x="1452" y="417"/>
                  </a:lnTo>
                  <a:lnTo>
                    <a:pt x="1455" y="420"/>
                  </a:lnTo>
                  <a:lnTo>
                    <a:pt x="1456" y="418"/>
                  </a:lnTo>
                  <a:lnTo>
                    <a:pt x="1456" y="417"/>
                  </a:lnTo>
                  <a:lnTo>
                    <a:pt x="1459" y="416"/>
                  </a:lnTo>
                  <a:lnTo>
                    <a:pt x="1459" y="415"/>
                  </a:lnTo>
                  <a:lnTo>
                    <a:pt x="1460" y="416"/>
                  </a:lnTo>
                  <a:lnTo>
                    <a:pt x="1463" y="417"/>
                  </a:lnTo>
                  <a:lnTo>
                    <a:pt x="1461" y="422"/>
                  </a:lnTo>
                  <a:lnTo>
                    <a:pt x="1467" y="426"/>
                  </a:lnTo>
                  <a:lnTo>
                    <a:pt x="1469" y="430"/>
                  </a:lnTo>
                  <a:lnTo>
                    <a:pt x="1468" y="433"/>
                  </a:lnTo>
                  <a:lnTo>
                    <a:pt x="1468" y="436"/>
                  </a:lnTo>
                  <a:lnTo>
                    <a:pt x="1467" y="436"/>
                  </a:lnTo>
                  <a:lnTo>
                    <a:pt x="1463" y="434"/>
                  </a:lnTo>
                  <a:lnTo>
                    <a:pt x="1460" y="433"/>
                  </a:lnTo>
                  <a:lnTo>
                    <a:pt x="1460" y="429"/>
                  </a:lnTo>
                  <a:lnTo>
                    <a:pt x="1460" y="426"/>
                  </a:lnTo>
                  <a:lnTo>
                    <a:pt x="1461" y="424"/>
                  </a:lnTo>
                  <a:lnTo>
                    <a:pt x="1460" y="421"/>
                  </a:lnTo>
                  <a:lnTo>
                    <a:pt x="1459" y="422"/>
                  </a:lnTo>
                  <a:lnTo>
                    <a:pt x="1460" y="424"/>
                  </a:lnTo>
                  <a:lnTo>
                    <a:pt x="1460" y="425"/>
                  </a:lnTo>
                  <a:lnTo>
                    <a:pt x="1457" y="426"/>
                  </a:lnTo>
                  <a:lnTo>
                    <a:pt x="1455" y="429"/>
                  </a:lnTo>
                  <a:lnTo>
                    <a:pt x="1456" y="430"/>
                  </a:lnTo>
                  <a:lnTo>
                    <a:pt x="1459" y="430"/>
                  </a:lnTo>
                  <a:lnTo>
                    <a:pt x="1459" y="433"/>
                  </a:lnTo>
                  <a:lnTo>
                    <a:pt x="1456" y="436"/>
                  </a:lnTo>
                  <a:lnTo>
                    <a:pt x="1457" y="440"/>
                  </a:lnTo>
                  <a:lnTo>
                    <a:pt x="1457" y="440"/>
                  </a:lnTo>
                  <a:lnTo>
                    <a:pt x="1457" y="449"/>
                  </a:lnTo>
                  <a:lnTo>
                    <a:pt x="1459" y="450"/>
                  </a:lnTo>
                  <a:lnTo>
                    <a:pt x="1459" y="453"/>
                  </a:lnTo>
                  <a:lnTo>
                    <a:pt x="1465" y="461"/>
                  </a:lnTo>
                  <a:lnTo>
                    <a:pt x="1467" y="461"/>
                  </a:lnTo>
                  <a:lnTo>
                    <a:pt x="1471" y="467"/>
                  </a:lnTo>
                  <a:lnTo>
                    <a:pt x="1473" y="468"/>
                  </a:lnTo>
                  <a:lnTo>
                    <a:pt x="1472" y="470"/>
                  </a:lnTo>
                  <a:lnTo>
                    <a:pt x="1472" y="474"/>
                  </a:lnTo>
                  <a:lnTo>
                    <a:pt x="1465" y="476"/>
                  </a:lnTo>
                  <a:lnTo>
                    <a:pt x="1464" y="475"/>
                  </a:lnTo>
                  <a:lnTo>
                    <a:pt x="1460" y="478"/>
                  </a:lnTo>
                  <a:lnTo>
                    <a:pt x="1459" y="476"/>
                  </a:lnTo>
                  <a:lnTo>
                    <a:pt x="1460" y="478"/>
                  </a:lnTo>
                  <a:lnTo>
                    <a:pt x="1457" y="483"/>
                  </a:lnTo>
                  <a:lnTo>
                    <a:pt x="1457" y="486"/>
                  </a:lnTo>
                  <a:lnTo>
                    <a:pt x="1456" y="487"/>
                  </a:lnTo>
                  <a:lnTo>
                    <a:pt x="1457" y="490"/>
                  </a:lnTo>
                  <a:lnTo>
                    <a:pt x="1456" y="495"/>
                  </a:lnTo>
                  <a:lnTo>
                    <a:pt x="1459" y="501"/>
                  </a:lnTo>
                  <a:lnTo>
                    <a:pt x="1461" y="504"/>
                  </a:lnTo>
                  <a:lnTo>
                    <a:pt x="1461" y="507"/>
                  </a:lnTo>
                  <a:lnTo>
                    <a:pt x="1465" y="508"/>
                  </a:lnTo>
                  <a:lnTo>
                    <a:pt x="1467" y="511"/>
                  </a:lnTo>
                  <a:lnTo>
                    <a:pt x="1464" y="511"/>
                  </a:lnTo>
                  <a:lnTo>
                    <a:pt x="1463" y="509"/>
                  </a:lnTo>
                  <a:lnTo>
                    <a:pt x="1461" y="511"/>
                  </a:lnTo>
                  <a:lnTo>
                    <a:pt x="1459" y="513"/>
                  </a:lnTo>
                  <a:lnTo>
                    <a:pt x="1457" y="512"/>
                  </a:lnTo>
                  <a:lnTo>
                    <a:pt x="1454" y="516"/>
                  </a:lnTo>
                  <a:lnTo>
                    <a:pt x="1451" y="513"/>
                  </a:lnTo>
                  <a:lnTo>
                    <a:pt x="1450" y="516"/>
                  </a:lnTo>
                  <a:lnTo>
                    <a:pt x="1452" y="517"/>
                  </a:lnTo>
                  <a:lnTo>
                    <a:pt x="1454" y="517"/>
                  </a:lnTo>
                  <a:lnTo>
                    <a:pt x="1454" y="520"/>
                  </a:lnTo>
                  <a:lnTo>
                    <a:pt x="1454" y="521"/>
                  </a:lnTo>
                  <a:lnTo>
                    <a:pt x="1455" y="524"/>
                  </a:lnTo>
                  <a:lnTo>
                    <a:pt x="1455" y="525"/>
                  </a:lnTo>
                  <a:lnTo>
                    <a:pt x="1454" y="525"/>
                  </a:lnTo>
                  <a:lnTo>
                    <a:pt x="1455" y="528"/>
                  </a:lnTo>
                  <a:lnTo>
                    <a:pt x="1454" y="529"/>
                  </a:lnTo>
                  <a:lnTo>
                    <a:pt x="1455" y="530"/>
                  </a:lnTo>
                  <a:lnTo>
                    <a:pt x="1456" y="529"/>
                  </a:lnTo>
                  <a:lnTo>
                    <a:pt x="1459" y="532"/>
                  </a:lnTo>
                  <a:lnTo>
                    <a:pt x="1457" y="533"/>
                  </a:lnTo>
                  <a:lnTo>
                    <a:pt x="1456" y="537"/>
                  </a:lnTo>
                  <a:lnTo>
                    <a:pt x="1457" y="540"/>
                  </a:lnTo>
                  <a:lnTo>
                    <a:pt x="1457" y="543"/>
                  </a:lnTo>
                  <a:lnTo>
                    <a:pt x="1456" y="546"/>
                  </a:lnTo>
                  <a:lnTo>
                    <a:pt x="1456" y="547"/>
                  </a:lnTo>
                  <a:lnTo>
                    <a:pt x="1456" y="549"/>
                  </a:lnTo>
                  <a:lnTo>
                    <a:pt x="1454" y="551"/>
                  </a:lnTo>
                  <a:lnTo>
                    <a:pt x="1454" y="554"/>
                  </a:lnTo>
                  <a:lnTo>
                    <a:pt x="1452" y="554"/>
                  </a:lnTo>
                  <a:lnTo>
                    <a:pt x="1451" y="559"/>
                  </a:lnTo>
                  <a:lnTo>
                    <a:pt x="1448" y="566"/>
                  </a:lnTo>
                  <a:lnTo>
                    <a:pt x="1450" y="563"/>
                  </a:lnTo>
                  <a:lnTo>
                    <a:pt x="1448" y="561"/>
                  </a:lnTo>
                  <a:lnTo>
                    <a:pt x="1448" y="558"/>
                  </a:lnTo>
                  <a:lnTo>
                    <a:pt x="1448" y="557"/>
                  </a:lnTo>
                  <a:lnTo>
                    <a:pt x="1443" y="557"/>
                  </a:lnTo>
                  <a:lnTo>
                    <a:pt x="1440" y="553"/>
                  </a:lnTo>
                  <a:lnTo>
                    <a:pt x="1440" y="549"/>
                  </a:lnTo>
                  <a:lnTo>
                    <a:pt x="1435" y="538"/>
                  </a:lnTo>
                  <a:lnTo>
                    <a:pt x="1432" y="533"/>
                  </a:lnTo>
                  <a:lnTo>
                    <a:pt x="1434" y="534"/>
                  </a:lnTo>
                  <a:lnTo>
                    <a:pt x="1436" y="533"/>
                  </a:lnTo>
                  <a:lnTo>
                    <a:pt x="1436" y="530"/>
                  </a:lnTo>
                  <a:lnTo>
                    <a:pt x="1435" y="532"/>
                  </a:lnTo>
                  <a:lnTo>
                    <a:pt x="1432" y="532"/>
                  </a:lnTo>
                  <a:lnTo>
                    <a:pt x="1427" y="529"/>
                  </a:lnTo>
                  <a:lnTo>
                    <a:pt x="1419" y="513"/>
                  </a:lnTo>
                  <a:lnTo>
                    <a:pt x="1410" y="503"/>
                  </a:lnTo>
                  <a:lnTo>
                    <a:pt x="1410" y="500"/>
                  </a:lnTo>
                  <a:lnTo>
                    <a:pt x="1407" y="496"/>
                  </a:lnTo>
                  <a:lnTo>
                    <a:pt x="1401" y="486"/>
                  </a:lnTo>
                  <a:lnTo>
                    <a:pt x="1394" y="474"/>
                  </a:lnTo>
                  <a:lnTo>
                    <a:pt x="1389" y="462"/>
                  </a:lnTo>
                  <a:lnTo>
                    <a:pt x="1389" y="457"/>
                  </a:lnTo>
                  <a:lnTo>
                    <a:pt x="1386" y="451"/>
                  </a:lnTo>
                  <a:lnTo>
                    <a:pt x="1385" y="443"/>
                  </a:lnTo>
                  <a:lnTo>
                    <a:pt x="1382" y="440"/>
                  </a:lnTo>
                  <a:lnTo>
                    <a:pt x="1384" y="434"/>
                  </a:lnTo>
                  <a:lnTo>
                    <a:pt x="1386" y="432"/>
                  </a:lnTo>
                  <a:lnTo>
                    <a:pt x="1386" y="428"/>
                  </a:lnTo>
                  <a:lnTo>
                    <a:pt x="1389" y="426"/>
                  </a:lnTo>
                  <a:lnTo>
                    <a:pt x="1388" y="425"/>
                  </a:lnTo>
                  <a:lnTo>
                    <a:pt x="1388" y="424"/>
                  </a:lnTo>
                  <a:lnTo>
                    <a:pt x="1388" y="418"/>
                  </a:lnTo>
                  <a:lnTo>
                    <a:pt x="1384" y="412"/>
                  </a:lnTo>
                  <a:lnTo>
                    <a:pt x="1381" y="412"/>
                  </a:lnTo>
                  <a:lnTo>
                    <a:pt x="1381" y="411"/>
                  </a:lnTo>
                  <a:lnTo>
                    <a:pt x="1382" y="408"/>
                  </a:lnTo>
                  <a:lnTo>
                    <a:pt x="1388" y="411"/>
                  </a:lnTo>
                  <a:lnTo>
                    <a:pt x="1390" y="408"/>
                  </a:lnTo>
                  <a:lnTo>
                    <a:pt x="1389" y="405"/>
                  </a:lnTo>
                  <a:lnTo>
                    <a:pt x="1389" y="401"/>
                  </a:lnTo>
                  <a:lnTo>
                    <a:pt x="1394" y="400"/>
                  </a:lnTo>
                  <a:lnTo>
                    <a:pt x="1396" y="401"/>
                  </a:lnTo>
                  <a:lnTo>
                    <a:pt x="1394" y="399"/>
                  </a:lnTo>
                  <a:lnTo>
                    <a:pt x="1397" y="391"/>
                  </a:lnTo>
                  <a:lnTo>
                    <a:pt x="1396" y="387"/>
                  </a:lnTo>
                  <a:lnTo>
                    <a:pt x="1396" y="382"/>
                  </a:lnTo>
                  <a:lnTo>
                    <a:pt x="1394" y="379"/>
                  </a:lnTo>
                  <a:lnTo>
                    <a:pt x="1397" y="378"/>
                  </a:lnTo>
                  <a:lnTo>
                    <a:pt x="1397" y="375"/>
                  </a:lnTo>
                  <a:lnTo>
                    <a:pt x="1396" y="374"/>
                  </a:lnTo>
                  <a:lnTo>
                    <a:pt x="1397" y="370"/>
                  </a:lnTo>
                  <a:lnTo>
                    <a:pt x="1398" y="370"/>
                  </a:lnTo>
                  <a:lnTo>
                    <a:pt x="1396" y="367"/>
                  </a:lnTo>
                  <a:lnTo>
                    <a:pt x="1396" y="365"/>
                  </a:lnTo>
                  <a:lnTo>
                    <a:pt x="1397" y="365"/>
                  </a:lnTo>
                  <a:lnTo>
                    <a:pt x="1397" y="359"/>
                  </a:lnTo>
                  <a:lnTo>
                    <a:pt x="1396" y="358"/>
                  </a:lnTo>
                  <a:lnTo>
                    <a:pt x="1397" y="357"/>
                  </a:lnTo>
                  <a:lnTo>
                    <a:pt x="1400" y="355"/>
                  </a:lnTo>
                  <a:lnTo>
                    <a:pt x="1401" y="354"/>
                  </a:lnTo>
                  <a:lnTo>
                    <a:pt x="1400" y="350"/>
                  </a:lnTo>
                  <a:lnTo>
                    <a:pt x="1401" y="345"/>
                  </a:lnTo>
                  <a:lnTo>
                    <a:pt x="1400" y="343"/>
                  </a:lnTo>
                  <a:lnTo>
                    <a:pt x="1398" y="342"/>
                  </a:lnTo>
                  <a:lnTo>
                    <a:pt x="1401" y="338"/>
                  </a:lnTo>
                  <a:lnTo>
                    <a:pt x="1401" y="336"/>
                  </a:lnTo>
                  <a:lnTo>
                    <a:pt x="1400" y="336"/>
                  </a:lnTo>
                  <a:lnTo>
                    <a:pt x="1398" y="333"/>
                  </a:lnTo>
                  <a:lnTo>
                    <a:pt x="1400" y="332"/>
                  </a:lnTo>
                  <a:lnTo>
                    <a:pt x="1400" y="329"/>
                  </a:lnTo>
                  <a:lnTo>
                    <a:pt x="1402" y="328"/>
                  </a:lnTo>
                  <a:lnTo>
                    <a:pt x="1402" y="328"/>
                  </a:lnTo>
                  <a:lnTo>
                    <a:pt x="1405" y="325"/>
                  </a:lnTo>
                  <a:lnTo>
                    <a:pt x="1405" y="324"/>
                  </a:lnTo>
                  <a:lnTo>
                    <a:pt x="1407" y="320"/>
                  </a:lnTo>
                  <a:lnTo>
                    <a:pt x="1409" y="321"/>
                  </a:lnTo>
                  <a:lnTo>
                    <a:pt x="1411" y="318"/>
                  </a:lnTo>
                  <a:lnTo>
                    <a:pt x="1413" y="318"/>
                  </a:lnTo>
                  <a:lnTo>
                    <a:pt x="1413" y="317"/>
                  </a:lnTo>
                  <a:lnTo>
                    <a:pt x="1413" y="316"/>
                  </a:lnTo>
                  <a:lnTo>
                    <a:pt x="1410" y="316"/>
                  </a:lnTo>
                  <a:lnTo>
                    <a:pt x="1409" y="317"/>
                  </a:lnTo>
                  <a:lnTo>
                    <a:pt x="1406" y="316"/>
                  </a:lnTo>
                  <a:lnTo>
                    <a:pt x="1407" y="311"/>
                  </a:lnTo>
                  <a:lnTo>
                    <a:pt x="1409" y="308"/>
                  </a:lnTo>
                  <a:lnTo>
                    <a:pt x="1407" y="307"/>
                  </a:lnTo>
                  <a:lnTo>
                    <a:pt x="1406" y="304"/>
                  </a:lnTo>
                  <a:lnTo>
                    <a:pt x="1405" y="304"/>
                  </a:lnTo>
                  <a:lnTo>
                    <a:pt x="1405" y="305"/>
                  </a:lnTo>
                  <a:lnTo>
                    <a:pt x="1404" y="305"/>
                  </a:lnTo>
                  <a:lnTo>
                    <a:pt x="1404" y="299"/>
                  </a:lnTo>
                  <a:lnTo>
                    <a:pt x="1404" y="297"/>
                  </a:lnTo>
                  <a:lnTo>
                    <a:pt x="1404" y="296"/>
                  </a:lnTo>
                  <a:lnTo>
                    <a:pt x="1404" y="293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1"/>
                  </a:lnTo>
                  <a:lnTo>
                    <a:pt x="1398" y="287"/>
                  </a:lnTo>
                  <a:lnTo>
                    <a:pt x="1398" y="286"/>
                  </a:lnTo>
                  <a:lnTo>
                    <a:pt x="1397" y="284"/>
                  </a:lnTo>
                  <a:lnTo>
                    <a:pt x="1397" y="282"/>
                  </a:lnTo>
                  <a:lnTo>
                    <a:pt x="1396" y="279"/>
                  </a:lnTo>
                  <a:lnTo>
                    <a:pt x="1396" y="276"/>
                  </a:lnTo>
                  <a:lnTo>
                    <a:pt x="1398" y="274"/>
                  </a:lnTo>
                  <a:lnTo>
                    <a:pt x="1401" y="274"/>
                  </a:lnTo>
                  <a:lnTo>
                    <a:pt x="1404" y="274"/>
                  </a:lnTo>
                  <a:lnTo>
                    <a:pt x="1402" y="272"/>
                  </a:lnTo>
                  <a:lnTo>
                    <a:pt x="1405" y="271"/>
                  </a:lnTo>
                  <a:lnTo>
                    <a:pt x="1404" y="271"/>
                  </a:lnTo>
                  <a:lnTo>
                    <a:pt x="1401" y="271"/>
                  </a:lnTo>
                  <a:lnTo>
                    <a:pt x="1400" y="270"/>
                  </a:lnTo>
                  <a:lnTo>
                    <a:pt x="1397" y="270"/>
                  </a:lnTo>
                  <a:lnTo>
                    <a:pt x="1393" y="267"/>
                  </a:lnTo>
                  <a:lnTo>
                    <a:pt x="1393" y="268"/>
                  </a:lnTo>
                  <a:lnTo>
                    <a:pt x="1389" y="268"/>
                  </a:lnTo>
                  <a:lnTo>
                    <a:pt x="1388" y="271"/>
                  </a:lnTo>
                  <a:lnTo>
                    <a:pt x="1385" y="271"/>
                  </a:lnTo>
                  <a:lnTo>
                    <a:pt x="1381" y="274"/>
                  </a:lnTo>
                  <a:lnTo>
                    <a:pt x="1382" y="275"/>
                  </a:lnTo>
                  <a:lnTo>
                    <a:pt x="1382" y="276"/>
                  </a:lnTo>
                  <a:lnTo>
                    <a:pt x="1385" y="279"/>
                  </a:lnTo>
                  <a:lnTo>
                    <a:pt x="1385" y="282"/>
                  </a:lnTo>
                  <a:lnTo>
                    <a:pt x="1385" y="283"/>
                  </a:lnTo>
                  <a:lnTo>
                    <a:pt x="1385" y="286"/>
                  </a:lnTo>
                  <a:lnTo>
                    <a:pt x="1388" y="287"/>
                  </a:lnTo>
                  <a:lnTo>
                    <a:pt x="1388" y="288"/>
                  </a:lnTo>
                  <a:lnTo>
                    <a:pt x="1389" y="290"/>
                  </a:lnTo>
                  <a:lnTo>
                    <a:pt x="1390" y="295"/>
                  </a:lnTo>
                  <a:lnTo>
                    <a:pt x="1394" y="296"/>
                  </a:lnTo>
                  <a:lnTo>
                    <a:pt x="1393" y="299"/>
                  </a:lnTo>
                  <a:lnTo>
                    <a:pt x="1396" y="300"/>
                  </a:lnTo>
                  <a:lnTo>
                    <a:pt x="1394" y="301"/>
                  </a:lnTo>
                  <a:lnTo>
                    <a:pt x="1393" y="300"/>
                  </a:lnTo>
                  <a:lnTo>
                    <a:pt x="1392" y="299"/>
                  </a:lnTo>
                  <a:lnTo>
                    <a:pt x="1388" y="299"/>
                  </a:lnTo>
                  <a:lnTo>
                    <a:pt x="1386" y="300"/>
                  </a:lnTo>
                  <a:lnTo>
                    <a:pt x="1385" y="304"/>
                  </a:lnTo>
                  <a:lnTo>
                    <a:pt x="1386" y="305"/>
                  </a:lnTo>
                  <a:lnTo>
                    <a:pt x="1386" y="309"/>
                  </a:lnTo>
                  <a:lnTo>
                    <a:pt x="1385" y="309"/>
                  </a:lnTo>
                  <a:lnTo>
                    <a:pt x="1385" y="311"/>
                  </a:lnTo>
                  <a:lnTo>
                    <a:pt x="1386" y="311"/>
                  </a:lnTo>
                  <a:lnTo>
                    <a:pt x="1386" y="313"/>
                  </a:lnTo>
                  <a:lnTo>
                    <a:pt x="1384" y="315"/>
                  </a:lnTo>
                  <a:lnTo>
                    <a:pt x="1385" y="316"/>
                  </a:lnTo>
                  <a:lnTo>
                    <a:pt x="1384" y="318"/>
                  </a:lnTo>
                  <a:lnTo>
                    <a:pt x="1384" y="324"/>
                  </a:lnTo>
                  <a:lnTo>
                    <a:pt x="1382" y="325"/>
                  </a:lnTo>
                  <a:lnTo>
                    <a:pt x="1382" y="326"/>
                  </a:lnTo>
                  <a:lnTo>
                    <a:pt x="1381" y="328"/>
                  </a:lnTo>
                  <a:lnTo>
                    <a:pt x="1380" y="332"/>
                  </a:lnTo>
                  <a:lnTo>
                    <a:pt x="1378" y="329"/>
                  </a:lnTo>
                  <a:lnTo>
                    <a:pt x="1377" y="326"/>
                  </a:lnTo>
                  <a:lnTo>
                    <a:pt x="1378" y="324"/>
                  </a:lnTo>
                  <a:lnTo>
                    <a:pt x="1377" y="322"/>
                  </a:lnTo>
                  <a:lnTo>
                    <a:pt x="1376" y="322"/>
                  </a:lnTo>
                  <a:lnTo>
                    <a:pt x="1375" y="324"/>
                  </a:lnTo>
                  <a:lnTo>
                    <a:pt x="1375" y="326"/>
                  </a:lnTo>
                  <a:lnTo>
                    <a:pt x="1373" y="326"/>
                  </a:lnTo>
                  <a:lnTo>
                    <a:pt x="1372" y="322"/>
                  </a:lnTo>
                  <a:lnTo>
                    <a:pt x="1371" y="322"/>
                  </a:lnTo>
                  <a:lnTo>
                    <a:pt x="1369" y="320"/>
                  </a:lnTo>
                  <a:lnTo>
                    <a:pt x="1367" y="322"/>
                  </a:lnTo>
                  <a:lnTo>
                    <a:pt x="1367" y="321"/>
                  </a:lnTo>
                  <a:lnTo>
                    <a:pt x="1367" y="320"/>
                  </a:lnTo>
                  <a:lnTo>
                    <a:pt x="1368" y="318"/>
                  </a:lnTo>
                  <a:lnTo>
                    <a:pt x="1368" y="317"/>
                  </a:lnTo>
                  <a:lnTo>
                    <a:pt x="1368" y="316"/>
                  </a:lnTo>
                  <a:lnTo>
                    <a:pt x="1368" y="316"/>
                  </a:lnTo>
                  <a:lnTo>
                    <a:pt x="1368" y="313"/>
                  </a:lnTo>
                  <a:lnTo>
                    <a:pt x="1367" y="312"/>
                  </a:lnTo>
                  <a:lnTo>
                    <a:pt x="1368" y="311"/>
                  </a:lnTo>
                  <a:lnTo>
                    <a:pt x="1367" y="308"/>
                  </a:lnTo>
                  <a:lnTo>
                    <a:pt x="1367" y="308"/>
                  </a:lnTo>
                  <a:lnTo>
                    <a:pt x="1367" y="307"/>
                  </a:lnTo>
                  <a:lnTo>
                    <a:pt x="1367" y="304"/>
                  </a:lnTo>
                  <a:lnTo>
                    <a:pt x="1364" y="301"/>
                  </a:lnTo>
                  <a:lnTo>
                    <a:pt x="1364" y="300"/>
                  </a:lnTo>
                  <a:lnTo>
                    <a:pt x="1363" y="300"/>
                  </a:lnTo>
                  <a:lnTo>
                    <a:pt x="1361" y="303"/>
                  </a:lnTo>
                  <a:lnTo>
                    <a:pt x="1360" y="303"/>
                  </a:lnTo>
                  <a:lnTo>
                    <a:pt x="1360" y="307"/>
                  </a:lnTo>
                  <a:lnTo>
                    <a:pt x="1359" y="309"/>
                  </a:lnTo>
                  <a:lnTo>
                    <a:pt x="1357" y="309"/>
                  </a:lnTo>
                  <a:lnTo>
                    <a:pt x="1356" y="305"/>
                  </a:lnTo>
                  <a:lnTo>
                    <a:pt x="1356" y="305"/>
                  </a:lnTo>
                  <a:lnTo>
                    <a:pt x="1355" y="307"/>
                  </a:lnTo>
                  <a:lnTo>
                    <a:pt x="1353" y="304"/>
                  </a:lnTo>
                  <a:lnTo>
                    <a:pt x="1351" y="304"/>
                  </a:lnTo>
                  <a:lnTo>
                    <a:pt x="1351" y="305"/>
                  </a:lnTo>
                  <a:lnTo>
                    <a:pt x="1350" y="305"/>
                  </a:lnTo>
                  <a:lnTo>
                    <a:pt x="1348" y="307"/>
                  </a:lnTo>
                  <a:lnTo>
                    <a:pt x="1347" y="308"/>
                  </a:lnTo>
                  <a:lnTo>
                    <a:pt x="1347" y="309"/>
                  </a:lnTo>
                  <a:lnTo>
                    <a:pt x="1343" y="309"/>
                  </a:lnTo>
                  <a:lnTo>
                    <a:pt x="1342" y="311"/>
                  </a:lnTo>
                  <a:lnTo>
                    <a:pt x="1339" y="311"/>
                  </a:lnTo>
                  <a:lnTo>
                    <a:pt x="1338" y="312"/>
                  </a:lnTo>
                  <a:lnTo>
                    <a:pt x="1335" y="311"/>
                  </a:lnTo>
                  <a:lnTo>
                    <a:pt x="1332" y="315"/>
                  </a:lnTo>
                  <a:lnTo>
                    <a:pt x="1331" y="316"/>
                  </a:lnTo>
                  <a:lnTo>
                    <a:pt x="1331" y="318"/>
                  </a:lnTo>
                  <a:lnTo>
                    <a:pt x="1330" y="321"/>
                  </a:lnTo>
                  <a:lnTo>
                    <a:pt x="1330" y="322"/>
                  </a:lnTo>
                  <a:lnTo>
                    <a:pt x="1331" y="322"/>
                  </a:lnTo>
                  <a:lnTo>
                    <a:pt x="1331" y="326"/>
                  </a:lnTo>
                  <a:lnTo>
                    <a:pt x="1334" y="329"/>
                  </a:lnTo>
                  <a:lnTo>
                    <a:pt x="1332" y="332"/>
                  </a:lnTo>
                  <a:lnTo>
                    <a:pt x="1331" y="340"/>
                  </a:lnTo>
                  <a:lnTo>
                    <a:pt x="1334" y="342"/>
                  </a:lnTo>
                  <a:lnTo>
                    <a:pt x="1331" y="343"/>
                  </a:lnTo>
                  <a:lnTo>
                    <a:pt x="1332" y="343"/>
                  </a:lnTo>
                  <a:lnTo>
                    <a:pt x="1332" y="346"/>
                  </a:lnTo>
                  <a:lnTo>
                    <a:pt x="1330" y="349"/>
                  </a:lnTo>
                  <a:lnTo>
                    <a:pt x="1330" y="353"/>
                  </a:lnTo>
                  <a:lnTo>
                    <a:pt x="1327" y="355"/>
                  </a:lnTo>
                  <a:lnTo>
                    <a:pt x="1327" y="358"/>
                  </a:lnTo>
                  <a:lnTo>
                    <a:pt x="1326" y="362"/>
                  </a:lnTo>
                  <a:lnTo>
                    <a:pt x="1328" y="365"/>
                  </a:lnTo>
                  <a:lnTo>
                    <a:pt x="1327" y="366"/>
                  </a:lnTo>
                  <a:lnTo>
                    <a:pt x="1330" y="370"/>
                  </a:lnTo>
                  <a:lnTo>
                    <a:pt x="1328" y="371"/>
                  </a:lnTo>
                  <a:lnTo>
                    <a:pt x="1328" y="374"/>
                  </a:lnTo>
                  <a:lnTo>
                    <a:pt x="1330" y="374"/>
                  </a:lnTo>
                  <a:lnTo>
                    <a:pt x="1331" y="374"/>
                  </a:lnTo>
                  <a:lnTo>
                    <a:pt x="1334" y="374"/>
                  </a:lnTo>
                  <a:lnTo>
                    <a:pt x="1332" y="372"/>
                  </a:lnTo>
                  <a:lnTo>
                    <a:pt x="1334" y="371"/>
                  </a:lnTo>
                  <a:lnTo>
                    <a:pt x="1336" y="372"/>
                  </a:lnTo>
                  <a:lnTo>
                    <a:pt x="1338" y="372"/>
                  </a:lnTo>
                  <a:lnTo>
                    <a:pt x="1336" y="372"/>
                  </a:lnTo>
                  <a:lnTo>
                    <a:pt x="1338" y="371"/>
                  </a:lnTo>
                  <a:lnTo>
                    <a:pt x="1339" y="372"/>
                  </a:lnTo>
                  <a:lnTo>
                    <a:pt x="1340" y="374"/>
                  </a:lnTo>
                  <a:lnTo>
                    <a:pt x="1342" y="375"/>
                  </a:lnTo>
                  <a:lnTo>
                    <a:pt x="1340" y="375"/>
                  </a:lnTo>
                  <a:lnTo>
                    <a:pt x="1343" y="378"/>
                  </a:lnTo>
                  <a:lnTo>
                    <a:pt x="1342" y="379"/>
                  </a:lnTo>
                  <a:lnTo>
                    <a:pt x="1340" y="379"/>
                  </a:lnTo>
                  <a:lnTo>
                    <a:pt x="1339" y="379"/>
                  </a:lnTo>
                  <a:lnTo>
                    <a:pt x="1338" y="379"/>
                  </a:lnTo>
                  <a:lnTo>
                    <a:pt x="1336" y="380"/>
                  </a:lnTo>
                  <a:lnTo>
                    <a:pt x="1335" y="380"/>
                  </a:lnTo>
                  <a:lnTo>
                    <a:pt x="1336" y="382"/>
                  </a:lnTo>
                  <a:lnTo>
                    <a:pt x="1334" y="386"/>
                  </a:lnTo>
                  <a:lnTo>
                    <a:pt x="1332" y="384"/>
                  </a:lnTo>
                  <a:lnTo>
                    <a:pt x="1332" y="383"/>
                  </a:lnTo>
                  <a:lnTo>
                    <a:pt x="1331" y="382"/>
                  </a:lnTo>
                  <a:lnTo>
                    <a:pt x="1328" y="382"/>
                  </a:lnTo>
                  <a:lnTo>
                    <a:pt x="1327" y="382"/>
                  </a:lnTo>
                  <a:lnTo>
                    <a:pt x="1326" y="382"/>
                  </a:lnTo>
                  <a:lnTo>
                    <a:pt x="1326" y="383"/>
                  </a:lnTo>
                  <a:lnTo>
                    <a:pt x="1326" y="386"/>
                  </a:lnTo>
                  <a:lnTo>
                    <a:pt x="1326" y="386"/>
                  </a:lnTo>
                  <a:lnTo>
                    <a:pt x="1325" y="387"/>
                  </a:lnTo>
                  <a:lnTo>
                    <a:pt x="1323" y="388"/>
                  </a:lnTo>
                  <a:lnTo>
                    <a:pt x="1325" y="390"/>
                  </a:lnTo>
                  <a:lnTo>
                    <a:pt x="1323" y="391"/>
                  </a:lnTo>
                  <a:lnTo>
                    <a:pt x="1321" y="391"/>
                  </a:lnTo>
                  <a:lnTo>
                    <a:pt x="1318" y="387"/>
                  </a:lnTo>
                  <a:lnTo>
                    <a:pt x="1317" y="387"/>
                  </a:lnTo>
                  <a:lnTo>
                    <a:pt x="1318" y="390"/>
                  </a:lnTo>
                  <a:lnTo>
                    <a:pt x="1317" y="391"/>
                  </a:lnTo>
                  <a:lnTo>
                    <a:pt x="1317" y="392"/>
                  </a:lnTo>
                  <a:lnTo>
                    <a:pt x="1315" y="393"/>
                  </a:lnTo>
                  <a:lnTo>
                    <a:pt x="1311" y="395"/>
                  </a:lnTo>
                  <a:lnTo>
                    <a:pt x="1310" y="396"/>
                  </a:lnTo>
                  <a:lnTo>
                    <a:pt x="1307" y="392"/>
                  </a:lnTo>
                  <a:lnTo>
                    <a:pt x="1306" y="392"/>
                  </a:lnTo>
                  <a:lnTo>
                    <a:pt x="1305" y="391"/>
                  </a:lnTo>
                  <a:lnTo>
                    <a:pt x="1305" y="390"/>
                  </a:lnTo>
                  <a:lnTo>
                    <a:pt x="1307" y="390"/>
                  </a:lnTo>
                  <a:lnTo>
                    <a:pt x="1307" y="388"/>
                  </a:lnTo>
                  <a:lnTo>
                    <a:pt x="1307" y="387"/>
                  </a:lnTo>
                  <a:lnTo>
                    <a:pt x="1311" y="387"/>
                  </a:lnTo>
                  <a:lnTo>
                    <a:pt x="1315" y="383"/>
                  </a:lnTo>
                  <a:lnTo>
                    <a:pt x="1315" y="382"/>
                  </a:lnTo>
                  <a:lnTo>
                    <a:pt x="1313" y="382"/>
                  </a:lnTo>
                  <a:lnTo>
                    <a:pt x="1311" y="384"/>
                  </a:lnTo>
                  <a:lnTo>
                    <a:pt x="1309" y="383"/>
                  </a:lnTo>
                  <a:lnTo>
                    <a:pt x="1307" y="382"/>
                  </a:lnTo>
                  <a:lnTo>
                    <a:pt x="1306" y="380"/>
                  </a:lnTo>
                  <a:lnTo>
                    <a:pt x="1303" y="380"/>
                  </a:lnTo>
                  <a:lnTo>
                    <a:pt x="1299" y="379"/>
                  </a:lnTo>
                  <a:lnTo>
                    <a:pt x="1297" y="379"/>
                  </a:lnTo>
                  <a:lnTo>
                    <a:pt x="1298" y="382"/>
                  </a:lnTo>
                  <a:lnTo>
                    <a:pt x="1296" y="382"/>
                  </a:lnTo>
                  <a:lnTo>
                    <a:pt x="1294" y="380"/>
                  </a:lnTo>
                  <a:lnTo>
                    <a:pt x="1294" y="379"/>
                  </a:lnTo>
                  <a:lnTo>
                    <a:pt x="1292" y="380"/>
                  </a:lnTo>
                  <a:lnTo>
                    <a:pt x="1288" y="379"/>
                  </a:lnTo>
                  <a:lnTo>
                    <a:pt x="1285" y="380"/>
                  </a:lnTo>
                  <a:lnTo>
                    <a:pt x="1284" y="378"/>
                  </a:lnTo>
                  <a:lnTo>
                    <a:pt x="1280" y="378"/>
                  </a:lnTo>
                  <a:lnTo>
                    <a:pt x="1277" y="382"/>
                  </a:lnTo>
                  <a:lnTo>
                    <a:pt x="1276" y="382"/>
                  </a:lnTo>
                  <a:lnTo>
                    <a:pt x="1276" y="383"/>
                  </a:lnTo>
                  <a:lnTo>
                    <a:pt x="1278" y="386"/>
                  </a:lnTo>
                  <a:lnTo>
                    <a:pt x="1276" y="387"/>
                  </a:lnTo>
                  <a:lnTo>
                    <a:pt x="1274" y="386"/>
                  </a:lnTo>
                  <a:lnTo>
                    <a:pt x="1273" y="388"/>
                  </a:lnTo>
                  <a:lnTo>
                    <a:pt x="1276" y="390"/>
                  </a:lnTo>
                  <a:lnTo>
                    <a:pt x="1277" y="388"/>
                  </a:lnTo>
                  <a:lnTo>
                    <a:pt x="1278" y="390"/>
                  </a:lnTo>
                  <a:lnTo>
                    <a:pt x="1278" y="391"/>
                  </a:lnTo>
                  <a:lnTo>
                    <a:pt x="1273" y="393"/>
                  </a:lnTo>
                  <a:lnTo>
                    <a:pt x="1272" y="391"/>
                  </a:lnTo>
                  <a:lnTo>
                    <a:pt x="1268" y="391"/>
                  </a:lnTo>
                  <a:lnTo>
                    <a:pt x="1267" y="392"/>
                  </a:lnTo>
                  <a:lnTo>
                    <a:pt x="1268" y="393"/>
                  </a:lnTo>
                  <a:lnTo>
                    <a:pt x="1265" y="393"/>
                  </a:lnTo>
                  <a:lnTo>
                    <a:pt x="1264" y="395"/>
                  </a:lnTo>
                  <a:lnTo>
                    <a:pt x="1263" y="395"/>
                  </a:lnTo>
                  <a:lnTo>
                    <a:pt x="1263" y="393"/>
                  </a:lnTo>
                  <a:lnTo>
                    <a:pt x="1257" y="393"/>
                  </a:lnTo>
                  <a:lnTo>
                    <a:pt x="1256" y="395"/>
                  </a:lnTo>
                  <a:lnTo>
                    <a:pt x="1251" y="393"/>
                  </a:lnTo>
                  <a:lnTo>
                    <a:pt x="1248" y="395"/>
                  </a:lnTo>
                  <a:lnTo>
                    <a:pt x="1248" y="396"/>
                  </a:lnTo>
                  <a:lnTo>
                    <a:pt x="1252" y="399"/>
                  </a:lnTo>
                  <a:lnTo>
                    <a:pt x="1249" y="400"/>
                  </a:lnTo>
                  <a:lnTo>
                    <a:pt x="1248" y="403"/>
                  </a:lnTo>
                  <a:lnTo>
                    <a:pt x="1247" y="400"/>
                  </a:lnTo>
                  <a:lnTo>
                    <a:pt x="1244" y="400"/>
                  </a:lnTo>
                  <a:lnTo>
                    <a:pt x="1245" y="397"/>
                  </a:lnTo>
                  <a:lnTo>
                    <a:pt x="1244" y="396"/>
                  </a:lnTo>
                  <a:lnTo>
                    <a:pt x="1243" y="397"/>
                  </a:lnTo>
                  <a:lnTo>
                    <a:pt x="1240" y="399"/>
                  </a:lnTo>
                  <a:lnTo>
                    <a:pt x="1239" y="399"/>
                  </a:lnTo>
                  <a:lnTo>
                    <a:pt x="1236" y="400"/>
                  </a:lnTo>
                  <a:lnTo>
                    <a:pt x="1234" y="400"/>
                  </a:lnTo>
                  <a:lnTo>
                    <a:pt x="1230" y="401"/>
                  </a:lnTo>
                  <a:lnTo>
                    <a:pt x="1227" y="401"/>
                  </a:lnTo>
                  <a:lnTo>
                    <a:pt x="1223" y="405"/>
                  </a:lnTo>
                  <a:lnTo>
                    <a:pt x="1220" y="405"/>
                  </a:lnTo>
                  <a:lnTo>
                    <a:pt x="1218" y="404"/>
                  </a:lnTo>
                  <a:lnTo>
                    <a:pt x="1217" y="404"/>
                  </a:lnTo>
                  <a:lnTo>
                    <a:pt x="1217" y="407"/>
                  </a:lnTo>
                  <a:lnTo>
                    <a:pt x="1213" y="409"/>
                  </a:lnTo>
                  <a:lnTo>
                    <a:pt x="1211" y="412"/>
                  </a:lnTo>
                  <a:lnTo>
                    <a:pt x="1209" y="415"/>
                  </a:lnTo>
                  <a:lnTo>
                    <a:pt x="1209" y="417"/>
                  </a:lnTo>
                  <a:lnTo>
                    <a:pt x="1211" y="421"/>
                  </a:lnTo>
                  <a:lnTo>
                    <a:pt x="1211" y="426"/>
                  </a:lnTo>
                  <a:lnTo>
                    <a:pt x="1207" y="430"/>
                  </a:lnTo>
                  <a:lnTo>
                    <a:pt x="1206" y="434"/>
                  </a:lnTo>
                  <a:lnTo>
                    <a:pt x="1206" y="437"/>
                  </a:lnTo>
                  <a:lnTo>
                    <a:pt x="1206" y="442"/>
                  </a:lnTo>
                  <a:lnTo>
                    <a:pt x="1207" y="443"/>
                  </a:lnTo>
                  <a:lnTo>
                    <a:pt x="1207" y="446"/>
                  </a:lnTo>
                  <a:lnTo>
                    <a:pt x="1206" y="446"/>
                  </a:lnTo>
                  <a:lnTo>
                    <a:pt x="1205" y="447"/>
                  </a:lnTo>
                  <a:lnTo>
                    <a:pt x="1205" y="450"/>
                  </a:lnTo>
                  <a:lnTo>
                    <a:pt x="1203" y="450"/>
                  </a:lnTo>
                  <a:lnTo>
                    <a:pt x="1205" y="454"/>
                  </a:lnTo>
                  <a:lnTo>
                    <a:pt x="1202" y="457"/>
                  </a:lnTo>
                  <a:lnTo>
                    <a:pt x="1202" y="459"/>
                  </a:lnTo>
                  <a:lnTo>
                    <a:pt x="1199" y="463"/>
                  </a:lnTo>
                  <a:lnTo>
                    <a:pt x="1199" y="466"/>
                  </a:lnTo>
                  <a:lnTo>
                    <a:pt x="1198" y="467"/>
                  </a:lnTo>
                  <a:lnTo>
                    <a:pt x="1197" y="471"/>
                  </a:lnTo>
                  <a:lnTo>
                    <a:pt x="1197" y="471"/>
                  </a:lnTo>
                  <a:lnTo>
                    <a:pt x="1194" y="476"/>
                  </a:lnTo>
                  <a:lnTo>
                    <a:pt x="1195" y="482"/>
                  </a:lnTo>
                  <a:lnTo>
                    <a:pt x="1194" y="483"/>
                  </a:lnTo>
                  <a:lnTo>
                    <a:pt x="1195" y="486"/>
                  </a:lnTo>
                  <a:lnTo>
                    <a:pt x="1193" y="488"/>
                  </a:lnTo>
                  <a:lnTo>
                    <a:pt x="1193" y="491"/>
                  </a:lnTo>
                  <a:lnTo>
                    <a:pt x="1190" y="493"/>
                  </a:lnTo>
                  <a:lnTo>
                    <a:pt x="1192" y="495"/>
                  </a:lnTo>
                  <a:lnTo>
                    <a:pt x="1190" y="496"/>
                  </a:lnTo>
                  <a:lnTo>
                    <a:pt x="1190" y="499"/>
                  </a:lnTo>
                  <a:lnTo>
                    <a:pt x="1186" y="501"/>
                  </a:lnTo>
                  <a:lnTo>
                    <a:pt x="1186" y="505"/>
                  </a:lnTo>
                  <a:lnTo>
                    <a:pt x="1182" y="509"/>
                  </a:lnTo>
                  <a:lnTo>
                    <a:pt x="1182" y="511"/>
                  </a:lnTo>
                  <a:lnTo>
                    <a:pt x="1181" y="515"/>
                  </a:lnTo>
                  <a:lnTo>
                    <a:pt x="1180" y="517"/>
                  </a:lnTo>
                  <a:lnTo>
                    <a:pt x="1178" y="518"/>
                  </a:lnTo>
                  <a:lnTo>
                    <a:pt x="1180" y="521"/>
                  </a:lnTo>
                  <a:lnTo>
                    <a:pt x="1182" y="522"/>
                  </a:lnTo>
                  <a:lnTo>
                    <a:pt x="1184" y="521"/>
                  </a:lnTo>
                  <a:lnTo>
                    <a:pt x="1186" y="524"/>
                  </a:lnTo>
                  <a:lnTo>
                    <a:pt x="1189" y="524"/>
                  </a:lnTo>
                  <a:lnTo>
                    <a:pt x="1192" y="521"/>
                  </a:lnTo>
                  <a:lnTo>
                    <a:pt x="1193" y="521"/>
                  </a:lnTo>
                  <a:lnTo>
                    <a:pt x="1195" y="520"/>
                  </a:lnTo>
                  <a:lnTo>
                    <a:pt x="1197" y="520"/>
                  </a:lnTo>
                  <a:lnTo>
                    <a:pt x="1199" y="518"/>
                  </a:lnTo>
                  <a:lnTo>
                    <a:pt x="1199" y="525"/>
                  </a:lnTo>
                  <a:lnTo>
                    <a:pt x="1202" y="529"/>
                  </a:lnTo>
                  <a:lnTo>
                    <a:pt x="1202" y="532"/>
                  </a:lnTo>
                  <a:lnTo>
                    <a:pt x="1202" y="536"/>
                  </a:lnTo>
                  <a:lnTo>
                    <a:pt x="1205" y="538"/>
                  </a:lnTo>
                  <a:lnTo>
                    <a:pt x="1207" y="536"/>
                  </a:lnTo>
                  <a:lnTo>
                    <a:pt x="1207" y="536"/>
                  </a:lnTo>
                  <a:lnTo>
                    <a:pt x="1209" y="536"/>
                  </a:lnTo>
                  <a:lnTo>
                    <a:pt x="1210" y="533"/>
                  </a:lnTo>
                  <a:lnTo>
                    <a:pt x="1211" y="532"/>
                  </a:lnTo>
                  <a:lnTo>
                    <a:pt x="1213" y="533"/>
                  </a:lnTo>
                  <a:lnTo>
                    <a:pt x="1214" y="532"/>
                  </a:lnTo>
                  <a:lnTo>
                    <a:pt x="1217" y="533"/>
                  </a:lnTo>
                  <a:lnTo>
                    <a:pt x="1215" y="533"/>
                  </a:lnTo>
                  <a:lnTo>
                    <a:pt x="1214" y="536"/>
                  </a:lnTo>
                  <a:lnTo>
                    <a:pt x="1215" y="538"/>
                  </a:lnTo>
                  <a:lnTo>
                    <a:pt x="1214" y="538"/>
                  </a:lnTo>
                  <a:lnTo>
                    <a:pt x="1211" y="541"/>
                  </a:lnTo>
                  <a:lnTo>
                    <a:pt x="1213" y="542"/>
                  </a:lnTo>
                  <a:lnTo>
                    <a:pt x="1218" y="541"/>
                  </a:lnTo>
                  <a:lnTo>
                    <a:pt x="1220" y="540"/>
                  </a:lnTo>
                  <a:lnTo>
                    <a:pt x="1220" y="536"/>
                  </a:lnTo>
                  <a:lnTo>
                    <a:pt x="1220" y="533"/>
                  </a:lnTo>
                  <a:lnTo>
                    <a:pt x="1222" y="532"/>
                  </a:lnTo>
                  <a:lnTo>
                    <a:pt x="1223" y="534"/>
                  </a:lnTo>
                  <a:lnTo>
                    <a:pt x="1223" y="538"/>
                  </a:lnTo>
                  <a:lnTo>
                    <a:pt x="1223" y="541"/>
                  </a:lnTo>
                  <a:lnTo>
                    <a:pt x="1224" y="540"/>
                  </a:lnTo>
                  <a:lnTo>
                    <a:pt x="1226" y="537"/>
                  </a:lnTo>
                  <a:lnTo>
                    <a:pt x="1224" y="533"/>
                  </a:lnTo>
                  <a:lnTo>
                    <a:pt x="1224" y="530"/>
                  </a:lnTo>
                  <a:lnTo>
                    <a:pt x="1223" y="528"/>
                  </a:lnTo>
                  <a:lnTo>
                    <a:pt x="1222" y="524"/>
                  </a:lnTo>
                  <a:lnTo>
                    <a:pt x="1224" y="524"/>
                  </a:lnTo>
                  <a:lnTo>
                    <a:pt x="1226" y="525"/>
                  </a:lnTo>
                  <a:lnTo>
                    <a:pt x="1226" y="526"/>
                  </a:lnTo>
                  <a:lnTo>
                    <a:pt x="1227" y="528"/>
                  </a:lnTo>
                  <a:lnTo>
                    <a:pt x="1228" y="528"/>
                  </a:lnTo>
                  <a:lnTo>
                    <a:pt x="1230" y="526"/>
                  </a:lnTo>
                  <a:lnTo>
                    <a:pt x="1231" y="526"/>
                  </a:lnTo>
                  <a:lnTo>
                    <a:pt x="1234" y="524"/>
                  </a:lnTo>
                  <a:lnTo>
                    <a:pt x="1238" y="526"/>
                  </a:lnTo>
                  <a:lnTo>
                    <a:pt x="1240" y="526"/>
                  </a:lnTo>
                  <a:lnTo>
                    <a:pt x="1242" y="528"/>
                  </a:lnTo>
                  <a:lnTo>
                    <a:pt x="1243" y="530"/>
                  </a:lnTo>
                  <a:lnTo>
                    <a:pt x="1244" y="532"/>
                  </a:lnTo>
                  <a:lnTo>
                    <a:pt x="1247" y="532"/>
                  </a:lnTo>
                  <a:lnTo>
                    <a:pt x="1248" y="533"/>
                  </a:lnTo>
                  <a:lnTo>
                    <a:pt x="1253" y="536"/>
                  </a:lnTo>
                  <a:lnTo>
                    <a:pt x="1255" y="537"/>
                  </a:lnTo>
                  <a:lnTo>
                    <a:pt x="1256" y="537"/>
                  </a:lnTo>
                  <a:lnTo>
                    <a:pt x="1257" y="540"/>
                  </a:lnTo>
                  <a:lnTo>
                    <a:pt x="1259" y="540"/>
                  </a:lnTo>
                  <a:lnTo>
                    <a:pt x="1261" y="543"/>
                  </a:lnTo>
                  <a:lnTo>
                    <a:pt x="1260" y="545"/>
                  </a:lnTo>
                  <a:lnTo>
                    <a:pt x="1260" y="547"/>
                  </a:lnTo>
                  <a:lnTo>
                    <a:pt x="1259" y="547"/>
                  </a:lnTo>
                  <a:lnTo>
                    <a:pt x="1260" y="550"/>
                  </a:lnTo>
                  <a:lnTo>
                    <a:pt x="1263" y="550"/>
                  </a:lnTo>
                  <a:lnTo>
                    <a:pt x="1265" y="554"/>
                  </a:lnTo>
                  <a:lnTo>
                    <a:pt x="1265" y="557"/>
                  </a:lnTo>
                  <a:lnTo>
                    <a:pt x="1264" y="558"/>
                  </a:lnTo>
                  <a:lnTo>
                    <a:pt x="1264" y="561"/>
                  </a:lnTo>
                  <a:lnTo>
                    <a:pt x="1267" y="563"/>
                  </a:lnTo>
                  <a:lnTo>
                    <a:pt x="1268" y="563"/>
                  </a:lnTo>
                  <a:lnTo>
                    <a:pt x="1271" y="562"/>
                  </a:lnTo>
                  <a:lnTo>
                    <a:pt x="1271" y="565"/>
                  </a:lnTo>
                  <a:lnTo>
                    <a:pt x="1269" y="566"/>
                  </a:lnTo>
                  <a:lnTo>
                    <a:pt x="1269" y="568"/>
                  </a:lnTo>
                  <a:lnTo>
                    <a:pt x="1272" y="570"/>
                  </a:lnTo>
                  <a:lnTo>
                    <a:pt x="1271" y="571"/>
                  </a:lnTo>
                  <a:lnTo>
                    <a:pt x="1271" y="572"/>
                  </a:lnTo>
                  <a:lnTo>
                    <a:pt x="1271" y="575"/>
                  </a:lnTo>
                  <a:lnTo>
                    <a:pt x="1269" y="578"/>
                  </a:lnTo>
                  <a:lnTo>
                    <a:pt x="1271" y="578"/>
                  </a:lnTo>
                  <a:lnTo>
                    <a:pt x="1271" y="580"/>
                  </a:lnTo>
                  <a:lnTo>
                    <a:pt x="1271" y="580"/>
                  </a:lnTo>
                  <a:lnTo>
                    <a:pt x="1272" y="582"/>
                  </a:lnTo>
                  <a:lnTo>
                    <a:pt x="1269" y="583"/>
                  </a:lnTo>
                  <a:lnTo>
                    <a:pt x="1272" y="590"/>
                  </a:lnTo>
                  <a:lnTo>
                    <a:pt x="1271" y="591"/>
                  </a:lnTo>
                  <a:lnTo>
                    <a:pt x="1272" y="595"/>
                  </a:lnTo>
                  <a:lnTo>
                    <a:pt x="1272" y="596"/>
                  </a:lnTo>
                  <a:lnTo>
                    <a:pt x="1272" y="599"/>
                  </a:lnTo>
                  <a:lnTo>
                    <a:pt x="1274" y="607"/>
                  </a:lnTo>
                  <a:lnTo>
                    <a:pt x="1276" y="607"/>
                  </a:lnTo>
                  <a:lnTo>
                    <a:pt x="1278" y="605"/>
                  </a:lnTo>
                  <a:lnTo>
                    <a:pt x="1278" y="607"/>
                  </a:lnTo>
                  <a:lnTo>
                    <a:pt x="1277" y="609"/>
                  </a:lnTo>
                  <a:lnTo>
                    <a:pt x="1276" y="611"/>
                  </a:lnTo>
                  <a:lnTo>
                    <a:pt x="1277" y="613"/>
                  </a:lnTo>
                  <a:lnTo>
                    <a:pt x="1278" y="613"/>
                  </a:lnTo>
                  <a:lnTo>
                    <a:pt x="1281" y="616"/>
                  </a:lnTo>
                  <a:lnTo>
                    <a:pt x="1281" y="621"/>
                  </a:lnTo>
                  <a:lnTo>
                    <a:pt x="1281" y="622"/>
                  </a:lnTo>
                  <a:lnTo>
                    <a:pt x="1281" y="624"/>
                  </a:lnTo>
                  <a:lnTo>
                    <a:pt x="1282" y="629"/>
                  </a:lnTo>
                  <a:lnTo>
                    <a:pt x="1284" y="629"/>
                  </a:lnTo>
                  <a:lnTo>
                    <a:pt x="1284" y="632"/>
                  </a:lnTo>
                  <a:lnTo>
                    <a:pt x="1284" y="633"/>
                  </a:lnTo>
                  <a:lnTo>
                    <a:pt x="1284" y="637"/>
                  </a:lnTo>
                  <a:lnTo>
                    <a:pt x="1285" y="640"/>
                  </a:lnTo>
                  <a:lnTo>
                    <a:pt x="1285" y="642"/>
                  </a:lnTo>
                  <a:lnTo>
                    <a:pt x="1281" y="646"/>
                  </a:lnTo>
                  <a:lnTo>
                    <a:pt x="1281" y="649"/>
                  </a:lnTo>
                  <a:lnTo>
                    <a:pt x="1280" y="653"/>
                  </a:lnTo>
                  <a:lnTo>
                    <a:pt x="1280" y="657"/>
                  </a:lnTo>
                  <a:lnTo>
                    <a:pt x="1281" y="657"/>
                  </a:lnTo>
                  <a:lnTo>
                    <a:pt x="1280" y="661"/>
                  </a:lnTo>
                  <a:lnTo>
                    <a:pt x="1278" y="663"/>
                  </a:lnTo>
                  <a:lnTo>
                    <a:pt x="1278" y="666"/>
                  </a:lnTo>
                  <a:lnTo>
                    <a:pt x="1276" y="670"/>
                  </a:lnTo>
                  <a:lnTo>
                    <a:pt x="1277" y="670"/>
                  </a:lnTo>
                  <a:lnTo>
                    <a:pt x="1277" y="671"/>
                  </a:lnTo>
                  <a:lnTo>
                    <a:pt x="1276" y="674"/>
                  </a:lnTo>
                  <a:lnTo>
                    <a:pt x="1277" y="679"/>
                  </a:lnTo>
                  <a:lnTo>
                    <a:pt x="1274" y="682"/>
                  </a:lnTo>
                  <a:lnTo>
                    <a:pt x="1274" y="686"/>
                  </a:lnTo>
                  <a:lnTo>
                    <a:pt x="1276" y="686"/>
                  </a:lnTo>
                  <a:lnTo>
                    <a:pt x="1276" y="688"/>
                  </a:lnTo>
                  <a:lnTo>
                    <a:pt x="1273" y="691"/>
                  </a:lnTo>
                  <a:lnTo>
                    <a:pt x="1273" y="693"/>
                  </a:lnTo>
                  <a:lnTo>
                    <a:pt x="1271" y="696"/>
                  </a:lnTo>
                  <a:lnTo>
                    <a:pt x="1271" y="699"/>
                  </a:lnTo>
                  <a:lnTo>
                    <a:pt x="1268" y="701"/>
                  </a:lnTo>
                  <a:lnTo>
                    <a:pt x="1265" y="712"/>
                  </a:lnTo>
                  <a:lnTo>
                    <a:pt x="1264" y="712"/>
                  </a:lnTo>
                  <a:lnTo>
                    <a:pt x="1264" y="715"/>
                  </a:lnTo>
                  <a:lnTo>
                    <a:pt x="1264" y="716"/>
                  </a:lnTo>
                  <a:lnTo>
                    <a:pt x="1264" y="717"/>
                  </a:lnTo>
                  <a:lnTo>
                    <a:pt x="1261" y="720"/>
                  </a:lnTo>
                  <a:lnTo>
                    <a:pt x="1261" y="721"/>
                  </a:lnTo>
                  <a:lnTo>
                    <a:pt x="1259" y="722"/>
                  </a:lnTo>
                  <a:lnTo>
                    <a:pt x="1259" y="726"/>
                  </a:lnTo>
                  <a:lnTo>
                    <a:pt x="1257" y="726"/>
                  </a:lnTo>
                  <a:lnTo>
                    <a:pt x="1259" y="729"/>
                  </a:lnTo>
                  <a:lnTo>
                    <a:pt x="1256" y="733"/>
                  </a:lnTo>
                  <a:lnTo>
                    <a:pt x="1256" y="733"/>
                  </a:lnTo>
                  <a:lnTo>
                    <a:pt x="1255" y="732"/>
                  </a:lnTo>
                  <a:lnTo>
                    <a:pt x="1255" y="734"/>
                  </a:lnTo>
                  <a:lnTo>
                    <a:pt x="1255" y="737"/>
                  </a:lnTo>
                  <a:lnTo>
                    <a:pt x="1252" y="738"/>
                  </a:lnTo>
                  <a:lnTo>
                    <a:pt x="1253" y="740"/>
                  </a:lnTo>
                  <a:lnTo>
                    <a:pt x="1249" y="745"/>
                  </a:lnTo>
                  <a:lnTo>
                    <a:pt x="1247" y="747"/>
                  </a:lnTo>
                  <a:lnTo>
                    <a:pt x="1245" y="747"/>
                  </a:lnTo>
                  <a:lnTo>
                    <a:pt x="1245" y="749"/>
                  </a:lnTo>
                  <a:lnTo>
                    <a:pt x="1242" y="750"/>
                  </a:lnTo>
                  <a:lnTo>
                    <a:pt x="1239" y="753"/>
                  </a:lnTo>
                  <a:lnTo>
                    <a:pt x="1238" y="751"/>
                  </a:lnTo>
                  <a:lnTo>
                    <a:pt x="1236" y="753"/>
                  </a:lnTo>
                  <a:lnTo>
                    <a:pt x="1232" y="750"/>
                  </a:lnTo>
                  <a:lnTo>
                    <a:pt x="1228" y="749"/>
                  </a:lnTo>
                  <a:lnTo>
                    <a:pt x="1228" y="745"/>
                  </a:lnTo>
                  <a:lnTo>
                    <a:pt x="1227" y="743"/>
                  </a:lnTo>
                  <a:lnTo>
                    <a:pt x="1224" y="745"/>
                  </a:lnTo>
                  <a:lnTo>
                    <a:pt x="1222" y="743"/>
                  </a:lnTo>
                  <a:lnTo>
                    <a:pt x="1222" y="745"/>
                  </a:lnTo>
                  <a:lnTo>
                    <a:pt x="1222" y="747"/>
                  </a:lnTo>
                  <a:lnTo>
                    <a:pt x="1219" y="749"/>
                  </a:lnTo>
                  <a:lnTo>
                    <a:pt x="1219" y="753"/>
                  </a:lnTo>
                  <a:lnTo>
                    <a:pt x="1218" y="754"/>
                  </a:lnTo>
                  <a:lnTo>
                    <a:pt x="1217" y="758"/>
                  </a:lnTo>
                  <a:lnTo>
                    <a:pt x="1215" y="757"/>
                  </a:lnTo>
                  <a:lnTo>
                    <a:pt x="1213" y="758"/>
                  </a:lnTo>
                  <a:lnTo>
                    <a:pt x="1211" y="761"/>
                  </a:lnTo>
                  <a:lnTo>
                    <a:pt x="1211" y="761"/>
                  </a:lnTo>
                  <a:lnTo>
                    <a:pt x="1210" y="761"/>
                  </a:lnTo>
                  <a:lnTo>
                    <a:pt x="1209" y="758"/>
                  </a:lnTo>
                  <a:lnTo>
                    <a:pt x="1209" y="758"/>
                  </a:lnTo>
                  <a:lnTo>
                    <a:pt x="1209" y="757"/>
                  </a:lnTo>
                  <a:lnTo>
                    <a:pt x="1209" y="755"/>
                  </a:lnTo>
                  <a:lnTo>
                    <a:pt x="1209" y="755"/>
                  </a:lnTo>
                  <a:lnTo>
                    <a:pt x="1207" y="753"/>
                  </a:lnTo>
                  <a:lnTo>
                    <a:pt x="1207" y="753"/>
                  </a:lnTo>
                  <a:lnTo>
                    <a:pt x="1209" y="751"/>
                  </a:lnTo>
                  <a:lnTo>
                    <a:pt x="1213" y="751"/>
                  </a:lnTo>
                  <a:lnTo>
                    <a:pt x="1213" y="751"/>
                  </a:lnTo>
                  <a:lnTo>
                    <a:pt x="1213" y="750"/>
                  </a:lnTo>
                  <a:lnTo>
                    <a:pt x="1213" y="749"/>
                  </a:lnTo>
                  <a:lnTo>
                    <a:pt x="1213" y="747"/>
                  </a:lnTo>
                  <a:lnTo>
                    <a:pt x="1214" y="746"/>
                  </a:lnTo>
                  <a:lnTo>
                    <a:pt x="1213" y="743"/>
                  </a:lnTo>
                  <a:lnTo>
                    <a:pt x="1213" y="741"/>
                  </a:lnTo>
                  <a:lnTo>
                    <a:pt x="1211" y="741"/>
                  </a:lnTo>
                  <a:lnTo>
                    <a:pt x="1211" y="737"/>
                  </a:lnTo>
                  <a:lnTo>
                    <a:pt x="1211" y="734"/>
                  </a:lnTo>
                  <a:lnTo>
                    <a:pt x="1211" y="732"/>
                  </a:lnTo>
                  <a:lnTo>
                    <a:pt x="1211" y="729"/>
                  </a:lnTo>
                  <a:lnTo>
                    <a:pt x="1210" y="728"/>
                  </a:lnTo>
                  <a:lnTo>
                    <a:pt x="1209" y="726"/>
                  </a:lnTo>
                  <a:lnTo>
                    <a:pt x="1209" y="724"/>
                  </a:lnTo>
                  <a:lnTo>
                    <a:pt x="1206" y="720"/>
                  </a:lnTo>
                  <a:lnTo>
                    <a:pt x="1205" y="718"/>
                  </a:lnTo>
                  <a:lnTo>
                    <a:pt x="1205" y="717"/>
                  </a:lnTo>
                  <a:lnTo>
                    <a:pt x="1207" y="716"/>
                  </a:lnTo>
                  <a:lnTo>
                    <a:pt x="1209" y="716"/>
                  </a:lnTo>
                  <a:lnTo>
                    <a:pt x="1209" y="715"/>
                  </a:lnTo>
                  <a:lnTo>
                    <a:pt x="1210" y="713"/>
                  </a:lnTo>
                  <a:lnTo>
                    <a:pt x="1211" y="709"/>
                  </a:lnTo>
                  <a:lnTo>
                    <a:pt x="1213" y="709"/>
                  </a:lnTo>
                  <a:lnTo>
                    <a:pt x="1215" y="709"/>
                  </a:lnTo>
                  <a:lnTo>
                    <a:pt x="1217" y="711"/>
                  </a:lnTo>
                  <a:lnTo>
                    <a:pt x="1223" y="712"/>
                  </a:lnTo>
                  <a:lnTo>
                    <a:pt x="1224" y="712"/>
                  </a:lnTo>
                  <a:lnTo>
                    <a:pt x="1226" y="712"/>
                  </a:lnTo>
                  <a:lnTo>
                    <a:pt x="1227" y="711"/>
                  </a:lnTo>
                  <a:lnTo>
                    <a:pt x="1227" y="709"/>
                  </a:lnTo>
                  <a:lnTo>
                    <a:pt x="1226" y="708"/>
                  </a:lnTo>
                  <a:lnTo>
                    <a:pt x="1226" y="707"/>
                  </a:lnTo>
                  <a:lnTo>
                    <a:pt x="1226" y="705"/>
                  </a:lnTo>
                  <a:lnTo>
                    <a:pt x="1226" y="704"/>
                  </a:lnTo>
                  <a:lnTo>
                    <a:pt x="1226" y="703"/>
                  </a:lnTo>
                  <a:lnTo>
                    <a:pt x="1227" y="700"/>
                  </a:lnTo>
                  <a:lnTo>
                    <a:pt x="1227" y="700"/>
                  </a:lnTo>
                  <a:lnTo>
                    <a:pt x="1227" y="697"/>
                  </a:lnTo>
                  <a:lnTo>
                    <a:pt x="1226" y="696"/>
                  </a:lnTo>
                  <a:lnTo>
                    <a:pt x="1227" y="696"/>
                  </a:lnTo>
                  <a:lnTo>
                    <a:pt x="1228" y="695"/>
                  </a:lnTo>
                  <a:lnTo>
                    <a:pt x="1227" y="693"/>
                  </a:lnTo>
                  <a:lnTo>
                    <a:pt x="1227" y="692"/>
                  </a:lnTo>
                  <a:lnTo>
                    <a:pt x="1227" y="691"/>
                  </a:lnTo>
                  <a:lnTo>
                    <a:pt x="1227" y="690"/>
                  </a:lnTo>
                  <a:lnTo>
                    <a:pt x="1228" y="690"/>
                  </a:lnTo>
                  <a:lnTo>
                    <a:pt x="1228" y="688"/>
                  </a:lnTo>
                  <a:lnTo>
                    <a:pt x="1228" y="687"/>
                  </a:lnTo>
                  <a:lnTo>
                    <a:pt x="1227" y="684"/>
                  </a:lnTo>
                  <a:lnTo>
                    <a:pt x="1227" y="682"/>
                  </a:lnTo>
                  <a:lnTo>
                    <a:pt x="1227" y="682"/>
                  </a:lnTo>
                  <a:lnTo>
                    <a:pt x="1228" y="680"/>
                  </a:lnTo>
                  <a:lnTo>
                    <a:pt x="1228" y="680"/>
                  </a:lnTo>
                  <a:lnTo>
                    <a:pt x="1227" y="679"/>
                  </a:lnTo>
                  <a:lnTo>
                    <a:pt x="1227" y="678"/>
                  </a:lnTo>
                  <a:lnTo>
                    <a:pt x="1227" y="678"/>
                  </a:lnTo>
                  <a:lnTo>
                    <a:pt x="1226" y="676"/>
                  </a:lnTo>
                  <a:lnTo>
                    <a:pt x="1227" y="674"/>
                  </a:lnTo>
                  <a:lnTo>
                    <a:pt x="1227" y="672"/>
                  </a:lnTo>
                  <a:lnTo>
                    <a:pt x="1226" y="671"/>
                  </a:lnTo>
                  <a:lnTo>
                    <a:pt x="1226" y="670"/>
                  </a:lnTo>
                  <a:lnTo>
                    <a:pt x="1226" y="670"/>
                  </a:lnTo>
                  <a:lnTo>
                    <a:pt x="1227" y="667"/>
                  </a:lnTo>
                  <a:lnTo>
                    <a:pt x="1228" y="667"/>
                  </a:lnTo>
                  <a:lnTo>
                    <a:pt x="1230" y="666"/>
                  </a:lnTo>
                  <a:lnTo>
                    <a:pt x="1230" y="665"/>
                  </a:lnTo>
                  <a:lnTo>
                    <a:pt x="1230" y="662"/>
                  </a:lnTo>
                  <a:lnTo>
                    <a:pt x="1228" y="661"/>
                  </a:lnTo>
                  <a:lnTo>
                    <a:pt x="1227" y="659"/>
                  </a:lnTo>
                  <a:lnTo>
                    <a:pt x="1227" y="658"/>
                  </a:lnTo>
                  <a:lnTo>
                    <a:pt x="1224" y="655"/>
                  </a:lnTo>
                  <a:lnTo>
                    <a:pt x="1224" y="654"/>
                  </a:lnTo>
                  <a:lnTo>
                    <a:pt x="1226" y="653"/>
                  </a:lnTo>
                  <a:lnTo>
                    <a:pt x="1224" y="651"/>
                  </a:lnTo>
                  <a:lnTo>
                    <a:pt x="1223" y="650"/>
                  </a:lnTo>
                  <a:lnTo>
                    <a:pt x="1222" y="650"/>
                  </a:lnTo>
                  <a:lnTo>
                    <a:pt x="1220" y="649"/>
                  </a:lnTo>
                  <a:lnTo>
                    <a:pt x="1218" y="647"/>
                  </a:lnTo>
                  <a:lnTo>
                    <a:pt x="1217" y="649"/>
                  </a:lnTo>
                  <a:lnTo>
                    <a:pt x="1215" y="649"/>
                  </a:lnTo>
                  <a:lnTo>
                    <a:pt x="1214" y="650"/>
                  </a:lnTo>
                  <a:lnTo>
                    <a:pt x="1214" y="653"/>
                  </a:lnTo>
                  <a:lnTo>
                    <a:pt x="1213" y="653"/>
                  </a:lnTo>
                  <a:lnTo>
                    <a:pt x="1211" y="653"/>
                  </a:lnTo>
                  <a:lnTo>
                    <a:pt x="1210" y="655"/>
                  </a:lnTo>
                  <a:lnTo>
                    <a:pt x="1209" y="655"/>
                  </a:lnTo>
                  <a:lnTo>
                    <a:pt x="1206" y="655"/>
                  </a:lnTo>
                  <a:lnTo>
                    <a:pt x="1206" y="657"/>
                  </a:lnTo>
                  <a:lnTo>
                    <a:pt x="1206" y="659"/>
                  </a:lnTo>
                  <a:lnTo>
                    <a:pt x="1205" y="661"/>
                  </a:lnTo>
                  <a:lnTo>
                    <a:pt x="1203" y="662"/>
                  </a:lnTo>
                  <a:lnTo>
                    <a:pt x="1203" y="663"/>
                  </a:lnTo>
                  <a:lnTo>
                    <a:pt x="1202" y="665"/>
                  </a:lnTo>
                  <a:lnTo>
                    <a:pt x="1201" y="666"/>
                  </a:lnTo>
                  <a:lnTo>
                    <a:pt x="1198" y="666"/>
                  </a:lnTo>
                  <a:lnTo>
                    <a:pt x="1197" y="666"/>
                  </a:lnTo>
                  <a:lnTo>
                    <a:pt x="1195" y="666"/>
                  </a:lnTo>
                  <a:lnTo>
                    <a:pt x="1194" y="667"/>
                  </a:lnTo>
                  <a:lnTo>
                    <a:pt x="1193" y="667"/>
                  </a:lnTo>
                  <a:lnTo>
                    <a:pt x="1192" y="666"/>
                  </a:lnTo>
                  <a:lnTo>
                    <a:pt x="1192" y="665"/>
                  </a:lnTo>
                  <a:lnTo>
                    <a:pt x="1189" y="665"/>
                  </a:lnTo>
                  <a:lnTo>
                    <a:pt x="1188" y="666"/>
                  </a:lnTo>
                  <a:lnTo>
                    <a:pt x="1186" y="666"/>
                  </a:lnTo>
                  <a:lnTo>
                    <a:pt x="1185" y="665"/>
                  </a:lnTo>
                  <a:lnTo>
                    <a:pt x="1184" y="662"/>
                  </a:lnTo>
                  <a:lnTo>
                    <a:pt x="1182" y="662"/>
                  </a:lnTo>
                  <a:lnTo>
                    <a:pt x="1180" y="659"/>
                  </a:lnTo>
                  <a:lnTo>
                    <a:pt x="1180" y="657"/>
                  </a:lnTo>
                  <a:lnTo>
                    <a:pt x="1181" y="657"/>
                  </a:lnTo>
                  <a:lnTo>
                    <a:pt x="1181" y="654"/>
                  </a:lnTo>
                  <a:lnTo>
                    <a:pt x="1180" y="653"/>
                  </a:lnTo>
                  <a:lnTo>
                    <a:pt x="1180" y="650"/>
                  </a:lnTo>
                  <a:lnTo>
                    <a:pt x="1178" y="650"/>
                  </a:lnTo>
                  <a:lnTo>
                    <a:pt x="1177" y="649"/>
                  </a:lnTo>
                  <a:lnTo>
                    <a:pt x="1177" y="647"/>
                  </a:lnTo>
                  <a:lnTo>
                    <a:pt x="1178" y="646"/>
                  </a:lnTo>
                  <a:lnTo>
                    <a:pt x="1178" y="645"/>
                  </a:lnTo>
                  <a:lnTo>
                    <a:pt x="1178" y="643"/>
                  </a:lnTo>
                  <a:lnTo>
                    <a:pt x="1177" y="645"/>
                  </a:lnTo>
                  <a:lnTo>
                    <a:pt x="1176" y="645"/>
                  </a:lnTo>
                  <a:lnTo>
                    <a:pt x="1174" y="645"/>
                  </a:lnTo>
                  <a:lnTo>
                    <a:pt x="1173" y="646"/>
                  </a:lnTo>
                  <a:lnTo>
                    <a:pt x="1172" y="645"/>
                  </a:lnTo>
                  <a:lnTo>
                    <a:pt x="1170" y="645"/>
                  </a:lnTo>
                  <a:lnTo>
                    <a:pt x="1169" y="645"/>
                  </a:lnTo>
                  <a:lnTo>
                    <a:pt x="1169" y="643"/>
                  </a:lnTo>
                  <a:lnTo>
                    <a:pt x="1166" y="642"/>
                  </a:lnTo>
                  <a:lnTo>
                    <a:pt x="1165" y="641"/>
                  </a:lnTo>
                  <a:lnTo>
                    <a:pt x="1165" y="641"/>
                  </a:lnTo>
                  <a:lnTo>
                    <a:pt x="1164" y="641"/>
                  </a:lnTo>
                  <a:lnTo>
                    <a:pt x="1163" y="640"/>
                  </a:lnTo>
                  <a:lnTo>
                    <a:pt x="1163" y="638"/>
                  </a:lnTo>
                  <a:lnTo>
                    <a:pt x="1161" y="638"/>
                  </a:lnTo>
                  <a:lnTo>
                    <a:pt x="1160" y="637"/>
                  </a:lnTo>
                  <a:lnTo>
                    <a:pt x="1160" y="636"/>
                  </a:lnTo>
                  <a:lnTo>
                    <a:pt x="1159" y="634"/>
                  </a:lnTo>
                  <a:lnTo>
                    <a:pt x="1157" y="634"/>
                  </a:lnTo>
                  <a:lnTo>
                    <a:pt x="1157" y="636"/>
                  </a:lnTo>
                  <a:lnTo>
                    <a:pt x="1156" y="636"/>
                  </a:lnTo>
                  <a:lnTo>
                    <a:pt x="1155" y="636"/>
                  </a:lnTo>
                  <a:lnTo>
                    <a:pt x="1155" y="637"/>
                  </a:lnTo>
                  <a:lnTo>
                    <a:pt x="1152" y="636"/>
                  </a:lnTo>
                  <a:lnTo>
                    <a:pt x="1152" y="636"/>
                  </a:lnTo>
                  <a:lnTo>
                    <a:pt x="1151" y="634"/>
                  </a:lnTo>
                  <a:lnTo>
                    <a:pt x="1148" y="634"/>
                  </a:lnTo>
                  <a:lnTo>
                    <a:pt x="1147" y="634"/>
                  </a:lnTo>
                  <a:lnTo>
                    <a:pt x="1148" y="633"/>
                  </a:lnTo>
                  <a:lnTo>
                    <a:pt x="1148" y="632"/>
                  </a:lnTo>
                  <a:lnTo>
                    <a:pt x="1147" y="632"/>
                  </a:lnTo>
                  <a:lnTo>
                    <a:pt x="1145" y="633"/>
                  </a:lnTo>
                  <a:lnTo>
                    <a:pt x="1143" y="633"/>
                  </a:lnTo>
                  <a:lnTo>
                    <a:pt x="1141" y="633"/>
                  </a:lnTo>
                  <a:lnTo>
                    <a:pt x="1140" y="633"/>
                  </a:lnTo>
                  <a:lnTo>
                    <a:pt x="1139" y="633"/>
                  </a:lnTo>
                  <a:lnTo>
                    <a:pt x="1138" y="633"/>
                  </a:lnTo>
                  <a:lnTo>
                    <a:pt x="1138" y="632"/>
                  </a:lnTo>
                  <a:lnTo>
                    <a:pt x="1135" y="630"/>
                  </a:lnTo>
                  <a:lnTo>
                    <a:pt x="1132" y="628"/>
                  </a:lnTo>
                  <a:lnTo>
                    <a:pt x="1131" y="625"/>
                  </a:lnTo>
                  <a:lnTo>
                    <a:pt x="1131" y="624"/>
                  </a:lnTo>
                  <a:lnTo>
                    <a:pt x="1131" y="622"/>
                  </a:lnTo>
                  <a:lnTo>
                    <a:pt x="1130" y="621"/>
                  </a:lnTo>
                  <a:lnTo>
                    <a:pt x="1128" y="621"/>
                  </a:lnTo>
                  <a:lnTo>
                    <a:pt x="1128" y="618"/>
                  </a:lnTo>
                  <a:lnTo>
                    <a:pt x="1127" y="617"/>
                  </a:lnTo>
                  <a:lnTo>
                    <a:pt x="1127" y="616"/>
                  </a:lnTo>
                  <a:lnTo>
                    <a:pt x="1126" y="613"/>
                  </a:lnTo>
                  <a:lnTo>
                    <a:pt x="1122" y="611"/>
                  </a:lnTo>
                  <a:lnTo>
                    <a:pt x="1119" y="607"/>
                  </a:lnTo>
                  <a:lnTo>
                    <a:pt x="1119" y="605"/>
                  </a:lnTo>
                  <a:lnTo>
                    <a:pt x="1118" y="604"/>
                  </a:lnTo>
                  <a:lnTo>
                    <a:pt x="1116" y="604"/>
                  </a:lnTo>
                  <a:lnTo>
                    <a:pt x="1116" y="604"/>
                  </a:lnTo>
                  <a:lnTo>
                    <a:pt x="1116" y="603"/>
                  </a:lnTo>
                  <a:lnTo>
                    <a:pt x="1116" y="601"/>
                  </a:lnTo>
                  <a:lnTo>
                    <a:pt x="1115" y="600"/>
                  </a:lnTo>
                  <a:lnTo>
                    <a:pt x="1114" y="599"/>
                  </a:lnTo>
                  <a:lnTo>
                    <a:pt x="1114" y="599"/>
                  </a:lnTo>
                  <a:lnTo>
                    <a:pt x="1113" y="596"/>
                  </a:lnTo>
                  <a:lnTo>
                    <a:pt x="1111" y="595"/>
                  </a:lnTo>
                  <a:lnTo>
                    <a:pt x="1110" y="592"/>
                  </a:lnTo>
                  <a:lnTo>
                    <a:pt x="1107" y="591"/>
                  </a:lnTo>
                  <a:lnTo>
                    <a:pt x="1107" y="590"/>
                  </a:lnTo>
                  <a:lnTo>
                    <a:pt x="1109" y="588"/>
                  </a:lnTo>
                  <a:lnTo>
                    <a:pt x="1107" y="587"/>
                  </a:lnTo>
                  <a:lnTo>
                    <a:pt x="1105" y="587"/>
                  </a:lnTo>
                  <a:lnTo>
                    <a:pt x="1105" y="586"/>
                  </a:lnTo>
                  <a:lnTo>
                    <a:pt x="1105" y="584"/>
                  </a:lnTo>
                  <a:lnTo>
                    <a:pt x="1103" y="583"/>
                  </a:lnTo>
                  <a:lnTo>
                    <a:pt x="1103" y="582"/>
                  </a:lnTo>
                  <a:lnTo>
                    <a:pt x="1103" y="580"/>
                  </a:lnTo>
                  <a:lnTo>
                    <a:pt x="1102" y="579"/>
                  </a:lnTo>
                  <a:lnTo>
                    <a:pt x="1102" y="579"/>
                  </a:lnTo>
                  <a:lnTo>
                    <a:pt x="1101" y="578"/>
                  </a:lnTo>
                  <a:lnTo>
                    <a:pt x="1099" y="578"/>
                  </a:lnTo>
                  <a:lnTo>
                    <a:pt x="1098" y="578"/>
                  </a:lnTo>
                  <a:lnTo>
                    <a:pt x="1097" y="576"/>
                  </a:lnTo>
                  <a:lnTo>
                    <a:pt x="1098" y="575"/>
                  </a:lnTo>
                  <a:lnTo>
                    <a:pt x="1097" y="574"/>
                  </a:lnTo>
                  <a:lnTo>
                    <a:pt x="1095" y="574"/>
                  </a:lnTo>
                  <a:lnTo>
                    <a:pt x="1094" y="575"/>
                  </a:lnTo>
                  <a:lnTo>
                    <a:pt x="1094" y="574"/>
                  </a:lnTo>
                  <a:lnTo>
                    <a:pt x="1093" y="574"/>
                  </a:lnTo>
                  <a:lnTo>
                    <a:pt x="1093" y="572"/>
                  </a:lnTo>
                  <a:lnTo>
                    <a:pt x="1093" y="571"/>
                  </a:lnTo>
                  <a:lnTo>
                    <a:pt x="1091" y="570"/>
                  </a:lnTo>
                  <a:lnTo>
                    <a:pt x="1090" y="570"/>
                  </a:lnTo>
                  <a:lnTo>
                    <a:pt x="1089" y="570"/>
                  </a:lnTo>
                  <a:lnTo>
                    <a:pt x="1087" y="568"/>
                  </a:lnTo>
                  <a:lnTo>
                    <a:pt x="1087" y="568"/>
                  </a:lnTo>
                  <a:lnTo>
                    <a:pt x="1085" y="568"/>
                  </a:lnTo>
                  <a:lnTo>
                    <a:pt x="1085" y="568"/>
                  </a:lnTo>
                  <a:lnTo>
                    <a:pt x="1084" y="568"/>
                  </a:lnTo>
                  <a:lnTo>
                    <a:pt x="1084" y="571"/>
                  </a:lnTo>
                  <a:lnTo>
                    <a:pt x="1082" y="571"/>
                  </a:lnTo>
                  <a:lnTo>
                    <a:pt x="1080" y="570"/>
                  </a:lnTo>
                  <a:lnTo>
                    <a:pt x="1080" y="570"/>
                  </a:lnTo>
                  <a:lnTo>
                    <a:pt x="1078" y="570"/>
                  </a:lnTo>
                  <a:lnTo>
                    <a:pt x="1076" y="570"/>
                  </a:lnTo>
                  <a:lnTo>
                    <a:pt x="1074" y="568"/>
                  </a:lnTo>
                  <a:lnTo>
                    <a:pt x="1073" y="567"/>
                  </a:lnTo>
                  <a:lnTo>
                    <a:pt x="1069" y="567"/>
                  </a:lnTo>
                  <a:lnTo>
                    <a:pt x="1068" y="566"/>
                  </a:lnTo>
                  <a:lnTo>
                    <a:pt x="1066" y="566"/>
                  </a:lnTo>
                  <a:lnTo>
                    <a:pt x="1065" y="566"/>
                  </a:lnTo>
                  <a:lnTo>
                    <a:pt x="1064" y="566"/>
                  </a:lnTo>
                  <a:lnTo>
                    <a:pt x="1061" y="566"/>
                  </a:lnTo>
                  <a:lnTo>
                    <a:pt x="1060" y="568"/>
                  </a:lnTo>
                  <a:lnTo>
                    <a:pt x="1059" y="568"/>
                  </a:lnTo>
                  <a:lnTo>
                    <a:pt x="1059" y="568"/>
                  </a:lnTo>
                  <a:lnTo>
                    <a:pt x="1056" y="568"/>
                  </a:lnTo>
                  <a:lnTo>
                    <a:pt x="1055" y="568"/>
                  </a:lnTo>
                  <a:lnTo>
                    <a:pt x="1052" y="568"/>
                  </a:lnTo>
                  <a:lnTo>
                    <a:pt x="1051" y="570"/>
                  </a:lnTo>
                  <a:lnTo>
                    <a:pt x="1048" y="570"/>
                  </a:lnTo>
                  <a:lnTo>
                    <a:pt x="1047" y="572"/>
                  </a:lnTo>
                  <a:lnTo>
                    <a:pt x="1045" y="572"/>
                  </a:lnTo>
                  <a:lnTo>
                    <a:pt x="1044" y="572"/>
                  </a:lnTo>
                  <a:lnTo>
                    <a:pt x="1043" y="572"/>
                  </a:lnTo>
                  <a:lnTo>
                    <a:pt x="1041" y="572"/>
                  </a:lnTo>
                  <a:lnTo>
                    <a:pt x="1040" y="574"/>
                  </a:lnTo>
                  <a:lnTo>
                    <a:pt x="1037" y="574"/>
                  </a:lnTo>
                  <a:lnTo>
                    <a:pt x="1036" y="575"/>
                  </a:lnTo>
                  <a:lnTo>
                    <a:pt x="1036" y="576"/>
                  </a:lnTo>
                  <a:lnTo>
                    <a:pt x="1033" y="579"/>
                  </a:lnTo>
                  <a:lnTo>
                    <a:pt x="1033" y="580"/>
                  </a:lnTo>
                  <a:lnTo>
                    <a:pt x="1032" y="582"/>
                  </a:lnTo>
                  <a:lnTo>
                    <a:pt x="1032" y="583"/>
                  </a:lnTo>
                  <a:lnTo>
                    <a:pt x="1032" y="584"/>
                  </a:lnTo>
                  <a:lnTo>
                    <a:pt x="1032" y="587"/>
                  </a:lnTo>
                  <a:lnTo>
                    <a:pt x="1032" y="588"/>
                  </a:lnTo>
                  <a:lnTo>
                    <a:pt x="1033" y="588"/>
                  </a:lnTo>
                  <a:lnTo>
                    <a:pt x="1036" y="587"/>
                  </a:lnTo>
                  <a:lnTo>
                    <a:pt x="1037" y="586"/>
                  </a:lnTo>
                  <a:lnTo>
                    <a:pt x="1040" y="586"/>
                  </a:lnTo>
                  <a:lnTo>
                    <a:pt x="1041" y="590"/>
                  </a:lnTo>
                  <a:lnTo>
                    <a:pt x="1043" y="591"/>
                  </a:lnTo>
                  <a:lnTo>
                    <a:pt x="1044" y="592"/>
                  </a:lnTo>
                  <a:lnTo>
                    <a:pt x="1044" y="595"/>
                  </a:lnTo>
                  <a:lnTo>
                    <a:pt x="1044" y="596"/>
                  </a:lnTo>
                  <a:lnTo>
                    <a:pt x="1044" y="599"/>
                  </a:lnTo>
                  <a:lnTo>
                    <a:pt x="1043" y="600"/>
                  </a:lnTo>
                  <a:lnTo>
                    <a:pt x="1041" y="601"/>
                  </a:lnTo>
                  <a:lnTo>
                    <a:pt x="1040" y="604"/>
                  </a:lnTo>
                  <a:lnTo>
                    <a:pt x="1039" y="605"/>
                  </a:lnTo>
                  <a:lnTo>
                    <a:pt x="1037" y="608"/>
                  </a:lnTo>
                  <a:lnTo>
                    <a:pt x="1037" y="611"/>
                  </a:lnTo>
                  <a:lnTo>
                    <a:pt x="1039" y="612"/>
                  </a:lnTo>
                  <a:lnTo>
                    <a:pt x="1039" y="613"/>
                  </a:lnTo>
                  <a:lnTo>
                    <a:pt x="1039" y="616"/>
                  </a:lnTo>
                  <a:lnTo>
                    <a:pt x="1040" y="617"/>
                  </a:lnTo>
                  <a:lnTo>
                    <a:pt x="1040" y="620"/>
                  </a:lnTo>
                  <a:lnTo>
                    <a:pt x="1039" y="621"/>
                  </a:lnTo>
                  <a:lnTo>
                    <a:pt x="1037" y="622"/>
                  </a:lnTo>
                  <a:lnTo>
                    <a:pt x="1039" y="624"/>
                  </a:lnTo>
                  <a:lnTo>
                    <a:pt x="1039" y="628"/>
                  </a:lnTo>
                  <a:lnTo>
                    <a:pt x="1039" y="629"/>
                  </a:lnTo>
                  <a:lnTo>
                    <a:pt x="1039" y="632"/>
                  </a:lnTo>
                  <a:lnTo>
                    <a:pt x="1040" y="632"/>
                  </a:lnTo>
                  <a:lnTo>
                    <a:pt x="1040" y="633"/>
                  </a:lnTo>
                  <a:lnTo>
                    <a:pt x="1041" y="632"/>
                  </a:lnTo>
                  <a:lnTo>
                    <a:pt x="1043" y="633"/>
                  </a:lnTo>
                  <a:lnTo>
                    <a:pt x="1043" y="634"/>
                  </a:lnTo>
                  <a:lnTo>
                    <a:pt x="1043" y="637"/>
                  </a:lnTo>
                  <a:lnTo>
                    <a:pt x="1040" y="640"/>
                  </a:lnTo>
                  <a:lnTo>
                    <a:pt x="1036" y="640"/>
                  </a:lnTo>
                  <a:lnTo>
                    <a:pt x="1033" y="642"/>
                  </a:lnTo>
                  <a:lnTo>
                    <a:pt x="1028" y="647"/>
                  </a:lnTo>
                  <a:lnTo>
                    <a:pt x="1027" y="647"/>
                  </a:lnTo>
                  <a:lnTo>
                    <a:pt x="1024" y="646"/>
                  </a:lnTo>
                  <a:lnTo>
                    <a:pt x="1022" y="645"/>
                  </a:lnTo>
                  <a:lnTo>
                    <a:pt x="1019" y="646"/>
                  </a:lnTo>
                  <a:lnTo>
                    <a:pt x="1019" y="645"/>
                  </a:lnTo>
                  <a:lnTo>
                    <a:pt x="1018" y="645"/>
                  </a:lnTo>
                  <a:lnTo>
                    <a:pt x="1016" y="645"/>
                  </a:lnTo>
                  <a:lnTo>
                    <a:pt x="1015" y="643"/>
                  </a:lnTo>
                  <a:lnTo>
                    <a:pt x="1010" y="642"/>
                  </a:lnTo>
                  <a:lnTo>
                    <a:pt x="1006" y="643"/>
                  </a:lnTo>
                  <a:lnTo>
                    <a:pt x="1006" y="645"/>
                  </a:lnTo>
                  <a:lnTo>
                    <a:pt x="1003" y="646"/>
                  </a:lnTo>
                  <a:lnTo>
                    <a:pt x="1002" y="646"/>
                  </a:lnTo>
                  <a:lnTo>
                    <a:pt x="1001" y="645"/>
                  </a:lnTo>
                  <a:lnTo>
                    <a:pt x="998" y="646"/>
                  </a:lnTo>
                  <a:lnTo>
                    <a:pt x="997" y="645"/>
                  </a:lnTo>
                  <a:lnTo>
                    <a:pt x="995" y="643"/>
                  </a:lnTo>
                  <a:lnTo>
                    <a:pt x="993" y="642"/>
                  </a:lnTo>
                  <a:lnTo>
                    <a:pt x="990" y="641"/>
                  </a:lnTo>
                  <a:lnTo>
                    <a:pt x="986" y="642"/>
                  </a:lnTo>
                  <a:lnTo>
                    <a:pt x="986" y="642"/>
                  </a:lnTo>
                  <a:lnTo>
                    <a:pt x="983" y="642"/>
                  </a:lnTo>
                  <a:lnTo>
                    <a:pt x="982" y="643"/>
                  </a:lnTo>
                  <a:lnTo>
                    <a:pt x="981" y="646"/>
                  </a:lnTo>
                  <a:lnTo>
                    <a:pt x="980" y="647"/>
                  </a:lnTo>
                  <a:lnTo>
                    <a:pt x="977" y="649"/>
                  </a:lnTo>
                  <a:lnTo>
                    <a:pt x="976" y="651"/>
                  </a:lnTo>
                  <a:lnTo>
                    <a:pt x="976" y="653"/>
                  </a:lnTo>
                  <a:lnTo>
                    <a:pt x="974" y="654"/>
                  </a:lnTo>
                  <a:lnTo>
                    <a:pt x="972" y="657"/>
                  </a:lnTo>
                  <a:lnTo>
                    <a:pt x="966" y="657"/>
                  </a:lnTo>
                  <a:lnTo>
                    <a:pt x="965" y="657"/>
                  </a:lnTo>
                  <a:lnTo>
                    <a:pt x="962" y="659"/>
                  </a:lnTo>
                  <a:lnTo>
                    <a:pt x="960" y="659"/>
                  </a:lnTo>
                  <a:lnTo>
                    <a:pt x="956" y="662"/>
                  </a:lnTo>
                  <a:lnTo>
                    <a:pt x="953" y="665"/>
                  </a:lnTo>
                  <a:lnTo>
                    <a:pt x="952" y="665"/>
                  </a:lnTo>
                  <a:lnTo>
                    <a:pt x="951" y="663"/>
                  </a:lnTo>
                  <a:lnTo>
                    <a:pt x="948" y="663"/>
                  </a:lnTo>
                  <a:lnTo>
                    <a:pt x="947" y="665"/>
                  </a:lnTo>
                  <a:lnTo>
                    <a:pt x="944" y="665"/>
                  </a:lnTo>
                  <a:lnTo>
                    <a:pt x="936" y="665"/>
                  </a:lnTo>
                  <a:lnTo>
                    <a:pt x="932" y="663"/>
                  </a:lnTo>
                  <a:lnTo>
                    <a:pt x="927" y="663"/>
                  </a:lnTo>
                  <a:lnTo>
                    <a:pt x="924" y="663"/>
                  </a:lnTo>
                  <a:lnTo>
                    <a:pt x="923" y="662"/>
                  </a:lnTo>
                  <a:lnTo>
                    <a:pt x="920" y="661"/>
                  </a:lnTo>
                  <a:lnTo>
                    <a:pt x="919" y="661"/>
                  </a:lnTo>
                  <a:lnTo>
                    <a:pt x="918" y="659"/>
                  </a:lnTo>
                  <a:lnTo>
                    <a:pt x="916" y="655"/>
                  </a:lnTo>
                  <a:lnTo>
                    <a:pt x="915" y="654"/>
                  </a:lnTo>
                  <a:lnTo>
                    <a:pt x="912" y="654"/>
                  </a:lnTo>
                  <a:lnTo>
                    <a:pt x="908" y="654"/>
                  </a:lnTo>
                  <a:lnTo>
                    <a:pt x="904" y="653"/>
                  </a:lnTo>
                  <a:lnTo>
                    <a:pt x="902" y="650"/>
                  </a:lnTo>
                  <a:lnTo>
                    <a:pt x="898" y="650"/>
                  </a:lnTo>
                  <a:lnTo>
                    <a:pt x="894" y="649"/>
                  </a:lnTo>
                  <a:lnTo>
                    <a:pt x="891" y="647"/>
                  </a:lnTo>
                  <a:lnTo>
                    <a:pt x="889" y="649"/>
                  </a:lnTo>
                  <a:lnTo>
                    <a:pt x="885" y="649"/>
                  </a:lnTo>
                  <a:lnTo>
                    <a:pt x="883" y="650"/>
                  </a:lnTo>
                  <a:lnTo>
                    <a:pt x="878" y="650"/>
                  </a:lnTo>
                  <a:lnTo>
                    <a:pt x="874" y="651"/>
                  </a:lnTo>
                  <a:lnTo>
                    <a:pt x="873" y="654"/>
                  </a:lnTo>
                  <a:lnTo>
                    <a:pt x="872" y="654"/>
                  </a:lnTo>
                  <a:lnTo>
                    <a:pt x="870" y="654"/>
                  </a:lnTo>
                  <a:lnTo>
                    <a:pt x="868" y="654"/>
                  </a:lnTo>
                  <a:lnTo>
                    <a:pt x="866" y="655"/>
                  </a:lnTo>
                  <a:lnTo>
                    <a:pt x="862" y="654"/>
                  </a:lnTo>
                  <a:lnTo>
                    <a:pt x="862" y="655"/>
                  </a:lnTo>
                  <a:lnTo>
                    <a:pt x="860" y="655"/>
                  </a:lnTo>
                  <a:lnTo>
                    <a:pt x="857" y="654"/>
                  </a:lnTo>
                  <a:lnTo>
                    <a:pt x="853" y="653"/>
                  </a:lnTo>
                  <a:lnTo>
                    <a:pt x="852" y="651"/>
                  </a:lnTo>
                  <a:lnTo>
                    <a:pt x="850" y="649"/>
                  </a:lnTo>
                  <a:lnTo>
                    <a:pt x="849" y="649"/>
                  </a:lnTo>
                  <a:lnTo>
                    <a:pt x="847" y="647"/>
                  </a:lnTo>
                  <a:lnTo>
                    <a:pt x="848" y="646"/>
                  </a:lnTo>
                  <a:lnTo>
                    <a:pt x="847" y="643"/>
                  </a:lnTo>
                  <a:lnTo>
                    <a:pt x="845" y="642"/>
                  </a:lnTo>
                  <a:lnTo>
                    <a:pt x="845" y="640"/>
                  </a:lnTo>
                  <a:lnTo>
                    <a:pt x="844" y="638"/>
                  </a:lnTo>
                  <a:lnTo>
                    <a:pt x="844" y="637"/>
                  </a:lnTo>
                  <a:lnTo>
                    <a:pt x="843" y="636"/>
                  </a:lnTo>
                  <a:lnTo>
                    <a:pt x="841" y="634"/>
                  </a:lnTo>
                  <a:lnTo>
                    <a:pt x="836" y="634"/>
                  </a:lnTo>
                  <a:lnTo>
                    <a:pt x="833" y="634"/>
                  </a:lnTo>
                  <a:lnTo>
                    <a:pt x="832" y="633"/>
                  </a:lnTo>
                  <a:lnTo>
                    <a:pt x="829" y="633"/>
                  </a:lnTo>
                  <a:lnTo>
                    <a:pt x="828" y="632"/>
                  </a:lnTo>
                  <a:lnTo>
                    <a:pt x="827" y="630"/>
                  </a:lnTo>
                  <a:lnTo>
                    <a:pt x="823" y="630"/>
                  </a:lnTo>
                  <a:lnTo>
                    <a:pt x="819" y="630"/>
                  </a:lnTo>
                  <a:lnTo>
                    <a:pt x="816" y="630"/>
                  </a:lnTo>
                  <a:lnTo>
                    <a:pt x="816" y="629"/>
                  </a:lnTo>
                  <a:lnTo>
                    <a:pt x="812" y="628"/>
                  </a:lnTo>
                  <a:lnTo>
                    <a:pt x="810" y="626"/>
                  </a:lnTo>
                  <a:lnTo>
                    <a:pt x="808" y="625"/>
                  </a:lnTo>
                  <a:lnTo>
                    <a:pt x="806" y="625"/>
                  </a:lnTo>
                  <a:lnTo>
                    <a:pt x="804" y="626"/>
                  </a:lnTo>
                  <a:lnTo>
                    <a:pt x="804" y="629"/>
                  </a:lnTo>
                  <a:lnTo>
                    <a:pt x="804" y="630"/>
                  </a:lnTo>
                  <a:lnTo>
                    <a:pt x="804" y="633"/>
                  </a:lnTo>
                  <a:lnTo>
                    <a:pt x="803" y="632"/>
                  </a:lnTo>
                  <a:lnTo>
                    <a:pt x="800" y="633"/>
                  </a:lnTo>
                  <a:lnTo>
                    <a:pt x="799" y="634"/>
                  </a:lnTo>
                  <a:lnTo>
                    <a:pt x="799" y="637"/>
                  </a:lnTo>
                  <a:lnTo>
                    <a:pt x="798" y="640"/>
                  </a:lnTo>
                  <a:lnTo>
                    <a:pt x="796" y="645"/>
                  </a:lnTo>
                  <a:lnTo>
                    <a:pt x="798" y="647"/>
                  </a:lnTo>
                  <a:lnTo>
                    <a:pt x="802" y="649"/>
                  </a:lnTo>
                  <a:lnTo>
                    <a:pt x="803" y="650"/>
                  </a:lnTo>
                  <a:lnTo>
                    <a:pt x="804" y="651"/>
                  </a:lnTo>
                  <a:lnTo>
                    <a:pt x="806" y="653"/>
                  </a:lnTo>
                  <a:lnTo>
                    <a:pt x="804" y="657"/>
                  </a:lnTo>
                  <a:lnTo>
                    <a:pt x="804" y="661"/>
                  </a:lnTo>
                  <a:lnTo>
                    <a:pt x="807" y="662"/>
                  </a:lnTo>
                  <a:lnTo>
                    <a:pt x="808" y="663"/>
                  </a:lnTo>
                  <a:lnTo>
                    <a:pt x="806" y="667"/>
                  </a:lnTo>
                  <a:lnTo>
                    <a:pt x="802" y="667"/>
                  </a:lnTo>
                  <a:lnTo>
                    <a:pt x="799" y="667"/>
                  </a:lnTo>
                  <a:lnTo>
                    <a:pt x="799" y="667"/>
                  </a:lnTo>
                  <a:lnTo>
                    <a:pt x="796" y="667"/>
                  </a:lnTo>
                  <a:lnTo>
                    <a:pt x="795" y="667"/>
                  </a:lnTo>
                  <a:lnTo>
                    <a:pt x="790" y="667"/>
                  </a:lnTo>
                  <a:lnTo>
                    <a:pt x="789" y="667"/>
                  </a:lnTo>
                  <a:lnTo>
                    <a:pt x="786" y="666"/>
                  </a:lnTo>
                  <a:lnTo>
                    <a:pt x="785" y="666"/>
                  </a:lnTo>
                  <a:lnTo>
                    <a:pt x="782" y="666"/>
                  </a:lnTo>
                  <a:lnTo>
                    <a:pt x="779" y="667"/>
                  </a:lnTo>
                  <a:lnTo>
                    <a:pt x="777" y="668"/>
                  </a:lnTo>
                  <a:lnTo>
                    <a:pt x="775" y="670"/>
                  </a:lnTo>
                  <a:lnTo>
                    <a:pt x="771" y="667"/>
                  </a:lnTo>
                  <a:lnTo>
                    <a:pt x="769" y="666"/>
                  </a:lnTo>
                  <a:lnTo>
                    <a:pt x="764" y="662"/>
                  </a:lnTo>
                  <a:lnTo>
                    <a:pt x="762" y="661"/>
                  </a:lnTo>
                  <a:lnTo>
                    <a:pt x="762" y="659"/>
                  </a:lnTo>
                  <a:lnTo>
                    <a:pt x="761" y="657"/>
                  </a:lnTo>
                  <a:lnTo>
                    <a:pt x="757" y="657"/>
                  </a:lnTo>
                  <a:lnTo>
                    <a:pt x="756" y="658"/>
                  </a:lnTo>
                  <a:lnTo>
                    <a:pt x="753" y="658"/>
                  </a:lnTo>
                  <a:lnTo>
                    <a:pt x="753" y="658"/>
                  </a:lnTo>
                  <a:lnTo>
                    <a:pt x="750" y="659"/>
                  </a:lnTo>
                  <a:lnTo>
                    <a:pt x="749" y="657"/>
                  </a:lnTo>
                  <a:lnTo>
                    <a:pt x="748" y="655"/>
                  </a:lnTo>
                  <a:lnTo>
                    <a:pt x="746" y="654"/>
                  </a:lnTo>
                  <a:lnTo>
                    <a:pt x="746" y="654"/>
                  </a:lnTo>
                  <a:lnTo>
                    <a:pt x="744" y="655"/>
                  </a:lnTo>
                  <a:lnTo>
                    <a:pt x="741" y="655"/>
                  </a:lnTo>
                  <a:lnTo>
                    <a:pt x="740" y="655"/>
                  </a:lnTo>
                  <a:lnTo>
                    <a:pt x="737" y="655"/>
                  </a:lnTo>
                  <a:lnTo>
                    <a:pt x="733" y="657"/>
                  </a:lnTo>
                  <a:lnTo>
                    <a:pt x="732" y="657"/>
                  </a:lnTo>
                  <a:lnTo>
                    <a:pt x="731" y="659"/>
                  </a:lnTo>
                  <a:lnTo>
                    <a:pt x="728" y="661"/>
                  </a:lnTo>
                  <a:lnTo>
                    <a:pt x="724" y="659"/>
                  </a:lnTo>
                  <a:lnTo>
                    <a:pt x="724" y="661"/>
                  </a:lnTo>
                  <a:lnTo>
                    <a:pt x="724" y="662"/>
                  </a:lnTo>
                  <a:lnTo>
                    <a:pt x="725" y="663"/>
                  </a:lnTo>
                  <a:lnTo>
                    <a:pt x="724" y="665"/>
                  </a:lnTo>
                  <a:lnTo>
                    <a:pt x="723" y="666"/>
                  </a:lnTo>
                  <a:lnTo>
                    <a:pt x="720" y="667"/>
                  </a:lnTo>
                  <a:lnTo>
                    <a:pt x="719" y="668"/>
                  </a:lnTo>
                  <a:lnTo>
                    <a:pt x="719" y="671"/>
                  </a:lnTo>
                  <a:lnTo>
                    <a:pt x="716" y="672"/>
                  </a:lnTo>
                  <a:lnTo>
                    <a:pt x="715" y="674"/>
                  </a:lnTo>
                  <a:lnTo>
                    <a:pt x="715" y="676"/>
                  </a:lnTo>
                  <a:lnTo>
                    <a:pt x="711" y="678"/>
                  </a:lnTo>
                  <a:lnTo>
                    <a:pt x="708" y="680"/>
                  </a:lnTo>
                  <a:lnTo>
                    <a:pt x="708" y="682"/>
                  </a:lnTo>
                  <a:lnTo>
                    <a:pt x="703" y="682"/>
                  </a:lnTo>
                  <a:lnTo>
                    <a:pt x="700" y="683"/>
                  </a:lnTo>
                  <a:lnTo>
                    <a:pt x="699" y="687"/>
                  </a:lnTo>
                  <a:lnTo>
                    <a:pt x="699" y="687"/>
                  </a:lnTo>
                  <a:lnTo>
                    <a:pt x="698" y="687"/>
                  </a:lnTo>
                  <a:lnTo>
                    <a:pt x="695" y="686"/>
                  </a:lnTo>
                  <a:lnTo>
                    <a:pt x="694" y="686"/>
                  </a:lnTo>
                  <a:lnTo>
                    <a:pt x="692" y="686"/>
                  </a:lnTo>
                  <a:lnTo>
                    <a:pt x="690" y="684"/>
                  </a:lnTo>
                  <a:lnTo>
                    <a:pt x="687" y="682"/>
                  </a:lnTo>
                  <a:lnTo>
                    <a:pt x="686" y="682"/>
                  </a:lnTo>
                  <a:lnTo>
                    <a:pt x="685" y="679"/>
                  </a:lnTo>
                  <a:lnTo>
                    <a:pt x="686" y="676"/>
                  </a:lnTo>
                  <a:lnTo>
                    <a:pt x="685" y="676"/>
                  </a:lnTo>
                  <a:lnTo>
                    <a:pt x="682" y="678"/>
                  </a:lnTo>
                  <a:lnTo>
                    <a:pt x="681" y="679"/>
                  </a:lnTo>
                  <a:lnTo>
                    <a:pt x="678" y="680"/>
                  </a:lnTo>
                  <a:lnTo>
                    <a:pt x="673" y="680"/>
                  </a:lnTo>
                  <a:lnTo>
                    <a:pt x="671" y="682"/>
                  </a:lnTo>
                  <a:lnTo>
                    <a:pt x="670" y="683"/>
                  </a:lnTo>
                  <a:lnTo>
                    <a:pt x="669" y="682"/>
                  </a:lnTo>
                  <a:lnTo>
                    <a:pt x="666" y="680"/>
                  </a:lnTo>
                  <a:lnTo>
                    <a:pt x="665" y="680"/>
                  </a:lnTo>
                  <a:lnTo>
                    <a:pt x="665" y="680"/>
                  </a:lnTo>
                  <a:lnTo>
                    <a:pt x="663" y="679"/>
                  </a:lnTo>
                  <a:lnTo>
                    <a:pt x="662" y="678"/>
                  </a:lnTo>
                  <a:lnTo>
                    <a:pt x="662" y="675"/>
                  </a:lnTo>
                  <a:lnTo>
                    <a:pt x="663" y="675"/>
                  </a:lnTo>
                  <a:lnTo>
                    <a:pt x="663" y="674"/>
                  </a:lnTo>
                  <a:lnTo>
                    <a:pt x="661" y="672"/>
                  </a:lnTo>
                  <a:lnTo>
                    <a:pt x="661" y="672"/>
                  </a:lnTo>
                  <a:lnTo>
                    <a:pt x="657" y="671"/>
                  </a:lnTo>
                  <a:lnTo>
                    <a:pt x="656" y="670"/>
                  </a:lnTo>
                  <a:lnTo>
                    <a:pt x="654" y="670"/>
                  </a:lnTo>
                  <a:lnTo>
                    <a:pt x="653" y="667"/>
                  </a:lnTo>
                  <a:lnTo>
                    <a:pt x="650" y="663"/>
                  </a:lnTo>
                  <a:lnTo>
                    <a:pt x="648" y="661"/>
                  </a:lnTo>
                  <a:lnTo>
                    <a:pt x="644" y="661"/>
                  </a:lnTo>
                  <a:lnTo>
                    <a:pt x="640" y="661"/>
                  </a:lnTo>
                  <a:lnTo>
                    <a:pt x="636" y="661"/>
                  </a:lnTo>
                  <a:lnTo>
                    <a:pt x="635" y="662"/>
                  </a:lnTo>
                  <a:lnTo>
                    <a:pt x="636" y="663"/>
                  </a:lnTo>
                  <a:lnTo>
                    <a:pt x="635" y="665"/>
                  </a:lnTo>
                  <a:lnTo>
                    <a:pt x="633" y="665"/>
                  </a:lnTo>
                  <a:lnTo>
                    <a:pt x="631" y="665"/>
                  </a:lnTo>
                  <a:lnTo>
                    <a:pt x="628" y="666"/>
                  </a:lnTo>
                  <a:lnTo>
                    <a:pt x="625" y="665"/>
                  </a:lnTo>
                  <a:lnTo>
                    <a:pt x="624" y="665"/>
                  </a:lnTo>
                  <a:lnTo>
                    <a:pt x="621" y="666"/>
                  </a:lnTo>
                  <a:lnTo>
                    <a:pt x="620" y="666"/>
                  </a:lnTo>
                  <a:lnTo>
                    <a:pt x="617" y="663"/>
                  </a:lnTo>
                  <a:lnTo>
                    <a:pt x="615" y="663"/>
                  </a:lnTo>
                  <a:lnTo>
                    <a:pt x="615" y="662"/>
                  </a:lnTo>
                  <a:lnTo>
                    <a:pt x="615" y="659"/>
                  </a:lnTo>
                  <a:lnTo>
                    <a:pt x="612" y="658"/>
                  </a:lnTo>
                  <a:lnTo>
                    <a:pt x="609" y="659"/>
                  </a:lnTo>
                  <a:lnTo>
                    <a:pt x="611" y="662"/>
                  </a:lnTo>
                  <a:lnTo>
                    <a:pt x="611" y="662"/>
                  </a:lnTo>
                  <a:lnTo>
                    <a:pt x="611" y="663"/>
                  </a:lnTo>
                  <a:lnTo>
                    <a:pt x="608" y="665"/>
                  </a:lnTo>
                  <a:lnTo>
                    <a:pt x="606" y="666"/>
                  </a:lnTo>
                  <a:lnTo>
                    <a:pt x="577" y="629"/>
                  </a:lnTo>
                  <a:lnTo>
                    <a:pt x="556" y="613"/>
                  </a:lnTo>
                  <a:lnTo>
                    <a:pt x="554" y="611"/>
                  </a:lnTo>
                  <a:lnTo>
                    <a:pt x="556" y="611"/>
                  </a:lnTo>
                  <a:lnTo>
                    <a:pt x="558" y="608"/>
                  </a:lnTo>
                  <a:lnTo>
                    <a:pt x="558" y="607"/>
                  </a:lnTo>
                  <a:lnTo>
                    <a:pt x="557" y="605"/>
                  </a:lnTo>
                  <a:lnTo>
                    <a:pt x="554" y="607"/>
                  </a:lnTo>
                  <a:lnTo>
                    <a:pt x="552" y="607"/>
                  </a:lnTo>
                  <a:lnTo>
                    <a:pt x="549" y="609"/>
                  </a:lnTo>
                  <a:lnTo>
                    <a:pt x="548" y="609"/>
                  </a:lnTo>
                  <a:lnTo>
                    <a:pt x="545" y="612"/>
                  </a:lnTo>
                  <a:lnTo>
                    <a:pt x="545" y="615"/>
                  </a:lnTo>
                  <a:lnTo>
                    <a:pt x="542" y="616"/>
                  </a:lnTo>
                  <a:lnTo>
                    <a:pt x="542" y="617"/>
                  </a:lnTo>
                  <a:lnTo>
                    <a:pt x="540" y="620"/>
                  </a:lnTo>
                  <a:lnTo>
                    <a:pt x="536" y="620"/>
                  </a:lnTo>
                  <a:lnTo>
                    <a:pt x="534" y="621"/>
                  </a:lnTo>
                  <a:lnTo>
                    <a:pt x="534" y="624"/>
                  </a:lnTo>
                  <a:lnTo>
                    <a:pt x="533" y="624"/>
                  </a:lnTo>
                  <a:lnTo>
                    <a:pt x="532" y="624"/>
                  </a:lnTo>
                  <a:lnTo>
                    <a:pt x="527" y="622"/>
                  </a:lnTo>
                  <a:lnTo>
                    <a:pt x="524" y="622"/>
                  </a:lnTo>
                  <a:lnTo>
                    <a:pt x="523" y="625"/>
                  </a:lnTo>
                  <a:lnTo>
                    <a:pt x="521" y="625"/>
                  </a:lnTo>
                  <a:lnTo>
                    <a:pt x="520" y="622"/>
                  </a:lnTo>
                  <a:lnTo>
                    <a:pt x="520" y="620"/>
                  </a:lnTo>
                  <a:lnTo>
                    <a:pt x="521" y="618"/>
                  </a:lnTo>
                  <a:lnTo>
                    <a:pt x="523" y="616"/>
                  </a:lnTo>
                  <a:lnTo>
                    <a:pt x="521" y="616"/>
                  </a:lnTo>
                  <a:lnTo>
                    <a:pt x="519" y="617"/>
                  </a:lnTo>
                  <a:lnTo>
                    <a:pt x="517" y="617"/>
                  </a:lnTo>
                  <a:lnTo>
                    <a:pt x="513" y="615"/>
                  </a:lnTo>
                  <a:lnTo>
                    <a:pt x="511" y="615"/>
                  </a:lnTo>
                  <a:lnTo>
                    <a:pt x="511" y="616"/>
                  </a:lnTo>
                  <a:lnTo>
                    <a:pt x="512" y="617"/>
                  </a:lnTo>
                  <a:lnTo>
                    <a:pt x="511" y="618"/>
                  </a:lnTo>
                  <a:lnTo>
                    <a:pt x="509" y="618"/>
                  </a:lnTo>
                  <a:lnTo>
                    <a:pt x="508" y="616"/>
                  </a:lnTo>
                  <a:lnTo>
                    <a:pt x="507" y="612"/>
                  </a:lnTo>
                  <a:lnTo>
                    <a:pt x="503" y="609"/>
                  </a:lnTo>
                  <a:lnTo>
                    <a:pt x="503" y="609"/>
                  </a:lnTo>
                  <a:lnTo>
                    <a:pt x="503" y="612"/>
                  </a:lnTo>
                  <a:lnTo>
                    <a:pt x="503" y="615"/>
                  </a:lnTo>
                  <a:lnTo>
                    <a:pt x="502" y="615"/>
                  </a:lnTo>
                  <a:lnTo>
                    <a:pt x="502" y="612"/>
                  </a:lnTo>
                  <a:lnTo>
                    <a:pt x="499" y="612"/>
                  </a:lnTo>
                  <a:lnTo>
                    <a:pt x="499" y="615"/>
                  </a:lnTo>
                  <a:lnTo>
                    <a:pt x="498" y="615"/>
                  </a:lnTo>
                  <a:lnTo>
                    <a:pt x="496" y="613"/>
                  </a:lnTo>
                  <a:lnTo>
                    <a:pt x="494" y="615"/>
                  </a:lnTo>
                  <a:lnTo>
                    <a:pt x="492" y="615"/>
                  </a:lnTo>
                  <a:lnTo>
                    <a:pt x="491" y="612"/>
                  </a:lnTo>
                  <a:lnTo>
                    <a:pt x="492" y="612"/>
                  </a:lnTo>
                  <a:lnTo>
                    <a:pt x="492" y="611"/>
                  </a:lnTo>
                  <a:lnTo>
                    <a:pt x="492" y="608"/>
                  </a:lnTo>
                  <a:lnTo>
                    <a:pt x="492" y="607"/>
                  </a:lnTo>
                  <a:lnTo>
                    <a:pt x="492" y="605"/>
                  </a:lnTo>
                  <a:lnTo>
                    <a:pt x="491" y="604"/>
                  </a:lnTo>
                  <a:lnTo>
                    <a:pt x="490" y="601"/>
                  </a:lnTo>
                  <a:lnTo>
                    <a:pt x="488" y="600"/>
                  </a:lnTo>
                  <a:lnTo>
                    <a:pt x="487" y="599"/>
                  </a:lnTo>
                  <a:lnTo>
                    <a:pt x="487" y="596"/>
                  </a:lnTo>
                  <a:lnTo>
                    <a:pt x="484" y="596"/>
                  </a:lnTo>
                  <a:lnTo>
                    <a:pt x="482" y="597"/>
                  </a:lnTo>
                  <a:lnTo>
                    <a:pt x="479" y="597"/>
                  </a:lnTo>
                  <a:lnTo>
                    <a:pt x="477" y="595"/>
                  </a:lnTo>
                  <a:lnTo>
                    <a:pt x="473" y="595"/>
                  </a:lnTo>
                  <a:lnTo>
                    <a:pt x="470" y="593"/>
                  </a:lnTo>
                  <a:lnTo>
                    <a:pt x="469" y="595"/>
                  </a:lnTo>
                  <a:lnTo>
                    <a:pt x="466" y="595"/>
                  </a:lnTo>
                  <a:lnTo>
                    <a:pt x="465" y="596"/>
                  </a:lnTo>
                  <a:lnTo>
                    <a:pt x="463" y="597"/>
                  </a:lnTo>
                  <a:lnTo>
                    <a:pt x="461" y="599"/>
                  </a:lnTo>
                  <a:lnTo>
                    <a:pt x="459" y="599"/>
                  </a:lnTo>
                  <a:lnTo>
                    <a:pt x="461" y="600"/>
                  </a:lnTo>
                  <a:lnTo>
                    <a:pt x="461" y="603"/>
                  </a:lnTo>
                  <a:lnTo>
                    <a:pt x="457" y="603"/>
                  </a:lnTo>
                  <a:lnTo>
                    <a:pt x="455" y="603"/>
                  </a:lnTo>
                  <a:lnTo>
                    <a:pt x="454" y="604"/>
                  </a:lnTo>
                  <a:lnTo>
                    <a:pt x="451" y="605"/>
                  </a:lnTo>
                  <a:lnTo>
                    <a:pt x="450" y="605"/>
                  </a:lnTo>
                  <a:lnTo>
                    <a:pt x="449" y="605"/>
                  </a:lnTo>
                  <a:lnTo>
                    <a:pt x="444" y="609"/>
                  </a:lnTo>
                  <a:lnTo>
                    <a:pt x="441" y="611"/>
                  </a:lnTo>
                  <a:lnTo>
                    <a:pt x="440" y="612"/>
                  </a:lnTo>
                  <a:lnTo>
                    <a:pt x="437" y="611"/>
                  </a:lnTo>
                  <a:lnTo>
                    <a:pt x="436" y="611"/>
                  </a:lnTo>
                  <a:lnTo>
                    <a:pt x="434" y="611"/>
                  </a:lnTo>
                  <a:lnTo>
                    <a:pt x="434" y="613"/>
                  </a:lnTo>
                  <a:lnTo>
                    <a:pt x="432" y="613"/>
                  </a:lnTo>
                  <a:lnTo>
                    <a:pt x="430" y="615"/>
                  </a:lnTo>
                  <a:lnTo>
                    <a:pt x="430" y="616"/>
                  </a:lnTo>
                  <a:lnTo>
                    <a:pt x="429" y="617"/>
                  </a:lnTo>
                  <a:lnTo>
                    <a:pt x="428" y="617"/>
                  </a:lnTo>
                  <a:lnTo>
                    <a:pt x="426" y="617"/>
                  </a:lnTo>
                  <a:lnTo>
                    <a:pt x="424" y="618"/>
                  </a:lnTo>
                  <a:lnTo>
                    <a:pt x="421" y="618"/>
                  </a:lnTo>
                  <a:lnTo>
                    <a:pt x="419" y="620"/>
                  </a:lnTo>
                  <a:lnTo>
                    <a:pt x="417" y="621"/>
                  </a:lnTo>
                  <a:lnTo>
                    <a:pt x="415" y="621"/>
                  </a:lnTo>
                  <a:lnTo>
                    <a:pt x="412" y="622"/>
                  </a:lnTo>
                  <a:lnTo>
                    <a:pt x="409" y="622"/>
                  </a:lnTo>
                  <a:lnTo>
                    <a:pt x="405" y="624"/>
                  </a:lnTo>
                  <a:lnTo>
                    <a:pt x="404" y="626"/>
                  </a:lnTo>
                  <a:lnTo>
                    <a:pt x="403" y="628"/>
                  </a:lnTo>
                  <a:lnTo>
                    <a:pt x="401" y="625"/>
                  </a:lnTo>
                  <a:lnTo>
                    <a:pt x="400" y="625"/>
                  </a:lnTo>
                  <a:lnTo>
                    <a:pt x="397" y="626"/>
                  </a:lnTo>
                  <a:lnTo>
                    <a:pt x="397" y="628"/>
                  </a:lnTo>
                  <a:lnTo>
                    <a:pt x="397" y="629"/>
                  </a:lnTo>
                  <a:lnTo>
                    <a:pt x="395" y="628"/>
                  </a:lnTo>
                  <a:lnTo>
                    <a:pt x="392" y="628"/>
                  </a:lnTo>
                  <a:lnTo>
                    <a:pt x="391" y="626"/>
                  </a:lnTo>
                  <a:lnTo>
                    <a:pt x="390" y="626"/>
                  </a:lnTo>
                  <a:lnTo>
                    <a:pt x="388" y="628"/>
                  </a:lnTo>
                  <a:lnTo>
                    <a:pt x="386" y="629"/>
                  </a:lnTo>
                  <a:lnTo>
                    <a:pt x="384" y="629"/>
                  </a:lnTo>
                  <a:lnTo>
                    <a:pt x="386" y="632"/>
                  </a:lnTo>
                  <a:lnTo>
                    <a:pt x="386" y="633"/>
                  </a:lnTo>
                  <a:lnTo>
                    <a:pt x="387" y="634"/>
                  </a:lnTo>
                  <a:lnTo>
                    <a:pt x="390" y="633"/>
                  </a:lnTo>
                  <a:lnTo>
                    <a:pt x="391" y="636"/>
                  </a:lnTo>
                  <a:lnTo>
                    <a:pt x="388" y="636"/>
                  </a:lnTo>
                  <a:lnTo>
                    <a:pt x="387" y="637"/>
                  </a:lnTo>
                  <a:lnTo>
                    <a:pt x="387" y="638"/>
                  </a:lnTo>
                  <a:lnTo>
                    <a:pt x="390" y="638"/>
                  </a:lnTo>
                  <a:lnTo>
                    <a:pt x="392" y="640"/>
                  </a:lnTo>
                  <a:lnTo>
                    <a:pt x="394" y="638"/>
                  </a:lnTo>
                  <a:lnTo>
                    <a:pt x="396" y="638"/>
                  </a:lnTo>
                  <a:lnTo>
                    <a:pt x="397" y="641"/>
                  </a:lnTo>
                  <a:lnTo>
                    <a:pt x="400" y="641"/>
                  </a:lnTo>
                  <a:lnTo>
                    <a:pt x="400" y="643"/>
                  </a:lnTo>
                  <a:lnTo>
                    <a:pt x="399" y="645"/>
                  </a:lnTo>
                  <a:lnTo>
                    <a:pt x="396" y="643"/>
                  </a:lnTo>
                  <a:lnTo>
                    <a:pt x="392" y="643"/>
                  </a:lnTo>
                  <a:lnTo>
                    <a:pt x="390" y="646"/>
                  </a:lnTo>
                  <a:lnTo>
                    <a:pt x="387" y="650"/>
                  </a:lnTo>
                  <a:lnTo>
                    <a:pt x="387" y="653"/>
                  </a:lnTo>
                  <a:lnTo>
                    <a:pt x="388" y="653"/>
                  </a:lnTo>
                  <a:lnTo>
                    <a:pt x="390" y="655"/>
                  </a:lnTo>
                  <a:lnTo>
                    <a:pt x="387" y="658"/>
                  </a:lnTo>
                  <a:lnTo>
                    <a:pt x="387" y="661"/>
                  </a:lnTo>
                  <a:lnTo>
                    <a:pt x="384" y="661"/>
                  </a:lnTo>
                  <a:lnTo>
                    <a:pt x="384" y="662"/>
                  </a:lnTo>
                  <a:lnTo>
                    <a:pt x="386" y="663"/>
                  </a:lnTo>
                  <a:lnTo>
                    <a:pt x="386" y="665"/>
                  </a:lnTo>
                  <a:lnTo>
                    <a:pt x="388" y="665"/>
                  </a:lnTo>
                  <a:lnTo>
                    <a:pt x="390" y="666"/>
                  </a:lnTo>
                  <a:lnTo>
                    <a:pt x="392" y="667"/>
                  </a:lnTo>
                  <a:lnTo>
                    <a:pt x="392" y="668"/>
                  </a:lnTo>
                  <a:lnTo>
                    <a:pt x="395" y="670"/>
                  </a:lnTo>
                  <a:lnTo>
                    <a:pt x="399" y="670"/>
                  </a:lnTo>
                  <a:lnTo>
                    <a:pt x="400" y="671"/>
                  </a:lnTo>
                  <a:lnTo>
                    <a:pt x="400" y="680"/>
                  </a:lnTo>
                  <a:lnTo>
                    <a:pt x="399" y="683"/>
                  </a:lnTo>
                  <a:lnTo>
                    <a:pt x="395" y="684"/>
                  </a:lnTo>
                  <a:lnTo>
                    <a:pt x="392" y="683"/>
                  </a:lnTo>
                  <a:lnTo>
                    <a:pt x="388" y="682"/>
                  </a:lnTo>
                  <a:lnTo>
                    <a:pt x="387" y="682"/>
                  </a:lnTo>
                  <a:lnTo>
                    <a:pt x="387" y="684"/>
                  </a:lnTo>
                  <a:lnTo>
                    <a:pt x="386" y="687"/>
                  </a:lnTo>
                  <a:lnTo>
                    <a:pt x="383" y="687"/>
                  </a:lnTo>
                  <a:lnTo>
                    <a:pt x="379" y="686"/>
                  </a:lnTo>
                  <a:lnTo>
                    <a:pt x="375" y="686"/>
                  </a:lnTo>
                  <a:lnTo>
                    <a:pt x="374" y="684"/>
                  </a:lnTo>
                  <a:lnTo>
                    <a:pt x="372" y="686"/>
                  </a:lnTo>
                  <a:lnTo>
                    <a:pt x="370" y="684"/>
                  </a:lnTo>
                  <a:lnTo>
                    <a:pt x="369" y="682"/>
                  </a:lnTo>
                  <a:lnTo>
                    <a:pt x="370" y="680"/>
                  </a:lnTo>
                  <a:lnTo>
                    <a:pt x="371" y="679"/>
                  </a:lnTo>
                  <a:lnTo>
                    <a:pt x="369" y="678"/>
                  </a:lnTo>
                  <a:lnTo>
                    <a:pt x="366" y="676"/>
                  </a:lnTo>
                  <a:lnTo>
                    <a:pt x="365" y="679"/>
                  </a:lnTo>
                  <a:lnTo>
                    <a:pt x="362" y="678"/>
                  </a:lnTo>
                  <a:lnTo>
                    <a:pt x="361" y="679"/>
                  </a:lnTo>
                  <a:lnTo>
                    <a:pt x="361" y="682"/>
                  </a:lnTo>
                  <a:lnTo>
                    <a:pt x="357" y="682"/>
                  </a:lnTo>
                  <a:lnTo>
                    <a:pt x="357" y="680"/>
                  </a:lnTo>
                  <a:lnTo>
                    <a:pt x="353" y="678"/>
                  </a:lnTo>
                  <a:lnTo>
                    <a:pt x="350" y="678"/>
                  </a:lnTo>
                  <a:lnTo>
                    <a:pt x="350" y="680"/>
                  </a:lnTo>
                  <a:lnTo>
                    <a:pt x="347" y="678"/>
                  </a:lnTo>
                  <a:lnTo>
                    <a:pt x="346" y="679"/>
                  </a:lnTo>
                  <a:lnTo>
                    <a:pt x="346" y="680"/>
                  </a:lnTo>
                  <a:lnTo>
                    <a:pt x="344" y="682"/>
                  </a:lnTo>
                  <a:lnTo>
                    <a:pt x="344" y="686"/>
                  </a:lnTo>
                  <a:lnTo>
                    <a:pt x="341" y="688"/>
                  </a:lnTo>
                  <a:lnTo>
                    <a:pt x="338" y="687"/>
                  </a:lnTo>
                  <a:lnTo>
                    <a:pt x="337" y="684"/>
                  </a:lnTo>
                  <a:lnTo>
                    <a:pt x="333" y="684"/>
                  </a:lnTo>
                  <a:lnTo>
                    <a:pt x="332" y="682"/>
                  </a:lnTo>
                  <a:lnTo>
                    <a:pt x="329" y="683"/>
                  </a:lnTo>
                  <a:lnTo>
                    <a:pt x="329" y="687"/>
                  </a:lnTo>
                  <a:lnTo>
                    <a:pt x="328" y="688"/>
                  </a:lnTo>
                  <a:lnTo>
                    <a:pt x="326" y="688"/>
                  </a:lnTo>
                  <a:lnTo>
                    <a:pt x="326" y="686"/>
                  </a:lnTo>
                  <a:lnTo>
                    <a:pt x="325" y="684"/>
                  </a:lnTo>
                  <a:lnTo>
                    <a:pt x="322" y="684"/>
                  </a:lnTo>
                  <a:lnTo>
                    <a:pt x="320" y="682"/>
                  </a:lnTo>
                  <a:lnTo>
                    <a:pt x="318" y="679"/>
                  </a:lnTo>
                  <a:lnTo>
                    <a:pt x="316" y="679"/>
                  </a:lnTo>
                  <a:lnTo>
                    <a:pt x="313" y="675"/>
                  </a:lnTo>
                  <a:lnTo>
                    <a:pt x="312" y="675"/>
                  </a:lnTo>
                  <a:lnTo>
                    <a:pt x="311" y="674"/>
                  </a:lnTo>
                  <a:lnTo>
                    <a:pt x="308" y="674"/>
                  </a:lnTo>
                  <a:lnTo>
                    <a:pt x="304" y="675"/>
                  </a:lnTo>
                  <a:lnTo>
                    <a:pt x="301" y="674"/>
                  </a:lnTo>
                  <a:lnTo>
                    <a:pt x="300" y="670"/>
                  </a:lnTo>
                  <a:lnTo>
                    <a:pt x="297" y="670"/>
                  </a:lnTo>
                  <a:lnTo>
                    <a:pt x="296" y="672"/>
                  </a:lnTo>
                  <a:lnTo>
                    <a:pt x="293" y="672"/>
                  </a:lnTo>
                  <a:lnTo>
                    <a:pt x="293" y="674"/>
                  </a:lnTo>
                  <a:lnTo>
                    <a:pt x="291" y="675"/>
                  </a:lnTo>
                  <a:lnTo>
                    <a:pt x="291" y="674"/>
                  </a:lnTo>
                  <a:lnTo>
                    <a:pt x="290" y="674"/>
                  </a:lnTo>
                  <a:lnTo>
                    <a:pt x="290" y="676"/>
                  </a:lnTo>
                  <a:lnTo>
                    <a:pt x="287" y="678"/>
                  </a:lnTo>
                  <a:lnTo>
                    <a:pt x="286" y="676"/>
                  </a:lnTo>
                  <a:lnTo>
                    <a:pt x="287" y="674"/>
                  </a:lnTo>
                  <a:lnTo>
                    <a:pt x="288" y="672"/>
                  </a:lnTo>
                  <a:lnTo>
                    <a:pt x="284" y="671"/>
                  </a:lnTo>
                  <a:lnTo>
                    <a:pt x="282" y="670"/>
                  </a:lnTo>
                  <a:lnTo>
                    <a:pt x="280" y="671"/>
                  </a:lnTo>
                  <a:lnTo>
                    <a:pt x="282" y="672"/>
                  </a:lnTo>
                  <a:lnTo>
                    <a:pt x="282" y="675"/>
                  </a:lnTo>
                  <a:lnTo>
                    <a:pt x="279" y="675"/>
                  </a:lnTo>
                  <a:lnTo>
                    <a:pt x="276" y="676"/>
                  </a:lnTo>
                  <a:lnTo>
                    <a:pt x="275" y="679"/>
                  </a:lnTo>
                  <a:lnTo>
                    <a:pt x="274" y="679"/>
                  </a:lnTo>
                  <a:lnTo>
                    <a:pt x="271" y="682"/>
                  </a:lnTo>
                  <a:lnTo>
                    <a:pt x="270" y="684"/>
                  </a:lnTo>
                  <a:lnTo>
                    <a:pt x="271" y="686"/>
                  </a:lnTo>
                  <a:lnTo>
                    <a:pt x="271" y="690"/>
                  </a:lnTo>
                  <a:lnTo>
                    <a:pt x="267" y="690"/>
                  </a:lnTo>
                  <a:lnTo>
                    <a:pt x="265" y="690"/>
                  </a:lnTo>
                  <a:lnTo>
                    <a:pt x="267" y="699"/>
                  </a:lnTo>
                  <a:lnTo>
                    <a:pt x="266" y="700"/>
                  </a:lnTo>
                  <a:lnTo>
                    <a:pt x="266" y="704"/>
                  </a:lnTo>
                  <a:lnTo>
                    <a:pt x="262" y="704"/>
                  </a:lnTo>
                  <a:lnTo>
                    <a:pt x="258" y="701"/>
                  </a:lnTo>
                  <a:lnTo>
                    <a:pt x="258" y="700"/>
                  </a:lnTo>
                  <a:lnTo>
                    <a:pt x="251" y="693"/>
                  </a:lnTo>
                  <a:lnTo>
                    <a:pt x="250" y="696"/>
                  </a:lnTo>
                  <a:lnTo>
                    <a:pt x="250" y="699"/>
                  </a:lnTo>
                  <a:lnTo>
                    <a:pt x="246" y="703"/>
                  </a:lnTo>
                  <a:lnTo>
                    <a:pt x="245" y="704"/>
                  </a:lnTo>
                  <a:lnTo>
                    <a:pt x="245" y="709"/>
                  </a:lnTo>
                  <a:lnTo>
                    <a:pt x="246" y="712"/>
                  </a:lnTo>
                  <a:lnTo>
                    <a:pt x="246" y="718"/>
                  </a:lnTo>
                  <a:lnTo>
                    <a:pt x="243" y="724"/>
                  </a:lnTo>
                  <a:lnTo>
                    <a:pt x="249" y="725"/>
                  </a:lnTo>
                  <a:lnTo>
                    <a:pt x="250" y="728"/>
                  </a:lnTo>
                  <a:lnTo>
                    <a:pt x="250" y="730"/>
                  </a:lnTo>
                  <a:lnTo>
                    <a:pt x="254" y="733"/>
                  </a:lnTo>
                  <a:lnTo>
                    <a:pt x="255" y="732"/>
                  </a:lnTo>
                  <a:lnTo>
                    <a:pt x="262" y="734"/>
                  </a:lnTo>
                  <a:lnTo>
                    <a:pt x="267" y="738"/>
                  </a:lnTo>
                  <a:lnTo>
                    <a:pt x="272" y="747"/>
                  </a:lnTo>
                  <a:lnTo>
                    <a:pt x="268" y="747"/>
                  </a:lnTo>
                  <a:lnTo>
                    <a:pt x="267" y="749"/>
                  </a:lnTo>
                  <a:lnTo>
                    <a:pt x="272" y="751"/>
                  </a:lnTo>
                  <a:lnTo>
                    <a:pt x="275" y="750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4"/>
                  </a:lnTo>
                  <a:lnTo>
                    <a:pt x="278" y="755"/>
                  </a:lnTo>
                  <a:lnTo>
                    <a:pt x="276" y="755"/>
                  </a:lnTo>
                  <a:lnTo>
                    <a:pt x="276" y="755"/>
                  </a:lnTo>
                  <a:lnTo>
                    <a:pt x="278" y="757"/>
                  </a:lnTo>
                  <a:lnTo>
                    <a:pt x="276" y="758"/>
                  </a:lnTo>
                  <a:lnTo>
                    <a:pt x="276" y="758"/>
                  </a:lnTo>
                  <a:lnTo>
                    <a:pt x="276" y="759"/>
                  </a:lnTo>
                  <a:lnTo>
                    <a:pt x="275" y="759"/>
                  </a:lnTo>
                  <a:lnTo>
                    <a:pt x="274" y="759"/>
                  </a:lnTo>
                  <a:lnTo>
                    <a:pt x="272" y="759"/>
                  </a:lnTo>
                  <a:lnTo>
                    <a:pt x="270" y="759"/>
                  </a:lnTo>
                  <a:lnTo>
                    <a:pt x="274" y="761"/>
                  </a:lnTo>
                  <a:lnTo>
                    <a:pt x="274" y="762"/>
                  </a:lnTo>
                  <a:lnTo>
                    <a:pt x="274" y="763"/>
                  </a:lnTo>
                  <a:lnTo>
                    <a:pt x="272" y="762"/>
                  </a:lnTo>
                  <a:lnTo>
                    <a:pt x="271" y="762"/>
                  </a:lnTo>
                  <a:lnTo>
                    <a:pt x="270" y="762"/>
                  </a:lnTo>
                  <a:lnTo>
                    <a:pt x="268" y="762"/>
                  </a:lnTo>
                  <a:lnTo>
                    <a:pt x="270" y="763"/>
                  </a:lnTo>
                  <a:lnTo>
                    <a:pt x="270" y="763"/>
                  </a:lnTo>
                  <a:lnTo>
                    <a:pt x="268" y="765"/>
                  </a:lnTo>
                  <a:lnTo>
                    <a:pt x="267" y="765"/>
                  </a:lnTo>
                  <a:lnTo>
                    <a:pt x="266" y="766"/>
                  </a:lnTo>
                  <a:lnTo>
                    <a:pt x="265" y="765"/>
                  </a:lnTo>
                  <a:lnTo>
                    <a:pt x="265" y="766"/>
                  </a:lnTo>
                  <a:lnTo>
                    <a:pt x="263" y="767"/>
                  </a:lnTo>
                  <a:lnTo>
                    <a:pt x="262" y="766"/>
                  </a:lnTo>
                  <a:lnTo>
                    <a:pt x="262" y="766"/>
                  </a:lnTo>
                  <a:lnTo>
                    <a:pt x="261" y="767"/>
                  </a:lnTo>
                  <a:lnTo>
                    <a:pt x="261" y="768"/>
                  </a:lnTo>
                  <a:lnTo>
                    <a:pt x="259" y="771"/>
                  </a:lnTo>
                  <a:lnTo>
                    <a:pt x="258" y="772"/>
                  </a:lnTo>
                  <a:lnTo>
                    <a:pt x="258" y="775"/>
                  </a:lnTo>
                  <a:lnTo>
                    <a:pt x="257" y="776"/>
                  </a:lnTo>
                  <a:lnTo>
                    <a:pt x="257" y="780"/>
                  </a:lnTo>
                  <a:lnTo>
                    <a:pt x="255" y="782"/>
                  </a:lnTo>
                  <a:lnTo>
                    <a:pt x="254" y="784"/>
                  </a:lnTo>
                  <a:lnTo>
                    <a:pt x="255" y="788"/>
                  </a:lnTo>
                  <a:lnTo>
                    <a:pt x="258" y="788"/>
                  </a:lnTo>
                  <a:lnTo>
                    <a:pt x="259" y="788"/>
                  </a:lnTo>
                  <a:lnTo>
                    <a:pt x="261" y="790"/>
                  </a:lnTo>
                  <a:lnTo>
                    <a:pt x="263" y="791"/>
                  </a:lnTo>
                  <a:lnTo>
                    <a:pt x="263" y="795"/>
                  </a:lnTo>
                  <a:lnTo>
                    <a:pt x="266" y="796"/>
                  </a:lnTo>
                  <a:lnTo>
                    <a:pt x="267" y="795"/>
                  </a:lnTo>
                  <a:lnTo>
                    <a:pt x="268" y="795"/>
                  </a:lnTo>
                  <a:lnTo>
                    <a:pt x="267" y="797"/>
                  </a:lnTo>
                  <a:lnTo>
                    <a:pt x="267" y="799"/>
                  </a:lnTo>
                  <a:lnTo>
                    <a:pt x="266" y="799"/>
                  </a:lnTo>
                  <a:lnTo>
                    <a:pt x="265" y="800"/>
                  </a:lnTo>
                  <a:lnTo>
                    <a:pt x="267" y="800"/>
                  </a:lnTo>
                  <a:lnTo>
                    <a:pt x="267" y="801"/>
                  </a:lnTo>
                  <a:lnTo>
                    <a:pt x="267" y="804"/>
                  </a:lnTo>
                  <a:lnTo>
                    <a:pt x="268" y="807"/>
                  </a:lnTo>
                  <a:lnTo>
                    <a:pt x="270" y="809"/>
                  </a:lnTo>
                  <a:lnTo>
                    <a:pt x="271" y="812"/>
                  </a:lnTo>
                  <a:lnTo>
                    <a:pt x="275" y="818"/>
                  </a:lnTo>
                  <a:lnTo>
                    <a:pt x="282" y="822"/>
                  </a:lnTo>
                  <a:lnTo>
                    <a:pt x="283" y="824"/>
                  </a:lnTo>
                  <a:lnTo>
                    <a:pt x="283" y="824"/>
                  </a:lnTo>
                  <a:lnTo>
                    <a:pt x="278" y="829"/>
                  </a:lnTo>
                  <a:lnTo>
                    <a:pt x="275" y="830"/>
                  </a:lnTo>
                  <a:lnTo>
                    <a:pt x="274" y="833"/>
                  </a:lnTo>
                  <a:lnTo>
                    <a:pt x="268" y="832"/>
                  </a:lnTo>
                  <a:lnTo>
                    <a:pt x="267" y="829"/>
                  </a:lnTo>
                  <a:lnTo>
                    <a:pt x="262" y="825"/>
                  </a:lnTo>
                  <a:lnTo>
                    <a:pt x="258" y="825"/>
                  </a:lnTo>
                  <a:lnTo>
                    <a:pt x="257" y="829"/>
                  </a:lnTo>
                  <a:lnTo>
                    <a:pt x="259" y="830"/>
                  </a:lnTo>
                  <a:lnTo>
                    <a:pt x="262" y="833"/>
                  </a:lnTo>
                  <a:lnTo>
                    <a:pt x="261" y="837"/>
                  </a:lnTo>
                  <a:lnTo>
                    <a:pt x="257" y="836"/>
                  </a:lnTo>
                  <a:lnTo>
                    <a:pt x="253" y="836"/>
                  </a:lnTo>
                  <a:lnTo>
                    <a:pt x="246" y="832"/>
                  </a:lnTo>
                  <a:lnTo>
                    <a:pt x="241" y="833"/>
                  </a:lnTo>
                  <a:lnTo>
                    <a:pt x="241" y="834"/>
                  </a:lnTo>
                  <a:lnTo>
                    <a:pt x="241" y="834"/>
                  </a:lnTo>
                  <a:lnTo>
                    <a:pt x="233" y="834"/>
                  </a:lnTo>
                  <a:lnTo>
                    <a:pt x="232" y="834"/>
                  </a:lnTo>
                  <a:lnTo>
                    <a:pt x="226" y="836"/>
                  </a:lnTo>
                  <a:lnTo>
                    <a:pt x="222" y="837"/>
                  </a:lnTo>
                  <a:lnTo>
                    <a:pt x="222" y="837"/>
                  </a:lnTo>
                  <a:lnTo>
                    <a:pt x="221" y="836"/>
                  </a:lnTo>
                  <a:lnTo>
                    <a:pt x="216" y="832"/>
                  </a:lnTo>
                  <a:lnTo>
                    <a:pt x="213" y="832"/>
                  </a:lnTo>
                  <a:lnTo>
                    <a:pt x="212" y="833"/>
                  </a:lnTo>
                  <a:lnTo>
                    <a:pt x="211" y="833"/>
                  </a:lnTo>
                  <a:lnTo>
                    <a:pt x="208" y="832"/>
                  </a:lnTo>
                  <a:lnTo>
                    <a:pt x="207" y="833"/>
                  </a:lnTo>
                  <a:lnTo>
                    <a:pt x="205" y="833"/>
                  </a:lnTo>
                  <a:lnTo>
                    <a:pt x="204" y="830"/>
                  </a:lnTo>
                  <a:lnTo>
                    <a:pt x="203" y="830"/>
                  </a:lnTo>
                  <a:lnTo>
                    <a:pt x="203" y="830"/>
                  </a:lnTo>
                  <a:lnTo>
                    <a:pt x="204" y="830"/>
                  </a:lnTo>
                  <a:lnTo>
                    <a:pt x="203" y="828"/>
                  </a:lnTo>
                  <a:lnTo>
                    <a:pt x="204" y="826"/>
                  </a:lnTo>
                  <a:lnTo>
                    <a:pt x="201" y="822"/>
                  </a:lnTo>
                  <a:lnTo>
                    <a:pt x="201" y="817"/>
                  </a:lnTo>
                  <a:lnTo>
                    <a:pt x="200" y="816"/>
                  </a:lnTo>
                  <a:lnTo>
                    <a:pt x="197" y="812"/>
                  </a:lnTo>
                  <a:lnTo>
                    <a:pt x="195" y="812"/>
                  </a:lnTo>
                  <a:lnTo>
                    <a:pt x="193" y="811"/>
                  </a:lnTo>
                  <a:lnTo>
                    <a:pt x="191" y="808"/>
                  </a:lnTo>
                  <a:lnTo>
                    <a:pt x="189" y="808"/>
                  </a:lnTo>
                  <a:lnTo>
                    <a:pt x="188" y="808"/>
                  </a:lnTo>
                  <a:lnTo>
                    <a:pt x="187" y="808"/>
                  </a:lnTo>
                  <a:lnTo>
                    <a:pt x="184" y="804"/>
                  </a:lnTo>
                  <a:lnTo>
                    <a:pt x="183" y="804"/>
                  </a:lnTo>
                  <a:lnTo>
                    <a:pt x="180" y="804"/>
                  </a:lnTo>
                  <a:lnTo>
                    <a:pt x="180" y="803"/>
                  </a:lnTo>
                  <a:lnTo>
                    <a:pt x="178" y="801"/>
                  </a:lnTo>
                  <a:lnTo>
                    <a:pt x="176" y="800"/>
                  </a:lnTo>
                  <a:lnTo>
                    <a:pt x="176" y="799"/>
                  </a:lnTo>
                  <a:lnTo>
                    <a:pt x="174" y="799"/>
                  </a:lnTo>
                  <a:lnTo>
                    <a:pt x="172" y="795"/>
                  </a:lnTo>
                  <a:lnTo>
                    <a:pt x="164" y="790"/>
                  </a:lnTo>
                  <a:lnTo>
                    <a:pt x="162" y="790"/>
                  </a:lnTo>
                  <a:lnTo>
                    <a:pt x="157" y="786"/>
                  </a:lnTo>
                  <a:lnTo>
                    <a:pt x="153" y="787"/>
                  </a:lnTo>
                  <a:lnTo>
                    <a:pt x="150" y="784"/>
                  </a:lnTo>
                  <a:lnTo>
                    <a:pt x="150" y="782"/>
                  </a:lnTo>
                  <a:lnTo>
                    <a:pt x="146" y="779"/>
                  </a:lnTo>
                  <a:lnTo>
                    <a:pt x="145" y="779"/>
                  </a:lnTo>
                  <a:lnTo>
                    <a:pt x="142" y="779"/>
                  </a:lnTo>
                  <a:lnTo>
                    <a:pt x="143" y="778"/>
                  </a:lnTo>
                  <a:lnTo>
                    <a:pt x="146" y="776"/>
                  </a:lnTo>
                  <a:lnTo>
                    <a:pt x="145" y="775"/>
                  </a:lnTo>
                  <a:lnTo>
                    <a:pt x="145" y="774"/>
                  </a:lnTo>
                  <a:lnTo>
                    <a:pt x="147" y="775"/>
                  </a:lnTo>
                  <a:lnTo>
                    <a:pt x="149" y="776"/>
                  </a:lnTo>
                  <a:lnTo>
                    <a:pt x="150" y="776"/>
                  </a:lnTo>
                  <a:lnTo>
                    <a:pt x="153" y="776"/>
                  </a:lnTo>
                  <a:lnTo>
                    <a:pt x="153" y="772"/>
                  </a:lnTo>
                  <a:lnTo>
                    <a:pt x="151" y="772"/>
                  </a:lnTo>
                  <a:lnTo>
                    <a:pt x="151" y="770"/>
                  </a:lnTo>
                  <a:lnTo>
                    <a:pt x="154" y="767"/>
                  </a:lnTo>
                  <a:lnTo>
                    <a:pt x="154" y="766"/>
                  </a:lnTo>
                  <a:lnTo>
                    <a:pt x="155" y="766"/>
                  </a:lnTo>
                  <a:lnTo>
                    <a:pt x="157" y="766"/>
                  </a:lnTo>
                  <a:lnTo>
                    <a:pt x="158" y="765"/>
                  </a:lnTo>
                  <a:lnTo>
                    <a:pt x="159" y="763"/>
                  </a:lnTo>
                  <a:lnTo>
                    <a:pt x="159" y="763"/>
                  </a:lnTo>
                  <a:lnTo>
                    <a:pt x="157" y="762"/>
                  </a:lnTo>
                  <a:lnTo>
                    <a:pt x="157" y="761"/>
                  </a:lnTo>
                  <a:lnTo>
                    <a:pt x="155" y="762"/>
                  </a:lnTo>
                  <a:lnTo>
                    <a:pt x="153" y="761"/>
                  </a:lnTo>
                  <a:lnTo>
                    <a:pt x="151" y="757"/>
                  </a:lnTo>
                  <a:lnTo>
                    <a:pt x="155" y="757"/>
                  </a:lnTo>
                  <a:lnTo>
                    <a:pt x="158" y="757"/>
                  </a:lnTo>
                  <a:lnTo>
                    <a:pt x="160" y="755"/>
                  </a:lnTo>
                  <a:lnTo>
                    <a:pt x="158" y="755"/>
                  </a:lnTo>
                  <a:lnTo>
                    <a:pt x="158" y="754"/>
                  </a:lnTo>
                  <a:lnTo>
                    <a:pt x="159" y="753"/>
                  </a:lnTo>
                  <a:lnTo>
                    <a:pt x="166" y="749"/>
                  </a:lnTo>
                  <a:lnTo>
                    <a:pt x="167" y="747"/>
                  </a:lnTo>
                  <a:lnTo>
                    <a:pt x="166" y="746"/>
                  </a:lnTo>
                  <a:lnTo>
                    <a:pt x="163" y="746"/>
                  </a:lnTo>
                  <a:lnTo>
                    <a:pt x="160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2"/>
                  </a:lnTo>
                  <a:lnTo>
                    <a:pt x="159" y="742"/>
                  </a:lnTo>
                  <a:lnTo>
                    <a:pt x="162" y="737"/>
                  </a:lnTo>
                  <a:lnTo>
                    <a:pt x="167" y="737"/>
                  </a:lnTo>
                  <a:lnTo>
                    <a:pt x="170" y="736"/>
                  </a:lnTo>
                  <a:lnTo>
                    <a:pt x="170" y="733"/>
                  </a:lnTo>
                  <a:lnTo>
                    <a:pt x="171" y="728"/>
                  </a:lnTo>
                  <a:lnTo>
                    <a:pt x="170" y="725"/>
                  </a:lnTo>
                  <a:lnTo>
                    <a:pt x="167" y="722"/>
                  </a:lnTo>
                  <a:lnTo>
                    <a:pt x="167" y="717"/>
                  </a:lnTo>
                  <a:lnTo>
                    <a:pt x="170" y="717"/>
                  </a:lnTo>
                  <a:lnTo>
                    <a:pt x="172" y="715"/>
                  </a:lnTo>
                  <a:lnTo>
                    <a:pt x="172" y="711"/>
                  </a:lnTo>
                  <a:lnTo>
                    <a:pt x="171" y="711"/>
                  </a:lnTo>
                  <a:lnTo>
                    <a:pt x="170" y="708"/>
                  </a:lnTo>
                  <a:lnTo>
                    <a:pt x="167" y="709"/>
                  </a:lnTo>
                  <a:lnTo>
                    <a:pt x="164" y="708"/>
                  </a:lnTo>
                  <a:lnTo>
                    <a:pt x="160" y="707"/>
                  </a:lnTo>
                  <a:lnTo>
                    <a:pt x="158" y="707"/>
                  </a:lnTo>
                  <a:lnTo>
                    <a:pt x="157" y="705"/>
                  </a:lnTo>
                  <a:lnTo>
                    <a:pt x="153" y="705"/>
                  </a:lnTo>
                  <a:lnTo>
                    <a:pt x="149" y="704"/>
                  </a:lnTo>
                  <a:lnTo>
                    <a:pt x="147" y="707"/>
                  </a:lnTo>
                  <a:lnTo>
                    <a:pt x="146" y="704"/>
                  </a:lnTo>
                  <a:lnTo>
                    <a:pt x="142" y="701"/>
                  </a:lnTo>
                  <a:lnTo>
                    <a:pt x="139" y="696"/>
                  </a:lnTo>
                  <a:lnTo>
                    <a:pt x="138" y="696"/>
                  </a:lnTo>
                  <a:lnTo>
                    <a:pt x="134" y="699"/>
                  </a:lnTo>
                  <a:lnTo>
                    <a:pt x="132" y="699"/>
                  </a:lnTo>
                  <a:lnTo>
                    <a:pt x="129" y="699"/>
                  </a:lnTo>
                  <a:lnTo>
                    <a:pt x="125" y="697"/>
                  </a:lnTo>
                  <a:lnTo>
                    <a:pt x="124" y="700"/>
                  </a:lnTo>
                  <a:lnTo>
                    <a:pt x="118" y="695"/>
                  </a:lnTo>
                  <a:lnTo>
                    <a:pt x="117" y="691"/>
                  </a:lnTo>
                  <a:lnTo>
                    <a:pt x="117" y="688"/>
                  </a:lnTo>
                  <a:lnTo>
                    <a:pt x="114" y="687"/>
                  </a:lnTo>
                  <a:lnTo>
                    <a:pt x="114" y="684"/>
                  </a:lnTo>
                  <a:lnTo>
                    <a:pt x="112" y="683"/>
                  </a:lnTo>
                  <a:lnTo>
                    <a:pt x="105" y="684"/>
                  </a:lnTo>
                  <a:lnTo>
                    <a:pt x="101" y="679"/>
                  </a:lnTo>
                  <a:lnTo>
                    <a:pt x="103" y="676"/>
                  </a:lnTo>
                  <a:lnTo>
                    <a:pt x="100" y="675"/>
                  </a:lnTo>
                  <a:lnTo>
                    <a:pt x="99" y="670"/>
                  </a:lnTo>
                  <a:lnTo>
                    <a:pt x="96" y="670"/>
                  </a:lnTo>
                  <a:lnTo>
                    <a:pt x="93" y="671"/>
                  </a:lnTo>
                  <a:lnTo>
                    <a:pt x="87" y="671"/>
                  </a:lnTo>
                  <a:lnTo>
                    <a:pt x="81" y="668"/>
                  </a:lnTo>
                  <a:lnTo>
                    <a:pt x="79" y="671"/>
                  </a:lnTo>
                  <a:lnTo>
                    <a:pt x="80" y="672"/>
                  </a:lnTo>
                  <a:lnTo>
                    <a:pt x="76" y="674"/>
                  </a:lnTo>
                  <a:lnTo>
                    <a:pt x="75" y="674"/>
                  </a:lnTo>
                  <a:lnTo>
                    <a:pt x="75" y="670"/>
                  </a:lnTo>
                  <a:lnTo>
                    <a:pt x="72" y="667"/>
                  </a:lnTo>
                  <a:lnTo>
                    <a:pt x="72" y="663"/>
                  </a:lnTo>
                  <a:lnTo>
                    <a:pt x="70" y="661"/>
                  </a:lnTo>
                  <a:lnTo>
                    <a:pt x="70" y="657"/>
                  </a:lnTo>
                  <a:lnTo>
                    <a:pt x="71" y="655"/>
                  </a:lnTo>
                  <a:lnTo>
                    <a:pt x="74" y="658"/>
                  </a:lnTo>
                  <a:lnTo>
                    <a:pt x="80" y="657"/>
                  </a:lnTo>
                  <a:lnTo>
                    <a:pt x="81" y="653"/>
                  </a:lnTo>
                  <a:lnTo>
                    <a:pt x="83" y="651"/>
                  </a:lnTo>
                  <a:lnTo>
                    <a:pt x="80" y="650"/>
                  </a:lnTo>
                  <a:lnTo>
                    <a:pt x="80" y="647"/>
                  </a:lnTo>
                  <a:lnTo>
                    <a:pt x="76" y="643"/>
                  </a:lnTo>
                  <a:lnTo>
                    <a:pt x="72" y="642"/>
                  </a:lnTo>
                  <a:lnTo>
                    <a:pt x="71" y="638"/>
                  </a:lnTo>
                  <a:lnTo>
                    <a:pt x="68" y="637"/>
                  </a:lnTo>
                  <a:lnTo>
                    <a:pt x="66" y="633"/>
                  </a:lnTo>
                  <a:lnTo>
                    <a:pt x="64" y="629"/>
                  </a:lnTo>
                  <a:lnTo>
                    <a:pt x="62" y="626"/>
                  </a:lnTo>
                  <a:lnTo>
                    <a:pt x="62" y="622"/>
                  </a:lnTo>
                  <a:lnTo>
                    <a:pt x="59" y="620"/>
                  </a:lnTo>
                  <a:lnTo>
                    <a:pt x="60" y="617"/>
                  </a:lnTo>
                  <a:lnTo>
                    <a:pt x="59" y="615"/>
                  </a:lnTo>
                  <a:lnTo>
                    <a:pt x="54" y="613"/>
                  </a:lnTo>
                  <a:lnTo>
                    <a:pt x="53" y="613"/>
                  </a:lnTo>
                  <a:lnTo>
                    <a:pt x="51" y="611"/>
                  </a:lnTo>
                  <a:lnTo>
                    <a:pt x="47" y="612"/>
                  </a:lnTo>
                  <a:lnTo>
                    <a:pt x="45" y="615"/>
                  </a:lnTo>
                  <a:lnTo>
                    <a:pt x="42" y="611"/>
                  </a:lnTo>
                  <a:lnTo>
                    <a:pt x="39" y="611"/>
                  </a:lnTo>
                  <a:lnTo>
                    <a:pt x="37" y="612"/>
                  </a:lnTo>
                  <a:lnTo>
                    <a:pt x="34" y="608"/>
                  </a:lnTo>
                  <a:lnTo>
                    <a:pt x="31" y="609"/>
                  </a:lnTo>
                  <a:lnTo>
                    <a:pt x="30" y="608"/>
                  </a:lnTo>
                  <a:lnTo>
                    <a:pt x="29" y="608"/>
                  </a:lnTo>
                  <a:lnTo>
                    <a:pt x="29" y="605"/>
                  </a:lnTo>
                  <a:lnTo>
                    <a:pt x="26" y="603"/>
                  </a:lnTo>
                  <a:lnTo>
                    <a:pt x="26" y="599"/>
                  </a:lnTo>
                  <a:lnTo>
                    <a:pt x="25" y="599"/>
                  </a:lnTo>
                  <a:lnTo>
                    <a:pt x="24" y="595"/>
                  </a:lnTo>
                  <a:lnTo>
                    <a:pt x="24" y="593"/>
                  </a:lnTo>
                  <a:lnTo>
                    <a:pt x="24" y="592"/>
                  </a:lnTo>
                  <a:lnTo>
                    <a:pt x="22" y="591"/>
                  </a:lnTo>
                  <a:lnTo>
                    <a:pt x="22" y="590"/>
                  </a:lnTo>
                  <a:lnTo>
                    <a:pt x="22" y="588"/>
                  </a:lnTo>
                  <a:lnTo>
                    <a:pt x="20" y="587"/>
                  </a:lnTo>
                  <a:lnTo>
                    <a:pt x="21" y="584"/>
                  </a:lnTo>
                  <a:lnTo>
                    <a:pt x="21" y="583"/>
                  </a:lnTo>
                  <a:lnTo>
                    <a:pt x="24" y="580"/>
                  </a:lnTo>
                  <a:lnTo>
                    <a:pt x="24" y="579"/>
                  </a:lnTo>
                  <a:lnTo>
                    <a:pt x="17" y="568"/>
                  </a:lnTo>
                  <a:lnTo>
                    <a:pt x="18" y="559"/>
                  </a:lnTo>
                  <a:lnTo>
                    <a:pt x="20" y="559"/>
                  </a:lnTo>
                  <a:lnTo>
                    <a:pt x="21" y="555"/>
                  </a:lnTo>
                  <a:lnTo>
                    <a:pt x="22" y="553"/>
                  </a:lnTo>
                  <a:lnTo>
                    <a:pt x="22" y="553"/>
                  </a:lnTo>
                  <a:lnTo>
                    <a:pt x="22" y="551"/>
                  </a:lnTo>
                  <a:lnTo>
                    <a:pt x="21" y="550"/>
                  </a:lnTo>
                  <a:lnTo>
                    <a:pt x="21" y="550"/>
                  </a:lnTo>
                  <a:lnTo>
                    <a:pt x="22" y="547"/>
                  </a:lnTo>
                  <a:lnTo>
                    <a:pt x="21" y="545"/>
                  </a:lnTo>
                  <a:lnTo>
                    <a:pt x="21" y="543"/>
                  </a:lnTo>
                  <a:lnTo>
                    <a:pt x="22" y="543"/>
                  </a:lnTo>
                  <a:lnTo>
                    <a:pt x="24" y="546"/>
                  </a:lnTo>
                  <a:lnTo>
                    <a:pt x="25" y="545"/>
                  </a:lnTo>
                  <a:lnTo>
                    <a:pt x="25" y="542"/>
                  </a:lnTo>
                  <a:lnTo>
                    <a:pt x="26" y="542"/>
                  </a:lnTo>
                  <a:lnTo>
                    <a:pt x="29" y="543"/>
                  </a:lnTo>
                  <a:lnTo>
                    <a:pt x="31" y="541"/>
                  </a:lnTo>
                  <a:lnTo>
                    <a:pt x="33" y="538"/>
                  </a:lnTo>
                  <a:lnTo>
                    <a:pt x="34" y="538"/>
                  </a:lnTo>
                  <a:lnTo>
                    <a:pt x="37" y="540"/>
                  </a:lnTo>
                  <a:lnTo>
                    <a:pt x="39" y="538"/>
                  </a:lnTo>
                  <a:lnTo>
                    <a:pt x="37" y="534"/>
                  </a:lnTo>
                  <a:lnTo>
                    <a:pt x="35" y="534"/>
                  </a:lnTo>
                  <a:lnTo>
                    <a:pt x="34" y="536"/>
                  </a:lnTo>
                  <a:lnTo>
                    <a:pt x="31" y="536"/>
                  </a:lnTo>
                  <a:lnTo>
                    <a:pt x="30" y="533"/>
                  </a:lnTo>
                  <a:lnTo>
                    <a:pt x="26" y="533"/>
                  </a:lnTo>
                  <a:lnTo>
                    <a:pt x="24" y="529"/>
                  </a:lnTo>
                  <a:lnTo>
                    <a:pt x="25" y="528"/>
                  </a:lnTo>
                  <a:lnTo>
                    <a:pt x="27" y="530"/>
                  </a:lnTo>
                  <a:lnTo>
                    <a:pt x="27" y="528"/>
                  </a:lnTo>
                  <a:lnTo>
                    <a:pt x="26" y="526"/>
                  </a:lnTo>
                  <a:lnTo>
                    <a:pt x="27" y="525"/>
                  </a:lnTo>
                  <a:lnTo>
                    <a:pt x="25" y="525"/>
                  </a:lnTo>
                  <a:lnTo>
                    <a:pt x="25" y="526"/>
                  </a:lnTo>
                  <a:lnTo>
                    <a:pt x="24" y="526"/>
                  </a:lnTo>
                  <a:lnTo>
                    <a:pt x="22" y="528"/>
                  </a:lnTo>
                  <a:lnTo>
                    <a:pt x="22" y="528"/>
                  </a:lnTo>
                  <a:lnTo>
                    <a:pt x="21" y="528"/>
                  </a:lnTo>
                  <a:lnTo>
                    <a:pt x="21" y="528"/>
                  </a:lnTo>
                  <a:lnTo>
                    <a:pt x="21" y="525"/>
                  </a:lnTo>
                  <a:lnTo>
                    <a:pt x="26" y="520"/>
                  </a:lnTo>
                  <a:lnTo>
                    <a:pt x="29" y="518"/>
                  </a:lnTo>
                  <a:lnTo>
                    <a:pt x="33" y="513"/>
                  </a:lnTo>
                  <a:lnTo>
                    <a:pt x="35" y="508"/>
                  </a:lnTo>
                  <a:lnTo>
                    <a:pt x="38" y="501"/>
                  </a:lnTo>
                  <a:lnTo>
                    <a:pt x="43" y="493"/>
                  </a:lnTo>
                  <a:lnTo>
                    <a:pt x="46" y="486"/>
                  </a:lnTo>
                  <a:lnTo>
                    <a:pt x="46" y="482"/>
                  </a:lnTo>
                  <a:lnTo>
                    <a:pt x="41" y="476"/>
                  </a:lnTo>
                  <a:lnTo>
                    <a:pt x="38" y="475"/>
                  </a:lnTo>
                  <a:lnTo>
                    <a:pt x="31" y="467"/>
                  </a:lnTo>
                  <a:lnTo>
                    <a:pt x="33" y="463"/>
                  </a:lnTo>
                  <a:lnTo>
                    <a:pt x="35" y="461"/>
                  </a:lnTo>
                  <a:lnTo>
                    <a:pt x="35" y="457"/>
                  </a:lnTo>
                  <a:lnTo>
                    <a:pt x="31" y="454"/>
                  </a:lnTo>
                  <a:lnTo>
                    <a:pt x="30" y="451"/>
                  </a:lnTo>
                  <a:lnTo>
                    <a:pt x="30" y="447"/>
                  </a:lnTo>
                  <a:lnTo>
                    <a:pt x="30" y="446"/>
                  </a:lnTo>
                  <a:lnTo>
                    <a:pt x="30" y="445"/>
                  </a:lnTo>
                  <a:lnTo>
                    <a:pt x="26" y="443"/>
                  </a:lnTo>
                  <a:lnTo>
                    <a:pt x="25" y="442"/>
                  </a:lnTo>
                  <a:lnTo>
                    <a:pt x="25" y="438"/>
                  </a:lnTo>
                  <a:lnTo>
                    <a:pt x="27" y="436"/>
                  </a:lnTo>
                  <a:lnTo>
                    <a:pt x="25" y="436"/>
                  </a:lnTo>
                  <a:lnTo>
                    <a:pt x="25" y="433"/>
                  </a:lnTo>
                  <a:lnTo>
                    <a:pt x="25" y="425"/>
                  </a:lnTo>
                  <a:lnTo>
                    <a:pt x="27" y="425"/>
                  </a:lnTo>
                  <a:lnTo>
                    <a:pt x="22" y="412"/>
                  </a:lnTo>
                  <a:lnTo>
                    <a:pt x="17" y="404"/>
                  </a:lnTo>
                  <a:lnTo>
                    <a:pt x="16" y="400"/>
                  </a:lnTo>
                  <a:lnTo>
                    <a:pt x="13" y="397"/>
                  </a:lnTo>
                  <a:lnTo>
                    <a:pt x="16" y="392"/>
                  </a:lnTo>
                  <a:lnTo>
                    <a:pt x="17" y="388"/>
                  </a:lnTo>
                  <a:lnTo>
                    <a:pt x="18" y="384"/>
                  </a:lnTo>
                  <a:lnTo>
                    <a:pt x="17" y="383"/>
                  </a:lnTo>
                  <a:lnTo>
                    <a:pt x="12" y="379"/>
                  </a:lnTo>
                  <a:lnTo>
                    <a:pt x="10" y="378"/>
                  </a:lnTo>
                  <a:lnTo>
                    <a:pt x="9" y="375"/>
                  </a:lnTo>
                  <a:lnTo>
                    <a:pt x="6" y="372"/>
                  </a:lnTo>
                  <a:lnTo>
                    <a:pt x="4" y="372"/>
                  </a:lnTo>
                  <a:lnTo>
                    <a:pt x="2" y="367"/>
                  </a:lnTo>
                  <a:lnTo>
                    <a:pt x="1" y="365"/>
                  </a:lnTo>
                  <a:lnTo>
                    <a:pt x="1" y="361"/>
                  </a:lnTo>
                  <a:lnTo>
                    <a:pt x="2" y="358"/>
                  </a:lnTo>
                  <a:lnTo>
                    <a:pt x="0" y="358"/>
                  </a:lnTo>
                  <a:lnTo>
                    <a:pt x="2" y="357"/>
                  </a:lnTo>
                  <a:lnTo>
                    <a:pt x="5" y="355"/>
                  </a:lnTo>
                  <a:lnTo>
                    <a:pt x="5" y="355"/>
                  </a:lnTo>
                  <a:lnTo>
                    <a:pt x="6" y="354"/>
                  </a:lnTo>
                  <a:lnTo>
                    <a:pt x="6" y="350"/>
                  </a:lnTo>
                  <a:lnTo>
                    <a:pt x="9" y="347"/>
                  </a:lnTo>
                  <a:lnTo>
                    <a:pt x="13" y="347"/>
                  </a:lnTo>
                  <a:lnTo>
                    <a:pt x="14" y="345"/>
                  </a:lnTo>
                  <a:lnTo>
                    <a:pt x="14" y="341"/>
                  </a:lnTo>
                  <a:lnTo>
                    <a:pt x="16" y="341"/>
                  </a:lnTo>
                  <a:lnTo>
                    <a:pt x="18" y="342"/>
                  </a:lnTo>
                  <a:lnTo>
                    <a:pt x="20" y="340"/>
                  </a:lnTo>
                  <a:lnTo>
                    <a:pt x="20" y="337"/>
                  </a:lnTo>
                  <a:lnTo>
                    <a:pt x="20" y="337"/>
                  </a:lnTo>
                  <a:lnTo>
                    <a:pt x="22" y="338"/>
                  </a:lnTo>
                  <a:lnTo>
                    <a:pt x="24" y="338"/>
                  </a:lnTo>
                  <a:lnTo>
                    <a:pt x="24" y="341"/>
                  </a:lnTo>
                  <a:lnTo>
                    <a:pt x="25" y="342"/>
                  </a:lnTo>
                  <a:lnTo>
                    <a:pt x="25" y="340"/>
                  </a:lnTo>
                  <a:lnTo>
                    <a:pt x="26" y="338"/>
                  </a:lnTo>
                  <a:lnTo>
                    <a:pt x="27" y="338"/>
                  </a:lnTo>
                  <a:lnTo>
                    <a:pt x="29" y="338"/>
                  </a:lnTo>
                  <a:lnTo>
                    <a:pt x="26" y="336"/>
                  </a:lnTo>
                  <a:lnTo>
                    <a:pt x="26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4"/>
                  </a:lnTo>
                  <a:lnTo>
                    <a:pt x="29" y="334"/>
                  </a:lnTo>
                  <a:lnTo>
                    <a:pt x="27" y="333"/>
                  </a:lnTo>
                  <a:lnTo>
                    <a:pt x="27" y="332"/>
                  </a:lnTo>
                  <a:lnTo>
                    <a:pt x="30" y="332"/>
                  </a:lnTo>
                  <a:lnTo>
                    <a:pt x="33" y="333"/>
                  </a:lnTo>
                  <a:lnTo>
                    <a:pt x="34" y="336"/>
                  </a:lnTo>
                  <a:lnTo>
                    <a:pt x="35" y="336"/>
                  </a:lnTo>
                  <a:lnTo>
                    <a:pt x="37" y="336"/>
                  </a:lnTo>
                  <a:lnTo>
                    <a:pt x="38" y="336"/>
                  </a:lnTo>
                  <a:lnTo>
                    <a:pt x="38" y="337"/>
                  </a:lnTo>
                  <a:lnTo>
                    <a:pt x="39" y="338"/>
                  </a:lnTo>
                  <a:lnTo>
                    <a:pt x="41" y="340"/>
                  </a:lnTo>
                  <a:lnTo>
                    <a:pt x="38" y="341"/>
                  </a:lnTo>
                  <a:lnTo>
                    <a:pt x="37" y="340"/>
                  </a:lnTo>
                  <a:lnTo>
                    <a:pt x="34" y="341"/>
                  </a:lnTo>
                  <a:lnTo>
                    <a:pt x="31" y="338"/>
                  </a:lnTo>
                  <a:lnTo>
                    <a:pt x="31" y="337"/>
                  </a:lnTo>
                  <a:lnTo>
                    <a:pt x="30" y="338"/>
                  </a:lnTo>
                  <a:lnTo>
                    <a:pt x="30" y="341"/>
                  </a:lnTo>
                  <a:lnTo>
                    <a:pt x="31" y="343"/>
                  </a:lnTo>
                  <a:lnTo>
                    <a:pt x="33" y="342"/>
                  </a:lnTo>
                  <a:lnTo>
                    <a:pt x="34" y="342"/>
                  </a:lnTo>
                  <a:lnTo>
                    <a:pt x="34" y="345"/>
                  </a:lnTo>
                  <a:lnTo>
                    <a:pt x="35" y="343"/>
                  </a:lnTo>
                  <a:lnTo>
                    <a:pt x="38" y="343"/>
                  </a:lnTo>
                  <a:lnTo>
                    <a:pt x="38" y="345"/>
                  </a:lnTo>
                  <a:lnTo>
                    <a:pt x="39" y="345"/>
                  </a:lnTo>
                  <a:lnTo>
                    <a:pt x="39" y="343"/>
                  </a:lnTo>
                  <a:lnTo>
                    <a:pt x="41" y="345"/>
                  </a:lnTo>
                  <a:lnTo>
                    <a:pt x="41" y="345"/>
                  </a:lnTo>
                  <a:lnTo>
                    <a:pt x="41" y="346"/>
                  </a:lnTo>
                  <a:lnTo>
                    <a:pt x="42" y="345"/>
                  </a:lnTo>
                  <a:lnTo>
                    <a:pt x="43" y="343"/>
                  </a:lnTo>
                  <a:lnTo>
                    <a:pt x="45" y="343"/>
                  </a:lnTo>
                  <a:lnTo>
                    <a:pt x="43" y="345"/>
                  </a:lnTo>
                  <a:lnTo>
                    <a:pt x="43" y="346"/>
                  </a:lnTo>
                  <a:lnTo>
                    <a:pt x="45" y="346"/>
                  </a:lnTo>
                  <a:lnTo>
                    <a:pt x="46" y="347"/>
                  </a:lnTo>
                  <a:lnTo>
                    <a:pt x="45" y="347"/>
                  </a:lnTo>
                  <a:lnTo>
                    <a:pt x="43" y="350"/>
                  </a:lnTo>
                  <a:lnTo>
                    <a:pt x="46" y="350"/>
                  </a:lnTo>
                  <a:lnTo>
                    <a:pt x="47" y="347"/>
                  </a:lnTo>
                  <a:lnTo>
                    <a:pt x="46" y="345"/>
                  </a:lnTo>
                  <a:lnTo>
                    <a:pt x="47" y="345"/>
                  </a:lnTo>
                  <a:lnTo>
                    <a:pt x="50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0" y="342"/>
                  </a:lnTo>
                  <a:lnTo>
                    <a:pt x="50" y="342"/>
                  </a:lnTo>
                  <a:lnTo>
                    <a:pt x="53" y="343"/>
                  </a:lnTo>
                  <a:lnTo>
                    <a:pt x="54" y="345"/>
                  </a:lnTo>
                  <a:lnTo>
                    <a:pt x="58" y="345"/>
                  </a:lnTo>
                  <a:lnTo>
                    <a:pt x="60" y="346"/>
                  </a:lnTo>
                  <a:lnTo>
                    <a:pt x="62" y="345"/>
                  </a:lnTo>
                  <a:lnTo>
                    <a:pt x="62" y="343"/>
                  </a:lnTo>
                  <a:lnTo>
                    <a:pt x="64" y="345"/>
                  </a:lnTo>
                  <a:lnTo>
                    <a:pt x="67" y="346"/>
                  </a:lnTo>
                  <a:lnTo>
                    <a:pt x="67" y="345"/>
                  </a:lnTo>
                  <a:lnTo>
                    <a:pt x="70" y="346"/>
                  </a:lnTo>
                  <a:lnTo>
                    <a:pt x="81" y="353"/>
                  </a:lnTo>
                  <a:lnTo>
                    <a:pt x="91" y="358"/>
                  </a:lnTo>
                  <a:lnTo>
                    <a:pt x="92" y="361"/>
                  </a:lnTo>
                  <a:lnTo>
                    <a:pt x="95" y="361"/>
                  </a:lnTo>
                  <a:lnTo>
                    <a:pt x="97" y="365"/>
                  </a:lnTo>
                  <a:lnTo>
                    <a:pt x="99" y="366"/>
                  </a:lnTo>
                  <a:lnTo>
                    <a:pt x="99" y="365"/>
                  </a:lnTo>
                  <a:lnTo>
                    <a:pt x="99" y="363"/>
                  </a:lnTo>
                  <a:lnTo>
                    <a:pt x="100" y="363"/>
                  </a:lnTo>
                  <a:lnTo>
                    <a:pt x="103" y="366"/>
                  </a:lnTo>
                  <a:lnTo>
                    <a:pt x="105" y="366"/>
                  </a:lnTo>
                  <a:lnTo>
                    <a:pt x="108" y="368"/>
                  </a:lnTo>
                  <a:lnTo>
                    <a:pt x="109" y="368"/>
                  </a:lnTo>
                  <a:lnTo>
                    <a:pt x="108" y="366"/>
                  </a:lnTo>
                  <a:lnTo>
                    <a:pt x="106" y="365"/>
                  </a:lnTo>
                  <a:lnTo>
                    <a:pt x="108" y="365"/>
                  </a:lnTo>
                  <a:lnTo>
                    <a:pt x="110" y="367"/>
                  </a:lnTo>
                  <a:lnTo>
                    <a:pt x="110" y="370"/>
                  </a:lnTo>
                  <a:lnTo>
                    <a:pt x="116" y="372"/>
                  </a:lnTo>
                  <a:lnTo>
                    <a:pt x="116" y="374"/>
                  </a:lnTo>
                  <a:lnTo>
                    <a:pt x="118" y="375"/>
                  </a:lnTo>
                  <a:lnTo>
                    <a:pt x="118" y="374"/>
                  </a:lnTo>
                  <a:lnTo>
                    <a:pt x="121" y="375"/>
                  </a:lnTo>
                  <a:lnTo>
                    <a:pt x="122" y="378"/>
                  </a:lnTo>
                  <a:lnTo>
                    <a:pt x="124" y="380"/>
                  </a:lnTo>
                  <a:lnTo>
                    <a:pt x="125" y="382"/>
                  </a:lnTo>
                  <a:lnTo>
                    <a:pt x="128" y="384"/>
                  </a:lnTo>
                  <a:lnTo>
                    <a:pt x="128" y="384"/>
                  </a:lnTo>
                  <a:lnTo>
                    <a:pt x="129" y="384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9" y="393"/>
                  </a:lnTo>
                  <a:lnTo>
                    <a:pt x="128" y="396"/>
                  </a:lnTo>
                  <a:lnTo>
                    <a:pt x="128" y="397"/>
                  </a:lnTo>
                  <a:lnTo>
                    <a:pt x="125" y="400"/>
                  </a:lnTo>
                  <a:lnTo>
                    <a:pt x="125" y="403"/>
                  </a:lnTo>
                  <a:lnTo>
                    <a:pt x="120" y="408"/>
                  </a:lnTo>
                  <a:lnTo>
                    <a:pt x="117" y="411"/>
                  </a:lnTo>
                  <a:lnTo>
                    <a:pt x="113" y="411"/>
                  </a:lnTo>
                  <a:lnTo>
                    <a:pt x="112" y="412"/>
                  </a:lnTo>
                  <a:lnTo>
                    <a:pt x="108" y="412"/>
                  </a:lnTo>
                  <a:lnTo>
                    <a:pt x="106" y="413"/>
                  </a:lnTo>
                  <a:lnTo>
                    <a:pt x="101" y="413"/>
                  </a:lnTo>
                  <a:lnTo>
                    <a:pt x="95" y="413"/>
                  </a:lnTo>
                  <a:lnTo>
                    <a:pt x="91" y="412"/>
                  </a:lnTo>
                  <a:lnTo>
                    <a:pt x="88" y="411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1" y="411"/>
                  </a:lnTo>
                  <a:lnTo>
                    <a:pt x="80" y="409"/>
                  </a:lnTo>
                  <a:lnTo>
                    <a:pt x="79" y="409"/>
                  </a:lnTo>
                  <a:lnTo>
                    <a:pt x="78" y="411"/>
                  </a:lnTo>
                  <a:lnTo>
                    <a:pt x="74" y="408"/>
                  </a:lnTo>
                  <a:lnTo>
                    <a:pt x="74" y="405"/>
                  </a:lnTo>
                  <a:lnTo>
                    <a:pt x="72" y="407"/>
                  </a:lnTo>
                  <a:lnTo>
                    <a:pt x="70" y="407"/>
                  </a:lnTo>
                  <a:lnTo>
                    <a:pt x="71" y="405"/>
                  </a:lnTo>
                  <a:lnTo>
                    <a:pt x="67" y="405"/>
                  </a:lnTo>
                  <a:lnTo>
                    <a:pt x="66" y="407"/>
                  </a:lnTo>
                  <a:lnTo>
                    <a:pt x="63" y="407"/>
                  </a:lnTo>
                  <a:lnTo>
                    <a:pt x="63" y="405"/>
                  </a:lnTo>
                  <a:lnTo>
                    <a:pt x="63" y="404"/>
                  </a:lnTo>
                  <a:lnTo>
                    <a:pt x="64" y="404"/>
                  </a:lnTo>
                  <a:lnTo>
                    <a:pt x="63" y="401"/>
                  </a:lnTo>
                  <a:lnTo>
                    <a:pt x="62" y="403"/>
                  </a:lnTo>
                  <a:lnTo>
                    <a:pt x="58" y="403"/>
                  </a:lnTo>
                  <a:lnTo>
                    <a:pt x="56" y="401"/>
                  </a:lnTo>
                  <a:lnTo>
                    <a:pt x="55" y="401"/>
                  </a:lnTo>
                  <a:lnTo>
                    <a:pt x="54" y="401"/>
                  </a:lnTo>
                  <a:lnTo>
                    <a:pt x="49" y="397"/>
                  </a:lnTo>
                  <a:lnTo>
                    <a:pt x="49" y="395"/>
                  </a:lnTo>
                  <a:lnTo>
                    <a:pt x="45" y="395"/>
                  </a:lnTo>
                  <a:lnTo>
                    <a:pt x="45" y="395"/>
                  </a:lnTo>
                  <a:lnTo>
                    <a:pt x="42" y="395"/>
                  </a:lnTo>
                  <a:lnTo>
                    <a:pt x="42" y="395"/>
                  </a:lnTo>
                  <a:lnTo>
                    <a:pt x="45" y="396"/>
                  </a:lnTo>
                  <a:lnTo>
                    <a:pt x="45" y="400"/>
                  </a:lnTo>
                  <a:lnTo>
                    <a:pt x="47" y="401"/>
                  </a:lnTo>
                  <a:lnTo>
                    <a:pt x="49" y="404"/>
                  </a:lnTo>
                  <a:lnTo>
                    <a:pt x="53" y="404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49" y="408"/>
                  </a:lnTo>
                  <a:lnTo>
                    <a:pt x="50" y="408"/>
                  </a:lnTo>
                  <a:lnTo>
                    <a:pt x="54" y="408"/>
                  </a:lnTo>
                  <a:lnTo>
                    <a:pt x="55" y="407"/>
                  </a:lnTo>
                  <a:lnTo>
                    <a:pt x="56" y="408"/>
                  </a:lnTo>
                  <a:lnTo>
                    <a:pt x="55" y="408"/>
                  </a:lnTo>
                  <a:lnTo>
                    <a:pt x="55" y="409"/>
                  </a:lnTo>
                  <a:lnTo>
                    <a:pt x="58" y="409"/>
                  </a:lnTo>
                  <a:lnTo>
                    <a:pt x="56" y="411"/>
                  </a:lnTo>
                  <a:lnTo>
                    <a:pt x="55" y="412"/>
                  </a:lnTo>
                  <a:lnTo>
                    <a:pt x="54" y="413"/>
                  </a:lnTo>
                  <a:lnTo>
                    <a:pt x="56" y="413"/>
                  </a:lnTo>
                  <a:lnTo>
                    <a:pt x="58" y="412"/>
                  </a:lnTo>
                  <a:lnTo>
                    <a:pt x="59" y="412"/>
                  </a:lnTo>
                  <a:lnTo>
                    <a:pt x="60" y="413"/>
                  </a:lnTo>
                  <a:lnTo>
                    <a:pt x="62" y="413"/>
                  </a:lnTo>
                  <a:lnTo>
                    <a:pt x="67" y="415"/>
                  </a:lnTo>
                  <a:lnTo>
                    <a:pt x="70" y="418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0" y="422"/>
                  </a:lnTo>
                  <a:lnTo>
                    <a:pt x="71" y="422"/>
                  </a:lnTo>
                  <a:lnTo>
                    <a:pt x="71" y="425"/>
                  </a:lnTo>
                  <a:lnTo>
                    <a:pt x="71" y="428"/>
                  </a:lnTo>
                  <a:lnTo>
                    <a:pt x="70" y="429"/>
                  </a:lnTo>
                  <a:lnTo>
                    <a:pt x="68" y="430"/>
                  </a:lnTo>
                  <a:lnTo>
                    <a:pt x="71" y="432"/>
                  </a:lnTo>
                  <a:lnTo>
                    <a:pt x="71" y="434"/>
                  </a:lnTo>
                  <a:lnTo>
                    <a:pt x="74" y="437"/>
                  </a:lnTo>
                  <a:lnTo>
                    <a:pt x="74" y="440"/>
                  </a:lnTo>
                  <a:lnTo>
                    <a:pt x="76" y="441"/>
                  </a:lnTo>
                  <a:lnTo>
                    <a:pt x="76" y="443"/>
                  </a:lnTo>
                  <a:lnTo>
                    <a:pt x="76" y="446"/>
                  </a:lnTo>
                  <a:lnTo>
                    <a:pt x="76" y="447"/>
                  </a:lnTo>
                  <a:lnTo>
                    <a:pt x="76" y="449"/>
                  </a:lnTo>
                  <a:lnTo>
                    <a:pt x="78" y="451"/>
                  </a:lnTo>
                  <a:lnTo>
                    <a:pt x="83" y="453"/>
                  </a:lnTo>
                  <a:lnTo>
                    <a:pt x="84" y="451"/>
                  </a:lnTo>
                  <a:lnTo>
                    <a:pt x="85" y="451"/>
                  </a:lnTo>
                  <a:lnTo>
                    <a:pt x="87" y="453"/>
                  </a:lnTo>
                  <a:lnTo>
                    <a:pt x="89" y="454"/>
                  </a:lnTo>
                  <a:lnTo>
                    <a:pt x="89" y="458"/>
                  </a:lnTo>
                  <a:lnTo>
                    <a:pt x="91" y="458"/>
                  </a:lnTo>
                  <a:lnTo>
                    <a:pt x="95" y="458"/>
                  </a:lnTo>
                  <a:lnTo>
                    <a:pt x="96" y="459"/>
                  </a:lnTo>
                  <a:lnTo>
                    <a:pt x="100" y="459"/>
                  </a:lnTo>
                  <a:lnTo>
                    <a:pt x="101" y="462"/>
                  </a:lnTo>
                  <a:lnTo>
                    <a:pt x="103" y="462"/>
                  </a:lnTo>
                  <a:lnTo>
                    <a:pt x="105" y="459"/>
                  </a:lnTo>
                  <a:lnTo>
                    <a:pt x="108" y="459"/>
                  </a:lnTo>
                  <a:lnTo>
                    <a:pt x="109" y="458"/>
                  </a:lnTo>
                  <a:lnTo>
                    <a:pt x="109" y="454"/>
                  </a:lnTo>
                  <a:lnTo>
                    <a:pt x="106" y="453"/>
                  </a:lnTo>
                  <a:lnTo>
                    <a:pt x="108" y="451"/>
                  </a:lnTo>
                  <a:lnTo>
                    <a:pt x="108" y="451"/>
                  </a:lnTo>
                  <a:lnTo>
                    <a:pt x="105" y="450"/>
                  </a:lnTo>
                  <a:lnTo>
                    <a:pt x="105" y="447"/>
                  </a:lnTo>
                  <a:lnTo>
                    <a:pt x="103" y="449"/>
                  </a:lnTo>
                  <a:lnTo>
                    <a:pt x="101" y="449"/>
                  </a:lnTo>
                  <a:lnTo>
                    <a:pt x="100" y="450"/>
                  </a:lnTo>
                  <a:lnTo>
                    <a:pt x="96" y="449"/>
                  </a:lnTo>
                  <a:lnTo>
                    <a:pt x="95" y="446"/>
                  </a:lnTo>
                  <a:lnTo>
                    <a:pt x="91" y="445"/>
                  </a:lnTo>
                  <a:lnTo>
                    <a:pt x="91" y="442"/>
                  </a:lnTo>
                  <a:lnTo>
                    <a:pt x="89" y="438"/>
                  </a:lnTo>
                  <a:lnTo>
                    <a:pt x="91" y="438"/>
                  </a:lnTo>
                  <a:lnTo>
                    <a:pt x="93" y="437"/>
                  </a:lnTo>
                  <a:lnTo>
                    <a:pt x="92" y="436"/>
                  </a:lnTo>
                  <a:lnTo>
                    <a:pt x="92" y="434"/>
                  </a:lnTo>
                  <a:lnTo>
                    <a:pt x="92" y="433"/>
                  </a:lnTo>
                  <a:lnTo>
                    <a:pt x="92" y="432"/>
                  </a:lnTo>
                  <a:lnTo>
                    <a:pt x="95" y="432"/>
                  </a:lnTo>
                  <a:lnTo>
                    <a:pt x="97" y="433"/>
                  </a:lnTo>
                  <a:lnTo>
                    <a:pt x="101" y="434"/>
                  </a:lnTo>
                  <a:lnTo>
                    <a:pt x="103" y="437"/>
                  </a:lnTo>
                  <a:lnTo>
                    <a:pt x="105" y="438"/>
                  </a:lnTo>
                  <a:lnTo>
                    <a:pt x="109" y="438"/>
                  </a:lnTo>
                  <a:lnTo>
                    <a:pt x="109" y="440"/>
                  </a:lnTo>
                  <a:lnTo>
                    <a:pt x="112" y="441"/>
                  </a:lnTo>
                  <a:lnTo>
                    <a:pt x="120" y="443"/>
                  </a:lnTo>
                  <a:lnTo>
                    <a:pt x="122" y="447"/>
                  </a:lnTo>
                  <a:lnTo>
                    <a:pt x="124" y="445"/>
                  </a:lnTo>
                  <a:lnTo>
                    <a:pt x="126" y="443"/>
                  </a:lnTo>
                  <a:lnTo>
                    <a:pt x="126" y="441"/>
                  </a:lnTo>
                  <a:lnTo>
                    <a:pt x="128" y="441"/>
                  </a:lnTo>
                  <a:lnTo>
                    <a:pt x="130" y="438"/>
                  </a:lnTo>
                  <a:lnTo>
                    <a:pt x="126" y="434"/>
                  </a:lnTo>
                  <a:lnTo>
                    <a:pt x="121" y="429"/>
                  </a:lnTo>
                  <a:lnTo>
                    <a:pt x="120" y="425"/>
                  </a:lnTo>
                  <a:lnTo>
                    <a:pt x="121" y="422"/>
                  </a:lnTo>
                  <a:lnTo>
                    <a:pt x="124" y="420"/>
                  </a:lnTo>
                  <a:lnTo>
                    <a:pt x="126" y="417"/>
                  </a:lnTo>
                  <a:lnTo>
                    <a:pt x="128" y="413"/>
                  </a:lnTo>
                  <a:lnTo>
                    <a:pt x="129" y="412"/>
                  </a:lnTo>
                  <a:lnTo>
                    <a:pt x="132" y="412"/>
                  </a:lnTo>
                  <a:lnTo>
                    <a:pt x="135" y="408"/>
                  </a:lnTo>
                  <a:lnTo>
                    <a:pt x="138" y="403"/>
                  </a:lnTo>
                  <a:lnTo>
                    <a:pt x="139" y="401"/>
                  </a:lnTo>
                  <a:lnTo>
                    <a:pt x="143" y="401"/>
                  </a:lnTo>
                  <a:lnTo>
                    <a:pt x="145" y="404"/>
                  </a:lnTo>
                  <a:lnTo>
                    <a:pt x="149" y="403"/>
                  </a:lnTo>
                  <a:lnTo>
                    <a:pt x="153" y="404"/>
                  </a:lnTo>
                  <a:lnTo>
                    <a:pt x="154" y="405"/>
                  </a:lnTo>
                  <a:lnTo>
                    <a:pt x="153" y="408"/>
                  </a:lnTo>
                  <a:lnTo>
                    <a:pt x="157" y="405"/>
                  </a:lnTo>
                  <a:lnTo>
                    <a:pt x="159" y="407"/>
                  </a:lnTo>
                  <a:lnTo>
                    <a:pt x="159" y="411"/>
                  </a:lnTo>
                  <a:lnTo>
                    <a:pt x="162" y="412"/>
                  </a:lnTo>
                  <a:lnTo>
                    <a:pt x="160" y="407"/>
                  </a:lnTo>
                  <a:lnTo>
                    <a:pt x="159" y="404"/>
                  </a:lnTo>
                  <a:lnTo>
                    <a:pt x="160" y="403"/>
                  </a:lnTo>
                  <a:lnTo>
                    <a:pt x="160" y="397"/>
                  </a:lnTo>
                  <a:lnTo>
                    <a:pt x="160" y="396"/>
                  </a:lnTo>
                  <a:lnTo>
                    <a:pt x="160" y="395"/>
                  </a:lnTo>
                  <a:lnTo>
                    <a:pt x="160" y="393"/>
                  </a:lnTo>
                  <a:lnTo>
                    <a:pt x="160" y="392"/>
                  </a:lnTo>
                  <a:lnTo>
                    <a:pt x="160" y="391"/>
                  </a:lnTo>
                  <a:lnTo>
                    <a:pt x="160" y="390"/>
                  </a:lnTo>
                  <a:lnTo>
                    <a:pt x="159" y="388"/>
                  </a:lnTo>
                  <a:lnTo>
                    <a:pt x="157" y="386"/>
                  </a:lnTo>
                  <a:lnTo>
                    <a:pt x="153" y="387"/>
                  </a:lnTo>
                  <a:lnTo>
                    <a:pt x="151" y="383"/>
                  </a:lnTo>
                  <a:lnTo>
                    <a:pt x="153" y="380"/>
                  </a:lnTo>
                  <a:lnTo>
                    <a:pt x="153" y="375"/>
                  </a:lnTo>
                  <a:lnTo>
                    <a:pt x="154" y="374"/>
                  </a:lnTo>
                  <a:lnTo>
                    <a:pt x="153" y="372"/>
                  </a:lnTo>
                  <a:lnTo>
                    <a:pt x="153" y="370"/>
                  </a:lnTo>
                  <a:lnTo>
                    <a:pt x="154" y="370"/>
                  </a:lnTo>
                  <a:lnTo>
                    <a:pt x="153" y="368"/>
                  </a:lnTo>
                  <a:lnTo>
                    <a:pt x="153" y="366"/>
                  </a:lnTo>
                  <a:lnTo>
                    <a:pt x="151" y="361"/>
                  </a:lnTo>
                  <a:lnTo>
                    <a:pt x="147" y="358"/>
                  </a:lnTo>
                  <a:lnTo>
                    <a:pt x="142" y="353"/>
                  </a:lnTo>
                  <a:lnTo>
                    <a:pt x="142" y="351"/>
                  </a:lnTo>
                  <a:lnTo>
                    <a:pt x="145" y="351"/>
                  </a:lnTo>
                  <a:lnTo>
                    <a:pt x="149" y="355"/>
                  </a:lnTo>
                  <a:lnTo>
                    <a:pt x="151" y="355"/>
                  </a:lnTo>
                  <a:lnTo>
                    <a:pt x="154" y="354"/>
                  </a:lnTo>
                  <a:lnTo>
                    <a:pt x="158" y="354"/>
                  </a:lnTo>
                  <a:lnTo>
                    <a:pt x="164" y="354"/>
                  </a:lnTo>
                  <a:lnTo>
                    <a:pt x="167" y="357"/>
                  </a:lnTo>
                  <a:lnTo>
                    <a:pt x="167" y="358"/>
                  </a:lnTo>
                  <a:lnTo>
                    <a:pt x="170" y="361"/>
                  </a:lnTo>
                  <a:lnTo>
                    <a:pt x="172" y="362"/>
                  </a:lnTo>
                  <a:lnTo>
                    <a:pt x="174" y="363"/>
                  </a:lnTo>
                  <a:lnTo>
                    <a:pt x="176" y="367"/>
                  </a:lnTo>
                  <a:lnTo>
                    <a:pt x="176" y="370"/>
                  </a:lnTo>
                  <a:lnTo>
                    <a:pt x="172" y="370"/>
                  </a:lnTo>
                  <a:lnTo>
                    <a:pt x="171" y="371"/>
                  </a:lnTo>
                  <a:lnTo>
                    <a:pt x="167" y="371"/>
                  </a:lnTo>
                  <a:lnTo>
                    <a:pt x="166" y="372"/>
                  </a:lnTo>
                  <a:lnTo>
                    <a:pt x="166" y="374"/>
                  </a:lnTo>
                  <a:lnTo>
                    <a:pt x="166" y="375"/>
                  </a:lnTo>
                  <a:lnTo>
                    <a:pt x="164" y="375"/>
                  </a:lnTo>
                  <a:lnTo>
                    <a:pt x="163" y="376"/>
                  </a:lnTo>
                  <a:lnTo>
                    <a:pt x="163" y="379"/>
                  </a:lnTo>
                  <a:lnTo>
                    <a:pt x="164" y="380"/>
                  </a:lnTo>
                  <a:lnTo>
                    <a:pt x="170" y="384"/>
                  </a:lnTo>
                  <a:lnTo>
                    <a:pt x="175" y="391"/>
                  </a:lnTo>
                  <a:lnTo>
                    <a:pt x="176" y="391"/>
                  </a:lnTo>
                  <a:lnTo>
                    <a:pt x="180" y="388"/>
                  </a:lnTo>
                  <a:lnTo>
                    <a:pt x="182" y="391"/>
                  </a:lnTo>
                  <a:lnTo>
                    <a:pt x="183" y="390"/>
                  </a:lnTo>
                  <a:lnTo>
                    <a:pt x="184" y="390"/>
                  </a:lnTo>
                  <a:lnTo>
                    <a:pt x="186" y="388"/>
                  </a:lnTo>
                  <a:lnTo>
                    <a:pt x="189" y="387"/>
                  </a:lnTo>
                  <a:lnTo>
                    <a:pt x="191" y="384"/>
                  </a:lnTo>
                  <a:lnTo>
                    <a:pt x="189" y="380"/>
                  </a:lnTo>
                  <a:lnTo>
                    <a:pt x="191" y="378"/>
                  </a:lnTo>
                  <a:lnTo>
                    <a:pt x="191" y="375"/>
                  </a:lnTo>
                  <a:lnTo>
                    <a:pt x="189" y="374"/>
                  </a:lnTo>
                  <a:lnTo>
                    <a:pt x="191" y="372"/>
                  </a:lnTo>
                  <a:lnTo>
                    <a:pt x="196" y="371"/>
                  </a:lnTo>
                  <a:lnTo>
                    <a:pt x="197" y="370"/>
                  </a:lnTo>
                  <a:lnTo>
                    <a:pt x="201" y="371"/>
                  </a:lnTo>
                  <a:lnTo>
                    <a:pt x="201" y="370"/>
                  </a:lnTo>
                  <a:lnTo>
                    <a:pt x="197" y="367"/>
                  </a:lnTo>
                  <a:lnTo>
                    <a:pt x="197" y="366"/>
                  </a:lnTo>
                  <a:lnTo>
                    <a:pt x="197" y="366"/>
                  </a:lnTo>
                  <a:lnTo>
                    <a:pt x="200" y="367"/>
                  </a:lnTo>
                  <a:lnTo>
                    <a:pt x="201" y="366"/>
                  </a:lnTo>
                  <a:lnTo>
                    <a:pt x="207" y="361"/>
                  </a:lnTo>
                  <a:lnTo>
                    <a:pt x="208" y="361"/>
                  </a:lnTo>
                  <a:lnTo>
                    <a:pt x="212" y="354"/>
                  </a:lnTo>
                  <a:lnTo>
                    <a:pt x="212" y="353"/>
                  </a:lnTo>
                  <a:lnTo>
                    <a:pt x="213" y="353"/>
                  </a:lnTo>
                  <a:lnTo>
                    <a:pt x="216" y="353"/>
                  </a:lnTo>
                  <a:lnTo>
                    <a:pt x="220" y="351"/>
                  </a:lnTo>
                  <a:lnTo>
                    <a:pt x="220" y="350"/>
                  </a:lnTo>
                  <a:lnTo>
                    <a:pt x="225" y="349"/>
                  </a:lnTo>
                  <a:lnTo>
                    <a:pt x="225" y="350"/>
                  </a:lnTo>
                  <a:lnTo>
                    <a:pt x="226" y="350"/>
                  </a:lnTo>
                  <a:lnTo>
                    <a:pt x="226" y="351"/>
                  </a:lnTo>
                  <a:lnTo>
                    <a:pt x="225" y="353"/>
                  </a:lnTo>
                  <a:lnTo>
                    <a:pt x="226" y="354"/>
                  </a:lnTo>
                  <a:lnTo>
                    <a:pt x="229" y="351"/>
                  </a:lnTo>
                  <a:lnTo>
                    <a:pt x="230" y="350"/>
                  </a:lnTo>
                  <a:lnTo>
                    <a:pt x="229" y="349"/>
                  </a:lnTo>
                  <a:lnTo>
                    <a:pt x="226" y="347"/>
                  </a:lnTo>
                  <a:lnTo>
                    <a:pt x="226" y="346"/>
                  </a:lnTo>
                  <a:lnTo>
                    <a:pt x="230" y="342"/>
                  </a:lnTo>
                  <a:lnTo>
                    <a:pt x="232" y="342"/>
                  </a:lnTo>
                  <a:lnTo>
                    <a:pt x="232" y="343"/>
                  </a:lnTo>
                  <a:lnTo>
                    <a:pt x="232" y="343"/>
                  </a:lnTo>
                  <a:lnTo>
                    <a:pt x="230" y="345"/>
                  </a:lnTo>
                  <a:lnTo>
                    <a:pt x="233" y="347"/>
                  </a:lnTo>
                  <a:lnTo>
                    <a:pt x="234" y="347"/>
                  </a:lnTo>
                  <a:lnTo>
                    <a:pt x="236" y="345"/>
                  </a:lnTo>
                  <a:lnTo>
                    <a:pt x="234" y="343"/>
                  </a:lnTo>
                  <a:lnTo>
                    <a:pt x="234" y="342"/>
                  </a:lnTo>
                  <a:lnTo>
                    <a:pt x="233" y="341"/>
                  </a:lnTo>
                  <a:lnTo>
                    <a:pt x="234" y="340"/>
                  </a:lnTo>
                  <a:lnTo>
                    <a:pt x="241" y="337"/>
                  </a:lnTo>
                  <a:lnTo>
                    <a:pt x="245" y="336"/>
                  </a:lnTo>
                  <a:lnTo>
                    <a:pt x="246" y="337"/>
                  </a:lnTo>
                  <a:lnTo>
                    <a:pt x="243" y="338"/>
                  </a:lnTo>
                  <a:lnTo>
                    <a:pt x="241" y="338"/>
                  </a:lnTo>
                  <a:lnTo>
                    <a:pt x="237" y="340"/>
                  </a:lnTo>
                  <a:lnTo>
                    <a:pt x="238" y="341"/>
                  </a:lnTo>
                  <a:lnTo>
                    <a:pt x="239" y="342"/>
                  </a:lnTo>
                  <a:lnTo>
                    <a:pt x="241" y="341"/>
                  </a:lnTo>
                  <a:lnTo>
                    <a:pt x="243" y="343"/>
                  </a:lnTo>
                  <a:lnTo>
                    <a:pt x="242" y="345"/>
                  </a:lnTo>
                  <a:lnTo>
                    <a:pt x="242" y="345"/>
                  </a:lnTo>
                  <a:lnTo>
                    <a:pt x="243" y="347"/>
                  </a:lnTo>
                  <a:lnTo>
                    <a:pt x="242" y="349"/>
                  </a:lnTo>
                  <a:lnTo>
                    <a:pt x="239" y="350"/>
                  </a:lnTo>
                  <a:lnTo>
                    <a:pt x="237" y="351"/>
                  </a:lnTo>
                  <a:lnTo>
                    <a:pt x="238" y="354"/>
                  </a:lnTo>
                  <a:lnTo>
                    <a:pt x="239" y="354"/>
                  </a:lnTo>
                  <a:lnTo>
                    <a:pt x="241" y="354"/>
                  </a:lnTo>
                  <a:lnTo>
                    <a:pt x="243" y="354"/>
                  </a:lnTo>
                  <a:lnTo>
                    <a:pt x="245" y="353"/>
                  </a:lnTo>
                  <a:lnTo>
                    <a:pt x="247" y="354"/>
                  </a:lnTo>
                  <a:lnTo>
                    <a:pt x="247" y="357"/>
                  </a:lnTo>
                  <a:lnTo>
                    <a:pt x="249" y="354"/>
                  </a:lnTo>
                  <a:lnTo>
                    <a:pt x="250" y="350"/>
                  </a:lnTo>
                  <a:lnTo>
                    <a:pt x="251" y="350"/>
                  </a:lnTo>
                  <a:lnTo>
                    <a:pt x="253" y="351"/>
                  </a:lnTo>
                  <a:lnTo>
                    <a:pt x="255" y="354"/>
                  </a:lnTo>
                  <a:lnTo>
                    <a:pt x="255" y="353"/>
                  </a:lnTo>
                  <a:lnTo>
                    <a:pt x="255" y="351"/>
                  </a:lnTo>
                  <a:lnTo>
                    <a:pt x="255" y="350"/>
                  </a:lnTo>
                  <a:lnTo>
                    <a:pt x="254" y="349"/>
                  </a:lnTo>
                  <a:lnTo>
                    <a:pt x="254" y="347"/>
                  </a:lnTo>
                  <a:lnTo>
                    <a:pt x="255" y="345"/>
                  </a:lnTo>
                  <a:lnTo>
                    <a:pt x="258" y="345"/>
                  </a:lnTo>
                  <a:lnTo>
                    <a:pt x="259" y="343"/>
                  </a:lnTo>
                  <a:lnTo>
                    <a:pt x="262" y="341"/>
                  </a:lnTo>
                  <a:lnTo>
                    <a:pt x="263" y="342"/>
                  </a:lnTo>
                  <a:lnTo>
                    <a:pt x="265" y="342"/>
                  </a:lnTo>
                  <a:lnTo>
                    <a:pt x="266" y="342"/>
                  </a:lnTo>
                  <a:lnTo>
                    <a:pt x="267" y="342"/>
                  </a:lnTo>
                  <a:lnTo>
                    <a:pt x="272" y="342"/>
                  </a:lnTo>
                  <a:lnTo>
                    <a:pt x="275" y="341"/>
                  </a:lnTo>
                  <a:lnTo>
                    <a:pt x="275" y="340"/>
                  </a:lnTo>
                  <a:lnTo>
                    <a:pt x="276" y="338"/>
                  </a:lnTo>
                  <a:lnTo>
                    <a:pt x="279" y="338"/>
                  </a:lnTo>
                  <a:lnTo>
                    <a:pt x="279" y="337"/>
                  </a:lnTo>
                  <a:lnTo>
                    <a:pt x="282" y="336"/>
                  </a:lnTo>
                  <a:lnTo>
                    <a:pt x="283" y="334"/>
                  </a:lnTo>
                  <a:lnTo>
                    <a:pt x="287" y="332"/>
                  </a:lnTo>
                  <a:lnTo>
                    <a:pt x="288" y="332"/>
                  </a:lnTo>
                  <a:lnTo>
                    <a:pt x="290" y="330"/>
                  </a:lnTo>
                  <a:lnTo>
                    <a:pt x="290" y="332"/>
                  </a:lnTo>
                  <a:lnTo>
                    <a:pt x="288" y="333"/>
                  </a:lnTo>
                  <a:lnTo>
                    <a:pt x="290" y="334"/>
                  </a:lnTo>
                  <a:lnTo>
                    <a:pt x="292" y="337"/>
                  </a:lnTo>
                  <a:lnTo>
                    <a:pt x="292" y="338"/>
                  </a:lnTo>
                  <a:lnTo>
                    <a:pt x="291" y="340"/>
                  </a:lnTo>
                  <a:lnTo>
                    <a:pt x="291" y="342"/>
                  </a:lnTo>
                  <a:lnTo>
                    <a:pt x="291" y="343"/>
                  </a:lnTo>
                  <a:lnTo>
                    <a:pt x="292" y="345"/>
                  </a:lnTo>
                  <a:lnTo>
                    <a:pt x="299" y="346"/>
                  </a:lnTo>
                  <a:lnTo>
                    <a:pt x="300" y="345"/>
                  </a:lnTo>
                  <a:lnTo>
                    <a:pt x="300" y="343"/>
                  </a:lnTo>
                  <a:lnTo>
                    <a:pt x="299" y="342"/>
                  </a:lnTo>
                  <a:lnTo>
                    <a:pt x="296" y="340"/>
                  </a:lnTo>
                  <a:lnTo>
                    <a:pt x="296" y="338"/>
                  </a:lnTo>
                  <a:lnTo>
                    <a:pt x="299" y="337"/>
                  </a:lnTo>
                  <a:lnTo>
                    <a:pt x="301" y="338"/>
                  </a:lnTo>
                  <a:lnTo>
                    <a:pt x="304" y="337"/>
                  </a:lnTo>
                  <a:lnTo>
                    <a:pt x="304" y="333"/>
                  </a:lnTo>
                  <a:lnTo>
                    <a:pt x="307" y="332"/>
                  </a:lnTo>
                  <a:lnTo>
                    <a:pt x="308" y="333"/>
                  </a:lnTo>
                  <a:lnTo>
                    <a:pt x="311" y="334"/>
                  </a:lnTo>
                  <a:lnTo>
                    <a:pt x="308" y="330"/>
                  </a:lnTo>
                  <a:lnTo>
                    <a:pt x="304" y="329"/>
                  </a:lnTo>
                  <a:lnTo>
                    <a:pt x="304" y="328"/>
                  </a:lnTo>
                  <a:lnTo>
                    <a:pt x="303" y="324"/>
                  </a:lnTo>
                  <a:lnTo>
                    <a:pt x="301" y="324"/>
                  </a:lnTo>
                  <a:lnTo>
                    <a:pt x="300" y="325"/>
                  </a:lnTo>
                  <a:lnTo>
                    <a:pt x="299" y="324"/>
                  </a:lnTo>
                  <a:lnTo>
                    <a:pt x="299" y="318"/>
                  </a:lnTo>
                  <a:lnTo>
                    <a:pt x="296" y="318"/>
                  </a:lnTo>
                  <a:lnTo>
                    <a:pt x="295" y="316"/>
                  </a:lnTo>
                  <a:lnTo>
                    <a:pt x="295" y="315"/>
                  </a:lnTo>
                  <a:lnTo>
                    <a:pt x="297" y="313"/>
                  </a:lnTo>
                  <a:lnTo>
                    <a:pt x="297" y="312"/>
                  </a:lnTo>
                  <a:lnTo>
                    <a:pt x="296" y="309"/>
                  </a:lnTo>
                  <a:lnTo>
                    <a:pt x="297" y="308"/>
                  </a:lnTo>
                  <a:lnTo>
                    <a:pt x="300" y="308"/>
                  </a:lnTo>
                  <a:lnTo>
                    <a:pt x="300" y="308"/>
                  </a:lnTo>
                  <a:lnTo>
                    <a:pt x="303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16" y="308"/>
                  </a:lnTo>
                  <a:lnTo>
                    <a:pt x="328" y="309"/>
                  </a:lnTo>
                  <a:lnTo>
                    <a:pt x="330" y="311"/>
                  </a:lnTo>
                  <a:lnTo>
                    <a:pt x="338" y="315"/>
                  </a:lnTo>
                  <a:lnTo>
                    <a:pt x="340" y="316"/>
                  </a:lnTo>
                  <a:lnTo>
                    <a:pt x="338" y="317"/>
                  </a:lnTo>
                  <a:lnTo>
                    <a:pt x="340" y="320"/>
                  </a:lnTo>
                  <a:lnTo>
                    <a:pt x="341" y="317"/>
                  </a:lnTo>
                  <a:lnTo>
                    <a:pt x="345" y="316"/>
                  </a:lnTo>
                  <a:lnTo>
                    <a:pt x="347" y="318"/>
                  </a:lnTo>
                  <a:lnTo>
                    <a:pt x="349" y="318"/>
                  </a:lnTo>
                  <a:lnTo>
                    <a:pt x="349" y="320"/>
                  </a:lnTo>
                  <a:lnTo>
                    <a:pt x="353" y="321"/>
                  </a:lnTo>
                  <a:lnTo>
                    <a:pt x="359" y="325"/>
                  </a:lnTo>
                  <a:lnTo>
                    <a:pt x="366" y="325"/>
                  </a:lnTo>
                  <a:lnTo>
                    <a:pt x="369" y="328"/>
                  </a:lnTo>
                  <a:lnTo>
                    <a:pt x="370" y="330"/>
                  </a:lnTo>
                  <a:lnTo>
                    <a:pt x="374" y="332"/>
                  </a:lnTo>
                  <a:lnTo>
                    <a:pt x="376" y="334"/>
                  </a:lnTo>
                  <a:lnTo>
                    <a:pt x="379" y="340"/>
                  </a:lnTo>
                  <a:lnTo>
                    <a:pt x="382" y="340"/>
                  </a:lnTo>
                  <a:lnTo>
                    <a:pt x="382" y="338"/>
                  </a:lnTo>
                  <a:lnTo>
                    <a:pt x="382" y="334"/>
                  </a:lnTo>
                  <a:lnTo>
                    <a:pt x="383" y="334"/>
                  </a:lnTo>
                  <a:lnTo>
                    <a:pt x="383" y="333"/>
                  </a:lnTo>
                  <a:lnTo>
                    <a:pt x="382" y="330"/>
                  </a:lnTo>
                  <a:lnTo>
                    <a:pt x="383" y="329"/>
                  </a:lnTo>
                  <a:lnTo>
                    <a:pt x="383" y="322"/>
                  </a:lnTo>
                  <a:lnTo>
                    <a:pt x="384" y="321"/>
                  </a:lnTo>
                  <a:lnTo>
                    <a:pt x="383" y="321"/>
                  </a:lnTo>
                  <a:lnTo>
                    <a:pt x="382" y="320"/>
                  </a:lnTo>
                  <a:lnTo>
                    <a:pt x="380" y="320"/>
                  </a:lnTo>
                  <a:lnTo>
                    <a:pt x="378" y="321"/>
                  </a:lnTo>
                  <a:lnTo>
                    <a:pt x="376" y="321"/>
                  </a:lnTo>
                  <a:lnTo>
                    <a:pt x="371" y="315"/>
                  </a:lnTo>
                  <a:lnTo>
                    <a:pt x="370" y="315"/>
                  </a:lnTo>
                  <a:lnTo>
                    <a:pt x="367" y="313"/>
                  </a:lnTo>
                  <a:lnTo>
                    <a:pt x="367" y="308"/>
                  </a:lnTo>
                  <a:lnTo>
                    <a:pt x="367" y="307"/>
                  </a:lnTo>
                  <a:lnTo>
                    <a:pt x="365" y="311"/>
                  </a:lnTo>
                  <a:lnTo>
                    <a:pt x="362" y="309"/>
                  </a:lnTo>
                  <a:lnTo>
                    <a:pt x="359" y="308"/>
                  </a:lnTo>
                  <a:lnTo>
                    <a:pt x="357" y="307"/>
                  </a:lnTo>
                  <a:lnTo>
                    <a:pt x="355" y="309"/>
                  </a:lnTo>
                  <a:lnTo>
                    <a:pt x="355" y="305"/>
                  </a:lnTo>
                  <a:lnTo>
                    <a:pt x="353" y="304"/>
                  </a:lnTo>
                  <a:lnTo>
                    <a:pt x="351" y="299"/>
                  </a:lnTo>
                  <a:lnTo>
                    <a:pt x="351" y="296"/>
                  </a:lnTo>
                  <a:lnTo>
                    <a:pt x="353" y="297"/>
                  </a:lnTo>
                  <a:lnTo>
                    <a:pt x="354" y="296"/>
                  </a:lnTo>
                  <a:lnTo>
                    <a:pt x="354" y="293"/>
                  </a:lnTo>
                  <a:lnTo>
                    <a:pt x="351" y="291"/>
                  </a:lnTo>
                  <a:lnTo>
                    <a:pt x="351" y="288"/>
                  </a:lnTo>
                  <a:lnTo>
                    <a:pt x="353" y="286"/>
                  </a:lnTo>
                  <a:lnTo>
                    <a:pt x="354" y="286"/>
                  </a:lnTo>
                  <a:lnTo>
                    <a:pt x="353" y="284"/>
                  </a:lnTo>
                  <a:lnTo>
                    <a:pt x="349" y="284"/>
                  </a:lnTo>
                  <a:lnTo>
                    <a:pt x="347" y="279"/>
                  </a:lnTo>
                  <a:lnTo>
                    <a:pt x="346" y="278"/>
                  </a:lnTo>
                  <a:lnTo>
                    <a:pt x="345" y="279"/>
                  </a:lnTo>
                  <a:lnTo>
                    <a:pt x="342" y="276"/>
                  </a:lnTo>
                  <a:lnTo>
                    <a:pt x="342" y="272"/>
                  </a:lnTo>
                  <a:lnTo>
                    <a:pt x="344" y="270"/>
                  </a:lnTo>
                  <a:lnTo>
                    <a:pt x="342" y="268"/>
                  </a:lnTo>
                  <a:lnTo>
                    <a:pt x="341" y="266"/>
                  </a:lnTo>
                  <a:lnTo>
                    <a:pt x="344" y="265"/>
                  </a:lnTo>
                  <a:lnTo>
                    <a:pt x="347" y="258"/>
                  </a:lnTo>
                  <a:lnTo>
                    <a:pt x="350" y="257"/>
                  </a:lnTo>
                  <a:lnTo>
                    <a:pt x="350" y="255"/>
                  </a:lnTo>
                  <a:lnTo>
                    <a:pt x="349" y="253"/>
                  </a:lnTo>
                  <a:lnTo>
                    <a:pt x="349" y="250"/>
                  </a:lnTo>
                  <a:lnTo>
                    <a:pt x="351" y="247"/>
                  </a:lnTo>
                  <a:lnTo>
                    <a:pt x="349" y="245"/>
                  </a:lnTo>
                  <a:lnTo>
                    <a:pt x="349" y="241"/>
                  </a:lnTo>
                  <a:lnTo>
                    <a:pt x="350" y="240"/>
                  </a:lnTo>
                  <a:lnTo>
                    <a:pt x="349" y="237"/>
                  </a:lnTo>
                  <a:lnTo>
                    <a:pt x="349" y="234"/>
                  </a:lnTo>
                  <a:lnTo>
                    <a:pt x="347" y="233"/>
                  </a:lnTo>
                  <a:lnTo>
                    <a:pt x="349" y="229"/>
                  </a:lnTo>
                  <a:lnTo>
                    <a:pt x="349" y="228"/>
                  </a:lnTo>
                  <a:lnTo>
                    <a:pt x="347" y="225"/>
                  </a:lnTo>
                  <a:lnTo>
                    <a:pt x="347" y="221"/>
                  </a:lnTo>
                  <a:lnTo>
                    <a:pt x="347" y="216"/>
                  </a:lnTo>
                  <a:lnTo>
                    <a:pt x="350" y="216"/>
                  </a:lnTo>
                  <a:lnTo>
                    <a:pt x="351" y="216"/>
                  </a:lnTo>
                  <a:lnTo>
                    <a:pt x="351" y="217"/>
                  </a:lnTo>
                  <a:lnTo>
                    <a:pt x="351" y="218"/>
                  </a:lnTo>
                  <a:lnTo>
                    <a:pt x="354" y="217"/>
                  </a:lnTo>
                  <a:lnTo>
                    <a:pt x="358" y="217"/>
                  </a:lnTo>
                  <a:lnTo>
                    <a:pt x="361" y="216"/>
                  </a:lnTo>
                  <a:lnTo>
                    <a:pt x="362" y="216"/>
                  </a:lnTo>
                  <a:lnTo>
                    <a:pt x="365" y="217"/>
                  </a:lnTo>
                  <a:lnTo>
                    <a:pt x="366" y="216"/>
                  </a:lnTo>
                  <a:lnTo>
                    <a:pt x="369" y="216"/>
                  </a:lnTo>
                  <a:lnTo>
                    <a:pt x="376" y="218"/>
                  </a:lnTo>
                  <a:lnTo>
                    <a:pt x="379" y="218"/>
                  </a:lnTo>
                  <a:lnTo>
                    <a:pt x="382" y="220"/>
                  </a:lnTo>
                  <a:lnTo>
                    <a:pt x="383" y="221"/>
                  </a:lnTo>
                  <a:lnTo>
                    <a:pt x="380" y="222"/>
                  </a:lnTo>
                  <a:lnTo>
                    <a:pt x="382" y="225"/>
                  </a:lnTo>
                  <a:lnTo>
                    <a:pt x="382" y="228"/>
                  </a:lnTo>
                  <a:lnTo>
                    <a:pt x="383" y="229"/>
                  </a:lnTo>
                  <a:lnTo>
                    <a:pt x="383" y="233"/>
                  </a:lnTo>
                  <a:lnTo>
                    <a:pt x="384" y="237"/>
                  </a:lnTo>
                  <a:lnTo>
                    <a:pt x="384" y="243"/>
                  </a:lnTo>
                  <a:lnTo>
                    <a:pt x="386" y="245"/>
                  </a:lnTo>
                  <a:lnTo>
                    <a:pt x="384" y="247"/>
                  </a:lnTo>
                  <a:lnTo>
                    <a:pt x="386" y="249"/>
                  </a:lnTo>
                  <a:lnTo>
                    <a:pt x="386" y="251"/>
                  </a:lnTo>
                  <a:lnTo>
                    <a:pt x="383" y="251"/>
                  </a:lnTo>
                  <a:lnTo>
                    <a:pt x="384" y="254"/>
                  </a:lnTo>
                  <a:lnTo>
                    <a:pt x="387" y="257"/>
                  </a:lnTo>
                  <a:lnTo>
                    <a:pt x="388" y="261"/>
                  </a:lnTo>
                  <a:lnTo>
                    <a:pt x="391" y="261"/>
                  </a:lnTo>
                  <a:lnTo>
                    <a:pt x="391" y="262"/>
                  </a:lnTo>
                  <a:lnTo>
                    <a:pt x="394" y="261"/>
                  </a:lnTo>
                  <a:lnTo>
                    <a:pt x="395" y="262"/>
                  </a:lnTo>
                  <a:lnTo>
                    <a:pt x="395" y="266"/>
                  </a:lnTo>
                  <a:lnTo>
                    <a:pt x="399" y="268"/>
                  </a:lnTo>
                  <a:lnTo>
                    <a:pt x="400" y="271"/>
                  </a:lnTo>
                  <a:lnTo>
                    <a:pt x="400" y="278"/>
                  </a:lnTo>
                  <a:lnTo>
                    <a:pt x="403" y="280"/>
                  </a:lnTo>
                  <a:lnTo>
                    <a:pt x="403" y="282"/>
                  </a:lnTo>
                  <a:lnTo>
                    <a:pt x="401" y="283"/>
                  </a:lnTo>
                  <a:lnTo>
                    <a:pt x="404" y="286"/>
                  </a:lnTo>
                  <a:lnTo>
                    <a:pt x="404" y="290"/>
                  </a:lnTo>
                  <a:lnTo>
                    <a:pt x="408" y="295"/>
                  </a:lnTo>
                  <a:lnTo>
                    <a:pt x="407" y="297"/>
                  </a:lnTo>
                  <a:lnTo>
                    <a:pt x="408" y="300"/>
                  </a:lnTo>
                  <a:lnTo>
                    <a:pt x="411" y="303"/>
                  </a:lnTo>
                  <a:lnTo>
                    <a:pt x="409" y="304"/>
                  </a:lnTo>
                  <a:lnTo>
                    <a:pt x="411" y="305"/>
                  </a:lnTo>
                  <a:lnTo>
                    <a:pt x="412" y="311"/>
                  </a:lnTo>
                  <a:lnTo>
                    <a:pt x="417" y="317"/>
                  </a:lnTo>
                  <a:lnTo>
                    <a:pt x="421" y="318"/>
                  </a:lnTo>
                  <a:lnTo>
                    <a:pt x="423" y="320"/>
                  </a:lnTo>
                  <a:lnTo>
                    <a:pt x="424" y="320"/>
                  </a:lnTo>
                  <a:lnTo>
                    <a:pt x="428" y="324"/>
                  </a:lnTo>
                  <a:lnTo>
                    <a:pt x="428" y="325"/>
                  </a:lnTo>
                  <a:lnTo>
                    <a:pt x="426" y="325"/>
                  </a:lnTo>
                  <a:lnTo>
                    <a:pt x="426" y="328"/>
                  </a:lnTo>
                  <a:lnTo>
                    <a:pt x="425" y="330"/>
                  </a:lnTo>
                  <a:lnTo>
                    <a:pt x="428" y="336"/>
                  </a:lnTo>
                  <a:lnTo>
                    <a:pt x="430" y="338"/>
                  </a:lnTo>
                  <a:lnTo>
                    <a:pt x="430" y="342"/>
                  </a:lnTo>
                  <a:lnTo>
                    <a:pt x="428" y="343"/>
                  </a:lnTo>
                  <a:lnTo>
                    <a:pt x="428" y="345"/>
                  </a:lnTo>
                  <a:lnTo>
                    <a:pt x="426" y="346"/>
                  </a:lnTo>
                  <a:lnTo>
                    <a:pt x="428" y="349"/>
                  </a:lnTo>
                  <a:lnTo>
                    <a:pt x="428" y="353"/>
                  </a:lnTo>
                  <a:lnTo>
                    <a:pt x="425" y="354"/>
                  </a:lnTo>
                  <a:lnTo>
                    <a:pt x="425" y="355"/>
                  </a:lnTo>
                  <a:lnTo>
                    <a:pt x="428" y="355"/>
                  </a:lnTo>
                  <a:lnTo>
                    <a:pt x="428" y="357"/>
                  </a:lnTo>
                  <a:lnTo>
                    <a:pt x="425" y="358"/>
                  </a:lnTo>
                  <a:lnTo>
                    <a:pt x="425" y="363"/>
                  </a:lnTo>
                  <a:lnTo>
                    <a:pt x="424" y="365"/>
                  </a:lnTo>
                  <a:lnTo>
                    <a:pt x="421" y="363"/>
                  </a:lnTo>
                  <a:lnTo>
                    <a:pt x="421" y="365"/>
                  </a:lnTo>
                  <a:lnTo>
                    <a:pt x="423" y="367"/>
                  </a:lnTo>
                  <a:lnTo>
                    <a:pt x="424" y="370"/>
                  </a:lnTo>
                  <a:lnTo>
                    <a:pt x="421" y="370"/>
                  </a:lnTo>
                  <a:lnTo>
                    <a:pt x="419" y="372"/>
                  </a:lnTo>
                  <a:lnTo>
                    <a:pt x="415" y="372"/>
                  </a:lnTo>
                  <a:lnTo>
                    <a:pt x="412" y="371"/>
                  </a:lnTo>
                  <a:lnTo>
                    <a:pt x="416" y="368"/>
                  </a:lnTo>
                  <a:lnTo>
                    <a:pt x="416" y="367"/>
                  </a:lnTo>
                  <a:lnTo>
                    <a:pt x="413" y="367"/>
                  </a:lnTo>
                  <a:lnTo>
                    <a:pt x="413" y="368"/>
                  </a:lnTo>
                  <a:lnTo>
                    <a:pt x="411" y="368"/>
                  </a:lnTo>
                  <a:lnTo>
                    <a:pt x="405" y="366"/>
                  </a:lnTo>
                  <a:lnTo>
                    <a:pt x="405" y="367"/>
                  </a:lnTo>
                  <a:lnTo>
                    <a:pt x="397" y="368"/>
                  </a:lnTo>
                  <a:lnTo>
                    <a:pt x="395" y="368"/>
                  </a:lnTo>
                  <a:lnTo>
                    <a:pt x="392" y="371"/>
                  </a:lnTo>
                  <a:lnTo>
                    <a:pt x="395" y="372"/>
                  </a:lnTo>
                  <a:lnTo>
                    <a:pt x="395" y="372"/>
                  </a:lnTo>
                  <a:lnTo>
                    <a:pt x="396" y="371"/>
                  </a:lnTo>
                  <a:lnTo>
                    <a:pt x="400" y="370"/>
                  </a:lnTo>
                  <a:lnTo>
                    <a:pt x="401" y="372"/>
                  </a:lnTo>
                  <a:lnTo>
                    <a:pt x="404" y="375"/>
                  </a:lnTo>
                  <a:lnTo>
                    <a:pt x="413" y="376"/>
                  </a:lnTo>
                  <a:lnTo>
                    <a:pt x="417" y="378"/>
                  </a:lnTo>
                  <a:lnTo>
                    <a:pt x="421" y="376"/>
                  </a:lnTo>
                  <a:lnTo>
                    <a:pt x="425" y="376"/>
                  </a:lnTo>
                  <a:lnTo>
                    <a:pt x="426" y="378"/>
                  </a:lnTo>
                  <a:lnTo>
                    <a:pt x="430" y="379"/>
                  </a:lnTo>
                  <a:lnTo>
                    <a:pt x="434" y="378"/>
                  </a:lnTo>
                  <a:lnTo>
                    <a:pt x="434" y="375"/>
                  </a:lnTo>
                  <a:lnTo>
                    <a:pt x="433" y="372"/>
                  </a:lnTo>
                  <a:lnTo>
                    <a:pt x="433" y="370"/>
                  </a:lnTo>
                  <a:lnTo>
                    <a:pt x="434" y="368"/>
                  </a:lnTo>
                  <a:lnTo>
                    <a:pt x="437" y="367"/>
                  </a:lnTo>
                  <a:lnTo>
                    <a:pt x="437" y="366"/>
                  </a:lnTo>
                  <a:lnTo>
                    <a:pt x="440" y="362"/>
                  </a:lnTo>
                  <a:lnTo>
                    <a:pt x="441" y="359"/>
                  </a:lnTo>
                  <a:lnTo>
                    <a:pt x="442" y="354"/>
                  </a:lnTo>
                  <a:lnTo>
                    <a:pt x="441" y="351"/>
                  </a:lnTo>
                  <a:lnTo>
                    <a:pt x="441" y="347"/>
                  </a:lnTo>
                  <a:lnTo>
                    <a:pt x="445" y="341"/>
                  </a:lnTo>
                  <a:lnTo>
                    <a:pt x="445" y="338"/>
                  </a:lnTo>
                  <a:lnTo>
                    <a:pt x="441" y="329"/>
                  </a:lnTo>
                  <a:lnTo>
                    <a:pt x="437" y="326"/>
                  </a:lnTo>
                  <a:lnTo>
                    <a:pt x="436" y="325"/>
                  </a:lnTo>
                  <a:lnTo>
                    <a:pt x="434" y="318"/>
                  </a:lnTo>
                  <a:lnTo>
                    <a:pt x="438" y="315"/>
                  </a:lnTo>
                  <a:lnTo>
                    <a:pt x="441" y="312"/>
                  </a:lnTo>
                  <a:lnTo>
                    <a:pt x="444" y="312"/>
                  </a:lnTo>
                  <a:lnTo>
                    <a:pt x="449" y="307"/>
                  </a:lnTo>
                  <a:lnTo>
                    <a:pt x="451" y="307"/>
                  </a:lnTo>
                  <a:lnTo>
                    <a:pt x="455" y="311"/>
                  </a:lnTo>
                  <a:lnTo>
                    <a:pt x="455" y="313"/>
                  </a:lnTo>
                  <a:lnTo>
                    <a:pt x="459" y="316"/>
                  </a:lnTo>
                  <a:lnTo>
                    <a:pt x="461" y="317"/>
                  </a:lnTo>
                  <a:lnTo>
                    <a:pt x="461" y="317"/>
                  </a:lnTo>
                  <a:lnTo>
                    <a:pt x="465" y="321"/>
                  </a:lnTo>
                  <a:lnTo>
                    <a:pt x="463" y="324"/>
                  </a:lnTo>
                  <a:lnTo>
                    <a:pt x="466" y="325"/>
                  </a:lnTo>
                  <a:lnTo>
                    <a:pt x="466" y="328"/>
                  </a:lnTo>
                  <a:lnTo>
                    <a:pt x="469" y="330"/>
                  </a:lnTo>
                  <a:lnTo>
                    <a:pt x="469" y="334"/>
                  </a:lnTo>
                  <a:lnTo>
                    <a:pt x="469" y="334"/>
                  </a:lnTo>
                  <a:lnTo>
                    <a:pt x="470" y="337"/>
                  </a:lnTo>
                  <a:lnTo>
                    <a:pt x="473" y="338"/>
                  </a:lnTo>
                  <a:lnTo>
                    <a:pt x="475" y="340"/>
                  </a:lnTo>
                  <a:lnTo>
                    <a:pt x="479" y="340"/>
                  </a:lnTo>
                  <a:lnTo>
                    <a:pt x="480" y="338"/>
                  </a:lnTo>
                  <a:lnTo>
                    <a:pt x="484" y="338"/>
                  </a:lnTo>
                  <a:lnTo>
                    <a:pt x="486" y="337"/>
                  </a:lnTo>
                  <a:lnTo>
                    <a:pt x="487" y="336"/>
                  </a:lnTo>
                  <a:lnTo>
                    <a:pt x="486" y="336"/>
                  </a:lnTo>
                  <a:lnTo>
                    <a:pt x="483" y="336"/>
                  </a:lnTo>
                  <a:lnTo>
                    <a:pt x="482" y="334"/>
                  </a:lnTo>
                  <a:lnTo>
                    <a:pt x="480" y="337"/>
                  </a:lnTo>
                  <a:lnTo>
                    <a:pt x="477" y="337"/>
                  </a:lnTo>
                  <a:lnTo>
                    <a:pt x="475" y="336"/>
                  </a:lnTo>
                  <a:lnTo>
                    <a:pt x="473" y="336"/>
                  </a:lnTo>
                  <a:lnTo>
                    <a:pt x="471" y="333"/>
                  </a:lnTo>
                  <a:lnTo>
                    <a:pt x="473" y="332"/>
                  </a:lnTo>
                  <a:lnTo>
                    <a:pt x="470" y="330"/>
                  </a:lnTo>
                  <a:lnTo>
                    <a:pt x="469" y="326"/>
                  </a:lnTo>
                  <a:lnTo>
                    <a:pt x="469" y="322"/>
                  </a:lnTo>
                  <a:lnTo>
                    <a:pt x="471" y="322"/>
                  </a:lnTo>
                  <a:lnTo>
                    <a:pt x="474" y="321"/>
                  </a:lnTo>
                  <a:lnTo>
                    <a:pt x="471" y="320"/>
                  </a:lnTo>
                  <a:lnTo>
                    <a:pt x="471" y="317"/>
                  </a:lnTo>
                  <a:lnTo>
                    <a:pt x="470" y="317"/>
                  </a:lnTo>
                  <a:lnTo>
                    <a:pt x="470" y="315"/>
                  </a:lnTo>
                  <a:lnTo>
                    <a:pt x="466" y="313"/>
                  </a:lnTo>
                  <a:lnTo>
                    <a:pt x="466" y="311"/>
                  </a:lnTo>
                  <a:lnTo>
                    <a:pt x="463" y="308"/>
                  </a:lnTo>
                  <a:lnTo>
                    <a:pt x="459" y="308"/>
                  </a:lnTo>
                  <a:lnTo>
                    <a:pt x="453" y="305"/>
                  </a:lnTo>
                  <a:lnTo>
                    <a:pt x="451" y="303"/>
                  </a:lnTo>
                  <a:lnTo>
                    <a:pt x="449" y="304"/>
                  </a:lnTo>
                  <a:lnTo>
                    <a:pt x="445" y="301"/>
                  </a:lnTo>
                  <a:lnTo>
                    <a:pt x="444" y="301"/>
                  </a:lnTo>
                  <a:lnTo>
                    <a:pt x="440" y="301"/>
                  </a:lnTo>
                  <a:lnTo>
                    <a:pt x="437" y="304"/>
                  </a:lnTo>
                  <a:lnTo>
                    <a:pt x="437" y="307"/>
                  </a:lnTo>
                  <a:lnTo>
                    <a:pt x="434" y="308"/>
                  </a:lnTo>
                  <a:lnTo>
                    <a:pt x="430" y="307"/>
                  </a:lnTo>
                  <a:lnTo>
                    <a:pt x="428" y="309"/>
                  </a:lnTo>
                  <a:lnTo>
                    <a:pt x="424" y="308"/>
                  </a:lnTo>
                  <a:lnTo>
                    <a:pt x="423" y="307"/>
                  </a:lnTo>
                  <a:lnTo>
                    <a:pt x="423" y="304"/>
                  </a:lnTo>
                  <a:lnTo>
                    <a:pt x="423" y="301"/>
                  </a:lnTo>
                  <a:lnTo>
                    <a:pt x="419" y="296"/>
                  </a:lnTo>
                  <a:lnTo>
                    <a:pt x="417" y="293"/>
                  </a:lnTo>
                  <a:lnTo>
                    <a:pt x="417" y="288"/>
                  </a:lnTo>
                  <a:lnTo>
                    <a:pt x="415" y="284"/>
                  </a:lnTo>
                  <a:lnTo>
                    <a:pt x="415" y="282"/>
                  </a:lnTo>
                  <a:lnTo>
                    <a:pt x="416" y="274"/>
                  </a:lnTo>
                  <a:lnTo>
                    <a:pt x="413" y="268"/>
                  </a:lnTo>
                  <a:lnTo>
                    <a:pt x="411" y="266"/>
                  </a:lnTo>
                  <a:lnTo>
                    <a:pt x="408" y="266"/>
                  </a:lnTo>
                  <a:lnTo>
                    <a:pt x="407" y="263"/>
                  </a:lnTo>
                  <a:lnTo>
                    <a:pt x="401" y="258"/>
                  </a:lnTo>
                  <a:lnTo>
                    <a:pt x="397" y="255"/>
                  </a:lnTo>
                  <a:lnTo>
                    <a:pt x="396" y="253"/>
                  </a:lnTo>
                  <a:lnTo>
                    <a:pt x="399" y="247"/>
                  </a:lnTo>
                  <a:lnTo>
                    <a:pt x="397" y="245"/>
                  </a:lnTo>
                  <a:lnTo>
                    <a:pt x="396" y="242"/>
                  </a:lnTo>
                  <a:lnTo>
                    <a:pt x="396" y="241"/>
                  </a:lnTo>
                  <a:lnTo>
                    <a:pt x="399" y="238"/>
                  </a:lnTo>
                  <a:lnTo>
                    <a:pt x="403" y="234"/>
                  </a:lnTo>
                  <a:lnTo>
                    <a:pt x="404" y="229"/>
                  </a:lnTo>
                  <a:lnTo>
                    <a:pt x="401" y="222"/>
                  </a:lnTo>
                  <a:lnTo>
                    <a:pt x="397" y="213"/>
                  </a:lnTo>
                  <a:lnTo>
                    <a:pt x="399" y="212"/>
                  </a:lnTo>
                  <a:lnTo>
                    <a:pt x="401" y="215"/>
                  </a:lnTo>
                  <a:lnTo>
                    <a:pt x="403" y="217"/>
                  </a:lnTo>
                  <a:lnTo>
                    <a:pt x="404" y="218"/>
                  </a:lnTo>
                  <a:lnTo>
                    <a:pt x="405" y="220"/>
                  </a:lnTo>
                  <a:lnTo>
                    <a:pt x="405" y="224"/>
                  </a:lnTo>
                  <a:lnTo>
                    <a:pt x="408" y="225"/>
                  </a:lnTo>
                  <a:lnTo>
                    <a:pt x="408" y="230"/>
                  </a:lnTo>
                  <a:lnTo>
                    <a:pt x="409" y="234"/>
                  </a:lnTo>
                  <a:lnTo>
                    <a:pt x="408" y="237"/>
                  </a:lnTo>
                  <a:lnTo>
                    <a:pt x="409" y="240"/>
                  </a:lnTo>
                  <a:lnTo>
                    <a:pt x="413" y="242"/>
                  </a:lnTo>
                  <a:lnTo>
                    <a:pt x="413" y="245"/>
                  </a:lnTo>
                  <a:lnTo>
                    <a:pt x="416" y="246"/>
                  </a:lnTo>
                  <a:lnTo>
                    <a:pt x="416" y="249"/>
                  </a:lnTo>
                  <a:lnTo>
                    <a:pt x="413" y="250"/>
                  </a:lnTo>
                  <a:lnTo>
                    <a:pt x="415" y="251"/>
                  </a:lnTo>
                  <a:lnTo>
                    <a:pt x="417" y="251"/>
                  </a:lnTo>
                  <a:lnTo>
                    <a:pt x="421" y="253"/>
                  </a:lnTo>
                  <a:lnTo>
                    <a:pt x="425" y="253"/>
                  </a:lnTo>
                  <a:lnTo>
                    <a:pt x="428" y="251"/>
                  </a:lnTo>
                  <a:lnTo>
                    <a:pt x="429" y="254"/>
                  </a:lnTo>
                  <a:lnTo>
                    <a:pt x="430" y="255"/>
                  </a:lnTo>
                  <a:lnTo>
                    <a:pt x="432" y="253"/>
                  </a:lnTo>
                  <a:lnTo>
                    <a:pt x="436" y="253"/>
                  </a:lnTo>
                  <a:lnTo>
                    <a:pt x="437" y="251"/>
                  </a:lnTo>
                  <a:lnTo>
                    <a:pt x="440" y="251"/>
                  </a:lnTo>
                  <a:lnTo>
                    <a:pt x="442" y="255"/>
                  </a:lnTo>
                  <a:lnTo>
                    <a:pt x="445" y="255"/>
                  </a:lnTo>
                  <a:lnTo>
                    <a:pt x="448" y="258"/>
                  </a:lnTo>
                  <a:lnTo>
                    <a:pt x="453" y="257"/>
                  </a:lnTo>
                  <a:lnTo>
                    <a:pt x="454" y="254"/>
                  </a:lnTo>
                  <a:lnTo>
                    <a:pt x="453" y="255"/>
                  </a:lnTo>
                  <a:lnTo>
                    <a:pt x="448" y="255"/>
                  </a:lnTo>
                  <a:lnTo>
                    <a:pt x="448" y="253"/>
                  </a:lnTo>
                  <a:lnTo>
                    <a:pt x="445" y="253"/>
                  </a:lnTo>
                  <a:lnTo>
                    <a:pt x="444" y="249"/>
                  </a:lnTo>
                  <a:lnTo>
                    <a:pt x="440" y="249"/>
                  </a:lnTo>
                  <a:lnTo>
                    <a:pt x="440" y="247"/>
                  </a:lnTo>
                  <a:lnTo>
                    <a:pt x="438" y="247"/>
                  </a:lnTo>
                  <a:lnTo>
                    <a:pt x="437" y="249"/>
                  </a:lnTo>
                  <a:lnTo>
                    <a:pt x="432" y="249"/>
                  </a:lnTo>
                  <a:lnTo>
                    <a:pt x="429" y="246"/>
                  </a:lnTo>
                  <a:lnTo>
                    <a:pt x="425" y="246"/>
                  </a:lnTo>
                  <a:lnTo>
                    <a:pt x="421" y="242"/>
                  </a:lnTo>
                  <a:lnTo>
                    <a:pt x="420" y="240"/>
                  </a:lnTo>
                  <a:lnTo>
                    <a:pt x="419" y="240"/>
                  </a:lnTo>
                  <a:lnTo>
                    <a:pt x="415" y="234"/>
                  </a:lnTo>
                  <a:lnTo>
                    <a:pt x="417" y="233"/>
                  </a:lnTo>
                  <a:lnTo>
                    <a:pt x="419" y="232"/>
                  </a:lnTo>
                  <a:lnTo>
                    <a:pt x="421" y="230"/>
                  </a:lnTo>
                  <a:lnTo>
                    <a:pt x="423" y="230"/>
                  </a:lnTo>
                  <a:lnTo>
                    <a:pt x="426" y="233"/>
                  </a:lnTo>
                  <a:lnTo>
                    <a:pt x="432" y="236"/>
                  </a:lnTo>
                  <a:lnTo>
                    <a:pt x="434" y="236"/>
                  </a:lnTo>
                  <a:lnTo>
                    <a:pt x="437" y="230"/>
                  </a:lnTo>
                  <a:lnTo>
                    <a:pt x="436" y="226"/>
                  </a:lnTo>
                  <a:lnTo>
                    <a:pt x="430" y="225"/>
                  </a:lnTo>
                  <a:lnTo>
                    <a:pt x="426" y="228"/>
                  </a:lnTo>
                  <a:lnTo>
                    <a:pt x="425" y="225"/>
                  </a:lnTo>
                  <a:lnTo>
                    <a:pt x="426" y="224"/>
                  </a:lnTo>
                  <a:lnTo>
                    <a:pt x="428" y="225"/>
                  </a:lnTo>
                  <a:lnTo>
                    <a:pt x="429" y="224"/>
                  </a:lnTo>
                  <a:lnTo>
                    <a:pt x="429" y="221"/>
                  </a:lnTo>
                  <a:lnTo>
                    <a:pt x="432" y="217"/>
                  </a:lnTo>
                  <a:lnTo>
                    <a:pt x="434" y="216"/>
                  </a:lnTo>
                  <a:lnTo>
                    <a:pt x="437" y="216"/>
                  </a:lnTo>
                  <a:lnTo>
                    <a:pt x="445" y="216"/>
                  </a:lnTo>
                  <a:lnTo>
                    <a:pt x="448" y="220"/>
                  </a:lnTo>
                  <a:lnTo>
                    <a:pt x="451" y="221"/>
                  </a:lnTo>
                  <a:lnTo>
                    <a:pt x="458" y="222"/>
                  </a:lnTo>
                  <a:lnTo>
                    <a:pt x="458" y="225"/>
                  </a:lnTo>
                  <a:lnTo>
                    <a:pt x="461" y="226"/>
                  </a:lnTo>
                  <a:lnTo>
                    <a:pt x="466" y="230"/>
                  </a:lnTo>
                  <a:lnTo>
                    <a:pt x="470" y="232"/>
                  </a:lnTo>
                  <a:lnTo>
                    <a:pt x="475" y="230"/>
                  </a:lnTo>
                  <a:lnTo>
                    <a:pt x="480" y="228"/>
                  </a:lnTo>
                  <a:lnTo>
                    <a:pt x="483" y="229"/>
                  </a:lnTo>
                  <a:lnTo>
                    <a:pt x="483" y="229"/>
                  </a:lnTo>
                  <a:lnTo>
                    <a:pt x="486" y="229"/>
                  </a:lnTo>
                  <a:lnTo>
                    <a:pt x="486" y="233"/>
                  </a:lnTo>
                  <a:lnTo>
                    <a:pt x="486" y="236"/>
                  </a:lnTo>
                  <a:lnTo>
                    <a:pt x="486" y="237"/>
                  </a:lnTo>
                  <a:lnTo>
                    <a:pt x="483" y="240"/>
                  </a:lnTo>
                  <a:lnTo>
                    <a:pt x="482" y="242"/>
                  </a:lnTo>
                  <a:lnTo>
                    <a:pt x="484" y="245"/>
                  </a:lnTo>
                  <a:lnTo>
                    <a:pt x="484" y="249"/>
                  </a:lnTo>
                  <a:lnTo>
                    <a:pt x="488" y="253"/>
                  </a:lnTo>
                  <a:lnTo>
                    <a:pt x="488" y="255"/>
                  </a:lnTo>
                  <a:lnTo>
                    <a:pt x="487" y="257"/>
                  </a:lnTo>
                  <a:lnTo>
                    <a:pt x="487" y="265"/>
                  </a:lnTo>
                  <a:lnTo>
                    <a:pt x="490" y="265"/>
                  </a:lnTo>
                  <a:lnTo>
                    <a:pt x="490" y="262"/>
                  </a:lnTo>
                  <a:lnTo>
                    <a:pt x="490" y="261"/>
                  </a:lnTo>
                  <a:lnTo>
                    <a:pt x="491" y="258"/>
                  </a:lnTo>
                  <a:lnTo>
                    <a:pt x="490" y="255"/>
                  </a:lnTo>
                  <a:lnTo>
                    <a:pt x="492" y="254"/>
                  </a:lnTo>
                  <a:lnTo>
                    <a:pt x="494" y="251"/>
                  </a:lnTo>
                  <a:lnTo>
                    <a:pt x="495" y="253"/>
                  </a:lnTo>
                  <a:lnTo>
                    <a:pt x="496" y="257"/>
                  </a:lnTo>
                  <a:lnTo>
                    <a:pt x="498" y="262"/>
                  </a:lnTo>
                  <a:lnTo>
                    <a:pt x="498" y="263"/>
                  </a:lnTo>
                  <a:lnTo>
                    <a:pt x="496" y="265"/>
                  </a:lnTo>
                  <a:lnTo>
                    <a:pt x="496" y="267"/>
                  </a:lnTo>
                  <a:lnTo>
                    <a:pt x="495" y="268"/>
                  </a:lnTo>
                  <a:lnTo>
                    <a:pt x="499" y="271"/>
                  </a:lnTo>
                  <a:lnTo>
                    <a:pt x="503" y="271"/>
                  </a:lnTo>
                  <a:lnTo>
                    <a:pt x="507" y="272"/>
                  </a:lnTo>
                  <a:lnTo>
                    <a:pt x="509" y="275"/>
                  </a:lnTo>
                  <a:lnTo>
                    <a:pt x="508" y="278"/>
                  </a:lnTo>
                  <a:lnTo>
                    <a:pt x="511" y="279"/>
                  </a:lnTo>
                  <a:lnTo>
                    <a:pt x="516" y="279"/>
                  </a:lnTo>
                  <a:lnTo>
                    <a:pt x="521" y="284"/>
                  </a:lnTo>
                  <a:lnTo>
                    <a:pt x="520" y="283"/>
                  </a:lnTo>
                  <a:lnTo>
                    <a:pt x="520" y="279"/>
                  </a:lnTo>
                  <a:lnTo>
                    <a:pt x="524" y="275"/>
                  </a:lnTo>
                  <a:lnTo>
                    <a:pt x="527" y="275"/>
                  </a:lnTo>
                  <a:lnTo>
                    <a:pt x="532" y="279"/>
                  </a:lnTo>
                  <a:lnTo>
                    <a:pt x="536" y="279"/>
                  </a:lnTo>
                  <a:lnTo>
                    <a:pt x="537" y="282"/>
                  </a:lnTo>
                  <a:lnTo>
                    <a:pt x="538" y="287"/>
                  </a:lnTo>
                  <a:lnTo>
                    <a:pt x="538" y="282"/>
                  </a:lnTo>
                  <a:lnTo>
                    <a:pt x="537" y="279"/>
                  </a:lnTo>
                  <a:lnTo>
                    <a:pt x="534" y="279"/>
                  </a:lnTo>
                  <a:lnTo>
                    <a:pt x="530" y="278"/>
                  </a:lnTo>
                  <a:lnTo>
                    <a:pt x="527" y="274"/>
                  </a:lnTo>
                  <a:lnTo>
                    <a:pt x="523" y="275"/>
                  </a:lnTo>
                  <a:lnTo>
                    <a:pt x="519" y="278"/>
                  </a:lnTo>
                  <a:lnTo>
                    <a:pt x="517" y="278"/>
                  </a:lnTo>
                  <a:lnTo>
                    <a:pt x="516" y="278"/>
                  </a:lnTo>
                  <a:lnTo>
                    <a:pt x="512" y="276"/>
                  </a:lnTo>
                  <a:lnTo>
                    <a:pt x="508" y="271"/>
                  </a:lnTo>
                  <a:lnTo>
                    <a:pt x="505" y="270"/>
                  </a:lnTo>
                  <a:lnTo>
                    <a:pt x="502" y="270"/>
                  </a:lnTo>
                  <a:lnTo>
                    <a:pt x="499" y="266"/>
                  </a:lnTo>
                  <a:lnTo>
                    <a:pt x="502" y="267"/>
                  </a:lnTo>
                  <a:lnTo>
                    <a:pt x="503" y="266"/>
                  </a:lnTo>
                  <a:lnTo>
                    <a:pt x="505" y="261"/>
                  </a:lnTo>
                  <a:lnTo>
                    <a:pt x="504" y="259"/>
                  </a:lnTo>
                  <a:lnTo>
                    <a:pt x="502" y="255"/>
                  </a:lnTo>
                  <a:lnTo>
                    <a:pt x="500" y="250"/>
                  </a:lnTo>
                  <a:lnTo>
                    <a:pt x="496" y="245"/>
                  </a:lnTo>
                  <a:lnTo>
                    <a:pt x="494" y="243"/>
                  </a:lnTo>
                  <a:lnTo>
                    <a:pt x="491" y="241"/>
                  </a:lnTo>
                  <a:lnTo>
                    <a:pt x="492" y="238"/>
                  </a:lnTo>
                  <a:lnTo>
                    <a:pt x="491" y="236"/>
                  </a:lnTo>
                  <a:lnTo>
                    <a:pt x="491" y="229"/>
                  </a:lnTo>
                  <a:lnTo>
                    <a:pt x="488" y="226"/>
                  </a:lnTo>
                  <a:lnTo>
                    <a:pt x="487" y="226"/>
                  </a:lnTo>
                  <a:lnTo>
                    <a:pt x="482" y="224"/>
                  </a:lnTo>
                  <a:lnTo>
                    <a:pt x="477" y="224"/>
                  </a:lnTo>
                  <a:lnTo>
                    <a:pt x="474" y="220"/>
                  </a:lnTo>
                  <a:lnTo>
                    <a:pt x="471" y="218"/>
                  </a:lnTo>
                  <a:lnTo>
                    <a:pt x="471" y="215"/>
                  </a:lnTo>
                  <a:lnTo>
                    <a:pt x="470" y="213"/>
                  </a:lnTo>
                  <a:lnTo>
                    <a:pt x="470" y="212"/>
                  </a:lnTo>
                  <a:lnTo>
                    <a:pt x="467" y="213"/>
                  </a:lnTo>
                  <a:lnTo>
                    <a:pt x="458" y="213"/>
                  </a:lnTo>
                  <a:lnTo>
                    <a:pt x="455" y="213"/>
                  </a:lnTo>
                  <a:lnTo>
                    <a:pt x="453" y="211"/>
                  </a:lnTo>
                  <a:lnTo>
                    <a:pt x="451" y="208"/>
                  </a:lnTo>
                  <a:lnTo>
                    <a:pt x="451" y="208"/>
                  </a:lnTo>
                  <a:lnTo>
                    <a:pt x="450" y="205"/>
                  </a:lnTo>
                  <a:lnTo>
                    <a:pt x="450" y="201"/>
                  </a:lnTo>
                  <a:lnTo>
                    <a:pt x="448" y="196"/>
                  </a:lnTo>
                  <a:lnTo>
                    <a:pt x="444" y="193"/>
                  </a:lnTo>
                  <a:lnTo>
                    <a:pt x="444" y="192"/>
                  </a:lnTo>
                  <a:lnTo>
                    <a:pt x="444" y="191"/>
                  </a:lnTo>
                  <a:lnTo>
                    <a:pt x="441" y="190"/>
                  </a:lnTo>
                  <a:lnTo>
                    <a:pt x="440" y="188"/>
                  </a:lnTo>
                  <a:lnTo>
                    <a:pt x="441" y="186"/>
                  </a:lnTo>
                  <a:lnTo>
                    <a:pt x="441" y="183"/>
                  </a:lnTo>
                  <a:lnTo>
                    <a:pt x="438" y="182"/>
                  </a:lnTo>
                  <a:lnTo>
                    <a:pt x="440" y="180"/>
                  </a:lnTo>
                  <a:lnTo>
                    <a:pt x="444" y="180"/>
                  </a:lnTo>
                  <a:lnTo>
                    <a:pt x="446" y="176"/>
                  </a:lnTo>
                  <a:lnTo>
                    <a:pt x="449" y="176"/>
                  </a:lnTo>
                  <a:lnTo>
                    <a:pt x="455" y="175"/>
                  </a:lnTo>
                  <a:lnTo>
                    <a:pt x="465" y="172"/>
                  </a:lnTo>
                  <a:lnTo>
                    <a:pt x="467" y="170"/>
                  </a:lnTo>
                  <a:lnTo>
                    <a:pt x="471" y="168"/>
                  </a:lnTo>
                  <a:lnTo>
                    <a:pt x="473" y="170"/>
                  </a:lnTo>
                  <a:lnTo>
                    <a:pt x="477" y="168"/>
                  </a:lnTo>
                  <a:lnTo>
                    <a:pt x="478" y="166"/>
                  </a:lnTo>
                  <a:lnTo>
                    <a:pt x="482" y="165"/>
                  </a:lnTo>
                  <a:lnTo>
                    <a:pt x="490" y="161"/>
                  </a:lnTo>
                  <a:lnTo>
                    <a:pt x="491" y="162"/>
                  </a:lnTo>
                  <a:lnTo>
                    <a:pt x="490" y="165"/>
                  </a:lnTo>
                  <a:lnTo>
                    <a:pt x="490" y="166"/>
                  </a:lnTo>
                  <a:lnTo>
                    <a:pt x="488" y="167"/>
                  </a:lnTo>
                  <a:lnTo>
                    <a:pt x="486" y="172"/>
                  </a:lnTo>
                  <a:lnTo>
                    <a:pt x="486" y="174"/>
                  </a:lnTo>
                  <a:lnTo>
                    <a:pt x="491" y="178"/>
                  </a:lnTo>
                  <a:lnTo>
                    <a:pt x="495" y="178"/>
                  </a:lnTo>
                  <a:lnTo>
                    <a:pt x="492" y="178"/>
                  </a:lnTo>
                  <a:lnTo>
                    <a:pt x="488" y="172"/>
                  </a:lnTo>
                  <a:lnTo>
                    <a:pt x="488" y="171"/>
                  </a:lnTo>
                  <a:lnTo>
                    <a:pt x="490" y="168"/>
                  </a:lnTo>
                  <a:lnTo>
                    <a:pt x="495" y="166"/>
                  </a:lnTo>
                  <a:lnTo>
                    <a:pt x="496" y="162"/>
                  </a:lnTo>
                  <a:lnTo>
                    <a:pt x="495" y="158"/>
                  </a:lnTo>
                  <a:lnTo>
                    <a:pt x="492" y="158"/>
                  </a:lnTo>
                  <a:lnTo>
                    <a:pt x="488" y="155"/>
                  </a:lnTo>
                  <a:lnTo>
                    <a:pt x="490" y="154"/>
                  </a:lnTo>
                  <a:lnTo>
                    <a:pt x="486" y="154"/>
                  </a:lnTo>
                  <a:lnTo>
                    <a:pt x="484" y="155"/>
                  </a:lnTo>
                  <a:lnTo>
                    <a:pt x="483" y="154"/>
                  </a:lnTo>
                  <a:lnTo>
                    <a:pt x="482" y="150"/>
                  </a:lnTo>
                  <a:lnTo>
                    <a:pt x="478" y="151"/>
                  </a:lnTo>
                  <a:lnTo>
                    <a:pt x="477" y="151"/>
                  </a:lnTo>
                  <a:lnTo>
                    <a:pt x="473" y="149"/>
                  </a:lnTo>
                  <a:lnTo>
                    <a:pt x="474" y="147"/>
                  </a:lnTo>
                  <a:lnTo>
                    <a:pt x="475" y="146"/>
                  </a:lnTo>
                  <a:lnTo>
                    <a:pt x="477" y="145"/>
                  </a:lnTo>
                  <a:lnTo>
                    <a:pt x="478" y="147"/>
                  </a:lnTo>
                  <a:lnTo>
                    <a:pt x="480" y="147"/>
                  </a:lnTo>
                  <a:lnTo>
                    <a:pt x="483" y="146"/>
                  </a:lnTo>
                  <a:lnTo>
                    <a:pt x="483" y="145"/>
                  </a:lnTo>
                  <a:lnTo>
                    <a:pt x="482" y="145"/>
                  </a:lnTo>
                  <a:lnTo>
                    <a:pt x="479" y="146"/>
                  </a:lnTo>
                  <a:lnTo>
                    <a:pt x="477" y="143"/>
                  </a:lnTo>
                  <a:lnTo>
                    <a:pt x="477" y="141"/>
                  </a:lnTo>
                  <a:lnTo>
                    <a:pt x="474" y="141"/>
                  </a:lnTo>
                  <a:lnTo>
                    <a:pt x="470" y="140"/>
                  </a:lnTo>
                  <a:lnTo>
                    <a:pt x="467" y="141"/>
                  </a:lnTo>
                  <a:lnTo>
                    <a:pt x="466" y="138"/>
                  </a:lnTo>
                  <a:lnTo>
                    <a:pt x="467" y="137"/>
                  </a:lnTo>
                  <a:lnTo>
                    <a:pt x="467" y="134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3"/>
                  </a:lnTo>
                  <a:lnTo>
                    <a:pt x="470" y="137"/>
                  </a:lnTo>
                  <a:lnTo>
                    <a:pt x="473" y="136"/>
                  </a:lnTo>
                  <a:lnTo>
                    <a:pt x="475" y="140"/>
                  </a:lnTo>
                  <a:lnTo>
                    <a:pt x="475" y="137"/>
                  </a:lnTo>
                  <a:lnTo>
                    <a:pt x="475" y="136"/>
                  </a:lnTo>
                  <a:lnTo>
                    <a:pt x="478" y="134"/>
                  </a:lnTo>
                  <a:lnTo>
                    <a:pt x="478" y="129"/>
                  </a:lnTo>
                  <a:lnTo>
                    <a:pt x="477" y="128"/>
                  </a:lnTo>
                  <a:lnTo>
                    <a:pt x="477" y="126"/>
                  </a:lnTo>
                  <a:lnTo>
                    <a:pt x="479" y="128"/>
                  </a:lnTo>
                  <a:lnTo>
                    <a:pt x="480" y="125"/>
                  </a:lnTo>
                  <a:lnTo>
                    <a:pt x="475" y="124"/>
                  </a:lnTo>
                  <a:lnTo>
                    <a:pt x="474" y="126"/>
                  </a:lnTo>
                  <a:lnTo>
                    <a:pt x="471" y="126"/>
                  </a:lnTo>
                  <a:lnTo>
                    <a:pt x="471" y="124"/>
                  </a:lnTo>
                  <a:lnTo>
                    <a:pt x="474" y="121"/>
                  </a:lnTo>
                  <a:lnTo>
                    <a:pt x="478" y="121"/>
                  </a:lnTo>
                  <a:lnTo>
                    <a:pt x="480" y="120"/>
                  </a:lnTo>
                  <a:lnTo>
                    <a:pt x="480" y="118"/>
                  </a:lnTo>
                  <a:lnTo>
                    <a:pt x="483" y="116"/>
                  </a:lnTo>
                  <a:lnTo>
                    <a:pt x="483" y="113"/>
                  </a:lnTo>
                  <a:lnTo>
                    <a:pt x="483" y="112"/>
                  </a:lnTo>
                  <a:lnTo>
                    <a:pt x="483" y="112"/>
                  </a:lnTo>
                  <a:lnTo>
                    <a:pt x="486" y="108"/>
                  </a:lnTo>
                  <a:lnTo>
                    <a:pt x="487" y="108"/>
                  </a:lnTo>
                  <a:lnTo>
                    <a:pt x="487" y="109"/>
                  </a:lnTo>
                  <a:lnTo>
                    <a:pt x="488" y="109"/>
                  </a:lnTo>
                  <a:lnTo>
                    <a:pt x="490" y="107"/>
                  </a:lnTo>
                  <a:lnTo>
                    <a:pt x="491" y="107"/>
                  </a:lnTo>
                  <a:lnTo>
                    <a:pt x="490" y="105"/>
                  </a:lnTo>
                  <a:lnTo>
                    <a:pt x="490" y="104"/>
                  </a:lnTo>
                  <a:lnTo>
                    <a:pt x="494" y="103"/>
                  </a:lnTo>
                  <a:lnTo>
                    <a:pt x="495" y="101"/>
                  </a:lnTo>
                  <a:lnTo>
                    <a:pt x="495" y="100"/>
                  </a:lnTo>
                  <a:lnTo>
                    <a:pt x="496" y="100"/>
                  </a:lnTo>
                  <a:lnTo>
                    <a:pt x="499" y="100"/>
                  </a:lnTo>
                  <a:lnTo>
                    <a:pt x="503" y="100"/>
                  </a:lnTo>
                  <a:lnTo>
                    <a:pt x="502" y="97"/>
                  </a:lnTo>
                  <a:lnTo>
                    <a:pt x="502" y="96"/>
                  </a:lnTo>
                  <a:lnTo>
                    <a:pt x="507" y="95"/>
                  </a:lnTo>
                  <a:lnTo>
                    <a:pt x="509" y="93"/>
                  </a:lnTo>
                  <a:lnTo>
                    <a:pt x="511" y="91"/>
                  </a:lnTo>
                  <a:lnTo>
                    <a:pt x="517" y="88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3" y="88"/>
                  </a:lnTo>
                  <a:lnTo>
                    <a:pt x="512" y="87"/>
                  </a:lnTo>
                  <a:lnTo>
                    <a:pt x="509" y="90"/>
                  </a:lnTo>
                  <a:lnTo>
                    <a:pt x="507" y="88"/>
                  </a:lnTo>
                  <a:lnTo>
                    <a:pt x="507" y="83"/>
                  </a:lnTo>
                  <a:lnTo>
                    <a:pt x="509" y="82"/>
                  </a:lnTo>
                  <a:lnTo>
                    <a:pt x="509" y="80"/>
                  </a:lnTo>
                  <a:lnTo>
                    <a:pt x="511" y="80"/>
                  </a:lnTo>
                  <a:lnTo>
                    <a:pt x="511" y="82"/>
                  </a:lnTo>
                  <a:lnTo>
                    <a:pt x="512" y="82"/>
                  </a:lnTo>
                  <a:lnTo>
                    <a:pt x="513" y="80"/>
                  </a:lnTo>
                  <a:lnTo>
                    <a:pt x="511" y="78"/>
                  </a:lnTo>
                  <a:lnTo>
                    <a:pt x="513" y="78"/>
                  </a:lnTo>
                  <a:lnTo>
                    <a:pt x="516" y="79"/>
                  </a:lnTo>
                  <a:lnTo>
                    <a:pt x="519" y="79"/>
                  </a:lnTo>
                  <a:lnTo>
                    <a:pt x="521" y="76"/>
                  </a:lnTo>
                  <a:lnTo>
                    <a:pt x="524" y="78"/>
                  </a:lnTo>
                  <a:lnTo>
                    <a:pt x="530" y="75"/>
                  </a:lnTo>
                  <a:lnTo>
                    <a:pt x="533" y="75"/>
                  </a:lnTo>
                  <a:lnTo>
                    <a:pt x="533" y="78"/>
                  </a:lnTo>
                  <a:lnTo>
                    <a:pt x="532" y="83"/>
                  </a:lnTo>
                  <a:lnTo>
                    <a:pt x="532" y="84"/>
                  </a:lnTo>
                  <a:lnTo>
                    <a:pt x="533" y="86"/>
                  </a:lnTo>
                  <a:lnTo>
                    <a:pt x="534" y="83"/>
                  </a:lnTo>
                  <a:lnTo>
                    <a:pt x="537" y="79"/>
                  </a:lnTo>
                  <a:lnTo>
                    <a:pt x="536" y="76"/>
                  </a:lnTo>
                  <a:lnTo>
                    <a:pt x="537" y="76"/>
                  </a:lnTo>
                  <a:lnTo>
                    <a:pt x="538" y="78"/>
                  </a:lnTo>
                  <a:lnTo>
                    <a:pt x="540" y="82"/>
                  </a:lnTo>
                  <a:lnTo>
                    <a:pt x="541" y="82"/>
                  </a:lnTo>
                  <a:lnTo>
                    <a:pt x="542" y="79"/>
                  </a:lnTo>
                  <a:lnTo>
                    <a:pt x="541" y="76"/>
                  </a:lnTo>
                  <a:lnTo>
                    <a:pt x="542" y="75"/>
                  </a:lnTo>
                  <a:lnTo>
                    <a:pt x="544" y="75"/>
                  </a:lnTo>
                  <a:lnTo>
                    <a:pt x="544" y="78"/>
                  </a:lnTo>
                  <a:lnTo>
                    <a:pt x="548" y="75"/>
                  </a:lnTo>
                  <a:lnTo>
                    <a:pt x="548" y="74"/>
                  </a:lnTo>
                  <a:lnTo>
                    <a:pt x="546" y="72"/>
                  </a:lnTo>
                  <a:lnTo>
                    <a:pt x="549" y="72"/>
                  </a:lnTo>
                  <a:lnTo>
                    <a:pt x="550" y="71"/>
                  </a:lnTo>
                  <a:lnTo>
                    <a:pt x="548" y="70"/>
                  </a:lnTo>
                  <a:lnTo>
                    <a:pt x="550" y="67"/>
                  </a:lnTo>
                  <a:lnTo>
                    <a:pt x="554" y="67"/>
                  </a:lnTo>
                  <a:lnTo>
                    <a:pt x="556" y="66"/>
                  </a:lnTo>
                  <a:lnTo>
                    <a:pt x="557" y="66"/>
                  </a:lnTo>
                  <a:lnTo>
                    <a:pt x="557" y="67"/>
                  </a:lnTo>
                  <a:lnTo>
                    <a:pt x="558" y="68"/>
                  </a:lnTo>
                  <a:lnTo>
                    <a:pt x="562" y="68"/>
                  </a:lnTo>
                  <a:lnTo>
                    <a:pt x="562" y="72"/>
                  </a:lnTo>
                  <a:lnTo>
                    <a:pt x="563" y="74"/>
                  </a:lnTo>
                  <a:lnTo>
                    <a:pt x="561" y="79"/>
                  </a:lnTo>
                  <a:lnTo>
                    <a:pt x="565" y="78"/>
                  </a:lnTo>
                  <a:lnTo>
                    <a:pt x="567" y="72"/>
                  </a:lnTo>
                  <a:lnTo>
                    <a:pt x="565" y="67"/>
                  </a:lnTo>
                  <a:lnTo>
                    <a:pt x="561" y="66"/>
                  </a:lnTo>
                  <a:lnTo>
                    <a:pt x="559" y="63"/>
                  </a:lnTo>
                  <a:lnTo>
                    <a:pt x="557" y="65"/>
                  </a:lnTo>
                  <a:lnTo>
                    <a:pt x="556" y="63"/>
                  </a:lnTo>
                  <a:lnTo>
                    <a:pt x="553" y="63"/>
                  </a:lnTo>
                  <a:lnTo>
                    <a:pt x="552" y="62"/>
                  </a:lnTo>
                  <a:lnTo>
                    <a:pt x="549" y="61"/>
                  </a:lnTo>
                  <a:lnTo>
                    <a:pt x="549" y="61"/>
                  </a:lnTo>
                  <a:lnTo>
                    <a:pt x="550" y="58"/>
                  </a:lnTo>
                  <a:lnTo>
                    <a:pt x="556" y="58"/>
                  </a:lnTo>
                  <a:lnTo>
                    <a:pt x="557" y="57"/>
                  </a:lnTo>
                  <a:lnTo>
                    <a:pt x="559" y="57"/>
                  </a:lnTo>
                  <a:lnTo>
                    <a:pt x="562" y="57"/>
                  </a:lnTo>
                  <a:lnTo>
                    <a:pt x="563" y="55"/>
                  </a:lnTo>
                  <a:lnTo>
                    <a:pt x="566" y="57"/>
                  </a:lnTo>
                  <a:lnTo>
                    <a:pt x="571" y="55"/>
                  </a:lnTo>
                  <a:lnTo>
                    <a:pt x="574" y="57"/>
                  </a:lnTo>
                  <a:lnTo>
                    <a:pt x="575" y="55"/>
                  </a:lnTo>
                  <a:lnTo>
                    <a:pt x="578" y="57"/>
                  </a:lnTo>
                  <a:lnTo>
                    <a:pt x="579" y="55"/>
                  </a:lnTo>
                  <a:lnTo>
                    <a:pt x="579" y="54"/>
                  </a:lnTo>
                  <a:lnTo>
                    <a:pt x="575" y="53"/>
                  </a:lnTo>
                  <a:lnTo>
                    <a:pt x="571" y="51"/>
                  </a:lnTo>
                  <a:lnTo>
                    <a:pt x="569" y="53"/>
                  </a:lnTo>
                  <a:lnTo>
                    <a:pt x="563" y="53"/>
                  </a:lnTo>
                  <a:lnTo>
                    <a:pt x="563" y="51"/>
                  </a:lnTo>
                  <a:lnTo>
                    <a:pt x="563" y="47"/>
                  </a:lnTo>
                  <a:lnTo>
                    <a:pt x="566" y="46"/>
                  </a:lnTo>
                  <a:lnTo>
                    <a:pt x="563" y="45"/>
                  </a:lnTo>
                  <a:lnTo>
                    <a:pt x="561" y="41"/>
                  </a:lnTo>
                  <a:lnTo>
                    <a:pt x="558" y="42"/>
                  </a:lnTo>
                  <a:lnTo>
                    <a:pt x="556" y="38"/>
                  </a:lnTo>
                  <a:lnTo>
                    <a:pt x="556" y="36"/>
                  </a:lnTo>
                  <a:lnTo>
                    <a:pt x="558" y="36"/>
                  </a:lnTo>
                  <a:lnTo>
                    <a:pt x="558" y="33"/>
                  </a:lnTo>
                  <a:lnTo>
                    <a:pt x="554" y="30"/>
                  </a:lnTo>
                  <a:lnTo>
                    <a:pt x="556" y="20"/>
                  </a:lnTo>
                  <a:lnTo>
                    <a:pt x="558" y="17"/>
                  </a:lnTo>
                  <a:lnTo>
                    <a:pt x="557" y="13"/>
                  </a:lnTo>
                  <a:lnTo>
                    <a:pt x="557" y="9"/>
                  </a:lnTo>
                  <a:lnTo>
                    <a:pt x="559" y="8"/>
                  </a:lnTo>
                  <a:lnTo>
                    <a:pt x="558" y="5"/>
                  </a:lnTo>
                  <a:lnTo>
                    <a:pt x="559" y="4"/>
                  </a:lnTo>
                  <a:lnTo>
                    <a:pt x="561" y="3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" name="Freeform 342"/>
            <p:cNvSpPr>
              <a:spLocks noEditPoints="1"/>
            </p:cNvSpPr>
            <p:nvPr/>
          </p:nvSpPr>
          <p:spPr bwMode="auto">
            <a:xfrm>
              <a:off x="7597516" y="2335432"/>
              <a:ext cx="1959139" cy="1446514"/>
            </a:xfrm>
            <a:custGeom>
              <a:avLst/>
              <a:gdLst>
                <a:gd name="T0" fmla="*/ 578 w 772"/>
                <a:gd name="T1" fmla="*/ 566 h 570"/>
                <a:gd name="T2" fmla="*/ 573 w 772"/>
                <a:gd name="T3" fmla="*/ 547 h 570"/>
                <a:gd name="T4" fmla="*/ 658 w 772"/>
                <a:gd name="T5" fmla="*/ 497 h 570"/>
                <a:gd name="T6" fmla="*/ 708 w 772"/>
                <a:gd name="T7" fmla="*/ 488 h 570"/>
                <a:gd name="T8" fmla="*/ 702 w 772"/>
                <a:gd name="T9" fmla="*/ 514 h 570"/>
                <a:gd name="T10" fmla="*/ 697 w 772"/>
                <a:gd name="T11" fmla="*/ 483 h 570"/>
                <a:gd name="T12" fmla="*/ 701 w 772"/>
                <a:gd name="T13" fmla="*/ 400 h 570"/>
                <a:gd name="T14" fmla="*/ 687 w 772"/>
                <a:gd name="T15" fmla="*/ 378 h 570"/>
                <a:gd name="T16" fmla="*/ 627 w 772"/>
                <a:gd name="T17" fmla="*/ 2 h 570"/>
                <a:gd name="T18" fmla="*/ 639 w 772"/>
                <a:gd name="T19" fmla="*/ 10 h 570"/>
                <a:gd name="T20" fmla="*/ 649 w 772"/>
                <a:gd name="T21" fmla="*/ 25 h 570"/>
                <a:gd name="T22" fmla="*/ 668 w 772"/>
                <a:gd name="T23" fmla="*/ 47 h 570"/>
                <a:gd name="T24" fmla="*/ 683 w 772"/>
                <a:gd name="T25" fmla="*/ 67 h 570"/>
                <a:gd name="T26" fmla="*/ 699 w 772"/>
                <a:gd name="T27" fmla="*/ 68 h 570"/>
                <a:gd name="T28" fmla="*/ 715 w 772"/>
                <a:gd name="T29" fmla="*/ 80 h 570"/>
                <a:gd name="T30" fmla="*/ 722 w 772"/>
                <a:gd name="T31" fmla="*/ 93 h 570"/>
                <a:gd name="T32" fmla="*/ 744 w 772"/>
                <a:gd name="T33" fmla="*/ 99 h 570"/>
                <a:gd name="T34" fmla="*/ 760 w 772"/>
                <a:gd name="T35" fmla="*/ 81 h 570"/>
                <a:gd name="T36" fmla="*/ 769 w 772"/>
                <a:gd name="T37" fmla="*/ 101 h 570"/>
                <a:gd name="T38" fmla="*/ 770 w 772"/>
                <a:gd name="T39" fmla="*/ 121 h 570"/>
                <a:gd name="T40" fmla="*/ 768 w 772"/>
                <a:gd name="T41" fmla="*/ 139 h 570"/>
                <a:gd name="T42" fmla="*/ 749 w 772"/>
                <a:gd name="T43" fmla="*/ 150 h 570"/>
                <a:gd name="T44" fmla="*/ 755 w 772"/>
                <a:gd name="T45" fmla="*/ 181 h 570"/>
                <a:gd name="T46" fmla="*/ 697 w 772"/>
                <a:gd name="T47" fmla="*/ 246 h 570"/>
                <a:gd name="T48" fmla="*/ 669 w 772"/>
                <a:gd name="T49" fmla="*/ 262 h 570"/>
                <a:gd name="T50" fmla="*/ 669 w 772"/>
                <a:gd name="T51" fmla="*/ 256 h 570"/>
                <a:gd name="T52" fmla="*/ 669 w 772"/>
                <a:gd name="T53" fmla="*/ 237 h 570"/>
                <a:gd name="T54" fmla="*/ 643 w 772"/>
                <a:gd name="T55" fmla="*/ 246 h 570"/>
                <a:gd name="T56" fmla="*/ 622 w 772"/>
                <a:gd name="T57" fmla="*/ 267 h 570"/>
                <a:gd name="T58" fmla="*/ 639 w 772"/>
                <a:gd name="T59" fmla="*/ 283 h 570"/>
                <a:gd name="T60" fmla="*/ 657 w 772"/>
                <a:gd name="T61" fmla="*/ 283 h 570"/>
                <a:gd name="T62" fmla="*/ 685 w 772"/>
                <a:gd name="T63" fmla="*/ 288 h 570"/>
                <a:gd name="T64" fmla="*/ 669 w 772"/>
                <a:gd name="T65" fmla="*/ 300 h 570"/>
                <a:gd name="T66" fmla="*/ 655 w 772"/>
                <a:gd name="T67" fmla="*/ 317 h 570"/>
                <a:gd name="T68" fmla="*/ 674 w 772"/>
                <a:gd name="T69" fmla="*/ 354 h 570"/>
                <a:gd name="T70" fmla="*/ 681 w 772"/>
                <a:gd name="T71" fmla="*/ 374 h 570"/>
                <a:gd name="T72" fmla="*/ 660 w 772"/>
                <a:gd name="T73" fmla="*/ 371 h 570"/>
                <a:gd name="T74" fmla="*/ 690 w 772"/>
                <a:gd name="T75" fmla="*/ 393 h 570"/>
                <a:gd name="T76" fmla="*/ 689 w 772"/>
                <a:gd name="T77" fmla="*/ 399 h 570"/>
                <a:gd name="T78" fmla="*/ 699 w 772"/>
                <a:gd name="T79" fmla="*/ 408 h 570"/>
                <a:gd name="T80" fmla="*/ 697 w 772"/>
                <a:gd name="T81" fmla="*/ 420 h 570"/>
                <a:gd name="T82" fmla="*/ 691 w 772"/>
                <a:gd name="T83" fmla="*/ 433 h 570"/>
                <a:gd name="T84" fmla="*/ 689 w 772"/>
                <a:gd name="T85" fmla="*/ 447 h 570"/>
                <a:gd name="T86" fmla="*/ 681 w 772"/>
                <a:gd name="T87" fmla="*/ 458 h 570"/>
                <a:gd name="T88" fmla="*/ 681 w 772"/>
                <a:gd name="T89" fmla="*/ 471 h 570"/>
                <a:gd name="T90" fmla="*/ 673 w 772"/>
                <a:gd name="T91" fmla="*/ 475 h 570"/>
                <a:gd name="T92" fmla="*/ 665 w 772"/>
                <a:gd name="T93" fmla="*/ 487 h 570"/>
                <a:gd name="T94" fmla="*/ 656 w 772"/>
                <a:gd name="T95" fmla="*/ 495 h 570"/>
                <a:gd name="T96" fmla="*/ 641 w 772"/>
                <a:gd name="T97" fmla="*/ 508 h 570"/>
                <a:gd name="T98" fmla="*/ 624 w 772"/>
                <a:gd name="T99" fmla="*/ 513 h 570"/>
                <a:gd name="T100" fmla="*/ 612 w 772"/>
                <a:gd name="T101" fmla="*/ 517 h 570"/>
                <a:gd name="T102" fmla="*/ 590 w 772"/>
                <a:gd name="T103" fmla="*/ 526 h 570"/>
                <a:gd name="T104" fmla="*/ 581 w 772"/>
                <a:gd name="T105" fmla="*/ 530 h 570"/>
                <a:gd name="T106" fmla="*/ 577 w 772"/>
                <a:gd name="T107" fmla="*/ 539 h 570"/>
                <a:gd name="T108" fmla="*/ 564 w 772"/>
                <a:gd name="T109" fmla="*/ 525 h 570"/>
                <a:gd name="T110" fmla="*/ 474 w 772"/>
                <a:gd name="T111" fmla="*/ 537 h 570"/>
                <a:gd name="T112" fmla="*/ 554 w 772"/>
                <a:gd name="T113" fmla="*/ 80 h 570"/>
                <a:gd name="T114" fmla="*/ 582 w 772"/>
                <a:gd name="T115" fmla="*/ 67 h 570"/>
                <a:gd name="T116" fmla="*/ 581 w 772"/>
                <a:gd name="T117" fmla="*/ 39 h 570"/>
                <a:gd name="T118" fmla="*/ 574 w 772"/>
                <a:gd name="T119" fmla="*/ 21 h 570"/>
                <a:gd name="T120" fmla="*/ 590 w 772"/>
                <a:gd name="T121" fmla="*/ 4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72" h="570">
                  <a:moveTo>
                    <a:pt x="586" y="545"/>
                  </a:moveTo>
                  <a:lnTo>
                    <a:pt x="589" y="545"/>
                  </a:lnTo>
                  <a:lnTo>
                    <a:pt x="590" y="547"/>
                  </a:lnTo>
                  <a:lnTo>
                    <a:pt x="591" y="550"/>
                  </a:lnTo>
                  <a:lnTo>
                    <a:pt x="590" y="553"/>
                  </a:lnTo>
                  <a:lnTo>
                    <a:pt x="589" y="554"/>
                  </a:lnTo>
                  <a:lnTo>
                    <a:pt x="589" y="555"/>
                  </a:lnTo>
                  <a:lnTo>
                    <a:pt x="587" y="559"/>
                  </a:lnTo>
                  <a:lnTo>
                    <a:pt x="587" y="560"/>
                  </a:lnTo>
                  <a:lnTo>
                    <a:pt x="586" y="563"/>
                  </a:lnTo>
                  <a:lnTo>
                    <a:pt x="583" y="563"/>
                  </a:lnTo>
                  <a:lnTo>
                    <a:pt x="583" y="564"/>
                  </a:lnTo>
                  <a:lnTo>
                    <a:pt x="582" y="567"/>
                  </a:lnTo>
                  <a:lnTo>
                    <a:pt x="579" y="566"/>
                  </a:lnTo>
                  <a:lnTo>
                    <a:pt x="578" y="566"/>
                  </a:lnTo>
                  <a:lnTo>
                    <a:pt x="577" y="568"/>
                  </a:lnTo>
                  <a:lnTo>
                    <a:pt x="575" y="570"/>
                  </a:lnTo>
                  <a:lnTo>
                    <a:pt x="574" y="568"/>
                  </a:lnTo>
                  <a:lnTo>
                    <a:pt x="572" y="568"/>
                  </a:lnTo>
                  <a:lnTo>
                    <a:pt x="570" y="567"/>
                  </a:lnTo>
                  <a:lnTo>
                    <a:pt x="568" y="567"/>
                  </a:lnTo>
                  <a:lnTo>
                    <a:pt x="566" y="564"/>
                  </a:lnTo>
                  <a:lnTo>
                    <a:pt x="566" y="563"/>
                  </a:lnTo>
                  <a:lnTo>
                    <a:pt x="565" y="560"/>
                  </a:lnTo>
                  <a:lnTo>
                    <a:pt x="565" y="556"/>
                  </a:lnTo>
                  <a:lnTo>
                    <a:pt x="564" y="555"/>
                  </a:lnTo>
                  <a:lnTo>
                    <a:pt x="566" y="551"/>
                  </a:lnTo>
                  <a:lnTo>
                    <a:pt x="570" y="550"/>
                  </a:lnTo>
                  <a:lnTo>
                    <a:pt x="570" y="547"/>
                  </a:lnTo>
                  <a:lnTo>
                    <a:pt x="573" y="547"/>
                  </a:lnTo>
                  <a:lnTo>
                    <a:pt x="575" y="546"/>
                  </a:lnTo>
                  <a:lnTo>
                    <a:pt x="577" y="546"/>
                  </a:lnTo>
                  <a:lnTo>
                    <a:pt x="579" y="545"/>
                  </a:lnTo>
                  <a:lnTo>
                    <a:pt x="579" y="545"/>
                  </a:lnTo>
                  <a:lnTo>
                    <a:pt x="582" y="545"/>
                  </a:lnTo>
                  <a:lnTo>
                    <a:pt x="583" y="546"/>
                  </a:lnTo>
                  <a:lnTo>
                    <a:pt x="586" y="545"/>
                  </a:lnTo>
                  <a:close/>
                  <a:moveTo>
                    <a:pt x="585" y="531"/>
                  </a:moveTo>
                  <a:lnTo>
                    <a:pt x="587" y="533"/>
                  </a:lnTo>
                  <a:lnTo>
                    <a:pt x="587" y="534"/>
                  </a:lnTo>
                  <a:lnTo>
                    <a:pt x="585" y="533"/>
                  </a:lnTo>
                  <a:lnTo>
                    <a:pt x="583" y="534"/>
                  </a:lnTo>
                  <a:lnTo>
                    <a:pt x="582" y="533"/>
                  </a:lnTo>
                  <a:lnTo>
                    <a:pt x="585" y="531"/>
                  </a:lnTo>
                  <a:close/>
                  <a:moveTo>
                    <a:pt x="658" y="497"/>
                  </a:moveTo>
                  <a:lnTo>
                    <a:pt x="660" y="499"/>
                  </a:lnTo>
                  <a:lnTo>
                    <a:pt x="658" y="500"/>
                  </a:lnTo>
                  <a:lnTo>
                    <a:pt x="657" y="500"/>
                  </a:lnTo>
                  <a:lnTo>
                    <a:pt x="656" y="499"/>
                  </a:lnTo>
                  <a:lnTo>
                    <a:pt x="658" y="497"/>
                  </a:lnTo>
                  <a:close/>
                  <a:moveTo>
                    <a:pt x="706" y="470"/>
                  </a:moveTo>
                  <a:lnTo>
                    <a:pt x="708" y="470"/>
                  </a:lnTo>
                  <a:lnTo>
                    <a:pt x="710" y="472"/>
                  </a:lnTo>
                  <a:lnTo>
                    <a:pt x="710" y="472"/>
                  </a:lnTo>
                  <a:lnTo>
                    <a:pt x="712" y="475"/>
                  </a:lnTo>
                  <a:lnTo>
                    <a:pt x="712" y="476"/>
                  </a:lnTo>
                  <a:lnTo>
                    <a:pt x="711" y="476"/>
                  </a:lnTo>
                  <a:lnTo>
                    <a:pt x="711" y="480"/>
                  </a:lnTo>
                  <a:lnTo>
                    <a:pt x="710" y="485"/>
                  </a:lnTo>
                  <a:lnTo>
                    <a:pt x="708" y="488"/>
                  </a:lnTo>
                  <a:lnTo>
                    <a:pt x="710" y="492"/>
                  </a:lnTo>
                  <a:lnTo>
                    <a:pt x="710" y="495"/>
                  </a:lnTo>
                  <a:lnTo>
                    <a:pt x="708" y="500"/>
                  </a:lnTo>
                  <a:lnTo>
                    <a:pt x="710" y="500"/>
                  </a:lnTo>
                  <a:lnTo>
                    <a:pt x="708" y="501"/>
                  </a:lnTo>
                  <a:lnTo>
                    <a:pt x="708" y="504"/>
                  </a:lnTo>
                  <a:lnTo>
                    <a:pt x="706" y="508"/>
                  </a:lnTo>
                  <a:lnTo>
                    <a:pt x="703" y="510"/>
                  </a:lnTo>
                  <a:lnTo>
                    <a:pt x="705" y="514"/>
                  </a:lnTo>
                  <a:lnTo>
                    <a:pt x="705" y="517"/>
                  </a:lnTo>
                  <a:lnTo>
                    <a:pt x="705" y="520"/>
                  </a:lnTo>
                  <a:lnTo>
                    <a:pt x="703" y="518"/>
                  </a:lnTo>
                  <a:lnTo>
                    <a:pt x="702" y="520"/>
                  </a:lnTo>
                  <a:lnTo>
                    <a:pt x="702" y="517"/>
                  </a:lnTo>
                  <a:lnTo>
                    <a:pt x="702" y="514"/>
                  </a:lnTo>
                  <a:lnTo>
                    <a:pt x="699" y="512"/>
                  </a:lnTo>
                  <a:lnTo>
                    <a:pt x="697" y="510"/>
                  </a:lnTo>
                  <a:lnTo>
                    <a:pt x="697" y="509"/>
                  </a:lnTo>
                  <a:lnTo>
                    <a:pt x="695" y="509"/>
                  </a:lnTo>
                  <a:lnTo>
                    <a:pt x="694" y="508"/>
                  </a:lnTo>
                  <a:lnTo>
                    <a:pt x="694" y="505"/>
                  </a:lnTo>
                  <a:lnTo>
                    <a:pt x="694" y="505"/>
                  </a:lnTo>
                  <a:lnTo>
                    <a:pt x="694" y="504"/>
                  </a:lnTo>
                  <a:lnTo>
                    <a:pt x="693" y="504"/>
                  </a:lnTo>
                  <a:lnTo>
                    <a:pt x="693" y="499"/>
                  </a:lnTo>
                  <a:lnTo>
                    <a:pt x="693" y="495"/>
                  </a:lnTo>
                  <a:lnTo>
                    <a:pt x="691" y="493"/>
                  </a:lnTo>
                  <a:lnTo>
                    <a:pt x="693" y="492"/>
                  </a:lnTo>
                  <a:lnTo>
                    <a:pt x="694" y="488"/>
                  </a:lnTo>
                  <a:lnTo>
                    <a:pt x="697" y="483"/>
                  </a:lnTo>
                  <a:lnTo>
                    <a:pt x="697" y="483"/>
                  </a:lnTo>
                  <a:lnTo>
                    <a:pt x="698" y="480"/>
                  </a:lnTo>
                  <a:lnTo>
                    <a:pt x="697" y="479"/>
                  </a:lnTo>
                  <a:lnTo>
                    <a:pt x="699" y="475"/>
                  </a:lnTo>
                  <a:lnTo>
                    <a:pt x="702" y="472"/>
                  </a:lnTo>
                  <a:lnTo>
                    <a:pt x="705" y="472"/>
                  </a:lnTo>
                  <a:lnTo>
                    <a:pt x="703" y="470"/>
                  </a:lnTo>
                  <a:lnTo>
                    <a:pt x="706" y="470"/>
                  </a:lnTo>
                  <a:close/>
                  <a:moveTo>
                    <a:pt x="682" y="467"/>
                  </a:moveTo>
                  <a:lnTo>
                    <a:pt x="683" y="468"/>
                  </a:lnTo>
                  <a:lnTo>
                    <a:pt x="683" y="470"/>
                  </a:lnTo>
                  <a:lnTo>
                    <a:pt x="682" y="471"/>
                  </a:lnTo>
                  <a:lnTo>
                    <a:pt x="682" y="468"/>
                  </a:lnTo>
                  <a:lnTo>
                    <a:pt x="682" y="467"/>
                  </a:lnTo>
                  <a:close/>
                  <a:moveTo>
                    <a:pt x="701" y="400"/>
                  </a:moveTo>
                  <a:lnTo>
                    <a:pt x="701" y="400"/>
                  </a:lnTo>
                  <a:lnTo>
                    <a:pt x="702" y="400"/>
                  </a:lnTo>
                  <a:lnTo>
                    <a:pt x="705" y="401"/>
                  </a:lnTo>
                  <a:lnTo>
                    <a:pt x="705" y="403"/>
                  </a:lnTo>
                  <a:lnTo>
                    <a:pt x="703" y="403"/>
                  </a:lnTo>
                  <a:lnTo>
                    <a:pt x="701" y="401"/>
                  </a:lnTo>
                  <a:lnTo>
                    <a:pt x="701" y="400"/>
                  </a:lnTo>
                  <a:close/>
                  <a:moveTo>
                    <a:pt x="687" y="376"/>
                  </a:moveTo>
                  <a:lnTo>
                    <a:pt x="690" y="376"/>
                  </a:lnTo>
                  <a:lnTo>
                    <a:pt x="691" y="378"/>
                  </a:lnTo>
                  <a:lnTo>
                    <a:pt x="693" y="378"/>
                  </a:lnTo>
                  <a:lnTo>
                    <a:pt x="693" y="380"/>
                  </a:lnTo>
                  <a:lnTo>
                    <a:pt x="690" y="379"/>
                  </a:lnTo>
                  <a:lnTo>
                    <a:pt x="689" y="379"/>
                  </a:lnTo>
                  <a:lnTo>
                    <a:pt x="687" y="378"/>
                  </a:lnTo>
                  <a:lnTo>
                    <a:pt x="687" y="376"/>
                  </a:lnTo>
                  <a:close/>
                  <a:moveTo>
                    <a:pt x="607" y="0"/>
                  </a:moveTo>
                  <a:lnTo>
                    <a:pt x="608" y="0"/>
                  </a:lnTo>
                  <a:lnTo>
                    <a:pt x="610" y="0"/>
                  </a:lnTo>
                  <a:lnTo>
                    <a:pt x="611" y="1"/>
                  </a:lnTo>
                  <a:lnTo>
                    <a:pt x="615" y="1"/>
                  </a:lnTo>
                  <a:lnTo>
                    <a:pt x="616" y="2"/>
                  </a:lnTo>
                  <a:lnTo>
                    <a:pt x="618" y="4"/>
                  </a:lnTo>
                  <a:lnTo>
                    <a:pt x="620" y="4"/>
                  </a:lnTo>
                  <a:lnTo>
                    <a:pt x="622" y="4"/>
                  </a:lnTo>
                  <a:lnTo>
                    <a:pt x="622" y="4"/>
                  </a:lnTo>
                  <a:lnTo>
                    <a:pt x="624" y="5"/>
                  </a:lnTo>
                  <a:lnTo>
                    <a:pt x="626" y="5"/>
                  </a:lnTo>
                  <a:lnTo>
                    <a:pt x="626" y="2"/>
                  </a:lnTo>
                  <a:lnTo>
                    <a:pt x="627" y="2"/>
                  </a:lnTo>
                  <a:lnTo>
                    <a:pt x="627" y="2"/>
                  </a:lnTo>
                  <a:lnTo>
                    <a:pt x="629" y="2"/>
                  </a:lnTo>
                  <a:lnTo>
                    <a:pt x="629" y="2"/>
                  </a:lnTo>
                  <a:lnTo>
                    <a:pt x="631" y="4"/>
                  </a:lnTo>
                  <a:lnTo>
                    <a:pt x="632" y="4"/>
                  </a:lnTo>
                  <a:lnTo>
                    <a:pt x="633" y="4"/>
                  </a:lnTo>
                  <a:lnTo>
                    <a:pt x="635" y="5"/>
                  </a:lnTo>
                  <a:lnTo>
                    <a:pt x="635" y="6"/>
                  </a:lnTo>
                  <a:lnTo>
                    <a:pt x="635" y="8"/>
                  </a:lnTo>
                  <a:lnTo>
                    <a:pt x="636" y="8"/>
                  </a:lnTo>
                  <a:lnTo>
                    <a:pt x="636" y="9"/>
                  </a:lnTo>
                  <a:lnTo>
                    <a:pt x="637" y="8"/>
                  </a:lnTo>
                  <a:lnTo>
                    <a:pt x="639" y="8"/>
                  </a:lnTo>
                  <a:lnTo>
                    <a:pt x="640" y="9"/>
                  </a:lnTo>
                  <a:lnTo>
                    <a:pt x="639" y="10"/>
                  </a:lnTo>
                  <a:lnTo>
                    <a:pt x="640" y="12"/>
                  </a:lnTo>
                  <a:lnTo>
                    <a:pt x="641" y="12"/>
                  </a:lnTo>
                  <a:lnTo>
                    <a:pt x="643" y="12"/>
                  </a:lnTo>
                  <a:lnTo>
                    <a:pt x="644" y="13"/>
                  </a:lnTo>
                  <a:lnTo>
                    <a:pt x="644" y="13"/>
                  </a:lnTo>
                  <a:lnTo>
                    <a:pt x="645" y="14"/>
                  </a:lnTo>
                  <a:lnTo>
                    <a:pt x="645" y="16"/>
                  </a:lnTo>
                  <a:lnTo>
                    <a:pt x="645" y="17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1"/>
                  </a:lnTo>
                  <a:lnTo>
                    <a:pt x="649" y="21"/>
                  </a:lnTo>
                  <a:lnTo>
                    <a:pt x="651" y="22"/>
                  </a:lnTo>
                  <a:lnTo>
                    <a:pt x="649" y="24"/>
                  </a:lnTo>
                  <a:lnTo>
                    <a:pt x="649" y="25"/>
                  </a:lnTo>
                  <a:lnTo>
                    <a:pt x="652" y="26"/>
                  </a:lnTo>
                  <a:lnTo>
                    <a:pt x="653" y="29"/>
                  </a:lnTo>
                  <a:lnTo>
                    <a:pt x="655" y="30"/>
                  </a:lnTo>
                  <a:lnTo>
                    <a:pt x="656" y="33"/>
                  </a:lnTo>
                  <a:lnTo>
                    <a:pt x="656" y="33"/>
                  </a:lnTo>
                  <a:lnTo>
                    <a:pt x="657" y="34"/>
                  </a:lnTo>
                  <a:lnTo>
                    <a:pt x="658" y="35"/>
                  </a:lnTo>
                  <a:lnTo>
                    <a:pt x="658" y="37"/>
                  </a:lnTo>
                  <a:lnTo>
                    <a:pt x="658" y="38"/>
                  </a:lnTo>
                  <a:lnTo>
                    <a:pt x="658" y="38"/>
                  </a:lnTo>
                  <a:lnTo>
                    <a:pt x="660" y="38"/>
                  </a:lnTo>
                  <a:lnTo>
                    <a:pt x="661" y="39"/>
                  </a:lnTo>
                  <a:lnTo>
                    <a:pt x="661" y="41"/>
                  </a:lnTo>
                  <a:lnTo>
                    <a:pt x="664" y="45"/>
                  </a:lnTo>
                  <a:lnTo>
                    <a:pt x="668" y="47"/>
                  </a:lnTo>
                  <a:lnTo>
                    <a:pt x="669" y="50"/>
                  </a:lnTo>
                  <a:lnTo>
                    <a:pt x="669" y="51"/>
                  </a:lnTo>
                  <a:lnTo>
                    <a:pt x="670" y="52"/>
                  </a:lnTo>
                  <a:lnTo>
                    <a:pt x="670" y="55"/>
                  </a:lnTo>
                  <a:lnTo>
                    <a:pt x="672" y="55"/>
                  </a:lnTo>
                  <a:lnTo>
                    <a:pt x="673" y="56"/>
                  </a:lnTo>
                  <a:lnTo>
                    <a:pt x="673" y="58"/>
                  </a:lnTo>
                  <a:lnTo>
                    <a:pt x="673" y="59"/>
                  </a:lnTo>
                  <a:lnTo>
                    <a:pt x="674" y="62"/>
                  </a:lnTo>
                  <a:lnTo>
                    <a:pt x="677" y="64"/>
                  </a:lnTo>
                  <a:lnTo>
                    <a:pt x="680" y="66"/>
                  </a:lnTo>
                  <a:lnTo>
                    <a:pt x="680" y="67"/>
                  </a:lnTo>
                  <a:lnTo>
                    <a:pt x="681" y="67"/>
                  </a:lnTo>
                  <a:lnTo>
                    <a:pt x="682" y="67"/>
                  </a:lnTo>
                  <a:lnTo>
                    <a:pt x="683" y="67"/>
                  </a:lnTo>
                  <a:lnTo>
                    <a:pt x="685" y="67"/>
                  </a:lnTo>
                  <a:lnTo>
                    <a:pt x="687" y="67"/>
                  </a:lnTo>
                  <a:lnTo>
                    <a:pt x="689" y="66"/>
                  </a:lnTo>
                  <a:lnTo>
                    <a:pt x="690" y="66"/>
                  </a:lnTo>
                  <a:lnTo>
                    <a:pt x="690" y="67"/>
                  </a:lnTo>
                  <a:lnTo>
                    <a:pt x="689" y="68"/>
                  </a:lnTo>
                  <a:lnTo>
                    <a:pt x="690" y="68"/>
                  </a:lnTo>
                  <a:lnTo>
                    <a:pt x="693" y="68"/>
                  </a:lnTo>
                  <a:lnTo>
                    <a:pt x="694" y="70"/>
                  </a:lnTo>
                  <a:lnTo>
                    <a:pt x="694" y="70"/>
                  </a:lnTo>
                  <a:lnTo>
                    <a:pt x="697" y="71"/>
                  </a:lnTo>
                  <a:lnTo>
                    <a:pt x="697" y="70"/>
                  </a:lnTo>
                  <a:lnTo>
                    <a:pt x="698" y="70"/>
                  </a:lnTo>
                  <a:lnTo>
                    <a:pt x="699" y="70"/>
                  </a:lnTo>
                  <a:lnTo>
                    <a:pt x="699" y="68"/>
                  </a:lnTo>
                  <a:lnTo>
                    <a:pt x="701" y="68"/>
                  </a:lnTo>
                  <a:lnTo>
                    <a:pt x="702" y="70"/>
                  </a:lnTo>
                  <a:lnTo>
                    <a:pt x="702" y="71"/>
                  </a:lnTo>
                  <a:lnTo>
                    <a:pt x="703" y="72"/>
                  </a:lnTo>
                  <a:lnTo>
                    <a:pt x="705" y="72"/>
                  </a:lnTo>
                  <a:lnTo>
                    <a:pt x="705" y="74"/>
                  </a:lnTo>
                  <a:lnTo>
                    <a:pt x="706" y="75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8" y="76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2" y="79"/>
                  </a:lnTo>
                  <a:lnTo>
                    <a:pt x="714" y="79"/>
                  </a:lnTo>
                  <a:lnTo>
                    <a:pt x="715" y="80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9" y="79"/>
                  </a:lnTo>
                  <a:lnTo>
                    <a:pt x="720" y="77"/>
                  </a:lnTo>
                  <a:lnTo>
                    <a:pt x="720" y="79"/>
                  </a:lnTo>
                  <a:lnTo>
                    <a:pt x="720" y="80"/>
                  </a:lnTo>
                  <a:lnTo>
                    <a:pt x="719" y="81"/>
                  </a:lnTo>
                  <a:lnTo>
                    <a:pt x="719" y="83"/>
                  </a:lnTo>
                  <a:lnTo>
                    <a:pt x="720" y="84"/>
                  </a:lnTo>
                  <a:lnTo>
                    <a:pt x="722" y="84"/>
                  </a:lnTo>
                  <a:lnTo>
                    <a:pt x="722" y="87"/>
                  </a:lnTo>
                  <a:lnTo>
                    <a:pt x="723" y="88"/>
                  </a:lnTo>
                  <a:lnTo>
                    <a:pt x="723" y="91"/>
                  </a:lnTo>
                  <a:lnTo>
                    <a:pt x="722" y="91"/>
                  </a:lnTo>
                  <a:lnTo>
                    <a:pt x="722" y="93"/>
                  </a:lnTo>
                  <a:lnTo>
                    <a:pt x="724" y="96"/>
                  </a:lnTo>
                  <a:lnTo>
                    <a:pt x="726" y="96"/>
                  </a:lnTo>
                  <a:lnTo>
                    <a:pt x="727" y="99"/>
                  </a:lnTo>
                  <a:lnTo>
                    <a:pt x="728" y="100"/>
                  </a:lnTo>
                  <a:lnTo>
                    <a:pt x="730" y="100"/>
                  </a:lnTo>
                  <a:lnTo>
                    <a:pt x="731" y="99"/>
                  </a:lnTo>
                  <a:lnTo>
                    <a:pt x="734" y="99"/>
                  </a:lnTo>
                  <a:lnTo>
                    <a:pt x="734" y="100"/>
                  </a:lnTo>
                  <a:lnTo>
                    <a:pt x="735" y="101"/>
                  </a:lnTo>
                  <a:lnTo>
                    <a:pt x="736" y="101"/>
                  </a:lnTo>
                  <a:lnTo>
                    <a:pt x="737" y="100"/>
                  </a:lnTo>
                  <a:lnTo>
                    <a:pt x="739" y="100"/>
                  </a:lnTo>
                  <a:lnTo>
                    <a:pt x="740" y="100"/>
                  </a:lnTo>
                  <a:lnTo>
                    <a:pt x="743" y="100"/>
                  </a:lnTo>
                  <a:lnTo>
                    <a:pt x="744" y="99"/>
                  </a:lnTo>
                  <a:lnTo>
                    <a:pt x="745" y="97"/>
                  </a:lnTo>
                  <a:lnTo>
                    <a:pt x="745" y="96"/>
                  </a:lnTo>
                  <a:lnTo>
                    <a:pt x="747" y="95"/>
                  </a:lnTo>
                  <a:lnTo>
                    <a:pt x="748" y="93"/>
                  </a:lnTo>
                  <a:lnTo>
                    <a:pt x="748" y="91"/>
                  </a:lnTo>
                  <a:lnTo>
                    <a:pt x="748" y="89"/>
                  </a:lnTo>
                  <a:lnTo>
                    <a:pt x="751" y="89"/>
                  </a:lnTo>
                  <a:lnTo>
                    <a:pt x="752" y="89"/>
                  </a:lnTo>
                  <a:lnTo>
                    <a:pt x="753" y="87"/>
                  </a:lnTo>
                  <a:lnTo>
                    <a:pt x="755" y="87"/>
                  </a:lnTo>
                  <a:lnTo>
                    <a:pt x="756" y="87"/>
                  </a:lnTo>
                  <a:lnTo>
                    <a:pt x="756" y="84"/>
                  </a:lnTo>
                  <a:lnTo>
                    <a:pt x="757" y="83"/>
                  </a:lnTo>
                  <a:lnTo>
                    <a:pt x="759" y="83"/>
                  </a:lnTo>
                  <a:lnTo>
                    <a:pt x="760" y="81"/>
                  </a:lnTo>
                  <a:lnTo>
                    <a:pt x="762" y="83"/>
                  </a:lnTo>
                  <a:lnTo>
                    <a:pt x="764" y="84"/>
                  </a:lnTo>
                  <a:lnTo>
                    <a:pt x="765" y="84"/>
                  </a:lnTo>
                  <a:lnTo>
                    <a:pt x="766" y="85"/>
                  </a:lnTo>
                  <a:lnTo>
                    <a:pt x="768" y="87"/>
                  </a:lnTo>
                  <a:lnTo>
                    <a:pt x="766" y="88"/>
                  </a:lnTo>
                  <a:lnTo>
                    <a:pt x="766" y="89"/>
                  </a:lnTo>
                  <a:lnTo>
                    <a:pt x="769" y="92"/>
                  </a:lnTo>
                  <a:lnTo>
                    <a:pt x="769" y="93"/>
                  </a:lnTo>
                  <a:lnTo>
                    <a:pt x="770" y="95"/>
                  </a:lnTo>
                  <a:lnTo>
                    <a:pt x="772" y="96"/>
                  </a:lnTo>
                  <a:lnTo>
                    <a:pt x="772" y="99"/>
                  </a:lnTo>
                  <a:lnTo>
                    <a:pt x="772" y="100"/>
                  </a:lnTo>
                  <a:lnTo>
                    <a:pt x="770" y="101"/>
                  </a:lnTo>
                  <a:lnTo>
                    <a:pt x="769" y="101"/>
                  </a:lnTo>
                  <a:lnTo>
                    <a:pt x="768" y="104"/>
                  </a:lnTo>
                  <a:lnTo>
                    <a:pt x="768" y="104"/>
                  </a:lnTo>
                  <a:lnTo>
                    <a:pt x="768" y="105"/>
                  </a:lnTo>
                  <a:lnTo>
                    <a:pt x="769" y="106"/>
                  </a:lnTo>
                  <a:lnTo>
                    <a:pt x="769" y="108"/>
                  </a:lnTo>
                  <a:lnTo>
                    <a:pt x="768" y="110"/>
                  </a:lnTo>
                  <a:lnTo>
                    <a:pt x="769" y="112"/>
                  </a:lnTo>
                  <a:lnTo>
                    <a:pt x="769" y="112"/>
                  </a:lnTo>
                  <a:lnTo>
                    <a:pt x="769" y="113"/>
                  </a:lnTo>
                  <a:lnTo>
                    <a:pt x="770" y="114"/>
                  </a:lnTo>
                  <a:lnTo>
                    <a:pt x="770" y="114"/>
                  </a:lnTo>
                  <a:lnTo>
                    <a:pt x="769" y="116"/>
                  </a:lnTo>
                  <a:lnTo>
                    <a:pt x="769" y="116"/>
                  </a:lnTo>
                  <a:lnTo>
                    <a:pt x="769" y="118"/>
                  </a:lnTo>
                  <a:lnTo>
                    <a:pt x="770" y="121"/>
                  </a:lnTo>
                  <a:lnTo>
                    <a:pt x="770" y="122"/>
                  </a:lnTo>
                  <a:lnTo>
                    <a:pt x="770" y="124"/>
                  </a:lnTo>
                  <a:lnTo>
                    <a:pt x="769" y="124"/>
                  </a:lnTo>
                  <a:lnTo>
                    <a:pt x="769" y="125"/>
                  </a:lnTo>
                  <a:lnTo>
                    <a:pt x="769" y="126"/>
                  </a:lnTo>
                  <a:lnTo>
                    <a:pt x="769" y="127"/>
                  </a:lnTo>
                  <a:lnTo>
                    <a:pt x="770" y="129"/>
                  </a:lnTo>
                  <a:lnTo>
                    <a:pt x="769" y="130"/>
                  </a:lnTo>
                  <a:lnTo>
                    <a:pt x="768" y="130"/>
                  </a:lnTo>
                  <a:lnTo>
                    <a:pt x="769" y="131"/>
                  </a:lnTo>
                  <a:lnTo>
                    <a:pt x="769" y="134"/>
                  </a:lnTo>
                  <a:lnTo>
                    <a:pt x="769" y="134"/>
                  </a:lnTo>
                  <a:lnTo>
                    <a:pt x="768" y="137"/>
                  </a:lnTo>
                  <a:lnTo>
                    <a:pt x="768" y="138"/>
                  </a:lnTo>
                  <a:lnTo>
                    <a:pt x="768" y="139"/>
                  </a:lnTo>
                  <a:lnTo>
                    <a:pt x="768" y="141"/>
                  </a:lnTo>
                  <a:lnTo>
                    <a:pt x="768" y="142"/>
                  </a:lnTo>
                  <a:lnTo>
                    <a:pt x="769" y="143"/>
                  </a:lnTo>
                  <a:lnTo>
                    <a:pt x="769" y="145"/>
                  </a:lnTo>
                  <a:lnTo>
                    <a:pt x="768" y="146"/>
                  </a:lnTo>
                  <a:lnTo>
                    <a:pt x="766" y="146"/>
                  </a:lnTo>
                  <a:lnTo>
                    <a:pt x="765" y="146"/>
                  </a:lnTo>
                  <a:lnTo>
                    <a:pt x="759" y="145"/>
                  </a:lnTo>
                  <a:lnTo>
                    <a:pt x="757" y="143"/>
                  </a:lnTo>
                  <a:lnTo>
                    <a:pt x="755" y="143"/>
                  </a:lnTo>
                  <a:lnTo>
                    <a:pt x="753" y="143"/>
                  </a:lnTo>
                  <a:lnTo>
                    <a:pt x="752" y="147"/>
                  </a:lnTo>
                  <a:lnTo>
                    <a:pt x="751" y="149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7" y="151"/>
                  </a:lnTo>
                  <a:lnTo>
                    <a:pt x="747" y="152"/>
                  </a:lnTo>
                  <a:lnTo>
                    <a:pt x="748" y="154"/>
                  </a:lnTo>
                  <a:lnTo>
                    <a:pt x="751" y="158"/>
                  </a:lnTo>
                  <a:lnTo>
                    <a:pt x="751" y="160"/>
                  </a:lnTo>
                  <a:lnTo>
                    <a:pt x="752" y="162"/>
                  </a:lnTo>
                  <a:lnTo>
                    <a:pt x="753" y="163"/>
                  </a:lnTo>
                  <a:lnTo>
                    <a:pt x="753" y="166"/>
                  </a:lnTo>
                  <a:lnTo>
                    <a:pt x="753" y="168"/>
                  </a:lnTo>
                  <a:lnTo>
                    <a:pt x="753" y="171"/>
                  </a:lnTo>
                  <a:lnTo>
                    <a:pt x="753" y="175"/>
                  </a:lnTo>
                  <a:lnTo>
                    <a:pt x="755" y="175"/>
                  </a:lnTo>
                  <a:lnTo>
                    <a:pt x="755" y="177"/>
                  </a:lnTo>
                  <a:lnTo>
                    <a:pt x="756" y="180"/>
                  </a:lnTo>
                  <a:lnTo>
                    <a:pt x="755" y="181"/>
                  </a:lnTo>
                  <a:lnTo>
                    <a:pt x="755" y="183"/>
                  </a:lnTo>
                  <a:lnTo>
                    <a:pt x="755" y="184"/>
                  </a:lnTo>
                  <a:lnTo>
                    <a:pt x="755" y="185"/>
                  </a:lnTo>
                  <a:lnTo>
                    <a:pt x="755" y="185"/>
                  </a:lnTo>
                  <a:lnTo>
                    <a:pt x="751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91"/>
                  </a:lnTo>
                  <a:lnTo>
                    <a:pt x="751" y="192"/>
                  </a:lnTo>
                  <a:lnTo>
                    <a:pt x="740" y="201"/>
                  </a:lnTo>
                  <a:lnTo>
                    <a:pt x="737" y="218"/>
                  </a:lnTo>
                  <a:lnTo>
                    <a:pt x="703" y="243"/>
                  </a:lnTo>
                  <a:lnTo>
                    <a:pt x="697" y="246"/>
                  </a:lnTo>
                  <a:lnTo>
                    <a:pt x="697" y="246"/>
                  </a:lnTo>
                  <a:lnTo>
                    <a:pt x="695" y="243"/>
                  </a:lnTo>
                  <a:lnTo>
                    <a:pt x="693" y="247"/>
                  </a:lnTo>
                  <a:lnTo>
                    <a:pt x="690" y="247"/>
                  </a:lnTo>
                  <a:lnTo>
                    <a:pt x="689" y="249"/>
                  </a:lnTo>
                  <a:lnTo>
                    <a:pt x="687" y="247"/>
                  </a:lnTo>
                  <a:lnTo>
                    <a:pt x="683" y="250"/>
                  </a:lnTo>
                  <a:lnTo>
                    <a:pt x="681" y="250"/>
                  </a:lnTo>
                  <a:lnTo>
                    <a:pt x="681" y="251"/>
                  </a:lnTo>
                  <a:lnTo>
                    <a:pt x="680" y="251"/>
                  </a:lnTo>
                  <a:lnTo>
                    <a:pt x="674" y="255"/>
                  </a:lnTo>
                  <a:lnTo>
                    <a:pt x="672" y="258"/>
                  </a:lnTo>
                  <a:lnTo>
                    <a:pt x="672" y="260"/>
                  </a:lnTo>
                  <a:lnTo>
                    <a:pt x="672" y="260"/>
                  </a:lnTo>
                  <a:lnTo>
                    <a:pt x="669" y="262"/>
                  </a:lnTo>
                  <a:lnTo>
                    <a:pt x="666" y="266"/>
                  </a:lnTo>
                  <a:lnTo>
                    <a:pt x="665" y="266"/>
                  </a:lnTo>
                  <a:lnTo>
                    <a:pt x="664" y="267"/>
                  </a:lnTo>
                  <a:lnTo>
                    <a:pt x="662" y="267"/>
                  </a:lnTo>
                  <a:lnTo>
                    <a:pt x="662" y="266"/>
                  </a:lnTo>
                  <a:lnTo>
                    <a:pt x="660" y="264"/>
                  </a:lnTo>
                  <a:lnTo>
                    <a:pt x="661" y="262"/>
                  </a:lnTo>
                  <a:lnTo>
                    <a:pt x="662" y="262"/>
                  </a:lnTo>
                  <a:lnTo>
                    <a:pt x="664" y="260"/>
                  </a:lnTo>
                  <a:lnTo>
                    <a:pt x="666" y="260"/>
                  </a:lnTo>
                  <a:lnTo>
                    <a:pt x="668" y="260"/>
                  </a:lnTo>
                  <a:lnTo>
                    <a:pt x="668" y="259"/>
                  </a:lnTo>
                  <a:lnTo>
                    <a:pt x="666" y="259"/>
                  </a:lnTo>
                  <a:lnTo>
                    <a:pt x="666" y="258"/>
                  </a:lnTo>
                  <a:lnTo>
                    <a:pt x="669" y="256"/>
                  </a:lnTo>
                  <a:lnTo>
                    <a:pt x="670" y="254"/>
                  </a:lnTo>
                  <a:lnTo>
                    <a:pt x="668" y="256"/>
                  </a:lnTo>
                  <a:lnTo>
                    <a:pt x="665" y="256"/>
                  </a:lnTo>
                  <a:lnTo>
                    <a:pt x="664" y="255"/>
                  </a:lnTo>
                  <a:lnTo>
                    <a:pt x="664" y="254"/>
                  </a:lnTo>
                  <a:lnTo>
                    <a:pt x="665" y="254"/>
                  </a:lnTo>
                  <a:lnTo>
                    <a:pt x="665" y="252"/>
                  </a:lnTo>
                  <a:lnTo>
                    <a:pt x="662" y="250"/>
                  </a:lnTo>
                  <a:lnTo>
                    <a:pt x="662" y="246"/>
                  </a:lnTo>
                  <a:lnTo>
                    <a:pt x="662" y="246"/>
                  </a:lnTo>
                  <a:lnTo>
                    <a:pt x="665" y="246"/>
                  </a:lnTo>
                  <a:lnTo>
                    <a:pt x="665" y="242"/>
                  </a:lnTo>
                  <a:lnTo>
                    <a:pt x="668" y="239"/>
                  </a:lnTo>
                  <a:lnTo>
                    <a:pt x="668" y="238"/>
                  </a:lnTo>
                  <a:lnTo>
                    <a:pt x="669" y="237"/>
                  </a:lnTo>
                  <a:lnTo>
                    <a:pt x="669" y="235"/>
                  </a:lnTo>
                  <a:lnTo>
                    <a:pt x="664" y="231"/>
                  </a:lnTo>
                  <a:lnTo>
                    <a:pt x="660" y="227"/>
                  </a:lnTo>
                  <a:lnTo>
                    <a:pt x="660" y="230"/>
                  </a:lnTo>
                  <a:lnTo>
                    <a:pt x="657" y="230"/>
                  </a:lnTo>
                  <a:lnTo>
                    <a:pt x="656" y="229"/>
                  </a:lnTo>
                  <a:lnTo>
                    <a:pt x="653" y="229"/>
                  </a:lnTo>
                  <a:lnTo>
                    <a:pt x="652" y="231"/>
                  </a:lnTo>
                  <a:lnTo>
                    <a:pt x="651" y="233"/>
                  </a:lnTo>
                  <a:lnTo>
                    <a:pt x="651" y="235"/>
                  </a:lnTo>
                  <a:lnTo>
                    <a:pt x="648" y="238"/>
                  </a:lnTo>
                  <a:lnTo>
                    <a:pt x="648" y="242"/>
                  </a:lnTo>
                  <a:lnTo>
                    <a:pt x="647" y="242"/>
                  </a:lnTo>
                  <a:lnTo>
                    <a:pt x="644" y="246"/>
                  </a:lnTo>
                  <a:lnTo>
                    <a:pt x="643" y="246"/>
                  </a:lnTo>
                  <a:lnTo>
                    <a:pt x="637" y="249"/>
                  </a:lnTo>
                  <a:lnTo>
                    <a:pt x="636" y="254"/>
                  </a:lnTo>
                  <a:lnTo>
                    <a:pt x="636" y="255"/>
                  </a:lnTo>
                  <a:lnTo>
                    <a:pt x="636" y="256"/>
                  </a:lnTo>
                  <a:lnTo>
                    <a:pt x="637" y="259"/>
                  </a:lnTo>
                  <a:lnTo>
                    <a:pt x="635" y="259"/>
                  </a:lnTo>
                  <a:lnTo>
                    <a:pt x="636" y="260"/>
                  </a:lnTo>
                  <a:lnTo>
                    <a:pt x="635" y="263"/>
                  </a:lnTo>
                  <a:lnTo>
                    <a:pt x="632" y="263"/>
                  </a:lnTo>
                  <a:lnTo>
                    <a:pt x="628" y="263"/>
                  </a:lnTo>
                  <a:lnTo>
                    <a:pt x="623" y="262"/>
                  </a:lnTo>
                  <a:lnTo>
                    <a:pt x="623" y="263"/>
                  </a:lnTo>
                  <a:lnTo>
                    <a:pt x="622" y="263"/>
                  </a:lnTo>
                  <a:lnTo>
                    <a:pt x="622" y="266"/>
                  </a:lnTo>
                  <a:lnTo>
                    <a:pt x="622" y="267"/>
                  </a:lnTo>
                  <a:lnTo>
                    <a:pt x="622" y="268"/>
                  </a:lnTo>
                  <a:lnTo>
                    <a:pt x="620" y="270"/>
                  </a:lnTo>
                  <a:lnTo>
                    <a:pt x="622" y="272"/>
                  </a:lnTo>
                  <a:lnTo>
                    <a:pt x="622" y="275"/>
                  </a:lnTo>
                  <a:lnTo>
                    <a:pt x="624" y="276"/>
                  </a:lnTo>
                  <a:lnTo>
                    <a:pt x="628" y="279"/>
                  </a:lnTo>
                  <a:lnTo>
                    <a:pt x="628" y="280"/>
                  </a:lnTo>
                  <a:lnTo>
                    <a:pt x="631" y="284"/>
                  </a:lnTo>
                  <a:lnTo>
                    <a:pt x="631" y="283"/>
                  </a:lnTo>
                  <a:lnTo>
                    <a:pt x="631" y="284"/>
                  </a:lnTo>
                  <a:lnTo>
                    <a:pt x="632" y="283"/>
                  </a:lnTo>
                  <a:lnTo>
                    <a:pt x="633" y="283"/>
                  </a:lnTo>
                  <a:lnTo>
                    <a:pt x="633" y="283"/>
                  </a:lnTo>
                  <a:lnTo>
                    <a:pt x="635" y="283"/>
                  </a:lnTo>
                  <a:lnTo>
                    <a:pt x="639" y="283"/>
                  </a:lnTo>
                  <a:lnTo>
                    <a:pt x="639" y="285"/>
                  </a:lnTo>
                  <a:lnTo>
                    <a:pt x="639" y="288"/>
                  </a:lnTo>
                  <a:lnTo>
                    <a:pt x="641" y="295"/>
                  </a:lnTo>
                  <a:lnTo>
                    <a:pt x="645" y="295"/>
                  </a:lnTo>
                  <a:lnTo>
                    <a:pt x="647" y="293"/>
                  </a:lnTo>
                  <a:lnTo>
                    <a:pt x="649" y="293"/>
                  </a:lnTo>
                  <a:lnTo>
                    <a:pt x="651" y="293"/>
                  </a:lnTo>
                  <a:lnTo>
                    <a:pt x="652" y="291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53" y="288"/>
                  </a:lnTo>
                  <a:lnTo>
                    <a:pt x="655" y="287"/>
                  </a:lnTo>
                  <a:lnTo>
                    <a:pt x="655" y="284"/>
                  </a:lnTo>
                  <a:lnTo>
                    <a:pt x="655" y="283"/>
                  </a:lnTo>
                  <a:lnTo>
                    <a:pt x="657" y="283"/>
                  </a:lnTo>
                  <a:lnTo>
                    <a:pt x="662" y="280"/>
                  </a:lnTo>
                  <a:lnTo>
                    <a:pt x="664" y="281"/>
                  </a:lnTo>
                  <a:lnTo>
                    <a:pt x="665" y="283"/>
                  </a:lnTo>
                  <a:lnTo>
                    <a:pt x="666" y="284"/>
                  </a:lnTo>
                  <a:lnTo>
                    <a:pt x="668" y="285"/>
                  </a:lnTo>
                  <a:lnTo>
                    <a:pt x="669" y="287"/>
                  </a:lnTo>
                  <a:lnTo>
                    <a:pt x="677" y="285"/>
                  </a:lnTo>
                  <a:lnTo>
                    <a:pt x="677" y="285"/>
                  </a:lnTo>
                  <a:lnTo>
                    <a:pt x="680" y="285"/>
                  </a:lnTo>
                  <a:lnTo>
                    <a:pt x="680" y="285"/>
                  </a:lnTo>
                  <a:lnTo>
                    <a:pt x="683" y="285"/>
                  </a:lnTo>
                  <a:lnTo>
                    <a:pt x="686" y="285"/>
                  </a:lnTo>
                  <a:lnTo>
                    <a:pt x="687" y="285"/>
                  </a:lnTo>
                  <a:lnTo>
                    <a:pt x="685" y="287"/>
                  </a:lnTo>
                  <a:lnTo>
                    <a:pt x="685" y="288"/>
                  </a:lnTo>
                  <a:lnTo>
                    <a:pt x="686" y="291"/>
                  </a:lnTo>
                  <a:lnTo>
                    <a:pt x="685" y="291"/>
                  </a:lnTo>
                  <a:lnTo>
                    <a:pt x="683" y="292"/>
                  </a:lnTo>
                  <a:lnTo>
                    <a:pt x="683" y="295"/>
                  </a:lnTo>
                  <a:lnTo>
                    <a:pt x="686" y="295"/>
                  </a:lnTo>
                  <a:lnTo>
                    <a:pt x="686" y="296"/>
                  </a:lnTo>
                  <a:lnTo>
                    <a:pt x="683" y="299"/>
                  </a:lnTo>
                  <a:lnTo>
                    <a:pt x="680" y="296"/>
                  </a:lnTo>
                  <a:lnTo>
                    <a:pt x="680" y="295"/>
                  </a:lnTo>
                  <a:lnTo>
                    <a:pt x="678" y="296"/>
                  </a:lnTo>
                  <a:lnTo>
                    <a:pt x="678" y="295"/>
                  </a:lnTo>
                  <a:lnTo>
                    <a:pt x="676" y="299"/>
                  </a:lnTo>
                  <a:lnTo>
                    <a:pt x="674" y="299"/>
                  </a:lnTo>
                  <a:lnTo>
                    <a:pt x="672" y="300"/>
                  </a:lnTo>
                  <a:lnTo>
                    <a:pt x="669" y="300"/>
                  </a:lnTo>
                  <a:lnTo>
                    <a:pt x="669" y="301"/>
                  </a:lnTo>
                  <a:lnTo>
                    <a:pt x="666" y="300"/>
                  </a:lnTo>
                  <a:lnTo>
                    <a:pt x="664" y="300"/>
                  </a:lnTo>
                  <a:lnTo>
                    <a:pt x="666" y="301"/>
                  </a:lnTo>
                  <a:lnTo>
                    <a:pt x="668" y="304"/>
                  </a:lnTo>
                  <a:lnTo>
                    <a:pt x="664" y="304"/>
                  </a:lnTo>
                  <a:lnTo>
                    <a:pt x="664" y="306"/>
                  </a:lnTo>
                  <a:lnTo>
                    <a:pt x="661" y="306"/>
                  </a:lnTo>
                  <a:lnTo>
                    <a:pt x="658" y="309"/>
                  </a:lnTo>
                  <a:lnTo>
                    <a:pt x="660" y="310"/>
                  </a:lnTo>
                  <a:lnTo>
                    <a:pt x="662" y="312"/>
                  </a:lnTo>
                  <a:lnTo>
                    <a:pt x="660" y="314"/>
                  </a:lnTo>
                  <a:lnTo>
                    <a:pt x="658" y="313"/>
                  </a:lnTo>
                  <a:lnTo>
                    <a:pt x="657" y="317"/>
                  </a:lnTo>
                  <a:lnTo>
                    <a:pt x="655" y="317"/>
                  </a:lnTo>
                  <a:lnTo>
                    <a:pt x="655" y="317"/>
                  </a:lnTo>
                  <a:lnTo>
                    <a:pt x="653" y="320"/>
                  </a:lnTo>
                  <a:lnTo>
                    <a:pt x="655" y="322"/>
                  </a:lnTo>
                  <a:lnTo>
                    <a:pt x="653" y="326"/>
                  </a:lnTo>
                  <a:lnTo>
                    <a:pt x="653" y="333"/>
                  </a:lnTo>
                  <a:lnTo>
                    <a:pt x="655" y="333"/>
                  </a:lnTo>
                  <a:lnTo>
                    <a:pt x="661" y="335"/>
                  </a:lnTo>
                  <a:lnTo>
                    <a:pt x="661" y="337"/>
                  </a:lnTo>
                  <a:lnTo>
                    <a:pt x="662" y="337"/>
                  </a:lnTo>
                  <a:lnTo>
                    <a:pt x="669" y="339"/>
                  </a:lnTo>
                  <a:lnTo>
                    <a:pt x="673" y="347"/>
                  </a:lnTo>
                  <a:lnTo>
                    <a:pt x="673" y="347"/>
                  </a:lnTo>
                  <a:lnTo>
                    <a:pt x="672" y="350"/>
                  </a:lnTo>
                  <a:lnTo>
                    <a:pt x="674" y="351"/>
                  </a:lnTo>
                  <a:lnTo>
                    <a:pt x="674" y="354"/>
                  </a:lnTo>
                  <a:lnTo>
                    <a:pt x="680" y="358"/>
                  </a:lnTo>
                  <a:lnTo>
                    <a:pt x="680" y="360"/>
                  </a:lnTo>
                  <a:lnTo>
                    <a:pt x="682" y="366"/>
                  </a:lnTo>
                  <a:lnTo>
                    <a:pt x="685" y="366"/>
                  </a:lnTo>
                  <a:lnTo>
                    <a:pt x="687" y="366"/>
                  </a:lnTo>
                  <a:lnTo>
                    <a:pt x="689" y="367"/>
                  </a:lnTo>
                  <a:lnTo>
                    <a:pt x="689" y="368"/>
                  </a:lnTo>
                  <a:lnTo>
                    <a:pt x="691" y="371"/>
                  </a:lnTo>
                  <a:lnTo>
                    <a:pt x="693" y="372"/>
                  </a:lnTo>
                  <a:lnTo>
                    <a:pt x="694" y="375"/>
                  </a:lnTo>
                  <a:lnTo>
                    <a:pt x="693" y="376"/>
                  </a:lnTo>
                  <a:lnTo>
                    <a:pt x="687" y="375"/>
                  </a:lnTo>
                  <a:lnTo>
                    <a:pt x="685" y="376"/>
                  </a:lnTo>
                  <a:lnTo>
                    <a:pt x="682" y="374"/>
                  </a:lnTo>
                  <a:lnTo>
                    <a:pt x="681" y="374"/>
                  </a:lnTo>
                  <a:lnTo>
                    <a:pt x="678" y="372"/>
                  </a:lnTo>
                  <a:lnTo>
                    <a:pt x="674" y="372"/>
                  </a:lnTo>
                  <a:lnTo>
                    <a:pt x="673" y="374"/>
                  </a:lnTo>
                  <a:lnTo>
                    <a:pt x="670" y="374"/>
                  </a:lnTo>
                  <a:lnTo>
                    <a:pt x="669" y="372"/>
                  </a:lnTo>
                  <a:lnTo>
                    <a:pt x="668" y="368"/>
                  </a:lnTo>
                  <a:lnTo>
                    <a:pt x="664" y="370"/>
                  </a:lnTo>
                  <a:lnTo>
                    <a:pt x="662" y="370"/>
                  </a:lnTo>
                  <a:lnTo>
                    <a:pt x="661" y="370"/>
                  </a:lnTo>
                  <a:lnTo>
                    <a:pt x="660" y="370"/>
                  </a:lnTo>
                  <a:lnTo>
                    <a:pt x="658" y="370"/>
                  </a:lnTo>
                  <a:lnTo>
                    <a:pt x="657" y="371"/>
                  </a:lnTo>
                  <a:lnTo>
                    <a:pt x="655" y="376"/>
                  </a:lnTo>
                  <a:lnTo>
                    <a:pt x="657" y="372"/>
                  </a:lnTo>
                  <a:lnTo>
                    <a:pt x="660" y="371"/>
                  </a:lnTo>
                  <a:lnTo>
                    <a:pt x="662" y="371"/>
                  </a:lnTo>
                  <a:lnTo>
                    <a:pt x="665" y="371"/>
                  </a:lnTo>
                  <a:lnTo>
                    <a:pt x="666" y="371"/>
                  </a:lnTo>
                  <a:lnTo>
                    <a:pt x="666" y="372"/>
                  </a:lnTo>
                  <a:lnTo>
                    <a:pt x="670" y="375"/>
                  </a:lnTo>
                  <a:lnTo>
                    <a:pt x="672" y="375"/>
                  </a:lnTo>
                  <a:lnTo>
                    <a:pt x="676" y="372"/>
                  </a:lnTo>
                  <a:lnTo>
                    <a:pt x="678" y="372"/>
                  </a:lnTo>
                  <a:lnTo>
                    <a:pt x="682" y="378"/>
                  </a:lnTo>
                  <a:lnTo>
                    <a:pt x="686" y="380"/>
                  </a:lnTo>
                  <a:lnTo>
                    <a:pt x="693" y="384"/>
                  </a:lnTo>
                  <a:lnTo>
                    <a:pt x="695" y="388"/>
                  </a:lnTo>
                  <a:lnTo>
                    <a:pt x="695" y="389"/>
                  </a:lnTo>
                  <a:lnTo>
                    <a:pt x="693" y="391"/>
                  </a:lnTo>
                  <a:lnTo>
                    <a:pt x="690" y="393"/>
                  </a:lnTo>
                  <a:lnTo>
                    <a:pt x="687" y="393"/>
                  </a:lnTo>
                  <a:lnTo>
                    <a:pt x="687" y="395"/>
                  </a:lnTo>
                  <a:lnTo>
                    <a:pt x="686" y="396"/>
                  </a:lnTo>
                  <a:lnTo>
                    <a:pt x="685" y="397"/>
                  </a:lnTo>
                  <a:lnTo>
                    <a:pt x="682" y="396"/>
                  </a:lnTo>
                  <a:lnTo>
                    <a:pt x="681" y="397"/>
                  </a:lnTo>
                  <a:lnTo>
                    <a:pt x="678" y="397"/>
                  </a:lnTo>
                  <a:lnTo>
                    <a:pt x="676" y="400"/>
                  </a:lnTo>
                  <a:lnTo>
                    <a:pt x="676" y="403"/>
                  </a:lnTo>
                  <a:lnTo>
                    <a:pt x="677" y="400"/>
                  </a:lnTo>
                  <a:lnTo>
                    <a:pt x="678" y="399"/>
                  </a:lnTo>
                  <a:lnTo>
                    <a:pt x="681" y="397"/>
                  </a:lnTo>
                  <a:lnTo>
                    <a:pt x="683" y="401"/>
                  </a:lnTo>
                  <a:lnTo>
                    <a:pt x="686" y="401"/>
                  </a:lnTo>
                  <a:lnTo>
                    <a:pt x="689" y="399"/>
                  </a:lnTo>
                  <a:lnTo>
                    <a:pt x="691" y="399"/>
                  </a:lnTo>
                  <a:lnTo>
                    <a:pt x="695" y="404"/>
                  </a:lnTo>
                  <a:lnTo>
                    <a:pt x="697" y="403"/>
                  </a:lnTo>
                  <a:lnTo>
                    <a:pt x="698" y="404"/>
                  </a:lnTo>
                  <a:lnTo>
                    <a:pt x="699" y="404"/>
                  </a:lnTo>
                  <a:lnTo>
                    <a:pt x="701" y="405"/>
                  </a:lnTo>
                  <a:lnTo>
                    <a:pt x="695" y="409"/>
                  </a:lnTo>
                  <a:lnTo>
                    <a:pt x="691" y="410"/>
                  </a:lnTo>
                  <a:lnTo>
                    <a:pt x="691" y="413"/>
                  </a:lnTo>
                  <a:lnTo>
                    <a:pt x="693" y="413"/>
                  </a:lnTo>
                  <a:lnTo>
                    <a:pt x="697" y="410"/>
                  </a:lnTo>
                  <a:lnTo>
                    <a:pt x="699" y="410"/>
                  </a:lnTo>
                  <a:lnTo>
                    <a:pt x="699" y="409"/>
                  </a:lnTo>
                  <a:lnTo>
                    <a:pt x="698" y="409"/>
                  </a:lnTo>
                  <a:lnTo>
                    <a:pt x="699" y="408"/>
                  </a:lnTo>
                  <a:lnTo>
                    <a:pt x="701" y="408"/>
                  </a:lnTo>
                  <a:lnTo>
                    <a:pt x="702" y="412"/>
                  </a:lnTo>
                  <a:lnTo>
                    <a:pt x="702" y="413"/>
                  </a:lnTo>
                  <a:lnTo>
                    <a:pt x="701" y="414"/>
                  </a:lnTo>
                  <a:lnTo>
                    <a:pt x="701" y="413"/>
                  </a:lnTo>
                  <a:lnTo>
                    <a:pt x="699" y="413"/>
                  </a:lnTo>
                  <a:lnTo>
                    <a:pt x="699" y="414"/>
                  </a:lnTo>
                  <a:lnTo>
                    <a:pt x="698" y="414"/>
                  </a:lnTo>
                  <a:lnTo>
                    <a:pt x="695" y="414"/>
                  </a:lnTo>
                  <a:lnTo>
                    <a:pt x="693" y="416"/>
                  </a:lnTo>
                  <a:lnTo>
                    <a:pt x="693" y="417"/>
                  </a:lnTo>
                  <a:lnTo>
                    <a:pt x="697" y="417"/>
                  </a:lnTo>
                  <a:lnTo>
                    <a:pt x="698" y="418"/>
                  </a:lnTo>
                  <a:lnTo>
                    <a:pt x="698" y="420"/>
                  </a:lnTo>
                  <a:lnTo>
                    <a:pt x="697" y="420"/>
                  </a:lnTo>
                  <a:lnTo>
                    <a:pt x="695" y="421"/>
                  </a:lnTo>
                  <a:lnTo>
                    <a:pt x="697" y="421"/>
                  </a:lnTo>
                  <a:lnTo>
                    <a:pt x="698" y="422"/>
                  </a:lnTo>
                  <a:lnTo>
                    <a:pt x="697" y="424"/>
                  </a:lnTo>
                  <a:lnTo>
                    <a:pt x="695" y="424"/>
                  </a:lnTo>
                  <a:lnTo>
                    <a:pt x="694" y="424"/>
                  </a:lnTo>
                  <a:lnTo>
                    <a:pt x="695" y="425"/>
                  </a:lnTo>
                  <a:lnTo>
                    <a:pt x="698" y="425"/>
                  </a:lnTo>
                  <a:lnTo>
                    <a:pt x="699" y="428"/>
                  </a:lnTo>
                  <a:lnTo>
                    <a:pt x="697" y="429"/>
                  </a:lnTo>
                  <a:lnTo>
                    <a:pt x="697" y="431"/>
                  </a:lnTo>
                  <a:lnTo>
                    <a:pt x="695" y="430"/>
                  </a:lnTo>
                  <a:lnTo>
                    <a:pt x="695" y="429"/>
                  </a:lnTo>
                  <a:lnTo>
                    <a:pt x="694" y="429"/>
                  </a:lnTo>
                  <a:lnTo>
                    <a:pt x="691" y="433"/>
                  </a:lnTo>
                  <a:lnTo>
                    <a:pt x="690" y="434"/>
                  </a:lnTo>
                  <a:lnTo>
                    <a:pt x="687" y="433"/>
                  </a:lnTo>
                  <a:lnTo>
                    <a:pt x="690" y="434"/>
                  </a:lnTo>
                  <a:lnTo>
                    <a:pt x="690" y="435"/>
                  </a:lnTo>
                  <a:lnTo>
                    <a:pt x="690" y="437"/>
                  </a:lnTo>
                  <a:lnTo>
                    <a:pt x="689" y="438"/>
                  </a:lnTo>
                  <a:lnTo>
                    <a:pt x="689" y="439"/>
                  </a:lnTo>
                  <a:lnTo>
                    <a:pt x="690" y="441"/>
                  </a:lnTo>
                  <a:lnTo>
                    <a:pt x="689" y="442"/>
                  </a:lnTo>
                  <a:lnTo>
                    <a:pt x="689" y="443"/>
                  </a:lnTo>
                  <a:lnTo>
                    <a:pt x="687" y="445"/>
                  </a:lnTo>
                  <a:lnTo>
                    <a:pt x="686" y="443"/>
                  </a:lnTo>
                  <a:lnTo>
                    <a:pt x="685" y="445"/>
                  </a:lnTo>
                  <a:lnTo>
                    <a:pt x="687" y="445"/>
                  </a:lnTo>
                  <a:lnTo>
                    <a:pt x="689" y="447"/>
                  </a:lnTo>
                  <a:lnTo>
                    <a:pt x="686" y="447"/>
                  </a:lnTo>
                  <a:lnTo>
                    <a:pt x="686" y="449"/>
                  </a:lnTo>
                  <a:lnTo>
                    <a:pt x="682" y="451"/>
                  </a:lnTo>
                  <a:lnTo>
                    <a:pt x="681" y="451"/>
                  </a:lnTo>
                  <a:lnTo>
                    <a:pt x="681" y="449"/>
                  </a:lnTo>
                  <a:lnTo>
                    <a:pt x="680" y="449"/>
                  </a:lnTo>
                  <a:lnTo>
                    <a:pt x="680" y="449"/>
                  </a:lnTo>
                  <a:lnTo>
                    <a:pt x="678" y="451"/>
                  </a:lnTo>
                  <a:lnTo>
                    <a:pt x="677" y="451"/>
                  </a:lnTo>
                  <a:lnTo>
                    <a:pt x="678" y="453"/>
                  </a:lnTo>
                  <a:lnTo>
                    <a:pt x="677" y="453"/>
                  </a:lnTo>
                  <a:lnTo>
                    <a:pt x="680" y="453"/>
                  </a:lnTo>
                  <a:lnTo>
                    <a:pt x="681" y="455"/>
                  </a:lnTo>
                  <a:lnTo>
                    <a:pt x="678" y="455"/>
                  </a:lnTo>
                  <a:lnTo>
                    <a:pt x="681" y="458"/>
                  </a:lnTo>
                  <a:lnTo>
                    <a:pt x="682" y="456"/>
                  </a:lnTo>
                  <a:lnTo>
                    <a:pt x="683" y="458"/>
                  </a:lnTo>
                  <a:lnTo>
                    <a:pt x="680" y="459"/>
                  </a:lnTo>
                  <a:lnTo>
                    <a:pt x="677" y="462"/>
                  </a:lnTo>
                  <a:lnTo>
                    <a:pt x="677" y="463"/>
                  </a:lnTo>
                  <a:lnTo>
                    <a:pt x="678" y="462"/>
                  </a:lnTo>
                  <a:lnTo>
                    <a:pt x="680" y="462"/>
                  </a:lnTo>
                  <a:lnTo>
                    <a:pt x="681" y="463"/>
                  </a:lnTo>
                  <a:lnTo>
                    <a:pt x="678" y="466"/>
                  </a:lnTo>
                  <a:lnTo>
                    <a:pt x="680" y="466"/>
                  </a:lnTo>
                  <a:lnTo>
                    <a:pt x="680" y="468"/>
                  </a:lnTo>
                  <a:lnTo>
                    <a:pt x="678" y="468"/>
                  </a:lnTo>
                  <a:lnTo>
                    <a:pt x="678" y="470"/>
                  </a:lnTo>
                  <a:lnTo>
                    <a:pt x="680" y="470"/>
                  </a:lnTo>
                  <a:lnTo>
                    <a:pt x="681" y="471"/>
                  </a:lnTo>
                  <a:lnTo>
                    <a:pt x="681" y="474"/>
                  </a:lnTo>
                  <a:lnTo>
                    <a:pt x="680" y="472"/>
                  </a:lnTo>
                  <a:lnTo>
                    <a:pt x="678" y="472"/>
                  </a:lnTo>
                  <a:lnTo>
                    <a:pt x="678" y="471"/>
                  </a:lnTo>
                  <a:lnTo>
                    <a:pt x="677" y="470"/>
                  </a:lnTo>
                  <a:lnTo>
                    <a:pt x="676" y="471"/>
                  </a:lnTo>
                  <a:lnTo>
                    <a:pt x="674" y="471"/>
                  </a:lnTo>
                  <a:lnTo>
                    <a:pt x="674" y="472"/>
                  </a:lnTo>
                  <a:lnTo>
                    <a:pt x="676" y="474"/>
                  </a:lnTo>
                  <a:lnTo>
                    <a:pt x="676" y="476"/>
                  </a:lnTo>
                  <a:lnTo>
                    <a:pt x="676" y="475"/>
                  </a:lnTo>
                  <a:lnTo>
                    <a:pt x="674" y="475"/>
                  </a:lnTo>
                  <a:lnTo>
                    <a:pt x="673" y="474"/>
                  </a:lnTo>
                  <a:lnTo>
                    <a:pt x="672" y="474"/>
                  </a:lnTo>
                  <a:lnTo>
                    <a:pt x="673" y="475"/>
                  </a:lnTo>
                  <a:lnTo>
                    <a:pt x="673" y="478"/>
                  </a:lnTo>
                  <a:lnTo>
                    <a:pt x="674" y="478"/>
                  </a:lnTo>
                  <a:lnTo>
                    <a:pt x="674" y="478"/>
                  </a:lnTo>
                  <a:lnTo>
                    <a:pt x="673" y="479"/>
                  </a:lnTo>
                  <a:lnTo>
                    <a:pt x="672" y="478"/>
                  </a:lnTo>
                  <a:lnTo>
                    <a:pt x="670" y="479"/>
                  </a:lnTo>
                  <a:lnTo>
                    <a:pt x="672" y="480"/>
                  </a:lnTo>
                  <a:lnTo>
                    <a:pt x="673" y="481"/>
                  </a:lnTo>
                  <a:lnTo>
                    <a:pt x="673" y="483"/>
                  </a:lnTo>
                  <a:lnTo>
                    <a:pt x="669" y="481"/>
                  </a:lnTo>
                  <a:lnTo>
                    <a:pt x="668" y="483"/>
                  </a:lnTo>
                  <a:lnTo>
                    <a:pt x="668" y="481"/>
                  </a:lnTo>
                  <a:lnTo>
                    <a:pt x="665" y="484"/>
                  </a:lnTo>
                  <a:lnTo>
                    <a:pt x="661" y="484"/>
                  </a:lnTo>
                  <a:lnTo>
                    <a:pt x="665" y="487"/>
                  </a:lnTo>
                  <a:lnTo>
                    <a:pt x="666" y="485"/>
                  </a:lnTo>
                  <a:lnTo>
                    <a:pt x="668" y="487"/>
                  </a:lnTo>
                  <a:lnTo>
                    <a:pt x="668" y="488"/>
                  </a:lnTo>
                  <a:lnTo>
                    <a:pt x="666" y="488"/>
                  </a:lnTo>
                  <a:lnTo>
                    <a:pt x="665" y="491"/>
                  </a:lnTo>
                  <a:lnTo>
                    <a:pt x="664" y="489"/>
                  </a:lnTo>
                  <a:lnTo>
                    <a:pt x="662" y="492"/>
                  </a:lnTo>
                  <a:lnTo>
                    <a:pt x="662" y="492"/>
                  </a:lnTo>
                  <a:lnTo>
                    <a:pt x="662" y="491"/>
                  </a:lnTo>
                  <a:lnTo>
                    <a:pt x="661" y="491"/>
                  </a:lnTo>
                  <a:lnTo>
                    <a:pt x="661" y="493"/>
                  </a:lnTo>
                  <a:lnTo>
                    <a:pt x="660" y="493"/>
                  </a:lnTo>
                  <a:lnTo>
                    <a:pt x="658" y="496"/>
                  </a:lnTo>
                  <a:lnTo>
                    <a:pt x="657" y="496"/>
                  </a:lnTo>
                  <a:lnTo>
                    <a:pt x="656" y="495"/>
                  </a:lnTo>
                  <a:lnTo>
                    <a:pt x="653" y="495"/>
                  </a:lnTo>
                  <a:lnTo>
                    <a:pt x="653" y="496"/>
                  </a:lnTo>
                  <a:lnTo>
                    <a:pt x="652" y="496"/>
                  </a:lnTo>
                  <a:lnTo>
                    <a:pt x="652" y="499"/>
                  </a:lnTo>
                  <a:lnTo>
                    <a:pt x="652" y="501"/>
                  </a:lnTo>
                  <a:lnTo>
                    <a:pt x="651" y="503"/>
                  </a:lnTo>
                  <a:lnTo>
                    <a:pt x="652" y="504"/>
                  </a:lnTo>
                  <a:lnTo>
                    <a:pt x="649" y="505"/>
                  </a:lnTo>
                  <a:lnTo>
                    <a:pt x="648" y="504"/>
                  </a:lnTo>
                  <a:lnTo>
                    <a:pt x="648" y="505"/>
                  </a:lnTo>
                  <a:lnTo>
                    <a:pt x="648" y="504"/>
                  </a:lnTo>
                  <a:lnTo>
                    <a:pt x="647" y="505"/>
                  </a:lnTo>
                  <a:lnTo>
                    <a:pt x="645" y="506"/>
                  </a:lnTo>
                  <a:lnTo>
                    <a:pt x="643" y="506"/>
                  </a:lnTo>
                  <a:lnTo>
                    <a:pt x="641" y="508"/>
                  </a:lnTo>
                  <a:lnTo>
                    <a:pt x="640" y="508"/>
                  </a:lnTo>
                  <a:lnTo>
                    <a:pt x="640" y="508"/>
                  </a:lnTo>
                  <a:lnTo>
                    <a:pt x="639" y="508"/>
                  </a:lnTo>
                  <a:lnTo>
                    <a:pt x="639" y="509"/>
                  </a:lnTo>
                  <a:lnTo>
                    <a:pt x="637" y="510"/>
                  </a:lnTo>
                  <a:lnTo>
                    <a:pt x="635" y="508"/>
                  </a:lnTo>
                  <a:lnTo>
                    <a:pt x="635" y="506"/>
                  </a:lnTo>
                  <a:lnTo>
                    <a:pt x="633" y="508"/>
                  </a:lnTo>
                  <a:lnTo>
                    <a:pt x="632" y="509"/>
                  </a:lnTo>
                  <a:lnTo>
                    <a:pt x="632" y="510"/>
                  </a:lnTo>
                  <a:lnTo>
                    <a:pt x="629" y="510"/>
                  </a:lnTo>
                  <a:lnTo>
                    <a:pt x="628" y="509"/>
                  </a:lnTo>
                  <a:lnTo>
                    <a:pt x="627" y="510"/>
                  </a:lnTo>
                  <a:lnTo>
                    <a:pt x="624" y="512"/>
                  </a:lnTo>
                  <a:lnTo>
                    <a:pt x="624" y="513"/>
                  </a:lnTo>
                  <a:lnTo>
                    <a:pt x="620" y="516"/>
                  </a:lnTo>
                  <a:lnTo>
                    <a:pt x="620" y="514"/>
                  </a:lnTo>
                  <a:lnTo>
                    <a:pt x="622" y="514"/>
                  </a:lnTo>
                  <a:lnTo>
                    <a:pt x="623" y="512"/>
                  </a:lnTo>
                  <a:lnTo>
                    <a:pt x="622" y="513"/>
                  </a:lnTo>
                  <a:lnTo>
                    <a:pt x="619" y="510"/>
                  </a:lnTo>
                  <a:lnTo>
                    <a:pt x="618" y="509"/>
                  </a:lnTo>
                  <a:lnTo>
                    <a:pt x="615" y="508"/>
                  </a:lnTo>
                  <a:lnTo>
                    <a:pt x="614" y="506"/>
                  </a:lnTo>
                  <a:lnTo>
                    <a:pt x="615" y="508"/>
                  </a:lnTo>
                  <a:lnTo>
                    <a:pt x="615" y="509"/>
                  </a:lnTo>
                  <a:lnTo>
                    <a:pt x="615" y="512"/>
                  </a:lnTo>
                  <a:lnTo>
                    <a:pt x="615" y="514"/>
                  </a:lnTo>
                  <a:lnTo>
                    <a:pt x="614" y="516"/>
                  </a:lnTo>
                  <a:lnTo>
                    <a:pt x="612" y="517"/>
                  </a:lnTo>
                  <a:lnTo>
                    <a:pt x="611" y="518"/>
                  </a:lnTo>
                  <a:lnTo>
                    <a:pt x="611" y="517"/>
                  </a:lnTo>
                  <a:lnTo>
                    <a:pt x="610" y="517"/>
                  </a:lnTo>
                  <a:lnTo>
                    <a:pt x="610" y="517"/>
                  </a:lnTo>
                  <a:lnTo>
                    <a:pt x="608" y="520"/>
                  </a:lnTo>
                  <a:lnTo>
                    <a:pt x="606" y="522"/>
                  </a:lnTo>
                  <a:lnTo>
                    <a:pt x="603" y="524"/>
                  </a:lnTo>
                  <a:lnTo>
                    <a:pt x="602" y="524"/>
                  </a:lnTo>
                  <a:lnTo>
                    <a:pt x="599" y="522"/>
                  </a:lnTo>
                  <a:lnTo>
                    <a:pt x="597" y="524"/>
                  </a:lnTo>
                  <a:lnTo>
                    <a:pt x="595" y="524"/>
                  </a:lnTo>
                  <a:lnTo>
                    <a:pt x="597" y="525"/>
                  </a:lnTo>
                  <a:lnTo>
                    <a:pt x="594" y="526"/>
                  </a:lnTo>
                  <a:lnTo>
                    <a:pt x="591" y="526"/>
                  </a:lnTo>
                  <a:lnTo>
                    <a:pt x="590" y="526"/>
                  </a:lnTo>
                  <a:lnTo>
                    <a:pt x="589" y="528"/>
                  </a:lnTo>
                  <a:lnTo>
                    <a:pt x="586" y="529"/>
                  </a:lnTo>
                  <a:lnTo>
                    <a:pt x="585" y="530"/>
                  </a:lnTo>
                  <a:lnTo>
                    <a:pt x="585" y="529"/>
                  </a:lnTo>
                  <a:lnTo>
                    <a:pt x="585" y="529"/>
                  </a:lnTo>
                  <a:lnTo>
                    <a:pt x="583" y="529"/>
                  </a:lnTo>
                  <a:lnTo>
                    <a:pt x="583" y="528"/>
                  </a:lnTo>
                  <a:lnTo>
                    <a:pt x="585" y="528"/>
                  </a:lnTo>
                  <a:lnTo>
                    <a:pt x="583" y="528"/>
                  </a:lnTo>
                  <a:lnTo>
                    <a:pt x="583" y="526"/>
                  </a:lnTo>
                  <a:lnTo>
                    <a:pt x="582" y="526"/>
                  </a:lnTo>
                  <a:lnTo>
                    <a:pt x="582" y="528"/>
                  </a:lnTo>
                  <a:lnTo>
                    <a:pt x="581" y="528"/>
                  </a:lnTo>
                  <a:lnTo>
                    <a:pt x="582" y="529"/>
                  </a:lnTo>
                  <a:lnTo>
                    <a:pt x="581" y="530"/>
                  </a:lnTo>
                  <a:lnTo>
                    <a:pt x="579" y="531"/>
                  </a:lnTo>
                  <a:lnTo>
                    <a:pt x="579" y="533"/>
                  </a:lnTo>
                  <a:lnTo>
                    <a:pt x="579" y="534"/>
                  </a:lnTo>
                  <a:lnTo>
                    <a:pt x="581" y="534"/>
                  </a:lnTo>
                  <a:lnTo>
                    <a:pt x="582" y="537"/>
                  </a:lnTo>
                  <a:lnTo>
                    <a:pt x="582" y="538"/>
                  </a:lnTo>
                  <a:lnTo>
                    <a:pt x="583" y="538"/>
                  </a:lnTo>
                  <a:lnTo>
                    <a:pt x="585" y="539"/>
                  </a:lnTo>
                  <a:lnTo>
                    <a:pt x="582" y="541"/>
                  </a:lnTo>
                  <a:lnTo>
                    <a:pt x="581" y="541"/>
                  </a:lnTo>
                  <a:lnTo>
                    <a:pt x="581" y="541"/>
                  </a:lnTo>
                  <a:lnTo>
                    <a:pt x="578" y="541"/>
                  </a:lnTo>
                  <a:lnTo>
                    <a:pt x="577" y="542"/>
                  </a:lnTo>
                  <a:lnTo>
                    <a:pt x="577" y="542"/>
                  </a:lnTo>
                  <a:lnTo>
                    <a:pt x="577" y="539"/>
                  </a:lnTo>
                  <a:lnTo>
                    <a:pt x="577" y="538"/>
                  </a:lnTo>
                  <a:lnTo>
                    <a:pt x="574" y="538"/>
                  </a:lnTo>
                  <a:lnTo>
                    <a:pt x="572" y="534"/>
                  </a:lnTo>
                  <a:lnTo>
                    <a:pt x="572" y="533"/>
                  </a:lnTo>
                  <a:lnTo>
                    <a:pt x="574" y="530"/>
                  </a:lnTo>
                  <a:lnTo>
                    <a:pt x="574" y="528"/>
                  </a:lnTo>
                  <a:lnTo>
                    <a:pt x="575" y="528"/>
                  </a:lnTo>
                  <a:lnTo>
                    <a:pt x="575" y="528"/>
                  </a:lnTo>
                  <a:lnTo>
                    <a:pt x="574" y="526"/>
                  </a:lnTo>
                  <a:lnTo>
                    <a:pt x="573" y="528"/>
                  </a:lnTo>
                  <a:lnTo>
                    <a:pt x="572" y="525"/>
                  </a:lnTo>
                  <a:lnTo>
                    <a:pt x="570" y="528"/>
                  </a:lnTo>
                  <a:lnTo>
                    <a:pt x="568" y="528"/>
                  </a:lnTo>
                  <a:lnTo>
                    <a:pt x="566" y="528"/>
                  </a:lnTo>
                  <a:lnTo>
                    <a:pt x="564" y="525"/>
                  </a:lnTo>
                  <a:lnTo>
                    <a:pt x="562" y="526"/>
                  </a:lnTo>
                  <a:lnTo>
                    <a:pt x="561" y="524"/>
                  </a:lnTo>
                  <a:lnTo>
                    <a:pt x="560" y="521"/>
                  </a:lnTo>
                  <a:lnTo>
                    <a:pt x="558" y="524"/>
                  </a:lnTo>
                  <a:lnTo>
                    <a:pt x="558" y="525"/>
                  </a:lnTo>
                  <a:lnTo>
                    <a:pt x="557" y="526"/>
                  </a:lnTo>
                  <a:lnTo>
                    <a:pt x="556" y="525"/>
                  </a:lnTo>
                  <a:lnTo>
                    <a:pt x="554" y="526"/>
                  </a:lnTo>
                  <a:lnTo>
                    <a:pt x="554" y="525"/>
                  </a:lnTo>
                  <a:lnTo>
                    <a:pt x="554" y="526"/>
                  </a:lnTo>
                  <a:lnTo>
                    <a:pt x="553" y="525"/>
                  </a:lnTo>
                  <a:lnTo>
                    <a:pt x="552" y="525"/>
                  </a:lnTo>
                  <a:lnTo>
                    <a:pt x="540" y="526"/>
                  </a:lnTo>
                  <a:lnTo>
                    <a:pt x="515" y="517"/>
                  </a:lnTo>
                  <a:lnTo>
                    <a:pt x="474" y="537"/>
                  </a:lnTo>
                  <a:lnTo>
                    <a:pt x="444" y="528"/>
                  </a:lnTo>
                  <a:lnTo>
                    <a:pt x="375" y="476"/>
                  </a:lnTo>
                  <a:lnTo>
                    <a:pt x="228" y="463"/>
                  </a:lnTo>
                  <a:lnTo>
                    <a:pt x="150" y="389"/>
                  </a:lnTo>
                  <a:lnTo>
                    <a:pt x="0" y="325"/>
                  </a:lnTo>
                  <a:lnTo>
                    <a:pt x="12" y="199"/>
                  </a:lnTo>
                  <a:lnTo>
                    <a:pt x="111" y="146"/>
                  </a:lnTo>
                  <a:lnTo>
                    <a:pt x="224" y="122"/>
                  </a:lnTo>
                  <a:lnTo>
                    <a:pt x="233" y="120"/>
                  </a:lnTo>
                  <a:lnTo>
                    <a:pt x="237" y="120"/>
                  </a:lnTo>
                  <a:lnTo>
                    <a:pt x="240" y="121"/>
                  </a:lnTo>
                  <a:lnTo>
                    <a:pt x="241" y="121"/>
                  </a:lnTo>
                  <a:lnTo>
                    <a:pt x="346" y="124"/>
                  </a:lnTo>
                  <a:lnTo>
                    <a:pt x="532" y="104"/>
                  </a:lnTo>
                  <a:lnTo>
                    <a:pt x="554" y="80"/>
                  </a:lnTo>
                  <a:lnTo>
                    <a:pt x="560" y="79"/>
                  </a:lnTo>
                  <a:lnTo>
                    <a:pt x="561" y="79"/>
                  </a:lnTo>
                  <a:lnTo>
                    <a:pt x="561" y="80"/>
                  </a:lnTo>
                  <a:lnTo>
                    <a:pt x="564" y="79"/>
                  </a:lnTo>
                  <a:lnTo>
                    <a:pt x="566" y="80"/>
                  </a:lnTo>
                  <a:lnTo>
                    <a:pt x="569" y="81"/>
                  </a:lnTo>
                  <a:lnTo>
                    <a:pt x="570" y="81"/>
                  </a:lnTo>
                  <a:lnTo>
                    <a:pt x="575" y="76"/>
                  </a:lnTo>
                  <a:lnTo>
                    <a:pt x="578" y="74"/>
                  </a:lnTo>
                  <a:lnTo>
                    <a:pt x="582" y="74"/>
                  </a:lnTo>
                  <a:lnTo>
                    <a:pt x="585" y="71"/>
                  </a:lnTo>
                  <a:lnTo>
                    <a:pt x="585" y="68"/>
                  </a:lnTo>
                  <a:lnTo>
                    <a:pt x="585" y="67"/>
                  </a:lnTo>
                  <a:lnTo>
                    <a:pt x="583" y="66"/>
                  </a:lnTo>
                  <a:lnTo>
                    <a:pt x="582" y="67"/>
                  </a:lnTo>
                  <a:lnTo>
                    <a:pt x="582" y="66"/>
                  </a:lnTo>
                  <a:lnTo>
                    <a:pt x="581" y="66"/>
                  </a:lnTo>
                  <a:lnTo>
                    <a:pt x="581" y="63"/>
                  </a:lnTo>
                  <a:lnTo>
                    <a:pt x="581" y="62"/>
                  </a:lnTo>
                  <a:lnTo>
                    <a:pt x="581" y="58"/>
                  </a:lnTo>
                  <a:lnTo>
                    <a:pt x="579" y="56"/>
                  </a:lnTo>
                  <a:lnTo>
                    <a:pt x="581" y="55"/>
                  </a:lnTo>
                  <a:lnTo>
                    <a:pt x="582" y="54"/>
                  </a:lnTo>
                  <a:lnTo>
                    <a:pt x="582" y="51"/>
                  </a:lnTo>
                  <a:lnTo>
                    <a:pt x="581" y="50"/>
                  </a:lnTo>
                  <a:lnTo>
                    <a:pt x="581" y="47"/>
                  </a:lnTo>
                  <a:lnTo>
                    <a:pt x="581" y="46"/>
                  </a:lnTo>
                  <a:lnTo>
                    <a:pt x="579" y="45"/>
                  </a:lnTo>
                  <a:lnTo>
                    <a:pt x="579" y="42"/>
                  </a:lnTo>
                  <a:lnTo>
                    <a:pt x="581" y="39"/>
                  </a:lnTo>
                  <a:lnTo>
                    <a:pt x="582" y="38"/>
                  </a:lnTo>
                  <a:lnTo>
                    <a:pt x="583" y="35"/>
                  </a:lnTo>
                  <a:lnTo>
                    <a:pt x="585" y="34"/>
                  </a:lnTo>
                  <a:lnTo>
                    <a:pt x="586" y="33"/>
                  </a:lnTo>
                  <a:lnTo>
                    <a:pt x="586" y="30"/>
                  </a:lnTo>
                  <a:lnTo>
                    <a:pt x="586" y="29"/>
                  </a:lnTo>
                  <a:lnTo>
                    <a:pt x="586" y="26"/>
                  </a:lnTo>
                  <a:lnTo>
                    <a:pt x="585" y="25"/>
                  </a:lnTo>
                  <a:lnTo>
                    <a:pt x="583" y="24"/>
                  </a:lnTo>
                  <a:lnTo>
                    <a:pt x="582" y="20"/>
                  </a:lnTo>
                  <a:lnTo>
                    <a:pt x="579" y="20"/>
                  </a:lnTo>
                  <a:lnTo>
                    <a:pt x="578" y="21"/>
                  </a:lnTo>
                  <a:lnTo>
                    <a:pt x="575" y="22"/>
                  </a:lnTo>
                  <a:lnTo>
                    <a:pt x="574" y="22"/>
                  </a:lnTo>
                  <a:lnTo>
                    <a:pt x="574" y="21"/>
                  </a:lnTo>
                  <a:lnTo>
                    <a:pt x="574" y="18"/>
                  </a:lnTo>
                  <a:lnTo>
                    <a:pt x="574" y="17"/>
                  </a:lnTo>
                  <a:lnTo>
                    <a:pt x="574" y="16"/>
                  </a:lnTo>
                  <a:lnTo>
                    <a:pt x="575" y="14"/>
                  </a:lnTo>
                  <a:lnTo>
                    <a:pt x="575" y="13"/>
                  </a:lnTo>
                  <a:lnTo>
                    <a:pt x="578" y="10"/>
                  </a:lnTo>
                  <a:lnTo>
                    <a:pt x="578" y="9"/>
                  </a:lnTo>
                  <a:lnTo>
                    <a:pt x="579" y="8"/>
                  </a:lnTo>
                  <a:lnTo>
                    <a:pt x="582" y="8"/>
                  </a:lnTo>
                  <a:lnTo>
                    <a:pt x="583" y="6"/>
                  </a:lnTo>
                  <a:lnTo>
                    <a:pt x="585" y="6"/>
                  </a:lnTo>
                  <a:lnTo>
                    <a:pt x="586" y="6"/>
                  </a:lnTo>
                  <a:lnTo>
                    <a:pt x="587" y="6"/>
                  </a:lnTo>
                  <a:lnTo>
                    <a:pt x="589" y="6"/>
                  </a:lnTo>
                  <a:lnTo>
                    <a:pt x="590" y="4"/>
                  </a:lnTo>
                  <a:lnTo>
                    <a:pt x="593" y="4"/>
                  </a:lnTo>
                  <a:lnTo>
                    <a:pt x="594" y="2"/>
                  </a:lnTo>
                  <a:lnTo>
                    <a:pt x="597" y="2"/>
                  </a:lnTo>
                  <a:lnTo>
                    <a:pt x="598" y="2"/>
                  </a:lnTo>
                  <a:lnTo>
                    <a:pt x="601" y="2"/>
                  </a:lnTo>
                  <a:lnTo>
                    <a:pt x="601" y="2"/>
                  </a:lnTo>
                  <a:lnTo>
                    <a:pt x="602" y="2"/>
                  </a:lnTo>
                  <a:lnTo>
                    <a:pt x="603" y="0"/>
                  </a:lnTo>
                  <a:lnTo>
                    <a:pt x="606" y="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" name="Freeform 344"/>
            <p:cNvSpPr>
              <a:spLocks noEditPoints="1"/>
            </p:cNvSpPr>
            <p:nvPr/>
          </p:nvSpPr>
          <p:spPr bwMode="auto">
            <a:xfrm>
              <a:off x="9462759" y="2657725"/>
              <a:ext cx="474559" cy="913588"/>
            </a:xfrm>
            <a:custGeom>
              <a:avLst/>
              <a:gdLst>
                <a:gd name="T0" fmla="*/ 4 w 187"/>
                <a:gd name="T1" fmla="*/ 357 h 360"/>
                <a:gd name="T2" fmla="*/ 46 w 187"/>
                <a:gd name="T3" fmla="*/ 324 h 360"/>
                <a:gd name="T4" fmla="*/ 54 w 187"/>
                <a:gd name="T5" fmla="*/ 306 h 360"/>
                <a:gd name="T6" fmla="*/ 55 w 187"/>
                <a:gd name="T7" fmla="*/ 299 h 360"/>
                <a:gd name="T8" fmla="*/ 67 w 187"/>
                <a:gd name="T9" fmla="*/ 266 h 360"/>
                <a:gd name="T10" fmla="*/ 70 w 187"/>
                <a:gd name="T11" fmla="*/ 264 h 360"/>
                <a:gd name="T12" fmla="*/ 54 w 187"/>
                <a:gd name="T13" fmla="*/ 233 h 360"/>
                <a:gd name="T14" fmla="*/ 51 w 187"/>
                <a:gd name="T15" fmla="*/ 232 h 360"/>
                <a:gd name="T16" fmla="*/ 39 w 187"/>
                <a:gd name="T17" fmla="*/ 227 h 360"/>
                <a:gd name="T18" fmla="*/ 42 w 187"/>
                <a:gd name="T19" fmla="*/ 222 h 360"/>
                <a:gd name="T20" fmla="*/ 103 w 187"/>
                <a:gd name="T21" fmla="*/ 207 h 360"/>
                <a:gd name="T22" fmla="*/ 85 w 187"/>
                <a:gd name="T23" fmla="*/ 220 h 360"/>
                <a:gd name="T24" fmla="*/ 79 w 187"/>
                <a:gd name="T25" fmla="*/ 220 h 360"/>
                <a:gd name="T26" fmla="*/ 87 w 187"/>
                <a:gd name="T27" fmla="*/ 208 h 360"/>
                <a:gd name="T28" fmla="*/ 103 w 187"/>
                <a:gd name="T29" fmla="*/ 198 h 360"/>
                <a:gd name="T30" fmla="*/ 76 w 187"/>
                <a:gd name="T31" fmla="*/ 174 h 360"/>
                <a:gd name="T32" fmla="*/ 129 w 187"/>
                <a:gd name="T33" fmla="*/ 133 h 360"/>
                <a:gd name="T34" fmla="*/ 128 w 187"/>
                <a:gd name="T35" fmla="*/ 139 h 360"/>
                <a:gd name="T36" fmla="*/ 147 w 187"/>
                <a:gd name="T37" fmla="*/ 79 h 360"/>
                <a:gd name="T38" fmla="*/ 163 w 187"/>
                <a:gd name="T39" fmla="*/ 111 h 360"/>
                <a:gd name="T40" fmla="*/ 164 w 187"/>
                <a:gd name="T41" fmla="*/ 129 h 360"/>
                <a:gd name="T42" fmla="*/ 162 w 187"/>
                <a:gd name="T43" fmla="*/ 166 h 360"/>
                <a:gd name="T44" fmla="*/ 158 w 187"/>
                <a:gd name="T45" fmla="*/ 189 h 360"/>
                <a:gd name="T46" fmla="*/ 153 w 187"/>
                <a:gd name="T47" fmla="*/ 181 h 360"/>
                <a:gd name="T48" fmla="*/ 141 w 187"/>
                <a:gd name="T49" fmla="*/ 190 h 360"/>
                <a:gd name="T50" fmla="*/ 129 w 187"/>
                <a:gd name="T51" fmla="*/ 193 h 360"/>
                <a:gd name="T52" fmla="*/ 120 w 187"/>
                <a:gd name="T53" fmla="*/ 194 h 360"/>
                <a:gd name="T54" fmla="*/ 118 w 187"/>
                <a:gd name="T55" fmla="*/ 207 h 360"/>
                <a:gd name="T56" fmla="*/ 105 w 187"/>
                <a:gd name="T57" fmla="*/ 202 h 360"/>
                <a:gd name="T58" fmla="*/ 92 w 187"/>
                <a:gd name="T59" fmla="*/ 200 h 360"/>
                <a:gd name="T60" fmla="*/ 74 w 187"/>
                <a:gd name="T61" fmla="*/ 206 h 360"/>
                <a:gd name="T62" fmla="*/ 66 w 187"/>
                <a:gd name="T63" fmla="*/ 214 h 360"/>
                <a:gd name="T64" fmla="*/ 74 w 187"/>
                <a:gd name="T65" fmla="*/ 224 h 360"/>
                <a:gd name="T66" fmla="*/ 68 w 187"/>
                <a:gd name="T67" fmla="*/ 248 h 360"/>
                <a:gd name="T68" fmla="*/ 64 w 187"/>
                <a:gd name="T69" fmla="*/ 245 h 360"/>
                <a:gd name="T70" fmla="*/ 59 w 187"/>
                <a:gd name="T71" fmla="*/ 249 h 360"/>
                <a:gd name="T72" fmla="*/ 52 w 187"/>
                <a:gd name="T73" fmla="*/ 222 h 360"/>
                <a:gd name="T74" fmla="*/ 51 w 187"/>
                <a:gd name="T75" fmla="*/ 228 h 360"/>
                <a:gd name="T76" fmla="*/ 49 w 187"/>
                <a:gd name="T77" fmla="*/ 227 h 360"/>
                <a:gd name="T78" fmla="*/ 56 w 187"/>
                <a:gd name="T79" fmla="*/ 211 h 360"/>
                <a:gd name="T80" fmla="*/ 67 w 187"/>
                <a:gd name="T81" fmla="*/ 195 h 360"/>
                <a:gd name="T82" fmla="*/ 92 w 187"/>
                <a:gd name="T83" fmla="*/ 181 h 360"/>
                <a:gd name="T84" fmla="*/ 108 w 187"/>
                <a:gd name="T85" fmla="*/ 179 h 360"/>
                <a:gd name="T86" fmla="*/ 113 w 187"/>
                <a:gd name="T87" fmla="*/ 161 h 360"/>
                <a:gd name="T88" fmla="*/ 114 w 187"/>
                <a:gd name="T89" fmla="*/ 153 h 360"/>
                <a:gd name="T90" fmla="*/ 135 w 187"/>
                <a:gd name="T91" fmla="*/ 139 h 360"/>
                <a:gd name="T92" fmla="*/ 133 w 187"/>
                <a:gd name="T93" fmla="*/ 102 h 360"/>
                <a:gd name="T94" fmla="*/ 135 w 187"/>
                <a:gd name="T95" fmla="*/ 82 h 360"/>
                <a:gd name="T96" fmla="*/ 145 w 187"/>
                <a:gd name="T97" fmla="*/ 83 h 360"/>
                <a:gd name="T98" fmla="*/ 120 w 187"/>
                <a:gd name="T99" fmla="*/ 62 h 360"/>
                <a:gd name="T100" fmla="*/ 139 w 187"/>
                <a:gd name="T101" fmla="*/ 6 h 360"/>
                <a:gd name="T102" fmla="*/ 167 w 187"/>
                <a:gd name="T103" fmla="*/ 25 h 360"/>
                <a:gd name="T104" fmla="*/ 179 w 187"/>
                <a:gd name="T105" fmla="*/ 31 h 360"/>
                <a:gd name="T106" fmla="*/ 184 w 187"/>
                <a:gd name="T107" fmla="*/ 37 h 360"/>
                <a:gd name="T108" fmla="*/ 166 w 187"/>
                <a:gd name="T109" fmla="*/ 48 h 360"/>
                <a:gd name="T110" fmla="*/ 149 w 187"/>
                <a:gd name="T111" fmla="*/ 53 h 360"/>
                <a:gd name="T112" fmla="*/ 129 w 187"/>
                <a:gd name="T113" fmla="*/ 58 h 360"/>
                <a:gd name="T114" fmla="*/ 137 w 187"/>
                <a:gd name="T115" fmla="*/ 69 h 360"/>
                <a:gd name="T116" fmla="*/ 124 w 187"/>
                <a:gd name="T117" fmla="*/ 62 h 360"/>
                <a:gd name="T118" fmla="*/ 128 w 187"/>
                <a:gd name="T119" fmla="*/ 47 h 360"/>
                <a:gd name="T120" fmla="*/ 135 w 187"/>
                <a:gd name="T121" fmla="*/ 39 h 360"/>
                <a:gd name="T122" fmla="*/ 133 w 187"/>
                <a:gd name="T123" fmla="*/ 18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360">
                  <a:moveTo>
                    <a:pt x="2" y="358"/>
                  </a:moveTo>
                  <a:lnTo>
                    <a:pt x="2" y="360"/>
                  </a:lnTo>
                  <a:lnTo>
                    <a:pt x="2" y="360"/>
                  </a:lnTo>
                  <a:lnTo>
                    <a:pt x="0" y="360"/>
                  </a:lnTo>
                  <a:lnTo>
                    <a:pt x="1" y="358"/>
                  </a:lnTo>
                  <a:lnTo>
                    <a:pt x="2" y="358"/>
                  </a:lnTo>
                  <a:close/>
                  <a:moveTo>
                    <a:pt x="5" y="356"/>
                  </a:moveTo>
                  <a:lnTo>
                    <a:pt x="6" y="357"/>
                  </a:lnTo>
                  <a:lnTo>
                    <a:pt x="6" y="360"/>
                  </a:lnTo>
                  <a:lnTo>
                    <a:pt x="5" y="358"/>
                  </a:lnTo>
                  <a:lnTo>
                    <a:pt x="4" y="357"/>
                  </a:lnTo>
                  <a:lnTo>
                    <a:pt x="5" y="356"/>
                  </a:lnTo>
                  <a:close/>
                  <a:moveTo>
                    <a:pt x="16" y="349"/>
                  </a:moveTo>
                  <a:lnTo>
                    <a:pt x="18" y="351"/>
                  </a:lnTo>
                  <a:lnTo>
                    <a:pt x="18" y="353"/>
                  </a:lnTo>
                  <a:lnTo>
                    <a:pt x="16" y="353"/>
                  </a:lnTo>
                  <a:lnTo>
                    <a:pt x="16" y="352"/>
                  </a:lnTo>
                  <a:lnTo>
                    <a:pt x="16" y="349"/>
                  </a:lnTo>
                  <a:close/>
                  <a:moveTo>
                    <a:pt x="46" y="319"/>
                  </a:moveTo>
                  <a:lnTo>
                    <a:pt x="46" y="320"/>
                  </a:lnTo>
                  <a:lnTo>
                    <a:pt x="46" y="323"/>
                  </a:lnTo>
                  <a:lnTo>
                    <a:pt x="46" y="324"/>
                  </a:lnTo>
                  <a:lnTo>
                    <a:pt x="42" y="326"/>
                  </a:lnTo>
                  <a:lnTo>
                    <a:pt x="42" y="328"/>
                  </a:lnTo>
                  <a:lnTo>
                    <a:pt x="41" y="328"/>
                  </a:lnTo>
                  <a:lnTo>
                    <a:pt x="41" y="326"/>
                  </a:lnTo>
                  <a:lnTo>
                    <a:pt x="42" y="324"/>
                  </a:lnTo>
                  <a:lnTo>
                    <a:pt x="43" y="323"/>
                  </a:lnTo>
                  <a:lnTo>
                    <a:pt x="42" y="322"/>
                  </a:lnTo>
                  <a:lnTo>
                    <a:pt x="45" y="320"/>
                  </a:lnTo>
                  <a:lnTo>
                    <a:pt x="46" y="319"/>
                  </a:lnTo>
                  <a:close/>
                  <a:moveTo>
                    <a:pt x="52" y="304"/>
                  </a:moveTo>
                  <a:lnTo>
                    <a:pt x="54" y="306"/>
                  </a:lnTo>
                  <a:lnTo>
                    <a:pt x="54" y="308"/>
                  </a:lnTo>
                  <a:lnTo>
                    <a:pt x="52" y="308"/>
                  </a:lnTo>
                  <a:lnTo>
                    <a:pt x="51" y="307"/>
                  </a:lnTo>
                  <a:lnTo>
                    <a:pt x="51" y="306"/>
                  </a:lnTo>
                  <a:lnTo>
                    <a:pt x="52" y="304"/>
                  </a:lnTo>
                  <a:close/>
                  <a:moveTo>
                    <a:pt x="60" y="294"/>
                  </a:moveTo>
                  <a:lnTo>
                    <a:pt x="59" y="297"/>
                  </a:lnTo>
                  <a:lnTo>
                    <a:pt x="58" y="298"/>
                  </a:lnTo>
                  <a:lnTo>
                    <a:pt x="58" y="299"/>
                  </a:lnTo>
                  <a:lnTo>
                    <a:pt x="56" y="301"/>
                  </a:lnTo>
                  <a:lnTo>
                    <a:pt x="55" y="299"/>
                  </a:lnTo>
                  <a:lnTo>
                    <a:pt x="54" y="299"/>
                  </a:lnTo>
                  <a:lnTo>
                    <a:pt x="54" y="299"/>
                  </a:lnTo>
                  <a:lnTo>
                    <a:pt x="54" y="298"/>
                  </a:lnTo>
                  <a:lnTo>
                    <a:pt x="56" y="297"/>
                  </a:lnTo>
                  <a:lnTo>
                    <a:pt x="56" y="297"/>
                  </a:lnTo>
                  <a:lnTo>
                    <a:pt x="58" y="295"/>
                  </a:lnTo>
                  <a:lnTo>
                    <a:pt x="59" y="295"/>
                  </a:lnTo>
                  <a:lnTo>
                    <a:pt x="59" y="295"/>
                  </a:lnTo>
                  <a:lnTo>
                    <a:pt x="60" y="294"/>
                  </a:lnTo>
                  <a:close/>
                  <a:moveTo>
                    <a:pt x="66" y="264"/>
                  </a:moveTo>
                  <a:lnTo>
                    <a:pt x="67" y="266"/>
                  </a:lnTo>
                  <a:lnTo>
                    <a:pt x="68" y="268"/>
                  </a:lnTo>
                  <a:lnTo>
                    <a:pt x="67" y="269"/>
                  </a:lnTo>
                  <a:lnTo>
                    <a:pt x="66" y="268"/>
                  </a:lnTo>
                  <a:lnTo>
                    <a:pt x="64" y="266"/>
                  </a:lnTo>
                  <a:lnTo>
                    <a:pt x="64" y="265"/>
                  </a:lnTo>
                  <a:lnTo>
                    <a:pt x="66" y="264"/>
                  </a:lnTo>
                  <a:close/>
                  <a:moveTo>
                    <a:pt x="70" y="258"/>
                  </a:moveTo>
                  <a:lnTo>
                    <a:pt x="71" y="258"/>
                  </a:lnTo>
                  <a:lnTo>
                    <a:pt x="71" y="261"/>
                  </a:lnTo>
                  <a:lnTo>
                    <a:pt x="70" y="262"/>
                  </a:lnTo>
                  <a:lnTo>
                    <a:pt x="70" y="264"/>
                  </a:lnTo>
                  <a:lnTo>
                    <a:pt x="70" y="260"/>
                  </a:lnTo>
                  <a:lnTo>
                    <a:pt x="70" y="258"/>
                  </a:lnTo>
                  <a:close/>
                  <a:moveTo>
                    <a:pt x="52" y="237"/>
                  </a:moveTo>
                  <a:lnTo>
                    <a:pt x="54" y="237"/>
                  </a:lnTo>
                  <a:lnTo>
                    <a:pt x="52" y="239"/>
                  </a:lnTo>
                  <a:lnTo>
                    <a:pt x="52" y="237"/>
                  </a:lnTo>
                  <a:lnTo>
                    <a:pt x="52" y="237"/>
                  </a:lnTo>
                  <a:close/>
                  <a:moveTo>
                    <a:pt x="55" y="232"/>
                  </a:moveTo>
                  <a:lnTo>
                    <a:pt x="55" y="232"/>
                  </a:lnTo>
                  <a:lnTo>
                    <a:pt x="55" y="233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5" y="232"/>
                  </a:lnTo>
                  <a:close/>
                  <a:moveTo>
                    <a:pt x="51" y="232"/>
                  </a:moveTo>
                  <a:lnTo>
                    <a:pt x="51" y="232"/>
                  </a:lnTo>
                  <a:lnTo>
                    <a:pt x="51" y="232"/>
                  </a:lnTo>
                  <a:lnTo>
                    <a:pt x="52" y="235"/>
                  </a:lnTo>
                  <a:lnTo>
                    <a:pt x="52" y="236"/>
                  </a:lnTo>
                  <a:lnTo>
                    <a:pt x="51" y="236"/>
                  </a:lnTo>
                  <a:lnTo>
                    <a:pt x="51" y="235"/>
                  </a:lnTo>
                  <a:lnTo>
                    <a:pt x="50" y="232"/>
                  </a:lnTo>
                  <a:lnTo>
                    <a:pt x="51" y="232"/>
                  </a:lnTo>
                  <a:close/>
                  <a:moveTo>
                    <a:pt x="37" y="228"/>
                  </a:moveTo>
                  <a:lnTo>
                    <a:pt x="37" y="229"/>
                  </a:lnTo>
                  <a:lnTo>
                    <a:pt x="38" y="229"/>
                  </a:lnTo>
                  <a:lnTo>
                    <a:pt x="39" y="232"/>
                  </a:lnTo>
                  <a:lnTo>
                    <a:pt x="38" y="233"/>
                  </a:lnTo>
                  <a:lnTo>
                    <a:pt x="37" y="232"/>
                  </a:lnTo>
                  <a:lnTo>
                    <a:pt x="35" y="229"/>
                  </a:lnTo>
                  <a:lnTo>
                    <a:pt x="35" y="228"/>
                  </a:lnTo>
                  <a:lnTo>
                    <a:pt x="37" y="228"/>
                  </a:lnTo>
                  <a:close/>
                  <a:moveTo>
                    <a:pt x="38" y="227"/>
                  </a:moveTo>
                  <a:lnTo>
                    <a:pt x="39" y="227"/>
                  </a:lnTo>
                  <a:lnTo>
                    <a:pt x="38" y="228"/>
                  </a:lnTo>
                  <a:lnTo>
                    <a:pt x="38" y="227"/>
                  </a:lnTo>
                  <a:close/>
                  <a:moveTo>
                    <a:pt x="41" y="226"/>
                  </a:moveTo>
                  <a:lnTo>
                    <a:pt x="41" y="226"/>
                  </a:lnTo>
                  <a:lnTo>
                    <a:pt x="39" y="226"/>
                  </a:lnTo>
                  <a:lnTo>
                    <a:pt x="41" y="226"/>
                  </a:lnTo>
                  <a:close/>
                  <a:moveTo>
                    <a:pt x="41" y="224"/>
                  </a:moveTo>
                  <a:lnTo>
                    <a:pt x="42" y="224"/>
                  </a:lnTo>
                  <a:lnTo>
                    <a:pt x="41" y="224"/>
                  </a:lnTo>
                  <a:lnTo>
                    <a:pt x="41" y="224"/>
                  </a:lnTo>
                  <a:close/>
                  <a:moveTo>
                    <a:pt x="42" y="222"/>
                  </a:moveTo>
                  <a:lnTo>
                    <a:pt x="43" y="223"/>
                  </a:lnTo>
                  <a:lnTo>
                    <a:pt x="42" y="223"/>
                  </a:lnTo>
                  <a:lnTo>
                    <a:pt x="41" y="223"/>
                  </a:lnTo>
                  <a:lnTo>
                    <a:pt x="41" y="222"/>
                  </a:lnTo>
                  <a:lnTo>
                    <a:pt x="42" y="222"/>
                  </a:lnTo>
                  <a:close/>
                  <a:moveTo>
                    <a:pt x="92" y="203"/>
                  </a:moveTo>
                  <a:lnTo>
                    <a:pt x="96" y="203"/>
                  </a:lnTo>
                  <a:lnTo>
                    <a:pt x="97" y="204"/>
                  </a:lnTo>
                  <a:lnTo>
                    <a:pt x="99" y="204"/>
                  </a:lnTo>
                  <a:lnTo>
                    <a:pt x="101" y="206"/>
                  </a:lnTo>
                  <a:lnTo>
                    <a:pt x="103" y="207"/>
                  </a:lnTo>
                  <a:lnTo>
                    <a:pt x="103" y="208"/>
                  </a:lnTo>
                  <a:lnTo>
                    <a:pt x="103" y="210"/>
                  </a:lnTo>
                  <a:lnTo>
                    <a:pt x="100" y="212"/>
                  </a:lnTo>
                  <a:lnTo>
                    <a:pt x="99" y="216"/>
                  </a:lnTo>
                  <a:lnTo>
                    <a:pt x="97" y="218"/>
                  </a:lnTo>
                  <a:lnTo>
                    <a:pt x="96" y="216"/>
                  </a:lnTo>
                  <a:lnTo>
                    <a:pt x="93" y="214"/>
                  </a:lnTo>
                  <a:lnTo>
                    <a:pt x="91" y="214"/>
                  </a:lnTo>
                  <a:lnTo>
                    <a:pt x="89" y="215"/>
                  </a:lnTo>
                  <a:lnTo>
                    <a:pt x="87" y="216"/>
                  </a:lnTo>
                  <a:lnTo>
                    <a:pt x="85" y="220"/>
                  </a:lnTo>
                  <a:lnTo>
                    <a:pt x="85" y="222"/>
                  </a:lnTo>
                  <a:lnTo>
                    <a:pt x="87" y="224"/>
                  </a:lnTo>
                  <a:lnTo>
                    <a:pt x="87" y="226"/>
                  </a:lnTo>
                  <a:lnTo>
                    <a:pt x="87" y="226"/>
                  </a:lnTo>
                  <a:lnTo>
                    <a:pt x="84" y="226"/>
                  </a:lnTo>
                  <a:lnTo>
                    <a:pt x="84" y="227"/>
                  </a:lnTo>
                  <a:lnTo>
                    <a:pt x="83" y="226"/>
                  </a:lnTo>
                  <a:lnTo>
                    <a:pt x="83" y="224"/>
                  </a:lnTo>
                  <a:lnTo>
                    <a:pt x="80" y="224"/>
                  </a:lnTo>
                  <a:lnTo>
                    <a:pt x="79" y="222"/>
                  </a:lnTo>
                  <a:lnTo>
                    <a:pt x="79" y="220"/>
                  </a:lnTo>
                  <a:lnTo>
                    <a:pt x="79" y="219"/>
                  </a:lnTo>
                  <a:lnTo>
                    <a:pt x="79" y="218"/>
                  </a:lnTo>
                  <a:lnTo>
                    <a:pt x="75" y="216"/>
                  </a:lnTo>
                  <a:lnTo>
                    <a:pt x="76" y="214"/>
                  </a:lnTo>
                  <a:lnTo>
                    <a:pt x="78" y="211"/>
                  </a:lnTo>
                  <a:lnTo>
                    <a:pt x="78" y="210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3" y="210"/>
                  </a:lnTo>
                  <a:lnTo>
                    <a:pt x="84" y="210"/>
                  </a:lnTo>
                  <a:lnTo>
                    <a:pt x="87" y="208"/>
                  </a:lnTo>
                  <a:lnTo>
                    <a:pt x="88" y="208"/>
                  </a:lnTo>
                  <a:lnTo>
                    <a:pt x="89" y="206"/>
                  </a:lnTo>
                  <a:lnTo>
                    <a:pt x="89" y="204"/>
                  </a:lnTo>
                  <a:lnTo>
                    <a:pt x="92" y="203"/>
                  </a:lnTo>
                  <a:close/>
                  <a:moveTo>
                    <a:pt x="96" y="199"/>
                  </a:moveTo>
                  <a:lnTo>
                    <a:pt x="97" y="199"/>
                  </a:lnTo>
                  <a:lnTo>
                    <a:pt x="97" y="200"/>
                  </a:lnTo>
                  <a:lnTo>
                    <a:pt x="96" y="202"/>
                  </a:lnTo>
                  <a:lnTo>
                    <a:pt x="93" y="200"/>
                  </a:lnTo>
                  <a:lnTo>
                    <a:pt x="96" y="199"/>
                  </a:lnTo>
                  <a:close/>
                  <a:moveTo>
                    <a:pt x="103" y="198"/>
                  </a:moveTo>
                  <a:lnTo>
                    <a:pt x="104" y="199"/>
                  </a:lnTo>
                  <a:lnTo>
                    <a:pt x="104" y="200"/>
                  </a:lnTo>
                  <a:lnTo>
                    <a:pt x="104" y="202"/>
                  </a:lnTo>
                  <a:lnTo>
                    <a:pt x="104" y="203"/>
                  </a:lnTo>
                  <a:lnTo>
                    <a:pt x="103" y="203"/>
                  </a:lnTo>
                  <a:lnTo>
                    <a:pt x="101" y="200"/>
                  </a:lnTo>
                  <a:lnTo>
                    <a:pt x="101" y="199"/>
                  </a:lnTo>
                  <a:lnTo>
                    <a:pt x="103" y="198"/>
                  </a:lnTo>
                  <a:lnTo>
                    <a:pt x="103" y="198"/>
                  </a:lnTo>
                  <a:close/>
                  <a:moveTo>
                    <a:pt x="75" y="173"/>
                  </a:moveTo>
                  <a:lnTo>
                    <a:pt x="76" y="174"/>
                  </a:lnTo>
                  <a:lnTo>
                    <a:pt x="75" y="175"/>
                  </a:lnTo>
                  <a:lnTo>
                    <a:pt x="75" y="174"/>
                  </a:lnTo>
                  <a:lnTo>
                    <a:pt x="75" y="173"/>
                  </a:lnTo>
                  <a:close/>
                  <a:moveTo>
                    <a:pt x="79" y="170"/>
                  </a:moveTo>
                  <a:lnTo>
                    <a:pt x="79" y="173"/>
                  </a:lnTo>
                  <a:lnTo>
                    <a:pt x="78" y="173"/>
                  </a:lnTo>
                  <a:lnTo>
                    <a:pt x="78" y="173"/>
                  </a:lnTo>
                  <a:lnTo>
                    <a:pt x="76" y="173"/>
                  </a:lnTo>
                  <a:lnTo>
                    <a:pt x="78" y="172"/>
                  </a:lnTo>
                  <a:lnTo>
                    <a:pt x="79" y="170"/>
                  </a:lnTo>
                  <a:close/>
                  <a:moveTo>
                    <a:pt x="129" y="133"/>
                  </a:moveTo>
                  <a:lnTo>
                    <a:pt x="129" y="135"/>
                  </a:lnTo>
                  <a:lnTo>
                    <a:pt x="129" y="136"/>
                  </a:lnTo>
                  <a:lnTo>
                    <a:pt x="132" y="137"/>
                  </a:lnTo>
                  <a:lnTo>
                    <a:pt x="132" y="139"/>
                  </a:lnTo>
                  <a:lnTo>
                    <a:pt x="130" y="141"/>
                  </a:lnTo>
                  <a:lnTo>
                    <a:pt x="129" y="143"/>
                  </a:lnTo>
                  <a:lnTo>
                    <a:pt x="129" y="143"/>
                  </a:lnTo>
                  <a:lnTo>
                    <a:pt x="129" y="140"/>
                  </a:lnTo>
                  <a:lnTo>
                    <a:pt x="129" y="139"/>
                  </a:lnTo>
                  <a:lnTo>
                    <a:pt x="129" y="139"/>
                  </a:lnTo>
                  <a:lnTo>
                    <a:pt x="128" y="139"/>
                  </a:lnTo>
                  <a:lnTo>
                    <a:pt x="128" y="137"/>
                  </a:lnTo>
                  <a:lnTo>
                    <a:pt x="129" y="133"/>
                  </a:lnTo>
                  <a:lnTo>
                    <a:pt x="129" y="133"/>
                  </a:lnTo>
                  <a:close/>
                  <a:moveTo>
                    <a:pt x="141" y="74"/>
                  </a:moveTo>
                  <a:lnTo>
                    <a:pt x="142" y="74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6" y="75"/>
                  </a:lnTo>
                  <a:lnTo>
                    <a:pt x="147" y="75"/>
                  </a:lnTo>
                  <a:lnTo>
                    <a:pt x="147" y="77"/>
                  </a:lnTo>
                  <a:lnTo>
                    <a:pt x="147" y="79"/>
                  </a:lnTo>
                  <a:lnTo>
                    <a:pt x="149" y="83"/>
                  </a:lnTo>
                  <a:lnTo>
                    <a:pt x="150" y="86"/>
                  </a:lnTo>
                  <a:lnTo>
                    <a:pt x="155" y="91"/>
                  </a:lnTo>
                  <a:lnTo>
                    <a:pt x="157" y="94"/>
                  </a:lnTo>
                  <a:lnTo>
                    <a:pt x="158" y="98"/>
                  </a:lnTo>
                  <a:lnTo>
                    <a:pt x="158" y="99"/>
                  </a:lnTo>
                  <a:lnTo>
                    <a:pt x="159" y="99"/>
                  </a:lnTo>
                  <a:lnTo>
                    <a:pt x="162" y="103"/>
                  </a:lnTo>
                  <a:lnTo>
                    <a:pt x="163" y="107"/>
                  </a:lnTo>
                  <a:lnTo>
                    <a:pt x="163" y="110"/>
                  </a:lnTo>
                  <a:lnTo>
                    <a:pt x="163" y="111"/>
                  </a:lnTo>
                  <a:lnTo>
                    <a:pt x="163" y="114"/>
                  </a:lnTo>
                  <a:lnTo>
                    <a:pt x="164" y="115"/>
                  </a:lnTo>
                  <a:lnTo>
                    <a:pt x="163" y="116"/>
                  </a:lnTo>
                  <a:lnTo>
                    <a:pt x="163" y="118"/>
                  </a:lnTo>
                  <a:lnTo>
                    <a:pt x="163" y="119"/>
                  </a:lnTo>
                  <a:lnTo>
                    <a:pt x="163" y="120"/>
                  </a:lnTo>
                  <a:lnTo>
                    <a:pt x="163" y="122"/>
                  </a:lnTo>
                  <a:lnTo>
                    <a:pt x="163" y="124"/>
                  </a:lnTo>
                  <a:lnTo>
                    <a:pt x="164" y="124"/>
                  </a:lnTo>
                  <a:lnTo>
                    <a:pt x="164" y="127"/>
                  </a:lnTo>
                  <a:lnTo>
                    <a:pt x="164" y="129"/>
                  </a:lnTo>
                  <a:lnTo>
                    <a:pt x="164" y="131"/>
                  </a:lnTo>
                  <a:lnTo>
                    <a:pt x="163" y="128"/>
                  </a:lnTo>
                  <a:lnTo>
                    <a:pt x="162" y="128"/>
                  </a:lnTo>
                  <a:lnTo>
                    <a:pt x="158" y="131"/>
                  </a:lnTo>
                  <a:lnTo>
                    <a:pt x="158" y="135"/>
                  </a:lnTo>
                  <a:lnTo>
                    <a:pt x="158" y="137"/>
                  </a:lnTo>
                  <a:lnTo>
                    <a:pt x="160" y="141"/>
                  </a:lnTo>
                  <a:lnTo>
                    <a:pt x="162" y="149"/>
                  </a:lnTo>
                  <a:lnTo>
                    <a:pt x="162" y="154"/>
                  </a:lnTo>
                  <a:lnTo>
                    <a:pt x="162" y="161"/>
                  </a:lnTo>
                  <a:lnTo>
                    <a:pt x="162" y="166"/>
                  </a:lnTo>
                  <a:lnTo>
                    <a:pt x="163" y="169"/>
                  </a:lnTo>
                  <a:lnTo>
                    <a:pt x="166" y="173"/>
                  </a:lnTo>
                  <a:lnTo>
                    <a:pt x="167" y="174"/>
                  </a:lnTo>
                  <a:lnTo>
                    <a:pt x="167" y="175"/>
                  </a:lnTo>
                  <a:lnTo>
                    <a:pt x="164" y="178"/>
                  </a:lnTo>
                  <a:lnTo>
                    <a:pt x="166" y="179"/>
                  </a:lnTo>
                  <a:lnTo>
                    <a:pt x="164" y="183"/>
                  </a:lnTo>
                  <a:lnTo>
                    <a:pt x="162" y="186"/>
                  </a:lnTo>
                  <a:lnTo>
                    <a:pt x="160" y="186"/>
                  </a:lnTo>
                  <a:lnTo>
                    <a:pt x="159" y="187"/>
                  </a:lnTo>
                  <a:lnTo>
                    <a:pt x="158" y="189"/>
                  </a:lnTo>
                  <a:lnTo>
                    <a:pt x="157" y="189"/>
                  </a:lnTo>
                  <a:lnTo>
                    <a:pt x="157" y="182"/>
                  </a:lnTo>
                  <a:lnTo>
                    <a:pt x="157" y="178"/>
                  </a:lnTo>
                  <a:lnTo>
                    <a:pt x="158" y="177"/>
                  </a:lnTo>
                  <a:lnTo>
                    <a:pt x="158" y="175"/>
                  </a:lnTo>
                  <a:lnTo>
                    <a:pt x="155" y="175"/>
                  </a:lnTo>
                  <a:lnTo>
                    <a:pt x="154" y="175"/>
                  </a:lnTo>
                  <a:lnTo>
                    <a:pt x="153" y="178"/>
                  </a:lnTo>
                  <a:lnTo>
                    <a:pt x="154" y="179"/>
                  </a:lnTo>
                  <a:lnTo>
                    <a:pt x="154" y="181"/>
                  </a:lnTo>
                  <a:lnTo>
                    <a:pt x="153" y="181"/>
                  </a:lnTo>
                  <a:lnTo>
                    <a:pt x="149" y="183"/>
                  </a:lnTo>
                  <a:lnTo>
                    <a:pt x="149" y="186"/>
                  </a:lnTo>
                  <a:lnTo>
                    <a:pt x="150" y="190"/>
                  </a:lnTo>
                  <a:lnTo>
                    <a:pt x="147" y="193"/>
                  </a:lnTo>
                  <a:lnTo>
                    <a:pt x="146" y="193"/>
                  </a:lnTo>
                  <a:lnTo>
                    <a:pt x="145" y="191"/>
                  </a:lnTo>
                  <a:lnTo>
                    <a:pt x="146" y="189"/>
                  </a:lnTo>
                  <a:lnTo>
                    <a:pt x="146" y="186"/>
                  </a:lnTo>
                  <a:lnTo>
                    <a:pt x="143" y="186"/>
                  </a:lnTo>
                  <a:lnTo>
                    <a:pt x="141" y="187"/>
                  </a:lnTo>
                  <a:lnTo>
                    <a:pt x="141" y="190"/>
                  </a:lnTo>
                  <a:lnTo>
                    <a:pt x="141" y="193"/>
                  </a:lnTo>
                  <a:lnTo>
                    <a:pt x="142" y="194"/>
                  </a:lnTo>
                  <a:lnTo>
                    <a:pt x="138" y="194"/>
                  </a:lnTo>
                  <a:lnTo>
                    <a:pt x="133" y="193"/>
                  </a:lnTo>
                  <a:lnTo>
                    <a:pt x="130" y="195"/>
                  </a:lnTo>
                  <a:lnTo>
                    <a:pt x="128" y="195"/>
                  </a:lnTo>
                  <a:lnTo>
                    <a:pt x="128" y="195"/>
                  </a:lnTo>
                  <a:lnTo>
                    <a:pt x="128" y="194"/>
                  </a:lnTo>
                  <a:lnTo>
                    <a:pt x="130" y="194"/>
                  </a:lnTo>
                  <a:lnTo>
                    <a:pt x="130" y="193"/>
                  </a:lnTo>
                  <a:lnTo>
                    <a:pt x="129" y="193"/>
                  </a:lnTo>
                  <a:lnTo>
                    <a:pt x="128" y="193"/>
                  </a:lnTo>
                  <a:lnTo>
                    <a:pt x="126" y="193"/>
                  </a:lnTo>
                  <a:lnTo>
                    <a:pt x="125" y="191"/>
                  </a:lnTo>
                  <a:lnTo>
                    <a:pt x="125" y="193"/>
                  </a:lnTo>
                  <a:lnTo>
                    <a:pt x="124" y="193"/>
                  </a:lnTo>
                  <a:lnTo>
                    <a:pt x="122" y="193"/>
                  </a:lnTo>
                  <a:lnTo>
                    <a:pt x="122" y="190"/>
                  </a:lnTo>
                  <a:lnTo>
                    <a:pt x="124" y="189"/>
                  </a:lnTo>
                  <a:lnTo>
                    <a:pt x="122" y="189"/>
                  </a:lnTo>
                  <a:lnTo>
                    <a:pt x="121" y="190"/>
                  </a:lnTo>
                  <a:lnTo>
                    <a:pt x="120" y="194"/>
                  </a:lnTo>
                  <a:lnTo>
                    <a:pt x="121" y="195"/>
                  </a:lnTo>
                  <a:lnTo>
                    <a:pt x="125" y="197"/>
                  </a:lnTo>
                  <a:lnTo>
                    <a:pt x="125" y="199"/>
                  </a:lnTo>
                  <a:lnTo>
                    <a:pt x="126" y="199"/>
                  </a:lnTo>
                  <a:lnTo>
                    <a:pt x="125" y="200"/>
                  </a:lnTo>
                  <a:lnTo>
                    <a:pt x="124" y="200"/>
                  </a:lnTo>
                  <a:lnTo>
                    <a:pt x="121" y="202"/>
                  </a:lnTo>
                  <a:lnTo>
                    <a:pt x="120" y="204"/>
                  </a:lnTo>
                  <a:lnTo>
                    <a:pt x="120" y="206"/>
                  </a:lnTo>
                  <a:lnTo>
                    <a:pt x="120" y="207"/>
                  </a:lnTo>
                  <a:lnTo>
                    <a:pt x="118" y="207"/>
                  </a:lnTo>
                  <a:lnTo>
                    <a:pt x="118" y="210"/>
                  </a:lnTo>
                  <a:lnTo>
                    <a:pt x="116" y="214"/>
                  </a:lnTo>
                  <a:lnTo>
                    <a:pt x="114" y="214"/>
                  </a:lnTo>
                  <a:lnTo>
                    <a:pt x="112" y="214"/>
                  </a:lnTo>
                  <a:lnTo>
                    <a:pt x="109" y="211"/>
                  </a:lnTo>
                  <a:lnTo>
                    <a:pt x="106" y="210"/>
                  </a:lnTo>
                  <a:lnTo>
                    <a:pt x="106" y="207"/>
                  </a:lnTo>
                  <a:lnTo>
                    <a:pt x="106" y="206"/>
                  </a:lnTo>
                  <a:lnTo>
                    <a:pt x="106" y="204"/>
                  </a:lnTo>
                  <a:lnTo>
                    <a:pt x="106" y="202"/>
                  </a:lnTo>
                  <a:lnTo>
                    <a:pt x="105" y="202"/>
                  </a:lnTo>
                  <a:lnTo>
                    <a:pt x="105" y="199"/>
                  </a:lnTo>
                  <a:lnTo>
                    <a:pt x="106" y="197"/>
                  </a:lnTo>
                  <a:lnTo>
                    <a:pt x="106" y="195"/>
                  </a:lnTo>
                  <a:lnTo>
                    <a:pt x="106" y="194"/>
                  </a:lnTo>
                  <a:lnTo>
                    <a:pt x="104" y="194"/>
                  </a:lnTo>
                  <a:lnTo>
                    <a:pt x="101" y="194"/>
                  </a:lnTo>
                  <a:lnTo>
                    <a:pt x="97" y="195"/>
                  </a:lnTo>
                  <a:lnTo>
                    <a:pt x="95" y="197"/>
                  </a:lnTo>
                  <a:lnTo>
                    <a:pt x="95" y="198"/>
                  </a:lnTo>
                  <a:lnTo>
                    <a:pt x="92" y="199"/>
                  </a:lnTo>
                  <a:lnTo>
                    <a:pt x="92" y="200"/>
                  </a:lnTo>
                  <a:lnTo>
                    <a:pt x="91" y="200"/>
                  </a:lnTo>
                  <a:lnTo>
                    <a:pt x="89" y="200"/>
                  </a:lnTo>
                  <a:lnTo>
                    <a:pt x="87" y="200"/>
                  </a:lnTo>
                  <a:lnTo>
                    <a:pt x="84" y="202"/>
                  </a:lnTo>
                  <a:lnTo>
                    <a:pt x="80" y="203"/>
                  </a:lnTo>
                  <a:lnTo>
                    <a:pt x="78" y="203"/>
                  </a:lnTo>
                  <a:lnTo>
                    <a:pt x="76" y="203"/>
                  </a:lnTo>
                  <a:lnTo>
                    <a:pt x="75" y="202"/>
                  </a:lnTo>
                  <a:lnTo>
                    <a:pt x="74" y="202"/>
                  </a:lnTo>
                  <a:lnTo>
                    <a:pt x="72" y="203"/>
                  </a:lnTo>
                  <a:lnTo>
                    <a:pt x="74" y="206"/>
                  </a:lnTo>
                  <a:lnTo>
                    <a:pt x="74" y="207"/>
                  </a:lnTo>
                  <a:lnTo>
                    <a:pt x="74" y="210"/>
                  </a:lnTo>
                  <a:lnTo>
                    <a:pt x="72" y="210"/>
                  </a:lnTo>
                  <a:lnTo>
                    <a:pt x="71" y="210"/>
                  </a:lnTo>
                  <a:lnTo>
                    <a:pt x="67" y="208"/>
                  </a:lnTo>
                  <a:lnTo>
                    <a:pt x="64" y="208"/>
                  </a:lnTo>
                  <a:lnTo>
                    <a:pt x="60" y="211"/>
                  </a:lnTo>
                  <a:lnTo>
                    <a:pt x="60" y="211"/>
                  </a:lnTo>
                  <a:lnTo>
                    <a:pt x="63" y="215"/>
                  </a:lnTo>
                  <a:lnTo>
                    <a:pt x="64" y="215"/>
                  </a:lnTo>
                  <a:lnTo>
                    <a:pt x="66" y="214"/>
                  </a:lnTo>
                  <a:lnTo>
                    <a:pt x="66" y="214"/>
                  </a:lnTo>
                  <a:lnTo>
                    <a:pt x="68" y="214"/>
                  </a:lnTo>
                  <a:lnTo>
                    <a:pt x="70" y="214"/>
                  </a:lnTo>
                  <a:lnTo>
                    <a:pt x="70" y="218"/>
                  </a:lnTo>
                  <a:lnTo>
                    <a:pt x="70" y="219"/>
                  </a:lnTo>
                  <a:lnTo>
                    <a:pt x="67" y="220"/>
                  </a:lnTo>
                  <a:lnTo>
                    <a:pt x="68" y="220"/>
                  </a:lnTo>
                  <a:lnTo>
                    <a:pt x="72" y="220"/>
                  </a:lnTo>
                  <a:lnTo>
                    <a:pt x="72" y="222"/>
                  </a:lnTo>
                  <a:lnTo>
                    <a:pt x="74" y="223"/>
                  </a:lnTo>
                  <a:lnTo>
                    <a:pt x="74" y="224"/>
                  </a:lnTo>
                  <a:lnTo>
                    <a:pt x="74" y="226"/>
                  </a:lnTo>
                  <a:lnTo>
                    <a:pt x="75" y="227"/>
                  </a:lnTo>
                  <a:lnTo>
                    <a:pt x="72" y="229"/>
                  </a:lnTo>
                  <a:lnTo>
                    <a:pt x="71" y="231"/>
                  </a:lnTo>
                  <a:lnTo>
                    <a:pt x="71" y="235"/>
                  </a:lnTo>
                  <a:lnTo>
                    <a:pt x="71" y="241"/>
                  </a:lnTo>
                  <a:lnTo>
                    <a:pt x="72" y="243"/>
                  </a:lnTo>
                  <a:lnTo>
                    <a:pt x="72" y="247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68" y="248"/>
                  </a:lnTo>
                  <a:lnTo>
                    <a:pt x="67" y="249"/>
                  </a:lnTo>
                  <a:lnTo>
                    <a:pt x="68" y="251"/>
                  </a:lnTo>
                  <a:lnTo>
                    <a:pt x="70" y="252"/>
                  </a:lnTo>
                  <a:lnTo>
                    <a:pt x="67" y="256"/>
                  </a:lnTo>
                  <a:lnTo>
                    <a:pt x="66" y="257"/>
                  </a:lnTo>
                  <a:lnTo>
                    <a:pt x="66" y="254"/>
                  </a:lnTo>
                  <a:lnTo>
                    <a:pt x="66" y="253"/>
                  </a:lnTo>
                  <a:lnTo>
                    <a:pt x="64" y="251"/>
                  </a:lnTo>
                  <a:lnTo>
                    <a:pt x="63" y="248"/>
                  </a:lnTo>
                  <a:lnTo>
                    <a:pt x="63" y="247"/>
                  </a:lnTo>
                  <a:lnTo>
                    <a:pt x="64" y="245"/>
                  </a:lnTo>
                  <a:lnTo>
                    <a:pt x="63" y="245"/>
                  </a:lnTo>
                  <a:lnTo>
                    <a:pt x="62" y="247"/>
                  </a:lnTo>
                  <a:lnTo>
                    <a:pt x="62" y="251"/>
                  </a:lnTo>
                  <a:lnTo>
                    <a:pt x="63" y="253"/>
                  </a:lnTo>
                  <a:lnTo>
                    <a:pt x="63" y="254"/>
                  </a:lnTo>
                  <a:lnTo>
                    <a:pt x="63" y="254"/>
                  </a:lnTo>
                  <a:lnTo>
                    <a:pt x="60" y="254"/>
                  </a:lnTo>
                  <a:lnTo>
                    <a:pt x="59" y="254"/>
                  </a:lnTo>
                  <a:lnTo>
                    <a:pt x="58" y="252"/>
                  </a:lnTo>
                  <a:lnTo>
                    <a:pt x="59" y="251"/>
                  </a:lnTo>
                  <a:lnTo>
                    <a:pt x="59" y="249"/>
                  </a:lnTo>
                  <a:lnTo>
                    <a:pt x="56" y="247"/>
                  </a:lnTo>
                  <a:lnTo>
                    <a:pt x="56" y="243"/>
                  </a:lnTo>
                  <a:lnTo>
                    <a:pt x="54" y="240"/>
                  </a:lnTo>
                  <a:lnTo>
                    <a:pt x="54" y="239"/>
                  </a:lnTo>
                  <a:lnTo>
                    <a:pt x="55" y="237"/>
                  </a:lnTo>
                  <a:lnTo>
                    <a:pt x="58" y="235"/>
                  </a:lnTo>
                  <a:lnTo>
                    <a:pt x="58" y="229"/>
                  </a:lnTo>
                  <a:lnTo>
                    <a:pt x="56" y="229"/>
                  </a:lnTo>
                  <a:lnTo>
                    <a:pt x="56" y="227"/>
                  </a:lnTo>
                  <a:lnTo>
                    <a:pt x="54" y="223"/>
                  </a:lnTo>
                  <a:lnTo>
                    <a:pt x="52" y="222"/>
                  </a:lnTo>
                  <a:lnTo>
                    <a:pt x="51" y="223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7"/>
                  </a:lnTo>
                  <a:lnTo>
                    <a:pt x="52" y="227"/>
                  </a:lnTo>
                  <a:lnTo>
                    <a:pt x="54" y="228"/>
                  </a:lnTo>
                  <a:lnTo>
                    <a:pt x="54" y="229"/>
                  </a:lnTo>
                  <a:lnTo>
                    <a:pt x="52" y="231"/>
                  </a:lnTo>
                  <a:lnTo>
                    <a:pt x="51" y="229"/>
                  </a:lnTo>
                  <a:lnTo>
                    <a:pt x="52" y="229"/>
                  </a:lnTo>
                  <a:lnTo>
                    <a:pt x="51" y="228"/>
                  </a:lnTo>
                  <a:lnTo>
                    <a:pt x="50" y="229"/>
                  </a:lnTo>
                  <a:lnTo>
                    <a:pt x="49" y="231"/>
                  </a:lnTo>
                  <a:lnTo>
                    <a:pt x="47" y="231"/>
                  </a:lnTo>
                  <a:lnTo>
                    <a:pt x="49" y="229"/>
                  </a:lnTo>
                  <a:lnTo>
                    <a:pt x="49" y="228"/>
                  </a:lnTo>
                  <a:lnTo>
                    <a:pt x="47" y="228"/>
                  </a:lnTo>
                  <a:lnTo>
                    <a:pt x="46" y="226"/>
                  </a:lnTo>
                  <a:lnTo>
                    <a:pt x="47" y="224"/>
                  </a:lnTo>
                  <a:lnTo>
                    <a:pt x="47" y="226"/>
                  </a:lnTo>
                  <a:lnTo>
                    <a:pt x="49" y="227"/>
                  </a:lnTo>
                  <a:lnTo>
                    <a:pt x="49" y="227"/>
                  </a:lnTo>
                  <a:lnTo>
                    <a:pt x="47" y="223"/>
                  </a:lnTo>
                  <a:lnTo>
                    <a:pt x="47" y="222"/>
                  </a:lnTo>
                  <a:lnTo>
                    <a:pt x="46" y="222"/>
                  </a:lnTo>
                  <a:lnTo>
                    <a:pt x="45" y="222"/>
                  </a:lnTo>
                  <a:lnTo>
                    <a:pt x="47" y="220"/>
                  </a:lnTo>
                  <a:lnTo>
                    <a:pt x="49" y="220"/>
                  </a:lnTo>
                  <a:lnTo>
                    <a:pt x="50" y="218"/>
                  </a:lnTo>
                  <a:lnTo>
                    <a:pt x="52" y="216"/>
                  </a:lnTo>
                  <a:lnTo>
                    <a:pt x="54" y="215"/>
                  </a:lnTo>
                  <a:lnTo>
                    <a:pt x="54" y="214"/>
                  </a:lnTo>
                  <a:lnTo>
                    <a:pt x="56" y="211"/>
                  </a:lnTo>
                  <a:lnTo>
                    <a:pt x="59" y="211"/>
                  </a:lnTo>
                  <a:lnTo>
                    <a:pt x="59" y="210"/>
                  </a:lnTo>
                  <a:lnTo>
                    <a:pt x="59" y="208"/>
                  </a:lnTo>
                  <a:lnTo>
                    <a:pt x="58" y="208"/>
                  </a:lnTo>
                  <a:lnTo>
                    <a:pt x="56" y="204"/>
                  </a:lnTo>
                  <a:lnTo>
                    <a:pt x="58" y="203"/>
                  </a:lnTo>
                  <a:lnTo>
                    <a:pt x="62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6" y="197"/>
                  </a:lnTo>
                  <a:lnTo>
                    <a:pt x="67" y="195"/>
                  </a:lnTo>
                  <a:lnTo>
                    <a:pt x="71" y="191"/>
                  </a:lnTo>
                  <a:lnTo>
                    <a:pt x="71" y="190"/>
                  </a:lnTo>
                  <a:lnTo>
                    <a:pt x="72" y="189"/>
                  </a:lnTo>
                  <a:lnTo>
                    <a:pt x="74" y="186"/>
                  </a:lnTo>
                  <a:lnTo>
                    <a:pt x="78" y="183"/>
                  </a:lnTo>
                  <a:lnTo>
                    <a:pt x="80" y="183"/>
                  </a:lnTo>
                  <a:lnTo>
                    <a:pt x="81" y="183"/>
                  </a:lnTo>
                  <a:lnTo>
                    <a:pt x="84" y="182"/>
                  </a:lnTo>
                  <a:lnTo>
                    <a:pt x="87" y="182"/>
                  </a:lnTo>
                  <a:lnTo>
                    <a:pt x="89" y="181"/>
                  </a:lnTo>
                  <a:lnTo>
                    <a:pt x="92" y="181"/>
                  </a:lnTo>
                  <a:lnTo>
                    <a:pt x="97" y="178"/>
                  </a:lnTo>
                  <a:lnTo>
                    <a:pt x="99" y="179"/>
                  </a:lnTo>
                  <a:lnTo>
                    <a:pt x="100" y="179"/>
                  </a:lnTo>
                  <a:lnTo>
                    <a:pt x="101" y="178"/>
                  </a:lnTo>
                  <a:lnTo>
                    <a:pt x="103" y="178"/>
                  </a:lnTo>
                  <a:lnTo>
                    <a:pt x="103" y="181"/>
                  </a:lnTo>
                  <a:lnTo>
                    <a:pt x="104" y="181"/>
                  </a:lnTo>
                  <a:lnTo>
                    <a:pt x="105" y="179"/>
                  </a:lnTo>
                  <a:lnTo>
                    <a:pt x="106" y="181"/>
                  </a:lnTo>
                  <a:lnTo>
                    <a:pt x="108" y="179"/>
                  </a:lnTo>
                  <a:lnTo>
                    <a:pt x="108" y="179"/>
                  </a:lnTo>
                  <a:lnTo>
                    <a:pt x="109" y="179"/>
                  </a:lnTo>
                  <a:lnTo>
                    <a:pt x="109" y="177"/>
                  </a:lnTo>
                  <a:lnTo>
                    <a:pt x="109" y="177"/>
                  </a:lnTo>
                  <a:lnTo>
                    <a:pt x="109" y="175"/>
                  </a:lnTo>
                  <a:lnTo>
                    <a:pt x="109" y="174"/>
                  </a:lnTo>
                  <a:lnTo>
                    <a:pt x="108" y="173"/>
                  </a:lnTo>
                  <a:lnTo>
                    <a:pt x="109" y="169"/>
                  </a:lnTo>
                  <a:lnTo>
                    <a:pt x="109" y="168"/>
                  </a:lnTo>
                  <a:lnTo>
                    <a:pt x="109" y="166"/>
                  </a:lnTo>
                  <a:lnTo>
                    <a:pt x="112" y="164"/>
                  </a:lnTo>
                  <a:lnTo>
                    <a:pt x="113" y="161"/>
                  </a:lnTo>
                  <a:lnTo>
                    <a:pt x="112" y="156"/>
                  </a:lnTo>
                  <a:lnTo>
                    <a:pt x="110" y="153"/>
                  </a:lnTo>
                  <a:lnTo>
                    <a:pt x="112" y="150"/>
                  </a:lnTo>
                  <a:lnTo>
                    <a:pt x="113" y="149"/>
                  </a:lnTo>
                  <a:lnTo>
                    <a:pt x="116" y="148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9"/>
                  </a:lnTo>
                  <a:lnTo>
                    <a:pt x="117" y="150"/>
                  </a:lnTo>
                  <a:lnTo>
                    <a:pt x="116" y="152"/>
                  </a:lnTo>
                  <a:lnTo>
                    <a:pt x="114" y="153"/>
                  </a:lnTo>
                  <a:lnTo>
                    <a:pt x="114" y="154"/>
                  </a:lnTo>
                  <a:lnTo>
                    <a:pt x="117" y="157"/>
                  </a:lnTo>
                  <a:lnTo>
                    <a:pt x="121" y="160"/>
                  </a:lnTo>
                  <a:lnTo>
                    <a:pt x="121" y="157"/>
                  </a:lnTo>
                  <a:lnTo>
                    <a:pt x="124" y="156"/>
                  </a:lnTo>
                  <a:lnTo>
                    <a:pt x="129" y="153"/>
                  </a:lnTo>
                  <a:lnTo>
                    <a:pt x="133" y="150"/>
                  </a:lnTo>
                  <a:lnTo>
                    <a:pt x="133" y="148"/>
                  </a:lnTo>
                  <a:lnTo>
                    <a:pt x="134" y="145"/>
                  </a:lnTo>
                  <a:lnTo>
                    <a:pt x="134" y="141"/>
                  </a:lnTo>
                  <a:lnTo>
                    <a:pt x="135" y="139"/>
                  </a:lnTo>
                  <a:lnTo>
                    <a:pt x="138" y="136"/>
                  </a:lnTo>
                  <a:lnTo>
                    <a:pt x="139" y="133"/>
                  </a:lnTo>
                  <a:lnTo>
                    <a:pt x="138" y="129"/>
                  </a:lnTo>
                  <a:lnTo>
                    <a:pt x="141" y="122"/>
                  </a:lnTo>
                  <a:lnTo>
                    <a:pt x="141" y="116"/>
                  </a:lnTo>
                  <a:lnTo>
                    <a:pt x="141" y="112"/>
                  </a:lnTo>
                  <a:lnTo>
                    <a:pt x="139" y="107"/>
                  </a:lnTo>
                  <a:lnTo>
                    <a:pt x="138" y="102"/>
                  </a:lnTo>
                  <a:lnTo>
                    <a:pt x="135" y="103"/>
                  </a:lnTo>
                  <a:lnTo>
                    <a:pt x="134" y="104"/>
                  </a:lnTo>
                  <a:lnTo>
                    <a:pt x="133" y="102"/>
                  </a:lnTo>
                  <a:lnTo>
                    <a:pt x="133" y="100"/>
                  </a:lnTo>
                  <a:lnTo>
                    <a:pt x="134" y="100"/>
                  </a:lnTo>
                  <a:lnTo>
                    <a:pt x="137" y="100"/>
                  </a:lnTo>
                  <a:lnTo>
                    <a:pt x="137" y="97"/>
                  </a:lnTo>
                  <a:lnTo>
                    <a:pt x="137" y="95"/>
                  </a:lnTo>
                  <a:lnTo>
                    <a:pt x="133" y="93"/>
                  </a:lnTo>
                  <a:lnTo>
                    <a:pt x="133" y="90"/>
                  </a:lnTo>
                  <a:lnTo>
                    <a:pt x="135" y="89"/>
                  </a:lnTo>
                  <a:lnTo>
                    <a:pt x="137" y="87"/>
                  </a:lnTo>
                  <a:lnTo>
                    <a:pt x="137" y="86"/>
                  </a:lnTo>
                  <a:lnTo>
                    <a:pt x="135" y="82"/>
                  </a:lnTo>
                  <a:lnTo>
                    <a:pt x="135" y="81"/>
                  </a:lnTo>
                  <a:lnTo>
                    <a:pt x="137" y="81"/>
                  </a:lnTo>
                  <a:lnTo>
                    <a:pt x="138" y="81"/>
                  </a:lnTo>
                  <a:lnTo>
                    <a:pt x="139" y="82"/>
                  </a:lnTo>
                  <a:lnTo>
                    <a:pt x="139" y="85"/>
                  </a:lnTo>
                  <a:lnTo>
                    <a:pt x="139" y="86"/>
                  </a:lnTo>
                  <a:lnTo>
                    <a:pt x="142" y="87"/>
                  </a:lnTo>
                  <a:lnTo>
                    <a:pt x="143" y="86"/>
                  </a:lnTo>
                  <a:lnTo>
                    <a:pt x="142" y="83"/>
                  </a:lnTo>
                  <a:lnTo>
                    <a:pt x="142" y="83"/>
                  </a:lnTo>
                  <a:lnTo>
                    <a:pt x="145" y="83"/>
                  </a:lnTo>
                  <a:lnTo>
                    <a:pt x="146" y="83"/>
                  </a:lnTo>
                  <a:lnTo>
                    <a:pt x="146" y="81"/>
                  </a:lnTo>
                  <a:lnTo>
                    <a:pt x="145" y="78"/>
                  </a:lnTo>
                  <a:lnTo>
                    <a:pt x="142" y="81"/>
                  </a:lnTo>
                  <a:lnTo>
                    <a:pt x="142" y="81"/>
                  </a:lnTo>
                  <a:lnTo>
                    <a:pt x="141" y="79"/>
                  </a:lnTo>
                  <a:lnTo>
                    <a:pt x="141" y="78"/>
                  </a:lnTo>
                  <a:lnTo>
                    <a:pt x="142" y="75"/>
                  </a:lnTo>
                  <a:lnTo>
                    <a:pt x="141" y="74"/>
                  </a:lnTo>
                  <a:close/>
                  <a:moveTo>
                    <a:pt x="120" y="60"/>
                  </a:moveTo>
                  <a:lnTo>
                    <a:pt x="120" y="62"/>
                  </a:lnTo>
                  <a:lnTo>
                    <a:pt x="120" y="64"/>
                  </a:lnTo>
                  <a:lnTo>
                    <a:pt x="118" y="65"/>
                  </a:lnTo>
                  <a:lnTo>
                    <a:pt x="117" y="64"/>
                  </a:lnTo>
                  <a:lnTo>
                    <a:pt x="117" y="62"/>
                  </a:lnTo>
                  <a:lnTo>
                    <a:pt x="118" y="61"/>
                  </a:lnTo>
                  <a:lnTo>
                    <a:pt x="120" y="60"/>
                  </a:lnTo>
                  <a:close/>
                  <a:moveTo>
                    <a:pt x="129" y="0"/>
                  </a:moveTo>
                  <a:lnTo>
                    <a:pt x="132" y="0"/>
                  </a:lnTo>
                  <a:lnTo>
                    <a:pt x="133" y="3"/>
                  </a:lnTo>
                  <a:lnTo>
                    <a:pt x="137" y="6"/>
                  </a:lnTo>
                  <a:lnTo>
                    <a:pt x="139" y="6"/>
                  </a:lnTo>
                  <a:lnTo>
                    <a:pt x="142" y="10"/>
                  </a:lnTo>
                  <a:lnTo>
                    <a:pt x="147" y="15"/>
                  </a:lnTo>
                  <a:lnTo>
                    <a:pt x="150" y="16"/>
                  </a:lnTo>
                  <a:lnTo>
                    <a:pt x="151" y="19"/>
                  </a:lnTo>
                  <a:lnTo>
                    <a:pt x="153" y="19"/>
                  </a:lnTo>
                  <a:lnTo>
                    <a:pt x="155" y="22"/>
                  </a:lnTo>
                  <a:lnTo>
                    <a:pt x="159" y="23"/>
                  </a:lnTo>
                  <a:lnTo>
                    <a:pt x="162" y="23"/>
                  </a:lnTo>
                  <a:lnTo>
                    <a:pt x="164" y="25"/>
                  </a:lnTo>
                  <a:lnTo>
                    <a:pt x="166" y="25"/>
                  </a:lnTo>
                  <a:lnTo>
                    <a:pt x="167" y="25"/>
                  </a:lnTo>
                  <a:lnTo>
                    <a:pt x="170" y="25"/>
                  </a:lnTo>
                  <a:lnTo>
                    <a:pt x="174" y="23"/>
                  </a:lnTo>
                  <a:lnTo>
                    <a:pt x="175" y="20"/>
                  </a:lnTo>
                  <a:lnTo>
                    <a:pt x="176" y="18"/>
                  </a:lnTo>
                  <a:lnTo>
                    <a:pt x="176" y="18"/>
                  </a:lnTo>
                  <a:lnTo>
                    <a:pt x="176" y="19"/>
                  </a:lnTo>
                  <a:lnTo>
                    <a:pt x="176" y="20"/>
                  </a:lnTo>
                  <a:lnTo>
                    <a:pt x="176" y="24"/>
                  </a:lnTo>
                  <a:lnTo>
                    <a:pt x="176" y="27"/>
                  </a:lnTo>
                  <a:lnTo>
                    <a:pt x="176" y="28"/>
                  </a:lnTo>
                  <a:lnTo>
                    <a:pt x="179" y="31"/>
                  </a:lnTo>
                  <a:lnTo>
                    <a:pt x="182" y="32"/>
                  </a:lnTo>
                  <a:lnTo>
                    <a:pt x="182" y="35"/>
                  </a:lnTo>
                  <a:lnTo>
                    <a:pt x="182" y="36"/>
                  </a:lnTo>
                  <a:lnTo>
                    <a:pt x="183" y="36"/>
                  </a:lnTo>
                  <a:lnTo>
                    <a:pt x="184" y="33"/>
                  </a:lnTo>
                  <a:lnTo>
                    <a:pt x="185" y="32"/>
                  </a:lnTo>
                  <a:lnTo>
                    <a:pt x="187" y="32"/>
                  </a:lnTo>
                  <a:lnTo>
                    <a:pt x="187" y="33"/>
                  </a:lnTo>
                  <a:lnTo>
                    <a:pt x="185" y="35"/>
                  </a:lnTo>
                  <a:lnTo>
                    <a:pt x="185" y="36"/>
                  </a:lnTo>
                  <a:lnTo>
                    <a:pt x="184" y="37"/>
                  </a:lnTo>
                  <a:lnTo>
                    <a:pt x="182" y="39"/>
                  </a:lnTo>
                  <a:lnTo>
                    <a:pt x="182" y="40"/>
                  </a:lnTo>
                  <a:lnTo>
                    <a:pt x="180" y="41"/>
                  </a:lnTo>
                  <a:lnTo>
                    <a:pt x="179" y="41"/>
                  </a:lnTo>
                  <a:lnTo>
                    <a:pt x="178" y="41"/>
                  </a:lnTo>
                  <a:lnTo>
                    <a:pt x="176" y="43"/>
                  </a:lnTo>
                  <a:lnTo>
                    <a:pt x="176" y="44"/>
                  </a:lnTo>
                  <a:lnTo>
                    <a:pt x="174" y="44"/>
                  </a:lnTo>
                  <a:lnTo>
                    <a:pt x="171" y="43"/>
                  </a:lnTo>
                  <a:lnTo>
                    <a:pt x="170" y="44"/>
                  </a:lnTo>
                  <a:lnTo>
                    <a:pt x="166" y="48"/>
                  </a:lnTo>
                  <a:lnTo>
                    <a:pt x="164" y="53"/>
                  </a:lnTo>
                  <a:lnTo>
                    <a:pt x="164" y="57"/>
                  </a:lnTo>
                  <a:lnTo>
                    <a:pt x="164" y="60"/>
                  </a:lnTo>
                  <a:lnTo>
                    <a:pt x="164" y="61"/>
                  </a:lnTo>
                  <a:lnTo>
                    <a:pt x="164" y="64"/>
                  </a:lnTo>
                  <a:lnTo>
                    <a:pt x="163" y="62"/>
                  </a:lnTo>
                  <a:lnTo>
                    <a:pt x="162" y="61"/>
                  </a:lnTo>
                  <a:lnTo>
                    <a:pt x="158" y="60"/>
                  </a:lnTo>
                  <a:lnTo>
                    <a:pt x="154" y="58"/>
                  </a:lnTo>
                  <a:lnTo>
                    <a:pt x="151" y="54"/>
                  </a:lnTo>
                  <a:lnTo>
                    <a:pt x="149" y="53"/>
                  </a:lnTo>
                  <a:lnTo>
                    <a:pt x="147" y="53"/>
                  </a:lnTo>
                  <a:lnTo>
                    <a:pt x="145" y="53"/>
                  </a:lnTo>
                  <a:lnTo>
                    <a:pt x="145" y="52"/>
                  </a:lnTo>
                  <a:lnTo>
                    <a:pt x="142" y="52"/>
                  </a:lnTo>
                  <a:lnTo>
                    <a:pt x="139" y="53"/>
                  </a:lnTo>
                  <a:lnTo>
                    <a:pt x="137" y="57"/>
                  </a:lnTo>
                  <a:lnTo>
                    <a:pt x="135" y="57"/>
                  </a:lnTo>
                  <a:lnTo>
                    <a:pt x="133" y="54"/>
                  </a:lnTo>
                  <a:lnTo>
                    <a:pt x="130" y="54"/>
                  </a:lnTo>
                  <a:lnTo>
                    <a:pt x="129" y="56"/>
                  </a:lnTo>
                  <a:lnTo>
                    <a:pt x="129" y="58"/>
                  </a:lnTo>
                  <a:lnTo>
                    <a:pt x="130" y="61"/>
                  </a:lnTo>
                  <a:lnTo>
                    <a:pt x="133" y="62"/>
                  </a:lnTo>
                  <a:lnTo>
                    <a:pt x="135" y="61"/>
                  </a:lnTo>
                  <a:lnTo>
                    <a:pt x="138" y="65"/>
                  </a:lnTo>
                  <a:lnTo>
                    <a:pt x="141" y="65"/>
                  </a:lnTo>
                  <a:lnTo>
                    <a:pt x="143" y="65"/>
                  </a:lnTo>
                  <a:lnTo>
                    <a:pt x="145" y="66"/>
                  </a:lnTo>
                  <a:lnTo>
                    <a:pt x="142" y="69"/>
                  </a:lnTo>
                  <a:lnTo>
                    <a:pt x="142" y="70"/>
                  </a:lnTo>
                  <a:lnTo>
                    <a:pt x="141" y="69"/>
                  </a:lnTo>
                  <a:lnTo>
                    <a:pt x="137" y="69"/>
                  </a:lnTo>
                  <a:lnTo>
                    <a:pt x="135" y="70"/>
                  </a:lnTo>
                  <a:lnTo>
                    <a:pt x="135" y="72"/>
                  </a:lnTo>
                  <a:lnTo>
                    <a:pt x="135" y="74"/>
                  </a:lnTo>
                  <a:lnTo>
                    <a:pt x="133" y="77"/>
                  </a:lnTo>
                  <a:lnTo>
                    <a:pt x="130" y="75"/>
                  </a:lnTo>
                  <a:lnTo>
                    <a:pt x="129" y="74"/>
                  </a:lnTo>
                  <a:lnTo>
                    <a:pt x="130" y="73"/>
                  </a:lnTo>
                  <a:lnTo>
                    <a:pt x="129" y="69"/>
                  </a:lnTo>
                  <a:lnTo>
                    <a:pt x="128" y="65"/>
                  </a:lnTo>
                  <a:lnTo>
                    <a:pt x="126" y="64"/>
                  </a:lnTo>
                  <a:lnTo>
                    <a:pt x="124" y="62"/>
                  </a:lnTo>
                  <a:lnTo>
                    <a:pt x="122" y="62"/>
                  </a:lnTo>
                  <a:lnTo>
                    <a:pt x="122" y="60"/>
                  </a:lnTo>
                  <a:lnTo>
                    <a:pt x="122" y="57"/>
                  </a:lnTo>
                  <a:lnTo>
                    <a:pt x="122" y="54"/>
                  </a:lnTo>
                  <a:lnTo>
                    <a:pt x="124" y="53"/>
                  </a:lnTo>
                  <a:lnTo>
                    <a:pt x="125" y="52"/>
                  </a:lnTo>
                  <a:lnTo>
                    <a:pt x="125" y="50"/>
                  </a:lnTo>
                  <a:lnTo>
                    <a:pt x="126" y="50"/>
                  </a:lnTo>
                  <a:lnTo>
                    <a:pt x="128" y="48"/>
                  </a:lnTo>
                  <a:lnTo>
                    <a:pt x="129" y="47"/>
                  </a:lnTo>
                  <a:lnTo>
                    <a:pt x="128" y="47"/>
                  </a:lnTo>
                  <a:lnTo>
                    <a:pt x="126" y="44"/>
                  </a:lnTo>
                  <a:lnTo>
                    <a:pt x="125" y="44"/>
                  </a:lnTo>
                  <a:lnTo>
                    <a:pt x="124" y="44"/>
                  </a:lnTo>
                  <a:lnTo>
                    <a:pt x="125" y="41"/>
                  </a:lnTo>
                  <a:lnTo>
                    <a:pt x="126" y="41"/>
                  </a:lnTo>
                  <a:lnTo>
                    <a:pt x="130" y="43"/>
                  </a:lnTo>
                  <a:lnTo>
                    <a:pt x="134" y="44"/>
                  </a:lnTo>
                  <a:lnTo>
                    <a:pt x="135" y="43"/>
                  </a:lnTo>
                  <a:lnTo>
                    <a:pt x="135" y="41"/>
                  </a:lnTo>
                  <a:lnTo>
                    <a:pt x="137" y="40"/>
                  </a:lnTo>
                  <a:lnTo>
                    <a:pt x="135" y="39"/>
                  </a:lnTo>
                  <a:lnTo>
                    <a:pt x="134" y="37"/>
                  </a:lnTo>
                  <a:lnTo>
                    <a:pt x="134" y="37"/>
                  </a:lnTo>
                  <a:lnTo>
                    <a:pt x="133" y="35"/>
                  </a:lnTo>
                  <a:lnTo>
                    <a:pt x="133" y="32"/>
                  </a:lnTo>
                  <a:lnTo>
                    <a:pt x="134" y="31"/>
                  </a:lnTo>
                  <a:lnTo>
                    <a:pt x="135" y="31"/>
                  </a:lnTo>
                  <a:lnTo>
                    <a:pt x="135" y="29"/>
                  </a:lnTo>
                  <a:lnTo>
                    <a:pt x="134" y="27"/>
                  </a:lnTo>
                  <a:lnTo>
                    <a:pt x="133" y="23"/>
                  </a:lnTo>
                  <a:lnTo>
                    <a:pt x="134" y="22"/>
                  </a:lnTo>
                  <a:lnTo>
                    <a:pt x="133" y="18"/>
                  </a:lnTo>
                  <a:lnTo>
                    <a:pt x="133" y="15"/>
                  </a:lnTo>
                  <a:lnTo>
                    <a:pt x="129" y="8"/>
                  </a:lnTo>
                  <a:lnTo>
                    <a:pt x="128" y="6"/>
                  </a:lnTo>
                  <a:lnTo>
                    <a:pt x="126" y="4"/>
                  </a:lnTo>
                  <a:lnTo>
                    <a:pt x="128" y="3"/>
                  </a:lnTo>
                  <a:lnTo>
                    <a:pt x="129" y="3"/>
                  </a:lnTo>
                  <a:lnTo>
                    <a:pt x="130" y="2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" name="Freeform 345"/>
            <p:cNvSpPr>
              <a:spLocks noEditPoints="1"/>
            </p:cNvSpPr>
            <p:nvPr/>
          </p:nvSpPr>
          <p:spPr bwMode="auto">
            <a:xfrm>
              <a:off x="9424692" y="3005396"/>
              <a:ext cx="137038" cy="218246"/>
            </a:xfrm>
            <a:custGeom>
              <a:avLst/>
              <a:gdLst>
                <a:gd name="T0" fmla="*/ 28 w 54"/>
                <a:gd name="T1" fmla="*/ 81 h 86"/>
                <a:gd name="T2" fmla="*/ 27 w 54"/>
                <a:gd name="T3" fmla="*/ 85 h 86"/>
                <a:gd name="T4" fmla="*/ 20 w 54"/>
                <a:gd name="T5" fmla="*/ 86 h 86"/>
                <a:gd name="T6" fmla="*/ 20 w 54"/>
                <a:gd name="T7" fmla="*/ 82 h 86"/>
                <a:gd name="T8" fmla="*/ 52 w 54"/>
                <a:gd name="T9" fmla="*/ 70 h 86"/>
                <a:gd name="T10" fmla="*/ 53 w 54"/>
                <a:gd name="T11" fmla="*/ 71 h 86"/>
                <a:gd name="T12" fmla="*/ 52 w 54"/>
                <a:gd name="T13" fmla="*/ 73 h 86"/>
                <a:gd name="T14" fmla="*/ 52 w 54"/>
                <a:gd name="T15" fmla="*/ 70 h 86"/>
                <a:gd name="T16" fmla="*/ 19 w 54"/>
                <a:gd name="T17" fmla="*/ 67 h 86"/>
                <a:gd name="T18" fmla="*/ 17 w 54"/>
                <a:gd name="T19" fmla="*/ 69 h 86"/>
                <a:gd name="T20" fmla="*/ 16 w 54"/>
                <a:gd name="T21" fmla="*/ 69 h 86"/>
                <a:gd name="T22" fmla="*/ 17 w 54"/>
                <a:gd name="T23" fmla="*/ 67 h 86"/>
                <a:gd name="T24" fmla="*/ 54 w 54"/>
                <a:gd name="T25" fmla="*/ 63 h 86"/>
                <a:gd name="T26" fmla="*/ 54 w 54"/>
                <a:gd name="T27" fmla="*/ 66 h 86"/>
                <a:gd name="T28" fmla="*/ 53 w 54"/>
                <a:gd name="T29" fmla="*/ 69 h 86"/>
                <a:gd name="T30" fmla="*/ 52 w 54"/>
                <a:gd name="T31" fmla="*/ 65 h 86"/>
                <a:gd name="T32" fmla="*/ 54 w 54"/>
                <a:gd name="T33" fmla="*/ 63 h 86"/>
                <a:gd name="T34" fmla="*/ 36 w 54"/>
                <a:gd name="T35" fmla="*/ 62 h 86"/>
                <a:gd name="T36" fmla="*/ 33 w 54"/>
                <a:gd name="T37" fmla="*/ 61 h 86"/>
                <a:gd name="T38" fmla="*/ 44 w 54"/>
                <a:gd name="T39" fmla="*/ 57 h 86"/>
                <a:gd name="T40" fmla="*/ 45 w 54"/>
                <a:gd name="T41" fmla="*/ 60 h 86"/>
                <a:gd name="T42" fmla="*/ 42 w 54"/>
                <a:gd name="T43" fmla="*/ 62 h 86"/>
                <a:gd name="T44" fmla="*/ 42 w 54"/>
                <a:gd name="T45" fmla="*/ 58 h 86"/>
                <a:gd name="T46" fmla="*/ 27 w 54"/>
                <a:gd name="T47" fmla="*/ 0 h 86"/>
                <a:gd name="T48" fmla="*/ 37 w 54"/>
                <a:gd name="T49" fmla="*/ 15 h 86"/>
                <a:gd name="T50" fmla="*/ 44 w 54"/>
                <a:gd name="T51" fmla="*/ 28 h 86"/>
                <a:gd name="T52" fmla="*/ 48 w 54"/>
                <a:gd name="T53" fmla="*/ 38 h 86"/>
                <a:gd name="T54" fmla="*/ 49 w 54"/>
                <a:gd name="T55" fmla="*/ 41 h 86"/>
                <a:gd name="T56" fmla="*/ 50 w 54"/>
                <a:gd name="T57" fmla="*/ 49 h 86"/>
                <a:gd name="T58" fmla="*/ 49 w 54"/>
                <a:gd name="T59" fmla="*/ 52 h 86"/>
                <a:gd name="T60" fmla="*/ 44 w 54"/>
                <a:gd name="T61" fmla="*/ 56 h 86"/>
                <a:gd name="T62" fmla="*/ 41 w 54"/>
                <a:gd name="T63" fmla="*/ 60 h 86"/>
                <a:gd name="T64" fmla="*/ 39 w 54"/>
                <a:gd name="T65" fmla="*/ 60 h 86"/>
                <a:gd name="T66" fmla="*/ 36 w 54"/>
                <a:gd name="T67" fmla="*/ 58 h 86"/>
                <a:gd name="T68" fmla="*/ 33 w 54"/>
                <a:gd name="T69" fmla="*/ 60 h 86"/>
                <a:gd name="T70" fmla="*/ 31 w 54"/>
                <a:gd name="T71" fmla="*/ 60 h 86"/>
                <a:gd name="T72" fmla="*/ 23 w 54"/>
                <a:gd name="T73" fmla="*/ 66 h 86"/>
                <a:gd name="T74" fmla="*/ 23 w 54"/>
                <a:gd name="T75" fmla="*/ 67 h 86"/>
                <a:gd name="T76" fmla="*/ 20 w 54"/>
                <a:gd name="T77" fmla="*/ 67 h 86"/>
                <a:gd name="T78" fmla="*/ 19 w 54"/>
                <a:gd name="T79" fmla="*/ 63 h 86"/>
                <a:gd name="T80" fmla="*/ 15 w 54"/>
                <a:gd name="T81" fmla="*/ 58 h 86"/>
                <a:gd name="T82" fmla="*/ 15 w 54"/>
                <a:gd name="T83" fmla="*/ 56 h 86"/>
                <a:gd name="T84" fmla="*/ 16 w 54"/>
                <a:gd name="T85" fmla="*/ 53 h 86"/>
                <a:gd name="T86" fmla="*/ 15 w 54"/>
                <a:gd name="T87" fmla="*/ 49 h 86"/>
                <a:gd name="T88" fmla="*/ 19 w 54"/>
                <a:gd name="T89" fmla="*/ 45 h 86"/>
                <a:gd name="T90" fmla="*/ 16 w 54"/>
                <a:gd name="T91" fmla="*/ 42 h 86"/>
                <a:gd name="T92" fmla="*/ 14 w 54"/>
                <a:gd name="T93" fmla="*/ 36 h 86"/>
                <a:gd name="T94" fmla="*/ 12 w 54"/>
                <a:gd name="T95" fmla="*/ 33 h 86"/>
                <a:gd name="T96" fmla="*/ 8 w 54"/>
                <a:gd name="T97" fmla="*/ 28 h 86"/>
                <a:gd name="T98" fmla="*/ 11 w 54"/>
                <a:gd name="T99" fmla="*/ 27 h 86"/>
                <a:gd name="T100" fmla="*/ 16 w 54"/>
                <a:gd name="T101" fmla="*/ 29 h 86"/>
                <a:gd name="T102" fmla="*/ 14 w 54"/>
                <a:gd name="T103" fmla="*/ 24 h 86"/>
                <a:gd name="T104" fmla="*/ 12 w 54"/>
                <a:gd name="T105" fmla="*/ 23 h 86"/>
                <a:gd name="T106" fmla="*/ 4 w 54"/>
                <a:gd name="T107" fmla="*/ 15 h 86"/>
                <a:gd name="T108" fmla="*/ 3 w 54"/>
                <a:gd name="T109" fmla="*/ 13 h 86"/>
                <a:gd name="T110" fmla="*/ 0 w 54"/>
                <a:gd name="T111" fmla="*/ 15 h 86"/>
                <a:gd name="T112" fmla="*/ 6 w 54"/>
                <a:gd name="T113" fmla="*/ 8 h 86"/>
                <a:gd name="T114" fmla="*/ 14 w 54"/>
                <a:gd name="T115" fmla="*/ 3 h 86"/>
                <a:gd name="T116" fmla="*/ 27 w 54"/>
                <a:gd name="T1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" h="86">
                  <a:moveTo>
                    <a:pt x="25" y="81"/>
                  </a:moveTo>
                  <a:lnTo>
                    <a:pt x="28" y="81"/>
                  </a:lnTo>
                  <a:lnTo>
                    <a:pt x="28" y="82"/>
                  </a:lnTo>
                  <a:lnTo>
                    <a:pt x="27" y="85"/>
                  </a:lnTo>
                  <a:lnTo>
                    <a:pt x="21" y="86"/>
                  </a:lnTo>
                  <a:lnTo>
                    <a:pt x="20" y="86"/>
                  </a:lnTo>
                  <a:lnTo>
                    <a:pt x="19" y="83"/>
                  </a:lnTo>
                  <a:lnTo>
                    <a:pt x="20" y="82"/>
                  </a:lnTo>
                  <a:lnTo>
                    <a:pt x="25" y="81"/>
                  </a:lnTo>
                  <a:close/>
                  <a:moveTo>
                    <a:pt x="52" y="70"/>
                  </a:moveTo>
                  <a:lnTo>
                    <a:pt x="54" y="70"/>
                  </a:lnTo>
                  <a:lnTo>
                    <a:pt x="53" y="71"/>
                  </a:lnTo>
                  <a:lnTo>
                    <a:pt x="53" y="73"/>
                  </a:lnTo>
                  <a:lnTo>
                    <a:pt x="52" y="73"/>
                  </a:lnTo>
                  <a:lnTo>
                    <a:pt x="52" y="71"/>
                  </a:lnTo>
                  <a:lnTo>
                    <a:pt x="52" y="70"/>
                  </a:lnTo>
                  <a:close/>
                  <a:moveTo>
                    <a:pt x="17" y="66"/>
                  </a:moveTo>
                  <a:lnTo>
                    <a:pt x="19" y="67"/>
                  </a:lnTo>
                  <a:lnTo>
                    <a:pt x="19" y="69"/>
                  </a:lnTo>
                  <a:lnTo>
                    <a:pt x="17" y="69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6" y="67"/>
                  </a:lnTo>
                  <a:lnTo>
                    <a:pt x="17" y="67"/>
                  </a:lnTo>
                  <a:lnTo>
                    <a:pt x="17" y="66"/>
                  </a:lnTo>
                  <a:close/>
                  <a:moveTo>
                    <a:pt x="54" y="63"/>
                  </a:moveTo>
                  <a:lnTo>
                    <a:pt x="54" y="63"/>
                  </a:lnTo>
                  <a:lnTo>
                    <a:pt x="54" y="66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2" y="67"/>
                  </a:lnTo>
                  <a:lnTo>
                    <a:pt x="52" y="65"/>
                  </a:lnTo>
                  <a:lnTo>
                    <a:pt x="53" y="63"/>
                  </a:lnTo>
                  <a:lnTo>
                    <a:pt x="54" y="63"/>
                  </a:lnTo>
                  <a:close/>
                  <a:moveTo>
                    <a:pt x="35" y="61"/>
                  </a:moveTo>
                  <a:lnTo>
                    <a:pt x="36" y="62"/>
                  </a:lnTo>
                  <a:lnTo>
                    <a:pt x="35" y="62"/>
                  </a:lnTo>
                  <a:lnTo>
                    <a:pt x="33" y="61"/>
                  </a:lnTo>
                  <a:lnTo>
                    <a:pt x="35" y="61"/>
                  </a:lnTo>
                  <a:close/>
                  <a:moveTo>
                    <a:pt x="44" y="57"/>
                  </a:moveTo>
                  <a:lnTo>
                    <a:pt x="45" y="58"/>
                  </a:lnTo>
                  <a:lnTo>
                    <a:pt x="45" y="60"/>
                  </a:lnTo>
                  <a:lnTo>
                    <a:pt x="44" y="61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2" y="58"/>
                  </a:lnTo>
                  <a:lnTo>
                    <a:pt x="44" y="57"/>
                  </a:lnTo>
                  <a:close/>
                  <a:moveTo>
                    <a:pt x="27" y="0"/>
                  </a:moveTo>
                  <a:lnTo>
                    <a:pt x="31" y="8"/>
                  </a:lnTo>
                  <a:lnTo>
                    <a:pt x="37" y="15"/>
                  </a:lnTo>
                  <a:lnTo>
                    <a:pt x="44" y="23"/>
                  </a:lnTo>
                  <a:lnTo>
                    <a:pt x="44" y="28"/>
                  </a:lnTo>
                  <a:lnTo>
                    <a:pt x="46" y="31"/>
                  </a:lnTo>
                  <a:lnTo>
                    <a:pt x="48" y="38"/>
                  </a:lnTo>
                  <a:lnTo>
                    <a:pt x="48" y="41"/>
                  </a:lnTo>
                  <a:lnTo>
                    <a:pt x="49" y="41"/>
                  </a:lnTo>
                  <a:lnTo>
                    <a:pt x="49" y="41"/>
                  </a:lnTo>
                  <a:lnTo>
                    <a:pt x="50" y="49"/>
                  </a:lnTo>
                  <a:lnTo>
                    <a:pt x="48" y="50"/>
                  </a:lnTo>
                  <a:lnTo>
                    <a:pt x="49" y="52"/>
                  </a:lnTo>
                  <a:lnTo>
                    <a:pt x="46" y="56"/>
                  </a:lnTo>
                  <a:lnTo>
                    <a:pt x="44" y="56"/>
                  </a:lnTo>
                  <a:lnTo>
                    <a:pt x="40" y="58"/>
                  </a:lnTo>
                  <a:lnTo>
                    <a:pt x="41" y="60"/>
                  </a:lnTo>
                  <a:lnTo>
                    <a:pt x="40" y="61"/>
                  </a:lnTo>
                  <a:lnTo>
                    <a:pt x="39" y="60"/>
                  </a:lnTo>
                  <a:lnTo>
                    <a:pt x="37" y="61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3" y="60"/>
                  </a:lnTo>
                  <a:lnTo>
                    <a:pt x="32" y="58"/>
                  </a:lnTo>
                  <a:lnTo>
                    <a:pt x="31" y="60"/>
                  </a:lnTo>
                  <a:lnTo>
                    <a:pt x="25" y="63"/>
                  </a:lnTo>
                  <a:lnTo>
                    <a:pt x="23" y="66"/>
                  </a:lnTo>
                  <a:lnTo>
                    <a:pt x="23" y="65"/>
                  </a:lnTo>
                  <a:lnTo>
                    <a:pt x="23" y="67"/>
                  </a:lnTo>
                  <a:lnTo>
                    <a:pt x="20" y="69"/>
                  </a:lnTo>
                  <a:lnTo>
                    <a:pt x="20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7" y="63"/>
                  </a:lnTo>
                  <a:lnTo>
                    <a:pt x="15" y="58"/>
                  </a:lnTo>
                  <a:lnTo>
                    <a:pt x="16" y="58"/>
                  </a:lnTo>
                  <a:lnTo>
                    <a:pt x="15" y="56"/>
                  </a:lnTo>
                  <a:lnTo>
                    <a:pt x="15" y="53"/>
                  </a:lnTo>
                  <a:lnTo>
                    <a:pt x="16" y="53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9" y="45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4" y="41"/>
                  </a:lnTo>
                  <a:lnTo>
                    <a:pt x="14" y="36"/>
                  </a:lnTo>
                  <a:lnTo>
                    <a:pt x="14" y="33"/>
                  </a:lnTo>
                  <a:lnTo>
                    <a:pt x="12" y="33"/>
                  </a:lnTo>
                  <a:lnTo>
                    <a:pt x="7" y="32"/>
                  </a:lnTo>
                  <a:lnTo>
                    <a:pt x="8" y="28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2" y="28"/>
                  </a:lnTo>
                  <a:lnTo>
                    <a:pt x="16" y="29"/>
                  </a:lnTo>
                  <a:lnTo>
                    <a:pt x="15" y="27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2" y="23"/>
                  </a:lnTo>
                  <a:lnTo>
                    <a:pt x="10" y="19"/>
                  </a:lnTo>
                  <a:lnTo>
                    <a:pt x="4" y="15"/>
                  </a:lnTo>
                  <a:lnTo>
                    <a:pt x="7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6" y="8"/>
                  </a:lnTo>
                  <a:lnTo>
                    <a:pt x="10" y="7"/>
                  </a:lnTo>
                  <a:lnTo>
                    <a:pt x="14" y="3"/>
                  </a:lnTo>
                  <a:lnTo>
                    <a:pt x="21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5" name="Freeform 346"/>
            <p:cNvSpPr>
              <a:spLocks/>
            </p:cNvSpPr>
            <p:nvPr/>
          </p:nvSpPr>
          <p:spPr bwMode="auto">
            <a:xfrm>
              <a:off x="9366324" y="2804914"/>
              <a:ext cx="142114" cy="243623"/>
            </a:xfrm>
            <a:custGeom>
              <a:avLst/>
              <a:gdLst>
                <a:gd name="T0" fmla="*/ 48 w 56"/>
                <a:gd name="T1" fmla="*/ 2 h 96"/>
                <a:gd name="T2" fmla="*/ 50 w 56"/>
                <a:gd name="T3" fmla="*/ 6 h 96"/>
                <a:gd name="T4" fmla="*/ 56 w 56"/>
                <a:gd name="T5" fmla="*/ 10 h 96"/>
                <a:gd name="T6" fmla="*/ 51 w 56"/>
                <a:gd name="T7" fmla="*/ 14 h 96"/>
                <a:gd name="T8" fmla="*/ 50 w 56"/>
                <a:gd name="T9" fmla="*/ 16 h 96"/>
                <a:gd name="T10" fmla="*/ 48 w 56"/>
                <a:gd name="T11" fmla="*/ 25 h 96"/>
                <a:gd name="T12" fmla="*/ 51 w 56"/>
                <a:gd name="T13" fmla="*/ 35 h 96"/>
                <a:gd name="T14" fmla="*/ 52 w 56"/>
                <a:gd name="T15" fmla="*/ 39 h 96"/>
                <a:gd name="T16" fmla="*/ 50 w 56"/>
                <a:gd name="T17" fmla="*/ 41 h 96"/>
                <a:gd name="T18" fmla="*/ 44 w 56"/>
                <a:gd name="T19" fmla="*/ 49 h 96"/>
                <a:gd name="T20" fmla="*/ 42 w 56"/>
                <a:gd name="T21" fmla="*/ 53 h 96"/>
                <a:gd name="T22" fmla="*/ 38 w 56"/>
                <a:gd name="T23" fmla="*/ 54 h 96"/>
                <a:gd name="T24" fmla="*/ 34 w 56"/>
                <a:gd name="T25" fmla="*/ 58 h 96"/>
                <a:gd name="T26" fmla="*/ 34 w 56"/>
                <a:gd name="T27" fmla="*/ 64 h 96"/>
                <a:gd name="T28" fmla="*/ 34 w 56"/>
                <a:gd name="T29" fmla="*/ 69 h 96"/>
                <a:gd name="T30" fmla="*/ 39 w 56"/>
                <a:gd name="T31" fmla="*/ 71 h 96"/>
                <a:gd name="T32" fmla="*/ 50 w 56"/>
                <a:gd name="T33" fmla="*/ 79 h 96"/>
                <a:gd name="T34" fmla="*/ 37 w 56"/>
                <a:gd name="T35" fmla="*/ 82 h 96"/>
                <a:gd name="T36" fmla="*/ 29 w 56"/>
                <a:gd name="T37" fmla="*/ 87 h 96"/>
                <a:gd name="T38" fmla="*/ 23 w 56"/>
                <a:gd name="T39" fmla="*/ 94 h 96"/>
                <a:gd name="T40" fmla="*/ 19 w 56"/>
                <a:gd name="T41" fmla="*/ 91 h 96"/>
                <a:gd name="T42" fmla="*/ 18 w 56"/>
                <a:gd name="T43" fmla="*/ 95 h 96"/>
                <a:gd name="T44" fmla="*/ 14 w 56"/>
                <a:gd name="T45" fmla="*/ 96 h 96"/>
                <a:gd name="T46" fmla="*/ 15 w 56"/>
                <a:gd name="T47" fmla="*/ 91 h 96"/>
                <a:gd name="T48" fmla="*/ 11 w 56"/>
                <a:gd name="T49" fmla="*/ 92 h 96"/>
                <a:gd name="T50" fmla="*/ 10 w 56"/>
                <a:gd name="T51" fmla="*/ 90 h 96"/>
                <a:gd name="T52" fmla="*/ 13 w 56"/>
                <a:gd name="T53" fmla="*/ 81 h 96"/>
                <a:gd name="T54" fmla="*/ 18 w 56"/>
                <a:gd name="T55" fmla="*/ 79 h 96"/>
                <a:gd name="T56" fmla="*/ 11 w 56"/>
                <a:gd name="T57" fmla="*/ 79 h 96"/>
                <a:gd name="T58" fmla="*/ 10 w 56"/>
                <a:gd name="T59" fmla="*/ 73 h 96"/>
                <a:gd name="T60" fmla="*/ 11 w 56"/>
                <a:gd name="T61" fmla="*/ 66 h 96"/>
                <a:gd name="T62" fmla="*/ 14 w 56"/>
                <a:gd name="T63" fmla="*/ 64 h 96"/>
                <a:gd name="T64" fmla="*/ 11 w 56"/>
                <a:gd name="T65" fmla="*/ 65 h 96"/>
                <a:gd name="T66" fmla="*/ 6 w 56"/>
                <a:gd name="T67" fmla="*/ 64 h 96"/>
                <a:gd name="T68" fmla="*/ 4 w 56"/>
                <a:gd name="T69" fmla="*/ 65 h 96"/>
                <a:gd name="T70" fmla="*/ 1 w 56"/>
                <a:gd name="T71" fmla="*/ 61 h 96"/>
                <a:gd name="T72" fmla="*/ 0 w 56"/>
                <a:gd name="T73" fmla="*/ 61 h 96"/>
                <a:gd name="T74" fmla="*/ 2 w 56"/>
                <a:gd name="T75" fmla="*/ 52 h 96"/>
                <a:gd name="T76" fmla="*/ 4 w 56"/>
                <a:gd name="T77" fmla="*/ 46 h 96"/>
                <a:gd name="T78" fmla="*/ 9 w 56"/>
                <a:gd name="T79" fmla="*/ 40 h 96"/>
                <a:gd name="T80" fmla="*/ 13 w 56"/>
                <a:gd name="T81" fmla="*/ 33 h 96"/>
                <a:gd name="T82" fmla="*/ 14 w 56"/>
                <a:gd name="T83" fmla="*/ 31 h 96"/>
                <a:gd name="T84" fmla="*/ 17 w 56"/>
                <a:gd name="T85" fmla="*/ 24 h 96"/>
                <a:gd name="T86" fmla="*/ 21 w 56"/>
                <a:gd name="T87" fmla="*/ 28 h 96"/>
                <a:gd name="T88" fmla="*/ 25 w 56"/>
                <a:gd name="T89" fmla="*/ 28 h 96"/>
                <a:gd name="T90" fmla="*/ 31 w 56"/>
                <a:gd name="T91" fmla="*/ 29 h 96"/>
                <a:gd name="T92" fmla="*/ 37 w 56"/>
                <a:gd name="T93" fmla="*/ 27 h 96"/>
                <a:gd name="T94" fmla="*/ 34 w 56"/>
                <a:gd name="T95" fmla="*/ 23 h 96"/>
                <a:gd name="T96" fmla="*/ 33 w 56"/>
                <a:gd name="T97" fmla="*/ 19 h 96"/>
                <a:gd name="T98" fmla="*/ 40 w 56"/>
                <a:gd name="T99" fmla="*/ 15 h 96"/>
                <a:gd name="T100" fmla="*/ 42 w 56"/>
                <a:gd name="T101" fmla="*/ 10 h 96"/>
                <a:gd name="T102" fmla="*/ 46 w 56"/>
                <a:gd name="T103" fmla="*/ 7 h 96"/>
                <a:gd name="T104" fmla="*/ 44 w 56"/>
                <a:gd name="T105" fmla="*/ 3 h 96"/>
                <a:gd name="T106" fmla="*/ 47 w 56"/>
                <a:gd name="T10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96">
                  <a:moveTo>
                    <a:pt x="47" y="0"/>
                  </a:moveTo>
                  <a:lnTo>
                    <a:pt x="48" y="2"/>
                  </a:lnTo>
                  <a:lnTo>
                    <a:pt x="48" y="4"/>
                  </a:lnTo>
                  <a:lnTo>
                    <a:pt x="50" y="6"/>
                  </a:lnTo>
                  <a:lnTo>
                    <a:pt x="54" y="6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1" y="14"/>
                  </a:lnTo>
                  <a:lnTo>
                    <a:pt x="50" y="14"/>
                  </a:lnTo>
                  <a:lnTo>
                    <a:pt x="50" y="16"/>
                  </a:lnTo>
                  <a:lnTo>
                    <a:pt x="48" y="23"/>
                  </a:lnTo>
                  <a:lnTo>
                    <a:pt x="48" y="25"/>
                  </a:lnTo>
                  <a:lnTo>
                    <a:pt x="51" y="28"/>
                  </a:lnTo>
                  <a:lnTo>
                    <a:pt x="51" y="35"/>
                  </a:lnTo>
                  <a:lnTo>
                    <a:pt x="54" y="36"/>
                  </a:lnTo>
                  <a:lnTo>
                    <a:pt x="52" y="39"/>
                  </a:lnTo>
                  <a:lnTo>
                    <a:pt x="48" y="41"/>
                  </a:lnTo>
                  <a:lnTo>
                    <a:pt x="50" y="41"/>
                  </a:lnTo>
                  <a:lnTo>
                    <a:pt x="43" y="48"/>
                  </a:lnTo>
                  <a:lnTo>
                    <a:pt x="44" y="49"/>
                  </a:lnTo>
                  <a:lnTo>
                    <a:pt x="43" y="52"/>
                  </a:lnTo>
                  <a:lnTo>
                    <a:pt x="42" y="53"/>
                  </a:lnTo>
                  <a:lnTo>
                    <a:pt x="39" y="53"/>
                  </a:lnTo>
                  <a:lnTo>
                    <a:pt x="38" y="54"/>
                  </a:lnTo>
                  <a:lnTo>
                    <a:pt x="37" y="57"/>
                  </a:lnTo>
                  <a:lnTo>
                    <a:pt x="34" y="58"/>
                  </a:lnTo>
                  <a:lnTo>
                    <a:pt x="34" y="61"/>
                  </a:lnTo>
                  <a:lnTo>
                    <a:pt x="34" y="64"/>
                  </a:lnTo>
                  <a:lnTo>
                    <a:pt x="33" y="65"/>
                  </a:lnTo>
                  <a:lnTo>
                    <a:pt x="34" y="69"/>
                  </a:lnTo>
                  <a:lnTo>
                    <a:pt x="38" y="69"/>
                  </a:lnTo>
                  <a:lnTo>
                    <a:pt x="39" y="71"/>
                  </a:lnTo>
                  <a:lnTo>
                    <a:pt x="48" y="77"/>
                  </a:lnTo>
                  <a:lnTo>
                    <a:pt x="50" y="79"/>
                  </a:lnTo>
                  <a:lnTo>
                    <a:pt x="44" y="82"/>
                  </a:lnTo>
                  <a:lnTo>
                    <a:pt x="37" y="82"/>
                  </a:lnTo>
                  <a:lnTo>
                    <a:pt x="33" y="86"/>
                  </a:lnTo>
                  <a:lnTo>
                    <a:pt x="29" y="87"/>
                  </a:lnTo>
                  <a:lnTo>
                    <a:pt x="25" y="91"/>
                  </a:lnTo>
                  <a:lnTo>
                    <a:pt x="23" y="94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21" y="92"/>
                  </a:lnTo>
                  <a:lnTo>
                    <a:pt x="18" y="95"/>
                  </a:lnTo>
                  <a:lnTo>
                    <a:pt x="17" y="95"/>
                  </a:lnTo>
                  <a:lnTo>
                    <a:pt x="14" y="96"/>
                  </a:lnTo>
                  <a:lnTo>
                    <a:pt x="13" y="95"/>
                  </a:lnTo>
                  <a:lnTo>
                    <a:pt x="15" y="91"/>
                  </a:lnTo>
                  <a:lnTo>
                    <a:pt x="13" y="91"/>
                  </a:lnTo>
                  <a:lnTo>
                    <a:pt x="11" y="92"/>
                  </a:lnTo>
                  <a:lnTo>
                    <a:pt x="10" y="91"/>
                  </a:lnTo>
                  <a:lnTo>
                    <a:pt x="10" y="90"/>
                  </a:lnTo>
                  <a:lnTo>
                    <a:pt x="10" y="85"/>
                  </a:lnTo>
                  <a:lnTo>
                    <a:pt x="13" y="81"/>
                  </a:lnTo>
                  <a:lnTo>
                    <a:pt x="15" y="81"/>
                  </a:lnTo>
                  <a:lnTo>
                    <a:pt x="18" y="79"/>
                  </a:lnTo>
                  <a:lnTo>
                    <a:pt x="15" y="79"/>
                  </a:lnTo>
                  <a:lnTo>
                    <a:pt x="11" y="79"/>
                  </a:lnTo>
                  <a:lnTo>
                    <a:pt x="10" y="79"/>
                  </a:lnTo>
                  <a:lnTo>
                    <a:pt x="10" y="73"/>
                  </a:lnTo>
                  <a:lnTo>
                    <a:pt x="13" y="69"/>
                  </a:lnTo>
                  <a:lnTo>
                    <a:pt x="11" y="66"/>
                  </a:lnTo>
                  <a:lnTo>
                    <a:pt x="13" y="65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1" y="65"/>
                  </a:lnTo>
                  <a:lnTo>
                    <a:pt x="8" y="65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4" y="65"/>
                  </a:lnTo>
                  <a:lnTo>
                    <a:pt x="1" y="65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2" y="52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8" y="44"/>
                  </a:lnTo>
                  <a:lnTo>
                    <a:pt x="9" y="40"/>
                  </a:lnTo>
                  <a:lnTo>
                    <a:pt x="11" y="39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4" y="27"/>
                  </a:lnTo>
                  <a:lnTo>
                    <a:pt x="17" y="24"/>
                  </a:lnTo>
                  <a:lnTo>
                    <a:pt x="18" y="27"/>
                  </a:lnTo>
                  <a:lnTo>
                    <a:pt x="21" y="28"/>
                  </a:lnTo>
                  <a:lnTo>
                    <a:pt x="22" y="29"/>
                  </a:lnTo>
                  <a:lnTo>
                    <a:pt x="25" y="28"/>
                  </a:lnTo>
                  <a:lnTo>
                    <a:pt x="27" y="29"/>
                  </a:lnTo>
                  <a:lnTo>
                    <a:pt x="31" y="29"/>
                  </a:lnTo>
                  <a:lnTo>
                    <a:pt x="35" y="29"/>
                  </a:lnTo>
                  <a:lnTo>
                    <a:pt x="37" y="27"/>
                  </a:lnTo>
                  <a:lnTo>
                    <a:pt x="37" y="24"/>
                  </a:lnTo>
                  <a:lnTo>
                    <a:pt x="34" y="23"/>
                  </a:lnTo>
                  <a:lnTo>
                    <a:pt x="31" y="20"/>
                  </a:lnTo>
                  <a:lnTo>
                    <a:pt x="33" y="19"/>
                  </a:lnTo>
                  <a:lnTo>
                    <a:pt x="35" y="19"/>
                  </a:lnTo>
                  <a:lnTo>
                    <a:pt x="40" y="15"/>
                  </a:lnTo>
                  <a:lnTo>
                    <a:pt x="40" y="12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7"/>
                  </a:lnTo>
                  <a:lnTo>
                    <a:pt x="44" y="6"/>
                  </a:lnTo>
                  <a:lnTo>
                    <a:pt x="44" y="3"/>
                  </a:lnTo>
                  <a:lnTo>
                    <a:pt x="44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6" name="Freeform 347"/>
            <p:cNvSpPr>
              <a:spLocks/>
            </p:cNvSpPr>
            <p:nvPr/>
          </p:nvSpPr>
          <p:spPr bwMode="auto">
            <a:xfrm>
              <a:off x="8209113" y="2485158"/>
              <a:ext cx="926278" cy="436492"/>
            </a:xfrm>
            <a:custGeom>
              <a:avLst/>
              <a:gdLst>
                <a:gd name="T0" fmla="*/ 117 w 365"/>
                <a:gd name="T1" fmla="*/ 5 h 172"/>
                <a:gd name="T2" fmla="*/ 133 w 365"/>
                <a:gd name="T3" fmla="*/ 8 h 172"/>
                <a:gd name="T4" fmla="*/ 145 w 365"/>
                <a:gd name="T5" fmla="*/ 13 h 172"/>
                <a:gd name="T6" fmla="*/ 150 w 365"/>
                <a:gd name="T7" fmla="*/ 24 h 172"/>
                <a:gd name="T8" fmla="*/ 163 w 365"/>
                <a:gd name="T9" fmla="*/ 30 h 172"/>
                <a:gd name="T10" fmla="*/ 174 w 365"/>
                <a:gd name="T11" fmla="*/ 29 h 172"/>
                <a:gd name="T12" fmla="*/ 192 w 365"/>
                <a:gd name="T13" fmla="*/ 22 h 172"/>
                <a:gd name="T14" fmla="*/ 213 w 365"/>
                <a:gd name="T15" fmla="*/ 29 h 172"/>
                <a:gd name="T16" fmla="*/ 224 w 365"/>
                <a:gd name="T17" fmla="*/ 37 h 172"/>
                <a:gd name="T18" fmla="*/ 248 w 365"/>
                <a:gd name="T19" fmla="*/ 40 h 172"/>
                <a:gd name="T20" fmla="*/ 261 w 365"/>
                <a:gd name="T21" fmla="*/ 34 h 172"/>
                <a:gd name="T22" fmla="*/ 277 w 365"/>
                <a:gd name="T23" fmla="*/ 28 h 172"/>
                <a:gd name="T24" fmla="*/ 284 w 365"/>
                <a:gd name="T25" fmla="*/ 17 h 172"/>
                <a:gd name="T26" fmla="*/ 298 w 365"/>
                <a:gd name="T27" fmla="*/ 20 h 172"/>
                <a:gd name="T28" fmla="*/ 307 w 365"/>
                <a:gd name="T29" fmla="*/ 18 h 172"/>
                <a:gd name="T30" fmla="*/ 313 w 365"/>
                <a:gd name="T31" fmla="*/ 46 h 172"/>
                <a:gd name="T32" fmla="*/ 329 w 365"/>
                <a:gd name="T33" fmla="*/ 57 h 172"/>
                <a:gd name="T34" fmla="*/ 342 w 365"/>
                <a:gd name="T35" fmla="*/ 50 h 172"/>
                <a:gd name="T36" fmla="*/ 363 w 365"/>
                <a:gd name="T37" fmla="*/ 66 h 172"/>
                <a:gd name="T38" fmla="*/ 363 w 365"/>
                <a:gd name="T39" fmla="*/ 75 h 172"/>
                <a:gd name="T40" fmla="*/ 350 w 365"/>
                <a:gd name="T41" fmla="*/ 74 h 172"/>
                <a:gd name="T42" fmla="*/ 340 w 365"/>
                <a:gd name="T43" fmla="*/ 82 h 172"/>
                <a:gd name="T44" fmla="*/ 333 w 365"/>
                <a:gd name="T45" fmla="*/ 91 h 172"/>
                <a:gd name="T46" fmla="*/ 319 w 365"/>
                <a:gd name="T47" fmla="*/ 99 h 172"/>
                <a:gd name="T48" fmla="*/ 308 w 365"/>
                <a:gd name="T49" fmla="*/ 112 h 172"/>
                <a:gd name="T50" fmla="*/ 292 w 365"/>
                <a:gd name="T51" fmla="*/ 107 h 172"/>
                <a:gd name="T52" fmla="*/ 283 w 365"/>
                <a:gd name="T53" fmla="*/ 121 h 172"/>
                <a:gd name="T54" fmla="*/ 284 w 365"/>
                <a:gd name="T55" fmla="*/ 140 h 172"/>
                <a:gd name="T56" fmla="*/ 269 w 365"/>
                <a:gd name="T57" fmla="*/ 153 h 172"/>
                <a:gd name="T58" fmla="*/ 241 w 365"/>
                <a:gd name="T59" fmla="*/ 161 h 172"/>
                <a:gd name="T60" fmla="*/ 217 w 365"/>
                <a:gd name="T61" fmla="*/ 171 h 172"/>
                <a:gd name="T62" fmla="*/ 200 w 365"/>
                <a:gd name="T63" fmla="*/ 168 h 172"/>
                <a:gd name="T64" fmla="*/ 163 w 365"/>
                <a:gd name="T65" fmla="*/ 157 h 172"/>
                <a:gd name="T66" fmla="*/ 140 w 365"/>
                <a:gd name="T67" fmla="*/ 161 h 172"/>
                <a:gd name="T68" fmla="*/ 115 w 365"/>
                <a:gd name="T69" fmla="*/ 155 h 172"/>
                <a:gd name="T70" fmla="*/ 107 w 365"/>
                <a:gd name="T71" fmla="*/ 140 h 172"/>
                <a:gd name="T72" fmla="*/ 101 w 365"/>
                <a:gd name="T73" fmla="*/ 136 h 172"/>
                <a:gd name="T74" fmla="*/ 86 w 365"/>
                <a:gd name="T75" fmla="*/ 130 h 172"/>
                <a:gd name="T76" fmla="*/ 69 w 365"/>
                <a:gd name="T77" fmla="*/ 125 h 172"/>
                <a:gd name="T78" fmla="*/ 46 w 365"/>
                <a:gd name="T79" fmla="*/ 115 h 172"/>
                <a:gd name="T80" fmla="*/ 47 w 365"/>
                <a:gd name="T81" fmla="*/ 104 h 172"/>
                <a:gd name="T82" fmla="*/ 41 w 365"/>
                <a:gd name="T83" fmla="*/ 92 h 172"/>
                <a:gd name="T84" fmla="*/ 33 w 365"/>
                <a:gd name="T85" fmla="*/ 83 h 172"/>
                <a:gd name="T86" fmla="*/ 25 w 365"/>
                <a:gd name="T87" fmla="*/ 82 h 172"/>
                <a:gd name="T88" fmla="*/ 16 w 365"/>
                <a:gd name="T89" fmla="*/ 83 h 172"/>
                <a:gd name="T90" fmla="*/ 8 w 365"/>
                <a:gd name="T91" fmla="*/ 75 h 172"/>
                <a:gd name="T92" fmla="*/ 3 w 365"/>
                <a:gd name="T93" fmla="*/ 67 h 172"/>
                <a:gd name="T94" fmla="*/ 0 w 365"/>
                <a:gd name="T95" fmla="*/ 63 h 172"/>
                <a:gd name="T96" fmla="*/ 12 w 365"/>
                <a:gd name="T97" fmla="*/ 53 h 172"/>
                <a:gd name="T98" fmla="*/ 21 w 365"/>
                <a:gd name="T99" fmla="*/ 42 h 172"/>
                <a:gd name="T100" fmla="*/ 25 w 365"/>
                <a:gd name="T101" fmla="*/ 34 h 172"/>
                <a:gd name="T102" fmla="*/ 41 w 365"/>
                <a:gd name="T103" fmla="*/ 30 h 172"/>
                <a:gd name="T104" fmla="*/ 50 w 365"/>
                <a:gd name="T105" fmla="*/ 32 h 172"/>
                <a:gd name="T106" fmla="*/ 62 w 365"/>
                <a:gd name="T107" fmla="*/ 32 h 172"/>
                <a:gd name="T108" fmla="*/ 76 w 365"/>
                <a:gd name="T109" fmla="*/ 45 h 172"/>
                <a:gd name="T110" fmla="*/ 90 w 365"/>
                <a:gd name="T111" fmla="*/ 42 h 172"/>
                <a:gd name="T112" fmla="*/ 103 w 365"/>
                <a:gd name="T113" fmla="*/ 42 h 172"/>
                <a:gd name="T114" fmla="*/ 107 w 365"/>
                <a:gd name="T115" fmla="*/ 28 h 172"/>
                <a:gd name="T116" fmla="*/ 99 w 365"/>
                <a:gd name="T117" fmla="*/ 15 h 172"/>
                <a:gd name="T118" fmla="*/ 105 w 365"/>
                <a:gd name="T119" fmla="*/ 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5" h="172">
                  <a:moveTo>
                    <a:pt x="107" y="0"/>
                  </a:moveTo>
                  <a:lnTo>
                    <a:pt x="109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7" y="4"/>
                  </a:lnTo>
                  <a:lnTo>
                    <a:pt x="117" y="5"/>
                  </a:lnTo>
                  <a:lnTo>
                    <a:pt x="120" y="5"/>
                  </a:lnTo>
                  <a:lnTo>
                    <a:pt x="124" y="5"/>
                  </a:lnTo>
                  <a:lnTo>
                    <a:pt x="128" y="5"/>
                  </a:lnTo>
                  <a:lnTo>
                    <a:pt x="129" y="7"/>
                  </a:lnTo>
                  <a:lnTo>
                    <a:pt x="130" y="8"/>
                  </a:lnTo>
                  <a:lnTo>
                    <a:pt x="133" y="8"/>
                  </a:lnTo>
                  <a:lnTo>
                    <a:pt x="134" y="9"/>
                  </a:lnTo>
                  <a:lnTo>
                    <a:pt x="137" y="9"/>
                  </a:lnTo>
                  <a:lnTo>
                    <a:pt x="142" y="9"/>
                  </a:lnTo>
                  <a:lnTo>
                    <a:pt x="144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6" y="15"/>
                  </a:lnTo>
                  <a:lnTo>
                    <a:pt x="146" y="17"/>
                  </a:lnTo>
                  <a:lnTo>
                    <a:pt x="148" y="18"/>
                  </a:lnTo>
                  <a:lnTo>
                    <a:pt x="149" y="21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3" y="26"/>
                  </a:lnTo>
                  <a:lnTo>
                    <a:pt x="154" y="28"/>
                  </a:lnTo>
                  <a:lnTo>
                    <a:pt x="158" y="29"/>
                  </a:lnTo>
                  <a:lnTo>
                    <a:pt x="161" y="30"/>
                  </a:lnTo>
                  <a:lnTo>
                    <a:pt x="163" y="30"/>
                  </a:lnTo>
                  <a:lnTo>
                    <a:pt x="163" y="29"/>
                  </a:lnTo>
                  <a:lnTo>
                    <a:pt x="167" y="30"/>
                  </a:lnTo>
                  <a:lnTo>
                    <a:pt x="169" y="29"/>
                  </a:lnTo>
                  <a:lnTo>
                    <a:pt x="171" y="29"/>
                  </a:lnTo>
                  <a:lnTo>
                    <a:pt x="173" y="29"/>
                  </a:lnTo>
                  <a:lnTo>
                    <a:pt x="174" y="29"/>
                  </a:lnTo>
                  <a:lnTo>
                    <a:pt x="175" y="26"/>
                  </a:lnTo>
                  <a:lnTo>
                    <a:pt x="179" y="25"/>
                  </a:lnTo>
                  <a:lnTo>
                    <a:pt x="184" y="25"/>
                  </a:lnTo>
                  <a:lnTo>
                    <a:pt x="186" y="24"/>
                  </a:lnTo>
                  <a:lnTo>
                    <a:pt x="190" y="24"/>
                  </a:lnTo>
                  <a:lnTo>
                    <a:pt x="192" y="22"/>
                  </a:lnTo>
                  <a:lnTo>
                    <a:pt x="195" y="24"/>
                  </a:lnTo>
                  <a:lnTo>
                    <a:pt x="199" y="25"/>
                  </a:lnTo>
                  <a:lnTo>
                    <a:pt x="203" y="25"/>
                  </a:lnTo>
                  <a:lnTo>
                    <a:pt x="205" y="28"/>
                  </a:lnTo>
                  <a:lnTo>
                    <a:pt x="209" y="29"/>
                  </a:lnTo>
                  <a:lnTo>
                    <a:pt x="213" y="29"/>
                  </a:lnTo>
                  <a:lnTo>
                    <a:pt x="216" y="29"/>
                  </a:lnTo>
                  <a:lnTo>
                    <a:pt x="217" y="30"/>
                  </a:lnTo>
                  <a:lnTo>
                    <a:pt x="219" y="34"/>
                  </a:lnTo>
                  <a:lnTo>
                    <a:pt x="220" y="36"/>
                  </a:lnTo>
                  <a:lnTo>
                    <a:pt x="221" y="36"/>
                  </a:lnTo>
                  <a:lnTo>
                    <a:pt x="224" y="37"/>
                  </a:lnTo>
                  <a:lnTo>
                    <a:pt x="225" y="38"/>
                  </a:lnTo>
                  <a:lnTo>
                    <a:pt x="228" y="38"/>
                  </a:lnTo>
                  <a:lnTo>
                    <a:pt x="233" y="38"/>
                  </a:lnTo>
                  <a:lnTo>
                    <a:pt x="237" y="40"/>
                  </a:lnTo>
                  <a:lnTo>
                    <a:pt x="245" y="40"/>
                  </a:lnTo>
                  <a:lnTo>
                    <a:pt x="248" y="40"/>
                  </a:lnTo>
                  <a:lnTo>
                    <a:pt x="249" y="38"/>
                  </a:lnTo>
                  <a:lnTo>
                    <a:pt x="252" y="38"/>
                  </a:lnTo>
                  <a:lnTo>
                    <a:pt x="253" y="40"/>
                  </a:lnTo>
                  <a:lnTo>
                    <a:pt x="254" y="40"/>
                  </a:lnTo>
                  <a:lnTo>
                    <a:pt x="257" y="37"/>
                  </a:lnTo>
                  <a:lnTo>
                    <a:pt x="261" y="34"/>
                  </a:lnTo>
                  <a:lnTo>
                    <a:pt x="263" y="34"/>
                  </a:lnTo>
                  <a:lnTo>
                    <a:pt x="266" y="32"/>
                  </a:lnTo>
                  <a:lnTo>
                    <a:pt x="267" y="32"/>
                  </a:lnTo>
                  <a:lnTo>
                    <a:pt x="273" y="32"/>
                  </a:lnTo>
                  <a:lnTo>
                    <a:pt x="275" y="29"/>
                  </a:lnTo>
                  <a:lnTo>
                    <a:pt x="277" y="28"/>
                  </a:lnTo>
                  <a:lnTo>
                    <a:pt x="277" y="26"/>
                  </a:lnTo>
                  <a:lnTo>
                    <a:pt x="278" y="24"/>
                  </a:lnTo>
                  <a:lnTo>
                    <a:pt x="281" y="22"/>
                  </a:lnTo>
                  <a:lnTo>
                    <a:pt x="282" y="21"/>
                  </a:lnTo>
                  <a:lnTo>
                    <a:pt x="283" y="18"/>
                  </a:lnTo>
                  <a:lnTo>
                    <a:pt x="284" y="17"/>
                  </a:lnTo>
                  <a:lnTo>
                    <a:pt x="287" y="17"/>
                  </a:lnTo>
                  <a:lnTo>
                    <a:pt x="287" y="17"/>
                  </a:lnTo>
                  <a:lnTo>
                    <a:pt x="291" y="16"/>
                  </a:lnTo>
                  <a:lnTo>
                    <a:pt x="294" y="17"/>
                  </a:lnTo>
                  <a:lnTo>
                    <a:pt x="296" y="18"/>
                  </a:lnTo>
                  <a:lnTo>
                    <a:pt x="298" y="20"/>
                  </a:lnTo>
                  <a:lnTo>
                    <a:pt x="299" y="21"/>
                  </a:lnTo>
                  <a:lnTo>
                    <a:pt x="302" y="20"/>
                  </a:lnTo>
                  <a:lnTo>
                    <a:pt x="303" y="21"/>
                  </a:lnTo>
                  <a:lnTo>
                    <a:pt x="304" y="21"/>
                  </a:lnTo>
                  <a:lnTo>
                    <a:pt x="307" y="20"/>
                  </a:lnTo>
                  <a:lnTo>
                    <a:pt x="307" y="18"/>
                  </a:lnTo>
                  <a:lnTo>
                    <a:pt x="311" y="17"/>
                  </a:lnTo>
                  <a:lnTo>
                    <a:pt x="316" y="18"/>
                  </a:lnTo>
                  <a:lnTo>
                    <a:pt x="317" y="20"/>
                  </a:lnTo>
                  <a:lnTo>
                    <a:pt x="315" y="38"/>
                  </a:lnTo>
                  <a:lnTo>
                    <a:pt x="315" y="42"/>
                  </a:lnTo>
                  <a:lnTo>
                    <a:pt x="313" y="46"/>
                  </a:lnTo>
                  <a:lnTo>
                    <a:pt x="315" y="49"/>
                  </a:lnTo>
                  <a:lnTo>
                    <a:pt x="312" y="53"/>
                  </a:lnTo>
                  <a:lnTo>
                    <a:pt x="315" y="57"/>
                  </a:lnTo>
                  <a:lnTo>
                    <a:pt x="320" y="59"/>
                  </a:lnTo>
                  <a:lnTo>
                    <a:pt x="324" y="57"/>
                  </a:lnTo>
                  <a:lnTo>
                    <a:pt x="329" y="57"/>
                  </a:lnTo>
                  <a:lnTo>
                    <a:pt x="334" y="58"/>
                  </a:lnTo>
                  <a:lnTo>
                    <a:pt x="336" y="61"/>
                  </a:lnTo>
                  <a:lnTo>
                    <a:pt x="340" y="55"/>
                  </a:lnTo>
                  <a:lnTo>
                    <a:pt x="338" y="53"/>
                  </a:lnTo>
                  <a:lnTo>
                    <a:pt x="338" y="51"/>
                  </a:lnTo>
                  <a:lnTo>
                    <a:pt x="342" y="50"/>
                  </a:lnTo>
                  <a:lnTo>
                    <a:pt x="344" y="49"/>
                  </a:lnTo>
                  <a:lnTo>
                    <a:pt x="349" y="50"/>
                  </a:lnTo>
                  <a:lnTo>
                    <a:pt x="352" y="54"/>
                  </a:lnTo>
                  <a:lnTo>
                    <a:pt x="356" y="58"/>
                  </a:lnTo>
                  <a:lnTo>
                    <a:pt x="360" y="62"/>
                  </a:lnTo>
                  <a:lnTo>
                    <a:pt x="363" y="66"/>
                  </a:lnTo>
                  <a:lnTo>
                    <a:pt x="363" y="67"/>
                  </a:lnTo>
                  <a:lnTo>
                    <a:pt x="365" y="68"/>
                  </a:lnTo>
                  <a:lnTo>
                    <a:pt x="365" y="71"/>
                  </a:lnTo>
                  <a:lnTo>
                    <a:pt x="363" y="72"/>
                  </a:lnTo>
                  <a:lnTo>
                    <a:pt x="363" y="74"/>
                  </a:lnTo>
                  <a:lnTo>
                    <a:pt x="363" y="75"/>
                  </a:lnTo>
                  <a:lnTo>
                    <a:pt x="361" y="75"/>
                  </a:lnTo>
                  <a:lnTo>
                    <a:pt x="360" y="74"/>
                  </a:lnTo>
                  <a:lnTo>
                    <a:pt x="357" y="74"/>
                  </a:lnTo>
                  <a:lnTo>
                    <a:pt x="356" y="75"/>
                  </a:lnTo>
                  <a:lnTo>
                    <a:pt x="353" y="74"/>
                  </a:lnTo>
                  <a:lnTo>
                    <a:pt x="350" y="74"/>
                  </a:lnTo>
                  <a:lnTo>
                    <a:pt x="349" y="78"/>
                  </a:lnTo>
                  <a:lnTo>
                    <a:pt x="345" y="80"/>
                  </a:lnTo>
                  <a:lnTo>
                    <a:pt x="344" y="80"/>
                  </a:lnTo>
                  <a:lnTo>
                    <a:pt x="341" y="79"/>
                  </a:lnTo>
                  <a:lnTo>
                    <a:pt x="341" y="80"/>
                  </a:lnTo>
                  <a:lnTo>
                    <a:pt x="340" y="82"/>
                  </a:lnTo>
                  <a:lnTo>
                    <a:pt x="340" y="83"/>
                  </a:lnTo>
                  <a:lnTo>
                    <a:pt x="338" y="83"/>
                  </a:lnTo>
                  <a:lnTo>
                    <a:pt x="337" y="83"/>
                  </a:lnTo>
                  <a:lnTo>
                    <a:pt x="336" y="84"/>
                  </a:lnTo>
                  <a:lnTo>
                    <a:pt x="333" y="88"/>
                  </a:lnTo>
                  <a:lnTo>
                    <a:pt x="333" y="91"/>
                  </a:lnTo>
                  <a:lnTo>
                    <a:pt x="333" y="93"/>
                  </a:lnTo>
                  <a:lnTo>
                    <a:pt x="332" y="95"/>
                  </a:lnTo>
                  <a:lnTo>
                    <a:pt x="329" y="96"/>
                  </a:lnTo>
                  <a:lnTo>
                    <a:pt x="324" y="100"/>
                  </a:lnTo>
                  <a:lnTo>
                    <a:pt x="321" y="100"/>
                  </a:lnTo>
                  <a:lnTo>
                    <a:pt x="319" y="99"/>
                  </a:lnTo>
                  <a:lnTo>
                    <a:pt x="317" y="100"/>
                  </a:lnTo>
                  <a:lnTo>
                    <a:pt x="315" y="105"/>
                  </a:lnTo>
                  <a:lnTo>
                    <a:pt x="312" y="107"/>
                  </a:lnTo>
                  <a:lnTo>
                    <a:pt x="309" y="108"/>
                  </a:lnTo>
                  <a:lnTo>
                    <a:pt x="308" y="111"/>
                  </a:lnTo>
                  <a:lnTo>
                    <a:pt x="308" y="112"/>
                  </a:lnTo>
                  <a:lnTo>
                    <a:pt x="307" y="112"/>
                  </a:lnTo>
                  <a:lnTo>
                    <a:pt x="304" y="111"/>
                  </a:lnTo>
                  <a:lnTo>
                    <a:pt x="302" y="111"/>
                  </a:lnTo>
                  <a:lnTo>
                    <a:pt x="298" y="109"/>
                  </a:lnTo>
                  <a:lnTo>
                    <a:pt x="295" y="107"/>
                  </a:lnTo>
                  <a:lnTo>
                    <a:pt x="292" y="107"/>
                  </a:lnTo>
                  <a:lnTo>
                    <a:pt x="287" y="108"/>
                  </a:lnTo>
                  <a:lnTo>
                    <a:pt x="284" y="109"/>
                  </a:lnTo>
                  <a:lnTo>
                    <a:pt x="283" y="112"/>
                  </a:lnTo>
                  <a:lnTo>
                    <a:pt x="283" y="117"/>
                  </a:lnTo>
                  <a:lnTo>
                    <a:pt x="283" y="120"/>
                  </a:lnTo>
                  <a:lnTo>
                    <a:pt x="283" y="121"/>
                  </a:lnTo>
                  <a:lnTo>
                    <a:pt x="288" y="125"/>
                  </a:lnTo>
                  <a:lnTo>
                    <a:pt x="292" y="128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90" y="134"/>
                  </a:lnTo>
                  <a:lnTo>
                    <a:pt x="284" y="140"/>
                  </a:lnTo>
                  <a:lnTo>
                    <a:pt x="282" y="145"/>
                  </a:lnTo>
                  <a:lnTo>
                    <a:pt x="281" y="149"/>
                  </a:lnTo>
                  <a:lnTo>
                    <a:pt x="278" y="149"/>
                  </a:lnTo>
                  <a:lnTo>
                    <a:pt x="274" y="150"/>
                  </a:lnTo>
                  <a:lnTo>
                    <a:pt x="271" y="150"/>
                  </a:lnTo>
                  <a:lnTo>
                    <a:pt x="269" y="153"/>
                  </a:lnTo>
                  <a:lnTo>
                    <a:pt x="265" y="155"/>
                  </a:lnTo>
                  <a:lnTo>
                    <a:pt x="262" y="155"/>
                  </a:lnTo>
                  <a:lnTo>
                    <a:pt x="257" y="155"/>
                  </a:lnTo>
                  <a:lnTo>
                    <a:pt x="254" y="157"/>
                  </a:lnTo>
                  <a:lnTo>
                    <a:pt x="250" y="158"/>
                  </a:lnTo>
                  <a:lnTo>
                    <a:pt x="241" y="161"/>
                  </a:lnTo>
                  <a:lnTo>
                    <a:pt x="234" y="163"/>
                  </a:lnTo>
                  <a:lnTo>
                    <a:pt x="232" y="167"/>
                  </a:lnTo>
                  <a:lnTo>
                    <a:pt x="227" y="171"/>
                  </a:lnTo>
                  <a:lnTo>
                    <a:pt x="224" y="172"/>
                  </a:lnTo>
                  <a:lnTo>
                    <a:pt x="221" y="172"/>
                  </a:lnTo>
                  <a:lnTo>
                    <a:pt x="217" y="171"/>
                  </a:lnTo>
                  <a:lnTo>
                    <a:pt x="217" y="170"/>
                  </a:lnTo>
                  <a:lnTo>
                    <a:pt x="217" y="168"/>
                  </a:lnTo>
                  <a:lnTo>
                    <a:pt x="212" y="170"/>
                  </a:lnTo>
                  <a:lnTo>
                    <a:pt x="208" y="171"/>
                  </a:lnTo>
                  <a:lnTo>
                    <a:pt x="204" y="168"/>
                  </a:lnTo>
                  <a:lnTo>
                    <a:pt x="200" y="168"/>
                  </a:lnTo>
                  <a:lnTo>
                    <a:pt x="194" y="166"/>
                  </a:lnTo>
                  <a:lnTo>
                    <a:pt x="186" y="162"/>
                  </a:lnTo>
                  <a:lnTo>
                    <a:pt x="182" y="158"/>
                  </a:lnTo>
                  <a:lnTo>
                    <a:pt x="179" y="158"/>
                  </a:lnTo>
                  <a:lnTo>
                    <a:pt x="170" y="157"/>
                  </a:lnTo>
                  <a:lnTo>
                    <a:pt x="163" y="157"/>
                  </a:lnTo>
                  <a:lnTo>
                    <a:pt x="161" y="157"/>
                  </a:lnTo>
                  <a:lnTo>
                    <a:pt x="159" y="158"/>
                  </a:lnTo>
                  <a:lnTo>
                    <a:pt x="159" y="159"/>
                  </a:lnTo>
                  <a:lnTo>
                    <a:pt x="155" y="161"/>
                  </a:lnTo>
                  <a:lnTo>
                    <a:pt x="149" y="161"/>
                  </a:lnTo>
                  <a:lnTo>
                    <a:pt x="140" y="161"/>
                  </a:lnTo>
                  <a:lnTo>
                    <a:pt x="133" y="161"/>
                  </a:lnTo>
                  <a:lnTo>
                    <a:pt x="126" y="161"/>
                  </a:lnTo>
                  <a:lnTo>
                    <a:pt x="122" y="161"/>
                  </a:lnTo>
                  <a:lnTo>
                    <a:pt x="120" y="161"/>
                  </a:lnTo>
                  <a:lnTo>
                    <a:pt x="119" y="161"/>
                  </a:lnTo>
                  <a:lnTo>
                    <a:pt x="115" y="155"/>
                  </a:lnTo>
                  <a:lnTo>
                    <a:pt x="115" y="153"/>
                  </a:lnTo>
                  <a:lnTo>
                    <a:pt x="112" y="149"/>
                  </a:lnTo>
                  <a:lnTo>
                    <a:pt x="109" y="146"/>
                  </a:lnTo>
                  <a:lnTo>
                    <a:pt x="108" y="143"/>
                  </a:lnTo>
                  <a:lnTo>
                    <a:pt x="108" y="141"/>
                  </a:lnTo>
                  <a:lnTo>
                    <a:pt x="107" y="140"/>
                  </a:lnTo>
                  <a:lnTo>
                    <a:pt x="104" y="140"/>
                  </a:lnTo>
                  <a:lnTo>
                    <a:pt x="104" y="138"/>
                  </a:lnTo>
                  <a:lnTo>
                    <a:pt x="103" y="137"/>
                  </a:lnTo>
                  <a:lnTo>
                    <a:pt x="103" y="136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97" y="136"/>
                  </a:lnTo>
                  <a:lnTo>
                    <a:pt x="95" y="134"/>
                  </a:lnTo>
                  <a:lnTo>
                    <a:pt x="91" y="130"/>
                  </a:lnTo>
                  <a:lnTo>
                    <a:pt x="88" y="130"/>
                  </a:lnTo>
                  <a:lnTo>
                    <a:pt x="88" y="130"/>
                  </a:lnTo>
                  <a:lnTo>
                    <a:pt x="86" y="130"/>
                  </a:lnTo>
                  <a:lnTo>
                    <a:pt x="84" y="129"/>
                  </a:lnTo>
                  <a:lnTo>
                    <a:pt x="80" y="126"/>
                  </a:lnTo>
                  <a:lnTo>
                    <a:pt x="72" y="124"/>
                  </a:lnTo>
                  <a:lnTo>
                    <a:pt x="72" y="125"/>
                  </a:lnTo>
                  <a:lnTo>
                    <a:pt x="71" y="125"/>
                  </a:lnTo>
                  <a:lnTo>
                    <a:pt x="69" y="125"/>
                  </a:lnTo>
                  <a:lnTo>
                    <a:pt x="63" y="126"/>
                  </a:lnTo>
                  <a:lnTo>
                    <a:pt x="51" y="124"/>
                  </a:lnTo>
                  <a:lnTo>
                    <a:pt x="49" y="122"/>
                  </a:lnTo>
                  <a:lnTo>
                    <a:pt x="46" y="117"/>
                  </a:lnTo>
                  <a:lnTo>
                    <a:pt x="46" y="116"/>
                  </a:lnTo>
                  <a:lnTo>
                    <a:pt x="46" y="115"/>
                  </a:lnTo>
                  <a:lnTo>
                    <a:pt x="46" y="113"/>
                  </a:lnTo>
                  <a:lnTo>
                    <a:pt x="47" y="112"/>
                  </a:lnTo>
                  <a:lnTo>
                    <a:pt x="49" y="109"/>
                  </a:lnTo>
                  <a:lnTo>
                    <a:pt x="47" y="108"/>
                  </a:lnTo>
                  <a:lnTo>
                    <a:pt x="46" y="105"/>
                  </a:lnTo>
                  <a:lnTo>
                    <a:pt x="47" y="104"/>
                  </a:lnTo>
                  <a:lnTo>
                    <a:pt x="47" y="101"/>
                  </a:lnTo>
                  <a:lnTo>
                    <a:pt x="46" y="100"/>
                  </a:lnTo>
                  <a:lnTo>
                    <a:pt x="45" y="97"/>
                  </a:lnTo>
                  <a:lnTo>
                    <a:pt x="43" y="96"/>
                  </a:lnTo>
                  <a:lnTo>
                    <a:pt x="41" y="95"/>
                  </a:lnTo>
                  <a:lnTo>
                    <a:pt x="41" y="92"/>
                  </a:lnTo>
                  <a:lnTo>
                    <a:pt x="40" y="91"/>
                  </a:lnTo>
                  <a:lnTo>
                    <a:pt x="38" y="88"/>
                  </a:lnTo>
                  <a:lnTo>
                    <a:pt x="38" y="87"/>
                  </a:lnTo>
                  <a:lnTo>
                    <a:pt x="37" y="86"/>
                  </a:lnTo>
                  <a:lnTo>
                    <a:pt x="34" y="83"/>
                  </a:lnTo>
                  <a:lnTo>
                    <a:pt x="33" y="83"/>
                  </a:lnTo>
                  <a:lnTo>
                    <a:pt x="32" y="82"/>
                  </a:lnTo>
                  <a:lnTo>
                    <a:pt x="30" y="80"/>
                  </a:lnTo>
                  <a:lnTo>
                    <a:pt x="29" y="80"/>
                  </a:lnTo>
                  <a:lnTo>
                    <a:pt x="28" y="82"/>
                  </a:lnTo>
                  <a:lnTo>
                    <a:pt x="26" y="83"/>
                  </a:lnTo>
                  <a:lnTo>
                    <a:pt x="25" y="82"/>
                  </a:lnTo>
                  <a:lnTo>
                    <a:pt x="22" y="80"/>
                  </a:lnTo>
                  <a:lnTo>
                    <a:pt x="22" y="79"/>
                  </a:lnTo>
                  <a:lnTo>
                    <a:pt x="20" y="79"/>
                  </a:lnTo>
                  <a:lnTo>
                    <a:pt x="17" y="80"/>
                  </a:lnTo>
                  <a:lnTo>
                    <a:pt x="17" y="82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6"/>
                  </a:lnTo>
                  <a:lnTo>
                    <a:pt x="8" y="75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0" y="62"/>
                  </a:lnTo>
                  <a:lnTo>
                    <a:pt x="1" y="58"/>
                  </a:lnTo>
                  <a:lnTo>
                    <a:pt x="4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12" y="53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7" y="47"/>
                  </a:lnTo>
                  <a:lnTo>
                    <a:pt x="20" y="46"/>
                  </a:lnTo>
                  <a:lnTo>
                    <a:pt x="20" y="43"/>
                  </a:lnTo>
                  <a:lnTo>
                    <a:pt x="21" y="42"/>
                  </a:lnTo>
                  <a:lnTo>
                    <a:pt x="24" y="41"/>
                  </a:lnTo>
                  <a:lnTo>
                    <a:pt x="25" y="40"/>
                  </a:lnTo>
                  <a:lnTo>
                    <a:pt x="26" y="38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9" y="36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8" y="30"/>
                  </a:lnTo>
                  <a:lnTo>
                    <a:pt x="41" y="30"/>
                  </a:lnTo>
                  <a:lnTo>
                    <a:pt x="42" y="30"/>
                  </a:lnTo>
                  <a:lnTo>
                    <a:pt x="45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9" y="30"/>
                  </a:lnTo>
                  <a:lnTo>
                    <a:pt x="50" y="32"/>
                  </a:lnTo>
                  <a:lnTo>
                    <a:pt x="51" y="34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7" y="33"/>
                  </a:lnTo>
                  <a:lnTo>
                    <a:pt x="58" y="32"/>
                  </a:lnTo>
                  <a:lnTo>
                    <a:pt x="62" y="32"/>
                  </a:lnTo>
                  <a:lnTo>
                    <a:pt x="63" y="34"/>
                  </a:lnTo>
                  <a:lnTo>
                    <a:pt x="63" y="36"/>
                  </a:lnTo>
                  <a:lnTo>
                    <a:pt x="65" y="37"/>
                  </a:lnTo>
                  <a:lnTo>
                    <a:pt x="70" y="41"/>
                  </a:lnTo>
                  <a:lnTo>
                    <a:pt x="72" y="42"/>
                  </a:lnTo>
                  <a:lnTo>
                    <a:pt x="76" y="45"/>
                  </a:lnTo>
                  <a:lnTo>
                    <a:pt x="78" y="43"/>
                  </a:lnTo>
                  <a:lnTo>
                    <a:pt x="80" y="42"/>
                  </a:lnTo>
                  <a:lnTo>
                    <a:pt x="83" y="41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90" y="42"/>
                  </a:lnTo>
                  <a:lnTo>
                    <a:pt x="91" y="42"/>
                  </a:lnTo>
                  <a:lnTo>
                    <a:pt x="96" y="42"/>
                  </a:lnTo>
                  <a:lnTo>
                    <a:pt x="97" y="4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103" y="42"/>
                  </a:lnTo>
                  <a:lnTo>
                    <a:pt x="107" y="42"/>
                  </a:lnTo>
                  <a:lnTo>
                    <a:pt x="109" y="38"/>
                  </a:lnTo>
                  <a:lnTo>
                    <a:pt x="108" y="37"/>
                  </a:lnTo>
                  <a:lnTo>
                    <a:pt x="105" y="36"/>
                  </a:lnTo>
                  <a:lnTo>
                    <a:pt x="105" y="32"/>
                  </a:lnTo>
                  <a:lnTo>
                    <a:pt x="107" y="28"/>
                  </a:lnTo>
                  <a:lnTo>
                    <a:pt x="105" y="26"/>
                  </a:lnTo>
                  <a:lnTo>
                    <a:pt x="104" y="25"/>
                  </a:lnTo>
                  <a:lnTo>
                    <a:pt x="103" y="24"/>
                  </a:lnTo>
                  <a:lnTo>
                    <a:pt x="99" y="22"/>
                  </a:lnTo>
                  <a:lnTo>
                    <a:pt x="97" y="20"/>
                  </a:lnTo>
                  <a:lnTo>
                    <a:pt x="99" y="15"/>
                  </a:lnTo>
                  <a:lnTo>
                    <a:pt x="100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4" y="7"/>
                  </a:lnTo>
                  <a:lnTo>
                    <a:pt x="105" y="8"/>
                  </a:lnTo>
                  <a:lnTo>
                    <a:pt x="105" y="5"/>
                  </a:lnTo>
                  <a:lnTo>
                    <a:pt x="105" y="4"/>
                  </a:lnTo>
                  <a:lnTo>
                    <a:pt x="105" y="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7" name="Freeform 348"/>
            <p:cNvSpPr>
              <a:spLocks/>
            </p:cNvSpPr>
            <p:nvPr/>
          </p:nvSpPr>
          <p:spPr bwMode="auto">
            <a:xfrm>
              <a:off x="7051901" y="2403950"/>
              <a:ext cx="1144524" cy="601446"/>
            </a:xfrm>
            <a:custGeom>
              <a:avLst/>
              <a:gdLst>
                <a:gd name="T0" fmla="*/ 245 w 451"/>
                <a:gd name="T1" fmla="*/ 7 h 237"/>
                <a:gd name="T2" fmla="*/ 249 w 451"/>
                <a:gd name="T3" fmla="*/ 22 h 237"/>
                <a:gd name="T4" fmla="*/ 260 w 451"/>
                <a:gd name="T5" fmla="*/ 19 h 237"/>
                <a:gd name="T6" fmla="*/ 268 w 451"/>
                <a:gd name="T7" fmla="*/ 22 h 237"/>
                <a:gd name="T8" fmla="*/ 278 w 451"/>
                <a:gd name="T9" fmla="*/ 32 h 237"/>
                <a:gd name="T10" fmla="*/ 297 w 451"/>
                <a:gd name="T11" fmla="*/ 27 h 237"/>
                <a:gd name="T12" fmla="*/ 314 w 451"/>
                <a:gd name="T13" fmla="*/ 12 h 237"/>
                <a:gd name="T14" fmla="*/ 368 w 451"/>
                <a:gd name="T15" fmla="*/ 70 h 237"/>
                <a:gd name="T16" fmla="*/ 377 w 451"/>
                <a:gd name="T17" fmla="*/ 73 h 237"/>
                <a:gd name="T18" fmla="*/ 392 w 451"/>
                <a:gd name="T19" fmla="*/ 69 h 237"/>
                <a:gd name="T20" fmla="*/ 414 w 451"/>
                <a:gd name="T21" fmla="*/ 78 h 237"/>
                <a:gd name="T22" fmla="*/ 422 w 451"/>
                <a:gd name="T23" fmla="*/ 87 h 237"/>
                <a:gd name="T24" fmla="*/ 442 w 451"/>
                <a:gd name="T25" fmla="*/ 83 h 237"/>
                <a:gd name="T26" fmla="*/ 447 w 451"/>
                <a:gd name="T27" fmla="*/ 97 h 237"/>
                <a:gd name="T28" fmla="*/ 439 w 451"/>
                <a:gd name="T29" fmla="*/ 122 h 237"/>
                <a:gd name="T30" fmla="*/ 428 w 451"/>
                <a:gd name="T31" fmla="*/ 131 h 237"/>
                <a:gd name="T32" fmla="*/ 409 w 451"/>
                <a:gd name="T33" fmla="*/ 148 h 237"/>
                <a:gd name="T34" fmla="*/ 406 w 451"/>
                <a:gd name="T35" fmla="*/ 162 h 237"/>
                <a:gd name="T36" fmla="*/ 384 w 451"/>
                <a:gd name="T37" fmla="*/ 168 h 237"/>
                <a:gd name="T38" fmla="*/ 393 w 451"/>
                <a:gd name="T39" fmla="*/ 181 h 237"/>
                <a:gd name="T40" fmla="*/ 398 w 451"/>
                <a:gd name="T41" fmla="*/ 202 h 237"/>
                <a:gd name="T42" fmla="*/ 369 w 451"/>
                <a:gd name="T43" fmla="*/ 199 h 237"/>
                <a:gd name="T44" fmla="*/ 332 w 451"/>
                <a:gd name="T45" fmla="*/ 200 h 237"/>
                <a:gd name="T46" fmla="*/ 319 w 451"/>
                <a:gd name="T47" fmla="*/ 208 h 237"/>
                <a:gd name="T48" fmla="*/ 289 w 451"/>
                <a:gd name="T49" fmla="*/ 214 h 237"/>
                <a:gd name="T50" fmla="*/ 268 w 451"/>
                <a:gd name="T51" fmla="*/ 236 h 237"/>
                <a:gd name="T52" fmla="*/ 230 w 451"/>
                <a:gd name="T53" fmla="*/ 206 h 237"/>
                <a:gd name="T54" fmla="*/ 126 w 451"/>
                <a:gd name="T55" fmla="*/ 236 h 237"/>
                <a:gd name="T56" fmla="*/ 81 w 451"/>
                <a:gd name="T57" fmla="*/ 225 h 237"/>
                <a:gd name="T58" fmla="*/ 74 w 451"/>
                <a:gd name="T59" fmla="*/ 216 h 237"/>
                <a:gd name="T60" fmla="*/ 65 w 451"/>
                <a:gd name="T61" fmla="*/ 208 h 237"/>
                <a:gd name="T62" fmla="*/ 53 w 451"/>
                <a:gd name="T63" fmla="*/ 194 h 237"/>
                <a:gd name="T64" fmla="*/ 62 w 451"/>
                <a:gd name="T65" fmla="*/ 190 h 237"/>
                <a:gd name="T66" fmla="*/ 60 w 451"/>
                <a:gd name="T67" fmla="*/ 182 h 237"/>
                <a:gd name="T68" fmla="*/ 73 w 451"/>
                <a:gd name="T69" fmla="*/ 175 h 237"/>
                <a:gd name="T70" fmla="*/ 79 w 451"/>
                <a:gd name="T71" fmla="*/ 174 h 237"/>
                <a:gd name="T72" fmla="*/ 79 w 451"/>
                <a:gd name="T73" fmla="*/ 160 h 237"/>
                <a:gd name="T74" fmla="*/ 70 w 451"/>
                <a:gd name="T75" fmla="*/ 152 h 237"/>
                <a:gd name="T76" fmla="*/ 62 w 451"/>
                <a:gd name="T77" fmla="*/ 154 h 237"/>
                <a:gd name="T78" fmla="*/ 52 w 451"/>
                <a:gd name="T79" fmla="*/ 154 h 237"/>
                <a:gd name="T80" fmla="*/ 41 w 451"/>
                <a:gd name="T81" fmla="*/ 160 h 237"/>
                <a:gd name="T82" fmla="*/ 29 w 451"/>
                <a:gd name="T83" fmla="*/ 158 h 237"/>
                <a:gd name="T84" fmla="*/ 7 w 451"/>
                <a:gd name="T85" fmla="*/ 135 h 237"/>
                <a:gd name="T86" fmla="*/ 7 w 451"/>
                <a:gd name="T87" fmla="*/ 103 h 237"/>
                <a:gd name="T88" fmla="*/ 24 w 451"/>
                <a:gd name="T89" fmla="*/ 97 h 237"/>
                <a:gd name="T90" fmla="*/ 39 w 451"/>
                <a:gd name="T91" fmla="*/ 82 h 237"/>
                <a:gd name="T92" fmla="*/ 47 w 451"/>
                <a:gd name="T93" fmla="*/ 83 h 237"/>
                <a:gd name="T94" fmla="*/ 58 w 451"/>
                <a:gd name="T95" fmla="*/ 81 h 237"/>
                <a:gd name="T96" fmla="*/ 79 w 451"/>
                <a:gd name="T97" fmla="*/ 91 h 237"/>
                <a:gd name="T98" fmla="*/ 94 w 451"/>
                <a:gd name="T99" fmla="*/ 91 h 237"/>
                <a:gd name="T100" fmla="*/ 107 w 451"/>
                <a:gd name="T101" fmla="*/ 85 h 237"/>
                <a:gd name="T102" fmla="*/ 126 w 451"/>
                <a:gd name="T103" fmla="*/ 85 h 237"/>
                <a:gd name="T104" fmla="*/ 140 w 451"/>
                <a:gd name="T105" fmla="*/ 94 h 237"/>
                <a:gd name="T106" fmla="*/ 157 w 451"/>
                <a:gd name="T107" fmla="*/ 78 h 237"/>
                <a:gd name="T108" fmla="*/ 141 w 451"/>
                <a:gd name="T109" fmla="*/ 69 h 237"/>
                <a:gd name="T110" fmla="*/ 149 w 451"/>
                <a:gd name="T111" fmla="*/ 50 h 237"/>
                <a:gd name="T112" fmla="*/ 147 w 451"/>
                <a:gd name="T113" fmla="*/ 45 h 237"/>
                <a:gd name="T114" fmla="*/ 141 w 451"/>
                <a:gd name="T115" fmla="*/ 36 h 237"/>
                <a:gd name="T116" fmla="*/ 154 w 451"/>
                <a:gd name="T117" fmla="*/ 33 h 237"/>
                <a:gd name="T118" fmla="*/ 174 w 451"/>
                <a:gd name="T119" fmla="*/ 28 h 237"/>
                <a:gd name="T120" fmla="*/ 189 w 451"/>
                <a:gd name="T121" fmla="*/ 20 h 237"/>
                <a:gd name="T122" fmla="*/ 207 w 451"/>
                <a:gd name="T123" fmla="*/ 12 h 237"/>
                <a:gd name="T124" fmla="*/ 220 w 451"/>
                <a:gd name="T125" fmla="*/ 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1" h="237">
                  <a:moveTo>
                    <a:pt x="227" y="0"/>
                  </a:moveTo>
                  <a:lnTo>
                    <a:pt x="230" y="2"/>
                  </a:lnTo>
                  <a:lnTo>
                    <a:pt x="234" y="2"/>
                  </a:lnTo>
                  <a:lnTo>
                    <a:pt x="236" y="4"/>
                  </a:lnTo>
                  <a:lnTo>
                    <a:pt x="239" y="4"/>
                  </a:lnTo>
                  <a:lnTo>
                    <a:pt x="241" y="3"/>
                  </a:lnTo>
                  <a:lnTo>
                    <a:pt x="244" y="3"/>
                  </a:lnTo>
                  <a:lnTo>
                    <a:pt x="244" y="6"/>
                  </a:lnTo>
                  <a:lnTo>
                    <a:pt x="245" y="7"/>
                  </a:lnTo>
                  <a:lnTo>
                    <a:pt x="247" y="8"/>
                  </a:lnTo>
                  <a:lnTo>
                    <a:pt x="248" y="11"/>
                  </a:lnTo>
                  <a:lnTo>
                    <a:pt x="249" y="12"/>
                  </a:lnTo>
                  <a:lnTo>
                    <a:pt x="249" y="14"/>
                  </a:lnTo>
                  <a:lnTo>
                    <a:pt x="249" y="15"/>
                  </a:lnTo>
                  <a:lnTo>
                    <a:pt x="249" y="18"/>
                  </a:lnTo>
                  <a:lnTo>
                    <a:pt x="249" y="19"/>
                  </a:lnTo>
                  <a:lnTo>
                    <a:pt x="248" y="19"/>
                  </a:lnTo>
                  <a:lnTo>
                    <a:pt x="249" y="22"/>
                  </a:lnTo>
                  <a:lnTo>
                    <a:pt x="251" y="22"/>
                  </a:lnTo>
                  <a:lnTo>
                    <a:pt x="253" y="20"/>
                  </a:lnTo>
                  <a:lnTo>
                    <a:pt x="255" y="22"/>
                  </a:lnTo>
                  <a:lnTo>
                    <a:pt x="256" y="22"/>
                  </a:lnTo>
                  <a:lnTo>
                    <a:pt x="256" y="19"/>
                  </a:lnTo>
                  <a:lnTo>
                    <a:pt x="259" y="19"/>
                  </a:lnTo>
                  <a:lnTo>
                    <a:pt x="259" y="22"/>
                  </a:lnTo>
                  <a:lnTo>
                    <a:pt x="260" y="22"/>
                  </a:lnTo>
                  <a:lnTo>
                    <a:pt x="260" y="19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4" y="19"/>
                  </a:lnTo>
                  <a:lnTo>
                    <a:pt x="265" y="23"/>
                  </a:lnTo>
                  <a:lnTo>
                    <a:pt x="266" y="25"/>
                  </a:lnTo>
                  <a:lnTo>
                    <a:pt x="268" y="25"/>
                  </a:lnTo>
                  <a:lnTo>
                    <a:pt x="269" y="24"/>
                  </a:lnTo>
                  <a:lnTo>
                    <a:pt x="268" y="23"/>
                  </a:lnTo>
                  <a:lnTo>
                    <a:pt x="268" y="22"/>
                  </a:lnTo>
                  <a:lnTo>
                    <a:pt x="270" y="22"/>
                  </a:lnTo>
                  <a:lnTo>
                    <a:pt x="274" y="24"/>
                  </a:lnTo>
                  <a:lnTo>
                    <a:pt x="276" y="24"/>
                  </a:lnTo>
                  <a:lnTo>
                    <a:pt x="278" y="23"/>
                  </a:lnTo>
                  <a:lnTo>
                    <a:pt x="280" y="23"/>
                  </a:lnTo>
                  <a:lnTo>
                    <a:pt x="278" y="25"/>
                  </a:lnTo>
                  <a:lnTo>
                    <a:pt x="277" y="27"/>
                  </a:lnTo>
                  <a:lnTo>
                    <a:pt x="277" y="29"/>
                  </a:lnTo>
                  <a:lnTo>
                    <a:pt x="278" y="32"/>
                  </a:lnTo>
                  <a:lnTo>
                    <a:pt x="280" y="32"/>
                  </a:lnTo>
                  <a:lnTo>
                    <a:pt x="281" y="29"/>
                  </a:lnTo>
                  <a:lnTo>
                    <a:pt x="284" y="29"/>
                  </a:lnTo>
                  <a:lnTo>
                    <a:pt x="289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28"/>
                  </a:lnTo>
                  <a:lnTo>
                    <a:pt x="293" y="27"/>
                  </a:lnTo>
                  <a:lnTo>
                    <a:pt x="297" y="27"/>
                  </a:lnTo>
                  <a:lnTo>
                    <a:pt x="299" y="24"/>
                  </a:lnTo>
                  <a:lnTo>
                    <a:pt x="299" y="23"/>
                  </a:lnTo>
                  <a:lnTo>
                    <a:pt x="302" y="22"/>
                  </a:lnTo>
                  <a:lnTo>
                    <a:pt x="302" y="19"/>
                  </a:lnTo>
                  <a:lnTo>
                    <a:pt x="305" y="16"/>
                  </a:lnTo>
                  <a:lnTo>
                    <a:pt x="306" y="16"/>
                  </a:lnTo>
                  <a:lnTo>
                    <a:pt x="309" y="14"/>
                  </a:lnTo>
                  <a:lnTo>
                    <a:pt x="311" y="14"/>
                  </a:lnTo>
                  <a:lnTo>
                    <a:pt x="314" y="12"/>
                  </a:lnTo>
                  <a:lnTo>
                    <a:pt x="315" y="14"/>
                  </a:lnTo>
                  <a:lnTo>
                    <a:pt x="315" y="15"/>
                  </a:lnTo>
                  <a:lnTo>
                    <a:pt x="313" y="18"/>
                  </a:lnTo>
                  <a:lnTo>
                    <a:pt x="311" y="18"/>
                  </a:lnTo>
                  <a:lnTo>
                    <a:pt x="313" y="20"/>
                  </a:lnTo>
                  <a:lnTo>
                    <a:pt x="334" y="36"/>
                  </a:lnTo>
                  <a:lnTo>
                    <a:pt x="363" y="73"/>
                  </a:lnTo>
                  <a:lnTo>
                    <a:pt x="365" y="72"/>
                  </a:lnTo>
                  <a:lnTo>
                    <a:pt x="368" y="70"/>
                  </a:lnTo>
                  <a:lnTo>
                    <a:pt x="368" y="69"/>
                  </a:lnTo>
                  <a:lnTo>
                    <a:pt x="368" y="69"/>
                  </a:lnTo>
                  <a:lnTo>
                    <a:pt x="366" y="66"/>
                  </a:lnTo>
                  <a:lnTo>
                    <a:pt x="369" y="65"/>
                  </a:lnTo>
                  <a:lnTo>
                    <a:pt x="372" y="66"/>
                  </a:lnTo>
                  <a:lnTo>
                    <a:pt x="372" y="69"/>
                  </a:lnTo>
                  <a:lnTo>
                    <a:pt x="372" y="70"/>
                  </a:lnTo>
                  <a:lnTo>
                    <a:pt x="374" y="70"/>
                  </a:lnTo>
                  <a:lnTo>
                    <a:pt x="377" y="73"/>
                  </a:lnTo>
                  <a:lnTo>
                    <a:pt x="378" y="73"/>
                  </a:lnTo>
                  <a:lnTo>
                    <a:pt x="381" y="72"/>
                  </a:lnTo>
                  <a:lnTo>
                    <a:pt x="382" y="72"/>
                  </a:lnTo>
                  <a:lnTo>
                    <a:pt x="385" y="73"/>
                  </a:lnTo>
                  <a:lnTo>
                    <a:pt x="388" y="72"/>
                  </a:lnTo>
                  <a:lnTo>
                    <a:pt x="390" y="72"/>
                  </a:lnTo>
                  <a:lnTo>
                    <a:pt x="392" y="72"/>
                  </a:lnTo>
                  <a:lnTo>
                    <a:pt x="393" y="70"/>
                  </a:lnTo>
                  <a:lnTo>
                    <a:pt x="392" y="69"/>
                  </a:lnTo>
                  <a:lnTo>
                    <a:pt x="393" y="68"/>
                  </a:lnTo>
                  <a:lnTo>
                    <a:pt x="397" y="68"/>
                  </a:lnTo>
                  <a:lnTo>
                    <a:pt x="401" y="68"/>
                  </a:lnTo>
                  <a:lnTo>
                    <a:pt x="405" y="68"/>
                  </a:lnTo>
                  <a:lnTo>
                    <a:pt x="407" y="70"/>
                  </a:lnTo>
                  <a:lnTo>
                    <a:pt x="410" y="74"/>
                  </a:lnTo>
                  <a:lnTo>
                    <a:pt x="411" y="77"/>
                  </a:lnTo>
                  <a:lnTo>
                    <a:pt x="413" y="77"/>
                  </a:lnTo>
                  <a:lnTo>
                    <a:pt x="414" y="78"/>
                  </a:lnTo>
                  <a:lnTo>
                    <a:pt x="418" y="79"/>
                  </a:lnTo>
                  <a:lnTo>
                    <a:pt x="418" y="79"/>
                  </a:lnTo>
                  <a:lnTo>
                    <a:pt x="420" y="81"/>
                  </a:lnTo>
                  <a:lnTo>
                    <a:pt x="420" y="82"/>
                  </a:lnTo>
                  <a:lnTo>
                    <a:pt x="419" y="82"/>
                  </a:lnTo>
                  <a:lnTo>
                    <a:pt x="419" y="85"/>
                  </a:lnTo>
                  <a:lnTo>
                    <a:pt x="420" y="86"/>
                  </a:lnTo>
                  <a:lnTo>
                    <a:pt x="422" y="87"/>
                  </a:lnTo>
                  <a:lnTo>
                    <a:pt x="422" y="87"/>
                  </a:lnTo>
                  <a:lnTo>
                    <a:pt x="423" y="87"/>
                  </a:lnTo>
                  <a:lnTo>
                    <a:pt x="426" y="89"/>
                  </a:lnTo>
                  <a:lnTo>
                    <a:pt x="427" y="90"/>
                  </a:lnTo>
                  <a:lnTo>
                    <a:pt x="428" y="89"/>
                  </a:lnTo>
                  <a:lnTo>
                    <a:pt x="430" y="87"/>
                  </a:lnTo>
                  <a:lnTo>
                    <a:pt x="435" y="87"/>
                  </a:lnTo>
                  <a:lnTo>
                    <a:pt x="438" y="86"/>
                  </a:lnTo>
                  <a:lnTo>
                    <a:pt x="439" y="85"/>
                  </a:lnTo>
                  <a:lnTo>
                    <a:pt x="442" y="83"/>
                  </a:lnTo>
                  <a:lnTo>
                    <a:pt x="443" y="83"/>
                  </a:lnTo>
                  <a:lnTo>
                    <a:pt x="442" y="86"/>
                  </a:lnTo>
                  <a:lnTo>
                    <a:pt x="443" y="89"/>
                  </a:lnTo>
                  <a:lnTo>
                    <a:pt x="444" y="89"/>
                  </a:lnTo>
                  <a:lnTo>
                    <a:pt x="447" y="91"/>
                  </a:lnTo>
                  <a:lnTo>
                    <a:pt x="449" y="93"/>
                  </a:lnTo>
                  <a:lnTo>
                    <a:pt x="451" y="94"/>
                  </a:lnTo>
                  <a:lnTo>
                    <a:pt x="448" y="95"/>
                  </a:lnTo>
                  <a:lnTo>
                    <a:pt x="447" y="97"/>
                  </a:lnTo>
                  <a:lnTo>
                    <a:pt x="444" y="100"/>
                  </a:lnTo>
                  <a:lnTo>
                    <a:pt x="444" y="102"/>
                  </a:lnTo>
                  <a:lnTo>
                    <a:pt x="444" y="103"/>
                  </a:lnTo>
                  <a:lnTo>
                    <a:pt x="443" y="106"/>
                  </a:lnTo>
                  <a:lnTo>
                    <a:pt x="439" y="107"/>
                  </a:lnTo>
                  <a:lnTo>
                    <a:pt x="438" y="108"/>
                  </a:lnTo>
                  <a:lnTo>
                    <a:pt x="436" y="111"/>
                  </a:lnTo>
                  <a:lnTo>
                    <a:pt x="438" y="116"/>
                  </a:lnTo>
                  <a:lnTo>
                    <a:pt x="439" y="122"/>
                  </a:lnTo>
                  <a:lnTo>
                    <a:pt x="442" y="124"/>
                  </a:lnTo>
                  <a:lnTo>
                    <a:pt x="442" y="125"/>
                  </a:lnTo>
                  <a:lnTo>
                    <a:pt x="438" y="129"/>
                  </a:lnTo>
                  <a:lnTo>
                    <a:pt x="436" y="129"/>
                  </a:lnTo>
                  <a:lnTo>
                    <a:pt x="434" y="132"/>
                  </a:lnTo>
                  <a:lnTo>
                    <a:pt x="432" y="133"/>
                  </a:lnTo>
                  <a:lnTo>
                    <a:pt x="431" y="132"/>
                  </a:lnTo>
                  <a:lnTo>
                    <a:pt x="430" y="131"/>
                  </a:lnTo>
                  <a:lnTo>
                    <a:pt x="428" y="131"/>
                  </a:lnTo>
                  <a:lnTo>
                    <a:pt x="423" y="132"/>
                  </a:lnTo>
                  <a:lnTo>
                    <a:pt x="420" y="132"/>
                  </a:lnTo>
                  <a:lnTo>
                    <a:pt x="415" y="131"/>
                  </a:lnTo>
                  <a:lnTo>
                    <a:pt x="413" y="129"/>
                  </a:lnTo>
                  <a:lnTo>
                    <a:pt x="411" y="131"/>
                  </a:lnTo>
                  <a:lnTo>
                    <a:pt x="411" y="136"/>
                  </a:lnTo>
                  <a:lnTo>
                    <a:pt x="410" y="139"/>
                  </a:lnTo>
                  <a:lnTo>
                    <a:pt x="410" y="141"/>
                  </a:lnTo>
                  <a:lnTo>
                    <a:pt x="409" y="148"/>
                  </a:lnTo>
                  <a:lnTo>
                    <a:pt x="409" y="153"/>
                  </a:lnTo>
                  <a:lnTo>
                    <a:pt x="407" y="156"/>
                  </a:lnTo>
                  <a:lnTo>
                    <a:pt x="409" y="157"/>
                  </a:lnTo>
                  <a:lnTo>
                    <a:pt x="411" y="157"/>
                  </a:lnTo>
                  <a:lnTo>
                    <a:pt x="411" y="160"/>
                  </a:lnTo>
                  <a:lnTo>
                    <a:pt x="410" y="162"/>
                  </a:lnTo>
                  <a:lnTo>
                    <a:pt x="409" y="162"/>
                  </a:lnTo>
                  <a:lnTo>
                    <a:pt x="407" y="162"/>
                  </a:lnTo>
                  <a:lnTo>
                    <a:pt x="406" y="162"/>
                  </a:lnTo>
                  <a:lnTo>
                    <a:pt x="405" y="161"/>
                  </a:lnTo>
                  <a:lnTo>
                    <a:pt x="403" y="162"/>
                  </a:lnTo>
                  <a:lnTo>
                    <a:pt x="399" y="162"/>
                  </a:lnTo>
                  <a:lnTo>
                    <a:pt x="394" y="164"/>
                  </a:lnTo>
                  <a:lnTo>
                    <a:pt x="392" y="165"/>
                  </a:lnTo>
                  <a:lnTo>
                    <a:pt x="389" y="165"/>
                  </a:lnTo>
                  <a:lnTo>
                    <a:pt x="388" y="165"/>
                  </a:lnTo>
                  <a:lnTo>
                    <a:pt x="386" y="165"/>
                  </a:lnTo>
                  <a:lnTo>
                    <a:pt x="384" y="168"/>
                  </a:lnTo>
                  <a:lnTo>
                    <a:pt x="384" y="169"/>
                  </a:lnTo>
                  <a:lnTo>
                    <a:pt x="386" y="170"/>
                  </a:lnTo>
                  <a:lnTo>
                    <a:pt x="389" y="170"/>
                  </a:lnTo>
                  <a:lnTo>
                    <a:pt x="392" y="170"/>
                  </a:lnTo>
                  <a:lnTo>
                    <a:pt x="392" y="172"/>
                  </a:lnTo>
                  <a:lnTo>
                    <a:pt x="390" y="174"/>
                  </a:lnTo>
                  <a:lnTo>
                    <a:pt x="392" y="177"/>
                  </a:lnTo>
                  <a:lnTo>
                    <a:pt x="392" y="179"/>
                  </a:lnTo>
                  <a:lnTo>
                    <a:pt x="393" y="181"/>
                  </a:lnTo>
                  <a:lnTo>
                    <a:pt x="393" y="183"/>
                  </a:lnTo>
                  <a:lnTo>
                    <a:pt x="395" y="186"/>
                  </a:lnTo>
                  <a:lnTo>
                    <a:pt x="395" y="189"/>
                  </a:lnTo>
                  <a:lnTo>
                    <a:pt x="398" y="190"/>
                  </a:lnTo>
                  <a:lnTo>
                    <a:pt x="399" y="195"/>
                  </a:lnTo>
                  <a:lnTo>
                    <a:pt x="398" y="197"/>
                  </a:lnTo>
                  <a:lnTo>
                    <a:pt x="397" y="199"/>
                  </a:lnTo>
                  <a:lnTo>
                    <a:pt x="399" y="200"/>
                  </a:lnTo>
                  <a:lnTo>
                    <a:pt x="398" y="202"/>
                  </a:lnTo>
                  <a:lnTo>
                    <a:pt x="398" y="203"/>
                  </a:lnTo>
                  <a:lnTo>
                    <a:pt x="395" y="204"/>
                  </a:lnTo>
                  <a:lnTo>
                    <a:pt x="395" y="207"/>
                  </a:lnTo>
                  <a:lnTo>
                    <a:pt x="393" y="208"/>
                  </a:lnTo>
                  <a:lnTo>
                    <a:pt x="388" y="207"/>
                  </a:lnTo>
                  <a:lnTo>
                    <a:pt x="382" y="202"/>
                  </a:lnTo>
                  <a:lnTo>
                    <a:pt x="381" y="202"/>
                  </a:lnTo>
                  <a:lnTo>
                    <a:pt x="376" y="200"/>
                  </a:lnTo>
                  <a:lnTo>
                    <a:pt x="369" y="199"/>
                  </a:lnTo>
                  <a:lnTo>
                    <a:pt x="365" y="200"/>
                  </a:lnTo>
                  <a:lnTo>
                    <a:pt x="359" y="199"/>
                  </a:lnTo>
                  <a:lnTo>
                    <a:pt x="353" y="200"/>
                  </a:lnTo>
                  <a:lnTo>
                    <a:pt x="351" y="200"/>
                  </a:lnTo>
                  <a:lnTo>
                    <a:pt x="348" y="200"/>
                  </a:lnTo>
                  <a:lnTo>
                    <a:pt x="345" y="202"/>
                  </a:lnTo>
                  <a:lnTo>
                    <a:pt x="343" y="203"/>
                  </a:lnTo>
                  <a:lnTo>
                    <a:pt x="336" y="202"/>
                  </a:lnTo>
                  <a:lnTo>
                    <a:pt x="332" y="200"/>
                  </a:lnTo>
                  <a:lnTo>
                    <a:pt x="330" y="199"/>
                  </a:lnTo>
                  <a:lnTo>
                    <a:pt x="326" y="199"/>
                  </a:lnTo>
                  <a:lnTo>
                    <a:pt x="324" y="200"/>
                  </a:lnTo>
                  <a:lnTo>
                    <a:pt x="322" y="200"/>
                  </a:lnTo>
                  <a:lnTo>
                    <a:pt x="319" y="199"/>
                  </a:lnTo>
                  <a:lnTo>
                    <a:pt x="318" y="200"/>
                  </a:lnTo>
                  <a:lnTo>
                    <a:pt x="318" y="203"/>
                  </a:lnTo>
                  <a:lnTo>
                    <a:pt x="319" y="206"/>
                  </a:lnTo>
                  <a:lnTo>
                    <a:pt x="319" y="208"/>
                  </a:lnTo>
                  <a:lnTo>
                    <a:pt x="315" y="210"/>
                  </a:lnTo>
                  <a:lnTo>
                    <a:pt x="309" y="210"/>
                  </a:lnTo>
                  <a:lnTo>
                    <a:pt x="299" y="208"/>
                  </a:lnTo>
                  <a:lnTo>
                    <a:pt x="297" y="207"/>
                  </a:lnTo>
                  <a:lnTo>
                    <a:pt x="293" y="207"/>
                  </a:lnTo>
                  <a:lnTo>
                    <a:pt x="291" y="210"/>
                  </a:lnTo>
                  <a:lnTo>
                    <a:pt x="291" y="211"/>
                  </a:lnTo>
                  <a:lnTo>
                    <a:pt x="289" y="212"/>
                  </a:lnTo>
                  <a:lnTo>
                    <a:pt x="289" y="214"/>
                  </a:lnTo>
                  <a:lnTo>
                    <a:pt x="289" y="214"/>
                  </a:lnTo>
                  <a:lnTo>
                    <a:pt x="286" y="216"/>
                  </a:lnTo>
                  <a:lnTo>
                    <a:pt x="284" y="218"/>
                  </a:lnTo>
                  <a:lnTo>
                    <a:pt x="280" y="223"/>
                  </a:lnTo>
                  <a:lnTo>
                    <a:pt x="278" y="225"/>
                  </a:lnTo>
                  <a:lnTo>
                    <a:pt x="276" y="228"/>
                  </a:lnTo>
                  <a:lnTo>
                    <a:pt x="274" y="232"/>
                  </a:lnTo>
                  <a:lnTo>
                    <a:pt x="269" y="236"/>
                  </a:lnTo>
                  <a:lnTo>
                    <a:pt x="268" y="236"/>
                  </a:lnTo>
                  <a:lnTo>
                    <a:pt x="262" y="233"/>
                  </a:lnTo>
                  <a:lnTo>
                    <a:pt x="259" y="232"/>
                  </a:lnTo>
                  <a:lnTo>
                    <a:pt x="255" y="233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3" y="222"/>
                  </a:lnTo>
                  <a:lnTo>
                    <a:pt x="234" y="222"/>
                  </a:lnTo>
                  <a:lnTo>
                    <a:pt x="234" y="204"/>
                  </a:lnTo>
                  <a:lnTo>
                    <a:pt x="230" y="206"/>
                  </a:lnTo>
                  <a:lnTo>
                    <a:pt x="227" y="198"/>
                  </a:lnTo>
                  <a:lnTo>
                    <a:pt x="220" y="194"/>
                  </a:lnTo>
                  <a:lnTo>
                    <a:pt x="201" y="194"/>
                  </a:lnTo>
                  <a:lnTo>
                    <a:pt x="183" y="195"/>
                  </a:lnTo>
                  <a:lnTo>
                    <a:pt x="173" y="190"/>
                  </a:lnTo>
                  <a:lnTo>
                    <a:pt x="166" y="187"/>
                  </a:lnTo>
                  <a:lnTo>
                    <a:pt x="147" y="174"/>
                  </a:lnTo>
                  <a:lnTo>
                    <a:pt x="116" y="179"/>
                  </a:lnTo>
                  <a:lnTo>
                    <a:pt x="126" y="236"/>
                  </a:lnTo>
                  <a:lnTo>
                    <a:pt x="124" y="236"/>
                  </a:lnTo>
                  <a:lnTo>
                    <a:pt x="119" y="237"/>
                  </a:lnTo>
                  <a:lnTo>
                    <a:pt x="111" y="228"/>
                  </a:lnTo>
                  <a:lnTo>
                    <a:pt x="103" y="224"/>
                  </a:lnTo>
                  <a:lnTo>
                    <a:pt x="95" y="223"/>
                  </a:lnTo>
                  <a:lnTo>
                    <a:pt x="90" y="224"/>
                  </a:lnTo>
                  <a:lnTo>
                    <a:pt x="82" y="231"/>
                  </a:lnTo>
                  <a:lnTo>
                    <a:pt x="82" y="228"/>
                  </a:lnTo>
                  <a:lnTo>
                    <a:pt x="81" y="225"/>
                  </a:lnTo>
                  <a:lnTo>
                    <a:pt x="82" y="222"/>
                  </a:lnTo>
                  <a:lnTo>
                    <a:pt x="83" y="219"/>
                  </a:lnTo>
                  <a:lnTo>
                    <a:pt x="83" y="218"/>
                  </a:lnTo>
                  <a:lnTo>
                    <a:pt x="83" y="216"/>
                  </a:lnTo>
                  <a:lnTo>
                    <a:pt x="82" y="216"/>
                  </a:lnTo>
                  <a:lnTo>
                    <a:pt x="79" y="216"/>
                  </a:lnTo>
                  <a:lnTo>
                    <a:pt x="78" y="215"/>
                  </a:lnTo>
                  <a:lnTo>
                    <a:pt x="75" y="215"/>
                  </a:lnTo>
                  <a:lnTo>
                    <a:pt x="74" y="216"/>
                  </a:lnTo>
                  <a:lnTo>
                    <a:pt x="73" y="215"/>
                  </a:lnTo>
                  <a:lnTo>
                    <a:pt x="72" y="214"/>
                  </a:lnTo>
                  <a:lnTo>
                    <a:pt x="72" y="212"/>
                  </a:lnTo>
                  <a:lnTo>
                    <a:pt x="70" y="211"/>
                  </a:lnTo>
                  <a:lnTo>
                    <a:pt x="69" y="210"/>
                  </a:lnTo>
                  <a:lnTo>
                    <a:pt x="69" y="210"/>
                  </a:lnTo>
                  <a:lnTo>
                    <a:pt x="66" y="211"/>
                  </a:lnTo>
                  <a:lnTo>
                    <a:pt x="65" y="211"/>
                  </a:lnTo>
                  <a:lnTo>
                    <a:pt x="65" y="208"/>
                  </a:lnTo>
                  <a:lnTo>
                    <a:pt x="65" y="206"/>
                  </a:lnTo>
                  <a:lnTo>
                    <a:pt x="62" y="202"/>
                  </a:lnTo>
                  <a:lnTo>
                    <a:pt x="61" y="200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58" y="197"/>
                  </a:lnTo>
                  <a:lnTo>
                    <a:pt x="57" y="195"/>
                  </a:lnTo>
                  <a:lnTo>
                    <a:pt x="56" y="194"/>
                  </a:lnTo>
                  <a:lnTo>
                    <a:pt x="53" y="194"/>
                  </a:lnTo>
                  <a:lnTo>
                    <a:pt x="52" y="193"/>
                  </a:lnTo>
                  <a:lnTo>
                    <a:pt x="52" y="191"/>
                  </a:lnTo>
                  <a:lnTo>
                    <a:pt x="53" y="190"/>
                  </a:lnTo>
                  <a:lnTo>
                    <a:pt x="54" y="190"/>
                  </a:lnTo>
                  <a:lnTo>
                    <a:pt x="57" y="190"/>
                  </a:lnTo>
                  <a:lnTo>
                    <a:pt x="58" y="190"/>
                  </a:lnTo>
                  <a:lnTo>
                    <a:pt x="60" y="190"/>
                  </a:lnTo>
                  <a:lnTo>
                    <a:pt x="61" y="191"/>
                  </a:lnTo>
                  <a:lnTo>
                    <a:pt x="62" y="190"/>
                  </a:lnTo>
                  <a:lnTo>
                    <a:pt x="64" y="189"/>
                  </a:lnTo>
                  <a:lnTo>
                    <a:pt x="65" y="190"/>
                  </a:lnTo>
                  <a:lnTo>
                    <a:pt x="66" y="190"/>
                  </a:lnTo>
                  <a:lnTo>
                    <a:pt x="65" y="189"/>
                  </a:lnTo>
                  <a:lnTo>
                    <a:pt x="64" y="189"/>
                  </a:lnTo>
                  <a:lnTo>
                    <a:pt x="62" y="189"/>
                  </a:lnTo>
                  <a:lnTo>
                    <a:pt x="62" y="186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1" y="182"/>
                  </a:lnTo>
                  <a:lnTo>
                    <a:pt x="61" y="179"/>
                  </a:lnTo>
                  <a:lnTo>
                    <a:pt x="61" y="178"/>
                  </a:lnTo>
                  <a:lnTo>
                    <a:pt x="62" y="177"/>
                  </a:lnTo>
                  <a:lnTo>
                    <a:pt x="65" y="177"/>
                  </a:lnTo>
                  <a:lnTo>
                    <a:pt x="66" y="175"/>
                  </a:lnTo>
                  <a:lnTo>
                    <a:pt x="69" y="177"/>
                  </a:lnTo>
                  <a:lnTo>
                    <a:pt x="70" y="175"/>
                  </a:lnTo>
                  <a:lnTo>
                    <a:pt x="73" y="175"/>
                  </a:lnTo>
                  <a:lnTo>
                    <a:pt x="74" y="177"/>
                  </a:lnTo>
                  <a:lnTo>
                    <a:pt x="74" y="175"/>
                  </a:lnTo>
                  <a:lnTo>
                    <a:pt x="77" y="175"/>
                  </a:lnTo>
                  <a:lnTo>
                    <a:pt x="78" y="178"/>
                  </a:lnTo>
                  <a:lnTo>
                    <a:pt x="81" y="178"/>
                  </a:lnTo>
                  <a:lnTo>
                    <a:pt x="82" y="177"/>
                  </a:lnTo>
                  <a:lnTo>
                    <a:pt x="83" y="175"/>
                  </a:lnTo>
                  <a:lnTo>
                    <a:pt x="81" y="175"/>
                  </a:lnTo>
                  <a:lnTo>
                    <a:pt x="79" y="174"/>
                  </a:lnTo>
                  <a:lnTo>
                    <a:pt x="78" y="172"/>
                  </a:lnTo>
                  <a:lnTo>
                    <a:pt x="78" y="169"/>
                  </a:lnTo>
                  <a:lnTo>
                    <a:pt x="79" y="168"/>
                  </a:lnTo>
                  <a:lnTo>
                    <a:pt x="81" y="168"/>
                  </a:lnTo>
                  <a:lnTo>
                    <a:pt x="79" y="166"/>
                  </a:lnTo>
                  <a:lnTo>
                    <a:pt x="79" y="165"/>
                  </a:lnTo>
                  <a:lnTo>
                    <a:pt x="78" y="164"/>
                  </a:lnTo>
                  <a:lnTo>
                    <a:pt x="79" y="162"/>
                  </a:lnTo>
                  <a:lnTo>
                    <a:pt x="79" y="160"/>
                  </a:lnTo>
                  <a:lnTo>
                    <a:pt x="78" y="158"/>
                  </a:lnTo>
                  <a:lnTo>
                    <a:pt x="78" y="157"/>
                  </a:lnTo>
                  <a:lnTo>
                    <a:pt x="78" y="156"/>
                  </a:lnTo>
                  <a:lnTo>
                    <a:pt x="78" y="154"/>
                  </a:lnTo>
                  <a:lnTo>
                    <a:pt x="77" y="154"/>
                  </a:lnTo>
                  <a:lnTo>
                    <a:pt x="75" y="153"/>
                  </a:lnTo>
                  <a:lnTo>
                    <a:pt x="75" y="152"/>
                  </a:lnTo>
                  <a:lnTo>
                    <a:pt x="72" y="152"/>
                  </a:lnTo>
                  <a:lnTo>
                    <a:pt x="70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8" y="153"/>
                  </a:lnTo>
                  <a:lnTo>
                    <a:pt x="68" y="154"/>
                  </a:lnTo>
                  <a:lnTo>
                    <a:pt x="66" y="154"/>
                  </a:lnTo>
                  <a:lnTo>
                    <a:pt x="64" y="154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4"/>
                  </a:lnTo>
                  <a:lnTo>
                    <a:pt x="61" y="153"/>
                  </a:lnTo>
                  <a:lnTo>
                    <a:pt x="61" y="150"/>
                  </a:lnTo>
                  <a:lnTo>
                    <a:pt x="60" y="150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7" y="150"/>
                  </a:lnTo>
                  <a:lnTo>
                    <a:pt x="53" y="150"/>
                  </a:lnTo>
                  <a:lnTo>
                    <a:pt x="52" y="152"/>
                  </a:lnTo>
                  <a:lnTo>
                    <a:pt x="52" y="154"/>
                  </a:lnTo>
                  <a:lnTo>
                    <a:pt x="50" y="154"/>
                  </a:lnTo>
                  <a:lnTo>
                    <a:pt x="50" y="153"/>
                  </a:lnTo>
                  <a:lnTo>
                    <a:pt x="49" y="153"/>
                  </a:lnTo>
                  <a:lnTo>
                    <a:pt x="48" y="156"/>
                  </a:lnTo>
                  <a:lnTo>
                    <a:pt x="47" y="156"/>
                  </a:lnTo>
                  <a:lnTo>
                    <a:pt x="45" y="157"/>
                  </a:lnTo>
                  <a:lnTo>
                    <a:pt x="44" y="158"/>
                  </a:lnTo>
                  <a:lnTo>
                    <a:pt x="43" y="158"/>
                  </a:lnTo>
                  <a:lnTo>
                    <a:pt x="41" y="160"/>
                  </a:lnTo>
                  <a:lnTo>
                    <a:pt x="41" y="161"/>
                  </a:lnTo>
                  <a:lnTo>
                    <a:pt x="40" y="160"/>
                  </a:lnTo>
                  <a:lnTo>
                    <a:pt x="39" y="160"/>
                  </a:lnTo>
                  <a:lnTo>
                    <a:pt x="39" y="161"/>
                  </a:lnTo>
                  <a:lnTo>
                    <a:pt x="36" y="161"/>
                  </a:lnTo>
                  <a:lnTo>
                    <a:pt x="36" y="160"/>
                  </a:lnTo>
                  <a:lnTo>
                    <a:pt x="35" y="160"/>
                  </a:lnTo>
                  <a:lnTo>
                    <a:pt x="32" y="157"/>
                  </a:lnTo>
                  <a:lnTo>
                    <a:pt x="29" y="158"/>
                  </a:lnTo>
                  <a:lnTo>
                    <a:pt x="24" y="156"/>
                  </a:lnTo>
                  <a:lnTo>
                    <a:pt x="25" y="154"/>
                  </a:lnTo>
                  <a:lnTo>
                    <a:pt x="29" y="154"/>
                  </a:lnTo>
                  <a:lnTo>
                    <a:pt x="24" y="145"/>
                  </a:lnTo>
                  <a:lnTo>
                    <a:pt x="19" y="141"/>
                  </a:lnTo>
                  <a:lnTo>
                    <a:pt x="12" y="139"/>
                  </a:lnTo>
                  <a:lnTo>
                    <a:pt x="11" y="140"/>
                  </a:lnTo>
                  <a:lnTo>
                    <a:pt x="7" y="137"/>
                  </a:lnTo>
                  <a:lnTo>
                    <a:pt x="7" y="135"/>
                  </a:lnTo>
                  <a:lnTo>
                    <a:pt x="6" y="132"/>
                  </a:lnTo>
                  <a:lnTo>
                    <a:pt x="0" y="131"/>
                  </a:lnTo>
                  <a:lnTo>
                    <a:pt x="3" y="125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2" y="111"/>
                  </a:lnTo>
                  <a:lnTo>
                    <a:pt x="3" y="110"/>
                  </a:lnTo>
                  <a:lnTo>
                    <a:pt x="7" y="106"/>
                  </a:lnTo>
                  <a:lnTo>
                    <a:pt x="7" y="103"/>
                  </a:lnTo>
                  <a:lnTo>
                    <a:pt x="8" y="100"/>
                  </a:lnTo>
                  <a:lnTo>
                    <a:pt x="15" y="107"/>
                  </a:lnTo>
                  <a:lnTo>
                    <a:pt x="15" y="108"/>
                  </a:lnTo>
                  <a:lnTo>
                    <a:pt x="19" y="111"/>
                  </a:lnTo>
                  <a:lnTo>
                    <a:pt x="23" y="111"/>
                  </a:lnTo>
                  <a:lnTo>
                    <a:pt x="23" y="107"/>
                  </a:lnTo>
                  <a:lnTo>
                    <a:pt x="24" y="106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8" y="97"/>
                  </a:lnTo>
                  <a:lnTo>
                    <a:pt x="28" y="93"/>
                  </a:lnTo>
                  <a:lnTo>
                    <a:pt x="27" y="91"/>
                  </a:lnTo>
                  <a:lnTo>
                    <a:pt x="28" y="89"/>
                  </a:lnTo>
                  <a:lnTo>
                    <a:pt x="31" y="86"/>
                  </a:lnTo>
                  <a:lnTo>
                    <a:pt x="32" y="86"/>
                  </a:lnTo>
                  <a:lnTo>
                    <a:pt x="33" y="83"/>
                  </a:lnTo>
                  <a:lnTo>
                    <a:pt x="36" y="82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7" y="78"/>
                  </a:lnTo>
                  <a:lnTo>
                    <a:pt x="39" y="77"/>
                  </a:lnTo>
                  <a:lnTo>
                    <a:pt x="41" y="78"/>
                  </a:lnTo>
                  <a:lnTo>
                    <a:pt x="45" y="79"/>
                  </a:lnTo>
                  <a:lnTo>
                    <a:pt x="44" y="81"/>
                  </a:lnTo>
                  <a:lnTo>
                    <a:pt x="43" y="83"/>
                  </a:lnTo>
                  <a:lnTo>
                    <a:pt x="44" y="85"/>
                  </a:lnTo>
                  <a:lnTo>
                    <a:pt x="47" y="83"/>
                  </a:lnTo>
                  <a:lnTo>
                    <a:pt x="47" y="81"/>
                  </a:lnTo>
                  <a:lnTo>
                    <a:pt x="48" y="81"/>
                  </a:lnTo>
                  <a:lnTo>
                    <a:pt x="48" y="82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4" y="77"/>
                  </a:lnTo>
                  <a:lnTo>
                    <a:pt x="57" y="77"/>
                  </a:lnTo>
                  <a:lnTo>
                    <a:pt x="58" y="81"/>
                  </a:lnTo>
                  <a:lnTo>
                    <a:pt x="61" y="82"/>
                  </a:lnTo>
                  <a:lnTo>
                    <a:pt x="65" y="81"/>
                  </a:lnTo>
                  <a:lnTo>
                    <a:pt x="68" y="81"/>
                  </a:lnTo>
                  <a:lnTo>
                    <a:pt x="69" y="82"/>
                  </a:lnTo>
                  <a:lnTo>
                    <a:pt x="70" y="82"/>
                  </a:lnTo>
                  <a:lnTo>
                    <a:pt x="73" y="86"/>
                  </a:lnTo>
                  <a:lnTo>
                    <a:pt x="75" y="86"/>
                  </a:lnTo>
                  <a:lnTo>
                    <a:pt x="77" y="89"/>
                  </a:lnTo>
                  <a:lnTo>
                    <a:pt x="79" y="91"/>
                  </a:lnTo>
                  <a:lnTo>
                    <a:pt x="82" y="91"/>
                  </a:lnTo>
                  <a:lnTo>
                    <a:pt x="83" y="93"/>
                  </a:lnTo>
                  <a:lnTo>
                    <a:pt x="83" y="95"/>
                  </a:lnTo>
                  <a:lnTo>
                    <a:pt x="85" y="95"/>
                  </a:lnTo>
                  <a:lnTo>
                    <a:pt x="86" y="94"/>
                  </a:lnTo>
                  <a:lnTo>
                    <a:pt x="86" y="90"/>
                  </a:lnTo>
                  <a:lnTo>
                    <a:pt x="89" y="89"/>
                  </a:lnTo>
                  <a:lnTo>
                    <a:pt x="90" y="91"/>
                  </a:lnTo>
                  <a:lnTo>
                    <a:pt x="94" y="91"/>
                  </a:lnTo>
                  <a:lnTo>
                    <a:pt x="95" y="94"/>
                  </a:lnTo>
                  <a:lnTo>
                    <a:pt x="98" y="95"/>
                  </a:lnTo>
                  <a:lnTo>
                    <a:pt x="101" y="93"/>
                  </a:lnTo>
                  <a:lnTo>
                    <a:pt x="101" y="89"/>
                  </a:lnTo>
                  <a:lnTo>
                    <a:pt x="103" y="87"/>
                  </a:lnTo>
                  <a:lnTo>
                    <a:pt x="103" y="86"/>
                  </a:lnTo>
                  <a:lnTo>
                    <a:pt x="104" y="85"/>
                  </a:lnTo>
                  <a:lnTo>
                    <a:pt x="107" y="87"/>
                  </a:lnTo>
                  <a:lnTo>
                    <a:pt x="107" y="85"/>
                  </a:lnTo>
                  <a:lnTo>
                    <a:pt x="110" y="85"/>
                  </a:lnTo>
                  <a:lnTo>
                    <a:pt x="114" y="87"/>
                  </a:lnTo>
                  <a:lnTo>
                    <a:pt x="114" y="89"/>
                  </a:lnTo>
                  <a:lnTo>
                    <a:pt x="118" y="89"/>
                  </a:lnTo>
                  <a:lnTo>
                    <a:pt x="118" y="86"/>
                  </a:lnTo>
                  <a:lnTo>
                    <a:pt x="119" y="85"/>
                  </a:lnTo>
                  <a:lnTo>
                    <a:pt x="122" y="86"/>
                  </a:lnTo>
                  <a:lnTo>
                    <a:pt x="123" y="83"/>
                  </a:lnTo>
                  <a:lnTo>
                    <a:pt x="126" y="85"/>
                  </a:lnTo>
                  <a:lnTo>
                    <a:pt x="128" y="86"/>
                  </a:lnTo>
                  <a:lnTo>
                    <a:pt x="127" y="87"/>
                  </a:lnTo>
                  <a:lnTo>
                    <a:pt x="126" y="89"/>
                  </a:lnTo>
                  <a:lnTo>
                    <a:pt x="127" y="91"/>
                  </a:lnTo>
                  <a:lnTo>
                    <a:pt x="129" y="93"/>
                  </a:lnTo>
                  <a:lnTo>
                    <a:pt x="131" y="91"/>
                  </a:lnTo>
                  <a:lnTo>
                    <a:pt x="132" y="93"/>
                  </a:lnTo>
                  <a:lnTo>
                    <a:pt x="136" y="93"/>
                  </a:lnTo>
                  <a:lnTo>
                    <a:pt x="140" y="94"/>
                  </a:lnTo>
                  <a:lnTo>
                    <a:pt x="143" y="94"/>
                  </a:lnTo>
                  <a:lnTo>
                    <a:pt x="144" y="91"/>
                  </a:lnTo>
                  <a:lnTo>
                    <a:pt x="144" y="89"/>
                  </a:lnTo>
                  <a:lnTo>
                    <a:pt x="145" y="89"/>
                  </a:lnTo>
                  <a:lnTo>
                    <a:pt x="149" y="90"/>
                  </a:lnTo>
                  <a:lnTo>
                    <a:pt x="152" y="91"/>
                  </a:lnTo>
                  <a:lnTo>
                    <a:pt x="156" y="90"/>
                  </a:lnTo>
                  <a:lnTo>
                    <a:pt x="157" y="87"/>
                  </a:lnTo>
                  <a:lnTo>
                    <a:pt x="157" y="78"/>
                  </a:lnTo>
                  <a:lnTo>
                    <a:pt x="156" y="77"/>
                  </a:lnTo>
                  <a:lnTo>
                    <a:pt x="152" y="77"/>
                  </a:lnTo>
                  <a:lnTo>
                    <a:pt x="149" y="75"/>
                  </a:lnTo>
                  <a:lnTo>
                    <a:pt x="149" y="74"/>
                  </a:lnTo>
                  <a:lnTo>
                    <a:pt x="147" y="73"/>
                  </a:lnTo>
                  <a:lnTo>
                    <a:pt x="145" y="72"/>
                  </a:lnTo>
                  <a:lnTo>
                    <a:pt x="143" y="72"/>
                  </a:lnTo>
                  <a:lnTo>
                    <a:pt x="143" y="70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44" y="68"/>
                  </a:lnTo>
                  <a:lnTo>
                    <a:pt x="144" y="65"/>
                  </a:lnTo>
                  <a:lnTo>
                    <a:pt x="147" y="62"/>
                  </a:lnTo>
                  <a:lnTo>
                    <a:pt x="145" y="60"/>
                  </a:lnTo>
                  <a:lnTo>
                    <a:pt x="144" y="60"/>
                  </a:lnTo>
                  <a:lnTo>
                    <a:pt x="144" y="57"/>
                  </a:lnTo>
                  <a:lnTo>
                    <a:pt x="147" y="53"/>
                  </a:lnTo>
                  <a:lnTo>
                    <a:pt x="149" y="50"/>
                  </a:lnTo>
                  <a:lnTo>
                    <a:pt x="153" y="50"/>
                  </a:lnTo>
                  <a:lnTo>
                    <a:pt x="156" y="52"/>
                  </a:lnTo>
                  <a:lnTo>
                    <a:pt x="157" y="50"/>
                  </a:lnTo>
                  <a:lnTo>
                    <a:pt x="157" y="48"/>
                  </a:lnTo>
                  <a:lnTo>
                    <a:pt x="154" y="48"/>
                  </a:lnTo>
                  <a:lnTo>
                    <a:pt x="153" y="45"/>
                  </a:lnTo>
                  <a:lnTo>
                    <a:pt x="151" y="45"/>
                  </a:lnTo>
                  <a:lnTo>
                    <a:pt x="149" y="47"/>
                  </a:lnTo>
                  <a:lnTo>
                    <a:pt x="147" y="45"/>
                  </a:lnTo>
                  <a:lnTo>
                    <a:pt x="144" y="45"/>
                  </a:lnTo>
                  <a:lnTo>
                    <a:pt x="144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47" y="40"/>
                  </a:lnTo>
                  <a:lnTo>
                    <a:pt x="144" y="41"/>
                  </a:lnTo>
                  <a:lnTo>
                    <a:pt x="143" y="40"/>
                  </a:lnTo>
                  <a:lnTo>
                    <a:pt x="143" y="39"/>
                  </a:lnTo>
                  <a:lnTo>
                    <a:pt x="141" y="36"/>
                  </a:lnTo>
                  <a:lnTo>
                    <a:pt x="143" y="36"/>
                  </a:lnTo>
                  <a:lnTo>
                    <a:pt x="145" y="35"/>
                  </a:lnTo>
                  <a:lnTo>
                    <a:pt x="147" y="33"/>
                  </a:lnTo>
                  <a:lnTo>
                    <a:pt x="148" y="33"/>
                  </a:lnTo>
                  <a:lnTo>
                    <a:pt x="149" y="35"/>
                  </a:lnTo>
                  <a:lnTo>
                    <a:pt x="152" y="35"/>
                  </a:lnTo>
                  <a:lnTo>
                    <a:pt x="154" y="36"/>
                  </a:lnTo>
                  <a:lnTo>
                    <a:pt x="154" y="35"/>
                  </a:lnTo>
                  <a:lnTo>
                    <a:pt x="154" y="33"/>
                  </a:lnTo>
                  <a:lnTo>
                    <a:pt x="157" y="32"/>
                  </a:lnTo>
                  <a:lnTo>
                    <a:pt x="158" y="32"/>
                  </a:lnTo>
                  <a:lnTo>
                    <a:pt x="160" y="35"/>
                  </a:lnTo>
                  <a:lnTo>
                    <a:pt x="161" y="33"/>
                  </a:lnTo>
                  <a:lnTo>
                    <a:pt x="162" y="31"/>
                  </a:lnTo>
                  <a:lnTo>
                    <a:pt x="166" y="29"/>
                  </a:lnTo>
                  <a:lnTo>
                    <a:pt x="169" y="29"/>
                  </a:lnTo>
                  <a:lnTo>
                    <a:pt x="172" y="28"/>
                  </a:lnTo>
                  <a:lnTo>
                    <a:pt x="174" y="28"/>
                  </a:lnTo>
                  <a:lnTo>
                    <a:pt x="176" y="27"/>
                  </a:lnTo>
                  <a:lnTo>
                    <a:pt x="178" y="25"/>
                  </a:lnTo>
                  <a:lnTo>
                    <a:pt x="181" y="25"/>
                  </a:lnTo>
                  <a:lnTo>
                    <a:pt x="183" y="24"/>
                  </a:lnTo>
                  <a:lnTo>
                    <a:pt x="185" y="24"/>
                  </a:lnTo>
                  <a:lnTo>
                    <a:pt x="186" y="24"/>
                  </a:lnTo>
                  <a:lnTo>
                    <a:pt x="187" y="23"/>
                  </a:lnTo>
                  <a:lnTo>
                    <a:pt x="187" y="22"/>
                  </a:lnTo>
                  <a:lnTo>
                    <a:pt x="189" y="20"/>
                  </a:lnTo>
                  <a:lnTo>
                    <a:pt x="191" y="20"/>
                  </a:lnTo>
                  <a:lnTo>
                    <a:pt x="191" y="18"/>
                  </a:lnTo>
                  <a:lnTo>
                    <a:pt x="193" y="18"/>
                  </a:lnTo>
                  <a:lnTo>
                    <a:pt x="194" y="18"/>
                  </a:lnTo>
                  <a:lnTo>
                    <a:pt x="197" y="19"/>
                  </a:lnTo>
                  <a:lnTo>
                    <a:pt x="198" y="18"/>
                  </a:lnTo>
                  <a:lnTo>
                    <a:pt x="201" y="16"/>
                  </a:lnTo>
                  <a:lnTo>
                    <a:pt x="206" y="12"/>
                  </a:lnTo>
                  <a:lnTo>
                    <a:pt x="207" y="12"/>
                  </a:lnTo>
                  <a:lnTo>
                    <a:pt x="208" y="12"/>
                  </a:lnTo>
                  <a:lnTo>
                    <a:pt x="211" y="11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8" y="10"/>
                  </a:lnTo>
                  <a:lnTo>
                    <a:pt x="218" y="7"/>
                  </a:lnTo>
                  <a:lnTo>
                    <a:pt x="216" y="6"/>
                  </a:lnTo>
                  <a:lnTo>
                    <a:pt x="218" y="6"/>
                  </a:lnTo>
                  <a:lnTo>
                    <a:pt x="220" y="4"/>
                  </a:lnTo>
                  <a:lnTo>
                    <a:pt x="222" y="3"/>
                  </a:lnTo>
                  <a:lnTo>
                    <a:pt x="223" y="2"/>
                  </a:lnTo>
                  <a:lnTo>
                    <a:pt x="226" y="2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8" name="Freeform 349"/>
            <p:cNvSpPr>
              <a:spLocks/>
            </p:cNvSpPr>
            <p:nvPr/>
          </p:nvSpPr>
          <p:spPr bwMode="auto">
            <a:xfrm>
              <a:off x="7346280" y="2845518"/>
              <a:ext cx="484710" cy="301992"/>
            </a:xfrm>
            <a:custGeom>
              <a:avLst/>
              <a:gdLst>
                <a:gd name="T0" fmla="*/ 50 w 191"/>
                <a:gd name="T1" fmla="*/ 13 h 119"/>
                <a:gd name="T2" fmla="*/ 67 w 191"/>
                <a:gd name="T3" fmla="*/ 21 h 119"/>
                <a:gd name="T4" fmla="*/ 104 w 191"/>
                <a:gd name="T5" fmla="*/ 20 h 119"/>
                <a:gd name="T6" fmla="*/ 114 w 191"/>
                <a:gd name="T7" fmla="*/ 32 h 119"/>
                <a:gd name="T8" fmla="*/ 118 w 191"/>
                <a:gd name="T9" fmla="*/ 48 h 119"/>
                <a:gd name="T10" fmla="*/ 131 w 191"/>
                <a:gd name="T11" fmla="*/ 62 h 119"/>
                <a:gd name="T12" fmla="*/ 139 w 191"/>
                <a:gd name="T13" fmla="*/ 59 h 119"/>
                <a:gd name="T14" fmla="*/ 146 w 191"/>
                <a:gd name="T15" fmla="*/ 59 h 119"/>
                <a:gd name="T16" fmla="*/ 153 w 191"/>
                <a:gd name="T17" fmla="*/ 62 h 119"/>
                <a:gd name="T18" fmla="*/ 160 w 191"/>
                <a:gd name="T19" fmla="*/ 54 h 119"/>
                <a:gd name="T20" fmla="*/ 164 w 191"/>
                <a:gd name="T21" fmla="*/ 49 h 119"/>
                <a:gd name="T22" fmla="*/ 170 w 191"/>
                <a:gd name="T23" fmla="*/ 42 h 119"/>
                <a:gd name="T24" fmla="*/ 174 w 191"/>
                <a:gd name="T25" fmla="*/ 40 h 119"/>
                <a:gd name="T26" fmla="*/ 170 w 191"/>
                <a:gd name="T27" fmla="*/ 48 h 119"/>
                <a:gd name="T28" fmla="*/ 171 w 191"/>
                <a:gd name="T29" fmla="*/ 53 h 119"/>
                <a:gd name="T30" fmla="*/ 178 w 191"/>
                <a:gd name="T31" fmla="*/ 55 h 119"/>
                <a:gd name="T32" fmla="*/ 183 w 191"/>
                <a:gd name="T33" fmla="*/ 54 h 119"/>
                <a:gd name="T34" fmla="*/ 185 w 191"/>
                <a:gd name="T35" fmla="*/ 51 h 119"/>
                <a:gd name="T36" fmla="*/ 191 w 191"/>
                <a:gd name="T37" fmla="*/ 58 h 119"/>
                <a:gd name="T38" fmla="*/ 183 w 191"/>
                <a:gd name="T39" fmla="*/ 62 h 119"/>
                <a:gd name="T40" fmla="*/ 177 w 191"/>
                <a:gd name="T41" fmla="*/ 61 h 119"/>
                <a:gd name="T42" fmla="*/ 170 w 191"/>
                <a:gd name="T43" fmla="*/ 62 h 119"/>
                <a:gd name="T44" fmla="*/ 165 w 191"/>
                <a:gd name="T45" fmla="*/ 65 h 119"/>
                <a:gd name="T46" fmla="*/ 162 w 191"/>
                <a:gd name="T47" fmla="*/ 69 h 119"/>
                <a:gd name="T48" fmla="*/ 165 w 191"/>
                <a:gd name="T49" fmla="*/ 73 h 119"/>
                <a:gd name="T50" fmla="*/ 156 w 191"/>
                <a:gd name="T51" fmla="*/ 75 h 119"/>
                <a:gd name="T52" fmla="*/ 158 w 191"/>
                <a:gd name="T53" fmla="*/ 78 h 119"/>
                <a:gd name="T54" fmla="*/ 153 w 191"/>
                <a:gd name="T55" fmla="*/ 83 h 119"/>
                <a:gd name="T56" fmla="*/ 145 w 191"/>
                <a:gd name="T57" fmla="*/ 82 h 119"/>
                <a:gd name="T58" fmla="*/ 144 w 191"/>
                <a:gd name="T59" fmla="*/ 88 h 119"/>
                <a:gd name="T60" fmla="*/ 149 w 191"/>
                <a:gd name="T61" fmla="*/ 91 h 119"/>
                <a:gd name="T62" fmla="*/ 153 w 191"/>
                <a:gd name="T63" fmla="*/ 94 h 119"/>
                <a:gd name="T64" fmla="*/ 153 w 191"/>
                <a:gd name="T65" fmla="*/ 99 h 119"/>
                <a:gd name="T66" fmla="*/ 156 w 191"/>
                <a:gd name="T67" fmla="*/ 104 h 119"/>
                <a:gd name="T68" fmla="*/ 152 w 191"/>
                <a:gd name="T69" fmla="*/ 111 h 119"/>
                <a:gd name="T70" fmla="*/ 150 w 191"/>
                <a:gd name="T71" fmla="*/ 117 h 119"/>
                <a:gd name="T72" fmla="*/ 146 w 191"/>
                <a:gd name="T73" fmla="*/ 119 h 119"/>
                <a:gd name="T74" fmla="*/ 143 w 191"/>
                <a:gd name="T75" fmla="*/ 116 h 119"/>
                <a:gd name="T76" fmla="*/ 137 w 191"/>
                <a:gd name="T77" fmla="*/ 116 h 119"/>
                <a:gd name="T78" fmla="*/ 136 w 191"/>
                <a:gd name="T79" fmla="*/ 108 h 119"/>
                <a:gd name="T80" fmla="*/ 131 w 191"/>
                <a:gd name="T81" fmla="*/ 105 h 119"/>
                <a:gd name="T82" fmla="*/ 123 w 191"/>
                <a:gd name="T83" fmla="*/ 103 h 119"/>
                <a:gd name="T84" fmla="*/ 106 w 191"/>
                <a:gd name="T85" fmla="*/ 94 h 119"/>
                <a:gd name="T86" fmla="*/ 90 w 191"/>
                <a:gd name="T87" fmla="*/ 82 h 119"/>
                <a:gd name="T88" fmla="*/ 83 w 191"/>
                <a:gd name="T89" fmla="*/ 75 h 119"/>
                <a:gd name="T90" fmla="*/ 79 w 191"/>
                <a:gd name="T91" fmla="*/ 71 h 119"/>
                <a:gd name="T92" fmla="*/ 73 w 191"/>
                <a:gd name="T93" fmla="*/ 61 h 119"/>
                <a:gd name="T94" fmla="*/ 69 w 191"/>
                <a:gd name="T95" fmla="*/ 61 h 119"/>
                <a:gd name="T96" fmla="*/ 53 w 191"/>
                <a:gd name="T97" fmla="*/ 53 h 119"/>
                <a:gd name="T98" fmla="*/ 45 w 191"/>
                <a:gd name="T99" fmla="*/ 46 h 119"/>
                <a:gd name="T100" fmla="*/ 31 w 191"/>
                <a:gd name="T101" fmla="*/ 41 h 119"/>
                <a:gd name="T102" fmla="*/ 32 w 191"/>
                <a:gd name="T103" fmla="*/ 45 h 119"/>
                <a:gd name="T104" fmla="*/ 27 w 191"/>
                <a:gd name="T105" fmla="*/ 45 h 119"/>
                <a:gd name="T106" fmla="*/ 21 w 191"/>
                <a:gd name="T107" fmla="*/ 49 h 119"/>
                <a:gd name="T108" fmla="*/ 19 w 191"/>
                <a:gd name="T109" fmla="*/ 58 h 119"/>
                <a:gd name="T110" fmla="*/ 20 w 191"/>
                <a:gd name="T111" fmla="*/ 62 h 119"/>
                <a:gd name="T112" fmla="*/ 10 w 191"/>
                <a:gd name="T113" fmla="*/ 62 h 119"/>
                <a:gd name="T114" fmla="*/ 31 w 191"/>
                <a:gd name="T11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1" h="119">
                  <a:moveTo>
                    <a:pt x="31" y="0"/>
                  </a:moveTo>
                  <a:lnTo>
                    <a:pt x="50" y="13"/>
                  </a:lnTo>
                  <a:lnTo>
                    <a:pt x="57" y="16"/>
                  </a:lnTo>
                  <a:lnTo>
                    <a:pt x="67" y="21"/>
                  </a:lnTo>
                  <a:lnTo>
                    <a:pt x="85" y="20"/>
                  </a:lnTo>
                  <a:lnTo>
                    <a:pt x="104" y="20"/>
                  </a:lnTo>
                  <a:lnTo>
                    <a:pt x="111" y="24"/>
                  </a:lnTo>
                  <a:lnTo>
                    <a:pt x="114" y="32"/>
                  </a:lnTo>
                  <a:lnTo>
                    <a:pt x="118" y="30"/>
                  </a:lnTo>
                  <a:lnTo>
                    <a:pt x="118" y="48"/>
                  </a:lnTo>
                  <a:lnTo>
                    <a:pt x="127" y="48"/>
                  </a:lnTo>
                  <a:lnTo>
                    <a:pt x="131" y="62"/>
                  </a:lnTo>
                  <a:lnTo>
                    <a:pt x="133" y="62"/>
                  </a:lnTo>
                  <a:lnTo>
                    <a:pt x="139" y="59"/>
                  </a:lnTo>
                  <a:lnTo>
                    <a:pt x="143" y="58"/>
                  </a:lnTo>
                  <a:lnTo>
                    <a:pt x="146" y="59"/>
                  </a:lnTo>
                  <a:lnTo>
                    <a:pt x="152" y="62"/>
                  </a:lnTo>
                  <a:lnTo>
                    <a:pt x="153" y="62"/>
                  </a:lnTo>
                  <a:lnTo>
                    <a:pt x="158" y="58"/>
                  </a:lnTo>
                  <a:lnTo>
                    <a:pt x="160" y="54"/>
                  </a:lnTo>
                  <a:lnTo>
                    <a:pt x="162" y="51"/>
                  </a:lnTo>
                  <a:lnTo>
                    <a:pt x="164" y="49"/>
                  </a:lnTo>
                  <a:lnTo>
                    <a:pt x="168" y="44"/>
                  </a:lnTo>
                  <a:lnTo>
                    <a:pt x="170" y="42"/>
                  </a:lnTo>
                  <a:lnTo>
                    <a:pt x="173" y="40"/>
                  </a:lnTo>
                  <a:lnTo>
                    <a:pt x="174" y="40"/>
                  </a:lnTo>
                  <a:lnTo>
                    <a:pt x="174" y="42"/>
                  </a:lnTo>
                  <a:lnTo>
                    <a:pt x="170" y="48"/>
                  </a:lnTo>
                  <a:lnTo>
                    <a:pt x="169" y="51"/>
                  </a:lnTo>
                  <a:lnTo>
                    <a:pt x="171" y="53"/>
                  </a:lnTo>
                  <a:lnTo>
                    <a:pt x="177" y="54"/>
                  </a:lnTo>
                  <a:lnTo>
                    <a:pt x="178" y="55"/>
                  </a:lnTo>
                  <a:lnTo>
                    <a:pt x="181" y="57"/>
                  </a:lnTo>
                  <a:lnTo>
                    <a:pt x="183" y="54"/>
                  </a:lnTo>
                  <a:lnTo>
                    <a:pt x="183" y="51"/>
                  </a:lnTo>
                  <a:lnTo>
                    <a:pt x="185" y="51"/>
                  </a:lnTo>
                  <a:lnTo>
                    <a:pt x="190" y="55"/>
                  </a:lnTo>
                  <a:lnTo>
                    <a:pt x="191" y="58"/>
                  </a:lnTo>
                  <a:lnTo>
                    <a:pt x="187" y="62"/>
                  </a:lnTo>
                  <a:lnTo>
                    <a:pt x="183" y="62"/>
                  </a:lnTo>
                  <a:lnTo>
                    <a:pt x="178" y="63"/>
                  </a:lnTo>
                  <a:lnTo>
                    <a:pt x="177" y="61"/>
                  </a:lnTo>
                  <a:lnTo>
                    <a:pt x="174" y="58"/>
                  </a:lnTo>
                  <a:lnTo>
                    <a:pt x="170" y="62"/>
                  </a:lnTo>
                  <a:lnTo>
                    <a:pt x="168" y="62"/>
                  </a:lnTo>
                  <a:lnTo>
                    <a:pt x="165" y="65"/>
                  </a:lnTo>
                  <a:lnTo>
                    <a:pt x="162" y="66"/>
                  </a:lnTo>
                  <a:lnTo>
                    <a:pt x="162" y="69"/>
                  </a:lnTo>
                  <a:lnTo>
                    <a:pt x="165" y="70"/>
                  </a:lnTo>
                  <a:lnTo>
                    <a:pt x="165" y="73"/>
                  </a:lnTo>
                  <a:lnTo>
                    <a:pt x="161" y="74"/>
                  </a:lnTo>
                  <a:lnTo>
                    <a:pt x="156" y="75"/>
                  </a:lnTo>
                  <a:lnTo>
                    <a:pt x="157" y="76"/>
                  </a:lnTo>
                  <a:lnTo>
                    <a:pt x="158" y="78"/>
                  </a:lnTo>
                  <a:lnTo>
                    <a:pt x="153" y="79"/>
                  </a:lnTo>
                  <a:lnTo>
                    <a:pt x="153" y="83"/>
                  </a:lnTo>
                  <a:lnTo>
                    <a:pt x="150" y="83"/>
                  </a:lnTo>
                  <a:lnTo>
                    <a:pt x="145" y="82"/>
                  </a:lnTo>
                  <a:lnTo>
                    <a:pt x="144" y="84"/>
                  </a:lnTo>
                  <a:lnTo>
                    <a:pt x="144" y="88"/>
                  </a:lnTo>
                  <a:lnTo>
                    <a:pt x="146" y="92"/>
                  </a:lnTo>
                  <a:lnTo>
                    <a:pt x="149" y="91"/>
                  </a:lnTo>
                  <a:lnTo>
                    <a:pt x="152" y="91"/>
                  </a:lnTo>
                  <a:lnTo>
                    <a:pt x="153" y="94"/>
                  </a:lnTo>
                  <a:lnTo>
                    <a:pt x="152" y="96"/>
                  </a:lnTo>
                  <a:lnTo>
                    <a:pt x="153" y="99"/>
                  </a:lnTo>
                  <a:lnTo>
                    <a:pt x="154" y="100"/>
                  </a:lnTo>
                  <a:lnTo>
                    <a:pt x="156" y="104"/>
                  </a:lnTo>
                  <a:lnTo>
                    <a:pt x="154" y="105"/>
                  </a:lnTo>
                  <a:lnTo>
                    <a:pt x="152" y="111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48" y="117"/>
                  </a:lnTo>
                  <a:lnTo>
                    <a:pt x="146" y="119"/>
                  </a:lnTo>
                  <a:lnTo>
                    <a:pt x="144" y="119"/>
                  </a:lnTo>
                  <a:lnTo>
                    <a:pt x="143" y="116"/>
                  </a:lnTo>
                  <a:lnTo>
                    <a:pt x="140" y="115"/>
                  </a:lnTo>
                  <a:lnTo>
                    <a:pt x="137" y="116"/>
                  </a:lnTo>
                  <a:lnTo>
                    <a:pt x="136" y="111"/>
                  </a:lnTo>
                  <a:lnTo>
                    <a:pt x="136" y="108"/>
                  </a:lnTo>
                  <a:lnTo>
                    <a:pt x="132" y="104"/>
                  </a:lnTo>
                  <a:lnTo>
                    <a:pt x="131" y="105"/>
                  </a:lnTo>
                  <a:lnTo>
                    <a:pt x="128" y="103"/>
                  </a:lnTo>
                  <a:lnTo>
                    <a:pt x="123" y="103"/>
                  </a:lnTo>
                  <a:lnTo>
                    <a:pt x="115" y="98"/>
                  </a:lnTo>
                  <a:lnTo>
                    <a:pt x="106" y="94"/>
                  </a:lnTo>
                  <a:lnTo>
                    <a:pt x="98" y="87"/>
                  </a:lnTo>
                  <a:lnTo>
                    <a:pt x="90" y="82"/>
                  </a:lnTo>
                  <a:lnTo>
                    <a:pt x="86" y="80"/>
                  </a:lnTo>
                  <a:lnTo>
                    <a:pt x="83" y="75"/>
                  </a:lnTo>
                  <a:lnTo>
                    <a:pt x="82" y="73"/>
                  </a:lnTo>
                  <a:lnTo>
                    <a:pt x="79" y="71"/>
                  </a:lnTo>
                  <a:lnTo>
                    <a:pt x="78" y="63"/>
                  </a:lnTo>
                  <a:lnTo>
                    <a:pt x="73" y="61"/>
                  </a:lnTo>
                  <a:lnTo>
                    <a:pt x="70" y="59"/>
                  </a:lnTo>
                  <a:lnTo>
                    <a:pt x="69" y="61"/>
                  </a:lnTo>
                  <a:lnTo>
                    <a:pt x="61" y="57"/>
                  </a:lnTo>
                  <a:lnTo>
                    <a:pt x="53" y="53"/>
                  </a:lnTo>
                  <a:lnTo>
                    <a:pt x="52" y="50"/>
                  </a:lnTo>
                  <a:lnTo>
                    <a:pt x="45" y="46"/>
                  </a:lnTo>
                  <a:lnTo>
                    <a:pt x="37" y="42"/>
                  </a:lnTo>
                  <a:lnTo>
                    <a:pt x="31" y="41"/>
                  </a:lnTo>
                  <a:lnTo>
                    <a:pt x="33" y="44"/>
                  </a:lnTo>
                  <a:lnTo>
                    <a:pt x="32" y="45"/>
                  </a:lnTo>
                  <a:lnTo>
                    <a:pt x="29" y="44"/>
                  </a:lnTo>
                  <a:lnTo>
                    <a:pt x="27" y="45"/>
                  </a:lnTo>
                  <a:lnTo>
                    <a:pt x="24" y="48"/>
                  </a:lnTo>
                  <a:lnTo>
                    <a:pt x="21" y="49"/>
                  </a:lnTo>
                  <a:lnTo>
                    <a:pt x="19" y="53"/>
                  </a:lnTo>
                  <a:lnTo>
                    <a:pt x="19" y="58"/>
                  </a:lnTo>
                  <a:lnTo>
                    <a:pt x="21" y="59"/>
                  </a:lnTo>
                  <a:lnTo>
                    <a:pt x="20" y="62"/>
                  </a:lnTo>
                  <a:lnTo>
                    <a:pt x="15" y="62"/>
                  </a:lnTo>
                  <a:lnTo>
                    <a:pt x="10" y="62"/>
                  </a:lnTo>
                  <a:lnTo>
                    <a:pt x="0" y="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9" name="Freeform 350"/>
            <p:cNvSpPr>
              <a:spLocks/>
            </p:cNvSpPr>
            <p:nvPr/>
          </p:nvSpPr>
          <p:spPr bwMode="auto">
            <a:xfrm>
              <a:off x="7259996" y="2949566"/>
              <a:ext cx="433955" cy="274076"/>
            </a:xfrm>
            <a:custGeom>
              <a:avLst/>
              <a:gdLst>
                <a:gd name="T0" fmla="*/ 79 w 171"/>
                <a:gd name="T1" fmla="*/ 5 h 108"/>
                <a:gd name="T2" fmla="*/ 95 w 171"/>
                <a:gd name="T3" fmla="*/ 16 h 108"/>
                <a:gd name="T4" fmla="*/ 107 w 171"/>
                <a:gd name="T5" fmla="*/ 20 h 108"/>
                <a:gd name="T6" fmla="*/ 116 w 171"/>
                <a:gd name="T7" fmla="*/ 32 h 108"/>
                <a:gd name="T8" fmla="*/ 124 w 171"/>
                <a:gd name="T9" fmla="*/ 41 h 108"/>
                <a:gd name="T10" fmla="*/ 149 w 171"/>
                <a:gd name="T11" fmla="*/ 57 h 108"/>
                <a:gd name="T12" fmla="*/ 165 w 171"/>
                <a:gd name="T13" fmla="*/ 64 h 108"/>
                <a:gd name="T14" fmla="*/ 170 w 171"/>
                <a:gd name="T15" fmla="*/ 70 h 108"/>
                <a:gd name="T16" fmla="*/ 170 w 171"/>
                <a:gd name="T17" fmla="*/ 75 h 108"/>
                <a:gd name="T18" fmla="*/ 162 w 171"/>
                <a:gd name="T19" fmla="*/ 75 h 108"/>
                <a:gd name="T20" fmla="*/ 154 w 171"/>
                <a:gd name="T21" fmla="*/ 78 h 108"/>
                <a:gd name="T22" fmla="*/ 152 w 171"/>
                <a:gd name="T23" fmla="*/ 80 h 108"/>
                <a:gd name="T24" fmla="*/ 150 w 171"/>
                <a:gd name="T25" fmla="*/ 87 h 108"/>
                <a:gd name="T26" fmla="*/ 148 w 171"/>
                <a:gd name="T27" fmla="*/ 93 h 108"/>
                <a:gd name="T28" fmla="*/ 141 w 171"/>
                <a:gd name="T29" fmla="*/ 96 h 108"/>
                <a:gd name="T30" fmla="*/ 136 w 171"/>
                <a:gd name="T31" fmla="*/ 103 h 108"/>
                <a:gd name="T32" fmla="*/ 130 w 171"/>
                <a:gd name="T33" fmla="*/ 107 h 108"/>
                <a:gd name="T34" fmla="*/ 128 w 171"/>
                <a:gd name="T35" fmla="*/ 105 h 108"/>
                <a:gd name="T36" fmla="*/ 121 w 171"/>
                <a:gd name="T37" fmla="*/ 104 h 108"/>
                <a:gd name="T38" fmla="*/ 115 w 171"/>
                <a:gd name="T39" fmla="*/ 103 h 108"/>
                <a:gd name="T40" fmla="*/ 112 w 171"/>
                <a:gd name="T41" fmla="*/ 99 h 108"/>
                <a:gd name="T42" fmla="*/ 111 w 171"/>
                <a:gd name="T43" fmla="*/ 91 h 108"/>
                <a:gd name="T44" fmla="*/ 98 w 171"/>
                <a:gd name="T45" fmla="*/ 83 h 108"/>
                <a:gd name="T46" fmla="*/ 90 w 171"/>
                <a:gd name="T47" fmla="*/ 82 h 108"/>
                <a:gd name="T48" fmla="*/ 82 w 171"/>
                <a:gd name="T49" fmla="*/ 75 h 108"/>
                <a:gd name="T50" fmla="*/ 71 w 171"/>
                <a:gd name="T51" fmla="*/ 72 h 108"/>
                <a:gd name="T52" fmla="*/ 61 w 171"/>
                <a:gd name="T53" fmla="*/ 68 h 108"/>
                <a:gd name="T54" fmla="*/ 55 w 171"/>
                <a:gd name="T55" fmla="*/ 71 h 108"/>
                <a:gd name="T56" fmla="*/ 41 w 171"/>
                <a:gd name="T57" fmla="*/ 75 h 108"/>
                <a:gd name="T58" fmla="*/ 36 w 171"/>
                <a:gd name="T59" fmla="*/ 80 h 108"/>
                <a:gd name="T60" fmla="*/ 25 w 171"/>
                <a:gd name="T61" fmla="*/ 76 h 108"/>
                <a:gd name="T62" fmla="*/ 24 w 171"/>
                <a:gd name="T63" fmla="*/ 63 h 108"/>
                <a:gd name="T64" fmla="*/ 20 w 171"/>
                <a:gd name="T65" fmla="*/ 57 h 108"/>
                <a:gd name="T66" fmla="*/ 16 w 171"/>
                <a:gd name="T67" fmla="*/ 53 h 108"/>
                <a:gd name="T68" fmla="*/ 13 w 171"/>
                <a:gd name="T69" fmla="*/ 54 h 108"/>
                <a:gd name="T70" fmla="*/ 17 w 171"/>
                <a:gd name="T71" fmla="*/ 51 h 108"/>
                <a:gd name="T72" fmla="*/ 21 w 171"/>
                <a:gd name="T73" fmla="*/ 50 h 108"/>
                <a:gd name="T74" fmla="*/ 17 w 171"/>
                <a:gd name="T75" fmla="*/ 46 h 108"/>
                <a:gd name="T76" fmla="*/ 16 w 171"/>
                <a:gd name="T77" fmla="*/ 45 h 108"/>
                <a:gd name="T78" fmla="*/ 12 w 171"/>
                <a:gd name="T79" fmla="*/ 46 h 108"/>
                <a:gd name="T80" fmla="*/ 8 w 171"/>
                <a:gd name="T81" fmla="*/ 42 h 108"/>
                <a:gd name="T82" fmla="*/ 8 w 171"/>
                <a:gd name="T83" fmla="*/ 32 h 108"/>
                <a:gd name="T84" fmla="*/ 5 w 171"/>
                <a:gd name="T85" fmla="*/ 22 h 108"/>
                <a:gd name="T86" fmla="*/ 0 w 171"/>
                <a:gd name="T87" fmla="*/ 17 h 108"/>
                <a:gd name="T88" fmla="*/ 13 w 171"/>
                <a:gd name="T89" fmla="*/ 8 h 108"/>
                <a:gd name="T90" fmla="*/ 37 w 171"/>
                <a:gd name="T91" fmla="*/ 22 h 108"/>
                <a:gd name="T92" fmla="*/ 54 w 171"/>
                <a:gd name="T93" fmla="*/ 21 h 108"/>
                <a:gd name="T94" fmla="*/ 53 w 171"/>
                <a:gd name="T95" fmla="*/ 12 h 108"/>
                <a:gd name="T96" fmla="*/ 61 w 171"/>
                <a:gd name="T97" fmla="*/ 4 h 108"/>
                <a:gd name="T98" fmla="*/ 67 w 171"/>
                <a:gd name="T99" fmla="*/ 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71" h="108">
                  <a:moveTo>
                    <a:pt x="65" y="0"/>
                  </a:moveTo>
                  <a:lnTo>
                    <a:pt x="71" y="1"/>
                  </a:lnTo>
                  <a:lnTo>
                    <a:pt x="79" y="5"/>
                  </a:lnTo>
                  <a:lnTo>
                    <a:pt x="86" y="9"/>
                  </a:lnTo>
                  <a:lnTo>
                    <a:pt x="87" y="12"/>
                  </a:lnTo>
                  <a:lnTo>
                    <a:pt x="95" y="16"/>
                  </a:lnTo>
                  <a:lnTo>
                    <a:pt x="103" y="20"/>
                  </a:lnTo>
                  <a:lnTo>
                    <a:pt x="104" y="18"/>
                  </a:lnTo>
                  <a:lnTo>
                    <a:pt x="107" y="20"/>
                  </a:lnTo>
                  <a:lnTo>
                    <a:pt x="112" y="22"/>
                  </a:lnTo>
                  <a:lnTo>
                    <a:pt x="113" y="30"/>
                  </a:lnTo>
                  <a:lnTo>
                    <a:pt x="116" y="32"/>
                  </a:lnTo>
                  <a:lnTo>
                    <a:pt x="117" y="34"/>
                  </a:lnTo>
                  <a:lnTo>
                    <a:pt x="120" y="39"/>
                  </a:lnTo>
                  <a:lnTo>
                    <a:pt x="124" y="41"/>
                  </a:lnTo>
                  <a:lnTo>
                    <a:pt x="132" y="46"/>
                  </a:lnTo>
                  <a:lnTo>
                    <a:pt x="140" y="53"/>
                  </a:lnTo>
                  <a:lnTo>
                    <a:pt x="149" y="57"/>
                  </a:lnTo>
                  <a:lnTo>
                    <a:pt x="157" y="62"/>
                  </a:lnTo>
                  <a:lnTo>
                    <a:pt x="162" y="62"/>
                  </a:lnTo>
                  <a:lnTo>
                    <a:pt x="165" y="64"/>
                  </a:lnTo>
                  <a:lnTo>
                    <a:pt x="166" y="63"/>
                  </a:lnTo>
                  <a:lnTo>
                    <a:pt x="170" y="67"/>
                  </a:lnTo>
                  <a:lnTo>
                    <a:pt x="170" y="70"/>
                  </a:lnTo>
                  <a:lnTo>
                    <a:pt x="171" y="75"/>
                  </a:lnTo>
                  <a:lnTo>
                    <a:pt x="170" y="75"/>
                  </a:lnTo>
                  <a:lnTo>
                    <a:pt x="170" y="75"/>
                  </a:lnTo>
                  <a:lnTo>
                    <a:pt x="167" y="75"/>
                  </a:lnTo>
                  <a:lnTo>
                    <a:pt x="165" y="74"/>
                  </a:lnTo>
                  <a:lnTo>
                    <a:pt x="162" y="75"/>
                  </a:lnTo>
                  <a:lnTo>
                    <a:pt x="158" y="78"/>
                  </a:lnTo>
                  <a:lnTo>
                    <a:pt x="157" y="76"/>
                  </a:lnTo>
                  <a:lnTo>
                    <a:pt x="154" y="78"/>
                  </a:lnTo>
                  <a:lnTo>
                    <a:pt x="153" y="79"/>
                  </a:lnTo>
                  <a:lnTo>
                    <a:pt x="152" y="79"/>
                  </a:lnTo>
                  <a:lnTo>
                    <a:pt x="152" y="80"/>
                  </a:lnTo>
                  <a:lnTo>
                    <a:pt x="153" y="82"/>
                  </a:lnTo>
                  <a:lnTo>
                    <a:pt x="153" y="84"/>
                  </a:lnTo>
                  <a:lnTo>
                    <a:pt x="150" y="87"/>
                  </a:lnTo>
                  <a:lnTo>
                    <a:pt x="150" y="89"/>
                  </a:lnTo>
                  <a:lnTo>
                    <a:pt x="149" y="93"/>
                  </a:lnTo>
                  <a:lnTo>
                    <a:pt x="148" y="93"/>
                  </a:lnTo>
                  <a:lnTo>
                    <a:pt x="145" y="95"/>
                  </a:lnTo>
                  <a:lnTo>
                    <a:pt x="145" y="96"/>
                  </a:lnTo>
                  <a:lnTo>
                    <a:pt x="141" y="96"/>
                  </a:lnTo>
                  <a:lnTo>
                    <a:pt x="137" y="99"/>
                  </a:lnTo>
                  <a:lnTo>
                    <a:pt x="137" y="101"/>
                  </a:lnTo>
                  <a:lnTo>
                    <a:pt x="136" y="103"/>
                  </a:lnTo>
                  <a:lnTo>
                    <a:pt x="136" y="104"/>
                  </a:lnTo>
                  <a:lnTo>
                    <a:pt x="133" y="105"/>
                  </a:lnTo>
                  <a:lnTo>
                    <a:pt x="130" y="107"/>
                  </a:lnTo>
                  <a:lnTo>
                    <a:pt x="129" y="108"/>
                  </a:lnTo>
                  <a:lnTo>
                    <a:pt x="128" y="107"/>
                  </a:lnTo>
                  <a:lnTo>
                    <a:pt x="128" y="105"/>
                  </a:lnTo>
                  <a:lnTo>
                    <a:pt x="125" y="103"/>
                  </a:lnTo>
                  <a:lnTo>
                    <a:pt x="123" y="103"/>
                  </a:lnTo>
                  <a:lnTo>
                    <a:pt x="121" y="104"/>
                  </a:lnTo>
                  <a:lnTo>
                    <a:pt x="119" y="104"/>
                  </a:lnTo>
                  <a:lnTo>
                    <a:pt x="117" y="103"/>
                  </a:lnTo>
                  <a:lnTo>
                    <a:pt x="115" y="103"/>
                  </a:lnTo>
                  <a:lnTo>
                    <a:pt x="113" y="103"/>
                  </a:lnTo>
                  <a:lnTo>
                    <a:pt x="112" y="100"/>
                  </a:lnTo>
                  <a:lnTo>
                    <a:pt x="112" y="99"/>
                  </a:lnTo>
                  <a:lnTo>
                    <a:pt x="112" y="96"/>
                  </a:lnTo>
                  <a:lnTo>
                    <a:pt x="112" y="95"/>
                  </a:lnTo>
                  <a:lnTo>
                    <a:pt x="111" y="91"/>
                  </a:lnTo>
                  <a:lnTo>
                    <a:pt x="108" y="89"/>
                  </a:lnTo>
                  <a:lnTo>
                    <a:pt x="103" y="89"/>
                  </a:lnTo>
                  <a:lnTo>
                    <a:pt x="98" y="83"/>
                  </a:lnTo>
                  <a:lnTo>
                    <a:pt x="94" y="82"/>
                  </a:lnTo>
                  <a:lnTo>
                    <a:pt x="91" y="82"/>
                  </a:lnTo>
                  <a:lnTo>
                    <a:pt x="90" y="82"/>
                  </a:lnTo>
                  <a:lnTo>
                    <a:pt x="88" y="78"/>
                  </a:lnTo>
                  <a:lnTo>
                    <a:pt x="87" y="78"/>
                  </a:lnTo>
                  <a:lnTo>
                    <a:pt x="82" y="75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1" y="72"/>
                  </a:lnTo>
                  <a:lnTo>
                    <a:pt x="67" y="71"/>
                  </a:lnTo>
                  <a:lnTo>
                    <a:pt x="63" y="68"/>
                  </a:lnTo>
                  <a:lnTo>
                    <a:pt x="61" y="68"/>
                  </a:lnTo>
                  <a:lnTo>
                    <a:pt x="58" y="67"/>
                  </a:lnTo>
                  <a:lnTo>
                    <a:pt x="55" y="67"/>
                  </a:lnTo>
                  <a:lnTo>
                    <a:pt x="55" y="71"/>
                  </a:lnTo>
                  <a:lnTo>
                    <a:pt x="50" y="70"/>
                  </a:lnTo>
                  <a:lnTo>
                    <a:pt x="45" y="71"/>
                  </a:lnTo>
                  <a:lnTo>
                    <a:pt x="41" y="75"/>
                  </a:lnTo>
                  <a:lnTo>
                    <a:pt x="38" y="75"/>
                  </a:lnTo>
                  <a:lnTo>
                    <a:pt x="37" y="76"/>
                  </a:lnTo>
                  <a:lnTo>
                    <a:pt x="36" y="80"/>
                  </a:lnTo>
                  <a:lnTo>
                    <a:pt x="30" y="80"/>
                  </a:lnTo>
                  <a:lnTo>
                    <a:pt x="28" y="82"/>
                  </a:lnTo>
                  <a:lnTo>
                    <a:pt x="25" y="76"/>
                  </a:lnTo>
                  <a:lnTo>
                    <a:pt x="24" y="71"/>
                  </a:lnTo>
                  <a:lnTo>
                    <a:pt x="25" y="66"/>
                  </a:lnTo>
                  <a:lnTo>
                    <a:pt x="24" y="63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0" y="57"/>
                  </a:lnTo>
                  <a:lnTo>
                    <a:pt x="19" y="54"/>
                  </a:lnTo>
                  <a:lnTo>
                    <a:pt x="17" y="54"/>
                  </a:lnTo>
                  <a:lnTo>
                    <a:pt x="16" y="53"/>
                  </a:lnTo>
                  <a:lnTo>
                    <a:pt x="15" y="54"/>
                  </a:lnTo>
                  <a:lnTo>
                    <a:pt x="15" y="57"/>
                  </a:lnTo>
                  <a:lnTo>
                    <a:pt x="13" y="54"/>
                  </a:lnTo>
                  <a:lnTo>
                    <a:pt x="13" y="53"/>
                  </a:lnTo>
                  <a:lnTo>
                    <a:pt x="16" y="50"/>
                  </a:lnTo>
                  <a:lnTo>
                    <a:pt x="17" y="51"/>
                  </a:lnTo>
                  <a:lnTo>
                    <a:pt x="19" y="51"/>
                  </a:lnTo>
                  <a:lnTo>
                    <a:pt x="20" y="51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7" y="46"/>
                  </a:lnTo>
                  <a:lnTo>
                    <a:pt x="19" y="45"/>
                  </a:lnTo>
                  <a:lnTo>
                    <a:pt x="17" y="43"/>
                  </a:lnTo>
                  <a:lnTo>
                    <a:pt x="16" y="45"/>
                  </a:lnTo>
                  <a:lnTo>
                    <a:pt x="12" y="43"/>
                  </a:lnTo>
                  <a:lnTo>
                    <a:pt x="11" y="45"/>
                  </a:lnTo>
                  <a:lnTo>
                    <a:pt x="12" y="46"/>
                  </a:lnTo>
                  <a:lnTo>
                    <a:pt x="13" y="47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4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8" y="9"/>
                  </a:lnTo>
                  <a:lnTo>
                    <a:pt x="13" y="8"/>
                  </a:lnTo>
                  <a:lnTo>
                    <a:pt x="21" y="9"/>
                  </a:lnTo>
                  <a:lnTo>
                    <a:pt x="29" y="13"/>
                  </a:lnTo>
                  <a:lnTo>
                    <a:pt x="37" y="22"/>
                  </a:lnTo>
                  <a:lnTo>
                    <a:pt x="42" y="21"/>
                  </a:lnTo>
                  <a:lnTo>
                    <a:pt x="49" y="21"/>
                  </a:lnTo>
                  <a:lnTo>
                    <a:pt x="54" y="21"/>
                  </a:lnTo>
                  <a:lnTo>
                    <a:pt x="55" y="18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5" y="8"/>
                  </a:lnTo>
                  <a:lnTo>
                    <a:pt x="58" y="7"/>
                  </a:lnTo>
                  <a:lnTo>
                    <a:pt x="61" y="4"/>
                  </a:lnTo>
                  <a:lnTo>
                    <a:pt x="63" y="3"/>
                  </a:lnTo>
                  <a:lnTo>
                    <a:pt x="66" y="4"/>
                  </a:lnTo>
                  <a:lnTo>
                    <a:pt x="67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0" name="Freeform 355"/>
            <p:cNvSpPr>
              <a:spLocks noEditPoints="1"/>
            </p:cNvSpPr>
            <p:nvPr/>
          </p:nvSpPr>
          <p:spPr bwMode="auto">
            <a:xfrm>
              <a:off x="9302880" y="3733728"/>
              <a:ext cx="296917" cy="451718"/>
            </a:xfrm>
            <a:custGeom>
              <a:avLst/>
              <a:gdLst>
                <a:gd name="T0" fmla="*/ 1 w 117"/>
                <a:gd name="T1" fmla="*/ 146 h 178"/>
                <a:gd name="T2" fmla="*/ 5 w 117"/>
                <a:gd name="T3" fmla="*/ 144 h 178"/>
                <a:gd name="T4" fmla="*/ 80 w 117"/>
                <a:gd name="T5" fmla="*/ 132 h 178"/>
                <a:gd name="T6" fmla="*/ 108 w 117"/>
                <a:gd name="T7" fmla="*/ 127 h 178"/>
                <a:gd name="T8" fmla="*/ 112 w 117"/>
                <a:gd name="T9" fmla="*/ 138 h 178"/>
                <a:gd name="T10" fmla="*/ 117 w 117"/>
                <a:gd name="T11" fmla="*/ 158 h 178"/>
                <a:gd name="T12" fmla="*/ 112 w 117"/>
                <a:gd name="T13" fmla="*/ 165 h 178"/>
                <a:gd name="T14" fmla="*/ 108 w 117"/>
                <a:gd name="T15" fmla="*/ 173 h 178"/>
                <a:gd name="T16" fmla="*/ 93 w 117"/>
                <a:gd name="T17" fmla="*/ 173 h 178"/>
                <a:gd name="T18" fmla="*/ 89 w 117"/>
                <a:gd name="T19" fmla="*/ 159 h 178"/>
                <a:gd name="T20" fmla="*/ 79 w 117"/>
                <a:gd name="T21" fmla="*/ 155 h 178"/>
                <a:gd name="T22" fmla="*/ 69 w 117"/>
                <a:gd name="T23" fmla="*/ 152 h 178"/>
                <a:gd name="T24" fmla="*/ 67 w 117"/>
                <a:gd name="T25" fmla="*/ 148 h 178"/>
                <a:gd name="T26" fmla="*/ 80 w 117"/>
                <a:gd name="T27" fmla="*/ 149 h 178"/>
                <a:gd name="T28" fmla="*/ 97 w 117"/>
                <a:gd name="T29" fmla="*/ 136 h 178"/>
                <a:gd name="T30" fmla="*/ 100 w 117"/>
                <a:gd name="T31" fmla="*/ 125 h 178"/>
                <a:gd name="T32" fmla="*/ 90 w 117"/>
                <a:gd name="T33" fmla="*/ 121 h 178"/>
                <a:gd name="T34" fmla="*/ 105 w 117"/>
                <a:gd name="T35" fmla="*/ 117 h 178"/>
                <a:gd name="T36" fmla="*/ 34 w 117"/>
                <a:gd name="T37" fmla="*/ 115 h 178"/>
                <a:gd name="T38" fmla="*/ 68 w 117"/>
                <a:gd name="T39" fmla="*/ 116 h 178"/>
                <a:gd name="T40" fmla="*/ 105 w 117"/>
                <a:gd name="T41" fmla="*/ 115 h 178"/>
                <a:gd name="T42" fmla="*/ 76 w 117"/>
                <a:gd name="T43" fmla="*/ 130 h 178"/>
                <a:gd name="T44" fmla="*/ 71 w 117"/>
                <a:gd name="T45" fmla="*/ 120 h 178"/>
                <a:gd name="T46" fmla="*/ 84 w 117"/>
                <a:gd name="T47" fmla="*/ 112 h 178"/>
                <a:gd name="T48" fmla="*/ 80 w 117"/>
                <a:gd name="T49" fmla="*/ 116 h 178"/>
                <a:gd name="T50" fmla="*/ 98 w 117"/>
                <a:gd name="T51" fmla="*/ 117 h 178"/>
                <a:gd name="T52" fmla="*/ 88 w 117"/>
                <a:gd name="T53" fmla="*/ 111 h 178"/>
                <a:gd name="T54" fmla="*/ 26 w 117"/>
                <a:gd name="T55" fmla="*/ 120 h 178"/>
                <a:gd name="T56" fmla="*/ 8 w 117"/>
                <a:gd name="T57" fmla="*/ 140 h 178"/>
                <a:gd name="T58" fmla="*/ 21 w 117"/>
                <a:gd name="T59" fmla="*/ 123 h 178"/>
                <a:gd name="T60" fmla="*/ 90 w 117"/>
                <a:gd name="T61" fmla="*/ 102 h 178"/>
                <a:gd name="T62" fmla="*/ 31 w 117"/>
                <a:gd name="T63" fmla="*/ 102 h 178"/>
                <a:gd name="T64" fmla="*/ 71 w 117"/>
                <a:gd name="T65" fmla="*/ 103 h 178"/>
                <a:gd name="T66" fmla="*/ 62 w 117"/>
                <a:gd name="T67" fmla="*/ 115 h 178"/>
                <a:gd name="T68" fmla="*/ 59 w 117"/>
                <a:gd name="T69" fmla="*/ 98 h 178"/>
                <a:gd name="T70" fmla="*/ 31 w 117"/>
                <a:gd name="T71" fmla="*/ 92 h 178"/>
                <a:gd name="T72" fmla="*/ 77 w 117"/>
                <a:gd name="T73" fmla="*/ 92 h 178"/>
                <a:gd name="T74" fmla="*/ 72 w 117"/>
                <a:gd name="T75" fmla="*/ 95 h 178"/>
                <a:gd name="T76" fmla="*/ 94 w 117"/>
                <a:gd name="T77" fmla="*/ 90 h 178"/>
                <a:gd name="T78" fmla="*/ 104 w 117"/>
                <a:gd name="T79" fmla="*/ 108 h 178"/>
                <a:gd name="T80" fmla="*/ 94 w 117"/>
                <a:gd name="T81" fmla="*/ 103 h 178"/>
                <a:gd name="T82" fmla="*/ 93 w 117"/>
                <a:gd name="T83" fmla="*/ 90 h 178"/>
                <a:gd name="T84" fmla="*/ 72 w 117"/>
                <a:gd name="T85" fmla="*/ 84 h 178"/>
                <a:gd name="T86" fmla="*/ 51 w 117"/>
                <a:gd name="T87" fmla="*/ 84 h 178"/>
                <a:gd name="T88" fmla="*/ 42 w 117"/>
                <a:gd name="T89" fmla="*/ 84 h 178"/>
                <a:gd name="T90" fmla="*/ 58 w 117"/>
                <a:gd name="T91" fmla="*/ 82 h 178"/>
                <a:gd name="T92" fmla="*/ 85 w 117"/>
                <a:gd name="T93" fmla="*/ 73 h 178"/>
                <a:gd name="T94" fmla="*/ 58 w 117"/>
                <a:gd name="T95" fmla="*/ 70 h 178"/>
                <a:gd name="T96" fmla="*/ 56 w 117"/>
                <a:gd name="T97" fmla="*/ 57 h 178"/>
                <a:gd name="T98" fmla="*/ 55 w 117"/>
                <a:gd name="T99" fmla="*/ 16 h 178"/>
                <a:gd name="T100" fmla="*/ 55 w 117"/>
                <a:gd name="T101" fmla="*/ 45 h 178"/>
                <a:gd name="T102" fmla="*/ 51 w 117"/>
                <a:gd name="T103" fmla="*/ 63 h 178"/>
                <a:gd name="T104" fmla="*/ 69 w 117"/>
                <a:gd name="T105" fmla="*/ 74 h 178"/>
                <a:gd name="T106" fmla="*/ 76 w 117"/>
                <a:gd name="T107" fmla="*/ 75 h 178"/>
                <a:gd name="T108" fmla="*/ 81 w 117"/>
                <a:gd name="T109" fmla="*/ 91 h 178"/>
                <a:gd name="T110" fmla="*/ 68 w 117"/>
                <a:gd name="T111" fmla="*/ 78 h 178"/>
                <a:gd name="T112" fmla="*/ 59 w 117"/>
                <a:gd name="T113" fmla="*/ 74 h 178"/>
                <a:gd name="T114" fmla="*/ 40 w 117"/>
                <a:gd name="T115" fmla="*/ 73 h 178"/>
                <a:gd name="T116" fmla="*/ 38 w 117"/>
                <a:gd name="T117" fmla="*/ 66 h 178"/>
                <a:gd name="T118" fmla="*/ 29 w 117"/>
                <a:gd name="T119" fmla="*/ 46 h 178"/>
                <a:gd name="T120" fmla="*/ 33 w 117"/>
                <a:gd name="T121" fmla="*/ 24 h 178"/>
                <a:gd name="T122" fmla="*/ 50 w 117"/>
                <a:gd name="T123" fmla="*/ 9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" h="178">
                  <a:moveTo>
                    <a:pt x="63" y="163"/>
                  </a:moveTo>
                  <a:lnTo>
                    <a:pt x="64" y="165"/>
                  </a:lnTo>
                  <a:lnTo>
                    <a:pt x="65" y="165"/>
                  </a:lnTo>
                  <a:lnTo>
                    <a:pt x="65" y="166"/>
                  </a:lnTo>
                  <a:lnTo>
                    <a:pt x="62" y="169"/>
                  </a:lnTo>
                  <a:lnTo>
                    <a:pt x="60" y="169"/>
                  </a:lnTo>
                  <a:lnTo>
                    <a:pt x="59" y="166"/>
                  </a:lnTo>
                  <a:lnTo>
                    <a:pt x="59" y="165"/>
                  </a:lnTo>
                  <a:lnTo>
                    <a:pt x="62" y="165"/>
                  </a:lnTo>
                  <a:lnTo>
                    <a:pt x="63" y="163"/>
                  </a:lnTo>
                  <a:close/>
                  <a:moveTo>
                    <a:pt x="1" y="146"/>
                  </a:moveTo>
                  <a:lnTo>
                    <a:pt x="2" y="148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1" y="152"/>
                  </a:lnTo>
                  <a:lnTo>
                    <a:pt x="0" y="149"/>
                  </a:lnTo>
                  <a:lnTo>
                    <a:pt x="0" y="148"/>
                  </a:lnTo>
                  <a:lnTo>
                    <a:pt x="1" y="146"/>
                  </a:lnTo>
                  <a:close/>
                  <a:moveTo>
                    <a:pt x="5" y="144"/>
                  </a:moveTo>
                  <a:lnTo>
                    <a:pt x="5" y="145"/>
                  </a:lnTo>
                  <a:lnTo>
                    <a:pt x="4" y="145"/>
                  </a:lnTo>
                  <a:lnTo>
                    <a:pt x="5" y="144"/>
                  </a:lnTo>
                  <a:close/>
                  <a:moveTo>
                    <a:pt x="4" y="144"/>
                  </a:moveTo>
                  <a:lnTo>
                    <a:pt x="4" y="145"/>
                  </a:lnTo>
                  <a:lnTo>
                    <a:pt x="2" y="145"/>
                  </a:lnTo>
                  <a:lnTo>
                    <a:pt x="4" y="144"/>
                  </a:lnTo>
                  <a:close/>
                  <a:moveTo>
                    <a:pt x="80" y="132"/>
                  </a:moveTo>
                  <a:lnTo>
                    <a:pt x="81" y="132"/>
                  </a:lnTo>
                  <a:lnTo>
                    <a:pt x="81" y="133"/>
                  </a:lnTo>
                  <a:lnTo>
                    <a:pt x="79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0" y="132"/>
                  </a:lnTo>
                  <a:close/>
                  <a:moveTo>
                    <a:pt x="92" y="130"/>
                  </a:moveTo>
                  <a:lnTo>
                    <a:pt x="94" y="132"/>
                  </a:lnTo>
                  <a:lnTo>
                    <a:pt x="93" y="134"/>
                  </a:lnTo>
                  <a:lnTo>
                    <a:pt x="92" y="133"/>
                  </a:lnTo>
                  <a:lnTo>
                    <a:pt x="92" y="132"/>
                  </a:lnTo>
                  <a:lnTo>
                    <a:pt x="92" y="130"/>
                  </a:lnTo>
                  <a:close/>
                  <a:moveTo>
                    <a:pt x="108" y="127"/>
                  </a:moveTo>
                  <a:lnTo>
                    <a:pt x="109" y="127"/>
                  </a:lnTo>
                  <a:lnTo>
                    <a:pt x="108" y="128"/>
                  </a:lnTo>
                  <a:lnTo>
                    <a:pt x="106" y="128"/>
                  </a:lnTo>
                  <a:lnTo>
                    <a:pt x="108" y="127"/>
                  </a:lnTo>
                  <a:close/>
                  <a:moveTo>
                    <a:pt x="101" y="125"/>
                  </a:moveTo>
                  <a:lnTo>
                    <a:pt x="102" y="125"/>
                  </a:lnTo>
                  <a:lnTo>
                    <a:pt x="104" y="125"/>
                  </a:lnTo>
                  <a:lnTo>
                    <a:pt x="104" y="128"/>
                  </a:lnTo>
                  <a:lnTo>
                    <a:pt x="108" y="130"/>
                  </a:lnTo>
                  <a:lnTo>
                    <a:pt x="109" y="133"/>
                  </a:lnTo>
                  <a:lnTo>
                    <a:pt x="112" y="132"/>
                  </a:lnTo>
                  <a:lnTo>
                    <a:pt x="112" y="133"/>
                  </a:lnTo>
                  <a:lnTo>
                    <a:pt x="113" y="136"/>
                  </a:lnTo>
                  <a:lnTo>
                    <a:pt x="113" y="138"/>
                  </a:lnTo>
                  <a:lnTo>
                    <a:pt x="112" y="138"/>
                  </a:lnTo>
                  <a:lnTo>
                    <a:pt x="110" y="140"/>
                  </a:lnTo>
                  <a:lnTo>
                    <a:pt x="112" y="141"/>
                  </a:lnTo>
                  <a:lnTo>
                    <a:pt x="113" y="141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4" y="144"/>
                  </a:lnTo>
                  <a:lnTo>
                    <a:pt x="114" y="148"/>
                  </a:lnTo>
                  <a:lnTo>
                    <a:pt x="114" y="150"/>
                  </a:lnTo>
                  <a:lnTo>
                    <a:pt x="115" y="152"/>
                  </a:lnTo>
                  <a:lnTo>
                    <a:pt x="117" y="154"/>
                  </a:lnTo>
                  <a:lnTo>
                    <a:pt x="117" y="158"/>
                  </a:lnTo>
                  <a:lnTo>
                    <a:pt x="115" y="161"/>
                  </a:lnTo>
                  <a:lnTo>
                    <a:pt x="115" y="161"/>
                  </a:lnTo>
                  <a:lnTo>
                    <a:pt x="115" y="162"/>
                  </a:lnTo>
                  <a:lnTo>
                    <a:pt x="114" y="161"/>
                  </a:lnTo>
                  <a:lnTo>
                    <a:pt x="113" y="161"/>
                  </a:lnTo>
                  <a:lnTo>
                    <a:pt x="113" y="162"/>
                  </a:lnTo>
                  <a:lnTo>
                    <a:pt x="113" y="166"/>
                  </a:lnTo>
                  <a:lnTo>
                    <a:pt x="113" y="169"/>
                  </a:lnTo>
                  <a:lnTo>
                    <a:pt x="113" y="170"/>
                  </a:lnTo>
                  <a:lnTo>
                    <a:pt x="112" y="169"/>
                  </a:lnTo>
                  <a:lnTo>
                    <a:pt x="112" y="165"/>
                  </a:lnTo>
                  <a:lnTo>
                    <a:pt x="112" y="162"/>
                  </a:lnTo>
                  <a:lnTo>
                    <a:pt x="110" y="161"/>
                  </a:lnTo>
                  <a:lnTo>
                    <a:pt x="109" y="158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4" y="162"/>
                  </a:lnTo>
                  <a:lnTo>
                    <a:pt x="102" y="165"/>
                  </a:lnTo>
                  <a:lnTo>
                    <a:pt x="105" y="166"/>
                  </a:lnTo>
                  <a:lnTo>
                    <a:pt x="106" y="169"/>
                  </a:lnTo>
                  <a:lnTo>
                    <a:pt x="108" y="170"/>
                  </a:lnTo>
                  <a:lnTo>
                    <a:pt x="108" y="173"/>
                  </a:lnTo>
                  <a:lnTo>
                    <a:pt x="104" y="177"/>
                  </a:lnTo>
                  <a:lnTo>
                    <a:pt x="102" y="178"/>
                  </a:lnTo>
                  <a:lnTo>
                    <a:pt x="101" y="177"/>
                  </a:lnTo>
                  <a:lnTo>
                    <a:pt x="101" y="175"/>
                  </a:lnTo>
                  <a:lnTo>
                    <a:pt x="101" y="174"/>
                  </a:lnTo>
                  <a:lnTo>
                    <a:pt x="101" y="173"/>
                  </a:lnTo>
                  <a:lnTo>
                    <a:pt x="100" y="174"/>
                  </a:lnTo>
                  <a:lnTo>
                    <a:pt x="100" y="175"/>
                  </a:lnTo>
                  <a:lnTo>
                    <a:pt x="97" y="175"/>
                  </a:lnTo>
                  <a:lnTo>
                    <a:pt x="94" y="175"/>
                  </a:lnTo>
                  <a:lnTo>
                    <a:pt x="93" y="173"/>
                  </a:lnTo>
                  <a:lnTo>
                    <a:pt x="90" y="173"/>
                  </a:lnTo>
                  <a:lnTo>
                    <a:pt x="88" y="170"/>
                  </a:lnTo>
                  <a:lnTo>
                    <a:pt x="88" y="169"/>
                  </a:lnTo>
                  <a:lnTo>
                    <a:pt x="87" y="166"/>
                  </a:lnTo>
                  <a:lnTo>
                    <a:pt x="87" y="165"/>
                  </a:lnTo>
                  <a:lnTo>
                    <a:pt x="87" y="163"/>
                  </a:lnTo>
                  <a:lnTo>
                    <a:pt x="85" y="162"/>
                  </a:lnTo>
                  <a:lnTo>
                    <a:pt x="87" y="161"/>
                  </a:lnTo>
                  <a:lnTo>
                    <a:pt x="87" y="159"/>
                  </a:lnTo>
                  <a:lnTo>
                    <a:pt x="87" y="158"/>
                  </a:lnTo>
                  <a:lnTo>
                    <a:pt x="89" y="159"/>
                  </a:lnTo>
                  <a:lnTo>
                    <a:pt x="87" y="157"/>
                  </a:lnTo>
                  <a:lnTo>
                    <a:pt x="87" y="155"/>
                  </a:lnTo>
                  <a:lnTo>
                    <a:pt x="84" y="154"/>
                  </a:lnTo>
                  <a:lnTo>
                    <a:pt x="83" y="153"/>
                  </a:lnTo>
                  <a:lnTo>
                    <a:pt x="80" y="152"/>
                  </a:lnTo>
                  <a:lnTo>
                    <a:pt x="79" y="152"/>
                  </a:lnTo>
                  <a:lnTo>
                    <a:pt x="79" y="152"/>
                  </a:lnTo>
                  <a:lnTo>
                    <a:pt x="79" y="153"/>
                  </a:lnTo>
                  <a:lnTo>
                    <a:pt x="77" y="154"/>
                  </a:lnTo>
                  <a:lnTo>
                    <a:pt x="79" y="155"/>
                  </a:lnTo>
                  <a:lnTo>
                    <a:pt x="79" y="155"/>
                  </a:lnTo>
                  <a:lnTo>
                    <a:pt x="76" y="154"/>
                  </a:lnTo>
                  <a:lnTo>
                    <a:pt x="75" y="154"/>
                  </a:lnTo>
                  <a:lnTo>
                    <a:pt x="76" y="153"/>
                  </a:lnTo>
                  <a:lnTo>
                    <a:pt x="75" y="153"/>
                  </a:lnTo>
                  <a:lnTo>
                    <a:pt x="73" y="154"/>
                  </a:lnTo>
                  <a:lnTo>
                    <a:pt x="73" y="155"/>
                  </a:lnTo>
                  <a:lnTo>
                    <a:pt x="72" y="155"/>
                  </a:lnTo>
                  <a:lnTo>
                    <a:pt x="71" y="155"/>
                  </a:lnTo>
                  <a:lnTo>
                    <a:pt x="71" y="155"/>
                  </a:lnTo>
                  <a:lnTo>
                    <a:pt x="71" y="153"/>
                  </a:lnTo>
                  <a:lnTo>
                    <a:pt x="69" y="152"/>
                  </a:lnTo>
                  <a:lnTo>
                    <a:pt x="68" y="152"/>
                  </a:lnTo>
                  <a:lnTo>
                    <a:pt x="67" y="154"/>
                  </a:lnTo>
                  <a:lnTo>
                    <a:pt x="65" y="155"/>
                  </a:lnTo>
                  <a:lnTo>
                    <a:pt x="64" y="161"/>
                  </a:lnTo>
                  <a:lnTo>
                    <a:pt x="63" y="162"/>
                  </a:lnTo>
                  <a:lnTo>
                    <a:pt x="60" y="159"/>
                  </a:lnTo>
                  <a:lnTo>
                    <a:pt x="62" y="157"/>
                  </a:lnTo>
                  <a:lnTo>
                    <a:pt x="63" y="153"/>
                  </a:lnTo>
                  <a:lnTo>
                    <a:pt x="62" y="152"/>
                  </a:lnTo>
                  <a:lnTo>
                    <a:pt x="64" y="149"/>
                  </a:lnTo>
                  <a:lnTo>
                    <a:pt x="67" y="148"/>
                  </a:lnTo>
                  <a:lnTo>
                    <a:pt x="68" y="146"/>
                  </a:lnTo>
                  <a:lnTo>
                    <a:pt x="71" y="146"/>
                  </a:lnTo>
                  <a:lnTo>
                    <a:pt x="73" y="146"/>
                  </a:lnTo>
                  <a:lnTo>
                    <a:pt x="72" y="144"/>
                  </a:lnTo>
                  <a:lnTo>
                    <a:pt x="73" y="142"/>
                  </a:lnTo>
                  <a:lnTo>
                    <a:pt x="76" y="141"/>
                  </a:lnTo>
                  <a:lnTo>
                    <a:pt x="77" y="138"/>
                  </a:lnTo>
                  <a:lnTo>
                    <a:pt x="80" y="138"/>
                  </a:lnTo>
                  <a:lnTo>
                    <a:pt x="83" y="141"/>
                  </a:lnTo>
                  <a:lnTo>
                    <a:pt x="83" y="145"/>
                  </a:lnTo>
                  <a:lnTo>
                    <a:pt x="80" y="149"/>
                  </a:lnTo>
                  <a:lnTo>
                    <a:pt x="83" y="146"/>
                  </a:lnTo>
                  <a:lnTo>
                    <a:pt x="85" y="146"/>
                  </a:lnTo>
                  <a:lnTo>
                    <a:pt x="88" y="145"/>
                  </a:lnTo>
                  <a:lnTo>
                    <a:pt x="89" y="141"/>
                  </a:lnTo>
                  <a:lnTo>
                    <a:pt x="92" y="140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0"/>
                  </a:lnTo>
                  <a:lnTo>
                    <a:pt x="93" y="140"/>
                  </a:lnTo>
                  <a:lnTo>
                    <a:pt x="94" y="134"/>
                  </a:lnTo>
                  <a:lnTo>
                    <a:pt x="97" y="136"/>
                  </a:lnTo>
                  <a:lnTo>
                    <a:pt x="98" y="137"/>
                  </a:lnTo>
                  <a:lnTo>
                    <a:pt x="98" y="136"/>
                  </a:lnTo>
                  <a:lnTo>
                    <a:pt x="98" y="133"/>
                  </a:lnTo>
                  <a:lnTo>
                    <a:pt x="100" y="133"/>
                  </a:lnTo>
                  <a:lnTo>
                    <a:pt x="101" y="134"/>
                  </a:lnTo>
                  <a:lnTo>
                    <a:pt x="102" y="133"/>
                  </a:lnTo>
                  <a:lnTo>
                    <a:pt x="101" y="128"/>
                  </a:lnTo>
                  <a:lnTo>
                    <a:pt x="101" y="125"/>
                  </a:lnTo>
                  <a:close/>
                  <a:moveTo>
                    <a:pt x="98" y="121"/>
                  </a:moveTo>
                  <a:lnTo>
                    <a:pt x="100" y="123"/>
                  </a:lnTo>
                  <a:lnTo>
                    <a:pt x="100" y="125"/>
                  </a:lnTo>
                  <a:lnTo>
                    <a:pt x="98" y="123"/>
                  </a:lnTo>
                  <a:lnTo>
                    <a:pt x="98" y="121"/>
                  </a:lnTo>
                  <a:close/>
                  <a:moveTo>
                    <a:pt x="109" y="121"/>
                  </a:moveTo>
                  <a:lnTo>
                    <a:pt x="110" y="123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8" y="124"/>
                  </a:lnTo>
                  <a:lnTo>
                    <a:pt x="109" y="124"/>
                  </a:lnTo>
                  <a:lnTo>
                    <a:pt x="109" y="121"/>
                  </a:lnTo>
                  <a:close/>
                  <a:moveTo>
                    <a:pt x="89" y="120"/>
                  </a:moveTo>
                  <a:lnTo>
                    <a:pt x="90" y="121"/>
                  </a:lnTo>
                  <a:lnTo>
                    <a:pt x="90" y="124"/>
                  </a:lnTo>
                  <a:lnTo>
                    <a:pt x="89" y="125"/>
                  </a:lnTo>
                  <a:lnTo>
                    <a:pt x="87" y="128"/>
                  </a:lnTo>
                  <a:lnTo>
                    <a:pt x="83" y="128"/>
                  </a:lnTo>
                  <a:lnTo>
                    <a:pt x="84" y="127"/>
                  </a:lnTo>
                  <a:lnTo>
                    <a:pt x="83" y="125"/>
                  </a:lnTo>
                  <a:lnTo>
                    <a:pt x="84" y="123"/>
                  </a:lnTo>
                  <a:lnTo>
                    <a:pt x="88" y="120"/>
                  </a:lnTo>
                  <a:lnTo>
                    <a:pt x="89" y="120"/>
                  </a:lnTo>
                  <a:close/>
                  <a:moveTo>
                    <a:pt x="104" y="116"/>
                  </a:moveTo>
                  <a:lnTo>
                    <a:pt x="105" y="117"/>
                  </a:lnTo>
                  <a:lnTo>
                    <a:pt x="104" y="119"/>
                  </a:lnTo>
                  <a:lnTo>
                    <a:pt x="104" y="120"/>
                  </a:lnTo>
                  <a:lnTo>
                    <a:pt x="105" y="123"/>
                  </a:lnTo>
                  <a:lnTo>
                    <a:pt x="105" y="125"/>
                  </a:lnTo>
                  <a:lnTo>
                    <a:pt x="104" y="125"/>
                  </a:lnTo>
                  <a:lnTo>
                    <a:pt x="104" y="124"/>
                  </a:lnTo>
                  <a:lnTo>
                    <a:pt x="104" y="123"/>
                  </a:lnTo>
                  <a:lnTo>
                    <a:pt x="102" y="120"/>
                  </a:lnTo>
                  <a:lnTo>
                    <a:pt x="102" y="117"/>
                  </a:lnTo>
                  <a:lnTo>
                    <a:pt x="104" y="116"/>
                  </a:lnTo>
                  <a:close/>
                  <a:moveTo>
                    <a:pt x="34" y="115"/>
                  </a:moveTo>
                  <a:lnTo>
                    <a:pt x="34" y="115"/>
                  </a:lnTo>
                  <a:lnTo>
                    <a:pt x="35" y="116"/>
                  </a:lnTo>
                  <a:lnTo>
                    <a:pt x="35" y="117"/>
                  </a:lnTo>
                  <a:lnTo>
                    <a:pt x="33" y="117"/>
                  </a:lnTo>
                  <a:lnTo>
                    <a:pt x="31" y="117"/>
                  </a:lnTo>
                  <a:lnTo>
                    <a:pt x="33" y="116"/>
                  </a:lnTo>
                  <a:lnTo>
                    <a:pt x="33" y="115"/>
                  </a:lnTo>
                  <a:lnTo>
                    <a:pt x="34" y="115"/>
                  </a:lnTo>
                  <a:close/>
                  <a:moveTo>
                    <a:pt x="67" y="113"/>
                  </a:moveTo>
                  <a:lnTo>
                    <a:pt x="68" y="115"/>
                  </a:lnTo>
                  <a:lnTo>
                    <a:pt x="68" y="116"/>
                  </a:lnTo>
                  <a:lnTo>
                    <a:pt x="65" y="117"/>
                  </a:lnTo>
                  <a:lnTo>
                    <a:pt x="64" y="116"/>
                  </a:lnTo>
                  <a:lnTo>
                    <a:pt x="65" y="115"/>
                  </a:lnTo>
                  <a:lnTo>
                    <a:pt x="67" y="113"/>
                  </a:lnTo>
                  <a:close/>
                  <a:moveTo>
                    <a:pt x="88" y="113"/>
                  </a:moveTo>
                  <a:lnTo>
                    <a:pt x="87" y="115"/>
                  </a:lnTo>
                  <a:lnTo>
                    <a:pt x="87" y="115"/>
                  </a:lnTo>
                  <a:lnTo>
                    <a:pt x="88" y="113"/>
                  </a:lnTo>
                  <a:close/>
                  <a:moveTo>
                    <a:pt x="104" y="113"/>
                  </a:moveTo>
                  <a:lnTo>
                    <a:pt x="105" y="113"/>
                  </a:lnTo>
                  <a:lnTo>
                    <a:pt x="105" y="115"/>
                  </a:lnTo>
                  <a:lnTo>
                    <a:pt x="104" y="115"/>
                  </a:lnTo>
                  <a:lnTo>
                    <a:pt x="104" y="113"/>
                  </a:lnTo>
                  <a:close/>
                  <a:moveTo>
                    <a:pt x="73" y="111"/>
                  </a:moveTo>
                  <a:lnTo>
                    <a:pt x="75" y="112"/>
                  </a:lnTo>
                  <a:lnTo>
                    <a:pt x="76" y="111"/>
                  </a:lnTo>
                  <a:lnTo>
                    <a:pt x="77" y="112"/>
                  </a:lnTo>
                  <a:lnTo>
                    <a:pt x="77" y="115"/>
                  </a:lnTo>
                  <a:lnTo>
                    <a:pt x="76" y="116"/>
                  </a:lnTo>
                  <a:lnTo>
                    <a:pt x="73" y="123"/>
                  </a:lnTo>
                  <a:lnTo>
                    <a:pt x="75" y="128"/>
                  </a:lnTo>
                  <a:lnTo>
                    <a:pt x="76" y="130"/>
                  </a:lnTo>
                  <a:lnTo>
                    <a:pt x="76" y="133"/>
                  </a:lnTo>
                  <a:lnTo>
                    <a:pt x="73" y="134"/>
                  </a:lnTo>
                  <a:lnTo>
                    <a:pt x="72" y="133"/>
                  </a:lnTo>
                  <a:lnTo>
                    <a:pt x="72" y="130"/>
                  </a:lnTo>
                  <a:lnTo>
                    <a:pt x="69" y="130"/>
                  </a:lnTo>
                  <a:lnTo>
                    <a:pt x="67" y="128"/>
                  </a:lnTo>
                  <a:lnTo>
                    <a:pt x="65" y="128"/>
                  </a:lnTo>
                  <a:lnTo>
                    <a:pt x="64" y="124"/>
                  </a:lnTo>
                  <a:lnTo>
                    <a:pt x="65" y="123"/>
                  </a:lnTo>
                  <a:lnTo>
                    <a:pt x="69" y="123"/>
                  </a:lnTo>
                  <a:lnTo>
                    <a:pt x="71" y="120"/>
                  </a:lnTo>
                  <a:lnTo>
                    <a:pt x="69" y="116"/>
                  </a:lnTo>
                  <a:lnTo>
                    <a:pt x="71" y="115"/>
                  </a:lnTo>
                  <a:lnTo>
                    <a:pt x="71" y="112"/>
                  </a:lnTo>
                  <a:lnTo>
                    <a:pt x="73" y="111"/>
                  </a:lnTo>
                  <a:close/>
                  <a:moveTo>
                    <a:pt x="105" y="111"/>
                  </a:moveTo>
                  <a:lnTo>
                    <a:pt x="106" y="111"/>
                  </a:lnTo>
                  <a:lnTo>
                    <a:pt x="105" y="112"/>
                  </a:lnTo>
                  <a:lnTo>
                    <a:pt x="104" y="111"/>
                  </a:lnTo>
                  <a:lnTo>
                    <a:pt x="105" y="111"/>
                  </a:lnTo>
                  <a:close/>
                  <a:moveTo>
                    <a:pt x="84" y="108"/>
                  </a:moveTo>
                  <a:lnTo>
                    <a:pt x="84" y="112"/>
                  </a:lnTo>
                  <a:lnTo>
                    <a:pt x="83" y="113"/>
                  </a:lnTo>
                  <a:lnTo>
                    <a:pt x="84" y="116"/>
                  </a:lnTo>
                  <a:lnTo>
                    <a:pt x="83" y="119"/>
                  </a:lnTo>
                  <a:lnTo>
                    <a:pt x="80" y="121"/>
                  </a:lnTo>
                  <a:lnTo>
                    <a:pt x="79" y="127"/>
                  </a:lnTo>
                  <a:lnTo>
                    <a:pt x="77" y="129"/>
                  </a:lnTo>
                  <a:lnTo>
                    <a:pt x="76" y="127"/>
                  </a:lnTo>
                  <a:lnTo>
                    <a:pt x="76" y="124"/>
                  </a:lnTo>
                  <a:lnTo>
                    <a:pt x="79" y="123"/>
                  </a:lnTo>
                  <a:lnTo>
                    <a:pt x="79" y="119"/>
                  </a:lnTo>
                  <a:lnTo>
                    <a:pt x="80" y="116"/>
                  </a:lnTo>
                  <a:lnTo>
                    <a:pt x="81" y="112"/>
                  </a:lnTo>
                  <a:lnTo>
                    <a:pt x="83" y="108"/>
                  </a:lnTo>
                  <a:lnTo>
                    <a:pt x="84" y="108"/>
                  </a:lnTo>
                  <a:close/>
                  <a:moveTo>
                    <a:pt x="88" y="105"/>
                  </a:moveTo>
                  <a:lnTo>
                    <a:pt x="90" y="107"/>
                  </a:lnTo>
                  <a:lnTo>
                    <a:pt x="93" y="105"/>
                  </a:lnTo>
                  <a:lnTo>
                    <a:pt x="93" y="107"/>
                  </a:lnTo>
                  <a:lnTo>
                    <a:pt x="94" y="109"/>
                  </a:lnTo>
                  <a:lnTo>
                    <a:pt x="96" y="113"/>
                  </a:lnTo>
                  <a:lnTo>
                    <a:pt x="97" y="115"/>
                  </a:lnTo>
                  <a:lnTo>
                    <a:pt x="98" y="117"/>
                  </a:lnTo>
                  <a:lnTo>
                    <a:pt x="98" y="120"/>
                  </a:lnTo>
                  <a:lnTo>
                    <a:pt x="97" y="120"/>
                  </a:lnTo>
                  <a:lnTo>
                    <a:pt x="96" y="119"/>
                  </a:lnTo>
                  <a:lnTo>
                    <a:pt x="96" y="121"/>
                  </a:lnTo>
                  <a:lnTo>
                    <a:pt x="93" y="120"/>
                  </a:lnTo>
                  <a:lnTo>
                    <a:pt x="93" y="117"/>
                  </a:lnTo>
                  <a:lnTo>
                    <a:pt x="92" y="115"/>
                  </a:lnTo>
                  <a:lnTo>
                    <a:pt x="92" y="112"/>
                  </a:lnTo>
                  <a:lnTo>
                    <a:pt x="90" y="111"/>
                  </a:lnTo>
                  <a:lnTo>
                    <a:pt x="89" y="112"/>
                  </a:lnTo>
                  <a:lnTo>
                    <a:pt x="88" y="111"/>
                  </a:lnTo>
                  <a:lnTo>
                    <a:pt x="88" y="108"/>
                  </a:lnTo>
                  <a:lnTo>
                    <a:pt x="87" y="105"/>
                  </a:lnTo>
                  <a:lnTo>
                    <a:pt x="88" y="105"/>
                  </a:lnTo>
                  <a:close/>
                  <a:moveTo>
                    <a:pt x="27" y="105"/>
                  </a:moveTo>
                  <a:lnTo>
                    <a:pt x="27" y="108"/>
                  </a:lnTo>
                  <a:lnTo>
                    <a:pt x="27" y="111"/>
                  </a:lnTo>
                  <a:lnTo>
                    <a:pt x="30" y="113"/>
                  </a:lnTo>
                  <a:lnTo>
                    <a:pt x="31" y="116"/>
                  </a:lnTo>
                  <a:lnTo>
                    <a:pt x="30" y="117"/>
                  </a:lnTo>
                  <a:lnTo>
                    <a:pt x="27" y="119"/>
                  </a:lnTo>
                  <a:lnTo>
                    <a:pt x="26" y="120"/>
                  </a:lnTo>
                  <a:lnTo>
                    <a:pt x="25" y="123"/>
                  </a:lnTo>
                  <a:lnTo>
                    <a:pt x="22" y="123"/>
                  </a:lnTo>
                  <a:lnTo>
                    <a:pt x="21" y="124"/>
                  </a:lnTo>
                  <a:lnTo>
                    <a:pt x="21" y="128"/>
                  </a:lnTo>
                  <a:lnTo>
                    <a:pt x="18" y="129"/>
                  </a:lnTo>
                  <a:lnTo>
                    <a:pt x="18" y="130"/>
                  </a:lnTo>
                  <a:lnTo>
                    <a:pt x="17" y="133"/>
                  </a:lnTo>
                  <a:lnTo>
                    <a:pt x="14" y="133"/>
                  </a:lnTo>
                  <a:lnTo>
                    <a:pt x="11" y="137"/>
                  </a:lnTo>
                  <a:lnTo>
                    <a:pt x="9" y="138"/>
                  </a:lnTo>
                  <a:lnTo>
                    <a:pt x="8" y="140"/>
                  </a:lnTo>
                  <a:lnTo>
                    <a:pt x="5" y="141"/>
                  </a:lnTo>
                  <a:lnTo>
                    <a:pt x="4" y="142"/>
                  </a:lnTo>
                  <a:lnTo>
                    <a:pt x="4" y="141"/>
                  </a:lnTo>
                  <a:lnTo>
                    <a:pt x="4" y="140"/>
                  </a:lnTo>
                  <a:lnTo>
                    <a:pt x="8" y="136"/>
                  </a:lnTo>
                  <a:lnTo>
                    <a:pt x="9" y="136"/>
                  </a:lnTo>
                  <a:lnTo>
                    <a:pt x="10" y="132"/>
                  </a:lnTo>
                  <a:lnTo>
                    <a:pt x="11" y="132"/>
                  </a:lnTo>
                  <a:lnTo>
                    <a:pt x="15" y="128"/>
                  </a:lnTo>
                  <a:lnTo>
                    <a:pt x="18" y="124"/>
                  </a:lnTo>
                  <a:lnTo>
                    <a:pt x="21" y="123"/>
                  </a:lnTo>
                  <a:lnTo>
                    <a:pt x="21" y="120"/>
                  </a:lnTo>
                  <a:lnTo>
                    <a:pt x="22" y="117"/>
                  </a:lnTo>
                  <a:lnTo>
                    <a:pt x="23" y="119"/>
                  </a:lnTo>
                  <a:lnTo>
                    <a:pt x="26" y="116"/>
                  </a:lnTo>
                  <a:lnTo>
                    <a:pt x="26" y="113"/>
                  </a:lnTo>
                  <a:lnTo>
                    <a:pt x="25" y="112"/>
                  </a:lnTo>
                  <a:lnTo>
                    <a:pt x="26" y="113"/>
                  </a:lnTo>
                  <a:lnTo>
                    <a:pt x="26" y="109"/>
                  </a:lnTo>
                  <a:lnTo>
                    <a:pt x="26" y="105"/>
                  </a:lnTo>
                  <a:lnTo>
                    <a:pt x="27" y="105"/>
                  </a:lnTo>
                  <a:close/>
                  <a:moveTo>
                    <a:pt x="90" y="102"/>
                  </a:moveTo>
                  <a:lnTo>
                    <a:pt x="89" y="104"/>
                  </a:lnTo>
                  <a:lnTo>
                    <a:pt x="88" y="104"/>
                  </a:lnTo>
                  <a:lnTo>
                    <a:pt x="87" y="103"/>
                  </a:lnTo>
                  <a:lnTo>
                    <a:pt x="88" y="103"/>
                  </a:lnTo>
                  <a:lnTo>
                    <a:pt x="90" y="102"/>
                  </a:lnTo>
                  <a:close/>
                  <a:moveTo>
                    <a:pt x="31" y="98"/>
                  </a:moveTo>
                  <a:lnTo>
                    <a:pt x="33" y="99"/>
                  </a:lnTo>
                  <a:lnTo>
                    <a:pt x="34" y="100"/>
                  </a:lnTo>
                  <a:lnTo>
                    <a:pt x="33" y="102"/>
                  </a:lnTo>
                  <a:lnTo>
                    <a:pt x="33" y="102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31" y="98"/>
                  </a:lnTo>
                  <a:close/>
                  <a:moveTo>
                    <a:pt x="59" y="98"/>
                  </a:moveTo>
                  <a:lnTo>
                    <a:pt x="62" y="100"/>
                  </a:lnTo>
                  <a:lnTo>
                    <a:pt x="63" y="100"/>
                  </a:lnTo>
                  <a:lnTo>
                    <a:pt x="63" y="102"/>
                  </a:lnTo>
                  <a:lnTo>
                    <a:pt x="64" y="102"/>
                  </a:lnTo>
                  <a:lnTo>
                    <a:pt x="67" y="102"/>
                  </a:lnTo>
                  <a:lnTo>
                    <a:pt x="68" y="103"/>
                  </a:lnTo>
                  <a:lnTo>
                    <a:pt x="69" y="104"/>
                  </a:lnTo>
                  <a:lnTo>
                    <a:pt x="71" y="103"/>
                  </a:lnTo>
                  <a:lnTo>
                    <a:pt x="72" y="102"/>
                  </a:lnTo>
                  <a:lnTo>
                    <a:pt x="73" y="103"/>
                  </a:lnTo>
                  <a:lnTo>
                    <a:pt x="73" y="105"/>
                  </a:lnTo>
                  <a:lnTo>
                    <a:pt x="72" y="107"/>
                  </a:lnTo>
                  <a:lnTo>
                    <a:pt x="71" y="109"/>
                  </a:lnTo>
                  <a:lnTo>
                    <a:pt x="68" y="111"/>
                  </a:lnTo>
                  <a:lnTo>
                    <a:pt x="67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4" y="113"/>
                  </a:lnTo>
                  <a:lnTo>
                    <a:pt x="62" y="115"/>
                  </a:lnTo>
                  <a:lnTo>
                    <a:pt x="60" y="116"/>
                  </a:lnTo>
                  <a:lnTo>
                    <a:pt x="59" y="116"/>
                  </a:lnTo>
                  <a:lnTo>
                    <a:pt x="59" y="112"/>
                  </a:lnTo>
                  <a:lnTo>
                    <a:pt x="59" y="109"/>
                  </a:lnTo>
                  <a:lnTo>
                    <a:pt x="59" y="105"/>
                  </a:lnTo>
                  <a:lnTo>
                    <a:pt x="60" y="103"/>
                  </a:lnTo>
                  <a:lnTo>
                    <a:pt x="60" y="102"/>
                  </a:lnTo>
                  <a:lnTo>
                    <a:pt x="59" y="100"/>
                  </a:lnTo>
                  <a:lnTo>
                    <a:pt x="56" y="100"/>
                  </a:lnTo>
                  <a:lnTo>
                    <a:pt x="56" y="99"/>
                  </a:lnTo>
                  <a:lnTo>
                    <a:pt x="59" y="98"/>
                  </a:lnTo>
                  <a:close/>
                  <a:moveTo>
                    <a:pt x="31" y="92"/>
                  </a:moveTo>
                  <a:lnTo>
                    <a:pt x="33" y="94"/>
                  </a:lnTo>
                  <a:lnTo>
                    <a:pt x="34" y="95"/>
                  </a:lnTo>
                  <a:lnTo>
                    <a:pt x="36" y="95"/>
                  </a:lnTo>
                  <a:lnTo>
                    <a:pt x="36" y="96"/>
                  </a:lnTo>
                  <a:lnTo>
                    <a:pt x="36" y="98"/>
                  </a:lnTo>
                  <a:lnTo>
                    <a:pt x="35" y="98"/>
                  </a:lnTo>
                  <a:lnTo>
                    <a:pt x="33" y="96"/>
                  </a:lnTo>
                  <a:lnTo>
                    <a:pt x="31" y="96"/>
                  </a:lnTo>
                  <a:lnTo>
                    <a:pt x="30" y="94"/>
                  </a:lnTo>
                  <a:lnTo>
                    <a:pt x="31" y="92"/>
                  </a:lnTo>
                  <a:close/>
                  <a:moveTo>
                    <a:pt x="65" y="91"/>
                  </a:moveTo>
                  <a:lnTo>
                    <a:pt x="67" y="91"/>
                  </a:lnTo>
                  <a:lnTo>
                    <a:pt x="67" y="92"/>
                  </a:lnTo>
                  <a:lnTo>
                    <a:pt x="64" y="92"/>
                  </a:lnTo>
                  <a:lnTo>
                    <a:pt x="64" y="91"/>
                  </a:lnTo>
                  <a:lnTo>
                    <a:pt x="65" y="91"/>
                  </a:lnTo>
                  <a:close/>
                  <a:moveTo>
                    <a:pt x="73" y="90"/>
                  </a:moveTo>
                  <a:lnTo>
                    <a:pt x="75" y="90"/>
                  </a:lnTo>
                  <a:lnTo>
                    <a:pt x="75" y="91"/>
                  </a:lnTo>
                  <a:lnTo>
                    <a:pt x="75" y="91"/>
                  </a:lnTo>
                  <a:lnTo>
                    <a:pt x="77" y="92"/>
                  </a:lnTo>
                  <a:lnTo>
                    <a:pt x="79" y="94"/>
                  </a:lnTo>
                  <a:lnTo>
                    <a:pt x="83" y="95"/>
                  </a:lnTo>
                  <a:lnTo>
                    <a:pt x="84" y="98"/>
                  </a:lnTo>
                  <a:lnTo>
                    <a:pt x="84" y="99"/>
                  </a:lnTo>
                  <a:lnTo>
                    <a:pt x="83" y="99"/>
                  </a:lnTo>
                  <a:lnTo>
                    <a:pt x="79" y="98"/>
                  </a:lnTo>
                  <a:lnTo>
                    <a:pt x="76" y="95"/>
                  </a:lnTo>
                  <a:lnTo>
                    <a:pt x="75" y="95"/>
                  </a:lnTo>
                  <a:lnTo>
                    <a:pt x="73" y="98"/>
                  </a:lnTo>
                  <a:lnTo>
                    <a:pt x="72" y="96"/>
                  </a:lnTo>
                  <a:lnTo>
                    <a:pt x="72" y="95"/>
                  </a:lnTo>
                  <a:lnTo>
                    <a:pt x="73" y="94"/>
                  </a:lnTo>
                  <a:lnTo>
                    <a:pt x="73" y="92"/>
                  </a:lnTo>
                  <a:lnTo>
                    <a:pt x="73" y="90"/>
                  </a:lnTo>
                  <a:close/>
                  <a:moveTo>
                    <a:pt x="77" y="90"/>
                  </a:moveTo>
                  <a:lnTo>
                    <a:pt x="79" y="90"/>
                  </a:lnTo>
                  <a:lnTo>
                    <a:pt x="80" y="92"/>
                  </a:lnTo>
                  <a:lnTo>
                    <a:pt x="80" y="92"/>
                  </a:lnTo>
                  <a:lnTo>
                    <a:pt x="77" y="91"/>
                  </a:lnTo>
                  <a:lnTo>
                    <a:pt x="77" y="90"/>
                  </a:lnTo>
                  <a:close/>
                  <a:moveTo>
                    <a:pt x="93" y="90"/>
                  </a:moveTo>
                  <a:lnTo>
                    <a:pt x="94" y="90"/>
                  </a:lnTo>
                  <a:lnTo>
                    <a:pt x="94" y="90"/>
                  </a:lnTo>
                  <a:lnTo>
                    <a:pt x="96" y="90"/>
                  </a:lnTo>
                  <a:lnTo>
                    <a:pt x="97" y="91"/>
                  </a:lnTo>
                  <a:lnTo>
                    <a:pt x="100" y="94"/>
                  </a:lnTo>
                  <a:lnTo>
                    <a:pt x="101" y="95"/>
                  </a:lnTo>
                  <a:lnTo>
                    <a:pt x="100" y="96"/>
                  </a:lnTo>
                  <a:lnTo>
                    <a:pt x="101" y="100"/>
                  </a:lnTo>
                  <a:lnTo>
                    <a:pt x="101" y="104"/>
                  </a:lnTo>
                  <a:lnTo>
                    <a:pt x="102" y="105"/>
                  </a:lnTo>
                  <a:lnTo>
                    <a:pt x="102" y="107"/>
                  </a:lnTo>
                  <a:lnTo>
                    <a:pt x="104" y="108"/>
                  </a:lnTo>
                  <a:lnTo>
                    <a:pt x="102" y="108"/>
                  </a:lnTo>
                  <a:lnTo>
                    <a:pt x="102" y="108"/>
                  </a:lnTo>
                  <a:lnTo>
                    <a:pt x="101" y="108"/>
                  </a:lnTo>
                  <a:lnTo>
                    <a:pt x="97" y="108"/>
                  </a:lnTo>
                  <a:lnTo>
                    <a:pt x="97" y="107"/>
                  </a:lnTo>
                  <a:lnTo>
                    <a:pt x="94" y="105"/>
                  </a:lnTo>
                  <a:lnTo>
                    <a:pt x="94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4" y="103"/>
                  </a:lnTo>
                  <a:lnTo>
                    <a:pt x="94" y="102"/>
                  </a:lnTo>
                  <a:lnTo>
                    <a:pt x="93" y="100"/>
                  </a:lnTo>
                  <a:lnTo>
                    <a:pt x="90" y="98"/>
                  </a:lnTo>
                  <a:lnTo>
                    <a:pt x="88" y="95"/>
                  </a:lnTo>
                  <a:lnTo>
                    <a:pt x="85" y="91"/>
                  </a:lnTo>
                  <a:lnTo>
                    <a:pt x="85" y="90"/>
                  </a:lnTo>
                  <a:lnTo>
                    <a:pt x="87" y="90"/>
                  </a:lnTo>
                  <a:lnTo>
                    <a:pt x="89" y="90"/>
                  </a:lnTo>
                  <a:lnTo>
                    <a:pt x="90" y="90"/>
                  </a:lnTo>
                  <a:lnTo>
                    <a:pt x="92" y="90"/>
                  </a:lnTo>
                  <a:lnTo>
                    <a:pt x="93" y="90"/>
                  </a:lnTo>
                  <a:close/>
                  <a:moveTo>
                    <a:pt x="60" y="88"/>
                  </a:moveTo>
                  <a:lnTo>
                    <a:pt x="60" y="91"/>
                  </a:lnTo>
                  <a:lnTo>
                    <a:pt x="60" y="92"/>
                  </a:lnTo>
                  <a:lnTo>
                    <a:pt x="60" y="96"/>
                  </a:lnTo>
                  <a:lnTo>
                    <a:pt x="58" y="96"/>
                  </a:lnTo>
                  <a:lnTo>
                    <a:pt x="58" y="94"/>
                  </a:lnTo>
                  <a:lnTo>
                    <a:pt x="59" y="91"/>
                  </a:lnTo>
                  <a:lnTo>
                    <a:pt x="59" y="88"/>
                  </a:lnTo>
                  <a:lnTo>
                    <a:pt x="60" y="88"/>
                  </a:lnTo>
                  <a:close/>
                  <a:moveTo>
                    <a:pt x="69" y="82"/>
                  </a:moveTo>
                  <a:lnTo>
                    <a:pt x="72" y="84"/>
                  </a:lnTo>
                  <a:lnTo>
                    <a:pt x="72" y="86"/>
                  </a:lnTo>
                  <a:lnTo>
                    <a:pt x="72" y="87"/>
                  </a:lnTo>
                  <a:lnTo>
                    <a:pt x="69" y="84"/>
                  </a:lnTo>
                  <a:lnTo>
                    <a:pt x="69" y="83"/>
                  </a:lnTo>
                  <a:lnTo>
                    <a:pt x="69" y="82"/>
                  </a:lnTo>
                  <a:close/>
                  <a:moveTo>
                    <a:pt x="39" y="78"/>
                  </a:moveTo>
                  <a:lnTo>
                    <a:pt x="42" y="78"/>
                  </a:lnTo>
                  <a:lnTo>
                    <a:pt x="44" y="78"/>
                  </a:lnTo>
                  <a:lnTo>
                    <a:pt x="50" y="82"/>
                  </a:lnTo>
                  <a:lnTo>
                    <a:pt x="51" y="83"/>
                  </a:lnTo>
                  <a:lnTo>
                    <a:pt x="51" y="84"/>
                  </a:lnTo>
                  <a:lnTo>
                    <a:pt x="51" y="87"/>
                  </a:lnTo>
                  <a:lnTo>
                    <a:pt x="52" y="88"/>
                  </a:lnTo>
                  <a:lnTo>
                    <a:pt x="52" y="91"/>
                  </a:lnTo>
                  <a:lnTo>
                    <a:pt x="51" y="91"/>
                  </a:lnTo>
                  <a:lnTo>
                    <a:pt x="51" y="94"/>
                  </a:lnTo>
                  <a:lnTo>
                    <a:pt x="48" y="95"/>
                  </a:lnTo>
                  <a:lnTo>
                    <a:pt x="47" y="95"/>
                  </a:lnTo>
                  <a:lnTo>
                    <a:pt x="44" y="92"/>
                  </a:lnTo>
                  <a:lnTo>
                    <a:pt x="44" y="90"/>
                  </a:lnTo>
                  <a:lnTo>
                    <a:pt x="42" y="88"/>
                  </a:lnTo>
                  <a:lnTo>
                    <a:pt x="42" y="84"/>
                  </a:lnTo>
                  <a:lnTo>
                    <a:pt x="40" y="83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6" y="79"/>
                  </a:lnTo>
                  <a:lnTo>
                    <a:pt x="36" y="78"/>
                  </a:lnTo>
                  <a:lnTo>
                    <a:pt x="39" y="78"/>
                  </a:lnTo>
                  <a:close/>
                  <a:moveTo>
                    <a:pt x="56" y="77"/>
                  </a:moveTo>
                  <a:lnTo>
                    <a:pt x="58" y="78"/>
                  </a:lnTo>
                  <a:lnTo>
                    <a:pt x="59" y="79"/>
                  </a:lnTo>
                  <a:lnTo>
                    <a:pt x="58" y="80"/>
                  </a:lnTo>
                  <a:lnTo>
                    <a:pt x="58" y="82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6" y="77"/>
                  </a:lnTo>
                  <a:close/>
                  <a:moveTo>
                    <a:pt x="33" y="74"/>
                  </a:moveTo>
                  <a:lnTo>
                    <a:pt x="34" y="74"/>
                  </a:lnTo>
                  <a:lnTo>
                    <a:pt x="36" y="75"/>
                  </a:lnTo>
                  <a:lnTo>
                    <a:pt x="35" y="77"/>
                  </a:lnTo>
                  <a:lnTo>
                    <a:pt x="33" y="75"/>
                  </a:lnTo>
                  <a:lnTo>
                    <a:pt x="33" y="74"/>
                  </a:lnTo>
                  <a:close/>
                  <a:moveTo>
                    <a:pt x="84" y="70"/>
                  </a:moveTo>
                  <a:lnTo>
                    <a:pt x="85" y="73"/>
                  </a:lnTo>
                  <a:lnTo>
                    <a:pt x="87" y="74"/>
                  </a:lnTo>
                  <a:lnTo>
                    <a:pt x="85" y="77"/>
                  </a:lnTo>
                  <a:lnTo>
                    <a:pt x="83" y="78"/>
                  </a:lnTo>
                  <a:lnTo>
                    <a:pt x="81" y="77"/>
                  </a:lnTo>
                  <a:lnTo>
                    <a:pt x="83" y="75"/>
                  </a:lnTo>
                  <a:lnTo>
                    <a:pt x="83" y="74"/>
                  </a:lnTo>
                  <a:lnTo>
                    <a:pt x="83" y="71"/>
                  </a:lnTo>
                  <a:lnTo>
                    <a:pt x="84" y="70"/>
                  </a:lnTo>
                  <a:close/>
                  <a:moveTo>
                    <a:pt x="55" y="67"/>
                  </a:moveTo>
                  <a:lnTo>
                    <a:pt x="58" y="69"/>
                  </a:lnTo>
                  <a:lnTo>
                    <a:pt x="58" y="70"/>
                  </a:lnTo>
                  <a:lnTo>
                    <a:pt x="56" y="69"/>
                  </a:lnTo>
                  <a:lnTo>
                    <a:pt x="55" y="67"/>
                  </a:lnTo>
                  <a:close/>
                  <a:moveTo>
                    <a:pt x="56" y="57"/>
                  </a:moveTo>
                  <a:lnTo>
                    <a:pt x="58" y="58"/>
                  </a:lnTo>
                  <a:lnTo>
                    <a:pt x="56" y="59"/>
                  </a:lnTo>
                  <a:lnTo>
                    <a:pt x="56" y="62"/>
                  </a:lnTo>
                  <a:lnTo>
                    <a:pt x="55" y="65"/>
                  </a:lnTo>
                  <a:lnTo>
                    <a:pt x="54" y="62"/>
                  </a:lnTo>
                  <a:lnTo>
                    <a:pt x="55" y="62"/>
                  </a:lnTo>
                  <a:lnTo>
                    <a:pt x="54" y="58"/>
                  </a:lnTo>
                  <a:lnTo>
                    <a:pt x="56" y="57"/>
                  </a:lnTo>
                  <a:close/>
                  <a:moveTo>
                    <a:pt x="39" y="12"/>
                  </a:moveTo>
                  <a:lnTo>
                    <a:pt x="43" y="13"/>
                  </a:lnTo>
                  <a:lnTo>
                    <a:pt x="46" y="15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51" y="15"/>
                  </a:lnTo>
                  <a:lnTo>
                    <a:pt x="52" y="13"/>
                  </a:lnTo>
                  <a:lnTo>
                    <a:pt x="52" y="12"/>
                  </a:lnTo>
                  <a:lnTo>
                    <a:pt x="54" y="12"/>
                  </a:lnTo>
                  <a:lnTo>
                    <a:pt x="55" y="15"/>
                  </a:lnTo>
                  <a:lnTo>
                    <a:pt x="55" y="16"/>
                  </a:lnTo>
                  <a:lnTo>
                    <a:pt x="54" y="17"/>
                  </a:lnTo>
                  <a:lnTo>
                    <a:pt x="54" y="23"/>
                  </a:lnTo>
                  <a:lnTo>
                    <a:pt x="55" y="27"/>
                  </a:lnTo>
                  <a:lnTo>
                    <a:pt x="56" y="27"/>
                  </a:lnTo>
                  <a:lnTo>
                    <a:pt x="58" y="29"/>
                  </a:lnTo>
                  <a:lnTo>
                    <a:pt x="59" y="30"/>
                  </a:lnTo>
                  <a:lnTo>
                    <a:pt x="58" y="36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5" y="46"/>
                  </a:lnTo>
                  <a:lnTo>
                    <a:pt x="55" y="45"/>
                  </a:lnTo>
                  <a:lnTo>
                    <a:pt x="55" y="42"/>
                  </a:lnTo>
                  <a:lnTo>
                    <a:pt x="54" y="44"/>
                  </a:lnTo>
                  <a:lnTo>
                    <a:pt x="50" y="48"/>
                  </a:lnTo>
                  <a:lnTo>
                    <a:pt x="50" y="49"/>
                  </a:lnTo>
                  <a:lnTo>
                    <a:pt x="50" y="52"/>
                  </a:lnTo>
                  <a:lnTo>
                    <a:pt x="48" y="54"/>
                  </a:lnTo>
                  <a:lnTo>
                    <a:pt x="48" y="57"/>
                  </a:lnTo>
                  <a:lnTo>
                    <a:pt x="50" y="58"/>
                  </a:lnTo>
                  <a:lnTo>
                    <a:pt x="51" y="61"/>
                  </a:lnTo>
                  <a:lnTo>
                    <a:pt x="52" y="62"/>
                  </a:lnTo>
                  <a:lnTo>
                    <a:pt x="51" y="63"/>
                  </a:lnTo>
                  <a:lnTo>
                    <a:pt x="51" y="66"/>
                  </a:lnTo>
                  <a:lnTo>
                    <a:pt x="52" y="67"/>
                  </a:lnTo>
                  <a:lnTo>
                    <a:pt x="54" y="70"/>
                  </a:lnTo>
                  <a:lnTo>
                    <a:pt x="56" y="71"/>
                  </a:lnTo>
                  <a:lnTo>
                    <a:pt x="59" y="70"/>
                  </a:lnTo>
                  <a:lnTo>
                    <a:pt x="59" y="69"/>
                  </a:lnTo>
                  <a:lnTo>
                    <a:pt x="63" y="66"/>
                  </a:lnTo>
                  <a:lnTo>
                    <a:pt x="64" y="66"/>
                  </a:lnTo>
                  <a:lnTo>
                    <a:pt x="68" y="69"/>
                  </a:lnTo>
                  <a:lnTo>
                    <a:pt x="69" y="71"/>
                  </a:lnTo>
                  <a:lnTo>
                    <a:pt x="69" y="74"/>
                  </a:lnTo>
                  <a:lnTo>
                    <a:pt x="71" y="75"/>
                  </a:lnTo>
                  <a:lnTo>
                    <a:pt x="72" y="74"/>
                  </a:lnTo>
                  <a:lnTo>
                    <a:pt x="72" y="71"/>
                  </a:lnTo>
                  <a:lnTo>
                    <a:pt x="73" y="70"/>
                  </a:lnTo>
                  <a:lnTo>
                    <a:pt x="75" y="73"/>
                  </a:lnTo>
                  <a:lnTo>
                    <a:pt x="77" y="73"/>
                  </a:lnTo>
                  <a:lnTo>
                    <a:pt x="79" y="74"/>
                  </a:lnTo>
                  <a:lnTo>
                    <a:pt x="80" y="75"/>
                  </a:lnTo>
                  <a:lnTo>
                    <a:pt x="79" y="75"/>
                  </a:lnTo>
                  <a:lnTo>
                    <a:pt x="77" y="75"/>
                  </a:lnTo>
                  <a:lnTo>
                    <a:pt x="76" y="75"/>
                  </a:lnTo>
                  <a:lnTo>
                    <a:pt x="76" y="78"/>
                  </a:lnTo>
                  <a:lnTo>
                    <a:pt x="77" y="82"/>
                  </a:lnTo>
                  <a:lnTo>
                    <a:pt x="77" y="83"/>
                  </a:lnTo>
                  <a:lnTo>
                    <a:pt x="80" y="83"/>
                  </a:lnTo>
                  <a:lnTo>
                    <a:pt x="81" y="84"/>
                  </a:lnTo>
                  <a:lnTo>
                    <a:pt x="84" y="84"/>
                  </a:lnTo>
                  <a:lnTo>
                    <a:pt x="85" y="86"/>
                  </a:lnTo>
                  <a:lnTo>
                    <a:pt x="84" y="87"/>
                  </a:lnTo>
                  <a:lnTo>
                    <a:pt x="84" y="88"/>
                  </a:lnTo>
                  <a:lnTo>
                    <a:pt x="83" y="91"/>
                  </a:lnTo>
                  <a:lnTo>
                    <a:pt x="81" y="91"/>
                  </a:lnTo>
                  <a:lnTo>
                    <a:pt x="79" y="88"/>
                  </a:lnTo>
                  <a:lnTo>
                    <a:pt x="81" y="87"/>
                  </a:lnTo>
                  <a:lnTo>
                    <a:pt x="81" y="86"/>
                  </a:lnTo>
                  <a:lnTo>
                    <a:pt x="79" y="86"/>
                  </a:lnTo>
                  <a:lnTo>
                    <a:pt x="79" y="86"/>
                  </a:lnTo>
                  <a:lnTo>
                    <a:pt x="77" y="87"/>
                  </a:lnTo>
                  <a:lnTo>
                    <a:pt x="75" y="84"/>
                  </a:lnTo>
                  <a:lnTo>
                    <a:pt x="73" y="83"/>
                  </a:lnTo>
                  <a:lnTo>
                    <a:pt x="73" y="80"/>
                  </a:lnTo>
                  <a:lnTo>
                    <a:pt x="72" y="79"/>
                  </a:lnTo>
                  <a:lnTo>
                    <a:pt x="68" y="78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4" y="73"/>
                  </a:lnTo>
                  <a:lnTo>
                    <a:pt x="63" y="73"/>
                  </a:lnTo>
                  <a:lnTo>
                    <a:pt x="63" y="74"/>
                  </a:lnTo>
                  <a:lnTo>
                    <a:pt x="64" y="78"/>
                  </a:lnTo>
                  <a:lnTo>
                    <a:pt x="65" y="82"/>
                  </a:lnTo>
                  <a:lnTo>
                    <a:pt x="64" y="82"/>
                  </a:lnTo>
                  <a:lnTo>
                    <a:pt x="63" y="78"/>
                  </a:lnTo>
                  <a:lnTo>
                    <a:pt x="60" y="77"/>
                  </a:lnTo>
                  <a:lnTo>
                    <a:pt x="59" y="74"/>
                  </a:lnTo>
                  <a:lnTo>
                    <a:pt x="54" y="73"/>
                  </a:lnTo>
                  <a:lnTo>
                    <a:pt x="51" y="73"/>
                  </a:lnTo>
                  <a:lnTo>
                    <a:pt x="50" y="74"/>
                  </a:lnTo>
                  <a:lnTo>
                    <a:pt x="51" y="75"/>
                  </a:lnTo>
                  <a:lnTo>
                    <a:pt x="48" y="77"/>
                  </a:lnTo>
                  <a:lnTo>
                    <a:pt x="46" y="74"/>
                  </a:lnTo>
                  <a:lnTo>
                    <a:pt x="44" y="75"/>
                  </a:lnTo>
                  <a:lnTo>
                    <a:pt x="42" y="77"/>
                  </a:lnTo>
                  <a:lnTo>
                    <a:pt x="43" y="74"/>
                  </a:lnTo>
                  <a:lnTo>
                    <a:pt x="42" y="73"/>
                  </a:lnTo>
                  <a:lnTo>
                    <a:pt x="40" y="73"/>
                  </a:lnTo>
                  <a:lnTo>
                    <a:pt x="40" y="75"/>
                  </a:lnTo>
                  <a:lnTo>
                    <a:pt x="39" y="73"/>
                  </a:lnTo>
                  <a:lnTo>
                    <a:pt x="39" y="70"/>
                  </a:lnTo>
                  <a:lnTo>
                    <a:pt x="39" y="69"/>
                  </a:lnTo>
                  <a:lnTo>
                    <a:pt x="40" y="66"/>
                  </a:lnTo>
                  <a:lnTo>
                    <a:pt x="43" y="63"/>
                  </a:lnTo>
                  <a:lnTo>
                    <a:pt x="40" y="62"/>
                  </a:lnTo>
                  <a:lnTo>
                    <a:pt x="38" y="62"/>
                  </a:lnTo>
                  <a:lnTo>
                    <a:pt x="38" y="63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6" y="66"/>
                  </a:lnTo>
                  <a:lnTo>
                    <a:pt x="34" y="63"/>
                  </a:lnTo>
                  <a:lnTo>
                    <a:pt x="34" y="61"/>
                  </a:lnTo>
                  <a:lnTo>
                    <a:pt x="33" y="61"/>
                  </a:lnTo>
                  <a:lnTo>
                    <a:pt x="33" y="61"/>
                  </a:lnTo>
                  <a:lnTo>
                    <a:pt x="31" y="61"/>
                  </a:lnTo>
                  <a:lnTo>
                    <a:pt x="31" y="55"/>
                  </a:lnTo>
                  <a:lnTo>
                    <a:pt x="29" y="53"/>
                  </a:lnTo>
                  <a:lnTo>
                    <a:pt x="29" y="49"/>
                  </a:lnTo>
                  <a:lnTo>
                    <a:pt x="29" y="48"/>
                  </a:lnTo>
                  <a:lnTo>
                    <a:pt x="29" y="46"/>
                  </a:lnTo>
                  <a:lnTo>
                    <a:pt x="27" y="46"/>
                  </a:lnTo>
                  <a:lnTo>
                    <a:pt x="27" y="44"/>
                  </a:lnTo>
                  <a:lnTo>
                    <a:pt x="27" y="41"/>
                  </a:lnTo>
                  <a:lnTo>
                    <a:pt x="29" y="44"/>
                  </a:lnTo>
                  <a:lnTo>
                    <a:pt x="31" y="44"/>
                  </a:lnTo>
                  <a:lnTo>
                    <a:pt x="33" y="42"/>
                  </a:lnTo>
                  <a:lnTo>
                    <a:pt x="33" y="41"/>
                  </a:lnTo>
                  <a:lnTo>
                    <a:pt x="31" y="37"/>
                  </a:lnTo>
                  <a:lnTo>
                    <a:pt x="31" y="34"/>
                  </a:lnTo>
                  <a:lnTo>
                    <a:pt x="33" y="29"/>
                  </a:lnTo>
                  <a:lnTo>
                    <a:pt x="33" y="24"/>
                  </a:lnTo>
                  <a:lnTo>
                    <a:pt x="33" y="21"/>
                  </a:lnTo>
                  <a:lnTo>
                    <a:pt x="35" y="16"/>
                  </a:lnTo>
                  <a:lnTo>
                    <a:pt x="35" y="13"/>
                  </a:lnTo>
                  <a:lnTo>
                    <a:pt x="39" y="12"/>
                  </a:lnTo>
                  <a:close/>
                  <a:moveTo>
                    <a:pt x="42" y="8"/>
                  </a:moveTo>
                  <a:lnTo>
                    <a:pt x="44" y="8"/>
                  </a:lnTo>
                  <a:lnTo>
                    <a:pt x="43" y="9"/>
                  </a:lnTo>
                  <a:lnTo>
                    <a:pt x="42" y="8"/>
                  </a:lnTo>
                  <a:close/>
                  <a:moveTo>
                    <a:pt x="50" y="7"/>
                  </a:moveTo>
                  <a:lnTo>
                    <a:pt x="51" y="7"/>
                  </a:lnTo>
                  <a:lnTo>
                    <a:pt x="50" y="9"/>
                  </a:lnTo>
                  <a:lnTo>
                    <a:pt x="48" y="8"/>
                  </a:lnTo>
                  <a:lnTo>
                    <a:pt x="50" y="7"/>
                  </a:lnTo>
                  <a:close/>
                  <a:moveTo>
                    <a:pt x="40" y="4"/>
                  </a:moveTo>
                  <a:lnTo>
                    <a:pt x="42" y="5"/>
                  </a:lnTo>
                  <a:lnTo>
                    <a:pt x="39" y="5"/>
                  </a:lnTo>
                  <a:lnTo>
                    <a:pt x="40" y="4"/>
                  </a:lnTo>
                  <a:close/>
                  <a:moveTo>
                    <a:pt x="44" y="0"/>
                  </a:moveTo>
                  <a:lnTo>
                    <a:pt x="44" y="3"/>
                  </a:lnTo>
                  <a:lnTo>
                    <a:pt x="43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1" name="Freeform 356"/>
            <p:cNvSpPr>
              <a:spLocks noEditPoints="1"/>
            </p:cNvSpPr>
            <p:nvPr/>
          </p:nvSpPr>
          <p:spPr bwMode="auto">
            <a:xfrm>
              <a:off x="8653217" y="4185447"/>
              <a:ext cx="1383072" cy="520238"/>
            </a:xfrm>
            <a:custGeom>
              <a:avLst/>
              <a:gdLst>
                <a:gd name="T0" fmla="*/ 294 w 545"/>
                <a:gd name="T1" fmla="*/ 196 h 205"/>
                <a:gd name="T2" fmla="*/ 341 w 545"/>
                <a:gd name="T3" fmla="*/ 187 h 205"/>
                <a:gd name="T4" fmla="*/ 343 w 545"/>
                <a:gd name="T5" fmla="*/ 174 h 205"/>
                <a:gd name="T6" fmla="*/ 398 w 545"/>
                <a:gd name="T7" fmla="*/ 172 h 205"/>
                <a:gd name="T8" fmla="*/ 274 w 545"/>
                <a:gd name="T9" fmla="*/ 171 h 205"/>
                <a:gd name="T10" fmla="*/ 264 w 545"/>
                <a:gd name="T11" fmla="*/ 175 h 205"/>
                <a:gd name="T12" fmla="*/ 239 w 545"/>
                <a:gd name="T13" fmla="*/ 170 h 205"/>
                <a:gd name="T14" fmla="*/ 296 w 545"/>
                <a:gd name="T15" fmla="*/ 179 h 205"/>
                <a:gd name="T16" fmla="*/ 370 w 545"/>
                <a:gd name="T17" fmla="*/ 167 h 205"/>
                <a:gd name="T18" fmla="*/ 516 w 545"/>
                <a:gd name="T19" fmla="*/ 168 h 205"/>
                <a:gd name="T20" fmla="*/ 433 w 545"/>
                <a:gd name="T21" fmla="*/ 156 h 205"/>
                <a:gd name="T22" fmla="*/ 236 w 545"/>
                <a:gd name="T23" fmla="*/ 154 h 205"/>
                <a:gd name="T24" fmla="*/ 465 w 545"/>
                <a:gd name="T25" fmla="*/ 149 h 205"/>
                <a:gd name="T26" fmla="*/ 468 w 545"/>
                <a:gd name="T27" fmla="*/ 146 h 205"/>
                <a:gd name="T28" fmla="*/ 202 w 545"/>
                <a:gd name="T29" fmla="*/ 154 h 205"/>
                <a:gd name="T30" fmla="*/ 185 w 545"/>
                <a:gd name="T31" fmla="*/ 172 h 205"/>
                <a:gd name="T32" fmla="*/ 127 w 545"/>
                <a:gd name="T33" fmla="*/ 149 h 205"/>
                <a:gd name="T34" fmla="*/ 464 w 545"/>
                <a:gd name="T35" fmla="*/ 141 h 205"/>
                <a:gd name="T36" fmla="*/ 325 w 545"/>
                <a:gd name="T37" fmla="*/ 127 h 205"/>
                <a:gd name="T38" fmla="*/ 329 w 545"/>
                <a:gd name="T39" fmla="*/ 129 h 205"/>
                <a:gd name="T40" fmla="*/ 246 w 545"/>
                <a:gd name="T41" fmla="*/ 116 h 205"/>
                <a:gd name="T42" fmla="*/ 61 w 545"/>
                <a:gd name="T43" fmla="*/ 105 h 205"/>
                <a:gd name="T44" fmla="*/ 397 w 545"/>
                <a:gd name="T45" fmla="*/ 105 h 205"/>
                <a:gd name="T46" fmla="*/ 365 w 545"/>
                <a:gd name="T47" fmla="*/ 97 h 205"/>
                <a:gd name="T48" fmla="*/ 411 w 545"/>
                <a:gd name="T49" fmla="*/ 93 h 205"/>
                <a:gd name="T50" fmla="*/ 491 w 545"/>
                <a:gd name="T51" fmla="*/ 91 h 205"/>
                <a:gd name="T52" fmla="*/ 127 w 545"/>
                <a:gd name="T53" fmla="*/ 92 h 205"/>
                <a:gd name="T54" fmla="*/ 175 w 545"/>
                <a:gd name="T55" fmla="*/ 85 h 205"/>
                <a:gd name="T56" fmla="*/ 170 w 545"/>
                <a:gd name="T57" fmla="*/ 83 h 205"/>
                <a:gd name="T58" fmla="*/ 478 w 545"/>
                <a:gd name="T59" fmla="*/ 77 h 205"/>
                <a:gd name="T60" fmla="*/ 169 w 545"/>
                <a:gd name="T61" fmla="*/ 77 h 205"/>
                <a:gd name="T62" fmla="*/ 470 w 545"/>
                <a:gd name="T63" fmla="*/ 101 h 205"/>
                <a:gd name="T64" fmla="*/ 532 w 545"/>
                <a:gd name="T65" fmla="*/ 97 h 205"/>
                <a:gd name="T66" fmla="*/ 518 w 545"/>
                <a:gd name="T67" fmla="*/ 168 h 205"/>
                <a:gd name="T68" fmla="*/ 507 w 545"/>
                <a:gd name="T69" fmla="*/ 134 h 205"/>
                <a:gd name="T70" fmla="*/ 458 w 545"/>
                <a:gd name="T71" fmla="*/ 109 h 205"/>
                <a:gd name="T72" fmla="*/ 458 w 545"/>
                <a:gd name="T73" fmla="*/ 101 h 205"/>
                <a:gd name="T74" fmla="*/ 441 w 545"/>
                <a:gd name="T75" fmla="*/ 74 h 205"/>
                <a:gd name="T76" fmla="*/ 404 w 545"/>
                <a:gd name="T77" fmla="*/ 70 h 205"/>
                <a:gd name="T78" fmla="*/ 28 w 545"/>
                <a:gd name="T79" fmla="*/ 52 h 205"/>
                <a:gd name="T80" fmla="*/ 333 w 545"/>
                <a:gd name="T81" fmla="*/ 66 h 205"/>
                <a:gd name="T82" fmla="*/ 335 w 545"/>
                <a:gd name="T83" fmla="*/ 77 h 205"/>
                <a:gd name="T84" fmla="*/ 320 w 545"/>
                <a:gd name="T85" fmla="*/ 114 h 205"/>
                <a:gd name="T86" fmla="*/ 307 w 545"/>
                <a:gd name="T87" fmla="*/ 117 h 205"/>
                <a:gd name="T88" fmla="*/ 286 w 545"/>
                <a:gd name="T89" fmla="*/ 129 h 205"/>
                <a:gd name="T90" fmla="*/ 291 w 545"/>
                <a:gd name="T91" fmla="*/ 70 h 205"/>
                <a:gd name="T92" fmla="*/ 78 w 545"/>
                <a:gd name="T93" fmla="*/ 45 h 205"/>
                <a:gd name="T94" fmla="*/ 393 w 545"/>
                <a:gd name="T95" fmla="*/ 60 h 205"/>
                <a:gd name="T96" fmla="*/ 385 w 545"/>
                <a:gd name="T97" fmla="*/ 50 h 205"/>
                <a:gd name="T98" fmla="*/ 132 w 545"/>
                <a:gd name="T99" fmla="*/ 29 h 205"/>
                <a:gd name="T100" fmla="*/ 266 w 545"/>
                <a:gd name="T101" fmla="*/ 20 h 205"/>
                <a:gd name="T102" fmla="*/ 265 w 545"/>
                <a:gd name="T103" fmla="*/ 33 h 205"/>
                <a:gd name="T104" fmla="*/ 257 w 545"/>
                <a:gd name="T105" fmla="*/ 85 h 205"/>
                <a:gd name="T106" fmla="*/ 229 w 545"/>
                <a:gd name="T107" fmla="*/ 121 h 205"/>
                <a:gd name="T108" fmla="*/ 196 w 545"/>
                <a:gd name="T109" fmla="*/ 106 h 205"/>
                <a:gd name="T110" fmla="*/ 166 w 545"/>
                <a:gd name="T111" fmla="*/ 72 h 205"/>
                <a:gd name="T112" fmla="*/ 231 w 545"/>
                <a:gd name="T113" fmla="*/ 50 h 205"/>
                <a:gd name="T114" fmla="*/ 17 w 545"/>
                <a:gd name="T115" fmla="*/ 4 h 205"/>
                <a:gd name="T116" fmla="*/ 84 w 545"/>
                <a:gd name="T117" fmla="*/ 58 h 205"/>
                <a:gd name="T118" fmla="*/ 113 w 545"/>
                <a:gd name="T119" fmla="*/ 93 h 205"/>
                <a:gd name="T120" fmla="*/ 109 w 545"/>
                <a:gd name="T121" fmla="*/ 139 h 205"/>
                <a:gd name="T122" fmla="*/ 40 w 545"/>
                <a:gd name="T123" fmla="*/ 49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5" h="205">
                  <a:moveTo>
                    <a:pt x="331" y="199"/>
                  </a:moveTo>
                  <a:lnTo>
                    <a:pt x="331" y="200"/>
                  </a:lnTo>
                  <a:lnTo>
                    <a:pt x="329" y="202"/>
                  </a:lnTo>
                  <a:lnTo>
                    <a:pt x="324" y="205"/>
                  </a:lnTo>
                  <a:lnTo>
                    <a:pt x="323" y="204"/>
                  </a:lnTo>
                  <a:lnTo>
                    <a:pt x="324" y="202"/>
                  </a:lnTo>
                  <a:lnTo>
                    <a:pt x="328" y="200"/>
                  </a:lnTo>
                  <a:lnTo>
                    <a:pt x="328" y="200"/>
                  </a:lnTo>
                  <a:lnTo>
                    <a:pt x="331" y="199"/>
                  </a:lnTo>
                  <a:close/>
                  <a:moveTo>
                    <a:pt x="312" y="199"/>
                  </a:moveTo>
                  <a:lnTo>
                    <a:pt x="314" y="200"/>
                  </a:lnTo>
                  <a:lnTo>
                    <a:pt x="314" y="201"/>
                  </a:lnTo>
                  <a:lnTo>
                    <a:pt x="312" y="201"/>
                  </a:lnTo>
                  <a:lnTo>
                    <a:pt x="311" y="201"/>
                  </a:lnTo>
                  <a:lnTo>
                    <a:pt x="312" y="200"/>
                  </a:lnTo>
                  <a:lnTo>
                    <a:pt x="312" y="199"/>
                  </a:lnTo>
                  <a:close/>
                  <a:moveTo>
                    <a:pt x="329" y="195"/>
                  </a:moveTo>
                  <a:lnTo>
                    <a:pt x="331" y="195"/>
                  </a:lnTo>
                  <a:lnTo>
                    <a:pt x="329" y="197"/>
                  </a:lnTo>
                  <a:lnTo>
                    <a:pt x="328" y="197"/>
                  </a:lnTo>
                  <a:lnTo>
                    <a:pt x="329" y="195"/>
                  </a:lnTo>
                  <a:close/>
                  <a:moveTo>
                    <a:pt x="283" y="183"/>
                  </a:moveTo>
                  <a:lnTo>
                    <a:pt x="287" y="185"/>
                  </a:lnTo>
                  <a:lnTo>
                    <a:pt x="289" y="185"/>
                  </a:lnTo>
                  <a:lnTo>
                    <a:pt x="291" y="184"/>
                  </a:lnTo>
                  <a:lnTo>
                    <a:pt x="294" y="185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9" y="191"/>
                  </a:lnTo>
                  <a:lnTo>
                    <a:pt x="300" y="193"/>
                  </a:lnTo>
                  <a:lnTo>
                    <a:pt x="300" y="195"/>
                  </a:lnTo>
                  <a:lnTo>
                    <a:pt x="298" y="196"/>
                  </a:lnTo>
                  <a:lnTo>
                    <a:pt x="294" y="196"/>
                  </a:lnTo>
                  <a:lnTo>
                    <a:pt x="291" y="195"/>
                  </a:lnTo>
                  <a:lnTo>
                    <a:pt x="290" y="192"/>
                  </a:lnTo>
                  <a:lnTo>
                    <a:pt x="287" y="192"/>
                  </a:lnTo>
                  <a:lnTo>
                    <a:pt x="286" y="189"/>
                  </a:lnTo>
                  <a:lnTo>
                    <a:pt x="283" y="189"/>
                  </a:lnTo>
                  <a:lnTo>
                    <a:pt x="281" y="189"/>
                  </a:lnTo>
                  <a:lnTo>
                    <a:pt x="278" y="188"/>
                  </a:lnTo>
                  <a:lnTo>
                    <a:pt x="278" y="185"/>
                  </a:lnTo>
                  <a:lnTo>
                    <a:pt x="283" y="183"/>
                  </a:lnTo>
                  <a:close/>
                  <a:moveTo>
                    <a:pt x="349" y="180"/>
                  </a:moveTo>
                  <a:lnTo>
                    <a:pt x="352" y="184"/>
                  </a:lnTo>
                  <a:lnTo>
                    <a:pt x="354" y="187"/>
                  </a:lnTo>
                  <a:lnTo>
                    <a:pt x="353" y="187"/>
                  </a:lnTo>
                  <a:lnTo>
                    <a:pt x="352" y="188"/>
                  </a:lnTo>
                  <a:lnTo>
                    <a:pt x="348" y="192"/>
                  </a:lnTo>
                  <a:lnTo>
                    <a:pt x="346" y="193"/>
                  </a:lnTo>
                  <a:lnTo>
                    <a:pt x="344" y="195"/>
                  </a:lnTo>
                  <a:lnTo>
                    <a:pt x="343" y="195"/>
                  </a:lnTo>
                  <a:lnTo>
                    <a:pt x="340" y="196"/>
                  </a:lnTo>
                  <a:lnTo>
                    <a:pt x="336" y="199"/>
                  </a:lnTo>
                  <a:lnTo>
                    <a:pt x="333" y="199"/>
                  </a:lnTo>
                  <a:lnTo>
                    <a:pt x="332" y="197"/>
                  </a:lnTo>
                  <a:lnTo>
                    <a:pt x="332" y="195"/>
                  </a:lnTo>
                  <a:lnTo>
                    <a:pt x="333" y="196"/>
                  </a:lnTo>
                  <a:lnTo>
                    <a:pt x="335" y="196"/>
                  </a:lnTo>
                  <a:lnTo>
                    <a:pt x="335" y="195"/>
                  </a:lnTo>
                  <a:lnTo>
                    <a:pt x="333" y="193"/>
                  </a:lnTo>
                  <a:lnTo>
                    <a:pt x="333" y="192"/>
                  </a:lnTo>
                  <a:lnTo>
                    <a:pt x="336" y="189"/>
                  </a:lnTo>
                  <a:lnTo>
                    <a:pt x="336" y="187"/>
                  </a:lnTo>
                  <a:lnTo>
                    <a:pt x="339" y="185"/>
                  </a:lnTo>
                  <a:lnTo>
                    <a:pt x="340" y="184"/>
                  </a:lnTo>
                  <a:lnTo>
                    <a:pt x="341" y="187"/>
                  </a:lnTo>
                  <a:lnTo>
                    <a:pt x="344" y="185"/>
                  </a:lnTo>
                  <a:lnTo>
                    <a:pt x="346" y="185"/>
                  </a:lnTo>
                  <a:lnTo>
                    <a:pt x="346" y="181"/>
                  </a:lnTo>
                  <a:lnTo>
                    <a:pt x="348" y="181"/>
                  </a:lnTo>
                  <a:lnTo>
                    <a:pt x="349" y="180"/>
                  </a:lnTo>
                  <a:close/>
                  <a:moveTo>
                    <a:pt x="287" y="176"/>
                  </a:moveTo>
                  <a:lnTo>
                    <a:pt x="289" y="176"/>
                  </a:lnTo>
                  <a:lnTo>
                    <a:pt x="289" y="177"/>
                  </a:lnTo>
                  <a:lnTo>
                    <a:pt x="286" y="177"/>
                  </a:lnTo>
                  <a:lnTo>
                    <a:pt x="287" y="176"/>
                  </a:lnTo>
                  <a:close/>
                  <a:moveTo>
                    <a:pt x="239" y="176"/>
                  </a:moveTo>
                  <a:lnTo>
                    <a:pt x="240" y="177"/>
                  </a:lnTo>
                  <a:lnTo>
                    <a:pt x="239" y="177"/>
                  </a:lnTo>
                  <a:lnTo>
                    <a:pt x="237" y="177"/>
                  </a:lnTo>
                  <a:lnTo>
                    <a:pt x="239" y="176"/>
                  </a:lnTo>
                  <a:close/>
                  <a:moveTo>
                    <a:pt x="329" y="175"/>
                  </a:moveTo>
                  <a:lnTo>
                    <a:pt x="328" y="175"/>
                  </a:lnTo>
                  <a:lnTo>
                    <a:pt x="327" y="176"/>
                  </a:lnTo>
                  <a:lnTo>
                    <a:pt x="327" y="175"/>
                  </a:lnTo>
                  <a:lnTo>
                    <a:pt x="329" y="175"/>
                  </a:lnTo>
                  <a:close/>
                  <a:moveTo>
                    <a:pt x="285" y="174"/>
                  </a:moveTo>
                  <a:lnTo>
                    <a:pt x="286" y="175"/>
                  </a:lnTo>
                  <a:lnTo>
                    <a:pt x="285" y="175"/>
                  </a:lnTo>
                  <a:lnTo>
                    <a:pt x="285" y="179"/>
                  </a:lnTo>
                  <a:lnTo>
                    <a:pt x="283" y="176"/>
                  </a:lnTo>
                  <a:lnTo>
                    <a:pt x="285" y="174"/>
                  </a:lnTo>
                  <a:close/>
                  <a:moveTo>
                    <a:pt x="344" y="172"/>
                  </a:moveTo>
                  <a:lnTo>
                    <a:pt x="344" y="174"/>
                  </a:lnTo>
                  <a:lnTo>
                    <a:pt x="341" y="176"/>
                  </a:lnTo>
                  <a:lnTo>
                    <a:pt x="340" y="175"/>
                  </a:lnTo>
                  <a:lnTo>
                    <a:pt x="339" y="175"/>
                  </a:lnTo>
                  <a:lnTo>
                    <a:pt x="340" y="174"/>
                  </a:lnTo>
                  <a:lnTo>
                    <a:pt x="343" y="174"/>
                  </a:lnTo>
                  <a:lnTo>
                    <a:pt x="344" y="172"/>
                  </a:lnTo>
                  <a:close/>
                  <a:moveTo>
                    <a:pt x="248" y="171"/>
                  </a:moveTo>
                  <a:lnTo>
                    <a:pt x="252" y="172"/>
                  </a:lnTo>
                  <a:lnTo>
                    <a:pt x="252" y="175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6" y="179"/>
                  </a:lnTo>
                  <a:lnTo>
                    <a:pt x="242" y="177"/>
                  </a:lnTo>
                  <a:lnTo>
                    <a:pt x="241" y="177"/>
                  </a:lnTo>
                  <a:lnTo>
                    <a:pt x="242" y="176"/>
                  </a:lnTo>
                  <a:lnTo>
                    <a:pt x="245" y="176"/>
                  </a:lnTo>
                  <a:lnTo>
                    <a:pt x="245" y="174"/>
                  </a:lnTo>
                  <a:lnTo>
                    <a:pt x="248" y="171"/>
                  </a:lnTo>
                  <a:close/>
                  <a:moveTo>
                    <a:pt x="337" y="171"/>
                  </a:moveTo>
                  <a:lnTo>
                    <a:pt x="339" y="172"/>
                  </a:lnTo>
                  <a:lnTo>
                    <a:pt x="336" y="174"/>
                  </a:lnTo>
                  <a:lnTo>
                    <a:pt x="335" y="175"/>
                  </a:lnTo>
                  <a:lnTo>
                    <a:pt x="332" y="176"/>
                  </a:lnTo>
                  <a:lnTo>
                    <a:pt x="332" y="175"/>
                  </a:lnTo>
                  <a:lnTo>
                    <a:pt x="333" y="174"/>
                  </a:lnTo>
                  <a:lnTo>
                    <a:pt x="333" y="172"/>
                  </a:lnTo>
                  <a:lnTo>
                    <a:pt x="335" y="172"/>
                  </a:lnTo>
                  <a:lnTo>
                    <a:pt x="336" y="172"/>
                  </a:lnTo>
                  <a:lnTo>
                    <a:pt x="337" y="171"/>
                  </a:lnTo>
                  <a:close/>
                  <a:moveTo>
                    <a:pt x="331" y="171"/>
                  </a:moveTo>
                  <a:lnTo>
                    <a:pt x="331" y="172"/>
                  </a:lnTo>
                  <a:lnTo>
                    <a:pt x="331" y="174"/>
                  </a:lnTo>
                  <a:lnTo>
                    <a:pt x="329" y="172"/>
                  </a:lnTo>
                  <a:lnTo>
                    <a:pt x="331" y="171"/>
                  </a:lnTo>
                  <a:close/>
                  <a:moveTo>
                    <a:pt x="399" y="171"/>
                  </a:moveTo>
                  <a:lnTo>
                    <a:pt x="400" y="171"/>
                  </a:lnTo>
                  <a:lnTo>
                    <a:pt x="398" y="172"/>
                  </a:lnTo>
                  <a:lnTo>
                    <a:pt x="397" y="171"/>
                  </a:lnTo>
                  <a:lnTo>
                    <a:pt x="399" y="171"/>
                  </a:lnTo>
                  <a:close/>
                  <a:moveTo>
                    <a:pt x="358" y="171"/>
                  </a:moveTo>
                  <a:lnTo>
                    <a:pt x="358" y="171"/>
                  </a:lnTo>
                  <a:lnTo>
                    <a:pt x="358" y="172"/>
                  </a:lnTo>
                  <a:lnTo>
                    <a:pt x="357" y="171"/>
                  </a:lnTo>
                  <a:lnTo>
                    <a:pt x="358" y="171"/>
                  </a:lnTo>
                  <a:close/>
                  <a:moveTo>
                    <a:pt x="383" y="170"/>
                  </a:moveTo>
                  <a:lnTo>
                    <a:pt x="383" y="171"/>
                  </a:lnTo>
                  <a:lnTo>
                    <a:pt x="382" y="171"/>
                  </a:lnTo>
                  <a:lnTo>
                    <a:pt x="383" y="170"/>
                  </a:lnTo>
                  <a:close/>
                  <a:moveTo>
                    <a:pt x="348" y="170"/>
                  </a:moveTo>
                  <a:lnTo>
                    <a:pt x="349" y="171"/>
                  </a:lnTo>
                  <a:lnTo>
                    <a:pt x="352" y="171"/>
                  </a:lnTo>
                  <a:lnTo>
                    <a:pt x="353" y="171"/>
                  </a:lnTo>
                  <a:lnTo>
                    <a:pt x="352" y="172"/>
                  </a:lnTo>
                  <a:lnTo>
                    <a:pt x="348" y="174"/>
                  </a:lnTo>
                  <a:lnTo>
                    <a:pt x="345" y="174"/>
                  </a:lnTo>
                  <a:lnTo>
                    <a:pt x="345" y="172"/>
                  </a:lnTo>
                  <a:lnTo>
                    <a:pt x="346" y="172"/>
                  </a:lnTo>
                  <a:lnTo>
                    <a:pt x="345" y="171"/>
                  </a:lnTo>
                  <a:lnTo>
                    <a:pt x="348" y="170"/>
                  </a:lnTo>
                  <a:close/>
                  <a:moveTo>
                    <a:pt x="391" y="170"/>
                  </a:moveTo>
                  <a:lnTo>
                    <a:pt x="391" y="171"/>
                  </a:lnTo>
                  <a:lnTo>
                    <a:pt x="387" y="172"/>
                  </a:lnTo>
                  <a:lnTo>
                    <a:pt x="386" y="171"/>
                  </a:lnTo>
                  <a:lnTo>
                    <a:pt x="385" y="170"/>
                  </a:lnTo>
                  <a:lnTo>
                    <a:pt x="389" y="170"/>
                  </a:lnTo>
                  <a:lnTo>
                    <a:pt x="391" y="170"/>
                  </a:lnTo>
                  <a:close/>
                  <a:moveTo>
                    <a:pt x="267" y="170"/>
                  </a:moveTo>
                  <a:lnTo>
                    <a:pt x="270" y="170"/>
                  </a:lnTo>
                  <a:lnTo>
                    <a:pt x="271" y="171"/>
                  </a:lnTo>
                  <a:lnTo>
                    <a:pt x="274" y="171"/>
                  </a:lnTo>
                  <a:lnTo>
                    <a:pt x="277" y="172"/>
                  </a:lnTo>
                  <a:lnTo>
                    <a:pt x="277" y="174"/>
                  </a:lnTo>
                  <a:lnTo>
                    <a:pt x="278" y="174"/>
                  </a:lnTo>
                  <a:lnTo>
                    <a:pt x="278" y="171"/>
                  </a:lnTo>
                  <a:lnTo>
                    <a:pt x="281" y="172"/>
                  </a:lnTo>
                  <a:lnTo>
                    <a:pt x="279" y="174"/>
                  </a:lnTo>
                  <a:lnTo>
                    <a:pt x="281" y="176"/>
                  </a:lnTo>
                  <a:lnTo>
                    <a:pt x="282" y="175"/>
                  </a:lnTo>
                  <a:lnTo>
                    <a:pt x="281" y="177"/>
                  </a:lnTo>
                  <a:lnTo>
                    <a:pt x="278" y="177"/>
                  </a:lnTo>
                  <a:lnTo>
                    <a:pt x="279" y="179"/>
                  </a:lnTo>
                  <a:lnTo>
                    <a:pt x="277" y="179"/>
                  </a:lnTo>
                  <a:lnTo>
                    <a:pt x="274" y="179"/>
                  </a:lnTo>
                  <a:lnTo>
                    <a:pt x="273" y="177"/>
                  </a:lnTo>
                  <a:lnTo>
                    <a:pt x="270" y="180"/>
                  </a:lnTo>
                  <a:lnTo>
                    <a:pt x="269" y="179"/>
                  </a:lnTo>
                  <a:lnTo>
                    <a:pt x="266" y="180"/>
                  </a:lnTo>
                  <a:lnTo>
                    <a:pt x="264" y="179"/>
                  </a:lnTo>
                  <a:lnTo>
                    <a:pt x="262" y="180"/>
                  </a:lnTo>
                  <a:lnTo>
                    <a:pt x="260" y="181"/>
                  </a:lnTo>
                  <a:lnTo>
                    <a:pt x="258" y="181"/>
                  </a:lnTo>
                  <a:lnTo>
                    <a:pt x="256" y="181"/>
                  </a:lnTo>
                  <a:lnTo>
                    <a:pt x="253" y="180"/>
                  </a:lnTo>
                  <a:lnTo>
                    <a:pt x="252" y="179"/>
                  </a:lnTo>
                  <a:lnTo>
                    <a:pt x="253" y="179"/>
                  </a:lnTo>
                  <a:lnTo>
                    <a:pt x="252" y="177"/>
                  </a:lnTo>
                  <a:lnTo>
                    <a:pt x="252" y="176"/>
                  </a:lnTo>
                  <a:lnTo>
                    <a:pt x="254" y="175"/>
                  </a:lnTo>
                  <a:lnTo>
                    <a:pt x="257" y="174"/>
                  </a:lnTo>
                  <a:lnTo>
                    <a:pt x="260" y="174"/>
                  </a:lnTo>
                  <a:lnTo>
                    <a:pt x="261" y="174"/>
                  </a:lnTo>
                  <a:lnTo>
                    <a:pt x="264" y="174"/>
                  </a:lnTo>
                  <a:lnTo>
                    <a:pt x="264" y="175"/>
                  </a:lnTo>
                  <a:lnTo>
                    <a:pt x="266" y="177"/>
                  </a:lnTo>
                  <a:lnTo>
                    <a:pt x="269" y="176"/>
                  </a:lnTo>
                  <a:lnTo>
                    <a:pt x="271" y="176"/>
                  </a:lnTo>
                  <a:lnTo>
                    <a:pt x="270" y="174"/>
                  </a:lnTo>
                  <a:lnTo>
                    <a:pt x="265" y="172"/>
                  </a:lnTo>
                  <a:lnTo>
                    <a:pt x="265" y="171"/>
                  </a:lnTo>
                  <a:lnTo>
                    <a:pt x="267" y="170"/>
                  </a:lnTo>
                  <a:close/>
                  <a:moveTo>
                    <a:pt x="378" y="170"/>
                  </a:moveTo>
                  <a:lnTo>
                    <a:pt x="379" y="170"/>
                  </a:lnTo>
                  <a:lnTo>
                    <a:pt x="378" y="171"/>
                  </a:lnTo>
                  <a:lnTo>
                    <a:pt x="377" y="170"/>
                  </a:lnTo>
                  <a:lnTo>
                    <a:pt x="378" y="170"/>
                  </a:lnTo>
                  <a:close/>
                  <a:moveTo>
                    <a:pt x="411" y="168"/>
                  </a:moveTo>
                  <a:lnTo>
                    <a:pt x="410" y="170"/>
                  </a:lnTo>
                  <a:lnTo>
                    <a:pt x="408" y="170"/>
                  </a:lnTo>
                  <a:lnTo>
                    <a:pt x="411" y="168"/>
                  </a:lnTo>
                  <a:close/>
                  <a:moveTo>
                    <a:pt x="516" y="168"/>
                  </a:moveTo>
                  <a:lnTo>
                    <a:pt x="518" y="168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5" y="171"/>
                  </a:lnTo>
                  <a:lnTo>
                    <a:pt x="514" y="171"/>
                  </a:lnTo>
                  <a:lnTo>
                    <a:pt x="515" y="170"/>
                  </a:lnTo>
                  <a:lnTo>
                    <a:pt x="516" y="168"/>
                  </a:lnTo>
                  <a:close/>
                  <a:moveTo>
                    <a:pt x="425" y="168"/>
                  </a:moveTo>
                  <a:lnTo>
                    <a:pt x="427" y="168"/>
                  </a:lnTo>
                  <a:lnTo>
                    <a:pt x="425" y="170"/>
                  </a:lnTo>
                  <a:lnTo>
                    <a:pt x="424" y="171"/>
                  </a:lnTo>
                  <a:lnTo>
                    <a:pt x="423" y="171"/>
                  </a:lnTo>
                  <a:lnTo>
                    <a:pt x="423" y="170"/>
                  </a:lnTo>
                  <a:lnTo>
                    <a:pt x="425" y="168"/>
                  </a:lnTo>
                  <a:close/>
                  <a:moveTo>
                    <a:pt x="235" y="168"/>
                  </a:moveTo>
                  <a:lnTo>
                    <a:pt x="239" y="170"/>
                  </a:lnTo>
                  <a:lnTo>
                    <a:pt x="241" y="172"/>
                  </a:lnTo>
                  <a:lnTo>
                    <a:pt x="240" y="174"/>
                  </a:lnTo>
                  <a:lnTo>
                    <a:pt x="239" y="174"/>
                  </a:lnTo>
                  <a:lnTo>
                    <a:pt x="237" y="175"/>
                  </a:lnTo>
                  <a:lnTo>
                    <a:pt x="236" y="176"/>
                  </a:lnTo>
                  <a:lnTo>
                    <a:pt x="235" y="177"/>
                  </a:lnTo>
                  <a:lnTo>
                    <a:pt x="233" y="176"/>
                  </a:lnTo>
                  <a:lnTo>
                    <a:pt x="231" y="174"/>
                  </a:lnTo>
                  <a:lnTo>
                    <a:pt x="228" y="174"/>
                  </a:lnTo>
                  <a:lnTo>
                    <a:pt x="227" y="171"/>
                  </a:lnTo>
                  <a:lnTo>
                    <a:pt x="227" y="170"/>
                  </a:lnTo>
                  <a:lnTo>
                    <a:pt x="229" y="168"/>
                  </a:lnTo>
                  <a:lnTo>
                    <a:pt x="232" y="170"/>
                  </a:lnTo>
                  <a:lnTo>
                    <a:pt x="235" y="168"/>
                  </a:lnTo>
                  <a:close/>
                  <a:moveTo>
                    <a:pt x="325" y="168"/>
                  </a:moveTo>
                  <a:lnTo>
                    <a:pt x="328" y="170"/>
                  </a:lnTo>
                  <a:lnTo>
                    <a:pt x="328" y="171"/>
                  </a:lnTo>
                  <a:lnTo>
                    <a:pt x="327" y="174"/>
                  </a:lnTo>
                  <a:lnTo>
                    <a:pt x="325" y="174"/>
                  </a:lnTo>
                  <a:lnTo>
                    <a:pt x="324" y="176"/>
                  </a:lnTo>
                  <a:lnTo>
                    <a:pt x="321" y="176"/>
                  </a:lnTo>
                  <a:lnTo>
                    <a:pt x="320" y="177"/>
                  </a:lnTo>
                  <a:lnTo>
                    <a:pt x="319" y="177"/>
                  </a:lnTo>
                  <a:lnTo>
                    <a:pt x="315" y="177"/>
                  </a:lnTo>
                  <a:lnTo>
                    <a:pt x="312" y="179"/>
                  </a:lnTo>
                  <a:lnTo>
                    <a:pt x="308" y="177"/>
                  </a:lnTo>
                  <a:lnTo>
                    <a:pt x="306" y="179"/>
                  </a:lnTo>
                  <a:lnTo>
                    <a:pt x="304" y="180"/>
                  </a:lnTo>
                  <a:lnTo>
                    <a:pt x="303" y="180"/>
                  </a:lnTo>
                  <a:lnTo>
                    <a:pt x="302" y="179"/>
                  </a:lnTo>
                  <a:lnTo>
                    <a:pt x="299" y="180"/>
                  </a:lnTo>
                  <a:lnTo>
                    <a:pt x="298" y="179"/>
                  </a:lnTo>
                  <a:lnTo>
                    <a:pt x="296" y="179"/>
                  </a:lnTo>
                  <a:lnTo>
                    <a:pt x="295" y="179"/>
                  </a:lnTo>
                  <a:lnTo>
                    <a:pt x="292" y="179"/>
                  </a:lnTo>
                  <a:lnTo>
                    <a:pt x="291" y="179"/>
                  </a:lnTo>
                  <a:lnTo>
                    <a:pt x="290" y="177"/>
                  </a:lnTo>
                  <a:lnTo>
                    <a:pt x="289" y="176"/>
                  </a:lnTo>
                  <a:lnTo>
                    <a:pt x="290" y="174"/>
                  </a:lnTo>
                  <a:lnTo>
                    <a:pt x="292" y="172"/>
                  </a:lnTo>
                  <a:lnTo>
                    <a:pt x="299" y="171"/>
                  </a:lnTo>
                  <a:lnTo>
                    <a:pt x="302" y="172"/>
                  </a:lnTo>
                  <a:lnTo>
                    <a:pt x="303" y="171"/>
                  </a:lnTo>
                  <a:lnTo>
                    <a:pt x="307" y="172"/>
                  </a:lnTo>
                  <a:lnTo>
                    <a:pt x="310" y="175"/>
                  </a:lnTo>
                  <a:lnTo>
                    <a:pt x="312" y="174"/>
                  </a:lnTo>
                  <a:lnTo>
                    <a:pt x="315" y="174"/>
                  </a:lnTo>
                  <a:lnTo>
                    <a:pt x="318" y="175"/>
                  </a:lnTo>
                  <a:lnTo>
                    <a:pt x="320" y="175"/>
                  </a:lnTo>
                  <a:lnTo>
                    <a:pt x="321" y="172"/>
                  </a:lnTo>
                  <a:lnTo>
                    <a:pt x="323" y="172"/>
                  </a:lnTo>
                  <a:lnTo>
                    <a:pt x="324" y="170"/>
                  </a:lnTo>
                  <a:lnTo>
                    <a:pt x="324" y="170"/>
                  </a:lnTo>
                  <a:lnTo>
                    <a:pt x="325" y="168"/>
                  </a:lnTo>
                  <a:close/>
                  <a:moveTo>
                    <a:pt x="408" y="164"/>
                  </a:moveTo>
                  <a:lnTo>
                    <a:pt x="410" y="166"/>
                  </a:lnTo>
                  <a:lnTo>
                    <a:pt x="411" y="167"/>
                  </a:lnTo>
                  <a:lnTo>
                    <a:pt x="408" y="168"/>
                  </a:lnTo>
                  <a:lnTo>
                    <a:pt x="407" y="167"/>
                  </a:lnTo>
                  <a:lnTo>
                    <a:pt x="407" y="166"/>
                  </a:lnTo>
                  <a:lnTo>
                    <a:pt x="408" y="164"/>
                  </a:lnTo>
                  <a:close/>
                  <a:moveTo>
                    <a:pt x="371" y="162"/>
                  </a:moveTo>
                  <a:lnTo>
                    <a:pt x="373" y="163"/>
                  </a:lnTo>
                  <a:lnTo>
                    <a:pt x="374" y="164"/>
                  </a:lnTo>
                  <a:lnTo>
                    <a:pt x="371" y="166"/>
                  </a:lnTo>
                  <a:lnTo>
                    <a:pt x="370" y="167"/>
                  </a:lnTo>
                  <a:lnTo>
                    <a:pt x="370" y="167"/>
                  </a:lnTo>
                  <a:lnTo>
                    <a:pt x="369" y="167"/>
                  </a:lnTo>
                  <a:lnTo>
                    <a:pt x="365" y="166"/>
                  </a:lnTo>
                  <a:lnTo>
                    <a:pt x="362" y="167"/>
                  </a:lnTo>
                  <a:lnTo>
                    <a:pt x="362" y="166"/>
                  </a:lnTo>
                  <a:lnTo>
                    <a:pt x="362" y="163"/>
                  </a:lnTo>
                  <a:lnTo>
                    <a:pt x="365" y="163"/>
                  </a:lnTo>
                  <a:lnTo>
                    <a:pt x="366" y="164"/>
                  </a:lnTo>
                  <a:lnTo>
                    <a:pt x="370" y="163"/>
                  </a:lnTo>
                  <a:lnTo>
                    <a:pt x="371" y="162"/>
                  </a:lnTo>
                  <a:close/>
                  <a:moveTo>
                    <a:pt x="423" y="162"/>
                  </a:moveTo>
                  <a:lnTo>
                    <a:pt x="423" y="162"/>
                  </a:lnTo>
                  <a:lnTo>
                    <a:pt x="422" y="162"/>
                  </a:lnTo>
                  <a:lnTo>
                    <a:pt x="423" y="162"/>
                  </a:lnTo>
                  <a:close/>
                  <a:moveTo>
                    <a:pt x="379" y="160"/>
                  </a:moveTo>
                  <a:lnTo>
                    <a:pt x="381" y="162"/>
                  </a:lnTo>
                  <a:lnTo>
                    <a:pt x="379" y="163"/>
                  </a:lnTo>
                  <a:lnTo>
                    <a:pt x="379" y="162"/>
                  </a:lnTo>
                  <a:lnTo>
                    <a:pt x="379" y="160"/>
                  </a:lnTo>
                  <a:close/>
                  <a:moveTo>
                    <a:pt x="427" y="160"/>
                  </a:moveTo>
                  <a:lnTo>
                    <a:pt x="425" y="160"/>
                  </a:lnTo>
                  <a:lnTo>
                    <a:pt x="424" y="160"/>
                  </a:lnTo>
                  <a:lnTo>
                    <a:pt x="423" y="160"/>
                  </a:lnTo>
                  <a:lnTo>
                    <a:pt x="427" y="160"/>
                  </a:lnTo>
                  <a:close/>
                  <a:moveTo>
                    <a:pt x="512" y="160"/>
                  </a:moveTo>
                  <a:lnTo>
                    <a:pt x="516" y="160"/>
                  </a:lnTo>
                  <a:lnTo>
                    <a:pt x="518" y="160"/>
                  </a:lnTo>
                  <a:lnTo>
                    <a:pt x="519" y="162"/>
                  </a:lnTo>
                  <a:lnTo>
                    <a:pt x="519" y="163"/>
                  </a:lnTo>
                  <a:lnTo>
                    <a:pt x="518" y="166"/>
                  </a:lnTo>
                  <a:lnTo>
                    <a:pt x="518" y="166"/>
                  </a:lnTo>
                  <a:lnTo>
                    <a:pt x="518" y="167"/>
                  </a:lnTo>
                  <a:lnTo>
                    <a:pt x="516" y="168"/>
                  </a:lnTo>
                  <a:lnTo>
                    <a:pt x="515" y="168"/>
                  </a:lnTo>
                  <a:lnTo>
                    <a:pt x="512" y="171"/>
                  </a:lnTo>
                  <a:lnTo>
                    <a:pt x="511" y="172"/>
                  </a:lnTo>
                  <a:lnTo>
                    <a:pt x="508" y="171"/>
                  </a:lnTo>
                  <a:lnTo>
                    <a:pt x="506" y="171"/>
                  </a:lnTo>
                  <a:lnTo>
                    <a:pt x="502" y="172"/>
                  </a:lnTo>
                  <a:lnTo>
                    <a:pt x="507" y="167"/>
                  </a:lnTo>
                  <a:lnTo>
                    <a:pt x="508" y="164"/>
                  </a:lnTo>
                  <a:lnTo>
                    <a:pt x="510" y="162"/>
                  </a:lnTo>
                  <a:lnTo>
                    <a:pt x="512" y="160"/>
                  </a:lnTo>
                  <a:close/>
                  <a:moveTo>
                    <a:pt x="244" y="159"/>
                  </a:moveTo>
                  <a:lnTo>
                    <a:pt x="244" y="159"/>
                  </a:lnTo>
                  <a:lnTo>
                    <a:pt x="242" y="159"/>
                  </a:lnTo>
                  <a:lnTo>
                    <a:pt x="241" y="159"/>
                  </a:lnTo>
                  <a:lnTo>
                    <a:pt x="244" y="159"/>
                  </a:lnTo>
                  <a:lnTo>
                    <a:pt x="244" y="159"/>
                  </a:lnTo>
                  <a:close/>
                  <a:moveTo>
                    <a:pt x="431" y="158"/>
                  </a:moveTo>
                  <a:lnTo>
                    <a:pt x="432" y="158"/>
                  </a:lnTo>
                  <a:lnTo>
                    <a:pt x="433" y="158"/>
                  </a:lnTo>
                  <a:lnTo>
                    <a:pt x="432" y="159"/>
                  </a:lnTo>
                  <a:lnTo>
                    <a:pt x="433" y="162"/>
                  </a:lnTo>
                  <a:lnTo>
                    <a:pt x="432" y="164"/>
                  </a:lnTo>
                  <a:lnTo>
                    <a:pt x="429" y="167"/>
                  </a:lnTo>
                  <a:lnTo>
                    <a:pt x="428" y="168"/>
                  </a:lnTo>
                  <a:lnTo>
                    <a:pt x="425" y="167"/>
                  </a:lnTo>
                  <a:lnTo>
                    <a:pt x="425" y="164"/>
                  </a:lnTo>
                  <a:lnTo>
                    <a:pt x="427" y="164"/>
                  </a:lnTo>
                  <a:lnTo>
                    <a:pt x="427" y="163"/>
                  </a:lnTo>
                  <a:lnTo>
                    <a:pt x="427" y="162"/>
                  </a:lnTo>
                  <a:lnTo>
                    <a:pt x="431" y="159"/>
                  </a:lnTo>
                  <a:lnTo>
                    <a:pt x="431" y="158"/>
                  </a:lnTo>
                  <a:lnTo>
                    <a:pt x="431" y="158"/>
                  </a:lnTo>
                  <a:close/>
                  <a:moveTo>
                    <a:pt x="433" y="156"/>
                  </a:moveTo>
                  <a:lnTo>
                    <a:pt x="436" y="156"/>
                  </a:lnTo>
                  <a:lnTo>
                    <a:pt x="436" y="158"/>
                  </a:lnTo>
                  <a:lnTo>
                    <a:pt x="433" y="156"/>
                  </a:lnTo>
                  <a:close/>
                  <a:moveTo>
                    <a:pt x="395" y="156"/>
                  </a:moveTo>
                  <a:lnTo>
                    <a:pt x="397" y="158"/>
                  </a:lnTo>
                  <a:lnTo>
                    <a:pt x="397" y="158"/>
                  </a:lnTo>
                  <a:lnTo>
                    <a:pt x="395" y="158"/>
                  </a:lnTo>
                  <a:lnTo>
                    <a:pt x="394" y="158"/>
                  </a:lnTo>
                  <a:lnTo>
                    <a:pt x="395" y="156"/>
                  </a:lnTo>
                  <a:close/>
                  <a:moveTo>
                    <a:pt x="300" y="156"/>
                  </a:moveTo>
                  <a:lnTo>
                    <a:pt x="302" y="158"/>
                  </a:lnTo>
                  <a:lnTo>
                    <a:pt x="300" y="158"/>
                  </a:lnTo>
                  <a:lnTo>
                    <a:pt x="299" y="158"/>
                  </a:lnTo>
                  <a:lnTo>
                    <a:pt x="300" y="156"/>
                  </a:lnTo>
                  <a:close/>
                  <a:moveTo>
                    <a:pt x="437" y="154"/>
                  </a:moveTo>
                  <a:lnTo>
                    <a:pt x="437" y="154"/>
                  </a:lnTo>
                  <a:lnTo>
                    <a:pt x="436" y="155"/>
                  </a:lnTo>
                  <a:lnTo>
                    <a:pt x="437" y="154"/>
                  </a:lnTo>
                  <a:close/>
                  <a:moveTo>
                    <a:pt x="208" y="154"/>
                  </a:moveTo>
                  <a:lnTo>
                    <a:pt x="210" y="155"/>
                  </a:lnTo>
                  <a:lnTo>
                    <a:pt x="216" y="155"/>
                  </a:lnTo>
                  <a:lnTo>
                    <a:pt x="217" y="155"/>
                  </a:lnTo>
                  <a:lnTo>
                    <a:pt x="221" y="155"/>
                  </a:lnTo>
                  <a:lnTo>
                    <a:pt x="223" y="155"/>
                  </a:lnTo>
                  <a:lnTo>
                    <a:pt x="221" y="156"/>
                  </a:lnTo>
                  <a:lnTo>
                    <a:pt x="219" y="158"/>
                  </a:lnTo>
                  <a:lnTo>
                    <a:pt x="216" y="158"/>
                  </a:lnTo>
                  <a:lnTo>
                    <a:pt x="212" y="158"/>
                  </a:lnTo>
                  <a:lnTo>
                    <a:pt x="211" y="159"/>
                  </a:lnTo>
                  <a:lnTo>
                    <a:pt x="210" y="159"/>
                  </a:lnTo>
                  <a:lnTo>
                    <a:pt x="207" y="156"/>
                  </a:lnTo>
                  <a:lnTo>
                    <a:pt x="208" y="154"/>
                  </a:lnTo>
                  <a:close/>
                  <a:moveTo>
                    <a:pt x="236" y="154"/>
                  </a:moveTo>
                  <a:lnTo>
                    <a:pt x="239" y="154"/>
                  </a:lnTo>
                  <a:lnTo>
                    <a:pt x="240" y="155"/>
                  </a:lnTo>
                  <a:lnTo>
                    <a:pt x="240" y="155"/>
                  </a:lnTo>
                  <a:lnTo>
                    <a:pt x="239" y="155"/>
                  </a:lnTo>
                  <a:lnTo>
                    <a:pt x="239" y="155"/>
                  </a:lnTo>
                  <a:lnTo>
                    <a:pt x="236" y="156"/>
                  </a:lnTo>
                  <a:lnTo>
                    <a:pt x="235" y="155"/>
                  </a:lnTo>
                  <a:lnTo>
                    <a:pt x="235" y="155"/>
                  </a:lnTo>
                  <a:lnTo>
                    <a:pt x="236" y="154"/>
                  </a:lnTo>
                  <a:close/>
                  <a:moveTo>
                    <a:pt x="407" y="151"/>
                  </a:moveTo>
                  <a:lnTo>
                    <a:pt x="407" y="152"/>
                  </a:lnTo>
                  <a:lnTo>
                    <a:pt x="406" y="151"/>
                  </a:lnTo>
                  <a:lnTo>
                    <a:pt x="407" y="151"/>
                  </a:lnTo>
                  <a:close/>
                  <a:moveTo>
                    <a:pt x="469" y="151"/>
                  </a:moveTo>
                  <a:lnTo>
                    <a:pt x="469" y="151"/>
                  </a:lnTo>
                  <a:lnTo>
                    <a:pt x="469" y="152"/>
                  </a:lnTo>
                  <a:lnTo>
                    <a:pt x="469" y="151"/>
                  </a:lnTo>
                  <a:lnTo>
                    <a:pt x="469" y="151"/>
                  </a:lnTo>
                  <a:close/>
                  <a:moveTo>
                    <a:pt x="119" y="150"/>
                  </a:moveTo>
                  <a:lnTo>
                    <a:pt x="120" y="150"/>
                  </a:lnTo>
                  <a:lnTo>
                    <a:pt x="120" y="151"/>
                  </a:lnTo>
                  <a:lnTo>
                    <a:pt x="120" y="151"/>
                  </a:lnTo>
                  <a:lnTo>
                    <a:pt x="119" y="150"/>
                  </a:lnTo>
                  <a:close/>
                  <a:moveTo>
                    <a:pt x="466" y="147"/>
                  </a:moveTo>
                  <a:lnTo>
                    <a:pt x="468" y="149"/>
                  </a:lnTo>
                  <a:lnTo>
                    <a:pt x="468" y="150"/>
                  </a:lnTo>
                  <a:lnTo>
                    <a:pt x="468" y="150"/>
                  </a:lnTo>
                  <a:lnTo>
                    <a:pt x="466" y="149"/>
                  </a:lnTo>
                  <a:lnTo>
                    <a:pt x="466" y="147"/>
                  </a:lnTo>
                  <a:lnTo>
                    <a:pt x="466" y="147"/>
                  </a:lnTo>
                  <a:close/>
                  <a:moveTo>
                    <a:pt x="461" y="146"/>
                  </a:moveTo>
                  <a:lnTo>
                    <a:pt x="462" y="146"/>
                  </a:lnTo>
                  <a:lnTo>
                    <a:pt x="465" y="149"/>
                  </a:lnTo>
                  <a:lnTo>
                    <a:pt x="465" y="150"/>
                  </a:lnTo>
                  <a:lnTo>
                    <a:pt x="466" y="151"/>
                  </a:lnTo>
                  <a:lnTo>
                    <a:pt x="466" y="151"/>
                  </a:lnTo>
                  <a:lnTo>
                    <a:pt x="464" y="154"/>
                  </a:lnTo>
                  <a:lnTo>
                    <a:pt x="462" y="154"/>
                  </a:lnTo>
                  <a:lnTo>
                    <a:pt x="461" y="152"/>
                  </a:lnTo>
                  <a:lnTo>
                    <a:pt x="461" y="151"/>
                  </a:lnTo>
                  <a:lnTo>
                    <a:pt x="462" y="151"/>
                  </a:lnTo>
                  <a:lnTo>
                    <a:pt x="464" y="151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7"/>
                  </a:lnTo>
                  <a:lnTo>
                    <a:pt x="461" y="146"/>
                  </a:lnTo>
                  <a:close/>
                  <a:moveTo>
                    <a:pt x="412" y="146"/>
                  </a:moveTo>
                  <a:lnTo>
                    <a:pt x="414" y="146"/>
                  </a:lnTo>
                  <a:lnTo>
                    <a:pt x="412" y="147"/>
                  </a:lnTo>
                  <a:lnTo>
                    <a:pt x="412" y="146"/>
                  </a:lnTo>
                  <a:close/>
                  <a:moveTo>
                    <a:pt x="462" y="143"/>
                  </a:moveTo>
                  <a:lnTo>
                    <a:pt x="464" y="143"/>
                  </a:lnTo>
                  <a:lnTo>
                    <a:pt x="464" y="145"/>
                  </a:lnTo>
                  <a:lnTo>
                    <a:pt x="466" y="147"/>
                  </a:lnTo>
                  <a:lnTo>
                    <a:pt x="465" y="147"/>
                  </a:lnTo>
                  <a:lnTo>
                    <a:pt x="464" y="147"/>
                  </a:lnTo>
                  <a:lnTo>
                    <a:pt x="462" y="145"/>
                  </a:lnTo>
                  <a:lnTo>
                    <a:pt x="462" y="143"/>
                  </a:lnTo>
                  <a:close/>
                  <a:moveTo>
                    <a:pt x="468" y="142"/>
                  </a:moveTo>
                  <a:lnTo>
                    <a:pt x="469" y="142"/>
                  </a:lnTo>
                  <a:lnTo>
                    <a:pt x="469" y="143"/>
                  </a:ln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8" y="147"/>
                  </a:lnTo>
                  <a:lnTo>
                    <a:pt x="468" y="146"/>
                  </a:lnTo>
                  <a:lnTo>
                    <a:pt x="465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8" y="142"/>
                  </a:lnTo>
                  <a:close/>
                  <a:moveTo>
                    <a:pt x="129" y="142"/>
                  </a:moveTo>
                  <a:lnTo>
                    <a:pt x="131" y="142"/>
                  </a:lnTo>
                  <a:lnTo>
                    <a:pt x="133" y="142"/>
                  </a:lnTo>
                  <a:lnTo>
                    <a:pt x="137" y="14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1" y="142"/>
                  </a:lnTo>
                  <a:lnTo>
                    <a:pt x="145" y="143"/>
                  </a:lnTo>
                  <a:lnTo>
                    <a:pt x="148" y="145"/>
                  </a:lnTo>
                  <a:lnTo>
                    <a:pt x="152" y="146"/>
                  </a:lnTo>
                  <a:lnTo>
                    <a:pt x="157" y="146"/>
                  </a:lnTo>
                  <a:lnTo>
                    <a:pt x="158" y="149"/>
                  </a:lnTo>
                  <a:lnTo>
                    <a:pt x="157" y="151"/>
                  </a:lnTo>
                  <a:lnTo>
                    <a:pt x="158" y="152"/>
                  </a:lnTo>
                  <a:lnTo>
                    <a:pt x="162" y="154"/>
                  </a:lnTo>
                  <a:lnTo>
                    <a:pt x="170" y="154"/>
                  </a:lnTo>
                  <a:lnTo>
                    <a:pt x="175" y="155"/>
                  </a:lnTo>
                  <a:lnTo>
                    <a:pt x="182" y="154"/>
                  </a:lnTo>
                  <a:lnTo>
                    <a:pt x="183" y="151"/>
                  </a:lnTo>
                  <a:lnTo>
                    <a:pt x="183" y="147"/>
                  </a:lnTo>
                  <a:lnTo>
                    <a:pt x="186" y="147"/>
                  </a:lnTo>
                  <a:lnTo>
                    <a:pt x="188" y="150"/>
                  </a:lnTo>
                  <a:lnTo>
                    <a:pt x="190" y="150"/>
                  </a:lnTo>
                  <a:lnTo>
                    <a:pt x="192" y="150"/>
                  </a:lnTo>
                  <a:lnTo>
                    <a:pt x="194" y="151"/>
                  </a:lnTo>
                  <a:lnTo>
                    <a:pt x="196" y="152"/>
                  </a:lnTo>
                  <a:lnTo>
                    <a:pt x="199" y="152"/>
                  </a:lnTo>
                  <a:lnTo>
                    <a:pt x="200" y="155"/>
                  </a:lnTo>
                  <a:lnTo>
                    <a:pt x="202" y="154"/>
                  </a:lnTo>
                  <a:lnTo>
                    <a:pt x="206" y="154"/>
                  </a:lnTo>
                  <a:lnTo>
                    <a:pt x="206" y="156"/>
                  </a:lnTo>
                  <a:lnTo>
                    <a:pt x="207" y="160"/>
                  </a:lnTo>
                  <a:lnTo>
                    <a:pt x="208" y="162"/>
                  </a:lnTo>
                  <a:lnTo>
                    <a:pt x="210" y="163"/>
                  </a:lnTo>
                  <a:lnTo>
                    <a:pt x="212" y="164"/>
                  </a:lnTo>
                  <a:lnTo>
                    <a:pt x="215" y="164"/>
                  </a:lnTo>
                  <a:lnTo>
                    <a:pt x="216" y="166"/>
                  </a:lnTo>
                  <a:lnTo>
                    <a:pt x="219" y="164"/>
                  </a:lnTo>
                  <a:lnTo>
                    <a:pt x="220" y="164"/>
                  </a:lnTo>
                  <a:lnTo>
                    <a:pt x="221" y="164"/>
                  </a:lnTo>
                  <a:lnTo>
                    <a:pt x="223" y="164"/>
                  </a:lnTo>
                  <a:lnTo>
                    <a:pt x="224" y="166"/>
                  </a:lnTo>
                  <a:lnTo>
                    <a:pt x="225" y="167"/>
                  </a:lnTo>
                  <a:lnTo>
                    <a:pt x="225" y="172"/>
                  </a:lnTo>
                  <a:lnTo>
                    <a:pt x="224" y="174"/>
                  </a:lnTo>
                  <a:lnTo>
                    <a:pt x="225" y="174"/>
                  </a:lnTo>
                  <a:lnTo>
                    <a:pt x="225" y="177"/>
                  </a:lnTo>
                  <a:lnTo>
                    <a:pt x="224" y="177"/>
                  </a:lnTo>
                  <a:lnTo>
                    <a:pt x="223" y="176"/>
                  </a:lnTo>
                  <a:lnTo>
                    <a:pt x="220" y="176"/>
                  </a:lnTo>
                  <a:lnTo>
                    <a:pt x="217" y="174"/>
                  </a:lnTo>
                  <a:lnTo>
                    <a:pt x="215" y="174"/>
                  </a:lnTo>
                  <a:lnTo>
                    <a:pt x="212" y="171"/>
                  </a:lnTo>
                  <a:lnTo>
                    <a:pt x="211" y="171"/>
                  </a:lnTo>
                  <a:lnTo>
                    <a:pt x="207" y="172"/>
                  </a:lnTo>
                  <a:lnTo>
                    <a:pt x="203" y="172"/>
                  </a:lnTo>
                  <a:lnTo>
                    <a:pt x="200" y="171"/>
                  </a:lnTo>
                  <a:lnTo>
                    <a:pt x="198" y="171"/>
                  </a:lnTo>
                  <a:lnTo>
                    <a:pt x="195" y="172"/>
                  </a:lnTo>
                  <a:lnTo>
                    <a:pt x="191" y="171"/>
                  </a:lnTo>
                  <a:lnTo>
                    <a:pt x="187" y="171"/>
                  </a:lnTo>
                  <a:lnTo>
                    <a:pt x="185" y="172"/>
                  </a:lnTo>
                  <a:lnTo>
                    <a:pt x="179" y="170"/>
                  </a:lnTo>
                  <a:lnTo>
                    <a:pt x="173" y="166"/>
                  </a:lnTo>
                  <a:lnTo>
                    <a:pt x="169" y="166"/>
                  </a:lnTo>
                  <a:lnTo>
                    <a:pt x="166" y="164"/>
                  </a:lnTo>
                  <a:lnTo>
                    <a:pt x="165" y="164"/>
                  </a:lnTo>
                  <a:lnTo>
                    <a:pt x="163" y="166"/>
                  </a:lnTo>
                  <a:lnTo>
                    <a:pt x="161" y="166"/>
                  </a:lnTo>
                  <a:lnTo>
                    <a:pt x="159" y="163"/>
                  </a:lnTo>
                  <a:lnTo>
                    <a:pt x="158" y="163"/>
                  </a:lnTo>
                  <a:lnTo>
                    <a:pt x="156" y="166"/>
                  </a:lnTo>
                  <a:lnTo>
                    <a:pt x="150" y="164"/>
                  </a:lnTo>
                  <a:lnTo>
                    <a:pt x="146" y="162"/>
                  </a:lnTo>
                  <a:lnTo>
                    <a:pt x="142" y="162"/>
                  </a:lnTo>
                  <a:lnTo>
                    <a:pt x="141" y="160"/>
                  </a:lnTo>
                  <a:lnTo>
                    <a:pt x="140" y="162"/>
                  </a:lnTo>
                  <a:lnTo>
                    <a:pt x="136" y="160"/>
                  </a:lnTo>
                  <a:lnTo>
                    <a:pt x="133" y="160"/>
                  </a:lnTo>
                  <a:lnTo>
                    <a:pt x="132" y="159"/>
                  </a:lnTo>
                  <a:lnTo>
                    <a:pt x="133" y="156"/>
                  </a:lnTo>
                  <a:lnTo>
                    <a:pt x="134" y="155"/>
                  </a:lnTo>
                  <a:lnTo>
                    <a:pt x="133" y="155"/>
                  </a:lnTo>
                  <a:lnTo>
                    <a:pt x="132" y="156"/>
                  </a:lnTo>
                  <a:lnTo>
                    <a:pt x="131" y="155"/>
                  </a:lnTo>
                  <a:lnTo>
                    <a:pt x="129" y="152"/>
                  </a:lnTo>
                  <a:lnTo>
                    <a:pt x="127" y="154"/>
                  </a:lnTo>
                  <a:lnTo>
                    <a:pt x="121" y="154"/>
                  </a:lnTo>
                  <a:lnTo>
                    <a:pt x="120" y="152"/>
                  </a:lnTo>
                  <a:lnTo>
                    <a:pt x="120" y="151"/>
                  </a:lnTo>
                  <a:lnTo>
                    <a:pt x="121" y="151"/>
                  </a:lnTo>
                  <a:lnTo>
                    <a:pt x="121" y="152"/>
                  </a:lnTo>
                  <a:lnTo>
                    <a:pt x="124" y="152"/>
                  </a:lnTo>
                  <a:lnTo>
                    <a:pt x="124" y="150"/>
                  </a:lnTo>
                  <a:lnTo>
                    <a:pt x="127" y="149"/>
                  </a:lnTo>
                  <a:lnTo>
                    <a:pt x="128" y="147"/>
                  </a:lnTo>
                  <a:lnTo>
                    <a:pt x="128" y="145"/>
                  </a:lnTo>
                  <a:lnTo>
                    <a:pt x="129" y="142"/>
                  </a:lnTo>
                  <a:close/>
                  <a:moveTo>
                    <a:pt x="299" y="141"/>
                  </a:moveTo>
                  <a:lnTo>
                    <a:pt x="300" y="145"/>
                  </a:lnTo>
                  <a:lnTo>
                    <a:pt x="300" y="146"/>
                  </a:lnTo>
                  <a:lnTo>
                    <a:pt x="299" y="149"/>
                  </a:lnTo>
                  <a:lnTo>
                    <a:pt x="299" y="147"/>
                  </a:lnTo>
                  <a:lnTo>
                    <a:pt x="298" y="146"/>
                  </a:lnTo>
                  <a:lnTo>
                    <a:pt x="298" y="143"/>
                  </a:lnTo>
                  <a:lnTo>
                    <a:pt x="299" y="142"/>
                  </a:lnTo>
                  <a:lnTo>
                    <a:pt x="299" y="141"/>
                  </a:lnTo>
                  <a:close/>
                  <a:moveTo>
                    <a:pt x="464" y="139"/>
                  </a:moveTo>
                  <a:lnTo>
                    <a:pt x="464" y="141"/>
                  </a:lnTo>
                  <a:lnTo>
                    <a:pt x="462" y="141"/>
                  </a:lnTo>
                  <a:lnTo>
                    <a:pt x="462" y="139"/>
                  </a:lnTo>
                  <a:lnTo>
                    <a:pt x="464" y="139"/>
                  </a:lnTo>
                  <a:close/>
                  <a:moveTo>
                    <a:pt x="444" y="137"/>
                  </a:moveTo>
                  <a:lnTo>
                    <a:pt x="447" y="139"/>
                  </a:lnTo>
                  <a:lnTo>
                    <a:pt x="447" y="142"/>
                  </a:lnTo>
                  <a:lnTo>
                    <a:pt x="445" y="142"/>
                  </a:lnTo>
                  <a:lnTo>
                    <a:pt x="445" y="139"/>
                  </a:lnTo>
                  <a:lnTo>
                    <a:pt x="444" y="137"/>
                  </a:lnTo>
                  <a:close/>
                  <a:moveTo>
                    <a:pt x="465" y="137"/>
                  </a:moveTo>
                  <a:lnTo>
                    <a:pt x="466" y="137"/>
                  </a:lnTo>
                  <a:lnTo>
                    <a:pt x="468" y="138"/>
                  </a:lnTo>
                  <a:lnTo>
                    <a:pt x="469" y="138"/>
                  </a:lnTo>
                  <a:lnTo>
                    <a:pt x="469" y="141"/>
                  </a:lnTo>
                  <a:lnTo>
                    <a:pt x="469" y="141"/>
                  </a:lnTo>
                  <a:lnTo>
                    <a:pt x="468" y="141"/>
                  </a:lnTo>
                  <a:lnTo>
                    <a:pt x="465" y="142"/>
                  </a:lnTo>
                  <a:lnTo>
                    <a:pt x="465" y="142"/>
                  </a:lnTo>
                  <a:lnTo>
                    <a:pt x="464" y="141"/>
                  </a:lnTo>
                  <a:lnTo>
                    <a:pt x="466" y="139"/>
                  </a:lnTo>
                  <a:lnTo>
                    <a:pt x="465" y="141"/>
                  </a:lnTo>
                  <a:lnTo>
                    <a:pt x="465" y="139"/>
                  </a:lnTo>
                  <a:lnTo>
                    <a:pt x="464" y="139"/>
                  </a:lnTo>
                  <a:lnTo>
                    <a:pt x="465" y="138"/>
                  </a:lnTo>
                  <a:lnTo>
                    <a:pt x="465" y="137"/>
                  </a:lnTo>
                  <a:close/>
                  <a:moveTo>
                    <a:pt x="468" y="135"/>
                  </a:moveTo>
                  <a:lnTo>
                    <a:pt x="469" y="137"/>
                  </a:lnTo>
                  <a:lnTo>
                    <a:pt x="468" y="137"/>
                  </a:lnTo>
                  <a:lnTo>
                    <a:pt x="466" y="135"/>
                  </a:lnTo>
                  <a:lnTo>
                    <a:pt x="468" y="135"/>
                  </a:lnTo>
                  <a:close/>
                  <a:moveTo>
                    <a:pt x="451" y="135"/>
                  </a:moveTo>
                  <a:lnTo>
                    <a:pt x="449" y="137"/>
                  </a:lnTo>
                  <a:lnTo>
                    <a:pt x="448" y="142"/>
                  </a:lnTo>
                  <a:lnTo>
                    <a:pt x="447" y="142"/>
                  </a:lnTo>
                  <a:lnTo>
                    <a:pt x="448" y="141"/>
                  </a:lnTo>
                  <a:lnTo>
                    <a:pt x="448" y="137"/>
                  </a:lnTo>
                  <a:lnTo>
                    <a:pt x="451" y="135"/>
                  </a:lnTo>
                  <a:close/>
                  <a:moveTo>
                    <a:pt x="84" y="134"/>
                  </a:moveTo>
                  <a:lnTo>
                    <a:pt x="86" y="135"/>
                  </a:lnTo>
                  <a:lnTo>
                    <a:pt x="86" y="137"/>
                  </a:lnTo>
                  <a:lnTo>
                    <a:pt x="83" y="134"/>
                  </a:lnTo>
                  <a:lnTo>
                    <a:pt x="84" y="134"/>
                  </a:lnTo>
                  <a:close/>
                  <a:moveTo>
                    <a:pt x="316" y="131"/>
                  </a:moveTo>
                  <a:lnTo>
                    <a:pt x="318" y="134"/>
                  </a:lnTo>
                  <a:lnTo>
                    <a:pt x="318" y="135"/>
                  </a:lnTo>
                  <a:lnTo>
                    <a:pt x="316" y="137"/>
                  </a:lnTo>
                  <a:lnTo>
                    <a:pt x="315" y="137"/>
                  </a:lnTo>
                  <a:lnTo>
                    <a:pt x="314" y="134"/>
                  </a:lnTo>
                  <a:lnTo>
                    <a:pt x="315" y="134"/>
                  </a:lnTo>
                  <a:lnTo>
                    <a:pt x="315" y="131"/>
                  </a:lnTo>
                  <a:lnTo>
                    <a:pt x="316" y="131"/>
                  </a:lnTo>
                  <a:close/>
                  <a:moveTo>
                    <a:pt x="325" y="127"/>
                  </a:moveTo>
                  <a:lnTo>
                    <a:pt x="327" y="129"/>
                  </a:lnTo>
                  <a:lnTo>
                    <a:pt x="327" y="130"/>
                  </a:lnTo>
                  <a:lnTo>
                    <a:pt x="324" y="131"/>
                  </a:lnTo>
                  <a:lnTo>
                    <a:pt x="324" y="134"/>
                  </a:lnTo>
                  <a:lnTo>
                    <a:pt x="324" y="134"/>
                  </a:lnTo>
                  <a:lnTo>
                    <a:pt x="323" y="135"/>
                  </a:lnTo>
                  <a:lnTo>
                    <a:pt x="321" y="135"/>
                  </a:lnTo>
                  <a:lnTo>
                    <a:pt x="320" y="134"/>
                  </a:lnTo>
                  <a:lnTo>
                    <a:pt x="320" y="134"/>
                  </a:lnTo>
                  <a:lnTo>
                    <a:pt x="323" y="131"/>
                  </a:lnTo>
                  <a:lnTo>
                    <a:pt x="321" y="130"/>
                  </a:lnTo>
                  <a:lnTo>
                    <a:pt x="323" y="129"/>
                  </a:lnTo>
                  <a:lnTo>
                    <a:pt x="325" y="127"/>
                  </a:lnTo>
                  <a:close/>
                  <a:moveTo>
                    <a:pt x="329" y="125"/>
                  </a:moveTo>
                  <a:lnTo>
                    <a:pt x="332" y="125"/>
                  </a:lnTo>
                  <a:lnTo>
                    <a:pt x="332" y="126"/>
                  </a:lnTo>
                  <a:lnTo>
                    <a:pt x="332" y="127"/>
                  </a:lnTo>
                  <a:lnTo>
                    <a:pt x="332" y="129"/>
                  </a:lnTo>
                  <a:lnTo>
                    <a:pt x="332" y="127"/>
                  </a:lnTo>
                  <a:lnTo>
                    <a:pt x="331" y="129"/>
                  </a:lnTo>
                  <a:lnTo>
                    <a:pt x="329" y="130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8" y="138"/>
                  </a:lnTo>
                  <a:lnTo>
                    <a:pt x="327" y="139"/>
                  </a:lnTo>
                  <a:lnTo>
                    <a:pt x="325" y="138"/>
                  </a:lnTo>
                  <a:lnTo>
                    <a:pt x="325" y="137"/>
                  </a:lnTo>
                  <a:lnTo>
                    <a:pt x="328" y="133"/>
                  </a:lnTo>
                  <a:lnTo>
                    <a:pt x="329" y="129"/>
                  </a:lnTo>
                  <a:lnTo>
                    <a:pt x="329" y="125"/>
                  </a:lnTo>
                  <a:lnTo>
                    <a:pt x="329" y="125"/>
                  </a:lnTo>
                  <a:close/>
                  <a:moveTo>
                    <a:pt x="394" y="114"/>
                  </a:moveTo>
                  <a:lnTo>
                    <a:pt x="395" y="114"/>
                  </a:lnTo>
                  <a:lnTo>
                    <a:pt x="395" y="116"/>
                  </a:lnTo>
                  <a:lnTo>
                    <a:pt x="394" y="116"/>
                  </a:lnTo>
                  <a:lnTo>
                    <a:pt x="394" y="114"/>
                  </a:lnTo>
                  <a:close/>
                  <a:moveTo>
                    <a:pt x="398" y="113"/>
                  </a:moveTo>
                  <a:lnTo>
                    <a:pt x="398" y="114"/>
                  </a:lnTo>
                  <a:lnTo>
                    <a:pt x="397" y="114"/>
                  </a:lnTo>
                  <a:lnTo>
                    <a:pt x="397" y="114"/>
                  </a:lnTo>
                  <a:lnTo>
                    <a:pt x="398" y="113"/>
                  </a:lnTo>
                  <a:close/>
                  <a:moveTo>
                    <a:pt x="393" y="113"/>
                  </a:moveTo>
                  <a:lnTo>
                    <a:pt x="394" y="114"/>
                  </a:lnTo>
                  <a:lnTo>
                    <a:pt x="391" y="117"/>
                  </a:lnTo>
                  <a:lnTo>
                    <a:pt x="391" y="116"/>
                  </a:lnTo>
                  <a:lnTo>
                    <a:pt x="390" y="117"/>
                  </a:lnTo>
                  <a:lnTo>
                    <a:pt x="389" y="116"/>
                  </a:lnTo>
                  <a:lnTo>
                    <a:pt x="391" y="114"/>
                  </a:lnTo>
                  <a:lnTo>
                    <a:pt x="393" y="113"/>
                  </a:lnTo>
                  <a:close/>
                  <a:moveTo>
                    <a:pt x="250" y="112"/>
                  </a:moveTo>
                  <a:lnTo>
                    <a:pt x="250" y="113"/>
                  </a:lnTo>
                  <a:lnTo>
                    <a:pt x="250" y="116"/>
                  </a:lnTo>
                  <a:lnTo>
                    <a:pt x="250" y="116"/>
                  </a:lnTo>
                  <a:lnTo>
                    <a:pt x="249" y="113"/>
                  </a:lnTo>
                  <a:lnTo>
                    <a:pt x="250" y="112"/>
                  </a:lnTo>
                  <a:close/>
                  <a:moveTo>
                    <a:pt x="249" y="112"/>
                  </a:moveTo>
                  <a:lnTo>
                    <a:pt x="249" y="112"/>
                  </a:lnTo>
                  <a:lnTo>
                    <a:pt x="249" y="117"/>
                  </a:lnTo>
                  <a:lnTo>
                    <a:pt x="249" y="118"/>
                  </a:lnTo>
                  <a:lnTo>
                    <a:pt x="246" y="120"/>
                  </a:lnTo>
                  <a:lnTo>
                    <a:pt x="246" y="120"/>
                  </a:lnTo>
                  <a:lnTo>
                    <a:pt x="246" y="116"/>
                  </a:lnTo>
                  <a:lnTo>
                    <a:pt x="248" y="112"/>
                  </a:lnTo>
                  <a:lnTo>
                    <a:pt x="249" y="112"/>
                  </a:lnTo>
                  <a:close/>
                  <a:moveTo>
                    <a:pt x="387" y="108"/>
                  </a:moveTo>
                  <a:lnTo>
                    <a:pt x="387" y="109"/>
                  </a:lnTo>
                  <a:lnTo>
                    <a:pt x="386" y="109"/>
                  </a:lnTo>
                  <a:lnTo>
                    <a:pt x="387" y="108"/>
                  </a:lnTo>
                  <a:close/>
                  <a:moveTo>
                    <a:pt x="371" y="108"/>
                  </a:moveTo>
                  <a:lnTo>
                    <a:pt x="375" y="108"/>
                  </a:lnTo>
                  <a:lnTo>
                    <a:pt x="379" y="109"/>
                  </a:lnTo>
                  <a:lnTo>
                    <a:pt x="379" y="110"/>
                  </a:lnTo>
                  <a:lnTo>
                    <a:pt x="381" y="113"/>
                  </a:lnTo>
                  <a:lnTo>
                    <a:pt x="381" y="114"/>
                  </a:lnTo>
                  <a:lnTo>
                    <a:pt x="379" y="114"/>
                  </a:lnTo>
                  <a:lnTo>
                    <a:pt x="377" y="117"/>
                  </a:lnTo>
                  <a:lnTo>
                    <a:pt x="374" y="117"/>
                  </a:lnTo>
                  <a:lnTo>
                    <a:pt x="371" y="117"/>
                  </a:lnTo>
                  <a:lnTo>
                    <a:pt x="370" y="116"/>
                  </a:lnTo>
                  <a:lnTo>
                    <a:pt x="366" y="116"/>
                  </a:lnTo>
                  <a:lnTo>
                    <a:pt x="365" y="113"/>
                  </a:lnTo>
                  <a:lnTo>
                    <a:pt x="365" y="110"/>
                  </a:lnTo>
                  <a:lnTo>
                    <a:pt x="368" y="108"/>
                  </a:lnTo>
                  <a:lnTo>
                    <a:pt x="369" y="109"/>
                  </a:lnTo>
                  <a:lnTo>
                    <a:pt x="371" y="108"/>
                  </a:lnTo>
                  <a:close/>
                  <a:moveTo>
                    <a:pt x="140" y="106"/>
                  </a:moveTo>
                  <a:lnTo>
                    <a:pt x="141" y="106"/>
                  </a:lnTo>
                  <a:lnTo>
                    <a:pt x="140" y="108"/>
                  </a:lnTo>
                  <a:lnTo>
                    <a:pt x="140" y="106"/>
                  </a:lnTo>
                  <a:close/>
                  <a:moveTo>
                    <a:pt x="390" y="105"/>
                  </a:moveTo>
                  <a:lnTo>
                    <a:pt x="390" y="106"/>
                  </a:lnTo>
                  <a:lnTo>
                    <a:pt x="389" y="106"/>
                  </a:lnTo>
                  <a:lnTo>
                    <a:pt x="387" y="105"/>
                  </a:lnTo>
                  <a:lnTo>
                    <a:pt x="390" y="105"/>
                  </a:lnTo>
                  <a:close/>
                  <a:moveTo>
                    <a:pt x="61" y="105"/>
                  </a:moveTo>
                  <a:lnTo>
                    <a:pt x="63" y="106"/>
                  </a:lnTo>
                  <a:lnTo>
                    <a:pt x="63" y="109"/>
                  </a:lnTo>
                  <a:lnTo>
                    <a:pt x="63" y="110"/>
                  </a:lnTo>
                  <a:lnTo>
                    <a:pt x="59" y="106"/>
                  </a:lnTo>
                  <a:lnTo>
                    <a:pt x="61" y="105"/>
                  </a:lnTo>
                  <a:close/>
                  <a:moveTo>
                    <a:pt x="407" y="104"/>
                  </a:moveTo>
                  <a:lnTo>
                    <a:pt x="410" y="104"/>
                  </a:lnTo>
                  <a:lnTo>
                    <a:pt x="412" y="106"/>
                  </a:lnTo>
                  <a:lnTo>
                    <a:pt x="416" y="108"/>
                  </a:lnTo>
                  <a:lnTo>
                    <a:pt x="423" y="110"/>
                  </a:lnTo>
                  <a:lnTo>
                    <a:pt x="424" y="114"/>
                  </a:lnTo>
                  <a:lnTo>
                    <a:pt x="423" y="117"/>
                  </a:lnTo>
                  <a:lnTo>
                    <a:pt x="420" y="117"/>
                  </a:lnTo>
                  <a:lnTo>
                    <a:pt x="418" y="114"/>
                  </a:lnTo>
                  <a:lnTo>
                    <a:pt x="416" y="114"/>
                  </a:lnTo>
                  <a:lnTo>
                    <a:pt x="411" y="112"/>
                  </a:lnTo>
                  <a:lnTo>
                    <a:pt x="408" y="112"/>
                  </a:lnTo>
                  <a:lnTo>
                    <a:pt x="407" y="113"/>
                  </a:lnTo>
                  <a:lnTo>
                    <a:pt x="402" y="112"/>
                  </a:lnTo>
                  <a:lnTo>
                    <a:pt x="400" y="110"/>
                  </a:lnTo>
                  <a:lnTo>
                    <a:pt x="399" y="110"/>
                  </a:lnTo>
                  <a:lnTo>
                    <a:pt x="398" y="112"/>
                  </a:lnTo>
                  <a:lnTo>
                    <a:pt x="395" y="112"/>
                  </a:lnTo>
                  <a:lnTo>
                    <a:pt x="394" y="110"/>
                  </a:lnTo>
                  <a:lnTo>
                    <a:pt x="393" y="109"/>
                  </a:lnTo>
                  <a:lnTo>
                    <a:pt x="390" y="112"/>
                  </a:lnTo>
                  <a:lnTo>
                    <a:pt x="389" y="112"/>
                  </a:lnTo>
                  <a:lnTo>
                    <a:pt x="389" y="110"/>
                  </a:lnTo>
                  <a:lnTo>
                    <a:pt x="389" y="109"/>
                  </a:lnTo>
                  <a:lnTo>
                    <a:pt x="391" y="108"/>
                  </a:lnTo>
                  <a:lnTo>
                    <a:pt x="391" y="106"/>
                  </a:lnTo>
                  <a:lnTo>
                    <a:pt x="393" y="105"/>
                  </a:lnTo>
                  <a:lnTo>
                    <a:pt x="397" y="105"/>
                  </a:lnTo>
                  <a:lnTo>
                    <a:pt x="400" y="105"/>
                  </a:lnTo>
                  <a:lnTo>
                    <a:pt x="402" y="105"/>
                  </a:lnTo>
                  <a:lnTo>
                    <a:pt x="404" y="106"/>
                  </a:lnTo>
                  <a:lnTo>
                    <a:pt x="407" y="104"/>
                  </a:lnTo>
                  <a:close/>
                  <a:moveTo>
                    <a:pt x="57" y="102"/>
                  </a:moveTo>
                  <a:lnTo>
                    <a:pt x="59" y="104"/>
                  </a:lnTo>
                  <a:lnTo>
                    <a:pt x="58" y="105"/>
                  </a:lnTo>
                  <a:lnTo>
                    <a:pt x="57" y="102"/>
                  </a:lnTo>
                  <a:close/>
                  <a:moveTo>
                    <a:pt x="149" y="101"/>
                  </a:moveTo>
                  <a:lnTo>
                    <a:pt x="153" y="102"/>
                  </a:lnTo>
                  <a:lnTo>
                    <a:pt x="157" y="105"/>
                  </a:lnTo>
                  <a:lnTo>
                    <a:pt x="157" y="106"/>
                  </a:lnTo>
                  <a:lnTo>
                    <a:pt x="156" y="108"/>
                  </a:lnTo>
                  <a:lnTo>
                    <a:pt x="156" y="109"/>
                  </a:lnTo>
                  <a:lnTo>
                    <a:pt x="153" y="109"/>
                  </a:lnTo>
                  <a:lnTo>
                    <a:pt x="152" y="108"/>
                  </a:lnTo>
                  <a:lnTo>
                    <a:pt x="150" y="110"/>
                  </a:lnTo>
                  <a:lnTo>
                    <a:pt x="148" y="109"/>
                  </a:lnTo>
                  <a:lnTo>
                    <a:pt x="148" y="105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5" y="106"/>
                  </a:lnTo>
                  <a:lnTo>
                    <a:pt x="145" y="105"/>
                  </a:lnTo>
                  <a:lnTo>
                    <a:pt x="148" y="105"/>
                  </a:lnTo>
                  <a:lnTo>
                    <a:pt x="148" y="104"/>
                  </a:lnTo>
                  <a:lnTo>
                    <a:pt x="148" y="101"/>
                  </a:lnTo>
                  <a:lnTo>
                    <a:pt x="149" y="101"/>
                  </a:lnTo>
                  <a:close/>
                  <a:moveTo>
                    <a:pt x="365" y="95"/>
                  </a:moveTo>
                  <a:lnTo>
                    <a:pt x="365" y="97"/>
                  </a:lnTo>
                  <a:lnTo>
                    <a:pt x="366" y="100"/>
                  </a:lnTo>
                  <a:lnTo>
                    <a:pt x="366" y="101"/>
                  </a:lnTo>
                  <a:lnTo>
                    <a:pt x="365" y="100"/>
                  </a:lnTo>
                  <a:lnTo>
                    <a:pt x="365" y="97"/>
                  </a:lnTo>
                  <a:lnTo>
                    <a:pt x="364" y="96"/>
                  </a:lnTo>
                  <a:lnTo>
                    <a:pt x="365" y="95"/>
                  </a:lnTo>
                  <a:close/>
                  <a:moveTo>
                    <a:pt x="53" y="95"/>
                  </a:moveTo>
                  <a:lnTo>
                    <a:pt x="55" y="99"/>
                  </a:lnTo>
                  <a:lnTo>
                    <a:pt x="53" y="99"/>
                  </a:lnTo>
                  <a:lnTo>
                    <a:pt x="52" y="96"/>
                  </a:lnTo>
                  <a:lnTo>
                    <a:pt x="53" y="95"/>
                  </a:lnTo>
                  <a:close/>
                  <a:moveTo>
                    <a:pt x="332" y="93"/>
                  </a:moveTo>
                  <a:lnTo>
                    <a:pt x="332" y="95"/>
                  </a:lnTo>
                  <a:lnTo>
                    <a:pt x="331" y="95"/>
                  </a:lnTo>
                  <a:lnTo>
                    <a:pt x="332" y="93"/>
                  </a:lnTo>
                  <a:close/>
                  <a:moveTo>
                    <a:pt x="335" y="92"/>
                  </a:moveTo>
                  <a:lnTo>
                    <a:pt x="336" y="93"/>
                  </a:lnTo>
                  <a:lnTo>
                    <a:pt x="333" y="93"/>
                  </a:lnTo>
                  <a:lnTo>
                    <a:pt x="335" y="92"/>
                  </a:lnTo>
                  <a:close/>
                  <a:moveTo>
                    <a:pt x="364" y="92"/>
                  </a:moveTo>
                  <a:lnTo>
                    <a:pt x="368" y="92"/>
                  </a:lnTo>
                  <a:lnTo>
                    <a:pt x="370" y="92"/>
                  </a:lnTo>
                  <a:lnTo>
                    <a:pt x="368" y="93"/>
                  </a:lnTo>
                  <a:lnTo>
                    <a:pt x="362" y="95"/>
                  </a:lnTo>
                  <a:lnTo>
                    <a:pt x="360" y="93"/>
                  </a:lnTo>
                  <a:lnTo>
                    <a:pt x="360" y="93"/>
                  </a:lnTo>
                  <a:lnTo>
                    <a:pt x="358" y="92"/>
                  </a:lnTo>
                  <a:lnTo>
                    <a:pt x="360" y="92"/>
                  </a:lnTo>
                  <a:lnTo>
                    <a:pt x="361" y="92"/>
                  </a:lnTo>
                  <a:lnTo>
                    <a:pt x="364" y="92"/>
                  </a:lnTo>
                  <a:close/>
                  <a:moveTo>
                    <a:pt x="416" y="91"/>
                  </a:moveTo>
                  <a:lnTo>
                    <a:pt x="418" y="92"/>
                  </a:lnTo>
                  <a:lnTo>
                    <a:pt x="418" y="93"/>
                  </a:lnTo>
                  <a:lnTo>
                    <a:pt x="419" y="95"/>
                  </a:lnTo>
                  <a:lnTo>
                    <a:pt x="416" y="95"/>
                  </a:lnTo>
                  <a:lnTo>
                    <a:pt x="412" y="93"/>
                  </a:lnTo>
                  <a:lnTo>
                    <a:pt x="411" y="93"/>
                  </a:lnTo>
                  <a:lnTo>
                    <a:pt x="412" y="92"/>
                  </a:lnTo>
                  <a:lnTo>
                    <a:pt x="416" y="91"/>
                  </a:lnTo>
                  <a:close/>
                  <a:moveTo>
                    <a:pt x="350" y="91"/>
                  </a:moveTo>
                  <a:lnTo>
                    <a:pt x="353" y="91"/>
                  </a:lnTo>
                  <a:lnTo>
                    <a:pt x="354" y="92"/>
                  </a:lnTo>
                  <a:lnTo>
                    <a:pt x="356" y="91"/>
                  </a:lnTo>
                  <a:lnTo>
                    <a:pt x="357" y="92"/>
                  </a:lnTo>
                  <a:lnTo>
                    <a:pt x="357" y="93"/>
                  </a:lnTo>
                  <a:lnTo>
                    <a:pt x="356" y="93"/>
                  </a:lnTo>
                  <a:lnTo>
                    <a:pt x="353" y="95"/>
                  </a:lnTo>
                  <a:lnTo>
                    <a:pt x="352" y="93"/>
                  </a:lnTo>
                  <a:lnTo>
                    <a:pt x="349" y="96"/>
                  </a:lnTo>
                  <a:lnTo>
                    <a:pt x="348" y="95"/>
                  </a:lnTo>
                  <a:lnTo>
                    <a:pt x="346" y="93"/>
                  </a:lnTo>
                  <a:lnTo>
                    <a:pt x="346" y="92"/>
                  </a:lnTo>
                  <a:lnTo>
                    <a:pt x="348" y="91"/>
                  </a:lnTo>
                  <a:lnTo>
                    <a:pt x="349" y="91"/>
                  </a:lnTo>
                  <a:lnTo>
                    <a:pt x="350" y="91"/>
                  </a:lnTo>
                  <a:close/>
                  <a:moveTo>
                    <a:pt x="165" y="91"/>
                  </a:moveTo>
                  <a:lnTo>
                    <a:pt x="165" y="92"/>
                  </a:lnTo>
                  <a:lnTo>
                    <a:pt x="165" y="92"/>
                  </a:lnTo>
                  <a:lnTo>
                    <a:pt x="163" y="92"/>
                  </a:lnTo>
                  <a:lnTo>
                    <a:pt x="162" y="91"/>
                  </a:lnTo>
                  <a:lnTo>
                    <a:pt x="165" y="91"/>
                  </a:lnTo>
                  <a:close/>
                  <a:moveTo>
                    <a:pt x="337" y="89"/>
                  </a:moveTo>
                  <a:lnTo>
                    <a:pt x="339" y="91"/>
                  </a:lnTo>
                  <a:lnTo>
                    <a:pt x="336" y="91"/>
                  </a:lnTo>
                  <a:lnTo>
                    <a:pt x="337" y="89"/>
                  </a:lnTo>
                  <a:close/>
                  <a:moveTo>
                    <a:pt x="478" y="89"/>
                  </a:moveTo>
                  <a:lnTo>
                    <a:pt x="483" y="91"/>
                  </a:lnTo>
                  <a:lnTo>
                    <a:pt x="486" y="89"/>
                  </a:lnTo>
                  <a:lnTo>
                    <a:pt x="489" y="91"/>
                  </a:lnTo>
                  <a:lnTo>
                    <a:pt x="491" y="91"/>
                  </a:lnTo>
                  <a:lnTo>
                    <a:pt x="495" y="91"/>
                  </a:lnTo>
                  <a:lnTo>
                    <a:pt x="494" y="92"/>
                  </a:lnTo>
                  <a:lnTo>
                    <a:pt x="489" y="92"/>
                  </a:lnTo>
                  <a:lnTo>
                    <a:pt x="483" y="92"/>
                  </a:lnTo>
                  <a:lnTo>
                    <a:pt x="479" y="91"/>
                  </a:lnTo>
                  <a:lnTo>
                    <a:pt x="478" y="89"/>
                  </a:lnTo>
                  <a:close/>
                  <a:moveTo>
                    <a:pt x="127" y="89"/>
                  </a:moveTo>
                  <a:lnTo>
                    <a:pt x="128" y="89"/>
                  </a:lnTo>
                  <a:lnTo>
                    <a:pt x="129" y="91"/>
                  </a:lnTo>
                  <a:lnTo>
                    <a:pt x="129" y="92"/>
                  </a:lnTo>
                  <a:lnTo>
                    <a:pt x="131" y="93"/>
                  </a:lnTo>
                  <a:lnTo>
                    <a:pt x="132" y="99"/>
                  </a:lnTo>
                  <a:lnTo>
                    <a:pt x="134" y="101"/>
                  </a:lnTo>
                  <a:lnTo>
                    <a:pt x="138" y="102"/>
                  </a:lnTo>
                  <a:lnTo>
                    <a:pt x="137" y="105"/>
                  </a:lnTo>
                  <a:lnTo>
                    <a:pt x="137" y="108"/>
                  </a:lnTo>
                  <a:lnTo>
                    <a:pt x="136" y="109"/>
                  </a:lnTo>
                  <a:lnTo>
                    <a:pt x="134" y="108"/>
                  </a:lnTo>
                  <a:lnTo>
                    <a:pt x="134" y="105"/>
                  </a:lnTo>
                  <a:lnTo>
                    <a:pt x="132" y="106"/>
                  </a:lnTo>
                  <a:lnTo>
                    <a:pt x="129" y="104"/>
                  </a:lnTo>
                  <a:lnTo>
                    <a:pt x="129" y="101"/>
                  </a:lnTo>
                  <a:lnTo>
                    <a:pt x="128" y="100"/>
                  </a:lnTo>
                  <a:lnTo>
                    <a:pt x="127" y="99"/>
                  </a:lnTo>
                  <a:lnTo>
                    <a:pt x="127" y="97"/>
                  </a:lnTo>
                  <a:lnTo>
                    <a:pt x="121" y="96"/>
                  </a:lnTo>
                  <a:lnTo>
                    <a:pt x="120" y="95"/>
                  </a:lnTo>
                  <a:lnTo>
                    <a:pt x="123" y="93"/>
                  </a:lnTo>
                  <a:lnTo>
                    <a:pt x="123" y="91"/>
                  </a:lnTo>
                  <a:lnTo>
                    <a:pt x="124" y="91"/>
                  </a:lnTo>
                  <a:lnTo>
                    <a:pt x="125" y="92"/>
                  </a:lnTo>
                  <a:lnTo>
                    <a:pt x="127" y="93"/>
                  </a:lnTo>
                  <a:lnTo>
                    <a:pt x="127" y="92"/>
                  </a:lnTo>
                  <a:lnTo>
                    <a:pt x="127" y="89"/>
                  </a:lnTo>
                  <a:close/>
                  <a:moveTo>
                    <a:pt x="474" y="88"/>
                  </a:moveTo>
                  <a:lnTo>
                    <a:pt x="477" y="88"/>
                  </a:lnTo>
                  <a:lnTo>
                    <a:pt x="476" y="89"/>
                  </a:lnTo>
                  <a:lnTo>
                    <a:pt x="474" y="88"/>
                  </a:lnTo>
                  <a:close/>
                  <a:moveTo>
                    <a:pt x="386" y="87"/>
                  </a:moveTo>
                  <a:lnTo>
                    <a:pt x="389" y="87"/>
                  </a:lnTo>
                  <a:lnTo>
                    <a:pt x="391" y="91"/>
                  </a:lnTo>
                  <a:lnTo>
                    <a:pt x="391" y="92"/>
                  </a:lnTo>
                  <a:lnTo>
                    <a:pt x="387" y="92"/>
                  </a:lnTo>
                  <a:lnTo>
                    <a:pt x="386" y="92"/>
                  </a:lnTo>
                  <a:lnTo>
                    <a:pt x="383" y="91"/>
                  </a:lnTo>
                  <a:lnTo>
                    <a:pt x="382" y="89"/>
                  </a:lnTo>
                  <a:lnTo>
                    <a:pt x="386" y="87"/>
                  </a:lnTo>
                  <a:close/>
                  <a:moveTo>
                    <a:pt x="331" y="85"/>
                  </a:moveTo>
                  <a:lnTo>
                    <a:pt x="333" y="85"/>
                  </a:lnTo>
                  <a:lnTo>
                    <a:pt x="335" y="87"/>
                  </a:lnTo>
                  <a:lnTo>
                    <a:pt x="333" y="88"/>
                  </a:lnTo>
                  <a:lnTo>
                    <a:pt x="335" y="87"/>
                  </a:lnTo>
                  <a:lnTo>
                    <a:pt x="336" y="85"/>
                  </a:lnTo>
                  <a:lnTo>
                    <a:pt x="337" y="87"/>
                  </a:lnTo>
                  <a:lnTo>
                    <a:pt x="337" y="89"/>
                  </a:lnTo>
                  <a:lnTo>
                    <a:pt x="335" y="89"/>
                  </a:lnTo>
                  <a:lnTo>
                    <a:pt x="335" y="88"/>
                  </a:lnTo>
                  <a:lnTo>
                    <a:pt x="333" y="91"/>
                  </a:lnTo>
                  <a:lnTo>
                    <a:pt x="332" y="89"/>
                  </a:lnTo>
                  <a:lnTo>
                    <a:pt x="329" y="91"/>
                  </a:lnTo>
                  <a:lnTo>
                    <a:pt x="328" y="89"/>
                  </a:lnTo>
                  <a:lnTo>
                    <a:pt x="328" y="87"/>
                  </a:lnTo>
                  <a:lnTo>
                    <a:pt x="331" y="85"/>
                  </a:lnTo>
                  <a:close/>
                  <a:moveTo>
                    <a:pt x="170" y="84"/>
                  </a:moveTo>
                  <a:lnTo>
                    <a:pt x="174" y="84"/>
                  </a:lnTo>
                  <a:lnTo>
                    <a:pt x="175" y="85"/>
                  </a:lnTo>
                  <a:lnTo>
                    <a:pt x="173" y="88"/>
                  </a:lnTo>
                  <a:lnTo>
                    <a:pt x="171" y="88"/>
                  </a:lnTo>
                  <a:lnTo>
                    <a:pt x="170" y="87"/>
                  </a:lnTo>
                  <a:lnTo>
                    <a:pt x="171" y="85"/>
                  </a:lnTo>
                  <a:lnTo>
                    <a:pt x="170" y="84"/>
                  </a:lnTo>
                  <a:close/>
                  <a:moveTo>
                    <a:pt x="42" y="83"/>
                  </a:moveTo>
                  <a:lnTo>
                    <a:pt x="45" y="83"/>
                  </a:lnTo>
                  <a:lnTo>
                    <a:pt x="49" y="88"/>
                  </a:lnTo>
                  <a:lnTo>
                    <a:pt x="49" y="93"/>
                  </a:lnTo>
                  <a:lnTo>
                    <a:pt x="46" y="92"/>
                  </a:lnTo>
                  <a:lnTo>
                    <a:pt x="42" y="87"/>
                  </a:lnTo>
                  <a:lnTo>
                    <a:pt x="40" y="87"/>
                  </a:lnTo>
                  <a:lnTo>
                    <a:pt x="40" y="84"/>
                  </a:lnTo>
                  <a:lnTo>
                    <a:pt x="42" y="83"/>
                  </a:lnTo>
                  <a:close/>
                  <a:moveTo>
                    <a:pt x="472" y="81"/>
                  </a:moveTo>
                  <a:lnTo>
                    <a:pt x="473" y="83"/>
                  </a:lnTo>
                  <a:lnTo>
                    <a:pt x="472" y="83"/>
                  </a:lnTo>
                  <a:lnTo>
                    <a:pt x="470" y="81"/>
                  </a:lnTo>
                  <a:lnTo>
                    <a:pt x="472" y="81"/>
                  </a:lnTo>
                  <a:close/>
                  <a:moveTo>
                    <a:pt x="425" y="81"/>
                  </a:moveTo>
                  <a:lnTo>
                    <a:pt x="427" y="81"/>
                  </a:lnTo>
                  <a:lnTo>
                    <a:pt x="427" y="85"/>
                  </a:lnTo>
                  <a:lnTo>
                    <a:pt x="425" y="87"/>
                  </a:lnTo>
                  <a:lnTo>
                    <a:pt x="423" y="85"/>
                  </a:lnTo>
                  <a:lnTo>
                    <a:pt x="423" y="83"/>
                  </a:lnTo>
                  <a:lnTo>
                    <a:pt x="425" y="81"/>
                  </a:lnTo>
                  <a:close/>
                  <a:moveTo>
                    <a:pt x="169" y="80"/>
                  </a:moveTo>
                  <a:lnTo>
                    <a:pt x="171" y="80"/>
                  </a:lnTo>
                  <a:lnTo>
                    <a:pt x="173" y="81"/>
                  </a:lnTo>
                  <a:lnTo>
                    <a:pt x="174" y="83"/>
                  </a:lnTo>
                  <a:lnTo>
                    <a:pt x="174" y="83"/>
                  </a:lnTo>
                  <a:lnTo>
                    <a:pt x="171" y="83"/>
                  </a:lnTo>
                  <a:lnTo>
                    <a:pt x="170" y="83"/>
                  </a:lnTo>
                  <a:lnTo>
                    <a:pt x="167" y="81"/>
                  </a:lnTo>
                  <a:lnTo>
                    <a:pt x="169" y="80"/>
                  </a:lnTo>
                  <a:close/>
                  <a:moveTo>
                    <a:pt x="422" y="80"/>
                  </a:moveTo>
                  <a:lnTo>
                    <a:pt x="424" y="81"/>
                  </a:lnTo>
                  <a:lnTo>
                    <a:pt x="422" y="81"/>
                  </a:lnTo>
                  <a:lnTo>
                    <a:pt x="419" y="80"/>
                  </a:lnTo>
                  <a:lnTo>
                    <a:pt x="422" y="80"/>
                  </a:lnTo>
                  <a:close/>
                  <a:moveTo>
                    <a:pt x="425" y="79"/>
                  </a:moveTo>
                  <a:lnTo>
                    <a:pt x="425" y="80"/>
                  </a:lnTo>
                  <a:lnTo>
                    <a:pt x="424" y="79"/>
                  </a:lnTo>
                  <a:lnTo>
                    <a:pt x="425" y="79"/>
                  </a:lnTo>
                  <a:close/>
                  <a:moveTo>
                    <a:pt x="381" y="79"/>
                  </a:moveTo>
                  <a:lnTo>
                    <a:pt x="381" y="79"/>
                  </a:lnTo>
                  <a:lnTo>
                    <a:pt x="382" y="81"/>
                  </a:lnTo>
                  <a:lnTo>
                    <a:pt x="379" y="80"/>
                  </a:lnTo>
                  <a:lnTo>
                    <a:pt x="381" y="79"/>
                  </a:lnTo>
                  <a:close/>
                  <a:moveTo>
                    <a:pt x="478" y="77"/>
                  </a:moveTo>
                  <a:lnTo>
                    <a:pt x="482" y="77"/>
                  </a:lnTo>
                  <a:lnTo>
                    <a:pt x="483" y="77"/>
                  </a:lnTo>
                  <a:lnTo>
                    <a:pt x="486" y="79"/>
                  </a:lnTo>
                  <a:lnTo>
                    <a:pt x="487" y="81"/>
                  </a:lnTo>
                  <a:lnTo>
                    <a:pt x="489" y="83"/>
                  </a:lnTo>
                  <a:lnTo>
                    <a:pt x="490" y="83"/>
                  </a:lnTo>
                  <a:lnTo>
                    <a:pt x="487" y="84"/>
                  </a:lnTo>
                  <a:lnTo>
                    <a:pt x="486" y="83"/>
                  </a:lnTo>
                  <a:lnTo>
                    <a:pt x="485" y="83"/>
                  </a:lnTo>
                  <a:lnTo>
                    <a:pt x="483" y="83"/>
                  </a:lnTo>
                  <a:lnTo>
                    <a:pt x="483" y="81"/>
                  </a:lnTo>
                  <a:lnTo>
                    <a:pt x="482" y="79"/>
                  </a:lnTo>
                  <a:lnTo>
                    <a:pt x="481" y="79"/>
                  </a:lnTo>
                  <a:lnTo>
                    <a:pt x="481" y="80"/>
                  </a:lnTo>
                  <a:lnTo>
                    <a:pt x="478" y="77"/>
                  </a:lnTo>
                  <a:lnTo>
                    <a:pt x="478" y="77"/>
                  </a:lnTo>
                  <a:close/>
                  <a:moveTo>
                    <a:pt x="111" y="76"/>
                  </a:moveTo>
                  <a:lnTo>
                    <a:pt x="113" y="76"/>
                  </a:lnTo>
                  <a:lnTo>
                    <a:pt x="113" y="79"/>
                  </a:lnTo>
                  <a:lnTo>
                    <a:pt x="112" y="80"/>
                  </a:lnTo>
                  <a:lnTo>
                    <a:pt x="109" y="77"/>
                  </a:lnTo>
                  <a:lnTo>
                    <a:pt x="111" y="76"/>
                  </a:lnTo>
                  <a:close/>
                  <a:moveTo>
                    <a:pt x="385" y="76"/>
                  </a:moveTo>
                  <a:lnTo>
                    <a:pt x="386" y="76"/>
                  </a:lnTo>
                  <a:lnTo>
                    <a:pt x="386" y="79"/>
                  </a:lnTo>
                  <a:lnTo>
                    <a:pt x="387" y="79"/>
                  </a:lnTo>
                  <a:lnTo>
                    <a:pt x="389" y="80"/>
                  </a:lnTo>
                  <a:lnTo>
                    <a:pt x="387" y="81"/>
                  </a:lnTo>
                  <a:lnTo>
                    <a:pt x="386" y="80"/>
                  </a:lnTo>
                  <a:lnTo>
                    <a:pt x="383" y="80"/>
                  </a:lnTo>
                  <a:lnTo>
                    <a:pt x="382" y="77"/>
                  </a:lnTo>
                  <a:lnTo>
                    <a:pt x="382" y="76"/>
                  </a:lnTo>
                  <a:lnTo>
                    <a:pt x="383" y="76"/>
                  </a:lnTo>
                  <a:lnTo>
                    <a:pt x="385" y="76"/>
                  </a:lnTo>
                  <a:close/>
                  <a:moveTo>
                    <a:pt x="38" y="75"/>
                  </a:moveTo>
                  <a:lnTo>
                    <a:pt x="41" y="76"/>
                  </a:lnTo>
                  <a:lnTo>
                    <a:pt x="41" y="77"/>
                  </a:lnTo>
                  <a:lnTo>
                    <a:pt x="38" y="80"/>
                  </a:lnTo>
                  <a:lnTo>
                    <a:pt x="37" y="77"/>
                  </a:lnTo>
                  <a:lnTo>
                    <a:pt x="38" y="75"/>
                  </a:lnTo>
                  <a:close/>
                  <a:moveTo>
                    <a:pt x="315" y="75"/>
                  </a:moveTo>
                  <a:lnTo>
                    <a:pt x="316" y="76"/>
                  </a:lnTo>
                  <a:lnTo>
                    <a:pt x="315" y="77"/>
                  </a:lnTo>
                  <a:lnTo>
                    <a:pt x="314" y="76"/>
                  </a:lnTo>
                  <a:lnTo>
                    <a:pt x="315" y="75"/>
                  </a:lnTo>
                  <a:close/>
                  <a:moveTo>
                    <a:pt x="167" y="75"/>
                  </a:moveTo>
                  <a:lnTo>
                    <a:pt x="170" y="76"/>
                  </a:lnTo>
                  <a:lnTo>
                    <a:pt x="170" y="76"/>
                  </a:lnTo>
                  <a:lnTo>
                    <a:pt x="169" y="77"/>
                  </a:lnTo>
                  <a:lnTo>
                    <a:pt x="167" y="76"/>
                  </a:lnTo>
                  <a:lnTo>
                    <a:pt x="166" y="75"/>
                  </a:lnTo>
                  <a:lnTo>
                    <a:pt x="167" y="75"/>
                  </a:lnTo>
                  <a:close/>
                  <a:moveTo>
                    <a:pt x="379" y="75"/>
                  </a:moveTo>
                  <a:lnTo>
                    <a:pt x="381" y="75"/>
                  </a:lnTo>
                  <a:lnTo>
                    <a:pt x="381" y="76"/>
                  </a:lnTo>
                  <a:lnTo>
                    <a:pt x="381" y="77"/>
                  </a:lnTo>
                  <a:lnTo>
                    <a:pt x="379" y="76"/>
                  </a:lnTo>
                  <a:lnTo>
                    <a:pt x="379" y="75"/>
                  </a:lnTo>
                  <a:close/>
                  <a:moveTo>
                    <a:pt x="318" y="75"/>
                  </a:moveTo>
                  <a:lnTo>
                    <a:pt x="318" y="76"/>
                  </a:lnTo>
                  <a:lnTo>
                    <a:pt x="315" y="75"/>
                  </a:lnTo>
                  <a:lnTo>
                    <a:pt x="318" y="75"/>
                  </a:lnTo>
                  <a:close/>
                  <a:moveTo>
                    <a:pt x="445" y="74"/>
                  </a:moveTo>
                  <a:lnTo>
                    <a:pt x="452" y="76"/>
                  </a:lnTo>
                  <a:lnTo>
                    <a:pt x="454" y="79"/>
                  </a:lnTo>
                  <a:lnTo>
                    <a:pt x="458" y="77"/>
                  </a:lnTo>
                  <a:lnTo>
                    <a:pt x="462" y="79"/>
                  </a:lnTo>
                  <a:lnTo>
                    <a:pt x="464" y="80"/>
                  </a:lnTo>
                  <a:lnTo>
                    <a:pt x="464" y="80"/>
                  </a:lnTo>
                  <a:lnTo>
                    <a:pt x="464" y="84"/>
                  </a:lnTo>
                  <a:lnTo>
                    <a:pt x="465" y="85"/>
                  </a:lnTo>
                  <a:lnTo>
                    <a:pt x="466" y="88"/>
                  </a:lnTo>
                  <a:lnTo>
                    <a:pt x="465" y="89"/>
                  </a:lnTo>
                  <a:lnTo>
                    <a:pt x="464" y="92"/>
                  </a:lnTo>
                  <a:lnTo>
                    <a:pt x="464" y="95"/>
                  </a:lnTo>
                  <a:lnTo>
                    <a:pt x="464" y="100"/>
                  </a:lnTo>
                  <a:lnTo>
                    <a:pt x="466" y="102"/>
                  </a:lnTo>
                  <a:lnTo>
                    <a:pt x="468" y="105"/>
                  </a:lnTo>
                  <a:lnTo>
                    <a:pt x="468" y="105"/>
                  </a:lnTo>
                  <a:lnTo>
                    <a:pt x="468" y="102"/>
                  </a:lnTo>
                  <a:lnTo>
                    <a:pt x="469" y="101"/>
                  </a:lnTo>
                  <a:lnTo>
                    <a:pt x="470" y="101"/>
                  </a:lnTo>
                  <a:lnTo>
                    <a:pt x="470" y="104"/>
                  </a:lnTo>
                  <a:lnTo>
                    <a:pt x="470" y="106"/>
                  </a:lnTo>
                  <a:lnTo>
                    <a:pt x="472" y="105"/>
                  </a:lnTo>
                  <a:lnTo>
                    <a:pt x="473" y="108"/>
                  </a:lnTo>
                  <a:lnTo>
                    <a:pt x="476" y="110"/>
                  </a:lnTo>
                  <a:lnTo>
                    <a:pt x="477" y="112"/>
                  </a:lnTo>
                  <a:lnTo>
                    <a:pt x="478" y="112"/>
                  </a:lnTo>
                  <a:lnTo>
                    <a:pt x="481" y="110"/>
                  </a:lnTo>
                  <a:lnTo>
                    <a:pt x="481" y="108"/>
                  </a:lnTo>
                  <a:lnTo>
                    <a:pt x="482" y="108"/>
                  </a:lnTo>
                  <a:lnTo>
                    <a:pt x="483" y="106"/>
                  </a:lnTo>
                  <a:lnTo>
                    <a:pt x="483" y="104"/>
                  </a:lnTo>
                  <a:lnTo>
                    <a:pt x="485" y="101"/>
                  </a:lnTo>
                  <a:lnTo>
                    <a:pt x="487" y="101"/>
                  </a:lnTo>
                  <a:lnTo>
                    <a:pt x="490" y="100"/>
                  </a:lnTo>
                  <a:lnTo>
                    <a:pt x="490" y="97"/>
                  </a:lnTo>
                  <a:lnTo>
                    <a:pt x="491" y="96"/>
                  </a:lnTo>
                  <a:lnTo>
                    <a:pt x="493" y="97"/>
                  </a:lnTo>
                  <a:lnTo>
                    <a:pt x="494" y="97"/>
                  </a:lnTo>
                  <a:lnTo>
                    <a:pt x="495" y="96"/>
                  </a:lnTo>
                  <a:lnTo>
                    <a:pt x="499" y="96"/>
                  </a:lnTo>
                  <a:lnTo>
                    <a:pt x="499" y="93"/>
                  </a:lnTo>
                  <a:lnTo>
                    <a:pt x="498" y="92"/>
                  </a:lnTo>
                  <a:lnTo>
                    <a:pt x="499" y="91"/>
                  </a:lnTo>
                  <a:lnTo>
                    <a:pt x="504" y="87"/>
                  </a:lnTo>
                  <a:lnTo>
                    <a:pt x="507" y="88"/>
                  </a:lnTo>
                  <a:lnTo>
                    <a:pt x="510" y="89"/>
                  </a:lnTo>
                  <a:lnTo>
                    <a:pt x="514" y="91"/>
                  </a:lnTo>
                  <a:lnTo>
                    <a:pt x="518" y="92"/>
                  </a:lnTo>
                  <a:lnTo>
                    <a:pt x="519" y="93"/>
                  </a:lnTo>
                  <a:lnTo>
                    <a:pt x="522" y="93"/>
                  </a:lnTo>
                  <a:lnTo>
                    <a:pt x="526" y="95"/>
                  </a:lnTo>
                  <a:lnTo>
                    <a:pt x="532" y="97"/>
                  </a:lnTo>
                  <a:lnTo>
                    <a:pt x="533" y="97"/>
                  </a:lnTo>
                  <a:lnTo>
                    <a:pt x="535" y="97"/>
                  </a:lnTo>
                  <a:lnTo>
                    <a:pt x="539" y="99"/>
                  </a:lnTo>
                  <a:lnTo>
                    <a:pt x="540" y="99"/>
                  </a:lnTo>
                  <a:lnTo>
                    <a:pt x="543" y="100"/>
                  </a:lnTo>
                  <a:lnTo>
                    <a:pt x="541" y="101"/>
                  </a:lnTo>
                  <a:lnTo>
                    <a:pt x="541" y="102"/>
                  </a:lnTo>
                  <a:lnTo>
                    <a:pt x="543" y="102"/>
                  </a:lnTo>
                  <a:lnTo>
                    <a:pt x="545" y="102"/>
                  </a:lnTo>
                  <a:lnTo>
                    <a:pt x="545" y="102"/>
                  </a:lnTo>
                  <a:lnTo>
                    <a:pt x="544" y="146"/>
                  </a:lnTo>
                  <a:lnTo>
                    <a:pt x="543" y="150"/>
                  </a:lnTo>
                  <a:lnTo>
                    <a:pt x="543" y="151"/>
                  </a:lnTo>
                  <a:lnTo>
                    <a:pt x="544" y="152"/>
                  </a:lnTo>
                  <a:lnTo>
                    <a:pt x="543" y="181"/>
                  </a:lnTo>
                  <a:lnTo>
                    <a:pt x="541" y="181"/>
                  </a:lnTo>
                  <a:lnTo>
                    <a:pt x="539" y="180"/>
                  </a:lnTo>
                  <a:lnTo>
                    <a:pt x="536" y="176"/>
                  </a:lnTo>
                  <a:lnTo>
                    <a:pt x="535" y="175"/>
                  </a:lnTo>
                  <a:lnTo>
                    <a:pt x="535" y="175"/>
                  </a:lnTo>
                  <a:lnTo>
                    <a:pt x="532" y="172"/>
                  </a:lnTo>
                  <a:lnTo>
                    <a:pt x="532" y="171"/>
                  </a:lnTo>
                  <a:lnTo>
                    <a:pt x="531" y="170"/>
                  </a:lnTo>
                  <a:lnTo>
                    <a:pt x="532" y="168"/>
                  </a:lnTo>
                  <a:lnTo>
                    <a:pt x="532" y="166"/>
                  </a:lnTo>
                  <a:lnTo>
                    <a:pt x="532" y="168"/>
                  </a:lnTo>
                  <a:lnTo>
                    <a:pt x="530" y="168"/>
                  </a:lnTo>
                  <a:lnTo>
                    <a:pt x="527" y="168"/>
                  </a:lnTo>
                  <a:lnTo>
                    <a:pt x="524" y="170"/>
                  </a:lnTo>
                  <a:lnTo>
                    <a:pt x="523" y="170"/>
                  </a:lnTo>
                  <a:lnTo>
                    <a:pt x="522" y="168"/>
                  </a:lnTo>
                  <a:lnTo>
                    <a:pt x="519" y="170"/>
                  </a:lnTo>
                  <a:lnTo>
                    <a:pt x="518" y="168"/>
                  </a:lnTo>
                  <a:lnTo>
                    <a:pt x="519" y="168"/>
                  </a:lnTo>
                  <a:lnTo>
                    <a:pt x="519" y="166"/>
                  </a:lnTo>
                  <a:lnTo>
                    <a:pt x="519" y="164"/>
                  </a:lnTo>
                  <a:lnTo>
                    <a:pt x="520" y="164"/>
                  </a:lnTo>
                  <a:lnTo>
                    <a:pt x="520" y="160"/>
                  </a:lnTo>
                  <a:lnTo>
                    <a:pt x="519" y="160"/>
                  </a:lnTo>
                  <a:lnTo>
                    <a:pt x="518" y="158"/>
                  </a:lnTo>
                  <a:lnTo>
                    <a:pt x="519" y="158"/>
                  </a:lnTo>
                  <a:lnTo>
                    <a:pt x="520" y="158"/>
                  </a:lnTo>
                  <a:lnTo>
                    <a:pt x="522" y="158"/>
                  </a:lnTo>
                  <a:lnTo>
                    <a:pt x="524" y="158"/>
                  </a:lnTo>
                  <a:lnTo>
                    <a:pt x="522" y="156"/>
                  </a:lnTo>
                  <a:lnTo>
                    <a:pt x="519" y="158"/>
                  </a:lnTo>
                  <a:lnTo>
                    <a:pt x="518" y="156"/>
                  </a:lnTo>
                  <a:lnTo>
                    <a:pt x="515" y="155"/>
                  </a:lnTo>
                  <a:lnTo>
                    <a:pt x="516" y="154"/>
                  </a:lnTo>
                  <a:lnTo>
                    <a:pt x="518" y="152"/>
                  </a:lnTo>
                  <a:lnTo>
                    <a:pt x="519" y="154"/>
                  </a:lnTo>
                  <a:lnTo>
                    <a:pt x="518" y="152"/>
                  </a:lnTo>
                  <a:lnTo>
                    <a:pt x="515" y="150"/>
                  </a:lnTo>
                  <a:lnTo>
                    <a:pt x="512" y="149"/>
                  </a:lnTo>
                  <a:lnTo>
                    <a:pt x="512" y="147"/>
                  </a:lnTo>
                  <a:lnTo>
                    <a:pt x="512" y="145"/>
                  </a:lnTo>
                  <a:lnTo>
                    <a:pt x="510" y="142"/>
                  </a:lnTo>
                  <a:lnTo>
                    <a:pt x="510" y="141"/>
                  </a:lnTo>
                  <a:lnTo>
                    <a:pt x="512" y="139"/>
                  </a:lnTo>
                  <a:lnTo>
                    <a:pt x="510" y="139"/>
                  </a:lnTo>
                  <a:lnTo>
                    <a:pt x="508" y="138"/>
                  </a:lnTo>
                  <a:lnTo>
                    <a:pt x="510" y="137"/>
                  </a:lnTo>
                  <a:lnTo>
                    <a:pt x="508" y="135"/>
                  </a:lnTo>
                  <a:lnTo>
                    <a:pt x="510" y="134"/>
                  </a:lnTo>
                  <a:lnTo>
                    <a:pt x="507" y="135"/>
                  </a:lnTo>
                  <a:lnTo>
                    <a:pt x="507" y="134"/>
                  </a:lnTo>
                  <a:lnTo>
                    <a:pt x="506" y="135"/>
                  </a:lnTo>
                  <a:lnTo>
                    <a:pt x="504" y="134"/>
                  </a:lnTo>
                  <a:lnTo>
                    <a:pt x="506" y="131"/>
                  </a:lnTo>
                  <a:lnTo>
                    <a:pt x="504" y="133"/>
                  </a:lnTo>
                  <a:lnTo>
                    <a:pt x="503" y="133"/>
                  </a:lnTo>
                  <a:lnTo>
                    <a:pt x="499" y="131"/>
                  </a:lnTo>
                  <a:lnTo>
                    <a:pt x="498" y="129"/>
                  </a:lnTo>
                  <a:lnTo>
                    <a:pt x="495" y="129"/>
                  </a:lnTo>
                  <a:lnTo>
                    <a:pt x="493" y="129"/>
                  </a:lnTo>
                  <a:lnTo>
                    <a:pt x="486" y="126"/>
                  </a:lnTo>
                  <a:lnTo>
                    <a:pt x="479" y="124"/>
                  </a:lnTo>
                  <a:lnTo>
                    <a:pt x="476" y="124"/>
                  </a:lnTo>
                  <a:lnTo>
                    <a:pt x="473" y="122"/>
                  </a:lnTo>
                  <a:lnTo>
                    <a:pt x="472" y="122"/>
                  </a:lnTo>
                  <a:lnTo>
                    <a:pt x="472" y="121"/>
                  </a:lnTo>
                  <a:lnTo>
                    <a:pt x="469" y="120"/>
                  </a:lnTo>
                  <a:lnTo>
                    <a:pt x="469" y="118"/>
                  </a:lnTo>
                  <a:lnTo>
                    <a:pt x="472" y="118"/>
                  </a:lnTo>
                  <a:lnTo>
                    <a:pt x="472" y="118"/>
                  </a:lnTo>
                  <a:lnTo>
                    <a:pt x="472" y="118"/>
                  </a:lnTo>
                  <a:lnTo>
                    <a:pt x="470" y="117"/>
                  </a:lnTo>
                  <a:lnTo>
                    <a:pt x="468" y="118"/>
                  </a:lnTo>
                  <a:lnTo>
                    <a:pt x="466" y="118"/>
                  </a:lnTo>
                  <a:lnTo>
                    <a:pt x="466" y="117"/>
                  </a:lnTo>
                  <a:lnTo>
                    <a:pt x="465" y="117"/>
                  </a:lnTo>
                  <a:lnTo>
                    <a:pt x="464" y="118"/>
                  </a:lnTo>
                  <a:lnTo>
                    <a:pt x="464" y="116"/>
                  </a:lnTo>
                  <a:lnTo>
                    <a:pt x="462" y="114"/>
                  </a:lnTo>
                  <a:lnTo>
                    <a:pt x="462" y="116"/>
                  </a:lnTo>
                  <a:lnTo>
                    <a:pt x="461" y="116"/>
                  </a:lnTo>
                  <a:lnTo>
                    <a:pt x="460" y="114"/>
                  </a:lnTo>
                  <a:lnTo>
                    <a:pt x="460" y="112"/>
                  </a:lnTo>
                  <a:lnTo>
                    <a:pt x="458" y="109"/>
                  </a:lnTo>
                  <a:lnTo>
                    <a:pt x="460" y="108"/>
                  </a:lnTo>
                  <a:lnTo>
                    <a:pt x="460" y="105"/>
                  </a:lnTo>
                  <a:lnTo>
                    <a:pt x="458" y="106"/>
                  </a:lnTo>
                  <a:lnTo>
                    <a:pt x="457" y="109"/>
                  </a:lnTo>
                  <a:lnTo>
                    <a:pt x="457" y="112"/>
                  </a:lnTo>
                  <a:lnTo>
                    <a:pt x="456" y="112"/>
                  </a:lnTo>
                  <a:lnTo>
                    <a:pt x="454" y="116"/>
                  </a:lnTo>
                  <a:lnTo>
                    <a:pt x="454" y="117"/>
                  </a:lnTo>
                  <a:lnTo>
                    <a:pt x="452" y="120"/>
                  </a:lnTo>
                  <a:lnTo>
                    <a:pt x="449" y="121"/>
                  </a:lnTo>
                  <a:lnTo>
                    <a:pt x="448" y="120"/>
                  </a:lnTo>
                  <a:lnTo>
                    <a:pt x="445" y="116"/>
                  </a:lnTo>
                  <a:lnTo>
                    <a:pt x="445" y="114"/>
                  </a:lnTo>
                  <a:lnTo>
                    <a:pt x="447" y="114"/>
                  </a:lnTo>
                  <a:lnTo>
                    <a:pt x="447" y="112"/>
                  </a:lnTo>
                  <a:lnTo>
                    <a:pt x="447" y="110"/>
                  </a:lnTo>
                  <a:lnTo>
                    <a:pt x="445" y="112"/>
                  </a:lnTo>
                  <a:lnTo>
                    <a:pt x="444" y="110"/>
                  </a:lnTo>
                  <a:lnTo>
                    <a:pt x="444" y="108"/>
                  </a:lnTo>
                  <a:lnTo>
                    <a:pt x="441" y="106"/>
                  </a:lnTo>
                  <a:lnTo>
                    <a:pt x="439" y="106"/>
                  </a:lnTo>
                  <a:lnTo>
                    <a:pt x="437" y="105"/>
                  </a:lnTo>
                  <a:lnTo>
                    <a:pt x="439" y="102"/>
                  </a:lnTo>
                  <a:lnTo>
                    <a:pt x="441" y="102"/>
                  </a:lnTo>
                  <a:lnTo>
                    <a:pt x="443" y="104"/>
                  </a:lnTo>
                  <a:lnTo>
                    <a:pt x="445" y="104"/>
                  </a:lnTo>
                  <a:lnTo>
                    <a:pt x="447" y="105"/>
                  </a:lnTo>
                  <a:lnTo>
                    <a:pt x="449" y="104"/>
                  </a:lnTo>
                  <a:lnTo>
                    <a:pt x="451" y="101"/>
                  </a:lnTo>
                  <a:lnTo>
                    <a:pt x="452" y="100"/>
                  </a:lnTo>
                  <a:lnTo>
                    <a:pt x="456" y="101"/>
                  </a:lnTo>
                  <a:lnTo>
                    <a:pt x="457" y="104"/>
                  </a:lnTo>
                  <a:lnTo>
                    <a:pt x="458" y="101"/>
                  </a:lnTo>
                  <a:lnTo>
                    <a:pt x="460" y="100"/>
                  </a:lnTo>
                  <a:lnTo>
                    <a:pt x="461" y="100"/>
                  </a:lnTo>
                  <a:lnTo>
                    <a:pt x="461" y="97"/>
                  </a:lnTo>
                  <a:lnTo>
                    <a:pt x="460" y="96"/>
                  </a:lnTo>
                  <a:lnTo>
                    <a:pt x="454" y="96"/>
                  </a:lnTo>
                  <a:lnTo>
                    <a:pt x="454" y="97"/>
                  </a:lnTo>
                  <a:lnTo>
                    <a:pt x="453" y="97"/>
                  </a:lnTo>
                  <a:lnTo>
                    <a:pt x="452" y="97"/>
                  </a:lnTo>
                  <a:lnTo>
                    <a:pt x="449" y="97"/>
                  </a:lnTo>
                  <a:lnTo>
                    <a:pt x="448" y="97"/>
                  </a:lnTo>
                  <a:lnTo>
                    <a:pt x="447" y="97"/>
                  </a:lnTo>
                  <a:lnTo>
                    <a:pt x="444" y="97"/>
                  </a:lnTo>
                  <a:lnTo>
                    <a:pt x="443" y="97"/>
                  </a:lnTo>
                  <a:lnTo>
                    <a:pt x="440" y="97"/>
                  </a:lnTo>
                  <a:lnTo>
                    <a:pt x="437" y="95"/>
                  </a:lnTo>
                  <a:lnTo>
                    <a:pt x="437" y="92"/>
                  </a:lnTo>
                  <a:lnTo>
                    <a:pt x="437" y="92"/>
                  </a:lnTo>
                  <a:lnTo>
                    <a:pt x="436" y="89"/>
                  </a:lnTo>
                  <a:lnTo>
                    <a:pt x="433" y="88"/>
                  </a:lnTo>
                  <a:lnTo>
                    <a:pt x="432" y="87"/>
                  </a:lnTo>
                  <a:lnTo>
                    <a:pt x="431" y="87"/>
                  </a:lnTo>
                  <a:lnTo>
                    <a:pt x="429" y="88"/>
                  </a:lnTo>
                  <a:lnTo>
                    <a:pt x="427" y="88"/>
                  </a:lnTo>
                  <a:lnTo>
                    <a:pt x="427" y="87"/>
                  </a:lnTo>
                  <a:lnTo>
                    <a:pt x="429" y="84"/>
                  </a:lnTo>
                  <a:lnTo>
                    <a:pt x="429" y="83"/>
                  </a:lnTo>
                  <a:lnTo>
                    <a:pt x="429" y="81"/>
                  </a:lnTo>
                  <a:lnTo>
                    <a:pt x="431" y="80"/>
                  </a:lnTo>
                  <a:lnTo>
                    <a:pt x="433" y="80"/>
                  </a:lnTo>
                  <a:lnTo>
                    <a:pt x="436" y="77"/>
                  </a:lnTo>
                  <a:lnTo>
                    <a:pt x="437" y="77"/>
                  </a:lnTo>
                  <a:lnTo>
                    <a:pt x="440" y="75"/>
                  </a:lnTo>
                  <a:lnTo>
                    <a:pt x="441" y="74"/>
                  </a:lnTo>
                  <a:lnTo>
                    <a:pt x="445" y="74"/>
                  </a:lnTo>
                  <a:close/>
                  <a:moveTo>
                    <a:pt x="113" y="71"/>
                  </a:moveTo>
                  <a:lnTo>
                    <a:pt x="115" y="72"/>
                  </a:lnTo>
                  <a:lnTo>
                    <a:pt x="119" y="75"/>
                  </a:lnTo>
                  <a:lnTo>
                    <a:pt x="117" y="76"/>
                  </a:lnTo>
                  <a:lnTo>
                    <a:pt x="115" y="75"/>
                  </a:lnTo>
                  <a:lnTo>
                    <a:pt x="113" y="75"/>
                  </a:lnTo>
                  <a:lnTo>
                    <a:pt x="112" y="74"/>
                  </a:lnTo>
                  <a:lnTo>
                    <a:pt x="113" y="71"/>
                  </a:lnTo>
                  <a:close/>
                  <a:moveTo>
                    <a:pt x="424" y="71"/>
                  </a:moveTo>
                  <a:lnTo>
                    <a:pt x="428" y="71"/>
                  </a:lnTo>
                  <a:lnTo>
                    <a:pt x="431" y="72"/>
                  </a:lnTo>
                  <a:lnTo>
                    <a:pt x="432" y="74"/>
                  </a:lnTo>
                  <a:lnTo>
                    <a:pt x="429" y="75"/>
                  </a:lnTo>
                  <a:lnTo>
                    <a:pt x="428" y="74"/>
                  </a:lnTo>
                  <a:lnTo>
                    <a:pt x="424" y="72"/>
                  </a:lnTo>
                  <a:lnTo>
                    <a:pt x="424" y="72"/>
                  </a:lnTo>
                  <a:lnTo>
                    <a:pt x="424" y="72"/>
                  </a:lnTo>
                  <a:lnTo>
                    <a:pt x="425" y="74"/>
                  </a:lnTo>
                  <a:lnTo>
                    <a:pt x="425" y="75"/>
                  </a:lnTo>
                  <a:lnTo>
                    <a:pt x="424" y="75"/>
                  </a:lnTo>
                  <a:lnTo>
                    <a:pt x="422" y="74"/>
                  </a:lnTo>
                  <a:lnTo>
                    <a:pt x="419" y="74"/>
                  </a:lnTo>
                  <a:lnTo>
                    <a:pt x="420" y="74"/>
                  </a:lnTo>
                  <a:lnTo>
                    <a:pt x="419" y="72"/>
                  </a:lnTo>
                  <a:lnTo>
                    <a:pt x="420" y="72"/>
                  </a:lnTo>
                  <a:lnTo>
                    <a:pt x="423" y="72"/>
                  </a:lnTo>
                  <a:lnTo>
                    <a:pt x="424" y="71"/>
                  </a:lnTo>
                  <a:close/>
                  <a:moveTo>
                    <a:pt x="404" y="70"/>
                  </a:moveTo>
                  <a:lnTo>
                    <a:pt x="408" y="71"/>
                  </a:lnTo>
                  <a:lnTo>
                    <a:pt x="410" y="72"/>
                  </a:lnTo>
                  <a:lnTo>
                    <a:pt x="406" y="71"/>
                  </a:lnTo>
                  <a:lnTo>
                    <a:pt x="404" y="70"/>
                  </a:lnTo>
                  <a:close/>
                  <a:moveTo>
                    <a:pt x="41" y="67"/>
                  </a:moveTo>
                  <a:lnTo>
                    <a:pt x="44" y="68"/>
                  </a:lnTo>
                  <a:lnTo>
                    <a:pt x="44" y="70"/>
                  </a:lnTo>
                  <a:lnTo>
                    <a:pt x="42" y="70"/>
                  </a:lnTo>
                  <a:lnTo>
                    <a:pt x="40" y="70"/>
                  </a:lnTo>
                  <a:lnTo>
                    <a:pt x="41" y="67"/>
                  </a:lnTo>
                  <a:close/>
                  <a:moveTo>
                    <a:pt x="90" y="55"/>
                  </a:moveTo>
                  <a:lnTo>
                    <a:pt x="92" y="56"/>
                  </a:lnTo>
                  <a:lnTo>
                    <a:pt x="95" y="58"/>
                  </a:lnTo>
                  <a:lnTo>
                    <a:pt x="96" y="62"/>
                  </a:lnTo>
                  <a:lnTo>
                    <a:pt x="95" y="63"/>
                  </a:lnTo>
                  <a:lnTo>
                    <a:pt x="92" y="62"/>
                  </a:lnTo>
                  <a:lnTo>
                    <a:pt x="88" y="60"/>
                  </a:lnTo>
                  <a:lnTo>
                    <a:pt x="87" y="58"/>
                  </a:lnTo>
                  <a:lnTo>
                    <a:pt x="90" y="55"/>
                  </a:lnTo>
                  <a:close/>
                  <a:moveTo>
                    <a:pt x="108" y="54"/>
                  </a:moveTo>
                  <a:lnTo>
                    <a:pt x="108" y="56"/>
                  </a:lnTo>
                  <a:lnTo>
                    <a:pt x="107" y="58"/>
                  </a:lnTo>
                  <a:lnTo>
                    <a:pt x="104" y="58"/>
                  </a:lnTo>
                  <a:lnTo>
                    <a:pt x="108" y="54"/>
                  </a:lnTo>
                  <a:close/>
                  <a:moveTo>
                    <a:pt x="115" y="54"/>
                  </a:moveTo>
                  <a:lnTo>
                    <a:pt x="113" y="56"/>
                  </a:lnTo>
                  <a:lnTo>
                    <a:pt x="115" y="56"/>
                  </a:lnTo>
                  <a:lnTo>
                    <a:pt x="113" y="60"/>
                  </a:lnTo>
                  <a:lnTo>
                    <a:pt x="112" y="62"/>
                  </a:lnTo>
                  <a:lnTo>
                    <a:pt x="112" y="58"/>
                  </a:lnTo>
                  <a:lnTo>
                    <a:pt x="109" y="58"/>
                  </a:lnTo>
                  <a:lnTo>
                    <a:pt x="111" y="55"/>
                  </a:lnTo>
                  <a:lnTo>
                    <a:pt x="112" y="55"/>
                  </a:lnTo>
                  <a:lnTo>
                    <a:pt x="113" y="54"/>
                  </a:lnTo>
                  <a:lnTo>
                    <a:pt x="115" y="54"/>
                  </a:lnTo>
                  <a:close/>
                  <a:moveTo>
                    <a:pt x="27" y="51"/>
                  </a:moveTo>
                  <a:lnTo>
                    <a:pt x="28" y="52"/>
                  </a:lnTo>
                  <a:lnTo>
                    <a:pt x="30" y="55"/>
                  </a:lnTo>
                  <a:lnTo>
                    <a:pt x="33" y="58"/>
                  </a:lnTo>
                  <a:lnTo>
                    <a:pt x="32" y="59"/>
                  </a:lnTo>
                  <a:lnTo>
                    <a:pt x="32" y="63"/>
                  </a:lnTo>
                  <a:lnTo>
                    <a:pt x="30" y="63"/>
                  </a:lnTo>
                  <a:lnTo>
                    <a:pt x="28" y="59"/>
                  </a:lnTo>
                  <a:lnTo>
                    <a:pt x="27" y="59"/>
                  </a:lnTo>
                  <a:lnTo>
                    <a:pt x="27" y="56"/>
                  </a:lnTo>
                  <a:lnTo>
                    <a:pt x="23" y="52"/>
                  </a:lnTo>
                  <a:lnTo>
                    <a:pt x="25" y="52"/>
                  </a:lnTo>
                  <a:lnTo>
                    <a:pt x="27" y="51"/>
                  </a:lnTo>
                  <a:close/>
                  <a:moveTo>
                    <a:pt x="84" y="51"/>
                  </a:moveTo>
                  <a:lnTo>
                    <a:pt x="87" y="52"/>
                  </a:lnTo>
                  <a:lnTo>
                    <a:pt x="88" y="55"/>
                  </a:lnTo>
                  <a:lnTo>
                    <a:pt x="87" y="58"/>
                  </a:lnTo>
                  <a:lnTo>
                    <a:pt x="86" y="56"/>
                  </a:lnTo>
                  <a:lnTo>
                    <a:pt x="83" y="51"/>
                  </a:lnTo>
                  <a:lnTo>
                    <a:pt x="84" y="51"/>
                  </a:lnTo>
                  <a:close/>
                  <a:moveTo>
                    <a:pt x="353" y="50"/>
                  </a:moveTo>
                  <a:lnTo>
                    <a:pt x="357" y="51"/>
                  </a:lnTo>
                  <a:lnTo>
                    <a:pt x="357" y="52"/>
                  </a:lnTo>
                  <a:lnTo>
                    <a:pt x="358" y="54"/>
                  </a:lnTo>
                  <a:lnTo>
                    <a:pt x="357" y="54"/>
                  </a:lnTo>
                  <a:lnTo>
                    <a:pt x="356" y="56"/>
                  </a:lnTo>
                  <a:lnTo>
                    <a:pt x="354" y="58"/>
                  </a:lnTo>
                  <a:lnTo>
                    <a:pt x="353" y="59"/>
                  </a:lnTo>
                  <a:lnTo>
                    <a:pt x="352" y="60"/>
                  </a:lnTo>
                  <a:lnTo>
                    <a:pt x="350" y="60"/>
                  </a:lnTo>
                  <a:lnTo>
                    <a:pt x="349" y="63"/>
                  </a:lnTo>
                  <a:lnTo>
                    <a:pt x="345" y="66"/>
                  </a:lnTo>
                  <a:lnTo>
                    <a:pt x="337" y="67"/>
                  </a:lnTo>
                  <a:lnTo>
                    <a:pt x="335" y="67"/>
                  </a:lnTo>
                  <a:lnTo>
                    <a:pt x="333" y="66"/>
                  </a:lnTo>
                  <a:lnTo>
                    <a:pt x="332" y="64"/>
                  </a:lnTo>
                  <a:lnTo>
                    <a:pt x="329" y="64"/>
                  </a:lnTo>
                  <a:lnTo>
                    <a:pt x="328" y="66"/>
                  </a:lnTo>
                  <a:lnTo>
                    <a:pt x="325" y="66"/>
                  </a:lnTo>
                  <a:lnTo>
                    <a:pt x="320" y="64"/>
                  </a:lnTo>
                  <a:lnTo>
                    <a:pt x="319" y="66"/>
                  </a:lnTo>
                  <a:lnTo>
                    <a:pt x="318" y="66"/>
                  </a:lnTo>
                  <a:lnTo>
                    <a:pt x="316" y="64"/>
                  </a:lnTo>
                  <a:lnTo>
                    <a:pt x="314" y="64"/>
                  </a:lnTo>
                  <a:lnTo>
                    <a:pt x="308" y="66"/>
                  </a:lnTo>
                  <a:lnTo>
                    <a:pt x="304" y="66"/>
                  </a:lnTo>
                  <a:lnTo>
                    <a:pt x="302" y="64"/>
                  </a:lnTo>
                  <a:lnTo>
                    <a:pt x="299" y="66"/>
                  </a:lnTo>
                  <a:lnTo>
                    <a:pt x="296" y="67"/>
                  </a:lnTo>
                  <a:lnTo>
                    <a:pt x="295" y="72"/>
                  </a:lnTo>
                  <a:lnTo>
                    <a:pt x="295" y="76"/>
                  </a:lnTo>
                  <a:lnTo>
                    <a:pt x="296" y="80"/>
                  </a:lnTo>
                  <a:lnTo>
                    <a:pt x="299" y="83"/>
                  </a:lnTo>
                  <a:lnTo>
                    <a:pt x="302" y="87"/>
                  </a:lnTo>
                  <a:lnTo>
                    <a:pt x="303" y="88"/>
                  </a:lnTo>
                  <a:lnTo>
                    <a:pt x="306" y="88"/>
                  </a:lnTo>
                  <a:lnTo>
                    <a:pt x="308" y="87"/>
                  </a:lnTo>
                  <a:lnTo>
                    <a:pt x="310" y="83"/>
                  </a:lnTo>
                  <a:lnTo>
                    <a:pt x="312" y="80"/>
                  </a:lnTo>
                  <a:lnTo>
                    <a:pt x="314" y="80"/>
                  </a:lnTo>
                  <a:lnTo>
                    <a:pt x="316" y="81"/>
                  </a:lnTo>
                  <a:lnTo>
                    <a:pt x="318" y="81"/>
                  </a:lnTo>
                  <a:lnTo>
                    <a:pt x="320" y="81"/>
                  </a:lnTo>
                  <a:lnTo>
                    <a:pt x="321" y="80"/>
                  </a:lnTo>
                  <a:lnTo>
                    <a:pt x="324" y="79"/>
                  </a:lnTo>
                  <a:lnTo>
                    <a:pt x="327" y="79"/>
                  </a:lnTo>
                  <a:lnTo>
                    <a:pt x="329" y="77"/>
                  </a:lnTo>
                  <a:lnTo>
                    <a:pt x="335" y="77"/>
                  </a:lnTo>
                  <a:lnTo>
                    <a:pt x="337" y="77"/>
                  </a:lnTo>
                  <a:lnTo>
                    <a:pt x="337" y="80"/>
                  </a:lnTo>
                  <a:lnTo>
                    <a:pt x="335" y="83"/>
                  </a:lnTo>
                  <a:lnTo>
                    <a:pt x="333" y="83"/>
                  </a:lnTo>
                  <a:lnTo>
                    <a:pt x="332" y="81"/>
                  </a:lnTo>
                  <a:lnTo>
                    <a:pt x="329" y="81"/>
                  </a:lnTo>
                  <a:lnTo>
                    <a:pt x="329" y="83"/>
                  </a:lnTo>
                  <a:lnTo>
                    <a:pt x="327" y="84"/>
                  </a:lnTo>
                  <a:lnTo>
                    <a:pt x="325" y="87"/>
                  </a:lnTo>
                  <a:lnTo>
                    <a:pt x="321" y="89"/>
                  </a:lnTo>
                  <a:lnTo>
                    <a:pt x="318" y="92"/>
                  </a:lnTo>
                  <a:lnTo>
                    <a:pt x="316" y="93"/>
                  </a:lnTo>
                  <a:lnTo>
                    <a:pt x="315" y="95"/>
                  </a:lnTo>
                  <a:lnTo>
                    <a:pt x="312" y="95"/>
                  </a:lnTo>
                  <a:lnTo>
                    <a:pt x="312" y="93"/>
                  </a:lnTo>
                  <a:lnTo>
                    <a:pt x="311" y="93"/>
                  </a:lnTo>
                  <a:lnTo>
                    <a:pt x="311" y="95"/>
                  </a:lnTo>
                  <a:lnTo>
                    <a:pt x="312" y="96"/>
                  </a:lnTo>
                  <a:lnTo>
                    <a:pt x="314" y="97"/>
                  </a:lnTo>
                  <a:lnTo>
                    <a:pt x="318" y="101"/>
                  </a:lnTo>
                  <a:lnTo>
                    <a:pt x="318" y="104"/>
                  </a:lnTo>
                  <a:lnTo>
                    <a:pt x="319" y="104"/>
                  </a:lnTo>
                  <a:lnTo>
                    <a:pt x="321" y="105"/>
                  </a:lnTo>
                  <a:lnTo>
                    <a:pt x="321" y="106"/>
                  </a:lnTo>
                  <a:lnTo>
                    <a:pt x="320" y="108"/>
                  </a:lnTo>
                  <a:lnTo>
                    <a:pt x="323" y="108"/>
                  </a:lnTo>
                  <a:lnTo>
                    <a:pt x="323" y="109"/>
                  </a:lnTo>
                  <a:lnTo>
                    <a:pt x="323" y="110"/>
                  </a:lnTo>
                  <a:lnTo>
                    <a:pt x="321" y="110"/>
                  </a:lnTo>
                  <a:lnTo>
                    <a:pt x="323" y="112"/>
                  </a:lnTo>
                  <a:lnTo>
                    <a:pt x="321" y="112"/>
                  </a:lnTo>
                  <a:lnTo>
                    <a:pt x="321" y="113"/>
                  </a:lnTo>
                  <a:lnTo>
                    <a:pt x="320" y="114"/>
                  </a:lnTo>
                  <a:lnTo>
                    <a:pt x="320" y="116"/>
                  </a:lnTo>
                  <a:lnTo>
                    <a:pt x="323" y="116"/>
                  </a:lnTo>
                  <a:lnTo>
                    <a:pt x="323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8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3" y="120"/>
                  </a:lnTo>
                  <a:lnTo>
                    <a:pt x="333" y="121"/>
                  </a:lnTo>
                  <a:lnTo>
                    <a:pt x="332" y="122"/>
                  </a:lnTo>
                  <a:lnTo>
                    <a:pt x="331" y="122"/>
                  </a:lnTo>
                  <a:lnTo>
                    <a:pt x="329" y="122"/>
                  </a:lnTo>
                  <a:lnTo>
                    <a:pt x="328" y="124"/>
                  </a:lnTo>
                  <a:lnTo>
                    <a:pt x="325" y="124"/>
                  </a:lnTo>
                  <a:lnTo>
                    <a:pt x="323" y="125"/>
                  </a:lnTo>
                  <a:lnTo>
                    <a:pt x="320" y="125"/>
                  </a:lnTo>
                  <a:lnTo>
                    <a:pt x="318" y="127"/>
                  </a:lnTo>
                  <a:lnTo>
                    <a:pt x="319" y="129"/>
                  </a:lnTo>
                  <a:lnTo>
                    <a:pt x="319" y="130"/>
                  </a:lnTo>
                  <a:lnTo>
                    <a:pt x="318" y="130"/>
                  </a:lnTo>
                  <a:lnTo>
                    <a:pt x="315" y="129"/>
                  </a:lnTo>
                  <a:lnTo>
                    <a:pt x="314" y="129"/>
                  </a:lnTo>
                  <a:lnTo>
                    <a:pt x="311" y="129"/>
                  </a:lnTo>
                  <a:lnTo>
                    <a:pt x="311" y="126"/>
                  </a:lnTo>
                  <a:lnTo>
                    <a:pt x="311" y="122"/>
                  </a:lnTo>
                  <a:lnTo>
                    <a:pt x="312" y="122"/>
                  </a:lnTo>
                  <a:lnTo>
                    <a:pt x="311" y="120"/>
                  </a:lnTo>
                  <a:lnTo>
                    <a:pt x="308" y="118"/>
                  </a:lnTo>
                  <a:lnTo>
                    <a:pt x="307" y="117"/>
                  </a:lnTo>
                  <a:lnTo>
                    <a:pt x="306" y="116"/>
                  </a:lnTo>
                  <a:lnTo>
                    <a:pt x="304" y="114"/>
                  </a:lnTo>
                  <a:lnTo>
                    <a:pt x="304" y="112"/>
                  </a:lnTo>
                  <a:lnTo>
                    <a:pt x="307" y="109"/>
                  </a:lnTo>
                  <a:lnTo>
                    <a:pt x="307" y="108"/>
                  </a:lnTo>
                  <a:lnTo>
                    <a:pt x="306" y="105"/>
                  </a:lnTo>
                  <a:lnTo>
                    <a:pt x="306" y="104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0" y="105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299" y="109"/>
                  </a:lnTo>
                  <a:lnTo>
                    <a:pt x="300" y="113"/>
                  </a:lnTo>
                  <a:lnTo>
                    <a:pt x="299" y="116"/>
                  </a:lnTo>
                  <a:lnTo>
                    <a:pt x="296" y="120"/>
                  </a:lnTo>
                  <a:lnTo>
                    <a:pt x="298" y="121"/>
                  </a:lnTo>
                  <a:lnTo>
                    <a:pt x="298" y="125"/>
                  </a:lnTo>
                  <a:lnTo>
                    <a:pt x="298" y="129"/>
                  </a:lnTo>
                  <a:lnTo>
                    <a:pt x="296" y="130"/>
                  </a:lnTo>
                  <a:lnTo>
                    <a:pt x="296" y="133"/>
                  </a:lnTo>
                  <a:lnTo>
                    <a:pt x="298" y="134"/>
                  </a:lnTo>
                  <a:lnTo>
                    <a:pt x="299" y="137"/>
                  </a:lnTo>
                  <a:lnTo>
                    <a:pt x="298" y="139"/>
                  </a:lnTo>
                  <a:lnTo>
                    <a:pt x="296" y="138"/>
                  </a:lnTo>
                  <a:lnTo>
                    <a:pt x="295" y="138"/>
                  </a:lnTo>
                  <a:lnTo>
                    <a:pt x="292" y="138"/>
                  </a:lnTo>
                  <a:lnTo>
                    <a:pt x="291" y="139"/>
                  </a:lnTo>
                  <a:lnTo>
                    <a:pt x="289" y="139"/>
                  </a:lnTo>
                  <a:lnTo>
                    <a:pt x="287" y="138"/>
                  </a:lnTo>
                  <a:lnTo>
                    <a:pt x="286" y="138"/>
                  </a:lnTo>
                  <a:lnTo>
                    <a:pt x="286" y="134"/>
                  </a:lnTo>
                  <a:lnTo>
                    <a:pt x="286" y="129"/>
                  </a:lnTo>
                  <a:lnTo>
                    <a:pt x="287" y="126"/>
                  </a:lnTo>
                  <a:lnTo>
                    <a:pt x="289" y="124"/>
                  </a:lnTo>
                  <a:lnTo>
                    <a:pt x="290" y="122"/>
                  </a:lnTo>
                  <a:lnTo>
                    <a:pt x="287" y="117"/>
                  </a:lnTo>
                  <a:lnTo>
                    <a:pt x="286" y="113"/>
                  </a:lnTo>
                  <a:lnTo>
                    <a:pt x="285" y="113"/>
                  </a:lnTo>
                  <a:lnTo>
                    <a:pt x="283" y="114"/>
                  </a:lnTo>
                  <a:lnTo>
                    <a:pt x="282" y="114"/>
                  </a:lnTo>
                  <a:lnTo>
                    <a:pt x="281" y="114"/>
                  </a:lnTo>
                  <a:lnTo>
                    <a:pt x="281" y="112"/>
                  </a:lnTo>
                  <a:lnTo>
                    <a:pt x="278" y="108"/>
                  </a:lnTo>
                  <a:lnTo>
                    <a:pt x="279" y="106"/>
                  </a:lnTo>
                  <a:lnTo>
                    <a:pt x="279" y="106"/>
                  </a:lnTo>
                  <a:lnTo>
                    <a:pt x="281" y="102"/>
                  </a:lnTo>
                  <a:lnTo>
                    <a:pt x="283" y="101"/>
                  </a:lnTo>
                  <a:lnTo>
                    <a:pt x="283" y="97"/>
                  </a:lnTo>
                  <a:lnTo>
                    <a:pt x="285" y="97"/>
                  </a:lnTo>
                  <a:lnTo>
                    <a:pt x="285" y="95"/>
                  </a:lnTo>
                  <a:lnTo>
                    <a:pt x="285" y="95"/>
                  </a:lnTo>
                  <a:lnTo>
                    <a:pt x="285" y="89"/>
                  </a:lnTo>
                  <a:lnTo>
                    <a:pt x="286" y="87"/>
                  </a:lnTo>
                  <a:lnTo>
                    <a:pt x="285" y="84"/>
                  </a:lnTo>
                  <a:lnTo>
                    <a:pt x="286" y="83"/>
                  </a:lnTo>
                  <a:lnTo>
                    <a:pt x="287" y="81"/>
                  </a:lnTo>
                  <a:lnTo>
                    <a:pt x="289" y="79"/>
                  </a:lnTo>
                  <a:lnTo>
                    <a:pt x="290" y="79"/>
                  </a:lnTo>
                  <a:lnTo>
                    <a:pt x="291" y="80"/>
                  </a:lnTo>
                  <a:lnTo>
                    <a:pt x="292" y="81"/>
                  </a:lnTo>
                  <a:lnTo>
                    <a:pt x="291" y="80"/>
                  </a:lnTo>
                  <a:lnTo>
                    <a:pt x="291" y="77"/>
                  </a:lnTo>
                  <a:lnTo>
                    <a:pt x="291" y="75"/>
                  </a:lnTo>
                  <a:lnTo>
                    <a:pt x="291" y="71"/>
                  </a:lnTo>
                  <a:lnTo>
                    <a:pt x="291" y="70"/>
                  </a:lnTo>
                  <a:lnTo>
                    <a:pt x="291" y="66"/>
                  </a:lnTo>
                  <a:lnTo>
                    <a:pt x="294" y="63"/>
                  </a:lnTo>
                  <a:lnTo>
                    <a:pt x="294" y="63"/>
                  </a:lnTo>
                  <a:lnTo>
                    <a:pt x="295" y="62"/>
                  </a:lnTo>
                  <a:lnTo>
                    <a:pt x="298" y="60"/>
                  </a:lnTo>
                  <a:lnTo>
                    <a:pt x="300" y="62"/>
                  </a:lnTo>
                  <a:lnTo>
                    <a:pt x="302" y="60"/>
                  </a:lnTo>
                  <a:lnTo>
                    <a:pt x="303" y="58"/>
                  </a:lnTo>
                  <a:lnTo>
                    <a:pt x="304" y="56"/>
                  </a:lnTo>
                  <a:lnTo>
                    <a:pt x="304" y="54"/>
                  </a:lnTo>
                  <a:lnTo>
                    <a:pt x="307" y="54"/>
                  </a:lnTo>
                  <a:lnTo>
                    <a:pt x="311" y="55"/>
                  </a:lnTo>
                  <a:lnTo>
                    <a:pt x="312" y="56"/>
                  </a:lnTo>
                  <a:lnTo>
                    <a:pt x="315" y="58"/>
                  </a:lnTo>
                  <a:lnTo>
                    <a:pt x="316" y="56"/>
                  </a:lnTo>
                  <a:lnTo>
                    <a:pt x="319" y="58"/>
                  </a:lnTo>
                  <a:lnTo>
                    <a:pt x="321" y="58"/>
                  </a:lnTo>
                  <a:lnTo>
                    <a:pt x="324" y="58"/>
                  </a:lnTo>
                  <a:lnTo>
                    <a:pt x="325" y="58"/>
                  </a:lnTo>
                  <a:lnTo>
                    <a:pt x="328" y="60"/>
                  </a:lnTo>
                  <a:lnTo>
                    <a:pt x="329" y="60"/>
                  </a:lnTo>
                  <a:lnTo>
                    <a:pt x="329" y="59"/>
                  </a:lnTo>
                  <a:lnTo>
                    <a:pt x="335" y="59"/>
                  </a:lnTo>
                  <a:lnTo>
                    <a:pt x="340" y="60"/>
                  </a:lnTo>
                  <a:lnTo>
                    <a:pt x="343" y="59"/>
                  </a:lnTo>
                  <a:lnTo>
                    <a:pt x="344" y="58"/>
                  </a:lnTo>
                  <a:lnTo>
                    <a:pt x="346" y="58"/>
                  </a:lnTo>
                  <a:lnTo>
                    <a:pt x="348" y="55"/>
                  </a:lnTo>
                  <a:lnTo>
                    <a:pt x="349" y="55"/>
                  </a:lnTo>
                  <a:lnTo>
                    <a:pt x="350" y="54"/>
                  </a:lnTo>
                  <a:lnTo>
                    <a:pt x="350" y="51"/>
                  </a:lnTo>
                  <a:lnTo>
                    <a:pt x="353" y="50"/>
                  </a:lnTo>
                  <a:close/>
                  <a:moveTo>
                    <a:pt x="78" y="45"/>
                  </a:moveTo>
                  <a:lnTo>
                    <a:pt x="80" y="47"/>
                  </a:lnTo>
                  <a:lnTo>
                    <a:pt x="78" y="49"/>
                  </a:lnTo>
                  <a:lnTo>
                    <a:pt x="75" y="50"/>
                  </a:lnTo>
                  <a:lnTo>
                    <a:pt x="74" y="46"/>
                  </a:lnTo>
                  <a:lnTo>
                    <a:pt x="77" y="46"/>
                  </a:lnTo>
                  <a:lnTo>
                    <a:pt x="78" y="45"/>
                  </a:lnTo>
                  <a:close/>
                  <a:moveTo>
                    <a:pt x="25" y="43"/>
                  </a:moveTo>
                  <a:lnTo>
                    <a:pt x="25" y="45"/>
                  </a:lnTo>
                  <a:lnTo>
                    <a:pt x="23" y="45"/>
                  </a:lnTo>
                  <a:lnTo>
                    <a:pt x="25" y="43"/>
                  </a:lnTo>
                  <a:close/>
                  <a:moveTo>
                    <a:pt x="390" y="43"/>
                  </a:moveTo>
                  <a:lnTo>
                    <a:pt x="390" y="45"/>
                  </a:lnTo>
                  <a:lnTo>
                    <a:pt x="389" y="47"/>
                  </a:lnTo>
                  <a:lnTo>
                    <a:pt x="389" y="49"/>
                  </a:lnTo>
                  <a:lnTo>
                    <a:pt x="391" y="49"/>
                  </a:lnTo>
                  <a:lnTo>
                    <a:pt x="391" y="52"/>
                  </a:lnTo>
                  <a:lnTo>
                    <a:pt x="390" y="55"/>
                  </a:lnTo>
                  <a:lnTo>
                    <a:pt x="389" y="55"/>
                  </a:lnTo>
                  <a:lnTo>
                    <a:pt x="386" y="58"/>
                  </a:lnTo>
                  <a:lnTo>
                    <a:pt x="387" y="59"/>
                  </a:lnTo>
                  <a:lnTo>
                    <a:pt x="389" y="59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3" y="55"/>
                  </a:lnTo>
                  <a:lnTo>
                    <a:pt x="391" y="55"/>
                  </a:lnTo>
                  <a:lnTo>
                    <a:pt x="391" y="52"/>
                  </a:lnTo>
                  <a:lnTo>
                    <a:pt x="395" y="51"/>
                  </a:lnTo>
                  <a:lnTo>
                    <a:pt x="399" y="50"/>
                  </a:lnTo>
                  <a:lnTo>
                    <a:pt x="400" y="51"/>
                  </a:lnTo>
                  <a:lnTo>
                    <a:pt x="400" y="52"/>
                  </a:lnTo>
                  <a:lnTo>
                    <a:pt x="399" y="58"/>
                  </a:lnTo>
                  <a:lnTo>
                    <a:pt x="395" y="59"/>
                  </a:lnTo>
                  <a:lnTo>
                    <a:pt x="393" y="60"/>
                  </a:lnTo>
                  <a:lnTo>
                    <a:pt x="394" y="62"/>
                  </a:lnTo>
                  <a:lnTo>
                    <a:pt x="395" y="62"/>
                  </a:lnTo>
                  <a:lnTo>
                    <a:pt x="399" y="64"/>
                  </a:lnTo>
                  <a:lnTo>
                    <a:pt x="399" y="66"/>
                  </a:lnTo>
                  <a:lnTo>
                    <a:pt x="400" y="67"/>
                  </a:lnTo>
                  <a:lnTo>
                    <a:pt x="398" y="67"/>
                  </a:lnTo>
                  <a:lnTo>
                    <a:pt x="397" y="66"/>
                  </a:lnTo>
                  <a:lnTo>
                    <a:pt x="393" y="66"/>
                  </a:lnTo>
                  <a:lnTo>
                    <a:pt x="390" y="66"/>
                  </a:lnTo>
                  <a:lnTo>
                    <a:pt x="389" y="66"/>
                  </a:lnTo>
                  <a:lnTo>
                    <a:pt x="389" y="70"/>
                  </a:lnTo>
                  <a:lnTo>
                    <a:pt x="390" y="74"/>
                  </a:lnTo>
                  <a:lnTo>
                    <a:pt x="391" y="77"/>
                  </a:lnTo>
                  <a:lnTo>
                    <a:pt x="395" y="80"/>
                  </a:lnTo>
                  <a:lnTo>
                    <a:pt x="395" y="81"/>
                  </a:lnTo>
                  <a:lnTo>
                    <a:pt x="394" y="81"/>
                  </a:lnTo>
                  <a:lnTo>
                    <a:pt x="394" y="83"/>
                  </a:lnTo>
                  <a:lnTo>
                    <a:pt x="394" y="81"/>
                  </a:lnTo>
                  <a:lnTo>
                    <a:pt x="391" y="80"/>
                  </a:lnTo>
                  <a:lnTo>
                    <a:pt x="390" y="76"/>
                  </a:lnTo>
                  <a:lnTo>
                    <a:pt x="387" y="75"/>
                  </a:lnTo>
                  <a:lnTo>
                    <a:pt x="386" y="72"/>
                  </a:lnTo>
                  <a:lnTo>
                    <a:pt x="387" y="70"/>
                  </a:lnTo>
                  <a:lnTo>
                    <a:pt x="386" y="68"/>
                  </a:lnTo>
                  <a:lnTo>
                    <a:pt x="386" y="67"/>
                  </a:lnTo>
                  <a:lnTo>
                    <a:pt x="385" y="64"/>
                  </a:lnTo>
                  <a:lnTo>
                    <a:pt x="385" y="63"/>
                  </a:lnTo>
                  <a:lnTo>
                    <a:pt x="386" y="62"/>
                  </a:lnTo>
                  <a:lnTo>
                    <a:pt x="385" y="59"/>
                  </a:lnTo>
                  <a:lnTo>
                    <a:pt x="383" y="56"/>
                  </a:lnTo>
                  <a:lnTo>
                    <a:pt x="383" y="54"/>
                  </a:lnTo>
                  <a:lnTo>
                    <a:pt x="385" y="52"/>
                  </a:lnTo>
                  <a:lnTo>
                    <a:pt x="385" y="50"/>
                  </a:lnTo>
                  <a:lnTo>
                    <a:pt x="386" y="47"/>
                  </a:lnTo>
                  <a:lnTo>
                    <a:pt x="390" y="43"/>
                  </a:lnTo>
                  <a:lnTo>
                    <a:pt x="390" y="43"/>
                  </a:lnTo>
                  <a:close/>
                  <a:moveTo>
                    <a:pt x="397" y="41"/>
                  </a:moveTo>
                  <a:lnTo>
                    <a:pt x="398" y="42"/>
                  </a:lnTo>
                  <a:lnTo>
                    <a:pt x="398" y="43"/>
                  </a:lnTo>
                  <a:lnTo>
                    <a:pt x="397" y="45"/>
                  </a:lnTo>
                  <a:lnTo>
                    <a:pt x="395" y="45"/>
                  </a:lnTo>
                  <a:lnTo>
                    <a:pt x="394" y="46"/>
                  </a:lnTo>
                  <a:lnTo>
                    <a:pt x="393" y="42"/>
                  </a:lnTo>
                  <a:lnTo>
                    <a:pt x="395" y="42"/>
                  </a:lnTo>
                  <a:lnTo>
                    <a:pt x="397" y="41"/>
                  </a:lnTo>
                  <a:close/>
                  <a:moveTo>
                    <a:pt x="7" y="34"/>
                  </a:moveTo>
                  <a:lnTo>
                    <a:pt x="8" y="35"/>
                  </a:lnTo>
                  <a:lnTo>
                    <a:pt x="11" y="37"/>
                  </a:lnTo>
                  <a:lnTo>
                    <a:pt x="8" y="38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7" y="34"/>
                  </a:lnTo>
                  <a:close/>
                  <a:moveTo>
                    <a:pt x="132" y="33"/>
                  </a:moveTo>
                  <a:lnTo>
                    <a:pt x="133" y="34"/>
                  </a:lnTo>
                  <a:lnTo>
                    <a:pt x="132" y="35"/>
                  </a:lnTo>
                  <a:lnTo>
                    <a:pt x="132" y="33"/>
                  </a:lnTo>
                  <a:close/>
                  <a:moveTo>
                    <a:pt x="127" y="31"/>
                  </a:moveTo>
                  <a:lnTo>
                    <a:pt x="128" y="31"/>
                  </a:lnTo>
                  <a:lnTo>
                    <a:pt x="125" y="34"/>
                  </a:lnTo>
                  <a:lnTo>
                    <a:pt x="124" y="33"/>
                  </a:lnTo>
                  <a:lnTo>
                    <a:pt x="125" y="31"/>
                  </a:lnTo>
                  <a:lnTo>
                    <a:pt x="127" y="31"/>
                  </a:lnTo>
                  <a:close/>
                  <a:moveTo>
                    <a:pt x="132" y="29"/>
                  </a:moveTo>
                  <a:lnTo>
                    <a:pt x="133" y="30"/>
                  </a:lnTo>
                  <a:lnTo>
                    <a:pt x="132" y="30"/>
                  </a:lnTo>
                  <a:lnTo>
                    <a:pt x="132" y="29"/>
                  </a:lnTo>
                  <a:close/>
                  <a:moveTo>
                    <a:pt x="265" y="27"/>
                  </a:moveTo>
                  <a:lnTo>
                    <a:pt x="266" y="27"/>
                  </a:lnTo>
                  <a:lnTo>
                    <a:pt x="266" y="30"/>
                  </a:lnTo>
                  <a:lnTo>
                    <a:pt x="265" y="29"/>
                  </a:lnTo>
                  <a:lnTo>
                    <a:pt x="265" y="27"/>
                  </a:lnTo>
                  <a:close/>
                  <a:moveTo>
                    <a:pt x="132" y="26"/>
                  </a:moveTo>
                  <a:lnTo>
                    <a:pt x="133" y="26"/>
                  </a:lnTo>
                  <a:lnTo>
                    <a:pt x="132" y="27"/>
                  </a:lnTo>
                  <a:lnTo>
                    <a:pt x="132" y="26"/>
                  </a:lnTo>
                  <a:close/>
                  <a:moveTo>
                    <a:pt x="267" y="25"/>
                  </a:moveTo>
                  <a:lnTo>
                    <a:pt x="266" y="25"/>
                  </a:lnTo>
                  <a:lnTo>
                    <a:pt x="265" y="25"/>
                  </a:lnTo>
                  <a:lnTo>
                    <a:pt x="267" y="25"/>
                  </a:lnTo>
                  <a:close/>
                  <a:moveTo>
                    <a:pt x="360" y="24"/>
                  </a:moveTo>
                  <a:lnTo>
                    <a:pt x="362" y="26"/>
                  </a:lnTo>
                  <a:lnTo>
                    <a:pt x="362" y="29"/>
                  </a:lnTo>
                  <a:lnTo>
                    <a:pt x="361" y="30"/>
                  </a:lnTo>
                  <a:lnTo>
                    <a:pt x="360" y="27"/>
                  </a:lnTo>
                  <a:lnTo>
                    <a:pt x="358" y="25"/>
                  </a:lnTo>
                  <a:lnTo>
                    <a:pt x="360" y="24"/>
                  </a:lnTo>
                  <a:close/>
                  <a:moveTo>
                    <a:pt x="374" y="21"/>
                  </a:moveTo>
                  <a:lnTo>
                    <a:pt x="375" y="21"/>
                  </a:lnTo>
                  <a:lnTo>
                    <a:pt x="375" y="24"/>
                  </a:lnTo>
                  <a:lnTo>
                    <a:pt x="375" y="24"/>
                  </a:lnTo>
                  <a:lnTo>
                    <a:pt x="374" y="21"/>
                  </a:lnTo>
                  <a:close/>
                  <a:moveTo>
                    <a:pt x="266" y="20"/>
                  </a:moveTo>
                  <a:lnTo>
                    <a:pt x="266" y="21"/>
                  </a:lnTo>
                  <a:lnTo>
                    <a:pt x="266" y="20"/>
                  </a:lnTo>
                  <a:lnTo>
                    <a:pt x="266" y="20"/>
                  </a:lnTo>
                  <a:close/>
                  <a:moveTo>
                    <a:pt x="266" y="18"/>
                  </a:moveTo>
                  <a:lnTo>
                    <a:pt x="269" y="18"/>
                  </a:lnTo>
                  <a:lnTo>
                    <a:pt x="269" y="20"/>
                  </a:lnTo>
                  <a:lnTo>
                    <a:pt x="266" y="20"/>
                  </a:lnTo>
                  <a:lnTo>
                    <a:pt x="266" y="18"/>
                  </a:lnTo>
                  <a:lnTo>
                    <a:pt x="266" y="18"/>
                  </a:lnTo>
                  <a:close/>
                  <a:moveTo>
                    <a:pt x="154" y="16"/>
                  </a:moveTo>
                  <a:lnTo>
                    <a:pt x="158" y="20"/>
                  </a:lnTo>
                  <a:lnTo>
                    <a:pt x="157" y="22"/>
                  </a:lnTo>
                  <a:lnTo>
                    <a:pt x="154" y="22"/>
                  </a:lnTo>
                  <a:lnTo>
                    <a:pt x="156" y="21"/>
                  </a:lnTo>
                  <a:lnTo>
                    <a:pt x="154" y="21"/>
                  </a:lnTo>
                  <a:lnTo>
                    <a:pt x="152" y="18"/>
                  </a:lnTo>
                  <a:lnTo>
                    <a:pt x="153" y="17"/>
                  </a:lnTo>
                  <a:lnTo>
                    <a:pt x="154" y="16"/>
                  </a:lnTo>
                  <a:close/>
                  <a:moveTo>
                    <a:pt x="246" y="14"/>
                  </a:moveTo>
                  <a:lnTo>
                    <a:pt x="249" y="16"/>
                  </a:lnTo>
                  <a:lnTo>
                    <a:pt x="253" y="14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2" y="16"/>
                  </a:lnTo>
                  <a:lnTo>
                    <a:pt x="265" y="17"/>
                  </a:lnTo>
                  <a:lnTo>
                    <a:pt x="265" y="17"/>
                  </a:lnTo>
                  <a:lnTo>
                    <a:pt x="264" y="17"/>
                  </a:lnTo>
                  <a:lnTo>
                    <a:pt x="264" y="18"/>
                  </a:lnTo>
                  <a:lnTo>
                    <a:pt x="264" y="20"/>
                  </a:lnTo>
                  <a:lnTo>
                    <a:pt x="265" y="21"/>
                  </a:lnTo>
                  <a:lnTo>
                    <a:pt x="267" y="24"/>
                  </a:lnTo>
                  <a:lnTo>
                    <a:pt x="265" y="25"/>
                  </a:lnTo>
                  <a:lnTo>
                    <a:pt x="262" y="24"/>
                  </a:lnTo>
                  <a:lnTo>
                    <a:pt x="261" y="25"/>
                  </a:lnTo>
                  <a:lnTo>
                    <a:pt x="264" y="26"/>
                  </a:lnTo>
                  <a:lnTo>
                    <a:pt x="265" y="27"/>
                  </a:lnTo>
                  <a:lnTo>
                    <a:pt x="265" y="29"/>
                  </a:lnTo>
                  <a:lnTo>
                    <a:pt x="264" y="29"/>
                  </a:lnTo>
                  <a:lnTo>
                    <a:pt x="262" y="30"/>
                  </a:lnTo>
                  <a:lnTo>
                    <a:pt x="265" y="33"/>
                  </a:lnTo>
                  <a:lnTo>
                    <a:pt x="265" y="35"/>
                  </a:lnTo>
                  <a:lnTo>
                    <a:pt x="269" y="39"/>
                  </a:lnTo>
                  <a:lnTo>
                    <a:pt x="271" y="41"/>
                  </a:lnTo>
                  <a:lnTo>
                    <a:pt x="270" y="43"/>
                  </a:lnTo>
                  <a:lnTo>
                    <a:pt x="267" y="43"/>
                  </a:lnTo>
                  <a:lnTo>
                    <a:pt x="266" y="45"/>
                  </a:lnTo>
                  <a:lnTo>
                    <a:pt x="267" y="46"/>
                  </a:lnTo>
                  <a:lnTo>
                    <a:pt x="267" y="47"/>
                  </a:lnTo>
                  <a:lnTo>
                    <a:pt x="270" y="49"/>
                  </a:lnTo>
                  <a:lnTo>
                    <a:pt x="275" y="54"/>
                  </a:lnTo>
                  <a:lnTo>
                    <a:pt x="277" y="54"/>
                  </a:lnTo>
                  <a:lnTo>
                    <a:pt x="278" y="55"/>
                  </a:lnTo>
                  <a:lnTo>
                    <a:pt x="279" y="58"/>
                  </a:lnTo>
                  <a:lnTo>
                    <a:pt x="281" y="58"/>
                  </a:lnTo>
                  <a:lnTo>
                    <a:pt x="281" y="59"/>
                  </a:lnTo>
                  <a:lnTo>
                    <a:pt x="279" y="60"/>
                  </a:lnTo>
                  <a:lnTo>
                    <a:pt x="278" y="59"/>
                  </a:lnTo>
                  <a:lnTo>
                    <a:pt x="275" y="60"/>
                  </a:lnTo>
                  <a:lnTo>
                    <a:pt x="273" y="60"/>
                  </a:lnTo>
                  <a:lnTo>
                    <a:pt x="269" y="56"/>
                  </a:lnTo>
                  <a:lnTo>
                    <a:pt x="270" y="60"/>
                  </a:lnTo>
                  <a:lnTo>
                    <a:pt x="269" y="62"/>
                  </a:lnTo>
                  <a:lnTo>
                    <a:pt x="267" y="60"/>
                  </a:lnTo>
                  <a:lnTo>
                    <a:pt x="266" y="62"/>
                  </a:lnTo>
                  <a:lnTo>
                    <a:pt x="266" y="64"/>
                  </a:lnTo>
                  <a:lnTo>
                    <a:pt x="265" y="66"/>
                  </a:lnTo>
                  <a:lnTo>
                    <a:pt x="264" y="70"/>
                  </a:lnTo>
                  <a:lnTo>
                    <a:pt x="264" y="71"/>
                  </a:lnTo>
                  <a:lnTo>
                    <a:pt x="262" y="75"/>
                  </a:lnTo>
                  <a:lnTo>
                    <a:pt x="260" y="77"/>
                  </a:lnTo>
                  <a:lnTo>
                    <a:pt x="260" y="81"/>
                  </a:lnTo>
                  <a:lnTo>
                    <a:pt x="258" y="83"/>
                  </a:lnTo>
                  <a:lnTo>
                    <a:pt x="257" y="85"/>
                  </a:lnTo>
                  <a:lnTo>
                    <a:pt x="256" y="83"/>
                  </a:lnTo>
                  <a:lnTo>
                    <a:pt x="254" y="83"/>
                  </a:lnTo>
                  <a:lnTo>
                    <a:pt x="256" y="84"/>
                  </a:lnTo>
                  <a:lnTo>
                    <a:pt x="256" y="87"/>
                  </a:lnTo>
                  <a:lnTo>
                    <a:pt x="253" y="89"/>
                  </a:lnTo>
                  <a:lnTo>
                    <a:pt x="253" y="91"/>
                  </a:lnTo>
                  <a:lnTo>
                    <a:pt x="250" y="92"/>
                  </a:lnTo>
                  <a:lnTo>
                    <a:pt x="249" y="92"/>
                  </a:lnTo>
                  <a:lnTo>
                    <a:pt x="249" y="92"/>
                  </a:lnTo>
                  <a:lnTo>
                    <a:pt x="248" y="95"/>
                  </a:lnTo>
                  <a:lnTo>
                    <a:pt x="252" y="93"/>
                  </a:lnTo>
                  <a:lnTo>
                    <a:pt x="252" y="95"/>
                  </a:lnTo>
                  <a:lnTo>
                    <a:pt x="252" y="96"/>
                  </a:lnTo>
                  <a:lnTo>
                    <a:pt x="250" y="97"/>
                  </a:lnTo>
                  <a:lnTo>
                    <a:pt x="250" y="97"/>
                  </a:lnTo>
                  <a:lnTo>
                    <a:pt x="252" y="97"/>
                  </a:lnTo>
                  <a:lnTo>
                    <a:pt x="253" y="100"/>
                  </a:lnTo>
                  <a:lnTo>
                    <a:pt x="252" y="101"/>
                  </a:lnTo>
                  <a:lnTo>
                    <a:pt x="250" y="101"/>
                  </a:lnTo>
                  <a:lnTo>
                    <a:pt x="249" y="100"/>
                  </a:lnTo>
                  <a:lnTo>
                    <a:pt x="249" y="101"/>
                  </a:lnTo>
                  <a:lnTo>
                    <a:pt x="250" y="102"/>
                  </a:lnTo>
                  <a:lnTo>
                    <a:pt x="252" y="102"/>
                  </a:lnTo>
                  <a:lnTo>
                    <a:pt x="249" y="106"/>
                  </a:lnTo>
                  <a:lnTo>
                    <a:pt x="248" y="106"/>
                  </a:lnTo>
                  <a:lnTo>
                    <a:pt x="248" y="105"/>
                  </a:lnTo>
                  <a:lnTo>
                    <a:pt x="246" y="109"/>
                  </a:lnTo>
                  <a:lnTo>
                    <a:pt x="246" y="110"/>
                  </a:lnTo>
                  <a:lnTo>
                    <a:pt x="244" y="114"/>
                  </a:lnTo>
                  <a:lnTo>
                    <a:pt x="240" y="117"/>
                  </a:lnTo>
                  <a:lnTo>
                    <a:pt x="237" y="118"/>
                  </a:lnTo>
                  <a:lnTo>
                    <a:pt x="232" y="121"/>
                  </a:lnTo>
                  <a:lnTo>
                    <a:pt x="229" y="121"/>
                  </a:lnTo>
                  <a:lnTo>
                    <a:pt x="229" y="117"/>
                  </a:lnTo>
                  <a:lnTo>
                    <a:pt x="229" y="116"/>
                  </a:lnTo>
                  <a:lnTo>
                    <a:pt x="228" y="114"/>
                  </a:lnTo>
                  <a:lnTo>
                    <a:pt x="228" y="113"/>
                  </a:lnTo>
                  <a:lnTo>
                    <a:pt x="227" y="113"/>
                  </a:lnTo>
                  <a:lnTo>
                    <a:pt x="225" y="112"/>
                  </a:lnTo>
                  <a:lnTo>
                    <a:pt x="224" y="113"/>
                  </a:lnTo>
                  <a:lnTo>
                    <a:pt x="223" y="112"/>
                  </a:lnTo>
                  <a:lnTo>
                    <a:pt x="221" y="110"/>
                  </a:lnTo>
                  <a:lnTo>
                    <a:pt x="220" y="112"/>
                  </a:lnTo>
                  <a:lnTo>
                    <a:pt x="221" y="113"/>
                  </a:lnTo>
                  <a:lnTo>
                    <a:pt x="219" y="113"/>
                  </a:lnTo>
                  <a:lnTo>
                    <a:pt x="219" y="112"/>
                  </a:lnTo>
                  <a:lnTo>
                    <a:pt x="219" y="110"/>
                  </a:lnTo>
                  <a:lnTo>
                    <a:pt x="217" y="109"/>
                  </a:lnTo>
                  <a:lnTo>
                    <a:pt x="216" y="109"/>
                  </a:lnTo>
                  <a:lnTo>
                    <a:pt x="213" y="108"/>
                  </a:lnTo>
                  <a:lnTo>
                    <a:pt x="212" y="109"/>
                  </a:lnTo>
                  <a:lnTo>
                    <a:pt x="211" y="110"/>
                  </a:lnTo>
                  <a:lnTo>
                    <a:pt x="208" y="110"/>
                  </a:lnTo>
                  <a:lnTo>
                    <a:pt x="207" y="112"/>
                  </a:lnTo>
                  <a:lnTo>
                    <a:pt x="206" y="112"/>
                  </a:lnTo>
                  <a:lnTo>
                    <a:pt x="204" y="112"/>
                  </a:lnTo>
                  <a:lnTo>
                    <a:pt x="203" y="112"/>
                  </a:lnTo>
                  <a:lnTo>
                    <a:pt x="200" y="114"/>
                  </a:lnTo>
                  <a:lnTo>
                    <a:pt x="198" y="114"/>
                  </a:lnTo>
                  <a:lnTo>
                    <a:pt x="199" y="113"/>
                  </a:lnTo>
                  <a:lnTo>
                    <a:pt x="198" y="109"/>
                  </a:lnTo>
                  <a:lnTo>
                    <a:pt x="198" y="106"/>
                  </a:lnTo>
                  <a:lnTo>
                    <a:pt x="198" y="104"/>
                  </a:lnTo>
                  <a:lnTo>
                    <a:pt x="196" y="102"/>
                  </a:lnTo>
                  <a:lnTo>
                    <a:pt x="198" y="104"/>
                  </a:lnTo>
                  <a:lnTo>
                    <a:pt x="196" y="106"/>
                  </a:lnTo>
                  <a:lnTo>
                    <a:pt x="195" y="106"/>
                  </a:lnTo>
                  <a:lnTo>
                    <a:pt x="194" y="106"/>
                  </a:lnTo>
                  <a:lnTo>
                    <a:pt x="191" y="108"/>
                  </a:lnTo>
                  <a:lnTo>
                    <a:pt x="188" y="108"/>
                  </a:lnTo>
                  <a:lnTo>
                    <a:pt x="186" y="106"/>
                  </a:lnTo>
                  <a:lnTo>
                    <a:pt x="185" y="106"/>
                  </a:lnTo>
                  <a:lnTo>
                    <a:pt x="183" y="105"/>
                  </a:lnTo>
                  <a:lnTo>
                    <a:pt x="182" y="106"/>
                  </a:lnTo>
                  <a:lnTo>
                    <a:pt x="181" y="106"/>
                  </a:lnTo>
                  <a:lnTo>
                    <a:pt x="179" y="104"/>
                  </a:lnTo>
                  <a:lnTo>
                    <a:pt x="179" y="101"/>
                  </a:lnTo>
                  <a:lnTo>
                    <a:pt x="178" y="96"/>
                  </a:lnTo>
                  <a:lnTo>
                    <a:pt x="175" y="95"/>
                  </a:lnTo>
                  <a:lnTo>
                    <a:pt x="175" y="93"/>
                  </a:lnTo>
                  <a:lnTo>
                    <a:pt x="177" y="91"/>
                  </a:lnTo>
                  <a:lnTo>
                    <a:pt x="178" y="89"/>
                  </a:lnTo>
                  <a:lnTo>
                    <a:pt x="178" y="87"/>
                  </a:lnTo>
                  <a:lnTo>
                    <a:pt x="177" y="84"/>
                  </a:lnTo>
                  <a:lnTo>
                    <a:pt x="174" y="81"/>
                  </a:lnTo>
                  <a:lnTo>
                    <a:pt x="170" y="80"/>
                  </a:lnTo>
                  <a:lnTo>
                    <a:pt x="167" y="79"/>
                  </a:lnTo>
                  <a:lnTo>
                    <a:pt x="167" y="77"/>
                  </a:lnTo>
                  <a:lnTo>
                    <a:pt x="170" y="77"/>
                  </a:lnTo>
                  <a:lnTo>
                    <a:pt x="171" y="76"/>
                  </a:lnTo>
                  <a:lnTo>
                    <a:pt x="175" y="75"/>
                  </a:lnTo>
                  <a:lnTo>
                    <a:pt x="178" y="74"/>
                  </a:lnTo>
                  <a:lnTo>
                    <a:pt x="181" y="74"/>
                  </a:lnTo>
                  <a:lnTo>
                    <a:pt x="179" y="72"/>
                  </a:lnTo>
                  <a:lnTo>
                    <a:pt x="175" y="75"/>
                  </a:lnTo>
                  <a:lnTo>
                    <a:pt x="171" y="75"/>
                  </a:lnTo>
                  <a:lnTo>
                    <a:pt x="170" y="75"/>
                  </a:lnTo>
                  <a:lnTo>
                    <a:pt x="167" y="75"/>
                  </a:lnTo>
                  <a:lnTo>
                    <a:pt x="166" y="72"/>
                  </a:lnTo>
                  <a:lnTo>
                    <a:pt x="167" y="71"/>
                  </a:lnTo>
                  <a:lnTo>
                    <a:pt x="169" y="72"/>
                  </a:lnTo>
                  <a:lnTo>
                    <a:pt x="167" y="70"/>
                  </a:lnTo>
                  <a:lnTo>
                    <a:pt x="163" y="66"/>
                  </a:lnTo>
                  <a:lnTo>
                    <a:pt x="163" y="62"/>
                  </a:lnTo>
                  <a:lnTo>
                    <a:pt x="165" y="60"/>
                  </a:lnTo>
                  <a:lnTo>
                    <a:pt x="166" y="59"/>
                  </a:lnTo>
                  <a:lnTo>
                    <a:pt x="165" y="58"/>
                  </a:lnTo>
                  <a:lnTo>
                    <a:pt x="165" y="55"/>
                  </a:lnTo>
                  <a:lnTo>
                    <a:pt x="167" y="52"/>
                  </a:lnTo>
                  <a:lnTo>
                    <a:pt x="170" y="49"/>
                  </a:lnTo>
                  <a:lnTo>
                    <a:pt x="171" y="47"/>
                  </a:lnTo>
                  <a:lnTo>
                    <a:pt x="173" y="46"/>
                  </a:lnTo>
                  <a:lnTo>
                    <a:pt x="175" y="50"/>
                  </a:lnTo>
                  <a:lnTo>
                    <a:pt x="179" y="54"/>
                  </a:lnTo>
                  <a:lnTo>
                    <a:pt x="179" y="54"/>
                  </a:lnTo>
                  <a:lnTo>
                    <a:pt x="182" y="56"/>
                  </a:lnTo>
                  <a:lnTo>
                    <a:pt x="183" y="59"/>
                  </a:lnTo>
                  <a:lnTo>
                    <a:pt x="185" y="59"/>
                  </a:lnTo>
                  <a:lnTo>
                    <a:pt x="188" y="58"/>
                  </a:lnTo>
                  <a:lnTo>
                    <a:pt x="188" y="56"/>
                  </a:lnTo>
                  <a:lnTo>
                    <a:pt x="191" y="56"/>
                  </a:lnTo>
                  <a:lnTo>
                    <a:pt x="194" y="56"/>
                  </a:lnTo>
                  <a:lnTo>
                    <a:pt x="199" y="56"/>
                  </a:lnTo>
                  <a:lnTo>
                    <a:pt x="206" y="54"/>
                  </a:lnTo>
                  <a:lnTo>
                    <a:pt x="208" y="52"/>
                  </a:lnTo>
                  <a:lnTo>
                    <a:pt x="213" y="52"/>
                  </a:lnTo>
                  <a:lnTo>
                    <a:pt x="216" y="54"/>
                  </a:lnTo>
                  <a:lnTo>
                    <a:pt x="217" y="55"/>
                  </a:lnTo>
                  <a:lnTo>
                    <a:pt x="220" y="55"/>
                  </a:lnTo>
                  <a:lnTo>
                    <a:pt x="225" y="52"/>
                  </a:lnTo>
                  <a:lnTo>
                    <a:pt x="231" y="51"/>
                  </a:lnTo>
                  <a:lnTo>
                    <a:pt x="231" y="50"/>
                  </a:lnTo>
                  <a:lnTo>
                    <a:pt x="236" y="42"/>
                  </a:lnTo>
                  <a:lnTo>
                    <a:pt x="237" y="37"/>
                  </a:lnTo>
                  <a:lnTo>
                    <a:pt x="241" y="31"/>
                  </a:lnTo>
                  <a:lnTo>
                    <a:pt x="244" y="22"/>
                  </a:lnTo>
                  <a:lnTo>
                    <a:pt x="244" y="21"/>
                  </a:lnTo>
                  <a:lnTo>
                    <a:pt x="245" y="20"/>
                  </a:lnTo>
                  <a:lnTo>
                    <a:pt x="244" y="17"/>
                  </a:lnTo>
                  <a:lnTo>
                    <a:pt x="246" y="14"/>
                  </a:lnTo>
                  <a:close/>
                  <a:moveTo>
                    <a:pt x="375" y="14"/>
                  </a:moveTo>
                  <a:lnTo>
                    <a:pt x="377" y="14"/>
                  </a:lnTo>
                  <a:lnTo>
                    <a:pt x="377" y="17"/>
                  </a:lnTo>
                  <a:lnTo>
                    <a:pt x="375" y="20"/>
                  </a:lnTo>
                  <a:lnTo>
                    <a:pt x="375" y="20"/>
                  </a:lnTo>
                  <a:lnTo>
                    <a:pt x="374" y="17"/>
                  </a:lnTo>
                  <a:lnTo>
                    <a:pt x="374" y="14"/>
                  </a:lnTo>
                  <a:lnTo>
                    <a:pt x="375" y="14"/>
                  </a:lnTo>
                  <a:close/>
                  <a:moveTo>
                    <a:pt x="286" y="9"/>
                  </a:moveTo>
                  <a:lnTo>
                    <a:pt x="287" y="10"/>
                  </a:lnTo>
                  <a:lnTo>
                    <a:pt x="287" y="12"/>
                  </a:lnTo>
                  <a:lnTo>
                    <a:pt x="286" y="10"/>
                  </a:lnTo>
                  <a:lnTo>
                    <a:pt x="286" y="9"/>
                  </a:lnTo>
                  <a:close/>
                  <a:moveTo>
                    <a:pt x="296" y="2"/>
                  </a:moveTo>
                  <a:lnTo>
                    <a:pt x="296" y="4"/>
                  </a:lnTo>
                  <a:lnTo>
                    <a:pt x="294" y="6"/>
                  </a:lnTo>
                  <a:lnTo>
                    <a:pt x="291" y="6"/>
                  </a:lnTo>
                  <a:lnTo>
                    <a:pt x="290" y="6"/>
                  </a:lnTo>
                  <a:lnTo>
                    <a:pt x="294" y="2"/>
                  </a:lnTo>
                  <a:lnTo>
                    <a:pt x="296" y="2"/>
                  </a:lnTo>
                  <a:close/>
                  <a:moveTo>
                    <a:pt x="1" y="0"/>
                  </a:moveTo>
                  <a:lnTo>
                    <a:pt x="7" y="0"/>
                  </a:lnTo>
                  <a:lnTo>
                    <a:pt x="12" y="4"/>
                  </a:lnTo>
                  <a:lnTo>
                    <a:pt x="13" y="5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1" y="5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8" y="5"/>
                  </a:lnTo>
                  <a:lnTo>
                    <a:pt x="30" y="9"/>
                  </a:lnTo>
                  <a:lnTo>
                    <a:pt x="32" y="9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6" y="17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52" y="27"/>
                  </a:lnTo>
                  <a:lnTo>
                    <a:pt x="52" y="29"/>
                  </a:lnTo>
                  <a:lnTo>
                    <a:pt x="54" y="29"/>
                  </a:lnTo>
                  <a:lnTo>
                    <a:pt x="57" y="31"/>
                  </a:lnTo>
                  <a:lnTo>
                    <a:pt x="57" y="35"/>
                  </a:lnTo>
                  <a:lnTo>
                    <a:pt x="58" y="37"/>
                  </a:lnTo>
                  <a:lnTo>
                    <a:pt x="59" y="35"/>
                  </a:lnTo>
                  <a:lnTo>
                    <a:pt x="61" y="39"/>
                  </a:lnTo>
                  <a:lnTo>
                    <a:pt x="62" y="39"/>
                  </a:lnTo>
                  <a:lnTo>
                    <a:pt x="62" y="38"/>
                  </a:lnTo>
                  <a:lnTo>
                    <a:pt x="65" y="39"/>
                  </a:lnTo>
                  <a:lnTo>
                    <a:pt x="70" y="41"/>
                  </a:lnTo>
                  <a:lnTo>
                    <a:pt x="73" y="45"/>
                  </a:lnTo>
                  <a:lnTo>
                    <a:pt x="74" y="49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9" y="50"/>
                  </a:lnTo>
                  <a:lnTo>
                    <a:pt x="83" y="55"/>
                  </a:lnTo>
                  <a:lnTo>
                    <a:pt x="84" y="58"/>
                  </a:lnTo>
                  <a:lnTo>
                    <a:pt x="84" y="60"/>
                  </a:lnTo>
                  <a:lnTo>
                    <a:pt x="87" y="62"/>
                  </a:lnTo>
                  <a:lnTo>
                    <a:pt x="91" y="62"/>
                  </a:lnTo>
                  <a:lnTo>
                    <a:pt x="94" y="63"/>
                  </a:lnTo>
                  <a:lnTo>
                    <a:pt x="95" y="64"/>
                  </a:lnTo>
                  <a:lnTo>
                    <a:pt x="94" y="67"/>
                  </a:lnTo>
                  <a:lnTo>
                    <a:pt x="92" y="67"/>
                  </a:lnTo>
                  <a:lnTo>
                    <a:pt x="91" y="68"/>
                  </a:lnTo>
                  <a:lnTo>
                    <a:pt x="90" y="68"/>
                  </a:lnTo>
                  <a:lnTo>
                    <a:pt x="92" y="68"/>
                  </a:lnTo>
                  <a:lnTo>
                    <a:pt x="95" y="67"/>
                  </a:lnTo>
                  <a:lnTo>
                    <a:pt x="98" y="64"/>
                  </a:lnTo>
                  <a:lnTo>
                    <a:pt x="99" y="64"/>
                  </a:lnTo>
                  <a:lnTo>
                    <a:pt x="103" y="70"/>
                  </a:lnTo>
                  <a:lnTo>
                    <a:pt x="104" y="71"/>
                  </a:lnTo>
                  <a:lnTo>
                    <a:pt x="100" y="72"/>
                  </a:lnTo>
                  <a:lnTo>
                    <a:pt x="98" y="74"/>
                  </a:lnTo>
                  <a:lnTo>
                    <a:pt x="96" y="76"/>
                  </a:lnTo>
                  <a:lnTo>
                    <a:pt x="98" y="75"/>
                  </a:lnTo>
                  <a:lnTo>
                    <a:pt x="100" y="75"/>
                  </a:lnTo>
                  <a:lnTo>
                    <a:pt x="102" y="75"/>
                  </a:lnTo>
                  <a:lnTo>
                    <a:pt x="104" y="76"/>
                  </a:lnTo>
                  <a:lnTo>
                    <a:pt x="102" y="77"/>
                  </a:lnTo>
                  <a:lnTo>
                    <a:pt x="99" y="79"/>
                  </a:lnTo>
                  <a:lnTo>
                    <a:pt x="99" y="80"/>
                  </a:lnTo>
                  <a:lnTo>
                    <a:pt x="103" y="83"/>
                  </a:lnTo>
                  <a:lnTo>
                    <a:pt x="107" y="83"/>
                  </a:lnTo>
                  <a:lnTo>
                    <a:pt x="108" y="84"/>
                  </a:lnTo>
                  <a:lnTo>
                    <a:pt x="111" y="83"/>
                  </a:lnTo>
                  <a:lnTo>
                    <a:pt x="112" y="89"/>
                  </a:lnTo>
                  <a:lnTo>
                    <a:pt x="112" y="92"/>
                  </a:lnTo>
                  <a:lnTo>
                    <a:pt x="112" y="95"/>
                  </a:lnTo>
                  <a:lnTo>
                    <a:pt x="113" y="93"/>
                  </a:lnTo>
                  <a:lnTo>
                    <a:pt x="115" y="96"/>
                  </a:lnTo>
                  <a:lnTo>
                    <a:pt x="115" y="99"/>
                  </a:lnTo>
                  <a:lnTo>
                    <a:pt x="117" y="100"/>
                  </a:lnTo>
                  <a:lnTo>
                    <a:pt x="121" y="99"/>
                  </a:lnTo>
                  <a:lnTo>
                    <a:pt x="123" y="100"/>
                  </a:lnTo>
                  <a:lnTo>
                    <a:pt x="124" y="101"/>
                  </a:lnTo>
                  <a:lnTo>
                    <a:pt x="125" y="102"/>
                  </a:lnTo>
                  <a:lnTo>
                    <a:pt x="127" y="105"/>
                  </a:lnTo>
                  <a:lnTo>
                    <a:pt x="128" y="106"/>
                  </a:lnTo>
                  <a:lnTo>
                    <a:pt x="131" y="108"/>
                  </a:lnTo>
                  <a:lnTo>
                    <a:pt x="131" y="110"/>
                  </a:lnTo>
                  <a:lnTo>
                    <a:pt x="129" y="112"/>
                  </a:lnTo>
                  <a:lnTo>
                    <a:pt x="128" y="113"/>
                  </a:lnTo>
                  <a:lnTo>
                    <a:pt x="128" y="116"/>
                  </a:lnTo>
                  <a:lnTo>
                    <a:pt x="128" y="118"/>
                  </a:lnTo>
                  <a:lnTo>
                    <a:pt x="127" y="122"/>
                  </a:lnTo>
                  <a:lnTo>
                    <a:pt x="128" y="127"/>
                  </a:lnTo>
                  <a:lnTo>
                    <a:pt x="127" y="134"/>
                  </a:lnTo>
                  <a:lnTo>
                    <a:pt x="127" y="139"/>
                  </a:lnTo>
                  <a:lnTo>
                    <a:pt x="125" y="141"/>
                  </a:lnTo>
                  <a:lnTo>
                    <a:pt x="124" y="139"/>
                  </a:lnTo>
                  <a:lnTo>
                    <a:pt x="121" y="137"/>
                  </a:lnTo>
                  <a:lnTo>
                    <a:pt x="120" y="137"/>
                  </a:lnTo>
                  <a:lnTo>
                    <a:pt x="119" y="138"/>
                  </a:lnTo>
                  <a:lnTo>
                    <a:pt x="119" y="141"/>
                  </a:lnTo>
                  <a:lnTo>
                    <a:pt x="117" y="142"/>
                  </a:lnTo>
                  <a:lnTo>
                    <a:pt x="113" y="137"/>
                  </a:lnTo>
                  <a:lnTo>
                    <a:pt x="111" y="137"/>
                  </a:lnTo>
                  <a:lnTo>
                    <a:pt x="111" y="138"/>
                  </a:lnTo>
                  <a:lnTo>
                    <a:pt x="112" y="139"/>
                  </a:lnTo>
                  <a:lnTo>
                    <a:pt x="112" y="142"/>
                  </a:lnTo>
                  <a:lnTo>
                    <a:pt x="111" y="143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7" y="137"/>
                  </a:lnTo>
                  <a:lnTo>
                    <a:pt x="100" y="130"/>
                  </a:lnTo>
                  <a:lnTo>
                    <a:pt x="96" y="130"/>
                  </a:lnTo>
                  <a:lnTo>
                    <a:pt x="95" y="127"/>
                  </a:lnTo>
                  <a:lnTo>
                    <a:pt x="90" y="124"/>
                  </a:lnTo>
                  <a:lnTo>
                    <a:pt x="87" y="121"/>
                  </a:lnTo>
                  <a:lnTo>
                    <a:pt x="84" y="118"/>
                  </a:lnTo>
                  <a:lnTo>
                    <a:pt x="84" y="116"/>
                  </a:lnTo>
                  <a:lnTo>
                    <a:pt x="82" y="113"/>
                  </a:lnTo>
                  <a:lnTo>
                    <a:pt x="80" y="112"/>
                  </a:lnTo>
                  <a:lnTo>
                    <a:pt x="77" y="112"/>
                  </a:lnTo>
                  <a:lnTo>
                    <a:pt x="75" y="109"/>
                  </a:lnTo>
                  <a:lnTo>
                    <a:pt x="71" y="104"/>
                  </a:lnTo>
                  <a:lnTo>
                    <a:pt x="67" y="100"/>
                  </a:lnTo>
                  <a:lnTo>
                    <a:pt x="66" y="97"/>
                  </a:lnTo>
                  <a:lnTo>
                    <a:pt x="66" y="93"/>
                  </a:lnTo>
                  <a:lnTo>
                    <a:pt x="62" y="85"/>
                  </a:lnTo>
                  <a:lnTo>
                    <a:pt x="61" y="80"/>
                  </a:lnTo>
                  <a:lnTo>
                    <a:pt x="58" y="77"/>
                  </a:lnTo>
                  <a:lnTo>
                    <a:pt x="55" y="72"/>
                  </a:lnTo>
                  <a:lnTo>
                    <a:pt x="55" y="71"/>
                  </a:lnTo>
                  <a:lnTo>
                    <a:pt x="52" y="68"/>
                  </a:lnTo>
                  <a:lnTo>
                    <a:pt x="49" y="67"/>
                  </a:lnTo>
                  <a:lnTo>
                    <a:pt x="48" y="64"/>
                  </a:lnTo>
                  <a:lnTo>
                    <a:pt x="45" y="58"/>
                  </a:lnTo>
                  <a:lnTo>
                    <a:pt x="45" y="56"/>
                  </a:lnTo>
                  <a:lnTo>
                    <a:pt x="45" y="54"/>
                  </a:lnTo>
                  <a:lnTo>
                    <a:pt x="42" y="52"/>
                  </a:lnTo>
                  <a:lnTo>
                    <a:pt x="44" y="50"/>
                  </a:lnTo>
                  <a:lnTo>
                    <a:pt x="44" y="49"/>
                  </a:lnTo>
                  <a:lnTo>
                    <a:pt x="42" y="50"/>
                  </a:lnTo>
                  <a:lnTo>
                    <a:pt x="40" y="49"/>
                  </a:lnTo>
                  <a:lnTo>
                    <a:pt x="37" y="45"/>
                  </a:lnTo>
                  <a:lnTo>
                    <a:pt x="34" y="45"/>
                  </a:lnTo>
                  <a:lnTo>
                    <a:pt x="33" y="43"/>
                  </a:lnTo>
                  <a:lnTo>
                    <a:pt x="33" y="41"/>
                  </a:lnTo>
                  <a:lnTo>
                    <a:pt x="32" y="39"/>
                  </a:lnTo>
                  <a:lnTo>
                    <a:pt x="32" y="35"/>
                  </a:lnTo>
                  <a:lnTo>
                    <a:pt x="30" y="35"/>
                  </a:lnTo>
                  <a:lnTo>
                    <a:pt x="27" y="31"/>
                  </a:lnTo>
                  <a:lnTo>
                    <a:pt x="23" y="25"/>
                  </a:lnTo>
                  <a:lnTo>
                    <a:pt x="19" y="22"/>
                  </a:lnTo>
                  <a:lnTo>
                    <a:pt x="17" y="22"/>
                  </a:lnTo>
                  <a:lnTo>
                    <a:pt x="15" y="22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5" y="13"/>
                  </a:lnTo>
                  <a:lnTo>
                    <a:pt x="3" y="1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2" name="Freeform 357"/>
            <p:cNvSpPr>
              <a:spLocks noEditPoints="1"/>
            </p:cNvSpPr>
            <p:nvPr/>
          </p:nvSpPr>
          <p:spPr bwMode="auto">
            <a:xfrm>
              <a:off x="9412004" y="4154994"/>
              <a:ext cx="27916" cy="20302"/>
            </a:xfrm>
            <a:custGeom>
              <a:avLst/>
              <a:gdLst>
                <a:gd name="T0" fmla="*/ 8 w 11"/>
                <a:gd name="T1" fmla="*/ 7 h 8"/>
                <a:gd name="T2" fmla="*/ 11 w 11"/>
                <a:gd name="T3" fmla="*/ 7 h 8"/>
                <a:gd name="T4" fmla="*/ 11 w 11"/>
                <a:gd name="T5" fmla="*/ 8 h 8"/>
                <a:gd name="T6" fmla="*/ 9 w 11"/>
                <a:gd name="T7" fmla="*/ 8 h 8"/>
                <a:gd name="T8" fmla="*/ 8 w 11"/>
                <a:gd name="T9" fmla="*/ 8 h 8"/>
                <a:gd name="T10" fmla="*/ 7 w 11"/>
                <a:gd name="T11" fmla="*/ 8 h 8"/>
                <a:gd name="T12" fmla="*/ 5 w 11"/>
                <a:gd name="T13" fmla="*/ 8 h 8"/>
                <a:gd name="T14" fmla="*/ 4 w 11"/>
                <a:gd name="T15" fmla="*/ 8 h 8"/>
                <a:gd name="T16" fmla="*/ 5 w 11"/>
                <a:gd name="T17" fmla="*/ 7 h 8"/>
                <a:gd name="T18" fmla="*/ 8 w 11"/>
                <a:gd name="T19" fmla="*/ 7 h 8"/>
                <a:gd name="T20" fmla="*/ 3 w 11"/>
                <a:gd name="T21" fmla="*/ 0 h 8"/>
                <a:gd name="T22" fmla="*/ 3 w 11"/>
                <a:gd name="T23" fmla="*/ 1 h 8"/>
                <a:gd name="T24" fmla="*/ 3 w 11"/>
                <a:gd name="T25" fmla="*/ 3 h 8"/>
                <a:gd name="T26" fmla="*/ 0 w 11"/>
                <a:gd name="T27" fmla="*/ 3 h 8"/>
                <a:gd name="T28" fmla="*/ 3 w 11"/>
                <a:gd name="T2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8">
                  <a:moveTo>
                    <a:pt x="8" y="7"/>
                  </a:moveTo>
                  <a:lnTo>
                    <a:pt x="11" y="7"/>
                  </a:lnTo>
                  <a:lnTo>
                    <a:pt x="11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5" y="7"/>
                  </a:lnTo>
                  <a:lnTo>
                    <a:pt x="8" y="7"/>
                  </a:lnTo>
                  <a:close/>
                  <a:moveTo>
                    <a:pt x="3" y="0"/>
                  </a:moveTo>
                  <a:lnTo>
                    <a:pt x="3" y="1"/>
                  </a:lnTo>
                  <a:lnTo>
                    <a:pt x="3" y="3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3" name="Freeform 358"/>
            <p:cNvSpPr>
              <a:spLocks noEditPoints="1"/>
            </p:cNvSpPr>
            <p:nvPr/>
          </p:nvSpPr>
          <p:spPr bwMode="auto">
            <a:xfrm>
              <a:off x="9516050" y="4629553"/>
              <a:ext cx="93897" cy="30453"/>
            </a:xfrm>
            <a:custGeom>
              <a:avLst/>
              <a:gdLst>
                <a:gd name="T0" fmla="*/ 6 w 37"/>
                <a:gd name="T1" fmla="*/ 6 h 12"/>
                <a:gd name="T2" fmla="*/ 6 w 37"/>
                <a:gd name="T3" fmla="*/ 10 h 12"/>
                <a:gd name="T4" fmla="*/ 4 w 37"/>
                <a:gd name="T5" fmla="*/ 10 h 12"/>
                <a:gd name="T6" fmla="*/ 1 w 37"/>
                <a:gd name="T7" fmla="*/ 12 h 12"/>
                <a:gd name="T8" fmla="*/ 0 w 37"/>
                <a:gd name="T9" fmla="*/ 9 h 12"/>
                <a:gd name="T10" fmla="*/ 1 w 37"/>
                <a:gd name="T11" fmla="*/ 8 h 12"/>
                <a:gd name="T12" fmla="*/ 5 w 37"/>
                <a:gd name="T13" fmla="*/ 8 h 12"/>
                <a:gd name="T14" fmla="*/ 6 w 37"/>
                <a:gd name="T15" fmla="*/ 6 h 12"/>
                <a:gd name="T16" fmla="*/ 37 w 37"/>
                <a:gd name="T17" fmla="*/ 0 h 12"/>
                <a:gd name="T18" fmla="*/ 37 w 37"/>
                <a:gd name="T19" fmla="*/ 0 h 12"/>
                <a:gd name="T20" fmla="*/ 37 w 37"/>
                <a:gd name="T21" fmla="*/ 1 h 12"/>
                <a:gd name="T22" fmla="*/ 35 w 37"/>
                <a:gd name="T23" fmla="*/ 2 h 12"/>
                <a:gd name="T24" fmla="*/ 34 w 37"/>
                <a:gd name="T25" fmla="*/ 2 h 12"/>
                <a:gd name="T26" fmla="*/ 33 w 37"/>
                <a:gd name="T27" fmla="*/ 4 h 12"/>
                <a:gd name="T28" fmla="*/ 29 w 37"/>
                <a:gd name="T29" fmla="*/ 5 h 12"/>
                <a:gd name="T30" fmla="*/ 26 w 37"/>
                <a:gd name="T31" fmla="*/ 8 h 12"/>
                <a:gd name="T32" fmla="*/ 21 w 37"/>
                <a:gd name="T33" fmla="*/ 8 h 12"/>
                <a:gd name="T34" fmla="*/ 18 w 37"/>
                <a:gd name="T35" fmla="*/ 8 h 12"/>
                <a:gd name="T36" fmla="*/ 17 w 37"/>
                <a:gd name="T37" fmla="*/ 9 h 12"/>
                <a:gd name="T38" fmla="*/ 14 w 37"/>
                <a:gd name="T39" fmla="*/ 10 h 12"/>
                <a:gd name="T40" fmla="*/ 14 w 37"/>
                <a:gd name="T41" fmla="*/ 12 h 12"/>
                <a:gd name="T42" fmla="*/ 12 w 37"/>
                <a:gd name="T43" fmla="*/ 9 h 12"/>
                <a:gd name="T44" fmla="*/ 9 w 37"/>
                <a:gd name="T45" fmla="*/ 5 h 12"/>
                <a:gd name="T46" fmla="*/ 12 w 37"/>
                <a:gd name="T47" fmla="*/ 4 h 12"/>
                <a:gd name="T48" fmla="*/ 16 w 37"/>
                <a:gd name="T49" fmla="*/ 1 h 12"/>
                <a:gd name="T50" fmla="*/ 21 w 37"/>
                <a:gd name="T51" fmla="*/ 1 h 12"/>
                <a:gd name="T52" fmla="*/ 24 w 37"/>
                <a:gd name="T53" fmla="*/ 1 h 12"/>
                <a:gd name="T54" fmla="*/ 26 w 37"/>
                <a:gd name="T55" fmla="*/ 1 h 12"/>
                <a:gd name="T56" fmla="*/ 29 w 37"/>
                <a:gd name="T57" fmla="*/ 0 h 12"/>
                <a:gd name="T58" fmla="*/ 31 w 37"/>
                <a:gd name="T59" fmla="*/ 0 h 12"/>
                <a:gd name="T60" fmla="*/ 37 w 37"/>
                <a:gd name="T6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" h="12">
                  <a:moveTo>
                    <a:pt x="6" y="6"/>
                  </a:moveTo>
                  <a:lnTo>
                    <a:pt x="6" y="10"/>
                  </a:lnTo>
                  <a:lnTo>
                    <a:pt x="4" y="10"/>
                  </a:lnTo>
                  <a:lnTo>
                    <a:pt x="1" y="12"/>
                  </a:lnTo>
                  <a:lnTo>
                    <a:pt x="0" y="9"/>
                  </a:lnTo>
                  <a:lnTo>
                    <a:pt x="1" y="8"/>
                  </a:lnTo>
                  <a:lnTo>
                    <a:pt x="5" y="8"/>
                  </a:lnTo>
                  <a:lnTo>
                    <a:pt x="6" y="6"/>
                  </a:lnTo>
                  <a:close/>
                  <a:moveTo>
                    <a:pt x="37" y="0"/>
                  </a:moveTo>
                  <a:lnTo>
                    <a:pt x="37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29" y="5"/>
                  </a:lnTo>
                  <a:lnTo>
                    <a:pt x="26" y="8"/>
                  </a:lnTo>
                  <a:lnTo>
                    <a:pt x="21" y="8"/>
                  </a:lnTo>
                  <a:lnTo>
                    <a:pt x="18" y="8"/>
                  </a:lnTo>
                  <a:lnTo>
                    <a:pt x="17" y="9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2" y="9"/>
                  </a:lnTo>
                  <a:lnTo>
                    <a:pt x="9" y="5"/>
                  </a:lnTo>
                  <a:lnTo>
                    <a:pt x="12" y="4"/>
                  </a:lnTo>
                  <a:lnTo>
                    <a:pt x="16" y="1"/>
                  </a:lnTo>
                  <a:lnTo>
                    <a:pt x="21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4" name="Freeform 359"/>
            <p:cNvSpPr>
              <a:spLocks noEditPoints="1"/>
            </p:cNvSpPr>
            <p:nvPr/>
          </p:nvSpPr>
          <p:spPr bwMode="auto">
            <a:xfrm>
              <a:off x="8797870" y="4132155"/>
              <a:ext cx="578606" cy="203020"/>
            </a:xfrm>
            <a:custGeom>
              <a:avLst/>
              <a:gdLst>
                <a:gd name="T0" fmla="*/ 138 w 228"/>
                <a:gd name="T1" fmla="*/ 60 h 80"/>
                <a:gd name="T2" fmla="*/ 138 w 228"/>
                <a:gd name="T3" fmla="*/ 58 h 80"/>
                <a:gd name="T4" fmla="*/ 138 w 228"/>
                <a:gd name="T5" fmla="*/ 58 h 80"/>
                <a:gd name="T6" fmla="*/ 138 w 228"/>
                <a:gd name="T7" fmla="*/ 58 h 80"/>
                <a:gd name="T8" fmla="*/ 1 w 228"/>
                <a:gd name="T9" fmla="*/ 21 h 80"/>
                <a:gd name="T10" fmla="*/ 0 w 228"/>
                <a:gd name="T11" fmla="*/ 21 h 80"/>
                <a:gd name="T12" fmla="*/ 12 w 228"/>
                <a:gd name="T13" fmla="*/ 10 h 80"/>
                <a:gd name="T14" fmla="*/ 14 w 228"/>
                <a:gd name="T15" fmla="*/ 20 h 80"/>
                <a:gd name="T16" fmla="*/ 22 w 228"/>
                <a:gd name="T17" fmla="*/ 16 h 80"/>
                <a:gd name="T18" fmla="*/ 27 w 228"/>
                <a:gd name="T19" fmla="*/ 13 h 80"/>
                <a:gd name="T20" fmla="*/ 41 w 228"/>
                <a:gd name="T21" fmla="*/ 35 h 80"/>
                <a:gd name="T22" fmla="*/ 41 w 228"/>
                <a:gd name="T23" fmla="*/ 51 h 80"/>
                <a:gd name="T24" fmla="*/ 47 w 228"/>
                <a:gd name="T25" fmla="*/ 59 h 80"/>
                <a:gd name="T26" fmla="*/ 50 w 228"/>
                <a:gd name="T27" fmla="*/ 66 h 80"/>
                <a:gd name="T28" fmla="*/ 50 w 228"/>
                <a:gd name="T29" fmla="*/ 71 h 80"/>
                <a:gd name="T30" fmla="*/ 50 w 228"/>
                <a:gd name="T31" fmla="*/ 72 h 80"/>
                <a:gd name="T32" fmla="*/ 43 w 228"/>
                <a:gd name="T33" fmla="*/ 72 h 80"/>
                <a:gd name="T34" fmla="*/ 31 w 228"/>
                <a:gd name="T35" fmla="*/ 66 h 80"/>
                <a:gd name="T36" fmla="*/ 21 w 228"/>
                <a:gd name="T37" fmla="*/ 58 h 80"/>
                <a:gd name="T38" fmla="*/ 17 w 228"/>
                <a:gd name="T39" fmla="*/ 50 h 80"/>
                <a:gd name="T40" fmla="*/ 8 w 228"/>
                <a:gd name="T41" fmla="*/ 39 h 80"/>
                <a:gd name="T42" fmla="*/ 6 w 228"/>
                <a:gd name="T43" fmla="*/ 27 h 80"/>
                <a:gd name="T44" fmla="*/ 2 w 228"/>
                <a:gd name="T45" fmla="*/ 6 h 80"/>
                <a:gd name="T46" fmla="*/ 207 w 228"/>
                <a:gd name="T47" fmla="*/ 10 h 80"/>
                <a:gd name="T48" fmla="*/ 209 w 228"/>
                <a:gd name="T49" fmla="*/ 18 h 80"/>
                <a:gd name="T50" fmla="*/ 212 w 228"/>
                <a:gd name="T51" fmla="*/ 21 h 80"/>
                <a:gd name="T52" fmla="*/ 221 w 228"/>
                <a:gd name="T53" fmla="*/ 22 h 80"/>
                <a:gd name="T54" fmla="*/ 225 w 228"/>
                <a:gd name="T55" fmla="*/ 29 h 80"/>
                <a:gd name="T56" fmla="*/ 218 w 228"/>
                <a:gd name="T57" fmla="*/ 35 h 80"/>
                <a:gd name="T58" fmla="*/ 208 w 228"/>
                <a:gd name="T59" fmla="*/ 37 h 80"/>
                <a:gd name="T60" fmla="*/ 196 w 228"/>
                <a:gd name="T61" fmla="*/ 35 h 80"/>
                <a:gd name="T62" fmla="*/ 187 w 228"/>
                <a:gd name="T63" fmla="*/ 42 h 80"/>
                <a:gd name="T64" fmla="*/ 174 w 228"/>
                <a:gd name="T65" fmla="*/ 71 h 80"/>
                <a:gd name="T66" fmla="*/ 159 w 228"/>
                <a:gd name="T67" fmla="*/ 75 h 80"/>
                <a:gd name="T68" fmla="*/ 137 w 228"/>
                <a:gd name="T69" fmla="*/ 77 h 80"/>
                <a:gd name="T70" fmla="*/ 126 w 228"/>
                <a:gd name="T71" fmla="*/ 80 h 80"/>
                <a:gd name="T72" fmla="*/ 116 w 228"/>
                <a:gd name="T73" fmla="*/ 67 h 80"/>
                <a:gd name="T74" fmla="*/ 129 w 228"/>
                <a:gd name="T75" fmla="*/ 72 h 80"/>
                <a:gd name="T76" fmla="*/ 135 w 228"/>
                <a:gd name="T77" fmla="*/ 64 h 80"/>
                <a:gd name="T78" fmla="*/ 142 w 228"/>
                <a:gd name="T79" fmla="*/ 60 h 80"/>
                <a:gd name="T80" fmla="*/ 158 w 228"/>
                <a:gd name="T81" fmla="*/ 48 h 80"/>
                <a:gd name="T82" fmla="*/ 166 w 228"/>
                <a:gd name="T83" fmla="*/ 35 h 80"/>
                <a:gd name="T84" fmla="*/ 175 w 228"/>
                <a:gd name="T85" fmla="*/ 39 h 80"/>
                <a:gd name="T86" fmla="*/ 178 w 228"/>
                <a:gd name="T87" fmla="*/ 31 h 80"/>
                <a:gd name="T88" fmla="*/ 182 w 228"/>
                <a:gd name="T89" fmla="*/ 35 h 80"/>
                <a:gd name="T90" fmla="*/ 183 w 228"/>
                <a:gd name="T91" fmla="*/ 27 h 80"/>
                <a:gd name="T92" fmla="*/ 180 w 228"/>
                <a:gd name="T93" fmla="*/ 25 h 80"/>
                <a:gd name="T94" fmla="*/ 193 w 228"/>
                <a:gd name="T95" fmla="*/ 10 h 80"/>
                <a:gd name="T96" fmla="*/ 197 w 228"/>
                <a:gd name="T97" fmla="*/ 9 h 80"/>
                <a:gd name="T98" fmla="*/ 203 w 228"/>
                <a:gd name="T99" fmla="*/ 0 h 80"/>
                <a:gd name="T100" fmla="*/ 203 w 228"/>
                <a:gd name="T101" fmla="*/ 0 h 80"/>
                <a:gd name="T102" fmla="*/ 200 w 228"/>
                <a:gd name="T10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8" h="80">
                  <a:moveTo>
                    <a:pt x="137" y="60"/>
                  </a:moveTo>
                  <a:lnTo>
                    <a:pt x="138" y="62"/>
                  </a:lnTo>
                  <a:lnTo>
                    <a:pt x="135" y="63"/>
                  </a:lnTo>
                  <a:lnTo>
                    <a:pt x="137" y="60"/>
                  </a:lnTo>
                  <a:close/>
                  <a:moveTo>
                    <a:pt x="138" y="60"/>
                  </a:moveTo>
                  <a:lnTo>
                    <a:pt x="139" y="62"/>
                  </a:lnTo>
                  <a:lnTo>
                    <a:pt x="138" y="62"/>
                  </a:lnTo>
                  <a:lnTo>
                    <a:pt x="138" y="60"/>
                  </a:lnTo>
                  <a:lnTo>
                    <a:pt x="138" y="60"/>
                  </a:lnTo>
                  <a:close/>
                  <a:moveTo>
                    <a:pt x="138" y="58"/>
                  </a:moveTo>
                  <a:lnTo>
                    <a:pt x="138" y="58"/>
                  </a:lnTo>
                  <a:lnTo>
                    <a:pt x="138" y="59"/>
                  </a:lnTo>
                  <a:lnTo>
                    <a:pt x="137" y="60"/>
                  </a:lnTo>
                  <a:lnTo>
                    <a:pt x="137" y="59"/>
                  </a:lnTo>
                  <a:lnTo>
                    <a:pt x="138" y="58"/>
                  </a:lnTo>
                  <a:close/>
                  <a:moveTo>
                    <a:pt x="141" y="58"/>
                  </a:moveTo>
                  <a:lnTo>
                    <a:pt x="141" y="60"/>
                  </a:lnTo>
                  <a:lnTo>
                    <a:pt x="139" y="60"/>
                  </a:lnTo>
                  <a:lnTo>
                    <a:pt x="138" y="59"/>
                  </a:lnTo>
                  <a:lnTo>
                    <a:pt x="138" y="58"/>
                  </a:lnTo>
                  <a:lnTo>
                    <a:pt x="139" y="58"/>
                  </a:lnTo>
                  <a:lnTo>
                    <a:pt x="139" y="58"/>
                  </a:lnTo>
                  <a:lnTo>
                    <a:pt x="141" y="58"/>
                  </a:lnTo>
                  <a:close/>
                  <a:moveTo>
                    <a:pt x="0" y="21"/>
                  </a:moveTo>
                  <a:lnTo>
                    <a:pt x="1" y="21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1" y="23"/>
                  </a:lnTo>
                  <a:lnTo>
                    <a:pt x="0" y="21"/>
                  </a:lnTo>
                  <a:close/>
                  <a:moveTo>
                    <a:pt x="2" y="6"/>
                  </a:moveTo>
                  <a:lnTo>
                    <a:pt x="5" y="8"/>
                  </a:lnTo>
                  <a:lnTo>
                    <a:pt x="9" y="9"/>
                  </a:lnTo>
                  <a:lnTo>
                    <a:pt x="9" y="10"/>
                  </a:lnTo>
                  <a:lnTo>
                    <a:pt x="12" y="10"/>
                  </a:lnTo>
                  <a:lnTo>
                    <a:pt x="13" y="12"/>
                  </a:lnTo>
                  <a:lnTo>
                    <a:pt x="13" y="16"/>
                  </a:lnTo>
                  <a:lnTo>
                    <a:pt x="12" y="17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7" y="17"/>
                  </a:lnTo>
                  <a:lnTo>
                    <a:pt x="20" y="17"/>
                  </a:lnTo>
                  <a:lnTo>
                    <a:pt x="21" y="18"/>
                  </a:lnTo>
                  <a:lnTo>
                    <a:pt x="22" y="17"/>
                  </a:lnTo>
                  <a:lnTo>
                    <a:pt x="22" y="16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25" y="14"/>
                  </a:lnTo>
                  <a:lnTo>
                    <a:pt x="26" y="13"/>
                  </a:lnTo>
                  <a:lnTo>
                    <a:pt x="27" y="13"/>
                  </a:lnTo>
                  <a:lnTo>
                    <a:pt x="29" y="17"/>
                  </a:lnTo>
                  <a:lnTo>
                    <a:pt x="37" y="25"/>
                  </a:lnTo>
                  <a:lnTo>
                    <a:pt x="39" y="29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9" y="45"/>
                  </a:lnTo>
                  <a:lnTo>
                    <a:pt x="41" y="46"/>
                  </a:lnTo>
                  <a:lnTo>
                    <a:pt x="41" y="51"/>
                  </a:lnTo>
                  <a:lnTo>
                    <a:pt x="42" y="55"/>
                  </a:lnTo>
                  <a:lnTo>
                    <a:pt x="45" y="58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7" y="59"/>
                  </a:lnTo>
                  <a:lnTo>
                    <a:pt x="47" y="63"/>
                  </a:lnTo>
                  <a:lnTo>
                    <a:pt x="49" y="63"/>
                  </a:lnTo>
                  <a:lnTo>
                    <a:pt x="49" y="64"/>
                  </a:lnTo>
                  <a:lnTo>
                    <a:pt x="49" y="66"/>
                  </a:lnTo>
                  <a:lnTo>
                    <a:pt x="50" y="66"/>
                  </a:lnTo>
                  <a:lnTo>
                    <a:pt x="52" y="71"/>
                  </a:lnTo>
                  <a:lnTo>
                    <a:pt x="52" y="73"/>
                  </a:lnTo>
                  <a:lnTo>
                    <a:pt x="50" y="73"/>
                  </a:lnTo>
                  <a:lnTo>
                    <a:pt x="50" y="72"/>
                  </a:lnTo>
                  <a:lnTo>
                    <a:pt x="50" y="71"/>
                  </a:lnTo>
                  <a:lnTo>
                    <a:pt x="49" y="70"/>
                  </a:lnTo>
                  <a:lnTo>
                    <a:pt x="50" y="71"/>
                  </a:lnTo>
                  <a:lnTo>
                    <a:pt x="49" y="72"/>
                  </a:lnTo>
                  <a:lnTo>
                    <a:pt x="49" y="72"/>
                  </a:lnTo>
                  <a:lnTo>
                    <a:pt x="50" y="72"/>
                  </a:lnTo>
                  <a:lnTo>
                    <a:pt x="50" y="73"/>
                  </a:lnTo>
                  <a:lnTo>
                    <a:pt x="47" y="75"/>
                  </a:lnTo>
                  <a:lnTo>
                    <a:pt x="46" y="73"/>
                  </a:lnTo>
                  <a:lnTo>
                    <a:pt x="46" y="73"/>
                  </a:lnTo>
                  <a:lnTo>
                    <a:pt x="43" y="72"/>
                  </a:lnTo>
                  <a:lnTo>
                    <a:pt x="42" y="71"/>
                  </a:lnTo>
                  <a:lnTo>
                    <a:pt x="38" y="71"/>
                  </a:lnTo>
                  <a:lnTo>
                    <a:pt x="34" y="68"/>
                  </a:lnTo>
                  <a:lnTo>
                    <a:pt x="33" y="67"/>
                  </a:lnTo>
                  <a:lnTo>
                    <a:pt x="31" y="66"/>
                  </a:lnTo>
                  <a:lnTo>
                    <a:pt x="29" y="66"/>
                  </a:lnTo>
                  <a:lnTo>
                    <a:pt x="27" y="66"/>
                  </a:lnTo>
                  <a:lnTo>
                    <a:pt x="25" y="63"/>
                  </a:lnTo>
                  <a:lnTo>
                    <a:pt x="25" y="60"/>
                  </a:lnTo>
                  <a:lnTo>
                    <a:pt x="21" y="58"/>
                  </a:lnTo>
                  <a:lnTo>
                    <a:pt x="17" y="56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4" y="48"/>
                  </a:lnTo>
                  <a:lnTo>
                    <a:pt x="12" y="45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8" y="39"/>
                  </a:lnTo>
                  <a:lnTo>
                    <a:pt x="6" y="38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8" y="31"/>
                  </a:lnTo>
                  <a:lnTo>
                    <a:pt x="6" y="27"/>
                  </a:lnTo>
                  <a:lnTo>
                    <a:pt x="5" y="25"/>
                  </a:lnTo>
                  <a:lnTo>
                    <a:pt x="4" y="16"/>
                  </a:lnTo>
                  <a:lnTo>
                    <a:pt x="1" y="10"/>
                  </a:lnTo>
                  <a:lnTo>
                    <a:pt x="1" y="8"/>
                  </a:lnTo>
                  <a:lnTo>
                    <a:pt x="2" y="6"/>
                  </a:lnTo>
                  <a:close/>
                  <a:moveTo>
                    <a:pt x="201" y="4"/>
                  </a:moveTo>
                  <a:lnTo>
                    <a:pt x="204" y="5"/>
                  </a:lnTo>
                  <a:lnTo>
                    <a:pt x="204" y="9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10" y="12"/>
                  </a:lnTo>
                  <a:lnTo>
                    <a:pt x="210" y="13"/>
                  </a:lnTo>
                  <a:lnTo>
                    <a:pt x="208" y="14"/>
                  </a:lnTo>
                  <a:lnTo>
                    <a:pt x="208" y="18"/>
                  </a:lnTo>
                  <a:lnTo>
                    <a:pt x="209" y="18"/>
                  </a:lnTo>
                  <a:lnTo>
                    <a:pt x="210" y="20"/>
                  </a:lnTo>
                  <a:lnTo>
                    <a:pt x="212" y="17"/>
                  </a:lnTo>
                  <a:lnTo>
                    <a:pt x="213" y="17"/>
                  </a:lnTo>
                  <a:lnTo>
                    <a:pt x="214" y="18"/>
                  </a:lnTo>
                  <a:lnTo>
                    <a:pt x="212" y="21"/>
                  </a:lnTo>
                  <a:lnTo>
                    <a:pt x="212" y="22"/>
                  </a:lnTo>
                  <a:lnTo>
                    <a:pt x="214" y="20"/>
                  </a:lnTo>
                  <a:lnTo>
                    <a:pt x="216" y="20"/>
                  </a:lnTo>
                  <a:lnTo>
                    <a:pt x="218" y="22"/>
                  </a:lnTo>
                  <a:lnTo>
                    <a:pt x="221" y="22"/>
                  </a:lnTo>
                  <a:lnTo>
                    <a:pt x="222" y="25"/>
                  </a:lnTo>
                  <a:lnTo>
                    <a:pt x="225" y="25"/>
                  </a:lnTo>
                  <a:lnTo>
                    <a:pt x="228" y="25"/>
                  </a:lnTo>
                  <a:lnTo>
                    <a:pt x="228" y="26"/>
                  </a:lnTo>
                  <a:lnTo>
                    <a:pt x="225" y="29"/>
                  </a:lnTo>
                  <a:lnTo>
                    <a:pt x="221" y="30"/>
                  </a:lnTo>
                  <a:lnTo>
                    <a:pt x="217" y="29"/>
                  </a:lnTo>
                  <a:lnTo>
                    <a:pt x="216" y="30"/>
                  </a:lnTo>
                  <a:lnTo>
                    <a:pt x="216" y="33"/>
                  </a:lnTo>
                  <a:lnTo>
                    <a:pt x="218" y="35"/>
                  </a:lnTo>
                  <a:lnTo>
                    <a:pt x="218" y="37"/>
                  </a:lnTo>
                  <a:lnTo>
                    <a:pt x="216" y="38"/>
                  </a:lnTo>
                  <a:lnTo>
                    <a:pt x="213" y="39"/>
                  </a:lnTo>
                  <a:lnTo>
                    <a:pt x="210" y="38"/>
                  </a:lnTo>
                  <a:lnTo>
                    <a:pt x="208" y="37"/>
                  </a:lnTo>
                  <a:lnTo>
                    <a:pt x="208" y="38"/>
                  </a:lnTo>
                  <a:lnTo>
                    <a:pt x="205" y="37"/>
                  </a:lnTo>
                  <a:lnTo>
                    <a:pt x="203" y="37"/>
                  </a:lnTo>
                  <a:lnTo>
                    <a:pt x="201" y="37"/>
                  </a:lnTo>
                  <a:lnTo>
                    <a:pt x="196" y="35"/>
                  </a:lnTo>
                  <a:lnTo>
                    <a:pt x="192" y="37"/>
                  </a:lnTo>
                  <a:lnTo>
                    <a:pt x="189" y="35"/>
                  </a:lnTo>
                  <a:lnTo>
                    <a:pt x="187" y="38"/>
                  </a:lnTo>
                  <a:lnTo>
                    <a:pt x="188" y="41"/>
                  </a:lnTo>
                  <a:lnTo>
                    <a:pt x="187" y="42"/>
                  </a:lnTo>
                  <a:lnTo>
                    <a:pt x="187" y="43"/>
                  </a:lnTo>
                  <a:lnTo>
                    <a:pt x="184" y="52"/>
                  </a:lnTo>
                  <a:lnTo>
                    <a:pt x="180" y="58"/>
                  </a:lnTo>
                  <a:lnTo>
                    <a:pt x="179" y="63"/>
                  </a:lnTo>
                  <a:lnTo>
                    <a:pt x="174" y="71"/>
                  </a:lnTo>
                  <a:lnTo>
                    <a:pt x="174" y="72"/>
                  </a:lnTo>
                  <a:lnTo>
                    <a:pt x="168" y="73"/>
                  </a:lnTo>
                  <a:lnTo>
                    <a:pt x="163" y="76"/>
                  </a:lnTo>
                  <a:lnTo>
                    <a:pt x="160" y="76"/>
                  </a:lnTo>
                  <a:lnTo>
                    <a:pt x="159" y="75"/>
                  </a:lnTo>
                  <a:lnTo>
                    <a:pt x="156" y="73"/>
                  </a:lnTo>
                  <a:lnTo>
                    <a:pt x="151" y="73"/>
                  </a:lnTo>
                  <a:lnTo>
                    <a:pt x="149" y="75"/>
                  </a:lnTo>
                  <a:lnTo>
                    <a:pt x="142" y="77"/>
                  </a:lnTo>
                  <a:lnTo>
                    <a:pt x="137" y="77"/>
                  </a:lnTo>
                  <a:lnTo>
                    <a:pt x="134" y="77"/>
                  </a:lnTo>
                  <a:lnTo>
                    <a:pt x="131" y="77"/>
                  </a:lnTo>
                  <a:lnTo>
                    <a:pt x="131" y="79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125" y="77"/>
                  </a:lnTo>
                  <a:lnTo>
                    <a:pt x="122" y="75"/>
                  </a:lnTo>
                  <a:lnTo>
                    <a:pt x="122" y="75"/>
                  </a:lnTo>
                  <a:lnTo>
                    <a:pt x="118" y="71"/>
                  </a:lnTo>
                  <a:lnTo>
                    <a:pt x="116" y="67"/>
                  </a:lnTo>
                  <a:lnTo>
                    <a:pt x="117" y="67"/>
                  </a:lnTo>
                  <a:lnTo>
                    <a:pt x="118" y="70"/>
                  </a:lnTo>
                  <a:lnTo>
                    <a:pt x="120" y="71"/>
                  </a:lnTo>
                  <a:lnTo>
                    <a:pt x="124" y="71"/>
                  </a:lnTo>
                  <a:lnTo>
                    <a:pt x="129" y="72"/>
                  </a:lnTo>
                  <a:lnTo>
                    <a:pt x="133" y="73"/>
                  </a:lnTo>
                  <a:lnTo>
                    <a:pt x="133" y="72"/>
                  </a:lnTo>
                  <a:lnTo>
                    <a:pt x="135" y="70"/>
                  </a:lnTo>
                  <a:lnTo>
                    <a:pt x="135" y="66"/>
                  </a:lnTo>
                  <a:lnTo>
                    <a:pt x="135" y="64"/>
                  </a:lnTo>
                  <a:lnTo>
                    <a:pt x="137" y="62"/>
                  </a:lnTo>
                  <a:lnTo>
                    <a:pt x="139" y="62"/>
                  </a:lnTo>
                  <a:lnTo>
                    <a:pt x="142" y="60"/>
                  </a:lnTo>
                  <a:lnTo>
                    <a:pt x="143" y="62"/>
                  </a:lnTo>
                  <a:lnTo>
                    <a:pt x="142" y="60"/>
                  </a:lnTo>
                  <a:lnTo>
                    <a:pt x="141" y="58"/>
                  </a:lnTo>
                  <a:lnTo>
                    <a:pt x="142" y="56"/>
                  </a:lnTo>
                  <a:lnTo>
                    <a:pt x="151" y="54"/>
                  </a:lnTo>
                  <a:lnTo>
                    <a:pt x="155" y="51"/>
                  </a:lnTo>
                  <a:lnTo>
                    <a:pt x="158" y="48"/>
                  </a:lnTo>
                  <a:lnTo>
                    <a:pt x="159" y="46"/>
                  </a:lnTo>
                  <a:lnTo>
                    <a:pt x="162" y="43"/>
                  </a:lnTo>
                  <a:lnTo>
                    <a:pt x="163" y="41"/>
                  </a:lnTo>
                  <a:lnTo>
                    <a:pt x="166" y="38"/>
                  </a:lnTo>
                  <a:lnTo>
                    <a:pt x="166" y="35"/>
                  </a:lnTo>
                  <a:lnTo>
                    <a:pt x="168" y="33"/>
                  </a:lnTo>
                  <a:lnTo>
                    <a:pt x="170" y="34"/>
                  </a:lnTo>
                  <a:lnTo>
                    <a:pt x="171" y="34"/>
                  </a:lnTo>
                  <a:lnTo>
                    <a:pt x="172" y="37"/>
                  </a:lnTo>
                  <a:lnTo>
                    <a:pt x="175" y="39"/>
                  </a:lnTo>
                  <a:lnTo>
                    <a:pt x="176" y="38"/>
                  </a:lnTo>
                  <a:lnTo>
                    <a:pt x="176" y="33"/>
                  </a:lnTo>
                  <a:lnTo>
                    <a:pt x="178" y="31"/>
                  </a:lnTo>
                  <a:lnTo>
                    <a:pt x="178" y="31"/>
                  </a:lnTo>
                  <a:lnTo>
                    <a:pt x="178" y="31"/>
                  </a:lnTo>
                  <a:lnTo>
                    <a:pt x="179" y="31"/>
                  </a:lnTo>
                  <a:lnTo>
                    <a:pt x="179" y="34"/>
                  </a:lnTo>
                  <a:lnTo>
                    <a:pt x="179" y="37"/>
                  </a:lnTo>
                  <a:lnTo>
                    <a:pt x="180" y="38"/>
                  </a:lnTo>
                  <a:lnTo>
                    <a:pt x="182" y="35"/>
                  </a:lnTo>
                  <a:lnTo>
                    <a:pt x="180" y="31"/>
                  </a:lnTo>
                  <a:lnTo>
                    <a:pt x="180" y="30"/>
                  </a:lnTo>
                  <a:lnTo>
                    <a:pt x="180" y="30"/>
                  </a:lnTo>
                  <a:lnTo>
                    <a:pt x="183" y="29"/>
                  </a:lnTo>
                  <a:lnTo>
                    <a:pt x="183" y="27"/>
                  </a:lnTo>
                  <a:lnTo>
                    <a:pt x="180" y="29"/>
                  </a:lnTo>
                  <a:lnTo>
                    <a:pt x="179" y="27"/>
                  </a:lnTo>
                  <a:lnTo>
                    <a:pt x="180" y="26"/>
                  </a:lnTo>
                  <a:lnTo>
                    <a:pt x="179" y="26"/>
                  </a:lnTo>
                  <a:lnTo>
                    <a:pt x="180" y="25"/>
                  </a:lnTo>
                  <a:lnTo>
                    <a:pt x="184" y="23"/>
                  </a:lnTo>
                  <a:lnTo>
                    <a:pt x="185" y="23"/>
                  </a:lnTo>
                  <a:lnTo>
                    <a:pt x="189" y="20"/>
                  </a:lnTo>
                  <a:lnTo>
                    <a:pt x="191" y="16"/>
                  </a:lnTo>
                  <a:lnTo>
                    <a:pt x="193" y="10"/>
                  </a:lnTo>
                  <a:lnTo>
                    <a:pt x="195" y="10"/>
                  </a:lnTo>
                  <a:lnTo>
                    <a:pt x="196" y="5"/>
                  </a:lnTo>
                  <a:lnTo>
                    <a:pt x="197" y="5"/>
                  </a:lnTo>
                  <a:lnTo>
                    <a:pt x="199" y="6"/>
                  </a:lnTo>
                  <a:lnTo>
                    <a:pt x="197" y="9"/>
                  </a:lnTo>
                  <a:lnTo>
                    <a:pt x="199" y="9"/>
                  </a:lnTo>
                  <a:lnTo>
                    <a:pt x="201" y="6"/>
                  </a:lnTo>
                  <a:lnTo>
                    <a:pt x="200" y="5"/>
                  </a:lnTo>
                  <a:lnTo>
                    <a:pt x="201" y="4"/>
                  </a:lnTo>
                  <a:close/>
                  <a:moveTo>
                    <a:pt x="203" y="0"/>
                  </a:moveTo>
                  <a:lnTo>
                    <a:pt x="204" y="0"/>
                  </a:lnTo>
                  <a:lnTo>
                    <a:pt x="204" y="1"/>
                  </a:lnTo>
                  <a:lnTo>
                    <a:pt x="201" y="2"/>
                  </a:lnTo>
                  <a:lnTo>
                    <a:pt x="201" y="1"/>
                  </a:lnTo>
                  <a:lnTo>
                    <a:pt x="203" y="0"/>
                  </a:lnTo>
                  <a:close/>
                  <a:moveTo>
                    <a:pt x="200" y="0"/>
                  </a:moveTo>
                  <a:lnTo>
                    <a:pt x="200" y="0"/>
                  </a:lnTo>
                  <a:lnTo>
                    <a:pt x="199" y="1"/>
                  </a:lnTo>
                  <a:lnTo>
                    <a:pt x="197" y="1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5" name="Freeform 360"/>
            <p:cNvSpPr>
              <a:spLocks noEditPoints="1"/>
            </p:cNvSpPr>
            <p:nvPr/>
          </p:nvSpPr>
          <p:spPr bwMode="auto">
            <a:xfrm>
              <a:off x="9224211" y="4200673"/>
              <a:ext cx="35528" cy="30453"/>
            </a:xfrm>
            <a:custGeom>
              <a:avLst/>
              <a:gdLst>
                <a:gd name="T0" fmla="*/ 12 w 14"/>
                <a:gd name="T1" fmla="*/ 3 h 12"/>
                <a:gd name="T2" fmla="*/ 12 w 14"/>
                <a:gd name="T3" fmla="*/ 4 h 12"/>
                <a:gd name="T4" fmla="*/ 14 w 14"/>
                <a:gd name="T5" fmla="*/ 8 h 12"/>
                <a:gd name="T6" fmla="*/ 12 w 14"/>
                <a:gd name="T7" fmla="*/ 11 h 12"/>
                <a:gd name="T8" fmla="*/ 11 w 14"/>
                <a:gd name="T9" fmla="*/ 10 h 12"/>
                <a:gd name="T10" fmla="*/ 11 w 14"/>
                <a:gd name="T11" fmla="*/ 7 h 12"/>
                <a:gd name="T12" fmla="*/ 11 w 14"/>
                <a:gd name="T13" fmla="*/ 4 h 12"/>
                <a:gd name="T14" fmla="*/ 11 w 14"/>
                <a:gd name="T15" fmla="*/ 4 h 12"/>
                <a:gd name="T16" fmla="*/ 12 w 14"/>
                <a:gd name="T17" fmla="*/ 3 h 12"/>
                <a:gd name="T18" fmla="*/ 10 w 14"/>
                <a:gd name="T19" fmla="*/ 0 h 12"/>
                <a:gd name="T20" fmla="*/ 10 w 14"/>
                <a:gd name="T21" fmla="*/ 3 h 12"/>
                <a:gd name="T22" fmla="*/ 10 w 14"/>
                <a:gd name="T23" fmla="*/ 4 h 12"/>
                <a:gd name="T24" fmla="*/ 10 w 14"/>
                <a:gd name="T25" fmla="*/ 4 h 12"/>
                <a:gd name="T26" fmla="*/ 8 w 14"/>
                <a:gd name="T27" fmla="*/ 6 h 12"/>
                <a:gd name="T28" fmla="*/ 8 w 14"/>
                <a:gd name="T29" fmla="*/ 11 h 12"/>
                <a:gd name="T30" fmla="*/ 7 w 14"/>
                <a:gd name="T31" fmla="*/ 12 h 12"/>
                <a:gd name="T32" fmla="*/ 4 w 14"/>
                <a:gd name="T33" fmla="*/ 10 h 12"/>
                <a:gd name="T34" fmla="*/ 3 w 14"/>
                <a:gd name="T35" fmla="*/ 7 h 12"/>
                <a:gd name="T36" fmla="*/ 2 w 14"/>
                <a:gd name="T37" fmla="*/ 7 h 12"/>
                <a:gd name="T38" fmla="*/ 0 w 14"/>
                <a:gd name="T39" fmla="*/ 6 h 12"/>
                <a:gd name="T40" fmla="*/ 0 w 14"/>
                <a:gd name="T41" fmla="*/ 6 h 12"/>
                <a:gd name="T42" fmla="*/ 4 w 14"/>
                <a:gd name="T43" fmla="*/ 4 h 12"/>
                <a:gd name="T44" fmla="*/ 7 w 14"/>
                <a:gd name="T45" fmla="*/ 2 h 12"/>
                <a:gd name="T46" fmla="*/ 10 w 14"/>
                <a:gd name="T4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" h="12">
                  <a:moveTo>
                    <a:pt x="12" y="3"/>
                  </a:moveTo>
                  <a:lnTo>
                    <a:pt x="12" y="4"/>
                  </a:lnTo>
                  <a:lnTo>
                    <a:pt x="14" y="8"/>
                  </a:lnTo>
                  <a:lnTo>
                    <a:pt x="12" y="11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2" y="3"/>
                  </a:lnTo>
                  <a:close/>
                  <a:moveTo>
                    <a:pt x="10" y="0"/>
                  </a:moveTo>
                  <a:lnTo>
                    <a:pt x="10" y="3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8" y="6"/>
                  </a:lnTo>
                  <a:lnTo>
                    <a:pt x="8" y="11"/>
                  </a:lnTo>
                  <a:lnTo>
                    <a:pt x="7" y="12"/>
                  </a:lnTo>
                  <a:lnTo>
                    <a:pt x="4" y="10"/>
                  </a:lnTo>
                  <a:lnTo>
                    <a:pt x="3" y="7"/>
                  </a:lnTo>
                  <a:lnTo>
                    <a:pt x="2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4" y="4"/>
                  </a:lnTo>
                  <a:lnTo>
                    <a:pt x="7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6" name="Freeform 361"/>
            <p:cNvSpPr>
              <a:spLocks noEditPoints="1"/>
            </p:cNvSpPr>
            <p:nvPr/>
          </p:nvSpPr>
          <p:spPr bwMode="auto">
            <a:xfrm>
              <a:off x="8823247" y="3611917"/>
              <a:ext cx="248699" cy="479634"/>
            </a:xfrm>
            <a:custGeom>
              <a:avLst/>
              <a:gdLst>
                <a:gd name="T0" fmla="*/ 35 w 98"/>
                <a:gd name="T1" fmla="*/ 172 h 189"/>
                <a:gd name="T2" fmla="*/ 37 w 98"/>
                <a:gd name="T3" fmla="*/ 0 h 189"/>
                <a:gd name="T4" fmla="*/ 49 w 98"/>
                <a:gd name="T5" fmla="*/ 5 h 189"/>
                <a:gd name="T6" fmla="*/ 53 w 98"/>
                <a:gd name="T7" fmla="*/ 9 h 189"/>
                <a:gd name="T8" fmla="*/ 60 w 98"/>
                <a:gd name="T9" fmla="*/ 19 h 189"/>
                <a:gd name="T10" fmla="*/ 69 w 98"/>
                <a:gd name="T11" fmla="*/ 22 h 189"/>
                <a:gd name="T12" fmla="*/ 69 w 98"/>
                <a:gd name="T13" fmla="*/ 26 h 189"/>
                <a:gd name="T14" fmla="*/ 61 w 98"/>
                <a:gd name="T15" fmla="*/ 28 h 189"/>
                <a:gd name="T16" fmla="*/ 57 w 98"/>
                <a:gd name="T17" fmla="*/ 31 h 189"/>
                <a:gd name="T18" fmla="*/ 54 w 98"/>
                <a:gd name="T19" fmla="*/ 32 h 189"/>
                <a:gd name="T20" fmla="*/ 53 w 98"/>
                <a:gd name="T21" fmla="*/ 39 h 189"/>
                <a:gd name="T22" fmla="*/ 49 w 98"/>
                <a:gd name="T23" fmla="*/ 44 h 189"/>
                <a:gd name="T24" fmla="*/ 45 w 98"/>
                <a:gd name="T25" fmla="*/ 48 h 189"/>
                <a:gd name="T26" fmla="*/ 45 w 98"/>
                <a:gd name="T27" fmla="*/ 57 h 189"/>
                <a:gd name="T28" fmla="*/ 50 w 98"/>
                <a:gd name="T29" fmla="*/ 64 h 189"/>
                <a:gd name="T30" fmla="*/ 56 w 98"/>
                <a:gd name="T31" fmla="*/ 72 h 189"/>
                <a:gd name="T32" fmla="*/ 65 w 98"/>
                <a:gd name="T33" fmla="*/ 82 h 189"/>
                <a:gd name="T34" fmla="*/ 85 w 98"/>
                <a:gd name="T35" fmla="*/ 100 h 189"/>
                <a:gd name="T36" fmla="*/ 89 w 98"/>
                <a:gd name="T37" fmla="*/ 106 h 189"/>
                <a:gd name="T38" fmla="*/ 92 w 98"/>
                <a:gd name="T39" fmla="*/ 117 h 189"/>
                <a:gd name="T40" fmla="*/ 95 w 98"/>
                <a:gd name="T41" fmla="*/ 126 h 189"/>
                <a:gd name="T42" fmla="*/ 96 w 98"/>
                <a:gd name="T43" fmla="*/ 134 h 189"/>
                <a:gd name="T44" fmla="*/ 96 w 98"/>
                <a:gd name="T45" fmla="*/ 136 h 189"/>
                <a:gd name="T46" fmla="*/ 95 w 98"/>
                <a:gd name="T47" fmla="*/ 142 h 189"/>
                <a:gd name="T48" fmla="*/ 95 w 98"/>
                <a:gd name="T49" fmla="*/ 150 h 189"/>
                <a:gd name="T50" fmla="*/ 87 w 98"/>
                <a:gd name="T51" fmla="*/ 157 h 189"/>
                <a:gd name="T52" fmla="*/ 79 w 98"/>
                <a:gd name="T53" fmla="*/ 164 h 189"/>
                <a:gd name="T54" fmla="*/ 67 w 98"/>
                <a:gd name="T55" fmla="*/ 167 h 189"/>
                <a:gd name="T56" fmla="*/ 65 w 98"/>
                <a:gd name="T57" fmla="*/ 165 h 189"/>
                <a:gd name="T58" fmla="*/ 66 w 98"/>
                <a:gd name="T59" fmla="*/ 169 h 189"/>
                <a:gd name="T60" fmla="*/ 65 w 98"/>
                <a:gd name="T61" fmla="*/ 173 h 189"/>
                <a:gd name="T62" fmla="*/ 61 w 98"/>
                <a:gd name="T63" fmla="*/ 175 h 189"/>
                <a:gd name="T64" fmla="*/ 60 w 98"/>
                <a:gd name="T65" fmla="*/ 178 h 189"/>
                <a:gd name="T66" fmla="*/ 53 w 98"/>
                <a:gd name="T67" fmla="*/ 182 h 189"/>
                <a:gd name="T68" fmla="*/ 45 w 98"/>
                <a:gd name="T69" fmla="*/ 189 h 189"/>
                <a:gd name="T70" fmla="*/ 46 w 98"/>
                <a:gd name="T71" fmla="*/ 186 h 189"/>
                <a:gd name="T72" fmla="*/ 45 w 98"/>
                <a:gd name="T73" fmla="*/ 180 h 189"/>
                <a:gd name="T74" fmla="*/ 49 w 98"/>
                <a:gd name="T75" fmla="*/ 169 h 189"/>
                <a:gd name="T76" fmla="*/ 41 w 98"/>
                <a:gd name="T77" fmla="*/ 169 h 189"/>
                <a:gd name="T78" fmla="*/ 45 w 98"/>
                <a:gd name="T79" fmla="*/ 163 h 189"/>
                <a:gd name="T80" fmla="*/ 58 w 98"/>
                <a:gd name="T81" fmla="*/ 160 h 189"/>
                <a:gd name="T82" fmla="*/ 60 w 98"/>
                <a:gd name="T83" fmla="*/ 155 h 189"/>
                <a:gd name="T84" fmla="*/ 65 w 98"/>
                <a:gd name="T85" fmla="*/ 147 h 189"/>
                <a:gd name="T86" fmla="*/ 75 w 98"/>
                <a:gd name="T87" fmla="*/ 138 h 189"/>
                <a:gd name="T88" fmla="*/ 73 w 98"/>
                <a:gd name="T89" fmla="*/ 121 h 189"/>
                <a:gd name="T90" fmla="*/ 71 w 98"/>
                <a:gd name="T91" fmla="*/ 111 h 189"/>
                <a:gd name="T92" fmla="*/ 71 w 98"/>
                <a:gd name="T93" fmla="*/ 101 h 189"/>
                <a:gd name="T94" fmla="*/ 70 w 98"/>
                <a:gd name="T95" fmla="*/ 94 h 189"/>
                <a:gd name="T96" fmla="*/ 65 w 98"/>
                <a:gd name="T97" fmla="*/ 88 h 189"/>
                <a:gd name="T98" fmla="*/ 58 w 98"/>
                <a:gd name="T99" fmla="*/ 82 h 189"/>
                <a:gd name="T100" fmla="*/ 49 w 98"/>
                <a:gd name="T101" fmla="*/ 72 h 189"/>
                <a:gd name="T102" fmla="*/ 35 w 98"/>
                <a:gd name="T103" fmla="*/ 61 h 189"/>
                <a:gd name="T104" fmla="*/ 29 w 98"/>
                <a:gd name="T105" fmla="*/ 55 h 189"/>
                <a:gd name="T106" fmla="*/ 33 w 98"/>
                <a:gd name="T107" fmla="*/ 48 h 189"/>
                <a:gd name="T108" fmla="*/ 35 w 98"/>
                <a:gd name="T109" fmla="*/ 39 h 189"/>
                <a:gd name="T110" fmla="*/ 25 w 98"/>
                <a:gd name="T111" fmla="*/ 32 h 189"/>
                <a:gd name="T112" fmla="*/ 8 w 98"/>
                <a:gd name="T113" fmla="*/ 25 h 189"/>
                <a:gd name="T114" fmla="*/ 2 w 98"/>
                <a:gd name="T115" fmla="*/ 14 h 189"/>
                <a:gd name="T116" fmla="*/ 4 w 98"/>
                <a:gd name="T117" fmla="*/ 9 h 189"/>
                <a:gd name="T118" fmla="*/ 11 w 98"/>
                <a:gd name="T119" fmla="*/ 11 h 189"/>
                <a:gd name="T120" fmla="*/ 17 w 98"/>
                <a:gd name="T121" fmla="*/ 9 h 189"/>
                <a:gd name="T122" fmla="*/ 27 w 98"/>
                <a:gd name="T123" fmla="*/ 7 h 189"/>
                <a:gd name="T124" fmla="*/ 37 w 98"/>
                <a:gd name="T12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8" h="189">
                  <a:moveTo>
                    <a:pt x="35" y="165"/>
                  </a:moveTo>
                  <a:lnTo>
                    <a:pt x="36" y="167"/>
                  </a:lnTo>
                  <a:lnTo>
                    <a:pt x="37" y="168"/>
                  </a:lnTo>
                  <a:lnTo>
                    <a:pt x="36" y="171"/>
                  </a:lnTo>
                  <a:lnTo>
                    <a:pt x="35" y="172"/>
                  </a:lnTo>
                  <a:lnTo>
                    <a:pt x="33" y="169"/>
                  </a:lnTo>
                  <a:lnTo>
                    <a:pt x="35" y="168"/>
                  </a:lnTo>
                  <a:lnTo>
                    <a:pt x="33" y="167"/>
                  </a:lnTo>
                  <a:lnTo>
                    <a:pt x="35" y="165"/>
                  </a:lnTo>
                  <a:close/>
                  <a:moveTo>
                    <a:pt x="37" y="0"/>
                  </a:moveTo>
                  <a:lnTo>
                    <a:pt x="40" y="1"/>
                  </a:lnTo>
                  <a:lnTo>
                    <a:pt x="40" y="2"/>
                  </a:lnTo>
                  <a:lnTo>
                    <a:pt x="42" y="3"/>
                  </a:lnTo>
                  <a:lnTo>
                    <a:pt x="44" y="5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3" y="5"/>
                  </a:lnTo>
                  <a:lnTo>
                    <a:pt x="56" y="6"/>
                  </a:lnTo>
                  <a:lnTo>
                    <a:pt x="54" y="9"/>
                  </a:lnTo>
                  <a:lnTo>
                    <a:pt x="53" y="9"/>
                  </a:lnTo>
                  <a:lnTo>
                    <a:pt x="52" y="13"/>
                  </a:lnTo>
                  <a:lnTo>
                    <a:pt x="53" y="14"/>
                  </a:lnTo>
                  <a:lnTo>
                    <a:pt x="54" y="1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2" y="21"/>
                  </a:lnTo>
                  <a:lnTo>
                    <a:pt x="64" y="22"/>
                  </a:lnTo>
                  <a:lnTo>
                    <a:pt x="66" y="21"/>
                  </a:lnTo>
                  <a:lnTo>
                    <a:pt x="67" y="22"/>
                  </a:lnTo>
                  <a:lnTo>
                    <a:pt x="69" y="22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0" y="25"/>
                  </a:lnTo>
                  <a:lnTo>
                    <a:pt x="69" y="26"/>
                  </a:lnTo>
                  <a:lnTo>
                    <a:pt x="69" y="26"/>
                  </a:lnTo>
                  <a:lnTo>
                    <a:pt x="66" y="27"/>
                  </a:lnTo>
                  <a:lnTo>
                    <a:pt x="65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2" y="30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60" y="31"/>
                  </a:lnTo>
                  <a:lnTo>
                    <a:pt x="57" y="31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3" y="36"/>
                  </a:lnTo>
                  <a:lnTo>
                    <a:pt x="53" y="38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53" y="42"/>
                  </a:lnTo>
                  <a:lnTo>
                    <a:pt x="52" y="42"/>
                  </a:lnTo>
                  <a:lnTo>
                    <a:pt x="50" y="44"/>
                  </a:lnTo>
                  <a:lnTo>
                    <a:pt x="49" y="44"/>
                  </a:lnTo>
                  <a:lnTo>
                    <a:pt x="48" y="43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47"/>
                  </a:lnTo>
                  <a:lnTo>
                    <a:pt x="45" y="48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8" y="52"/>
                  </a:lnTo>
                  <a:lnTo>
                    <a:pt x="46" y="56"/>
                  </a:lnTo>
                  <a:lnTo>
                    <a:pt x="45" y="57"/>
                  </a:lnTo>
                  <a:lnTo>
                    <a:pt x="48" y="60"/>
                  </a:lnTo>
                  <a:lnTo>
                    <a:pt x="46" y="61"/>
                  </a:lnTo>
                  <a:lnTo>
                    <a:pt x="45" y="61"/>
                  </a:lnTo>
                  <a:lnTo>
                    <a:pt x="46" y="63"/>
                  </a:lnTo>
                  <a:lnTo>
                    <a:pt x="50" y="64"/>
                  </a:lnTo>
                  <a:lnTo>
                    <a:pt x="53" y="67"/>
                  </a:lnTo>
                  <a:lnTo>
                    <a:pt x="54" y="67"/>
                  </a:lnTo>
                  <a:lnTo>
                    <a:pt x="57" y="69"/>
                  </a:lnTo>
                  <a:lnTo>
                    <a:pt x="57" y="71"/>
                  </a:lnTo>
                  <a:lnTo>
                    <a:pt x="56" y="72"/>
                  </a:lnTo>
                  <a:lnTo>
                    <a:pt x="57" y="75"/>
                  </a:lnTo>
                  <a:lnTo>
                    <a:pt x="57" y="76"/>
                  </a:lnTo>
                  <a:lnTo>
                    <a:pt x="62" y="80"/>
                  </a:lnTo>
                  <a:lnTo>
                    <a:pt x="65" y="81"/>
                  </a:lnTo>
                  <a:lnTo>
                    <a:pt x="65" y="82"/>
                  </a:lnTo>
                  <a:lnTo>
                    <a:pt x="71" y="85"/>
                  </a:lnTo>
                  <a:lnTo>
                    <a:pt x="77" y="90"/>
                  </a:lnTo>
                  <a:lnTo>
                    <a:pt x="78" y="92"/>
                  </a:lnTo>
                  <a:lnTo>
                    <a:pt x="83" y="96"/>
                  </a:lnTo>
                  <a:lnTo>
                    <a:pt x="85" y="100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9" y="105"/>
                  </a:lnTo>
                  <a:lnTo>
                    <a:pt x="89" y="106"/>
                  </a:lnTo>
                  <a:lnTo>
                    <a:pt x="90" y="107"/>
                  </a:lnTo>
                  <a:lnTo>
                    <a:pt x="89" y="109"/>
                  </a:lnTo>
                  <a:lnTo>
                    <a:pt x="91" y="111"/>
                  </a:lnTo>
                  <a:lnTo>
                    <a:pt x="91" y="115"/>
                  </a:lnTo>
                  <a:lnTo>
                    <a:pt x="92" y="117"/>
                  </a:lnTo>
                  <a:lnTo>
                    <a:pt x="94" y="119"/>
                  </a:lnTo>
                  <a:lnTo>
                    <a:pt x="94" y="121"/>
                  </a:lnTo>
                  <a:lnTo>
                    <a:pt x="94" y="123"/>
                  </a:lnTo>
                  <a:lnTo>
                    <a:pt x="94" y="125"/>
                  </a:lnTo>
                  <a:lnTo>
                    <a:pt x="95" y="126"/>
                  </a:lnTo>
                  <a:lnTo>
                    <a:pt x="94" y="127"/>
                  </a:lnTo>
                  <a:lnTo>
                    <a:pt x="95" y="130"/>
                  </a:lnTo>
                  <a:lnTo>
                    <a:pt x="95" y="131"/>
                  </a:lnTo>
                  <a:lnTo>
                    <a:pt x="96" y="131"/>
                  </a:lnTo>
                  <a:lnTo>
                    <a:pt x="96" y="134"/>
                  </a:lnTo>
                  <a:lnTo>
                    <a:pt x="98" y="136"/>
                  </a:lnTo>
                  <a:lnTo>
                    <a:pt x="98" y="138"/>
                  </a:lnTo>
                  <a:lnTo>
                    <a:pt x="98" y="138"/>
                  </a:lnTo>
                  <a:lnTo>
                    <a:pt x="98" y="136"/>
                  </a:lnTo>
                  <a:lnTo>
                    <a:pt x="96" y="136"/>
                  </a:lnTo>
                  <a:lnTo>
                    <a:pt x="95" y="136"/>
                  </a:lnTo>
                  <a:lnTo>
                    <a:pt x="95" y="138"/>
                  </a:lnTo>
                  <a:lnTo>
                    <a:pt x="96" y="139"/>
                  </a:lnTo>
                  <a:lnTo>
                    <a:pt x="96" y="140"/>
                  </a:lnTo>
                  <a:lnTo>
                    <a:pt x="95" y="142"/>
                  </a:lnTo>
                  <a:lnTo>
                    <a:pt x="95" y="143"/>
                  </a:lnTo>
                  <a:lnTo>
                    <a:pt x="94" y="144"/>
                  </a:lnTo>
                  <a:lnTo>
                    <a:pt x="95" y="147"/>
                  </a:lnTo>
                  <a:lnTo>
                    <a:pt x="94" y="148"/>
                  </a:lnTo>
                  <a:lnTo>
                    <a:pt x="95" y="150"/>
                  </a:lnTo>
                  <a:lnTo>
                    <a:pt x="94" y="151"/>
                  </a:lnTo>
                  <a:lnTo>
                    <a:pt x="92" y="152"/>
                  </a:lnTo>
                  <a:lnTo>
                    <a:pt x="91" y="155"/>
                  </a:lnTo>
                  <a:lnTo>
                    <a:pt x="90" y="155"/>
                  </a:lnTo>
                  <a:lnTo>
                    <a:pt x="87" y="157"/>
                  </a:lnTo>
                  <a:lnTo>
                    <a:pt x="86" y="159"/>
                  </a:lnTo>
                  <a:lnTo>
                    <a:pt x="83" y="160"/>
                  </a:lnTo>
                  <a:lnTo>
                    <a:pt x="83" y="163"/>
                  </a:lnTo>
                  <a:lnTo>
                    <a:pt x="81" y="163"/>
                  </a:lnTo>
                  <a:lnTo>
                    <a:pt x="79" y="164"/>
                  </a:lnTo>
                  <a:lnTo>
                    <a:pt x="74" y="167"/>
                  </a:lnTo>
                  <a:lnTo>
                    <a:pt x="71" y="167"/>
                  </a:lnTo>
                  <a:lnTo>
                    <a:pt x="70" y="167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7" y="165"/>
                  </a:lnTo>
                  <a:lnTo>
                    <a:pt x="67" y="164"/>
                  </a:lnTo>
                  <a:lnTo>
                    <a:pt x="67" y="165"/>
                  </a:lnTo>
                  <a:lnTo>
                    <a:pt x="66" y="165"/>
                  </a:lnTo>
                  <a:lnTo>
                    <a:pt x="65" y="165"/>
                  </a:lnTo>
                  <a:lnTo>
                    <a:pt x="66" y="167"/>
                  </a:lnTo>
                  <a:lnTo>
                    <a:pt x="66" y="167"/>
                  </a:lnTo>
                  <a:lnTo>
                    <a:pt x="65" y="168"/>
                  </a:lnTo>
                  <a:lnTo>
                    <a:pt x="64" y="168"/>
                  </a:lnTo>
                  <a:lnTo>
                    <a:pt x="66" y="169"/>
                  </a:lnTo>
                  <a:lnTo>
                    <a:pt x="66" y="169"/>
                  </a:lnTo>
                  <a:lnTo>
                    <a:pt x="67" y="172"/>
                  </a:lnTo>
                  <a:lnTo>
                    <a:pt x="65" y="173"/>
                  </a:lnTo>
                  <a:lnTo>
                    <a:pt x="62" y="171"/>
                  </a:lnTo>
                  <a:lnTo>
                    <a:pt x="65" y="173"/>
                  </a:lnTo>
                  <a:lnTo>
                    <a:pt x="65" y="175"/>
                  </a:lnTo>
                  <a:lnTo>
                    <a:pt x="64" y="176"/>
                  </a:lnTo>
                  <a:lnTo>
                    <a:pt x="62" y="175"/>
                  </a:lnTo>
                  <a:lnTo>
                    <a:pt x="62" y="173"/>
                  </a:lnTo>
                  <a:lnTo>
                    <a:pt x="61" y="175"/>
                  </a:lnTo>
                  <a:lnTo>
                    <a:pt x="61" y="176"/>
                  </a:lnTo>
                  <a:lnTo>
                    <a:pt x="61" y="176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0" y="178"/>
                  </a:lnTo>
                  <a:lnTo>
                    <a:pt x="58" y="178"/>
                  </a:lnTo>
                  <a:lnTo>
                    <a:pt x="56" y="181"/>
                  </a:lnTo>
                  <a:lnTo>
                    <a:pt x="56" y="181"/>
                  </a:lnTo>
                  <a:lnTo>
                    <a:pt x="54" y="181"/>
                  </a:lnTo>
                  <a:lnTo>
                    <a:pt x="53" y="182"/>
                  </a:lnTo>
                  <a:lnTo>
                    <a:pt x="53" y="185"/>
                  </a:lnTo>
                  <a:lnTo>
                    <a:pt x="52" y="186"/>
                  </a:lnTo>
                  <a:lnTo>
                    <a:pt x="50" y="186"/>
                  </a:lnTo>
                  <a:lnTo>
                    <a:pt x="50" y="186"/>
                  </a:lnTo>
                  <a:lnTo>
                    <a:pt x="45" y="189"/>
                  </a:lnTo>
                  <a:lnTo>
                    <a:pt x="42" y="189"/>
                  </a:lnTo>
                  <a:lnTo>
                    <a:pt x="45" y="188"/>
                  </a:lnTo>
                  <a:lnTo>
                    <a:pt x="46" y="186"/>
                  </a:lnTo>
                  <a:lnTo>
                    <a:pt x="48" y="185"/>
                  </a:lnTo>
                  <a:lnTo>
                    <a:pt x="46" y="186"/>
                  </a:lnTo>
                  <a:lnTo>
                    <a:pt x="45" y="185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0"/>
                  </a:lnTo>
                  <a:lnTo>
                    <a:pt x="45" y="176"/>
                  </a:lnTo>
                  <a:lnTo>
                    <a:pt x="46" y="173"/>
                  </a:lnTo>
                  <a:lnTo>
                    <a:pt x="50" y="171"/>
                  </a:lnTo>
                  <a:lnTo>
                    <a:pt x="52" y="169"/>
                  </a:lnTo>
                  <a:lnTo>
                    <a:pt x="49" y="169"/>
                  </a:lnTo>
                  <a:lnTo>
                    <a:pt x="48" y="169"/>
                  </a:lnTo>
                  <a:lnTo>
                    <a:pt x="45" y="169"/>
                  </a:lnTo>
                  <a:lnTo>
                    <a:pt x="44" y="169"/>
                  </a:lnTo>
                  <a:lnTo>
                    <a:pt x="42" y="169"/>
                  </a:lnTo>
                  <a:lnTo>
                    <a:pt x="41" y="169"/>
                  </a:lnTo>
                  <a:lnTo>
                    <a:pt x="41" y="168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42" y="163"/>
                  </a:lnTo>
                  <a:lnTo>
                    <a:pt x="45" y="163"/>
                  </a:lnTo>
                  <a:lnTo>
                    <a:pt x="46" y="160"/>
                  </a:lnTo>
                  <a:lnTo>
                    <a:pt x="49" y="159"/>
                  </a:lnTo>
                  <a:lnTo>
                    <a:pt x="50" y="160"/>
                  </a:lnTo>
                  <a:lnTo>
                    <a:pt x="56" y="159"/>
                  </a:lnTo>
                  <a:lnTo>
                    <a:pt x="58" y="160"/>
                  </a:lnTo>
                  <a:lnTo>
                    <a:pt x="58" y="161"/>
                  </a:lnTo>
                  <a:lnTo>
                    <a:pt x="62" y="161"/>
                  </a:lnTo>
                  <a:lnTo>
                    <a:pt x="61" y="159"/>
                  </a:lnTo>
                  <a:lnTo>
                    <a:pt x="62" y="157"/>
                  </a:lnTo>
                  <a:lnTo>
                    <a:pt x="60" y="155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60" y="148"/>
                  </a:lnTo>
                  <a:lnTo>
                    <a:pt x="64" y="148"/>
                  </a:lnTo>
                  <a:lnTo>
                    <a:pt x="65" y="147"/>
                  </a:lnTo>
                  <a:lnTo>
                    <a:pt x="67" y="144"/>
                  </a:lnTo>
                  <a:lnTo>
                    <a:pt x="71" y="143"/>
                  </a:lnTo>
                  <a:lnTo>
                    <a:pt x="71" y="142"/>
                  </a:lnTo>
                  <a:lnTo>
                    <a:pt x="74" y="142"/>
                  </a:lnTo>
                  <a:lnTo>
                    <a:pt x="75" y="138"/>
                  </a:lnTo>
                  <a:lnTo>
                    <a:pt x="75" y="135"/>
                  </a:lnTo>
                  <a:lnTo>
                    <a:pt x="75" y="131"/>
                  </a:lnTo>
                  <a:lnTo>
                    <a:pt x="74" y="130"/>
                  </a:lnTo>
                  <a:lnTo>
                    <a:pt x="75" y="126"/>
                  </a:lnTo>
                  <a:lnTo>
                    <a:pt x="73" y="121"/>
                  </a:lnTo>
                  <a:lnTo>
                    <a:pt x="71" y="119"/>
                  </a:lnTo>
                  <a:lnTo>
                    <a:pt x="70" y="117"/>
                  </a:lnTo>
                  <a:lnTo>
                    <a:pt x="70" y="117"/>
                  </a:lnTo>
                  <a:lnTo>
                    <a:pt x="73" y="115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0" y="106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1" y="101"/>
                  </a:lnTo>
                  <a:lnTo>
                    <a:pt x="71" y="100"/>
                  </a:lnTo>
                  <a:lnTo>
                    <a:pt x="71" y="97"/>
                  </a:lnTo>
                  <a:lnTo>
                    <a:pt x="73" y="94"/>
                  </a:lnTo>
                  <a:lnTo>
                    <a:pt x="73" y="93"/>
                  </a:lnTo>
                  <a:lnTo>
                    <a:pt x="70" y="94"/>
                  </a:lnTo>
                  <a:lnTo>
                    <a:pt x="69" y="93"/>
                  </a:lnTo>
                  <a:lnTo>
                    <a:pt x="67" y="92"/>
                  </a:lnTo>
                  <a:lnTo>
                    <a:pt x="65" y="92"/>
                  </a:lnTo>
                  <a:lnTo>
                    <a:pt x="64" y="90"/>
                  </a:lnTo>
                  <a:lnTo>
                    <a:pt x="65" y="88"/>
                  </a:lnTo>
                  <a:lnTo>
                    <a:pt x="62" y="88"/>
                  </a:lnTo>
                  <a:lnTo>
                    <a:pt x="61" y="88"/>
                  </a:lnTo>
                  <a:lnTo>
                    <a:pt x="60" y="86"/>
                  </a:lnTo>
                  <a:lnTo>
                    <a:pt x="60" y="84"/>
                  </a:lnTo>
                  <a:lnTo>
                    <a:pt x="58" y="82"/>
                  </a:lnTo>
                  <a:lnTo>
                    <a:pt x="56" y="82"/>
                  </a:lnTo>
                  <a:lnTo>
                    <a:pt x="54" y="81"/>
                  </a:lnTo>
                  <a:lnTo>
                    <a:pt x="53" y="78"/>
                  </a:lnTo>
                  <a:lnTo>
                    <a:pt x="49" y="75"/>
                  </a:lnTo>
                  <a:lnTo>
                    <a:pt x="49" y="72"/>
                  </a:lnTo>
                  <a:lnTo>
                    <a:pt x="46" y="69"/>
                  </a:lnTo>
                  <a:lnTo>
                    <a:pt x="44" y="68"/>
                  </a:lnTo>
                  <a:lnTo>
                    <a:pt x="41" y="64"/>
                  </a:lnTo>
                  <a:lnTo>
                    <a:pt x="39" y="63"/>
                  </a:lnTo>
                  <a:lnTo>
                    <a:pt x="35" y="61"/>
                  </a:lnTo>
                  <a:lnTo>
                    <a:pt x="31" y="61"/>
                  </a:lnTo>
                  <a:lnTo>
                    <a:pt x="29" y="57"/>
                  </a:lnTo>
                  <a:lnTo>
                    <a:pt x="28" y="57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27" y="52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1" y="48"/>
                  </a:lnTo>
                  <a:lnTo>
                    <a:pt x="33" y="48"/>
                  </a:lnTo>
                  <a:lnTo>
                    <a:pt x="35" y="47"/>
                  </a:lnTo>
                  <a:lnTo>
                    <a:pt x="36" y="42"/>
                  </a:lnTo>
                  <a:lnTo>
                    <a:pt x="37" y="42"/>
                  </a:lnTo>
                  <a:lnTo>
                    <a:pt x="37" y="40"/>
                  </a:lnTo>
                  <a:lnTo>
                    <a:pt x="35" y="39"/>
                  </a:lnTo>
                  <a:lnTo>
                    <a:pt x="35" y="38"/>
                  </a:lnTo>
                  <a:lnTo>
                    <a:pt x="35" y="35"/>
                  </a:lnTo>
                  <a:lnTo>
                    <a:pt x="31" y="34"/>
                  </a:lnTo>
                  <a:lnTo>
                    <a:pt x="29" y="32"/>
                  </a:lnTo>
                  <a:lnTo>
                    <a:pt x="25" y="32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5" y="32"/>
                  </a:lnTo>
                  <a:lnTo>
                    <a:pt x="13" y="28"/>
                  </a:lnTo>
                  <a:lnTo>
                    <a:pt x="8" y="25"/>
                  </a:lnTo>
                  <a:lnTo>
                    <a:pt x="10" y="23"/>
                  </a:lnTo>
                  <a:lnTo>
                    <a:pt x="10" y="21"/>
                  </a:lnTo>
                  <a:lnTo>
                    <a:pt x="7" y="18"/>
                  </a:lnTo>
                  <a:lnTo>
                    <a:pt x="6" y="15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2" y="7"/>
                  </a:lnTo>
                  <a:lnTo>
                    <a:pt x="15" y="10"/>
                  </a:lnTo>
                  <a:lnTo>
                    <a:pt x="16" y="7"/>
                  </a:lnTo>
                  <a:lnTo>
                    <a:pt x="17" y="9"/>
                  </a:lnTo>
                  <a:lnTo>
                    <a:pt x="19" y="10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4" y="6"/>
                  </a:lnTo>
                  <a:lnTo>
                    <a:pt x="27" y="7"/>
                  </a:lnTo>
                  <a:lnTo>
                    <a:pt x="31" y="6"/>
                  </a:lnTo>
                  <a:lnTo>
                    <a:pt x="31" y="2"/>
                  </a:lnTo>
                  <a:lnTo>
                    <a:pt x="33" y="1"/>
                  </a:lnTo>
                  <a:lnTo>
                    <a:pt x="3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7" name="Freeform 362"/>
            <p:cNvSpPr>
              <a:spLocks/>
            </p:cNvSpPr>
            <p:nvPr/>
          </p:nvSpPr>
          <p:spPr bwMode="auto">
            <a:xfrm>
              <a:off x="8856237" y="3898682"/>
              <a:ext cx="157340" cy="137038"/>
            </a:xfrm>
            <a:custGeom>
              <a:avLst/>
              <a:gdLst>
                <a:gd name="T0" fmla="*/ 51 w 62"/>
                <a:gd name="T1" fmla="*/ 1 h 54"/>
                <a:gd name="T2" fmla="*/ 54 w 62"/>
                <a:gd name="T3" fmla="*/ 4 h 54"/>
                <a:gd name="T4" fmla="*/ 58 w 62"/>
                <a:gd name="T5" fmla="*/ 6 h 54"/>
                <a:gd name="T6" fmla="*/ 62 w 62"/>
                <a:gd name="T7" fmla="*/ 13 h 54"/>
                <a:gd name="T8" fmla="*/ 62 w 62"/>
                <a:gd name="T9" fmla="*/ 18 h 54"/>
                <a:gd name="T10" fmla="*/ 62 w 62"/>
                <a:gd name="T11" fmla="*/ 25 h 54"/>
                <a:gd name="T12" fmla="*/ 58 w 62"/>
                <a:gd name="T13" fmla="*/ 29 h 54"/>
                <a:gd name="T14" fmla="*/ 54 w 62"/>
                <a:gd name="T15" fmla="*/ 31 h 54"/>
                <a:gd name="T16" fmla="*/ 51 w 62"/>
                <a:gd name="T17" fmla="*/ 35 h 54"/>
                <a:gd name="T18" fmla="*/ 44 w 62"/>
                <a:gd name="T19" fmla="*/ 38 h 54"/>
                <a:gd name="T20" fmla="*/ 47 w 62"/>
                <a:gd name="T21" fmla="*/ 42 h 54"/>
                <a:gd name="T22" fmla="*/ 48 w 62"/>
                <a:gd name="T23" fmla="*/ 46 h 54"/>
                <a:gd name="T24" fmla="*/ 45 w 62"/>
                <a:gd name="T25" fmla="*/ 48 h 54"/>
                <a:gd name="T26" fmla="*/ 43 w 62"/>
                <a:gd name="T27" fmla="*/ 46 h 54"/>
                <a:gd name="T28" fmla="*/ 36 w 62"/>
                <a:gd name="T29" fmla="*/ 46 h 54"/>
                <a:gd name="T30" fmla="*/ 32 w 62"/>
                <a:gd name="T31" fmla="*/ 50 h 54"/>
                <a:gd name="T32" fmla="*/ 28 w 62"/>
                <a:gd name="T33" fmla="*/ 54 h 54"/>
                <a:gd name="T34" fmla="*/ 24 w 62"/>
                <a:gd name="T35" fmla="*/ 52 h 54"/>
                <a:gd name="T36" fmla="*/ 22 w 62"/>
                <a:gd name="T37" fmla="*/ 50 h 54"/>
                <a:gd name="T38" fmla="*/ 19 w 62"/>
                <a:gd name="T39" fmla="*/ 52 h 54"/>
                <a:gd name="T40" fmla="*/ 18 w 62"/>
                <a:gd name="T41" fmla="*/ 51 h 54"/>
                <a:gd name="T42" fmla="*/ 18 w 62"/>
                <a:gd name="T43" fmla="*/ 48 h 54"/>
                <a:gd name="T44" fmla="*/ 18 w 62"/>
                <a:gd name="T45" fmla="*/ 46 h 54"/>
                <a:gd name="T46" fmla="*/ 16 w 62"/>
                <a:gd name="T47" fmla="*/ 44 h 54"/>
                <a:gd name="T48" fmla="*/ 15 w 62"/>
                <a:gd name="T49" fmla="*/ 48 h 54"/>
                <a:gd name="T50" fmla="*/ 11 w 62"/>
                <a:gd name="T51" fmla="*/ 48 h 54"/>
                <a:gd name="T52" fmla="*/ 11 w 62"/>
                <a:gd name="T53" fmla="*/ 44 h 54"/>
                <a:gd name="T54" fmla="*/ 10 w 62"/>
                <a:gd name="T55" fmla="*/ 42 h 54"/>
                <a:gd name="T56" fmla="*/ 7 w 62"/>
                <a:gd name="T57" fmla="*/ 39 h 54"/>
                <a:gd name="T58" fmla="*/ 6 w 62"/>
                <a:gd name="T59" fmla="*/ 35 h 54"/>
                <a:gd name="T60" fmla="*/ 4 w 62"/>
                <a:gd name="T61" fmla="*/ 31 h 54"/>
                <a:gd name="T62" fmla="*/ 4 w 62"/>
                <a:gd name="T63" fmla="*/ 30 h 54"/>
                <a:gd name="T64" fmla="*/ 3 w 62"/>
                <a:gd name="T65" fmla="*/ 23 h 54"/>
                <a:gd name="T66" fmla="*/ 0 w 62"/>
                <a:gd name="T67" fmla="*/ 17 h 54"/>
                <a:gd name="T68" fmla="*/ 2 w 62"/>
                <a:gd name="T69" fmla="*/ 10 h 54"/>
                <a:gd name="T70" fmla="*/ 6 w 62"/>
                <a:gd name="T71" fmla="*/ 2 h 54"/>
                <a:gd name="T72" fmla="*/ 14 w 62"/>
                <a:gd name="T73" fmla="*/ 1 h 54"/>
                <a:gd name="T74" fmla="*/ 18 w 62"/>
                <a:gd name="T75" fmla="*/ 2 h 54"/>
                <a:gd name="T76" fmla="*/ 24 w 62"/>
                <a:gd name="T77" fmla="*/ 1 h 54"/>
                <a:gd name="T78" fmla="*/ 29 w 62"/>
                <a:gd name="T79" fmla="*/ 1 h 54"/>
                <a:gd name="T80" fmla="*/ 33 w 62"/>
                <a:gd name="T81" fmla="*/ 2 h 54"/>
                <a:gd name="T82" fmla="*/ 37 w 62"/>
                <a:gd name="T83" fmla="*/ 6 h 54"/>
                <a:gd name="T84" fmla="*/ 43 w 62"/>
                <a:gd name="T85" fmla="*/ 9 h 54"/>
                <a:gd name="T86" fmla="*/ 47 w 62"/>
                <a:gd name="T87" fmla="*/ 9 h 54"/>
                <a:gd name="T88" fmla="*/ 47 w 62"/>
                <a:gd name="T89" fmla="*/ 5 h 54"/>
                <a:gd name="T90" fmla="*/ 45 w 62"/>
                <a:gd name="T9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2" h="54">
                  <a:moveTo>
                    <a:pt x="49" y="0"/>
                  </a:moveTo>
                  <a:lnTo>
                    <a:pt x="51" y="1"/>
                  </a:lnTo>
                  <a:lnTo>
                    <a:pt x="52" y="2"/>
                  </a:lnTo>
                  <a:lnTo>
                    <a:pt x="54" y="4"/>
                  </a:lnTo>
                  <a:lnTo>
                    <a:pt x="57" y="4"/>
                  </a:lnTo>
                  <a:lnTo>
                    <a:pt x="58" y="6"/>
                  </a:lnTo>
                  <a:lnTo>
                    <a:pt x="60" y="8"/>
                  </a:lnTo>
                  <a:lnTo>
                    <a:pt x="62" y="13"/>
                  </a:lnTo>
                  <a:lnTo>
                    <a:pt x="61" y="17"/>
                  </a:lnTo>
                  <a:lnTo>
                    <a:pt x="62" y="18"/>
                  </a:lnTo>
                  <a:lnTo>
                    <a:pt x="62" y="22"/>
                  </a:lnTo>
                  <a:lnTo>
                    <a:pt x="62" y="25"/>
                  </a:lnTo>
                  <a:lnTo>
                    <a:pt x="61" y="29"/>
                  </a:lnTo>
                  <a:lnTo>
                    <a:pt x="58" y="29"/>
                  </a:lnTo>
                  <a:lnTo>
                    <a:pt x="58" y="30"/>
                  </a:lnTo>
                  <a:lnTo>
                    <a:pt x="54" y="31"/>
                  </a:lnTo>
                  <a:lnTo>
                    <a:pt x="52" y="34"/>
                  </a:lnTo>
                  <a:lnTo>
                    <a:pt x="51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4" y="42"/>
                  </a:lnTo>
                  <a:lnTo>
                    <a:pt x="47" y="42"/>
                  </a:lnTo>
                  <a:lnTo>
                    <a:pt x="49" y="44"/>
                  </a:lnTo>
                  <a:lnTo>
                    <a:pt x="48" y="46"/>
                  </a:lnTo>
                  <a:lnTo>
                    <a:pt x="49" y="48"/>
                  </a:lnTo>
                  <a:lnTo>
                    <a:pt x="45" y="48"/>
                  </a:lnTo>
                  <a:lnTo>
                    <a:pt x="45" y="47"/>
                  </a:lnTo>
                  <a:lnTo>
                    <a:pt x="43" y="46"/>
                  </a:lnTo>
                  <a:lnTo>
                    <a:pt x="37" y="47"/>
                  </a:lnTo>
                  <a:lnTo>
                    <a:pt x="36" y="46"/>
                  </a:lnTo>
                  <a:lnTo>
                    <a:pt x="33" y="47"/>
                  </a:lnTo>
                  <a:lnTo>
                    <a:pt x="32" y="50"/>
                  </a:lnTo>
                  <a:lnTo>
                    <a:pt x="29" y="50"/>
                  </a:lnTo>
                  <a:lnTo>
                    <a:pt x="28" y="54"/>
                  </a:lnTo>
                  <a:lnTo>
                    <a:pt x="26" y="51"/>
                  </a:lnTo>
                  <a:lnTo>
                    <a:pt x="24" y="52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1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8" y="48"/>
                  </a:lnTo>
                  <a:lnTo>
                    <a:pt x="18" y="47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5" y="46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1" y="48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2" y="22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10"/>
                  </a:lnTo>
                  <a:lnTo>
                    <a:pt x="3" y="6"/>
                  </a:lnTo>
                  <a:lnTo>
                    <a:pt x="6" y="2"/>
                  </a:lnTo>
                  <a:lnTo>
                    <a:pt x="8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8" y="2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9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7" y="6"/>
                  </a:lnTo>
                  <a:lnTo>
                    <a:pt x="40" y="6"/>
                  </a:lnTo>
                  <a:lnTo>
                    <a:pt x="43" y="9"/>
                  </a:lnTo>
                  <a:lnTo>
                    <a:pt x="47" y="10"/>
                  </a:lnTo>
                  <a:lnTo>
                    <a:pt x="47" y="9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4" y="2"/>
                  </a:lnTo>
                  <a:lnTo>
                    <a:pt x="45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8" name="Freeform 363"/>
            <p:cNvSpPr>
              <a:spLocks/>
            </p:cNvSpPr>
            <p:nvPr/>
          </p:nvSpPr>
          <p:spPr bwMode="auto">
            <a:xfrm>
              <a:off x="8767417" y="3644908"/>
              <a:ext cx="243623" cy="279152"/>
            </a:xfrm>
            <a:custGeom>
              <a:avLst/>
              <a:gdLst>
                <a:gd name="T0" fmla="*/ 28 w 96"/>
                <a:gd name="T1" fmla="*/ 2 h 110"/>
                <a:gd name="T2" fmla="*/ 32 w 96"/>
                <a:gd name="T3" fmla="*/ 10 h 110"/>
                <a:gd name="T4" fmla="*/ 37 w 96"/>
                <a:gd name="T5" fmla="*/ 19 h 110"/>
                <a:gd name="T6" fmla="*/ 47 w 96"/>
                <a:gd name="T7" fmla="*/ 19 h 110"/>
                <a:gd name="T8" fmla="*/ 57 w 96"/>
                <a:gd name="T9" fmla="*/ 22 h 110"/>
                <a:gd name="T10" fmla="*/ 59 w 96"/>
                <a:gd name="T11" fmla="*/ 27 h 110"/>
                <a:gd name="T12" fmla="*/ 57 w 96"/>
                <a:gd name="T13" fmla="*/ 34 h 110"/>
                <a:gd name="T14" fmla="*/ 50 w 96"/>
                <a:gd name="T15" fmla="*/ 37 h 110"/>
                <a:gd name="T16" fmla="*/ 51 w 96"/>
                <a:gd name="T17" fmla="*/ 42 h 110"/>
                <a:gd name="T18" fmla="*/ 51 w 96"/>
                <a:gd name="T19" fmla="*/ 44 h 110"/>
                <a:gd name="T20" fmla="*/ 61 w 96"/>
                <a:gd name="T21" fmla="*/ 50 h 110"/>
                <a:gd name="T22" fmla="*/ 68 w 96"/>
                <a:gd name="T23" fmla="*/ 56 h 110"/>
                <a:gd name="T24" fmla="*/ 75 w 96"/>
                <a:gd name="T25" fmla="*/ 65 h 110"/>
                <a:gd name="T26" fmla="*/ 80 w 96"/>
                <a:gd name="T27" fmla="*/ 69 h 110"/>
                <a:gd name="T28" fmla="*/ 83 w 96"/>
                <a:gd name="T29" fmla="*/ 75 h 110"/>
                <a:gd name="T30" fmla="*/ 86 w 96"/>
                <a:gd name="T31" fmla="*/ 77 h 110"/>
                <a:gd name="T32" fmla="*/ 91 w 96"/>
                <a:gd name="T33" fmla="*/ 80 h 110"/>
                <a:gd name="T34" fmla="*/ 95 w 96"/>
                <a:gd name="T35" fmla="*/ 81 h 110"/>
                <a:gd name="T36" fmla="*/ 93 w 96"/>
                <a:gd name="T37" fmla="*/ 88 h 110"/>
                <a:gd name="T38" fmla="*/ 92 w 96"/>
                <a:gd name="T39" fmla="*/ 93 h 110"/>
                <a:gd name="T40" fmla="*/ 95 w 96"/>
                <a:gd name="T41" fmla="*/ 102 h 110"/>
                <a:gd name="T42" fmla="*/ 87 w 96"/>
                <a:gd name="T43" fmla="*/ 102 h 110"/>
                <a:gd name="T44" fmla="*/ 80 w 96"/>
                <a:gd name="T45" fmla="*/ 100 h 110"/>
                <a:gd name="T46" fmla="*/ 80 w 96"/>
                <a:gd name="T47" fmla="*/ 106 h 110"/>
                <a:gd name="T48" fmla="*/ 78 w 96"/>
                <a:gd name="T49" fmla="*/ 109 h 110"/>
                <a:gd name="T50" fmla="*/ 71 w 96"/>
                <a:gd name="T51" fmla="*/ 104 h 110"/>
                <a:gd name="T52" fmla="*/ 71 w 96"/>
                <a:gd name="T53" fmla="*/ 100 h 110"/>
                <a:gd name="T54" fmla="*/ 71 w 96"/>
                <a:gd name="T55" fmla="*/ 92 h 110"/>
                <a:gd name="T56" fmla="*/ 71 w 96"/>
                <a:gd name="T57" fmla="*/ 85 h 110"/>
                <a:gd name="T58" fmla="*/ 67 w 96"/>
                <a:gd name="T59" fmla="*/ 81 h 110"/>
                <a:gd name="T60" fmla="*/ 61 w 96"/>
                <a:gd name="T61" fmla="*/ 77 h 110"/>
                <a:gd name="T62" fmla="*/ 59 w 96"/>
                <a:gd name="T63" fmla="*/ 69 h 110"/>
                <a:gd name="T64" fmla="*/ 61 w 96"/>
                <a:gd name="T65" fmla="*/ 63 h 110"/>
                <a:gd name="T66" fmla="*/ 50 w 96"/>
                <a:gd name="T67" fmla="*/ 54 h 110"/>
                <a:gd name="T68" fmla="*/ 38 w 96"/>
                <a:gd name="T69" fmla="*/ 59 h 110"/>
                <a:gd name="T70" fmla="*/ 29 w 96"/>
                <a:gd name="T71" fmla="*/ 56 h 110"/>
                <a:gd name="T72" fmla="*/ 21 w 96"/>
                <a:gd name="T73" fmla="*/ 59 h 110"/>
                <a:gd name="T74" fmla="*/ 14 w 96"/>
                <a:gd name="T75" fmla="*/ 55 h 110"/>
                <a:gd name="T76" fmla="*/ 14 w 96"/>
                <a:gd name="T77" fmla="*/ 46 h 110"/>
                <a:gd name="T78" fmla="*/ 14 w 96"/>
                <a:gd name="T79" fmla="*/ 39 h 110"/>
                <a:gd name="T80" fmla="*/ 8 w 96"/>
                <a:gd name="T81" fmla="*/ 39 h 110"/>
                <a:gd name="T82" fmla="*/ 7 w 96"/>
                <a:gd name="T83" fmla="*/ 34 h 110"/>
                <a:gd name="T84" fmla="*/ 1 w 96"/>
                <a:gd name="T85" fmla="*/ 27 h 110"/>
                <a:gd name="T86" fmla="*/ 3 w 96"/>
                <a:gd name="T87" fmla="*/ 22 h 110"/>
                <a:gd name="T88" fmla="*/ 5 w 96"/>
                <a:gd name="T89" fmla="*/ 17 h 110"/>
                <a:gd name="T90" fmla="*/ 10 w 96"/>
                <a:gd name="T91" fmla="*/ 12 h 110"/>
                <a:gd name="T92" fmla="*/ 16 w 96"/>
                <a:gd name="T93" fmla="*/ 14 h 110"/>
                <a:gd name="T94" fmla="*/ 17 w 96"/>
                <a:gd name="T95" fmla="*/ 9 h 110"/>
                <a:gd name="T96" fmla="*/ 18 w 96"/>
                <a:gd name="T97" fmla="*/ 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110">
                  <a:moveTo>
                    <a:pt x="22" y="0"/>
                  </a:moveTo>
                  <a:lnTo>
                    <a:pt x="24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0" y="12"/>
                  </a:lnTo>
                  <a:lnTo>
                    <a:pt x="35" y="15"/>
                  </a:lnTo>
                  <a:lnTo>
                    <a:pt x="37" y="19"/>
                  </a:lnTo>
                  <a:lnTo>
                    <a:pt x="42" y="19"/>
                  </a:lnTo>
                  <a:lnTo>
                    <a:pt x="45" y="21"/>
                  </a:lnTo>
                  <a:lnTo>
                    <a:pt x="47" y="19"/>
                  </a:lnTo>
                  <a:lnTo>
                    <a:pt x="51" y="19"/>
                  </a:lnTo>
                  <a:lnTo>
                    <a:pt x="53" y="21"/>
                  </a:lnTo>
                  <a:lnTo>
                    <a:pt x="57" y="22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9" y="27"/>
                  </a:lnTo>
                  <a:lnTo>
                    <a:pt x="59" y="29"/>
                  </a:lnTo>
                  <a:lnTo>
                    <a:pt x="58" y="29"/>
                  </a:lnTo>
                  <a:lnTo>
                    <a:pt x="57" y="34"/>
                  </a:lnTo>
                  <a:lnTo>
                    <a:pt x="55" y="35"/>
                  </a:lnTo>
                  <a:lnTo>
                    <a:pt x="53" y="35"/>
                  </a:lnTo>
                  <a:lnTo>
                    <a:pt x="50" y="37"/>
                  </a:lnTo>
                  <a:lnTo>
                    <a:pt x="47" y="37"/>
                  </a:lnTo>
                  <a:lnTo>
                    <a:pt x="49" y="39"/>
                  </a:lnTo>
                  <a:lnTo>
                    <a:pt x="51" y="42"/>
                  </a:lnTo>
                  <a:lnTo>
                    <a:pt x="49" y="43"/>
                  </a:lnTo>
                  <a:lnTo>
                    <a:pt x="50" y="44"/>
                  </a:lnTo>
                  <a:lnTo>
                    <a:pt x="51" y="44"/>
                  </a:lnTo>
                  <a:lnTo>
                    <a:pt x="53" y="48"/>
                  </a:lnTo>
                  <a:lnTo>
                    <a:pt x="57" y="48"/>
                  </a:lnTo>
                  <a:lnTo>
                    <a:pt x="61" y="50"/>
                  </a:lnTo>
                  <a:lnTo>
                    <a:pt x="63" y="51"/>
                  </a:lnTo>
                  <a:lnTo>
                    <a:pt x="66" y="55"/>
                  </a:lnTo>
                  <a:lnTo>
                    <a:pt x="68" y="56"/>
                  </a:lnTo>
                  <a:lnTo>
                    <a:pt x="71" y="59"/>
                  </a:lnTo>
                  <a:lnTo>
                    <a:pt x="71" y="62"/>
                  </a:lnTo>
                  <a:lnTo>
                    <a:pt x="75" y="65"/>
                  </a:lnTo>
                  <a:lnTo>
                    <a:pt x="76" y="68"/>
                  </a:lnTo>
                  <a:lnTo>
                    <a:pt x="78" y="69"/>
                  </a:lnTo>
                  <a:lnTo>
                    <a:pt x="80" y="69"/>
                  </a:lnTo>
                  <a:lnTo>
                    <a:pt x="82" y="71"/>
                  </a:lnTo>
                  <a:lnTo>
                    <a:pt x="82" y="73"/>
                  </a:lnTo>
                  <a:lnTo>
                    <a:pt x="83" y="75"/>
                  </a:lnTo>
                  <a:lnTo>
                    <a:pt x="84" y="75"/>
                  </a:lnTo>
                  <a:lnTo>
                    <a:pt x="87" y="75"/>
                  </a:lnTo>
                  <a:lnTo>
                    <a:pt x="86" y="77"/>
                  </a:lnTo>
                  <a:lnTo>
                    <a:pt x="87" y="79"/>
                  </a:lnTo>
                  <a:lnTo>
                    <a:pt x="89" y="79"/>
                  </a:lnTo>
                  <a:lnTo>
                    <a:pt x="91" y="80"/>
                  </a:lnTo>
                  <a:lnTo>
                    <a:pt x="92" y="81"/>
                  </a:lnTo>
                  <a:lnTo>
                    <a:pt x="95" y="80"/>
                  </a:lnTo>
                  <a:lnTo>
                    <a:pt x="95" y="81"/>
                  </a:lnTo>
                  <a:lnTo>
                    <a:pt x="93" y="84"/>
                  </a:lnTo>
                  <a:lnTo>
                    <a:pt x="93" y="87"/>
                  </a:lnTo>
                  <a:lnTo>
                    <a:pt x="93" y="88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2" y="93"/>
                  </a:lnTo>
                  <a:lnTo>
                    <a:pt x="93" y="97"/>
                  </a:lnTo>
                  <a:lnTo>
                    <a:pt x="93" y="98"/>
                  </a:lnTo>
                  <a:lnTo>
                    <a:pt x="95" y="102"/>
                  </a:lnTo>
                  <a:lnTo>
                    <a:pt x="92" y="104"/>
                  </a:lnTo>
                  <a:lnTo>
                    <a:pt x="89" y="104"/>
                  </a:lnTo>
                  <a:lnTo>
                    <a:pt x="87" y="102"/>
                  </a:lnTo>
                  <a:lnTo>
                    <a:pt x="86" y="101"/>
                  </a:lnTo>
                  <a:lnTo>
                    <a:pt x="84" y="100"/>
                  </a:lnTo>
                  <a:lnTo>
                    <a:pt x="80" y="100"/>
                  </a:lnTo>
                  <a:lnTo>
                    <a:pt x="79" y="102"/>
                  </a:lnTo>
                  <a:lnTo>
                    <a:pt x="82" y="105"/>
                  </a:lnTo>
                  <a:lnTo>
                    <a:pt x="80" y="106"/>
                  </a:lnTo>
                  <a:lnTo>
                    <a:pt x="82" y="109"/>
                  </a:lnTo>
                  <a:lnTo>
                    <a:pt x="82" y="110"/>
                  </a:lnTo>
                  <a:lnTo>
                    <a:pt x="78" y="109"/>
                  </a:lnTo>
                  <a:lnTo>
                    <a:pt x="75" y="106"/>
                  </a:lnTo>
                  <a:lnTo>
                    <a:pt x="72" y="106"/>
                  </a:lnTo>
                  <a:lnTo>
                    <a:pt x="71" y="104"/>
                  </a:lnTo>
                  <a:lnTo>
                    <a:pt x="68" y="102"/>
                  </a:lnTo>
                  <a:lnTo>
                    <a:pt x="70" y="101"/>
                  </a:lnTo>
                  <a:lnTo>
                    <a:pt x="71" y="100"/>
                  </a:lnTo>
                  <a:lnTo>
                    <a:pt x="71" y="96"/>
                  </a:lnTo>
                  <a:lnTo>
                    <a:pt x="71" y="93"/>
                  </a:lnTo>
                  <a:lnTo>
                    <a:pt x="71" y="92"/>
                  </a:lnTo>
                  <a:lnTo>
                    <a:pt x="71" y="90"/>
                  </a:lnTo>
                  <a:lnTo>
                    <a:pt x="72" y="88"/>
                  </a:lnTo>
                  <a:lnTo>
                    <a:pt x="71" y="85"/>
                  </a:lnTo>
                  <a:lnTo>
                    <a:pt x="68" y="84"/>
                  </a:lnTo>
                  <a:lnTo>
                    <a:pt x="70" y="83"/>
                  </a:lnTo>
                  <a:lnTo>
                    <a:pt x="67" y="81"/>
                  </a:lnTo>
                  <a:lnTo>
                    <a:pt x="64" y="81"/>
                  </a:lnTo>
                  <a:lnTo>
                    <a:pt x="62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2"/>
                  </a:lnTo>
                  <a:lnTo>
                    <a:pt x="59" y="69"/>
                  </a:lnTo>
                  <a:lnTo>
                    <a:pt x="61" y="68"/>
                  </a:lnTo>
                  <a:lnTo>
                    <a:pt x="61" y="65"/>
                  </a:lnTo>
                  <a:lnTo>
                    <a:pt x="61" y="63"/>
                  </a:lnTo>
                  <a:lnTo>
                    <a:pt x="57" y="62"/>
                  </a:lnTo>
                  <a:lnTo>
                    <a:pt x="51" y="58"/>
                  </a:lnTo>
                  <a:lnTo>
                    <a:pt x="50" y="54"/>
                  </a:lnTo>
                  <a:lnTo>
                    <a:pt x="45" y="52"/>
                  </a:lnTo>
                  <a:lnTo>
                    <a:pt x="41" y="54"/>
                  </a:lnTo>
                  <a:lnTo>
                    <a:pt x="38" y="59"/>
                  </a:lnTo>
                  <a:lnTo>
                    <a:pt x="33" y="59"/>
                  </a:lnTo>
                  <a:lnTo>
                    <a:pt x="32" y="56"/>
                  </a:lnTo>
                  <a:lnTo>
                    <a:pt x="29" y="56"/>
                  </a:lnTo>
                  <a:lnTo>
                    <a:pt x="25" y="55"/>
                  </a:lnTo>
                  <a:lnTo>
                    <a:pt x="21" y="56"/>
                  </a:lnTo>
                  <a:lnTo>
                    <a:pt x="21" y="59"/>
                  </a:lnTo>
                  <a:lnTo>
                    <a:pt x="18" y="59"/>
                  </a:lnTo>
                  <a:lnTo>
                    <a:pt x="14" y="62"/>
                  </a:lnTo>
                  <a:lnTo>
                    <a:pt x="14" y="55"/>
                  </a:lnTo>
                  <a:lnTo>
                    <a:pt x="14" y="51"/>
                  </a:lnTo>
                  <a:lnTo>
                    <a:pt x="13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3" y="42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5" y="35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4" y="27"/>
                  </a:lnTo>
                  <a:lnTo>
                    <a:pt x="1" y="27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4"/>
                  </a:lnTo>
                  <a:lnTo>
                    <a:pt x="8" y="14"/>
                  </a:lnTo>
                  <a:lnTo>
                    <a:pt x="10" y="12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7" y="12"/>
                  </a:lnTo>
                  <a:lnTo>
                    <a:pt x="17" y="9"/>
                  </a:lnTo>
                  <a:lnTo>
                    <a:pt x="16" y="6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9" name="Freeform 364"/>
            <p:cNvSpPr>
              <a:spLocks noEditPoints="1"/>
            </p:cNvSpPr>
            <p:nvPr/>
          </p:nvSpPr>
          <p:spPr bwMode="auto">
            <a:xfrm>
              <a:off x="8693821" y="3708351"/>
              <a:ext cx="256313" cy="474559"/>
            </a:xfrm>
            <a:custGeom>
              <a:avLst/>
              <a:gdLst>
                <a:gd name="T0" fmla="*/ 36 w 101"/>
                <a:gd name="T1" fmla="*/ 175 h 187"/>
                <a:gd name="T2" fmla="*/ 28 w 101"/>
                <a:gd name="T3" fmla="*/ 165 h 187"/>
                <a:gd name="T4" fmla="*/ 18 w 101"/>
                <a:gd name="T5" fmla="*/ 162 h 187"/>
                <a:gd name="T6" fmla="*/ 39 w 101"/>
                <a:gd name="T7" fmla="*/ 139 h 187"/>
                <a:gd name="T8" fmla="*/ 38 w 101"/>
                <a:gd name="T9" fmla="*/ 135 h 187"/>
                <a:gd name="T10" fmla="*/ 66 w 101"/>
                <a:gd name="T11" fmla="*/ 109 h 187"/>
                <a:gd name="T12" fmla="*/ 30 w 101"/>
                <a:gd name="T13" fmla="*/ 2 h 187"/>
                <a:gd name="T14" fmla="*/ 36 w 101"/>
                <a:gd name="T15" fmla="*/ 13 h 187"/>
                <a:gd name="T16" fmla="*/ 42 w 101"/>
                <a:gd name="T17" fmla="*/ 17 h 187"/>
                <a:gd name="T18" fmla="*/ 43 w 101"/>
                <a:gd name="T19" fmla="*/ 30 h 187"/>
                <a:gd name="T20" fmla="*/ 54 w 101"/>
                <a:gd name="T21" fmla="*/ 30 h 187"/>
                <a:gd name="T22" fmla="*/ 70 w 101"/>
                <a:gd name="T23" fmla="*/ 29 h 187"/>
                <a:gd name="T24" fmla="*/ 90 w 101"/>
                <a:gd name="T25" fmla="*/ 38 h 187"/>
                <a:gd name="T26" fmla="*/ 90 w 101"/>
                <a:gd name="T27" fmla="*/ 50 h 187"/>
                <a:gd name="T28" fmla="*/ 99 w 101"/>
                <a:gd name="T29" fmla="*/ 58 h 187"/>
                <a:gd name="T30" fmla="*/ 100 w 101"/>
                <a:gd name="T31" fmla="*/ 67 h 187"/>
                <a:gd name="T32" fmla="*/ 96 w 101"/>
                <a:gd name="T33" fmla="*/ 77 h 187"/>
                <a:gd name="T34" fmla="*/ 82 w 101"/>
                <a:gd name="T35" fmla="*/ 77 h 187"/>
                <a:gd name="T36" fmla="*/ 67 w 101"/>
                <a:gd name="T37" fmla="*/ 81 h 187"/>
                <a:gd name="T38" fmla="*/ 67 w 101"/>
                <a:gd name="T39" fmla="*/ 98 h 187"/>
                <a:gd name="T40" fmla="*/ 67 w 101"/>
                <a:gd name="T41" fmla="*/ 108 h 187"/>
                <a:gd name="T42" fmla="*/ 62 w 101"/>
                <a:gd name="T43" fmla="*/ 105 h 187"/>
                <a:gd name="T44" fmla="*/ 55 w 101"/>
                <a:gd name="T45" fmla="*/ 101 h 187"/>
                <a:gd name="T46" fmla="*/ 47 w 101"/>
                <a:gd name="T47" fmla="*/ 101 h 187"/>
                <a:gd name="T48" fmla="*/ 46 w 101"/>
                <a:gd name="T49" fmla="*/ 93 h 187"/>
                <a:gd name="T50" fmla="*/ 43 w 101"/>
                <a:gd name="T51" fmla="*/ 90 h 187"/>
                <a:gd name="T52" fmla="*/ 37 w 101"/>
                <a:gd name="T53" fmla="*/ 90 h 187"/>
                <a:gd name="T54" fmla="*/ 37 w 101"/>
                <a:gd name="T55" fmla="*/ 94 h 187"/>
                <a:gd name="T56" fmla="*/ 36 w 101"/>
                <a:gd name="T57" fmla="*/ 102 h 187"/>
                <a:gd name="T58" fmla="*/ 32 w 101"/>
                <a:gd name="T59" fmla="*/ 122 h 187"/>
                <a:gd name="T60" fmla="*/ 29 w 101"/>
                <a:gd name="T61" fmla="*/ 131 h 187"/>
                <a:gd name="T62" fmla="*/ 32 w 101"/>
                <a:gd name="T63" fmla="*/ 142 h 187"/>
                <a:gd name="T64" fmla="*/ 33 w 101"/>
                <a:gd name="T65" fmla="*/ 142 h 187"/>
                <a:gd name="T66" fmla="*/ 38 w 101"/>
                <a:gd name="T67" fmla="*/ 147 h 187"/>
                <a:gd name="T68" fmla="*/ 42 w 101"/>
                <a:gd name="T69" fmla="*/ 152 h 187"/>
                <a:gd name="T70" fmla="*/ 45 w 101"/>
                <a:gd name="T71" fmla="*/ 158 h 187"/>
                <a:gd name="T72" fmla="*/ 42 w 101"/>
                <a:gd name="T73" fmla="*/ 164 h 187"/>
                <a:gd name="T74" fmla="*/ 47 w 101"/>
                <a:gd name="T75" fmla="*/ 168 h 187"/>
                <a:gd name="T76" fmla="*/ 57 w 101"/>
                <a:gd name="T77" fmla="*/ 173 h 187"/>
                <a:gd name="T78" fmla="*/ 64 w 101"/>
                <a:gd name="T79" fmla="*/ 181 h 187"/>
                <a:gd name="T80" fmla="*/ 58 w 101"/>
                <a:gd name="T81" fmla="*/ 184 h 187"/>
                <a:gd name="T82" fmla="*/ 54 w 101"/>
                <a:gd name="T83" fmla="*/ 179 h 187"/>
                <a:gd name="T84" fmla="*/ 43 w 101"/>
                <a:gd name="T85" fmla="*/ 173 h 187"/>
                <a:gd name="T86" fmla="*/ 36 w 101"/>
                <a:gd name="T87" fmla="*/ 172 h 187"/>
                <a:gd name="T88" fmla="*/ 32 w 101"/>
                <a:gd name="T89" fmla="*/ 167 h 187"/>
                <a:gd name="T90" fmla="*/ 24 w 101"/>
                <a:gd name="T91" fmla="*/ 158 h 187"/>
                <a:gd name="T92" fmla="*/ 21 w 101"/>
                <a:gd name="T93" fmla="*/ 156 h 187"/>
                <a:gd name="T94" fmla="*/ 18 w 101"/>
                <a:gd name="T95" fmla="*/ 146 h 187"/>
                <a:gd name="T96" fmla="*/ 20 w 101"/>
                <a:gd name="T97" fmla="*/ 139 h 187"/>
                <a:gd name="T98" fmla="*/ 22 w 101"/>
                <a:gd name="T99" fmla="*/ 129 h 187"/>
                <a:gd name="T100" fmla="*/ 29 w 101"/>
                <a:gd name="T101" fmla="*/ 113 h 187"/>
                <a:gd name="T102" fmla="*/ 29 w 101"/>
                <a:gd name="T103" fmla="*/ 100 h 187"/>
                <a:gd name="T104" fmla="*/ 28 w 101"/>
                <a:gd name="T105" fmla="*/ 89 h 187"/>
                <a:gd name="T106" fmla="*/ 16 w 101"/>
                <a:gd name="T107" fmla="*/ 72 h 187"/>
                <a:gd name="T108" fmla="*/ 16 w 101"/>
                <a:gd name="T109" fmla="*/ 56 h 187"/>
                <a:gd name="T110" fmla="*/ 14 w 101"/>
                <a:gd name="T111" fmla="*/ 46 h 187"/>
                <a:gd name="T112" fmla="*/ 4 w 101"/>
                <a:gd name="T113" fmla="*/ 34 h 187"/>
                <a:gd name="T114" fmla="*/ 5 w 101"/>
                <a:gd name="T115" fmla="*/ 25 h 187"/>
                <a:gd name="T116" fmla="*/ 8 w 101"/>
                <a:gd name="T117" fmla="*/ 12 h 187"/>
                <a:gd name="T118" fmla="*/ 18 w 101"/>
                <a:gd name="T119" fmla="*/ 6 h 187"/>
                <a:gd name="T120" fmla="*/ 22 w 101"/>
                <a:gd name="T121" fmla="*/ 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1" h="187">
                  <a:moveTo>
                    <a:pt x="36" y="175"/>
                  </a:moveTo>
                  <a:lnTo>
                    <a:pt x="37" y="175"/>
                  </a:lnTo>
                  <a:lnTo>
                    <a:pt x="37" y="176"/>
                  </a:lnTo>
                  <a:lnTo>
                    <a:pt x="36" y="176"/>
                  </a:lnTo>
                  <a:lnTo>
                    <a:pt x="36" y="175"/>
                  </a:lnTo>
                  <a:lnTo>
                    <a:pt x="36" y="175"/>
                  </a:lnTo>
                  <a:close/>
                  <a:moveTo>
                    <a:pt x="28" y="163"/>
                  </a:moveTo>
                  <a:lnTo>
                    <a:pt x="28" y="163"/>
                  </a:lnTo>
                  <a:lnTo>
                    <a:pt x="28" y="164"/>
                  </a:lnTo>
                  <a:lnTo>
                    <a:pt x="28" y="165"/>
                  </a:lnTo>
                  <a:lnTo>
                    <a:pt x="28" y="163"/>
                  </a:lnTo>
                  <a:close/>
                  <a:moveTo>
                    <a:pt x="18" y="158"/>
                  </a:moveTo>
                  <a:lnTo>
                    <a:pt x="21" y="158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8"/>
                  </a:lnTo>
                  <a:close/>
                  <a:moveTo>
                    <a:pt x="39" y="138"/>
                  </a:moveTo>
                  <a:lnTo>
                    <a:pt x="39" y="139"/>
                  </a:lnTo>
                  <a:lnTo>
                    <a:pt x="39" y="142"/>
                  </a:lnTo>
                  <a:lnTo>
                    <a:pt x="38" y="140"/>
                  </a:lnTo>
                  <a:lnTo>
                    <a:pt x="38" y="139"/>
                  </a:lnTo>
                  <a:lnTo>
                    <a:pt x="39" y="138"/>
                  </a:lnTo>
                  <a:close/>
                  <a:moveTo>
                    <a:pt x="38" y="135"/>
                  </a:moveTo>
                  <a:lnTo>
                    <a:pt x="38" y="137"/>
                  </a:lnTo>
                  <a:lnTo>
                    <a:pt x="37" y="137"/>
                  </a:lnTo>
                  <a:lnTo>
                    <a:pt x="38" y="135"/>
                  </a:lnTo>
                  <a:close/>
                  <a:moveTo>
                    <a:pt x="62" y="106"/>
                  </a:moveTo>
                  <a:lnTo>
                    <a:pt x="66" y="109"/>
                  </a:lnTo>
                  <a:lnTo>
                    <a:pt x="64" y="109"/>
                  </a:lnTo>
                  <a:lnTo>
                    <a:pt x="62" y="108"/>
                  </a:lnTo>
                  <a:lnTo>
                    <a:pt x="62" y="106"/>
                  </a:lnTo>
                  <a:close/>
                  <a:moveTo>
                    <a:pt x="29" y="0"/>
                  </a:moveTo>
                  <a:lnTo>
                    <a:pt x="30" y="2"/>
                  </a:lnTo>
                  <a:lnTo>
                    <a:pt x="33" y="2"/>
                  </a:lnTo>
                  <a:lnTo>
                    <a:pt x="36" y="5"/>
                  </a:lnTo>
                  <a:lnTo>
                    <a:pt x="36" y="9"/>
                  </a:lnTo>
                  <a:lnTo>
                    <a:pt x="34" y="10"/>
                  </a:lnTo>
                  <a:lnTo>
                    <a:pt x="36" y="13"/>
                  </a:lnTo>
                  <a:lnTo>
                    <a:pt x="37" y="14"/>
                  </a:lnTo>
                  <a:lnTo>
                    <a:pt x="39" y="13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2" y="17"/>
                  </a:lnTo>
                  <a:lnTo>
                    <a:pt x="43" y="19"/>
                  </a:lnTo>
                  <a:lnTo>
                    <a:pt x="43" y="21"/>
                  </a:lnTo>
                  <a:lnTo>
                    <a:pt x="42" y="23"/>
                  </a:lnTo>
                  <a:lnTo>
                    <a:pt x="43" y="26"/>
                  </a:lnTo>
                  <a:lnTo>
                    <a:pt x="43" y="30"/>
                  </a:lnTo>
                  <a:lnTo>
                    <a:pt x="43" y="37"/>
                  </a:lnTo>
                  <a:lnTo>
                    <a:pt x="47" y="34"/>
                  </a:lnTo>
                  <a:lnTo>
                    <a:pt x="50" y="34"/>
                  </a:lnTo>
                  <a:lnTo>
                    <a:pt x="50" y="31"/>
                  </a:lnTo>
                  <a:lnTo>
                    <a:pt x="54" y="30"/>
                  </a:lnTo>
                  <a:lnTo>
                    <a:pt x="58" y="31"/>
                  </a:lnTo>
                  <a:lnTo>
                    <a:pt x="61" y="31"/>
                  </a:lnTo>
                  <a:lnTo>
                    <a:pt x="62" y="34"/>
                  </a:lnTo>
                  <a:lnTo>
                    <a:pt x="67" y="34"/>
                  </a:lnTo>
                  <a:lnTo>
                    <a:pt x="70" y="29"/>
                  </a:lnTo>
                  <a:lnTo>
                    <a:pt x="74" y="27"/>
                  </a:lnTo>
                  <a:lnTo>
                    <a:pt x="79" y="29"/>
                  </a:lnTo>
                  <a:lnTo>
                    <a:pt x="80" y="33"/>
                  </a:lnTo>
                  <a:lnTo>
                    <a:pt x="86" y="37"/>
                  </a:lnTo>
                  <a:lnTo>
                    <a:pt x="90" y="38"/>
                  </a:lnTo>
                  <a:lnTo>
                    <a:pt x="90" y="40"/>
                  </a:lnTo>
                  <a:lnTo>
                    <a:pt x="90" y="43"/>
                  </a:lnTo>
                  <a:lnTo>
                    <a:pt x="88" y="44"/>
                  </a:lnTo>
                  <a:lnTo>
                    <a:pt x="90" y="47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1" y="54"/>
                  </a:lnTo>
                  <a:lnTo>
                    <a:pt x="93" y="56"/>
                  </a:lnTo>
                  <a:lnTo>
                    <a:pt x="96" y="56"/>
                  </a:lnTo>
                  <a:lnTo>
                    <a:pt x="99" y="58"/>
                  </a:lnTo>
                  <a:lnTo>
                    <a:pt x="97" y="59"/>
                  </a:lnTo>
                  <a:lnTo>
                    <a:pt x="100" y="60"/>
                  </a:lnTo>
                  <a:lnTo>
                    <a:pt x="101" y="63"/>
                  </a:lnTo>
                  <a:lnTo>
                    <a:pt x="100" y="65"/>
                  </a:lnTo>
                  <a:lnTo>
                    <a:pt x="100" y="67"/>
                  </a:lnTo>
                  <a:lnTo>
                    <a:pt x="100" y="68"/>
                  </a:lnTo>
                  <a:lnTo>
                    <a:pt x="100" y="71"/>
                  </a:lnTo>
                  <a:lnTo>
                    <a:pt x="100" y="75"/>
                  </a:lnTo>
                  <a:lnTo>
                    <a:pt x="99" y="76"/>
                  </a:lnTo>
                  <a:lnTo>
                    <a:pt x="96" y="77"/>
                  </a:lnTo>
                  <a:lnTo>
                    <a:pt x="93" y="76"/>
                  </a:lnTo>
                  <a:lnTo>
                    <a:pt x="91" y="77"/>
                  </a:lnTo>
                  <a:lnTo>
                    <a:pt x="88" y="76"/>
                  </a:lnTo>
                  <a:lnTo>
                    <a:pt x="86" y="76"/>
                  </a:lnTo>
                  <a:lnTo>
                    <a:pt x="82" y="77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2" y="77"/>
                  </a:lnTo>
                  <a:lnTo>
                    <a:pt x="70" y="77"/>
                  </a:lnTo>
                  <a:lnTo>
                    <a:pt x="67" y="81"/>
                  </a:lnTo>
                  <a:lnTo>
                    <a:pt x="66" y="85"/>
                  </a:lnTo>
                  <a:lnTo>
                    <a:pt x="64" y="88"/>
                  </a:lnTo>
                  <a:lnTo>
                    <a:pt x="64" y="92"/>
                  </a:lnTo>
                  <a:lnTo>
                    <a:pt x="66" y="97"/>
                  </a:lnTo>
                  <a:lnTo>
                    <a:pt x="67" y="98"/>
                  </a:lnTo>
                  <a:lnTo>
                    <a:pt x="68" y="100"/>
                  </a:lnTo>
                  <a:lnTo>
                    <a:pt x="68" y="105"/>
                  </a:lnTo>
                  <a:lnTo>
                    <a:pt x="68" y="106"/>
                  </a:lnTo>
                  <a:lnTo>
                    <a:pt x="67" y="106"/>
                  </a:lnTo>
                  <a:lnTo>
                    <a:pt x="67" y="108"/>
                  </a:lnTo>
                  <a:lnTo>
                    <a:pt x="66" y="108"/>
                  </a:lnTo>
                  <a:lnTo>
                    <a:pt x="66" y="108"/>
                  </a:lnTo>
                  <a:lnTo>
                    <a:pt x="63" y="105"/>
                  </a:lnTo>
                  <a:lnTo>
                    <a:pt x="62" y="105"/>
                  </a:lnTo>
                  <a:lnTo>
                    <a:pt x="62" y="105"/>
                  </a:lnTo>
                  <a:lnTo>
                    <a:pt x="61" y="104"/>
                  </a:lnTo>
                  <a:lnTo>
                    <a:pt x="58" y="101"/>
                  </a:lnTo>
                  <a:lnTo>
                    <a:pt x="57" y="100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55" y="102"/>
                  </a:lnTo>
                  <a:lnTo>
                    <a:pt x="54" y="101"/>
                  </a:lnTo>
                  <a:lnTo>
                    <a:pt x="51" y="101"/>
                  </a:lnTo>
                  <a:lnTo>
                    <a:pt x="49" y="101"/>
                  </a:lnTo>
                  <a:lnTo>
                    <a:pt x="47" y="101"/>
                  </a:lnTo>
                  <a:lnTo>
                    <a:pt x="46" y="101"/>
                  </a:lnTo>
                  <a:lnTo>
                    <a:pt x="46" y="98"/>
                  </a:lnTo>
                  <a:lnTo>
                    <a:pt x="47" y="98"/>
                  </a:lnTo>
                  <a:lnTo>
                    <a:pt x="46" y="96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6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2" y="89"/>
                  </a:lnTo>
                  <a:lnTo>
                    <a:pt x="41" y="90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37" y="90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36" y="92"/>
                  </a:lnTo>
                  <a:lnTo>
                    <a:pt x="34" y="93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6" y="98"/>
                  </a:lnTo>
                  <a:lnTo>
                    <a:pt x="36" y="101"/>
                  </a:lnTo>
                  <a:lnTo>
                    <a:pt x="36" y="102"/>
                  </a:lnTo>
                  <a:lnTo>
                    <a:pt x="36" y="102"/>
                  </a:lnTo>
                  <a:lnTo>
                    <a:pt x="36" y="106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2" y="113"/>
                  </a:lnTo>
                  <a:lnTo>
                    <a:pt x="32" y="122"/>
                  </a:lnTo>
                  <a:lnTo>
                    <a:pt x="29" y="126"/>
                  </a:lnTo>
                  <a:lnTo>
                    <a:pt x="29" y="129"/>
                  </a:lnTo>
                  <a:lnTo>
                    <a:pt x="28" y="130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8" y="133"/>
                  </a:lnTo>
                  <a:lnTo>
                    <a:pt x="28" y="134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2" y="142"/>
                  </a:lnTo>
                  <a:lnTo>
                    <a:pt x="30" y="143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2" y="143"/>
                  </a:lnTo>
                  <a:lnTo>
                    <a:pt x="33" y="142"/>
                  </a:lnTo>
                  <a:lnTo>
                    <a:pt x="34" y="142"/>
                  </a:lnTo>
                  <a:lnTo>
                    <a:pt x="36" y="143"/>
                  </a:lnTo>
                  <a:lnTo>
                    <a:pt x="37" y="143"/>
                  </a:lnTo>
                  <a:lnTo>
                    <a:pt x="37" y="146"/>
                  </a:lnTo>
                  <a:lnTo>
                    <a:pt x="38" y="147"/>
                  </a:lnTo>
                  <a:lnTo>
                    <a:pt x="38" y="150"/>
                  </a:lnTo>
                  <a:lnTo>
                    <a:pt x="39" y="151"/>
                  </a:lnTo>
                  <a:lnTo>
                    <a:pt x="41" y="154"/>
                  </a:lnTo>
                  <a:lnTo>
                    <a:pt x="42" y="154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2" y="152"/>
                  </a:lnTo>
                  <a:lnTo>
                    <a:pt x="43" y="155"/>
                  </a:lnTo>
                  <a:lnTo>
                    <a:pt x="43" y="156"/>
                  </a:lnTo>
                  <a:lnTo>
                    <a:pt x="45" y="158"/>
                  </a:lnTo>
                  <a:lnTo>
                    <a:pt x="46" y="162"/>
                  </a:lnTo>
                  <a:lnTo>
                    <a:pt x="45" y="163"/>
                  </a:lnTo>
                  <a:lnTo>
                    <a:pt x="45" y="164"/>
                  </a:lnTo>
                  <a:lnTo>
                    <a:pt x="45" y="163"/>
                  </a:lnTo>
                  <a:lnTo>
                    <a:pt x="42" y="164"/>
                  </a:lnTo>
                  <a:lnTo>
                    <a:pt x="42" y="165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7" y="168"/>
                  </a:lnTo>
                  <a:lnTo>
                    <a:pt x="49" y="169"/>
                  </a:lnTo>
                  <a:lnTo>
                    <a:pt x="51" y="172"/>
                  </a:lnTo>
                  <a:lnTo>
                    <a:pt x="53" y="173"/>
                  </a:lnTo>
                  <a:lnTo>
                    <a:pt x="54" y="173"/>
                  </a:lnTo>
                  <a:lnTo>
                    <a:pt x="57" y="173"/>
                  </a:lnTo>
                  <a:lnTo>
                    <a:pt x="59" y="173"/>
                  </a:lnTo>
                  <a:lnTo>
                    <a:pt x="61" y="177"/>
                  </a:lnTo>
                  <a:lnTo>
                    <a:pt x="62" y="179"/>
                  </a:lnTo>
                  <a:lnTo>
                    <a:pt x="63" y="180"/>
                  </a:lnTo>
                  <a:lnTo>
                    <a:pt x="64" y="181"/>
                  </a:lnTo>
                  <a:lnTo>
                    <a:pt x="63" y="183"/>
                  </a:lnTo>
                  <a:lnTo>
                    <a:pt x="63" y="184"/>
                  </a:lnTo>
                  <a:lnTo>
                    <a:pt x="62" y="185"/>
                  </a:lnTo>
                  <a:lnTo>
                    <a:pt x="61" y="184"/>
                  </a:lnTo>
                  <a:lnTo>
                    <a:pt x="58" y="184"/>
                  </a:lnTo>
                  <a:lnTo>
                    <a:pt x="55" y="187"/>
                  </a:lnTo>
                  <a:lnTo>
                    <a:pt x="53" y="187"/>
                  </a:lnTo>
                  <a:lnTo>
                    <a:pt x="53" y="184"/>
                  </a:lnTo>
                  <a:lnTo>
                    <a:pt x="54" y="183"/>
                  </a:lnTo>
                  <a:lnTo>
                    <a:pt x="54" y="179"/>
                  </a:lnTo>
                  <a:lnTo>
                    <a:pt x="53" y="177"/>
                  </a:lnTo>
                  <a:lnTo>
                    <a:pt x="50" y="177"/>
                  </a:lnTo>
                  <a:lnTo>
                    <a:pt x="50" y="176"/>
                  </a:lnTo>
                  <a:lnTo>
                    <a:pt x="46" y="175"/>
                  </a:lnTo>
                  <a:lnTo>
                    <a:pt x="43" y="173"/>
                  </a:lnTo>
                  <a:lnTo>
                    <a:pt x="42" y="175"/>
                  </a:lnTo>
                  <a:lnTo>
                    <a:pt x="42" y="177"/>
                  </a:lnTo>
                  <a:lnTo>
                    <a:pt x="41" y="176"/>
                  </a:lnTo>
                  <a:lnTo>
                    <a:pt x="36" y="172"/>
                  </a:lnTo>
                  <a:lnTo>
                    <a:pt x="36" y="172"/>
                  </a:lnTo>
                  <a:lnTo>
                    <a:pt x="37" y="171"/>
                  </a:lnTo>
                  <a:lnTo>
                    <a:pt x="37" y="169"/>
                  </a:lnTo>
                  <a:lnTo>
                    <a:pt x="36" y="169"/>
                  </a:lnTo>
                  <a:lnTo>
                    <a:pt x="34" y="167"/>
                  </a:lnTo>
                  <a:lnTo>
                    <a:pt x="32" y="167"/>
                  </a:lnTo>
                  <a:lnTo>
                    <a:pt x="32" y="165"/>
                  </a:lnTo>
                  <a:lnTo>
                    <a:pt x="29" y="162"/>
                  </a:lnTo>
                  <a:lnTo>
                    <a:pt x="28" y="162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5"/>
                  </a:lnTo>
                  <a:lnTo>
                    <a:pt x="22" y="154"/>
                  </a:lnTo>
                  <a:lnTo>
                    <a:pt x="24" y="154"/>
                  </a:lnTo>
                  <a:lnTo>
                    <a:pt x="21" y="154"/>
                  </a:lnTo>
                  <a:lnTo>
                    <a:pt x="21" y="156"/>
                  </a:lnTo>
                  <a:lnTo>
                    <a:pt x="20" y="156"/>
                  </a:lnTo>
                  <a:lnTo>
                    <a:pt x="18" y="155"/>
                  </a:lnTo>
                  <a:lnTo>
                    <a:pt x="17" y="151"/>
                  </a:lnTo>
                  <a:lnTo>
                    <a:pt x="18" y="150"/>
                  </a:lnTo>
                  <a:lnTo>
                    <a:pt x="18" y="146"/>
                  </a:lnTo>
                  <a:lnTo>
                    <a:pt x="20" y="146"/>
                  </a:lnTo>
                  <a:lnTo>
                    <a:pt x="20" y="140"/>
                  </a:lnTo>
                  <a:lnTo>
                    <a:pt x="21" y="140"/>
                  </a:lnTo>
                  <a:lnTo>
                    <a:pt x="21" y="139"/>
                  </a:lnTo>
                  <a:lnTo>
                    <a:pt x="20" y="139"/>
                  </a:lnTo>
                  <a:lnTo>
                    <a:pt x="22" y="137"/>
                  </a:lnTo>
                  <a:lnTo>
                    <a:pt x="21" y="135"/>
                  </a:lnTo>
                  <a:lnTo>
                    <a:pt x="22" y="134"/>
                  </a:lnTo>
                  <a:lnTo>
                    <a:pt x="21" y="133"/>
                  </a:lnTo>
                  <a:lnTo>
                    <a:pt x="22" y="129"/>
                  </a:lnTo>
                  <a:lnTo>
                    <a:pt x="22" y="127"/>
                  </a:lnTo>
                  <a:lnTo>
                    <a:pt x="24" y="126"/>
                  </a:lnTo>
                  <a:lnTo>
                    <a:pt x="24" y="122"/>
                  </a:lnTo>
                  <a:lnTo>
                    <a:pt x="26" y="121"/>
                  </a:lnTo>
                  <a:lnTo>
                    <a:pt x="29" y="113"/>
                  </a:lnTo>
                  <a:lnTo>
                    <a:pt x="30" y="113"/>
                  </a:lnTo>
                  <a:lnTo>
                    <a:pt x="30" y="109"/>
                  </a:lnTo>
                  <a:lnTo>
                    <a:pt x="29" y="106"/>
                  </a:lnTo>
                  <a:lnTo>
                    <a:pt x="29" y="102"/>
                  </a:lnTo>
                  <a:lnTo>
                    <a:pt x="29" y="100"/>
                  </a:lnTo>
                  <a:lnTo>
                    <a:pt x="28" y="97"/>
                  </a:lnTo>
                  <a:lnTo>
                    <a:pt x="26" y="96"/>
                  </a:lnTo>
                  <a:lnTo>
                    <a:pt x="26" y="93"/>
                  </a:lnTo>
                  <a:lnTo>
                    <a:pt x="26" y="90"/>
                  </a:lnTo>
                  <a:lnTo>
                    <a:pt x="28" y="89"/>
                  </a:lnTo>
                  <a:lnTo>
                    <a:pt x="26" y="84"/>
                  </a:lnTo>
                  <a:lnTo>
                    <a:pt x="22" y="80"/>
                  </a:lnTo>
                  <a:lnTo>
                    <a:pt x="18" y="77"/>
                  </a:lnTo>
                  <a:lnTo>
                    <a:pt x="16" y="73"/>
                  </a:lnTo>
                  <a:lnTo>
                    <a:pt x="16" y="72"/>
                  </a:lnTo>
                  <a:lnTo>
                    <a:pt x="14" y="68"/>
                  </a:lnTo>
                  <a:lnTo>
                    <a:pt x="17" y="65"/>
                  </a:lnTo>
                  <a:lnTo>
                    <a:pt x="17" y="64"/>
                  </a:lnTo>
                  <a:lnTo>
                    <a:pt x="16" y="58"/>
                  </a:lnTo>
                  <a:lnTo>
                    <a:pt x="16" y="56"/>
                  </a:lnTo>
                  <a:lnTo>
                    <a:pt x="18" y="55"/>
                  </a:lnTo>
                  <a:lnTo>
                    <a:pt x="18" y="52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9" y="39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0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3" y="26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4" y="19"/>
                  </a:lnTo>
                  <a:lnTo>
                    <a:pt x="7" y="18"/>
                  </a:lnTo>
                  <a:lnTo>
                    <a:pt x="5" y="14"/>
                  </a:lnTo>
                  <a:lnTo>
                    <a:pt x="8" y="12"/>
                  </a:lnTo>
                  <a:lnTo>
                    <a:pt x="12" y="13"/>
                  </a:lnTo>
                  <a:lnTo>
                    <a:pt x="14" y="10"/>
                  </a:lnTo>
                  <a:lnTo>
                    <a:pt x="17" y="12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20" y="5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0" name="Freeform 365"/>
            <p:cNvSpPr>
              <a:spLocks noEditPoints="1"/>
            </p:cNvSpPr>
            <p:nvPr/>
          </p:nvSpPr>
          <p:spPr bwMode="auto">
            <a:xfrm>
              <a:off x="8528869" y="3449501"/>
              <a:ext cx="269001" cy="601446"/>
            </a:xfrm>
            <a:custGeom>
              <a:avLst/>
              <a:gdLst>
                <a:gd name="T0" fmla="*/ 18 w 106"/>
                <a:gd name="T1" fmla="*/ 125 h 237"/>
                <a:gd name="T2" fmla="*/ 61 w 106"/>
                <a:gd name="T3" fmla="*/ 6 h 237"/>
                <a:gd name="T4" fmla="*/ 68 w 106"/>
                <a:gd name="T5" fmla="*/ 23 h 237"/>
                <a:gd name="T6" fmla="*/ 62 w 106"/>
                <a:gd name="T7" fmla="*/ 35 h 237"/>
                <a:gd name="T8" fmla="*/ 58 w 106"/>
                <a:gd name="T9" fmla="*/ 44 h 237"/>
                <a:gd name="T10" fmla="*/ 62 w 106"/>
                <a:gd name="T11" fmla="*/ 53 h 237"/>
                <a:gd name="T12" fmla="*/ 72 w 106"/>
                <a:gd name="T13" fmla="*/ 58 h 237"/>
                <a:gd name="T14" fmla="*/ 81 w 106"/>
                <a:gd name="T15" fmla="*/ 65 h 237"/>
                <a:gd name="T16" fmla="*/ 87 w 106"/>
                <a:gd name="T17" fmla="*/ 70 h 237"/>
                <a:gd name="T18" fmla="*/ 83 w 106"/>
                <a:gd name="T19" fmla="*/ 81 h 237"/>
                <a:gd name="T20" fmla="*/ 91 w 106"/>
                <a:gd name="T21" fmla="*/ 87 h 237"/>
                <a:gd name="T22" fmla="*/ 106 w 106"/>
                <a:gd name="T23" fmla="*/ 87 h 237"/>
                <a:gd name="T24" fmla="*/ 97 w 106"/>
                <a:gd name="T25" fmla="*/ 99 h 237"/>
                <a:gd name="T26" fmla="*/ 89 w 106"/>
                <a:gd name="T27" fmla="*/ 107 h 237"/>
                <a:gd name="T28" fmla="*/ 79 w 106"/>
                <a:gd name="T29" fmla="*/ 112 h 237"/>
                <a:gd name="T30" fmla="*/ 69 w 106"/>
                <a:gd name="T31" fmla="*/ 125 h 237"/>
                <a:gd name="T32" fmla="*/ 69 w 106"/>
                <a:gd name="T33" fmla="*/ 136 h 237"/>
                <a:gd name="T34" fmla="*/ 81 w 106"/>
                <a:gd name="T35" fmla="*/ 152 h 237"/>
                <a:gd name="T36" fmla="*/ 82 w 106"/>
                <a:gd name="T37" fmla="*/ 166 h 237"/>
                <a:gd name="T38" fmla="*/ 87 w 106"/>
                <a:gd name="T39" fmla="*/ 182 h 237"/>
                <a:gd name="T40" fmla="*/ 93 w 106"/>
                <a:gd name="T41" fmla="*/ 199 h 237"/>
                <a:gd name="T42" fmla="*/ 94 w 106"/>
                <a:gd name="T43" fmla="*/ 215 h 237"/>
                <a:gd name="T44" fmla="*/ 87 w 106"/>
                <a:gd name="T45" fmla="*/ 231 h 237"/>
                <a:gd name="T46" fmla="*/ 83 w 106"/>
                <a:gd name="T47" fmla="*/ 227 h 237"/>
                <a:gd name="T48" fmla="*/ 86 w 106"/>
                <a:gd name="T49" fmla="*/ 219 h 237"/>
                <a:gd name="T50" fmla="*/ 85 w 106"/>
                <a:gd name="T51" fmla="*/ 208 h 237"/>
                <a:gd name="T52" fmla="*/ 82 w 106"/>
                <a:gd name="T53" fmla="*/ 192 h 237"/>
                <a:gd name="T54" fmla="*/ 77 w 106"/>
                <a:gd name="T55" fmla="*/ 187 h 237"/>
                <a:gd name="T56" fmla="*/ 74 w 106"/>
                <a:gd name="T57" fmla="*/ 171 h 237"/>
                <a:gd name="T58" fmla="*/ 70 w 106"/>
                <a:gd name="T59" fmla="*/ 157 h 237"/>
                <a:gd name="T60" fmla="*/ 65 w 106"/>
                <a:gd name="T61" fmla="*/ 154 h 237"/>
                <a:gd name="T62" fmla="*/ 60 w 106"/>
                <a:gd name="T63" fmla="*/ 142 h 237"/>
                <a:gd name="T64" fmla="*/ 60 w 106"/>
                <a:gd name="T65" fmla="*/ 149 h 237"/>
                <a:gd name="T66" fmla="*/ 52 w 106"/>
                <a:gd name="T67" fmla="*/ 152 h 237"/>
                <a:gd name="T68" fmla="*/ 49 w 106"/>
                <a:gd name="T69" fmla="*/ 156 h 237"/>
                <a:gd name="T70" fmla="*/ 40 w 106"/>
                <a:gd name="T71" fmla="*/ 161 h 237"/>
                <a:gd name="T72" fmla="*/ 32 w 106"/>
                <a:gd name="T73" fmla="*/ 164 h 237"/>
                <a:gd name="T74" fmla="*/ 29 w 106"/>
                <a:gd name="T75" fmla="*/ 162 h 237"/>
                <a:gd name="T76" fmla="*/ 32 w 106"/>
                <a:gd name="T77" fmla="*/ 144 h 237"/>
                <a:gd name="T78" fmla="*/ 27 w 106"/>
                <a:gd name="T79" fmla="*/ 129 h 237"/>
                <a:gd name="T80" fmla="*/ 22 w 106"/>
                <a:gd name="T81" fmla="*/ 121 h 237"/>
                <a:gd name="T82" fmla="*/ 14 w 106"/>
                <a:gd name="T83" fmla="*/ 116 h 237"/>
                <a:gd name="T84" fmla="*/ 16 w 106"/>
                <a:gd name="T85" fmla="*/ 116 h 237"/>
                <a:gd name="T86" fmla="*/ 15 w 106"/>
                <a:gd name="T87" fmla="*/ 111 h 237"/>
                <a:gd name="T88" fmla="*/ 8 w 106"/>
                <a:gd name="T89" fmla="*/ 108 h 237"/>
                <a:gd name="T90" fmla="*/ 3 w 106"/>
                <a:gd name="T91" fmla="*/ 103 h 237"/>
                <a:gd name="T92" fmla="*/ 3 w 106"/>
                <a:gd name="T93" fmla="*/ 91 h 237"/>
                <a:gd name="T94" fmla="*/ 8 w 106"/>
                <a:gd name="T95" fmla="*/ 82 h 237"/>
                <a:gd name="T96" fmla="*/ 11 w 106"/>
                <a:gd name="T97" fmla="*/ 66 h 237"/>
                <a:gd name="T98" fmla="*/ 20 w 106"/>
                <a:gd name="T99" fmla="*/ 54 h 237"/>
                <a:gd name="T100" fmla="*/ 25 w 106"/>
                <a:gd name="T101" fmla="*/ 29 h 237"/>
                <a:gd name="T102" fmla="*/ 35 w 106"/>
                <a:gd name="T103" fmla="*/ 11 h 237"/>
                <a:gd name="T104" fmla="*/ 47 w 106"/>
                <a:gd name="T105" fmla="*/ 6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237">
                  <a:moveTo>
                    <a:pt x="18" y="125"/>
                  </a:moveTo>
                  <a:lnTo>
                    <a:pt x="19" y="127"/>
                  </a:lnTo>
                  <a:lnTo>
                    <a:pt x="19" y="129"/>
                  </a:lnTo>
                  <a:lnTo>
                    <a:pt x="16" y="128"/>
                  </a:lnTo>
                  <a:lnTo>
                    <a:pt x="16" y="125"/>
                  </a:lnTo>
                  <a:lnTo>
                    <a:pt x="18" y="125"/>
                  </a:lnTo>
                  <a:close/>
                  <a:moveTo>
                    <a:pt x="49" y="0"/>
                  </a:moveTo>
                  <a:lnTo>
                    <a:pt x="52" y="2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8" y="3"/>
                  </a:lnTo>
                  <a:lnTo>
                    <a:pt x="61" y="6"/>
                  </a:lnTo>
                  <a:lnTo>
                    <a:pt x="61" y="8"/>
                  </a:lnTo>
                  <a:lnTo>
                    <a:pt x="64" y="8"/>
                  </a:lnTo>
                  <a:lnTo>
                    <a:pt x="65" y="11"/>
                  </a:lnTo>
                  <a:lnTo>
                    <a:pt x="65" y="15"/>
                  </a:lnTo>
                  <a:lnTo>
                    <a:pt x="68" y="19"/>
                  </a:lnTo>
                  <a:lnTo>
                    <a:pt x="68" y="23"/>
                  </a:lnTo>
                  <a:lnTo>
                    <a:pt x="68" y="27"/>
                  </a:lnTo>
                  <a:lnTo>
                    <a:pt x="68" y="29"/>
                  </a:lnTo>
                  <a:lnTo>
                    <a:pt x="66" y="31"/>
                  </a:lnTo>
                  <a:lnTo>
                    <a:pt x="65" y="32"/>
                  </a:lnTo>
                  <a:lnTo>
                    <a:pt x="64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2" y="40"/>
                  </a:lnTo>
                  <a:lnTo>
                    <a:pt x="61" y="40"/>
                  </a:lnTo>
                  <a:lnTo>
                    <a:pt x="60" y="41"/>
                  </a:lnTo>
                  <a:lnTo>
                    <a:pt x="58" y="44"/>
                  </a:lnTo>
                  <a:lnTo>
                    <a:pt x="60" y="45"/>
                  </a:lnTo>
                  <a:lnTo>
                    <a:pt x="58" y="46"/>
                  </a:lnTo>
                  <a:lnTo>
                    <a:pt x="58" y="49"/>
                  </a:lnTo>
                  <a:lnTo>
                    <a:pt x="60" y="49"/>
                  </a:lnTo>
                  <a:lnTo>
                    <a:pt x="61" y="50"/>
                  </a:lnTo>
                  <a:lnTo>
                    <a:pt x="62" y="53"/>
                  </a:lnTo>
                  <a:lnTo>
                    <a:pt x="62" y="56"/>
                  </a:lnTo>
                  <a:lnTo>
                    <a:pt x="64" y="58"/>
                  </a:lnTo>
                  <a:lnTo>
                    <a:pt x="66" y="56"/>
                  </a:lnTo>
                  <a:lnTo>
                    <a:pt x="72" y="54"/>
                  </a:lnTo>
                  <a:lnTo>
                    <a:pt x="73" y="57"/>
                  </a:lnTo>
                  <a:lnTo>
                    <a:pt x="72" y="58"/>
                  </a:lnTo>
                  <a:lnTo>
                    <a:pt x="73" y="60"/>
                  </a:lnTo>
                  <a:lnTo>
                    <a:pt x="76" y="58"/>
                  </a:lnTo>
                  <a:lnTo>
                    <a:pt x="77" y="61"/>
                  </a:lnTo>
                  <a:lnTo>
                    <a:pt x="76" y="62"/>
                  </a:lnTo>
                  <a:lnTo>
                    <a:pt x="77" y="65"/>
                  </a:lnTo>
                  <a:lnTo>
                    <a:pt x="81" y="65"/>
                  </a:lnTo>
                  <a:lnTo>
                    <a:pt x="79" y="66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85" y="66"/>
                  </a:lnTo>
                  <a:lnTo>
                    <a:pt x="87" y="67"/>
                  </a:lnTo>
                  <a:lnTo>
                    <a:pt x="87" y="70"/>
                  </a:lnTo>
                  <a:lnTo>
                    <a:pt x="86" y="71"/>
                  </a:lnTo>
                  <a:lnTo>
                    <a:pt x="86" y="74"/>
                  </a:lnTo>
                  <a:lnTo>
                    <a:pt x="83" y="78"/>
                  </a:lnTo>
                  <a:lnTo>
                    <a:pt x="81" y="79"/>
                  </a:lnTo>
                  <a:lnTo>
                    <a:pt x="81" y="81"/>
                  </a:lnTo>
                  <a:lnTo>
                    <a:pt x="83" y="81"/>
                  </a:lnTo>
                  <a:lnTo>
                    <a:pt x="87" y="81"/>
                  </a:lnTo>
                  <a:lnTo>
                    <a:pt x="87" y="82"/>
                  </a:lnTo>
                  <a:lnTo>
                    <a:pt x="89" y="79"/>
                  </a:lnTo>
                  <a:lnTo>
                    <a:pt x="91" y="82"/>
                  </a:lnTo>
                  <a:lnTo>
                    <a:pt x="90" y="85"/>
                  </a:lnTo>
                  <a:lnTo>
                    <a:pt x="91" y="87"/>
                  </a:lnTo>
                  <a:lnTo>
                    <a:pt x="94" y="89"/>
                  </a:lnTo>
                  <a:lnTo>
                    <a:pt x="95" y="87"/>
                  </a:lnTo>
                  <a:lnTo>
                    <a:pt x="98" y="87"/>
                  </a:lnTo>
                  <a:lnTo>
                    <a:pt x="103" y="85"/>
                  </a:lnTo>
                  <a:lnTo>
                    <a:pt x="106" y="86"/>
                  </a:lnTo>
                  <a:lnTo>
                    <a:pt x="106" y="87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9" y="94"/>
                  </a:lnTo>
                  <a:lnTo>
                    <a:pt x="98" y="95"/>
                  </a:lnTo>
                  <a:lnTo>
                    <a:pt x="98" y="96"/>
                  </a:lnTo>
                  <a:lnTo>
                    <a:pt x="97" y="99"/>
                  </a:lnTo>
                  <a:lnTo>
                    <a:pt x="95" y="99"/>
                  </a:lnTo>
                  <a:lnTo>
                    <a:pt x="93" y="102"/>
                  </a:lnTo>
                  <a:lnTo>
                    <a:pt x="90" y="103"/>
                  </a:lnTo>
                  <a:lnTo>
                    <a:pt x="87" y="103"/>
                  </a:lnTo>
                  <a:lnTo>
                    <a:pt x="87" y="104"/>
                  </a:lnTo>
                  <a:lnTo>
                    <a:pt x="89" y="107"/>
                  </a:lnTo>
                  <a:lnTo>
                    <a:pt x="87" y="108"/>
                  </a:lnTo>
                  <a:lnTo>
                    <a:pt x="85" y="107"/>
                  </a:lnTo>
                  <a:lnTo>
                    <a:pt x="83" y="108"/>
                  </a:lnTo>
                  <a:lnTo>
                    <a:pt x="83" y="112"/>
                  </a:lnTo>
                  <a:lnTo>
                    <a:pt x="82" y="114"/>
                  </a:lnTo>
                  <a:lnTo>
                    <a:pt x="79" y="112"/>
                  </a:lnTo>
                  <a:lnTo>
                    <a:pt x="77" y="115"/>
                  </a:lnTo>
                  <a:lnTo>
                    <a:pt x="73" y="114"/>
                  </a:lnTo>
                  <a:lnTo>
                    <a:pt x="70" y="116"/>
                  </a:lnTo>
                  <a:lnTo>
                    <a:pt x="72" y="120"/>
                  </a:lnTo>
                  <a:lnTo>
                    <a:pt x="69" y="121"/>
                  </a:lnTo>
                  <a:lnTo>
                    <a:pt x="69" y="125"/>
                  </a:lnTo>
                  <a:lnTo>
                    <a:pt x="70" y="127"/>
                  </a:lnTo>
                  <a:lnTo>
                    <a:pt x="68" y="128"/>
                  </a:lnTo>
                  <a:lnTo>
                    <a:pt x="65" y="129"/>
                  </a:lnTo>
                  <a:lnTo>
                    <a:pt x="65" y="132"/>
                  </a:lnTo>
                  <a:lnTo>
                    <a:pt x="68" y="132"/>
                  </a:lnTo>
                  <a:lnTo>
                    <a:pt x="69" y="136"/>
                  </a:lnTo>
                  <a:lnTo>
                    <a:pt x="70" y="137"/>
                  </a:lnTo>
                  <a:lnTo>
                    <a:pt x="72" y="139"/>
                  </a:lnTo>
                  <a:lnTo>
                    <a:pt x="74" y="141"/>
                  </a:lnTo>
                  <a:lnTo>
                    <a:pt x="77" y="148"/>
                  </a:lnTo>
                  <a:lnTo>
                    <a:pt x="79" y="148"/>
                  </a:lnTo>
                  <a:lnTo>
                    <a:pt x="81" y="152"/>
                  </a:lnTo>
                  <a:lnTo>
                    <a:pt x="81" y="154"/>
                  </a:lnTo>
                  <a:lnTo>
                    <a:pt x="83" y="154"/>
                  </a:lnTo>
                  <a:lnTo>
                    <a:pt x="83" y="157"/>
                  </a:lnTo>
                  <a:lnTo>
                    <a:pt x="81" y="158"/>
                  </a:lnTo>
                  <a:lnTo>
                    <a:pt x="81" y="160"/>
                  </a:lnTo>
                  <a:lnTo>
                    <a:pt x="82" y="166"/>
                  </a:lnTo>
                  <a:lnTo>
                    <a:pt x="82" y="167"/>
                  </a:lnTo>
                  <a:lnTo>
                    <a:pt x="79" y="170"/>
                  </a:lnTo>
                  <a:lnTo>
                    <a:pt x="81" y="174"/>
                  </a:lnTo>
                  <a:lnTo>
                    <a:pt x="81" y="175"/>
                  </a:lnTo>
                  <a:lnTo>
                    <a:pt x="83" y="179"/>
                  </a:lnTo>
                  <a:lnTo>
                    <a:pt x="87" y="182"/>
                  </a:lnTo>
                  <a:lnTo>
                    <a:pt x="91" y="186"/>
                  </a:lnTo>
                  <a:lnTo>
                    <a:pt x="93" y="191"/>
                  </a:lnTo>
                  <a:lnTo>
                    <a:pt x="91" y="192"/>
                  </a:lnTo>
                  <a:lnTo>
                    <a:pt x="91" y="195"/>
                  </a:lnTo>
                  <a:lnTo>
                    <a:pt x="91" y="198"/>
                  </a:lnTo>
                  <a:lnTo>
                    <a:pt x="93" y="199"/>
                  </a:lnTo>
                  <a:lnTo>
                    <a:pt x="94" y="202"/>
                  </a:lnTo>
                  <a:lnTo>
                    <a:pt x="94" y="204"/>
                  </a:lnTo>
                  <a:lnTo>
                    <a:pt x="94" y="208"/>
                  </a:lnTo>
                  <a:lnTo>
                    <a:pt x="95" y="211"/>
                  </a:lnTo>
                  <a:lnTo>
                    <a:pt x="95" y="215"/>
                  </a:lnTo>
                  <a:lnTo>
                    <a:pt x="94" y="215"/>
                  </a:lnTo>
                  <a:lnTo>
                    <a:pt x="91" y="223"/>
                  </a:lnTo>
                  <a:lnTo>
                    <a:pt x="89" y="224"/>
                  </a:lnTo>
                  <a:lnTo>
                    <a:pt x="89" y="228"/>
                  </a:lnTo>
                  <a:lnTo>
                    <a:pt x="87" y="229"/>
                  </a:lnTo>
                  <a:lnTo>
                    <a:pt x="87" y="231"/>
                  </a:lnTo>
                  <a:lnTo>
                    <a:pt x="87" y="231"/>
                  </a:lnTo>
                  <a:lnTo>
                    <a:pt x="86" y="233"/>
                  </a:lnTo>
                  <a:lnTo>
                    <a:pt x="86" y="237"/>
                  </a:lnTo>
                  <a:lnTo>
                    <a:pt x="85" y="233"/>
                  </a:lnTo>
                  <a:lnTo>
                    <a:pt x="85" y="229"/>
                  </a:lnTo>
                  <a:lnTo>
                    <a:pt x="83" y="228"/>
                  </a:lnTo>
                  <a:lnTo>
                    <a:pt x="83" y="227"/>
                  </a:lnTo>
                  <a:lnTo>
                    <a:pt x="85" y="228"/>
                  </a:lnTo>
                  <a:lnTo>
                    <a:pt x="85" y="227"/>
                  </a:lnTo>
                  <a:lnTo>
                    <a:pt x="87" y="224"/>
                  </a:lnTo>
                  <a:lnTo>
                    <a:pt x="87" y="223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7" y="219"/>
                  </a:lnTo>
                  <a:lnTo>
                    <a:pt x="87" y="217"/>
                  </a:lnTo>
                  <a:lnTo>
                    <a:pt x="86" y="214"/>
                  </a:lnTo>
                  <a:lnTo>
                    <a:pt x="89" y="212"/>
                  </a:lnTo>
                  <a:lnTo>
                    <a:pt x="86" y="211"/>
                  </a:lnTo>
                  <a:lnTo>
                    <a:pt x="85" y="208"/>
                  </a:lnTo>
                  <a:lnTo>
                    <a:pt x="85" y="206"/>
                  </a:lnTo>
                  <a:lnTo>
                    <a:pt x="86" y="204"/>
                  </a:lnTo>
                  <a:lnTo>
                    <a:pt x="85" y="203"/>
                  </a:lnTo>
                  <a:lnTo>
                    <a:pt x="85" y="202"/>
                  </a:lnTo>
                  <a:lnTo>
                    <a:pt x="83" y="194"/>
                  </a:lnTo>
                  <a:lnTo>
                    <a:pt x="82" y="192"/>
                  </a:lnTo>
                  <a:lnTo>
                    <a:pt x="81" y="190"/>
                  </a:lnTo>
                  <a:lnTo>
                    <a:pt x="79" y="187"/>
                  </a:lnTo>
                  <a:lnTo>
                    <a:pt x="79" y="191"/>
                  </a:lnTo>
                  <a:lnTo>
                    <a:pt x="78" y="191"/>
                  </a:lnTo>
                  <a:lnTo>
                    <a:pt x="78" y="190"/>
                  </a:lnTo>
                  <a:lnTo>
                    <a:pt x="77" y="187"/>
                  </a:lnTo>
                  <a:lnTo>
                    <a:pt x="78" y="182"/>
                  </a:lnTo>
                  <a:lnTo>
                    <a:pt x="76" y="181"/>
                  </a:lnTo>
                  <a:lnTo>
                    <a:pt x="76" y="178"/>
                  </a:lnTo>
                  <a:lnTo>
                    <a:pt x="77" y="177"/>
                  </a:lnTo>
                  <a:lnTo>
                    <a:pt x="74" y="175"/>
                  </a:lnTo>
                  <a:lnTo>
                    <a:pt x="74" y="171"/>
                  </a:lnTo>
                  <a:lnTo>
                    <a:pt x="73" y="171"/>
                  </a:lnTo>
                  <a:lnTo>
                    <a:pt x="72" y="162"/>
                  </a:lnTo>
                  <a:lnTo>
                    <a:pt x="70" y="161"/>
                  </a:lnTo>
                  <a:lnTo>
                    <a:pt x="70" y="160"/>
                  </a:lnTo>
                  <a:lnTo>
                    <a:pt x="70" y="158"/>
                  </a:lnTo>
                  <a:lnTo>
                    <a:pt x="70" y="157"/>
                  </a:lnTo>
                  <a:lnTo>
                    <a:pt x="69" y="154"/>
                  </a:lnTo>
                  <a:lnTo>
                    <a:pt x="70" y="153"/>
                  </a:lnTo>
                  <a:lnTo>
                    <a:pt x="70" y="152"/>
                  </a:lnTo>
                  <a:lnTo>
                    <a:pt x="69" y="153"/>
                  </a:lnTo>
                  <a:lnTo>
                    <a:pt x="68" y="154"/>
                  </a:lnTo>
                  <a:lnTo>
                    <a:pt x="65" y="154"/>
                  </a:lnTo>
                  <a:lnTo>
                    <a:pt x="65" y="152"/>
                  </a:lnTo>
                  <a:lnTo>
                    <a:pt x="64" y="150"/>
                  </a:lnTo>
                  <a:lnTo>
                    <a:pt x="61" y="145"/>
                  </a:lnTo>
                  <a:lnTo>
                    <a:pt x="61" y="144"/>
                  </a:lnTo>
                  <a:lnTo>
                    <a:pt x="60" y="144"/>
                  </a:lnTo>
                  <a:lnTo>
                    <a:pt x="60" y="142"/>
                  </a:lnTo>
                  <a:lnTo>
                    <a:pt x="58" y="141"/>
                  </a:lnTo>
                  <a:lnTo>
                    <a:pt x="60" y="142"/>
                  </a:lnTo>
                  <a:lnTo>
                    <a:pt x="58" y="144"/>
                  </a:lnTo>
                  <a:lnTo>
                    <a:pt x="58" y="145"/>
                  </a:lnTo>
                  <a:lnTo>
                    <a:pt x="60" y="146"/>
                  </a:lnTo>
                  <a:lnTo>
                    <a:pt x="60" y="149"/>
                  </a:lnTo>
                  <a:lnTo>
                    <a:pt x="58" y="150"/>
                  </a:lnTo>
                  <a:lnTo>
                    <a:pt x="58" y="152"/>
                  </a:lnTo>
                  <a:lnTo>
                    <a:pt x="56" y="154"/>
                  </a:lnTo>
                  <a:lnTo>
                    <a:pt x="54" y="153"/>
                  </a:lnTo>
                  <a:lnTo>
                    <a:pt x="53" y="152"/>
                  </a:lnTo>
                  <a:lnTo>
                    <a:pt x="52" y="152"/>
                  </a:lnTo>
                  <a:lnTo>
                    <a:pt x="53" y="153"/>
                  </a:lnTo>
                  <a:lnTo>
                    <a:pt x="53" y="154"/>
                  </a:lnTo>
                  <a:lnTo>
                    <a:pt x="54" y="154"/>
                  </a:lnTo>
                  <a:lnTo>
                    <a:pt x="52" y="157"/>
                  </a:lnTo>
                  <a:lnTo>
                    <a:pt x="50" y="157"/>
                  </a:lnTo>
                  <a:lnTo>
                    <a:pt x="49" y="156"/>
                  </a:lnTo>
                  <a:lnTo>
                    <a:pt x="48" y="158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61"/>
                  </a:lnTo>
                  <a:lnTo>
                    <a:pt x="40" y="162"/>
                  </a:lnTo>
                  <a:lnTo>
                    <a:pt x="39" y="162"/>
                  </a:lnTo>
                  <a:lnTo>
                    <a:pt x="37" y="161"/>
                  </a:lnTo>
                  <a:lnTo>
                    <a:pt x="33" y="162"/>
                  </a:lnTo>
                  <a:lnTo>
                    <a:pt x="33" y="164"/>
                  </a:lnTo>
                  <a:lnTo>
                    <a:pt x="32" y="164"/>
                  </a:lnTo>
                  <a:lnTo>
                    <a:pt x="32" y="161"/>
                  </a:lnTo>
                  <a:lnTo>
                    <a:pt x="35" y="157"/>
                  </a:lnTo>
                  <a:lnTo>
                    <a:pt x="35" y="153"/>
                  </a:lnTo>
                  <a:lnTo>
                    <a:pt x="33" y="157"/>
                  </a:lnTo>
                  <a:lnTo>
                    <a:pt x="31" y="160"/>
                  </a:lnTo>
                  <a:lnTo>
                    <a:pt x="29" y="162"/>
                  </a:lnTo>
                  <a:lnTo>
                    <a:pt x="29" y="161"/>
                  </a:lnTo>
                  <a:lnTo>
                    <a:pt x="29" y="160"/>
                  </a:lnTo>
                  <a:lnTo>
                    <a:pt x="29" y="158"/>
                  </a:lnTo>
                  <a:lnTo>
                    <a:pt x="31" y="146"/>
                  </a:lnTo>
                  <a:lnTo>
                    <a:pt x="33" y="144"/>
                  </a:lnTo>
                  <a:lnTo>
                    <a:pt x="32" y="144"/>
                  </a:lnTo>
                  <a:lnTo>
                    <a:pt x="31" y="139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8" y="132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4"/>
                  </a:lnTo>
                  <a:lnTo>
                    <a:pt x="24" y="123"/>
                  </a:lnTo>
                  <a:lnTo>
                    <a:pt x="24" y="120"/>
                  </a:lnTo>
                  <a:lnTo>
                    <a:pt x="22" y="119"/>
                  </a:lnTo>
                  <a:lnTo>
                    <a:pt x="22" y="121"/>
                  </a:lnTo>
                  <a:lnTo>
                    <a:pt x="23" y="125"/>
                  </a:lnTo>
                  <a:lnTo>
                    <a:pt x="19" y="124"/>
                  </a:lnTo>
                  <a:lnTo>
                    <a:pt x="16" y="121"/>
                  </a:lnTo>
                  <a:lnTo>
                    <a:pt x="16" y="120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6" y="116"/>
                  </a:lnTo>
                  <a:lnTo>
                    <a:pt x="16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6" y="116"/>
                  </a:lnTo>
                  <a:lnTo>
                    <a:pt x="19" y="116"/>
                  </a:lnTo>
                  <a:lnTo>
                    <a:pt x="20" y="117"/>
                  </a:lnTo>
                  <a:lnTo>
                    <a:pt x="22" y="116"/>
                  </a:lnTo>
                  <a:lnTo>
                    <a:pt x="22" y="115"/>
                  </a:lnTo>
                  <a:lnTo>
                    <a:pt x="19" y="111"/>
                  </a:lnTo>
                  <a:lnTo>
                    <a:pt x="15" y="111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1" y="107"/>
                  </a:lnTo>
                  <a:lnTo>
                    <a:pt x="11" y="108"/>
                  </a:lnTo>
                  <a:lnTo>
                    <a:pt x="10" y="108"/>
                  </a:lnTo>
                  <a:lnTo>
                    <a:pt x="8" y="108"/>
                  </a:lnTo>
                  <a:lnTo>
                    <a:pt x="11" y="106"/>
                  </a:lnTo>
                  <a:lnTo>
                    <a:pt x="8" y="106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8" y="107"/>
                  </a:lnTo>
                  <a:lnTo>
                    <a:pt x="3" y="103"/>
                  </a:lnTo>
                  <a:lnTo>
                    <a:pt x="2" y="9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3" y="91"/>
                  </a:lnTo>
                  <a:lnTo>
                    <a:pt x="4" y="92"/>
                  </a:lnTo>
                  <a:lnTo>
                    <a:pt x="4" y="89"/>
                  </a:lnTo>
                  <a:lnTo>
                    <a:pt x="4" y="85"/>
                  </a:lnTo>
                  <a:lnTo>
                    <a:pt x="6" y="83"/>
                  </a:lnTo>
                  <a:lnTo>
                    <a:pt x="7" y="83"/>
                  </a:lnTo>
                  <a:lnTo>
                    <a:pt x="8" y="82"/>
                  </a:lnTo>
                  <a:lnTo>
                    <a:pt x="10" y="79"/>
                  </a:lnTo>
                  <a:lnTo>
                    <a:pt x="8" y="77"/>
                  </a:lnTo>
                  <a:lnTo>
                    <a:pt x="10" y="73"/>
                  </a:lnTo>
                  <a:lnTo>
                    <a:pt x="8" y="70"/>
                  </a:lnTo>
                  <a:lnTo>
                    <a:pt x="11" y="70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0" y="57"/>
                  </a:lnTo>
                  <a:lnTo>
                    <a:pt x="12" y="57"/>
                  </a:lnTo>
                  <a:lnTo>
                    <a:pt x="15" y="58"/>
                  </a:lnTo>
                  <a:lnTo>
                    <a:pt x="18" y="58"/>
                  </a:lnTo>
                  <a:lnTo>
                    <a:pt x="20" y="54"/>
                  </a:lnTo>
                  <a:lnTo>
                    <a:pt x="20" y="49"/>
                  </a:lnTo>
                  <a:lnTo>
                    <a:pt x="23" y="42"/>
                  </a:lnTo>
                  <a:lnTo>
                    <a:pt x="20" y="41"/>
                  </a:lnTo>
                  <a:lnTo>
                    <a:pt x="20" y="40"/>
                  </a:lnTo>
                  <a:lnTo>
                    <a:pt x="24" y="35"/>
                  </a:lnTo>
                  <a:lnTo>
                    <a:pt x="25" y="29"/>
                  </a:lnTo>
                  <a:lnTo>
                    <a:pt x="24" y="28"/>
                  </a:lnTo>
                  <a:lnTo>
                    <a:pt x="24" y="25"/>
                  </a:lnTo>
                  <a:lnTo>
                    <a:pt x="28" y="19"/>
                  </a:lnTo>
                  <a:lnTo>
                    <a:pt x="31" y="17"/>
                  </a:lnTo>
                  <a:lnTo>
                    <a:pt x="35" y="15"/>
                  </a:lnTo>
                  <a:lnTo>
                    <a:pt x="35" y="11"/>
                  </a:lnTo>
                  <a:lnTo>
                    <a:pt x="39" y="11"/>
                  </a:lnTo>
                  <a:lnTo>
                    <a:pt x="43" y="8"/>
                  </a:lnTo>
                  <a:lnTo>
                    <a:pt x="44" y="10"/>
                  </a:lnTo>
                  <a:lnTo>
                    <a:pt x="47" y="11"/>
                  </a:lnTo>
                  <a:lnTo>
                    <a:pt x="47" y="8"/>
                  </a:lnTo>
                  <a:lnTo>
                    <a:pt x="47" y="6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8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1" name="Freeform 366"/>
            <p:cNvSpPr>
              <a:spLocks noEditPoints="1"/>
            </p:cNvSpPr>
            <p:nvPr/>
          </p:nvSpPr>
          <p:spPr bwMode="auto">
            <a:xfrm>
              <a:off x="8178660" y="4056023"/>
              <a:ext cx="68520" cy="121812"/>
            </a:xfrm>
            <a:custGeom>
              <a:avLst/>
              <a:gdLst>
                <a:gd name="T0" fmla="*/ 2 w 27"/>
                <a:gd name="T1" fmla="*/ 18 h 48"/>
                <a:gd name="T2" fmla="*/ 2 w 27"/>
                <a:gd name="T3" fmla="*/ 21 h 48"/>
                <a:gd name="T4" fmla="*/ 2 w 27"/>
                <a:gd name="T5" fmla="*/ 21 h 48"/>
                <a:gd name="T6" fmla="*/ 2 w 27"/>
                <a:gd name="T7" fmla="*/ 18 h 48"/>
                <a:gd name="T8" fmla="*/ 8 w 27"/>
                <a:gd name="T9" fmla="*/ 5 h 48"/>
                <a:gd name="T10" fmla="*/ 9 w 27"/>
                <a:gd name="T11" fmla="*/ 6 h 48"/>
                <a:gd name="T12" fmla="*/ 13 w 27"/>
                <a:gd name="T13" fmla="*/ 6 h 48"/>
                <a:gd name="T14" fmla="*/ 15 w 27"/>
                <a:gd name="T15" fmla="*/ 9 h 48"/>
                <a:gd name="T16" fmla="*/ 16 w 27"/>
                <a:gd name="T17" fmla="*/ 10 h 48"/>
                <a:gd name="T18" fmla="*/ 19 w 27"/>
                <a:gd name="T19" fmla="*/ 14 h 48"/>
                <a:gd name="T20" fmla="*/ 17 w 27"/>
                <a:gd name="T21" fmla="*/ 17 h 48"/>
                <a:gd name="T22" fmla="*/ 19 w 27"/>
                <a:gd name="T23" fmla="*/ 17 h 48"/>
                <a:gd name="T24" fmla="*/ 23 w 27"/>
                <a:gd name="T25" fmla="*/ 21 h 48"/>
                <a:gd name="T26" fmla="*/ 27 w 27"/>
                <a:gd name="T27" fmla="*/ 27 h 48"/>
                <a:gd name="T28" fmla="*/ 27 w 27"/>
                <a:gd name="T29" fmla="*/ 30 h 48"/>
                <a:gd name="T30" fmla="*/ 27 w 27"/>
                <a:gd name="T31" fmla="*/ 34 h 48"/>
                <a:gd name="T32" fmla="*/ 25 w 27"/>
                <a:gd name="T33" fmla="*/ 38 h 48"/>
                <a:gd name="T34" fmla="*/ 20 w 27"/>
                <a:gd name="T35" fmla="*/ 46 h 48"/>
                <a:gd name="T36" fmla="*/ 12 w 27"/>
                <a:gd name="T37" fmla="*/ 47 h 48"/>
                <a:gd name="T38" fmla="*/ 7 w 27"/>
                <a:gd name="T39" fmla="*/ 47 h 48"/>
                <a:gd name="T40" fmla="*/ 4 w 27"/>
                <a:gd name="T41" fmla="*/ 38 h 48"/>
                <a:gd name="T42" fmla="*/ 3 w 27"/>
                <a:gd name="T43" fmla="*/ 30 h 48"/>
                <a:gd name="T44" fmla="*/ 2 w 27"/>
                <a:gd name="T45" fmla="*/ 25 h 48"/>
                <a:gd name="T46" fmla="*/ 3 w 27"/>
                <a:gd name="T47" fmla="*/ 18 h 48"/>
                <a:gd name="T48" fmla="*/ 3 w 27"/>
                <a:gd name="T49" fmla="*/ 14 h 48"/>
                <a:gd name="T50" fmla="*/ 3 w 27"/>
                <a:gd name="T51" fmla="*/ 11 h 48"/>
                <a:gd name="T52" fmla="*/ 0 w 27"/>
                <a:gd name="T53" fmla="*/ 9 h 48"/>
                <a:gd name="T54" fmla="*/ 2 w 27"/>
                <a:gd name="T55" fmla="*/ 9 h 48"/>
                <a:gd name="T56" fmla="*/ 4 w 27"/>
                <a:gd name="T57" fmla="*/ 10 h 48"/>
                <a:gd name="T58" fmla="*/ 5 w 27"/>
                <a:gd name="T59" fmla="*/ 6 h 48"/>
                <a:gd name="T60" fmla="*/ 5 w 27"/>
                <a:gd name="T61" fmla="*/ 6 h 48"/>
                <a:gd name="T62" fmla="*/ 5 w 27"/>
                <a:gd name="T63" fmla="*/ 5 h 48"/>
                <a:gd name="T64" fmla="*/ 8 w 27"/>
                <a:gd name="T65" fmla="*/ 0 h 48"/>
                <a:gd name="T66" fmla="*/ 9 w 27"/>
                <a:gd name="T67" fmla="*/ 2 h 48"/>
                <a:gd name="T68" fmla="*/ 13 w 27"/>
                <a:gd name="T69" fmla="*/ 5 h 48"/>
                <a:gd name="T70" fmla="*/ 9 w 27"/>
                <a:gd name="T71" fmla="*/ 5 h 48"/>
                <a:gd name="T72" fmla="*/ 7 w 27"/>
                <a:gd name="T73" fmla="*/ 2 h 48"/>
                <a:gd name="T74" fmla="*/ 8 w 27"/>
                <a:gd name="T75" fmla="*/ 1 h 48"/>
                <a:gd name="T76" fmla="*/ 8 w 27"/>
                <a:gd name="T77" fmla="*/ 0 h 48"/>
                <a:gd name="T78" fmla="*/ 7 w 27"/>
                <a:gd name="T79" fmla="*/ 0 h 48"/>
                <a:gd name="T80" fmla="*/ 5 w 27"/>
                <a:gd name="T81" fmla="*/ 2 h 48"/>
                <a:gd name="T82" fmla="*/ 2 w 27"/>
                <a:gd name="T83" fmla="*/ 1 h 48"/>
                <a:gd name="T84" fmla="*/ 5 w 27"/>
                <a:gd name="T8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" h="48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0" y="23"/>
                  </a:lnTo>
                  <a:lnTo>
                    <a:pt x="2" y="21"/>
                  </a:lnTo>
                  <a:lnTo>
                    <a:pt x="0" y="18"/>
                  </a:lnTo>
                  <a:lnTo>
                    <a:pt x="2" y="18"/>
                  </a:lnTo>
                  <a:close/>
                  <a:moveTo>
                    <a:pt x="5" y="3"/>
                  </a:moveTo>
                  <a:lnTo>
                    <a:pt x="8" y="5"/>
                  </a:lnTo>
                  <a:lnTo>
                    <a:pt x="8" y="5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6" y="10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19" y="15"/>
                  </a:lnTo>
                  <a:lnTo>
                    <a:pt x="17" y="17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21" y="17"/>
                  </a:lnTo>
                  <a:lnTo>
                    <a:pt x="23" y="21"/>
                  </a:lnTo>
                  <a:lnTo>
                    <a:pt x="24" y="26"/>
                  </a:lnTo>
                  <a:lnTo>
                    <a:pt x="27" y="27"/>
                  </a:lnTo>
                  <a:lnTo>
                    <a:pt x="25" y="28"/>
                  </a:lnTo>
                  <a:lnTo>
                    <a:pt x="27" y="3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6"/>
                  </a:lnTo>
                  <a:lnTo>
                    <a:pt x="25" y="38"/>
                  </a:lnTo>
                  <a:lnTo>
                    <a:pt x="24" y="42"/>
                  </a:lnTo>
                  <a:lnTo>
                    <a:pt x="20" y="46"/>
                  </a:lnTo>
                  <a:lnTo>
                    <a:pt x="16" y="47"/>
                  </a:lnTo>
                  <a:lnTo>
                    <a:pt x="12" y="47"/>
                  </a:lnTo>
                  <a:lnTo>
                    <a:pt x="9" y="48"/>
                  </a:lnTo>
                  <a:lnTo>
                    <a:pt x="7" y="47"/>
                  </a:lnTo>
                  <a:lnTo>
                    <a:pt x="5" y="43"/>
                  </a:lnTo>
                  <a:lnTo>
                    <a:pt x="4" y="38"/>
                  </a:lnTo>
                  <a:lnTo>
                    <a:pt x="2" y="31"/>
                  </a:lnTo>
                  <a:lnTo>
                    <a:pt x="3" y="30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5" y="5"/>
                  </a:lnTo>
                  <a:lnTo>
                    <a:pt x="5" y="3"/>
                  </a:lnTo>
                  <a:close/>
                  <a:moveTo>
                    <a:pt x="8" y="0"/>
                  </a:moveTo>
                  <a:lnTo>
                    <a:pt x="9" y="1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7" y="1"/>
                  </a:lnTo>
                  <a:lnTo>
                    <a:pt x="8" y="0"/>
                  </a:lnTo>
                  <a:close/>
                  <a:moveTo>
                    <a:pt x="5" y="0"/>
                  </a:move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2" y="1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2" name="Freeform 367"/>
            <p:cNvSpPr>
              <a:spLocks noEditPoints="1"/>
            </p:cNvSpPr>
            <p:nvPr/>
          </p:nvSpPr>
          <p:spPr bwMode="auto">
            <a:xfrm>
              <a:off x="7808149" y="3284548"/>
              <a:ext cx="842531" cy="824768"/>
            </a:xfrm>
            <a:custGeom>
              <a:avLst/>
              <a:gdLst>
                <a:gd name="T0" fmla="*/ 236 w 332"/>
                <a:gd name="T1" fmla="*/ 154 h 325"/>
                <a:gd name="T2" fmla="*/ 234 w 332"/>
                <a:gd name="T3" fmla="*/ 155 h 325"/>
                <a:gd name="T4" fmla="*/ 99 w 332"/>
                <a:gd name="T5" fmla="*/ 7 h 325"/>
                <a:gd name="T6" fmla="*/ 111 w 332"/>
                <a:gd name="T7" fmla="*/ 23 h 325"/>
                <a:gd name="T8" fmla="*/ 122 w 332"/>
                <a:gd name="T9" fmla="*/ 31 h 325"/>
                <a:gd name="T10" fmla="*/ 133 w 332"/>
                <a:gd name="T11" fmla="*/ 50 h 325"/>
                <a:gd name="T12" fmla="*/ 149 w 332"/>
                <a:gd name="T13" fmla="*/ 69 h 325"/>
                <a:gd name="T14" fmla="*/ 186 w 332"/>
                <a:gd name="T15" fmla="*/ 80 h 325"/>
                <a:gd name="T16" fmla="*/ 228 w 332"/>
                <a:gd name="T17" fmla="*/ 89 h 325"/>
                <a:gd name="T18" fmla="*/ 233 w 332"/>
                <a:gd name="T19" fmla="*/ 75 h 325"/>
                <a:gd name="T20" fmla="*/ 252 w 332"/>
                <a:gd name="T21" fmla="*/ 88 h 325"/>
                <a:gd name="T22" fmla="*/ 267 w 332"/>
                <a:gd name="T23" fmla="*/ 76 h 325"/>
                <a:gd name="T24" fmla="*/ 280 w 332"/>
                <a:gd name="T25" fmla="*/ 64 h 325"/>
                <a:gd name="T26" fmla="*/ 299 w 332"/>
                <a:gd name="T27" fmla="*/ 50 h 325"/>
                <a:gd name="T28" fmla="*/ 320 w 332"/>
                <a:gd name="T29" fmla="*/ 48 h 325"/>
                <a:gd name="T30" fmla="*/ 323 w 332"/>
                <a:gd name="T31" fmla="*/ 61 h 325"/>
                <a:gd name="T32" fmla="*/ 331 w 332"/>
                <a:gd name="T33" fmla="*/ 76 h 325"/>
                <a:gd name="T34" fmla="*/ 308 w 332"/>
                <a:gd name="T35" fmla="*/ 93 h 325"/>
                <a:gd name="T36" fmla="*/ 299 w 332"/>
                <a:gd name="T37" fmla="*/ 123 h 325"/>
                <a:gd name="T38" fmla="*/ 294 w 332"/>
                <a:gd name="T39" fmla="*/ 144 h 325"/>
                <a:gd name="T40" fmla="*/ 287 w 332"/>
                <a:gd name="T41" fmla="*/ 148 h 325"/>
                <a:gd name="T42" fmla="*/ 279 w 332"/>
                <a:gd name="T43" fmla="*/ 127 h 325"/>
                <a:gd name="T44" fmla="*/ 275 w 332"/>
                <a:gd name="T45" fmla="*/ 135 h 325"/>
                <a:gd name="T46" fmla="*/ 273 w 332"/>
                <a:gd name="T47" fmla="*/ 121 h 325"/>
                <a:gd name="T48" fmla="*/ 279 w 332"/>
                <a:gd name="T49" fmla="*/ 109 h 325"/>
                <a:gd name="T50" fmla="*/ 254 w 332"/>
                <a:gd name="T51" fmla="*/ 105 h 325"/>
                <a:gd name="T52" fmla="*/ 245 w 332"/>
                <a:gd name="T53" fmla="*/ 94 h 325"/>
                <a:gd name="T54" fmla="*/ 236 w 332"/>
                <a:gd name="T55" fmla="*/ 90 h 325"/>
                <a:gd name="T56" fmla="*/ 229 w 332"/>
                <a:gd name="T57" fmla="*/ 97 h 325"/>
                <a:gd name="T58" fmla="*/ 234 w 332"/>
                <a:gd name="T59" fmla="*/ 107 h 325"/>
                <a:gd name="T60" fmla="*/ 241 w 332"/>
                <a:gd name="T61" fmla="*/ 132 h 325"/>
                <a:gd name="T62" fmla="*/ 244 w 332"/>
                <a:gd name="T63" fmla="*/ 152 h 325"/>
                <a:gd name="T64" fmla="*/ 238 w 332"/>
                <a:gd name="T65" fmla="*/ 152 h 325"/>
                <a:gd name="T66" fmla="*/ 234 w 332"/>
                <a:gd name="T67" fmla="*/ 147 h 325"/>
                <a:gd name="T68" fmla="*/ 221 w 332"/>
                <a:gd name="T69" fmla="*/ 163 h 325"/>
                <a:gd name="T70" fmla="*/ 215 w 332"/>
                <a:gd name="T71" fmla="*/ 177 h 325"/>
                <a:gd name="T72" fmla="*/ 204 w 332"/>
                <a:gd name="T73" fmla="*/ 181 h 325"/>
                <a:gd name="T74" fmla="*/ 173 w 332"/>
                <a:gd name="T75" fmla="*/ 213 h 325"/>
                <a:gd name="T76" fmla="*/ 155 w 332"/>
                <a:gd name="T77" fmla="*/ 230 h 325"/>
                <a:gd name="T78" fmla="*/ 149 w 332"/>
                <a:gd name="T79" fmla="*/ 259 h 325"/>
                <a:gd name="T80" fmla="*/ 146 w 332"/>
                <a:gd name="T81" fmla="*/ 298 h 325"/>
                <a:gd name="T82" fmla="*/ 142 w 332"/>
                <a:gd name="T83" fmla="*/ 311 h 325"/>
                <a:gd name="T84" fmla="*/ 128 w 332"/>
                <a:gd name="T85" fmla="*/ 318 h 325"/>
                <a:gd name="T86" fmla="*/ 105 w 332"/>
                <a:gd name="T87" fmla="*/ 300 h 325"/>
                <a:gd name="T88" fmla="*/ 90 w 332"/>
                <a:gd name="T89" fmla="*/ 275 h 325"/>
                <a:gd name="T90" fmla="*/ 80 w 332"/>
                <a:gd name="T91" fmla="*/ 246 h 325"/>
                <a:gd name="T92" fmla="*/ 68 w 332"/>
                <a:gd name="T93" fmla="*/ 229 h 325"/>
                <a:gd name="T94" fmla="*/ 61 w 332"/>
                <a:gd name="T95" fmla="*/ 193 h 325"/>
                <a:gd name="T96" fmla="*/ 55 w 332"/>
                <a:gd name="T97" fmla="*/ 168 h 325"/>
                <a:gd name="T98" fmla="*/ 51 w 332"/>
                <a:gd name="T99" fmla="*/ 155 h 325"/>
                <a:gd name="T100" fmla="*/ 53 w 332"/>
                <a:gd name="T101" fmla="*/ 146 h 325"/>
                <a:gd name="T102" fmla="*/ 46 w 332"/>
                <a:gd name="T103" fmla="*/ 161 h 325"/>
                <a:gd name="T104" fmla="*/ 13 w 332"/>
                <a:gd name="T105" fmla="*/ 154 h 325"/>
                <a:gd name="T106" fmla="*/ 15 w 332"/>
                <a:gd name="T107" fmla="*/ 148 h 325"/>
                <a:gd name="T108" fmla="*/ 25 w 332"/>
                <a:gd name="T109" fmla="*/ 138 h 325"/>
                <a:gd name="T110" fmla="*/ 1 w 332"/>
                <a:gd name="T111" fmla="*/ 135 h 325"/>
                <a:gd name="T112" fmla="*/ 5 w 332"/>
                <a:gd name="T113" fmla="*/ 122 h 325"/>
                <a:gd name="T114" fmla="*/ 28 w 332"/>
                <a:gd name="T115" fmla="*/ 121 h 325"/>
                <a:gd name="T116" fmla="*/ 17 w 332"/>
                <a:gd name="T117" fmla="*/ 101 h 325"/>
                <a:gd name="T118" fmla="*/ 9 w 332"/>
                <a:gd name="T119" fmla="*/ 81 h 325"/>
                <a:gd name="T120" fmla="*/ 28 w 332"/>
                <a:gd name="T121" fmla="*/ 73 h 325"/>
                <a:gd name="T122" fmla="*/ 54 w 332"/>
                <a:gd name="T123" fmla="*/ 43 h 325"/>
                <a:gd name="T124" fmla="*/ 61 w 332"/>
                <a:gd name="T125" fmla="*/ 1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2" h="325">
                  <a:moveTo>
                    <a:pt x="241" y="154"/>
                  </a:moveTo>
                  <a:lnTo>
                    <a:pt x="241" y="155"/>
                  </a:lnTo>
                  <a:lnTo>
                    <a:pt x="241" y="156"/>
                  </a:lnTo>
                  <a:lnTo>
                    <a:pt x="241" y="154"/>
                  </a:lnTo>
                  <a:close/>
                  <a:moveTo>
                    <a:pt x="236" y="154"/>
                  </a:moveTo>
                  <a:lnTo>
                    <a:pt x="237" y="155"/>
                  </a:lnTo>
                  <a:lnTo>
                    <a:pt x="238" y="156"/>
                  </a:lnTo>
                  <a:lnTo>
                    <a:pt x="237" y="155"/>
                  </a:lnTo>
                  <a:lnTo>
                    <a:pt x="236" y="154"/>
                  </a:lnTo>
                  <a:close/>
                  <a:moveTo>
                    <a:pt x="240" y="152"/>
                  </a:moveTo>
                  <a:lnTo>
                    <a:pt x="240" y="154"/>
                  </a:lnTo>
                  <a:lnTo>
                    <a:pt x="240" y="155"/>
                  </a:lnTo>
                  <a:lnTo>
                    <a:pt x="238" y="155"/>
                  </a:lnTo>
                  <a:lnTo>
                    <a:pt x="238" y="154"/>
                  </a:lnTo>
                  <a:lnTo>
                    <a:pt x="240" y="152"/>
                  </a:lnTo>
                  <a:close/>
                  <a:moveTo>
                    <a:pt x="234" y="151"/>
                  </a:moveTo>
                  <a:lnTo>
                    <a:pt x="234" y="152"/>
                  </a:lnTo>
                  <a:lnTo>
                    <a:pt x="234" y="155"/>
                  </a:lnTo>
                  <a:lnTo>
                    <a:pt x="233" y="155"/>
                  </a:lnTo>
                  <a:lnTo>
                    <a:pt x="233" y="154"/>
                  </a:lnTo>
                  <a:lnTo>
                    <a:pt x="234" y="151"/>
                  </a:lnTo>
                  <a:close/>
                  <a:moveTo>
                    <a:pt x="82" y="0"/>
                  </a:moveTo>
                  <a:lnTo>
                    <a:pt x="84" y="0"/>
                  </a:lnTo>
                  <a:lnTo>
                    <a:pt x="91" y="5"/>
                  </a:lnTo>
                  <a:lnTo>
                    <a:pt x="94" y="2"/>
                  </a:lnTo>
                  <a:lnTo>
                    <a:pt x="97" y="4"/>
                  </a:lnTo>
                  <a:lnTo>
                    <a:pt x="99" y="7"/>
                  </a:lnTo>
                  <a:lnTo>
                    <a:pt x="101" y="6"/>
                  </a:lnTo>
                  <a:lnTo>
                    <a:pt x="107" y="10"/>
                  </a:lnTo>
                  <a:lnTo>
                    <a:pt x="107" y="10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11" y="15"/>
                  </a:lnTo>
                  <a:lnTo>
                    <a:pt x="109" y="19"/>
                  </a:lnTo>
                  <a:lnTo>
                    <a:pt x="111" y="22"/>
                  </a:lnTo>
                  <a:lnTo>
                    <a:pt x="111" y="23"/>
                  </a:lnTo>
                  <a:lnTo>
                    <a:pt x="112" y="25"/>
                  </a:lnTo>
                  <a:lnTo>
                    <a:pt x="113" y="26"/>
                  </a:lnTo>
                  <a:lnTo>
                    <a:pt x="113" y="27"/>
                  </a:lnTo>
                  <a:lnTo>
                    <a:pt x="115" y="29"/>
                  </a:lnTo>
                  <a:lnTo>
                    <a:pt x="115" y="31"/>
                  </a:lnTo>
                  <a:lnTo>
                    <a:pt x="117" y="32"/>
                  </a:lnTo>
                  <a:lnTo>
                    <a:pt x="119" y="30"/>
                  </a:lnTo>
                  <a:lnTo>
                    <a:pt x="121" y="30"/>
                  </a:lnTo>
                  <a:lnTo>
                    <a:pt x="122" y="31"/>
                  </a:lnTo>
                  <a:lnTo>
                    <a:pt x="125" y="31"/>
                  </a:lnTo>
                  <a:lnTo>
                    <a:pt x="128" y="34"/>
                  </a:lnTo>
                  <a:lnTo>
                    <a:pt x="129" y="35"/>
                  </a:lnTo>
                  <a:lnTo>
                    <a:pt x="130" y="38"/>
                  </a:lnTo>
                  <a:lnTo>
                    <a:pt x="133" y="38"/>
                  </a:lnTo>
                  <a:lnTo>
                    <a:pt x="134" y="40"/>
                  </a:lnTo>
                  <a:lnTo>
                    <a:pt x="134" y="39"/>
                  </a:lnTo>
                  <a:lnTo>
                    <a:pt x="134" y="43"/>
                  </a:lnTo>
                  <a:lnTo>
                    <a:pt x="133" y="50"/>
                  </a:lnTo>
                  <a:lnTo>
                    <a:pt x="133" y="54"/>
                  </a:lnTo>
                  <a:lnTo>
                    <a:pt x="129" y="57"/>
                  </a:lnTo>
                  <a:lnTo>
                    <a:pt x="130" y="61"/>
                  </a:lnTo>
                  <a:lnTo>
                    <a:pt x="133" y="61"/>
                  </a:lnTo>
                  <a:lnTo>
                    <a:pt x="136" y="63"/>
                  </a:lnTo>
                  <a:lnTo>
                    <a:pt x="137" y="63"/>
                  </a:lnTo>
                  <a:lnTo>
                    <a:pt x="140" y="64"/>
                  </a:lnTo>
                  <a:lnTo>
                    <a:pt x="144" y="65"/>
                  </a:lnTo>
                  <a:lnTo>
                    <a:pt x="149" y="69"/>
                  </a:lnTo>
                  <a:lnTo>
                    <a:pt x="153" y="73"/>
                  </a:lnTo>
                  <a:lnTo>
                    <a:pt x="157" y="75"/>
                  </a:lnTo>
                  <a:lnTo>
                    <a:pt x="159" y="76"/>
                  </a:lnTo>
                  <a:lnTo>
                    <a:pt x="162" y="76"/>
                  </a:lnTo>
                  <a:lnTo>
                    <a:pt x="166" y="79"/>
                  </a:lnTo>
                  <a:lnTo>
                    <a:pt x="173" y="79"/>
                  </a:lnTo>
                  <a:lnTo>
                    <a:pt x="174" y="80"/>
                  </a:lnTo>
                  <a:lnTo>
                    <a:pt x="180" y="79"/>
                  </a:lnTo>
                  <a:lnTo>
                    <a:pt x="186" y="80"/>
                  </a:lnTo>
                  <a:lnTo>
                    <a:pt x="187" y="82"/>
                  </a:lnTo>
                  <a:lnTo>
                    <a:pt x="190" y="85"/>
                  </a:lnTo>
                  <a:lnTo>
                    <a:pt x="196" y="88"/>
                  </a:lnTo>
                  <a:lnTo>
                    <a:pt x="199" y="86"/>
                  </a:lnTo>
                  <a:lnTo>
                    <a:pt x="203" y="86"/>
                  </a:lnTo>
                  <a:lnTo>
                    <a:pt x="213" y="89"/>
                  </a:lnTo>
                  <a:lnTo>
                    <a:pt x="216" y="88"/>
                  </a:lnTo>
                  <a:lnTo>
                    <a:pt x="220" y="90"/>
                  </a:lnTo>
                  <a:lnTo>
                    <a:pt x="228" y="89"/>
                  </a:lnTo>
                  <a:lnTo>
                    <a:pt x="228" y="84"/>
                  </a:lnTo>
                  <a:lnTo>
                    <a:pt x="227" y="79"/>
                  </a:lnTo>
                  <a:lnTo>
                    <a:pt x="227" y="73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9" y="69"/>
                  </a:lnTo>
                  <a:lnTo>
                    <a:pt x="232" y="69"/>
                  </a:lnTo>
                  <a:lnTo>
                    <a:pt x="233" y="71"/>
                  </a:lnTo>
                  <a:lnTo>
                    <a:pt x="233" y="75"/>
                  </a:lnTo>
                  <a:lnTo>
                    <a:pt x="236" y="76"/>
                  </a:lnTo>
                  <a:lnTo>
                    <a:pt x="236" y="76"/>
                  </a:lnTo>
                  <a:lnTo>
                    <a:pt x="234" y="79"/>
                  </a:lnTo>
                  <a:lnTo>
                    <a:pt x="234" y="80"/>
                  </a:lnTo>
                  <a:lnTo>
                    <a:pt x="237" y="84"/>
                  </a:lnTo>
                  <a:lnTo>
                    <a:pt x="241" y="85"/>
                  </a:lnTo>
                  <a:lnTo>
                    <a:pt x="242" y="84"/>
                  </a:lnTo>
                  <a:lnTo>
                    <a:pt x="248" y="88"/>
                  </a:lnTo>
                  <a:lnTo>
                    <a:pt x="252" y="88"/>
                  </a:lnTo>
                  <a:lnTo>
                    <a:pt x="253" y="84"/>
                  </a:lnTo>
                  <a:lnTo>
                    <a:pt x="255" y="84"/>
                  </a:lnTo>
                  <a:lnTo>
                    <a:pt x="258" y="85"/>
                  </a:lnTo>
                  <a:lnTo>
                    <a:pt x="263" y="84"/>
                  </a:lnTo>
                  <a:lnTo>
                    <a:pt x="266" y="84"/>
                  </a:lnTo>
                  <a:lnTo>
                    <a:pt x="271" y="82"/>
                  </a:lnTo>
                  <a:lnTo>
                    <a:pt x="271" y="81"/>
                  </a:lnTo>
                  <a:lnTo>
                    <a:pt x="271" y="77"/>
                  </a:lnTo>
                  <a:lnTo>
                    <a:pt x="267" y="76"/>
                  </a:lnTo>
                  <a:lnTo>
                    <a:pt x="267" y="73"/>
                  </a:lnTo>
                  <a:lnTo>
                    <a:pt x="267" y="71"/>
                  </a:lnTo>
                  <a:lnTo>
                    <a:pt x="269" y="71"/>
                  </a:lnTo>
                  <a:lnTo>
                    <a:pt x="274" y="69"/>
                  </a:lnTo>
                  <a:lnTo>
                    <a:pt x="275" y="69"/>
                  </a:lnTo>
                  <a:lnTo>
                    <a:pt x="277" y="67"/>
                  </a:lnTo>
                  <a:lnTo>
                    <a:pt x="278" y="65"/>
                  </a:lnTo>
                  <a:lnTo>
                    <a:pt x="280" y="65"/>
                  </a:lnTo>
                  <a:lnTo>
                    <a:pt x="280" y="64"/>
                  </a:lnTo>
                  <a:lnTo>
                    <a:pt x="283" y="64"/>
                  </a:lnTo>
                  <a:lnTo>
                    <a:pt x="283" y="61"/>
                  </a:lnTo>
                  <a:lnTo>
                    <a:pt x="286" y="59"/>
                  </a:lnTo>
                  <a:lnTo>
                    <a:pt x="288" y="59"/>
                  </a:lnTo>
                  <a:lnTo>
                    <a:pt x="292" y="57"/>
                  </a:lnTo>
                  <a:lnTo>
                    <a:pt x="295" y="54"/>
                  </a:lnTo>
                  <a:lnTo>
                    <a:pt x="295" y="51"/>
                  </a:lnTo>
                  <a:lnTo>
                    <a:pt x="296" y="51"/>
                  </a:lnTo>
                  <a:lnTo>
                    <a:pt x="299" y="50"/>
                  </a:lnTo>
                  <a:lnTo>
                    <a:pt x="302" y="52"/>
                  </a:lnTo>
                  <a:lnTo>
                    <a:pt x="304" y="51"/>
                  </a:lnTo>
                  <a:lnTo>
                    <a:pt x="309" y="52"/>
                  </a:lnTo>
                  <a:lnTo>
                    <a:pt x="311" y="51"/>
                  </a:lnTo>
                  <a:lnTo>
                    <a:pt x="309" y="50"/>
                  </a:lnTo>
                  <a:lnTo>
                    <a:pt x="315" y="47"/>
                  </a:lnTo>
                  <a:lnTo>
                    <a:pt x="317" y="47"/>
                  </a:lnTo>
                  <a:lnTo>
                    <a:pt x="319" y="48"/>
                  </a:lnTo>
                  <a:lnTo>
                    <a:pt x="320" y="48"/>
                  </a:lnTo>
                  <a:lnTo>
                    <a:pt x="320" y="50"/>
                  </a:lnTo>
                  <a:lnTo>
                    <a:pt x="319" y="52"/>
                  </a:lnTo>
                  <a:lnTo>
                    <a:pt x="320" y="55"/>
                  </a:lnTo>
                  <a:lnTo>
                    <a:pt x="321" y="54"/>
                  </a:lnTo>
                  <a:lnTo>
                    <a:pt x="323" y="54"/>
                  </a:lnTo>
                  <a:lnTo>
                    <a:pt x="323" y="55"/>
                  </a:lnTo>
                  <a:lnTo>
                    <a:pt x="325" y="57"/>
                  </a:lnTo>
                  <a:lnTo>
                    <a:pt x="325" y="59"/>
                  </a:lnTo>
                  <a:lnTo>
                    <a:pt x="323" y="61"/>
                  </a:lnTo>
                  <a:lnTo>
                    <a:pt x="324" y="63"/>
                  </a:lnTo>
                  <a:lnTo>
                    <a:pt x="327" y="64"/>
                  </a:lnTo>
                  <a:lnTo>
                    <a:pt x="328" y="63"/>
                  </a:lnTo>
                  <a:lnTo>
                    <a:pt x="329" y="64"/>
                  </a:lnTo>
                  <a:lnTo>
                    <a:pt x="332" y="67"/>
                  </a:lnTo>
                  <a:lnTo>
                    <a:pt x="332" y="68"/>
                  </a:lnTo>
                  <a:lnTo>
                    <a:pt x="331" y="71"/>
                  </a:lnTo>
                  <a:lnTo>
                    <a:pt x="331" y="73"/>
                  </a:lnTo>
                  <a:lnTo>
                    <a:pt x="331" y="76"/>
                  </a:lnTo>
                  <a:lnTo>
                    <a:pt x="328" y="75"/>
                  </a:lnTo>
                  <a:lnTo>
                    <a:pt x="327" y="73"/>
                  </a:lnTo>
                  <a:lnTo>
                    <a:pt x="323" y="76"/>
                  </a:lnTo>
                  <a:lnTo>
                    <a:pt x="319" y="76"/>
                  </a:lnTo>
                  <a:lnTo>
                    <a:pt x="319" y="80"/>
                  </a:lnTo>
                  <a:lnTo>
                    <a:pt x="315" y="82"/>
                  </a:lnTo>
                  <a:lnTo>
                    <a:pt x="312" y="84"/>
                  </a:lnTo>
                  <a:lnTo>
                    <a:pt x="308" y="90"/>
                  </a:lnTo>
                  <a:lnTo>
                    <a:pt x="308" y="93"/>
                  </a:lnTo>
                  <a:lnTo>
                    <a:pt x="309" y="94"/>
                  </a:lnTo>
                  <a:lnTo>
                    <a:pt x="308" y="100"/>
                  </a:lnTo>
                  <a:lnTo>
                    <a:pt x="304" y="105"/>
                  </a:lnTo>
                  <a:lnTo>
                    <a:pt x="304" y="106"/>
                  </a:lnTo>
                  <a:lnTo>
                    <a:pt x="307" y="107"/>
                  </a:lnTo>
                  <a:lnTo>
                    <a:pt x="304" y="114"/>
                  </a:lnTo>
                  <a:lnTo>
                    <a:pt x="304" y="119"/>
                  </a:lnTo>
                  <a:lnTo>
                    <a:pt x="302" y="123"/>
                  </a:lnTo>
                  <a:lnTo>
                    <a:pt x="299" y="123"/>
                  </a:lnTo>
                  <a:lnTo>
                    <a:pt x="296" y="122"/>
                  </a:lnTo>
                  <a:lnTo>
                    <a:pt x="294" y="122"/>
                  </a:lnTo>
                  <a:lnTo>
                    <a:pt x="295" y="129"/>
                  </a:lnTo>
                  <a:lnTo>
                    <a:pt x="295" y="131"/>
                  </a:lnTo>
                  <a:lnTo>
                    <a:pt x="295" y="135"/>
                  </a:lnTo>
                  <a:lnTo>
                    <a:pt x="292" y="135"/>
                  </a:lnTo>
                  <a:lnTo>
                    <a:pt x="294" y="138"/>
                  </a:lnTo>
                  <a:lnTo>
                    <a:pt x="292" y="142"/>
                  </a:lnTo>
                  <a:lnTo>
                    <a:pt x="294" y="144"/>
                  </a:lnTo>
                  <a:lnTo>
                    <a:pt x="292" y="147"/>
                  </a:lnTo>
                  <a:lnTo>
                    <a:pt x="291" y="148"/>
                  </a:lnTo>
                  <a:lnTo>
                    <a:pt x="290" y="148"/>
                  </a:lnTo>
                  <a:lnTo>
                    <a:pt x="288" y="150"/>
                  </a:lnTo>
                  <a:lnTo>
                    <a:pt x="288" y="151"/>
                  </a:lnTo>
                  <a:lnTo>
                    <a:pt x="288" y="151"/>
                  </a:lnTo>
                  <a:lnTo>
                    <a:pt x="288" y="150"/>
                  </a:lnTo>
                  <a:lnTo>
                    <a:pt x="288" y="148"/>
                  </a:lnTo>
                  <a:lnTo>
                    <a:pt x="287" y="148"/>
                  </a:lnTo>
                  <a:lnTo>
                    <a:pt x="287" y="146"/>
                  </a:lnTo>
                  <a:lnTo>
                    <a:pt x="286" y="143"/>
                  </a:lnTo>
                  <a:lnTo>
                    <a:pt x="284" y="138"/>
                  </a:lnTo>
                  <a:lnTo>
                    <a:pt x="284" y="136"/>
                  </a:lnTo>
                  <a:lnTo>
                    <a:pt x="284" y="134"/>
                  </a:lnTo>
                  <a:lnTo>
                    <a:pt x="283" y="130"/>
                  </a:lnTo>
                  <a:lnTo>
                    <a:pt x="282" y="129"/>
                  </a:lnTo>
                  <a:lnTo>
                    <a:pt x="282" y="127"/>
                  </a:lnTo>
                  <a:lnTo>
                    <a:pt x="279" y="127"/>
                  </a:lnTo>
                  <a:lnTo>
                    <a:pt x="278" y="127"/>
                  </a:lnTo>
                  <a:lnTo>
                    <a:pt x="277" y="127"/>
                  </a:lnTo>
                  <a:lnTo>
                    <a:pt x="278" y="129"/>
                  </a:lnTo>
                  <a:lnTo>
                    <a:pt x="277" y="130"/>
                  </a:lnTo>
                  <a:lnTo>
                    <a:pt x="277" y="131"/>
                  </a:lnTo>
                  <a:lnTo>
                    <a:pt x="275" y="132"/>
                  </a:lnTo>
                  <a:lnTo>
                    <a:pt x="277" y="134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4" y="132"/>
                  </a:lnTo>
                  <a:lnTo>
                    <a:pt x="271" y="131"/>
                  </a:lnTo>
                  <a:lnTo>
                    <a:pt x="271" y="130"/>
                  </a:lnTo>
                  <a:lnTo>
                    <a:pt x="270" y="129"/>
                  </a:lnTo>
                  <a:lnTo>
                    <a:pt x="269" y="126"/>
                  </a:lnTo>
                  <a:lnTo>
                    <a:pt x="269" y="125"/>
                  </a:lnTo>
                  <a:lnTo>
                    <a:pt x="270" y="123"/>
                  </a:lnTo>
                  <a:lnTo>
                    <a:pt x="270" y="122"/>
                  </a:lnTo>
                  <a:lnTo>
                    <a:pt x="273" y="121"/>
                  </a:lnTo>
                  <a:lnTo>
                    <a:pt x="273" y="121"/>
                  </a:lnTo>
                  <a:lnTo>
                    <a:pt x="274" y="122"/>
                  </a:lnTo>
                  <a:lnTo>
                    <a:pt x="275" y="121"/>
                  </a:lnTo>
                  <a:lnTo>
                    <a:pt x="275" y="119"/>
                  </a:lnTo>
                  <a:lnTo>
                    <a:pt x="277" y="118"/>
                  </a:lnTo>
                  <a:lnTo>
                    <a:pt x="278" y="114"/>
                  </a:lnTo>
                  <a:lnTo>
                    <a:pt x="279" y="111"/>
                  </a:lnTo>
                  <a:lnTo>
                    <a:pt x="280" y="109"/>
                  </a:lnTo>
                  <a:lnTo>
                    <a:pt x="279" y="109"/>
                  </a:lnTo>
                  <a:lnTo>
                    <a:pt x="277" y="106"/>
                  </a:lnTo>
                  <a:lnTo>
                    <a:pt x="275" y="106"/>
                  </a:lnTo>
                  <a:lnTo>
                    <a:pt x="274" y="106"/>
                  </a:lnTo>
                  <a:lnTo>
                    <a:pt x="273" y="106"/>
                  </a:lnTo>
                  <a:lnTo>
                    <a:pt x="269" y="106"/>
                  </a:lnTo>
                  <a:lnTo>
                    <a:pt x="265" y="106"/>
                  </a:lnTo>
                  <a:lnTo>
                    <a:pt x="261" y="106"/>
                  </a:lnTo>
                  <a:lnTo>
                    <a:pt x="257" y="106"/>
                  </a:lnTo>
                  <a:lnTo>
                    <a:pt x="254" y="105"/>
                  </a:lnTo>
                  <a:lnTo>
                    <a:pt x="253" y="105"/>
                  </a:lnTo>
                  <a:lnTo>
                    <a:pt x="250" y="105"/>
                  </a:lnTo>
                  <a:lnTo>
                    <a:pt x="250" y="102"/>
                  </a:lnTo>
                  <a:lnTo>
                    <a:pt x="249" y="100"/>
                  </a:lnTo>
                  <a:lnTo>
                    <a:pt x="249" y="98"/>
                  </a:lnTo>
                  <a:lnTo>
                    <a:pt x="249" y="96"/>
                  </a:lnTo>
                  <a:lnTo>
                    <a:pt x="246" y="93"/>
                  </a:lnTo>
                  <a:lnTo>
                    <a:pt x="246" y="93"/>
                  </a:lnTo>
                  <a:lnTo>
                    <a:pt x="245" y="94"/>
                  </a:lnTo>
                  <a:lnTo>
                    <a:pt x="244" y="93"/>
                  </a:lnTo>
                  <a:lnTo>
                    <a:pt x="242" y="92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2"/>
                  </a:lnTo>
                  <a:lnTo>
                    <a:pt x="241" y="93"/>
                  </a:lnTo>
                  <a:lnTo>
                    <a:pt x="240" y="93"/>
                  </a:lnTo>
                  <a:lnTo>
                    <a:pt x="237" y="93"/>
                  </a:lnTo>
                  <a:lnTo>
                    <a:pt x="236" y="90"/>
                  </a:lnTo>
                  <a:lnTo>
                    <a:pt x="236" y="89"/>
                  </a:lnTo>
                  <a:lnTo>
                    <a:pt x="233" y="88"/>
                  </a:lnTo>
                  <a:lnTo>
                    <a:pt x="233" y="86"/>
                  </a:lnTo>
                  <a:lnTo>
                    <a:pt x="232" y="88"/>
                  </a:lnTo>
                  <a:lnTo>
                    <a:pt x="230" y="88"/>
                  </a:lnTo>
                  <a:lnTo>
                    <a:pt x="230" y="90"/>
                  </a:lnTo>
                  <a:lnTo>
                    <a:pt x="232" y="90"/>
                  </a:lnTo>
                  <a:lnTo>
                    <a:pt x="230" y="94"/>
                  </a:lnTo>
                  <a:lnTo>
                    <a:pt x="229" y="97"/>
                  </a:lnTo>
                  <a:lnTo>
                    <a:pt x="228" y="100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40" y="101"/>
                  </a:lnTo>
                  <a:lnTo>
                    <a:pt x="238" y="102"/>
                  </a:lnTo>
                  <a:lnTo>
                    <a:pt x="240" y="105"/>
                  </a:lnTo>
                  <a:lnTo>
                    <a:pt x="238" y="106"/>
                  </a:lnTo>
                  <a:lnTo>
                    <a:pt x="237" y="106"/>
                  </a:lnTo>
                  <a:lnTo>
                    <a:pt x="234" y="107"/>
                  </a:lnTo>
                  <a:lnTo>
                    <a:pt x="233" y="110"/>
                  </a:lnTo>
                  <a:lnTo>
                    <a:pt x="232" y="110"/>
                  </a:lnTo>
                  <a:lnTo>
                    <a:pt x="232" y="115"/>
                  </a:lnTo>
                  <a:lnTo>
                    <a:pt x="234" y="118"/>
                  </a:lnTo>
                  <a:lnTo>
                    <a:pt x="237" y="119"/>
                  </a:lnTo>
                  <a:lnTo>
                    <a:pt x="240" y="123"/>
                  </a:lnTo>
                  <a:lnTo>
                    <a:pt x="240" y="127"/>
                  </a:lnTo>
                  <a:lnTo>
                    <a:pt x="241" y="130"/>
                  </a:lnTo>
                  <a:lnTo>
                    <a:pt x="241" y="132"/>
                  </a:lnTo>
                  <a:lnTo>
                    <a:pt x="241" y="136"/>
                  </a:lnTo>
                  <a:lnTo>
                    <a:pt x="245" y="140"/>
                  </a:lnTo>
                  <a:lnTo>
                    <a:pt x="245" y="144"/>
                  </a:lnTo>
                  <a:lnTo>
                    <a:pt x="245" y="146"/>
                  </a:lnTo>
                  <a:lnTo>
                    <a:pt x="246" y="150"/>
                  </a:lnTo>
                  <a:lnTo>
                    <a:pt x="245" y="150"/>
                  </a:lnTo>
                  <a:lnTo>
                    <a:pt x="246" y="152"/>
                  </a:lnTo>
                  <a:lnTo>
                    <a:pt x="245" y="155"/>
                  </a:lnTo>
                  <a:lnTo>
                    <a:pt x="244" y="152"/>
                  </a:lnTo>
                  <a:lnTo>
                    <a:pt x="244" y="154"/>
                  </a:lnTo>
                  <a:lnTo>
                    <a:pt x="242" y="154"/>
                  </a:lnTo>
                  <a:lnTo>
                    <a:pt x="241" y="151"/>
                  </a:lnTo>
                  <a:lnTo>
                    <a:pt x="241" y="150"/>
                  </a:lnTo>
                  <a:lnTo>
                    <a:pt x="241" y="151"/>
                  </a:lnTo>
                  <a:lnTo>
                    <a:pt x="240" y="152"/>
                  </a:lnTo>
                  <a:lnTo>
                    <a:pt x="240" y="151"/>
                  </a:lnTo>
                  <a:lnTo>
                    <a:pt x="240" y="152"/>
                  </a:lnTo>
                  <a:lnTo>
                    <a:pt x="238" y="152"/>
                  </a:lnTo>
                  <a:lnTo>
                    <a:pt x="237" y="152"/>
                  </a:lnTo>
                  <a:lnTo>
                    <a:pt x="236" y="152"/>
                  </a:lnTo>
                  <a:lnTo>
                    <a:pt x="234" y="148"/>
                  </a:lnTo>
                  <a:lnTo>
                    <a:pt x="236" y="147"/>
                  </a:lnTo>
                  <a:lnTo>
                    <a:pt x="233" y="146"/>
                  </a:lnTo>
                  <a:lnTo>
                    <a:pt x="232" y="146"/>
                  </a:lnTo>
                  <a:lnTo>
                    <a:pt x="232" y="146"/>
                  </a:lnTo>
                  <a:lnTo>
                    <a:pt x="233" y="147"/>
                  </a:lnTo>
                  <a:lnTo>
                    <a:pt x="234" y="147"/>
                  </a:lnTo>
                  <a:lnTo>
                    <a:pt x="233" y="148"/>
                  </a:lnTo>
                  <a:lnTo>
                    <a:pt x="233" y="150"/>
                  </a:lnTo>
                  <a:lnTo>
                    <a:pt x="233" y="151"/>
                  </a:lnTo>
                  <a:lnTo>
                    <a:pt x="230" y="154"/>
                  </a:lnTo>
                  <a:lnTo>
                    <a:pt x="224" y="156"/>
                  </a:lnTo>
                  <a:lnTo>
                    <a:pt x="223" y="157"/>
                  </a:lnTo>
                  <a:lnTo>
                    <a:pt x="221" y="159"/>
                  </a:lnTo>
                  <a:lnTo>
                    <a:pt x="220" y="161"/>
                  </a:lnTo>
                  <a:lnTo>
                    <a:pt x="221" y="163"/>
                  </a:lnTo>
                  <a:lnTo>
                    <a:pt x="223" y="165"/>
                  </a:lnTo>
                  <a:lnTo>
                    <a:pt x="223" y="165"/>
                  </a:lnTo>
                  <a:lnTo>
                    <a:pt x="223" y="167"/>
                  </a:lnTo>
                  <a:lnTo>
                    <a:pt x="220" y="168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9" y="172"/>
                  </a:lnTo>
                  <a:lnTo>
                    <a:pt x="215" y="176"/>
                  </a:lnTo>
                  <a:lnTo>
                    <a:pt x="215" y="177"/>
                  </a:lnTo>
                  <a:lnTo>
                    <a:pt x="208" y="180"/>
                  </a:lnTo>
                  <a:lnTo>
                    <a:pt x="207" y="180"/>
                  </a:lnTo>
                  <a:lnTo>
                    <a:pt x="207" y="179"/>
                  </a:lnTo>
                  <a:lnTo>
                    <a:pt x="207" y="177"/>
                  </a:lnTo>
                  <a:lnTo>
                    <a:pt x="205" y="177"/>
                  </a:lnTo>
                  <a:lnTo>
                    <a:pt x="204" y="180"/>
                  </a:lnTo>
                  <a:lnTo>
                    <a:pt x="203" y="180"/>
                  </a:lnTo>
                  <a:lnTo>
                    <a:pt x="201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198" y="189"/>
                  </a:lnTo>
                  <a:lnTo>
                    <a:pt x="195" y="194"/>
                  </a:lnTo>
                  <a:lnTo>
                    <a:pt x="184" y="202"/>
                  </a:lnTo>
                  <a:lnTo>
                    <a:pt x="183" y="206"/>
                  </a:lnTo>
                  <a:lnTo>
                    <a:pt x="180" y="209"/>
                  </a:lnTo>
                  <a:lnTo>
                    <a:pt x="176" y="210"/>
                  </a:lnTo>
                  <a:lnTo>
                    <a:pt x="173" y="213"/>
                  </a:lnTo>
                  <a:lnTo>
                    <a:pt x="173" y="215"/>
                  </a:lnTo>
                  <a:lnTo>
                    <a:pt x="173" y="218"/>
                  </a:lnTo>
                  <a:lnTo>
                    <a:pt x="171" y="221"/>
                  </a:lnTo>
                  <a:lnTo>
                    <a:pt x="169" y="222"/>
                  </a:lnTo>
                  <a:lnTo>
                    <a:pt x="163" y="222"/>
                  </a:lnTo>
                  <a:lnTo>
                    <a:pt x="161" y="223"/>
                  </a:lnTo>
                  <a:lnTo>
                    <a:pt x="161" y="226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4" y="229"/>
                  </a:lnTo>
                  <a:lnTo>
                    <a:pt x="153" y="229"/>
                  </a:lnTo>
                  <a:lnTo>
                    <a:pt x="149" y="232"/>
                  </a:lnTo>
                  <a:lnTo>
                    <a:pt x="149" y="234"/>
                  </a:lnTo>
                  <a:lnTo>
                    <a:pt x="149" y="239"/>
                  </a:lnTo>
                  <a:lnTo>
                    <a:pt x="150" y="244"/>
                  </a:lnTo>
                  <a:lnTo>
                    <a:pt x="149" y="247"/>
                  </a:lnTo>
                  <a:lnTo>
                    <a:pt x="149" y="250"/>
                  </a:lnTo>
                  <a:lnTo>
                    <a:pt x="149" y="259"/>
                  </a:lnTo>
                  <a:lnTo>
                    <a:pt x="151" y="260"/>
                  </a:lnTo>
                  <a:lnTo>
                    <a:pt x="153" y="265"/>
                  </a:lnTo>
                  <a:lnTo>
                    <a:pt x="150" y="273"/>
                  </a:lnTo>
                  <a:lnTo>
                    <a:pt x="146" y="279"/>
                  </a:lnTo>
                  <a:lnTo>
                    <a:pt x="146" y="284"/>
                  </a:lnTo>
                  <a:lnTo>
                    <a:pt x="148" y="285"/>
                  </a:lnTo>
                  <a:lnTo>
                    <a:pt x="149" y="296"/>
                  </a:lnTo>
                  <a:lnTo>
                    <a:pt x="149" y="298"/>
                  </a:lnTo>
                  <a:lnTo>
                    <a:pt x="146" y="298"/>
                  </a:lnTo>
                  <a:lnTo>
                    <a:pt x="145" y="298"/>
                  </a:lnTo>
                  <a:lnTo>
                    <a:pt x="142" y="298"/>
                  </a:lnTo>
                  <a:lnTo>
                    <a:pt x="141" y="301"/>
                  </a:lnTo>
                  <a:lnTo>
                    <a:pt x="141" y="302"/>
                  </a:lnTo>
                  <a:lnTo>
                    <a:pt x="138" y="306"/>
                  </a:lnTo>
                  <a:lnTo>
                    <a:pt x="137" y="307"/>
                  </a:lnTo>
                  <a:lnTo>
                    <a:pt x="137" y="309"/>
                  </a:lnTo>
                  <a:lnTo>
                    <a:pt x="141" y="311"/>
                  </a:lnTo>
                  <a:lnTo>
                    <a:pt x="142" y="311"/>
                  </a:lnTo>
                  <a:lnTo>
                    <a:pt x="142" y="313"/>
                  </a:lnTo>
                  <a:lnTo>
                    <a:pt x="141" y="311"/>
                  </a:lnTo>
                  <a:lnTo>
                    <a:pt x="140" y="310"/>
                  </a:lnTo>
                  <a:lnTo>
                    <a:pt x="134" y="313"/>
                  </a:lnTo>
                  <a:lnTo>
                    <a:pt x="133" y="313"/>
                  </a:lnTo>
                  <a:lnTo>
                    <a:pt x="129" y="314"/>
                  </a:lnTo>
                  <a:lnTo>
                    <a:pt x="128" y="317"/>
                  </a:lnTo>
                  <a:lnTo>
                    <a:pt x="128" y="318"/>
                  </a:lnTo>
                  <a:lnTo>
                    <a:pt x="128" y="318"/>
                  </a:lnTo>
                  <a:lnTo>
                    <a:pt x="128" y="319"/>
                  </a:lnTo>
                  <a:lnTo>
                    <a:pt x="126" y="322"/>
                  </a:lnTo>
                  <a:lnTo>
                    <a:pt x="122" y="325"/>
                  </a:lnTo>
                  <a:lnTo>
                    <a:pt x="119" y="325"/>
                  </a:lnTo>
                  <a:lnTo>
                    <a:pt x="115" y="322"/>
                  </a:lnTo>
                  <a:lnTo>
                    <a:pt x="111" y="318"/>
                  </a:lnTo>
                  <a:lnTo>
                    <a:pt x="107" y="309"/>
                  </a:lnTo>
                  <a:lnTo>
                    <a:pt x="107" y="305"/>
                  </a:lnTo>
                  <a:lnTo>
                    <a:pt x="105" y="300"/>
                  </a:lnTo>
                  <a:lnTo>
                    <a:pt x="103" y="294"/>
                  </a:lnTo>
                  <a:lnTo>
                    <a:pt x="103" y="293"/>
                  </a:lnTo>
                  <a:lnTo>
                    <a:pt x="101" y="293"/>
                  </a:lnTo>
                  <a:lnTo>
                    <a:pt x="100" y="289"/>
                  </a:lnTo>
                  <a:lnTo>
                    <a:pt x="100" y="285"/>
                  </a:lnTo>
                  <a:lnTo>
                    <a:pt x="96" y="281"/>
                  </a:lnTo>
                  <a:lnTo>
                    <a:pt x="94" y="277"/>
                  </a:lnTo>
                  <a:lnTo>
                    <a:pt x="94" y="277"/>
                  </a:lnTo>
                  <a:lnTo>
                    <a:pt x="90" y="275"/>
                  </a:lnTo>
                  <a:lnTo>
                    <a:pt x="88" y="271"/>
                  </a:lnTo>
                  <a:lnTo>
                    <a:pt x="87" y="271"/>
                  </a:lnTo>
                  <a:lnTo>
                    <a:pt x="87" y="265"/>
                  </a:lnTo>
                  <a:lnTo>
                    <a:pt x="86" y="263"/>
                  </a:lnTo>
                  <a:lnTo>
                    <a:pt x="84" y="257"/>
                  </a:lnTo>
                  <a:lnTo>
                    <a:pt x="83" y="255"/>
                  </a:lnTo>
                  <a:lnTo>
                    <a:pt x="82" y="252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9" y="246"/>
                  </a:lnTo>
                  <a:lnTo>
                    <a:pt x="76" y="242"/>
                  </a:lnTo>
                  <a:lnTo>
                    <a:pt x="76" y="240"/>
                  </a:lnTo>
                  <a:lnTo>
                    <a:pt x="75" y="240"/>
                  </a:lnTo>
                  <a:lnTo>
                    <a:pt x="72" y="235"/>
                  </a:lnTo>
                  <a:lnTo>
                    <a:pt x="72" y="234"/>
                  </a:lnTo>
                  <a:lnTo>
                    <a:pt x="71" y="232"/>
                  </a:lnTo>
                  <a:lnTo>
                    <a:pt x="70" y="230"/>
                  </a:lnTo>
                  <a:lnTo>
                    <a:pt x="68" y="229"/>
                  </a:lnTo>
                  <a:lnTo>
                    <a:pt x="67" y="223"/>
                  </a:lnTo>
                  <a:lnTo>
                    <a:pt x="66" y="21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59" y="200"/>
                  </a:lnTo>
                  <a:lnTo>
                    <a:pt x="62" y="200"/>
                  </a:lnTo>
                  <a:lnTo>
                    <a:pt x="58" y="196"/>
                  </a:lnTo>
                  <a:lnTo>
                    <a:pt x="58" y="193"/>
                  </a:lnTo>
                  <a:lnTo>
                    <a:pt x="61" y="193"/>
                  </a:lnTo>
                  <a:lnTo>
                    <a:pt x="59" y="190"/>
                  </a:lnTo>
                  <a:lnTo>
                    <a:pt x="58" y="189"/>
                  </a:lnTo>
                  <a:lnTo>
                    <a:pt x="55" y="182"/>
                  </a:lnTo>
                  <a:lnTo>
                    <a:pt x="54" y="179"/>
                  </a:lnTo>
                  <a:lnTo>
                    <a:pt x="57" y="177"/>
                  </a:lnTo>
                  <a:lnTo>
                    <a:pt x="55" y="176"/>
                  </a:lnTo>
                  <a:lnTo>
                    <a:pt x="54" y="175"/>
                  </a:lnTo>
                  <a:lnTo>
                    <a:pt x="55" y="172"/>
                  </a:lnTo>
                  <a:lnTo>
                    <a:pt x="55" y="168"/>
                  </a:lnTo>
                  <a:lnTo>
                    <a:pt x="54" y="164"/>
                  </a:lnTo>
                  <a:lnTo>
                    <a:pt x="53" y="164"/>
                  </a:lnTo>
                  <a:lnTo>
                    <a:pt x="53" y="157"/>
                  </a:lnTo>
                  <a:lnTo>
                    <a:pt x="55" y="156"/>
                  </a:lnTo>
                  <a:lnTo>
                    <a:pt x="55" y="155"/>
                  </a:lnTo>
                  <a:lnTo>
                    <a:pt x="58" y="155"/>
                  </a:lnTo>
                  <a:lnTo>
                    <a:pt x="55" y="155"/>
                  </a:lnTo>
                  <a:lnTo>
                    <a:pt x="53" y="155"/>
                  </a:lnTo>
                  <a:lnTo>
                    <a:pt x="51" y="155"/>
                  </a:lnTo>
                  <a:lnTo>
                    <a:pt x="51" y="152"/>
                  </a:lnTo>
                  <a:lnTo>
                    <a:pt x="50" y="15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53" y="148"/>
                  </a:lnTo>
                  <a:lnTo>
                    <a:pt x="55" y="147"/>
                  </a:lnTo>
                  <a:lnTo>
                    <a:pt x="55" y="144"/>
                  </a:lnTo>
                  <a:lnTo>
                    <a:pt x="54" y="146"/>
                  </a:lnTo>
                  <a:lnTo>
                    <a:pt x="53" y="146"/>
                  </a:lnTo>
                  <a:lnTo>
                    <a:pt x="50" y="146"/>
                  </a:lnTo>
                  <a:lnTo>
                    <a:pt x="49" y="144"/>
                  </a:lnTo>
                  <a:lnTo>
                    <a:pt x="49" y="146"/>
                  </a:lnTo>
                  <a:lnTo>
                    <a:pt x="49" y="148"/>
                  </a:lnTo>
                  <a:lnTo>
                    <a:pt x="46" y="152"/>
                  </a:lnTo>
                  <a:lnTo>
                    <a:pt x="49" y="155"/>
                  </a:lnTo>
                  <a:lnTo>
                    <a:pt x="47" y="159"/>
                  </a:lnTo>
                  <a:lnTo>
                    <a:pt x="46" y="160"/>
                  </a:lnTo>
                  <a:lnTo>
                    <a:pt x="46" y="161"/>
                  </a:lnTo>
                  <a:lnTo>
                    <a:pt x="42" y="164"/>
                  </a:lnTo>
                  <a:lnTo>
                    <a:pt x="36" y="168"/>
                  </a:lnTo>
                  <a:lnTo>
                    <a:pt x="33" y="168"/>
                  </a:lnTo>
                  <a:lnTo>
                    <a:pt x="29" y="168"/>
                  </a:lnTo>
                  <a:lnTo>
                    <a:pt x="20" y="160"/>
                  </a:lnTo>
                  <a:lnTo>
                    <a:pt x="16" y="155"/>
                  </a:lnTo>
                  <a:lnTo>
                    <a:pt x="16" y="155"/>
                  </a:lnTo>
                  <a:lnTo>
                    <a:pt x="15" y="155"/>
                  </a:lnTo>
                  <a:lnTo>
                    <a:pt x="13" y="154"/>
                  </a:lnTo>
                  <a:lnTo>
                    <a:pt x="8" y="148"/>
                  </a:lnTo>
                  <a:lnTo>
                    <a:pt x="8" y="147"/>
                  </a:lnTo>
                  <a:lnTo>
                    <a:pt x="8" y="146"/>
                  </a:lnTo>
                  <a:lnTo>
                    <a:pt x="9" y="146"/>
                  </a:lnTo>
                  <a:lnTo>
                    <a:pt x="9" y="147"/>
                  </a:lnTo>
                  <a:lnTo>
                    <a:pt x="11" y="146"/>
                  </a:lnTo>
                  <a:lnTo>
                    <a:pt x="11" y="148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7"/>
                  </a:lnTo>
                  <a:lnTo>
                    <a:pt x="16" y="148"/>
                  </a:lnTo>
                  <a:lnTo>
                    <a:pt x="17" y="147"/>
                  </a:lnTo>
                  <a:lnTo>
                    <a:pt x="21" y="143"/>
                  </a:lnTo>
                  <a:lnTo>
                    <a:pt x="22" y="143"/>
                  </a:lnTo>
                  <a:lnTo>
                    <a:pt x="25" y="140"/>
                  </a:lnTo>
                  <a:lnTo>
                    <a:pt x="26" y="140"/>
                  </a:lnTo>
                  <a:lnTo>
                    <a:pt x="26" y="138"/>
                  </a:lnTo>
                  <a:lnTo>
                    <a:pt x="25" y="138"/>
                  </a:lnTo>
                  <a:lnTo>
                    <a:pt x="24" y="138"/>
                  </a:lnTo>
                  <a:lnTo>
                    <a:pt x="24" y="138"/>
                  </a:lnTo>
                  <a:lnTo>
                    <a:pt x="24" y="139"/>
                  </a:lnTo>
                  <a:lnTo>
                    <a:pt x="18" y="142"/>
                  </a:lnTo>
                  <a:lnTo>
                    <a:pt x="16" y="142"/>
                  </a:lnTo>
                  <a:lnTo>
                    <a:pt x="15" y="142"/>
                  </a:lnTo>
                  <a:lnTo>
                    <a:pt x="7" y="139"/>
                  </a:lnTo>
                  <a:lnTo>
                    <a:pt x="3" y="135"/>
                  </a:lnTo>
                  <a:lnTo>
                    <a:pt x="1" y="135"/>
                  </a:lnTo>
                  <a:lnTo>
                    <a:pt x="1" y="132"/>
                  </a:lnTo>
                  <a:lnTo>
                    <a:pt x="4" y="130"/>
                  </a:lnTo>
                  <a:lnTo>
                    <a:pt x="7" y="129"/>
                  </a:lnTo>
                  <a:lnTo>
                    <a:pt x="3" y="129"/>
                  </a:lnTo>
                  <a:lnTo>
                    <a:pt x="0" y="131"/>
                  </a:lnTo>
                  <a:lnTo>
                    <a:pt x="0" y="127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5" y="122"/>
                  </a:lnTo>
                  <a:lnTo>
                    <a:pt x="7" y="123"/>
                  </a:lnTo>
                  <a:lnTo>
                    <a:pt x="8" y="122"/>
                  </a:lnTo>
                  <a:lnTo>
                    <a:pt x="17" y="122"/>
                  </a:lnTo>
                  <a:lnTo>
                    <a:pt x="21" y="121"/>
                  </a:lnTo>
                  <a:lnTo>
                    <a:pt x="22" y="119"/>
                  </a:lnTo>
                  <a:lnTo>
                    <a:pt x="25" y="119"/>
                  </a:lnTo>
                  <a:lnTo>
                    <a:pt x="24" y="121"/>
                  </a:lnTo>
                  <a:lnTo>
                    <a:pt x="25" y="122"/>
                  </a:lnTo>
                  <a:lnTo>
                    <a:pt x="28" y="121"/>
                  </a:lnTo>
                  <a:lnTo>
                    <a:pt x="30" y="119"/>
                  </a:lnTo>
                  <a:lnTo>
                    <a:pt x="29" y="118"/>
                  </a:lnTo>
                  <a:lnTo>
                    <a:pt x="29" y="117"/>
                  </a:lnTo>
                  <a:lnTo>
                    <a:pt x="26" y="109"/>
                  </a:lnTo>
                  <a:lnTo>
                    <a:pt x="25" y="106"/>
                  </a:lnTo>
                  <a:lnTo>
                    <a:pt x="25" y="105"/>
                  </a:lnTo>
                  <a:lnTo>
                    <a:pt x="24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7" y="97"/>
                  </a:lnTo>
                  <a:lnTo>
                    <a:pt x="17" y="93"/>
                  </a:lnTo>
                  <a:lnTo>
                    <a:pt x="16" y="90"/>
                  </a:lnTo>
                  <a:lnTo>
                    <a:pt x="13" y="89"/>
                  </a:lnTo>
                  <a:lnTo>
                    <a:pt x="12" y="90"/>
                  </a:lnTo>
                  <a:lnTo>
                    <a:pt x="9" y="89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9" y="81"/>
                  </a:lnTo>
                  <a:lnTo>
                    <a:pt x="11" y="81"/>
                  </a:lnTo>
                  <a:lnTo>
                    <a:pt x="13" y="77"/>
                  </a:lnTo>
                  <a:lnTo>
                    <a:pt x="15" y="75"/>
                  </a:lnTo>
                  <a:lnTo>
                    <a:pt x="16" y="73"/>
                  </a:lnTo>
                  <a:lnTo>
                    <a:pt x="18" y="72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2" y="76"/>
                  </a:lnTo>
                  <a:lnTo>
                    <a:pt x="28" y="73"/>
                  </a:lnTo>
                  <a:lnTo>
                    <a:pt x="33" y="73"/>
                  </a:lnTo>
                  <a:lnTo>
                    <a:pt x="37" y="69"/>
                  </a:lnTo>
                  <a:lnTo>
                    <a:pt x="40" y="63"/>
                  </a:lnTo>
                  <a:lnTo>
                    <a:pt x="45" y="59"/>
                  </a:lnTo>
                  <a:lnTo>
                    <a:pt x="46" y="56"/>
                  </a:lnTo>
                  <a:lnTo>
                    <a:pt x="47" y="52"/>
                  </a:lnTo>
                  <a:lnTo>
                    <a:pt x="50" y="48"/>
                  </a:lnTo>
                  <a:lnTo>
                    <a:pt x="53" y="47"/>
                  </a:lnTo>
                  <a:lnTo>
                    <a:pt x="54" y="43"/>
                  </a:lnTo>
                  <a:lnTo>
                    <a:pt x="54" y="42"/>
                  </a:lnTo>
                  <a:lnTo>
                    <a:pt x="53" y="40"/>
                  </a:lnTo>
                  <a:lnTo>
                    <a:pt x="57" y="36"/>
                  </a:lnTo>
                  <a:lnTo>
                    <a:pt x="58" y="35"/>
                  </a:lnTo>
                  <a:lnTo>
                    <a:pt x="59" y="32"/>
                  </a:lnTo>
                  <a:lnTo>
                    <a:pt x="59" y="26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61" y="17"/>
                  </a:lnTo>
                  <a:lnTo>
                    <a:pt x="63" y="17"/>
                  </a:lnTo>
                  <a:lnTo>
                    <a:pt x="66" y="15"/>
                  </a:lnTo>
                  <a:lnTo>
                    <a:pt x="67" y="15"/>
                  </a:lnTo>
                  <a:lnTo>
                    <a:pt x="70" y="11"/>
                  </a:lnTo>
                  <a:lnTo>
                    <a:pt x="74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3" name="Freeform 368"/>
            <p:cNvSpPr>
              <a:spLocks noEditPoints="1"/>
            </p:cNvSpPr>
            <p:nvPr/>
          </p:nvSpPr>
          <p:spPr bwMode="auto">
            <a:xfrm>
              <a:off x="8386755" y="3502794"/>
              <a:ext cx="152265" cy="200483"/>
            </a:xfrm>
            <a:custGeom>
              <a:avLst/>
              <a:gdLst>
                <a:gd name="T0" fmla="*/ 45 w 60"/>
                <a:gd name="T1" fmla="*/ 57 h 79"/>
                <a:gd name="T2" fmla="*/ 45 w 60"/>
                <a:gd name="T3" fmla="*/ 54 h 79"/>
                <a:gd name="T4" fmla="*/ 42 w 60"/>
                <a:gd name="T5" fmla="*/ 58 h 79"/>
                <a:gd name="T6" fmla="*/ 41 w 60"/>
                <a:gd name="T7" fmla="*/ 57 h 79"/>
                <a:gd name="T8" fmla="*/ 37 w 60"/>
                <a:gd name="T9" fmla="*/ 53 h 79"/>
                <a:gd name="T10" fmla="*/ 35 w 60"/>
                <a:gd name="T11" fmla="*/ 58 h 79"/>
                <a:gd name="T12" fmla="*/ 37 w 60"/>
                <a:gd name="T13" fmla="*/ 53 h 79"/>
                <a:gd name="T14" fmla="*/ 8 w 60"/>
                <a:gd name="T15" fmla="*/ 3 h 79"/>
                <a:gd name="T16" fmla="*/ 12 w 60"/>
                <a:gd name="T17" fmla="*/ 7 h 79"/>
                <a:gd name="T18" fmla="*/ 12 w 60"/>
                <a:gd name="T19" fmla="*/ 4 h 79"/>
                <a:gd name="T20" fmla="*/ 16 w 60"/>
                <a:gd name="T21" fmla="*/ 7 h 79"/>
                <a:gd name="T22" fmla="*/ 18 w 60"/>
                <a:gd name="T23" fmla="*/ 7 h 79"/>
                <a:gd name="T24" fmla="*/ 21 w 60"/>
                <a:gd name="T25" fmla="*/ 14 h 79"/>
                <a:gd name="T26" fmla="*/ 25 w 60"/>
                <a:gd name="T27" fmla="*/ 19 h 79"/>
                <a:gd name="T28" fmla="*/ 33 w 60"/>
                <a:gd name="T29" fmla="*/ 20 h 79"/>
                <a:gd name="T30" fmla="*/ 45 w 60"/>
                <a:gd name="T31" fmla="*/ 20 h 79"/>
                <a:gd name="T32" fmla="*/ 49 w 60"/>
                <a:gd name="T33" fmla="*/ 20 h 79"/>
                <a:gd name="T34" fmla="*/ 51 w 60"/>
                <a:gd name="T35" fmla="*/ 25 h 79"/>
                <a:gd name="T36" fmla="*/ 47 w 60"/>
                <a:gd name="T37" fmla="*/ 33 h 79"/>
                <a:gd name="T38" fmla="*/ 45 w 60"/>
                <a:gd name="T39" fmla="*/ 35 h 79"/>
                <a:gd name="T40" fmla="*/ 42 w 60"/>
                <a:gd name="T41" fmla="*/ 37 h 79"/>
                <a:gd name="T42" fmla="*/ 42 w 60"/>
                <a:gd name="T43" fmla="*/ 43 h 79"/>
                <a:gd name="T44" fmla="*/ 46 w 60"/>
                <a:gd name="T45" fmla="*/ 46 h 79"/>
                <a:gd name="T46" fmla="*/ 49 w 60"/>
                <a:gd name="T47" fmla="*/ 48 h 79"/>
                <a:gd name="T48" fmla="*/ 49 w 60"/>
                <a:gd name="T49" fmla="*/ 44 h 79"/>
                <a:gd name="T50" fmla="*/ 50 w 60"/>
                <a:gd name="T51" fmla="*/ 41 h 79"/>
                <a:gd name="T52" fmla="*/ 54 w 60"/>
                <a:gd name="T53" fmla="*/ 43 h 79"/>
                <a:gd name="T54" fmla="*/ 56 w 60"/>
                <a:gd name="T55" fmla="*/ 50 h 79"/>
                <a:gd name="T56" fmla="*/ 59 w 60"/>
                <a:gd name="T57" fmla="*/ 60 h 79"/>
                <a:gd name="T58" fmla="*/ 60 w 60"/>
                <a:gd name="T59" fmla="*/ 64 h 79"/>
                <a:gd name="T60" fmla="*/ 60 w 60"/>
                <a:gd name="T61" fmla="*/ 68 h 79"/>
                <a:gd name="T62" fmla="*/ 56 w 60"/>
                <a:gd name="T63" fmla="*/ 73 h 79"/>
                <a:gd name="T64" fmla="*/ 56 w 60"/>
                <a:gd name="T65" fmla="*/ 77 h 79"/>
                <a:gd name="T66" fmla="*/ 55 w 60"/>
                <a:gd name="T67" fmla="*/ 75 h 79"/>
                <a:gd name="T68" fmla="*/ 52 w 60"/>
                <a:gd name="T69" fmla="*/ 70 h 79"/>
                <a:gd name="T70" fmla="*/ 50 w 60"/>
                <a:gd name="T71" fmla="*/ 70 h 79"/>
                <a:gd name="T72" fmla="*/ 50 w 60"/>
                <a:gd name="T73" fmla="*/ 65 h 79"/>
                <a:gd name="T74" fmla="*/ 49 w 60"/>
                <a:gd name="T75" fmla="*/ 60 h 79"/>
                <a:gd name="T76" fmla="*/ 45 w 60"/>
                <a:gd name="T77" fmla="*/ 53 h 79"/>
                <a:gd name="T78" fmla="*/ 37 w 60"/>
                <a:gd name="T79" fmla="*/ 52 h 79"/>
                <a:gd name="T80" fmla="*/ 33 w 60"/>
                <a:gd name="T81" fmla="*/ 49 h 79"/>
                <a:gd name="T82" fmla="*/ 34 w 60"/>
                <a:gd name="T83" fmla="*/ 52 h 79"/>
                <a:gd name="T84" fmla="*/ 33 w 60"/>
                <a:gd name="T85" fmla="*/ 54 h 79"/>
                <a:gd name="T86" fmla="*/ 31 w 60"/>
                <a:gd name="T87" fmla="*/ 61 h 79"/>
                <a:gd name="T88" fmla="*/ 29 w 60"/>
                <a:gd name="T89" fmla="*/ 61 h 79"/>
                <a:gd name="T90" fmla="*/ 29 w 60"/>
                <a:gd name="T91" fmla="*/ 61 h 79"/>
                <a:gd name="T92" fmla="*/ 27 w 60"/>
                <a:gd name="T93" fmla="*/ 57 h 79"/>
                <a:gd name="T94" fmla="*/ 27 w 60"/>
                <a:gd name="T95" fmla="*/ 57 h 79"/>
                <a:gd name="T96" fmla="*/ 25 w 60"/>
                <a:gd name="T97" fmla="*/ 61 h 79"/>
                <a:gd name="T98" fmla="*/ 25 w 60"/>
                <a:gd name="T99" fmla="*/ 66 h 79"/>
                <a:gd name="T100" fmla="*/ 22 w 60"/>
                <a:gd name="T101" fmla="*/ 65 h 79"/>
                <a:gd name="T102" fmla="*/ 20 w 60"/>
                <a:gd name="T103" fmla="*/ 66 h 79"/>
                <a:gd name="T104" fmla="*/ 17 w 60"/>
                <a:gd name="T105" fmla="*/ 60 h 79"/>
                <a:gd name="T106" fmla="*/ 13 w 60"/>
                <a:gd name="T107" fmla="*/ 50 h 79"/>
                <a:gd name="T108" fmla="*/ 12 w 60"/>
                <a:gd name="T109" fmla="*/ 41 h 79"/>
                <a:gd name="T110" fmla="*/ 6 w 60"/>
                <a:gd name="T111" fmla="*/ 32 h 79"/>
                <a:gd name="T112" fmla="*/ 5 w 60"/>
                <a:gd name="T113" fmla="*/ 24 h 79"/>
                <a:gd name="T114" fmla="*/ 10 w 60"/>
                <a:gd name="T115" fmla="*/ 20 h 79"/>
                <a:gd name="T116" fmla="*/ 12 w 60"/>
                <a:gd name="T117" fmla="*/ 15 h 79"/>
                <a:gd name="T118" fmla="*/ 0 w 60"/>
                <a:gd name="T119" fmla="*/ 14 h 79"/>
                <a:gd name="T120" fmla="*/ 4 w 60"/>
                <a:gd name="T121" fmla="*/ 4 h 79"/>
                <a:gd name="T122" fmla="*/ 4 w 60"/>
                <a:gd name="T123" fmla="*/ 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" h="79">
                  <a:moveTo>
                    <a:pt x="45" y="54"/>
                  </a:moveTo>
                  <a:lnTo>
                    <a:pt x="45" y="56"/>
                  </a:lnTo>
                  <a:lnTo>
                    <a:pt x="45" y="57"/>
                  </a:lnTo>
                  <a:lnTo>
                    <a:pt x="43" y="58"/>
                  </a:lnTo>
                  <a:lnTo>
                    <a:pt x="43" y="56"/>
                  </a:lnTo>
                  <a:lnTo>
                    <a:pt x="45" y="54"/>
                  </a:lnTo>
                  <a:close/>
                  <a:moveTo>
                    <a:pt x="39" y="54"/>
                  </a:moveTo>
                  <a:lnTo>
                    <a:pt x="42" y="56"/>
                  </a:lnTo>
                  <a:lnTo>
                    <a:pt x="42" y="58"/>
                  </a:lnTo>
                  <a:lnTo>
                    <a:pt x="41" y="61"/>
                  </a:lnTo>
                  <a:lnTo>
                    <a:pt x="39" y="60"/>
                  </a:lnTo>
                  <a:lnTo>
                    <a:pt x="41" y="57"/>
                  </a:lnTo>
                  <a:lnTo>
                    <a:pt x="39" y="56"/>
                  </a:lnTo>
                  <a:lnTo>
                    <a:pt x="39" y="54"/>
                  </a:lnTo>
                  <a:close/>
                  <a:moveTo>
                    <a:pt x="37" y="53"/>
                  </a:moveTo>
                  <a:lnTo>
                    <a:pt x="38" y="56"/>
                  </a:lnTo>
                  <a:lnTo>
                    <a:pt x="38" y="60"/>
                  </a:lnTo>
                  <a:lnTo>
                    <a:pt x="35" y="58"/>
                  </a:lnTo>
                  <a:lnTo>
                    <a:pt x="34" y="56"/>
                  </a:lnTo>
                  <a:lnTo>
                    <a:pt x="34" y="54"/>
                  </a:lnTo>
                  <a:lnTo>
                    <a:pt x="37" y="53"/>
                  </a:lnTo>
                  <a:close/>
                  <a:moveTo>
                    <a:pt x="5" y="0"/>
                  </a:moveTo>
                  <a:lnTo>
                    <a:pt x="5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7"/>
                  </a:lnTo>
                  <a:lnTo>
                    <a:pt x="17" y="8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1" y="14"/>
                  </a:lnTo>
                  <a:lnTo>
                    <a:pt x="22" y="16"/>
                  </a:lnTo>
                  <a:lnTo>
                    <a:pt x="22" y="19"/>
                  </a:lnTo>
                  <a:lnTo>
                    <a:pt x="25" y="19"/>
                  </a:lnTo>
                  <a:lnTo>
                    <a:pt x="26" y="19"/>
                  </a:lnTo>
                  <a:lnTo>
                    <a:pt x="29" y="20"/>
                  </a:lnTo>
                  <a:lnTo>
                    <a:pt x="33" y="20"/>
                  </a:lnTo>
                  <a:lnTo>
                    <a:pt x="37" y="20"/>
                  </a:lnTo>
                  <a:lnTo>
                    <a:pt x="41" y="20"/>
                  </a:lnTo>
                  <a:lnTo>
                    <a:pt x="45" y="20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51" y="23"/>
                  </a:lnTo>
                  <a:lnTo>
                    <a:pt x="52" y="23"/>
                  </a:lnTo>
                  <a:lnTo>
                    <a:pt x="51" y="25"/>
                  </a:lnTo>
                  <a:lnTo>
                    <a:pt x="50" y="28"/>
                  </a:lnTo>
                  <a:lnTo>
                    <a:pt x="49" y="32"/>
                  </a:lnTo>
                  <a:lnTo>
                    <a:pt x="47" y="33"/>
                  </a:lnTo>
                  <a:lnTo>
                    <a:pt x="47" y="35"/>
                  </a:lnTo>
                  <a:lnTo>
                    <a:pt x="46" y="36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2" y="36"/>
                  </a:lnTo>
                  <a:lnTo>
                    <a:pt x="42" y="37"/>
                  </a:lnTo>
                  <a:lnTo>
                    <a:pt x="41" y="39"/>
                  </a:lnTo>
                  <a:lnTo>
                    <a:pt x="41" y="40"/>
                  </a:lnTo>
                  <a:lnTo>
                    <a:pt x="42" y="43"/>
                  </a:lnTo>
                  <a:lnTo>
                    <a:pt x="43" y="44"/>
                  </a:lnTo>
                  <a:lnTo>
                    <a:pt x="43" y="45"/>
                  </a:lnTo>
                  <a:lnTo>
                    <a:pt x="46" y="46"/>
                  </a:lnTo>
                  <a:lnTo>
                    <a:pt x="47" y="49"/>
                  </a:lnTo>
                  <a:lnTo>
                    <a:pt x="49" y="49"/>
                  </a:lnTo>
                  <a:lnTo>
                    <a:pt x="49" y="48"/>
                  </a:lnTo>
                  <a:lnTo>
                    <a:pt x="47" y="46"/>
                  </a:lnTo>
                  <a:lnTo>
                    <a:pt x="49" y="45"/>
                  </a:lnTo>
                  <a:lnTo>
                    <a:pt x="49" y="44"/>
                  </a:lnTo>
                  <a:lnTo>
                    <a:pt x="50" y="43"/>
                  </a:lnTo>
                  <a:lnTo>
                    <a:pt x="49" y="41"/>
                  </a:lnTo>
                  <a:lnTo>
                    <a:pt x="50" y="41"/>
                  </a:lnTo>
                  <a:lnTo>
                    <a:pt x="51" y="41"/>
                  </a:lnTo>
                  <a:lnTo>
                    <a:pt x="54" y="41"/>
                  </a:lnTo>
                  <a:lnTo>
                    <a:pt x="54" y="43"/>
                  </a:lnTo>
                  <a:lnTo>
                    <a:pt x="55" y="44"/>
                  </a:lnTo>
                  <a:lnTo>
                    <a:pt x="56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8" y="57"/>
                  </a:lnTo>
                  <a:lnTo>
                    <a:pt x="59" y="60"/>
                  </a:lnTo>
                  <a:lnTo>
                    <a:pt x="59" y="62"/>
                  </a:lnTo>
                  <a:lnTo>
                    <a:pt x="60" y="62"/>
                  </a:lnTo>
                  <a:lnTo>
                    <a:pt x="60" y="64"/>
                  </a:lnTo>
                  <a:lnTo>
                    <a:pt x="60" y="65"/>
                  </a:lnTo>
                  <a:lnTo>
                    <a:pt x="60" y="65"/>
                  </a:lnTo>
                  <a:lnTo>
                    <a:pt x="60" y="68"/>
                  </a:lnTo>
                  <a:lnTo>
                    <a:pt x="60" y="71"/>
                  </a:lnTo>
                  <a:lnTo>
                    <a:pt x="59" y="70"/>
                  </a:lnTo>
                  <a:lnTo>
                    <a:pt x="56" y="73"/>
                  </a:lnTo>
                  <a:lnTo>
                    <a:pt x="56" y="75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5" y="75"/>
                  </a:lnTo>
                  <a:lnTo>
                    <a:pt x="52" y="73"/>
                  </a:lnTo>
                  <a:lnTo>
                    <a:pt x="51" y="71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1" y="69"/>
                  </a:lnTo>
                  <a:lnTo>
                    <a:pt x="50" y="70"/>
                  </a:lnTo>
                  <a:lnTo>
                    <a:pt x="50" y="69"/>
                  </a:lnTo>
                  <a:lnTo>
                    <a:pt x="51" y="66"/>
                  </a:lnTo>
                  <a:lnTo>
                    <a:pt x="50" y="65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49" y="60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5" y="53"/>
                  </a:lnTo>
                  <a:lnTo>
                    <a:pt x="43" y="52"/>
                  </a:lnTo>
                  <a:lnTo>
                    <a:pt x="41" y="53"/>
                  </a:lnTo>
                  <a:lnTo>
                    <a:pt x="37" y="52"/>
                  </a:lnTo>
                  <a:lnTo>
                    <a:pt x="37" y="50"/>
                  </a:lnTo>
                  <a:lnTo>
                    <a:pt x="35" y="50"/>
                  </a:lnTo>
                  <a:lnTo>
                    <a:pt x="33" y="49"/>
                  </a:lnTo>
                  <a:lnTo>
                    <a:pt x="33" y="45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4" y="57"/>
                  </a:lnTo>
                  <a:lnTo>
                    <a:pt x="34" y="61"/>
                  </a:lnTo>
                  <a:lnTo>
                    <a:pt x="31" y="61"/>
                  </a:lnTo>
                  <a:lnTo>
                    <a:pt x="30" y="65"/>
                  </a:lnTo>
                  <a:lnTo>
                    <a:pt x="29" y="64"/>
                  </a:lnTo>
                  <a:lnTo>
                    <a:pt x="29" y="61"/>
                  </a:lnTo>
                  <a:lnTo>
                    <a:pt x="30" y="61"/>
                  </a:lnTo>
                  <a:lnTo>
                    <a:pt x="31" y="60"/>
                  </a:lnTo>
                  <a:lnTo>
                    <a:pt x="29" y="61"/>
                  </a:lnTo>
                  <a:lnTo>
                    <a:pt x="27" y="64"/>
                  </a:lnTo>
                  <a:lnTo>
                    <a:pt x="26" y="61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6" y="56"/>
                  </a:lnTo>
                  <a:lnTo>
                    <a:pt x="27" y="57"/>
                  </a:lnTo>
                  <a:lnTo>
                    <a:pt x="26" y="58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6" y="64"/>
                  </a:lnTo>
                  <a:lnTo>
                    <a:pt x="26" y="65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4" y="65"/>
                  </a:lnTo>
                  <a:lnTo>
                    <a:pt x="22" y="65"/>
                  </a:lnTo>
                  <a:lnTo>
                    <a:pt x="22" y="66"/>
                  </a:lnTo>
                  <a:lnTo>
                    <a:pt x="21" y="66"/>
                  </a:lnTo>
                  <a:lnTo>
                    <a:pt x="20" y="66"/>
                  </a:lnTo>
                  <a:lnTo>
                    <a:pt x="20" y="64"/>
                  </a:lnTo>
                  <a:lnTo>
                    <a:pt x="18" y="64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4"/>
                  </a:lnTo>
                  <a:lnTo>
                    <a:pt x="13" y="50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2" y="41"/>
                  </a:lnTo>
                  <a:lnTo>
                    <a:pt x="12" y="37"/>
                  </a:lnTo>
                  <a:lnTo>
                    <a:pt x="9" y="33"/>
                  </a:lnTo>
                  <a:lnTo>
                    <a:pt x="6" y="32"/>
                  </a:lnTo>
                  <a:lnTo>
                    <a:pt x="4" y="29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6" y="21"/>
                  </a:lnTo>
                  <a:lnTo>
                    <a:pt x="9" y="20"/>
                  </a:lnTo>
                  <a:lnTo>
                    <a:pt x="10" y="20"/>
                  </a:lnTo>
                  <a:lnTo>
                    <a:pt x="12" y="19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0" y="14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4" name="Freeform 369"/>
            <p:cNvSpPr>
              <a:spLocks/>
            </p:cNvSpPr>
            <p:nvPr/>
          </p:nvSpPr>
          <p:spPr bwMode="auto">
            <a:xfrm>
              <a:off x="8401981" y="3449501"/>
              <a:ext cx="93897" cy="58369"/>
            </a:xfrm>
            <a:custGeom>
              <a:avLst/>
              <a:gdLst>
                <a:gd name="T0" fmla="*/ 16 w 37"/>
                <a:gd name="T1" fmla="*/ 0 h 23"/>
                <a:gd name="T2" fmla="*/ 18 w 37"/>
                <a:gd name="T3" fmla="*/ 3 h 23"/>
                <a:gd name="T4" fmla="*/ 23 w 37"/>
                <a:gd name="T5" fmla="*/ 3 h 23"/>
                <a:gd name="T6" fmla="*/ 25 w 37"/>
                <a:gd name="T7" fmla="*/ 4 h 23"/>
                <a:gd name="T8" fmla="*/ 28 w 37"/>
                <a:gd name="T9" fmla="*/ 3 h 23"/>
                <a:gd name="T10" fmla="*/ 31 w 37"/>
                <a:gd name="T11" fmla="*/ 3 h 23"/>
                <a:gd name="T12" fmla="*/ 33 w 37"/>
                <a:gd name="T13" fmla="*/ 6 h 23"/>
                <a:gd name="T14" fmla="*/ 33 w 37"/>
                <a:gd name="T15" fmla="*/ 6 h 23"/>
                <a:gd name="T16" fmla="*/ 33 w 37"/>
                <a:gd name="T17" fmla="*/ 8 h 23"/>
                <a:gd name="T18" fmla="*/ 33 w 37"/>
                <a:gd name="T19" fmla="*/ 11 h 23"/>
                <a:gd name="T20" fmla="*/ 37 w 37"/>
                <a:gd name="T21" fmla="*/ 12 h 23"/>
                <a:gd name="T22" fmla="*/ 37 w 37"/>
                <a:gd name="T23" fmla="*/ 16 h 23"/>
                <a:gd name="T24" fmla="*/ 37 w 37"/>
                <a:gd name="T25" fmla="*/ 17 h 23"/>
                <a:gd name="T26" fmla="*/ 32 w 37"/>
                <a:gd name="T27" fmla="*/ 19 h 23"/>
                <a:gd name="T28" fmla="*/ 29 w 37"/>
                <a:gd name="T29" fmla="*/ 19 h 23"/>
                <a:gd name="T30" fmla="*/ 24 w 37"/>
                <a:gd name="T31" fmla="*/ 20 h 23"/>
                <a:gd name="T32" fmla="*/ 21 w 37"/>
                <a:gd name="T33" fmla="*/ 19 h 23"/>
                <a:gd name="T34" fmla="*/ 19 w 37"/>
                <a:gd name="T35" fmla="*/ 19 h 23"/>
                <a:gd name="T36" fmla="*/ 18 w 37"/>
                <a:gd name="T37" fmla="*/ 23 h 23"/>
                <a:gd name="T38" fmla="*/ 14 w 37"/>
                <a:gd name="T39" fmla="*/ 23 h 23"/>
                <a:gd name="T40" fmla="*/ 8 w 37"/>
                <a:gd name="T41" fmla="*/ 19 h 23"/>
                <a:gd name="T42" fmla="*/ 7 w 37"/>
                <a:gd name="T43" fmla="*/ 20 h 23"/>
                <a:gd name="T44" fmla="*/ 3 w 37"/>
                <a:gd name="T45" fmla="*/ 19 h 23"/>
                <a:gd name="T46" fmla="*/ 0 w 37"/>
                <a:gd name="T47" fmla="*/ 15 h 23"/>
                <a:gd name="T48" fmla="*/ 0 w 37"/>
                <a:gd name="T49" fmla="*/ 14 h 23"/>
                <a:gd name="T50" fmla="*/ 2 w 37"/>
                <a:gd name="T51" fmla="*/ 11 h 23"/>
                <a:gd name="T52" fmla="*/ 3 w 37"/>
                <a:gd name="T53" fmla="*/ 10 h 23"/>
                <a:gd name="T54" fmla="*/ 6 w 37"/>
                <a:gd name="T55" fmla="*/ 4 h 23"/>
                <a:gd name="T56" fmla="*/ 12 w 37"/>
                <a:gd name="T57" fmla="*/ 2 h 23"/>
                <a:gd name="T58" fmla="*/ 16 w 37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" h="23">
                  <a:moveTo>
                    <a:pt x="16" y="0"/>
                  </a:moveTo>
                  <a:lnTo>
                    <a:pt x="18" y="3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8" y="3"/>
                  </a:lnTo>
                  <a:lnTo>
                    <a:pt x="31" y="3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8"/>
                  </a:lnTo>
                  <a:lnTo>
                    <a:pt x="33" y="11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17"/>
                  </a:lnTo>
                  <a:lnTo>
                    <a:pt x="32" y="19"/>
                  </a:lnTo>
                  <a:lnTo>
                    <a:pt x="29" y="19"/>
                  </a:lnTo>
                  <a:lnTo>
                    <a:pt x="24" y="20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19"/>
                  </a:lnTo>
                  <a:lnTo>
                    <a:pt x="7" y="20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5" name="Freeform 370"/>
            <p:cNvSpPr>
              <a:spLocks/>
            </p:cNvSpPr>
            <p:nvPr/>
          </p:nvSpPr>
          <p:spPr bwMode="auto">
            <a:xfrm>
              <a:off x="8135517" y="3383520"/>
              <a:ext cx="251238" cy="129426"/>
            </a:xfrm>
            <a:custGeom>
              <a:avLst/>
              <a:gdLst>
                <a:gd name="T0" fmla="*/ 9 w 99"/>
                <a:gd name="T1" fmla="*/ 1 h 51"/>
                <a:gd name="T2" fmla="*/ 12 w 99"/>
                <a:gd name="T3" fmla="*/ 3 h 51"/>
                <a:gd name="T4" fmla="*/ 15 w 99"/>
                <a:gd name="T5" fmla="*/ 1 h 51"/>
                <a:gd name="T6" fmla="*/ 22 w 99"/>
                <a:gd name="T7" fmla="*/ 3 h 51"/>
                <a:gd name="T8" fmla="*/ 26 w 99"/>
                <a:gd name="T9" fmla="*/ 4 h 51"/>
                <a:gd name="T10" fmla="*/ 32 w 99"/>
                <a:gd name="T11" fmla="*/ 9 h 51"/>
                <a:gd name="T12" fmla="*/ 37 w 99"/>
                <a:gd name="T13" fmla="*/ 11 h 51"/>
                <a:gd name="T14" fmla="*/ 40 w 99"/>
                <a:gd name="T15" fmla="*/ 15 h 51"/>
                <a:gd name="T16" fmla="*/ 42 w 99"/>
                <a:gd name="T17" fmla="*/ 16 h 51"/>
                <a:gd name="T18" fmla="*/ 44 w 99"/>
                <a:gd name="T19" fmla="*/ 12 h 51"/>
                <a:gd name="T20" fmla="*/ 47 w 99"/>
                <a:gd name="T21" fmla="*/ 13 h 51"/>
                <a:gd name="T22" fmla="*/ 50 w 99"/>
                <a:gd name="T23" fmla="*/ 17 h 51"/>
                <a:gd name="T24" fmla="*/ 57 w 99"/>
                <a:gd name="T25" fmla="*/ 18 h 51"/>
                <a:gd name="T26" fmla="*/ 59 w 99"/>
                <a:gd name="T27" fmla="*/ 24 h 51"/>
                <a:gd name="T28" fmla="*/ 62 w 99"/>
                <a:gd name="T29" fmla="*/ 26 h 51"/>
                <a:gd name="T30" fmla="*/ 67 w 99"/>
                <a:gd name="T31" fmla="*/ 26 h 51"/>
                <a:gd name="T32" fmla="*/ 71 w 99"/>
                <a:gd name="T33" fmla="*/ 24 h 51"/>
                <a:gd name="T34" fmla="*/ 79 w 99"/>
                <a:gd name="T35" fmla="*/ 25 h 51"/>
                <a:gd name="T36" fmla="*/ 83 w 99"/>
                <a:gd name="T37" fmla="*/ 30 h 51"/>
                <a:gd name="T38" fmla="*/ 87 w 99"/>
                <a:gd name="T39" fmla="*/ 33 h 51"/>
                <a:gd name="T40" fmla="*/ 92 w 99"/>
                <a:gd name="T41" fmla="*/ 33 h 51"/>
                <a:gd name="T42" fmla="*/ 98 w 99"/>
                <a:gd name="T43" fmla="*/ 32 h 51"/>
                <a:gd name="T44" fmla="*/ 98 w 99"/>
                <a:gd name="T45" fmla="*/ 40 h 51"/>
                <a:gd name="T46" fmla="*/ 99 w 99"/>
                <a:gd name="T47" fmla="*/ 50 h 51"/>
                <a:gd name="T48" fmla="*/ 87 w 99"/>
                <a:gd name="T49" fmla="*/ 49 h 51"/>
                <a:gd name="T50" fmla="*/ 74 w 99"/>
                <a:gd name="T51" fmla="*/ 47 h 51"/>
                <a:gd name="T52" fmla="*/ 67 w 99"/>
                <a:gd name="T53" fmla="*/ 49 h 51"/>
                <a:gd name="T54" fmla="*/ 58 w 99"/>
                <a:gd name="T55" fmla="*/ 43 h 51"/>
                <a:gd name="T56" fmla="*/ 51 w 99"/>
                <a:gd name="T57" fmla="*/ 40 h 51"/>
                <a:gd name="T58" fmla="*/ 44 w 99"/>
                <a:gd name="T59" fmla="*/ 40 h 51"/>
                <a:gd name="T60" fmla="*/ 33 w 99"/>
                <a:gd name="T61" fmla="*/ 37 h 51"/>
                <a:gd name="T62" fmla="*/ 28 w 99"/>
                <a:gd name="T63" fmla="*/ 36 h 51"/>
                <a:gd name="T64" fmla="*/ 20 w 99"/>
                <a:gd name="T65" fmla="*/ 30 h 51"/>
                <a:gd name="T66" fmla="*/ 11 w 99"/>
                <a:gd name="T67" fmla="*/ 25 h 51"/>
                <a:gd name="T68" fmla="*/ 7 w 99"/>
                <a:gd name="T69" fmla="*/ 24 h 51"/>
                <a:gd name="T70" fmla="*/ 1 w 99"/>
                <a:gd name="T71" fmla="*/ 22 h 51"/>
                <a:gd name="T72" fmla="*/ 4 w 99"/>
                <a:gd name="T73" fmla="*/ 15 h 51"/>
                <a:gd name="T74" fmla="*/ 5 w 99"/>
                <a:gd name="T75" fmla="*/ 4 h 51"/>
                <a:gd name="T76" fmla="*/ 5 w 99"/>
                <a:gd name="T7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9" h="51">
                  <a:moveTo>
                    <a:pt x="5" y="0"/>
                  </a:moveTo>
                  <a:lnTo>
                    <a:pt x="9" y="1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5" y="1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8" y="5"/>
                  </a:lnTo>
                  <a:lnTo>
                    <a:pt x="32" y="9"/>
                  </a:lnTo>
                  <a:lnTo>
                    <a:pt x="34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40" y="15"/>
                  </a:lnTo>
                  <a:lnTo>
                    <a:pt x="41" y="17"/>
                  </a:lnTo>
                  <a:lnTo>
                    <a:pt x="42" y="16"/>
                  </a:lnTo>
                  <a:lnTo>
                    <a:pt x="42" y="13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7" y="13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3" y="20"/>
                  </a:lnTo>
                  <a:lnTo>
                    <a:pt x="57" y="18"/>
                  </a:lnTo>
                  <a:lnTo>
                    <a:pt x="59" y="20"/>
                  </a:lnTo>
                  <a:lnTo>
                    <a:pt x="59" y="24"/>
                  </a:lnTo>
                  <a:lnTo>
                    <a:pt x="61" y="26"/>
                  </a:lnTo>
                  <a:lnTo>
                    <a:pt x="62" y="26"/>
                  </a:lnTo>
                  <a:lnTo>
                    <a:pt x="66" y="28"/>
                  </a:lnTo>
                  <a:lnTo>
                    <a:pt x="67" y="26"/>
                  </a:lnTo>
                  <a:lnTo>
                    <a:pt x="70" y="26"/>
                  </a:lnTo>
                  <a:lnTo>
                    <a:pt x="71" y="24"/>
                  </a:lnTo>
                  <a:lnTo>
                    <a:pt x="76" y="24"/>
                  </a:lnTo>
                  <a:lnTo>
                    <a:pt x="79" y="25"/>
                  </a:lnTo>
                  <a:lnTo>
                    <a:pt x="79" y="29"/>
                  </a:lnTo>
                  <a:lnTo>
                    <a:pt x="83" y="30"/>
                  </a:lnTo>
                  <a:lnTo>
                    <a:pt x="86" y="33"/>
                  </a:lnTo>
                  <a:lnTo>
                    <a:pt x="87" y="33"/>
                  </a:lnTo>
                  <a:lnTo>
                    <a:pt x="91" y="32"/>
                  </a:lnTo>
                  <a:lnTo>
                    <a:pt x="92" y="33"/>
                  </a:lnTo>
                  <a:lnTo>
                    <a:pt x="95" y="32"/>
                  </a:lnTo>
                  <a:lnTo>
                    <a:pt x="98" y="32"/>
                  </a:lnTo>
                  <a:lnTo>
                    <a:pt x="98" y="34"/>
                  </a:lnTo>
                  <a:lnTo>
                    <a:pt x="98" y="40"/>
                  </a:lnTo>
                  <a:lnTo>
                    <a:pt x="99" y="45"/>
                  </a:lnTo>
                  <a:lnTo>
                    <a:pt x="99" y="50"/>
                  </a:lnTo>
                  <a:lnTo>
                    <a:pt x="91" y="51"/>
                  </a:lnTo>
                  <a:lnTo>
                    <a:pt x="87" y="49"/>
                  </a:lnTo>
                  <a:lnTo>
                    <a:pt x="84" y="50"/>
                  </a:lnTo>
                  <a:lnTo>
                    <a:pt x="74" y="47"/>
                  </a:lnTo>
                  <a:lnTo>
                    <a:pt x="70" y="47"/>
                  </a:lnTo>
                  <a:lnTo>
                    <a:pt x="67" y="49"/>
                  </a:lnTo>
                  <a:lnTo>
                    <a:pt x="61" y="46"/>
                  </a:lnTo>
                  <a:lnTo>
                    <a:pt x="58" y="43"/>
                  </a:lnTo>
                  <a:lnTo>
                    <a:pt x="57" y="41"/>
                  </a:lnTo>
                  <a:lnTo>
                    <a:pt x="51" y="40"/>
                  </a:lnTo>
                  <a:lnTo>
                    <a:pt x="45" y="41"/>
                  </a:lnTo>
                  <a:lnTo>
                    <a:pt x="44" y="40"/>
                  </a:lnTo>
                  <a:lnTo>
                    <a:pt x="37" y="40"/>
                  </a:lnTo>
                  <a:lnTo>
                    <a:pt x="33" y="37"/>
                  </a:lnTo>
                  <a:lnTo>
                    <a:pt x="30" y="37"/>
                  </a:lnTo>
                  <a:lnTo>
                    <a:pt x="28" y="36"/>
                  </a:lnTo>
                  <a:lnTo>
                    <a:pt x="24" y="34"/>
                  </a:lnTo>
                  <a:lnTo>
                    <a:pt x="20" y="30"/>
                  </a:lnTo>
                  <a:lnTo>
                    <a:pt x="15" y="26"/>
                  </a:lnTo>
                  <a:lnTo>
                    <a:pt x="11" y="25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4" y="22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5" y="4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6" name="Freeform 371"/>
            <p:cNvSpPr>
              <a:spLocks/>
            </p:cNvSpPr>
            <p:nvPr/>
          </p:nvSpPr>
          <p:spPr bwMode="auto">
            <a:xfrm>
              <a:off x="7564526" y="3160198"/>
              <a:ext cx="421266" cy="456794"/>
            </a:xfrm>
            <a:custGeom>
              <a:avLst/>
              <a:gdLst>
                <a:gd name="T0" fmla="*/ 129 w 166"/>
                <a:gd name="T1" fmla="*/ 2 h 180"/>
                <a:gd name="T2" fmla="*/ 126 w 166"/>
                <a:gd name="T3" fmla="*/ 12 h 180"/>
                <a:gd name="T4" fmla="*/ 138 w 166"/>
                <a:gd name="T5" fmla="*/ 18 h 180"/>
                <a:gd name="T6" fmla="*/ 139 w 166"/>
                <a:gd name="T7" fmla="*/ 28 h 180"/>
                <a:gd name="T8" fmla="*/ 139 w 166"/>
                <a:gd name="T9" fmla="*/ 38 h 180"/>
                <a:gd name="T10" fmla="*/ 150 w 166"/>
                <a:gd name="T11" fmla="*/ 54 h 180"/>
                <a:gd name="T12" fmla="*/ 162 w 166"/>
                <a:gd name="T13" fmla="*/ 58 h 180"/>
                <a:gd name="T14" fmla="*/ 162 w 166"/>
                <a:gd name="T15" fmla="*/ 64 h 180"/>
                <a:gd name="T16" fmla="*/ 154 w 166"/>
                <a:gd name="T17" fmla="*/ 71 h 180"/>
                <a:gd name="T18" fmla="*/ 153 w 166"/>
                <a:gd name="T19" fmla="*/ 85 h 180"/>
                <a:gd name="T20" fmla="*/ 149 w 166"/>
                <a:gd name="T21" fmla="*/ 96 h 180"/>
                <a:gd name="T22" fmla="*/ 141 w 166"/>
                <a:gd name="T23" fmla="*/ 108 h 180"/>
                <a:gd name="T24" fmla="*/ 124 w 166"/>
                <a:gd name="T25" fmla="*/ 122 h 180"/>
                <a:gd name="T26" fmla="*/ 114 w 166"/>
                <a:gd name="T27" fmla="*/ 121 h 180"/>
                <a:gd name="T28" fmla="*/ 107 w 166"/>
                <a:gd name="T29" fmla="*/ 130 h 180"/>
                <a:gd name="T30" fmla="*/ 105 w 166"/>
                <a:gd name="T31" fmla="*/ 138 h 180"/>
                <a:gd name="T32" fmla="*/ 113 w 166"/>
                <a:gd name="T33" fmla="*/ 142 h 180"/>
                <a:gd name="T34" fmla="*/ 120 w 166"/>
                <a:gd name="T35" fmla="*/ 153 h 180"/>
                <a:gd name="T36" fmla="*/ 125 w 166"/>
                <a:gd name="T37" fmla="*/ 166 h 180"/>
                <a:gd name="T38" fmla="*/ 121 w 166"/>
                <a:gd name="T39" fmla="*/ 171 h 180"/>
                <a:gd name="T40" fmla="*/ 117 w 166"/>
                <a:gd name="T41" fmla="*/ 170 h 180"/>
                <a:gd name="T42" fmla="*/ 101 w 166"/>
                <a:gd name="T43" fmla="*/ 171 h 180"/>
                <a:gd name="T44" fmla="*/ 96 w 166"/>
                <a:gd name="T45" fmla="*/ 180 h 180"/>
                <a:gd name="T46" fmla="*/ 87 w 166"/>
                <a:gd name="T47" fmla="*/ 178 h 180"/>
                <a:gd name="T48" fmla="*/ 82 w 166"/>
                <a:gd name="T49" fmla="*/ 175 h 180"/>
                <a:gd name="T50" fmla="*/ 82 w 166"/>
                <a:gd name="T51" fmla="*/ 168 h 180"/>
                <a:gd name="T52" fmla="*/ 74 w 166"/>
                <a:gd name="T53" fmla="*/ 164 h 180"/>
                <a:gd name="T54" fmla="*/ 74 w 166"/>
                <a:gd name="T55" fmla="*/ 160 h 180"/>
                <a:gd name="T56" fmla="*/ 64 w 166"/>
                <a:gd name="T57" fmla="*/ 156 h 180"/>
                <a:gd name="T58" fmla="*/ 58 w 166"/>
                <a:gd name="T59" fmla="*/ 156 h 180"/>
                <a:gd name="T60" fmla="*/ 49 w 166"/>
                <a:gd name="T61" fmla="*/ 160 h 180"/>
                <a:gd name="T62" fmla="*/ 42 w 166"/>
                <a:gd name="T63" fmla="*/ 158 h 180"/>
                <a:gd name="T64" fmla="*/ 37 w 166"/>
                <a:gd name="T65" fmla="*/ 156 h 180"/>
                <a:gd name="T66" fmla="*/ 33 w 166"/>
                <a:gd name="T67" fmla="*/ 159 h 180"/>
                <a:gd name="T68" fmla="*/ 25 w 166"/>
                <a:gd name="T69" fmla="*/ 160 h 180"/>
                <a:gd name="T70" fmla="*/ 18 w 166"/>
                <a:gd name="T71" fmla="*/ 162 h 180"/>
                <a:gd name="T72" fmla="*/ 16 w 166"/>
                <a:gd name="T73" fmla="*/ 158 h 180"/>
                <a:gd name="T74" fmla="*/ 16 w 166"/>
                <a:gd name="T75" fmla="*/ 146 h 180"/>
                <a:gd name="T76" fmla="*/ 28 w 166"/>
                <a:gd name="T77" fmla="*/ 139 h 180"/>
                <a:gd name="T78" fmla="*/ 29 w 166"/>
                <a:gd name="T79" fmla="*/ 133 h 180"/>
                <a:gd name="T80" fmla="*/ 25 w 166"/>
                <a:gd name="T81" fmla="*/ 125 h 180"/>
                <a:gd name="T82" fmla="*/ 18 w 166"/>
                <a:gd name="T83" fmla="*/ 118 h 180"/>
                <a:gd name="T84" fmla="*/ 8 w 166"/>
                <a:gd name="T85" fmla="*/ 112 h 180"/>
                <a:gd name="T86" fmla="*/ 16 w 166"/>
                <a:gd name="T87" fmla="*/ 105 h 180"/>
                <a:gd name="T88" fmla="*/ 39 w 166"/>
                <a:gd name="T89" fmla="*/ 103 h 180"/>
                <a:gd name="T90" fmla="*/ 58 w 166"/>
                <a:gd name="T91" fmla="*/ 101 h 180"/>
                <a:gd name="T92" fmla="*/ 62 w 166"/>
                <a:gd name="T93" fmla="*/ 92 h 180"/>
                <a:gd name="T94" fmla="*/ 64 w 166"/>
                <a:gd name="T95" fmla="*/ 83 h 180"/>
                <a:gd name="T96" fmla="*/ 70 w 166"/>
                <a:gd name="T97" fmla="*/ 79 h 180"/>
                <a:gd name="T98" fmla="*/ 79 w 166"/>
                <a:gd name="T99" fmla="*/ 71 h 180"/>
                <a:gd name="T100" fmla="*/ 87 w 166"/>
                <a:gd name="T101" fmla="*/ 71 h 180"/>
                <a:gd name="T102" fmla="*/ 93 w 166"/>
                <a:gd name="T103" fmla="*/ 68 h 180"/>
                <a:gd name="T104" fmla="*/ 93 w 166"/>
                <a:gd name="T105" fmla="*/ 58 h 180"/>
                <a:gd name="T106" fmla="*/ 100 w 166"/>
                <a:gd name="T107" fmla="*/ 50 h 180"/>
                <a:gd name="T108" fmla="*/ 96 w 166"/>
                <a:gd name="T109" fmla="*/ 41 h 180"/>
                <a:gd name="T110" fmla="*/ 111 w 166"/>
                <a:gd name="T111" fmla="*/ 35 h 180"/>
                <a:gd name="T112" fmla="*/ 113 w 166"/>
                <a:gd name="T113" fmla="*/ 17 h 180"/>
                <a:gd name="T114" fmla="*/ 114 w 166"/>
                <a:gd name="T115" fmla="*/ 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6" h="180">
                  <a:moveTo>
                    <a:pt x="122" y="0"/>
                  </a:moveTo>
                  <a:lnTo>
                    <a:pt x="125" y="1"/>
                  </a:lnTo>
                  <a:lnTo>
                    <a:pt x="128" y="0"/>
                  </a:lnTo>
                  <a:lnTo>
                    <a:pt x="129" y="2"/>
                  </a:lnTo>
                  <a:lnTo>
                    <a:pt x="122" y="6"/>
                  </a:lnTo>
                  <a:lnTo>
                    <a:pt x="124" y="10"/>
                  </a:lnTo>
                  <a:lnTo>
                    <a:pt x="125" y="13"/>
                  </a:lnTo>
                  <a:lnTo>
                    <a:pt x="126" y="12"/>
                  </a:lnTo>
                  <a:lnTo>
                    <a:pt x="129" y="12"/>
                  </a:lnTo>
                  <a:lnTo>
                    <a:pt x="132" y="13"/>
                  </a:lnTo>
                  <a:lnTo>
                    <a:pt x="136" y="17"/>
                  </a:lnTo>
                  <a:lnTo>
                    <a:pt x="138" y="18"/>
                  </a:lnTo>
                  <a:lnTo>
                    <a:pt x="138" y="21"/>
                  </a:lnTo>
                  <a:lnTo>
                    <a:pt x="142" y="22"/>
                  </a:lnTo>
                  <a:lnTo>
                    <a:pt x="142" y="25"/>
                  </a:lnTo>
                  <a:lnTo>
                    <a:pt x="139" y="28"/>
                  </a:lnTo>
                  <a:lnTo>
                    <a:pt x="138" y="30"/>
                  </a:lnTo>
                  <a:lnTo>
                    <a:pt x="137" y="30"/>
                  </a:lnTo>
                  <a:lnTo>
                    <a:pt x="137" y="34"/>
                  </a:lnTo>
                  <a:lnTo>
                    <a:pt x="139" y="38"/>
                  </a:lnTo>
                  <a:lnTo>
                    <a:pt x="141" y="46"/>
                  </a:lnTo>
                  <a:lnTo>
                    <a:pt x="141" y="49"/>
                  </a:lnTo>
                  <a:lnTo>
                    <a:pt x="146" y="53"/>
                  </a:lnTo>
                  <a:lnTo>
                    <a:pt x="150" y="54"/>
                  </a:lnTo>
                  <a:lnTo>
                    <a:pt x="154" y="55"/>
                  </a:lnTo>
                  <a:lnTo>
                    <a:pt x="155" y="59"/>
                  </a:lnTo>
                  <a:lnTo>
                    <a:pt x="159" y="59"/>
                  </a:lnTo>
                  <a:lnTo>
                    <a:pt x="162" y="58"/>
                  </a:lnTo>
                  <a:lnTo>
                    <a:pt x="164" y="59"/>
                  </a:lnTo>
                  <a:lnTo>
                    <a:pt x="166" y="62"/>
                  </a:lnTo>
                  <a:lnTo>
                    <a:pt x="163" y="64"/>
                  </a:lnTo>
                  <a:lnTo>
                    <a:pt x="162" y="64"/>
                  </a:lnTo>
                  <a:lnTo>
                    <a:pt x="159" y="66"/>
                  </a:lnTo>
                  <a:lnTo>
                    <a:pt x="157" y="66"/>
                  </a:lnTo>
                  <a:lnTo>
                    <a:pt x="154" y="70"/>
                  </a:lnTo>
                  <a:lnTo>
                    <a:pt x="154" y="71"/>
                  </a:lnTo>
                  <a:lnTo>
                    <a:pt x="155" y="75"/>
                  </a:lnTo>
                  <a:lnTo>
                    <a:pt x="155" y="81"/>
                  </a:lnTo>
                  <a:lnTo>
                    <a:pt x="154" y="84"/>
                  </a:lnTo>
                  <a:lnTo>
                    <a:pt x="153" y="85"/>
                  </a:lnTo>
                  <a:lnTo>
                    <a:pt x="149" y="89"/>
                  </a:lnTo>
                  <a:lnTo>
                    <a:pt x="150" y="91"/>
                  </a:lnTo>
                  <a:lnTo>
                    <a:pt x="150" y="92"/>
                  </a:lnTo>
                  <a:lnTo>
                    <a:pt x="149" y="96"/>
                  </a:lnTo>
                  <a:lnTo>
                    <a:pt x="146" y="97"/>
                  </a:lnTo>
                  <a:lnTo>
                    <a:pt x="143" y="101"/>
                  </a:lnTo>
                  <a:lnTo>
                    <a:pt x="142" y="105"/>
                  </a:lnTo>
                  <a:lnTo>
                    <a:pt x="141" y="108"/>
                  </a:lnTo>
                  <a:lnTo>
                    <a:pt x="136" y="112"/>
                  </a:lnTo>
                  <a:lnTo>
                    <a:pt x="133" y="118"/>
                  </a:lnTo>
                  <a:lnTo>
                    <a:pt x="129" y="122"/>
                  </a:lnTo>
                  <a:lnTo>
                    <a:pt x="124" y="122"/>
                  </a:lnTo>
                  <a:lnTo>
                    <a:pt x="118" y="125"/>
                  </a:lnTo>
                  <a:lnTo>
                    <a:pt x="117" y="125"/>
                  </a:lnTo>
                  <a:lnTo>
                    <a:pt x="117" y="122"/>
                  </a:lnTo>
                  <a:lnTo>
                    <a:pt x="114" y="121"/>
                  </a:lnTo>
                  <a:lnTo>
                    <a:pt x="112" y="122"/>
                  </a:lnTo>
                  <a:lnTo>
                    <a:pt x="111" y="124"/>
                  </a:lnTo>
                  <a:lnTo>
                    <a:pt x="109" y="126"/>
                  </a:lnTo>
                  <a:lnTo>
                    <a:pt x="107" y="130"/>
                  </a:lnTo>
                  <a:lnTo>
                    <a:pt x="105" y="130"/>
                  </a:lnTo>
                  <a:lnTo>
                    <a:pt x="103" y="135"/>
                  </a:lnTo>
                  <a:lnTo>
                    <a:pt x="103" y="138"/>
                  </a:lnTo>
                  <a:lnTo>
                    <a:pt x="105" y="138"/>
                  </a:lnTo>
                  <a:lnTo>
                    <a:pt x="108" y="139"/>
                  </a:lnTo>
                  <a:lnTo>
                    <a:pt x="109" y="138"/>
                  </a:lnTo>
                  <a:lnTo>
                    <a:pt x="112" y="139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3" y="150"/>
                  </a:lnTo>
                  <a:lnTo>
                    <a:pt x="117" y="153"/>
                  </a:lnTo>
                  <a:lnTo>
                    <a:pt x="120" y="153"/>
                  </a:lnTo>
                  <a:lnTo>
                    <a:pt x="121" y="154"/>
                  </a:lnTo>
                  <a:lnTo>
                    <a:pt x="121" y="155"/>
                  </a:lnTo>
                  <a:lnTo>
                    <a:pt x="122" y="158"/>
                  </a:lnTo>
                  <a:lnTo>
                    <a:pt x="125" y="166"/>
                  </a:lnTo>
                  <a:lnTo>
                    <a:pt x="125" y="167"/>
                  </a:lnTo>
                  <a:lnTo>
                    <a:pt x="126" y="168"/>
                  </a:lnTo>
                  <a:lnTo>
                    <a:pt x="124" y="170"/>
                  </a:lnTo>
                  <a:lnTo>
                    <a:pt x="121" y="171"/>
                  </a:lnTo>
                  <a:lnTo>
                    <a:pt x="120" y="170"/>
                  </a:lnTo>
                  <a:lnTo>
                    <a:pt x="121" y="168"/>
                  </a:lnTo>
                  <a:lnTo>
                    <a:pt x="118" y="168"/>
                  </a:lnTo>
                  <a:lnTo>
                    <a:pt x="117" y="170"/>
                  </a:lnTo>
                  <a:lnTo>
                    <a:pt x="113" y="171"/>
                  </a:lnTo>
                  <a:lnTo>
                    <a:pt x="104" y="171"/>
                  </a:lnTo>
                  <a:lnTo>
                    <a:pt x="103" y="172"/>
                  </a:lnTo>
                  <a:lnTo>
                    <a:pt x="101" y="171"/>
                  </a:lnTo>
                  <a:lnTo>
                    <a:pt x="100" y="175"/>
                  </a:lnTo>
                  <a:lnTo>
                    <a:pt x="99" y="175"/>
                  </a:lnTo>
                  <a:lnTo>
                    <a:pt x="96" y="176"/>
                  </a:lnTo>
                  <a:lnTo>
                    <a:pt x="96" y="180"/>
                  </a:lnTo>
                  <a:lnTo>
                    <a:pt x="93" y="180"/>
                  </a:lnTo>
                  <a:lnTo>
                    <a:pt x="93" y="179"/>
                  </a:lnTo>
                  <a:lnTo>
                    <a:pt x="89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3" y="175"/>
                  </a:lnTo>
                  <a:lnTo>
                    <a:pt x="83" y="175"/>
                  </a:lnTo>
                  <a:lnTo>
                    <a:pt x="82" y="175"/>
                  </a:lnTo>
                  <a:lnTo>
                    <a:pt x="83" y="174"/>
                  </a:lnTo>
                  <a:lnTo>
                    <a:pt x="83" y="172"/>
                  </a:lnTo>
                  <a:lnTo>
                    <a:pt x="82" y="172"/>
                  </a:lnTo>
                  <a:lnTo>
                    <a:pt x="82" y="168"/>
                  </a:lnTo>
                  <a:lnTo>
                    <a:pt x="79" y="164"/>
                  </a:lnTo>
                  <a:lnTo>
                    <a:pt x="79" y="163"/>
                  </a:lnTo>
                  <a:lnTo>
                    <a:pt x="75" y="164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0"/>
                  </a:lnTo>
                  <a:lnTo>
                    <a:pt x="72" y="158"/>
                  </a:lnTo>
                  <a:lnTo>
                    <a:pt x="71" y="156"/>
                  </a:lnTo>
                  <a:lnTo>
                    <a:pt x="67" y="156"/>
                  </a:lnTo>
                  <a:lnTo>
                    <a:pt x="64" y="156"/>
                  </a:lnTo>
                  <a:lnTo>
                    <a:pt x="60" y="156"/>
                  </a:lnTo>
                  <a:lnTo>
                    <a:pt x="59" y="156"/>
                  </a:lnTo>
                  <a:lnTo>
                    <a:pt x="59" y="156"/>
                  </a:lnTo>
                  <a:lnTo>
                    <a:pt x="58" y="156"/>
                  </a:lnTo>
                  <a:lnTo>
                    <a:pt x="55" y="158"/>
                  </a:lnTo>
                  <a:lnTo>
                    <a:pt x="54" y="158"/>
                  </a:lnTo>
                  <a:lnTo>
                    <a:pt x="51" y="158"/>
                  </a:lnTo>
                  <a:lnTo>
                    <a:pt x="49" y="160"/>
                  </a:lnTo>
                  <a:lnTo>
                    <a:pt x="46" y="160"/>
                  </a:lnTo>
                  <a:lnTo>
                    <a:pt x="45" y="159"/>
                  </a:lnTo>
                  <a:lnTo>
                    <a:pt x="43" y="159"/>
                  </a:lnTo>
                  <a:lnTo>
                    <a:pt x="42" y="158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39" y="158"/>
                  </a:lnTo>
                  <a:lnTo>
                    <a:pt x="37" y="156"/>
                  </a:lnTo>
                  <a:lnTo>
                    <a:pt x="35" y="158"/>
                  </a:lnTo>
                  <a:lnTo>
                    <a:pt x="35" y="159"/>
                  </a:lnTo>
                  <a:lnTo>
                    <a:pt x="34" y="159"/>
                  </a:lnTo>
                  <a:lnTo>
                    <a:pt x="33" y="159"/>
                  </a:lnTo>
                  <a:lnTo>
                    <a:pt x="30" y="159"/>
                  </a:lnTo>
                  <a:lnTo>
                    <a:pt x="29" y="159"/>
                  </a:lnTo>
                  <a:lnTo>
                    <a:pt x="26" y="159"/>
                  </a:lnTo>
                  <a:lnTo>
                    <a:pt x="25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7" y="162"/>
                  </a:lnTo>
                  <a:lnTo>
                    <a:pt x="17" y="160"/>
                  </a:lnTo>
                  <a:lnTo>
                    <a:pt x="16" y="160"/>
                  </a:lnTo>
                  <a:lnTo>
                    <a:pt x="16" y="158"/>
                  </a:lnTo>
                  <a:lnTo>
                    <a:pt x="16" y="154"/>
                  </a:lnTo>
                  <a:lnTo>
                    <a:pt x="14" y="151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7" y="145"/>
                  </a:lnTo>
                  <a:lnTo>
                    <a:pt x="21" y="142"/>
                  </a:lnTo>
                  <a:lnTo>
                    <a:pt x="22" y="141"/>
                  </a:lnTo>
                  <a:lnTo>
                    <a:pt x="28" y="139"/>
                  </a:lnTo>
                  <a:lnTo>
                    <a:pt x="30" y="141"/>
                  </a:lnTo>
                  <a:lnTo>
                    <a:pt x="33" y="139"/>
                  </a:lnTo>
                  <a:lnTo>
                    <a:pt x="32" y="134"/>
                  </a:lnTo>
                  <a:lnTo>
                    <a:pt x="29" y="133"/>
                  </a:lnTo>
                  <a:lnTo>
                    <a:pt x="26" y="133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5"/>
                  </a:lnTo>
                  <a:lnTo>
                    <a:pt x="25" y="121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18" y="118"/>
                  </a:lnTo>
                  <a:lnTo>
                    <a:pt x="14" y="118"/>
                  </a:lnTo>
                  <a:lnTo>
                    <a:pt x="13" y="117"/>
                  </a:lnTo>
                  <a:lnTo>
                    <a:pt x="10" y="114"/>
                  </a:lnTo>
                  <a:lnTo>
                    <a:pt x="8" y="112"/>
                  </a:lnTo>
                  <a:lnTo>
                    <a:pt x="6" y="109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16" y="105"/>
                  </a:lnTo>
                  <a:lnTo>
                    <a:pt x="30" y="105"/>
                  </a:lnTo>
                  <a:lnTo>
                    <a:pt x="34" y="104"/>
                  </a:lnTo>
                  <a:lnTo>
                    <a:pt x="38" y="104"/>
                  </a:lnTo>
                  <a:lnTo>
                    <a:pt x="39" y="103"/>
                  </a:lnTo>
                  <a:lnTo>
                    <a:pt x="43" y="101"/>
                  </a:lnTo>
                  <a:lnTo>
                    <a:pt x="50" y="101"/>
                  </a:lnTo>
                  <a:lnTo>
                    <a:pt x="54" y="101"/>
                  </a:lnTo>
                  <a:lnTo>
                    <a:pt x="58" y="101"/>
                  </a:lnTo>
                  <a:lnTo>
                    <a:pt x="62" y="99"/>
                  </a:lnTo>
                  <a:lnTo>
                    <a:pt x="63" y="97"/>
                  </a:lnTo>
                  <a:lnTo>
                    <a:pt x="62" y="95"/>
                  </a:lnTo>
                  <a:lnTo>
                    <a:pt x="62" y="92"/>
                  </a:lnTo>
                  <a:lnTo>
                    <a:pt x="60" y="88"/>
                  </a:lnTo>
                  <a:lnTo>
                    <a:pt x="60" y="85"/>
                  </a:lnTo>
                  <a:lnTo>
                    <a:pt x="63" y="83"/>
                  </a:lnTo>
                  <a:lnTo>
                    <a:pt x="64" y="83"/>
                  </a:lnTo>
                  <a:lnTo>
                    <a:pt x="66" y="80"/>
                  </a:lnTo>
                  <a:lnTo>
                    <a:pt x="66" y="79"/>
                  </a:lnTo>
                  <a:lnTo>
                    <a:pt x="68" y="78"/>
                  </a:lnTo>
                  <a:lnTo>
                    <a:pt x="70" y="79"/>
                  </a:lnTo>
                  <a:lnTo>
                    <a:pt x="75" y="78"/>
                  </a:lnTo>
                  <a:lnTo>
                    <a:pt x="76" y="75"/>
                  </a:lnTo>
                  <a:lnTo>
                    <a:pt x="74" y="75"/>
                  </a:lnTo>
                  <a:lnTo>
                    <a:pt x="79" y="71"/>
                  </a:lnTo>
                  <a:lnTo>
                    <a:pt x="79" y="70"/>
                  </a:lnTo>
                  <a:lnTo>
                    <a:pt x="82" y="70"/>
                  </a:lnTo>
                  <a:lnTo>
                    <a:pt x="83" y="71"/>
                  </a:lnTo>
                  <a:lnTo>
                    <a:pt x="87" y="71"/>
                  </a:lnTo>
                  <a:lnTo>
                    <a:pt x="87" y="70"/>
                  </a:lnTo>
                  <a:lnTo>
                    <a:pt x="88" y="70"/>
                  </a:lnTo>
                  <a:lnTo>
                    <a:pt x="91" y="72"/>
                  </a:lnTo>
                  <a:lnTo>
                    <a:pt x="93" y="68"/>
                  </a:lnTo>
                  <a:lnTo>
                    <a:pt x="92" y="63"/>
                  </a:lnTo>
                  <a:lnTo>
                    <a:pt x="92" y="62"/>
                  </a:lnTo>
                  <a:lnTo>
                    <a:pt x="93" y="60"/>
                  </a:lnTo>
                  <a:lnTo>
                    <a:pt x="93" y="58"/>
                  </a:lnTo>
                  <a:lnTo>
                    <a:pt x="93" y="54"/>
                  </a:lnTo>
                  <a:lnTo>
                    <a:pt x="95" y="51"/>
                  </a:lnTo>
                  <a:lnTo>
                    <a:pt x="97" y="51"/>
                  </a:lnTo>
                  <a:lnTo>
                    <a:pt x="100" y="50"/>
                  </a:lnTo>
                  <a:lnTo>
                    <a:pt x="101" y="47"/>
                  </a:lnTo>
                  <a:lnTo>
                    <a:pt x="100" y="45"/>
                  </a:lnTo>
                  <a:lnTo>
                    <a:pt x="97" y="43"/>
                  </a:lnTo>
                  <a:lnTo>
                    <a:pt x="96" y="41"/>
                  </a:lnTo>
                  <a:lnTo>
                    <a:pt x="99" y="38"/>
                  </a:lnTo>
                  <a:lnTo>
                    <a:pt x="103" y="39"/>
                  </a:lnTo>
                  <a:lnTo>
                    <a:pt x="108" y="39"/>
                  </a:lnTo>
                  <a:lnTo>
                    <a:pt x="111" y="35"/>
                  </a:lnTo>
                  <a:lnTo>
                    <a:pt x="111" y="31"/>
                  </a:lnTo>
                  <a:lnTo>
                    <a:pt x="108" y="29"/>
                  </a:lnTo>
                  <a:lnTo>
                    <a:pt x="113" y="22"/>
                  </a:lnTo>
                  <a:lnTo>
                    <a:pt x="113" y="17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12" y="4"/>
                  </a:lnTo>
                  <a:lnTo>
                    <a:pt x="114" y="4"/>
                  </a:lnTo>
                  <a:lnTo>
                    <a:pt x="118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7" name="Freeform 372"/>
            <p:cNvSpPr>
              <a:spLocks/>
            </p:cNvSpPr>
            <p:nvPr/>
          </p:nvSpPr>
          <p:spPr bwMode="auto">
            <a:xfrm>
              <a:off x="7874130" y="3137359"/>
              <a:ext cx="220785" cy="180181"/>
            </a:xfrm>
            <a:custGeom>
              <a:avLst/>
              <a:gdLst>
                <a:gd name="T0" fmla="*/ 33 w 87"/>
                <a:gd name="T1" fmla="*/ 0 h 71"/>
                <a:gd name="T2" fmla="*/ 37 w 87"/>
                <a:gd name="T3" fmla="*/ 5 h 71"/>
                <a:gd name="T4" fmla="*/ 45 w 87"/>
                <a:gd name="T5" fmla="*/ 15 h 71"/>
                <a:gd name="T6" fmla="*/ 48 w 87"/>
                <a:gd name="T7" fmla="*/ 19 h 71"/>
                <a:gd name="T8" fmla="*/ 53 w 87"/>
                <a:gd name="T9" fmla="*/ 22 h 71"/>
                <a:gd name="T10" fmla="*/ 61 w 87"/>
                <a:gd name="T11" fmla="*/ 22 h 71"/>
                <a:gd name="T12" fmla="*/ 66 w 87"/>
                <a:gd name="T13" fmla="*/ 26 h 71"/>
                <a:gd name="T14" fmla="*/ 71 w 87"/>
                <a:gd name="T15" fmla="*/ 34 h 71"/>
                <a:gd name="T16" fmla="*/ 78 w 87"/>
                <a:gd name="T17" fmla="*/ 39 h 71"/>
                <a:gd name="T18" fmla="*/ 81 w 87"/>
                <a:gd name="T19" fmla="*/ 48 h 71"/>
                <a:gd name="T20" fmla="*/ 86 w 87"/>
                <a:gd name="T21" fmla="*/ 55 h 71"/>
                <a:gd name="T22" fmla="*/ 87 w 87"/>
                <a:gd name="T23" fmla="*/ 64 h 71"/>
                <a:gd name="T24" fmla="*/ 86 w 87"/>
                <a:gd name="T25" fmla="*/ 64 h 71"/>
                <a:gd name="T26" fmla="*/ 81 w 87"/>
                <a:gd name="T27" fmla="*/ 68 h 71"/>
                <a:gd name="T28" fmla="*/ 73 w 87"/>
                <a:gd name="T29" fmla="*/ 65 h 71"/>
                <a:gd name="T30" fmla="*/ 68 w 87"/>
                <a:gd name="T31" fmla="*/ 60 h 71"/>
                <a:gd name="T32" fmla="*/ 58 w 87"/>
                <a:gd name="T33" fmla="*/ 58 h 71"/>
                <a:gd name="T34" fmla="*/ 54 w 87"/>
                <a:gd name="T35" fmla="*/ 60 h 71"/>
                <a:gd name="T36" fmla="*/ 48 w 87"/>
                <a:gd name="T37" fmla="*/ 64 h 71"/>
                <a:gd name="T38" fmla="*/ 44 w 87"/>
                <a:gd name="T39" fmla="*/ 71 h 71"/>
                <a:gd name="T40" fmla="*/ 40 w 87"/>
                <a:gd name="T41" fmla="*/ 67 h 71"/>
                <a:gd name="T42" fmla="*/ 33 w 87"/>
                <a:gd name="T43" fmla="*/ 68 h 71"/>
                <a:gd name="T44" fmla="*/ 28 w 87"/>
                <a:gd name="T45" fmla="*/ 63 h 71"/>
                <a:gd name="T46" fmla="*/ 19 w 87"/>
                <a:gd name="T47" fmla="*/ 58 h 71"/>
                <a:gd name="T48" fmla="*/ 17 w 87"/>
                <a:gd name="T49" fmla="*/ 47 h 71"/>
                <a:gd name="T50" fmla="*/ 15 w 87"/>
                <a:gd name="T51" fmla="*/ 39 h 71"/>
                <a:gd name="T52" fmla="*/ 17 w 87"/>
                <a:gd name="T53" fmla="*/ 37 h 71"/>
                <a:gd name="T54" fmla="*/ 20 w 87"/>
                <a:gd name="T55" fmla="*/ 31 h 71"/>
                <a:gd name="T56" fmla="*/ 16 w 87"/>
                <a:gd name="T57" fmla="*/ 27 h 71"/>
                <a:gd name="T58" fmla="*/ 10 w 87"/>
                <a:gd name="T59" fmla="*/ 22 h 71"/>
                <a:gd name="T60" fmla="*/ 4 w 87"/>
                <a:gd name="T61" fmla="*/ 21 h 71"/>
                <a:gd name="T62" fmla="*/ 2 w 87"/>
                <a:gd name="T63" fmla="*/ 19 h 71"/>
                <a:gd name="T64" fmla="*/ 7 w 87"/>
                <a:gd name="T65" fmla="*/ 11 h 71"/>
                <a:gd name="T66" fmla="*/ 15 w 87"/>
                <a:gd name="T67" fmla="*/ 8 h 71"/>
                <a:gd name="T68" fmla="*/ 21 w 87"/>
                <a:gd name="T69" fmla="*/ 1 h 71"/>
                <a:gd name="T70" fmla="*/ 23 w 87"/>
                <a:gd name="T71" fmla="*/ 1 h 71"/>
                <a:gd name="T72" fmla="*/ 27 w 87"/>
                <a:gd name="T73" fmla="*/ 2 h 71"/>
                <a:gd name="T74" fmla="*/ 31 w 87"/>
                <a:gd name="T75" fmla="*/ 1 h 71"/>
                <a:gd name="T76" fmla="*/ 32 w 87"/>
                <a:gd name="T7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71">
                  <a:moveTo>
                    <a:pt x="32" y="0"/>
                  </a:moveTo>
                  <a:lnTo>
                    <a:pt x="33" y="0"/>
                  </a:lnTo>
                  <a:lnTo>
                    <a:pt x="36" y="1"/>
                  </a:lnTo>
                  <a:lnTo>
                    <a:pt x="37" y="5"/>
                  </a:lnTo>
                  <a:lnTo>
                    <a:pt x="42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8" y="19"/>
                  </a:lnTo>
                  <a:lnTo>
                    <a:pt x="49" y="21"/>
                  </a:lnTo>
                  <a:lnTo>
                    <a:pt x="53" y="22"/>
                  </a:lnTo>
                  <a:lnTo>
                    <a:pt x="58" y="22"/>
                  </a:lnTo>
                  <a:lnTo>
                    <a:pt x="61" y="22"/>
                  </a:lnTo>
                  <a:lnTo>
                    <a:pt x="61" y="25"/>
                  </a:lnTo>
                  <a:lnTo>
                    <a:pt x="66" y="26"/>
                  </a:lnTo>
                  <a:lnTo>
                    <a:pt x="70" y="29"/>
                  </a:lnTo>
                  <a:lnTo>
                    <a:pt x="71" y="34"/>
                  </a:lnTo>
                  <a:lnTo>
                    <a:pt x="74" y="38"/>
                  </a:lnTo>
                  <a:lnTo>
                    <a:pt x="78" y="39"/>
                  </a:lnTo>
                  <a:lnTo>
                    <a:pt x="81" y="43"/>
                  </a:lnTo>
                  <a:lnTo>
                    <a:pt x="81" y="48"/>
                  </a:lnTo>
                  <a:lnTo>
                    <a:pt x="82" y="54"/>
                  </a:lnTo>
                  <a:lnTo>
                    <a:pt x="86" y="55"/>
                  </a:lnTo>
                  <a:lnTo>
                    <a:pt x="87" y="60"/>
                  </a:lnTo>
                  <a:lnTo>
                    <a:pt x="87" y="64"/>
                  </a:lnTo>
                  <a:lnTo>
                    <a:pt x="86" y="67"/>
                  </a:lnTo>
                  <a:lnTo>
                    <a:pt x="86" y="64"/>
                  </a:lnTo>
                  <a:lnTo>
                    <a:pt x="83" y="64"/>
                  </a:lnTo>
                  <a:lnTo>
                    <a:pt x="81" y="68"/>
                  </a:lnTo>
                  <a:lnTo>
                    <a:pt x="75" y="64"/>
                  </a:lnTo>
                  <a:lnTo>
                    <a:pt x="73" y="65"/>
                  </a:lnTo>
                  <a:lnTo>
                    <a:pt x="71" y="62"/>
                  </a:lnTo>
                  <a:lnTo>
                    <a:pt x="68" y="60"/>
                  </a:lnTo>
                  <a:lnTo>
                    <a:pt x="65" y="63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4" y="60"/>
                  </a:lnTo>
                  <a:lnTo>
                    <a:pt x="52" y="62"/>
                  </a:lnTo>
                  <a:lnTo>
                    <a:pt x="48" y="64"/>
                  </a:lnTo>
                  <a:lnTo>
                    <a:pt x="44" y="69"/>
                  </a:lnTo>
                  <a:lnTo>
                    <a:pt x="44" y="71"/>
                  </a:lnTo>
                  <a:lnTo>
                    <a:pt x="42" y="68"/>
                  </a:lnTo>
                  <a:lnTo>
                    <a:pt x="40" y="67"/>
                  </a:lnTo>
                  <a:lnTo>
                    <a:pt x="37" y="68"/>
                  </a:lnTo>
                  <a:lnTo>
                    <a:pt x="33" y="68"/>
                  </a:lnTo>
                  <a:lnTo>
                    <a:pt x="32" y="64"/>
                  </a:lnTo>
                  <a:lnTo>
                    <a:pt x="28" y="63"/>
                  </a:lnTo>
                  <a:lnTo>
                    <a:pt x="24" y="62"/>
                  </a:lnTo>
                  <a:lnTo>
                    <a:pt x="19" y="58"/>
                  </a:lnTo>
                  <a:lnTo>
                    <a:pt x="19" y="55"/>
                  </a:lnTo>
                  <a:lnTo>
                    <a:pt x="17" y="47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6" y="39"/>
                  </a:lnTo>
                  <a:lnTo>
                    <a:pt x="17" y="37"/>
                  </a:lnTo>
                  <a:lnTo>
                    <a:pt x="20" y="34"/>
                  </a:lnTo>
                  <a:lnTo>
                    <a:pt x="20" y="31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4" y="26"/>
                  </a:lnTo>
                  <a:lnTo>
                    <a:pt x="10" y="22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3" y="22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7" y="11"/>
                  </a:lnTo>
                  <a:lnTo>
                    <a:pt x="6" y="9"/>
                  </a:lnTo>
                  <a:lnTo>
                    <a:pt x="15" y="8"/>
                  </a:lnTo>
                  <a:lnTo>
                    <a:pt x="20" y="5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8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8" name="Freeform 373"/>
            <p:cNvSpPr>
              <a:spLocks/>
            </p:cNvSpPr>
            <p:nvPr/>
          </p:nvSpPr>
          <p:spPr bwMode="auto">
            <a:xfrm>
              <a:off x="7534073" y="3096755"/>
              <a:ext cx="400964" cy="329907"/>
            </a:xfrm>
            <a:custGeom>
              <a:avLst/>
              <a:gdLst>
                <a:gd name="T0" fmla="*/ 113 w 158"/>
                <a:gd name="T1" fmla="*/ 1 h 130"/>
                <a:gd name="T2" fmla="*/ 116 w 158"/>
                <a:gd name="T3" fmla="*/ 6 h 130"/>
                <a:gd name="T4" fmla="*/ 119 w 158"/>
                <a:gd name="T5" fmla="*/ 10 h 130"/>
                <a:gd name="T6" fmla="*/ 120 w 158"/>
                <a:gd name="T7" fmla="*/ 21 h 130"/>
                <a:gd name="T8" fmla="*/ 124 w 158"/>
                <a:gd name="T9" fmla="*/ 26 h 130"/>
                <a:gd name="T10" fmla="*/ 129 w 158"/>
                <a:gd name="T11" fmla="*/ 24 h 130"/>
                <a:gd name="T12" fmla="*/ 136 w 158"/>
                <a:gd name="T13" fmla="*/ 17 h 130"/>
                <a:gd name="T14" fmla="*/ 146 w 158"/>
                <a:gd name="T15" fmla="*/ 12 h 130"/>
                <a:gd name="T16" fmla="*/ 151 w 158"/>
                <a:gd name="T17" fmla="*/ 12 h 130"/>
                <a:gd name="T18" fmla="*/ 154 w 158"/>
                <a:gd name="T19" fmla="*/ 17 h 130"/>
                <a:gd name="T20" fmla="*/ 149 w 158"/>
                <a:gd name="T21" fmla="*/ 24 h 130"/>
                <a:gd name="T22" fmla="*/ 130 w 158"/>
                <a:gd name="T23" fmla="*/ 26 h 130"/>
                <a:gd name="T24" fmla="*/ 121 w 158"/>
                <a:gd name="T25" fmla="*/ 33 h 130"/>
                <a:gd name="T26" fmla="*/ 125 w 158"/>
                <a:gd name="T27" fmla="*/ 47 h 130"/>
                <a:gd name="T28" fmla="*/ 123 w 158"/>
                <a:gd name="T29" fmla="*/ 60 h 130"/>
                <a:gd name="T30" fmla="*/ 111 w 158"/>
                <a:gd name="T31" fmla="*/ 63 h 130"/>
                <a:gd name="T32" fmla="*/ 112 w 158"/>
                <a:gd name="T33" fmla="*/ 70 h 130"/>
                <a:gd name="T34" fmla="*/ 109 w 158"/>
                <a:gd name="T35" fmla="*/ 76 h 130"/>
                <a:gd name="T36" fmla="*/ 105 w 158"/>
                <a:gd name="T37" fmla="*/ 83 h 130"/>
                <a:gd name="T38" fmla="*/ 104 w 158"/>
                <a:gd name="T39" fmla="*/ 88 h 130"/>
                <a:gd name="T40" fmla="*/ 100 w 158"/>
                <a:gd name="T41" fmla="*/ 95 h 130"/>
                <a:gd name="T42" fmla="*/ 95 w 158"/>
                <a:gd name="T43" fmla="*/ 96 h 130"/>
                <a:gd name="T44" fmla="*/ 91 w 158"/>
                <a:gd name="T45" fmla="*/ 96 h 130"/>
                <a:gd name="T46" fmla="*/ 87 w 158"/>
                <a:gd name="T47" fmla="*/ 103 h 130"/>
                <a:gd name="T48" fmla="*/ 78 w 158"/>
                <a:gd name="T49" fmla="*/ 104 h 130"/>
                <a:gd name="T50" fmla="*/ 75 w 158"/>
                <a:gd name="T51" fmla="*/ 108 h 130"/>
                <a:gd name="T52" fmla="*/ 74 w 158"/>
                <a:gd name="T53" fmla="*/ 117 h 130"/>
                <a:gd name="T54" fmla="*/ 74 w 158"/>
                <a:gd name="T55" fmla="*/ 124 h 130"/>
                <a:gd name="T56" fmla="*/ 62 w 158"/>
                <a:gd name="T57" fmla="*/ 126 h 130"/>
                <a:gd name="T58" fmla="*/ 50 w 158"/>
                <a:gd name="T59" fmla="*/ 129 h 130"/>
                <a:gd name="T60" fmla="*/ 28 w 158"/>
                <a:gd name="T61" fmla="*/ 130 h 130"/>
                <a:gd name="T62" fmla="*/ 22 w 158"/>
                <a:gd name="T63" fmla="*/ 112 h 130"/>
                <a:gd name="T64" fmla="*/ 18 w 158"/>
                <a:gd name="T65" fmla="*/ 100 h 130"/>
                <a:gd name="T66" fmla="*/ 7 w 158"/>
                <a:gd name="T67" fmla="*/ 93 h 130"/>
                <a:gd name="T68" fmla="*/ 3 w 158"/>
                <a:gd name="T69" fmla="*/ 80 h 130"/>
                <a:gd name="T70" fmla="*/ 7 w 158"/>
                <a:gd name="T71" fmla="*/ 72 h 130"/>
                <a:gd name="T72" fmla="*/ 1 w 158"/>
                <a:gd name="T73" fmla="*/ 66 h 130"/>
                <a:gd name="T74" fmla="*/ 1 w 158"/>
                <a:gd name="T75" fmla="*/ 60 h 130"/>
                <a:gd name="T76" fmla="*/ 5 w 158"/>
                <a:gd name="T77" fmla="*/ 55 h 130"/>
                <a:gd name="T78" fmla="*/ 5 w 158"/>
                <a:gd name="T79" fmla="*/ 51 h 130"/>
                <a:gd name="T80" fmla="*/ 5 w 158"/>
                <a:gd name="T81" fmla="*/ 45 h 130"/>
                <a:gd name="T82" fmla="*/ 9 w 158"/>
                <a:gd name="T83" fmla="*/ 45 h 130"/>
                <a:gd name="T84" fmla="*/ 15 w 158"/>
                <a:gd name="T85" fmla="*/ 45 h 130"/>
                <a:gd name="T86" fmla="*/ 20 w 158"/>
                <a:gd name="T87" fmla="*/ 49 h 130"/>
                <a:gd name="T88" fmla="*/ 25 w 158"/>
                <a:gd name="T89" fmla="*/ 47 h 130"/>
                <a:gd name="T90" fmla="*/ 29 w 158"/>
                <a:gd name="T91" fmla="*/ 43 h 130"/>
                <a:gd name="T92" fmla="*/ 37 w 158"/>
                <a:gd name="T93" fmla="*/ 38 h 130"/>
                <a:gd name="T94" fmla="*/ 41 w 158"/>
                <a:gd name="T95" fmla="*/ 35 h 130"/>
                <a:gd name="T96" fmla="*/ 45 w 158"/>
                <a:gd name="T97" fmla="*/ 26 h 130"/>
                <a:gd name="T98" fmla="*/ 44 w 158"/>
                <a:gd name="T99" fmla="*/ 21 h 130"/>
                <a:gd name="T100" fmla="*/ 49 w 158"/>
                <a:gd name="T101" fmla="*/ 18 h 130"/>
                <a:gd name="T102" fmla="*/ 57 w 158"/>
                <a:gd name="T103" fmla="*/ 16 h 130"/>
                <a:gd name="T104" fmla="*/ 62 w 158"/>
                <a:gd name="T105" fmla="*/ 17 h 130"/>
                <a:gd name="T106" fmla="*/ 70 w 158"/>
                <a:gd name="T107" fmla="*/ 20 h 130"/>
                <a:gd name="T108" fmla="*/ 76 w 158"/>
                <a:gd name="T109" fmla="*/ 18 h 130"/>
                <a:gd name="T110" fmla="*/ 84 w 158"/>
                <a:gd name="T111" fmla="*/ 21 h 130"/>
                <a:gd name="T112" fmla="*/ 90 w 158"/>
                <a:gd name="T113" fmla="*/ 18 h 130"/>
                <a:gd name="T114" fmla="*/ 94 w 158"/>
                <a:gd name="T115" fmla="*/ 20 h 130"/>
                <a:gd name="T116" fmla="*/ 96 w 158"/>
                <a:gd name="T117" fmla="*/ 17 h 130"/>
                <a:gd name="T118" fmla="*/ 100 w 158"/>
                <a:gd name="T119" fmla="*/ 13 h 130"/>
                <a:gd name="T120" fmla="*/ 104 w 158"/>
                <a:gd name="T121" fmla="*/ 14 h 130"/>
                <a:gd name="T122" fmla="*/ 105 w 158"/>
                <a:gd name="T123" fmla="*/ 6 h 130"/>
                <a:gd name="T124" fmla="*/ 109 w 158"/>
                <a:gd name="T12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8" h="130">
                  <a:moveTo>
                    <a:pt x="109" y="0"/>
                  </a:moveTo>
                  <a:lnTo>
                    <a:pt x="112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6" y="4"/>
                  </a:lnTo>
                  <a:lnTo>
                    <a:pt x="116" y="6"/>
                  </a:lnTo>
                  <a:lnTo>
                    <a:pt x="116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9" y="14"/>
                  </a:lnTo>
                  <a:lnTo>
                    <a:pt x="119" y="17"/>
                  </a:lnTo>
                  <a:lnTo>
                    <a:pt x="120" y="21"/>
                  </a:lnTo>
                  <a:lnTo>
                    <a:pt x="121" y="24"/>
                  </a:lnTo>
                  <a:lnTo>
                    <a:pt x="121" y="25"/>
                  </a:lnTo>
                  <a:lnTo>
                    <a:pt x="124" y="26"/>
                  </a:lnTo>
                  <a:lnTo>
                    <a:pt x="126" y="26"/>
                  </a:lnTo>
                  <a:lnTo>
                    <a:pt x="128" y="25"/>
                  </a:lnTo>
                  <a:lnTo>
                    <a:pt x="129" y="24"/>
                  </a:lnTo>
                  <a:lnTo>
                    <a:pt x="133" y="21"/>
                  </a:lnTo>
                  <a:lnTo>
                    <a:pt x="134" y="20"/>
                  </a:lnTo>
                  <a:lnTo>
                    <a:pt x="136" y="17"/>
                  </a:lnTo>
                  <a:lnTo>
                    <a:pt x="137" y="16"/>
                  </a:lnTo>
                  <a:lnTo>
                    <a:pt x="142" y="13"/>
                  </a:lnTo>
                  <a:lnTo>
                    <a:pt x="146" y="12"/>
                  </a:lnTo>
                  <a:lnTo>
                    <a:pt x="146" y="14"/>
                  </a:lnTo>
                  <a:lnTo>
                    <a:pt x="150" y="14"/>
                  </a:lnTo>
                  <a:lnTo>
                    <a:pt x="151" y="12"/>
                  </a:lnTo>
                  <a:lnTo>
                    <a:pt x="157" y="12"/>
                  </a:lnTo>
                  <a:lnTo>
                    <a:pt x="158" y="14"/>
                  </a:lnTo>
                  <a:lnTo>
                    <a:pt x="154" y="17"/>
                  </a:lnTo>
                  <a:lnTo>
                    <a:pt x="155" y="17"/>
                  </a:lnTo>
                  <a:lnTo>
                    <a:pt x="154" y="21"/>
                  </a:lnTo>
                  <a:lnTo>
                    <a:pt x="149" y="24"/>
                  </a:lnTo>
                  <a:lnTo>
                    <a:pt x="137" y="26"/>
                  </a:lnTo>
                  <a:lnTo>
                    <a:pt x="134" y="25"/>
                  </a:lnTo>
                  <a:lnTo>
                    <a:pt x="130" y="26"/>
                  </a:lnTo>
                  <a:lnTo>
                    <a:pt x="126" y="29"/>
                  </a:lnTo>
                  <a:lnTo>
                    <a:pt x="124" y="29"/>
                  </a:lnTo>
                  <a:lnTo>
                    <a:pt x="121" y="33"/>
                  </a:lnTo>
                  <a:lnTo>
                    <a:pt x="120" y="34"/>
                  </a:lnTo>
                  <a:lnTo>
                    <a:pt x="125" y="42"/>
                  </a:lnTo>
                  <a:lnTo>
                    <a:pt x="125" y="47"/>
                  </a:lnTo>
                  <a:lnTo>
                    <a:pt x="120" y="54"/>
                  </a:lnTo>
                  <a:lnTo>
                    <a:pt x="123" y="56"/>
                  </a:lnTo>
                  <a:lnTo>
                    <a:pt x="123" y="60"/>
                  </a:lnTo>
                  <a:lnTo>
                    <a:pt x="120" y="64"/>
                  </a:lnTo>
                  <a:lnTo>
                    <a:pt x="115" y="64"/>
                  </a:lnTo>
                  <a:lnTo>
                    <a:pt x="111" y="63"/>
                  </a:lnTo>
                  <a:lnTo>
                    <a:pt x="108" y="66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7" y="76"/>
                  </a:lnTo>
                  <a:lnTo>
                    <a:pt x="105" y="79"/>
                  </a:lnTo>
                  <a:lnTo>
                    <a:pt x="105" y="83"/>
                  </a:lnTo>
                  <a:lnTo>
                    <a:pt x="105" y="85"/>
                  </a:lnTo>
                  <a:lnTo>
                    <a:pt x="104" y="87"/>
                  </a:lnTo>
                  <a:lnTo>
                    <a:pt x="104" y="88"/>
                  </a:lnTo>
                  <a:lnTo>
                    <a:pt x="105" y="93"/>
                  </a:lnTo>
                  <a:lnTo>
                    <a:pt x="103" y="97"/>
                  </a:lnTo>
                  <a:lnTo>
                    <a:pt x="100" y="95"/>
                  </a:lnTo>
                  <a:lnTo>
                    <a:pt x="99" y="95"/>
                  </a:lnTo>
                  <a:lnTo>
                    <a:pt x="99" y="96"/>
                  </a:lnTo>
                  <a:lnTo>
                    <a:pt x="95" y="96"/>
                  </a:lnTo>
                  <a:lnTo>
                    <a:pt x="94" y="95"/>
                  </a:lnTo>
                  <a:lnTo>
                    <a:pt x="91" y="95"/>
                  </a:lnTo>
                  <a:lnTo>
                    <a:pt x="91" y="96"/>
                  </a:lnTo>
                  <a:lnTo>
                    <a:pt x="86" y="100"/>
                  </a:lnTo>
                  <a:lnTo>
                    <a:pt x="88" y="100"/>
                  </a:lnTo>
                  <a:lnTo>
                    <a:pt x="87" y="103"/>
                  </a:lnTo>
                  <a:lnTo>
                    <a:pt x="82" y="104"/>
                  </a:lnTo>
                  <a:lnTo>
                    <a:pt x="80" y="103"/>
                  </a:lnTo>
                  <a:lnTo>
                    <a:pt x="78" y="104"/>
                  </a:lnTo>
                  <a:lnTo>
                    <a:pt x="78" y="105"/>
                  </a:lnTo>
                  <a:lnTo>
                    <a:pt x="76" y="108"/>
                  </a:lnTo>
                  <a:lnTo>
                    <a:pt x="75" y="108"/>
                  </a:lnTo>
                  <a:lnTo>
                    <a:pt x="72" y="110"/>
                  </a:lnTo>
                  <a:lnTo>
                    <a:pt x="72" y="113"/>
                  </a:lnTo>
                  <a:lnTo>
                    <a:pt x="74" y="117"/>
                  </a:lnTo>
                  <a:lnTo>
                    <a:pt x="74" y="120"/>
                  </a:lnTo>
                  <a:lnTo>
                    <a:pt x="75" y="122"/>
                  </a:lnTo>
                  <a:lnTo>
                    <a:pt x="74" y="124"/>
                  </a:lnTo>
                  <a:lnTo>
                    <a:pt x="70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55" y="126"/>
                  </a:lnTo>
                  <a:lnTo>
                    <a:pt x="51" y="128"/>
                  </a:lnTo>
                  <a:lnTo>
                    <a:pt x="50" y="129"/>
                  </a:lnTo>
                  <a:lnTo>
                    <a:pt x="46" y="129"/>
                  </a:lnTo>
                  <a:lnTo>
                    <a:pt x="42" y="130"/>
                  </a:lnTo>
                  <a:lnTo>
                    <a:pt x="28" y="130"/>
                  </a:lnTo>
                  <a:lnTo>
                    <a:pt x="12" y="126"/>
                  </a:lnTo>
                  <a:lnTo>
                    <a:pt x="21" y="114"/>
                  </a:lnTo>
                  <a:lnTo>
                    <a:pt x="22" y="112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18" y="100"/>
                  </a:lnTo>
                  <a:lnTo>
                    <a:pt x="9" y="100"/>
                  </a:lnTo>
                  <a:lnTo>
                    <a:pt x="8" y="96"/>
                  </a:lnTo>
                  <a:lnTo>
                    <a:pt x="7" y="93"/>
                  </a:lnTo>
                  <a:lnTo>
                    <a:pt x="8" y="92"/>
                  </a:lnTo>
                  <a:lnTo>
                    <a:pt x="7" y="87"/>
                  </a:lnTo>
                  <a:lnTo>
                    <a:pt x="3" y="80"/>
                  </a:lnTo>
                  <a:lnTo>
                    <a:pt x="4" y="78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3" y="72"/>
                  </a:lnTo>
                  <a:lnTo>
                    <a:pt x="3" y="70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3" y="62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3" y="58"/>
                  </a:lnTo>
                  <a:lnTo>
                    <a:pt x="5" y="55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7" y="45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6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1" y="50"/>
                  </a:lnTo>
                  <a:lnTo>
                    <a:pt x="22" y="49"/>
                  </a:lnTo>
                  <a:lnTo>
                    <a:pt x="25" y="47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9" y="43"/>
                  </a:lnTo>
                  <a:lnTo>
                    <a:pt x="29" y="41"/>
                  </a:lnTo>
                  <a:lnTo>
                    <a:pt x="33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2" y="31"/>
                  </a:lnTo>
                  <a:lnTo>
                    <a:pt x="42" y="29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5" y="21"/>
                  </a:lnTo>
                  <a:lnTo>
                    <a:pt x="46" y="20"/>
                  </a:lnTo>
                  <a:lnTo>
                    <a:pt x="49" y="18"/>
                  </a:lnTo>
                  <a:lnTo>
                    <a:pt x="50" y="20"/>
                  </a:lnTo>
                  <a:lnTo>
                    <a:pt x="54" y="17"/>
                  </a:lnTo>
                  <a:lnTo>
                    <a:pt x="57" y="16"/>
                  </a:lnTo>
                  <a:lnTo>
                    <a:pt x="59" y="17"/>
                  </a:lnTo>
                  <a:lnTo>
                    <a:pt x="62" y="17"/>
                  </a:lnTo>
                  <a:lnTo>
                    <a:pt x="62" y="17"/>
                  </a:lnTo>
                  <a:lnTo>
                    <a:pt x="66" y="16"/>
                  </a:lnTo>
                  <a:lnTo>
                    <a:pt x="69" y="17"/>
                  </a:lnTo>
                  <a:lnTo>
                    <a:pt x="70" y="20"/>
                  </a:lnTo>
                  <a:lnTo>
                    <a:pt x="72" y="20"/>
                  </a:lnTo>
                  <a:lnTo>
                    <a:pt x="74" y="18"/>
                  </a:lnTo>
                  <a:lnTo>
                    <a:pt x="76" y="18"/>
                  </a:lnTo>
                  <a:lnTo>
                    <a:pt x="79" y="21"/>
                  </a:lnTo>
                  <a:lnTo>
                    <a:pt x="80" y="22"/>
                  </a:lnTo>
                  <a:lnTo>
                    <a:pt x="84" y="21"/>
                  </a:lnTo>
                  <a:lnTo>
                    <a:pt x="87" y="20"/>
                  </a:lnTo>
                  <a:lnTo>
                    <a:pt x="88" y="18"/>
                  </a:lnTo>
                  <a:lnTo>
                    <a:pt x="90" y="18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4" y="20"/>
                  </a:lnTo>
                  <a:lnTo>
                    <a:pt x="97" y="20"/>
                  </a:lnTo>
                  <a:lnTo>
                    <a:pt x="97" y="17"/>
                  </a:lnTo>
                  <a:lnTo>
                    <a:pt x="96" y="17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0" y="13"/>
                  </a:lnTo>
                  <a:lnTo>
                    <a:pt x="101" y="13"/>
                  </a:lnTo>
                  <a:lnTo>
                    <a:pt x="101" y="14"/>
                  </a:lnTo>
                  <a:lnTo>
                    <a:pt x="104" y="14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6"/>
                  </a:lnTo>
                  <a:lnTo>
                    <a:pt x="107" y="5"/>
                  </a:lnTo>
                  <a:lnTo>
                    <a:pt x="108" y="1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9" name="Freeform 374"/>
            <p:cNvSpPr>
              <a:spLocks noEditPoints="1"/>
            </p:cNvSpPr>
            <p:nvPr/>
          </p:nvSpPr>
          <p:spPr bwMode="auto">
            <a:xfrm>
              <a:off x="5975898" y="2381111"/>
              <a:ext cx="187793" cy="149728"/>
            </a:xfrm>
            <a:custGeom>
              <a:avLst/>
              <a:gdLst>
                <a:gd name="T0" fmla="*/ 60 w 74"/>
                <a:gd name="T1" fmla="*/ 53 h 59"/>
                <a:gd name="T2" fmla="*/ 58 w 74"/>
                <a:gd name="T3" fmla="*/ 57 h 59"/>
                <a:gd name="T4" fmla="*/ 54 w 74"/>
                <a:gd name="T5" fmla="*/ 56 h 59"/>
                <a:gd name="T6" fmla="*/ 54 w 74"/>
                <a:gd name="T7" fmla="*/ 53 h 59"/>
                <a:gd name="T8" fmla="*/ 27 w 74"/>
                <a:gd name="T9" fmla="*/ 50 h 59"/>
                <a:gd name="T10" fmla="*/ 37 w 74"/>
                <a:gd name="T11" fmla="*/ 50 h 59"/>
                <a:gd name="T12" fmla="*/ 43 w 74"/>
                <a:gd name="T13" fmla="*/ 48 h 59"/>
                <a:gd name="T14" fmla="*/ 41 w 74"/>
                <a:gd name="T15" fmla="*/ 53 h 59"/>
                <a:gd name="T16" fmla="*/ 32 w 74"/>
                <a:gd name="T17" fmla="*/ 52 h 59"/>
                <a:gd name="T18" fmla="*/ 33 w 74"/>
                <a:gd name="T19" fmla="*/ 48 h 59"/>
                <a:gd name="T20" fmla="*/ 44 w 74"/>
                <a:gd name="T21" fmla="*/ 48 h 59"/>
                <a:gd name="T22" fmla="*/ 45 w 74"/>
                <a:gd name="T23" fmla="*/ 46 h 59"/>
                <a:gd name="T24" fmla="*/ 29 w 74"/>
                <a:gd name="T25" fmla="*/ 50 h 59"/>
                <a:gd name="T26" fmla="*/ 70 w 74"/>
                <a:gd name="T27" fmla="*/ 41 h 59"/>
                <a:gd name="T28" fmla="*/ 70 w 74"/>
                <a:gd name="T29" fmla="*/ 46 h 59"/>
                <a:gd name="T30" fmla="*/ 25 w 74"/>
                <a:gd name="T31" fmla="*/ 40 h 59"/>
                <a:gd name="T32" fmla="*/ 28 w 74"/>
                <a:gd name="T33" fmla="*/ 46 h 59"/>
                <a:gd name="T34" fmla="*/ 20 w 74"/>
                <a:gd name="T35" fmla="*/ 44 h 59"/>
                <a:gd name="T36" fmla="*/ 48 w 74"/>
                <a:gd name="T37" fmla="*/ 36 h 59"/>
                <a:gd name="T38" fmla="*/ 27 w 74"/>
                <a:gd name="T39" fmla="*/ 31 h 59"/>
                <a:gd name="T40" fmla="*/ 27 w 74"/>
                <a:gd name="T41" fmla="*/ 34 h 59"/>
                <a:gd name="T42" fmla="*/ 47 w 74"/>
                <a:gd name="T43" fmla="*/ 34 h 59"/>
                <a:gd name="T44" fmla="*/ 45 w 74"/>
                <a:gd name="T45" fmla="*/ 41 h 59"/>
                <a:gd name="T46" fmla="*/ 43 w 74"/>
                <a:gd name="T47" fmla="*/ 46 h 59"/>
                <a:gd name="T48" fmla="*/ 40 w 74"/>
                <a:gd name="T49" fmla="*/ 45 h 59"/>
                <a:gd name="T50" fmla="*/ 33 w 74"/>
                <a:gd name="T51" fmla="*/ 41 h 59"/>
                <a:gd name="T52" fmla="*/ 35 w 74"/>
                <a:gd name="T53" fmla="*/ 36 h 59"/>
                <a:gd name="T54" fmla="*/ 37 w 74"/>
                <a:gd name="T55" fmla="*/ 36 h 59"/>
                <a:gd name="T56" fmla="*/ 41 w 74"/>
                <a:gd name="T57" fmla="*/ 36 h 59"/>
                <a:gd name="T58" fmla="*/ 43 w 74"/>
                <a:gd name="T59" fmla="*/ 31 h 59"/>
                <a:gd name="T60" fmla="*/ 8 w 74"/>
                <a:gd name="T61" fmla="*/ 20 h 59"/>
                <a:gd name="T62" fmla="*/ 11 w 74"/>
                <a:gd name="T63" fmla="*/ 16 h 59"/>
                <a:gd name="T64" fmla="*/ 22 w 74"/>
                <a:gd name="T65" fmla="*/ 20 h 59"/>
                <a:gd name="T66" fmla="*/ 28 w 74"/>
                <a:gd name="T67" fmla="*/ 24 h 59"/>
                <a:gd name="T68" fmla="*/ 29 w 74"/>
                <a:gd name="T69" fmla="*/ 28 h 59"/>
                <a:gd name="T70" fmla="*/ 24 w 74"/>
                <a:gd name="T71" fmla="*/ 27 h 59"/>
                <a:gd name="T72" fmla="*/ 22 w 74"/>
                <a:gd name="T73" fmla="*/ 34 h 59"/>
                <a:gd name="T74" fmla="*/ 15 w 74"/>
                <a:gd name="T75" fmla="*/ 40 h 59"/>
                <a:gd name="T76" fmla="*/ 15 w 74"/>
                <a:gd name="T77" fmla="*/ 45 h 59"/>
                <a:gd name="T78" fmla="*/ 16 w 74"/>
                <a:gd name="T79" fmla="*/ 49 h 59"/>
                <a:gd name="T80" fmla="*/ 10 w 74"/>
                <a:gd name="T81" fmla="*/ 48 h 59"/>
                <a:gd name="T82" fmla="*/ 6 w 74"/>
                <a:gd name="T83" fmla="*/ 42 h 59"/>
                <a:gd name="T84" fmla="*/ 2 w 74"/>
                <a:gd name="T85" fmla="*/ 36 h 59"/>
                <a:gd name="T86" fmla="*/ 2 w 74"/>
                <a:gd name="T87" fmla="*/ 29 h 59"/>
                <a:gd name="T88" fmla="*/ 3 w 74"/>
                <a:gd name="T89" fmla="*/ 25 h 59"/>
                <a:gd name="T90" fmla="*/ 6 w 74"/>
                <a:gd name="T91" fmla="*/ 23 h 59"/>
                <a:gd name="T92" fmla="*/ 11 w 74"/>
                <a:gd name="T93" fmla="*/ 19 h 59"/>
                <a:gd name="T94" fmla="*/ 11 w 74"/>
                <a:gd name="T95" fmla="*/ 23 h 59"/>
                <a:gd name="T96" fmla="*/ 14 w 74"/>
                <a:gd name="T97" fmla="*/ 20 h 59"/>
                <a:gd name="T98" fmla="*/ 15 w 74"/>
                <a:gd name="T99" fmla="*/ 16 h 59"/>
                <a:gd name="T100" fmla="*/ 32 w 74"/>
                <a:gd name="T101" fmla="*/ 7 h 59"/>
                <a:gd name="T102" fmla="*/ 25 w 74"/>
                <a:gd name="T103" fmla="*/ 0 h 59"/>
                <a:gd name="T104" fmla="*/ 24 w 74"/>
                <a:gd name="T105" fmla="*/ 8 h 59"/>
                <a:gd name="T106" fmla="*/ 20 w 74"/>
                <a:gd name="T107" fmla="*/ 13 h 59"/>
                <a:gd name="T108" fmla="*/ 11 w 74"/>
                <a:gd name="T109" fmla="*/ 15 h 59"/>
                <a:gd name="T110" fmla="*/ 7 w 74"/>
                <a:gd name="T111" fmla="*/ 21 h 59"/>
                <a:gd name="T112" fmla="*/ 4 w 74"/>
                <a:gd name="T113" fmla="*/ 16 h 59"/>
                <a:gd name="T114" fmla="*/ 10 w 74"/>
                <a:gd name="T115" fmla="*/ 12 h 59"/>
                <a:gd name="T116" fmla="*/ 18 w 74"/>
                <a:gd name="T117" fmla="*/ 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4" h="59">
                  <a:moveTo>
                    <a:pt x="56" y="52"/>
                  </a:moveTo>
                  <a:lnTo>
                    <a:pt x="57" y="53"/>
                  </a:lnTo>
                  <a:lnTo>
                    <a:pt x="57" y="52"/>
                  </a:lnTo>
                  <a:lnTo>
                    <a:pt x="60" y="53"/>
                  </a:lnTo>
                  <a:lnTo>
                    <a:pt x="58" y="54"/>
                  </a:lnTo>
                  <a:lnTo>
                    <a:pt x="60" y="56"/>
                  </a:lnTo>
                  <a:lnTo>
                    <a:pt x="60" y="57"/>
                  </a:lnTo>
                  <a:lnTo>
                    <a:pt x="58" y="57"/>
                  </a:lnTo>
                  <a:lnTo>
                    <a:pt x="57" y="59"/>
                  </a:lnTo>
                  <a:lnTo>
                    <a:pt x="54" y="58"/>
                  </a:lnTo>
                  <a:lnTo>
                    <a:pt x="53" y="57"/>
                  </a:lnTo>
                  <a:lnTo>
                    <a:pt x="54" y="56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4" y="54"/>
                  </a:lnTo>
                  <a:lnTo>
                    <a:pt x="54" y="53"/>
                  </a:lnTo>
                  <a:lnTo>
                    <a:pt x="56" y="52"/>
                  </a:lnTo>
                  <a:close/>
                  <a:moveTo>
                    <a:pt x="24" y="49"/>
                  </a:moveTo>
                  <a:lnTo>
                    <a:pt x="27" y="49"/>
                  </a:lnTo>
                  <a:lnTo>
                    <a:pt x="27" y="50"/>
                  </a:lnTo>
                  <a:lnTo>
                    <a:pt x="24" y="49"/>
                  </a:lnTo>
                  <a:close/>
                  <a:moveTo>
                    <a:pt x="35" y="48"/>
                  </a:moveTo>
                  <a:lnTo>
                    <a:pt x="36" y="50"/>
                  </a:lnTo>
                  <a:lnTo>
                    <a:pt x="37" y="50"/>
                  </a:lnTo>
                  <a:lnTo>
                    <a:pt x="39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3" y="48"/>
                  </a:lnTo>
                  <a:lnTo>
                    <a:pt x="43" y="50"/>
                  </a:lnTo>
                  <a:lnTo>
                    <a:pt x="41" y="52"/>
                  </a:lnTo>
                  <a:lnTo>
                    <a:pt x="41" y="54"/>
                  </a:lnTo>
                  <a:lnTo>
                    <a:pt x="41" y="53"/>
                  </a:lnTo>
                  <a:lnTo>
                    <a:pt x="40" y="52"/>
                  </a:lnTo>
                  <a:lnTo>
                    <a:pt x="39" y="53"/>
                  </a:lnTo>
                  <a:lnTo>
                    <a:pt x="36" y="53"/>
                  </a:lnTo>
                  <a:lnTo>
                    <a:pt x="32" y="52"/>
                  </a:lnTo>
                  <a:lnTo>
                    <a:pt x="32" y="50"/>
                  </a:lnTo>
                  <a:lnTo>
                    <a:pt x="33" y="50"/>
                  </a:lnTo>
                  <a:lnTo>
                    <a:pt x="32" y="49"/>
                  </a:lnTo>
                  <a:lnTo>
                    <a:pt x="33" y="48"/>
                  </a:lnTo>
                  <a:lnTo>
                    <a:pt x="35" y="48"/>
                  </a:lnTo>
                  <a:close/>
                  <a:moveTo>
                    <a:pt x="45" y="46"/>
                  </a:moveTo>
                  <a:lnTo>
                    <a:pt x="47" y="46"/>
                  </a:lnTo>
                  <a:lnTo>
                    <a:pt x="44" y="48"/>
                  </a:lnTo>
                  <a:lnTo>
                    <a:pt x="44" y="49"/>
                  </a:lnTo>
                  <a:lnTo>
                    <a:pt x="43" y="48"/>
                  </a:lnTo>
                  <a:lnTo>
                    <a:pt x="44" y="46"/>
                  </a:lnTo>
                  <a:lnTo>
                    <a:pt x="45" y="46"/>
                  </a:lnTo>
                  <a:close/>
                  <a:moveTo>
                    <a:pt x="29" y="45"/>
                  </a:moveTo>
                  <a:lnTo>
                    <a:pt x="32" y="46"/>
                  </a:lnTo>
                  <a:lnTo>
                    <a:pt x="29" y="49"/>
                  </a:lnTo>
                  <a:lnTo>
                    <a:pt x="29" y="50"/>
                  </a:lnTo>
                  <a:lnTo>
                    <a:pt x="28" y="50"/>
                  </a:lnTo>
                  <a:lnTo>
                    <a:pt x="29" y="48"/>
                  </a:lnTo>
                  <a:lnTo>
                    <a:pt x="29" y="45"/>
                  </a:lnTo>
                  <a:close/>
                  <a:moveTo>
                    <a:pt x="70" y="41"/>
                  </a:moveTo>
                  <a:lnTo>
                    <a:pt x="73" y="42"/>
                  </a:lnTo>
                  <a:lnTo>
                    <a:pt x="74" y="45"/>
                  </a:lnTo>
                  <a:lnTo>
                    <a:pt x="74" y="48"/>
                  </a:lnTo>
                  <a:lnTo>
                    <a:pt x="70" y="46"/>
                  </a:lnTo>
                  <a:lnTo>
                    <a:pt x="70" y="44"/>
                  </a:lnTo>
                  <a:lnTo>
                    <a:pt x="70" y="41"/>
                  </a:lnTo>
                  <a:close/>
                  <a:moveTo>
                    <a:pt x="23" y="38"/>
                  </a:moveTo>
                  <a:lnTo>
                    <a:pt x="25" y="40"/>
                  </a:lnTo>
                  <a:lnTo>
                    <a:pt x="27" y="38"/>
                  </a:lnTo>
                  <a:lnTo>
                    <a:pt x="28" y="42"/>
                  </a:lnTo>
                  <a:lnTo>
                    <a:pt x="29" y="44"/>
                  </a:lnTo>
                  <a:lnTo>
                    <a:pt x="28" y="46"/>
                  </a:lnTo>
                  <a:lnTo>
                    <a:pt x="25" y="48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0" y="44"/>
                  </a:lnTo>
                  <a:lnTo>
                    <a:pt x="19" y="41"/>
                  </a:lnTo>
                  <a:lnTo>
                    <a:pt x="19" y="38"/>
                  </a:lnTo>
                  <a:lnTo>
                    <a:pt x="23" y="38"/>
                  </a:lnTo>
                  <a:close/>
                  <a:moveTo>
                    <a:pt x="48" y="36"/>
                  </a:moveTo>
                  <a:lnTo>
                    <a:pt x="48" y="38"/>
                  </a:lnTo>
                  <a:lnTo>
                    <a:pt x="47" y="38"/>
                  </a:lnTo>
                  <a:lnTo>
                    <a:pt x="48" y="36"/>
                  </a:lnTo>
                  <a:close/>
                  <a:moveTo>
                    <a:pt x="27" y="31"/>
                  </a:moveTo>
                  <a:lnTo>
                    <a:pt x="28" y="33"/>
                  </a:lnTo>
                  <a:lnTo>
                    <a:pt x="28" y="36"/>
                  </a:lnTo>
                  <a:lnTo>
                    <a:pt x="25" y="36"/>
                  </a:lnTo>
                  <a:lnTo>
                    <a:pt x="27" y="34"/>
                  </a:lnTo>
                  <a:lnTo>
                    <a:pt x="27" y="31"/>
                  </a:lnTo>
                  <a:close/>
                  <a:moveTo>
                    <a:pt x="45" y="31"/>
                  </a:moveTo>
                  <a:lnTo>
                    <a:pt x="47" y="32"/>
                  </a:lnTo>
                  <a:lnTo>
                    <a:pt x="47" y="34"/>
                  </a:lnTo>
                  <a:lnTo>
                    <a:pt x="47" y="37"/>
                  </a:lnTo>
                  <a:lnTo>
                    <a:pt x="44" y="38"/>
                  </a:lnTo>
                  <a:lnTo>
                    <a:pt x="44" y="40"/>
                  </a:lnTo>
                  <a:lnTo>
                    <a:pt x="45" y="41"/>
                  </a:lnTo>
                  <a:lnTo>
                    <a:pt x="47" y="42"/>
                  </a:lnTo>
                  <a:lnTo>
                    <a:pt x="45" y="44"/>
                  </a:lnTo>
                  <a:lnTo>
                    <a:pt x="43" y="44"/>
                  </a:lnTo>
                  <a:lnTo>
                    <a:pt x="43" y="46"/>
                  </a:lnTo>
                  <a:lnTo>
                    <a:pt x="41" y="48"/>
                  </a:lnTo>
                  <a:lnTo>
                    <a:pt x="40" y="48"/>
                  </a:lnTo>
                  <a:lnTo>
                    <a:pt x="39" y="46"/>
                  </a:lnTo>
                  <a:lnTo>
                    <a:pt x="40" y="45"/>
                  </a:lnTo>
                  <a:lnTo>
                    <a:pt x="40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3" y="41"/>
                  </a:lnTo>
                  <a:lnTo>
                    <a:pt x="35" y="38"/>
                  </a:lnTo>
                  <a:lnTo>
                    <a:pt x="33" y="37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3"/>
                  </a:lnTo>
                  <a:lnTo>
                    <a:pt x="36" y="33"/>
                  </a:lnTo>
                  <a:lnTo>
                    <a:pt x="37" y="34"/>
                  </a:lnTo>
                  <a:lnTo>
                    <a:pt x="37" y="36"/>
                  </a:lnTo>
                  <a:lnTo>
                    <a:pt x="40" y="37"/>
                  </a:lnTo>
                  <a:lnTo>
                    <a:pt x="40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0" y="34"/>
                  </a:lnTo>
                  <a:lnTo>
                    <a:pt x="39" y="33"/>
                  </a:lnTo>
                  <a:lnTo>
                    <a:pt x="40" y="31"/>
                  </a:lnTo>
                  <a:lnTo>
                    <a:pt x="43" y="31"/>
                  </a:lnTo>
                  <a:lnTo>
                    <a:pt x="45" y="31"/>
                  </a:lnTo>
                  <a:close/>
                  <a:moveTo>
                    <a:pt x="11" y="16"/>
                  </a:moveTo>
                  <a:lnTo>
                    <a:pt x="11" y="17"/>
                  </a:lnTo>
                  <a:lnTo>
                    <a:pt x="8" y="20"/>
                  </a:lnTo>
                  <a:lnTo>
                    <a:pt x="7" y="20"/>
                  </a:lnTo>
                  <a:lnTo>
                    <a:pt x="7" y="17"/>
                  </a:lnTo>
                  <a:lnTo>
                    <a:pt x="8" y="16"/>
                  </a:lnTo>
                  <a:lnTo>
                    <a:pt x="11" y="16"/>
                  </a:lnTo>
                  <a:close/>
                  <a:moveTo>
                    <a:pt x="20" y="15"/>
                  </a:moveTo>
                  <a:lnTo>
                    <a:pt x="23" y="16"/>
                  </a:lnTo>
                  <a:lnTo>
                    <a:pt x="23" y="19"/>
                  </a:lnTo>
                  <a:lnTo>
                    <a:pt x="22" y="20"/>
                  </a:lnTo>
                  <a:lnTo>
                    <a:pt x="23" y="20"/>
                  </a:lnTo>
                  <a:lnTo>
                    <a:pt x="24" y="23"/>
                  </a:lnTo>
                  <a:lnTo>
                    <a:pt x="25" y="24"/>
                  </a:lnTo>
                  <a:lnTo>
                    <a:pt x="28" y="24"/>
                  </a:lnTo>
                  <a:lnTo>
                    <a:pt x="29" y="23"/>
                  </a:lnTo>
                  <a:lnTo>
                    <a:pt x="31" y="25"/>
                  </a:lnTo>
                  <a:lnTo>
                    <a:pt x="31" y="27"/>
                  </a:lnTo>
                  <a:lnTo>
                    <a:pt x="29" y="28"/>
                  </a:lnTo>
                  <a:lnTo>
                    <a:pt x="28" y="28"/>
                  </a:lnTo>
                  <a:lnTo>
                    <a:pt x="28" y="29"/>
                  </a:lnTo>
                  <a:lnTo>
                    <a:pt x="27" y="27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24" y="31"/>
                  </a:lnTo>
                  <a:lnTo>
                    <a:pt x="24" y="34"/>
                  </a:lnTo>
                  <a:lnTo>
                    <a:pt x="22" y="34"/>
                  </a:lnTo>
                  <a:lnTo>
                    <a:pt x="20" y="34"/>
                  </a:lnTo>
                  <a:lnTo>
                    <a:pt x="19" y="36"/>
                  </a:lnTo>
                  <a:lnTo>
                    <a:pt x="20" y="37"/>
                  </a:lnTo>
                  <a:lnTo>
                    <a:pt x="15" y="40"/>
                  </a:lnTo>
                  <a:lnTo>
                    <a:pt x="15" y="41"/>
                  </a:lnTo>
                  <a:lnTo>
                    <a:pt x="16" y="41"/>
                  </a:lnTo>
                  <a:lnTo>
                    <a:pt x="16" y="44"/>
                  </a:lnTo>
                  <a:lnTo>
                    <a:pt x="15" y="45"/>
                  </a:lnTo>
                  <a:lnTo>
                    <a:pt x="15" y="46"/>
                  </a:lnTo>
                  <a:lnTo>
                    <a:pt x="16" y="46"/>
                  </a:lnTo>
                  <a:lnTo>
                    <a:pt x="18" y="48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0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7" y="45"/>
                  </a:lnTo>
                  <a:lnTo>
                    <a:pt x="6" y="42"/>
                  </a:lnTo>
                  <a:lnTo>
                    <a:pt x="3" y="40"/>
                  </a:lnTo>
                  <a:lnTo>
                    <a:pt x="2" y="41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3" y="28"/>
                  </a:lnTo>
                  <a:lnTo>
                    <a:pt x="3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4" y="23"/>
                  </a:lnTo>
                  <a:lnTo>
                    <a:pt x="6" y="23"/>
                  </a:lnTo>
                  <a:lnTo>
                    <a:pt x="7" y="24"/>
                  </a:lnTo>
                  <a:lnTo>
                    <a:pt x="10" y="23"/>
                  </a:lnTo>
                  <a:lnTo>
                    <a:pt x="8" y="21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2" y="20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4" y="23"/>
                  </a:lnTo>
                  <a:lnTo>
                    <a:pt x="15" y="23"/>
                  </a:lnTo>
                  <a:lnTo>
                    <a:pt x="15" y="23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6" y="15"/>
                  </a:lnTo>
                  <a:lnTo>
                    <a:pt x="20" y="15"/>
                  </a:lnTo>
                  <a:close/>
                  <a:moveTo>
                    <a:pt x="29" y="7"/>
                  </a:moveTo>
                  <a:lnTo>
                    <a:pt x="32" y="7"/>
                  </a:lnTo>
                  <a:lnTo>
                    <a:pt x="31" y="9"/>
                  </a:lnTo>
                  <a:lnTo>
                    <a:pt x="28" y="9"/>
                  </a:lnTo>
                  <a:lnTo>
                    <a:pt x="29" y="7"/>
                  </a:lnTo>
                  <a:close/>
                  <a:moveTo>
                    <a:pt x="25" y="0"/>
                  </a:moveTo>
                  <a:lnTo>
                    <a:pt x="27" y="2"/>
                  </a:lnTo>
                  <a:lnTo>
                    <a:pt x="24" y="4"/>
                  </a:lnTo>
                  <a:lnTo>
                    <a:pt x="25" y="7"/>
                  </a:lnTo>
                  <a:lnTo>
                    <a:pt x="24" y="8"/>
                  </a:lnTo>
                  <a:lnTo>
                    <a:pt x="25" y="11"/>
                  </a:lnTo>
                  <a:lnTo>
                    <a:pt x="23" y="15"/>
                  </a:lnTo>
                  <a:lnTo>
                    <a:pt x="22" y="15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7" y="16"/>
                  </a:lnTo>
                  <a:lnTo>
                    <a:pt x="6" y="19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3" y="19"/>
                  </a:lnTo>
                  <a:lnTo>
                    <a:pt x="2" y="19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7" y="15"/>
                  </a:lnTo>
                  <a:lnTo>
                    <a:pt x="10" y="12"/>
                  </a:lnTo>
                  <a:lnTo>
                    <a:pt x="12" y="12"/>
                  </a:lnTo>
                  <a:lnTo>
                    <a:pt x="15" y="11"/>
                  </a:lnTo>
                  <a:lnTo>
                    <a:pt x="16" y="7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3" y="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0" name="Freeform 375"/>
            <p:cNvSpPr>
              <a:spLocks noEditPoints="1"/>
            </p:cNvSpPr>
            <p:nvPr/>
          </p:nvSpPr>
          <p:spPr bwMode="auto">
            <a:xfrm>
              <a:off x="5879463" y="1673080"/>
              <a:ext cx="611597" cy="702956"/>
            </a:xfrm>
            <a:custGeom>
              <a:avLst/>
              <a:gdLst>
                <a:gd name="T0" fmla="*/ 4 w 241"/>
                <a:gd name="T1" fmla="*/ 232 h 277"/>
                <a:gd name="T2" fmla="*/ 2 w 241"/>
                <a:gd name="T3" fmla="*/ 204 h 277"/>
                <a:gd name="T4" fmla="*/ 32 w 241"/>
                <a:gd name="T5" fmla="*/ 175 h 277"/>
                <a:gd name="T6" fmla="*/ 63 w 241"/>
                <a:gd name="T7" fmla="*/ 145 h 277"/>
                <a:gd name="T8" fmla="*/ 75 w 241"/>
                <a:gd name="T9" fmla="*/ 116 h 277"/>
                <a:gd name="T10" fmla="*/ 79 w 241"/>
                <a:gd name="T11" fmla="*/ 75 h 277"/>
                <a:gd name="T12" fmla="*/ 111 w 241"/>
                <a:gd name="T13" fmla="*/ 60 h 277"/>
                <a:gd name="T14" fmla="*/ 96 w 241"/>
                <a:gd name="T15" fmla="*/ 62 h 277"/>
                <a:gd name="T16" fmla="*/ 103 w 241"/>
                <a:gd name="T17" fmla="*/ 56 h 277"/>
                <a:gd name="T18" fmla="*/ 112 w 241"/>
                <a:gd name="T19" fmla="*/ 52 h 277"/>
                <a:gd name="T20" fmla="*/ 121 w 241"/>
                <a:gd name="T21" fmla="*/ 37 h 277"/>
                <a:gd name="T22" fmla="*/ 127 w 241"/>
                <a:gd name="T23" fmla="*/ 28 h 277"/>
                <a:gd name="T24" fmla="*/ 132 w 241"/>
                <a:gd name="T25" fmla="*/ 24 h 277"/>
                <a:gd name="T26" fmla="*/ 170 w 241"/>
                <a:gd name="T27" fmla="*/ 11 h 277"/>
                <a:gd name="T28" fmla="*/ 177 w 241"/>
                <a:gd name="T29" fmla="*/ 3 h 277"/>
                <a:gd name="T30" fmla="*/ 212 w 241"/>
                <a:gd name="T31" fmla="*/ 3 h 277"/>
                <a:gd name="T32" fmla="*/ 212 w 241"/>
                <a:gd name="T33" fmla="*/ 17 h 277"/>
                <a:gd name="T34" fmla="*/ 228 w 241"/>
                <a:gd name="T35" fmla="*/ 11 h 277"/>
                <a:gd name="T36" fmla="*/ 216 w 241"/>
                <a:gd name="T37" fmla="*/ 24 h 277"/>
                <a:gd name="T38" fmla="*/ 236 w 241"/>
                <a:gd name="T39" fmla="*/ 31 h 277"/>
                <a:gd name="T40" fmla="*/ 215 w 241"/>
                <a:gd name="T41" fmla="*/ 32 h 277"/>
                <a:gd name="T42" fmla="*/ 186 w 241"/>
                <a:gd name="T43" fmla="*/ 56 h 277"/>
                <a:gd name="T44" fmla="*/ 145 w 241"/>
                <a:gd name="T45" fmla="*/ 53 h 277"/>
                <a:gd name="T46" fmla="*/ 123 w 241"/>
                <a:gd name="T47" fmla="*/ 71 h 277"/>
                <a:gd name="T48" fmla="*/ 95 w 241"/>
                <a:gd name="T49" fmla="*/ 115 h 277"/>
                <a:gd name="T50" fmla="*/ 75 w 241"/>
                <a:gd name="T51" fmla="*/ 190 h 277"/>
                <a:gd name="T52" fmla="*/ 74 w 241"/>
                <a:gd name="T53" fmla="*/ 250 h 277"/>
                <a:gd name="T54" fmla="*/ 60 w 241"/>
                <a:gd name="T55" fmla="*/ 248 h 277"/>
                <a:gd name="T56" fmla="*/ 52 w 241"/>
                <a:gd name="T57" fmla="*/ 254 h 277"/>
                <a:gd name="T58" fmla="*/ 29 w 241"/>
                <a:gd name="T59" fmla="*/ 275 h 277"/>
                <a:gd name="T60" fmla="*/ 19 w 241"/>
                <a:gd name="T61" fmla="*/ 261 h 277"/>
                <a:gd name="T62" fmla="*/ 9 w 241"/>
                <a:gd name="T63" fmla="*/ 244 h 277"/>
                <a:gd name="T64" fmla="*/ 20 w 241"/>
                <a:gd name="T65" fmla="*/ 232 h 277"/>
                <a:gd name="T66" fmla="*/ 6 w 241"/>
                <a:gd name="T67" fmla="*/ 225 h 277"/>
                <a:gd name="T68" fmla="*/ 23 w 241"/>
                <a:gd name="T69" fmla="*/ 219 h 277"/>
                <a:gd name="T70" fmla="*/ 20 w 241"/>
                <a:gd name="T71" fmla="*/ 215 h 277"/>
                <a:gd name="T72" fmla="*/ 8 w 241"/>
                <a:gd name="T73" fmla="*/ 211 h 277"/>
                <a:gd name="T74" fmla="*/ 7 w 241"/>
                <a:gd name="T75" fmla="*/ 202 h 277"/>
                <a:gd name="T76" fmla="*/ 24 w 241"/>
                <a:gd name="T77" fmla="*/ 198 h 277"/>
                <a:gd name="T78" fmla="*/ 29 w 241"/>
                <a:gd name="T79" fmla="*/ 187 h 277"/>
                <a:gd name="T80" fmla="*/ 36 w 241"/>
                <a:gd name="T81" fmla="*/ 185 h 277"/>
                <a:gd name="T82" fmla="*/ 44 w 241"/>
                <a:gd name="T83" fmla="*/ 174 h 277"/>
                <a:gd name="T84" fmla="*/ 65 w 241"/>
                <a:gd name="T85" fmla="*/ 167 h 277"/>
                <a:gd name="T86" fmla="*/ 49 w 241"/>
                <a:gd name="T87" fmla="*/ 169 h 277"/>
                <a:gd name="T88" fmla="*/ 63 w 241"/>
                <a:gd name="T89" fmla="*/ 150 h 277"/>
                <a:gd name="T90" fmla="*/ 74 w 241"/>
                <a:gd name="T91" fmla="*/ 132 h 277"/>
                <a:gd name="T92" fmla="*/ 78 w 241"/>
                <a:gd name="T93" fmla="*/ 117 h 277"/>
                <a:gd name="T94" fmla="*/ 81 w 241"/>
                <a:gd name="T95" fmla="*/ 107 h 277"/>
                <a:gd name="T96" fmla="*/ 98 w 241"/>
                <a:gd name="T97" fmla="*/ 94 h 277"/>
                <a:gd name="T98" fmla="*/ 95 w 241"/>
                <a:gd name="T99" fmla="*/ 85 h 277"/>
                <a:gd name="T100" fmla="*/ 106 w 241"/>
                <a:gd name="T101" fmla="*/ 77 h 277"/>
                <a:gd name="T102" fmla="*/ 112 w 241"/>
                <a:gd name="T103" fmla="*/ 66 h 277"/>
                <a:gd name="T104" fmla="*/ 117 w 241"/>
                <a:gd name="T105" fmla="*/ 52 h 277"/>
                <a:gd name="T106" fmla="*/ 131 w 241"/>
                <a:gd name="T107" fmla="*/ 48 h 277"/>
                <a:gd name="T108" fmla="*/ 137 w 241"/>
                <a:gd name="T109" fmla="*/ 45 h 277"/>
                <a:gd name="T110" fmla="*/ 153 w 241"/>
                <a:gd name="T111" fmla="*/ 33 h 277"/>
                <a:gd name="T112" fmla="*/ 167 w 241"/>
                <a:gd name="T113" fmla="*/ 31 h 277"/>
                <a:gd name="T114" fmla="*/ 173 w 241"/>
                <a:gd name="T115" fmla="*/ 10 h 277"/>
                <a:gd name="T116" fmla="*/ 183 w 241"/>
                <a:gd name="T117" fmla="*/ 21 h 277"/>
                <a:gd name="T118" fmla="*/ 195 w 241"/>
                <a:gd name="T119" fmla="*/ 19 h 277"/>
                <a:gd name="T120" fmla="*/ 203 w 241"/>
                <a:gd name="T121" fmla="*/ 2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1" h="277">
                  <a:moveTo>
                    <a:pt x="11" y="256"/>
                  </a:moveTo>
                  <a:lnTo>
                    <a:pt x="12" y="257"/>
                  </a:lnTo>
                  <a:lnTo>
                    <a:pt x="11" y="257"/>
                  </a:lnTo>
                  <a:lnTo>
                    <a:pt x="11" y="256"/>
                  </a:lnTo>
                  <a:close/>
                  <a:moveTo>
                    <a:pt x="7" y="241"/>
                  </a:moveTo>
                  <a:lnTo>
                    <a:pt x="8" y="242"/>
                  </a:lnTo>
                  <a:lnTo>
                    <a:pt x="7" y="244"/>
                  </a:lnTo>
                  <a:lnTo>
                    <a:pt x="6" y="241"/>
                  </a:lnTo>
                  <a:lnTo>
                    <a:pt x="7" y="241"/>
                  </a:lnTo>
                  <a:close/>
                  <a:moveTo>
                    <a:pt x="9" y="237"/>
                  </a:moveTo>
                  <a:lnTo>
                    <a:pt x="9" y="238"/>
                  </a:lnTo>
                  <a:lnTo>
                    <a:pt x="8" y="240"/>
                  </a:lnTo>
                  <a:lnTo>
                    <a:pt x="9" y="237"/>
                  </a:lnTo>
                  <a:close/>
                  <a:moveTo>
                    <a:pt x="8" y="236"/>
                  </a:moveTo>
                  <a:lnTo>
                    <a:pt x="7" y="238"/>
                  </a:lnTo>
                  <a:lnTo>
                    <a:pt x="6" y="237"/>
                  </a:lnTo>
                  <a:lnTo>
                    <a:pt x="8" y="236"/>
                  </a:lnTo>
                  <a:close/>
                  <a:moveTo>
                    <a:pt x="4" y="232"/>
                  </a:moveTo>
                  <a:lnTo>
                    <a:pt x="4" y="235"/>
                  </a:lnTo>
                  <a:lnTo>
                    <a:pt x="3" y="232"/>
                  </a:lnTo>
                  <a:lnTo>
                    <a:pt x="4" y="232"/>
                  </a:lnTo>
                  <a:close/>
                  <a:moveTo>
                    <a:pt x="7" y="231"/>
                  </a:moveTo>
                  <a:lnTo>
                    <a:pt x="9" y="233"/>
                  </a:lnTo>
                  <a:lnTo>
                    <a:pt x="8" y="236"/>
                  </a:lnTo>
                  <a:lnTo>
                    <a:pt x="7" y="231"/>
                  </a:lnTo>
                  <a:close/>
                  <a:moveTo>
                    <a:pt x="3" y="229"/>
                  </a:moveTo>
                  <a:lnTo>
                    <a:pt x="4" y="229"/>
                  </a:lnTo>
                  <a:lnTo>
                    <a:pt x="4" y="231"/>
                  </a:lnTo>
                  <a:lnTo>
                    <a:pt x="3" y="229"/>
                  </a:lnTo>
                  <a:close/>
                  <a:moveTo>
                    <a:pt x="3" y="224"/>
                  </a:moveTo>
                  <a:lnTo>
                    <a:pt x="4" y="227"/>
                  </a:lnTo>
                  <a:lnTo>
                    <a:pt x="2" y="225"/>
                  </a:lnTo>
                  <a:lnTo>
                    <a:pt x="3" y="224"/>
                  </a:lnTo>
                  <a:close/>
                  <a:moveTo>
                    <a:pt x="3" y="220"/>
                  </a:moveTo>
                  <a:lnTo>
                    <a:pt x="3" y="221"/>
                  </a:lnTo>
                  <a:lnTo>
                    <a:pt x="2" y="223"/>
                  </a:lnTo>
                  <a:lnTo>
                    <a:pt x="0" y="221"/>
                  </a:lnTo>
                  <a:lnTo>
                    <a:pt x="3" y="220"/>
                  </a:lnTo>
                  <a:close/>
                  <a:moveTo>
                    <a:pt x="2" y="204"/>
                  </a:moveTo>
                  <a:lnTo>
                    <a:pt x="4" y="206"/>
                  </a:lnTo>
                  <a:lnTo>
                    <a:pt x="2" y="206"/>
                  </a:lnTo>
                  <a:lnTo>
                    <a:pt x="2" y="204"/>
                  </a:lnTo>
                  <a:close/>
                  <a:moveTo>
                    <a:pt x="3" y="200"/>
                  </a:moveTo>
                  <a:lnTo>
                    <a:pt x="4" y="202"/>
                  </a:lnTo>
                  <a:lnTo>
                    <a:pt x="3" y="203"/>
                  </a:lnTo>
                  <a:lnTo>
                    <a:pt x="3" y="200"/>
                  </a:lnTo>
                  <a:close/>
                  <a:moveTo>
                    <a:pt x="9" y="195"/>
                  </a:moveTo>
                  <a:lnTo>
                    <a:pt x="9" y="196"/>
                  </a:lnTo>
                  <a:lnTo>
                    <a:pt x="7" y="196"/>
                  </a:lnTo>
                  <a:lnTo>
                    <a:pt x="9" y="195"/>
                  </a:lnTo>
                  <a:close/>
                  <a:moveTo>
                    <a:pt x="11" y="194"/>
                  </a:moveTo>
                  <a:lnTo>
                    <a:pt x="12" y="194"/>
                  </a:lnTo>
                  <a:lnTo>
                    <a:pt x="13" y="195"/>
                  </a:lnTo>
                  <a:lnTo>
                    <a:pt x="11" y="196"/>
                  </a:lnTo>
                  <a:lnTo>
                    <a:pt x="11" y="194"/>
                  </a:lnTo>
                  <a:close/>
                  <a:moveTo>
                    <a:pt x="34" y="177"/>
                  </a:moveTo>
                  <a:lnTo>
                    <a:pt x="34" y="179"/>
                  </a:lnTo>
                  <a:lnTo>
                    <a:pt x="33" y="181"/>
                  </a:lnTo>
                  <a:lnTo>
                    <a:pt x="32" y="179"/>
                  </a:lnTo>
                  <a:lnTo>
                    <a:pt x="34" y="177"/>
                  </a:lnTo>
                  <a:close/>
                  <a:moveTo>
                    <a:pt x="32" y="173"/>
                  </a:moveTo>
                  <a:lnTo>
                    <a:pt x="33" y="175"/>
                  </a:lnTo>
                  <a:lnTo>
                    <a:pt x="32" y="175"/>
                  </a:lnTo>
                  <a:lnTo>
                    <a:pt x="29" y="173"/>
                  </a:lnTo>
                  <a:lnTo>
                    <a:pt x="32" y="173"/>
                  </a:lnTo>
                  <a:close/>
                  <a:moveTo>
                    <a:pt x="42" y="170"/>
                  </a:moveTo>
                  <a:lnTo>
                    <a:pt x="44" y="171"/>
                  </a:lnTo>
                  <a:lnTo>
                    <a:pt x="41" y="174"/>
                  </a:lnTo>
                  <a:lnTo>
                    <a:pt x="38" y="174"/>
                  </a:lnTo>
                  <a:lnTo>
                    <a:pt x="37" y="174"/>
                  </a:lnTo>
                  <a:lnTo>
                    <a:pt x="36" y="174"/>
                  </a:lnTo>
                  <a:lnTo>
                    <a:pt x="37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2" y="170"/>
                  </a:lnTo>
                  <a:close/>
                  <a:moveTo>
                    <a:pt x="38" y="166"/>
                  </a:moveTo>
                  <a:lnTo>
                    <a:pt x="40" y="169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8" y="166"/>
                  </a:lnTo>
                  <a:close/>
                  <a:moveTo>
                    <a:pt x="67" y="142"/>
                  </a:moveTo>
                  <a:lnTo>
                    <a:pt x="65" y="145"/>
                  </a:lnTo>
                  <a:lnTo>
                    <a:pt x="63" y="146"/>
                  </a:lnTo>
                  <a:lnTo>
                    <a:pt x="63" y="145"/>
                  </a:lnTo>
                  <a:lnTo>
                    <a:pt x="61" y="145"/>
                  </a:lnTo>
                  <a:lnTo>
                    <a:pt x="62" y="144"/>
                  </a:lnTo>
                  <a:lnTo>
                    <a:pt x="66" y="142"/>
                  </a:lnTo>
                  <a:lnTo>
                    <a:pt x="67" y="142"/>
                  </a:lnTo>
                  <a:close/>
                  <a:moveTo>
                    <a:pt x="70" y="138"/>
                  </a:moveTo>
                  <a:lnTo>
                    <a:pt x="67" y="141"/>
                  </a:lnTo>
                  <a:lnTo>
                    <a:pt x="66" y="141"/>
                  </a:lnTo>
                  <a:lnTo>
                    <a:pt x="67" y="138"/>
                  </a:lnTo>
                  <a:lnTo>
                    <a:pt x="70" y="138"/>
                  </a:lnTo>
                  <a:close/>
                  <a:moveTo>
                    <a:pt x="70" y="127"/>
                  </a:moveTo>
                  <a:lnTo>
                    <a:pt x="70" y="127"/>
                  </a:lnTo>
                  <a:lnTo>
                    <a:pt x="71" y="129"/>
                  </a:lnTo>
                  <a:lnTo>
                    <a:pt x="70" y="129"/>
                  </a:lnTo>
                  <a:lnTo>
                    <a:pt x="69" y="128"/>
                  </a:lnTo>
                  <a:lnTo>
                    <a:pt x="70" y="127"/>
                  </a:lnTo>
                  <a:close/>
                  <a:moveTo>
                    <a:pt x="75" y="121"/>
                  </a:moveTo>
                  <a:lnTo>
                    <a:pt x="78" y="121"/>
                  </a:lnTo>
                  <a:lnTo>
                    <a:pt x="74" y="124"/>
                  </a:lnTo>
                  <a:lnTo>
                    <a:pt x="74" y="123"/>
                  </a:lnTo>
                  <a:lnTo>
                    <a:pt x="75" y="121"/>
                  </a:lnTo>
                  <a:close/>
                  <a:moveTo>
                    <a:pt x="75" y="116"/>
                  </a:moveTo>
                  <a:lnTo>
                    <a:pt x="75" y="117"/>
                  </a:lnTo>
                  <a:lnTo>
                    <a:pt x="73" y="121"/>
                  </a:lnTo>
                  <a:lnTo>
                    <a:pt x="73" y="117"/>
                  </a:lnTo>
                  <a:lnTo>
                    <a:pt x="75" y="116"/>
                  </a:lnTo>
                  <a:close/>
                  <a:moveTo>
                    <a:pt x="88" y="95"/>
                  </a:moveTo>
                  <a:lnTo>
                    <a:pt x="90" y="95"/>
                  </a:lnTo>
                  <a:lnTo>
                    <a:pt x="88" y="98"/>
                  </a:lnTo>
                  <a:lnTo>
                    <a:pt x="87" y="96"/>
                  </a:lnTo>
                  <a:lnTo>
                    <a:pt x="88" y="95"/>
                  </a:lnTo>
                  <a:close/>
                  <a:moveTo>
                    <a:pt x="73" y="85"/>
                  </a:moveTo>
                  <a:lnTo>
                    <a:pt x="74" y="86"/>
                  </a:lnTo>
                  <a:lnTo>
                    <a:pt x="74" y="87"/>
                  </a:lnTo>
                  <a:lnTo>
                    <a:pt x="73" y="86"/>
                  </a:lnTo>
                  <a:lnTo>
                    <a:pt x="73" y="85"/>
                  </a:lnTo>
                  <a:close/>
                  <a:moveTo>
                    <a:pt x="77" y="75"/>
                  </a:moveTo>
                  <a:lnTo>
                    <a:pt x="77" y="78"/>
                  </a:lnTo>
                  <a:lnTo>
                    <a:pt x="74" y="81"/>
                  </a:lnTo>
                  <a:lnTo>
                    <a:pt x="74" y="79"/>
                  </a:lnTo>
                  <a:lnTo>
                    <a:pt x="77" y="75"/>
                  </a:lnTo>
                  <a:close/>
                  <a:moveTo>
                    <a:pt x="79" y="74"/>
                  </a:moveTo>
                  <a:lnTo>
                    <a:pt x="79" y="75"/>
                  </a:lnTo>
                  <a:lnTo>
                    <a:pt x="79" y="77"/>
                  </a:lnTo>
                  <a:lnTo>
                    <a:pt x="78" y="75"/>
                  </a:lnTo>
                  <a:lnTo>
                    <a:pt x="79" y="74"/>
                  </a:lnTo>
                  <a:close/>
                  <a:moveTo>
                    <a:pt x="86" y="71"/>
                  </a:moveTo>
                  <a:lnTo>
                    <a:pt x="86" y="73"/>
                  </a:lnTo>
                  <a:lnTo>
                    <a:pt x="81" y="77"/>
                  </a:lnTo>
                  <a:lnTo>
                    <a:pt x="82" y="73"/>
                  </a:lnTo>
                  <a:lnTo>
                    <a:pt x="86" y="71"/>
                  </a:lnTo>
                  <a:close/>
                  <a:moveTo>
                    <a:pt x="92" y="67"/>
                  </a:moveTo>
                  <a:lnTo>
                    <a:pt x="92" y="71"/>
                  </a:lnTo>
                  <a:lnTo>
                    <a:pt x="90" y="70"/>
                  </a:lnTo>
                  <a:lnTo>
                    <a:pt x="87" y="73"/>
                  </a:lnTo>
                  <a:lnTo>
                    <a:pt x="87" y="70"/>
                  </a:lnTo>
                  <a:lnTo>
                    <a:pt x="92" y="67"/>
                  </a:lnTo>
                  <a:close/>
                  <a:moveTo>
                    <a:pt x="91" y="63"/>
                  </a:moveTo>
                  <a:lnTo>
                    <a:pt x="92" y="66"/>
                  </a:lnTo>
                  <a:lnTo>
                    <a:pt x="90" y="66"/>
                  </a:lnTo>
                  <a:lnTo>
                    <a:pt x="91" y="63"/>
                  </a:lnTo>
                  <a:close/>
                  <a:moveTo>
                    <a:pt x="111" y="57"/>
                  </a:moveTo>
                  <a:lnTo>
                    <a:pt x="112" y="58"/>
                  </a:lnTo>
                  <a:lnTo>
                    <a:pt x="111" y="60"/>
                  </a:lnTo>
                  <a:lnTo>
                    <a:pt x="111" y="57"/>
                  </a:lnTo>
                  <a:close/>
                  <a:moveTo>
                    <a:pt x="100" y="56"/>
                  </a:moveTo>
                  <a:lnTo>
                    <a:pt x="98" y="62"/>
                  </a:lnTo>
                  <a:lnTo>
                    <a:pt x="99" y="63"/>
                  </a:lnTo>
                  <a:lnTo>
                    <a:pt x="100" y="61"/>
                  </a:lnTo>
                  <a:lnTo>
                    <a:pt x="104" y="61"/>
                  </a:lnTo>
                  <a:lnTo>
                    <a:pt x="103" y="58"/>
                  </a:lnTo>
                  <a:lnTo>
                    <a:pt x="103" y="57"/>
                  </a:lnTo>
                  <a:lnTo>
                    <a:pt x="104" y="58"/>
                  </a:lnTo>
                  <a:lnTo>
                    <a:pt x="107" y="61"/>
                  </a:lnTo>
                  <a:lnTo>
                    <a:pt x="103" y="66"/>
                  </a:lnTo>
                  <a:lnTo>
                    <a:pt x="100" y="67"/>
                  </a:lnTo>
                  <a:lnTo>
                    <a:pt x="100" y="69"/>
                  </a:lnTo>
                  <a:lnTo>
                    <a:pt x="98" y="69"/>
                  </a:lnTo>
                  <a:lnTo>
                    <a:pt x="98" y="66"/>
                  </a:lnTo>
                  <a:lnTo>
                    <a:pt x="95" y="70"/>
                  </a:lnTo>
                  <a:lnTo>
                    <a:pt x="94" y="70"/>
                  </a:lnTo>
                  <a:lnTo>
                    <a:pt x="95" y="67"/>
                  </a:lnTo>
                  <a:lnTo>
                    <a:pt x="95" y="66"/>
                  </a:lnTo>
                  <a:lnTo>
                    <a:pt x="95" y="63"/>
                  </a:lnTo>
                  <a:lnTo>
                    <a:pt x="96" y="62"/>
                  </a:lnTo>
                  <a:lnTo>
                    <a:pt x="96" y="60"/>
                  </a:lnTo>
                  <a:lnTo>
                    <a:pt x="100" y="56"/>
                  </a:lnTo>
                  <a:close/>
                  <a:moveTo>
                    <a:pt x="94" y="56"/>
                  </a:moveTo>
                  <a:lnTo>
                    <a:pt x="95" y="58"/>
                  </a:lnTo>
                  <a:lnTo>
                    <a:pt x="95" y="62"/>
                  </a:lnTo>
                  <a:lnTo>
                    <a:pt x="91" y="63"/>
                  </a:lnTo>
                  <a:lnTo>
                    <a:pt x="90" y="62"/>
                  </a:lnTo>
                  <a:lnTo>
                    <a:pt x="94" y="61"/>
                  </a:lnTo>
                  <a:lnTo>
                    <a:pt x="91" y="61"/>
                  </a:lnTo>
                  <a:lnTo>
                    <a:pt x="88" y="62"/>
                  </a:lnTo>
                  <a:lnTo>
                    <a:pt x="87" y="61"/>
                  </a:lnTo>
                  <a:lnTo>
                    <a:pt x="88" y="58"/>
                  </a:lnTo>
                  <a:lnTo>
                    <a:pt x="91" y="60"/>
                  </a:lnTo>
                  <a:lnTo>
                    <a:pt x="92" y="57"/>
                  </a:lnTo>
                  <a:lnTo>
                    <a:pt x="92" y="56"/>
                  </a:lnTo>
                  <a:lnTo>
                    <a:pt x="94" y="56"/>
                  </a:lnTo>
                  <a:close/>
                  <a:moveTo>
                    <a:pt x="106" y="54"/>
                  </a:moveTo>
                  <a:lnTo>
                    <a:pt x="107" y="56"/>
                  </a:lnTo>
                  <a:lnTo>
                    <a:pt x="107" y="57"/>
                  </a:lnTo>
                  <a:lnTo>
                    <a:pt x="104" y="56"/>
                  </a:lnTo>
                  <a:lnTo>
                    <a:pt x="103" y="56"/>
                  </a:lnTo>
                  <a:lnTo>
                    <a:pt x="106" y="54"/>
                  </a:lnTo>
                  <a:close/>
                  <a:moveTo>
                    <a:pt x="102" y="46"/>
                  </a:moveTo>
                  <a:lnTo>
                    <a:pt x="103" y="49"/>
                  </a:lnTo>
                  <a:lnTo>
                    <a:pt x="100" y="50"/>
                  </a:lnTo>
                  <a:lnTo>
                    <a:pt x="100" y="53"/>
                  </a:lnTo>
                  <a:lnTo>
                    <a:pt x="96" y="57"/>
                  </a:lnTo>
                  <a:lnTo>
                    <a:pt x="95" y="56"/>
                  </a:lnTo>
                  <a:lnTo>
                    <a:pt x="95" y="53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2" y="46"/>
                  </a:lnTo>
                  <a:close/>
                  <a:moveTo>
                    <a:pt x="112" y="41"/>
                  </a:moveTo>
                  <a:lnTo>
                    <a:pt x="116" y="41"/>
                  </a:lnTo>
                  <a:lnTo>
                    <a:pt x="116" y="44"/>
                  </a:lnTo>
                  <a:lnTo>
                    <a:pt x="117" y="44"/>
                  </a:lnTo>
                  <a:lnTo>
                    <a:pt x="119" y="46"/>
                  </a:lnTo>
                  <a:lnTo>
                    <a:pt x="117" y="48"/>
                  </a:lnTo>
                  <a:lnTo>
                    <a:pt x="119" y="50"/>
                  </a:lnTo>
                  <a:lnTo>
                    <a:pt x="116" y="50"/>
                  </a:lnTo>
                  <a:lnTo>
                    <a:pt x="115" y="52"/>
                  </a:lnTo>
                  <a:lnTo>
                    <a:pt x="112" y="52"/>
                  </a:lnTo>
                  <a:lnTo>
                    <a:pt x="112" y="54"/>
                  </a:lnTo>
                  <a:lnTo>
                    <a:pt x="111" y="54"/>
                  </a:lnTo>
                  <a:lnTo>
                    <a:pt x="111" y="52"/>
                  </a:lnTo>
                  <a:lnTo>
                    <a:pt x="108" y="52"/>
                  </a:lnTo>
                  <a:lnTo>
                    <a:pt x="111" y="49"/>
                  </a:lnTo>
                  <a:lnTo>
                    <a:pt x="108" y="49"/>
                  </a:lnTo>
                  <a:lnTo>
                    <a:pt x="110" y="46"/>
                  </a:lnTo>
                  <a:lnTo>
                    <a:pt x="112" y="46"/>
                  </a:lnTo>
                  <a:lnTo>
                    <a:pt x="110" y="45"/>
                  </a:lnTo>
                  <a:lnTo>
                    <a:pt x="111" y="42"/>
                  </a:lnTo>
                  <a:lnTo>
                    <a:pt x="112" y="44"/>
                  </a:lnTo>
                  <a:lnTo>
                    <a:pt x="112" y="41"/>
                  </a:lnTo>
                  <a:close/>
                  <a:moveTo>
                    <a:pt x="125" y="36"/>
                  </a:moveTo>
                  <a:lnTo>
                    <a:pt x="128" y="38"/>
                  </a:lnTo>
                  <a:lnTo>
                    <a:pt x="125" y="40"/>
                  </a:lnTo>
                  <a:lnTo>
                    <a:pt x="125" y="41"/>
                  </a:lnTo>
                  <a:lnTo>
                    <a:pt x="123" y="42"/>
                  </a:lnTo>
                  <a:lnTo>
                    <a:pt x="121" y="42"/>
                  </a:lnTo>
                  <a:lnTo>
                    <a:pt x="119" y="40"/>
                  </a:lnTo>
                  <a:lnTo>
                    <a:pt x="121" y="40"/>
                  </a:lnTo>
                  <a:lnTo>
                    <a:pt x="121" y="37"/>
                  </a:lnTo>
                  <a:lnTo>
                    <a:pt x="124" y="37"/>
                  </a:lnTo>
                  <a:lnTo>
                    <a:pt x="125" y="36"/>
                  </a:lnTo>
                  <a:close/>
                  <a:moveTo>
                    <a:pt x="132" y="32"/>
                  </a:moveTo>
                  <a:lnTo>
                    <a:pt x="133" y="35"/>
                  </a:lnTo>
                  <a:lnTo>
                    <a:pt x="132" y="36"/>
                  </a:lnTo>
                  <a:lnTo>
                    <a:pt x="132" y="32"/>
                  </a:lnTo>
                  <a:close/>
                  <a:moveTo>
                    <a:pt x="129" y="29"/>
                  </a:moveTo>
                  <a:lnTo>
                    <a:pt x="129" y="31"/>
                  </a:lnTo>
                  <a:lnTo>
                    <a:pt x="132" y="31"/>
                  </a:lnTo>
                  <a:lnTo>
                    <a:pt x="132" y="31"/>
                  </a:lnTo>
                  <a:lnTo>
                    <a:pt x="131" y="33"/>
                  </a:lnTo>
                  <a:lnTo>
                    <a:pt x="131" y="35"/>
                  </a:lnTo>
                  <a:lnTo>
                    <a:pt x="129" y="36"/>
                  </a:lnTo>
                  <a:lnTo>
                    <a:pt x="128" y="36"/>
                  </a:lnTo>
                  <a:lnTo>
                    <a:pt x="125" y="33"/>
                  </a:lnTo>
                  <a:lnTo>
                    <a:pt x="129" y="29"/>
                  </a:lnTo>
                  <a:close/>
                  <a:moveTo>
                    <a:pt x="127" y="28"/>
                  </a:moveTo>
                  <a:lnTo>
                    <a:pt x="127" y="29"/>
                  </a:lnTo>
                  <a:lnTo>
                    <a:pt x="124" y="31"/>
                  </a:lnTo>
                  <a:lnTo>
                    <a:pt x="124" y="28"/>
                  </a:lnTo>
                  <a:lnTo>
                    <a:pt x="127" y="28"/>
                  </a:lnTo>
                  <a:close/>
                  <a:moveTo>
                    <a:pt x="141" y="24"/>
                  </a:moveTo>
                  <a:lnTo>
                    <a:pt x="144" y="27"/>
                  </a:lnTo>
                  <a:lnTo>
                    <a:pt x="142" y="29"/>
                  </a:lnTo>
                  <a:lnTo>
                    <a:pt x="144" y="31"/>
                  </a:lnTo>
                  <a:lnTo>
                    <a:pt x="144" y="33"/>
                  </a:lnTo>
                  <a:lnTo>
                    <a:pt x="142" y="31"/>
                  </a:lnTo>
                  <a:lnTo>
                    <a:pt x="140" y="31"/>
                  </a:lnTo>
                  <a:lnTo>
                    <a:pt x="140" y="27"/>
                  </a:lnTo>
                  <a:lnTo>
                    <a:pt x="141" y="24"/>
                  </a:lnTo>
                  <a:close/>
                  <a:moveTo>
                    <a:pt x="129" y="24"/>
                  </a:moveTo>
                  <a:lnTo>
                    <a:pt x="128" y="27"/>
                  </a:lnTo>
                  <a:lnTo>
                    <a:pt x="128" y="25"/>
                  </a:lnTo>
                  <a:lnTo>
                    <a:pt x="129" y="24"/>
                  </a:lnTo>
                  <a:close/>
                  <a:moveTo>
                    <a:pt x="133" y="23"/>
                  </a:moveTo>
                  <a:lnTo>
                    <a:pt x="135" y="25"/>
                  </a:lnTo>
                  <a:lnTo>
                    <a:pt x="136" y="28"/>
                  </a:lnTo>
                  <a:lnTo>
                    <a:pt x="137" y="29"/>
                  </a:lnTo>
                  <a:lnTo>
                    <a:pt x="136" y="29"/>
                  </a:lnTo>
                  <a:lnTo>
                    <a:pt x="133" y="29"/>
                  </a:lnTo>
                  <a:lnTo>
                    <a:pt x="133" y="27"/>
                  </a:lnTo>
                  <a:lnTo>
                    <a:pt x="132" y="24"/>
                  </a:lnTo>
                  <a:lnTo>
                    <a:pt x="133" y="23"/>
                  </a:lnTo>
                  <a:close/>
                  <a:moveTo>
                    <a:pt x="158" y="20"/>
                  </a:moveTo>
                  <a:lnTo>
                    <a:pt x="161" y="20"/>
                  </a:lnTo>
                  <a:lnTo>
                    <a:pt x="161" y="21"/>
                  </a:lnTo>
                  <a:lnTo>
                    <a:pt x="161" y="24"/>
                  </a:lnTo>
                  <a:lnTo>
                    <a:pt x="158" y="23"/>
                  </a:lnTo>
                  <a:lnTo>
                    <a:pt x="156" y="21"/>
                  </a:lnTo>
                  <a:lnTo>
                    <a:pt x="158" y="20"/>
                  </a:lnTo>
                  <a:close/>
                  <a:moveTo>
                    <a:pt x="166" y="15"/>
                  </a:moveTo>
                  <a:lnTo>
                    <a:pt x="166" y="17"/>
                  </a:lnTo>
                  <a:lnTo>
                    <a:pt x="165" y="20"/>
                  </a:lnTo>
                  <a:lnTo>
                    <a:pt x="164" y="21"/>
                  </a:lnTo>
                  <a:lnTo>
                    <a:pt x="161" y="19"/>
                  </a:lnTo>
                  <a:lnTo>
                    <a:pt x="166" y="15"/>
                  </a:lnTo>
                  <a:close/>
                  <a:moveTo>
                    <a:pt x="170" y="11"/>
                  </a:moveTo>
                  <a:lnTo>
                    <a:pt x="173" y="13"/>
                  </a:lnTo>
                  <a:lnTo>
                    <a:pt x="171" y="15"/>
                  </a:lnTo>
                  <a:lnTo>
                    <a:pt x="169" y="16"/>
                  </a:lnTo>
                  <a:lnTo>
                    <a:pt x="169" y="15"/>
                  </a:lnTo>
                  <a:lnTo>
                    <a:pt x="166" y="12"/>
                  </a:lnTo>
                  <a:lnTo>
                    <a:pt x="170" y="11"/>
                  </a:lnTo>
                  <a:close/>
                  <a:moveTo>
                    <a:pt x="165" y="10"/>
                  </a:moveTo>
                  <a:lnTo>
                    <a:pt x="165" y="11"/>
                  </a:lnTo>
                  <a:lnTo>
                    <a:pt x="160" y="17"/>
                  </a:lnTo>
                  <a:lnTo>
                    <a:pt x="157" y="17"/>
                  </a:lnTo>
                  <a:lnTo>
                    <a:pt x="154" y="16"/>
                  </a:lnTo>
                  <a:lnTo>
                    <a:pt x="153" y="13"/>
                  </a:lnTo>
                  <a:lnTo>
                    <a:pt x="154" y="15"/>
                  </a:lnTo>
                  <a:lnTo>
                    <a:pt x="157" y="13"/>
                  </a:lnTo>
                  <a:lnTo>
                    <a:pt x="158" y="15"/>
                  </a:lnTo>
                  <a:lnTo>
                    <a:pt x="160" y="12"/>
                  </a:lnTo>
                  <a:lnTo>
                    <a:pt x="161" y="13"/>
                  </a:lnTo>
                  <a:lnTo>
                    <a:pt x="165" y="10"/>
                  </a:lnTo>
                  <a:close/>
                  <a:moveTo>
                    <a:pt x="171" y="6"/>
                  </a:moveTo>
                  <a:lnTo>
                    <a:pt x="173" y="7"/>
                  </a:lnTo>
                  <a:lnTo>
                    <a:pt x="173" y="8"/>
                  </a:lnTo>
                  <a:lnTo>
                    <a:pt x="171" y="8"/>
                  </a:lnTo>
                  <a:lnTo>
                    <a:pt x="170" y="6"/>
                  </a:lnTo>
                  <a:lnTo>
                    <a:pt x="171" y="6"/>
                  </a:lnTo>
                  <a:close/>
                  <a:moveTo>
                    <a:pt x="179" y="2"/>
                  </a:moveTo>
                  <a:lnTo>
                    <a:pt x="178" y="3"/>
                  </a:lnTo>
                  <a:lnTo>
                    <a:pt x="177" y="3"/>
                  </a:lnTo>
                  <a:lnTo>
                    <a:pt x="177" y="2"/>
                  </a:lnTo>
                  <a:lnTo>
                    <a:pt x="179" y="2"/>
                  </a:lnTo>
                  <a:close/>
                  <a:moveTo>
                    <a:pt x="185" y="0"/>
                  </a:moveTo>
                  <a:lnTo>
                    <a:pt x="186" y="2"/>
                  </a:lnTo>
                  <a:lnTo>
                    <a:pt x="189" y="2"/>
                  </a:lnTo>
                  <a:lnTo>
                    <a:pt x="187" y="3"/>
                  </a:lnTo>
                  <a:lnTo>
                    <a:pt x="190" y="3"/>
                  </a:lnTo>
                  <a:lnTo>
                    <a:pt x="189" y="6"/>
                  </a:lnTo>
                  <a:lnTo>
                    <a:pt x="186" y="7"/>
                  </a:lnTo>
                  <a:lnTo>
                    <a:pt x="183" y="4"/>
                  </a:lnTo>
                  <a:lnTo>
                    <a:pt x="181" y="4"/>
                  </a:lnTo>
                  <a:lnTo>
                    <a:pt x="181" y="3"/>
                  </a:lnTo>
                  <a:lnTo>
                    <a:pt x="182" y="2"/>
                  </a:lnTo>
                  <a:lnTo>
                    <a:pt x="183" y="3"/>
                  </a:lnTo>
                  <a:lnTo>
                    <a:pt x="185" y="2"/>
                  </a:lnTo>
                  <a:lnTo>
                    <a:pt x="185" y="0"/>
                  </a:lnTo>
                  <a:close/>
                  <a:moveTo>
                    <a:pt x="208" y="0"/>
                  </a:moveTo>
                  <a:lnTo>
                    <a:pt x="210" y="2"/>
                  </a:lnTo>
                  <a:lnTo>
                    <a:pt x="208" y="3"/>
                  </a:lnTo>
                  <a:lnTo>
                    <a:pt x="210" y="4"/>
                  </a:lnTo>
                  <a:lnTo>
                    <a:pt x="212" y="3"/>
                  </a:lnTo>
                  <a:lnTo>
                    <a:pt x="212" y="4"/>
                  </a:lnTo>
                  <a:lnTo>
                    <a:pt x="211" y="8"/>
                  </a:lnTo>
                  <a:lnTo>
                    <a:pt x="208" y="8"/>
                  </a:lnTo>
                  <a:lnTo>
                    <a:pt x="208" y="8"/>
                  </a:lnTo>
                  <a:lnTo>
                    <a:pt x="206" y="8"/>
                  </a:lnTo>
                  <a:lnTo>
                    <a:pt x="207" y="10"/>
                  </a:lnTo>
                  <a:lnTo>
                    <a:pt x="208" y="10"/>
                  </a:lnTo>
                  <a:lnTo>
                    <a:pt x="208" y="11"/>
                  </a:lnTo>
                  <a:lnTo>
                    <a:pt x="207" y="12"/>
                  </a:lnTo>
                  <a:lnTo>
                    <a:pt x="207" y="13"/>
                  </a:lnTo>
                  <a:lnTo>
                    <a:pt x="208" y="13"/>
                  </a:lnTo>
                  <a:lnTo>
                    <a:pt x="210" y="12"/>
                  </a:lnTo>
                  <a:lnTo>
                    <a:pt x="211" y="11"/>
                  </a:lnTo>
                  <a:lnTo>
                    <a:pt x="211" y="12"/>
                  </a:lnTo>
                  <a:lnTo>
                    <a:pt x="210" y="15"/>
                  </a:lnTo>
                  <a:lnTo>
                    <a:pt x="208" y="15"/>
                  </a:lnTo>
                  <a:lnTo>
                    <a:pt x="206" y="19"/>
                  </a:lnTo>
                  <a:lnTo>
                    <a:pt x="210" y="17"/>
                  </a:lnTo>
                  <a:lnTo>
                    <a:pt x="211" y="17"/>
                  </a:lnTo>
                  <a:lnTo>
                    <a:pt x="211" y="16"/>
                  </a:lnTo>
                  <a:lnTo>
                    <a:pt x="212" y="17"/>
                  </a:lnTo>
                  <a:lnTo>
                    <a:pt x="214" y="19"/>
                  </a:lnTo>
                  <a:lnTo>
                    <a:pt x="215" y="17"/>
                  </a:lnTo>
                  <a:lnTo>
                    <a:pt x="215" y="16"/>
                  </a:lnTo>
                  <a:lnTo>
                    <a:pt x="214" y="13"/>
                  </a:lnTo>
                  <a:lnTo>
                    <a:pt x="214" y="12"/>
                  </a:lnTo>
                  <a:lnTo>
                    <a:pt x="215" y="11"/>
                  </a:lnTo>
                  <a:lnTo>
                    <a:pt x="216" y="8"/>
                  </a:lnTo>
                  <a:lnTo>
                    <a:pt x="218" y="7"/>
                  </a:lnTo>
                  <a:lnTo>
                    <a:pt x="220" y="7"/>
                  </a:lnTo>
                  <a:lnTo>
                    <a:pt x="221" y="8"/>
                  </a:lnTo>
                  <a:lnTo>
                    <a:pt x="221" y="10"/>
                  </a:lnTo>
                  <a:lnTo>
                    <a:pt x="220" y="11"/>
                  </a:lnTo>
                  <a:lnTo>
                    <a:pt x="220" y="12"/>
                  </a:lnTo>
                  <a:lnTo>
                    <a:pt x="221" y="12"/>
                  </a:lnTo>
                  <a:lnTo>
                    <a:pt x="223" y="11"/>
                  </a:lnTo>
                  <a:lnTo>
                    <a:pt x="224" y="11"/>
                  </a:lnTo>
                  <a:lnTo>
                    <a:pt x="223" y="12"/>
                  </a:lnTo>
                  <a:lnTo>
                    <a:pt x="224" y="12"/>
                  </a:lnTo>
                  <a:lnTo>
                    <a:pt x="225" y="10"/>
                  </a:lnTo>
                  <a:lnTo>
                    <a:pt x="228" y="10"/>
                  </a:lnTo>
                  <a:lnTo>
                    <a:pt x="228" y="11"/>
                  </a:lnTo>
                  <a:lnTo>
                    <a:pt x="231" y="11"/>
                  </a:lnTo>
                  <a:lnTo>
                    <a:pt x="229" y="13"/>
                  </a:lnTo>
                  <a:lnTo>
                    <a:pt x="228" y="15"/>
                  </a:lnTo>
                  <a:lnTo>
                    <a:pt x="228" y="15"/>
                  </a:lnTo>
                  <a:lnTo>
                    <a:pt x="229" y="15"/>
                  </a:lnTo>
                  <a:lnTo>
                    <a:pt x="232" y="13"/>
                  </a:lnTo>
                  <a:lnTo>
                    <a:pt x="233" y="13"/>
                  </a:lnTo>
                  <a:lnTo>
                    <a:pt x="236" y="15"/>
                  </a:lnTo>
                  <a:lnTo>
                    <a:pt x="239" y="15"/>
                  </a:lnTo>
                  <a:lnTo>
                    <a:pt x="240" y="15"/>
                  </a:lnTo>
                  <a:lnTo>
                    <a:pt x="240" y="16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9"/>
                  </a:lnTo>
                  <a:lnTo>
                    <a:pt x="235" y="20"/>
                  </a:lnTo>
                  <a:lnTo>
                    <a:pt x="233" y="24"/>
                  </a:lnTo>
                  <a:lnTo>
                    <a:pt x="229" y="25"/>
                  </a:lnTo>
                  <a:lnTo>
                    <a:pt x="225" y="25"/>
                  </a:lnTo>
                  <a:lnTo>
                    <a:pt x="223" y="24"/>
                  </a:lnTo>
                  <a:lnTo>
                    <a:pt x="220" y="25"/>
                  </a:lnTo>
                  <a:lnTo>
                    <a:pt x="216" y="24"/>
                  </a:lnTo>
                  <a:lnTo>
                    <a:pt x="216" y="24"/>
                  </a:lnTo>
                  <a:lnTo>
                    <a:pt x="218" y="27"/>
                  </a:lnTo>
                  <a:lnTo>
                    <a:pt x="220" y="27"/>
                  </a:lnTo>
                  <a:lnTo>
                    <a:pt x="221" y="27"/>
                  </a:lnTo>
                  <a:lnTo>
                    <a:pt x="224" y="27"/>
                  </a:lnTo>
                  <a:lnTo>
                    <a:pt x="224" y="28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3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9" y="32"/>
                  </a:lnTo>
                  <a:lnTo>
                    <a:pt x="231" y="35"/>
                  </a:lnTo>
                  <a:lnTo>
                    <a:pt x="232" y="35"/>
                  </a:lnTo>
                  <a:lnTo>
                    <a:pt x="232" y="32"/>
                  </a:lnTo>
                  <a:lnTo>
                    <a:pt x="232" y="31"/>
                  </a:lnTo>
                  <a:lnTo>
                    <a:pt x="233" y="31"/>
                  </a:lnTo>
                  <a:lnTo>
                    <a:pt x="233" y="32"/>
                  </a:lnTo>
                  <a:lnTo>
                    <a:pt x="235" y="33"/>
                  </a:lnTo>
                  <a:lnTo>
                    <a:pt x="235" y="32"/>
                  </a:lnTo>
                  <a:lnTo>
                    <a:pt x="236" y="31"/>
                  </a:lnTo>
                  <a:lnTo>
                    <a:pt x="236" y="31"/>
                  </a:lnTo>
                  <a:lnTo>
                    <a:pt x="239" y="32"/>
                  </a:lnTo>
                  <a:lnTo>
                    <a:pt x="239" y="32"/>
                  </a:lnTo>
                  <a:lnTo>
                    <a:pt x="239" y="35"/>
                  </a:lnTo>
                  <a:lnTo>
                    <a:pt x="237" y="37"/>
                  </a:lnTo>
                  <a:lnTo>
                    <a:pt x="235" y="36"/>
                  </a:lnTo>
                  <a:lnTo>
                    <a:pt x="233" y="36"/>
                  </a:lnTo>
                  <a:lnTo>
                    <a:pt x="233" y="40"/>
                  </a:lnTo>
                  <a:lnTo>
                    <a:pt x="232" y="42"/>
                  </a:lnTo>
                  <a:lnTo>
                    <a:pt x="228" y="42"/>
                  </a:lnTo>
                  <a:lnTo>
                    <a:pt x="225" y="45"/>
                  </a:lnTo>
                  <a:lnTo>
                    <a:pt x="225" y="49"/>
                  </a:lnTo>
                  <a:lnTo>
                    <a:pt x="224" y="50"/>
                  </a:lnTo>
                  <a:lnTo>
                    <a:pt x="224" y="45"/>
                  </a:lnTo>
                  <a:lnTo>
                    <a:pt x="225" y="41"/>
                  </a:lnTo>
                  <a:lnTo>
                    <a:pt x="227" y="38"/>
                  </a:lnTo>
                  <a:lnTo>
                    <a:pt x="224" y="37"/>
                  </a:lnTo>
                  <a:lnTo>
                    <a:pt x="223" y="35"/>
                  </a:lnTo>
                  <a:lnTo>
                    <a:pt x="219" y="35"/>
                  </a:lnTo>
                  <a:lnTo>
                    <a:pt x="216" y="33"/>
                  </a:lnTo>
                  <a:lnTo>
                    <a:pt x="215" y="32"/>
                  </a:lnTo>
                  <a:lnTo>
                    <a:pt x="212" y="28"/>
                  </a:lnTo>
                  <a:lnTo>
                    <a:pt x="210" y="27"/>
                  </a:lnTo>
                  <a:lnTo>
                    <a:pt x="204" y="27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2" y="31"/>
                  </a:lnTo>
                  <a:lnTo>
                    <a:pt x="198" y="29"/>
                  </a:lnTo>
                  <a:lnTo>
                    <a:pt x="195" y="31"/>
                  </a:lnTo>
                  <a:lnTo>
                    <a:pt x="196" y="32"/>
                  </a:lnTo>
                  <a:lnTo>
                    <a:pt x="194" y="35"/>
                  </a:lnTo>
                  <a:lnTo>
                    <a:pt x="193" y="36"/>
                  </a:lnTo>
                  <a:lnTo>
                    <a:pt x="194" y="37"/>
                  </a:lnTo>
                  <a:lnTo>
                    <a:pt x="193" y="38"/>
                  </a:lnTo>
                  <a:lnTo>
                    <a:pt x="193" y="45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4" y="53"/>
                  </a:lnTo>
                  <a:lnTo>
                    <a:pt x="191" y="54"/>
                  </a:lnTo>
                  <a:lnTo>
                    <a:pt x="190" y="53"/>
                  </a:lnTo>
                  <a:lnTo>
                    <a:pt x="187" y="56"/>
                  </a:lnTo>
                  <a:lnTo>
                    <a:pt x="186" y="56"/>
                  </a:lnTo>
                  <a:lnTo>
                    <a:pt x="185" y="58"/>
                  </a:lnTo>
                  <a:lnTo>
                    <a:pt x="182" y="58"/>
                  </a:lnTo>
                  <a:lnTo>
                    <a:pt x="178" y="56"/>
                  </a:lnTo>
                  <a:lnTo>
                    <a:pt x="175" y="56"/>
                  </a:lnTo>
                  <a:lnTo>
                    <a:pt x="174" y="57"/>
                  </a:lnTo>
                  <a:lnTo>
                    <a:pt x="171" y="60"/>
                  </a:lnTo>
                  <a:lnTo>
                    <a:pt x="165" y="60"/>
                  </a:lnTo>
                  <a:lnTo>
                    <a:pt x="162" y="58"/>
                  </a:lnTo>
                  <a:lnTo>
                    <a:pt x="160" y="56"/>
                  </a:lnTo>
                  <a:lnTo>
                    <a:pt x="160" y="53"/>
                  </a:lnTo>
                  <a:lnTo>
                    <a:pt x="154" y="49"/>
                  </a:lnTo>
                  <a:lnTo>
                    <a:pt x="153" y="46"/>
                  </a:lnTo>
                  <a:lnTo>
                    <a:pt x="150" y="46"/>
                  </a:lnTo>
                  <a:lnTo>
                    <a:pt x="149" y="48"/>
                  </a:lnTo>
                  <a:lnTo>
                    <a:pt x="148" y="50"/>
                  </a:lnTo>
                  <a:lnTo>
                    <a:pt x="149" y="52"/>
                  </a:lnTo>
                  <a:lnTo>
                    <a:pt x="148" y="52"/>
                  </a:lnTo>
                  <a:lnTo>
                    <a:pt x="148" y="52"/>
                  </a:lnTo>
                  <a:lnTo>
                    <a:pt x="146" y="52"/>
                  </a:lnTo>
                  <a:lnTo>
                    <a:pt x="146" y="52"/>
                  </a:lnTo>
                  <a:lnTo>
                    <a:pt x="145" y="53"/>
                  </a:lnTo>
                  <a:lnTo>
                    <a:pt x="142" y="53"/>
                  </a:lnTo>
                  <a:lnTo>
                    <a:pt x="140" y="53"/>
                  </a:lnTo>
                  <a:lnTo>
                    <a:pt x="141" y="54"/>
                  </a:lnTo>
                  <a:lnTo>
                    <a:pt x="142" y="56"/>
                  </a:lnTo>
                  <a:lnTo>
                    <a:pt x="142" y="58"/>
                  </a:lnTo>
                  <a:lnTo>
                    <a:pt x="141" y="60"/>
                  </a:lnTo>
                  <a:lnTo>
                    <a:pt x="141" y="63"/>
                  </a:lnTo>
                  <a:lnTo>
                    <a:pt x="142" y="65"/>
                  </a:lnTo>
                  <a:lnTo>
                    <a:pt x="142" y="67"/>
                  </a:lnTo>
                  <a:lnTo>
                    <a:pt x="141" y="67"/>
                  </a:lnTo>
                  <a:lnTo>
                    <a:pt x="140" y="67"/>
                  </a:lnTo>
                  <a:lnTo>
                    <a:pt x="139" y="66"/>
                  </a:lnTo>
                  <a:lnTo>
                    <a:pt x="136" y="66"/>
                  </a:lnTo>
                  <a:lnTo>
                    <a:pt x="133" y="65"/>
                  </a:lnTo>
                  <a:lnTo>
                    <a:pt x="129" y="63"/>
                  </a:lnTo>
                  <a:lnTo>
                    <a:pt x="127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4" y="69"/>
                  </a:lnTo>
                  <a:lnTo>
                    <a:pt x="123" y="70"/>
                  </a:lnTo>
                  <a:lnTo>
                    <a:pt x="123" y="71"/>
                  </a:lnTo>
                  <a:lnTo>
                    <a:pt x="121" y="73"/>
                  </a:lnTo>
                  <a:lnTo>
                    <a:pt x="123" y="74"/>
                  </a:lnTo>
                  <a:lnTo>
                    <a:pt x="121" y="77"/>
                  </a:lnTo>
                  <a:lnTo>
                    <a:pt x="120" y="77"/>
                  </a:lnTo>
                  <a:lnTo>
                    <a:pt x="119" y="75"/>
                  </a:lnTo>
                  <a:lnTo>
                    <a:pt x="116" y="74"/>
                  </a:lnTo>
                  <a:lnTo>
                    <a:pt x="113" y="75"/>
                  </a:lnTo>
                  <a:lnTo>
                    <a:pt x="112" y="79"/>
                  </a:lnTo>
                  <a:lnTo>
                    <a:pt x="111" y="81"/>
                  </a:lnTo>
                  <a:lnTo>
                    <a:pt x="110" y="83"/>
                  </a:lnTo>
                  <a:lnTo>
                    <a:pt x="108" y="86"/>
                  </a:lnTo>
                  <a:lnTo>
                    <a:pt x="107" y="86"/>
                  </a:lnTo>
                  <a:lnTo>
                    <a:pt x="107" y="92"/>
                  </a:lnTo>
                  <a:lnTo>
                    <a:pt x="108" y="94"/>
                  </a:lnTo>
                  <a:lnTo>
                    <a:pt x="110" y="96"/>
                  </a:lnTo>
                  <a:lnTo>
                    <a:pt x="108" y="99"/>
                  </a:lnTo>
                  <a:lnTo>
                    <a:pt x="106" y="104"/>
                  </a:lnTo>
                  <a:lnTo>
                    <a:pt x="102" y="110"/>
                  </a:lnTo>
                  <a:lnTo>
                    <a:pt x="102" y="112"/>
                  </a:lnTo>
                  <a:lnTo>
                    <a:pt x="100" y="113"/>
                  </a:lnTo>
                  <a:lnTo>
                    <a:pt x="95" y="115"/>
                  </a:lnTo>
                  <a:lnTo>
                    <a:pt x="92" y="117"/>
                  </a:lnTo>
                  <a:lnTo>
                    <a:pt x="92" y="119"/>
                  </a:lnTo>
                  <a:lnTo>
                    <a:pt x="94" y="121"/>
                  </a:lnTo>
                  <a:lnTo>
                    <a:pt x="94" y="124"/>
                  </a:lnTo>
                  <a:lnTo>
                    <a:pt x="92" y="128"/>
                  </a:lnTo>
                  <a:lnTo>
                    <a:pt x="91" y="133"/>
                  </a:lnTo>
                  <a:lnTo>
                    <a:pt x="91" y="138"/>
                  </a:lnTo>
                  <a:lnTo>
                    <a:pt x="87" y="148"/>
                  </a:lnTo>
                  <a:lnTo>
                    <a:pt x="87" y="152"/>
                  </a:lnTo>
                  <a:lnTo>
                    <a:pt x="88" y="153"/>
                  </a:lnTo>
                  <a:lnTo>
                    <a:pt x="88" y="157"/>
                  </a:lnTo>
                  <a:lnTo>
                    <a:pt x="86" y="160"/>
                  </a:lnTo>
                  <a:lnTo>
                    <a:pt x="82" y="160"/>
                  </a:lnTo>
                  <a:lnTo>
                    <a:pt x="79" y="160"/>
                  </a:lnTo>
                  <a:lnTo>
                    <a:pt x="77" y="161"/>
                  </a:lnTo>
                  <a:lnTo>
                    <a:pt x="74" y="165"/>
                  </a:lnTo>
                  <a:lnTo>
                    <a:pt x="73" y="171"/>
                  </a:lnTo>
                  <a:lnTo>
                    <a:pt x="74" y="177"/>
                  </a:lnTo>
                  <a:lnTo>
                    <a:pt x="75" y="183"/>
                  </a:lnTo>
                  <a:lnTo>
                    <a:pt x="74" y="187"/>
                  </a:lnTo>
                  <a:lnTo>
                    <a:pt x="75" y="190"/>
                  </a:lnTo>
                  <a:lnTo>
                    <a:pt x="75" y="195"/>
                  </a:lnTo>
                  <a:lnTo>
                    <a:pt x="75" y="199"/>
                  </a:lnTo>
                  <a:lnTo>
                    <a:pt x="75" y="203"/>
                  </a:lnTo>
                  <a:lnTo>
                    <a:pt x="78" y="206"/>
                  </a:lnTo>
                  <a:lnTo>
                    <a:pt x="83" y="210"/>
                  </a:lnTo>
                  <a:lnTo>
                    <a:pt x="82" y="212"/>
                  </a:lnTo>
                  <a:lnTo>
                    <a:pt x="82" y="216"/>
                  </a:lnTo>
                  <a:lnTo>
                    <a:pt x="77" y="217"/>
                  </a:lnTo>
                  <a:lnTo>
                    <a:pt x="75" y="220"/>
                  </a:lnTo>
                  <a:lnTo>
                    <a:pt x="78" y="224"/>
                  </a:lnTo>
                  <a:lnTo>
                    <a:pt x="79" y="229"/>
                  </a:lnTo>
                  <a:lnTo>
                    <a:pt x="81" y="232"/>
                  </a:lnTo>
                  <a:lnTo>
                    <a:pt x="79" y="236"/>
                  </a:lnTo>
                  <a:lnTo>
                    <a:pt x="79" y="238"/>
                  </a:lnTo>
                  <a:lnTo>
                    <a:pt x="78" y="240"/>
                  </a:lnTo>
                  <a:lnTo>
                    <a:pt x="74" y="240"/>
                  </a:lnTo>
                  <a:lnTo>
                    <a:pt x="74" y="241"/>
                  </a:lnTo>
                  <a:lnTo>
                    <a:pt x="75" y="244"/>
                  </a:lnTo>
                  <a:lnTo>
                    <a:pt x="73" y="245"/>
                  </a:lnTo>
                  <a:lnTo>
                    <a:pt x="73" y="246"/>
                  </a:lnTo>
                  <a:lnTo>
                    <a:pt x="74" y="250"/>
                  </a:lnTo>
                  <a:lnTo>
                    <a:pt x="74" y="257"/>
                  </a:lnTo>
                  <a:lnTo>
                    <a:pt x="74" y="260"/>
                  </a:lnTo>
                  <a:lnTo>
                    <a:pt x="71" y="257"/>
                  </a:lnTo>
                  <a:lnTo>
                    <a:pt x="70" y="257"/>
                  </a:lnTo>
                  <a:lnTo>
                    <a:pt x="71" y="256"/>
                  </a:lnTo>
                  <a:lnTo>
                    <a:pt x="70" y="254"/>
                  </a:lnTo>
                  <a:lnTo>
                    <a:pt x="67" y="254"/>
                  </a:lnTo>
                  <a:lnTo>
                    <a:pt x="65" y="252"/>
                  </a:lnTo>
                  <a:lnTo>
                    <a:pt x="65" y="250"/>
                  </a:lnTo>
                  <a:lnTo>
                    <a:pt x="63" y="249"/>
                  </a:lnTo>
                  <a:lnTo>
                    <a:pt x="63" y="246"/>
                  </a:lnTo>
                  <a:lnTo>
                    <a:pt x="63" y="244"/>
                  </a:lnTo>
                  <a:lnTo>
                    <a:pt x="65" y="241"/>
                  </a:lnTo>
                  <a:lnTo>
                    <a:pt x="63" y="240"/>
                  </a:lnTo>
                  <a:lnTo>
                    <a:pt x="61" y="241"/>
                  </a:lnTo>
                  <a:lnTo>
                    <a:pt x="61" y="244"/>
                  </a:lnTo>
                  <a:lnTo>
                    <a:pt x="62" y="245"/>
                  </a:lnTo>
                  <a:lnTo>
                    <a:pt x="61" y="246"/>
                  </a:lnTo>
                  <a:lnTo>
                    <a:pt x="60" y="246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60" y="249"/>
                  </a:lnTo>
                  <a:lnTo>
                    <a:pt x="61" y="250"/>
                  </a:lnTo>
                  <a:lnTo>
                    <a:pt x="62" y="252"/>
                  </a:lnTo>
                  <a:lnTo>
                    <a:pt x="61" y="254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57" y="254"/>
                  </a:lnTo>
                  <a:lnTo>
                    <a:pt x="56" y="257"/>
                  </a:lnTo>
                  <a:lnTo>
                    <a:pt x="57" y="257"/>
                  </a:lnTo>
                  <a:lnTo>
                    <a:pt x="57" y="258"/>
                  </a:lnTo>
                  <a:lnTo>
                    <a:pt x="54" y="260"/>
                  </a:lnTo>
                  <a:lnTo>
                    <a:pt x="54" y="258"/>
                  </a:lnTo>
                  <a:lnTo>
                    <a:pt x="54" y="257"/>
                  </a:lnTo>
                  <a:lnTo>
                    <a:pt x="53" y="257"/>
                  </a:lnTo>
                  <a:lnTo>
                    <a:pt x="52" y="256"/>
                  </a:lnTo>
                  <a:lnTo>
                    <a:pt x="50" y="253"/>
                  </a:lnTo>
                  <a:lnTo>
                    <a:pt x="49" y="250"/>
                  </a:lnTo>
                  <a:lnTo>
                    <a:pt x="48" y="249"/>
                  </a:lnTo>
                  <a:lnTo>
                    <a:pt x="48" y="252"/>
                  </a:lnTo>
                  <a:lnTo>
                    <a:pt x="49" y="253"/>
                  </a:lnTo>
                  <a:lnTo>
                    <a:pt x="52" y="254"/>
                  </a:lnTo>
                  <a:lnTo>
                    <a:pt x="50" y="257"/>
                  </a:lnTo>
                  <a:lnTo>
                    <a:pt x="52" y="258"/>
                  </a:lnTo>
                  <a:lnTo>
                    <a:pt x="52" y="261"/>
                  </a:lnTo>
                  <a:lnTo>
                    <a:pt x="50" y="261"/>
                  </a:lnTo>
                  <a:lnTo>
                    <a:pt x="48" y="262"/>
                  </a:lnTo>
                  <a:lnTo>
                    <a:pt x="48" y="263"/>
                  </a:lnTo>
                  <a:lnTo>
                    <a:pt x="46" y="265"/>
                  </a:lnTo>
                  <a:lnTo>
                    <a:pt x="48" y="265"/>
                  </a:lnTo>
                  <a:lnTo>
                    <a:pt x="45" y="267"/>
                  </a:lnTo>
                  <a:lnTo>
                    <a:pt x="42" y="266"/>
                  </a:lnTo>
                  <a:lnTo>
                    <a:pt x="44" y="267"/>
                  </a:lnTo>
                  <a:lnTo>
                    <a:pt x="44" y="270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7" y="271"/>
                  </a:lnTo>
                  <a:lnTo>
                    <a:pt x="37" y="271"/>
                  </a:lnTo>
                  <a:lnTo>
                    <a:pt x="36" y="273"/>
                  </a:lnTo>
                  <a:lnTo>
                    <a:pt x="34" y="273"/>
                  </a:lnTo>
                  <a:lnTo>
                    <a:pt x="33" y="275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7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5" y="273"/>
                  </a:lnTo>
                  <a:lnTo>
                    <a:pt x="24" y="273"/>
                  </a:lnTo>
                  <a:lnTo>
                    <a:pt x="24" y="274"/>
                  </a:lnTo>
                  <a:lnTo>
                    <a:pt x="23" y="275"/>
                  </a:lnTo>
                  <a:lnTo>
                    <a:pt x="21" y="274"/>
                  </a:lnTo>
                  <a:lnTo>
                    <a:pt x="23" y="273"/>
                  </a:lnTo>
                  <a:lnTo>
                    <a:pt x="21" y="271"/>
                  </a:lnTo>
                  <a:lnTo>
                    <a:pt x="17" y="270"/>
                  </a:lnTo>
                  <a:lnTo>
                    <a:pt x="13" y="267"/>
                  </a:lnTo>
                  <a:lnTo>
                    <a:pt x="12" y="267"/>
                  </a:lnTo>
                  <a:lnTo>
                    <a:pt x="8" y="262"/>
                  </a:lnTo>
                  <a:lnTo>
                    <a:pt x="9" y="261"/>
                  </a:lnTo>
                  <a:lnTo>
                    <a:pt x="9" y="258"/>
                  </a:lnTo>
                  <a:lnTo>
                    <a:pt x="12" y="258"/>
                  </a:lnTo>
                  <a:lnTo>
                    <a:pt x="13" y="260"/>
                  </a:lnTo>
                  <a:lnTo>
                    <a:pt x="15" y="260"/>
                  </a:lnTo>
                  <a:lnTo>
                    <a:pt x="19" y="262"/>
                  </a:lnTo>
                  <a:lnTo>
                    <a:pt x="19" y="261"/>
                  </a:lnTo>
                  <a:lnTo>
                    <a:pt x="17" y="260"/>
                  </a:lnTo>
                  <a:lnTo>
                    <a:pt x="19" y="258"/>
                  </a:lnTo>
                  <a:lnTo>
                    <a:pt x="21" y="258"/>
                  </a:lnTo>
                  <a:lnTo>
                    <a:pt x="20" y="257"/>
                  </a:lnTo>
                  <a:lnTo>
                    <a:pt x="17" y="257"/>
                  </a:lnTo>
                  <a:lnTo>
                    <a:pt x="16" y="258"/>
                  </a:lnTo>
                  <a:lnTo>
                    <a:pt x="15" y="256"/>
                  </a:lnTo>
                  <a:lnTo>
                    <a:pt x="16" y="254"/>
                  </a:lnTo>
                  <a:lnTo>
                    <a:pt x="17" y="253"/>
                  </a:lnTo>
                  <a:lnTo>
                    <a:pt x="15" y="250"/>
                  </a:lnTo>
                  <a:lnTo>
                    <a:pt x="16" y="250"/>
                  </a:lnTo>
                  <a:lnTo>
                    <a:pt x="13" y="248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2" y="253"/>
                  </a:lnTo>
                  <a:lnTo>
                    <a:pt x="11" y="252"/>
                  </a:lnTo>
                  <a:lnTo>
                    <a:pt x="11" y="253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11" y="246"/>
                  </a:lnTo>
                  <a:lnTo>
                    <a:pt x="11" y="245"/>
                  </a:lnTo>
                  <a:lnTo>
                    <a:pt x="12" y="244"/>
                  </a:lnTo>
                  <a:lnTo>
                    <a:pt x="15" y="246"/>
                  </a:lnTo>
                  <a:lnTo>
                    <a:pt x="15" y="244"/>
                  </a:lnTo>
                  <a:lnTo>
                    <a:pt x="16" y="242"/>
                  </a:lnTo>
                  <a:lnTo>
                    <a:pt x="17" y="242"/>
                  </a:lnTo>
                  <a:lnTo>
                    <a:pt x="17" y="241"/>
                  </a:lnTo>
                  <a:lnTo>
                    <a:pt x="13" y="241"/>
                  </a:lnTo>
                  <a:lnTo>
                    <a:pt x="12" y="241"/>
                  </a:lnTo>
                  <a:lnTo>
                    <a:pt x="13" y="240"/>
                  </a:lnTo>
                  <a:lnTo>
                    <a:pt x="15" y="240"/>
                  </a:lnTo>
                  <a:lnTo>
                    <a:pt x="17" y="237"/>
                  </a:lnTo>
                  <a:lnTo>
                    <a:pt x="15" y="236"/>
                  </a:lnTo>
                  <a:lnTo>
                    <a:pt x="16" y="236"/>
                  </a:lnTo>
                  <a:lnTo>
                    <a:pt x="17" y="233"/>
                  </a:lnTo>
                  <a:lnTo>
                    <a:pt x="19" y="233"/>
                  </a:lnTo>
                  <a:lnTo>
                    <a:pt x="19" y="236"/>
                  </a:lnTo>
                  <a:lnTo>
                    <a:pt x="21" y="237"/>
                  </a:lnTo>
                  <a:lnTo>
                    <a:pt x="20" y="235"/>
                  </a:lnTo>
                  <a:lnTo>
                    <a:pt x="20" y="232"/>
                  </a:lnTo>
                  <a:lnTo>
                    <a:pt x="23" y="231"/>
                  </a:lnTo>
                  <a:lnTo>
                    <a:pt x="24" y="229"/>
                  </a:lnTo>
                  <a:lnTo>
                    <a:pt x="21" y="231"/>
                  </a:lnTo>
                  <a:lnTo>
                    <a:pt x="20" y="231"/>
                  </a:lnTo>
                  <a:lnTo>
                    <a:pt x="15" y="232"/>
                  </a:lnTo>
                  <a:lnTo>
                    <a:pt x="15" y="235"/>
                  </a:lnTo>
                  <a:lnTo>
                    <a:pt x="13" y="235"/>
                  </a:lnTo>
                  <a:lnTo>
                    <a:pt x="12" y="238"/>
                  </a:lnTo>
                  <a:lnTo>
                    <a:pt x="11" y="237"/>
                  </a:lnTo>
                  <a:lnTo>
                    <a:pt x="12" y="236"/>
                  </a:lnTo>
                  <a:lnTo>
                    <a:pt x="11" y="233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1"/>
                  </a:lnTo>
                  <a:lnTo>
                    <a:pt x="12" y="229"/>
                  </a:lnTo>
                  <a:lnTo>
                    <a:pt x="12" y="228"/>
                  </a:lnTo>
                  <a:lnTo>
                    <a:pt x="12" y="227"/>
                  </a:lnTo>
                  <a:lnTo>
                    <a:pt x="11" y="225"/>
                  </a:lnTo>
                  <a:lnTo>
                    <a:pt x="7" y="229"/>
                  </a:lnTo>
                  <a:lnTo>
                    <a:pt x="6" y="228"/>
                  </a:lnTo>
                  <a:lnTo>
                    <a:pt x="6" y="225"/>
                  </a:lnTo>
                  <a:lnTo>
                    <a:pt x="7" y="227"/>
                  </a:lnTo>
                  <a:lnTo>
                    <a:pt x="8" y="225"/>
                  </a:lnTo>
                  <a:lnTo>
                    <a:pt x="7" y="224"/>
                  </a:lnTo>
                  <a:lnTo>
                    <a:pt x="9" y="223"/>
                  </a:lnTo>
                  <a:lnTo>
                    <a:pt x="8" y="223"/>
                  </a:lnTo>
                  <a:lnTo>
                    <a:pt x="7" y="223"/>
                  </a:lnTo>
                  <a:lnTo>
                    <a:pt x="6" y="224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3" y="220"/>
                  </a:lnTo>
                  <a:lnTo>
                    <a:pt x="4" y="219"/>
                  </a:lnTo>
                  <a:lnTo>
                    <a:pt x="6" y="220"/>
                  </a:lnTo>
                  <a:lnTo>
                    <a:pt x="7" y="220"/>
                  </a:lnTo>
                  <a:lnTo>
                    <a:pt x="9" y="219"/>
                  </a:lnTo>
                  <a:lnTo>
                    <a:pt x="12" y="219"/>
                  </a:lnTo>
                  <a:lnTo>
                    <a:pt x="15" y="219"/>
                  </a:lnTo>
                  <a:lnTo>
                    <a:pt x="16" y="219"/>
                  </a:lnTo>
                  <a:lnTo>
                    <a:pt x="17" y="221"/>
                  </a:lnTo>
                  <a:lnTo>
                    <a:pt x="19" y="220"/>
                  </a:lnTo>
                  <a:lnTo>
                    <a:pt x="20" y="217"/>
                  </a:lnTo>
                  <a:lnTo>
                    <a:pt x="23" y="219"/>
                  </a:lnTo>
                  <a:lnTo>
                    <a:pt x="23" y="220"/>
                  </a:lnTo>
                  <a:lnTo>
                    <a:pt x="21" y="221"/>
                  </a:lnTo>
                  <a:lnTo>
                    <a:pt x="21" y="223"/>
                  </a:lnTo>
                  <a:lnTo>
                    <a:pt x="24" y="223"/>
                  </a:lnTo>
                  <a:lnTo>
                    <a:pt x="25" y="220"/>
                  </a:lnTo>
                  <a:lnTo>
                    <a:pt x="25" y="220"/>
                  </a:lnTo>
                  <a:lnTo>
                    <a:pt x="27" y="219"/>
                  </a:lnTo>
                  <a:lnTo>
                    <a:pt x="29" y="217"/>
                  </a:lnTo>
                  <a:lnTo>
                    <a:pt x="31" y="216"/>
                  </a:lnTo>
                  <a:lnTo>
                    <a:pt x="29" y="213"/>
                  </a:lnTo>
                  <a:lnTo>
                    <a:pt x="29" y="212"/>
                  </a:lnTo>
                  <a:lnTo>
                    <a:pt x="28" y="215"/>
                  </a:lnTo>
                  <a:lnTo>
                    <a:pt x="28" y="216"/>
                  </a:lnTo>
                  <a:lnTo>
                    <a:pt x="27" y="217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5"/>
                  </a:lnTo>
                  <a:lnTo>
                    <a:pt x="25" y="215"/>
                  </a:lnTo>
                  <a:lnTo>
                    <a:pt x="23" y="216"/>
                  </a:lnTo>
                  <a:lnTo>
                    <a:pt x="21" y="216"/>
                  </a:lnTo>
                  <a:lnTo>
                    <a:pt x="20" y="215"/>
                  </a:lnTo>
                  <a:lnTo>
                    <a:pt x="19" y="215"/>
                  </a:lnTo>
                  <a:lnTo>
                    <a:pt x="19" y="216"/>
                  </a:lnTo>
                  <a:lnTo>
                    <a:pt x="17" y="217"/>
                  </a:lnTo>
                  <a:lnTo>
                    <a:pt x="16" y="217"/>
                  </a:lnTo>
                  <a:lnTo>
                    <a:pt x="13" y="216"/>
                  </a:lnTo>
                  <a:lnTo>
                    <a:pt x="11" y="217"/>
                  </a:lnTo>
                  <a:lnTo>
                    <a:pt x="9" y="217"/>
                  </a:lnTo>
                  <a:lnTo>
                    <a:pt x="7" y="219"/>
                  </a:lnTo>
                  <a:lnTo>
                    <a:pt x="6" y="217"/>
                  </a:lnTo>
                  <a:lnTo>
                    <a:pt x="4" y="216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7" y="213"/>
                  </a:lnTo>
                  <a:lnTo>
                    <a:pt x="6" y="213"/>
                  </a:lnTo>
                  <a:lnTo>
                    <a:pt x="4" y="213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6" y="212"/>
                  </a:lnTo>
                  <a:lnTo>
                    <a:pt x="9" y="212"/>
                  </a:lnTo>
                  <a:lnTo>
                    <a:pt x="12" y="211"/>
                  </a:lnTo>
                  <a:lnTo>
                    <a:pt x="8" y="211"/>
                  </a:lnTo>
                  <a:lnTo>
                    <a:pt x="7" y="211"/>
                  </a:lnTo>
                  <a:lnTo>
                    <a:pt x="6" y="211"/>
                  </a:lnTo>
                  <a:lnTo>
                    <a:pt x="7" y="210"/>
                  </a:lnTo>
                  <a:lnTo>
                    <a:pt x="3" y="207"/>
                  </a:lnTo>
                  <a:lnTo>
                    <a:pt x="3" y="207"/>
                  </a:lnTo>
                  <a:lnTo>
                    <a:pt x="6" y="206"/>
                  </a:lnTo>
                  <a:lnTo>
                    <a:pt x="7" y="204"/>
                  </a:lnTo>
                  <a:lnTo>
                    <a:pt x="8" y="206"/>
                  </a:lnTo>
                  <a:lnTo>
                    <a:pt x="11" y="204"/>
                  </a:lnTo>
                  <a:lnTo>
                    <a:pt x="15" y="207"/>
                  </a:lnTo>
                  <a:lnTo>
                    <a:pt x="16" y="206"/>
                  </a:lnTo>
                  <a:lnTo>
                    <a:pt x="19" y="206"/>
                  </a:lnTo>
                  <a:lnTo>
                    <a:pt x="21" y="204"/>
                  </a:lnTo>
                  <a:lnTo>
                    <a:pt x="19" y="204"/>
                  </a:lnTo>
                  <a:lnTo>
                    <a:pt x="19" y="204"/>
                  </a:lnTo>
                  <a:lnTo>
                    <a:pt x="15" y="204"/>
                  </a:lnTo>
                  <a:lnTo>
                    <a:pt x="12" y="203"/>
                  </a:lnTo>
                  <a:lnTo>
                    <a:pt x="9" y="203"/>
                  </a:lnTo>
                  <a:lnTo>
                    <a:pt x="7" y="203"/>
                  </a:lnTo>
                  <a:lnTo>
                    <a:pt x="6" y="203"/>
                  </a:lnTo>
                  <a:lnTo>
                    <a:pt x="7" y="202"/>
                  </a:lnTo>
                  <a:lnTo>
                    <a:pt x="4" y="199"/>
                  </a:lnTo>
                  <a:lnTo>
                    <a:pt x="4" y="198"/>
                  </a:lnTo>
                  <a:lnTo>
                    <a:pt x="6" y="198"/>
                  </a:lnTo>
                  <a:lnTo>
                    <a:pt x="7" y="199"/>
                  </a:lnTo>
                  <a:lnTo>
                    <a:pt x="8" y="202"/>
                  </a:lnTo>
                  <a:lnTo>
                    <a:pt x="9" y="200"/>
                  </a:lnTo>
                  <a:lnTo>
                    <a:pt x="8" y="198"/>
                  </a:lnTo>
                  <a:lnTo>
                    <a:pt x="11" y="198"/>
                  </a:lnTo>
                  <a:lnTo>
                    <a:pt x="12" y="200"/>
                  </a:lnTo>
                  <a:lnTo>
                    <a:pt x="13" y="200"/>
                  </a:lnTo>
                  <a:lnTo>
                    <a:pt x="15" y="200"/>
                  </a:lnTo>
                  <a:lnTo>
                    <a:pt x="13" y="198"/>
                  </a:lnTo>
                  <a:lnTo>
                    <a:pt x="15" y="196"/>
                  </a:lnTo>
                  <a:lnTo>
                    <a:pt x="17" y="198"/>
                  </a:lnTo>
                  <a:lnTo>
                    <a:pt x="19" y="196"/>
                  </a:lnTo>
                  <a:lnTo>
                    <a:pt x="17" y="195"/>
                  </a:lnTo>
                  <a:lnTo>
                    <a:pt x="20" y="195"/>
                  </a:lnTo>
                  <a:lnTo>
                    <a:pt x="21" y="195"/>
                  </a:lnTo>
                  <a:lnTo>
                    <a:pt x="21" y="198"/>
                  </a:lnTo>
                  <a:lnTo>
                    <a:pt x="23" y="199"/>
                  </a:lnTo>
                  <a:lnTo>
                    <a:pt x="24" y="198"/>
                  </a:lnTo>
                  <a:lnTo>
                    <a:pt x="23" y="196"/>
                  </a:lnTo>
                  <a:lnTo>
                    <a:pt x="24" y="195"/>
                  </a:lnTo>
                  <a:lnTo>
                    <a:pt x="21" y="194"/>
                  </a:lnTo>
                  <a:lnTo>
                    <a:pt x="19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6" y="190"/>
                  </a:lnTo>
                  <a:lnTo>
                    <a:pt x="17" y="190"/>
                  </a:lnTo>
                  <a:lnTo>
                    <a:pt x="19" y="188"/>
                  </a:lnTo>
                  <a:lnTo>
                    <a:pt x="20" y="191"/>
                  </a:lnTo>
                  <a:lnTo>
                    <a:pt x="21" y="190"/>
                  </a:lnTo>
                  <a:lnTo>
                    <a:pt x="23" y="190"/>
                  </a:lnTo>
                  <a:lnTo>
                    <a:pt x="24" y="192"/>
                  </a:lnTo>
                  <a:lnTo>
                    <a:pt x="27" y="192"/>
                  </a:lnTo>
                  <a:lnTo>
                    <a:pt x="28" y="191"/>
                  </a:lnTo>
                  <a:lnTo>
                    <a:pt x="32" y="190"/>
                  </a:lnTo>
                  <a:lnTo>
                    <a:pt x="32" y="188"/>
                  </a:lnTo>
                  <a:lnTo>
                    <a:pt x="31" y="188"/>
                  </a:lnTo>
                  <a:lnTo>
                    <a:pt x="28" y="190"/>
                  </a:lnTo>
                  <a:lnTo>
                    <a:pt x="27" y="188"/>
                  </a:lnTo>
                  <a:lnTo>
                    <a:pt x="29" y="187"/>
                  </a:lnTo>
                  <a:lnTo>
                    <a:pt x="28" y="187"/>
                  </a:lnTo>
                  <a:lnTo>
                    <a:pt x="24" y="188"/>
                  </a:lnTo>
                  <a:lnTo>
                    <a:pt x="23" y="186"/>
                  </a:lnTo>
                  <a:lnTo>
                    <a:pt x="24" y="185"/>
                  </a:lnTo>
                  <a:lnTo>
                    <a:pt x="23" y="183"/>
                  </a:lnTo>
                  <a:lnTo>
                    <a:pt x="24" y="182"/>
                  </a:lnTo>
                  <a:lnTo>
                    <a:pt x="25" y="183"/>
                  </a:lnTo>
                  <a:lnTo>
                    <a:pt x="28" y="183"/>
                  </a:lnTo>
                  <a:lnTo>
                    <a:pt x="29" y="185"/>
                  </a:lnTo>
                  <a:lnTo>
                    <a:pt x="31" y="183"/>
                  </a:lnTo>
                  <a:lnTo>
                    <a:pt x="34" y="187"/>
                  </a:lnTo>
                  <a:lnTo>
                    <a:pt x="37" y="188"/>
                  </a:lnTo>
                  <a:lnTo>
                    <a:pt x="40" y="188"/>
                  </a:lnTo>
                  <a:lnTo>
                    <a:pt x="38" y="187"/>
                  </a:lnTo>
                  <a:lnTo>
                    <a:pt x="36" y="187"/>
                  </a:lnTo>
                  <a:lnTo>
                    <a:pt x="34" y="186"/>
                  </a:lnTo>
                  <a:lnTo>
                    <a:pt x="32" y="183"/>
                  </a:lnTo>
                  <a:lnTo>
                    <a:pt x="32" y="181"/>
                  </a:lnTo>
                  <a:lnTo>
                    <a:pt x="33" y="181"/>
                  </a:lnTo>
                  <a:lnTo>
                    <a:pt x="33" y="182"/>
                  </a:lnTo>
                  <a:lnTo>
                    <a:pt x="36" y="185"/>
                  </a:lnTo>
                  <a:lnTo>
                    <a:pt x="38" y="185"/>
                  </a:lnTo>
                  <a:lnTo>
                    <a:pt x="38" y="186"/>
                  </a:lnTo>
                  <a:lnTo>
                    <a:pt x="41" y="186"/>
                  </a:lnTo>
                  <a:lnTo>
                    <a:pt x="41" y="185"/>
                  </a:lnTo>
                  <a:lnTo>
                    <a:pt x="40" y="185"/>
                  </a:lnTo>
                  <a:lnTo>
                    <a:pt x="40" y="183"/>
                  </a:lnTo>
                  <a:lnTo>
                    <a:pt x="37" y="183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7" y="181"/>
                  </a:lnTo>
                  <a:lnTo>
                    <a:pt x="37" y="182"/>
                  </a:lnTo>
                  <a:lnTo>
                    <a:pt x="38" y="181"/>
                  </a:lnTo>
                  <a:lnTo>
                    <a:pt x="41" y="178"/>
                  </a:lnTo>
                  <a:lnTo>
                    <a:pt x="41" y="178"/>
                  </a:lnTo>
                  <a:lnTo>
                    <a:pt x="40" y="178"/>
                  </a:lnTo>
                  <a:lnTo>
                    <a:pt x="38" y="178"/>
                  </a:lnTo>
                  <a:lnTo>
                    <a:pt x="40" y="177"/>
                  </a:lnTo>
                  <a:lnTo>
                    <a:pt x="42" y="175"/>
                  </a:lnTo>
                  <a:lnTo>
                    <a:pt x="44" y="177"/>
                  </a:lnTo>
                  <a:lnTo>
                    <a:pt x="46" y="174"/>
                  </a:lnTo>
                  <a:lnTo>
                    <a:pt x="44" y="174"/>
                  </a:lnTo>
                  <a:lnTo>
                    <a:pt x="44" y="173"/>
                  </a:lnTo>
                  <a:lnTo>
                    <a:pt x="45" y="173"/>
                  </a:lnTo>
                  <a:lnTo>
                    <a:pt x="48" y="171"/>
                  </a:lnTo>
                  <a:lnTo>
                    <a:pt x="49" y="171"/>
                  </a:lnTo>
                  <a:lnTo>
                    <a:pt x="50" y="173"/>
                  </a:lnTo>
                  <a:lnTo>
                    <a:pt x="50" y="175"/>
                  </a:lnTo>
                  <a:lnTo>
                    <a:pt x="52" y="178"/>
                  </a:lnTo>
                  <a:lnTo>
                    <a:pt x="50" y="178"/>
                  </a:lnTo>
                  <a:lnTo>
                    <a:pt x="49" y="179"/>
                  </a:lnTo>
                  <a:lnTo>
                    <a:pt x="52" y="178"/>
                  </a:lnTo>
                  <a:lnTo>
                    <a:pt x="53" y="178"/>
                  </a:lnTo>
                  <a:lnTo>
                    <a:pt x="53" y="175"/>
                  </a:lnTo>
                  <a:lnTo>
                    <a:pt x="54" y="174"/>
                  </a:lnTo>
                  <a:lnTo>
                    <a:pt x="57" y="174"/>
                  </a:lnTo>
                  <a:lnTo>
                    <a:pt x="60" y="177"/>
                  </a:lnTo>
                  <a:lnTo>
                    <a:pt x="61" y="177"/>
                  </a:lnTo>
                  <a:lnTo>
                    <a:pt x="61" y="174"/>
                  </a:lnTo>
                  <a:lnTo>
                    <a:pt x="62" y="173"/>
                  </a:lnTo>
                  <a:lnTo>
                    <a:pt x="60" y="17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6" y="166"/>
                  </a:lnTo>
                  <a:lnTo>
                    <a:pt x="63" y="165"/>
                  </a:lnTo>
                  <a:lnTo>
                    <a:pt x="63" y="163"/>
                  </a:lnTo>
                  <a:lnTo>
                    <a:pt x="66" y="162"/>
                  </a:lnTo>
                  <a:lnTo>
                    <a:pt x="65" y="162"/>
                  </a:lnTo>
                  <a:lnTo>
                    <a:pt x="63" y="161"/>
                  </a:lnTo>
                  <a:lnTo>
                    <a:pt x="62" y="162"/>
                  </a:lnTo>
                  <a:lnTo>
                    <a:pt x="61" y="162"/>
                  </a:lnTo>
                  <a:lnTo>
                    <a:pt x="61" y="165"/>
                  </a:lnTo>
                  <a:lnTo>
                    <a:pt x="60" y="167"/>
                  </a:lnTo>
                  <a:lnTo>
                    <a:pt x="61" y="166"/>
                  </a:lnTo>
                  <a:lnTo>
                    <a:pt x="61" y="169"/>
                  </a:lnTo>
                  <a:lnTo>
                    <a:pt x="57" y="171"/>
                  </a:lnTo>
                  <a:lnTo>
                    <a:pt x="54" y="173"/>
                  </a:lnTo>
                  <a:lnTo>
                    <a:pt x="52" y="174"/>
                  </a:lnTo>
                  <a:lnTo>
                    <a:pt x="50" y="171"/>
                  </a:lnTo>
                  <a:lnTo>
                    <a:pt x="50" y="170"/>
                  </a:lnTo>
                  <a:lnTo>
                    <a:pt x="53" y="169"/>
                  </a:lnTo>
                  <a:lnTo>
                    <a:pt x="53" y="167"/>
                  </a:lnTo>
                  <a:lnTo>
                    <a:pt x="52" y="167"/>
                  </a:lnTo>
                  <a:lnTo>
                    <a:pt x="49" y="169"/>
                  </a:lnTo>
                  <a:lnTo>
                    <a:pt x="49" y="167"/>
                  </a:lnTo>
                  <a:lnTo>
                    <a:pt x="50" y="166"/>
                  </a:lnTo>
                  <a:lnTo>
                    <a:pt x="52" y="165"/>
                  </a:lnTo>
                  <a:lnTo>
                    <a:pt x="53" y="162"/>
                  </a:lnTo>
                  <a:lnTo>
                    <a:pt x="52" y="162"/>
                  </a:lnTo>
                  <a:lnTo>
                    <a:pt x="54" y="161"/>
                  </a:lnTo>
                  <a:lnTo>
                    <a:pt x="54" y="158"/>
                  </a:lnTo>
                  <a:lnTo>
                    <a:pt x="56" y="157"/>
                  </a:lnTo>
                  <a:lnTo>
                    <a:pt x="58" y="157"/>
                  </a:lnTo>
                  <a:lnTo>
                    <a:pt x="57" y="156"/>
                  </a:lnTo>
                  <a:lnTo>
                    <a:pt x="57" y="154"/>
                  </a:lnTo>
                  <a:lnTo>
                    <a:pt x="58" y="154"/>
                  </a:lnTo>
                  <a:lnTo>
                    <a:pt x="58" y="153"/>
                  </a:lnTo>
                  <a:lnTo>
                    <a:pt x="60" y="153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2" y="154"/>
                  </a:lnTo>
                  <a:lnTo>
                    <a:pt x="63" y="154"/>
                  </a:lnTo>
                  <a:lnTo>
                    <a:pt x="65" y="152"/>
                  </a:lnTo>
                  <a:lnTo>
                    <a:pt x="66" y="150"/>
                  </a:lnTo>
                  <a:lnTo>
                    <a:pt x="63" y="150"/>
                  </a:lnTo>
                  <a:lnTo>
                    <a:pt x="63" y="149"/>
                  </a:lnTo>
                  <a:lnTo>
                    <a:pt x="65" y="148"/>
                  </a:lnTo>
                  <a:lnTo>
                    <a:pt x="67" y="148"/>
                  </a:lnTo>
                  <a:lnTo>
                    <a:pt x="69" y="146"/>
                  </a:lnTo>
                  <a:lnTo>
                    <a:pt x="67" y="145"/>
                  </a:lnTo>
                  <a:lnTo>
                    <a:pt x="69" y="144"/>
                  </a:lnTo>
                  <a:lnTo>
                    <a:pt x="70" y="144"/>
                  </a:lnTo>
                  <a:lnTo>
                    <a:pt x="70" y="142"/>
                  </a:lnTo>
                  <a:lnTo>
                    <a:pt x="71" y="141"/>
                  </a:lnTo>
                  <a:lnTo>
                    <a:pt x="74" y="141"/>
                  </a:lnTo>
                  <a:lnTo>
                    <a:pt x="75" y="140"/>
                  </a:lnTo>
                  <a:lnTo>
                    <a:pt x="77" y="138"/>
                  </a:lnTo>
                  <a:lnTo>
                    <a:pt x="78" y="136"/>
                  </a:lnTo>
                  <a:lnTo>
                    <a:pt x="77" y="136"/>
                  </a:lnTo>
                  <a:lnTo>
                    <a:pt x="75" y="138"/>
                  </a:lnTo>
                  <a:lnTo>
                    <a:pt x="74" y="138"/>
                  </a:lnTo>
                  <a:lnTo>
                    <a:pt x="74" y="136"/>
                  </a:lnTo>
                  <a:lnTo>
                    <a:pt x="74" y="135"/>
                  </a:lnTo>
                  <a:lnTo>
                    <a:pt x="73" y="135"/>
                  </a:lnTo>
                  <a:lnTo>
                    <a:pt x="73" y="132"/>
                  </a:lnTo>
                  <a:lnTo>
                    <a:pt x="74" y="132"/>
                  </a:lnTo>
                  <a:lnTo>
                    <a:pt x="77" y="133"/>
                  </a:lnTo>
                  <a:lnTo>
                    <a:pt x="77" y="132"/>
                  </a:lnTo>
                  <a:lnTo>
                    <a:pt x="77" y="131"/>
                  </a:lnTo>
                  <a:lnTo>
                    <a:pt x="74" y="131"/>
                  </a:lnTo>
                  <a:lnTo>
                    <a:pt x="74" y="128"/>
                  </a:lnTo>
                  <a:lnTo>
                    <a:pt x="75" y="128"/>
                  </a:lnTo>
                  <a:lnTo>
                    <a:pt x="77" y="129"/>
                  </a:lnTo>
                  <a:lnTo>
                    <a:pt x="78" y="129"/>
                  </a:lnTo>
                  <a:lnTo>
                    <a:pt x="78" y="128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7" y="124"/>
                  </a:lnTo>
                  <a:lnTo>
                    <a:pt x="78" y="123"/>
                  </a:lnTo>
                  <a:lnTo>
                    <a:pt x="79" y="123"/>
                  </a:lnTo>
                  <a:lnTo>
                    <a:pt x="81" y="124"/>
                  </a:lnTo>
                  <a:lnTo>
                    <a:pt x="81" y="123"/>
                  </a:lnTo>
                  <a:lnTo>
                    <a:pt x="79" y="121"/>
                  </a:lnTo>
                  <a:lnTo>
                    <a:pt x="79" y="120"/>
                  </a:lnTo>
                  <a:lnTo>
                    <a:pt x="77" y="120"/>
                  </a:lnTo>
                  <a:lnTo>
                    <a:pt x="77" y="119"/>
                  </a:lnTo>
                  <a:lnTo>
                    <a:pt x="78" y="117"/>
                  </a:lnTo>
                  <a:lnTo>
                    <a:pt x="82" y="117"/>
                  </a:lnTo>
                  <a:lnTo>
                    <a:pt x="82" y="119"/>
                  </a:lnTo>
                  <a:lnTo>
                    <a:pt x="85" y="119"/>
                  </a:lnTo>
                  <a:lnTo>
                    <a:pt x="85" y="117"/>
                  </a:lnTo>
                  <a:lnTo>
                    <a:pt x="86" y="116"/>
                  </a:lnTo>
                  <a:lnTo>
                    <a:pt x="85" y="116"/>
                  </a:lnTo>
                  <a:lnTo>
                    <a:pt x="83" y="116"/>
                  </a:lnTo>
                  <a:lnTo>
                    <a:pt x="82" y="115"/>
                  </a:lnTo>
                  <a:lnTo>
                    <a:pt x="79" y="113"/>
                  </a:lnTo>
                  <a:lnTo>
                    <a:pt x="78" y="113"/>
                  </a:lnTo>
                  <a:lnTo>
                    <a:pt x="78" y="112"/>
                  </a:lnTo>
                  <a:lnTo>
                    <a:pt x="78" y="111"/>
                  </a:lnTo>
                  <a:lnTo>
                    <a:pt x="79" y="111"/>
                  </a:lnTo>
                  <a:lnTo>
                    <a:pt x="81" y="111"/>
                  </a:lnTo>
                  <a:lnTo>
                    <a:pt x="82" y="111"/>
                  </a:lnTo>
                  <a:lnTo>
                    <a:pt x="81" y="111"/>
                  </a:lnTo>
                  <a:lnTo>
                    <a:pt x="81" y="110"/>
                  </a:lnTo>
                  <a:lnTo>
                    <a:pt x="82" y="108"/>
                  </a:lnTo>
                  <a:lnTo>
                    <a:pt x="81" y="107"/>
                  </a:lnTo>
                  <a:lnTo>
                    <a:pt x="81" y="106"/>
                  </a:lnTo>
                  <a:lnTo>
                    <a:pt x="81" y="107"/>
                  </a:lnTo>
                  <a:lnTo>
                    <a:pt x="83" y="107"/>
                  </a:lnTo>
                  <a:lnTo>
                    <a:pt x="83" y="106"/>
                  </a:lnTo>
                  <a:lnTo>
                    <a:pt x="82" y="104"/>
                  </a:lnTo>
                  <a:lnTo>
                    <a:pt x="83" y="104"/>
                  </a:lnTo>
                  <a:lnTo>
                    <a:pt x="83" y="104"/>
                  </a:lnTo>
                  <a:lnTo>
                    <a:pt x="86" y="104"/>
                  </a:lnTo>
                  <a:lnTo>
                    <a:pt x="85" y="103"/>
                  </a:lnTo>
                  <a:lnTo>
                    <a:pt x="82" y="102"/>
                  </a:lnTo>
                  <a:lnTo>
                    <a:pt x="82" y="100"/>
                  </a:lnTo>
                  <a:lnTo>
                    <a:pt x="85" y="100"/>
                  </a:lnTo>
                  <a:lnTo>
                    <a:pt x="87" y="99"/>
                  </a:lnTo>
                  <a:lnTo>
                    <a:pt x="87" y="100"/>
                  </a:lnTo>
                  <a:lnTo>
                    <a:pt x="90" y="99"/>
                  </a:lnTo>
                  <a:lnTo>
                    <a:pt x="90" y="96"/>
                  </a:lnTo>
                  <a:lnTo>
                    <a:pt x="92" y="96"/>
                  </a:lnTo>
                  <a:lnTo>
                    <a:pt x="94" y="96"/>
                  </a:lnTo>
                  <a:lnTo>
                    <a:pt x="96" y="96"/>
                  </a:lnTo>
                  <a:lnTo>
                    <a:pt x="99" y="98"/>
                  </a:lnTo>
                  <a:lnTo>
                    <a:pt x="99" y="96"/>
                  </a:lnTo>
                  <a:lnTo>
                    <a:pt x="98" y="95"/>
                  </a:lnTo>
                  <a:lnTo>
                    <a:pt x="98" y="94"/>
                  </a:lnTo>
                  <a:lnTo>
                    <a:pt x="95" y="94"/>
                  </a:lnTo>
                  <a:lnTo>
                    <a:pt x="94" y="92"/>
                  </a:lnTo>
                  <a:lnTo>
                    <a:pt x="92" y="94"/>
                  </a:lnTo>
                  <a:lnTo>
                    <a:pt x="90" y="94"/>
                  </a:lnTo>
                  <a:lnTo>
                    <a:pt x="90" y="92"/>
                  </a:lnTo>
                  <a:lnTo>
                    <a:pt x="92" y="90"/>
                  </a:lnTo>
                  <a:lnTo>
                    <a:pt x="95" y="90"/>
                  </a:lnTo>
                  <a:lnTo>
                    <a:pt x="92" y="88"/>
                  </a:lnTo>
                  <a:lnTo>
                    <a:pt x="94" y="87"/>
                  </a:lnTo>
                  <a:lnTo>
                    <a:pt x="95" y="87"/>
                  </a:lnTo>
                  <a:lnTo>
                    <a:pt x="98" y="90"/>
                  </a:lnTo>
                  <a:lnTo>
                    <a:pt x="99" y="90"/>
                  </a:lnTo>
                  <a:lnTo>
                    <a:pt x="100" y="91"/>
                  </a:lnTo>
                  <a:lnTo>
                    <a:pt x="100" y="88"/>
                  </a:lnTo>
                  <a:lnTo>
                    <a:pt x="98" y="87"/>
                  </a:lnTo>
                  <a:lnTo>
                    <a:pt x="96" y="86"/>
                  </a:lnTo>
                  <a:lnTo>
                    <a:pt x="98" y="83"/>
                  </a:lnTo>
                  <a:lnTo>
                    <a:pt x="100" y="83"/>
                  </a:lnTo>
                  <a:lnTo>
                    <a:pt x="99" y="82"/>
                  </a:lnTo>
                  <a:lnTo>
                    <a:pt x="98" y="82"/>
                  </a:lnTo>
                  <a:lnTo>
                    <a:pt x="95" y="85"/>
                  </a:lnTo>
                  <a:lnTo>
                    <a:pt x="94" y="85"/>
                  </a:lnTo>
                  <a:lnTo>
                    <a:pt x="95" y="82"/>
                  </a:lnTo>
                  <a:lnTo>
                    <a:pt x="94" y="81"/>
                  </a:lnTo>
                  <a:lnTo>
                    <a:pt x="94" y="79"/>
                  </a:lnTo>
                  <a:lnTo>
                    <a:pt x="96" y="79"/>
                  </a:lnTo>
                  <a:lnTo>
                    <a:pt x="96" y="79"/>
                  </a:lnTo>
                  <a:lnTo>
                    <a:pt x="102" y="79"/>
                  </a:lnTo>
                  <a:lnTo>
                    <a:pt x="103" y="77"/>
                  </a:lnTo>
                  <a:lnTo>
                    <a:pt x="100" y="75"/>
                  </a:lnTo>
                  <a:lnTo>
                    <a:pt x="98" y="75"/>
                  </a:lnTo>
                  <a:lnTo>
                    <a:pt x="96" y="74"/>
                  </a:lnTo>
                  <a:lnTo>
                    <a:pt x="98" y="73"/>
                  </a:lnTo>
                  <a:lnTo>
                    <a:pt x="99" y="73"/>
                  </a:lnTo>
                  <a:lnTo>
                    <a:pt x="99" y="74"/>
                  </a:lnTo>
                  <a:lnTo>
                    <a:pt x="99" y="75"/>
                  </a:lnTo>
                  <a:lnTo>
                    <a:pt x="102" y="74"/>
                  </a:lnTo>
                  <a:lnTo>
                    <a:pt x="103" y="73"/>
                  </a:lnTo>
                  <a:lnTo>
                    <a:pt x="104" y="74"/>
                  </a:lnTo>
                  <a:lnTo>
                    <a:pt x="104" y="77"/>
                  </a:lnTo>
                  <a:lnTo>
                    <a:pt x="106" y="78"/>
                  </a:lnTo>
                  <a:lnTo>
                    <a:pt x="106" y="77"/>
                  </a:lnTo>
                  <a:lnTo>
                    <a:pt x="106" y="75"/>
                  </a:lnTo>
                  <a:lnTo>
                    <a:pt x="107" y="74"/>
                  </a:lnTo>
                  <a:lnTo>
                    <a:pt x="107" y="74"/>
                  </a:lnTo>
                  <a:lnTo>
                    <a:pt x="107" y="73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0"/>
                  </a:lnTo>
                  <a:lnTo>
                    <a:pt x="108" y="70"/>
                  </a:lnTo>
                  <a:lnTo>
                    <a:pt x="111" y="70"/>
                  </a:lnTo>
                  <a:lnTo>
                    <a:pt x="111" y="71"/>
                  </a:lnTo>
                  <a:lnTo>
                    <a:pt x="113" y="70"/>
                  </a:lnTo>
                  <a:lnTo>
                    <a:pt x="113" y="71"/>
                  </a:lnTo>
                  <a:lnTo>
                    <a:pt x="115" y="73"/>
                  </a:lnTo>
                  <a:lnTo>
                    <a:pt x="115" y="73"/>
                  </a:lnTo>
                  <a:lnTo>
                    <a:pt x="115" y="69"/>
                  </a:lnTo>
                  <a:lnTo>
                    <a:pt x="116" y="67"/>
                  </a:lnTo>
                  <a:lnTo>
                    <a:pt x="116" y="66"/>
                  </a:lnTo>
                  <a:lnTo>
                    <a:pt x="115" y="66"/>
                  </a:lnTo>
                  <a:lnTo>
                    <a:pt x="113" y="67"/>
                  </a:lnTo>
                  <a:lnTo>
                    <a:pt x="112" y="66"/>
                  </a:lnTo>
                  <a:lnTo>
                    <a:pt x="107" y="67"/>
                  </a:lnTo>
                  <a:lnTo>
                    <a:pt x="104" y="67"/>
                  </a:lnTo>
                  <a:lnTo>
                    <a:pt x="106" y="65"/>
                  </a:lnTo>
                  <a:lnTo>
                    <a:pt x="108" y="65"/>
                  </a:lnTo>
                  <a:lnTo>
                    <a:pt x="110" y="63"/>
                  </a:lnTo>
                  <a:lnTo>
                    <a:pt x="108" y="63"/>
                  </a:lnTo>
                  <a:lnTo>
                    <a:pt x="110" y="61"/>
                  </a:lnTo>
                  <a:lnTo>
                    <a:pt x="112" y="61"/>
                  </a:lnTo>
                  <a:lnTo>
                    <a:pt x="112" y="62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0"/>
                  </a:lnTo>
                  <a:lnTo>
                    <a:pt x="115" y="60"/>
                  </a:lnTo>
                  <a:lnTo>
                    <a:pt x="116" y="58"/>
                  </a:lnTo>
                  <a:lnTo>
                    <a:pt x="115" y="58"/>
                  </a:lnTo>
                  <a:lnTo>
                    <a:pt x="116" y="57"/>
                  </a:lnTo>
                  <a:lnTo>
                    <a:pt x="117" y="57"/>
                  </a:lnTo>
                  <a:lnTo>
                    <a:pt x="116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2"/>
                  </a:lnTo>
                  <a:lnTo>
                    <a:pt x="119" y="52"/>
                  </a:lnTo>
                  <a:lnTo>
                    <a:pt x="120" y="53"/>
                  </a:lnTo>
                  <a:lnTo>
                    <a:pt x="120" y="50"/>
                  </a:lnTo>
                  <a:lnTo>
                    <a:pt x="120" y="49"/>
                  </a:lnTo>
                  <a:lnTo>
                    <a:pt x="120" y="45"/>
                  </a:lnTo>
                  <a:lnTo>
                    <a:pt x="121" y="45"/>
                  </a:lnTo>
                  <a:lnTo>
                    <a:pt x="121" y="46"/>
                  </a:lnTo>
                  <a:lnTo>
                    <a:pt x="123" y="46"/>
                  </a:lnTo>
                  <a:lnTo>
                    <a:pt x="123" y="49"/>
                  </a:lnTo>
                  <a:lnTo>
                    <a:pt x="125" y="52"/>
                  </a:lnTo>
                  <a:lnTo>
                    <a:pt x="124" y="49"/>
                  </a:lnTo>
                  <a:lnTo>
                    <a:pt x="127" y="48"/>
                  </a:lnTo>
                  <a:lnTo>
                    <a:pt x="128" y="49"/>
                  </a:lnTo>
                  <a:lnTo>
                    <a:pt x="128" y="48"/>
                  </a:lnTo>
                  <a:lnTo>
                    <a:pt x="125" y="48"/>
                  </a:lnTo>
                  <a:lnTo>
                    <a:pt x="123" y="45"/>
                  </a:lnTo>
                  <a:lnTo>
                    <a:pt x="123" y="44"/>
                  </a:lnTo>
                  <a:lnTo>
                    <a:pt x="127" y="42"/>
                  </a:lnTo>
                  <a:lnTo>
                    <a:pt x="127" y="42"/>
                  </a:lnTo>
                  <a:lnTo>
                    <a:pt x="128" y="48"/>
                  </a:lnTo>
                  <a:lnTo>
                    <a:pt x="131" y="48"/>
                  </a:lnTo>
                  <a:lnTo>
                    <a:pt x="132" y="52"/>
                  </a:lnTo>
                  <a:lnTo>
                    <a:pt x="133" y="49"/>
                  </a:lnTo>
                  <a:lnTo>
                    <a:pt x="132" y="48"/>
                  </a:lnTo>
                  <a:lnTo>
                    <a:pt x="129" y="45"/>
                  </a:lnTo>
                  <a:lnTo>
                    <a:pt x="129" y="42"/>
                  </a:lnTo>
                  <a:lnTo>
                    <a:pt x="128" y="41"/>
                  </a:lnTo>
                  <a:lnTo>
                    <a:pt x="129" y="37"/>
                  </a:lnTo>
                  <a:lnTo>
                    <a:pt x="132" y="36"/>
                  </a:lnTo>
                  <a:lnTo>
                    <a:pt x="133" y="37"/>
                  </a:lnTo>
                  <a:lnTo>
                    <a:pt x="135" y="40"/>
                  </a:lnTo>
                  <a:lnTo>
                    <a:pt x="133" y="42"/>
                  </a:lnTo>
                  <a:lnTo>
                    <a:pt x="133" y="45"/>
                  </a:lnTo>
                  <a:lnTo>
                    <a:pt x="135" y="42"/>
                  </a:lnTo>
                  <a:lnTo>
                    <a:pt x="135" y="41"/>
                  </a:lnTo>
                  <a:lnTo>
                    <a:pt x="135" y="38"/>
                  </a:lnTo>
                  <a:lnTo>
                    <a:pt x="137" y="33"/>
                  </a:lnTo>
                  <a:lnTo>
                    <a:pt x="139" y="33"/>
                  </a:lnTo>
                  <a:lnTo>
                    <a:pt x="140" y="40"/>
                  </a:lnTo>
                  <a:lnTo>
                    <a:pt x="139" y="42"/>
                  </a:lnTo>
                  <a:lnTo>
                    <a:pt x="140" y="44"/>
                  </a:lnTo>
                  <a:lnTo>
                    <a:pt x="137" y="45"/>
                  </a:lnTo>
                  <a:lnTo>
                    <a:pt x="137" y="46"/>
                  </a:lnTo>
                  <a:lnTo>
                    <a:pt x="140" y="45"/>
                  </a:lnTo>
                  <a:lnTo>
                    <a:pt x="141" y="42"/>
                  </a:lnTo>
                  <a:lnTo>
                    <a:pt x="142" y="41"/>
                  </a:lnTo>
                  <a:lnTo>
                    <a:pt x="144" y="41"/>
                  </a:lnTo>
                  <a:lnTo>
                    <a:pt x="145" y="42"/>
                  </a:lnTo>
                  <a:lnTo>
                    <a:pt x="144" y="40"/>
                  </a:lnTo>
                  <a:lnTo>
                    <a:pt x="142" y="38"/>
                  </a:lnTo>
                  <a:lnTo>
                    <a:pt x="141" y="37"/>
                  </a:lnTo>
                  <a:lnTo>
                    <a:pt x="144" y="35"/>
                  </a:lnTo>
                  <a:lnTo>
                    <a:pt x="144" y="33"/>
                  </a:lnTo>
                  <a:lnTo>
                    <a:pt x="145" y="32"/>
                  </a:lnTo>
                  <a:lnTo>
                    <a:pt x="146" y="35"/>
                  </a:lnTo>
                  <a:lnTo>
                    <a:pt x="148" y="33"/>
                  </a:lnTo>
                  <a:lnTo>
                    <a:pt x="148" y="32"/>
                  </a:lnTo>
                  <a:lnTo>
                    <a:pt x="149" y="33"/>
                  </a:lnTo>
                  <a:lnTo>
                    <a:pt x="152" y="35"/>
                  </a:lnTo>
                  <a:lnTo>
                    <a:pt x="153" y="37"/>
                  </a:lnTo>
                  <a:lnTo>
                    <a:pt x="154" y="37"/>
                  </a:lnTo>
                  <a:lnTo>
                    <a:pt x="156" y="36"/>
                  </a:lnTo>
                  <a:lnTo>
                    <a:pt x="153" y="33"/>
                  </a:lnTo>
                  <a:lnTo>
                    <a:pt x="153" y="32"/>
                  </a:lnTo>
                  <a:lnTo>
                    <a:pt x="154" y="29"/>
                  </a:lnTo>
                  <a:lnTo>
                    <a:pt x="152" y="29"/>
                  </a:lnTo>
                  <a:lnTo>
                    <a:pt x="150" y="28"/>
                  </a:lnTo>
                  <a:lnTo>
                    <a:pt x="149" y="28"/>
                  </a:lnTo>
                  <a:lnTo>
                    <a:pt x="146" y="25"/>
                  </a:lnTo>
                  <a:lnTo>
                    <a:pt x="146" y="24"/>
                  </a:lnTo>
                  <a:lnTo>
                    <a:pt x="148" y="24"/>
                  </a:lnTo>
                  <a:lnTo>
                    <a:pt x="150" y="21"/>
                  </a:lnTo>
                  <a:lnTo>
                    <a:pt x="150" y="24"/>
                  </a:lnTo>
                  <a:lnTo>
                    <a:pt x="152" y="23"/>
                  </a:lnTo>
                  <a:lnTo>
                    <a:pt x="153" y="23"/>
                  </a:lnTo>
                  <a:lnTo>
                    <a:pt x="157" y="25"/>
                  </a:lnTo>
                  <a:lnTo>
                    <a:pt x="160" y="25"/>
                  </a:lnTo>
                  <a:lnTo>
                    <a:pt x="161" y="25"/>
                  </a:lnTo>
                  <a:lnTo>
                    <a:pt x="164" y="25"/>
                  </a:lnTo>
                  <a:lnTo>
                    <a:pt x="162" y="28"/>
                  </a:lnTo>
                  <a:lnTo>
                    <a:pt x="164" y="28"/>
                  </a:lnTo>
                  <a:lnTo>
                    <a:pt x="164" y="31"/>
                  </a:lnTo>
                  <a:lnTo>
                    <a:pt x="167" y="31"/>
                  </a:lnTo>
                  <a:lnTo>
                    <a:pt x="167" y="31"/>
                  </a:lnTo>
                  <a:lnTo>
                    <a:pt x="167" y="29"/>
                  </a:lnTo>
                  <a:lnTo>
                    <a:pt x="165" y="28"/>
                  </a:lnTo>
                  <a:lnTo>
                    <a:pt x="166" y="27"/>
                  </a:lnTo>
                  <a:lnTo>
                    <a:pt x="165" y="25"/>
                  </a:lnTo>
                  <a:lnTo>
                    <a:pt x="166" y="24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6" y="20"/>
                  </a:lnTo>
                  <a:lnTo>
                    <a:pt x="169" y="20"/>
                  </a:lnTo>
                  <a:lnTo>
                    <a:pt x="170" y="17"/>
                  </a:lnTo>
                  <a:lnTo>
                    <a:pt x="170" y="17"/>
                  </a:lnTo>
                  <a:lnTo>
                    <a:pt x="173" y="19"/>
                  </a:lnTo>
                  <a:lnTo>
                    <a:pt x="174" y="17"/>
                  </a:lnTo>
                  <a:lnTo>
                    <a:pt x="173" y="17"/>
                  </a:lnTo>
                  <a:lnTo>
                    <a:pt x="173" y="16"/>
                  </a:lnTo>
                  <a:lnTo>
                    <a:pt x="174" y="15"/>
                  </a:lnTo>
                  <a:lnTo>
                    <a:pt x="175" y="16"/>
                  </a:lnTo>
                  <a:lnTo>
                    <a:pt x="177" y="15"/>
                  </a:lnTo>
                  <a:lnTo>
                    <a:pt x="175" y="13"/>
                  </a:lnTo>
                  <a:lnTo>
                    <a:pt x="173" y="11"/>
                  </a:lnTo>
                  <a:lnTo>
                    <a:pt x="173" y="10"/>
                  </a:lnTo>
                  <a:lnTo>
                    <a:pt x="174" y="10"/>
                  </a:lnTo>
                  <a:lnTo>
                    <a:pt x="175" y="10"/>
                  </a:lnTo>
                  <a:lnTo>
                    <a:pt x="175" y="11"/>
                  </a:lnTo>
                  <a:lnTo>
                    <a:pt x="177" y="10"/>
                  </a:lnTo>
                  <a:lnTo>
                    <a:pt x="177" y="7"/>
                  </a:lnTo>
                  <a:lnTo>
                    <a:pt x="178" y="6"/>
                  </a:lnTo>
                  <a:lnTo>
                    <a:pt x="179" y="7"/>
                  </a:lnTo>
                  <a:lnTo>
                    <a:pt x="181" y="8"/>
                  </a:lnTo>
                  <a:lnTo>
                    <a:pt x="181" y="10"/>
                  </a:lnTo>
                  <a:lnTo>
                    <a:pt x="182" y="8"/>
                  </a:lnTo>
                  <a:lnTo>
                    <a:pt x="182" y="7"/>
                  </a:lnTo>
                  <a:lnTo>
                    <a:pt x="183" y="6"/>
                  </a:lnTo>
                  <a:lnTo>
                    <a:pt x="185" y="8"/>
                  </a:lnTo>
                  <a:lnTo>
                    <a:pt x="187" y="8"/>
                  </a:lnTo>
                  <a:lnTo>
                    <a:pt x="187" y="10"/>
                  </a:lnTo>
                  <a:lnTo>
                    <a:pt x="186" y="10"/>
                  </a:lnTo>
                  <a:lnTo>
                    <a:pt x="186" y="12"/>
                  </a:lnTo>
                  <a:lnTo>
                    <a:pt x="182" y="16"/>
                  </a:lnTo>
                  <a:lnTo>
                    <a:pt x="183" y="19"/>
                  </a:lnTo>
                  <a:lnTo>
                    <a:pt x="183" y="20"/>
                  </a:lnTo>
                  <a:lnTo>
                    <a:pt x="183" y="21"/>
                  </a:lnTo>
                  <a:lnTo>
                    <a:pt x="181" y="25"/>
                  </a:lnTo>
                  <a:lnTo>
                    <a:pt x="182" y="27"/>
                  </a:lnTo>
                  <a:lnTo>
                    <a:pt x="182" y="28"/>
                  </a:lnTo>
                  <a:lnTo>
                    <a:pt x="183" y="28"/>
                  </a:lnTo>
                  <a:lnTo>
                    <a:pt x="186" y="24"/>
                  </a:lnTo>
                  <a:lnTo>
                    <a:pt x="187" y="21"/>
                  </a:lnTo>
                  <a:lnTo>
                    <a:pt x="186" y="21"/>
                  </a:lnTo>
                  <a:lnTo>
                    <a:pt x="187" y="17"/>
                  </a:lnTo>
                  <a:lnTo>
                    <a:pt x="190" y="13"/>
                  </a:lnTo>
                  <a:lnTo>
                    <a:pt x="190" y="11"/>
                  </a:lnTo>
                  <a:lnTo>
                    <a:pt x="193" y="6"/>
                  </a:lnTo>
                  <a:lnTo>
                    <a:pt x="194" y="6"/>
                  </a:lnTo>
                  <a:lnTo>
                    <a:pt x="195" y="7"/>
                  </a:lnTo>
                  <a:lnTo>
                    <a:pt x="195" y="11"/>
                  </a:lnTo>
                  <a:lnTo>
                    <a:pt x="194" y="12"/>
                  </a:lnTo>
                  <a:lnTo>
                    <a:pt x="193" y="13"/>
                  </a:lnTo>
                  <a:lnTo>
                    <a:pt x="195" y="13"/>
                  </a:lnTo>
                  <a:lnTo>
                    <a:pt x="193" y="17"/>
                  </a:lnTo>
                  <a:lnTo>
                    <a:pt x="194" y="20"/>
                  </a:lnTo>
                  <a:lnTo>
                    <a:pt x="195" y="19"/>
                  </a:lnTo>
                  <a:lnTo>
                    <a:pt x="195" y="19"/>
                  </a:lnTo>
                  <a:lnTo>
                    <a:pt x="196" y="17"/>
                  </a:lnTo>
                  <a:lnTo>
                    <a:pt x="198" y="19"/>
                  </a:lnTo>
                  <a:lnTo>
                    <a:pt x="199" y="17"/>
                  </a:lnTo>
                  <a:lnTo>
                    <a:pt x="198" y="15"/>
                  </a:lnTo>
                  <a:lnTo>
                    <a:pt x="199" y="15"/>
                  </a:lnTo>
                  <a:lnTo>
                    <a:pt x="199" y="13"/>
                  </a:lnTo>
                  <a:lnTo>
                    <a:pt x="199" y="12"/>
                  </a:lnTo>
                  <a:lnTo>
                    <a:pt x="200" y="11"/>
                  </a:lnTo>
                  <a:lnTo>
                    <a:pt x="200" y="10"/>
                  </a:lnTo>
                  <a:lnTo>
                    <a:pt x="202" y="10"/>
                  </a:lnTo>
                  <a:lnTo>
                    <a:pt x="202" y="8"/>
                  </a:lnTo>
                  <a:lnTo>
                    <a:pt x="200" y="7"/>
                  </a:lnTo>
                  <a:lnTo>
                    <a:pt x="199" y="7"/>
                  </a:lnTo>
                  <a:lnTo>
                    <a:pt x="199" y="7"/>
                  </a:lnTo>
                  <a:lnTo>
                    <a:pt x="199" y="4"/>
                  </a:lnTo>
                  <a:lnTo>
                    <a:pt x="200" y="3"/>
                  </a:lnTo>
                  <a:lnTo>
                    <a:pt x="202" y="6"/>
                  </a:lnTo>
                  <a:lnTo>
                    <a:pt x="203" y="6"/>
                  </a:lnTo>
                  <a:lnTo>
                    <a:pt x="204" y="4"/>
                  </a:lnTo>
                  <a:lnTo>
                    <a:pt x="203" y="3"/>
                  </a:lnTo>
                  <a:lnTo>
                    <a:pt x="203" y="2"/>
                  </a:lnTo>
                  <a:lnTo>
                    <a:pt x="204" y="0"/>
                  </a:lnTo>
                  <a:lnTo>
                    <a:pt x="206" y="2"/>
                  </a:lnTo>
                  <a:lnTo>
                    <a:pt x="207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1" name="Freeform 376"/>
            <p:cNvSpPr>
              <a:spLocks noEditPoints="1"/>
            </p:cNvSpPr>
            <p:nvPr/>
          </p:nvSpPr>
          <p:spPr bwMode="auto">
            <a:xfrm>
              <a:off x="6054567" y="1805043"/>
              <a:ext cx="299454" cy="677579"/>
            </a:xfrm>
            <a:custGeom>
              <a:avLst/>
              <a:gdLst>
                <a:gd name="T0" fmla="*/ 58 w 118"/>
                <a:gd name="T1" fmla="*/ 255 h 267"/>
                <a:gd name="T2" fmla="*/ 59 w 118"/>
                <a:gd name="T3" fmla="*/ 238 h 267"/>
                <a:gd name="T4" fmla="*/ 81 w 118"/>
                <a:gd name="T5" fmla="*/ 233 h 267"/>
                <a:gd name="T6" fmla="*/ 77 w 118"/>
                <a:gd name="T7" fmla="*/ 242 h 267"/>
                <a:gd name="T8" fmla="*/ 73 w 118"/>
                <a:gd name="T9" fmla="*/ 235 h 267"/>
                <a:gd name="T10" fmla="*/ 85 w 118"/>
                <a:gd name="T11" fmla="*/ 223 h 267"/>
                <a:gd name="T12" fmla="*/ 4 w 118"/>
                <a:gd name="T13" fmla="*/ 221 h 267"/>
                <a:gd name="T14" fmla="*/ 83 w 118"/>
                <a:gd name="T15" fmla="*/ 215 h 267"/>
                <a:gd name="T16" fmla="*/ 73 w 118"/>
                <a:gd name="T17" fmla="*/ 201 h 267"/>
                <a:gd name="T18" fmla="*/ 87 w 118"/>
                <a:gd name="T19" fmla="*/ 9 h 267"/>
                <a:gd name="T20" fmla="*/ 102 w 118"/>
                <a:gd name="T21" fmla="*/ 18 h 267"/>
                <a:gd name="T22" fmla="*/ 106 w 118"/>
                <a:gd name="T23" fmla="*/ 31 h 267"/>
                <a:gd name="T24" fmla="*/ 112 w 118"/>
                <a:gd name="T25" fmla="*/ 47 h 267"/>
                <a:gd name="T26" fmla="*/ 117 w 118"/>
                <a:gd name="T27" fmla="*/ 65 h 267"/>
                <a:gd name="T28" fmla="*/ 110 w 118"/>
                <a:gd name="T29" fmla="*/ 71 h 267"/>
                <a:gd name="T30" fmla="*/ 100 w 118"/>
                <a:gd name="T31" fmla="*/ 69 h 267"/>
                <a:gd name="T32" fmla="*/ 97 w 118"/>
                <a:gd name="T33" fmla="*/ 76 h 267"/>
                <a:gd name="T34" fmla="*/ 92 w 118"/>
                <a:gd name="T35" fmla="*/ 81 h 267"/>
                <a:gd name="T36" fmla="*/ 91 w 118"/>
                <a:gd name="T37" fmla="*/ 89 h 267"/>
                <a:gd name="T38" fmla="*/ 93 w 118"/>
                <a:gd name="T39" fmla="*/ 98 h 267"/>
                <a:gd name="T40" fmla="*/ 87 w 118"/>
                <a:gd name="T41" fmla="*/ 110 h 267"/>
                <a:gd name="T42" fmla="*/ 77 w 118"/>
                <a:gd name="T43" fmla="*/ 119 h 267"/>
                <a:gd name="T44" fmla="*/ 71 w 118"/>
                <a:gd name="T45" fmla="*/ 123 h 267"/>
                <a:gd name="T46" fmla="*/ 67 w 118"/>
                <a:gd name="T47" fmla="*/ 130 h 267"/>
                <a:gd name="T48" fmla="*/ 55 w 118"/>
                <a:gd name="T49" fmla="*/ 138 h 267"/>
                <a:gd name="T50" fmla="*/ 59 w 118"/>
                <a:gd name="T51" fmla="*/ 156 h 267"/>
                <a:gd name="T52" fmla="*/ 56 w 118"/>
                <a:gd name="T53" fmla="*/ 164 h 267"/>
                <a:gd name="T54" fmla="*/ 62 w 118"/>
                <a:gd name="T55" fmla="*/ 173 h 267"/>
                <a:gd name="T56" fmla="*/ 73 w 118"/>
                <a:gd name="T57" fmla="*/ 183 h 267"/>
                <a:gd name="T58" fmla="*/ 66 w 118"/>
                <a:gd name="T59" fmla="*/ 196 h 267"/>
                <a:gd name="T60" fmla="*/ 58 w 118"/>
                <a:gd name="T61" fmla="*/ 192 h 267"/>
                <a:gd name="T62" fmla="*/ 48 w 118"/>
                <a:gd name="T63" fmla="*/ 196 h 267"/>
                <a:gd name="T64" fmla="*/ 63 w 118"/>
                <a:gd name="T65" fmla="*/ 200 h 267"/>
                <a:gd name="T66" fmla="*/ 71 w 118"/>
                <a:gd name="T67" fmla="*/ 204 h 267"/>
                <a:gd name="T68" fmla="*/ 64 w 118"/>
                <a:gd name="T69" fmla="*/ 206 h 267"/>
                <a:gd name="T70" fmla="*/ 58 w 118"/>
                <a:gd name="T71" fmla="*/ 211 h 267"/>
                <a:gd name="T72" fmla="*/ 59 w 118"/>
                <a:gd name="T73" fmla="*/ 218 h 267"/>
                <a:gd name="T74" fmla="*/ 58 w 118"/>
                <a:gd name="T75" fmla="*/ 229 h 267"/>
                <a:gd name="T76" fmla="*/ 55 w 118"/>
                <a:gd name="T77" fmla="*/ 247 h 267"/>
                <a:gd name="T78" fmla="*/ 39 w 118"/>
                <a:gd name="T79" fmla="*/ 255 h 267"/>
                <a:gd name="T80" fmla="*/ 33 w 118"/>
                <a:gd name="T81" fmla="*/ 267 h 267"/>
                <a:gd name="T82" fmla="*/ 17 w 118"/>
                <a:gd name="T83" fmla="*/ 258 h 267"/>
                <a:gd name="T84" fmla="*/ 17 w 118"/>
                <a:gd name="T85" fmla="*/ 248 h 267"/>
                <a:gd name="T86" fmla="*/ 8 w 118"/>
                <a:gd name="T87" fmla="*/ 231 h 267"/>
                <a:gd name="T88" fmla="*/ 8 w 118"/>
                <a:gd name="T89" fmla="*/ 219 h 267"/>
                <a:gd name="T90" fmla="*/ 4 w 118"/>
                <a:gd name="T91" fmla="*/ 221 h 267"/>
                <a:gd name="T92" fmla="*/ 1 w 118"/>
                <a:gd name="T93" fmla="*/ 205 h 267"/>
                <a:gd name="T94" fmla="*/ 4 w 118"/>
                <a:gd name="T95" fmla="*/ 193 h 267"/>
                <a:gd name="T96" fmla="*/ 12 w 118"/>
                <a:gd name="T97" fmla="*/ 180 h 267"/>
                <a:gd name="T98" fmla="*/ 14 w 118"/>
                <a:gd name="T99" fmla="*/ 158 h 267"/>
                <a:gd name="T100" fmla="*/ 6 w 118"/>
                <a:gd name="T101" fmla="*/ 131 h 267"/>
                <a:gd name="T102" fmla="*/ 17 w 118"/>
                <a:gd name="T103" fmla="*/ 108 h 267"/>
                <a:gd name="T104" fmla="*/ 23 w 118"/>
                <a:gd name="T105" fmla="*/ 76 h 267"/>
                <a:gd name="T106" fmla="*/ 33 w 118"/>
                <a:gd name="T107" fmla="*/ 60 h 267"/>
                <a:gd name="T108" fmla="*/ 38 w 118"/>
                <a:gd name="T109" fmla="*/ 34 h 267"/>
                <a:gd name="T110" fmla="*/ 50 w 118"/>
                <a:gd name="T111" fmla="*/ 23 h 267"/>
                <a:gd name="T112" fmla="*/ 55 w 118"/>
                <a:gd name="T113" fmla="*/ 17 h 267"/>
                <a:gd name="T114" fmla="*/ 70 w 118"/>
                <a:gd name="T115" fmla="*/ 14 h 267"/>
                <a:gd name="T116" fmla="*/ 73 w 118"/>
                <a:gd name="T117" fmla="*/ 6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8" h="267">
                  <a:moveTo>
                    <a:pt x="60" y="236"/>
                  </a:moveTo>
                  <a:lnTo>
                    <a:pt x="62" y="238"/>
                  </a:lnTo>
                  <a:lnTo>
                    <a:pt x="62" y="240"/>
                  </a:lnTo>
                  <a:lnTo>
                    <a:pt x="60" y="244"/>
                  </a:lnTo>
                  <a:lnTo>
                    <a:pt x="60" y="248"/>
                  </a:lnTo>
                  <a:lnTo>
                    <a:pt x="59" y="252"/>
                  </a:lnTo>
                  <a:lnTo>
                    <a:pt x="58" y="255"/>
                  </a:lnTo>
                  <a:lnTo>
                    <a:pt x="56" y="254"/>
                  </a:lnTo>
                  <a:lnTo>
                    <a:pt x="56" y="252"/>
                  </a:lnTo>
                  <a:lnTo>
                    <a:pt x="56" y="250"/>
                  </a:lnTo>
                  <a:lnTo>
                    <a:pt x="58" y="243"/>
                  </a:lnTo>
                  <a:lnTo>
                    <a:pt x="59" y="243"/>
                  </a:lnTo>
                  <a:lnTo>
                    <a:pt x="59" y="239"/>
                  </a:lnTo>
                  <a:lnTo>
                    <a:pt x="59" y="238"/>
                  </a:lnTo>
                  <a:lnTo>
                    <a:pt x="60" y="236"/>
                  </a:lnTo>
                  <a:close/>
                  <a:moveTo>
                    <a:pt x="80" y="226"/>
                  </a:moveTo>
                  <a:lnTo>
                    <a:pt x="83" y="226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0" y="230"/>
                  </a:lnTo>
                  <a:lnTo>
                    <a:pt x="81" y="233"/>
                  </a:lnTo>
                  <a:lnTo>
                    <a:pt x="81" y="233"/>
                  </a:lnTo>
                  <a:lnTo>
                    <a:pt x="80" y="235"/>
                  </a:lnTo>
                  <a:lnTo>
                    <a:pt x="80" y="236"/>
                  </a:lnTo>
                  <a:lnTo>
                    <a:pt x="77" y="239"/>
                  </a:lnTo>
                  <a:lnTo>
                    <a:pt x="76" y="240"/>
                  </a:lnTo>
                  <a:lnTo>
                    <a:pt x="77" y="240"/>
                  </a:lnTo>
                  <a:lnTo>
                    <a:pt x="77" y="242"/>
                  </a:lnTo>
                  <a:lnTo>
                    <a:pt x="75" y="243"/>
                  </a:lnTo>
                  <a:lnTo>
                    <a:pt x="73" y="242"/>
                  </a:lnTo>
                  <a:lnTo>
                    <a:pt x="75" y="240"/>
                  </a:lnTo>
                  <a:lnTo>
                    <a:pt x="76" y="238"/>
                  </a:lnTo>
                  <a:lnTo>
                    <a:pt x="75" y="239"/>
                  </a:lnTo>
                  <a:lnTo>
                    <a:pt x="72" y="235"/>
                  </a:lnTo>
                  <a:lnTo>
                    <a:pt x="73" y="235"/>
                  </a:lnTo>
                  <a:lnTo>
                    <a:pt x="72" y="233"/>
                  </a:lnTo>
                  <a:lnTo>
                    <a:pt x="75" y="230"/>
                  </a:lnTo>
                  <a:lnTo>
                    <a:pt x="75" y="229"/>
                  </a:lnTo>
                  <a:lnTo>
                    <a:pt x="77" y="226"/>
                  </a:lnTo>
                  <a:lnTo>
                    <a:pt x="80" y="226"/>
                  </a:lnTo>
                  <a:lnTo>
                    <a:pt x="80" y="226"/>
                  </a:lnTo>
                  <a:close/>
                  <a:moveTo>
                    <a:pt x="85" y="223"/>
                  </a:moveTo>
                  <a:lnTo>
                    <a:pt x="87" y="225"/>
                  </a:lnTo>
                  <a:lnTo>
                    <a:pt x="84" y="225"/>
                  </a:lnTo>
                  <a:lnTo>
                    <a:pt x="83" y="226"/>
                  </a:lnTo>
                  <a:lnTo>
                    <a:pt x="83" y="225"/>
                  </a:lnTo>
                  <a:lnTo>
                    <a:pt x="84" y="223"/>
                  </a:lnTo>
                  <a:lnTo>
                    <a:pt x="85" y="223"/>
                  </a:lnTo>
                  <a:close/>
                  <a:moveTo>
                    <a:pt x="4" y="221"/>
                  </a:moveTo>
                  <a:lnTo>
                    <a:pt x="4" y="223"/>
                  </a:lnTo>
                  <a:lnTo>
                    <a:pt x="2" y="223"/>
                  </a:lnTo>
                  <a:lnTo>
                    <a:pt x="2" y="221"/>
                  </a:lnTo>
                  <a:lnTo>
                    <a:pt x="4" y="221"/>
                  </a:lnTo>
                  <a:close/>
                  <a:moveTo>
                    <a:pt x="83" y="213"/>
                  </a:moveTo>
                  <a:lnTo>
                    <a:pt x="84" y="214"/>
                  </a:lnTo>
                  <a:lnTo>
                    <a:pt x="83" y="215"/>
                  </a:lnTo>
                  <a:lnTo>
                    <a:pt x="81" y="214"/>
                  </a:lnTo>
                  <a:lnTo>
                    <a:pt x="83" y="213"/>
                  </a:lnTo>
                  <a:close/>
                  <a:moveTo>
                    <a:pt x="73" y="194"/>
                  </a:moveTo>
                  <a:lnTo>
                    <a:pt x="76" y="194"/>
                  </a:lnTo>
                  <a:lnTo>
                    <a:pt x="76" y="196"/>
                  </a:lnTo>
                  <a:lnTo>
                    <a:pt x="73" y="198"/>
                  </a:lnTo>
                  <a:lnTo>
                    <a:pt x="73" y="201"/>
                  </a:lnTo>
                  <a:lnTo>
                    <a:pt x="72" y="200"/>
                  </a:lnTo>
                  <a:lnTo>
                    <a:pt x="71" y="197"/>
                  </a:lnTo>
                  <a:lnTo>
                    <a:pt x="73" y="194"/>
                  </a:lnTo>
                  <a:close/>
                  <a:moveTo>
                    <a:pt x="77" y="0"/>
                  </a:moveTo>
                  <a:lnTo>
                    <a:pt x="80" y="2"/>
                  </a:lnTo>
                  <a:lnTo>
                    <a:pt x="83" y="4"/>
                  </a:lnTo>
                  <a:lnTo>
                    <a:pt x="87" y="9"/>
                  </a:lnTo>
                  <a:lnTo>
                    <a:pt x="89" y="11"/>
                  </a:lnTo>
                  <a:lnTo>
                    <a:pt x="95" y="11"/>
                  </a:lnTo>
                  <a:lnTo>
                    <a:pt x="96" y="13"/>
                  </a:lnTo>
                  <a:lnTo>
                    <a:pt x="98" y="13"/>
                  </a:lnTo>
                  <a:lnTo>
                    <a:pt x="100" y="15"/>
                  </a:lnTo>
                  <a:lnTo>
                    <a:pt x="101" y="18"/>
                  </a:lnTo>
                  <a:lnTo>
                    <a:pt x="102" y="18"/>
                  </a:lnTo>
                  <a:lnTo>
                    <a:pt x="102" y="18"/>
                  </a:lnTo>
                  <a:lnTo>
                    <a:pt x="105" y="21"/>
                  </a:lnTo>
                  <a:lnTo>
                    <a:pt x="106" y="21"/>
                  </a:lnTo>
                  <a:lnTo>
                    <a:pt x="108" y="22"/>
                  </a:lnTo>
                  <a:lnTo>
                    <a:pt x="106" y="25"/>
                  </a:lnTo>
                  <a:lnTo>
                    <a:pt x="108" y="29"/>
                  </a:lnTo>
                  <a:lnTo>
                    <a:pt x="106" y="31"/>
                  </a:lnTo>
                  <a:lnTo>
                    <a:pt x="106" y="34"/>
                  </a:lnTo>
                  <a:lnTo>
                    <a:pt x="110" y="34"/>
                  </a:lnTo>
                  <a:lnTo>
                    <a:pt x="110" y="36"/>
                  </a:lnTo>
                  <a:lnTo>
                    <a:pt x="109" y="38"/>
                  </a:lnTo>
                  <a:lnTo>
                    <a:pt x="110" y="42"/>
                  </a:lnTo>
                  <a:lnTo>
                    <a:pt x="112" y="43"/>
                  </a:lnTo>
                  <a:lnTo>
                    <a:pt x="112" y="47"/>
                  </a:lnTo>
                  <a:lnTo>
                    <a:pt x="112" y="50"/>
                  </a:lnTo>
                  <a:lnTo>
                    <a:pt x="112" y="51"/>
                  </a:lnTo>
                  <a:lnTo>
                    <a:pt x="112" y="56"/>
                  </a:lnTo>
                  <a:lnTo>
                    <a:pt x="112" y="58"/>
                  </a:lnTo>
                  <a:lnTo>
                    <a:pt x="112" y="61"/>
                  </a:lnTo>
                  <a:lnTo>
                    <a:pt x="114" y="61"/>
                  </a:lnTo>
                  <a:lnTo>
                    <a:pt x="117" y="65"/>
                  </a:lnTo>
                  <a:lnTo>
                    <a:pt x="118" y="67"/>
                  </a:lnTo>
                  <a:lnTo>
                    <a:pt x="118" y="69"/>
                  </a:lnTo>
                  <a:lnTo>
                    <a:pt x="118" y="69"/>
                  </a:lnTo>
                  <a:lnTo>
                    <a:pt x="116" y="71"/>
                  </a:lnTo>
                  <a:lnTo>
                    <a:pt x="114" y="71"/>
                  </a:lnTo>
                  <a:lnTo>
                    <a:pt x="113" y="69"/>
                  </a:lnTo>
                  <a:lnTo>
                    <a:pt x="110" y="71"/>
                  </a:lnTo>
                  <a:lnTo>
                    <a:pt x="108" y="69"/>
                  </a:lnTo>
                  <a:lnTo>
                    <a:pt x="106" y="72"/>
                  </a:lnTo>
                  <a:lnTo>
                    <a:pt x="105" y="71"/>
                  </a:lnTo>
                  <a:lnTo>
                    <a:pt x="104" y="69"/>
                  </a:lnTo>
                  <a:lnTo>
                    <a:pt x="102" y="72"/>
                  </a:lnTo>
                  <a:lnTo>
                    <a:pt x="101" y="69"/>
                  </a:lnTo>
                  <a:lnTo>
                    <a:pt x="100" y="69"/>
                  </a:lnTo>
                  <a:lnTo>
                    <a:pt x="100" y="72"/>
                  </a:lnTo>
                  <a:lnTo>
                    <a:pt x="98" y="73"/>
                  </a:lnTo>
                  <a:lnTo>
                    <a:pt x="97" y="75"/>
                  </a:lnTo>
                  <a:lnTo>
                    <a:pt x="96" y="73"/>
                  </a:lnTo>
                  <a:lnTo>
                    <a:pt x="95" y="72"/>
                  </a:lnTo>
                  <a:lnTo>
                    <a:pt x="96" y="76"/>
                  </a:lnTo>
                  <a:lnTo>
                    <a:pt x="97" y="76"/>
                  </a:lnTo>
                  <a:lnTo>
                    <a:pt x="95" y="79"/>
                  </a:lnTo>
                  <a:lnTo>
                    <a:pt x="93" y="79"/>
                  </a:lnTo>
                  <a:lnTo>
                    <a:pt x="92" y="79"/>
                  </a:lnTo>
                  <a:lnTo>
                    <a:pt x="93" y="80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1"/>
                  </a:lnTo>
                  <a:lnTo>
                    <a:pt x="91" y="80"/>
                  </a:lnTo>
                  <a:lnTo>
                    <a:pt x="89" y="81"/>
                  </a:lnTo>
                  <a:lnTo>
                    <a:pt x="91" y="83"/>
                  </a:lnTo>
                  <a:lnTo>
                    <a:pt x="92" y="83"/>
                  </a:lnTo>
                  <a:lnTo>
                    <a:pt x="93" y="84"/>
                  </a:lnTo>
                  <a:lnTo>
                    <a:pt x="93" y="85"/>
                  </a:lnTo>
                  <a:lnTo>
                    <a:pt x="91" y="89"/>
                  </a:lnTo>
                  <a:lnTo>
                    <a:pt x="92" y="92"/>
                  </a:lnTo>
                  <a:lnTo>
                    <a:pt x="89" y="92"/>
                  </a:lnTo>
                  <a:lnTo>
                    <a:pt x="91" y="93"/>
                  </a:lnTo>
                  <a:lnTo>
                    <a:pt x="93" y="94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3" y="98"/>
                  </a:lnTo>
                  <a:lnTo>
                    <a:pt x="96" y="98"/>
                  </a:lnTo>
                  <a:lnTo>
                    <a:pt x="93" y="101"/>
                  </a:lnTo>
                  <a:lnTo>
                    <a:pt x="92" y="101"/>
                  </a:lnTo>
                  <a:lnTo>
                    <a:pt x="89" y="104"/>
                  </a:lnTo>
                  <a:lnTo>
                    <a:pt x="91" y="108"/>
                  </a:lnTo>
                  <a:lnTo>
                    <a:pt x="88" y="111"/>
                  </a:lnTo>
                  <a:lnTo>
                    <a:pt x="87" y="110"/>
                  </a:lnTo>
                  <a:lnTo>
                    <a:pt x="84" y="113"/>
                  </a:lnTo>
                  <a:lnTo>
                    <a:pt x="83" y="111"/>
                  </a:lnTo>
                  <a:lnTo>
                    <a:pt x="83" y="114"/>
                  </a:lnTo>
                  <a:lnTo>
                    <a:pt x="83" y="115"/>
                  </a:lnTo>
                  <a:lnTo>
                    <a:pt x="80" y="117"/>
                  </a:lnTo>
                  <a:lnTo>
                    <a:pt x="79" y="119"/>
                  </a:lnTo>
                  <a:lnTo>
                    <a:pt x="77" y="119"/>
                  </a:lnTo>
                  <a:lnTo>
                    <a:pt x="77" y="118"/>
                  </a:lnTo>
                  <a:lnTo>
                    <a:pt x="76" y="118"/>
                  </a:lnTo>
                  <a:lnTo>
                    <a:pt x="75" y="121"/>
                  </a:lnTo>
                  <a:lnTo>
                    <a:pt x="75" y="123"/>
                  </a:lnTo>
                  <a:lnTo>
                    <a:pt x="73" y="125"/>
                  </a:lnTo>
                  <a:lnTo>
                    <a:pt x="72" y="123"/>
                  </a:lnTo>
                  <a:lnTo>
                    <a:pt x="71" y="123"/>
                  </a:lnTo>
                  <a:lnTo>
                    <a:pt x="71" y="126"/>
                  </a:lnTo>
                  <a:lnTo>
                    <a:pt x="70" y="126"/>
                  </a:lnTo>
                  <a:lnTo>
                    <a:pt x="68" y="125"/>
                  </a:lnTo>
                  <a:lnTo>
                    <a:pt x="67" y="126"/>
                  </a:lnTo>
                  <a:lnTo>
                    <a:pt x="66" y="129"/>
                  </a:lnTo>
                  <a:lnTo>
                    <a:pt x="68" y="129"/>
                  </a:lnTo>
                  <a:lnTo>
                    <a:pt x="67" y="130"/>
                  </a:lnTo>
                  <a:lnTo>
                    <a:pt x="64" y="133"/>
                  </a:lnTo>
                  <a:lnTo>
                    <a:pt x="62" y="133"/>
                  </a:lnTo>
                  <a:lnTo>
                    <a:pt x="62" y="134"/>
                  </a:lnTo>
                  <a:lnTo>
                    <a:pt x="63" y="135"/>
                  </a:lnTo>
                  <a:lnTo>
                    <a:pt x="60" y="138"/>
                  </a:lnTo>
                  <a:lnTo>
                    <a:pt x="58" y="139"/>
                  </a:lnTo>
                  <a:lnTo>
                    <a:pt x="55" y="138"/>
                  </a:lnTo>
                  <a:lnTo>
                    <a:pt x="58" y="142"/>
                  </a:lnTo>
                  <a:lnTo>
                    <a:pt x="58" y="144"/>
                  </a:lnTo>
                  <a:lnTo>
                    <a:pt x="58" y="146"/>
                  </a:lnTo>
                  <a:lnTo>
                    <a:pt x="58" y="148"/>
                  </a:lnTo>
                  <a:lnTo>
                    <a:pt x="58" y="151"/>
                  </a:lnTo>
                  <a:lnTo>
                    <a:pt x="59" y="154"/>
                  </a:lnTo>
                  <a:lnTo>
                    <a:pt x="59" y="156"/>
                  </a:lnTo>
                  <a:lnTo>
                    <a:pt x="58" y="155"/>
                  </a:lnTo>
                  <a:lnTo>
                    <a:pt x="56" y="155"/>
                  </a:lnTo>
                  <a:lnTo>
                    <a:pt x="58" y="159"/>
                  </a:lnTo>
                  <a:lnTo>
                    <a:pt x="56" y="160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6" y="164"/>
                  </a:lnTo>
                  <a:lnTo>
                    <a:pt x="58" y="167"/>
                  </a:lnTo>
                  <a:lnTo>
                    <a:pt x="56" y="168"/>
                  </a:lnTo>
                  <a:lnTo>
                    <a:pt x="58" y="169"/>
                  </a:lnTo>
                  <a:lnTo>
                    <a:pt x="59" y="172"/>
                  </a:lnTo>
                  <a:lnTo>
                    <a:pt x="60" y="172"/>
                  </a:lnTo>
                  <a:lnTo>
                    <a:pt x="60" y="175"/>
                  </a:lnTo>
                  <a:lnTo>
                    <a:pt x="62" y="173"/>
                  </a:lnTo>
                  <a:lnTo>
                    <a:pt x="63" y="176"/>
                  </a:lnTo>
                  <a:lnTo>
                    <a:pt x="64" y="173"/>
                  </a:lnTo>
                  <a:lnTo>
                    <a:pt x="67" y="175"/>
                  </a:lnTo>
                  <a:lnTo>
                    <a:pt x="67" y="176"/>
                  </a:lnTo>
                  <a:lnTo>
                    <a:pt x="71" y="180"/>
                  </a:lnTo>
                  <a:lnTo>
                    <a:pt x="71" y="181"/>
                  </a:lnTo>
                  <a:lnTo>
                    <a:pt x="73" y="183"/>
                  </a:lnTo>
                  <a:lnTo>
                    <a:pt x="73" y="185"/>
                  </a:lnTo>
                  <a:lnTo>
                    <a:pt x="76" y="186"/>
                  </a:lnTo>
                  <a:lnTo>
                    <a:pt x="75" y="190"/>
                  </a:lnTo>
                  <a:lnTo>
                    <a:pt x="72" y="194"/>
                  </a:lnTo>
                  <a:lnTo>
                    <a:pt x="71" y="196"/>
                  </a:lnTo>
                  <a:lnTo>
                    <a:pt x="68" y="197"/>
                  </a:lnTo>
                  <a:lnTo>
                    <a:pt x="66" y="196"/>
                  </a:lnTo>
                  <a:lnTo>
                    <a:pt x="66" y="194"/>
                  </a:lnTo>
                  <a:lnTo>
                    <a:pt x="63" y="193"/>
                  </a:lnTo>
                  <a:lnTo>
                    <a:pt x="63" y="192"/>
                  </a:lnTo>
                  <a:lnTo>
                    <a:pt x="62" y="194"/>
                  </a:lnTo>
                  <a:lnTo>
                    <a:pt x="60" y="194"/>
                  </a:lnTo>
                  <a:lnTo>
                    <a:pt x="60" y="193"/>
                  </a:lnTo>
                  <a:lnTo>
                    <a:pt x="58" y="192"/>
                  </a:lnTo>
                  <a:lnTo>
                    <a:pt x="56" y="194"/>
                  </a:lnTo>
                  <a:lnTo>
                    <a:pt x="55" y="194"/>
                  </a:lnTo>
                  <a:lnTo>
                    <a:pt x="54" y="193"/>
                  </a:lnTo>
                  <a:lnTo>
                    <a:pt x="52" y="196"/>
                  </a:lnTo>
                  <a:lnTo>
                    <a:pt x="51" y="194"/>
                  </a:lnTo>
                  <a:lnTo>
                    <a:pt x="48" y="196"/>
                  </a:lnTo>
                  <a:lnTo>
                    <a:pt x="48" y="196"/>
                  </a:lnTo>
                  <a:lnTo>
                    <a:pt x="52" y="197"/>
                  </a:lnTo>
                  <a:lnTo>
                    <a:pt x="54" y="197"/>
                  </a:lnTo>
                  <a:lnTo>
                    <a:pt x="54" y="196"/>
                  </a:lnTo>
                  <a:lnTo>
                    <a:pt x="56" y="196"/>
                  </a:lnTo>
                  <a:lnTo>
                    <a:pt x="58" y="197"/>
                  </a:lnTo>
                  <a:lnTo>
                    <a:pt x="60" y="197"/>
                  </a:lnTo>
                  <a:lnTo>
                    <a:pt x="63" y="200"/>
                  </a:lnTo>
                  <a:lnTo>
                    <a:pt x="64" y="198"/>
                  </a:lnTo>
                  <a:lnTo>
                    <a:pt x="66" y="200"/>
                  </a:lnTo>
                  <a:lnTo>
                    <a:pt x="67" y="198"/>
                  </a:lnTo>
                  <a:lnTo>
                    <a:pt x="71" y="198"/>
                  </a:lnTo>
                  <a:lnTo>
                    <a:pt x="72" y="200"/>
                  </a:lnTo>
                  <a:lnTo>
                    <a:pt x="72" y="202"/>
                  </a:lnTo>
                  <a:lnTo>
                    <a:pt x="71" y="204"/>
                  </a:lnTo>
                  <a:lnTo>
                    <a:pt x="68" y="204"/>
                  </a:lnTo>
                  <a:lnTo>
                    <a:pt x="67" y="206"/>
                  </a:lnTo>
                  <a:lnTo>
                    <a:pt x="66" y="206"/>
                  </a:lnTo>
                  <a:lnTo>
                    <a:pt x="66" y="205"/>
                  </a:lnTo>
                  <a:lnTo>
                    <a:pt x="66" y="204"/>
                  </a:lnTo>
                  <a:lnTo>
                    <a:pt x="64" y="205"/>
                  </a:lnTo>
                  <a:lnTo>
                    <a:pt x="64" y="206"/>
                  </a:lnTo>
                  <a:lnTo>
                    <a:pt x="63" y="206"/>
                  </a:lnTo>
                  <a:lnTo>
                    <a:pt x="62" y="208"/>
                  </a:lnTo>
                  <a:lnTo>
                    <a:pt x="62" y="210"/>
                  </a:lnTo>
                  <a:lnTo>
                    <a:pt x="59" y="209"/>
                  </a:lnTo>
                  <a:lnTo>
                    <a:pt x="59" y="210"/>
                  </a:lnTo>
                  <a:lnTo>
                    <a:pt x="58" y="211"/>
                  </a:lnTo>
                  <a:lnTo>
                    <a:pt x="58" y="211"/>
                  </a:lnTo>
                  <a:lnTo>
                    <a:pt x="56" y="211"/>
                  </a:lnTo>
                  <a:lnTo>
                    <a:pt x="55" y="213"/>
                  </a:lnTo>
                  <a:lnTo>
                    <a:pt x="56" y="213"/>
                  </a:lnTo>
                  <a:lnTo>
                    <a:pt x="59" y="215"/>
                  </a:lnTo>
                  <a:lnTo>
                    <a:pt x="55" y="215"/>
                  </a:lnTo>
                  <a:lnTo>
                    <a:pt x="58" y="217"/>
                  </a:lnTo>
                  <a:lnTo>
                    <a:pt x="59" y="218"/>
                  </a:lnTo>
                  <a:lnTo>
                    <a:pt x="58" y="221"/>
                  </a:lnTo>
                  <a:lnTo>
                    <a:pt x="60" y="223"/>
                  </a:lnTo>
                  <a:lnTo>
                    <a:pt x="56" y="223"/>
                  </a:lnTo>
                  <a:lnTo>
                    <a:pt x="54" y="223"/>
                  </a:lnTo>
                  <a:lnTo>
                    <a:pt x="56" y="225"/>
                  </a:lnTo>
                  <a:lnTo>
                    <a:pt x="55" y="227"/>
                  </a:lnTo>
                  <a:lnTo>
                    <a:pt x="58" y="229"/>
                  </a:lnTo>
                  <a:lnTo>
                    <a:pt x="55" y="231"/>
                  </a:lnTo>
                  <a:lnTo>
                    <a:pt x="56" y="233"/>
                  </a:lnTo>
                  <a:lnTo>
                    <a:pt x="55" y="235"/>
                  </a:lnTo>
                  <a:lnTo>
                    <a:pt x="55" y="238"/>
                  </a:lnTo>
                  <a:lnTo>
                    <a:pt x="56" y="239"/>
                  </a:lnTo>
                  <a:lnTo>
                    <a:pt x="56" y="242"/>
                  </a:lnTo>
                  <a:lnTo>
                    <a:pt x="55" y="247"/>
                  </a:lnTo>
                  <a:lnTo>
                    <a:pt x="54" y="250"/>
                  </a:lnTo>
                  <a:lnTo>
                    <a:pt x="52" y="254"/>
                  </a:lnTo>
                  <a:lnTo>
                    <a:pt x="50" y="258"/>
                  </a:lnTo>
                  <a:lnTo>
                    <a:pt x="48" y="255"/>
                  </a:lnTo>
                  <a:lnTo>
                    <a:pt x="47" y="255"/>
                  </a:lnTo>
                  <a:lnTo>
                    <a:pt x="44" y="256"/>
                  </a:lnTo>
                  <a:lnTo>
                    <a:pt x="39" y="255"/>
                  </a:lnTo>
                  <a:lnTo>
                    <a:pt x="39" y="254"/>
                  </a:lnTo>
                  <a:lnTo>
                    <a:pt x="38" y="258"/>
                  </a:lnTo>
                  <a:lnTo>
                    <a:pt x="34" y="258"/>
                  </a:lnTo>
                  <a:lnTo>
                    <a:pt x="33" y="261"/>
                  </a:lnTo>
                  <a:lnTo>
                    <a:pt x="34" y="263"/>
                  </a:lnTo>
                  <a:lnTo>
                    <a:pt x="34" y="264"/>
                  </a:lnTo>
                  <a:lnTo>
                    <a:pt x="33" y="267"/>
                  </a:lnTo>
                  <a:lnTo>
                    <a:pt x="29" y="265"/>
                  </a:lnTo>
                  <a:lnTo>
                    <a:pt x="23" y="267"/>
                  </a:lnTo>
                  <a:lnTo>
                    <a:pt x="21" y="267"/>
                  </a:lnTo>
                  <a:lnTo>
                    <a:pt x="19" y="265"/>
                  </a:lnTo>
                  <a:lnTo>
                    <a:pt x="21" y="264"/>
                  </a:lnTo>
                  <a:lnTo>
                    <a:pt x="19" y="259"/>
                  </a:lnTo>
                  <a:lnTo>
                    <a:pt x="17" y="258"/>
                  </a:lnTo>
                  <a:lnTo>
                    <a:pt x="17" y="255"/>
                  </a:lnTo>
                  <a:lnTo>
                    <a:pt x="16" y="255"/>
                  </a:lnTo>
                  <a:lnTo>
                    <a:pt x="16" y="254"/>
                  </a:lnTo>
                  <a:lnTo>
                    <a:pt x="19" y="252"/>
                  </a:lnTo>
                  <a:lnTo>
                    <a:pt x="21" y="250"/>
                  </a:lnTo>
                  <a:lnTo>
                    <a:pt x="19" y="247"/>
                  </a:lnTo>
                  <a:lnTo>
                    <a:pt x="17" y="248"/>
                  </a:lnTo>
                  <a:lnTo>
                    <a:pt x="16" y="246"/>
                  </a:lnTo>
                  <a:lnTo>
                    <a:pt x="14" y="244"/>
                  </a:lnTo>
                  <a:lnTo>
                    <a:pt x="12" y="243"/>
                  </a:lnTo>
                  <a:lnTo>
                    <a:pt x="12" y="239"/>
                  </a:lnTo>
                  <a:lnTo>
                    <a:pt x="10" y="235"/>
                  </a:lnTo>
                  <a:lnTo>
                    <a:pt x="9" y="234"/>
                  </a:lnTo>
                  <a:lnTo>
                    <a:pt x="8" y="231"/>
                  </a:lnTo>
                  <a:lnTo>
                    <a:pt x="5" y="231"/>
                  </a:lnTo>
                  <a:lnTo>
                    <a:pt x="4" y="229"/>
                  </a:lnTo>
                  <a:lnTo>
                    <a:pt x="5" y="227"/>
                  </a:lnTo>
                  <a:lnTo>
                    <a:pt x="5" y="225"/>
                  </a:lnTo>
                  <a:lnTo>
                    <a:pt x="5" y="223"/>
                  </a:lnTo>
                  <a:lnTo>
                    <a:pt x="5" y="221"/>
                  </a:lnTo>
                  <a:lnTo>
                    <a:pt x="8" y="219"/>
                  </a:lnTo>
                  <a:lnTo>
                    <a:pt x="6" y="218"/>
                  </a:lnTo>
                  <a:lnTo>
                    <a:pt x="5" y="217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4" y="218"/>
                  </a:lnTo>
                  <a:lnTo>
                    <a:pt x="6" y="219"/>
                  </a:lnTo>
                  <a:lnTo>
                    <a:pt x="4" y="221"/>
                  </a:lnTo>
                  <a:lnTo>
                    <a:pt x="4" y="218"/>
                  </a:lnTo>
                  <a:lnTo>
                    <a:pt x="2" y="217"/>
                  </a:lnTo>
                  <a:lnTo>
                    <a:pt x="1" y="215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0" y="206"/>
                  </a:lnTo>
                  <a:lnTo>
                    <a:pt x="1" y="205"/>
                  </a:lnTo>
                  <a:lnTo>
                    <a:pt x="1" y="205"/>
                  </a:lnTo>
                  <a:lnTo>
                    <a:pt x="2" y="205"/>
                  </a:lnTo>
                  <a:lnTo>
                    <a:pt x="5" y="208"/>
                  </a:lnTo>
                  <a:lnTo>
                    <a:pt x="5" y="205"/>
                  </a:lnTo>
                  <a:lnTo>
                    <a:pt x="5" y="198"/>
                  </a:lnTo>
                  <a:lnTo>
                    <a:pt x="4" y="194"/>
                  </a:lnTo>
                  <a:lnTo>
                    <a:pt x="4" y="193"/>
                  </a:lnTo>
                  <a:lnTo>
                    <a:pt x="6" y="192"/>
                  </a:lnTo>
                  <a:lnTo>
                    <a:pt x="5" y="189"/>
                  </a:lnTo>
                  <a:lnTo>
                    <a:pt x="5" y="188"/>
                  </a:lnTo>
                  <a:lnTo>
                    <a:pt x="9" y="188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2" y="180"/>
                  </a:lnTo>
                  <a:lnTo>
                    <a:pt x="10" y="177"/>
                  </a:lnTo>
                  <a:lnTo>
                    <a:pt x="9" y="172"/>
                  </a:lnTo>
                  <a:lnTo>
                    <a:pt x="6" y="168"/>
                  </a:lnTo>
                  <a:lnTo>
                    <a:pt x="8" y="165"/>
                  </a:lnTo>
                  <a:lnTo>
                    <a:pt x="13" y="164"/>
                  </a:lnTo>
                  <a:lnTo>
                    <a:pt x="13" y="160"/>
                  </a:lnTo>
                  <a:lnTo>
                    <a:pt x="14" y="158"/>
                  </a:lnTo>
                  <a:lnTo>
                    <a:pt x="9" y="154"/>
                  </a:lnTo>
                  <a:lnTo>
                    <a:pt x="6" y="151"/>
                  </a:lnTo>
                  <a:lnTo>
                    <a:pt x="6" y="147"/>
                  </a:lnTo>
                  <a:lnTo>
                    <a:pt x="6" y="143"/>
                  </a:lnTo>
                  <a:lnTo>
                    <a:pt x="6" y="138"/>
                  </a:lnTo>
                  <a:lnTo>
                    <a:pt x="5" y="135"/>
                  </a:lnTo>
                  <a:lnTo>
                    <a:pt x="6" y="131"/>
                  </a:lnTo>
                  <a:lnTo>
                    <a:pt x="5" y="125"/>
                  </a:lnTo>
                  <a:lnTo>
                    <a:pt x="4" y="119"/>
                  </a:lnTo>
                  <a:lnTo>
                    <a:pt x="5" y="113"/>
                  </a:lnTo>
                  <a:lnTo>
                    <a:pt x="8" y="109"/>
                  </a:lnTo>
                  <a:lnTo>
                    <a:pt x="10" y="108"/>
                  </a:lnTo>
                  <a:lnTo>
                    <a:pt x="13" y="108"/>
                  </a:lnTo>
                  <a:lnTo>
                    <a:pt x="17" y="108"/>
                  </a:lnTo>
                  <a:lnTo>
                    <a:pt x="19" y="105"/>
                  </a:lnTo>
                  <a:lnTo>
                    <a:pt x="19" y="101"/>
                  </a:lnTo>
                  <a:lnTo>
                    <a:pt x="18" y="100"/>
                  </a:lnTo>
                  <a:lnTo>
                    <a:pt x="18" y="96"/>
                  </a:lnTo>
                  <a:lnTo>
                    <a:pt x="22" y="86"/>
                  </a:lnTo>
                  <a:lnTo>
                    <a:pt x="22" y="81"/>
                  </a:lnTo>
                  <a:lnTo>
                    <a:pt x="23" y="76"/>
                  </a:lnTo>
                  <a:lnTo>
                    <a:pt x="25" y="72"/>
                  </a:lnTo>
                  <a:lnTo>
                    <a:pt x="25" y="69"/>
                  </a:lnTo>
                  <a:lnTo>
                    <a:pt x="23" y="67"/>
                  </a:lnTo>
                  <a:lnTo>
                    <a:pt x="23" y="65"/>
                  </a:lnTo>
                  <a:lnTo>
                    <a:pt x="26" y="63"/>
                  </a:lnTo>
                  <a:lnTo>
                    <a:pt x="31" y="61"/>
                  </a:lnTo>
                  <a:lnTo>
                    <a:pt x="33" y="60"/>
                  </a:lnTo>
                  <a:lnTo>
                    <a:pt x="33" y="58"/>
                  </a:lnTo>
                  <a:lnTo>
                    <a:pt x="37" y="52"/>
                  </a:lnTo>
                  <a:lnTo>
                    <a:pt x="39" y="47"/>
                  </a:lnTo>
                  <a:lnTo>
                    <a:pt x="41" y="44"/>
                  </a:lnTo>
                  <a:lnTo>
                    <a:pt x="39" y="42"/>
                  </a:lnTo>
                  <a:lnTo>
                    <a:pt x="38" y="40"/>
                  </a:lnTo>
                  <a:lnTo>
                    <a:pt x="38" y="34"/>
                  </a:lnTo>
                  <a:lnTo>
                    <a:pt x="39" y="34"/>
                  </a:lnTo>
                  <a:lnTo>
                    <a:pt x="41" y="31"/>
                  </a:lnTo>
                  <a:lnTo>
                    <a:pt x="42" y="29"/>
                  </a:lnTo>
                  <a:lnTo>
                    <a:pt x="43" y="27"/>
                  </a:lnTo>
                  <a:lnTo>
                    <a:pt x="44" y="23"/>
                  </a:lnTo>
                  <a:lnTo>
                    <a:pt x="47" y="22"/>
                  </a:lnTo>
                  <a:lnTo>
                    <a:pt x="50" y="23"/>
                  </a:lnTo>
                  <a:lnTo>
                    <a:pt x="51" y="25"/>
                  </a:lnTo>
                  <a:lnTo>
                    <a:pt x="52" y="25"/>
                  </a:lnTo>
                  <a:lnTo>
                    <a:pt x="54" y="22"/>
                  </a:lnTo>
                  <a:lnTo>
                    <a:pt x="52" y="21"/>
                  </a:lnTo>
                  <a:lnTo>
                    <a:pt x="54" y="19"/>
                  </a:lnTo>
                  <a:lnTo>
                    <a:pt x="54" y="18"/>
                  </a:lnTo>
                  <a:lnTo>
                    <a:pt x="55" y="17"/>
                  </a:lnTo>
                  <a:lnTo>
                    <a:pt x="52" y="13"/>
                  </a:lnTo>
                  <a:lnTo>
                    <a:pt x="54" y="13"/>
                  </a:lnTo>
                  <a:lnTo>
                    <a:pt x="58" y="13"/>
                  </a:lnTo>
                  <a:lnTo>
                    <a:pt x="60" y="11"/>
                  </a:lnTo>
                  <a:lnTo>
                    <a:pt x="64" y="13"/>
                  </a:lnTo>
                  <a:lnTo>
                    <a:pt x="67" y="14"/>
                  </a:lnTo>
                  <a:lnTo>
                    <a:pt x="70" y="14"/>
                  </a:lnTo>
                  <a:lnTo>
                    <a:pt x="71" y="15"/>
                  </a:lnTo>
                  <a:lnTo>
                    <a:pt x="72" y="15"/>
                  </a:lnTo>
                  <a:lnTo>
                    <a:pt x="73" y="15"/>
                  </a:lnTo>
                  <a:lnTo>
                    <a:pt x="73" y="13"/>
                  </a:lnTo>
                  <a:lnTo>
                    <a:pt x="72" y="11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73" y="1"/>
                  </a:lnTo>
                  <a:lnTo>
                    <a:pt x="76" y="1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2" name="Freeform 377"/>
            <p:cNvSpPr>
              <a:spLocks noEditPoints="1"/>
            </p:cNvSpPr>
            <p:nvPr/>
          </p:nvSpPr>
          <p:spPr bwMode="auto">
            <a:xfrm>
              <a:off x="6249974" y="1741600"/>
              <a:ext cx="301992" cy="540540"/>
            </a:xfrm>
            <a:custGeom>
              <a:avLst/>
              <a:gdLst>
                <a:gd name="T0" fmla="*/ 40 w 119"/>
                <a:gd name="T1" fmla="*/ 208 h 213"/>
                <a:gd name="T2" fmla="*/ 36 w 119"/>
                <a:gd name="T3" fmla="*/ 204 h 213"/>
                <a:gd name="T4" fmla="*/ 12 w 119"/>
                <a:gd name="T5" fmla="*/ 202 h 213"/>
                <a:gd name="T6" fmla="*/ 14 w 119"/>
                <a:gd name="T7" fmla="*/ 209 h 213"/>
                <a:gd name="T8" fmla="*/ 7 w 119"/>
                <a:gd name="T9" fmla="*/ 202 h 213"/>
                <a:gd name="T10" fmla="*/ 21 w 119"/>
                <a:gd name="T11" fmla="*/ 200 h 213"/>
                <a:gd name="T12" fmla="*/ 28 w 119"/>
                <a:gd name="T13" fmla="*/ 201 h 213"/>
                <a:gd name="T14" fmla="*/ 19 w 119"/>
                <a:gd name="T15" fmla="*/ 147 h 213"/>
                <a:gd name="T16" fmla="*/ 18 w 119"/>
                <a:gd name="T17" fmla="*/ 144 h 213"/>
                <a:gd name="T18" fmla="*/ 49 w 119"/>
                <a:gd name="T19" fmla="*/ 109 h 213"/>
                <a:gd name="T20" fmla="*/ 64 w 119"/>
                <a:gd name="T21" fmla="*/ 0 h 213"/>
                <a:gd name="T22" fmla="*/ 78 w 119"/>
                <a:gd name="T23" fmla="*/ 10 h 213"/>
                <a:gd name="T24" fmla="*/ 73 w 119"/>
                <a:gd name="T25" fmla="*/ 26 h 213"/>
                <a:gd name="T26" fmla="*/ 79 w 119"/>
                <a:gd name="T27" fmla="*/ 40 h 213"/>
                <a:gd name="T28" fmla="*/ 90 w 119"/>
                <a:gd name="T29" fmla="*/ 56 h 213"/>
                <a:gd name="T30" fmla="*/ 100 w 119"/>
                <a:gd name="T31" fmla="*/ 93 h 213"/>
                <a:gd name="T32" fmla="*/ 98 w 119"/>
                <a:gd name="T33" fmla="*/ 110 h 213"/>
                <a:gd name="T34" fmla="*/ 104 w 119"/>
                <a:gd name="T35" fmla="*/ 122 h 213"/>
                <a:gd name="T36" fmla="*/ 114 w 119"/>
                <a:gd name="T37" fmla="*/ 144 h 213"/>
                <a:gd name="T38" fmla="*/ 106 w 119"/>
                <a:gd name="T39" fmla="*/ 181 h 213"/>
                <a:gd name="T40" fmla="*/ 94 w 119"/>
                <a:gd name="T41" fmla="*/ 198 h 213"/>
                <a:gd name="T42" fmla="*/ 89 w 119"/>
                <a:gd name="T43" fmla="*/ 198 h 213"/>
                <a:gd name="T44" fmla="*/ 77 w 119"/>
                <a:gd name="T45" fmla="*/ 198 h 213"/>
                <a:gd name="T46" fmla="*/ 72 w 119"/>
                <a:gd name="T47" fmla="*/ 197 h 213"/>
                <a:gd name="T48" fmla="*/ 69 w 119"/>
                <a:gd name="T49" fmla="*/ 200 h 213"/>
                <a:gd name="T50" fmla="*/ 56 w 119"/>
                <a:gd name="T51" fmla="*/ 206 h 213"/>
                <a:gd name="T52" fmla="*/ 45 w 119"/>
                <a:gd name="T53" fmla="*/ 209 h 213"/>
                <a:gd name="T54" fmla="*/ 41 w 119"/>
                <a:gd name="T55" fmla="*/ 202 h 213"/>
                <a:gd name="T56" fmla="*/ 33 w 119"/>
                <a:gd name="T57" fmla="*/ 200 h 213"/>
                <a:gd name="T58" fmla="*/ 23 w 119"/>
                <a:gd name="T59" fmla="*/ 198 h 213"/>
                <a:gd name="T60" fmla="*/ 23 w 119"/>
                <a:gd name="T61" fmla="*/ 185 h 213"/>
                <a:gd name="T62" fmla="*/ 20 w 119"/>
                <a:gd name="T63" fmla="*/ 171 h 213"/>
                <a:gd name="T64" fmla="*/ 18 w 119"/>
                <a:gd name="T65" fmla="*/ 164 h 213"/>
                <a:gd name="T66" fmla="*/ 19 w 119"/>
                <a:gd name="T67" fmla="*/ 155 h 213"/>
                <a:gd name="T68" fmla="*/ 23 w 119"/>
                <a:gd name="T69" fmla="*/ 147 h 213"/>
                <a:gd name="T70" fmla="*/ 28 w 119"/>
                <a:gd name="T71" fmla="*/ 143 h 213"/>
                <a:gd name="T72" fmla="*/ 31 w 119"/>
                <a:gd name="T73" fmla="*/ 136 h 213"/>
                <a:gd name="T74" fmla="*/ 36 w 119"/>
                <a:gd name="T75" fmla="*/ 133 h 213"/>
                <a:gd name="T76" fmla="*/ 39 w 119"/>
                <a:gd name="T77" fmla="*/ 126 h 213"/>
                <a:gd name="T78" fmla="*/ 49 w 119"/>
                <a:gd name="T79" fmla="*/ 113 h 213"/>
                <a:gd name="T80" fmla="*/ 56 w 119"/>
                <a:gd name="T81" fmla="*/ 111 h 213"/>
                <a:gd name="T82" fmla="*/ 50 w 119"/>
                <a:gd name="T83" fmla="*/ 98 h 213"/>
                <a:gd name="T84" fmla="*/ 40 w 119"/>
                <a:gd name="T85" fmla="*/ 90 h 213"/>
                <a:gd name="T86" fmla="*/ 35 w 119"/>
                <a:gd name="T87" fmla="*/ 75 h 213"/>
                <a:gd name="T88" fmla="*/ 33 w 119"/>
                <a:gd name="T89" fmla="*/ 59 h 213"/>
                <a:gd name="T90" fmla="*/ 29 w 119"/>
                <a:gd name="T91" fmla="*/ 46 h 213"/>
                <a:gd name="T92" fmla="*/ 21 w 119"/>
                <a:gd name="T93" fmla="*/ 38 h 213"/>
                <a:gd name="T94" fmla="*/ 3 w 119"/>
                <a:gd name="T95" fmla="*/ 27 h 213"/>
                <a:gd name="T96" fmla="*/ 3 w 119"/>
                <a:gd name="T97" fmla="*/ 21 h 213"/>
                <a:gd name="T98" fmla="*/ 16 w 119"/>
                <a:gd name="T99" fmla="*/ 31 h 213"/>
                <a:gd name="T100" fmla="*/ 36 w 119"/>
                <a:gd name="T101" fmla="*/ 31 h 213"/>
                <a:gd name="T102" fmla="*/ 48 w 119"/>
                <a:gd name="T103" fmla="*/ 26 h 213"/>
                <a:gd name="T104" fmla="*/ 47 w 119"/>
                <a:gd name="T105" fmla="*/ 9 h 213"/>
                <a:gd name="T106" fmla="*/ 57 w 119"/>
                <a:gd name="T107" fmla="*/ 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9" h="213">
                  <a:moveTo>
                    <a:pt x="40" y="208"/>
                  </a:moveTo>
                  <a:lnTo>
                    <a:pt x="41" y="209"/>
                  </a:lnTo>
                  <a:lnTo>
                    <a:pt x="40" y="210"/>
                  </a:lnTo>
                  <a:lnTo>
                    <a:pt x="39" y="209"/>
                  </a:lnTo>
                  <a:lnTo>
                    <a:pt x="40" y="209"/>
                  </a:lnTo>
                  <a:lnTo>
                    <a:pt x="40" y="208"/>
                  </a:lnTo>
                  <a:close/>
                  <a:moveTo>
                    <a:pt x="37" y="205"/>
                  </a:moveTo>
                  <a:lnTo>
                    <a:pt x="37" y="206"/>
                  </a:lnTo>
                  <a:lnTo>
                    <a:pt x="37" y="206"/>
                  </a:lnTo>
                  <a:lnTo>
                    <a:pt x="37" y="205"/>
                  </a:lnTo>
                  <a:close/>
                  <a:moveTo>
                    <a:pt x="36" y="202"/>
                  </a:moveTo>
                  <a:lnTo>
                    <a:pt x="36" y="204"/>
                  </a:lnTo>
                  <a:lnTo>
                    <a:pt x="33" y="205"/>
                  </a:lnTo>
                  <a:lnTo>
                    <a:pt x="32" y="204"/>
                  </a:lnTo>
                  <a:lnTo>
                    <a:pt x="32" y="202"/>
                  </a:lnTo>
                  <a:lnTo>
                    <a:pt x="36" y="202"/>
                  </a:lnTo>
                  <a:close/>
                  <a:moveTo>
                    <a:pt x="10" y="200"/>
                  </a:moveTo>
                  <a:lnTo>
                    <a:pt x="12" y="202"/>
                  </a:lnTo>
                  <a:lnTo>
                    <a:pt x="14" y="204"/>
                  </a:lnTo>
                  <a:lnTo>
                    <a:pt x="11" y="204"/>
                  </a:lnTo>
                  <a:lnTo>
                    <a:pt x="11" y="205"/>
                  </a:lnTo>
                  <a:lnTo>
                    <a:pt x="12" y="206"/>
                  </a:lnTo>
                  <a:lnTo>
                    <a:pt x="14" y="206"/>
                  </a:lnTo>
                  <a:lnTo>
                    <a:pt x="14" y="209"/>
                  </a:lnTo>
                  <a:lnTo>
                    <a:pt x="12" y="209"/>
                  </a:lnTo>
                  <a:lnTo>
                    <a:pt x="11" y="208"/>
                  </a:lnTo>
                  <a:lnTo>
                    <a:pt x="8" y="206"/>
                  </a:lnTo>
                  <a:lnTo>
                    <a:pt x="7" y="205"/>
                  </a:lnTo>
                  <a:lnTo>
                    <a:pt x="6" y="204"/>
                  </a:lnTo>
                  <a:lnTo>
                    <a:pt x="7" y="202"/>
                  </a:lnTo>
                  <a:lnTo>
                    <a:pt x="10" y="204"/>
                  </a:lnTo>
                  <a:lnTo>
                    <a:pt x="10" y="202"/>
                  </a:lnTo>
                  <a:lnTo>
                    <a:pt x="8" y="202"/>
                  </a:lnTo>
                  <a:lnTo>
                    <a:pt x="8" y="200"/>
                  </a:lnTo>
                  <a:lnTo>
                    <a:pt x="10" y="200"/>
                  </a:lnTo>
                  <a:close/>
                  <a:moveTo>
                    <a:pt x="21" y="200"/>
                  </a:moveTo>
                  <a:lnTo>
                    <a:pt x="24" y="200"/>
                  </a:lnTo>
                  <a:lnTo>
                    <a:pt x="23" y="201"/>
                  </a:lnTo>
                  <a:lnTo>
                    <a:pt x="21" y="200"/>
                  </a:lnTo>
                  <a:close/>
                  <a:moveTo>
                    <a:pt x="28" y="198"/>
                  </a:moveTo>
                  <a:lnTo>
                    <a:pt x="29" y="201"/>
                  </a:lnTo>
                  <a:lnTo>
                    <a:pt x="28" y="201"/>
                  </a:lnTo>
                  <a:lnTo>
                    <a:pt x="28" y="201"/>
                  </a:lnTo>
                  <a:lnTo>
                    <a:pt x="28" y="198"/>
                  </a:lnTo>
                  <a:close/>
                  <a:moveTo>
                    <a:pt x="16" y="146"/>
                  </a:moveTo>
                  <a:lnTo>
                    <a:pt x="18" y="146"/>
                  </a:lnTo>
                  <a:lnTo>
                    <a:pt x="19" y="146"/>
                  </a:lnTo>
                  <a:lnTo>
                    <a:pt x="19" y="147"/>
                  </a:lnTo>
                  <a:lnTo>
                    <a:pt x="16" y="148"/>
                  </a:lnTo>
                  <a:lnTo>
                    <a:pt x="15" y="147"/>
                  </a:lnTo>
                  <a:lnTo>
                    <a:pt x="16" y="146"/>
                  </a:lnTo>
                  <a:close/>
                  <a:moveTo>
                    <a:pt x="18" y="142"/>
                  </a:moveTo>
                  <a:lnTo>
                    <a:pt x="19" y="143"/>
                  </a:lnTo>
                  <a:lnTo>
                    <a:pt x="18" y="144"/>
                  </a:lnTo>
                  <a:lnTo>
                    <a:pt x="16" y="144"/>
                  </a:lnTo>
                  <a:lnTo>
                    <a:pt x="18" y="142"/>
                  </a:lnTo>
                  <a:close/>
                  <a:moveTo>
                    <a:pt x="48" y="108"/>
                  </a:moveTo>
                  <a:lnTo>
                    <a:pt x="52" y="108"/>
                  </a:lnTo>
                  <a:lnTo>
                    <a:pt x="52" y="109"/>
                  </a:lnTo>
                  <a:lnTo>
                    <a:pt x="49" y="109"/>
                  </a:lnTo>
                  <a:lnTo>
                    <a:pt x="50" y="110"/>
                  </a:lnTo>
                  <a:lnTo>
                    <a:pt x="49" y="111"/>
                  </a:lnTo>
                  <a:lnTo>
                    <a:pt x="48" y="111"/>
                  </a:lnTo>
                  <a:lnTo>
                    <a:pt x="45" y="109"/>
                  </a:lnTo>
                  <a:lnTo>
                    <a:pt x="48" y="108"/>
                  </a:lnTo>
                  <a:close/>
                  <a:moveTo>
                    <a:pt x="64" y="0"/>
                  </a:moveTo>
                  <a:lnTo>
                    <a:pt x="66" y="1"/>
                  </a:lnTo>
                  <a:lnTo>
                    <a:pt x="69" y="5"/>
                  </a:lnTo>
                  <a:lnTo>
                    <a:pt x="70" y="6"/>
                  </a:lnTo>
                  <a:lnTo>
                    <a:pt x="73" y="8"/>
                  </a:lnTo>
                  <a:lnTo>
                    <a:pt x="77" y="8"/>
                  </a:lnTo>
                  <a:lnTo>
                    <a:pt x="78" y="10"/>
                  </a:lnTo>
                  <a:lnTo>
                    <a:pt x="81" y="11"/>
                  </a:lnTo>
                  <a:lnTo>
                    <a:pt x="79" y="14"/>
                  </a:lnTo>
                  <a:lnTo>
                    <a:pt x="78" y="18"/>
                  </a:lnTo>
                  <a:lnTo>
                    <a:pt x="78" y="23"/>
                  </a:lnTo>
                  <a:lnTo>
                    <a:pt x="75" y="25"/>
                  </a:lnTo>
                  <a:lnTo>
                    <a:pt x="73" y="26"/>
                  </a:lnTo>
                  <a:lnTo>
                    <a:pt x="75" y="26"/>
                  </a:lnTo>
                  <a:lnTo>
                    <a:pt x="74" y="29"/>
                  </a:lnTo>
                  <a:lnTo>
                    <a:pt x="74" y="33"/>
                  </a:lnTo>
                  <a:lnTo>
                    <a:pt x="75" y="35"/>
                  </a:lnTo>
                  <a:lnTo>
                    <a:pt x="77" y="40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3" y="46"/>
                  </a:lnTo>
                  <a:lnTo>
                    <a:pt x="85" y="47"/>
                  </a:lnTo>
                  <a:lnTo>
                    <a:pt x="90" y="51"/>
                  </a:lnTo>
                  <a:lnTo>
                    <a:pt x="91" y="52"/>
                  </a:lnTo>
                  <a:lnTo>
                    <a:pt x="90" y="56"/>
                  </a:lnTo>
                  <a:lnTo>
                    <a:pt x="89" y="60"/>
                  </a:lnTo>
                  <a:lnTo>
                    <a:pt x="86" y="65"/>
                  </a:lnTo>
                  <a:lnTo>
                    <a:pt x="89" y="68"/>
                  </a:lnTo>
                  <a:lnTo>
                    <a:pt x="90" y="72"/>
                  </a:lnTo>
                  <a:lnTo>
                    <a:pt x="95" y="80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101"/>
                  </a:lnTo>
                  <a:lnTo>
                    <a:pt x="98" y="104"/>
                  </a:lnTo>
                  <a:lnTo>
                    <a:pt x="100" y="104"/>
                  </a:lnTo>
                  <a:lnTo>
                    <a:pt x="98" y="106"/>
                  </a:lnTo>
                  <a:lnTo>
                    <a:pt x="98" y="110"/>
                  </a:lnTo>
                  <a:lnTo>
                    <a:pt x="99" y="111"/>
                  </a:lnTo>
                  <a:lnTo>
                    <a:pt x="103" y="113"/>
                  </a:lnTo>
                  <a:lnTo>
                    <a:pt x="103" y="114"/>
                  </a:lnTo>
                  <a:lnTo>
                    <a:pt x="103" y="115"/>
                  </a:lnTo>
                  <a:lnTo>
                    <a:pt x="103" y="119"/>
                  </a:lnTo>
                  <a:lnTo>
                    <a:pt x="104" y="122"/>
                  </a:lnTo>
                  <a:lnTo>
                    <a:pt x="108" y="125"/>
                  </a:lnTo>
                  <a:lnTo>
                    <a:pt x="108" y="129"/>
                  </a:lnTo>
                  <a:lnTo>
                    <a:pt x="106" y="131"/>
                  </a:lnTo>
                  <a:lnTo>
                    <a:pt x="104" y="135"/>
                  </a:lnTo>
                  <a:lnTo>
                    <a:pt x="111" y="143"/>
                  </a:lnTo>
                  <a:lnTo>
                    <a:pt x="114" y="144"/>
                  </a:lnTo>
                  <a:lnTo>
                    <a:pt x="119" y="150"/>
                  </a:lnTo>
                  <a:lnTo>
                    <a:pt x="119" y="154"/>
                  </a:lnTo>
                  <a:lnTo>
                    <a:pt x="116" y="161"/>
                  </a:lnTo>
                  <a:lnTo>
                    <a:pt x="111" y="169"/>
                  </a:lnTo>
                  <a:lnTo>
                    <a:pt x="108" y="176"/>
                  </a:lnTo>
                  <a:lnTo>
                    <a:pt x="106" y="181"/>
                  </a:lnTo>
                  <a:lnTo>
                    <a:pt x="102" y="186"/>
                  </a:lnTo>
                  <a:lnTo>
                    <a:pt x="99" y="188"/>
                  </a:lnTo>
                  <a:lnTo>
                    <a:pt x="94" y="193"/>
                  </a:lnTo>
                  <a:lnTo>
                    <a:pt x="94" y="196"/>
                  </a:lnTo>
                  <a:lnTo>
                    <a:pt x="94" y="197"/>
                  </a:lnTo>
                  <a:lnTo>
                    <a:pt x="94" y="198"/>
                  </a:lnTo>
                  <a:lnTo>
                    <a:pt x="91" y="197"/>
                  </a:lnTo>
                  <a:lnTo>
                    <a:pt x="91" y="196"/>
                  </a:lnTo>
                  <a:lnTo>
                    <a:pt x="89" y="196"/>
                  </a:lnTo>
                  <a:lnTo>
                    <a:pt x="89" y="196"/>
                  </a:lnTo>
                  <a:lnTo>
                    <a:pt x="89" y="197"/>
                  </a:lnTo>
                  <a:lnTo>
                    <a:pt x="89" y="198"/>
                  </a:lnTo>
                  <a:lnTo>
                    <a:pt x="85" y="200"/>
                  </a:lnTo>
                  <a:lnTo>
                    <a:pt x="83" y="197"/>
                  </a:lnTo>
                  <a:lnTo>
                    <a:pt x="81" y="198"/>
                  </a:lnTo>
                  <a:lnTo>
                    <a:pt x="79" y="200"/>
                  </a:lnTo>
                  <a:lnTo>
                    <a:pt x="78" y="198"/>
                  </a:lnTo>
                  <a:lnTo>
                    <a:pt x="77" y="198"/>
                  </a:lnTo>
                  <a:lnTo>
                    <a:pt x="77" y="200"/>
                  </a:lnTo>
                  <a:lnTo>
                    <a:pt x="75" y="200"/>
                  </a:lnTo>
                  <a:lnTo>
                    <a:pt x="74" y="197"/>
                  </a:lnTo>
                  <a:lnTo>
                    <a:pt x="74" y="200"/>
                  </a:lnTo>
                  <a:lnTo>
                    <a:pt x="73" y="198"/>
                  </a:lnTo>
                  <a:lnTo>
                    <a:pt x="72" y="197"/>
                  </a:lnTo>
                  <a:lnTo>
                    <a:pt x="70" y="197"/>
                  </a:lnTo>
                  <a:lnTo>
                    <a:pt x="72" y="200"/>
                  </a:lnTo>
                  <a:lnTo>
                    <a:pt x="70" y="200"/>
                  </a:lnTo>
                  <a:lnTo>
                    <a:pt x="69" y="202"/>
                  </a:lnTo>
                  <a:lnTo>
                    <a:pt x="68" y="202"/>
                  </a:lnTo>
                  <a:lnTo>
                    <a:pt x="69" y="200"/>
                  </a:lnTo>
                  <a:lnTo>
                    <a:pt x="68" y="200"/>
                  </a:lnTo>
                  <a:lnTo>
                    <a:pt x="66" y="202"/>
                  </a:lnTo>
                  <a:lnTo>
                    <a:pt x="64" y="202"/>
                  </a:lnTo>
                  <a:lnTo>
                    <a:pt x="61" y="201"/>
                  </a:lnTo>
                  <a:lnTo>
                    <a:pt x="61" y="202"/>
                  </a:lnTo>
                  <a:lnTo>
                    <a:pt x="56" y="206"/>
                  </a:lnTo>
                  <a:lnTo>
                    <a:pt x="54" y="206"/>
                  </a:lnTo>
                  <a:lnTo>
                    <a:pt x="50" y="209"/>
                  </a:lnTo>
                  <a:lnTo>
                    <a:pt x="48" y="209"/>
                  </a:lnTo>
                  <a:lnTo>
                    <a:pt x="47" y="210"/>
                  </a:lnTo>
                  <a:lnTo>
                    <a:pt x="47" y="208"/>
                  </a:lnTo>
                  <a:lnTo>
                    <a:pt x="45" y="209"/>
                  </a:lnTo>
                  <a:lnTo>
                    <a:pt x="44" y="213"/>
                  </a:lnTo>
                  <a:lnTo>
                    <a:pt x="43" y="211"/>
                  </a:lnTo>
                  <a:lnTo>
                    <a:pt x="44" y="209"/>
                  </a:lnTo>
                  <a:lnTo>
                    <a:pt x="43" y="208"/>
                  </a:lnTo>
                  <a:lnTo>
                    <a:pt x="40" y="204"/>
                  </a:lnTo>
                  <a:lnTo>
                    <a:pt x="41" y="202"/>
                  </a:lnTo>
                  <a:lnTo>
                    <a:pt x="41" y="200"/>
                  </a:lnTo>
                  <a:lnTo>
                    <a:pt x="39" y="202"/>
                  </a:lnTo>
                  <a:lnTo>
                    <a:pt x="37" y="202"/>
                  </a:lnTo>
                  <a:lnTo>
                    <a:pt x="39" y="201"/>
                  </a:lnTo>
                  <a:lnTo>
                    <a:pt x="37" y="200"/>
                  </a:lnTo>
                  <a:lnTo>
                    <a:pt x="33" y="200"/>
                  </a:lnTo>
                  <a:lnTo>
                    <a:pt x="32" y="198"/>
                  </a:lnTo>
                  <a:lnTo>
                    <a:pt x="31" y="200"/>
                  </a:lnTo>
                  <a:lnTo>
                    <a:pt x="28" y="196"/>
                  </a:lnTo>
                  <a:lnTo>
                    <a:pt x="27" y="198"/>
                  </a:lnTo>
                  <a:lnTo>
                    <a:pt x="25" y="197"/>
                  </a:lnTo>
                  <a:lnTo>
                    <a:pt x="23" y="198"/>
                  </a:lnTo>
                  <a:lnTo>
                    <a:pt x="21" y="197"/>
                  </a:lnTo>
                  <a:lnTo>
                    <a:pt x="21" y="196"/>
                  </a:lnTo>
                  <a:lnTo>
                    <a:pt x="23" y="193"/>
                  </a:lnTo>
                  <a:lnTo>
                    <a:pt x="21" y="190"/>
                  </a:lnTo>
                  <a:lnTo>
                    <a:pt x="21" y="186"/>
                  </a:lnTo>
                  <a:lnTo>
                    <a:pt x="23" y="185"/>
                  </a:lnTo>
                  <a:lnTo>
                    <a:pt x="23" y="181"/>
                  </a:lnTo>
                  <a:lnTo>
                    <a:pt x="24" y="180"/>
                  </a:lnTo>
                  <a:lnTo>
                    <a:pt x="23" y="177"/>
                  </a:lnTo>
                  <a:lnTo>
                    <a:pt x="23" y="176"/>
                  </a:lnTo>
                  <a:lnTo>
                    <a:pt x="21" y="175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68"/>
                  </a:lnTo>
                  <a:lnTo>
                    <a:pt x="20" y="167"/>
                  </a:lnTo>
                  <a:lnTo>
                    <a:pt x="20" y="164"/>
                  </a:lnTo>
                  <a:lnTo>
                    <a:pt x="19" y="163"/>
                  </a:lnTo>
                  <a:lnTo>
                    <a:pt x="18" y="164"/>
                  </a:lnTo>
                  <a:lnTo>
                    <a:pt x="18" y="161"/>
                  </a:lnTo>
                  <a:lnTo>
                    <a:pt x="18" y="160"/>
                  </a:lnTo>
                  <a:lnTo>
                    <a:pt x="18" y="159"/>
                  </a:lnTo>
                  <a:lnTo>
                    <a:pt x="16" y="156"/>
                  </a:lnTo>
                  <a:lnTo>
                    <a:pt x="18" y="155"/>
                  </a:lnTo>
                  <a:lnTo>
                    <a:pt x="19" y="155"/>
                  </a:lnTo>
                  <a:lnTo>
                    <a:pt x="20" y="152"/>
                  </a:lnTo>
                  <a:lnTo>
                    <a:pt x="19" y="150"/>
                  </a:lnTo>
                  <a:lnTo>
                    <a:pt x="20" y="150"/>
                  </a:lnTo>
                  <a:lnTo>
                    <a:pt x="19" y="147"/>
                  </a:lnTo>
                  <a:lnTo>
                    <a:pt x="21" y="146"/>
                  </a:lnTo>
                  <a:lnTo>
                    <a:pt x="23" y="147"/>
                  </a:lnTo>
                  <a:lnTo>
                    <a:pt x="23" y="148"/>
                  </a:lnTo>
                  <a:lnTo>
                    <a:pt x="24" y="148"/>
                  </a:lnTo>
                  <a:lnTo>
                    <a:pt x="25" y="147"/>
                  </a:lnTo>
                  <a:lnTo>
                    <a:pt x="27" y="146"/>
                  </a:lnTo>
                  <a:lnTo>
                    <a:pt x="28" y="144"/>
                  </a:lnTo>
                  <a:lnTo>
                    <a:pt x="28" y="143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8" y="142"/>
                  </a:lnTo>
                  <a:lnTo>
                    <a:pt x="28" y="140"/>
                  </a:lnTo>
                  <a:lnTo>
                    <a:pt x="29" y="138"/>
                  </a:lnTo>
                  <a:lnTo>
                    <a:pt x="31" y="136"/>
                  </a:lnTo>
                  <a:lnTo>
                    <a:pt x="32" y="138"/>
                  </a:lnTo>
                  <a:lnTo>
                    <a:pt x="35" y="139"/>
                  </a:lnTo>
                  <a:lnTo>
                    <a:pt x="33" y="138"/>
                  </a:lnTo>
                  <a:lnTo>
                    <a:pt x="32" y="135"/>
                  </a:lnTo>
                  <a:lnTo>
                    <a:pt x="33" y="133"/>
                  </a:lnTo>
                  <a:lnTo>
                    <a:pt x="36" y="133"/>
                  </a:lnTo>
                  <a:lnTo>
                    <a:pt x="37" y="131"/>
                  </a:lnTo>
                  <a:lnTo>
                    <a:pt x="36" y="129"/>
                  </a:lnTo>
                  <a:lnTo>
                    <a:pt x="37" y="129"/>
                  </a:lnTo>
                  <a:lnTo>
                    <a:pt x="37" y="130"/>
                  </a:lnTo>
                  <a:lnTo>
                    <a:pt x="39" y="129"/>
                  </a:lnTo>
                  <a:lnTo>
                    <a:pt x="39" y="126"/>
                  </a:lnTo>
                  <a:lnTo>
                    <a:pt x="43" y="122"/>
                  </a:lnTo>
                  <a:lnTo>
                    <a:pt x="44" y="121"/>
                  </a:lnTo>
                  <a:lnTo>
                    <a:pt x="44" y="119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9" y="113"/>
                  </a:lnTo>
                  <a:lnTo>
                    <a:pt x="52" y="113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2" y="111"/>
                  </a:lnTo>
                  <a:lnTo>
                    <a:pt x="53" y="110"/>
                  </a:lnTo>
                  <a:lnTo>
                    <a:pt x="56" y="111"/>
                  </a:lnTo>
                  <a:lnTo>
                    <a:pt x="52" y="108"/>
                  </a:lnTo>
                  <a:lnTo>
                    <a:pt x="53" y="108"/>
                  </a:lnTo>
                  <a:lnTo>
                    <a:pt x="53" y="104"/>
                  </a:lnTo>
                  <a:lnTo>
                    <a:pt x="52" y="102"/>
                  </a:lnTo>
                  <a:lnTo>
                    <a:pt x="53" y="101"/>
                  </a:lnTo>
                  <a:lnTo>
                    <a:pt x="50" y="98"/>
                  </a:lnTo>
                  <a:lnTo>
                    <a:pt x="47" y="98"/>
                  </a:lnTo>
                  <a:lnTo>
                    <a:pt x="44" y="96"/>
                  </a:lnTo>
                  <a:lnTo>
                    <a:pt x="41" y="96"/>
                  </a:lnTo>
                  <a:lnTo>
                    <a:pt x="41" y="94"/>
                  </a:lnTo>
                  <a:lnTo>
                    <a:pt x="41" y="92"/>
                  </a:lnTo>
                  <a:lnTo>
                    <a:pt x="40" y="90"/>
                  </a:lnTo>
                  <a:lnTo>
                    <a:pt x="37" y="86"/>
                  </a:lnTo>
                  <a:lnTo>
                    <a:pt x="35" y="86"/>
                  </a:lnTo>
                  <a:lnTo>
                    <a:pt x="35" y="83"/>
                  </a:lnTo>
                  <a:lnTo>
                    <a:pt x="35" y="81"/>
                  </a:lnTo>
                  <a:lnTo>
                    <a:pt x="35" y="76"/>
                  </a:lnTo>
                  <a:lnTo>
                    <a:pt x="35" y="75"/>
                  </a:lnTo>
                  <a:lnTo>
                    <a:pt x="35" y="72"/>
                  </a:lnTo>
                  <a:lnTo>
                    <a:pt x="35" y="68"/>
                  </a:lnTo>
                  <a:lnTo>
                    <a:pt x="33" y="67"/>
                  </a:lnTo>
                  <a:lnTo>
                    <a:pt x="32" y="63"/>
                  </a:lnTo>
                  <a:lnTo>
                    <a:pt x="33" y="61"/>
                  </a:lnTo>
                  <a:lnTo>
                    <a:pt x="33" y="59"/>
                  </a:lnTo>
                  <a:lnTo>
                    <a:pt x="29" y="59"/>
                  </a:lnTo>
                  <a:lnTo>
                    <a:pt x="29" y="56"/>
                  </a:lnTo>
                  <a:lnTo>
                    <a:pt x="31" y="54"/>
                  </a:lnTo>
                  <a:lnTo>
                    <a:pt x="29" y="50"/>
                  </a:lnTo>
                  <a:lnTo>
                    <a:pt x="31" y="47"/>
                  </a:lnTo>
                  <a:lnTo>
                    <a:pt x="29" y="46"/>
                  </a:lnTo>
                  <a:lnTo>
                    <a:pt x="28" y="46"/>
                  </a:lnTo>
                  <a:lnTo>
                    <a:pt x="25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0"/>
                  </a:lnTo>
                  <a:lnTo>
                    <a:pt x="21" y="38"/>
                  </a:lnTo>
                  <a:lnTo>
                    <a:pt x="19" y="38"/>
                  </a:lnTo>
                  <a:lnTo>
                    <a:pt x="18" y="36"/>
                  </a:lnTo>
                  <a:lnTo>
                    <a:pt x="12" y="36"/>
                  </a:lnTo>
                  <a:lnTo>
                    <a:pt x="10" y="34"/>
                  </a:lnTo>
                  <a:lnTo>
                    <a:pt x="6" y="29"/>
                  </a:lnTo>
                  <a:lnTo>
                    <a:pt x="3" y="27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3" y="25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4" y="19"/>
                  </a:lnTo>
                  <a:lnTo>
                    <a:pt x="7" y="19"/>
                  </a:lnTo>
                  <a:lnTo>
                    <a:pt x="8" y="22"/>
                  </a:lnTo>
                  <a:lnTo>
                    <a:pt x="14" y="26"/>
                  </a:lnTo>
                  <a:lnTo>
                    <a:pt x="14" y="29"/>
                  </a:lnTo>
                  <a:lnTo>
                    <a:pt x="16" y="31"/>
                  </a:lnTo>
                  <a:lnTo>
                    <a:pt x="19" y="33"/>
                  </a:lnTo>
                  <a:lnTo>
                    <a:pt x="25" y="33"/>
                  </a:lnTo>
                  <a:lnTo>
                    <a:pt x="28" y="30"/>
                  </a:lnTo>
                  <a:lnTo>
                    <a:pt x="29" y="29"/>
                  </a:lnTo>
                  <a:lnTo>
                    <a:pt x="32" y="29"/>
                  </a:lnTo>
                  <a:lnTo>
                    <a:pt x="36" y="31"/>
                  </a:lnTo>
                  <a:lnTo>
                    <a:pt x="39" y="31"/>
                  </a:lnTo>
                  <a:lnTo>
                    <a:pt x="40" y="29"/>
                  </a:lnTo>
                  <a:lnTo>
                    <a:pt x="41" y="29"/>
                  </a:lnTo>
                  <a:lnTo>
                    <a:pt x="44" y="26"/>
                  </a:lnTo>
                  <a:lnTo>
                    <a:pt x="45" y="27"/>
                  </a:lnTo>
                  <a:lnTo>
                    <a:pt x="48" y="26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7" y="18"/>
                  </a:lnTo>
                  <a:lnTo>
                    <a:pt x="47" y="11"/>
                  </a:lnTo>
                  <a:lnTo>
                    <a:pt x="48" y="10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50" y="5"/>
                  </a:lnTo>
                  <a:lnTo>
                    <a:pt x="49" y="4"/>
                  </a:lnTo>
                  <a:lnTo>
                    <a:pt x="52" y="2"/>
                  </a:lnTo>
                  <a:lnTo>
                    <a:pt x="56" y="4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8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3" name="Freeform 378"/>
            <p:cNvSpPr>
              <a:spLocks noEditPoints="1"/>
            </p:cNvSpPr>
            <p:nvPr/>
          </p:nvSpPr>
          <p:spPr bwMode="auto">
            <a:xfrm>
              <a:off x="6333719" y="2282139"/>
              <a:ext cx="162416" cy="109124"/>
            </a:xfrm>
            <a:custGeom>
              <a:avLst/>
              <a:gdLst>
                <a:gd name="T0" fmla="*/ 7 w 64"/>
                <a:gd name="T1" fmla="*/ 22 h 43"/>
                <a:gd name="T2" fmla="*/ 12 w 64"/>
                <a:gd name="T3" fmla="*/ 23 h 43"/>
                <a:gd name="T4" fmla="*/ 14 w 64"/>
                <a:gd name="T5" fmla="*/ 25 h 43"/>
                <a:gd name="T6" fmla="*/ 12 w 64"/>
                <a:gd name="T7" fmla="*/ 25 h 43"/>
                <a:gd name="T8" fmla="*/ 10 w 64"/>
                <a:gd name="T9" fmla="*/ 29 h 43"/>
                <a:gd name="T10" fmla="*/ 4 w 64"/>
                <a:gd name="T11" fmla="*/ 33 h 43"/>
                <a:gd name="T12" fmla="*/ 3 w 64"/>
                <a:gd name="T13" fmla="*/ 35 h 43"/>
                <a:gd name="T14" fmla="*/ 2 w 64"/>
                <a:gd name="T15" fmla="*/ 33 h 43"/>
                <a:gd name="T16" fmla="*/ 4 w 64"/>
                <a:gd name="T17" fmla="*/ 31 h 43"/>
                <a:gd name="T18" fmla="*/ 0 w 64"/>
                <a:gd name="T19" fmla="*/ 29 h 43"/>
                <a:gd name="T20" fmla="*/ 2 w 64"/>
                <a:gd name="T21" fmla="*/ 26 h 43"/>
                <a:gd name="T22" fmla="*/ 0 w 64"/>
                <a:gd name="T23" fmla="*/ 25 h 43"/>
                <a:gd name="T24" fmla="*/ 0 w 64"/>
                <a:gd name="T25" fmla="*/ 23 h 43"/>
                <a:gd name="T26" fmla="*/ 3 w 64"/>
                <a:gd name="T27" fmla="*/ 25 h 43"/>
                <a:gd name="T28" fmla="*/ 4 w 64"/>
                <a:gd name="T29" fmla="*/ 23 h 43"/>
                <a:gd name="T30" fmla="*/ 12 w 64"/>
                <a:gd name="T31" fmla="*/ 21 h 43"/>
                <a:gd name="T32" fmla="*/ 16 w 64"/>
                <a:gd name="T33" fmla="*/ 23 h 43"/>
                <a:gd name="T34" fmla="*/ 12 w 64"/>
                <a:gd name="T35" fmla="*/ 22 h 43"/>
                <a:gd name="T36" fmla="*/ 14 w 64"/>
                <a:gd name="T37" fmla="*/ 14 h 43"/>
                <a:gd name="T38" fmla="*/ 12 w 64"/>
                <a:gd name="T39" fmla="*/ 16 h 43"/>
                <a:gd name="T40" fmla="*/ 14 w 64"/>
                <a:gd name="T41" fmla="*/ 14 h 43"/>
                <a:gd name="T42" fmla="*/ 7 w 64"/>
                <a:gd name="T43" fmla="*/ 14 h 43"/>
                <a:gd name="T44" fmla="*/ 11 w 64"/>
                <a:gd name="T45" fmla="*/ 16 h 43"/>
                <a:gd name="T46" fmla="*/ 11 w 64"/>
                <a:gd name="T47" fmla="*/ 17 h 43"/>
                <a:gd name="T48" fmla="*/ 7 w 64"/>
                <a:gd name="T49" fmla="*/ 21 h 43"/>
                <a:gd name="T50" fmla="*/ 4 w 64"/>
                <a:gd name="T51" fmla="*/ 18 h 43"/>
                <a:gd name="T52" fmla="*/ 2 w 64"/>
                <a:gd name="T53" fmla="*/ 18 h 43"/>
                <a:gd name="T54" fmla="*/ 6 w 64"/>
                <a:gd name="T55" fmla="*/ 16 h 43"/>
                <a:gd name="T56" fmla="*/ 36 w 64"/>
                <a:gd name="T57" fmla="*/ 0 h 43"/>
                <a:gd name="T58" fmla="*/ 41 w 64"/>
                <a:gd name="T59" fmla="*/ 2 h 43"/>
                <a:gd name="T60" fmla="*/ 48 w 64"/>
                <a:gd name="T61" fmla="*/ 2 h 43"/>
                <a:gd name="T62" fmla="*/ 61 w 64"/>
                <a:gd name="T63" fmla="*/ 6 h 43"/>
                <a:gd name="T64" fmla="*/ 62 w 64"/>
                <a:gd name="T65" fmla="*/ 6 h 43"/>
                <a:gd name="T66" fmla="*/ 62 w 64"/>
                <a:gd name="T67" fmla="*/ 8 h 43"/>
                <a:gd name="T68" fmla="*/ 60 w 64"/>
                <a:gd name="T69" fmla="*/ 14 h 43"/>
                <a:gd name="T70" fmla="*/ 57 w 64"/>
                <a:gd name="T71" fmla="*/ 23 h 43"/>
                <a:gd name="T72" fmla="*/ 64 w 64"/>
                <a:gd name="T73" fmla="*/ 35 h 43"/>
                <a:gd name="T74" fmla="*/ 61 w 64"/>
                <a:gd name="T75" fmla="*/ 39 h 43"/>
                <a:gd name="T76" fmla="*/ 56 w 64"/>
                <a:gd name="T77" fmla="*/ 42 h 43"/>
                <a:gd name="T78" fmla="*/ 50 w 64"/>
                <a:gd name="T79" fmla="*/ 41 h 43"/>
                <a:gd name="T80" fmla="*/ 46 w 64"/>
                <a:gd name="T81" fmla="*/ 37 h 43"/>
                <a:gd name="T82" fmla="*/ 41 w 64"/>
                <a:gd name="T83" fmla="*/ 35 h 43"/>
                <a:gd name="T84" fmla="*/ 39 w 64"/>
                <a:gd name="T85" fmla="*/ 31 h 43"/>
                <a:gd name="T86" fmla="*/ 37 w 64"/>
                <a:gd name="T87" fmla="*/ 34 h 43"/>
                <a:gd name="T88" fmla="*/ 31 w 64"/>
                <a:gd name="T89" fmla="*/ 33 h 43"/>
                <a:gd name="T90" fmla="*/ 27 w 64"/>
                <a:gd name="T91" fmla="*/ 35 h 43"/>
                <a:gd name="T92" fmla="*/ 28 w 64"/>
                <a:gd name="T93" fmla="*/ 27 h 43"/>
                <a:gd name="T94" fmla="*/ 24 w 64"/>
                <a:gd name="T95" fmla="*/ 27 h 43"/>
                <a:gd name="T96" fmla="*/ 23 w 64"/>
                <a:gd name="T97" fmla="*/ 30 h 43"/>
                <a:gd name="T98" fmla="*/ 17 w 64"/>
                <a:gd name="T99" fmla="*/ 23 h 43"/>
                <a:gd name="T100" fmla="*/ 19 w 64"/>
                <a:gd name="T101" fmla="*/ 21 h 43"/>
                <a:gd name="T102" fmla="*/ 17 w 64"/>
                <a:gd name="T103" fmla="*/ 18 h 43"/>
                <a:gd name="T104" fmla="*/ 16 w 64"/>
                <a:gd name="T105" fmla="*/ 20 h 43"/>
                <a:gd name="T106" fmla="*/ 17 w 64"/>
                <a:gd name="T107" fmla="*/ 9 h 43"/>
                <a:gd name="T108" fmla="*/ 23 w 64"/>
                <a:gd name="T109" fmla="*/ 8 h 43"/>
                <a:gd name="T110" fmla="*/ 25 w 64"/>
                <a:gd name="T111" fmla="*/ 5 h 43"/>
                <a:gd name="T112" fmla="*/ 28 w 64"/>
                <a:gd name="T113" fmla="*/ 4 h 43"/>
                <a:gd name="T114" fmla="*/ 33 w 64"/>
                <a:gd name="T115" fmla="*/ 5 h 43"/>
                <a:gd name="T116" fmla="*/ 36 w 64"/>
                <a:gd name="T117" fmla="*/ 4 h 43"/>
                <a:gd name="T118" fmla="*/ 35 w 64"/>
                <a:gd name="T119" fmla="*/ 1 h 43"/>
                <a:gd name="T120" fmla="*/ 36 w 64"/>
                <a:gd name="T12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4" h="43">
                  <a:moveTo>
                    <a:pt x="6" y="22"/>
                  </a:moveTo>
                  <a:lnTo>
                    <a:pt x="7" y="22"/>
                  </a:lnTo>
                  <a:lnTo>
                    <a:pt x="11" y="22"/>
                  </a:lnTo>
                  <a:lnTo>
                    <a:pt x="12" y="23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6"/>
                  </a:lnTo>
                  <a:lnTo>
                    <a:pt x="12" y="25"/>
                  </a:lnTo>
                  <a:lnTo>
                    <a:pt x="11" y="27"/>
                  </a:lnTo>
                  <a:lnTo>
                    <a:pt x="10" y="29"/>
                  </a:lnTo>
                  <a:lnTo>
                    <a:pt x="6" y="30"/>
                  </a:lnTo>
                  <a:lnTo>
                    <a:pt x="4" y="33"/>
                  </a:lnTo>
                  <a:lnTo>
                    <a:pt x="4" y="34"/>
                  </a:lnTo>
                  <a:lnTo>
                    <a:pt x="3" y="35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3" y="33"/>
                  </a:lnTo>
                  <a:lnTo>
                    <a:pt x="4" y="31"/>
                  </a:lnTo>
                  <a:lnTo>
                    <a:pt x="2" y="29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3" y="25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6" y="22"/>
                  </a:lnTo>
                  <a:close/>
                  <a:moveTo>
                    <a:pt x="12" y="21"/>
                  </a:moveTo>
                  <a:lnTo>
                    <a:pt x="15" y="21"/>
                  </a:lnTo>
                  <a:lnTo>
                    <a:pt x="16" y="23"/>
                  </a:lnTo>
                  <a:lnTo>
                    <a:pt x="15" y="23"/>
                  </a:lnTo>
                  <a:lnTo>
                    <a:pt x="12" y="22"/>
                  </a:lnTo>
                  <a:lnTo>
                    <a:pt x="12" y="21"/>
                  </a:lnTo>
                  <a:close/>
                  <a:moveTo>
                    <a:pt x="14" y="14"/>
                  </a:moveTo>
                  <a:lnTo>
                    <a:pt x="15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4" y="14"/>
                  </a:lnTo>
                  <a:close/>
                  <a:moveTo>
                    <a:pt x="6" y="14"/>
                  </a:moveTo>
                  <a:lnTo>
                    <a:pt x="7" y="14"/>
                  </a:lnTo>
                  <a:lnTo>
                    <a:pt x="8" y="16"/>
                  </a:lnTo>
                  <a:lnTo>
                    <a:pt x="11" y="16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8" y="18"/>
                  </a:lnTo>
                  <a:lnTo>
                    <a:pt x="7" y="21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4"/>
                  </a:lnTo>
                  <a:close/>
                  <a:moveTo>
                    <a:pt x="36" y="0"/>
                  </a:moveTo>
                  <a:lnTo>
                    <a:pt x="39" y="2"/>
                  </a:lnTo>
                  <a:lnTo>
                    <a:pt x="41" y="2"/>
                  </a:lnTo>
                  <a:lnTo>
                    <a:pt x="42" y="4"/>
                  </a:lnTo>
                  <a:lnTo>
                    <a:pt x="48" y="2"/>
                  </a:lnTo>
                  <a:lnTo>
                    <a:pt x="52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2" y="6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1" y="10"/>
                  </a:lnTo>
                  <a:lnTo>
                    <a:pt x="60" y="14"/>
                  </a:lnTo>
                  <a:lnTo>
                    <a:pt x="58" y="14"/>
                  </a:lnTo>
                  <a:lnTo>
                    <a:pt x="57" y="23"/>
                  </a:lnTo>
                  <a:lnTo>
                    <a:pt x="64" y="34"/>
                  </a:lnTo>
                  <a:lnTo>
                    <a:pt x="64" y="35"/>
                  </a:lnTo>
                  <a:lnTo>
                    <a:pt x="61" y="38"/>
                  </a:lnTo>
                  <a:lnTo>
                    <a:pt x="61" y="39"/>
                  </a:lnTo>
                  <a:lnTo>
                    <a:pt x="60" y="42"/>
                  </a:lnTo>
                  <a:lnTo>
                    <a:pt x="56" y="42"/>
                  </a:lnTo>
                  <a:lnTo>
                    <a:pt x="52" y="43"/>
                  </a:lnTo>
                  <a:lnTo>
                    <a:pt x="50" y="41"/>
                  </a:lnTo>
                  <a:lnTo>
                    <a:pt x="48" y="39"/>
                  </a:lnTo>
                  <a:lnTo>
                    <a:pt x="46" y="37"/>
                  </a:lnTo>
                  <a:lnTo>
                    <a:pt x="42" y="35"/>
                  </a:lnTo>
                  <a:lnTo>
                    <a:pt x="41" y="35"/>
                  </a:lnTo>
                  <a:lnTo>
                    <a:pt x="41" y="33"/>
                  </a:lnTo>
                  <a:lnTo>
                    <a:pt x="39" y="31"/>
                  </a:lnTo>
                  <a:lnTo>
                    <a:pt x="39" y="34"/>
                  </a:lnTo>
                  <a:lnTo>
                    <a:pt x="37" y="34"/>
                  </a:lnTo>
                  <a:lnTo>
                    <a:pt x="35" y="31"/>
                  </a:lnTo>
                  <a:lnTo>
                    <a:pt x="31" y="33"/>
                  </a:lnTo>
                  <a:lnTo>
                    <a:pt x="28" y="34"/>
                  </a:lnTo>
                  <a:lnTo>
                    <a:pt x="27" y="35"/>
                  </a:lnTo>
                  <a:lnTo>
                    <a:pt x="27" y="34"/>
                  </a:lnTo>
                  <a:lnTo>
                    <a:pt x="28" y="27"/>
                  </a:lnTo>
                  <a:lnTo>
                    <a:pt x="27" y="26"/>
                  </a:lnTo>
                  <a:lnTo>
                    <a:pt x="24" y="27"/>
                  </a:lnTo>
                  <a:lnTo>
                    <a:pt x="24" y="30"/>
                  </a:lnTo>
                  <a:lnTo>
                    <a:pt x="23" y="30"/>
                  </a:lnTo>
                  <a:lnTo>
                    <a:pt x="20" y="27"/>
                  </a:lnTo>
                  <a:lnTo>
                    <a:pt x="17" y="23"/>
                  </a:lnTo>
                  <a:lnTo>
                    <a:pt x="17" y="21"/>
                  </a:lnTo>
                  <a:lnTo>
                    <a:pt x="19" y="21"/>
                  </a:lnTo>
                  <a:lnTo>
                    <a:pt x="20" y="20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6" y="20"/>
                  </a:lnTo>
                  <a:lnTo>
                    <a:pt x="16" y="12"/>
                  </a:lnTo>
                  <a:lnTo>
                    <a:pt x="17" y="9"/>
                  </a:lnTo>
                  <a:lnTo>
                    <a:pt x="21" y="8"/>
                  </a:lnTo>
                  <a:lnTo>
                    <a:pt x="23" y="8"/>
                  </a:lnTo>
                  <a:lnTo>
                    <a:pt x="23" y="6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5" y="1"/>
                  </a:lnTo>
                  <a:lnTo>
                    <a:pt x="36" y="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4" name="Freeform 379"/>
            <p:cNvSpPr>
              <a:spLocks/>
            </p:cNvSpPr>
            <p:nvPr/>
          </p:nvSpPr>
          <p:spPr bwMode="auto">
            <a:xfrm>
              <a:off x="6318492" y="2360809"/>
              <a:ext cx="190332" cy="104048"/>
            </a:xfrm>
            <a:custGeom>
              <a:avLst/>
              <a:gdLst>
                <a:gd name="T0" fmla="*/ 43 w 75"/>
                <a:gd name="T1" fmla="*/ 3 h 41"/>
                <a:gd name="T2" fmla="*/ 45 w 75"/>
                <a:gd name="T3" fmla="*/ 0 h 41"/>
                <a:gd name="T4" fmla="*/ 47 w 75"/>
                <a:gd name="T5" fmla="*/ 4 h 41"/>
                <a:gd name="T6" fmla="*/ 52 w 75"/>
                <a:gd name="T7" fmla="*/ 6 h 41"/>
                <a:gd name="T8" fmla="*/ 56 w 75"/>
                <a:gd name="T9" fmla="*/ 10 h 41"/>
                <a:gd name="T10" fmla="*/ 62 w 75"/>
                <a:gd name="T11" fmla="*/ 11 h 41"/>
                <a:gd name="T12" fmla="*/ 68 w 75"/>
                <a:gd name="T13" fmla="*/ 14 h 41"/>
                <a:gd name="T14" fmla="*/ 70 w 75"/>
                <a:gd name="T15" fmla="*/ 16 h 41"/>
                <a:gd name="T16" fmla="*/ 70 w 75"/>
                <a:gd name="T17" fmla="*/ 19 h 41"/>
                <a:gd name="T18" fmla="*/ 72 w 75"/>
                <a:gd name="T19" fmla="*/ 23 h 41"/>
                <a:gd name="T20" fmla="*/ 75 w 75"/>
                <a:gd name="T21" fmla="*/ 29 h 41"/>
                <a:gd name="T22" fmla="*/ 73 w 75"/>
                <a:gd name="T23" fmla="*/ 33 h 41"/>
                <a:gd name="T24" fmla="*/ 70 w 75"/>
                <a:gd name="T25" fmla="*/ 36 h 41"/>
                <a:gd name="T26" fmla="*/ 64 w 75"/>
                <a:gd name="T27" fmla="*/ 40 h 41"/>
                <a:gd name="T28" fmla="*/ 60 w 75"/>
                <a:gd name="T29" fmla="*/ 41 h 41"/>
                <a:gd name="T30" fmla="*/ 56 w 75"/>
                <a:gd name="T31" fmla="*/ 40 h 41"/>
                <a:gd name="T32" fmla="*/ 51 w 75"/>
                <a:gd name="T33" fmla="*/ 36 h 41"/>
                <a:gd name="T34" fmla="*/ 45 w 75"/>
                <a:gd name="T35" fmla="*/ 32 h 41"/>
                <a:gd name="T36" fmla="*/ 37 w 75"/>
                <a:gd name="T37" fmla="*/ 33 h 41"/>
                <a:gd name="T38" fmla="*/ 31 w 75"/>
                <a:gd name="T39" fmla="*/ 32 h 41"/>
                <a:gd name="T40" fmla="*/ 27 w 75"/>
                <a:gd name="T41" fmla="*/ 29 h 41"/>
                <a:gd name="T42" fmla="*/ 25 w 75"/>
                <a:gd name="T43" fmla="*/ 29 h 41"/>
                <a:gd name="T44" fmla="*/ 21 w 75"/>
                <a:gd name="T45" fmla="*/ 29 h 41"/>
                <a:gd name="T46" fmla="*/ 14 w 75"/>
                <a:gd name="T47" fmla="*/ 29 h 41"/>
                <a:gd name="T48" fmla="*/ 5 w 75"/>
                <a:gd name="T49" fmla="*/ 33 h 41"/>
                <a:gd name="T50" fmla="*/ 2 w 75"/>
                <a:gd name="T51" fmla="*/ 36 h 41"/>
                <a:gd name="T52" fmla="*/ 1 w 75"/>
                <a:gd name="T53" fmla="*/ 35 h 41"/>
                <a:gd name="T54" fmla="*/ 1 w 75"/>
                <a:gd name="T55" fmla="*/ 28 h 41"/>
                <a:gd name="T56" fmla="*/ 1 w 75"/>
                <a:gd name="T57" fmla="*/ 23 h 41"/>
                <a:gd name="T58" fmla="*/ 4 w 75"/>
                <a:gd name="T59" fmla="*/ 15 h 41"/>
                <a:gd name="T60" fmla="*/ 5 w 75"/>
                <a:gd name="T61" fmla="*/ 14 h 41"/>
                <a:gd name="T62" fmla="*/ 9 w 75"/>
                <a:gd name="T63" fmla="*/ 10 h 41"/>
                <a:gd name="T64" fmla="*/ 13 w 75"/>
                <a:gd name="T65" fmla="*/ 8 h 41"/>
                <a:gd name="T66" fmla="*/ 17 w 75"/>
                <a:gd name="T67" fmla="*/ 6 h 41"/>
                <a:gd name="T68" fmla="*/ 22 w 75"/>
                <a:gd name="T69" fmla="*/ 16 h 41"/>
                <a:gd name="T70" fmla="*/ 25 w 75"/>
                <a:gd name="T71" fmla="*/ 20 h 41"/>
                <a:gd name="T72" fmla="*/ 31 w 75"/>
                <a:gd name="T73" fmla="*/ 16 h 41"/>
                <a:gd name="T74" fmla="*/ 33 w 75"/>
                <a:gd name="T75" fmla="*/ 7 h 41"/>
                <a:gd name="T76" fmla="*/ 34 w 75"/>
                <a:gd name="T77" fmla="*/ 3 h 41"/>
                <a:gd name="T78" fmla="*/ 41 w 75"/>
                <a:gd name="T7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5" h="41">
                  <a:moveTo>
                    <a:pt x="41" y="0"/>
                  </a:moveTo>
                  <a:lnTo>
                    <a:pt x="43" y="3"/>
                  </a:lnTo>
                  <a:lnTo>
                    <a:pt x="45" y="3"/>
                  </a:lnTo>
                  <a:lnTo>
                    <a:pt x="45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8" y="4"/>
                  </a:lnTo>
                  <a:lnTo>
                    <a:pt x="52" y="6"/>
                  </a:lnTo>
                  <a:lnTo>
                    <a:pt x="54" y="8"/>
                  </a:lnTo>
                  <a:lnTo>
                    <a:pt x="56" y="10"/>
                  </a:lnTo>
                  <a:lnTo>
                    <a:pt x="58" y="12"/>
                  </a:lnTo>
                  <a:lnTo>
                    <a:pt x="62" y="11"/>
                  </a:lnTo>
                  <a:lnTo>
                    <a:pt x="68" y="12"/>
                  </a:lnTo>
                  <a:lnTo>
                    <a:pt x="68" y="14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0" y="19"/>
                  </a:lnTo>
                  <a:lnTo>
                    <a:pt x="71" y="23"/>
                  </a:lnTo>
                  <a:lnTo>
                    <a:pt x="72" y="23"/>
                  </a:lnTo>
                  <a:lnTo>
                    <a:pt x="72" y="27"/>
                  </a:lnTo>
                  <a:lnTo>
                    <a:pt x="75" y="29"/>
                  </a:lnTo>
                  <a:lnTo>
                    <a:pt x="75" y="32"/>
                  </a:lnTo>
                  <a:lnTo>
                    <a:pt x="73" y="33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9"/>
                  </a:lnTo>
                  <a:lnTo>
                    <a:pt x="64" y="40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59" y="41"/>
                  </a:lnTo>
                  <a:lnTo>
                    <a:pt x="56" y="40"/>
                  </a:lnTo>
                  <a:lnTo>
                    <a:pt x="54" y="37"/>
                  </a:lnTo>
                  <a:lnTo>
                    <a:pt x="51" y="36"/>
                  </a:lnTo>
                  <a:lnTo>
                    <a:pt x="47" y="33"/>
                  </a:lnTo>
                  <a:lnTo>
                    <a:pt x="45" y="32"/>
                  </a:lnTo>
                  <a:lnTo>
                    <a:pt x="41" y="31"/>
                  </a:lnTo>
                  <a:lnTo>
                    <a:pt x="37" y="33"/>
                  </a:lnTo>
                  <a:lnTo>
                    <a:pt x="35" y="32"/>
                  </a:lnTo>
                  <a:lnTo>
                    <a:pt x="31" y="32"/>
                  </a:lnTo>
                  <a:lnTo>
                    <a:pt x="30" y="31"/>
                  </a:lnTo>
                  <a:lnTo>
                    <a:pt x="27" y="29"/>
                  </a:lnTo>
                  <a:lnTo>
                    <a:pt x="27" y="28"/>
                  </a:lnTo>
                  <a:lnTo>
                    <a:pt x="25" y="29"/>
                  </a:lnTo>
                  <a:lnTo>
                    <a:pt x="22" y="31"/>
                  </a:lnTo>
                  <a:lnTo>
                    <a:pt x="21" y="29"/>
                  </a:lnTo>
                  <a:lnTo>
                    <a:pt x="18" y="29"/>
                  </a:lnTo>
                  <a:lnTo>
                    <a:pt x="14" y="29"/>
                  </a:lnTo>
                  <a:lnTo>
                    <a:pt x="8" y="31"/>
                  </a:lnTo>
                  <a:lnTo>
                    <a:pt x="5" y="33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0" y="29"/>
                  </a:lnTo>
                  <a:lnTo>
                    <a:pt x="1" y="28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4" y="19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6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3" y="8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7" y="10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5" y="20"/>
                  </a:lnTo>
                  <a:lnTo>
                    <a:pt x="29" y="20"/>
                  </a:lnTo>
                  <a:lnTo>
                    <a:pt x="31" y="16"/>
                  </a:lnTo>
                  <a:lnTo>
                    <a:pt x="33" y="12"/>
                  </a:lnTo>
                  <a:lnTo>
                    <a:pt x="33" y="7"/>
                  </a:lnTo>
                  <a:lnTo>
                    <a:pt x="33" y="4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5" name="Freeform 380"/>
            <p:cNvSpPr>
              <a:spLocks/>
            </p:cNvSpPr>
            <p:nvPr/>
          </p:nvSpPr>
          <p:spPr bwMode="auto">
            <a:xfrm>
              <a:off x="6323568" y="2431866"/>
              <a:ext cx="147189" cy="109124"/>
            </a:xfrm>
            <a:custGeom>
              <a:avLst/>
              <a:gdLst>
                <a:gd name="T0" fmla="*/ 25 w 58"/>
                <a:gd name="T1" fmla="*/ 0 h 43"/>
                <a:gd name="T2" fmla="*/ 25 w 58"/>
                <a:gd name="T3" fmla="*/ 1 h 43"/>
                <a:gd name="T4" fmla="*/ 28 w 58"/>
                <a:gd name="T5" fmla="*/ 3 h 43"/>
                <a:gd name="T6" fmla="*/ 29 w 58"/>
                <a:gd name="T7" fmla="*/ 4 h 43"/>
                <a:gd name="T8" fmla="*/ 33 w 58"/>
                <a:gd name="T9" fmla="*/ 4 h 43"/>
                <a:gd name="T10" fmla="*/ 35 w 58"/>
                <a:gd name="T11" fmla="*/ 5 h 43"/>
                <a:gd name="T12" fmla="*/ 39 w 58"/>
                <a:gd name="T13" fmla="*/ 3 h 43"/>
                <a:gd name="T14" fmla="*/ 43 w 58"/>
                <a:gd name="T15" fmla="*/ 4 h 43"/>
                <a:gd name="T16" fmla="*/ 45 w 58"/>
                <a:gd name="T17" fmla="*/ 5 h 43"/>
                <a:gd name="T18" fmla="*/ 49 w 58"/>
                <a:gd name="T19" fmla="*/ 8 h 43"/>
                <a:gd name="T20" fmla="*/ 52 w 58"/>
                <a:gd name="T21" fmla="*/ 9 h 43"/>
                <a:gd name="T22" fmla="*/ 54 w 58"/>
                <a:gd name="T23" fmla="*/ 12 h 43"/>
                <a:gd name="T24" fmla="*/ 57 w 58"/>
                <a:gd name="T25" fmla="*/ 13 h 43"/>
                <a:gd name="T26" fmla="*/ 58 w 58"/>
                <a:gd name="T27" fmla="*/ 13 h 43"/>
                <a:gd name="T28" fmla="*/ 56 w 58"/>
                <a:gd name="T29" fmla="*/ 17 h 43"/>
                <a:gd name="T30" fmla="*/ 58 w 58"/>
                <a:gd name="T31" fmla="*/ 18 h 43"/>
                <a:gd name="T32" fmla="*/ 58 w 58"/>
                <a:gd name="T33" fmla="*/ 20 h 43"/>
                <a:gd name="T34" fmla="*/ 54 w 58"/>
                <a:gd name="T35" fmla="*/ 22 h 43"/>
                <a:gd name="T36" fmla="*/ 52 w 58"/>
                <a:gd name="T37" fmla="*/ 26 h 43"/>
                <a:gd name="T38" fmla="*/ 50 w 58"/>
                <a:gd name="T39" fmla="*/ 26 h 43"/>
                <a:gd name="T40" fmla="*/ 49 w 58"/>
                <a:gd name="T41" fmla="*/ 30 h 43"/>
                <a:gd name="T42" fmla="*/ 52 w 58"/>
                <a:gd name="T43" fmla="*/ 32 h 43"/>
                <a:gd name="T44" fmla="*/ 52 w 58"/>
                <a:gd name="T45" fmla="*/ 34 h 43"/>
                <a:gd name="T46" fmla="*/ 49 w 58"/>
                <a:gd name="T47" fmla="*/ 34 h 43"/>
                <a:gd name="T48" fmla="*/ 49 w 58"/>
                <a:gd name="T49" fmla="*/ 33 h 43"/>
                <a:gd name="T50" fmla="*/ 46 w 58"/>
                <a:gd name="T51" fmla="*/ 33 h 43"/>
                <a:gd name="T52" fmla="*/ 45 w 58"/>
                <a:gd name="T53" fmla="*/ 37 h 43"/>
                <a:gd name="T54" fmla="*/ 43 w 58"/>
                <a:gd name="T55" fmla="*/ 37 h 43"/>
                <a:gd name="T56" fmla="*/ 44 w 58"/>
                <a:gd name="T57" fmla="*/ 41 h 43"/>
                <a:gd name="T58" fmla="*/ 41 w 58"/>
                <a:gd name="T59" fmla="*/ 41 h 43"/>
                <a:gd name="T60" fmla="*/ 39 w 58"/>
                <a:gd name="T61" fmla="*/ 42 h 43"/>
                <a:gd name="T62" fmla="*/ 35 w 58"/>
                <a:gd name="T63" fmla="*/ 41 h 43"/>
                <a:gd name="T64" fmla="*/ 31 w 58"/>
                <a:gd name="T65" fmla="*/ 42 h 43"/>
                <a:gd name="T66" fmla="*/ 28 w 58"/>
                <a:gd name="T67" fmla="*/ 43 h 43"/>
                <a:gd name="T68" fmla="*/ 27 w 58"/>
                <a:gd name="T69" fmla="*/ 41 h 43"/>
                <a:gd name="T70" fmla="*/ 27 w 58"/>
                <a:gd name="T71" fmla="*/ 38 h 43"/>
                <a:gd name="T72" fmla="*/ 25 w 58"/>
                <a:gd name="T73" fmla="*/ 34 h 43"/>
                <a:gd name="T74" fmla="*/ 24 w 58"/>
                <a:gd name="T75" fmla="*/ 34 h 43"/>
                <a:gd name="T76" fmla="*/ 21 w 58"/>
                <a:gd name="T77" fmla="*/ 32 h 43"/>
                <a:gd name="T78" fmla="*/ 19 w 58"/>
                <a:gd name="T79" fmla="*/ 32 h 43"/>
                <a:gd name="T80" fmla="*/ 19 w 58"/>
                <a:gd name="T81" fmla="*/ 28 h 43"/>
                <a:gd name="T82" fmla="*/ 20 w 58"/>
                <a:gd name="T83" fmla="*/ 26 h 43"/>
                <a:gd name="T84" fmla="*/ 19 w 58"/>
                <a:gd name="T85" fmla="*/ 25 h 43"/>
                <a:gd name="T86" fmla="*/ 18 w 58"/>
                <a:gd name="T87" fmla="*/ 24 h 43"/>
                <a:gd name="T88" fmla="*/ 18 w 58"/>
                <a:gd name="T89" fmla="*/ 22 h 43"/>
                <a:gd name="T90" fmla="*/ 15 w 58"/>
                <a:gd name="T91" fmla="*/ 21 h 43"/>
                <a:gd name="T92" fmla="*/ 11 w 58"/>
                <a:gd name="T93" fmla="*/ 22 h 43"/>
                <a:gd name="T94" fmla="*/ 8 w 58"/>
                <a:gd name="T95" fmla="*/ 21 h 43"/>
                <a:gd name="T96" fmla="*/ 4 w 58"/>
                <a:gd name="T97" fmla="*/ 16 h 43"/>
                <a:gd name="T98" fmla="*/ 0 w 58"/>
                <a:gd name="T99" fmla="*/ 17 h 43"/>
                <a:gd name="T100" fmla="*/ 0 w 58"/>
                <a:gd name="T101" fmla="*/ 17 h 43"/>
                <a:gd name="T102" fmla="*/ 0 w 58"/>
                <a:gd name="T103" fmla="*/ 14 h 43"/>
                <a:gd name="T104" fmla="*/ 0 w 58"/>
                <a:gd name="T105" fmla="*/ 12 h 43"/>
                <a:gd name="T106" fmla="*/ 0 w 58"/>
                <a:gd name="T107" fmla="*/ 8 h 43"/>
                <a:gd name="T108" fmla="*/ 2 w 58"/>
                <a:gd name="T109" fmla="*/ 8 h 43"/>
                <a:gd name="T110" fmla="*/ 3 w 58"/>
                <a:gd name="T111" fmla="*/ 5 h 43"/>
                <a:gd name="T112" fmla="*/ 6 w 58"/>
                <a:gd name="T113" fmla="*/ 3 h 43"/>
                <a:gd name="T114" fmla="*/ 12 w 58"/>
                <a:gd name="T115" fmla="*/ 1 h 43"/>
                <a:gd name="T116" fmla="*/ 16 w 58"/>
                <a:gd name="T117" fmla="*/ 1 h 43"/>
                <a:gd name="T118" fmla="*/ 19 w 58"/>
                <a:gd name="T119" fmla="*/ 1 h 43"/>
                <a:gd name="T120" fmla="*/ 20 w 58"/>
                <a:gd name="T121" fmla="*/ 3 h 43"/>
                <a:gd name="T122" fmla="*/ 23 w 58"/>
                <a:gd name="T123" fmla="*/ 1 h 43"/>
                <a:gd name="T124" fmla="*/ 25 w 58"/>
                <a:gd name="T12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" h="43">
                  <a:moveTo>
                    <a:pt x="25" y="0"/>
                  </a:moveTo>
                  <a:lnTo>
                    <a:pt x="25" y="1"/>
                  </a:lnTo>
                  <a:lnTo>
                    <a:pt x="28" y="3"/>
                  </a:lnTo>
                  <a:lnTo>
                    <a:pt x="29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9" y="3"/>
                  </a:lnTo>
                  <a:lnTo>
                    <a:pt x="43" y="4"/>
                  </a:lnTo>
                  <a:lnTo>
                    <a:pt x="45" y="5"/>
                  </a:lnTo>
                  <a:lnTo>
                    <a:pt x="49" y="8"/>
                  </a:lnTo>
                  <a:lnTo>
                    <a:pt x="52" y="9"/>
                  </a:lnTo>
                  <a:lnTo>
                    <a:pt x="54" y="12"/>
                  </a:lnTo>
                  <a:lnTo>
                    <a:pt x="57" y="13"/>
                  </a:lnTo>
                  <a:lnTo>
                    <a:pt x="58" y="13"/>
                  </a:lnTo>
                  <a:lnTo>
                    <a:pt x="56" y="17"/>
                  </a:lnTo>
                  <a:lnTo>
                    <a:pt x="58" y="18"/>
                  </a:lnTo>
                  <a:lnTo>
                    <a:pt x="58" y="20"/>
                  </a:lnTo>
                  <a:lnTo>
                    <a:pt x="54" y="22"/>
                  </a:lnTo>
                  <a:lnTo>
                    <a:pt x="52" y="26"/>
                  </a:lnTo>
                  <a:lnTo>
                    <a:pt x="50" y="26"/>
                  </a:lnTo>
                  <a:lnTo>
                    <a:pt x="49" y="30"/>
                  </a:lnTo>
                  <a:lnTo>
                    <a:pt x="52" y="32"/>
                  </a:lnTo>
                  <a:lnTo>
                    <a:pt x="52" y="34"/>
                  </a:lnTo>
                  <a:lnTo>
                    <a:pt x="49" y="34"/>
                  </a:lnTo>
                  <a:lnTo>
                    <a:pt x="49" y="33"/>
                  </a:lnTo>
                  <a:lnTo>
                    <a:pt x="46" y="33"/>
                  </a:lnTo>
                  <a:lnTo>
                    <a:pt x="45" y="37"/>
                  </a:lnTo>
                  <a:lnTo>
                    <a:pt x="43" y="37"/>
                  </a:lnTo>
                  <a:lnTo>
                    <a:pt x="44" y="41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5" y="41"/>
                  </a:lnTo>
                  <a:lnTo>
                    <a:pt x="31" y="42"/>
                  </a:lnTo>
                  <a:lnTo>
                    <a:pt x="28" y="43"/>
                  </a:lnTo>
                  <a:lnTo>
                    <a:pt x="27" y="41"/>
                  </a:lnTo>
                  <a:lnTo>
                    <a:pt x="27" y="38"/>
                  </a:lnTo>
                  <a:lnTo>
                    <a:pt x="25" y="34"/>
                  </a:lnTo>
                  <a:lnTo>
                    <a:pt x="24" y="34"/>
                  </a:lnTo>
                  <a:lnTo>
                    <a:pt x="21" y="32"/>
                  </a:lnTo>
                  <a:lnTo>
                    <a:pt x="19" y="32"/>
                  </a:lnTo>
                  <a:lnTo>
                    <a:pt x="19" y="28"/>
                  </a:lnTo>
                  <a:lnTo>
                    <a:pt x="20" y="26"/>
                  </a:lnTo>
                  <a:lnTo>
                    <a:pt x="19" y="25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5" y="21"/>
                  </a:lnTo>
                  <a:lnTo>
                    <a:pt x="11" y="22"/>
                  </a:lnTo>
                  <a:lnTo>
                    <a:pt x="8" y="21"/>
                  </a:lnTo>
                  <a:lnTo>
                    <a:pt x="4" y="16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8"/>
                  </a:lnTo>
                  <a:lnTo>
                    <a:pt x="3" y="5"/>
                  </a:lnTo>
                  <a:lnTo>
                    <a:pt x="6" y="3"/>
                  </a:lnTo>
                  <a:lnTo>
                    <a:pt x="12" y="1"/>
                  </a:lnTo>
                  <a:lnTo>
                    <a:pt x="16" y="1"/>
                  </a:lnTo>
                  <a:lnTo>
                    <a:pt x="19" y="1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6" name="Freeform 381"/>
            <p:cNvSpPr>
              <a:spLocks/>
            </p:cNvSpPr>
            <p:nvPr/>
          </p:nvSpPr>
          <p:spPr bwMode="auto">
            <a:xfrm>
              <a:off x="6394625" y="2442017"/>
              <a:ext cx="251238" cy="192869"/>
            </a:xfrm>
            <a:custGeom>
              <a:avLst/>
              <a:gdLst>
                <a:gd name="T0" fmla="*/ 53 w 99"/>
                <a:gd name="T1" fmla="*/ 4 h 76"/>
                <a:gd name="T2" fmla="*/ 58 w 99"/>
                <a:gd name="T3" fmla="*/ 3 h 76"/>
                <a:gd name="T4" fmla="*/ 63 w 99"/>
                <a:gd name="T5" fmla="*/ 4 h 76"/>
                <a:gd name="T6" fmla="*/ 69 w 99"/>
                <a:gd name="T7" fmla="*/ 5 h 76"/>
                <a:gd name="T8" fmla="*/ 75 w 99"/>
                <a:gd name="T9" fmla="*/ 7 h 76"/>
                <a:gd name="T10" fmla="*/ 75 w 99"/>
                <a:gd name="T11" fmla="*/ 12 h 76"/>
                <a:gd name="T12" fmla="*/ 78 w 99"/>
                <a:gd name="T13" fmla="*/ 18 h 76"/>
                <a:gd name="T14" fmla="*/ 82 w 99"/>
                <a:gd name="T15" fmla="*/ 25 h 76"/>
                <a:gd name="T16" fmla="*/ 87 w 99"/>
                <a:gd name="T17" fmla="*/ 30 h 76"/>
                <a:gd name="T18" fmla="*/ 92 w 99"/>
                <a:gd name="T19" fmla="*/ 35 h 76"/>
                <a:gd name="T20" fmla="*/ 96 w 99"/>
                <a:gd name="T21" fmla="*/ 42 h 76"/>
                <a:gd name="T22" fmla="*/ 97 w 99"/>
                <a:gd name="T23" fmla="*/ 45 h 76"/>
                <a:gd name="T24" fmla="*/ 90 w 99"/>
                <a:gd name="T25" fmla="*/ 50 h 76"/>
                <a:gd name="T26" fmla="*/ 86 w 99"/>
                <a:gd name="T27" fmla="*/ 49 h 76"/>
                <a:gd name="T28" fmla="*/ 88 w 99"/>
                <a:gd name="T29" fmla="*/ 55 h 76"/>
                <a:gd name="T30" fmla="*/ 91 w 99"/>
                <a:gd name="T31" fmla="*/ 62 h 76"/>
                <a:gd name="T32" fmla="*/ 91 w 99"/>
                <a:gd name="T33" fmla="*/ 64 h 76"/>
                <a:gd name="T34" fmla="*/ 82 w 99"/>
                <a:gd name="T35" fmla="*/ 67 h 76"/>
                <a:gd name="T36" fmla="*/ 80 w 99"/>
                <a:gd name="T37" fmla="*/ 75 h 76"/>
                <a:gd name="T38" fmla="*/ 75 w 99"/>
                <a:gd name="T39" fmla="*/ 74 h 76"/>
                <a:gd name="T40" fmla="*/ 70 w 99"/>
                <a:gd name="T41" fmla="*/ 74 h 76"/>
                <a:gd name="T42" fmla="*/ 66 w 99"/>
                <a:gd name="T43" fmla="*/ 76 h 76"/>
                <a:gd name="T44" fmla="*/ 63 w 99"/>
                <a:gd name="T45" fmla="*/ 74 h 76"/>
                <a:gd name="T46" fmla="*/ 57 w 99"/>
                <a:gd name="T47" fmla="*/ 75 h 76"/>
                <a:gd name="T48" fmla="*/ 51 w 99"/>
                <a:gd name="T49" fmla="*/ 74 h 76"/>
                <a:gd name="T50" fmla="*/ 49 w 99"/>
                <a:gd name="T51" fmla="*/ 75 h 76"/>
                <a:gd name="T52" fmla="*/ 42 w 99"/>
                <a:gd name="T53" fmla="*/ 75 h 76"/>
                <a:gd name="T54" fmla="*/ 38 w 99"/>
                <a:gd name="T55" fmla="*/ 72 h 76"/>
                <a:gd name="T56" fmla="*/ 29 w 99"/>
                <a:gd name="T57" fmla="*/ 70 h 76"/>
                <a:gd name="T58" fmla="*/ 25 w 99"/>
                <a:gd name="T59" fmla="*/ 71 h 76"/>
                <a:gd name="T60" fmla="*/ 13 w 99"/>
                <a:gd name="T61" fmla="*/ 72 h 76"/>
                <a:gd name="T62" fmla="*/ 7 w 99"/>
                <a:gd name="T63" fmla="*/ 72 h 76"/>
                <a:gd name="T64" fmla="*/ 5 w 99"/>
                <a:gd name="T65" fmla="*/ 71 h 76"/>
                <a:gd name="T66" fmla="*/ 3 w 99"/>
                <a:gd name="T67" fmla="*/ 63 h 76"/>
                <a:gd name="T68" fmla="*/ 7 w 99"/>
                <a:gd name="T69" fmla="*/ 60 h 76"/>
                <a:gd name="T70" fmla="*/ 5 w 99"/>
                <a:gd name="T71" fmla="*/ 51 h 76"/>
                <a:gd name="T72" fmla="*/ 3 w 99"/>
                <a:gd name="T73" fmla="*/ 46 h 76"/>
                <a:gd name="T74" fmla="*/ 0 w 99"/>
                <a:gd name="T75" fmla="*/ 39 h 76"/>
                <a:gd name="T76" fmla="*/ 7 w 99"/>
                <a:gd name="T77" fmla="*/ 37 h 76"/>
                <a:gd name="T78" fmla="*/ 13 w 99"/>
                <a:gd name="T79" fmla="*/ 37 h 76"/>
                <a:gd name="T80" fmla="*/ 15 w 99"/>
                <a:gd name="T81" fmla="*/ 33 h 76"/>
                <a:gd name="T82" fmla="*/ 18 w 99"/>
                <a:gd name="T83" fmla="*/ 29 h 76"/>
                <a:gd name="T84" fmla="*/ 21 w 99"/>
                <a:gd name="T85" fmla="*/ 30 h 76"/>
                <a:gd name="T86" fmla="*/ 24 w 99"/>
                <a:gd name="T87" fmla="*/ 28 h 76"/>
                <a:gd name="T88" fmla="*/ 22 w 99"/>
                <a:gd name="T89" fmla="*/ 22 h 76"/>
                <a:gd name="T90" fmla="*/ 26 w 99"/>
                <a:gd name="T91" fmla="*/ 18 h 76"/>
                <a:gd name="T92" fmla="*/ 30 w 99"/>
                <a:gd name="T93" fmla="*/ 14 h 76"/>
                <a:gd name="T94" fmla="*/ 30 w 99"/>
                <a:gd name="T95" fmla="*/ 9 h 76"/>
                <a:gd name="T96" fmla="*/ 40 w 99"/>
                <a:gd name="T97" fmla="*/ 7 h 76"/>
                <a:gd name="T98" fmla="*/ 42 w 99"/>
                <a:gd name="T99" fmla="*/ 3 h 76"/>
                <a:gd name="T100" fmla="*/ 46 w 99"/>
                <a:gd name="T101" fmla="*/ 0 h 76"/>
                <a:gd name="T102" fmla="*/ 50 w 99"/>
                <a:gd name="T10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76">
                  <a:moveTo>
                    <a:pt x="50" y="0"/>
                  </a:moveTo>
                  <a:lnTo>
                    <a:pt x="53" y="4"/>
                  </a:lnTo>
                  <a:lnTo>
                    <a:pt x="55" y="3"/>
                  </a:lnTo>
                  <a:lnTo>
                    <a:pt x="58" y="3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7" y="3"/>
                  </a:lnTo>
                  <a:lnTo>
                    <a:pt x="69" y="5"/>
                  </a:lnTo>
                  <a:lnTo>
                    <a:pt x="70" y="5"/>
                  </a:lnTo>
                  <a:lnTo>
                    <a:pt x="75" y="7"/>
                  </a:lnTo>
                  <a:lnTo>
                    <a:pt x="76" y="9"/>
                  </a:lnTo>
                  <a:lnTo>
                    <a:pt x="75" y="12"/>
                  </a:lnTo>
                  <a:lnTo>
                    <a:pt x="78" y="14"/>
                  </a:lnTo>
                  <a:lnTo>
                    <a:pt x="78" y="18"/>
                  </a:lnTo>
                  <a:lnTo>
                    <a:pt x="80" y="21"/>
                  </a:lnTo>
                  <a:lnTo>
                    <a:pt x="82" y="25"/>
                  </a:lnTo>
                  <a:lnTo>
                    <a:pt x="84" y="29"/>
                  </a:lnTo>
                  <a:lnTo>
                    <a:pt x="87" y="30"/>
                  </a:lnTo>
                  <a:lnTo>
                    <a:pt x="88" y="34"/>
                  </a:lnTo>
                  <a:lnTo>
                    <a:pt x="92" y="35"/>
                  </a:lnTo>
                  <a:lnTo>
                    <a:pt x="96" y="39"/>
                  </a:lnTo>
                  <a:lnTo>
                    <a:pt x="96" y="42"/>
                  </a:lnTo>
                  <a:lnTo>
                    <a:pt x="99" y="43"/>
                  </a:lnTo>
                  <a:lnTo>
                    <a:pt x="97" y="45"/>
                  </a:lnTo>
                  <a:lnTo>
                    <a:pt x="96" y="49"/>
                  </a:lnTo>
                  <a:lnTo>
                    <a:pt x="90" y="50"/>
                  </a:lnTo>
                  <a:lnTo>
                    <a:pt x="87" y="47"/>
                  </a:lnTo>
                  <a:lnTo>
                    <a:pt x="86" y="49"/>
                  </a:lnTo>
                  <a:lnTo>
                    <a:pt x="86" y="53"/>
                  </a:lnTo>
                  <a:lnTo>
                    <a:pt x="88" y="55"/>
                  </a:lnTo>
                  <a:lnTo>
                    <a:pt x="88" y="59"/>
                  </a:lnTo>
                  <a:lnTo>
                    <a:pt x="91" y="62"/>
                  </a:lnTo>
                  <a:lnTo>
                    <a:pt x="91" y="66"/>
                  </a:lnTo>
                  <a:lnTo>
                    <a:pt x="91" y="64"/>
                  </a:lnTo>
                  <a:lnTo>
                    <a:pt x="86" y="66"/>
                  </a:lnTo>
                  <a:lnTo>
                    <a:pt x="82" y="67"/>
                  </a:lnTo>
                  <a:lnTo>
                    <a:pt x="80" y="71"/>
                  </a:lnTo>
                  <a:lnTo>
                    <a:pt x="80" y="75"/>
                  </a:lnTo>
                  <a:lnTo>
                    <a:pt x="78" y="75"/>
                  </a:lnTo>
                  <a:lnTo>
                    <a:pt x="75" y="74"/>
                  </a:lnTo>
                  <a:lnTo>
                    <a:pt x="72" y="75"/>
                  </a:lnTo>
                  <a:lnTo>
                    <a:pt x="70" y="74"/>
                  </a:lnTo>
                  <a:lnTo>
                    <a:pt x="67" y="74"/>
                  </a:lnTo>
                  <a:lnTo>
                    <a:pt x="66" y="76"/>
                  </a:lnTo>
                  <a:lnTo>
                    <a:pt x="63" y="76"/>
                  </a:lnTo>
                  <a:lnTo>
                    <a:pt x="63" y="74"/>
                  </a:lnTo>
                  <a:lnTo>
                    <a:pt x="59" y="72"/>
                  </a:lnTo>
                  <a:lnTo>
                    <a:pt x="57" y="75"/>
                  </a:lnTo>
                  <a:lnTo>
                    <a:pt x="54" y="75"/>
                  </a:lnTo>
                  <a:lnTo>
                    <a:pt x="51" y="74"/>
                  </a:lnTo>
                  <a:lnTo>
                    <a:pt x="50" y="75"/>
                  </a:lnTo>
                  <a:lnTo>
                    <a:pt x="49" y="75"/>
                  </a:lnTo>
                  <a:lnTo>
                    <a:pt x="46" y="74"/>
                  </a:lnTo>
                  <a:lnTo>
                    <a:pt x="42" y="75"/>
                  </a:lnTo>
                  <a:lnTo>
                    <a:pt x="42" y="74"/>
                  </a:lnTo>
                  <a:lnTo>
                    <a:pt x="38" y="72"/>
                  </a:lnTo>
                  <a:lnTo>
                    <a:pt x="32" y="71"/>
                  </a:lnTo>
                  <a:lnTo>
                    <a:pt x="29" y="70"/>
                  </a:lnTo>
                  <a:lnTo>
                    <a:pt x="28" y="70"/>
                  </a:lnTo>
                  <a:lnTo>
                    <a:pt x="25" y="71"/>
                  </a:lnTo>
                  <a:lnTo>
                    <a:pt x="21" y="71"/>
                  </a:lnTo>
                  <a:lnTo>
                    <a:pt x="13" y="72"/>
                  </a:lnTo>
                  <a:lnTo>
                    <a:pt x="11" y="74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5" y="71"/>
                  </a:lnTo>
                  <a:lnTo>
                    <a:pt x="3" y="67"/>
                  </a:lnTo>
                  <a:lnTo>
                    <a:pt x="3" y="63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7" y="53"/>
                  </a:lnTo>
                  <a:lnTo>
                    <a:pt x="5" y="51"/>
                  </a:lnTo>
                  <a:lnTo>
                    <a:pt x="4" y="49"/>
                  </a:lnTo>
                  <a:lnTo>
                    <a:pt x="3" y="46"/>
                  </a:lnTo>
                  <a:lnTo>
                    <a:pt x="1" y="41"/>
                  </a:lnTo>
                  <a:lnTo>
                    <a:pt x="0" y="39"/>
                  </a:lnTo>
                  <a:lnTo>
                    <a:pt x="3" y="38"/>
                  </a:lnTo>
                  <a:lnTo>
                    <a:pt x="7" y="37"/>
                  </a:lnTo>
                  <a:lnTo>
                    <a:pt x="11" y="38"/>
                  </a:lnTo>
                  <a:lnTo>
                    <a:pt x="13" y="37"/>
                  </a:lnTo>
                  <a:lnTo>
                    <a:pt x="16" y="37"/>
                  </a:lnTo>
                  <a:lnTo>
                    <a:pt x="15" y="33"/>
                  </a:lnTo>
                  <a:lnTo>
                    <a:pt x="17" y="33"/>
                  </a:lnTo>
                  <a:lnTo>
                    <a:pt x="18" y="29"/>
                  </a:lnTo>
                  <a:lnTo>
                    <a:pt x="21" y="29"/>
                  </a:lnTo>
                  <a:lnTo>
                    <a:pt x="21" y="30"/>
                  </a:lnTo>
                  <a:lnTo>
                    <a:pt x="24" y="30"/>
                  </a:lnTo>
                  <a:lnTo>
                    <a:pt x="24" y="28"/>
                  </a:lnTo>
                  <a:lnTo>
                    <a:pt x="21" y="26"/>
                  </a:lnTo>
                  <a:lnTo>
                    <a:pt x="22" y="22"/>
                  </a:lnTo>
                  <a:lnTo>
                    <a:pt x="24" y="22"/>
                  </a:lnTo>
                  <a:lnTo>
                    <a:pt x="26" y="18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28" y="13"/>
                  </a:lnTo>
                  <a:lnTo>
                    <a:pt x="30" y="9"/>
                  </a:lnTo>
                  <a:lnTo>
                    <a:pt x="34" y="8"/>
                  </a:lnTo>
                  <a:lnTo>
                    <a:pt x="40" y="7"/>
                  </a:lnTo>
                  <a:lnTo>
                    <a:pt x="40" y="4"/>
                  </a:lnTo>
                  <a:lnTo>
                    <a:pt x="42" y="3"/>
                  </a:lnTo>
                  <a:lnTo>
                    <a:pt x="43" y="1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7" name="Freeform 382"/>
            <p:cNvSpPr>
              <a:spLocks/>
            </p:cNvSpPr>
            <p:nvPr/>
          </p:nvSpPr>
          <p:spPr bwMode="auto">
            <a:xfrm>
              <a:off x="6376861" y="2594282"/>
              <a:ext cx="494861" cy="309605"/>
            </a:xfrm>
            <a:custGeom>
              <a:avLst/>
              <a:gdLst>
                <a:gd name="T0" fmla="*/ 122 w 195"/>
                <a:gd name="T1" fmla="*/ 2 h 122"/>
                <a:gd name="T2" fmla="*/ 135 w 195"/>
                <a:gd name="T3" fmla="*/ 15 h 122"/>
                <a:gd name="T4" fmla="*/ 141 w 195"/>
                <a:gd name="T5" fmla="*/ 27 h 122"/>
                <a:gd name="T6" fmla="*/ 157 w 195"/>
                <a:gd name="T7" fmla="*/ 31 h 122"/>
                <a:gd name="T8" fmla="*/ 170 w 195"/>
                <a:gd name="T9" fmla="*/ 39 h 122"/>
                <a:gd name="T10" fmla="*/ 183 w 195"/>
                <a:gd name="T11" fmla="*/ 39 h 122"/>
                <a:gd name="T12" fmla="*/ 195 w 195"/>
                <a:gd name="T13" fmla="*/ 43 h 122"/>
                <a:gd name="T14" fmla="*/ 193 w 195"/>
                <a:gd name="T15" fmla="*/ 57 h 122"/>
                <a:gd name="T16" fmla="*/ 185 w 195"/>
                <a:gd name="T17" fmla="*/ 69 h 122"/>
                <a:gd name="T18" fmla="*/ 178 w 195"/>
                <a:gd name="T19" fmla="*/ 79 h 122"/>
                <a:gd name="T20" fmla="*/ 168 w 195"/>
                <a:gd name="T21" fmla="*/ 83 h 122"/>
                <a:gd name="T22" fmla="*/ 158 w 195"/>
                <a:gd name="T23" fmla="*/ 89 h 122"/>
                <a:gd name="T24" fmla="*/ 148 w 195"/>
                <a:gd name="T25" fmla="*/ 87 h 122"/>
                <a:gd name="T26" fmla="*/ 145 w 195"/>
                <a:gd name="T27" fmla="*/ 95 h 122"/>
                <a:gd name="T28" fmla="*/ 147 w 195"/>
                <a:gd name="T29" fmla="*/ 91 h 122"/>
                <a:gd name="T30" fmla="*/ 139 w 195"/>
                <a:gd name="T31" fmla="*/ 98 h 122"/>
                <a:gd name="T32" fmla="*/ 131 w 195"/>
                <a:gd name="T33" fmla="*/ 98 h 122"/>
                <a:gd name="T34" fmla="*/ 140 w 195"/>
                <a:gd name="T35" fmla="*/ 100 h 122"/>
                <a:gd name="T36" fmla="*/ 141 w 195"/>
                <a:gd name="T37" fmla="*/ 103 h 122"/>
                <a:gd name="T38" fmla="*/ 145 w 195"/>
                <a:gd name="T39" fmla="*/ 110 h 122"/>
                <a:gd name="T40" fmla="*/ 140 w 195"/>
                <a:gd name="T41" fmla="*/ 98 h 122"/>
                <a:gd name="T42" fmla="*/ 151 w 195"/>
                <a:gd name="T43" fmla="*/ 110 h 122"/>
                <a:gd name="T44" fmla="*/ 161 w 195"/>
                <a:gd name="T45" fmla="*/ 106 h 122"/>
                <a:gd name="T46" fmla="*/ 162 w 195"/>
                <a:gd name="T47" fmla="*/ 112 h 122"/>
                <a:gd name="T48" fmla="*/ 145 w 195"/>
                <a:gd name="T49" fmla="*/ 116 h 122"/>
                <a:gd name="T50" fmla="*/ 129 w 195"/>
                <a:gd name="T51" fmla="*/ 119 h 122"/>
                <a:gd name="T52" fmla="*/ 123 w 195"/>
                <a:gd name="T53" fmla="*/ 110 h 122"/>
                <a:gd name="T54" fmla="*/ 129 w 195"/>
                <a:gd name="T55" fmla="*/ 103 h 122"/>
                <a:gd name="T56" fmla="*/ 127 w 195"/>
                <a:gd name="T57" fmla="*/ 99 h 122"/>
                <a:gd name="T58" fmla="*/ 115 w 195"/>
                <a:gd name="T59" fmla="*/ 98 h 122"/>
                <a:gd name="T60" fmla="*/ 110 w 195"/>
                <a:gd name="T61" fmla="*/ 93 h 122"/>
                <a:gd name="T62" fmla="*/ 114 w 195"/>
                <a:gd name="T63" fmla="*/ 91 h 122"/>
                <a:gd name="T64" fmla="*/ 110 w 195"/>
                <a:gd name="T65" fmla="*/ 89 h 122"/>
                <a:gd name="T66" fmla="*/ 106 w 195"/>
                <a:gd name="T67" fmla="*/ 90 h 122"/>
                <a:gd name="T68" fmla="*/ 98 w 195"/>
                <a:gd name="T69" fmla="*/ 95 h 122"/>
                <a:gd name="T70" fmla="*/ 89 w 195"/>
                <a:gd name="T71" fmla="*/ 106 h 122"/>
                <a:gd name="T72" fmla="*/ 87 w 195"/>
                <a:gd name="T73" fmla="*/ 111 h 122"/>
                <a:gd name="T74" fmla="*/ 76 w 195"/>
                <a:gd name="T75" fmla="*/ 111 h 122"/>
                <a:gd name="T76" fmla="*/ 74 w 195"/>
                <a:gd name="T77" fmla="*/ 104 h 122"/>
                <a:gd name="T78" fmla="*/ 81 w 195"/>
                <a:gd name="T79" fmla="*/ 93 h 122"/>
                <a:gd name="T80" fmla="*/ 87 w 195"/>
                <a:gd name="T81" fmla="*/ 90 h 122"/>
                <a:gd name="T82" fmla="*/ 81 w 195"/>
                <a:gd name="T83" fmla="*/ 79 h 122"/>
                <a:gd name="T84" fmla="*/ 72 w 195"/>
                <a:gd name="T85" fmla="*/ 66 h 122"/>
                <a:gd name="T86" fmla="*/ 58 w 195"/>
                <a:gd name="T87" fmla="*/ 64 h 122"/>
                <a:gd name="T88" fmla="*/ 50 w 195"/>
                <a:gd name="T89" fmla="*/ 62 h 122"/>
                <a:gd name="T90" fmla="*/ 49 w 195"/>
                <a:gd name="T91" fmla="*/ 69 h 122"/>
                <a:gd name="T92" fmla="*/ 31 w 195"/>
                <a:gd name="T93" fmla="*/ 75 h 122"/>
                <a:gd name="T94" fmla="*/ 18 w 195"/>
                <a:gd name="T95" fmla="*/ 72 h 122"/>
                <a:gd name="T96" fmla="*/ 6 w 195"/>
                <a:gd name="T97" fmla="*/ 69 h 122"/>
                <a:gd name="T98" fmla="*/ 3 w 195"/>
                <a:gd name="T99" fmla="*/ 54 h 122"/>
                <a:gd name="T100" fmla="*/ 14 w 195"/>
                <a:gd name="T101" fmla="*/ 36 h 122"/>
                <a:gd name="T102" fmla="*/ 18 w 195"/>
                <a:gd name="T103" fmla="*/ 28 h 122"/>
                <a:gd name="T104" fmla="*/ 12 w 195"/>
                <a:gd name="T105" fmla="*/ 14 h 122"/>
                <a:gd name="T106" fmla="*/ 28 w 195"/>
                <a:gd name="T107" fmla="*/ 11 h 122"/>
                <a:gd name="T108" fmla="*/ 45 w 195"/>
                <a:gd name="T109" fmla="*/ 12 h 122"/>
                <a:gd name="T110" fmla="*/ 57 w 195"/>
                <a:gd name="T111" fmla="*/ 15 h 122"/>
                <a:gd name="T112" fmla="*/ 70 w 195"/>
                <a:gd name="T113" fmla="*/ 14 h 122"/>
                <a:gd name="T114" fmla="*/ 79 w 195"/>
                <a:gd name="T115" fmla="*/ 15 h 122"/>
                <a:gd name="T116" fmla="*/ 89 w 195"/>
                <a:gd name="T117" fmla="*/ 7 h 122"/>
                <a:gd name="T118" fmla="*/ 102 w 195"/>
                <a:gd name="T119" fmla="*/ 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5" h="122">
                  <a:moveTo>
                    <a:pt x="104" y="0"/>
                  </a:moveTo>
                  <a:lnTo>
                    <a:pt x="110" y="3"/>
                  </a:lnTo>
                  <a:lnTo>
                    <a:pt x="116" y="3"/>
                  </a:lnTo>
                  <a:lnTo>
                    <a:pt x="119" y="2"/>
                  </a:lnTo>
                  <a:lnTo>
                    <a:pt x="122" y="2"/>
                  </a:lnTo>
                  <a:lnTo>
                    <a:pt x="123" y="7"/>
                  </a:lnTo>
                  <a:lnTo>
                    <a:pt x="126" y="8"/>
                  </a:lnTo>
                  <a:lnTo>
                    <a:pt x="124" y="11"/>
                  </a:lnTo>
                  <a:lnTo>
                    <a:pt x="128" y="16"/>
                  </a:lnTo>
                  <a:lnTo>
                    <a:pt x="135" y="15"/>
                  </a:lnTo>
                  <a:lnTo>
                    <a:pt x="137" y="16"/>
                  </a:lnTo>
                  <a:lnTo>
                    <a:pt x="137" y="19"/>
                  </a:lnTo>
                  <a:lnTo>
                    <a:pt x="140" y="20"/>
                  </a:lnTo>
                  <a:lnTo>
                    <a:pt x="140" y="23"/>
                  </a:lnTo>
                  <a:lnTo>
                    <a:pt x="141" y="27"/>
                  </a:lnTo>
                  <a:lnTo>
                    <a:pt x="147" y="32"/>
                  </a:lnTo>
                  <a:lnTo>
                    <a:pt x="148" y="29"/>
                  </a:lnTo>
                  <a:lnTo>
                    <a:pt x="152" y="31"/>
                  </a:lnTo>
                  <a:lnTo>
                    <a:pt x="155" y="31"/>
                  </a:lnTo>
                  <a:lnTo>
                    <a:pt x="157" y="31"/>
                  </a:lnTo>
                  <a:lnTo>
                    <a:pt x="161" y="28"/>
                  </a:lnTo>
                  <a:lnTo>
                    <a:pt x="162" y="28"/>
                  </a:lnTo>
                  <a:lnTo>
                    <a:pt x="165" y="33"/>
                  </a:lnTo>
                  <a:lnTo>
                    <a:pt x="169" y="36"/>
                  </a:lnTo>
                  <a:lnTo>
                    <a:pt x="170" y="39"/>
                  </a:lnTo>
                  <a:lnTo>
                    <a:pt x="172" y="36"/>
                  </a:lnTo>
                  <a:lnTo>
                    <a:pt x="176" y="37"/>
                  </a:lnTo>
                  <a:lnTo>
                    <a:pt x="180" y="37"/>
                  </a:lnTo>
                  <a:lnTo>
                    <a:pt x="181" y="39"/>
                  </a:lnTo>
                  <a:lnTo>
                    <a:pt x="183" y="39"/>
                  </a:lnTo>
                  <a:lnTo>
                    <a:pt x="187" y="40"/>
                  </a:lnTo>
                  <a:lnTo>
                    <a:pt x="190" y="41"/>
                  </a:lnTo>
                  <a:lnTo>
                    <a:pt x="193" y="40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5" y="47"/>
                  </a:lnTo>
                  <a:lnTo>
                    <a:pt x="193" y="49"/>
                  </a:lnTo>
                  <a:lnTo>
                    <a:pt x="190" y="49"/>
                  </a:lnTo>
                  <a:lnTo>
                    <a:pt x="190" y="54"/>
                  </a:lnTo>
                  <a:lnTo>
                    <a:pt x="193" y="57"/>
                  </a:lnTo>
                  <a:lnTo>
                    <a:pt x="194" y="60"/>
                  </a:lnTo>
                  <a:lnTo>
                    <a:pt x="193" y="65"/>
                  </a:lnTo>
                  <a:lnTo>
                    <a:pt x="193" y="68"/>
                  </a:lnTo>
                  <a:lnTo>
                    <a:pt x="190" y="69"/>
                  </a:lnTo>
                  <a:lnTo>
                    <a:pt x="185" y="69"/>
                  </a:lnTo>
                  <a:lnTo>
                    <a:pt x="182" y="74"/>
                  </a:lnTo>
                  <a:lnTo>
                    <a:pt x="181" y="74"/>
                  </a:lnTo>
                  <a:lnTo>
                    <a:pt x="180" y="79"/>
                  </a:lnTo>
                  <a:lnTo>
                    <a:pt x="178" y="81"/>
                  </a:lnTo>
                  <a:lnTo>
                    <a:pt x="178" y="79"/>
                  </a:lnTo>
                  <a:lnTo>
                    <a:pt x="177" y="79"/>
                  </a:lnTo>
                  <a:lnTo>
                    <a:pt x="173" y="81"/>
                  </a:lnTo>
                  <a:lnTo>
                    <a:pt x="170" y="81"/>
                  </a:lnTo>
                  <a:lnTo>
                    <a:pt x="169" y="81"/>
                  </a:lnTo>
                  <a:lnTo>
                    <a:pt x="168" y="83"/>
                  </a:lnTo>
                  <a:lnTo>
                    <a:pt x="165" y="83"/>
                  </a:lnTo>
                  <a:lnTo>
                    <a:pt x="164" y="86"/>
                  </a:lnTo>
                  <a:lnTo>
                    <a:pt x="161" y="89"/>
                  </a:lnTo>
                  <a:lnTo>
                    <a:pt x="161" y="87"/>
                  </a:lnTo>
                  <a:lnTo>
                    <a:pt x="158" y="89"/>
                  </a:lnTo>
                  <a:lnTo>
                    <a:pt x="156" y="90"/>
                  </a:lnTo>
                  <a:lnTo>
                    <a:pt x="153" y="89"/>
                  </a:lnTo>
                  <a:lnTo>
                    <a:pt x="151" y="90"/>
                  </a:lnTo>
                  <a:lnTo>
                    <a:pt x="149" y="90"/>
                  </a:lnTo>
                  <a:lnTo>
                    <a:pt x="148" y="87"/>
                  </a:lnTo>
                  <a:lnTo>
                    <a:pt x="147" y="87"/>
                  </a:lnTo>
                  <a:lnTo>
                    <a:pt x="148" y="89"/>
                  </a:lnTo>
                  <a:lnTo>
                    <a:pt x="149" y="91"/>
                  </a:lnTo>
                  <a:lnTo>
                    <a:pt x="148" y="93"/>
                  </a:lnTo>
                  <a:lnTo>
                    <a:pt x="145" y="95"/>
                  </a:lnTo>
                  <a:lnTo>
                    <a:pt x="144" y="97"/>
                  </a:lnTo>
                  <a:lnTo>
                    <a:pt x="144" y="95"/>
                  </a:lnTo>
                  <a:lnTo>
                    <a:pt x="145" y="95"/>
                  </a:lnTo>
                  <a:lnTo>
                    <a:pt x="147" y="93"/>
                  </a:lnTo>
                  <a:lnTo>
                    <a:pt x="147" y="91"/>
                  </a:lnTo>
                  <a:lnTo>
                    <a:pt x="145" y="90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9" y="97"/>
                  </a:lnTo>
                  <a:lnTo>
                    <a:pt x="139" y="98"/>
                  </a:lnTo>
                  <a:lnTo>
                    <a:pt x="136" y="98"/>
                  </a:lnTo>
                  <a:lnTo>
                    <a:pt x="135" y="97"/>
                  </a:lnTo>
                  <a:lnTo>
                    <a:pt x="133" y="98"/>
                  </a:lnTo>
                  <a:lnTo>
                    <a:pt x="131" y="97"/>
                  </a:lnTo>
                  <a:lnTo>
                    <a:pt x="131" y="98"/>
                  </a:lnTo>
                  <a:lnTo>
                    <a:pt x="132" y="99"/>
                  </a:lnTo>
                  <a:lnTo>
                    <a:pt x="136" y="99"/>
                  </a:lnTo>
                  <a:lnTo>
                    <a:pt x="137" y="100"/>
                  </a:lnTo>
                  <a:lnTo>
                    <a:pt x="139" y="102"/>
                  </a:lnTo>
                  <a:lnTo>
                    <a:pt x="140" y="100"/>
                  </a:lnTo>
                  <a:lnTo>
                    <a:pt x="140" y="102"/>
                  </a:lnTo>
                  <a:lnTo>
                    <a:pt x="139" y="103"/>
                  </a:lnTo>
                  <a:lnTo>
                    <a:pt x="140" y="104"/>
                  </a:lnTo>
                  <a:lnTo>
                    <a:pt x="140" y="103"/>
                  </a:lnTo>
                  <a:lnTo>
                    <a:pt x="141" y="103"/>
                  </a:lnTo>
                  <a:lnTo>
                    <a:pt x="141" y="106"/>
                  </a:lnTo>
                  <a:lnTo>
                    <a:pt x="143" y="104"/>
                  </a:lnTo>
                  <a:lnTo>
                    <a:pt x="144" y="104"/>
                  </a:lnTo>
                  <a:lnTo>
                    <a:pt x="144" y="108"/>
                  </a:lnTo>
                  <a:lnTo>
                    <a:pt x="145" y="110"/>
                  </a:lnTo>
                  <a:lnTo>
                    <a:pt x="148" y="110"/>
                  </a:lnTo>
                  <a:lnTo>
                    <a:pt x="149" y="110"/>
                  </a:lnTo>
                  <a:lnTo>
                    <a:pt x="145" y="106"/>
                  </a:lnTo>
                  <a:lnTo>
                    <a:pt x="141" y="100"/>
                  </a:lnTo>
                  <a:lnTo>
                    <a:pt x="140" y="98"/>
                  </a:lnTo>
                  <a:lnTo>
                    <a:pt x="141" y="97"/>
                  </a:lnTo>
                  <a:lnTo>
                    <a:pt x="143" y="99"/>
                  </a:lnTo>
                  <a:lnTo>
                    <a:pt x="144" y="103"/>
                  </a:lnTo>
                  <a:lnTo>
                    <a:pt x="149" y="108"/>
                  </a:lnTo>
                  <a:lnTo>
                    <a:pt x="151" y="110"/>
                  </a:lnTo>
                  <a:lnTo>
                    <a:pt x="153" y="107"/>
                  </a:lnTo>
                  <a:lnTo>
                    <a:pt x="155" y="107"/>
                  </a:lnTo>
                  <a:lnTo>
                    <a:pt x="157" y="108"/>
                  </a:lnTo>
                  <a:lnTo>
                    <a:pt x="157" y="106"/>
                  </a:lnTo>
                  <a:lnTo>
                    <a:pt x="161" y="106"/>
                  </a:lnTo>
                  <a:lnTo>
                    <a:pt x="165" y="106"/>
                  </a:lnTo>
                  <a:lnTo>
                    <a:pt x="164" y="107"/>
                  </a:lnTo>
                  <a:lnTo>
                    <a:pt x="162" y="108"/>
                  </a:lnTo>
                  <a:lnTo>
                    <a:pt x="164" y="111"/>
                  </a:lnTo>
                  <a:lnTo>
                    <a:pt x="162" y="112"/>
                  </a:lnTo>
                  <a:lnTo>
                    <a:pt x="158" y="112"/>
                  </a:lnTo>
                  <a:lnTo>
                    <a:pt x="153" y="112"/>
                  </a:lnTo>
                  <a:lnTo>
                    <a:pt x="151" y="114"/>
                  </a:lnTo>
                  <a:lnTo>
                    <a:pt x="149" y="116"/>
                  </a:lnTo>
                  <a:lnTo>
                    <a:pt x="145" y="116"/>
                  </a:lnTo>
                  <a:lnTo>
                    <a:pt x="139" y="120"/>
                  </a:lnTo>
                  <a:lnTo>
                    <a:pt x="135" y="122"/>
                  </a:lnTo>
                  <a:lnTo>
                    <a:pt x="131" y="122"/>
                  </a:lnTo>
                  <a:lnTo>
                    <a:pt x="129" y="120"/>
                  </a:lnTo>
                  <a:lnTo>
                    <a:pt x="129" y="119"/>
                  </a:lnTo>
                  <a:lnTo>
                    <a:pt x="131" y="115"/>
                  </a:lnTo>
                  <a:lnTo>
                    <a:pt x="131" y="114"/>
                  </a:lnTo>
                  <a:lnTo>
                    <a:pt x="127" y="111"/>
                  </a:lnTo>
                  <a:lnTo>
                    <a:pt x="126" y="111"/>
                  </a:lnTo>
                  <a:lnTo>
                    <a:pt x="123" y="110"/>
                  </a:lnTo>
                  <a:lnTo>
                    <a:pt x="122" y="111"/>
                  </a:lnTo>
                  <a:lnTo>
                    <a:pt x="119" y="110"/>
                  </a:lnTo>
                  <a:lnTo>
                    <a:pt x="122" y="106"/>
                  </a:lnTo>
                  <a:lnTo>
                    <a:pt x="126" y="103"/>
                  </a:lnTo>
                  <a:lnTo>
                    <a:pt x="129" y="103"/>
                  </a:lnTo>
                  <a:lnTo>
                    <a:pt x="131" y="102"/>
                  </a:lnTo>
                  <a:lnTo>
                    <a:pt x="129" y="100"/>
                  </a:lnTo>
                  <a:lnTo>
                    <a:pt x="128" y="98"/>
                  </a:lnTo>
                  <a:lnTo>
                    <a:pt x="127" y="98"/>
                  </a:lnTo>
                  <a:lnTo>
                    <a:pt x="127" y="99"/>
                  </a:lnTo>
                  <a:lnTo>
                    <a:pt x="124" y="98"/>
                  </a:lnTo>
                  <a:lnTo>
                    <a:pt x="122" y="97"/>
                  </a:lnTo>
                  <a:lnTo>
                    <a:pt x="119" y="98"/>
                  </a:lnTo>
                  <a:lnTo>
                    <a:pt x="116" y="99"/>
                  </a:lnTo>
                  <a:lnTo>
                    <a:pt x="115" y="98"/>
                  </a:lnTo>
                  <a:lnTo>
                    <a:pt x="112" y="98"/>
                  </a:lnTo>
                  <a:lnTo>
                    <a:pt x="111" y="95"/>
                  </a:lnTo>
                  <a:lnTo>
                    <a:pt x="112" y="95"/>
                  </a:lnTo>
                  <a:lnTo>
                    <a:pt x="112" y="94"/>
                  </a:lnTo>
                  <a:lnTo>
                    <a:pt x="110" y="93"/>
                  </a:lnTo>
                  <a:lnTo>
                    <a:pt x="106" y="93"/>
                  </a:lnTo>
                  <a:lnTo>
                    <a:pt x="104" y="91"/>
                  </a:lnTo>
                  <a:lnTo>
                    <a:pt x="107" y="91"/>
                  </a:lnTo>
                  <a:lnTo>
                    <a:pt x="111" y="91"/>
                  </a:lnTo>
                  <a:lnTo>
                    <a:pt x="114" y="91"/>
                  </a:lnTo>
                  <a:lnTo>
                    <a:pt x="115" y="91"/>
                  </a:lnTo>
                  <a:lnTo>
                    <a:pt x="118" y="89"/>
                  </a:lnTo>
                  <a:lnTo>
                    <a:pt x="114" y="90"/>
                  </a:lnTo>
                  <a:lnTo>
                    <a:pt x="111" y="90"/>
                  </a:lnTo>
                  <a:lnTo>
                    <a:pt x="110" y="89"/>
                  </a:lnTo>
                  <a:lnTo>
                    <a:pt x="110" y="87"/>
                  </a:lnTo>
                  <a:lnTo>
                    <a:pt x="108" y="89"/>
                  </a:lnTo>
                  <a:lnTo>
                    <a:pt x="107" y="90"/>
                  </a:lnTo>
                  <a:lnTo>
                    <a:pt x="106" y="90"/>
                  </a:lnTo>
                  <a:lnTo>
                    <a:pt x="106" y="90"/>
                  </a:lnTo>
                  <a:lnTo>
                    <a:pt x="104" y="89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8" y="93"/>
                  </a:lnTo>
                  <a:lnTo>
                    <a:pt x="98" y="95"/>
                  </a:lnTo>
                  <a:lnTo>
                    <a:pt x="95" y="99"/>
                  </a:lnTo>
                  <a:lnTo>
                    <a:pt x="94" y="99"/>
                  </a:lnTo>
                  <a:lnTo>
                    <a:pt x="94" y="100"/>
                  </a:lnTo>
                  <a:lnTo>
                    <a:pt x="90" y="106"/>
                  </a:lnTo>
                  <a:lnTo>
                    <a:pt x="89" y="106"/>
                  </a:lnTo>
                  <a:lnTo>
                    <a:pt x="87" y="104"/>
                  </a:lnTo>
                  <a:lnTo>
                    <a:pt x="87" y="106"/>
                  </a:lnTo>
                  <a:lnTo>
                    <a:pt x="87" y="107"/>
                  </a:lnTo>
                  <a:lnTo>
                    <a:pt x="89" y="108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6" y="110"/>
                  </a:lnTo>
                  <a:lnTo>
                    <a:pt x="82" y="110"/>
                  </a:lnTo>
                  <a:lnTo>
                    <a:pt x="79" y="111"/>
                  </a:lnTo>
                  <a:lnTo>
                    <a:pt x="76" y="111"/>
                  </a:lnTo>
                  <a:lnTo>
                    <a:pt x="73" y="110"/>
                  </a:lnTo>
                  <a:lnTo>
                    <a:pt x="70" y="107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78" y="97"/>
                  </a:lnTo>
                  <a:lnTo>
                    <a:pt x="78" y="93"/>
                  </a:lnTo>
                  <a:lnTo>
                    <a:pt x="81" y="93"/>
                  </a:lnTo>
                  <a:lnTo>
                    <a:pt x="83" y="91"/>
                  </a:lnTo>
                  <a:lnTo>
                    <a:pt x="85" y="94"/>
                  </a:lnTo>
                  <a:lnTo>
                    <a:pt x="89" y="93"/>
                  </a:lnTo>
                  <a:lnTo>
                    <a:pt x="89" y="93"/>
                  </a:lnTo>
                  <a:lnTo>
                    <a:pt x="87" y="90"/>
                  </a:lnTo>
                  <a:lnTo>
                    <a:pt x="89" y="87"/>
                  </a:lnTo>
                  <a:lnTo>
                    <a:pt x="87" y="86"/>
                  </a:lnTo>
                  <a:lnTo>
                    <a:pt x="85" y="83"/>
                  </a:lnTo>
                  <a:lnTo>
                    <a:pt x="82" y="81"/>
                  </a:lnTo>
                  <a:lnTo>
                    <a:pt x="81" y="79"/>
                  </a:lnTo>
                  <a:lnTo>
                    <a:pt x="78" y="78"/>
                  </a:lnTo>
                  <a:lnTo>
                    <a:pt x="78" y="75"/>
                  </a:lnTo>
                  <a:lnTo>
                    <a:pt x="78" y="72"/>
                  </a:lnTo>
                  <a:lnTo>
                    <a:pt x="76" y="70"/>
                  </a:lnTo>
                  <a:lnTo>
                    <a:pt x="72" y="66"/>
                  </a:lnTo>
                  <a:lnTo>
                    <a:pt x="70" y="66"/>
                  </a:lnTo>
                  <a:lnTo>
                    <a:pt x="69" y="68"/>
                  </a:lnTo>
                  <a:lnTo>
                    <a:pt x="66" y="68"/>
                  </a:lnTo>
                  <a:lnTo>
                    <a:pt x="62" y="64"/>
                  </a:lnTo>
                  <a:lnTo>
                    <a:pt x="58" y="64"/>
                  </a:lnTo>
                  <a:lnTo>
                    <a:pt x="57" y="61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9" y="65"/>
                  </a:lnTo>
                  <a:lnTo>
                    <a:pt x="48" y="66"/>
                  </a:lnTo>
                  <a:lnTo>
                    <a:pt x="49" y="69"/>
                  </a:lnTo>
                  <a:lnTo>
                    <a:pt x="47" y="70"/>
                  </a:lnTo>
                  <a:lnTo>
                    <a:pt x="44" y="72"/>
                  </a:lnTo>
                  <a:lnTo>
                    <a:pt x="36" y="73"/>
                  </a:lnTo>
                  <a:lnTo>
                    <a:pt x="33" y="75"/>
                  </a:lnTo>
                  <a:lnTo>
                    <a:pt x="31" y="75"/>
                  </a:lnTo>
                  <a:lnTo>
                    <a:pt x="27" y="77"/>
                  </a:lnTo>
                  <a:lnTo>
                    <a:pt x="24" y="75"/>
                  </a:lnTo>
                  <a:lnTo>
                    <a:pt x="24" y="74"/>
                  </a:lnTo>
                  <a:lnTo>
                    <a:pt x="20" y="72"/>
                  </a:lnTo>
                  <a:lnTo>
                    <a:pt x="18" y="72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0" y="72"/>
                  </a:lnTo>
                  <a:lnTo>
                    <a:pt x="7" y="72"/>
                  </a:lnTo>
                  <a:lnTo>
                    <a:pt x="6" y="69"/>
                  </a:lnTo>
                  <a:lnTo>
                    <a:pt x="3" y="6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3" y="54"/>
                  </a:lnTo>
                  <a:lnTo>
                    <a:pt x="6" y="54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12" y="40"/>
                  </a:lnTo>
                  <a:lnTo>
                    <a:pt x="14" y="36"/>
                  </a:lnTo>
                  <a:lnTo>
                    <a:pt x="15" y="35"/>
                  </a:lnTo>
                  <a:lnTo>
                    <a:pt x="18" y="35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8"/>
                  </a:lnTo>
                  <a:lnTo>
                    <a:pt x="18" y="27"/>
                  </a:lnTo>
                  <a:lnTo>
                    <a:pt x="15" y="24"/>
                  </a:lnTo>
                  <a:lnTo>
                    <a:pt x="14" y="22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8" y="14"/>
                  </a:lnTo>
                  <a:lnTo>
                    <a:pt x="20" y="12"/>
                  </a:lnTo>
                  <a:lnTo>
                    <a:pt x="28" y="11"/>
                  </a:lnTo>
                  <a:lnTo>
                    <a:pt x="32" y="11"/>
                  </a:lnTo>
                  <a:lnTo>
                    <a:pt x="35" y="10"/>
                  </a:lnTo>
                  <a:lnTo>
                    <a:pt x="36" y="10"/>
                  </a:lnTo>
                  <a:lnTo>
                    <a:pt x="39" y="11"/>
                  </a:lnTo>
                  <a:lnTo>
                    <a:pt x="45" y="12"/>
                  </a:lnTo>
                  <a:lnTo>
                    <a:pt x="49" y="14"/>
                  </a:lnTo>
                  <a:lnTo>
                    <a:pt x="49" y="15"/>
                  </a:lnTo>
                  <a:lnTo>
                    <a:pt x="53" y="14"/>
                  </a:lnTo>
                  <a:lnTo>
                    <a:pt x="56" y="15"/>
                  </a:lnTo>
                  <a:lnTo>
                    <a:pt x="57" y="15"/>
                  </a:lnTo>
                  <a:lnTo>
                    <a:pt x="58" y="14"/>
                  </a:lnTo>
                  <a:lnTo>
                    <a:pt x="61" y="15"/>
                  </a:lnTo>
                  <a:lnTo>
                    <a:pt x="64" y="15"/>
                  </a:lnTo>
                  <a:lnTo>
                    <a:pt x="66" y="12"/>
                  </a:lnTo>
                  <a:lnTo>
                    <a:pt x="70" y="14"/>
                  </a:lnTo>
                  <a:lnTo>
                    <a:pt x="70" y="16"/>
                  </a:lnTo>
                  <a:lnTo>
                    <a:pt x="73" y="16"/>
                  </a:lnTo>
                  <a:lnTo>
                    <a:pt x="74" y="14"/>
                  </a:lnTo>
                  <a:lnTo>
                    <a:pt x="77" y="14"/>
                  </a:lnTo>
                  <a:lnTo>
                    <a:pt x="79" y="15"/>
                  </a:lnTo>
                  <a:lnTo>
                    <a:pt x="82" y="14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1"/>
                  </a:lnTo>
                  <a:lnTo>
                    <a:pt x="89" y="7"/>
                  </a:lnTo>
                  <a:lnTo>
                    <a:pt x="93" y="6"/>
                  </a:lnTo>
                  <a:lnTo>
                    <a:pt x="98" y="4"/>
                  </a:lnTo>
                  <a:lnTo>
                    <a:pt x="99" y="6"/>
                  </a:lnTo>
                  <a:lnTo>
                    <a:pt x="103" y="4"/>
                  </a:lnTo>
                  <a:lnTo>
                    <a:pt x="102" y="3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8" name="Freeform 383"/>
            <p:cNvSpPr>
              <a:spLocks/>
            </p:cNvSpPr>
            <p:nvPr/>
          </p:nvSpPr>
          <p:spPr bwMode="auto">
            <a:xfrm>
              <a:off x="6498673" y="2749084"/>
              <a:ext cx="104048" cy="116736"/>
            </a:xfrm>
            <a:custGeom>
              <a:avLst/>
              <a:gdLst>
                <a:gd name="T0" fmla="*/ 9 w 41"/>
                <a:gd name="T1" fmla="*/ 0 h 46"/>
                <a:gd name="T2" fmla="*/ 10 w 41"/>
                <a:gd name="T3" fmla="*/ 3 h 46"/>
                <a:gd name="T4" fmla="*/ 14 w 41"/>
                <a:gd name="T5" fmla="*/ 3 h 46"/>
                <a:gd name="T6" fmla="*/ 18 w 41"/>
                <a:gd name="T7" fmla="*/ 7 h 46"/>
                <a:gd name="T8" fmla="*/ 21 w 41"/>
                <a:gd name="T9" fmla="*/ 7 h 46"/>
                <a:gd name="T10" fmla="*/ 22 w 41"/>
                <a:gd name="T11" fmla="*/ 5 h 46"/>
                <a:gd name="T12" fmla="*/ 24 w 41"/>
                <a:gd name="T13" fmla="*/ 5 h 46"/>
                <a:gd name="T14" fmla="*/ 28 w 41"/>
                <a:gd name="T15" fmla="*/ 9 h 46"/>
                <a:gd name="T16" fmla="*/ 30 w 41"/>
                <a:gd name="T17" fmla="*/ 11 h 46"/>
                <a:gd name="T18" fmla="*/ 30 w 41"/>
                <a:gd name="T19" fmla="*/ 14 h 46"/>
                <a:gd name="T20" fmla="*/ 30 w 41"/>
                <a:gd name="T21" fmla="*/ 17 h 46"/>
                <a:gd name="T22" fmla="*/ 33 w 41"/>
                <a:gd name="T23" fmla="*/ 18 h 46"/>
                <a:gd name="T24" fmla="*/ 34 w 41"/>
                <a:gd name="T25" fmla="*/ 20 h 46"/>
                <a:gd name="T26" fmla="*/ 37 w 41"/>
                <a:gd name="T27" fmla="*/ 22 h 46"/>
                <a:gd name="T28" fmla="*/ 39 w 41"/>
                <a:gd name="T29" fmla="*/ 25 h 46"/>
                <a:gd name="T30" fmla="*/ 41 w 41"/>
                <a:gd name="T31" fmla="*/ 26 h 46"/>
                <a:gd name="T32" fmla="*/ 39 w 41"/>
                <a:gd name="T33" fmla="*/ 29 h 46"/>
                <a:gd name="T34" fmla="*/ 41 w 41"/>
                <a:gd name="T35" fmla="*/ 32 h 46"/>
                <a:gd name="T36" fmla="*/ 41 w 41"/>
                <a:gd name="T37" fmla="*/ 32 h 46"/>
                <a:gd name="T38" fmla="*/ 37 w 41"/>
                <a:gd name="T39" fmla="*/ 33 h 46"/>
                <a:gd name="T40" fmla="*/ 35 w 41"/>
                <a:gd name="T41" fmla="*/ 30 h 46"/>
                <a:gd name="T42" fmla="*/ 33 w 41"/>
                <a:gd name="T43" fmla="*/ 32 h 46"/>
                <a:gd name="T44" fmla="*/ 30 w 41"/>
                <a:gd name="T45" fmla="*/ 32 h 46"/>
                <a:gd name="T46" fmla="*/ 30 w 41"/>
                <a:gd name="T47" fmla="*/ 36 h 46"/>
                <a:gd name="T48" fmla="*/ 30 w 41"/>
                <a:gd name="T49" fmla="*/ 39 h 46"/>
                <a:gd name="T50" fmla="*/ 29 w 41"/>
                <a:gd name="T51" fmla="*/ 39 h 46"/>
                <a:gd name="T52" fmla="*/ 26 w 41"/>
                <a:gd name="T53" fmla="*/ 43 h 46"/>
                <a:gd name="T54" fmla="*/ 26 w 41"/>
                <a:gd name="T55" fmla="*/ 45 h 46"/>
                <a:gd name="T56" fmla="*/ 25 w 41"/>
                <a:gd name="T57" fmla="*/ 45 h 46"/>
                <a:gd name="T58" fmla="*/ 22 w 41"/>
                <a:gd name="T59" fmla="*/ 46 h 46"/>
                <a:gd name="T60" fmla="*/ 22 w 41"/>
                <a:gd name="T61" fmla="*/ 46 h 46"/>
                <a:gd name="T62" fmla="*/ 21 w 41"/>
                <a:gd name="T63" fmla="*/ 42 h 46"/>
                <a:gd name="T64" fmla="*/ 21 w 41"/>
                <a:gd name="T65" fmla="*/ 32 h 46"/>
                <a:gd name="T66" fmla="*/ 20 w 41"/>
                <a:gd name="T67" fmla="*/ 28 h 46"/>
                <a:gd name="T68" fmla="*/ 18 w 41"/>
                <a:gd name="T69" fmla="*/ 25 h 46"/>
                <a:gd name="T70" fmla="*/ 12 w 41"/>
                <a:gd name="T71" fmla="*/ 20 h 46"/>
                <a:gd name="T72" fmla="*/ 12 w 41"/>
                <a:gd name="T73" fmla="*/ 17 h 46"/>
                <a:gd name="T74" fmla="*/ 6 w 41"/>
                <a:gd name="T75" fmla="*/ 13 h 46"/>
                <a:gd name="T76" fmla="*/ 5 w 41"/>
                <a:gd name="T77" fmla="*/ 8 h 46"/>
                <a:gd name="T78" fmla="*/ 1 w 41"/>
                <a:gd name="T79" fmla="*/ 8 h 46"/>
                <a:gd name="T80" fmla="*/ 0 w 41"/>
                <a:gd name="T81" fmla="*/ 5 h 46"/>
                <a:gd name="T82" fmla="*/ 1 w 41"/>
                <a:gd name="T83" fmla="*/ 4 h 46"/>
                <a:gd name="T84" fmla="*/ 0 w 41"/>
                <a:gd name="T85" fmla="*/ 1 h 46"/>
                <a:gd name="T86" fmla="*/ 2 w 41"/>
                <a:gd name="T87" fmla="*/ 1 h 46"/>
                <a:gd name="T88" fmla="*/ 2 w 41"/>
                <a:gd name="T89" fmla="*/ 1 h 46"/>
                <a:gd name="T90" fmla="*/ 5 w 41"/>
                <a:gd name="T91" fmla="*/ 3 h 46"/>
                <a:gd name="T92" fmla="*/ 5 w 41"/>
                <a:gd name="T93" fmla="*/ 1 h 46"/>
                <a:gd name="T94" fmla="*/ 8 w 41"/>
                <a:gd name="T95" fmla="*/ 1 h 46"/>
                <a:gd name="T96" fmla="*/ 9 w 41"/>
                <a:gd name="T9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" h="46">
                  <a:moveTo>
                    <a:pt x="9" y="0"/>
                  </a:moveTo>
                  <a:lnTo>
                    <a:pt x="10" y="3"/>
                  </a:lnTo>
                  <a:lnTo>
                    <a:pt x="14" y="3"/>
                  </a:lnTo>
                  <a:lnTo>
                    <a:pt x="18" y="7"/>
                  </a:lnTo>
                  <a:lnTo>
                    <a:pt x="21" y="7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28" y="9"/>
                  </a:lnTo>
                  <a:lnTo>
                    <a:pt x="30" y="11"/>
                  </a:lnTo>
                  <a:lnTo>
                    <a:pt x="30" y="14"/>
                  </a:lnTo>
                  <a:lnTo>
                    <a:pt x="30" y="17"/>
                  </a:lnTo>
                  <a:lnTo>
                    <a:pt x="33" y="18"/>
                  </a:lnTo>
                  <a:lnTo>
                    <a:pt x="34" y="20"/>
                  </a:lnTo>
                  <a:lnTo>
                    <a:pt x="37" y="22"/>
                  </a:lnTo>
                  <a:lnTo>
                    <a:pt x="39" y="25"/>
                  </a:lnTo>
                  <a:lnTo>
                    <a:pt x="41" y="26"/>
                  </a:lnTo>
                  <a:lnTo>
                    <a:pt x="39" y="29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7" y="33"/>
                  </a:lnTo>
                  <a:lnTo>
                    <a:pt x="35" y="30"/>
                  </a:lnTo>
                  <a:lnTo>
                    <a:pt x="33" y="32"/>
                  </a:lnTo>
                  <a:lnTo>
                    <a:pt x="30" y="32"/>
                  </a:lnTo>
                  <a:lnTo>
                    <a:pt x="30" y="36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6" y="43"/>
                  </a:lnTo>
                  <a:lnTo>
                    <a:pt x="26" y="45"/>
                  </a:lnTo>
                  <a:lnTo>
                    <a:pt x="25" y="45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1" y="42"/>
                  </a:lnTo>
                  <a:lnTo>
                    <a:pt x="21" y="32"/>
                  </a:lnTo>
                  <a:lnTo>
                    <a:pt x="20" y="28"/>
                  </a:lnTo>
                  <a:lnTo>
                    <a:pt x="18" y="25"/>
                  </a:lnTo>
                  <a:lnTo>
                    <a:pt x="12" y="20"/>
                  </a:lnTo>
                  <a:lnTo>
                    <a:pt x="12" y="17"/>
                  </a:lnTo>
                  <a:lnTo>
                    <a:pt x="6" y="13"/>
                  </a:lnTo>
                  <a:lnTo>
                    <a:pt x="5" y="8"/>
                  </a:lnTo>
                  <a:lnTo>
                    <a:pt x="1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5" y="3"/>
                  </a:lnTo>
                  <a:lnTo>
                    <a:pt x="5" y="1"/>
                  </a:lnTo>
                  <a:lnTo>
                    <a:pt x="8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9" name="Freeform 384"/>
            <p:cNvSpPr>
              <a:spLocks/>
            </p:cNvSpPr>
            <p:nvPr/>
          </p:nvSpPr>
          <p:spPr bwMode="auto">
            <a:xfrm>
              <a:off x="6333719" y="2769385"/>
              <a:ext cx="263925" cy="170030"/>
            </a:xfrm>
            <a:custGeom>
              <a:avLst/>
              <a:gdLst>
                <a:gd name="T0" fmla="*/ 71 w 104"/>
                <a:gd name="T1" fmla="*/ 5 h 67"/>
                <a:gd name="T2" fmla="*/ 77 w 104"/>
                <a:gd name="T3" fmla="*/ 12 h 67"/>
                <a:gd name="T4" fmla="*/ 85 w 104"/>
                <a:gd name="T5" fmla="*/ 20 h 67"/>
                <a:gd name="T6" fmla="*/ 86 w 104"/>
                <a:gd name="T7" fmla="*/ 34 h 67"/>
                <a:gd name="T8" fmla="*/ 90 w 104"/>
                <a:gd name="T9" fmla="*/ 41 h 67"/>
                <a:gd name="T10" fmla="*/ 96 w 104"/>
                <a:gd name="T11" fmla="*/ 42 h 67"/>
                <a:gd name="T12" fmla="*/ 103 w 104"/>
                <a:gd name="T13" fmla="*/ 41 h 67"/>
                <a:gd name="T14" fmla="*/ 103 w 104"/>
                <a:gd name="T15" fmla="*/ 43 h 67"/>
                <a:gd name="T16" fmla="*/ 104 w 104"/>
                <a:gd name="T17" fmla="*/ 46 h 67"/>
                <a:gd name="T18" fmla="*/ 100 w 104"/>
                <a:gd name="T19" fmla="*/ 50 h 67"/>
                <a:gd name="T20" fmla="*/ 95 w 104"/>
                <a:gd name="T21" fmla="*/ 53 h 67"/>
                <a:gd name="T22" fmla="*/ 95 w 104"/>
                <a:gd name="T23" fmla="*/ 55 h 67"/>
                <a:gd name="T24" fmla="*/ 94 w 104"/>
                <a:gd name="T25" fmla="*/ 60 h 67"/>
                <a:gd name="T26" fmla="*/ 91 w 104"/>
                <a:gd name="T27" fmla="*/ 64 h 67"/>
                <a:gd name="T28" fmla="*/ 89 w 104"/>
                <a:gd name="T29" fmla="*/ 60 h 67"/>
                <a:gd name="T30" fmla="*/ 85 w 104"/>
                <a:gd name="T31" fmla="*/ 60 h 67"/>
                <a:gd name="T32" fmla="*/ 77 w 104"/>
                <a:gd name="T33" fmla="*/ 59 h 67"/>
                <a:gd name="T34" fmla="*/ 67 w 104"/>
                <a:gd name="T35" fmla="*/ 63 h 67"/>
                <a:gd name="T36" fmla="*/ 64 w 104"/>
                <a:gd name="T37" fmla="*/ 66 h 67"/>
                <a:gd name="T38" fmla="*/ 57 w 104"/>
                <a:gd name="T39" fmla="*/ 66 h 67"/>
                <a:gd name="T40" fmla="*/ 53 w 104"/>
                <a:gd name="T41" fmla="*/ 64 h 67"/>
                <a:gd name="T42" fmla="*/ 49 w 104"/>
                <a:gd name="T43" fmla="*/ 64 h 67"/>
                <a:gd name="T44" fmla="*/ 41 w 104"/>
                <a:gd name="T45" fmla="*/ 64 h 67"/>
                <a:gd name="T46" fmla="*/ 39 w 104"/>
                <a:gd name="T47" fmla="*/ 64 h 67"/>
                <a:gd name="T48" fmla="*/ 32 w 104"/>
                <a:gd name="T49" fmla="*/ 66 h 67"/>
                <a:gd name="T50" fmla="*/ 32 w 104"/>
                <a:gd name="T51" fmla="*/ 62 h 67"/>
                <a:gd name="T52" fmla="*/ 31 w 104"/>
                <a:gd name="T53" fmla="*/ 59 h 67"/>
                <a:gd name="T54" fmla="*/ 27 w 104"/>
                <a:gd name="T55" fmla="*/ 56 h 67"/>
                <a:gd name="T56" fmla="*/ 28 w 104"/>
                <a:gd name="T57" fmla="*/ 53 h 67"/>
                <a:gd name="T58" fmla="*/ 23 w 104"/>
                <a:gd name="T59" fmla="*/ 54 h 67"/>
                <a:gd name="T60" fmla="*/ 17 w 104"/>
                <a:gd name="T61" fmla="*/ 54 h 67"/>
                <a:gd name="T62" fmla="*/ 14 w 104"/>
                <a:gd name="T63" fmla="*/ 50 h 67"/>
                <a:gd name="T64" fmla="*/ 14 w 104"/>
                <a:gd name="T65" fmla="*/ 46 h 67"/>
                <a:gd name="T66" fmla="*/ 8 w 104"/>
                <a:gd name="T67" fmla="*/ 42 h 67"/>
                <a:gd name="T68" fmla="*/ 3 w 104"/>
                <a:gd name="T69" fmla="*/ 35 h 67"/>
                <a:gd name="T70" fmla="*/ 0 w 104"/>
                <a:gd name="T71" fmla="*/ 33 h 67"/>
                <a:gd name="T72" fmla="*/ 4 w 104"/>
                <a:gd name="T73" fmla="*/ 30 h 67"/>
                <a:gd name="T74" fmla="*/ 8 w 104"/>
                <a:gd name="T75" fmla="*/ 29 h 67"/>
                <a:gd name="T76" fmla="*/ 11 w 104"/>
                <a:gd name="T77" fmla="*/ 24 h 67"/>
                <a:gd name="T78" fmla="*/ 17 w 104"/>
                <a:gd name="T79" fmla="*/ 10 h 67"/>
                <a:gd name="T80" fmla="*/ 23 w 104"/>
                <a:gd name="T81" fmla="*/ 5 h 67"/>
                <a:gd name="T82" fmla="*/ 24 w 104"/>
                <a:gd name="T83" fmla="*/ 3 h 67"/>
                <a:gd name="T84" fmla="*/ 28 w 104"/>
                <a:gd name="T85" fmla="*/ 0 h 67"/>
                <a:gd name="T86" fmla="*/ 35 w 104"/>
                <a:gd name="T87" fmla="*/ 3 h 67"/>
                <a:gd name="T88" fmla="*/ 41 w 104"/>
                <a:gd name="T89" fmla="*/ 5 h 67"/>
                <a:gd name="T90" fmla="*/ 44 w 104"/>
                <a:gd name="T91" fmla="*/ 8 h 67"/>
                <a:gd name="T92" fmla="*/ 50 w 104"/>
                <a:gd name="T93" fmla="*/ 6 h 67"/>
                <a:gd name="T94" fmla="*/ 61 w 104"/>
                <a:gd name="T95" fmla="*/ 3 h 67"/>
                <a:gd name="T96" fmla="*/ 70 w 104"/>
                <a:gd name="T9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4" h="67">
                  <a:moveTo>
                    <a:pt x="70" y="0"/>
                  </a:moveTo>
                  <a:lnTo>
                    <a:pt x="71" y="5"/>
                  </a:lnTo>
                  <a:lnTo>
                    <a:pt x="77" y="9"/>
                  </a:lnTo>
                  <a:lnTo>
                    <a:pt x="77" y="12"/>
                  </a:lnTo>
                  <a:lnTo>
                    <a:pt x="83" y="17"/>
                  </a:lnTo>
                  <a:lnTo>
                    <a:pt x="85" y="20"/>
                  </a:lnTo>
                  <a:lnTo>
                    <a:pt x="86" y="24"/>
                  </a:lnTo>
                  <a:lnTo>
                    <a:pt x="86" y="34"/>
                  </a:lnTo>
                  <a:lnTo>
                    <a:pt x="87" y="38"/>
                  </a:lnTo>
                  <a:lnTo>
                    <a:pt x="90" y="41"/>
                  </a:lnTo>
                  <a:lnTo>
                    <a:pt x="93" y="42"/>
                  </a:lnTo>
                  <a:lnTo>
                    <a:pt x="96" y="42"/>
                  </a:lnTo>
                  <a:lnTo>
                    <a:pt x="99" y="41"/>
                  </a:lnTo>
                  <a:lnTo>
                    <a:pt x="103" y="41"/>
                  </a:lnTo>
                  <a:lnTo>
                    <a:pt x="104" y="42"/>
                  </a:lnTo>
                  <a:lnTo>
                    <a:pt x="103" y="43"/>
                  </a:lnTo>
                  <a:lnTo>
                    <a:pt x="104" y="43"/>
                  </a:lnTo>
                  <a:lnTo>
                    <a:pt x="104" y="46"/>
                  </a:lnTo>
                  <a:lnTo>
                    <a:pt x="103" y="49"/>
                  </a:lnTo>
                  <a:lnTo>
                    <a:pt x="100" y="50"/>
                  </a:lnTo>
                  <a:lnTo>
                    <a:pt x="96" y="50"/>
                  </a:lnTo>
                  <a:lnTo>
                    <a:pt x="95" y="53"/>
                  </a:lnTo>
                  <a:lnTo>
                    <a:pt x="94" y="54"/>
                  </a:lnTo>
                  <a:lnTo>
                    <a:pt x="95" y="55"/>
                  </a:lnTo>
                  <a:lnTo>
                    <a:pt x="95" y="59"/>
                  </a:lnTo>
                  <a:lnTo>
                    <a:pt x="94" y="60"/>
                  </a:lnTo>
                  <a:lnTo>
                    <a:pt x="95" y="64"/>
                  </a:lnTo>
                  <a:lnTo>
                    <a:pt x="91" y="64"/>
                  </a:lnTo>
                  <a:lnTo>
                    <a:pt x="91" y="63"/>
                  </a:lnTo>
                  <a:lnTo>
                    <a:pt x="89" y="60"/>
                  </a:lnTo>
                  <a:lnTo>
                    <a:pt x="86" y="62"/>
                  </a:lnTo>
                  <a:lnTo>
                    <a:pt x="85" y="60"/>
                  </a:lnTo>
                  <a:lnTo>
                    <a:pt x="81" y="59"/>
                  </a:lnTo>
                  <a:lnTo>
                    <a:pt x="77" y="59"/>
                  </a:lnTo>
                  <a:lnTo>
                    <a:pt x="74" y="59"/>
                  </a:lnTo>
                  <a:lnTo>
                    <a:pt x="67" y="63"/>
                  </a:lnTo>
                  <a:lnTo>
                    <a:pt x="66" y="64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57" y="66"/>
                  </a:lnTo>
                  <a:lnTo>
                    <a:pt x="56" y="66"/>
                  </a:lnTo>
                  <a:lnTo>
                    <a:pt x="53" y="64"/>
                  </a:lnTo>
                  <a:lnTo>
                    <a:pt x="50" y="66"/>
                  </a:lnTo>
                  <a:lnTo>
                    <a:pt x="49" y="64"/>
                  </a:lnTo>
                  <a:lnTo>
                    <a:pt x="45" y="67"/>
                  </a:lnTo>
                  <a:lnTo>
                    <a:pt x="41" y="64"/>
                  </a:lnTo>
                  <a:lnTo>
                    <a:pt x="40" y="66"/>
                  </a:lnTo>
                  <a:lnTo>
                    <a:pt x="39" y="64"/>
                  </a:lnTo>
                  <a:lnTo>
                    <a:pt x="36" y="64"/>
                  </a:lnTo>
                  <a:lnTo>
                    <a:pt x="32" y="66"/>
                  </a:lnTo>
                  <a:lnTo>
                    <a:pt x="31" y="63"/>
                  </a:lnTo>
                  <a:lnTo>
                    <a:pt x="32" y="62"/>
                  </a:lnTo>
                  <a:lnTo>
                    <a:pt x="32" y="60"/>
                  </a:lnTo>
                  <a:lnTo>
                    <a:pt x="31" y="59"/>
                  </a:lnTo>
                  <a:lnTo>
                    <a:pt x="28" y="59"/>
                  </a:lnTo>
                  <a:lnTo>
                    <a:pt x="27" y="56"/>
                  </a:lnTo>
                  <a:lnTo>
                    <a:pt x="27" y="55"/>
                  </a:lnTo>
                  <a:lnTo>
                    <a:pt x="28" y="53"/>
                  </a:lnTo>
                  <a:lnTo>
                    <a:pt x="24" y="51"/>
                  </a:lnTo>
                  <a:lnTo>
                    <a:pt x="23" y="54"/>
                  </a:lnTo>
                  <a:lnTo>
                    <a:pt x="20" y="53"/>
                  </a:lnTo>
                  <a:lnTo>
                    <a:pt x="17" y="54"/>
                  </a:lnTo>
                  <a:lnTo>
                    <a:pt x="17" y="51"/>
                  </a:lnTo>
                  <a:lnTo>
                    <a:pt x="14" y="50"/>
                  </a:lnTo>
                  <a:lnTo>
                    <a:pt x="12" y="49"/>
                  </a:lnTo>
                  <a:lnTo>
                    <a:pt x="14" y="46"/>
                  </a:lnTo>
                  <a:lnTo>
                    <a:pt x="11" y="43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0" y="33"/>
                  </a:lnTo>
                  <a:lnTo>
                    <a:pt x="3" y="30"/>
                  </a:lnTo>
                  <a:lnTo>
                    <a:pt x="4" y="30"/>
                  </a:lnTo>
                  <a:lnTo>
                    <a:pt x="6" y="28"/>
                  </a:lnTo>
                  <a:lnTo>
                    <a:pt x="8" y="29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5" y="18"/>
                  </a:lnTo>
                  <a:lnTo>
                    <a:pt x="17" y="10"/>
                  </a:lnTo>
                  <a:lnTo>
                    <a:pt x="20" y="6"/>
                  </a:lnTo>
                  <a:lnTo>
                    <a:pt x="23" y="5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7" y="3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5" y="3"/>
                  </a:lnTo>
                  <a:lnTo>
                    <a:pt x="37" y="3"/>
                  </a:lnTo>
                  <a:lnTo>
                    <a:pt x="41" y="5"/>
                  </a:lnTo>
                  <a:lnTo>
                    <a:pt x="41" y="6"/>
                  </a:lnTo>
                  <a:lnTo>
                    <a:pt x="44" y="8"/>
                  </a:lnTo>
                  <a:lnTo>
                    <a:pt x="48" y="6"/>
                  </a:lnTo>
                  <a:lnTo>
                    <a:pt x="50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4" y="1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0" name="Freeform 385"/>
            <p:cNvSpPr>
              <a:spLocks/>
            </p:cNvSpPr>
            <p:nvPr/>
          </p:nvSpPr>
          <p:spPr bwMode="auto">
            <a:xfrm>
              <a:off x="6222058" y="2756698"/>
              <a:ext cx="172567" cy="111661"/>
            </a:xfrm>
            <a:custGeom>
              <a:avLst/>
              <a:gdLst>
                <a:gd name="T0" fmla="*/ 61 w 68"/>
                <a:gd name="T1" fmla="*/ 0 h 44"/>
                <a:gd name="T2" fmla="*/ 64 w 68"/>
                <a:gd name="T3" fmla="*/ 4 h 44"/>
                <a:gd name="T4" fmla="*/ 67 w 68"/>
                <a:gd name="T5" fmla="*/ 5 h 44"/>
                <a:gd name="T6" fmla="*/ 68 w 68"/>
                <a:gd name="T7" fmla="*/ 8 h 44"/>
                <a:gd name="T8" fmla="*/ 67 w 68"/>
                <a:gd name="T9" fmla="*/ 10 h 44"/>
                <a:gd name="T10" fmla="*/ 64 w 68"/>
                <a:gd name="T11" fmla="*/ 11 h 44"/>
                <a:gd name="T12" fmla="*/ 61 w 68"/>
                <a:gd name="T13" fmla="*/ 15 h 44"/>
                <a:gd name="T14" fmla="*/ 59 w 68"/>
                <a:gd name="T15" fmla="*/ 23 h 44"/>
                <a:gd name="T16" fmla="*/ 55 w 68"/>
                <a:gd name="T17" fmla="*/ 29 h 44"/>
                <a:gd name="T18" fmla="*/ 55 w 68"/>
                <a:gd name="T19" fmla="*/ 31 h 44"/>
                <a:gd name="T20" fmla="*/ 52 w 68"/>
                <a:gd name="T21" fmla="*/ 34 h 44"/>
                <a:gd name="T22" fmla="*/ 50 w 68"/>
                <a:gd name="T23" fmla="*/ 33 h 44"/>
                <a:gd name="T24" fmla="*/ 48 w 68"/>
                <a:gd name="T25" fmla="*/ 35 h 44"/>
                <a:gd name="T26" fmla="*/ 47 w 68"/>
                <a:gd name="T27" fmla="*/ 35 h 44"/>
                <a:gd name="T28" fmla="*/ 44 w 68"/>
                <a:gd name="T29" fmla="*/ 38 h 44"/>
                <a:gd name="T30" fmla="*/ 43 w 68"/>
                <a:gd name="T31" fmla="*/ 38 h 44"/>
                <a:gd name="T32" fmla="*/ 40 w 68"/>
                <a:gd name="T33" fmla="*/ 36 h 44"/>
                <a:gd name="T34" fmla="*/ 38 w 68"/>
                <a:gd name="T35" fmla="*/ 36 h 44"/>
                <a:gd name="T36" fmla="*/ 35 w 68"/>
                <a:gd name="T37" fmla="*/ 39 h 44"/>
                <a:gd name="T38" fmla="*/ 35 w 68"/>
                <a:gd name="T39" fmla="*/ 40 h 44"/>
                <a:gd name="T40" fmla="*/ 32 w 68"/>
                <a:gd name="T41" fmla="*/ 39 h 44"/>
                <a:gd name="T42" fmla="*/ 30 w 68"/>
                <a:gd name="T43" fmla="*/ 40 h 44"/>
                <a:gd name="T44" fmla="*/ 29 w 68"/>
                <a:gd name="T45" fmla="*/ 43 h 44"/>
                <a:gd name="T46" fmla="*/ 27 w 68"/>
                <a:gd name="T47" fmla="*/ 42 h 44"/>
                <a:gd name="T48" fmla="*/ 25 w 68"/>
                <a:gd name="T49" fmla="*/ 44 h 44"/>
                <a:gd name="T50" fmla="*/ 21 w 68"/>
                <a:gd name="T51" fmla="*/ 43 h 44"/>
                <a:gd name="T52" fmla="*/ 14 w 68"/>
                <a:gd name="T53" fmla="*/ 42 h 44"/>
                <a:gd name="T54" fmla="*/ 13 w 68"/>
                <a:gd name="T55" fmla="*/ 40 h 44"/>
                <a:gd name="T56" fmla="*/ 10 w 68"/>
                <a:gd name="T57" fmla="*/ 39 h 44"/>
                <a:gd name="T58" fmla="*/ 5 w 68"/>
                <a:gd name="T59" fmla="*/ 35 h 44"/>
                <a:gd name="T60" fmla="*/ 4 w 68"/>
                <a:gd name="T61" fmla="*/ 35 h 44"/>
                <a:gd name="T62" fmla="*/ 4 w 68"/>
                <a:gd name="T63" fmla="*/ 31 h 44"/>
                <a:gd name="T64" fmla="*/ 0 w 68"/>
                <a:gd name="T65" fmla="*/ 27 h 44"/>
                <a:gd name="T66" fmla="*/ 1 w 68"/>
                <a:gd name="T67" fmla="*/ 27 h 44"/>
                <a:gd name="T68" fmla="*/ 2 w 68"/>
                <a:gd name="T69" fmla="*/ 25 h 44"/>
                <a:gd name="T70" fmla="*/ 1 w 68"/>
                <a:gd name="T71" fmla="*/ 22 h 44"/>
                <a:gd name="T72" fmla="*/ 1 w 68"/>
                <a:gd name="T73" fmla="*/ 21 h 44"/>
                <a:gd name="T74" fmla="*/ 2 w 68"/>
                <a:gd name="T75" fmla="*/ 18 h 44"/>
                <a:gd name="T76" fmla="*/ 0 w 68"/>
                <a:gd name="T77" fmla="*/ 15 h 44"/>
                <a:gd name="T78" fmla="*/ 1 w 68"/>
                <a:gd name="T79" fmla="*/ 14 h 44"/>
                <a:gd name="T80" fmla="*/ 6 w 68"/>
                <a:gd name="T81" fmla="*/ 14 h 44"/>
                <a:gd name="T82" fmla="*/ 6 w 68"/>
                <a:gd name="T83" fmla="*/ 11 h 44"/>
                <a:gd name="T84" fmla="*/ 6 w 68"/>
                <a:gd name="T85" fmla="*/ 9 h 44"/>
                <a:gd name="T86" fmla="*/ 6 w 68"/>
                <a:gd name="T87" fmla="*/ 8 h 44"/>
                <a:gd name="T88" fmla="*/ 14 w 68"/>
                <a:gd name="T89" fmla="*/ 13 h 44"/>
                <a:gd name="T90" fmla="*/ 18 w 68"/>
                <a:gd name="T91" fmla="*/ 13 h 44"/>
                <a:gd name="T92" fmla="*/ 22 w 68"/>
                <a:gd name="T93" fmla="*/ 11 h 44"/>
                <a:gd name="T94" fmla="*/ 29 w 68"/>
                <a:gd name="T95" fmla="*/ 11 h 44"/>
                <a:gd name="T96" fmla="*/ 29 w 68"/>
                <a:gd name="T97" fmla="*/ 9 h 44"/>
                <a:gd name="T98" fmla="*/ 31 w 68"/>
                <a:gd name="T99" fmla="*/ 8 h 44"/>
                <a:gd name="T100" fmla="*/ 35 w 68"/>
                <a:gd name="T101" fmla="*/ 5 h 44"/>
                <a:gd name="T102" fmla="*/ 39 w 68"/>
                <a:gd name="T103" fmla="*/ 8 h 44"/>
                <a:gd name="T104" fmla="*/ 39 w 68"/>
                <a:gd name="T105" fmla="*/ 6 h 44"/>
                <a:gd name="T106" fmla="*/ 42 w 68"/>
                <a:gd name="T107" fmla="*/ 4 h 44"/>
                <a:gd name="T108" fmla="*/ 43 w 68"/>
                <a:gd name="T109" fmla="*/ 1 h 44"/>
                <a:gd name="T110" fmla="*/ 47 w 68"/>
                <a:gd name="T111" fmla="*/ 1 h 44"/>
                <a:gd name="T112" fmla="*/ 50 w 68"/>
                <a:gd name="T113" fmla="*/ 1 h 44"/>
                <a:gd name="T114" fmla="*/ 55 w 68"/>
                <a:gd name="T115" fmla="*/ 1 h 44"/>
                <a:gd name="T116" fmla="*/ 59 w 68"/>
                <a:gd name="T117" fmla="*/ 2 h 44"/>
                <a:gd name="T118" fmla="*/ 61 w 68"/>
                <a:gd name="T11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8" h="44">
                  <a:moveTo>
                    <a:pt x="61" y="0"/>
                  </a:moveTo>
                  <a:lnTo>
                    <a:pt x="64" y="4"/>
                  </a:lnTo>
                  <a:lnTo>
                    <a:pt x="67" y="5"/>
                  </a:lnTo>
                  <a:lnTo>
                    <a:pt x="68" y="8"/>
                  </a:lnTo>
                  <a:lnTo>
                    <a:pt x="67" y="10"/>
                  </a:lnTo>
                  <a:lnTo>
                    <a:pt x="64" y="11"/>
                  </a:lnTo>
                  <a:lnTo>
                    <a:pt x="61" y="15"/>
                  </a:lnTo>
                  <a:lnTo>
                    <a:pt x="59" y="23"/>
                  </a:lnTo>
                  <a:lnTo>
                    <a:pt x="55" y="29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50" y="33"/>
                  </a:lnTo>
                  <a:lnTo>
                    <a:pt x="48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3" y="38"/>
                  </a:lnTo>
                  <a:lnTo>
                    <a:pt x="40" y="36"/>
                  </a:lnTo>
                  <a:lnTo>
                    <a:pt x="38" y="36"/>
                  </a:lnTo>
                  <a:lnTo>
                    <a:pt x="35" y="39"/>
                  </a:lnTo>
                  <a:lnTo>
                    <a:pt x="35" y="40"/>
                  </a:lnTo>
                  <a:lnTo>
                    <a:pt x="32" y="39"/>
                  </a:lnTo>
                  <a:lnTo>
                    <a:pt x="30" y="40"/>
                  </a:lnTo>
                  <a:lnTo>
                    <a:pt x="29" y="43"/>
                  </a:lnTo>
                  <a:lnTo>
                    <a:pt x="27" y="42"/>
                  </a:lnTo>
                  <a:lnTo>
                    <a:pt x="25" y="44"/>
                  </a:lnTo>
                  <a:lnTo>
                    <a:pt x="21" y="43"/>
                  </a:lnTo>
                  <a:lnTo>
                    <a:pt x="14" y="42"/>
                  </a:lnTo>
                  <a:lnTo>
                    <a:pt x="13" y="40"/>
                  </a:lnTo>
                  <a:lnTo>
                    <a:pt x="10" y="39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1"/>
                  </a:lnTo>
                  <a:lnTo>
                    <a:pt x="0" y="27"/>
                  </a:lnTo>
                  <a:lnTo>
                    <a:pt x="1" y="27"/>
                  </a:lnTo>
                  <a:lnTo>
                    <a:pt x="2" y="25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8"/>
                  </a:lnTo>
                  <a:lnTo>
                    <a:pt x="14" y="13"/>
                  </a:lnTo>
                  <a:lnTo>
                    <a:pt x="18" y="13"/>
                  </a:lnTo>
                  <a:lnTo>
                    <a:pt x="22" y="11"/>
                  </a:lnTo>
                  <a:lnTo>
                    <a:pt x="29" y="11"/>
                  </a:lnTo>
                  <a:lnTo>
                    <a:pt x="29" y="9"/>
                  </a:lnTo>
                  <a:lnTo>
                    <a:pt x="31" y="8"/>
                  </a:lnTo>
                  <a:lnTo>
                    <a:pt x="35" y="5"/>
                  </a:lnTo>
                  <a:lnTo>
                    <a:pt x="39" y="8"/>
                  </a:lnTo>
                  <a:lnTo>
                    <a:pt x="39" y="6"/>
                  </a:lnTo>
                  <a:lnTo>
                    <a:pt x="42" y="4"/>
                  </a:lnTo>
                  <a:lnTo>
                    <a:pt x="43" y="1"/>
                  </a:lnTo>
                  <a:lnTo>
                    <a:pt x="47" y="1"/>
                  </a:lnTo>
                  <a:lnTo>
                    <a:pt x="50" y="1"/>
                  </a:lnTo>
                  <a:lnTo>
                    <a:pt x="55" y="1"/>
                  </a:lnTo>
                  <a:lnTo>
                    <a:pt x="59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1" name="Freeform 386"/>
            <p:cNvSpPr>
              <a:spLocks/>
            </p:cNvSpPr>
            <p:nvPr/>
          </p:nvSpPr>
          <p:spPr bwMode="auto">
            <a:xfrm>
              <a:off x="6234747" y="2726245"/>
              <a:ext cx="149728" cy="63444"/>
            </a:xfrm>
            <a:custGeom>
              <a:avLst/>
              <a:gdLst>
                <a:gd name="T0" fmla="*/ 46 w 59"/>
                <a:gd name="T1" fmla="*/ 0 h 25"/>
                <a:gd name="T2" fmla="*/ 49 w 59"/>
                <a:gd name="T3" fmla="*/ 0 h 25"/>
                <a:gd name="T4" fmla="*/ 50 w 59"/>
                <a:gd name="T5" fmla="*/ 0 h 25"/>
                <a:gd name="T6" fmla="*/ 54 w 59"/>
                <a:gd name="T7" fmla="*/ 0 h 25"/>
                <a:gd name="T8" fmla="*/ 59 w 59"/>
                <a:gd name="T9" fmla="*/ 2 h 25"/>
                <a:gd name="T10" fmla="*/ 59 w 59"/>
                <a:gd name="T11" fmla="*/ 2 h 25"/>
                <a:gd name="T12" fmla="*/ 56 w 59"/>
                <a:gd name="T13" fmla="*/ 8 h 25"/>
                <a:gd name="T14" fmla="*/ 56 w 59"/>
                <a:gd name="T15" fmla="*/ 12 h 25"/>
                <a:gd name="T16" fmla="*/ 54 w 59"/>
                <a:gd name="T17" fmla="*/ 14 h 25"/>
                <a:gd name="T18" fmla="*/ 50 w 59"/>
                <a:gd name="T19" fmla="*/ 13 h 25"/>
                <a:gd name="T20" fmla="*/ 45 w 59"/>
                <a:gd name="T21" fmla="*/ 13 h 25"/>
                <a:gd name="T22" fmla="*/ 42 w 59"/>
                <a:gd name="T23" fmla="*/ 13 h 25"/>
                <a:gd name="T24" fmla="*/ 38 w 59"/>
                <a:gd name="T25" fmla="*/ 13 h 25"/>
                <a:gd name="T26" fmla="*/ 37 w 59"/>
                <a:gd name="T27" fmla="*/ 16 h 25"/>
                <a:gd name="T28" fmla="*/ 34 w 59"/>
                <a:gd name="T29" fmla="*/ 18 h 25"/>
                <a:gd name="T30" fmla="*/ 34 w 59"/>
                <a:gd name="T31" fmla="*/ 20 h 25"/>
                <a:gd name="T32" fmla="*/ 30 w 59"/>
                <a:gd name="T33" fmla="*/ 17 h 25"/>
                <a:gd name="T34" fmla="*/ 26 w 59"/>
                <a:gd name="T35" fmla="*/ 20 h 25"/>
                <a:gd name="T36" fmla="*/ 24 w 59"/>
                <a:gd name="T37" fmla="*/ 21 h 25"/>
                <a:gd name="T38" fmla="*/ 24 w 59"/>
                <a:gd name="T39" fmla="*/ 23 h 25"/>
                <a:gd name="T40" fmla="*/ 17 w 59"/>
                <a:gd name="T41" fmla="*/ 23 h 25"/>
                <a:gd name="T42" fmla="*/ 13 w 59"/>
                <a:gd name="T43" fmla="*/ 25 h 25"/>
                <a:gd name="T44" fmla="*/ 9 w 59"/>
                <a:gd name="T45" fmla="*/ 25 h 25"/>
                <a:gd name="T46" fmla="*/ 1 w 59"/>
                <a:gd name="T47" fmla="*/ 20 h 25"/>
                <a:gd name="T48" fmla="*/ 0 w 59"/>
                <a:gd name="T49" fmla="*/ 14 h 25"/>
                <a:gd name="T50" fmla="*/ 0 w 59"/>
                <a:gd name="T51" fmla="*/ 12 h 25"/>
                <a:gd name="T52" fmla="*/ 1 w 59"/>
                <a:gd name="T53" fmla="*/ 12 h 25"/>
                <a:gd name="T54" fmla="*/ 4 w 59"/>
                <a:gd name="T55" fmla="*/ 9 h 25"/>
                <a:gd name="T56" fmla="*/ 6 w 59"/>
                <a:gd name="T57" fmla="*/ 9 h 25"/>
                <a:gd name="T58" fmla="*/ 8 w 59"/>
                <a:gd name="T59" fmla="*/ 10 h 25"/>
                <a:gd name="T60" fmla="*/ 12 w 59"/>
                <a:gd name="T61" fmla="*/ 9 h 25"/>
                <a:gd name="T62" fmla="*/ 17 w 59"/>
                <a:gd name="T63" fmla="*/ 8 h 25"/>
                <a:gd name="T64" fmla="*/ 20 w 59"/>
                <a:gd name="T65" fmla="*/ 5 h 25"/>
                <a:gd name="T66" fmla="*/ 22 w 59"/>
                <a:gd name="T67" fmla="*/ 4 h 25"/>
                <a:gd name="T68" fmla="*/ 25 w 59"/>
                <a:gd name="T69" fmla="*/ 2 h 25"/>
                <a:gd name="T70" fmla="*/ 30 w 59"/>
                <a:gd name="T71" fmla="*/ 2 h 25"/>
                <a:gd name="T72" fmla="*/ 30 w 59"/>
                <a:gd name="T73" fmla="*/ 2 h 25"/>
                <a:gd name="T74" fmla="*/ 31 w 59"/>
                <a:gd name="T75" fmla="*/ 2 h 25"/>
                <a:gd name="T76" fmla="*/ 34 w 59"/>
                <a:gd name="T77" fmla="*/ 2 h 25"/>
                <a:gd name="T78" fmla="*/ 35 w 59"/>
                <a:gd name="T79" fmla="*/ 1 h 25"/>
                <a:gd name="T80" fmla="*/ 37 w 59"/>
                <a:gd name="T81" fmla="*/ 0 h 25"/>
                <a:gd name="T82" fmla="*/ 38 w 59"/>
                <a:gd name="T83" fmla="*/ 0 h 25"/>
                <a:gd name="T84" fmla="*/ 42 w 59"/>
                <a:gd name="T85" fmla="*/ 0 h 25"/>
                <a:gd name="T86" fmla="*/ 43 w 59"/>
                <a:gd name="T87" fmla="*/ 1 h 25"/>
                <a:gd name="T88" fmla="*/ 45 w 59"/>
                <a:gd name="T89" fmla="*/ 0 h 25"/>
                <a:gd name="T90" fmla="*/ 46 w 59"/>
                <a:gd name="T9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25">
                  <a:moveTo>
                    <a:pt x="46" y="0"/>
                  </a:moveTo>
                  <a:lnTo>
                    <a:pt x="49" y="0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6" y="8"/>
                  </a:lnTo>
                  <a:lnTo>
                    <a:pt x="56" y="12"/>
                  </a:lnTo>
                  <a:lnTo>
                    <a:pt x="54" y="14"/>
                  </a:lnTo>
                  <a:lnTo>
                    <a:pt x="50" y="13"/>
                  </a:lnTo>
                  <a:lnTo>
                    <a:pt x="45" y="13"/>
                  </a:lnTo>
                  <a:lnTo>
                    <a:pt x="42" y="13"/>
                  </a:lnTo>
                  <a:lnTo>
                    <a:pt x="38" y="13"/>
                  </a:lnTo>
                  <a:lnTo>
                    <a:pt x="37" y="16"/>
                  </a:lnTo>
                  <a:lnTo>
                    <a:pt x="34" y="18"/>
                  </a:lnTo>
                  <a:lnTo>
                    <a:pt x="34" y="20"/>
                  </a:lnTo>
                  <a:lnTo>
                    <a:pt x="30" y="17"/>
                  </a:lnTo>
                  <a:lnTo>
                    <a:pt x="26" y="20"/>
                  </a:lnTo>
                  <a:lnTo>
                    <a:pt x="24" y="21"/>
                  </a:lnTo>
                  <a:lnTo>
                    <a:pt x="24" y="23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9" y="25"/>
                  </a:lnTo>
                  <a:lnTo>
                    <a:pt x="1" y="20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4" y="9"/>
                  </a:lnTo>
                  <a:lnTo>
                    <a:pt x="6" y="9"/>
                  </a:lnTo>
                  <a:lnTo>
                    <a:pt x="8" y="10"/>
                  </a:lnTo>
                  <a:lnTo>
                    <a:pt x="12" y="9"/>
                  </a:lnTo>
                  <a:lnTo>
                    <a:pt x="17" y="8"/>
                  </a:lnTo>
                  <a:lnTo>
                    <a:pt x="20" y="5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4" y="2"/>
                  </a:lnTo>
                  <a:lnTo>
                    <a:pt x="35" y="1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3" y="1"/>
                  </a:lnTo>
                  <a:lnTo>
                    <a:pt x="45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2" name="Freeform 387"/>
            <p:cNvSpPr>
              <a:spLocks/>
            </p:cNvSpPr>
            <p:nvPr/>
          </p:nvSpPr>
          <p:spPr bwMode="auto">
            <a:xfrm>
              <a:off x="6402239" y="2919113"/>
              <a:ext cx="172567" cy="111661"/>
            </a:xfrm>
            <a:custGeom>
              <a:avLst/>
              <a:gdLst>
                <a:gd name="T0" fmla="*/ 54 w 68"/>
                <a:gd name="T1" fmla="*/ 0 h 44"/>
                <a:gd name="T2" fmla="*/ 59 w 68"/>
                <a:gd name="T3" fmla="*/ 3 h 44"/>
                <a:gd name="T4" fmla="*/ 64 w 68"/>
                <a:gd name="T5" fmla="*/ 4 h 44"/>
                <a:gd name="T6" fmla="*/ 68 w 68"/>
                <a:gd name="T7" fmla="*/ 5 h 44"/>
                <a:gd name="T8" fmla="*/ 67 w 68"/>
                <a:gd name="T9" fmla="*/ 9 h 44"/>
                <a:gd name="T10" fmla="*/ 64 w 68"/>
                <a:gd name="T11" fmla="*/ 11 h 44"/>
                <a:gd name="T12" fmla="*/ 62 w 68"/>
                <a:gd name="T13" fmla="*/ 19 h 44"/>
                <a:gd name="T14" fmla="*/ 56 w 68"/>
                <a:gd name="T15" fmla="*/ 24 h 44"/>
                <a:gd name="T16" fmla="*/ 59 w 68"/>
                <a:gd name="T17" fmla="*/ 25 h 44"/>
                <a:gd name="T18" fmla="*/ 63 w 68"/>
                <a:gd name="T19" fmla="*/ 32 h 44"/>
                <a:gd name="T20" fmla="*/ 60 w 68"/>
                <a:gd name="T21" fmla="*/ 32 h 44"/>
                <a:gd name="T22" fmla="*/ 56 w 68"/>
                <a:gd name="T23" fmla="*/ 30 h 44"/>
                <a:gd name="T24" fmla="*/ 51 w 68"/>
                <a:gd name="T25" fmla="*/ 32 h 44"/>
                <a:gd name="T26" fmla="*/ 47 w 68"/>
                <a:gd name="T27" fmla="*/ 34 h 44"/>
                <a:gd name="T28" fmla="*/ 46 w 68"/>
                <a:gd name="T29" fmla="*/ 34 h 44"/>
                <a:gd name="T30" fmla="*/ 43 w 68"/>
                <a:gd name="T31" fmla="*/ 38 h 44"/>
                <a:gd name="T32" fmla="*/ 42 w 68"/>
                <a:gd name="T33" fmla="*/ 42 h 44"/>
                <a:gd name="T34" fmla="*/ 35 w 68"/>
                <a:gd name="T35" fmla="*/ 44 h 44"/>
                <a:gd name="T36" fmla="*/ 30 w 68"/>
                <a:gd name="T37" fmla="*/ 42 h 44"/>
                <a:gd name="T38" fmla="*/ 27 w 68"/>
                <a:gd name="T39" fmla="*/ 42 h 44"/>
                <a:gd name="T40" fmla="*/ 23 w 68"/>
                <a:gd name="T41" fmla="*/ 41 h 44"/>
                <a:gd name="T42" fmla="*/ 18 w 68"/>
                <a:gd name="T43" fmla="*/ 42 h 44"/>
                <a:gd name="T44" fmla="*/ 12 w 68"/>
                <a:gd name="T45" fmla="*/ 44 h 44"/>
                <a:gd name="T46" fmla="*/ 10 w 68"/>
                <a:gd name="T47" fmla="*/ 42 h 44"/>
                <a:gd name="T48" fmla="*/ 9 w 68"/>
                <a:gd name="T49" fmla="*/ 37 h 44"/>
                <a:gd name="T50" fmla="*/ 1 w 68"/>
                <a:gd name="T51" fmla="*/ 28 h 44"/>
                <a:gd name="T52" fmla="*/ 2 w 68"/>
                <a:gd name="T53" fmla="*/ 26 h 44"/>
                <a:gd name="T54" fmla="*/ 1 w 68"/>
                <a:gd name="T55" fmla="*/ 21 h 44"/>
                <a:gd name="T56" fmla="*/ 5 w 68"/>
                <a:gd name="T57" fmla="*/ 16 h 44"/>
                <a:gd name="T58" fmla="*/ 1 w 68"/>
                <a:gd name="T59" fmla="*/ 9 h 44"/>
                <a:gd name="T60" fmla="*/ 1 w 68"/>
                <a:gd name="T61" fmla="*/ 3 h 44"/>
                <a:gd name="T62" fmla="*/ 4 w 68"/>
                <a:gd name="T63" fmla="*/ 0 h 44"/>
                <a:gd name="T64" fmla="*/ 5 w 68"/>
                <a:gd name="T65" fmla="*/ 3 h 44"/>
                <a:gd name="T66" fmla="*/ 5 w 68"/>
                <a:gd name="T67" fmla="*/ 7 h 44"/>
                <a:gd name="T68" fmla="*/ 12 w 68"/>
                <a:gd name="T69" fmla="*/ 5 h 44"/>
                <a:gd name="T70" fmla="*/ 14 w 68"/>
                <a:gd name="T71" fmla="*/ 5 h 44"/>
                <a:gd name="T72" fmla="*/ 22 w 68"/>
                <a:gd name="T73" fmla="*/ 5 h 44"/>
                <a:gd name="T74" fmla="*/ 26 w 68"/>
                <a:gd name="T75" fmla="*/ 5 h 44"/>
                <a:gd name="T76" fmla="*/ 30 w 68"/>
                <a:gd name="T77" fmla="*/ 7 h 44"/>
                <a:gd name="T78" fmla="*/ 37 w 68"/>
                <a:gd name="T79" fmla="*/ 7 h 44"/>
                <a:gd name="T80" fmla="*/ 40 w 68"/>
                <a:gd name="T81" fmla="*/ 4 h 44"/>
                <a:gd name="T82" fmla="*/ 50 w 68"/>
                <a:gd name="T8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8" h="44">
                  <a:moveTo>
                    <a:pt x="50" y="0"/>
                  </a:moveTo>
                  <a:lnTo>
                    <a:pt x="54" y="0"/>
                  </a:lnTo>
                  <a:lnTo>
                    <a:pt x="58" y="1"/>
                  </a:lnTo>
                  <a:lnTo>
                    <a:pt x="59" y="3"/>
                  </a:lnTo>
                  <a:lnTo>
                    <a:pt x="62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7" y="9"/>
                  </a:lnTo>
                  <a:lnTo>
                    <a:pt x="66" y="12"/>
                  </a:lnTo>
                  <a:lnTo>
                    <a:pt x="64" y="11"/>
                  </a:lnTo>
                  <a:lnTo>
                    <a:pt x="60" y="13"/>
                  </a:lnTo>
                  <a:lnTo>
                    <a:pt x="62" y="19"/>
                  </a:lnTo>
                  <a:lnTo>
                    <a:pt x="60" y="21"/>
                  </a:lnTo>
                  <a:lnTo>
                    <a:pt x="56" y="24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2" y="29"/>
                  </a:lnTo>
                  <a:lnTo>
                    <a:pt x="63" y="32"/>
                  </a:lnTo>
                  <a:lnTo>
                    <a:pt x="63" y="32"/>
                  </a:lnTo>
                  <a:lnTo>
                    <a:pt x="60" y="32"/>
                  </a:lnTo>
                  <a:lnTo>
                    <a:pt x="59" y="33"/>
                  </a:lnTo>
                  <a:lnTo>
                    <a:pt x="56" y="30"/>
                  </a:lnTo>
                  <a:lnTo>
                    <a:pt x="52" y="30"/>
                  </a:lnTo>
                  <a:lnTo>
                    <a:pt x="51" y="32"/>
                  </a:lnTo>
                  <a:lnTo>
                    <a:pt x="50" y="32"/>
                  </a:lnTo>
                  <a:lnTo>
                    <a:pt x="47" y="34"/>
                  </a:lnTo>
                  <a:lnTo>
                    <a:pt x="47" y="34"/>
                  </a:lnTo>
                  <a:lnTo>
                    <a:pt x="46" y="34"/>
                  </a:lnTo>
                  <a:lnTo>
                    <a:pt x="43" y="36"/>
                  </a:lnTo>
                  <a:lnTo>
                    <a:pt x="43" y="38"/>
                  </a:lnTo>
                  <a:lnTo>
                    <a:pt x="43" y="41"/>
                  </a:lnTo>
                  <a:lnTo>
                    <a:pt x="42" y="42"/>
                  </a:lnTo>
                  <a:lnTo>
                    <a:pt x="37" y="42"/>
                  </a:lnTo>
                  <a:lnTo>
                    <a:pt x="35" y="44"/>
                  </a:lnTo>
                  <a:lnTo>
                    <a:pt x="33" y="42"/>
                  </a:lnTo>
                  <a:lnTo>
                    <a:pt x="30" y="42"/>
                  </a:lnTo>
                  <a:lnTo>
                    <a:pt x="29" y="44"/>
                  </a:lnTo>
                  <a:lnTo>
                    <a:pt x="27" y="42"/>
                  </a:lnTo>
                  <a:lnTo>
                    <a:pt x="26" y="41"/>
                  </a:lnTo>
                  <a:lnTo>
                    <a:pt x="23" y="41"/>
                  </a:lnTo>
                  <a:lnTo>
                    <a:pt x="21" y="41"/>
                  </a:lnTo>
                  <a:lnTo>
                    <a:pt x="18" y="42"/>
                  </a:lnTo>
                  <a:lnTo>
                    <a:pt x="15" y="44"/>
                  </a:lnTo>
                  <a:lnTo>
                    <a:pt x="12" y="44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9" y="37"/>
                  </a:lnTo>
                  <a:lnTo>
                    <a:pt x="6" y="32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2" y="26"/>
                  </a:lnTo>
                  <a:lnTo>
                    <a:pt x="1" y="24"/>
                  </a:lnTo>
                  <a:lnTo>
                    <a:pt x="1" y="21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2"/>
                  </a:lnTo>
                  <a:lnTo>
                    <a:pt x="1" y="9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5" y="3"/>
                  </a:lnTo>
                  <a:lnTo>
                    <a:pt x="4" y="4"/>
                  </a:lnTo>
                  <a:lnTo>
                    <a:pt x="5" y="7"/>
                  </a:lnTo>
                  <a:lnTo>
                    <a:pt x="9" y="5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8" y="8"/>
                  </a:lnTo>
                  <a:lnTo>
                    <a:pt x="22" y="5"/>
                  </a:lnTo>
                  <a:lnTo>
                    <a:pt x="23" y="7"/>
                  </a:lnTo>
                  <a:lnTo>
                    <a:pt x="26" y="5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5"/>
                  </a:lnTo>
                  <a:lnTo>
                    <a:pt x="40" y="4"/>
                  </a:lnTo>
                  <a:lnTo>
                    <a:pt x="47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3" name="Freeform 388"/>
            <p:cNvSpPr>
              <a:spLocks/>
            </p:cNvSpPr>
            <p:nvPr/>
          </p:nvSpPr>
          <p:spPr bwMode="auto">
            <a:xfrm>
              <a:off x="6354021" y="2990170"/>
              <a:ext cx="73595" cy="63444"/>
            </a:xfrm>
            <a:custGeom>
              <a:avLst/>
              <a:gdLst>
                <a:gd name="T0" fmla="*/ 19 w 29"/>
                <a:gd name="T1" fmla="*/ 0 h 25"/>
                <a:gd name="T2" fmla="*/ 20 w 29"/>
                <a:gd name="T3" fmla="*/ 0 h 25"/>
                <a:gd name="T4" fmla="*/ 25 w 29"/>
                <a:gd name="T5" fmla="*/ 4 h 25"/>
                <a:gd name="T6" fmla="*/ 28 w 29"/>
                <a:gd name="T7" fmla="*/ 9 h 25"/>
                <a:gd name="T8" fmla="*/ 29 w 29"/>
                <a:gd name="T9" fmla="*/ 12 h 25"/>
                <a:gd name="T10" fmla="*/ 29 w 29"/>
                <a:gd name="T11" fmla="*/ 14 h 25"/>
                <a:gd name="T12" fmla="*/ 28 w 29"/>
                <a:gd name="T13" fmla="*/ 16 h 25"/>
                <a:gd name="T14" fmla="*/ 25 w 29"/>
                <a:gd name="T15" fmla="*/ 16 h 25"/>
                <a:gd name="T16" fmla="*/ 23 w 29"/>
                <a:gd name="T17" fmla="*/ 18 h 25"/>
                <a:gd name="T18" fmla="*/ 17 w 29"/>
                <a:gd name="T19" fmla="*/ 17 h 25"/>
                <a:gd name="T20" fmla="*/ 15 w 29"/>
                <a:gd name="T21" fmla="*/ 18 h 25"/>
                <a:gd name="T22" fmla="*/ 15 w 29"/>
                <a:gd name="T23" fmla="*/ 19 h 25"/>
                <a:gd name="T24" fmla="*/ 11 w 29"/>
                <a:gd name="T25" fmla="*/ 21 h 25"/>
                <a:gd name="T26" fmla="*/ 7 w 29"/>
                <a:gd name="T27" fmla="*/ 23 h 25"/>
                <a:gd name="T28" fmla="*/ 7 w 29"/>
                <a:gd name="T29" fmla="*/ 25 h 25"/>
                <a:gd name="T30" fmla="*/ 4 w 29"/>
                <a:gd name="T31" fmla="*/ 22 h 25"/>
                <a:gd name="T32" fmla="*/ 3 w 29"/>
                <a:gd name="T33" fmla="*/ 19 h 25"/>
                <a:gd name="T34" fmla="*/ 0 w 29"/>
                <a:gd name="T35" fmla="*/ 17 h 25"/>
                <a:gd name="T36" fmla="*/ 0 w 29"/>
                <a:gd name="T37" fmla="*/ 12 h 25"/>
                <a:gd name="T38" fmla="*/ 0 w 29"/>
                <a:gd name="T39" fmla="*/ 8 h 25"/>
                <a:gd name="T40" fmla="*/ 0 w 29"/>
                <a:gd name="T41" fmla="*/ 8 h 25"/>
                <a:gd name="T42" fmla="*/ 2 w 29"/>
                <a:gd name="T43" fmla="*/ 8 h 25"/>
                <a:gd name="T44" fmla="*/ 2 w 29"/>
                <a:gd name="T45" fmla="*/ 5 h 25"/>
                <a:gd name="T46" fmla="*/ 4 w 29"/>
                <a:gd name="T47" fmla="*/ 4 h 25"/>
                <a:gd name="T48" fmla="*/ 7 w 29"/>
                <a:gd name="T49" fmla="*/ 4 h 25"/>
                <a:gd name="T50" fmla="*/ 8 w 29"/>
                <a:gd name="T51" fmla="*/ 1 h 25"/>
                <a:gd name="T52" fmla="*/ 13 w 29"/>
                <a:gd name="T53" fmla="*/ 1 h 25"/>
                <a:gd name="T54" fmla="*/ 15 w 29"/>
                <a:gd name="T55" fmla="*/ 1 h 25"/>
                <a:gd name="T56" fmla="*/ 19 w 29"/>
                <a:gd name="T5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" h="25">
                  <a:moveTo>
                    <a:pt x="19" y="0"/>
                  </a:moveTo>
                  <a:lnTo>
                    <a:pt x="20" y="0"/>
                  </a:lnTo>
                  <a:lnTo>
                    <a:pt x="25" y="4"/>
                  </a:lnTo>
                  <a:lnTo>
                    <a:pt x="28" y="9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5" y="16"/>
                  </a:lnTo>
                  <a:lnTo>
                    <a:pt x="23" y="18"/>
                  </a:lnTo>
                  <a:lnTo>
                    <a:pt x="17" y="17"/>
                  </a:lnTo>
                  <a:lnTo>
                    <a:pt x="15" y="18"/>
                  </a:lnTo>
                  <a:lnTo>
                    <a:pt x="15" y="19"/>
                  </a:lnTo>
                  <a:lnTo>
                    <a:pt x="11" y="21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4" y="22"/>
                  </a:lnTo>
                  <a:lnTo>
                    <a:pt x="3" y="19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5"/>
                  </a:lnTo>
                  <a:lnTo>
                    <a:pt x="4" y="4"/>
                  </a:lnTo>
                  <a:lnTo>
                    <a:pt x="7" y="4"/>
                  </a:lnTo>
                  <a:lnTo>
                    <a:pt x="8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4" name="Freeform 389"/>
            <p:cNvSpPr>
              <a:spLocks/>
            </p:cNvSpPr>
            <p:nvPr/>
          </p:nvSpPr>
          <p:spPr bwMode="auto">
            <a:xfrm>
              <a:off x="6313417" y="2980019"/>
              <a:ext cx="58369" cy="109124"/>
            </a:xfrm>
            <a:custGeom>
              <a:avLst/>
              <a:gdLst>
                <a:gd name="T0" fmla="*/ 10 w 23"/>
                <a:gd name="T1" fmla="*/ 0 h 43"/>
                <a:gd name="T2" fmla="*/ 10 w 23"/>
                <a:gd name="T3" fmla="*/ 1 h 43"/>
                <a:gd name="T4" fmla="*/ 11 w 23"/>
                <a:gd name="T5" fmla="*/ 4 h 43"/>
                <a:gd name="T6" fmla="*/ 12 w 23"/>
                <a:gd name="T7" fmla="*/ 4 h 43"/>
                <a:gd name="T8" fmla="*/ 15 w 23"/>
                <a:gd name="T9" fmla="*/ 5 h 43"/>
                <a:gd name="T10" fmla="*/ 16 w 23"/>
                <a:gd name="T11" fmla="*/ 8 h 43"/>
                <a:gd name="T12" fmla="*/ 16 w 23"/>
                <a:gd name="T13" fmla="*/ 10 h 43"/>
                <a:gd name="T14" fmla="*/ 16 w 23"/>
                <a:gd name="T15" fmla="*/ 12 h 43"/>
                <a:gd name="T16" fmla="*/ 16 w 23"/>
                <a:gd name="T17" fmla="*/ 16 h 43"/>
                <a:gd name="T18" fmla="*/ 16 w 23"/>
                <a:gd name="T19" fmla="*/ 21 h 43"/>
                <a:gd name="T20" fmla="*/ 19 w 23"/>
                <a:gd name="T21" fmla="*/ 23 h 43"/>
                <a:gd name="T22" fmla="*/ 20 w 23"/>
                <a:gd name="T23" fmla="*/ 26 h 43"/>
                <a:gd name="T24" fmla="*/ 23 w 23"/>
                <a:gd name="T25" fmla="*/ 29 h 43"/>
                <a:gd name="T26" fmla="*/ 22 w 23"/>
                <a:gd name="T27" fmla="*/ 31 h 43"/>
                <a:gd name="T28" fmla="*/ 20 w 23"/>
                <a:gd name="T29" fmla="*/ 34 h 43"/>
                <a:gd name="T30" fmla="*/ 15 w 23"/>
                <a:gd name="T31" fmla="*/ 37 h 43"/>
                <a:gd name="T32" fmla="*/ 15 w 23"/>
                <a:gd name="T33" fmla="*/ 39 h 43"/>
                <a:gd name="T34" fmla="*/ 14 w 23"/>
                <a:gd name="T35" fmla="*/ 42 h 43"/>
                <a:gd name="T36" fmla="*/ 12 w 23"/>
                <a:gd name="T37" fmla="*/ 43 h 43"/>
                <a:gd name="T38" fmla="*/ 10 w 23"/>
                <a:gd name="T39" fmla="*/ 42 h 43"/>
                <a:gd name="T40" fmla="*/ 7 w 23"/>
                <a:gd name="T41" fmla="*/ 37 h 43"/>
                <a:gd name="T42" fmla="*/ 3 w 23"/>
                <a:gd name="T43" fmla="*/ 35 h 43"/>
                <a:gd name="T44" fmla="*/ 2 w 23"/>
                <a:gd name="T45" fmla="*/ 34 h 43"/>
                <a:gd name="T46" fmla="*/ 3 w 23"/>
                <a:gd name="T47" fmla="*/ 31 h 43"/>
                <a:gd name="T48" fmla="*/ 2 w 23"/>
                <a:gd name="T49" fmla="*/ 30 h 43"/>
                <a:gd name="T50" fmla="*/ 2 w 23"/>
                <a:gd name="T51" fmla="*/ 27 h 43"/>
                <a:gd name="T52" fmla="*/ 3 w 23"/>
                <a:gd name="T53" fmla="*/ 25 h 43"/>
                <a:gd name="T54" fmla="*/ 2 w 23"/>
                <a:gd name="T55" fmla="*/ 21 h 43"/>
                <a:gd name="T56" fmla="*/ 2 w 23"/>
                <a:gd name="T57" fmla="*/ 16 h 43"/>
                <a:gd name="T58" fmla="*/ 3 w 23"/>
                <a:gd name="T59" fmla="*/ 14 h 43"/>
                <a:gd name="T60" fmla="*/ 4 w 23"/>
                <a:gd name="T61" fmla="*/ 13 h 43"/>
                <a:gd name="T62" fmla="*/ 0 w 23"/>
                <a:gd name="T63" fmla="*/ 12 h 43"/>
                <a:gd name="T64" fmla="*/ 0 w 23"/>
                <a:gd name="T65" fmla="*/ 6 h 43"/>
                <a:gd name="T66" fmla="*/ 2 w 23"/>
                <a:gd name="T67" fmla="*/ 4 h 43"/>
                <a:gd name="T68" fmla="*/ 4 w 23"/>
                <a:gd name="T69" fmla="*/ 1 h 43"/>
                <a:gd name="T70" fmla="*/ 6 w 23"/>
                <a:gd name="T71" fmla="*/ 1 h 43"/>
                <a:gd name="T72" fmla="*/ 7 w 23"/>
                <a:gd name="T73" fmla="*/ 2 h 43"/>
                <a:gd name="T74" fmla="*/ 10 w 23"/>
                <a:gd name="T75" fmla="*/ 0 h 43"/>
                <a:gd name="T76" fmla="*/ 10 w 23"/>
                <a:gd name="T7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43">
                  <a:moveTo>
                    <a:pt x="10" y="0"/>
                  </a:moveTo>
                  <a:lnTo>
                    <a:pt x="10" y="1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5" y="5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6" y="21"/>
                  </a:lnTo>
                  <a:lnTo>
                    <a:pt x="19" y="23"/>
                  </a:lnTo>
                  <a:lnTo>
                    <a:pt x="20" y="26"/>
                  </a:lnTo>
                  <a:lnTo>
                    <a:pt x="23" y="29"/>
                  </a:lnTo>
                  <a:lnTo>
                    <a:pt x="22" y="31"/>
                  </a:lnTo>
                  <a:lnTo>
                    <a:pt x="20" y="34"/>
                  </a:lnTo>
                  <a:lnTo>
                    <a:pt x="15" y="37"/>
                  </a:lnTo>
                  <a:lnTo>
                    <a:pt x="15" y="39"/>
                  </a:lnTo>
                  <a:lnTo>
                    <a:pt x="14" y="42"/>
                  </a:lnTo>
                  <a:lnTo>
                    <a:pt x="12" y="43"/>
                  </a:lnTo>
                  <a:lnTo>
                    <a:pt x="10" y="42"/>
                  </a:lnTo>
                  <a:lnTo>
                    <a:pt x="7" y="37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3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3" y="25"/>
                  </a:lnTo>
                  <a:lnTo>
                    <a:pt x="2" y="21"/>
                  </a:lnTo>
                  <a:lnTo>
                    <a:pt x="2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0" y="12"/>
                  </a:lnTo>
                  <a:lnTo>
                    <a:pt x="0" y="6"/>
                  </a:lnTo>
                  <a:lnTo>
                    <a:pt x="2" y="4"/>
                  </a:lnTo>
                  <a:lnTo>
                    <a:pt x="4" y="1"/>
                  </a:lnTo>
                  <a:lnTo>
                    <a:pt x="6" y="1"/>
                  </a:lnTo>
                  <a:lnTo>
                    <a:pt x="7" y="2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5" name="Freeform 390"/>
            <p:cNvSpPr>
              <a:spLocks/>
            </p:cNvSpPr>
            <p:nvPr/>
          </p:nvSpPr>
          <p:spPr bwMode="auto">
            <a:xfrm>
              <a:off x="6295653" y="2848056"/>
              <a:ext cx="119275" cy="162416"/>
            </a:xfrm>
            <a:custGeom>
              <a:avLst/>
              <a:gdLst>
                <a:gd name="T0" fmla="*/ 11 w 47"/>
                <a:gd name="T1" fmla="*/ 0 h 64"/>
                <a:gd name="T2" fmla="*/ 17 w 47"/>
                <a:gd name="T3" fmla="*/ 3 h 64"/>
                <a:gd name="T4" fmla="*/ 22 w 47"/>
                <a:gd name="T5" fmla="*/ 8 h 64"/>
                <a:gd name="T6" fmla="*/ 26 w 47"/>
                <a:gd name="T7" fmla="*/ 12 h 64"/>
                <a:gd name="T8" fmla="*/ 27 w 47"/>
                <a:gd name="T9" fmla="*/ 18 h 64"/>
                <a:gd name="T10" fmla="*/ 32 w 47"/>
                <a:gd name="T11" fmla="*/ 20 h 64"/>
                <a:gd name="T12" fmla="*/ 35 w 47"/>
                <a:gd name="T13" fmla="*/ 22 h 64"/>
                <a:gd name="T14" fmla="*/ 39 w 47"/>
                <a:gd name="T15" fmla="*/ 20 h 64"/>
                <a:gd name="T16" fmla="*/ 42 w 47"/>
                <a:gd name="T17" fmla="*/ 24 h 64"/>
                <a:gd name="T18" fmla="*/ 43 w 47"/>
                <a:gd name="T19" fmla="*/ 31 h 64"/>
                <a:gd name="T20" fmla="*/ 43 w 47"/>
                <a:gd name="T21" fmla="*/ 37 h 64"/>
                <a:gd name="T22" fmla="*/ 47 w 47"/>
                <a:gd name="T23" fmla="*/ 44 h 64"/>
                <a:gd name="T24" fmla="*/ 43 w 47"/>
                <a:gd name="T25" fmla="*/ 49 h 64"/>
                <a:gd name="T26" fmla="*/ 44 w 47"/>
                <a:gd name="T27" fmla="*/ 54 h 64"/>
                <a:gd name="T28" fmla="*/ 42 w 47"/>
                <a:gd name="T29" fmla="*/ 56 h 64"/>
                <a:gd name="T30" fmla="*/ 36 w 47"/>
                <a:gd name="T31" fmla="*/ 57 h 64"/>
                <a:gd name="T32" fmla="*/ 30 w 47"/>
                <a:gd name="T33" fmla="*/ 60 h 64"/>
                <a:gd name="T34" fmla="*/ 25 w 47"/>
                <a:gd name="T35" fmla="*/ 61 h 64"/>
                <a:gd name="T36" fmla="*/ 23 w 47"/>
                <a:gd name="T37" fmla="*/ 64 h 64"/>
                <a:gd name="T38" fmla="*/ 23 w 47"/>
                <a:gd name="T39" fmla="*/ 60 h 64"/>
                <a:gd name="T40" fmla="*/ 19 w 47"/>
                <a:gd name="T41" fmla="*/ 56 h 64"/>
                <a:gd name="T42" fmla="*/ 17 w 47"/>
                <a:gd name="T43" fmla="*/ 53 h 64"/>
                <a:gd name="T44" fmla="*/ 17 w 47"/>
                <a:gd name="T45" fmla="*/ 50 h 64"/>
                <a:gd name="T46" fmla="*/ 18 w 47"/>
                <a:gd name="T47" fmla="*/ 47 h 64"/>
                <a:gd name="T48" fmla="*/ 13 w 47"/>
                <a:gd name="T49" fmla="*/ 44 h 64"/>
                <a:gd name="T50" fmla="*/ 9 w 47"/>
                <a:gd name="T51" fmla="*/ 44 h 64"/>
                <a:gd name="T52" fmla="*/ 7 w 47"/>
                <a:gd name="T53" fmla="*/ 39 h 64"/>
                <a:gd name="T54" fmla="*/ 5 w 47"/>
                <a:gd name="T55" fmla="*/ 35 h 64"/>
                <a:gd name="T56" fmla="*/ 6 w 47"/>
                <a:gd name="T57" fmla="*/ 32 h 64"/>
                <a:gd name="T58" fmla="*/ 9 w 47"/>
                <a:gd name="T59" fmla="*/ 32 h 64"/>
                <a:gd name="T60" fmla="*/ 6 w 47"/>
                <a:gd name="T61" fmla="*/ 29 h 64"/>
                <a:gd name="T62" fmla="*/ 2 w 47"/>
                <a:gd name="T63" fmla="*/ 25 h 64"/>
                <a:gd name="T64" fmla="*/ 5 w 47"/>
                <a:gd name="T65" fmla="*/ 19 h 64"/>
                <a:gd name="T66" fmla="*/ 2 w 47"/>
                <a:gd name="T67" fmla="*/ 20 h 64"/>
                <a:gd name="T68" fmla="*/ 2 w 47"/>
                <a:gd name="T69" fmla="*/ 16 h 64"/>
                <a:gd name="T70" fmla="*/ 5 w 47"/>
                <a:gd name="T71" fmla="*/ 16 h 64"/>
                <a:gd name="T72" fmla="*/ 3 w 47"/>
                <a:gd name="T73" fmla="*/ 15 h 64"/>
                <a:gd name="T74" fmla="*/ 1 w 47"/>
                <a:gd name="T75" fmla="*/ 11 h 64"/>
                <a:gd name="T76" fmla="*/ 0 w 47"/>
                <a:gd name="T77" fmla="*/ 7 h 64"/>
                <a:gd name="T78" fmla="*/ 3 w 47"/>
                <a:gd name="T79" fmla="*/ 3 h 64"/>
                <a:gd name="T80" fmla="*/ 6 w 47"/>
                <a:gd name="T81" fmla="*/ 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7" h="64">
                  <a:moveTo>
                    <a:pt x="9" y="0"/>
                  </a:moveTo>
                  <a:lnTo>
                    <a:pt x="11" y="0"/>
                  </a:lnTo>
                  <a:lnTo>
                    <a:pt x="14" y="2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22" y="8"/>
                  </a:lnTo>
                  <a:lnTo>
                    <a:pt x="23" y="11"/>
                  </a:lnTo>
                  <a:lnTo>
                    <a:pt x="26" y="12"/>
                  </a:lnTo>
                  <a:lnTo>
                    <a:pt x="29" y="15"/>
                  </a:lnTo>
                  <a:lnTo>
                    <a:pt x="27" y="18"/>
                  </a:lnTo>
                  <a:lnTo>
                    <a:pt x="29" y="19"/>
                  </a:lnTo>
                  <a:lnTo>
                    <a:pt x="32" y="20"/>
                  </a:lnTo>
                  <a:lnTo>
                    <a:pt x="32" y="23"/>
                  </a:lnTo>
                  <a:lnTo>
                    <a:pt x="35" y="22"/>
                  </a:lnTo>
                  <a:lnTo>
                    <a:pt x="38" y="23"/>
                  </a:lnTo>
                  <a:lnTo>
                    <a:pt x="39" y="20"/>
                  </a:lnTo>
                  <a:lnTo>
                    <a:pt x="43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3" y="31"/>
                  </a:lnTo>
                  <a:lnTo>
                    <a:pt x="42" y="32"/>
                  </a:lnTo>
                  <a:lnTo>
                    <a:pt x="43" y="37"/>
                  </a:lnTo>
                  <a:lnTo>
                    <a:pt x="46" y="40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3" y="49"/>
                  </a:lnTo>
                  <a:lnTo>
                    <a:pt x="43" y="52"/>
                  </a:lnTo>
                  <a:lnTo>
                    <a:pt x="44" y="54"/>
                  </a:lnTo>
                  <a:lnTo>
                    <a:pt x="43" y="56"/>
                  </a:lnTo>
                  <a:lnTo>
                    <a:pt x="42" y="56"/>
                  </a:lnTo>
                  <a:lnTo>
                    <a:pt x="38" y="57"/>
                  </a:lnTo>
                  <a:lnTo>
                    <a:pt x="36" y="57"/>
                  </a:lnTo>
                  <a:lnTo>
                    <a:pt x="31" y="57"/>
                  </a:lnTo>
                  <a:lnTo>
                    <a:pt x="30" y="60"/>
                  </a:lnTo>
                  <a:lnTo>
                    <a:pt x="27" y="60"/>
                  </a:lnTo>
                  <a:lnTo>
                    <a:pt x="25" y="61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3" y="62"/>
                  </a:lnTo>
                  <a:lnTo>
                    <a:pt x="23" y="60"/>
                  </a:lnTo>
                  <a:lnTo>
                    <a:pt x="22" y="57"/>
                  </a:lnTo>
                  <a:lnTo>
                    <a:pt x="19" y="56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7" y="52"/>
                  </a:lnTo>
                  <a:lnTo>
                    <a:pt x="17" y="50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3" y="44"/>
                  </a:lnTo>
                  <a:lnTo>
                    <a:pt x="10" y="44"/>
                  </a:lnTo>
                  <a:lnTo>
                    <a:pt x="9" y="44"/>
                  </a:lnTo>
                  <a:lnTo>
                    <a:pt x="9" y="41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5" y="35"/>
                  </a:lnTo>
                  <a:lnTo>
                    <a:pt x="5" y="32"/>
                  </a:lnTo>
                  <a:lnTo>
                    <a:pt x="6" y="32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7" y="29"/>
                  </a:lnTo>
                  <a:lnTo>
                    <a:pt x="6" y="29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5" y="22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1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4"/>
                  </a:lnTo>
                  <a:lnTo>
                    <a:pt x="3" y="3"/>
                  </a:lnTo>
                  <a:lnTo>
                    <a:pt x="6" y="4"/>
                  </a:lnTo>
                  <a:lnTo>
                    <a:pt x="6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6" name="Freeform 391"/>
            <p:cNvSpPr>
              <a:spLocks/>
            </p:cNvSpPr>
            <p:nvPr/>
          </p:nvSpPr>
          <p:spPr bwMode="auto">
            <a:xfrm>
              <a:off x="6288039" y="2941952"/>
              <a:ext cx="53293" cy="68520"/>
            </a:xfrm>
            <a:custGeom>
              <a:avLst/>
              <a:gdLst>
                <a:gd name="T0" fmla="*/ 5 w 21"/>
                <a:gd name="T1" fmla="*/ 0 h 27"/>
                <a:gd name="T2" fmla="*/ 8 w 21"/>
                <a:gd name="T3" fmla="*/ 2 h 27"/>
                <a:gd name="T4" fmla="*/ 9 w 21"/>
                <a:gd name="T5" fmla="*/ 2 h 27"/>
                <a:gd name="T6" fmla="*/ 10 w 21"/>
                <a:gd name="T7" fmla="*/ 2 h 27"/>
                <a:gd name="T8" fmla="*/ 12 w 21"/>
                <a:gd name="T9" fmla="*/ 4 h 27"/>
                <a:gd name="T10" fmla="*/ 12 w 21"/>
                <a:gd name="T11" fmla="*/ 7 h 27"/>
                <a:gd name="T12" fmla="*/ 13 w 21"/>
                <a:gd name="T13" fmla="*/ 7 h 27"/>
                <a:gd name="T14" fmla="*/ 16 w 21"/>
                <a:gd name="T15" fmla="*/ 7 h 27"/>
                <a:gd name="T16" fmla="*/ 18 w 21"/>
                <a:gd name="T17" fmla="*/ 10 h 27"/>
                <a:gd name="T18" fmla="*/ 21 w 21"/>
                <a:gd name="T19" fmla="*/ 10 h 27"/>
                <a:gd name="T20" fmla="*/ 21 w 21"/>
                <a:gd name="T21" fmla="*/ 12 h 27"/>
                <a:gd name="T22" fmla="*/ 20 w 21"/>
                <a:gd name="T23" fmla="*/ 13 h 27"/>
                <a:gd name="T24" fmla="*/ 20 w 21"/>
                <a:gd name="T25" fmla="*/ 15 h 27"/>
                <a:gd name="T26" fmla="*/ 17 w 21"/>
                <a:gd name="T27" fmla="*/ 17 h 27"/>
                <a:gd name="T28" fmla="*/ 16 w 21"/>
                <a:gd name="T29" fmla="*/ 16 h 27"/>
                <a:gd name="T30" fmla="*/ 14 w 21"/>
                <a:gd name="T31" fmla="*/ 16 h 27"/>
                <a:gd name="T32" fmla="*/ 12 w 21"/>
                <a:gd name="T33" fmla="*/ 19 h 27"/>
                <a:gd name="T34" fmla="*/ 10 w 21"/>
                <a:gd name="T35" fmla="*/ 21 h 27"/>
                <a:gd name="T36" fmla="*/ 10 w 21"/>
                <a:gd name="T37" fmla="*/ 27 h 27"/>
                <a:gd name="T38" fmla="*/ 8 w 21"/>
                <a:gd name="T39" fmla="*/ 25 h 27"/>
                <a:gd name="T40" fmla="*/ 8 w 21"/>
                <a:gd name="T41" fmla="*/ 23 h 27"/>
                <a:gd name="T42" fmla="*/ 3 w 21"/>
                <a:gd name="T43" fmla="*/ 17 h 27"/>
                <a:gd name="T44" fmla="*/ 1 w 21"/>
                <a:gd name="T45" fmla="*/ 16 h 27"/>
                <a:gd name="T46" fmla="*/ 0 w 21"/>
                <a:gd name="T47" fmla="*/ 16 h 27"/>
                <a:gd name="T48" fmla="*/ 1 w 21"/>
                <a:gd name="T49" fmla="*/ 15 h 27"/>
                <a:gd name="T50" fmla="*/ 3 w 21"/>
                <a:gd name="T51" fmla="*/ 12 h 27"/>
                <a:gd name="T52" fmla="*/ 3 w 21"/>
                <a:gd name="T53" fmla="*/ 10 h 27"/>
                <a:gd name="T54" fmla="*/ 4 w 21"/>
                <a:gd name="T55" fmla="*/ 7 h 27"/>
                <a:gd name="T56" fmla="*/ 5 w 21"/>
                <a:gd name="T57" fmla="*/ 7 h 27"/>
                <a:gd name="T58" fmla="*/ 6 w 21"/>
                <a:gd name="T59" fmla="*/ 6 h 27"/>
                <a:gd name="T60" fmla="*/ 6 w 21"/>
                <a:gd name="T61" fmla="*/ 4 h 27"/>
                <a:gd name="T62" fmla="*/ 4 w 21"/>
                <a:gd name="T63" fmla="*/ 3 h 27"/>
                <a:gd name="T64" fmla="*/ 4 w 21"/>
                <a:gd name="T65" fmla="*/ 0 h 27"/>
                <a:gd name="T66" fmla="*/ 5 w 21"/>
                <a:gd name="T6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" h="27">
                  <a:moveTo>
                    <a:pt x="5" y="0"/>
                  </a:move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6" y="7"/>
                  </a:lnTo>
                  <a:lnTo>
                    <a:pt x="18" y="10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17" y="17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9"/>
                  </a:lnTo>
                  <a:lnTo>
                    <a:pt x="10" y="21"/>
                  </a:lnTo>
                  <a:lnTo>
                    <a:pt x="10" y="27"/>
                  </a:lnTo>
                  <a:lnTo>
                    <a:pt x="8" y="25"/>
                  </a:lnTo>
                  <a:lnTo>
                    <a:pt x="8" y="23"/>
                  </a:lnTo>
                  <a:lnTo>
                    <a:pt x="3" y="17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1" y="15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3"/>
                  </a:lnTo>
                  <a:lnTo>
                    <a:pt x="4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7" name="Freeform 392"/>
            <p:cNvSpPr>
              <a:spLocks noEditPoints="1"/>
            </p:cNvSpPr>
            <p:nvPr/>
          </p:nvSpPr>
          <p:spPr bwMode="auto">
            <a:xfrm>
              <a:off x="6143389" y="2845518"/>
              <a:ext cx="164954" cy="126887"/>
            </a:xfrm>
            <a:custGeom>
              <a:avLst/>
              <a:gdLst>
                <a:gd name="T0" fmla="*/ 40 w 65"/>
                <a:gd name="T1" fmla="*/ 49 h 50"/>
                <a:gd name="T2" fmla="*/ 35 w 65"/>
                <a:gd name="T3" fmla="*/ 45 h 50"/>
                <a:gd name="T4" fmla="*/ 35 w 65"/>
                <a:gd name="T5" fmla="*/ 45 h 50"/>
                <a:gd name="T6" fmla="*/ 40 w 65"/>
                <a:gd name="T7" fmla="*/ 44 h 50"/>
                <a:gd name="T8" fmla="*/ 35 w 65"/>
                <a:gd name="T9" fmla="*/ 42 h 50"/>
                <a:gd name="T10" fmla="*/ 20 w 65"/>
                <a:gd name="T11" fmla="*/ 36 h 50"/>
                <a:gd name="T12" fmla="*/ 15 w 65"/>
                <a:gd name="T13" fmla="*/ 28 h 50"/>
                <a:gd name="T14" fmla="*/ 17 w 65"/>
                <a:gd name="T15" fmla="*/ 28 h 50"/>
                <a:gd name="T16" fmla="*/ 20 w 65"/>
                <a:gd name="T17" fmla="*/ 30 h 50"/>
                <a:gd name="T18" fmla="*/ 19 w 65"/>
                <a:gd name="T19" fmla="*/ 26 h 50"/>
                <a:gd name="T20" fmla="*/ 9 w 65"/>
                <a:gd name="T21" fmla="*/ 21 h 50"/>
                <a:gd name="T22" fmla="*/ 12 w 65"/>
                <a:gd name="T23" fmla="*/ 26 h 50"/>
                <a:gd name="T24" fmla="*/ 9 w 65"/>
                <a:gd name="T25" fmla="*/ 21 h 50"/>
                <a:gd name="T26" fmla="*/ 13 w 65"/>
                <a:gd name="T27" fmla="*/ 23 h 50"/>
                <a:gd name="T28" fmla="*/ 9 w 65"/>
                <a:gd name="T29" fmla="*/ 17 h 50"/>
                <a:gd name="T30" fmla="*/ 36 w 65"/>
                <a:gd name="T31" fmla="*/ 0 h 50"/>
                <a:gd name="T32" fmla="*/ 45 w 65"/>
                <a:gd name="T33" fmla="*/ 7 h 50"/>
                <a:gd name="T34" fmla="*/ 58 w 65"/>
                <a:gd name="T35" fmla="*/ 7 h 50"/>
                <a:gd name="T36" fmla="*/ 62 w 65"/>
                <a:gd name="T37" fmla="*/ 15 h 50"/>
                <a:gd name="T38" fmla="*/ 65 w 65"/>
                <a:gd name="T39" fmla="*/ 17 h 50"/>
                <a:gd name="T40" fmla="*/ 62 w 65"/>
                <a:gd name="T41" fmla="*/ 20 h 50"/>
                <a:gd name="T42" fmla="*/ 56 w 65"/>
                <a:gd name="T43" fmla="*/ 17 h 50"/>
                <a:gd name="T44" fmla="*/ 49 w 65"/>
                <a:gd name="T45" fmla="*/ 17 h 50"/>
                <a:gd name="T46" fmla="*/ 44 w 65"/>
                <a:gd name="T47" fmla="*/ 16 h 50"/>
                <a:gd name="T48" fmla="*/ 40 w 65"/>
                <a:gd name="T49" fmla="*/ 15 h 50"/>
                <a:gd name="T50" fmla="*/ 36 w 65"/>
                <a:gd name="T51" fmla="*/ 16 h 50"/>
                <a:gd name="T52" fmla="*/ 32 w 65"/>
                <a:gd name="T53" fmla="*/ 17 h 50"/>
                <a:gd name="T54" fmla="*/ 27 w 65"/>
                <a:gd name="T55" fmla="*/ 15 h 50"/>
                <a:gd name="T56" fmla="*/ 24 w 65"/>
                <a:gd name="T57" fmla="*/ 20 h 50"/>
                <a:gd name="T58" fmla="*/ 28 w 65"/>
                <a:gd name="T59" fmla="*/ 24 h 50"/>
                <a:gd name="T60" fmla="*/ 29 w 65"/>
                <a:gd name="T61" fmla="*/ 29 h 50"/>
                <a:gd name="T62" fmla="*/ 48 w 65"/>
                <a:gd name="T63" fmla="*/ 48 h 50"/>
                <a:gd name="T64" fmla="*/ 45 w 65"/>
                <a:gd name="T65" fmla="*/ 49 h 50"/>
                <a:gd name="T66" fmla="*/ 48 w 65"/>
                <a:gd name="T67" fmla="*/ 49 h 50"/>
                <a:gd name="T68" fmla="*/ 33 w 65"/>
                <a:gd name="T69" fmla="*/ 41 h 50"/>
                <a:gd name="T70" fmla="*/ 29 w 65"/>
                <a:gd name="T71" fmla="*/ 38 h 50"/>
                <a:gd name="T72" fmla="*/ 21 w 65"/>
                <a:gd name="T73" fmla="*/ 34 h 50"/>
                <a:gd name="T74" fmla="*/ 23 w 65"/>
                <a:gd name="T75" fmla="*/ 30 h 50"/>
                <a:gd name="T76" fmla="*/ 21 w 65"/>
                <a:gd name="T77" fmla="*/ 28 h 50"/>
                <a:gd name="T78" fmla="*/ 16 w 65"/>
                <a:gd name="T79" fmla="*/ 19 h 50"/>
                <a:gd name="T80" fmla="*/ 9 w 65"/>
                <a:gd name="T81" fmla="*/ 15 h 50"/>
                <a:gd name="T82" fmla="*/ 4 w 65"/>
                <a:gd name="T83" fmla="*/ 24 h 50"/>
                <a:gd name="T84" fmla="*/ 2 w 65"/>
                <a:gd name="T85" fmla="*/ 19 h 50"/>
                <a:gd name="T86" fmla="*/ 4 w 65"/>
                <a:gd name="T87" fmla="*/ 13 h 50"/>
                <a:gd name="T88" fmla="*/ 15 w 65"/>
                <a:gd name="T89" fmla="*/ 13 h 50"/>
                <a:gd name="T90" fmla="*/ 21 w 65"/>
                <a:gd name="T91" fmla="*/ 7 h 50"/>
                <a:gd name="T92" fmla="*/ 35 w 65"/>
                <a:gd name="T9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5" h="50">
                  <a:moveTo>
                    <a:pt x="41" y="48"/>
                  </a:moveTo>
                  <a:lnTo>
                    <a:pt x="42" y="49"/>
                  </a:lnTo>
                  <a:lnTo>
                    <a:pt x="40" y="49"/>
                  </a:lnTo>
                  <a:lnTo>
                    <a:pt x="37" y="48"/>
                  </a:lnTo>
                  <a:lnTo>
                    <a:pt x="41" y="48"/>
                  </a:lnTo>
                  <a:close/>
                  <a:moveTo>
                    <a:pt x="35" y="45"/>
                  </a:moveTo>
                  <a:lnTo>
                    <a:pt x="41" y="45"/>
                  </a:lnTo>
                  <a:lnTo>
                    <a:pt x="38" y="46"/>
                  </a:lnTo>
                  <a:lnTo>
                    <a:pt x="35" y="45"/>
                  </a:lnTo>
                  <a:close/>
                  <a:moveTo>
                    <a:pt x="35" y="42"/>
                  </a:moveTo>
                  <a:lnTo>
                    <a:pt x="40" y="42"/>
                  </a:lnTo>
                  <a:lnTo>
                    <a:pt x="40" y="44"/>
                  </a:lnTo>
                  <a:lnTo>
                    <a:pt x="38" y="45"/>
                  </a:lnTo>
                  <a:lnTo>
                    <a:pt x="36" y="44"/>
                  </a:lnTo>
                  <a:lnTo>
                    <a:pt x="35" y="42"/>
                  </a:lnTo>
                  <a:close/>
                  <a:moveTo>
                    <a:pt x="16" y="32"/>
                  </a:moveTo>
                  <a:lnTo>
                    <a:pt x="19" y="33"/>
                  </a:lnTo>
                  <a:lnTo>
                    <a:pt x="20" y="36"/>
                  </a:lnTo>
                  <a:lnTo>
                    <a:pt x="16" y="32"/>
                  </a:lnTo>
                  <a:close/>
                  <a:moveTo>
                    <a:pt x="13" y="28"/>
                  </a:moveTo>
                  <a:lnTo>
                    <a:pt x="15" y="28"/>
                  </a:lnTo>
                  <a:lnTo>
                    <a:pt x="16" y="30"/>
                  </a:lnTo>
                  <a:lnTo>
                    <a:pt x="13" y="28"/>
                  </a:lnTo>
                  <a:close/>
                  <a:moveTo>
                    <a:pt x="17" y="28"/>
                  </a:moveTo>
                  <a:lnTo>
                    <a:pt x="19" y="28"/>
                  </a:lnTo>
                  <a:lnTo>
                    <a:pt x="21" y="30"/>
                  </a:lnTo>
                  <a:lnTo>
                    <a:pt x="20" y="30"/>
                  </a:lnTo>
                  <a:lnTo>
                    <a:pt x="17" y="28"/>
                  </a:lnTo>
                  <a:close/>
                  <a:moveTo>
                    <a:pt x="16" y="24"/>
                  </a:moveTo>
                  <a:lnTo>
                    <a:pt x="19" y="26"/>
                  </a:lnTo>
                  <a:lnTo>
                    <a:pt x="16" y="26"/>
                  </a:lnTo>
                  <a:lnTo>
                    <a:pt x="16" y="24"/>
                  </a:lnTo>
                  <a:close/>
                  <a:moveTo>
                    <a:pt x="9" y="21"/>
                  </a:moveTo>
                  <a:lnTo>
                    <a:pt x="12" y="24"/>
                  </a:lnTo>
                  <a:lnTo>
                    <a:pt x="13" y="26"/>
                  </a:lnTo>
                  <a:lnTo>
                    <a:pt x="12" y="26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9" y="21"/>
                  </a:lnTo>
                  <a:close/>
                  <a:moveTo>
                    <a:pt x="11" y="16"/>
                  </a:moveTo>
                  <a:lnTo>
                    <a:pt x="15" y="21"/>
                  </a:lnTo>
                  <a:lnTo>
                    <a:pt x="13" y="23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9" y="17"/>
                  </a:lnTo>
                  <a:lnTo>
                    <a:pt x="11" y="16"/>
                  </a:lnTo>
                  <a:close/>
                  <a:moveTo>
                    <a:pt x="35" y="0"/>
                  </a:moveTo>
                  <a:lnTo>
                    <a:pt x="36" y="0"/>
                  </a:lnTo>
                  <a:lnTo>
                    <a:pt x="41" y="4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52" y="8"/>
                  </a:lnTo>
                  <a:lnTo>
                    <a:pt x="56" y="9"/>
                  </a:lnTo>
                  <a:lnTo>
                    <a:pt x="58" y="7"/>
                  </a:lnTo>
                  <a:lnTo>
                    <a:pt x="60" y="8"/>
                  </a:lnTo>
                  <a:lnTo>
                    <a:pt x="61" y="12"/>
                  </a:lnTo>
                  <a:lnTo>
                    <a:pt x="62" y="15"/>
                  </a:lnTo>
                  <a:lnTo>
                    <a:pt x="63" y="16"/>
                  </a:lnTo>
                  <a:lnTo>
                    <a:pt x="65" y="16"/>
                  </a:lnTo>
                  <a:lnTo>
                    <a:pt x="65" y="17"/>
                  </a:lnTo>
                  <a:lnTo>
                    <a:pt x="63" y="17"/>
                  </a:lnTo>
                  <a:lnTo>
                    <a:pt x="62" y="17"/>
                  </a:lnTo>
                  <a:lnTo>
                    <a:pt x="62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6" y="17"/>
                  </a:lnTo>
                  <a:lnTo>
                    <a:pt x="54" y="17"/>
                  </a:lnTo>
                  <a:lnTo>
                    <a:pt x="52" y="17"/>
                  </a:lnTo>
                  <a:lnTo>
                    <a:pt x="49" y="17"/>
                  </a:lnTo>
                  <a:lnTo>
                    <a:pt x="49" y="16"/>
                  </a:lnTo>
                  <a:lnTo>
                    <a:pt x="46" y="17"/>
                  </a:lnTo>
                  <a:lnTo>
                    <a:pt x="44" y="16"/>
                  </a:lnTo>
                  <a:lnTo>
                    <a:pt x="42" y="17"/>
                  </a:lnTo>
                  <a:lnTo>
                    <a:pt x="41" y="15"/>
                  </a:lnTo>
                  <a:lnTo>
                    <a:pt x="40" y="15"/>
                  </a:lnTo>
                  <a:lnTo>
                    <a:pt x="38" y="16"/>
                  </a:lnTo>
                  <a:lnTo>
                    <a:pt x="37" y="15"/>
                  </a:lnTo>
                  <a:lnTo>
                    <a:pt x="36" y="16"/>
                  </a:lnTo>
                  <a:lnTo>
                    <a:pt x="35" y="16"/>
                  </a:lnTo>
                  <a:lnTo>
                    <a:pt x="32" y="16"/>
                  </a:lnTo>
                  <a:lnTo>
                    <a:pt x="32" y="17"/>
                  </a:lnTo>
                  <a:lnTo>
                    <a:pt x="31" y="19"/>
                  </a:lnTo>
                  <a:lnTo>
                    <a:pt x="29" y="16"/>
                  </a:lnTo>
                  <a:lnTo>
                    <a:pt x="27" y="15"/>
                  </a:lnTo>
                  <a:lnTo>
                    <a:pt x="25" y="16"/>
                  </a:lnTo>
                  <a:lnTo>
                    <a:pt x="25" y="19"/>
                  </a:lnTo>
                  <a:lnTo>
                    <a:pt x="24" y="20"/>
                  </a:lnTo>
                  <a:lnTo>
                    <a:pt x="25" y="21"/>
                  </a:lnTo>
                  <a:lnTo>
                    <a:pt x="27" y="21"/>
                  </a:lnTo>
                  <a:lnTo>
                    <a:pt x="28" y="24"/>
                  </a:lnTo>
                  <a:lnTo>
                    <a:pt x="29" y="26"/>
                  </a:lnTo>
                  <a:lnTo>
                    <a:pt x="31" y="28"/>
                  </a:lnTo>
                  <a:lnTo>
                    <a:pt x="29" y="29"/>
                  </a:lnTo>
                  <a:lnTo>
                    <a:pt x="31" y="30"/>
                  </a:lnTo>
                  <a:lnTo>
                    <a:pt x="40" y="38"/>
                  </a:lnTo>
                  <a:lnTo>
                    <a:pt x="48" y="48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5" y="49"/>
                  </a:lnTo>
                  <a:lnTo>
                    <a:pt x="44" y="48"/>
                  </a:lnTo>
                  <a:lnTo>
                    <a:pt x="46" y="49"/>
                  </a:lnTo>
                  <a:lnTo>
                    <a:pt x="48" y="49"/>
                  </a:lnTo>
                  <a:lnTo>
                    <a:pt x="42" y="42"/>
                  </a:lnTo>
                  <a:lnTo>
                    <a:pt x="38" y="41"/>
                  </a:lnTo>
                  <a:lnTo>
                    <a:pt x="33" y="41"/>
                  </a:lnTo>
                  <a:lnTo>
                    <a:pt x="31" y="41"/>
                  </a:lnTo>
                  <a:lnTo>
                    <a:pt x="29" y="40"/>
                  </a:lnTo>
                  <a:lnTo>
                    <a:pt x="29" y="38"/>
                  </a:lnTo>
                  <a:lnTo>
                    <a:pt x="27" y="37"/>
                  </a:lnTo>
                  <a:lnTo>
                    <a:pt x="24" y="34"/>
                  </a:lnTo>
                  <a:lnTo>
                    <a:pt x="21" y="34"/>
                  </a:lnTo>
                  <a:lnTo>
                    <a:pt x="20" y="33"/>
                  </a:lnTo>
                  <a:lnTo>
                    <a:pt x="21" y="30"/>
                  </a:lnTo>
                  <a:lnTo>
                    <a:pt x="23" y="30"/>
                  </a:lnTo>
                  <a:lnTo>
                    <a:pt x="25" y="30"/>
                  </a:lnTo>
                  <a:lnTo>
                    <a:pt x="23" y="29"/>
                  </a:lnTo>
                  <a:lnTo>
                    <a:pt x="21" y="28"/>
                  </a:lnTo>
                  <a:lnTo>
                    <a:pt x="19" y="25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8" y="19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4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17" y="9"/>
                  </a:lnTo>
                  <a:lnTo>
                    <a:pt x="21" y="7"/>
                  </a:lnTo>
                  <a:lnTo>
                    <a:pt x="23" y="4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8" name="Freeform 393"/>
            <p:cNvSpPr>
              <a:spLocks/>
            </p:cNvSpPr>
            <p:nvPr/>
          </p:nvSpPr>
          <p:spPr bwMode="auto">
            <a:xfrm>
              <a:off x="6204295" y="2883585"/>
              <a:ext cx="114199" cy="98973"/>
            </a:xfrm>
            <a:custGeom>
              <a:avLst/>
              <a:gdLst>
                <a:gd name="T0" fmla="*/ 5 w 45"/>
                <a:gd name="T1" fmla="*/ 1 h 39"/>
                <a:gd name="T2" fmla="*/ 8 w 45"/>
                <a:gd name="T3" fmla="*/ 2 h 39"/>
                <a:gd name="T4" fmla="*/ 11 w 45"/>
                <a:gd name="T5" fmla="*/ 1 h 39"/>
                <a:gd name="T6" fmla="*/ 13 w 45"/>
                <a:gd name="T7" fmla="*/ 0 h 39"/>
                <a:gd name="T8" fmla="*/ 16 w 45"/>
                <a:gd name="T9" fmla="*/ 0 h 39"/>
                <a:gd name="T10" fmla="*/ 18 w 45"/>
                <a:gd name="T11" fmla="*/ 2 h 39"/>
                <a:gd name="T12" fmla="*/ 22 w 45"/>
                <a:gd name="T13" fmla="*/ 2 h 39"/>
                <a:gd name="T14" fmla="*/ 25 w 45"/>
                <a:gd name="T15" fmla="*/ 2 h 39"/>
                <a:gd name="T16" fmla="*/ 30 w 45"/>
                <a:gd name="T17" fmla="*/ 2 h 39"/>
                <a:gd name="T18" fmla="*/ 34 w 45"/>
                <a:gd name="T19" fmla="*/ 5 h 39"/>
                <a:gd name="T20" fmla="*/ 38 w 45"/>
                <a:gd name="T21" fmla="*/ 6 h 39"/>
                <a:gd name="T22" fmla="*/ 41 w 45"/>
                <a:gd name="T23" fmla="*/ 5 h 39"/>
                <a:gd name="T24" fmla="*/ 38 w 45"/>
                <a:gd name="T25" fmla="*/ 11 h 39"/>
                <a:gd name="T26" fmla="*/ 42 w 45"/>
                <a:gd name="T27" fmla="*/ 15 h 39"/>
                <a:gd name="T28" fmla="*/ 45 w 45"/>
                <a:gd name="T29" fmla="*/ 18 h 39"/>
                <a:gd name="T30" fmla="*/ 42 w 45"/>
                <a:gd name="T31" fmla="*/ 18 h 39"/>
                <a:gd name="T32" fmla="*/ 41 w 45"/>
                <a:gd name="T33" fmla="*/ 21 h 39"/>
                <a:gd name="T34" fmla="*/ 42 w 45"/>
                <a:gd name="T35" fmla="*/ 25 h 39"/>
                <a:gd name="T36" fmla="*/ 38 w 45"/>
                <a:gd name="T37" fmla="*/ 23 h 39"/>
                <a:gd name="T38" fmla="*/ 37 w 45"/>
                <a:gd name="T39" fmla="*/ 26 h 39"/>
                <a:gd name="T40" fmla="*/ 39 w 45"/>
                <a:gd name="T41" fmla="*/ 29 h 39"/>
                <a:gd name="T42" fmla="*/ 37 w 45"/>
                <a:gd name="T43" fmla="*/ 30 h 39"/>
                <a:gd name="T44" fmla="*/ 36 w 45"/>
                <a:gd name="T45" fmla="*/ 35 h 39"/>
                <a:gd name="T46" fmla="*/ 33 w 45"/>
                <a:gd name="T47" fmla="*/ 39 h 39"/>
                <a:gd name="T48" fmla="*/ 29 w 45"/>
                <a:gd name="T49" fmla="*/ 35 h 39"/>
                <a:gd name="T50" fmla="*/ 24 w 45"/>
                <a:gd name="T51" fmla="*/ 35 h 39"/>
                <a:gd name="T52" fmla="*/ 24 w 45"/>
                <a:gd name="T53" fmla="*/ 33 h 39"/>
                <a:gd name="T54" fmla="*/ 7 w 45"/>
                <a:gd name="T55" fmla="*/ 15 h 39"/>
                <a:gd name="T56" fmla="*/ 7 w 45"/>
                <a:gd name="T57" fmla="*/ 13 h 39"/>
                <a:gd name="T58" fmla="*/ 4 w 45"/>
                <a:gd name="T59" fmla="*/ 9 h 39"/>
                <a:gd name="T60" fmla="*/ 1 w 45"/>
                <a:gd name="T61" fmla="*/ 6 h 39"/>
                <a:gd name="T62" fmla="*/ 1 w 45"/>
                <a:gd name="T63" fmla="*/ 4 h 39"/>
                <a:gd name="T64" fmla="*/ 3 w 45"/>
                <a:gd name="T6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5" h="39">
                  <a:moveTo>
                    <a:pt x="3" y="0"/>
                  </a:moveTo>
                  <a:lnTo>
                    <a:pt x="5" y="1"/>
                  </a:lnTo>
                  <a:lnTo>
                    <a:pt x="7" y="4"/>
                  </a:lnTo>
                  <a:lnTo>
                    <a:pt x="8" y="2"/>
                  </a:lnTo>
                  <a:lnTo>
                    <a:pt x="8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3" y="0"/>
                  </a:lnTo>
                  <a:lnTo>
                    <a:pt x="14" y="1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8" y="2"/>
                  </a:lnTo>
                  <a:lnTo>
                    <a:pt x="20" y="1"/>
                  </a:lnTo>
                  <a:lnTo>
                    <a:pt x="22" y="2"/>
                  </a:lnTo>
                  <a:lnTo>
                    <a:pt x="25" y="1"/>
                  </a:lnTo>
                  <a:lnTo>
                    <a:pt x="25" y="2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4" y="5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42" y="15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19"/>
                  </a:lnTo>
                  <a:lnTo>
                    <a:pt x="42" y="18"/>
                  </a:lnTo>
                  <a:lnTo>
                    <a:pt x="41" y="18"/>
                  </a:lnTo>
                  <a:lnTo>
                    <a:pt x="41" y="21"/>
                  </a:lnTo>
                  <a:lnTo>
                    <a:pt x="43" y="25"/>
                  </a:lnTo>
                  <a:lnTo>
                    <a:pt x="42" y="25"/>
                  </a:lnTo>
                  <a:lnTo>
                    <a:pt x="41" y="25"/>
                  </a:lnTo>
                  <a:lnTo>
                    <a:pt x="38" y="23"/>
                  </a:lnTo>
                  <a:lnTo>
                    <a:pt x="37" y="23"/>
                  </a:lnTo>
                  <a:lnTo>
                    <a:pt x="37" y="26"/>
                  </a:lnTo>
                  <a:lnTo>
                    <a:pt x="39" y="27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7" y="30"/>
                  </a:lnTo>
                  <a:lnTo>
                    <a:pt x="36" y="33"/>
                  </a:lnTo>
                  <a:lnTo>
                    <a:pt x="36" y="35"/>
                  </a:lnTo>
                  <a:lnTo>
                    <a:pt x="34" y="38"/>
                  </a:lnTo>
                  <a:lnTo>
                    <a:pt x="33" y="39"/>
                  </a:lnTo>
                  <a:lnTo>
                    <a:pt x="30" y="35"/>
                  </a:lnTo>
                  <a:lnTo>
                    <a:pt x="29" y="35"/>
                  </a:lnTo>
                  <a:lnTo>
                    <a:pt x="25" y="35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4" y="33"/>
                  </a:lnTo>
                  <a:lnTo>
                    <a:pt x="16" y="23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7" y="13"/>
                  </a:lnTo>
                  <a:lnTo>
                    <a:pt x="5" y="11"/>
                  </a:lnTo>
                  <a:lnTo>
                    <a:pt x="4" y="9"/>
                  </a:lnTo>
                  <a:lnTo>
                    <a:pt x="3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9" name="Freeform 394"/>
            <p:cNvSpPr>
              <a:spLocks/>
            </p:cNvSpPr>
            <p:nvPr/>
          </p:nvSpPr>
          <p:spPr bwMode="auto">
            <a:xfrm>
              <a:off x="6143389" y="2825216"/>
              <a:ext cx="88822" cy="58369"/>
            </a:xfrm>
            <a:custGeom>
              <a:avLst/>
              <a:gdLst>
                <a:gd name="T0" fmla="*/ 31 w 35"/>
                <a:gd name="T1" fmla="*/ 0 h 23"/>
                <a:gd name="T2" fmla="*/ 35 w 35"/>
                <a:gd name="T3" fmla="*/ 4 h 23"/>
                <a:gd name="T4" fmla="*/ 35 w 35"/>
                <a:gd name="T5" fmla="*/ 8 h 23"/>
                <a:gd name="T6" fmla="*/ 29 w 35"/>
                <a:gd name="T7" fmla="*/ 8 h 23"/>
                <a:gd name="T8" fmla="*/ 23 w 35"/>
                <a:gd name="T9" fmla="*/ 12 h 23"/>
                <a:gd name="T10" fmla="*/ 21 w 35"/>
                <a:gd name="T11" fmla="*/ 15 h 23"/>
                <a:gd name="T12" fmla="*/ 17 w 35"/>
                <a:gd name="T13" fmla="*/ 17 h 23"/>
                <a:gd name="T14" fmla="*/ 17 w 35"/>
                <a:gd name="T15" fmla="*/ 21 h 23"/>
                <a:gd name="T16" fmla="*/ 15 w 35"/>
                <a:gd name="T17" fmla="*/ 21 h 23"/>
                <a:gd name="T18" fmla="*/ 11 w 35"/>
                <a:gd name="T19" fmla="*/ 19 h 23"/>
                <a:gd name="T20" fmla="*/ 8 w 35"/>
                <a:gd name="T21" fmla="*/ 20 h 23"/>
                <a:gd name="T22" fmla="*/ 4 w 35"/>
                <a:gd name="T23" fmla="*/ 21 h 23"/>
                <a:gd name="T24" fmla="*/ 0 w 35"/>
                <a:gd name="T25" fmla="*/ 23 h 23"/>
                <a:gd name="T26" fmla="*/ 0 w 35"/>
                <a:gd name="T27" fmla="*/ 20 h 23"/>
                <a:gd name="T28" fmla="*/ 3 w 35"/>
                <a:gd name="T29" fmla="*/ 20 h 23"/>
                <a:gd name="T30" fmla="*/ 3 w 35"/>
                <a:gd name="T31" fmla="*/ 17 h 23"/>
                <a:gd name="T32" fmla="*/ 0 w 35"/>
                <a:gd name="T33" fmla="*/ 17 h 23"/>
                <a:gd name="T34" fmla="*/ 0 w 35"/>
                <a:gd name="T35" fmla="*/ 17 h 23"/>
                <a:gd name="T36" fmla="*/ 0 w 35"/>
                <a:gd name="T37" fmla="*/ 12 h 23"/>
                <a:gd name="T38" fmla="*/ 2 w 35"/>
                <a:gd name="T39" fmla="*/ 11 h 23"/>
                <a:gd name="T40" fmla="*/ 0 w 35"/>
                <a:gd name="T41" fmla="*/ 8 h 23"/>
                <a:gd name="T42" fmla="*/ 3 w 35"/>
                <a:gd name="T43" fmla="*/ 4 h 23"/>
                <a:gd name="T44" fmla="*/ 6 w 35"/>
                <a:gd name="T45" fmla="*/ 4 h 23"/>
                <a:gd name="T46" fmla="*/ 11 w 35"/>
                <a:gd name="T47" fmla="*/ 4 h 23"/>
                <a:gd name="T48" fmla="*/ 12 w 35"/>
                <a:gd name="T49" fmla="*/ 7 h 23"/>
                <a:gd name="T50" fmla="*/ 15 w 35"/>
                <a:gd name="T51" fmla="*/ 6 h 23"/>
                <a:gd name="T52" fmla="*/ 17 w 35"/>
                <a:gd name="T53" fmla="*/ 6 h 23"/>
                <a:gd name="T54" fmla="*/ 20 w 35"/>
                <a:gd name="T55" fmla="*/ 4 h 23"/>
                <a:gd name="T56" fmla="*/ 21 w 35"/>
                <a:gd name="T57" fmla="*/ 4 h 23"/>
                <a:gd name="T58" fmla="*/ 23 w 35"/>
                <a:gd name="T59" fmla="*/ 4 h 23"/>
                <a:gd name="T60" fmla="*/ 28 w 35"/>
                <a:gd name="T61" fmla="*/ 2 h 23"/>
                <a:gd name="T62" fmla="*/ 31 w 35"/>
                <a:gd name="T6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" h="23">
                  <a:moveTo>
                    <a:pt x="31" y="0"/>
                  </a:moveTo>
                  <a:lnTo>
                    <a:pt x="35" y="4"/>
                  </a:lnTo>
                  <a:lnTo>
                    <a:pt x="35" y="8"/>
                  </a:lnTo>
                  <a:lnTo>
                    <a:pt x="29" y="8"/>
                  </a:lnTo>
                  <a:lnTo>
                    <a:pt x="23" y="12"/>
                  </a:lnTo>
                  <a:lnTo>
                    <a:pt x="21" y="15"/>
                  </a:lnTo>
                  <a:lnTo>
                    <a:pt x="17" y="17"/>
                  </a:lnTo>
                  <a:lnTo>
                    <a:pt x="17" y="21"/>
                  </a:lnTo>
                  <a:lnTo>
                    <a:pt x="15" y="21"/>
                  </a:lnTo>
                  <a:lnTo>
                    <a:pt x="11" y="19"/>
                  </a:lnTo>
                  <a:lnTo>
                    <a:pt x="8" y="20"/>
                  </a:lnTo>
                  <a:lnTo>
                    <a:pt x="4" y="21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3" y="20"/>
                  </a:lnTo>
                  <a:lnTo>
                    <a:pt x="3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2" y="11"/>
                  </a:lnTo>
                  <a:lnTo>
                    <a:pt x="0" y="8"/>
                  </a:lnTo>
                  <a:lnTo>
                    <a:pt x="3" y="4"/>
                  </a:lnTo>
                  <a:lnTo>
                    <a:pt x="6" y="4"/>
                  </a:lnTo>
                  <a:lnTo>
                    <a:pt x="11" y="4"/>
                  </a:lnTo>
                  <a:lnTo>
                    <a:pt x="12" y="7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20" y="4"/>
                  </a:lnTo>
                  <a:lnTo>
                    <a:pt x="21" y="4"/>
                  </a:lnTo>
                  <a:lnTo>
                    <a:pt x="23" y="4"/>
                  </a:lnTo>
                  <a:lnTo>
                    <a:pt x="2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0" name="Freeform 395"/>
            <p:cNvSpPr>
              <a:spLocks/>
            </p:cNvSpPr>
            <p:nvPr/>
          </p:nvSpPr>
          <p:spPr bwMode="auto">
            <a:xfrm>
              <a:off x="6026652" y="2741471"/>
              <a:ext cx="210634" cy="101510"/>
            </a:xfrm>
            <a:custGeom>
              <a:avLst/>
              <a:gdLst>
                <a:gd name="T0" fmla="*/ 62 w 83"/>
                <a:gd name="T1" fmla="*/ 0 h 40"/>
                <a:gd name="T2" fmla="*/ 69 w 83"/>
                <a:gd name="T3" fmla="*/ 3 h 40"/>
                <a:gd name="T4" fmla="*/ 75 w 83"/>
                <a:gd name="T5" fmla="*/ 3 h 40"/>
                <a:gd name="T6" fmla="*/ 82 w 83"/>
                <a:gd name="T7" fmla="*/ 6 h 40"/>
                <a:gd name="T8" fmla="*/ 83 w 83"/>
                <a:gd name="T9" fmla="*/ 15 h 40"/>
                <a:gd name="T10" fmla="*/ 83 w 83"/>
                <a:gd name="T11" fmla="*/ 20 h 40"/>
                <a:gd name="T12" fmla="*/ 77 w 83"/>
                <a:gd name="T13" fmla="*/ 21 h 40"/>
                <a:gd name="T14" fmla="*/ 78 w 83"/>
                <a:gd name="T15" fmla="*/ 27 h 40"/>
                <a:gd name="T16" fmla="*/ 79 w 83"/>
                <a:gd name="T17" fmla="*/ 31 h 40"/>
                <a:gd name="T18" fmla="*/ 74 w 83"/>
                <a:gd name="T19" fmla="*/ 35 h 40"/>
                <a:gd name="T20" fmla="*/ 67 w 83"/>
                <a:gd name="T21" fmla="*/ 37 h 40"/>
                <a:gd name="T22" fmla="*/ 63 w 83"/>
                <a:gd name="T23" fmla="*/ 39 h 40"/>
                <a:gd name="T24" fmla="*/ 58 w 83"/>
                <a:gd name="T25" fmla="*/ 40 h 40"/>
                <a:gd name="T26" fmla="*/ 52 w 83"/>
                <a:gd name="T27" fmla="*/ 37 h 40"/>
                <a:gd name="T28" fmla="*/ 49 w 83"/>
                <a:gd name="T29" fmla="*/ 37 h 40"/>
                <a:gd name="T30" fmla="*/ 44 w 83"/>
                <a:gd name="T31" fmla="*/ 36 h 40"/>
                <a:gd name="T32" fmla="*/ 30 w 83"/>
                <a:gd name="T33" fmla="*/ 32 h 40"/>
                <a:gd name="T34" fmla="*/ 27 w 83"/>
                <a:gd name="T35" fmla="*/ 29 h 40"/>
                <a:gd name="T36" fmla="*/ 19 w 83"/>
                <a:gd name="T37" fmla="*/ 32 h 40"/>
                <a:gd name="T38" fmla="*/ 13 w 83"/>
                <a:gd name="T39" fmla="*/ 31 h 40"/>
                <a:gd name="T40" fmla="*/ 11 w 83"/>
                <a:gd name="T41" fmla="*/ 29 h 40"/>
                <a:gd name="T42" fmla="*/ 7 w 83"/>
                <a:gd name="T43" fmla="*/ 28 h 40"/>
                <a:gd name="T44" fmla="*/ 3 w 83"/>
                <a:gd name="T45" fmla="*/ 29 h 40"/>
                <a:gd name="T46" fmla="*/ 2 w 83"/>
                <a:gd name="T47" fmla="*/ 25 h 40"/>
                <a:gd name="T48" fmla="*/ 0 w 83"/>
                <a:gd name="T49" fmla="*/ 23 h 40"/>
                <a:gd name="T50" fmla="*/ 3 w 83"/>
                <a:gd name="T51" fmla="*/ 23 h 40"/>
                <a:gd name="T52" fmla="*/ 7 w 83"/>
                <a:gd name="T53" fmla="*/ 23 h 40"/>
                <a:gd name="T54" fmla="*/ 11 w 83"/>
                <a:gd name="T55" fmla="*/ 23 h 40"/>
                <a:gd name="T56" fmla="*/ 13 w 83"/>
                <a:gd name="T57" fmla="*/ 21 h 40"/>
                <a:gd name="T58" fmla="*/ 19 w 83"/>
                <a:gd name="T59" fmla="*/ 23 h 40"/>
                <a:gd name="T60" fmla="*/ 23 w 83"/>
                <a:gd name="T61" fmla="*/ 23 h 40"/>
                <a:gd name="T62" fmla="*/ 28 w 83"/>
                <a:gd name="T63" fmla="*/ 20 h 40"/>
                <a:gd name="T64" fmla="*/ 32 w 83"/>
                <a:gd name="T65" fmla="*/ 20 h 40"/>
                <a:gd name="T66" fmla="*/ 37 w 83"/>
                <a:gd name="T67" fmla="*/ 21 h 40"/>
                <a:gd name="T68" fmla="*/ 38 w 83"/>
                <a:gd name="T69" fmla="*/ 17 h 40"/>
                <a:gd name="T70" fmla="*/ 36 w 83"/>
                <a:gd name="T71" fmla="*/ 15 h 40"/>
                <a:gd name="T72" fmla="*/ 41 w 83"/>
                <a:gd name="T73" fmla="*/ 10 h 40"/>
                <a:gd name="T74" fmla="*/ 45 w 83"/>
                <a:gd name="T75" fmla="*/ 7 h 40"/>
                <a:gd name="T76" fmla="*/ 45 w 83"/>
                <a:gd name="T77" fmla="*/ 3 h 40"/>
                <a:gd name="T78" fmla="*/ 53 w 83"/>
                <a:gd name="T79" fmla="*/ 7 h 40"/>
                <a:gd name="T80" fmla="*/ 57 w 83"/>
                <a:gd name="T81" fmla="*/ 4 h 40"/>
                <a:gd name="T82" fmla="*/ 58 w 83"/>
                <a:gd name="T83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3" h="40">
                  <a:moveTo>
                    <a:pt x="59" y="0"/>
                  </a:moveTo>
                  <a:lnTo>
                    <a:pt x="62" y="0"/>
                  </a:lnTo>
                  <a:lnTo>
                    <a:pt x="66" y="0"/>
                  </a:lnTo>
                  <a:lnTo>
                    <a:pt x="69" y="3"/>
                  </a:lnTo>
                  <a:lnTo>
                    <a:pt x="73" y="3"/>
                  </a:lnTo>
                  <a:lnTo>
                    <a:pt x="75" y="3"/>
                  </a:lnTo>
                  <a:lnTo>
                    <a:pt x="78" y="4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20"/>
                  </a:lnTo>
                  <a:lnTo>
                    <a:pt x="78" y="20"/>
                  </a:lnTo>
                  <a:lnTo>
                    <a:pt x="77" y="21"/>
                  </a:lnTo>
                  <a:lnTo>
                    <a:pt x="79" y="24"/>
                  </a:lnTo>
                  <a:lnTo>
                    <a:pt x="78" y="27"/>
                  </a:lnTo>
                  <a:lnTo>
                    <a:pt x="78" y="28"/>
                  </a:lnTo>
                  <a:lnTo>
                    <a:pt x="79" y="31"/>
                  </a:lnTo>
                  <a:lnTo>
                    <a:pt x="78" y="33"/>
                  </a:lnTo>
                  <a:lnTo>
                    <a:pt x="74" y="35"/>
                  </a:lnTo>
                  <a:lnTo>
                    <a:pt x="69" y="37"/>
                  </a:lnTo>
                  <a:lnTo>
                    <a:pt x="67" y="37"/>
                  </a:lnTo>
                  <a:lnTo>
                    <a:pt x="66" y="37"/>
                  </a:lnTo>
                  <a:lnTo>
                    <a:pt x="63" y="39"/>
                  </a:lnTo>
                  <a:lnTo>
                    <a:pt x="61" y="39"/>
                  </a:lnTo>
                  <a:lnTo>
                    <a:pt x="58" y="40"/>
                  </a:lnTo>
                  <a:lnTo>
                    <a:pt x="57" y="37"/>
                  </a:lnTo>
                  <a:lnTo>
                    <a:pt x="52" y="37"/>
                  </a:lnTo>
                  <a:lnTo>
                    <a:pt x="49" y="37"/>
                  </a:lnTo>
                  <a:lnTo>
                    <a:pt x="49" y="37"/>
                  </a:lnTo>
                  <a:lnTo>
                    <a:pt x="48" y="36"/>
                  </a:lnTo>
                  <a:lnTo>
                    <a:pt x="44" y="36"/>
                  </a:lnTo>
                  <a:lnTo>
                    <a:pt x="36" y="35"/>
                  </a:lnTo>
                  <a:lnTo>
                    <a:pt x="30" y="32"/>
                  </a:lnTo>
                  <a:lnTo>
                    <a:pt x="30" y="29"/>
                  </a:lnTo>
                  <a:lnTo>
                    <a:pt x="27" y="29"/>
                  </a:lnTo>
                  <a:lnTo>
                    <a:pt x="24" y="29"/>
                  </a:lnTo>
                  <a:lnTo>
                    <a:pt x="19" y="32"/>
                  </a:lnTo>
                  <a:lnTo>
                    <a:pt x="15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9" y="31"/>
                  </a:lnTo>
                  <a:lnTo>
                    <a:pt x="7" y="28"/>
                  </a:lnTo>
                  <a:lnTo>
                    <a:pt x="5" y="29"/>
                  </a:lnTo>
                  <a:lnTo>
                    <a:pt x="3" y="29"/>
                  </a:lnTo>
                  <a:lnTo>
                    <a:pt x="3" y="27"/>
                  </a:lnTo>
                  <a:lnTo>
                    <a:pt x="2" y="25"/>
                  </a:lnTo>
                  <a:lnTo>
                    <a:pt x="3" y="24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1"/>
                  </a:lnTo>
                  <a:lnTo>
                    <a:pt x="7" y="23"/>
                  </a:lnTo>
                  <a:lnTo>
                    <a:pt x="9" y="24"/>
                  </a:lnTo>
                  <a:lnTo>
                    <a:pt x="11" y="23"/>
                  </a:lnTo>
                  <a:lnTo>
                    <a:pt x="9" y="21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9" y="23"/>
                  </a:lnTo>
                  <a:lnTo>
                    <a:pt x="20" y="21"/>
                  </a:lnTo>
                  <a:lnTo>
                    <a:pt x="23" y="23"/>
                  </a:lnTo>
                  <a:lnTo>
                    <a:pt x="24" y="23"/>
                  </a:lnTo>
                  <a:lnTo>
                    <a:pt x="28" y="20"/>
                  </a:lnTo>
                  <a:lnTo>
                    <a:pt x="29" y="20"/>
                  </a:lnTo>
                  <a:lnTo>
                    <a:pt x="32" y="20"/>
                  </a:lnTo>
                  <a:lnTo>
                    <a:pt x="34" y="20"/>
                  </a:lnTo>
                  <a:lnTo>
                    <a:pt x="37" y="21"/>
                  </a:lnTo>
                  <a:lnTo>
                    <a:pt x="38" y="20"/>
                  </a:lnTo>
                  <a:lnTo>
                    <a:pt x="38" y="17"/>
                  </a:lnTo>
                  <a:lnTo>
                    <a:pt x="36" y="16"/>
                  </a:lnTo>
                  <a:lnTo>
                    <a:pt x="36" y="15"/>
                  </a:lnTo>
                  <a:lnTo>
                    <a:pt x="38" y="11"/>
                  </a:lnTo>
                  <a:lnTo>
                    <a:pt x="41" y="10"/>
                  </a:lnTo>
                  <a:lnTo>
                    <a:pt x="42" y="7"/>
                  </a:lnTo>
                  <a:lnTo>
                    <a:pt x="45" y="7"/>
                  </a:lnTo>
                  <a:lnTo>
                    <a:pt x="45" y="4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53" y="7"/>
                  </a:lnTo>
                  <a:lnTo>
                    <a:pt x="54" y="6"/>
                  </a:lnTo>
                  <a:lnTo>
                    <a:pt x="57" y="4"/>
                  </a:lnTo>
                  <a:lnTo>
                    <a:pt x="57" y="3"/>
                  </a:lnTo>
                  <a:lnTo>
                    <a:pt x="58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1" name="Freeform 396"/>
            <p:cNvSpPr>
              <a:spLocks/>
            </p:cNvSpPr>
            <p:nvPr/>
          </p:nvSpPr>
          <p:spPr bwMode="auto">
            <a:xfrm>
              <a:off x="6148464" y="2502923"/>
              <a:ext cx="274076" cy="228397"/>
            </a:xfrm>
            <a:custGeom>
              <a:avLst/>
              <a:gdLst>
                <a:gd name="T0" fmla="*/ 44 w 108"/>
                <a:gd name="T1" fmla="*/ 1 h 90"/>
                <a:gd name="T2" fmla="*/ 47 w 108"/>
                <a:gd name="T3" fmla="*/ 4 h 90"/>
                <a:gd name="T4" fmla="*/ 43 w 108"/>
                <a:gd name="T5" fmla="*/ 2 h 90"/>
                <a:gd name="T6" fmla="*/ 43 w 108"/>
                <a:gd name="T7" fmla="*/ 6 h 90"/>
                <a:gd name="T8" fmla="*/ 54 w 108"/>
                <a:gd name="T9" fmla="*/ 6 h 90"/>
                <a:gd name="T10" fmla="*/ 56 w 108"/>
                <a:gd name="T11" fmla="*/ 4 h 90"/>
                <a:gd name="T12" fmla="*/ 50 w 108"/>
                <a:gd name="T13" fmla="*/ 9 h 90"/>
                <a:gd name="T14" fmla="*/ 55 w 108"/>
                <a:gd name="T15" fmla="*/ 9 h 90"/>
                <a:gd name="T16" fmla="*/ 60 w 108"/>
                <a:gd name="T17" fmla="*/ 5 h 90"/>
                <a:gd name="T18" fmla="*/ 90 w 108"/>
                <a:gd name="T19" fmla="*/ 4 h 90"/>
                <a:gd name="T20" fmla="*/ 94 w 108"/>
                <a:gd name="T21" fmla="*/ 6 h 90"/>
                <a:gd name="T22" fmla="*/ 96 w 108"/>
                <a:gd name="T23" fmla="*/ 13 h 90"/>
                <a:gd name="T24" fmla="*/ 100 w 108"/>
                <a:gd name="T25" fmla="*/ 22 h 90"/>
                <a:gd name="T26" fmla="*/ 102 w 108"/>
                <a:gd name="T27" fmla="*/ 27 h 90"/>
                <a:gd name="T28" fmla="*/ 104 w 108"/>
                <a:gd name="T29" fmla="*/ 36 h 90"/>
                <a:gd name="T30" fmla="*/ 100 w 108"/>
                <a:gd name="T31" fmla="*/ 39 h 90"/>
                <a:gd name="T32" fmla="*/ 102 w 108"/>
                <a:gd name="T33" fmla="*/ 47 h 90"/>
                <a:gd name="T34" fmla="*/ 102 w 108"/>
                <a:gd name="T35" fmla="*/ 55 h 90"/>
                <a:gd name="T36" fmla="*/ 105 w 108"/>
                <a:gd name="T37" fmla="*/ 60 h 90"/>
                <a:gd name="T38" fmla="*/ 108 w 108"/>
                <a:gd name="T39" fmla="*/ 64 h 90"/>
                <a:gd name="T40" fmla="*/ 108 w 108"/>
                <a:gd name="T41" fmla="*/ 67 h 90"/>
                <a:gd name="T42" fmla="*/ 105 w 108"/>
                <a:gd name="T43" fmla="*/ 71 h 90"/>
                <a:gd name="T44" fmla="*/ 102 w 108"/>
                <a:gd name="T45" fmla="*/ 76 h 90"/>
                <a:gd name="T46" fmla="*/ 96 w 108"/>
                <a:gd name="T47" fmla="*/ 88 h 90"/>
                <a:gd name="T48" fmla="*/ 93 w 108"/>
                <a:gd name="T49" fmla="*/ 90 h 90"/>
                <a:gd name="T50" fmla="*/ 84 w 108"/>
                <a:gd name="T51" fmla="*/ 88 h 90"/>
                <a:gd name="T52" fmla="*/ 80 w 108"/>
                <a:gd name="T53" fmla="*/ 88 h 90"/>
                <a:gd name="T54" fmla="*/ 77 w 108"/>
                <a:gd name="T55" fmla="*/ 89 h 90"/>
                <a:gd name="T56" fmla="*/ 72 w 108"/>
                <a:gd name="T57" fmla="*/ 88 h 90"/>
                <a:gd name="T58" fmla="*/ 69 w 108"/>
                <a:gd name="T59" fmla="*/ 89 h 90"/>
                <a:gd name="T60" fmla="*/ 65 w 108"/>
                <a:gd name="T61" fmla="*/ 90 h 90"/>
                <a:gd name="T62" fmla="*/ 64 w 108"/>
                <a:gd name="T63" fmla="*/ 88 h 90"/>
                <a:gd name="T64" fmla="*/ 59 w 108"/>
                <a:gd name="T65" fmla="*/ 85 h 90"/>
                <a:gd name="T66" fmla="*/ 56 w 108"/>
                <a:gd name="T67" fmla="*/ 86 h 90"/>
                <a:gd name="T68" fmla="*/ 47 w 108"/>
                <a:gd name="T69" fmla="*/ 77 h 90"/>
                <a:gd name="T70" fmla="*/ 39 w 108"/>
                <a:gd name="T71" fmla="*/ 77 h 90"/>
                <a:gd name="T72" fmla="*/ 36 w 108"/>
                <a:gd name="T73" fmla="*/ 73 h 90"/>
                <a:gd name="T74" fmla="*/ 27 w 108"/>
                <a:gd name="T75" fmla="*/ 71 h 90"/>
                <a:gd name="T76" fmla="*/ 30 w 108"/>
                <a:gd name="T77" fmla="*/ 75 h 90"/>
                <a:gd name="T78" fmla="*/ 26 w 108"/>
                <a:gd name="T79" fmla="*/ 76 h 90"/>
                <a:gd name="T80" fmla="*/ 25 w 108"/>
                <a:gd name="T81" fmla="*/ 73 h 90"/>
                <a:gd name="T82" fmla="*/ 23 w 108"/>
                <a:gd name="T83" fmla="*/ 72 h 90"/>
                <a:gd name="T84" fmla="*/ 23 w 108"/>
                <a:gd name="T85" fmla="*/ 67 h 90"/>
                <a:gd name="T86" fmla="*/ 19 w 108"/>
                <a:gd name="T87" fmla="*/ 65 h 90"/>
                <a:gd name="T88" fmla="*/ 14 w 108"/>
                <a:gd name="T89" fmla="*/ 63 h 90"/>
                <a:gd name="T90" fmla="*/ 11 w 108"/>
                <a:gd name="T91" fmla="*/ 64 h 90"/>
                <a:gd name="T92" fmla="*/ 9 w 108"/>
                <a:gd name="T93" fmla="*/ 63 h 90"/>
                <a:gd name="T94" fmla="*/ 9 w 108"/>
                <a:gd name="T95" fmla="*/ 56 h 90"/>
                <a:gd name="T96" fmla="*/ 6 w 108"/>
                <a:gd name="T97" fmla="*/ 52 h 90"/>
                <a:gd name="T98" fmla="*/ 5 w 108"/>
                <a:gd name="T99" fmla="*/ 46 h 90"/>
                <a:gd name="T100" fmla="*/ 5 w 108"/>
                <a:gd name="T101" fmla="*/ 42 h 90"/>
                <a:gd name="T102" fmla="*/ 4 w 108"/>
                <a:gd name="T103" fmla="*/ 36 h 90"/>
                <a:gd name="T104" fmla="*/ 0 w 108"/>
                <a:gd name="T105" fmla="*/ 31 h 90"/>
                <a:gd name="T106" fmla="*/ 4 w 108"/>
                <a:gd name="T107" fmla="*/ 26 h 90"/>
                <a:gd name="T108" fmla="*/ 2 w 108"/>
                <a:gd name="T109" fmla="*/ 21 h 90"/>
                <a:gd name="T110" fmla="*/ 4 w 108"/>
                <a:gd name="T111" fmla="*/ 19 h 90"/>
                <a:gd name="T112" fmla="*/ 6 w 108"/>
                <a:gd name="T113" fmla="*/ 13 h 90"/>
                <a:gd name="T114" fmla="*/ 15 w 108"/>
                <a:gd name="T115" fmla="*/ 10 h 90"/>
                <a:gd name="T116" fmla="*/ 19 w 108"/>
                <a:gd name="T117" fmla="*/ 8 h 90"/>
                <a:gd name="T118" fmla="*/ 25 w 108"/>
                <a:gd name="T119" fmla="*/ 5 h 90"/>
                <a:gd name="T120" fmla="*/ 30 w 108"/>
                <a:gd name="T121" fmla="*/ 1 h 90"/>
                <a:gd name="T122" fmla="*/ 38 w 108"/>
                <a:gd name="T12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" h="90">
                  <a:moveTo>
                    <a:pt x="38" y="0"/>
                  </a:moveTo>
                  <a:lnTo>
                    <a:pt x="44" y="1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3" y="2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8" y="8"/>
                  </a:lnTo>
                  <a:lnTo>
                    <a:pt x="54" y="6"/>
                  </a:lnTo>
                  <a:lnTo>
                    <a:pt x="55" y="4"/>
                  </a:lnTo>
                  <a:lnTo>
                    <a:pt x="56" y="4"/>
                  </a:lnTo>
                  <a:lnTo>
                    <a:pt x="54" y="6"/>
                  </a:lnTo>
                  <a:lnTo>
                    <a:pt x="50" y="9"/>
                  </a:lnTo>
                  <a:lnTo>
                    <a:pt x="51" y="9"/>
                  </a:lnTo>
                  <a:lnTo>
                    <a:pt x="55" y="9"/>
                  </a:lnTo>
                  <a:lnTo>
                    <a:pt x="59" y="5"/>
                  </a:lnTo>
                  <a:lnTo>
                    <a:pt x="60" y="5"/>
                  </a:lnTo>
                  <a:lnTo>
                    <a:pt x="75" y="5"/>
                  </a:lnTo>
                  <a:lnTo>
                    <a:pt x="90" y="4"/>
                  </a:lnTo>
                  <a:lnTo>
                    <a:pt x="93" y="6"/>
                  </a:lnTo>
                  <a:lnTo>
                    <a:pt x="94" y="6"/>
                  </a:lnTo>
                  <a:lnTo>
                    <a:pt x="96" y="10"/>
                  </a:lnTo>
                  <a:lnTo>
                    <a:pt x="96" y="13"/>
                  </a:lnTo>
                  <a:lnTo>
                    <a:pt x="98" y="17"/>
                  </a:lnTo>
                  <a:lnTo>
                    <a:pt x="100" y="22"/>
                  </a:lnTo>
                  <a:lnTo>
                    <a:pt x="101" y="25"/>
                  </a:lnTo>
                  <a:lnTo>
                    <a:pt x="102" y="27"/>
                  </a:lnTo>
                  <a:lnTo>
                    <a:pt x="104" y="29"/>
                  </a:lnTo>
                  <a:lnTo>
                    <a:pt x="104" y="36"/>
                  </a:lnTo>
                  <a:lnTo>
                    <a:pt x="101" y="36"/>
                  </a:lnTo>
                  <a:lnTo>
                    <a:pt x="100" y="39"/>
                  </a:lnTo>
                  <a:lnTo>
                    <a:pt x="100" y="43"/>
                  </a:lnTo>
                  <a:lnTo>
                    <a:pt x="102" y="47"/>
                  </a:lnTo>
                  <a:lnTo>
                    <a:pt x="102" y="50"/>
                  </a:lnTo>
                  <a:lnTo>
                    <a:pt x="102" y="55"/>
                  </a:lnTo>
                  <a:lnTo>
                    <a:pt x="104" y="58"/>
                  </a:lnTo>
                  <a:lnTo>
                    <a:pt x="105" y="60"/>
                  </a:lnTo>
                  <a:lnTo>
                    <a:pt x="108" y="63"/>
                  </a:lnTo>
                  <a:lnTo>
                    <a:pt x="108" y="64"/>
                  </a:lnTo>
                  <a:lnTo>
                    <a:pt x="108" y="65"/>
                  </a:lnTo>
                  <a:lnTo>
                    <a:pt x="108" y="67"/>
                  </a:lnTo>
                  <a:lnTo>
                    <a:pt x="108" y="71"/>
                  </a:lnTo>
                  <a:lnTo>
                    <a:pt x="105" y="71"/>
                  </a:lnTo>
                  <a:lnTo>
                    <a:pt x="104" y="72"/>
                  </a:lnTo>
                  <a:lnTo>
                    <a:pt x="102" y="76"/>
                  </a:lnTo>
                  <a:lnTo>
                    <a:pt x="96" y="84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3" y="90"/>
                  </a:lnTo>
                  <a:lnTo>
                    <a:pt x="88" y="88"/>
                  </a:lnTo>
                  <a:lnTo>
                    <a:pt x="84" y="88"/>
                  </a:lnTo>
                  <a:lnTo>
                    <a:pt x="83" y="88"/>
                  </a:lnTo>
                  <a:lnTo>
                    <a:pt x="80" y="88"/>
                  </a:lnTo>
                  <a:lnTo>
                    <a:pt x="79" y="88"/>
                  </a:lnTo>
                  <a:lnTo>
                    <a:pt x="77" y="89"/>
                  </a:lnTo>
                  <a:lnTo>
                    <a:pt x="76" y="88"/>
                  </a:lnTo>
                  <a:lnTo>
                    <a:pt x="72" y="88"/>
                  </a:lnTo>
                  <a:lnTo>
                    <a:pt x="71" y="88"/>
                  </a:lnTo>
                  <a:lnTo>
                    <a:pt x="69" y="89"/>
                  </a:lnTo>
                  <a:lnTo>
                    <a:pt x="68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3" y="85"/>
                  </a:lnTo>
                  <a:lnTo>
                    <a:pt x="59" y="85"/>
                  </a:lnTo>
                  <a:lnTo>
                    <a:pt x="58" y="86"/>
                  </a:lnTo>
                  <a:lnTo>
                    <a:pt x="56" y="86"/>
                  </a:lnTo>
                  <a:lnTo>
                    <a:pt x="54" y="83"/>
                  </a:lnTo>
                  <a:lnTo>
                    <a:pt x="47" y="77"/>
                  </a:lnTo>
                  <a:lnTo>
                    <a:pt x="43" y="76"/>
                  </a:lnTo>
                  <a:lnTo>
                    <a:pt x="39" y="77"/>
                  </a:lnTo>
                  <a:lnTo>
                    <a:pt x="36" y="76"/>
                  </a:lnTo>
                  <a:lnTo>
                    <a:pt x="36" y="73"/>
                  </a:lnTo>
                  <a:lnTo>
                    <a:pt x="33" y="73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30" y="75"/>
                  </a:lnTo>
                  <a:lnTo>
                    <a:pt x="27" y="75"/>
                  </a:lnTo>
                  <a:lnTo>
                    <a:pt x="26" y="76"/>
                  </a:lnTo>
                  <a:lnTo>
                    <a:pt x="25" y="76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2"/>
                  </a:lnTo>
                  <a:lnTo>
                    <a:pt x="25" y="69"/>
                  </a:lnTo>
                  <a:lnTo>
                    <a:pt x="23" y="67"/>
                  </a:lnTo>
                  <a:lnTo>
                    <a:pt x="21" y="68"/>
                  </a:lnTo>
                  <a:lnTo>
                    <a:pt x="19" y="65"/>
                  </a:lnTo>
                  <a:lnTo>
                    <a:pt x="19" y="64"/>
                  </a:lnTo>
                  <a:lnTo>
                    <a:pt x="14" y="63"/>
                  </a:lnTo>
                  <a:lnTo>
                    <a:pt x="13" y="64"/>
                  </a:lnTo>
                  <a:lnTo>
                    <a:pt x="11" y="64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9" y="56"/>
                  </a:lnTo>
                  <a:lnTo>
                    <a:pt x="7" y="54"/>
                  </a:lnTo>
                  <a:lnTo>
                    <a:pt x="6" y="52"/>
                  </a:lnTo>
                  <a:lnTo>
                    <a:pt x="5" y="48"/>
                  </a:lnTo>
                  <a:lnTo>
                    <a:pt x="5" y="46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4" y="36"/>
                  </a:lnTo>
                  <a:lnTo>
                    <a:pt x="0" y="34"/>
                  </a:lnTo>
                  <a:lnTo>
                    <a:pt x="0" y="31"/>
                  </a:lnTo>
                  <a:lnTo>
                    <a:pt x="2" y="30"/>
                  </a:lnTo>
                  <a:lnTo>
                    <a:pt x="4" y="26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5" y="17"/>
                  </a:lnTo>
                  <a:lnTo>
                    <a:pt x="6" y="13"/>
                  </a:lnTo>
                  <a:lnTo>
                    <a:pt x="10" y="13"/>
                  </a:lnTo>
                  <a:lnTo>
                    <a:pt x="15" y="10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21" y="5"/>
                  </a:lnTo>
                  <a:lnTo>
                    <a:pt x="25" y="5"/>
                  </a:lnTo>
                  <a:lnTo>
                    <a:pt x="26" y="2"/>
                  </a:lnTo>
                  <a:lnTo>
                    <a:pt x="30" y="1"/>
                  </a:lnTo>
                  <a:lnTo>
                    <a:pt x="34" y="1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2" name="Freeform 397"/>
            <p:cNvSpPr>
              <a:spLocks/>
            </p:cNvSpPr>
            <p:nvPr/>
          </p:nvSpPr>
          <p:spPr bwMode="auto">
            <a:xfrm>
              <a:off x="6090095" y="2662800"/>
              <a:ext cx="220785" cy="96434"/>
            </a:xfrm>
            <a:custGeom>
              <a:avLst/>
              <a:gdLst>
                <a:gd name="T0" fmla="*/ 32 w 87"/>
                <a:gd name="T1" fmla="*/ 1 h 38"/>
                <a:gd name="T2" fmla="*/ 33 w 87"/>
                <a:gd name="T3" fmla="*/ 2 h 38"/>
                <a:gd name="T4" fmla="*/ 36 w 87"/>
                <a:gd name="T5" fmla="*/ 1 h 38"/>
                <a:gd name="T6" fmla="*/ 42 w 87"/>
                <a:gd name="T7" fmla="*/ 1 h 38"/>
                <a:gd name="T8" fmla="*/ 44 w 87"/>
                <a:gd name="T9" fmla="*/ 5 h 38"/>
                <a:gd name="T10" fmla="*/ 48 w 87"/>
                <a:gd name="T11" fmla="*/ 6 h 38"/>
                <a:gd name="T12" fmla="*/ 48 w 87"/>
                <a:gd name="T13" fmla="*/ 10 h 38"/>
                <a:gd name="T14" fmla="*/ 48 w 87"/>
                <a:gd name="T15" fmla="*/ 13 h 38"/>
                <a:gd name="T16" fmla="*/ 50 w 87"/>
                <a:gd name="T17" fmla="*/ 12 h 38"/>
                <a:gd name="T18" fmla="*/ 49 w 87"/>
                <a:gd name="T19" fmla="*/ 9 h 38"/>
                <a:gd name="T20" fmla="*/ 56 w 87"/>
                <a:gd name="T21" fmla="*/ 10 h 38"/>
                <a:gd name="T22" fmla="*/ 59 w 87"/>
                <a:gd name="T23" fmla="*/ 13 h 38"/>
                <a:gd name="T24" fmla="*/ 66 w 87"/>
                <a:gd name="T25" fmla="*/ 13 h 38"/>
                <a:gd name="T26" fmla="*/ 77 w 87"/>
                <a:gd name="T27" fmla="*/ 20 h 38"/>
                <a:gd name="T28" fmla="*/ 81 w 87"/>
                <a:gd name="T29" fmla="*/ 23 h 38"/>
                <a:gd name="T30" fmla="*/ 86 w 87"/>
                <a:gd name="T31" fmla="*/ 22 h 38"/>
                <a:gd name="T32" fmla="*/ 87 w 87"/>
                <a:gd name="T33" fmla="*/ 27 h 38"/>
                <a:gd name="T34" fmla="*/ 79 w 87"/>
                <a:gd name="T35" fmla="*/ 29 h 38"/>
                <a:gd name="T36" fmla="*/ 74 w 87"/>
                <a:gd name="T37" fmla="*/ 33 h 38"/>
                <a:gd name="T38" fmla="*/ 65 w 87"/>
                <a:gd name="T39" fmla="*/ 35 h 38"/>
                <a:gd name="T40" fmla="*/ 61 w 87"/>
                <a:gd name="T41" fmla="*/ 34 h 38"/>
                <a:gd name="T42" fmla="*/ 53 w 87"/>
                <a:gd name="T43" fmla="*/ 35 h 38"/>
                <a:gd name="T44" fmla="*/ 48 w 87"/>
                <a:gd name="T45" fmla="*/ 34 h 38"/>
                <a:gd name="T46" fmla="*/ 41 w 87"/>
                <a:gd name="T47" fmla="*/ 31 h 38"/>
                <a:gd name="T48" fmla="*/ 34 w 87"/>
                <a:gd name="T49" fmla="*/ 31 h 38"/>
                <a:gd name="T50" fmla="*/ 32 w 87"/>
                <a:gd name="T51" fmla="*/ 34 h 38"/>
                <a:gd name="T52" fmla="*/ 29 w 87"/>
                <a:gd name="T53" fmla="*/ 37 h 38"/>
                <a:gd name="T54" fmla="*/ 21 w 87"/>
                <a:gd name="T55" fmla="*/ 34 h 38"/>
                <a:gd name="T56" fmla="*/ 20 w 87"/>
                <a:gd name="T57" fmla="*/ 34 h 38"/>
                <a:gd name="T58" fmla="*/ 13 w 87"/>
                <a:gd name="T59" fmla="*/ 26 h 38"/>
                <a:gd name="T60" fmla="*/ 7 w 87"/>
                <a:gd name="T61" fmla="*/ 22 h 38"/>
                <a:gd name="T62" fmla="*/ 7 w 87"/>
                <a:gd name="T63" fmla="*/ 18 h 38"/>
                <a:gd name="T64" fmla="*/ 0 w 87"/>
                <a:gd name="T65" fmla="*/ 12 h 38"/>
                <a:gd name="T66" fmla="*/ 2 w 87"/>
                <a:gd name="T67" fmla="*/ 10 h 38"/>
                <a:gd name="T68" fmla="*/ 4 w 87"/>
                <a:gd name="T69" fmla="*/ 12 h 38"/>
                <a:gd name="T70" fmla="*/ 11 w 87"/>
                <a:gd name="T71" fmla="*/ 8 h 38"/>
                <a:gd name="T72" fmla="*/ 16 w 87"/>
                <a:gd name="T73" fmla="*/ 5 h 38"/>
                <a:gd name="T74" fmla="*/ 21 w 87"/>
                <a:gd name="T75" fmla="*/ 2 h 38"/>
                <a:gd name="T76" fmla="*/ 25 w 87"/>
                <a:gd name="T77" fmla="*/ 2 h 38"/>
                <a:gd name="T78" fmla="*/ 28 w 87"/>
                <a:gd name="T79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38">
                  <a:moveTo>
                    <a:pt x="29" y="0"/>
                  </a:moveTo>
                  <a:lnTo>
                    <a:pt x="32" y="1"/>
                  </a:lnTo>
                  <a:lnTo>
                    <a:pt x="32" y="0"/>
                  </a:lnTo>
                  <a:lnTo>
                    <a:pt x="33" y="2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0"/>
                  </a:lnTo>
                  <a:lnTo>
                    <a:pt x="42" y="1"/>
                  </a:lnTo>
                  <a:lnTo>
                    <a:pt x="42" y="2"/>
                  </a:lnTo>
                  <a:lnTo>
                    <a:pt x="44" y="5"/>
                  </a:lnTo>
                  <a:lnTo>
                    <a:pt x="46" y="4"/>
                  </a:lnTo>
                  <a:lnTo>
                    <a:pt x="48" y="6"/>
                  </a:lnTo>
                  <a:lnTo>
                    <a:pt x="46" y="9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13"/>
                  </a:lnTo>
                  <a:lnTo>
                    <a:pt x="49" y="13"/>
                  </a:lnTo>
                  <a:lnTo>
                    <a:pt x="50" y="12"/>
                  </a:lnTo>
                  <a:lnTo>
                    <a:pt x="53" y="12"/>
                  </a:lnTo>
                  <a:lnTo>
                    <a:pt x="49" y="9"/>
                  </a:lnTo>
                  <a:lnTo>
                    <a:pt x="50" y="8"/>
                  </a:lnTo>
                  <a:lnTo>
                    <a:pt x="56" y="10"/>
                  </a:lnTo>
                  <a:lnTo>
                    <a:pt x="59" y="10"/>
                  </a:lnTo>
                  <a:lnTo>
                    <a:pt x="59" y="13"/>
                  </a:lnTo>
                  <a:lnTo>
                    <a:pt x="62" y="14"/>
                  </a:lnTo>
                  <a:lnTo>
                    <a:pt x="66" y="13"/>
                  </a:lnTo>
                  <a:lnTo>
                    <a:pt x="70" y="14"/>
                  </a:lnTo>
                  <a:lnTo>
                    <a:pt x="77" y="20"/>
                  </a:lnTo>
                  <a:lnTo>
                    <a:pt x="79" y="23"/>
                  </a:lnTo>
                  <a:lnTo>
                    <a:pt x="81" y="23"/>
                  </a:lnTo>
                  <a:lnTo>
                    <a:pt x="82" y="22"/>
                  </a:lnTo>
                  <a:lnTo>
                    <a:pt x="86" y="22"/>
                  </a:lnTo>
                  <a:lnTo>
                    <a:pt x="87" y="25"/>
                  </a:lnTo>
                  <a:lnTo>
                    <a:pt x="87" y="27"/>
                  </a:lnTo>
                  <a:lnTo>
                    <a:pt x="82" y="27"/>
                  </a:lnTo>
                  <a:lnTo>
                    <a:pt x="79" y="29"/>
                  </a:lnTo>
                  <a:lnTo>
                    <a:pt x="77" y="30"/>
                  </a:lnTo>
                  <a:lnTo>
                    <a:pt x="74" y="33"/>
                  </a:lnTo>
                  <a:lnTo>
                    <a:pt x="69" y="34"/>
                  </a:lnTo>
                  <a:lnTo>
                    <a:pt x="65" y="35"/>
                  </a:lnTo>
                  <a:lnTo>
                    <a:pt x="63" y="34"/>
                  </a:lnTo>
                  <a:lnTo>
                    <a:pt x="61" y="34"/>
                  </a:lnTo>
                  <a:lnTo>
                    <a:pt x="58" y="37"/>
                  </a:lnTo>
                  <a:lnTo>
                    <a:pt x="53" y="35"/>
                  </a:lnTo>
                  <a:lnTo>
                    <a:pt x="50" y="34"/>
                  </a:lnTo>
                  <a:lnTo>
                    <a:pt x="48" y="34"/>
                  </a:lnTo>
                  <a:lnTo>
                    <a:pt x="44" y="34"/>
                  </a:lnTo>
                  <a:lnTo>
                    <a:pt x="41" y="31"/>
                  </a:lnTo>
                  <a:lnTo>
                    <a:pt x="37" y="31"/>
                  </a:lnTo>
                  <a:lnTo>
                    <a:pt x="34" y="31"/>
                  </a:lnTo>
                  <a:lnTo>
                    <a:pt x="33" y="33"/>
                  </a:lnTo>
                  <a:lnTo>
                    <a:pt x="32" y="34"/>
                  </a:lnTo>
                  <a:lnTo>
                    <a:pt x="32" y="35"/>
                  </a:lnTo>
                  <a:lnTo>
                    <a:pt x="29" y="37"/>
                  </a:lnTo>
                  <a:lnTo>
                    <a:pt x="28" y="38"/>
                  </a:lnTo>
                  <a:lnTo>
                    <a:pt x="21" y="34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16" y="29"/>
                  </a:lnTo>
                  <a:lnTo>
                    <a:pt x="13" y="26"/>
                  </a:lnTo>
                  <a:lnTo>
                    <a:pt x="9" y="23"/>
                  </a:lnTo>
                  <a:lnTo>
                    <a:pt x="7" y="22"/>
                  </a:lnTo>
                  <a:lnTo>
                    <a:pt x="5" y="21"/>
                  </a:lnTo>
                  <a:lnTo>
                    <a:pt x="7" y="18"/>
                  </a:lnTo>
                  <a:lnTo>
                    <a:pt x="4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2"/>
                  </a:lnTo>
                  <a:lnTo>
                    <a:pt x="9" y="8"/>
                  </a:lnTo>
                  <a:lnTo>
                    <a:pt x="11" y="8"/>
                  </a:lnTo>
                  <a:lnTo>
                    <a:pt x="13" y="5"/>
                  </a:lnTo>
                  <a:lnTo>
                    <a:pt x="16" y="5"/>
                  </a:lnTo>
                  <a:lnTo>
                    <a:pt x="17" y="2"/>
                  </a:lnTo>
                  <a:lnTo>
                    <a:pt x="21" y="2"/>
                  </a:lnTo>
                  <a:lnTo>
                    <a:pt x="23" y="4"/>
                  </a:lnTo>
                  <a:lnTo>
                    <a:pt x="25" y="2"/>
                  </a:lnTo>
                  <a:lnTo>
                    <a:pt x="25" y="0"/>
                  </a:lnTo>
                  <a:lnTo>
                    <a:pt x="28" y="1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3" name="Freeform 398"/>
            <p:cNvSpPr>
              <a:spLocks/>
            </p:cNvSpPr>
            <p:nvPr/>
          </p:nvSpPr>
          <p:spPr bwMode="auto">
            <a:xfrm>
              <a:off x="5920067" y="2502923"/>
              <a:ext cx="253774" cy="299454"/>
            </a:xfrm>
            <a:custGeom>
              <a:avLst/>
              <a:gdLst>
                <a:gd name="T0" fmla="*/ 38 w 100"/>
                <a:gd name="T1" fmla="*/ 1 h 118"/>
                <a:gd name="T2" fmla="*/ 41 w 100"/>
                <a:gd name="T3" fmla="*/ 8 h 118"/>
                <a:gd name="T4" fmla="*/ 46 w 100"/>
                <a:gd name="T5" fmla="*/ 10 h 118"/>
                <a:gd name="T6" fmla="*/ 51 w 100"/>
                <a:gd name="T7" fmla="*/ 11 h 118"/>
                <a:gd name="T8" fmla="*/ 55 w 100"/>
                <a:gd name="T9" fmla="*/ 11 h 118"/>
                <a:gd name="T10" fmla="*/ 53 w 100"/>
                <a:gd name="T11" fmla="*/ 15 h 118"/>
                <a:gd name="T12" fmla="*/ 59 w 100"/>
                <a:gd name="T13" fmla="*/ 17 h 118"/>
                <a:gd name="T14" fmla="*/ 66 w 100"/>
                <a:gd name="T15" fmla="*/ 11 h 118"/>
                <a:gd name="T16" fmla="*/ 72 w 100"/>
                <a:gd name="T17" fmla="*/ 9 h 118"/>
                <a:gd name="T18" fmla="*/ 67 w 100"/>
                <a:gd name="T19" fmla="*/ 11 h 118"/>
                <a:gd name="T20" fmla="*/ 75 w 100"/>
                <a:gd name="T21" fmla="*/ 10 h 118"/>
                <a:gd name="T22" fmla="*/ 83 w 100"/>
                <a:gd name="T23" fmla="*/ 14 h 118"/>
                <a:gd name="T24" fmla="*/ 88 w 100"/>
                <a:gd name="T25" fmla="*/ 19 h 118"/>
                <a:gd name="T26" fmla="*/ 92 w 100"/>
                <a:gd name="T27" fmla="*/ 30 h 118"/>
                <a:gd name="T28" fmla="*/ 92 w 100"/>
                <a:gd name="T29" fmla="*/ 39 h 118"/>
                <a:gd name="T30" fmla="*/ 95 w 100"/>
                <a:gd name="T31" fmla="*/ 48 h 118"/>
                <a:gd name="T32" fmla="*/ 100 w 100"/>
                <a:gd name="T33" fmla="*/ 61 h 118"/>
                <a:gd name="T34" fmla="*/ 92 w 100"/>
                <a:gd name="T35" fmla="*/ 63 h 118"/>
                <a:gd name="T36" fmla="*/ 84 w 100"/>
                <a:gd name="T37" fmla="*/ 65 h 118"/>
                <a:gd name="T38" fmla="*/ 76 w 100"/>
                <a:gd name="T39" fmla="*/ 71 h 118"/>
                <a:gd name="T40" fmla="*/ 67 w 100"/>
                <a:gd name="T41" fmla="*/ 73 h 118"/>
                <a:gd name="T42" fmla="*/ 72 w 100"/>
                <a:gd name="T43" fmla="*/ 84 h 118"/>
                <a:gd name="T44" fmla="*/ 83 w 100"/>
                <a:gd name="T45" fmla="*/ 92 h 118"/>
                <a:gd name="T46" fmla="*/ 84 w 100"/>
                <a:gd name="T47" fmla="*/ 101 h 118"/>
                <a:gd name="T48" fmla="*/ 78 w 100"/>
                <a:gd name="T49" fmla="*/ 110 h 118"/>
                <a:gd name="T50" fmla="*/ 76 w 100"/>
                <a:gd name="T51" fmla="*/ 114 h 118"/>
                <a:gd name="T52" fmla="*/ 66 w 100"/>
                <a:gd name="T53" fmla="*/ 117 h 118"/>
                <a:gd name="T54" fmla="*/ 58 w 100"/>
                <a:gd name="T55" fmla="*/ 115 h 118"/>
                <a:gd name="T56" fmla="*/ 51 w 100"/>
                <a:gd name="T57" fmla="*/ 118 h 118"/>
                <a:gd name="T58" fmla="*/ 44 w 100"/>
                <a:gd name="T59" fmla="*/ 117 h 118"/>
                <a:gd name="T60" fmla="*/ 37 w 100"/>
                <a:gd name="T61" fmla="*/ 114 h 118"/>
                <a:gd name="T62" fmla="*/ 30 w 100"/>
                <a:gd name="T63" fmla="*/ 113 h 118"/>
                <a:gd name="T64" fmla="*/ 25 w 100"/>
                <a:gd name="T65" fmla="*/ 115 h 118"/>
                <a:gd name="T66" fmla="*/ 20 w 100"/>
                <a:gd name="T67" fmla="*/ 111 h 118"/>
                <a:gd name="T68" fmla="*/ 22 w 100"/>
                <a:gd name="T69" fmla="*/ 101 h 118"/>
                <a:gd name="T70" fmla="*/ 22 w 100"/>
                <a:gd name="T71" fmla="*/ 93 h 118"/>
                <a:gd name="T72" fmla="*/ 13 w 100"/>
                <a:gd name="T73" fmla="*/ 92 h 118"/>
                <a:gd name="T74" fmla="*/ 8 w 100"/>
                <a:gd name="T75" fmla="*/ 88 h 118"/>
                <a:gd name="T76" fmla="*/ 5 w 100"/>
                <a:gd name="T77" fmla="*/ 80 h 118"/>
                <a:gd name="T78" fmla="*/ 3 w 100"/>
                <a:gd name="T79" fmla="*/ 71 h 118"/>
                <a:gd name="T80" fmla="*/ 1 w 100"/>
                <a:gd name="T81" fmla="*/ 64 h 118"/>
                <a:gd name="T82" fmla="*/ 4 w 100"/>
                <a:gd name="T83" fmla="*/ 52 h 118"/>
                <a:gd name="T84" fmla="*/ 13 w 100"/>
                <a:gd name="T85" fmla="*/ 50 h 118"/>
                <a:gd name="T86" fmla="*/ 15 w 100"/>
                <a:gd name="T87" fmla="*/ 42 h 118"/>
                <a:gd name="T88" fmla="*/ 11 w 100"/>
                <a:gd name="T89" fmla="*/ 36 h 118"/>
                <a:gd name="T90" fmla="*/ 16 w 100"/>
                <a:gd name="T91" fmla="*/ 33 h 118"/>
                <a:gd name="T92" fmla="*/ 17 w 100"/>
                <a:gd name="T93" fmla="*/ 30 h 118"/>
                <a:gd name="T94" fmla="*/ 13 w 100"/>
                <a:gd name="T95" fmla="*/ 23 h 118"/>
                <a:gd name="T96" fmla="*/ 22 w 100"/>
                <a:gd name="T97" fmla="*/ 25 h 118"/>
                <a:gd name="T98" fmla="*/ 25 w 100"/>
                <a:gd name="T99" fmla="*/ 22 h 118"/>
                <a:gd name="T100" fmla="*/ 29 w 100"/>
                <a:gd name="T101" fmla="*/ 29 h 118"/>
                <a:gd name="T102" fmla="*/ 29 w 100"/>
                <a:gd name="T103" fmla="*/ 19 h 118"/>
                <a:gd name="T104" fmla="*/ 40 w 100"/>
                <a:gd name="T105" fmla="*/ 23 h 118"/>
                <a:gd name="T106" fmla="*/ 33 w 100"/>
                <a:gd name="T107" fmla="*/ 18 h 118"/>
                <a:gd name="T108" fmla="*/ 32 w 100"/>
                <a:gd name="T109" fmla="*/ 13 h 118"/>
                <a:gd name="T110" fmla="*/ 32 w 100"/>
                <a:gd name="T111" fmla="*/ 9 h 118"/>
                <a:gd name="T112" fmla="*/ 29 w 100"/>
                <a:gd name="T113" fmla="*/ 4 h 118"/>
                <a:gd name="T114" fmla="*/ 32 w 100"/>
                <a:gd name="T11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0" h="118">
                  <a:moveTo>
                    <a:pt x="32" y="0"/>
                  </a:moveTo>
                  <a:lnTo>
                    <a:pt x="36" y="1"/>
                  </a:lnTo>
                  <a:lnTo>
                    <a:pt x="37" y="1"/>
                  </a:lnTo>
                  <a:lnTo>
                    <a:pt x="38" y="1"/>
                  </a:lnTo>
                  <a:lnTo>
                    <a:pt x="41" y="4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42" y="9"/>
                  </a:lnTo>
                  <a:lnTo>
                    <a:pt x="44" y="10"/>
                  </a:lnTo>
                  <a:lnTo>
                    <a:pt x="45" y="11"/>
                  </a:lnTo>
                  <a:lnTo>
                    <a:pt x="46" y="10"/>
                  </a:lnTo>
                  <a:lnTo>
                    <a:pt x="46" y="9"/>
                  </a:lnTo>
                  <a:lnTo>
                    <a:pt x="47" y="9"/>
                  </a:lnTo>
                  <a:lnTo>
                    <a:pt x="49" y="10"/>
                  </a:lnTo>
                  <a:lnTo>
                    <a:pt x="51" y="11"/>
                  </a:lnTo>
                  <a:lnTo>
                    <a:pt x="53" y="11"/>
                  </a:lnTo>
                  <a:lnTo>
                    <a:pt x="54" y="9"/>
                  </a:lnTo>
                  <a:lnTo>
                    <a:pt x="55" y="10"/>
                  </a:lnTo>
                  <a:lnTo>
                    <a:pt x="55" y="11"/>
                  </a:lnTo>
                  <a:lnTo>
                    <a:pt x="54" y="14"/>
                  </a:lnTo>
                  <a:lnTo>
                    <a:pt x="53" y="14"/>
                  </a:lnTo>
                  <a:lnTo>
                    <a:pt x="50" y="15"/>
                  </a:lnTo>
                  <a:lnTo>
                    <a:pt x="53" y="15"/>
                  </a:lnTo>
                  <a:lnTo>
                    <a:pt x="54" y="15"/>
                  </a:lnTo>
                  <a:lnTo>
                    <a:pt x="57" y="15"/>
                  </a:lnTo>
                  <a:lnTo>
                    <a:pt x="57" y="17"/>
                  </a:lnTo>
                  <a:lnTo>
                    <a:pt x="59" y="17"/>
                  </a:lnTo>
                  <a:lnTo>
                    <a:pt x="61" y="15"/>
                  </a:lnTo>
                  <a:lnTo>
                    <a:pt x="62" y="13"/>
                  </a:lnTo>
                  <a:lnTo>
                    <a:pt x="66" y="11"/>
                  </a:lnTo>
                  <a:lnTo>
                    <a:pt x="66" y="11"/>
                  </a:lnTo>
                  <a:lnTo>
                    <a:pt x="69" y="10"/>
                  </a:lnTo>
                  <a:lnTo>
                    <a:pt x="69" y="9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0" y="9"/>
                  </a:lnTo>
                  <a:lnTo>
                    <a:pt x="70" y="10"/>
                  </a:lnTo>
                  <a:lnTo>
                    <a:pt x="69" y="10"/>
                  </a:lnTo>
                  <a:lnTo>
                    <a:pt x="67" y="11"/>
                  </a:lnTo>
                  <a:lnTo>
                    <a:pt x="69" y="13"/>
                  </a:lnTo>
                  <a:lnTo>
                    <a:pt x="71" y="10"/>
                  </a:lnTo>
                  <a:lnTo>
                    <a:pt x="74" y="10"/>
                  </a:lnTo>
                  <a:lnTo>
                    <a:pt x="75" y="10"/>
                  </a:lnTo>
                  <a:lnTo>
                    <a:pt x="75" y="11"/>
                  </a:lnTo>
                  <a:lnTo>
                    <a:pt x="78" y="11"/>
                  </a:lnTo>
                  <a:lnTo>
                    <a:pt x="80" y="14"/>
                  </a:lnTo>
                  <a:lnTo>
                    <a:pt x="83" y="14"/>
                  </a:lnTo>
                  <a:lnTo>
                    <a:pt x="84" y="15"/>
                  </a:lnTo>
                  <a:lnTo>
                    <a:pt x="84" y="18"/>
                  </a:lnTo>
                  <a:lnTo>
                    <a:pt x="86" y="19"/>
                  </a:lnTo>
                  <a:lnTo>
                    <a:pt x="88" y="19"/>
                  </a:lnTo>
                  <a:lnTo>
                    <a:pt x="90" y="21"/>
                  </a:lnTo>
                  <a:lnTo>
                    <a:pt x="92" y="21"/>
                  </a:lnTo>
                  <a:lnTo>
                    <a:pt x="94" y="26"/>
                  </a:lnTo>
                  <a:lnTo>
                    <a:pt x="92" y="30"/>
                  </a:lnTo>
                  <a:lnTo>
                    <a:pt x="90" y="31"/>
                  </a:lnTo>
                  <a:lnTo>
                    <a:pt x="90" y="34"/>
                  </a:lnTo>
                  <a:lnTo>
                    <a:pt x="94" y="36"/>
                  </a:lnTo>
                  <a:lnTo>
                    <a:pt x="92" y="39"/>
                  </a:lnTo>
                  <a:lnTo>
                    <a:pt x="95" y="42"/>
                  </a:lnTo>
                  <a:lnTo>
                    <a:pt x="95" y="43"/>
                  </a:lnTo>
                  <a:lnTo>
                    <a:pt x="95" y="46"/>
                  </a:lnTo>
                  <a:lnTo>
                    <a:pt x="95" y="48"/>
                  </a:lnTo>
                  <a:lnTo>
                    <a:pt x="96" y="52"/>
                  </a:lnTo>
                  <a:lnTo>
                    <a:pt x="97" y="54"/>
                  </a:lnTo>
                  <a:lnTo>
                    <a:pt x="99" y="56"/>
                  </a:lnTo>
                  <a:lnTo>
                    <a:pt x="100" y="61"/>
                  </a:lnTo>
                  <a:lnTo>
                    <a:pt x="99" y="64"/>
                  </a:lnTo>
                  <a:lnTo>
                    <a:pt x="96" y="63"/>
                  </a:lnTo>
                  <a:lnTo>
                    <a:pt x="95" y="64"/>
                  </a:lnTo>
                  <a:lnTo>
                    <a:pt x="92" y="63"/>
                  </a:lnTo>
                  <a:lnTo>
                    <a:pt x="92" y="65"/>
                  </a:lnTo>
                  <a:lnTo>
                    <a:pt x="90" y="67"/>
                  </a:lnTo>
                  <a:lnTo>
                    <a:pt x="88" y="65"/>
                  </a:lnTo>
                  <a:lnTo>
                    <a:pt x="84" y="65"/>
                  </a:lnTo>
                  <a:lnTo>
                    <a:pt x="83" y="68"/>
                  </a:lnTo>
                  <a:lnTo>
                    <a:pt x="80" y="68"/>
                  </a:lnTo>
                  <a:lnTo>
                    <a:pt x="78" y="71"/>
                  </a:lnTo>
                  <a:lnTo>
                    <a:pt x="76" y="71"/>
                  </a:lnTo>
                  <a:lnTo>
                    <a:pt x="71" y="75"/>
                  </a:lnTo>
                  <a:lnTo>
                    <a:pt x="70" y="73"/>
                  </a:lnTo>
                  <a:lnTo>
                    <a:pt x="69" y="73"/>
                  </a:lnTo>
                  <a:lnTo>
                    <a:pt x="67" y="73"/>
                  </a:lnTo>
                  <a:lnTo>
                    <a:pt x="67" y="75"/>
                  </a:lnTo>
                  <a:lnTo>
                    <a:pt x="71" y="77"/>
                  </a:lnTo>
                  <a:lnTo>
                    <a:pt x="74" y="81"/>
                  </a:lnTo>
                  <a:lnTo>
                    <a:pt x="72" y="84"/>
                  </a:lnTo>
                  <a:lnTo>
                    <a:pt x="74" y="85"/>
                  </a:lnTo>
                  <a:lnTo>
                    <a:pt x="76" y="86"/>
                  </a:lnTo>
                  <a:lnTo>
                    <a:pt x="80" y="89"/>
                  </a:lnTo>
                  <a:lnTo>
                    <a:pt x="83" y="92"/>
                  </a:lnTo>
                  <a:lnTo>
                    <a:pt x="87" y="97"/>
                  </a:lnTo>
                  <a:lnTo>
                    <a:pt x="87" y="98"/>
                  </a:lnTo>
                  <a:lnTo>
                    <a:pt x="87" y="101"/>
                  </a:lnTo>
                  <a:lnTo>
                    <a:pt x="84" y="101"/>
                  </a:lnTo>
                  <a:lnTo>
                    <a:pt x="83" y="104"/>
                  </a:lnTo>
                  <a:lnTo>
                    <a:pt x="80" y="105"/>
                  </a:lnTo>
                  <a:lnTo>
                    <a:pt x="78" y="109"/>
                  </a:lnTo>
                  <a:lnTo>
                    <a:pt x="78" y="110"/>
                  </a:lnTo>
                  <a:lnTo>
                    <a:pt x="80" y="111"/>
                  </a:lnTo>
                  <a:lnTo>
                    <a:pt x="80" y="114"/>
                  </a:lnTo>
                  <a:lnTo>
                    <a:pt x="79" y="115"/>
                  </a:lnTo>
                  <a:lnTo>
                    <a:pt x="76" y="114"/>
                  </a:lnTo>
                  <a:lnTo>
                    <a:pt x="74" y="114"/>
                  </a:lnTo>
                  <a:lnTo>
                    <a:pt x="71" y="114"/>
                  </a:lnTo>
                  <a:lnTo>
                    <a:pt x="70" y="114"/>
                  </a:lnTo>
                  <a:lnTo>
                    <a:pt x="66" y="117"/>
                  </a:lnTo>
                  <a:lnTo>
                    <a:pt x="65" y="117"/>
                  </a:lnTo>
                  <a:lnTo>
                    <a:pt x="62" y="115"/>
                  </a:lnTo>
                  <a:lnTo>
                    <a:pt x="61" y="117"/>
                  </a:lnTo>
                  <a:lnTo>
                    <a:pt x="58" y="115"/>
                  </a:lnTo>
                  <a:lnTo>
                    <a:pt x="55" y="115"/>
                  </a:lnTo>
                  <a:lnTo>
                    <a:pt x="51" y="115"/>
                  </a:lnTo>
                  <a:lnTo>
                    <a:pt x="53" y="117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7" y="115"/>
                  </a:lnTo>
                  <a:lnTo>
                    <a:pt x="45" y="117"/>
                  </a:lnTo>
                  <a:lnTo>
                    <a:pt x="44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38" y="114"/>
                  </a:lnTo>
                  <a:lnTo>
                    <a:pt x="37" y="114"/>
                  </a:lnTo>
                  <a:lnTo>
                    <a:pt x="36" y="114"/>
                  </a:lnTo>
                  <a:lnTo>
                    <a:pt x="34" y="114"/>
                  </a:lnTo>
                  <a:lnTo>
                    <a:pt x="33" y="111"/>
                  </a:lnTo>
                  <a:lnTo>
                    <a:pt x="30" y="113"/>
                  </a:lnTo>
                  <a:lnTo>
                    <a:pt x="32" y="114"/>
                  </a:lnTo>
                  <a:lnTo>
                    <a:pt x="29" y="115"/>
                  </a:lnTo>
                  <a:lnTo>
                    <a:pt x="28" y="114"/>
                  </a:lnTo>
                  <a:lnTo>
                    <a:pt x="25" y="115"/>
                  </a:lnTo>
                  <a:lnTo>
                    <a:pt x="24" y="115"/>
                  </a:lnTo>
                  <a:lnTo>
                    <a:pt x="24" y="115"/>
                  </a:lnTo>
                  <a:lnTo>
                    <a:pt x="22" y="113"/>
                  </a:lnTo>
                  <a:lnTo>
                    <a:pt x="20" y="111"/>
                  </a:lnTo>
                  <a:lnTo>
                    <a:pt x="20" y="109"/>
                  </a:lnTo>
                  <a:lnTo>
                    <a:pt x="21" y="104"/>
                  </a:lnTo>
                  <a:lnTo>
                    <a:pt x="22" y="102"/>
                  </a:lnTo>
                  <a:lnTo>
                    <a:pt x="22" y="101"/>
                  </a:lnTo>
                  <a:lnTo>
                    <a:pt x="24" y="97"/>
                  </a:lnTo>
                  <a:lnTo>
                    <a:pt x="26" y="94"/>
                  </a:lnTo>
                  <a:lnTo>
                    <a:pt x="25" y="93"/>
                  </a:lnTo>
                  <a:lnTo>
                    <a:pt x="22" y="93"/>
                  </a:lnTo>
                  <a:lnTo>
                    <a:pt x="20" y="92"/>
                  </a:lnTo>
                  <a:lnTo>
                    <a:pt x="17" y="93"/>
                  </a:lnTo>
                  <a:lnTo>
                    <a:pt x="16" y="92"/>
                  </a:lnTo>
                  <a:lnTo>
                    <a:pt x="13" y="92"/>
                  </a:lnTo>
                  <a:lnTo>
                    <a:pt x="12" y="93"/>
                  </a:lnTo>
                  <a:lnTo>
                    <a:pt x="9" y="90"/>
                  </a:lnTo>
                  <a:lnTo>
                    <a:pt x="9" y="89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4"/>
                  </a:lnTo>
                  <a:lnTo>
                    <a:pt x="7" y="83"/>
                  </a:lnTo>
                  <a:lnTo>
                    <a:pt x="5" y="80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4" y="73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0" y="6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1" y="61"/>
                  </a:lnTo>
                  <a:lnTo>
                    <a:pt x="3" y="58"/>
                  </a:lnTo>
                  <a:lnTo>
                    <a:pt x="1" y="55"/>
                  </a:lnTo>
                  <a:lnTo>
                    <a:pt x="4" y="52"/>
                  </a:lnTo>
                  <a:lnTo>
                    <a:pt x="5" y="50"/>
                  </a:lnTo>
                  <a:lnTo>
                    <a:pt x="8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2" y="47"/>
                  </a:lnTo>
                  <a:lnTo>
                    <a:pt x="13" y="46"/>
                  </a:lnTo>
                  <a:lnTo>
                    <a:pt x="13" y="43"/>
                  </a:lnTo>
                  <a:lnTo>
                    <a:pt x="15" y="42"/>
                  </a:lnTo>
                  <a:lnTo>
                    <a:pt x="13" y="40"/>
                  </a:lnTo>
                  <a:lnTo>
                    <a:pt x="11" y="40"/>
                  </a:lnTo>
                  <a:lnTo>
                    <a:pt x="9" y="39"/>
                  </a:lnTo>
                  <a:lnTo>
                    <a:pt x="11" y="36"/>
                  </a:lnTo>
                  <a:lnTo>
                    <a:pt x="13" y="38"/>
                  </a:lnTo>
                  <a:lnTo>
                    <a:pt x="15" y="36"/>
                  </a:lnTo>
                  <a:lnTo>
                    <a:pt x="15" y="34"/>
                  </a:lnTo>
                  <a:lnTo>
                    <a:pt x="16" y="33"/>
                  </a:lnTo>
                  <a:lnTo>
                    <a:pt x="16" y="31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6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3" y="23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2" y="22"/>
                  </a:lnTo>
                  <a:lnTo>
                    <a:pt x="22" y="25"/>
                  </a:lnTo>
                  <a:lnTo>
                    <a:pt x="25" y="27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8" y="23"/>
                  </a:lnTo>
                  <a:lnTo>
                    <a:pt x="28" y="26"/>
                  </a:lnTo>
                  <a:lnTo>
                    <a:pt x="29" y="29"/>
                  </a:lnTo>
                  <a:lnTo>
                    <a:pt x="29" y="27"/>
                  </a:lnTo>
                  <a:lnTo>
                    <a:pt x="29" y="23"/>
                  </a:lnTo>
                  <a:lnTo>
                    <a:pt x="28" y="22"/>
                  </a:lnTo>
                  <a:lnTo>
                    <a:pt x="29" y="19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6" y="19"/>
                  </a:lnTo>
                  <a:lnTo>
                    <a:pt x="40" y="23"/>
                  </a:lnTo>
                  <a:lnTo>
                    <a:pt x="45" y="23"/>
                  </a:lnTo>
                  <a:lnTo>
                    <a:pt x="40" y="22"/>
                  </a:lnTo>
                  <a:lnTo>
                    <a:pt x="36" y="18"/>
                  </a:lnTo>
                  <a:lnTo>
                    <a:pt x="33" y="18"/>
                  </a:lnTo>
                  <a:lnTo>
                    <a:pt x="32" y="17"/>
                  </a:lnTo>
                  <a:lnTo>
                    <a:pt x="32" y="15"/>
                  </a:lnTo>
                  <a:lnTo>
                    <a:pt x="33" y="14"/>
                  </a:lnTo>
                  <a:lnTo>
                    <a:pt x="32" y="13"/>
                  </a:lnTo>
                  <a:lnTo>
                    <a:pt x="32" y="10"/>
                  </a:lnTo>
                  <a:lnTo>
                    <a:pt x="29" y="10"/>
                  </a:lnTo>
                  <a:lnTo>
                    <a:pt x="29" y="9"/>
                  </a:lnTo>
                  <a:lnTo>
                    <a:pt x="32" y="9"/>
                  </a:lnTo>
                  <a:lnTo>
                    <a:pt x="33" y="8"/>
                  </a:lnTo>
                  <a:lnTo>
                    <a:pt x="30" y="5"/>
                  </a:lnTo>
                  <a:lnTo>
                    <a:pt x="30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4" name="Freeform 399"/>
            <p:cNvSpPr>
              <a:spLocks/>
            </p:cNvSpPr>
            <p:nvPr/>
          </p:nvSpPr>
          <p:spPr bwMode="auto">
            <a:xfrm>
              <a:off x="6031728" y="2804914"/>
              <a:ext cx="2539" cy="10151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2 h 4"/>
                <a:gd name="T4" fmla="*/ 1 w 1"/>
                <a:gd name="T5" fmla="*/ 4 h 4"/>
                <a:gd name="T6" fmla="*/ 0 w 1"/>
                <a:gd name="T7" fmla="*/ 4 h 4"/>
                <a:gd name="T8" fmla="*/ 0 w 1"/>
                <a:gd name="T9" fmla="*/ 3 h 4"/>
                <a:gd name="T10" fmla="*/ 0 w 1"/>
                <a:gd name="T11" fmla="*/ 0 h 4"/>
                <a:gd name="T12" fmla="*/ 0 w 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1" y="2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5" name="Freeform 400"/>
            <p:cNvSpPr>
              <a:spLocks/>
            </p:cNvSpPr>
            <p:nvPr/>
          </p:nvSpPr>
          <p:spPr bwMode="auto">
            <a:xfrm>
              <a:off x="5927680" y="2784612"/>
              <a:ext cx="131963" cy="78671"/>
            </a:xfrm>
            <a:custGeom>
              <a:avLst/>
              <a:gdLst>
                <a:gd name="T0" fmla="*/ 31 w 52"/>
                <a:gd name="T1" fmla="*/ 3 h 31"/>
                <a:gd name="T2" fmla="*/ 34 w 52"/>
                <a:gd name="T3" fmla="*/ 3 h 31"/>
                <a:gd name="T4" fmla="*/ 39 w 52"/>
                <a:gd name="T5" fmla="*/ 4 h 31"/>
                <a:gd name="T6" fmla="*/ 41 w 52"/>
                <a:gd name="T7" fmla="*/ 8 h 31"/>
                <a:gd name="T8" fmla="*/ 41 w 52"/>
                <a:gd name="T9" fmla="*/ 12 h 31"/>
                <a:gd name="T10" fmla="*/ 46 w 52"/>
                <a:gd name="T11" fmla="*/ 11 h 31"/>
                <a:gd name="T12" fmla="*/ 50 w 52"/>
                <a:gd name="T13" fmla="*/ 12 h 31"/>
                <a:gd name="T14" fmla="*/ 52 w 52"/>
                <a:gd name="T15" fmla="*/ 14 h 31"/>
                <a:gd name="T16" fmla="*/ 52 w 52"/>
                <a:gd name="T17" fmla="*/ 20 h 31"/>
                <a:gd name="T18" fmla="*/ 47 w 52"/>
                <a:gd name="T19" fmla="*/ 25 h 31"/>
                <a:gd name="T20" fmla="*/ 43 w 52"/>
                <a:gd name="T21" fmla="*/ 24 h 31"/>
                <a:gd name="T22" fmla="*/ 38 w 52"/>
                <a:gd name="T23" fmla="*/ 27 h 31"/>
                <a:gd name="T24" fmla="*/ 34 w 52"/>
                <a:gd name="T25" fmla="*/ 28 h 31"/>
                <a:gd name="T26" fmla="*/ 30 w 52"/>
                <a:gd name="T27" fmla="*/ 23 h 31"/>
                <a:gd name="T28" fmla="*/ 23 w 52"/>
                <a:gd name="T29" fmla="*/ 29 h 31"/>
                <a:gd name="T30" fmla="*/ 15 w 52"/>
                <a:gd name="T31" fmla="*/ 31 h 31"/>
                <a:gd name="T32" fmla="*/ 13 w 52"/>
                <a:gd name="T33" fmla="*/ 28 h 31"/>
                <a:gd name="T34" fmla="*/ 10 w 52"/>
                <a:gd name="T35" fmla="*/ 24 h 31"/>
                <a:gd name="T36" fmla="*/ 6 w 52"/>
                <a:gd name="T37" fmla="*/ 22 h 31"/>
                <a:gd name="T38" fmla="*/ 5 w 52"/>
                <a:gd name="T39" fmla="*/ 27 h 31"/>
                <a:gd name="T40" fmla="*/ 0 w 52"/>
                <a:gd name="T41" fmla="*/ 27 h 31"/>
                <a:gd name="T42" fmla="*/ 1 w 52"/>
                <a:gd name="T43" fmla="*/ 24 h 31"/>
                <a:gd name="T44" fmla="*/ 2 w 52"/>
                <a:gd name="T45" fmla="*/ 23 h 31"/>
                <a:gd name="T46" fmla="*/ 6 w 52"/>
                <a:gd name="T47" fmla="*/ 14 h 31"/>
                <a:gd name="T48" fmla="*/ 10 w 52"/>
                <a:gd name="T49" fmla="*/ 10 h 31"/>
                <a:gd name="T50" fmla="*/ 12 w 52"/>
                <a:gd name="T51" fmla="*/ 7 h 31"/>
                <a:gd name="T52" fmla="*/ 12 w 52"/>
                <a:gd name="T53" fmla="*/ 4 h 31"/>
                <a:gd name="T54" fmla="*/ 14 w 52"/>
                <a:gd name="T55" fmla="*/ 6 h 31"/>
                <a:gd name="T56" fmla="*/ 21 w 52"/>
                <a:gd name="T57" fmla="*/ 4 h 31"/>
                <a:gd name="T58" fmla="*/ 25 w 52"/>
                <a:gd name="T59" fmla="*/ 3 h 31"/>
                <a:gd name="T60" fmla="*/ 29 w 52"/>
                <a:gd name="T61" fmla="*/ 3 h 31"/>
                <a:gd name="T62" fmla="*/ 30 w 52"/>
                <a:gd name="T6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" h="31">
                  <a:moveTo>
                    <a:pt x="30" y="0"/>
                  </a:moveTo>
                  <a:lnTo>
                    <a:pt x="31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3"/>
                  </a:lnTo>
                  <a:lnTo>
                    <a:pt x="39" y="4"/>
                  </a:lnTo>
                  <a:lnTo>
                    <a:pt x="42" y="7"/>
                  </a:lnTo>
                  <a:lnTo>
                    <a:pt x="41" y="8"/>
                  </a:lnTo>
                  <a:lnTo>
                    <a:pt x="41" y="11"/>
                  </a:lnTo>
                  <a:lnTo>
                    <a:pt x="41" y="12"/>
                  </a:lnTo>
                  <a:lnTo>
                    <a:pt x="44" y="12"/>
                  </a:lnTo>
                  <a:lnTo>
                    <a:pt x="46" y="11"/>
                  </a:lnTo>
                  <a:lnTo>
                    <a:pt x="48" y="14"/>
                  </a:lnTo>
                  <a:lnTo>
                    <a:pt x="50" y="12"/>
                  </a:lnTo>
                  <a:lnTo>
                    <a:pt x="52" y="12"/>
                  </a:lnTo>
                  <a:lnTo>
                    <a:pt x="52" y="14"/>
                  </a:lnTo>
                  <a:lnTo>
                    <a:pt x="51" y="16"/>
                  </a:lnTo>
                  <a:lnTo>
                    <a:pt x="52" y="20"/>
                  </a:lnTo>
                  <a:lnTo>
                    <a:pt x="47" y="22"/>
                  </a:lnTo>
                  <a:lnTo>
                    <a:pt x="47" y="25"/>
                  </a:lnTo>
                  <a:lnTo>
                    <a:pt x="44" y="24"/>
                  </a:lnTo>
                  <a:lnTo>
                    <a:pt x="43" y="24"/>
                  </a:lnTo>
                  <a:lnTo>
                    <a:pt x="38" y="23"/>
                  </a:lnTo>
                  <a:lnTo>
                    <a:pt x="38" y="27"/>
                  </a:lnTo>
                  <a:lnTo>
                    <a:pt x="35" y="31"/>
                  </a:lnTo>
                  <a:lnTo>
                    <a:pt x="34" y="28"/>
                  </a:lnTo>
                  <a:lnTo>
                    <a:pt x="30" y="27"/>
                  </a:lnTo>
                  <a:lnTo>
                    <a:pt x="30" y="23"/>
                  </a:lnTo>
                  <a:lnTo>
                    <a:pt x="27" y="22"/>
                  </a:lnTo>
                  <a:lnTo>
                    <a:pt x="23" y="29"/>
                  </a:lnTo>
                  <a:lnTo>
                    <a:pt x="21" y="28"/>
                  </a:lnTo>
                  <a:lnTo>
                    <a:pt x="15" y="31"/>
                  </a:lnTo>
                  <a:lnTo>
                    <a:pt x="13" y="31"/>
                  </a:lnTo>
                  <a:lnTo>
                    <a:pt x="13" y="28"/>
                  </a:lnTo>
                  <a:lnTo>
                    <a:pt x="12" y="27"/>
                  </a:lnTo>
                  <a:lnTo>
                    <a:pt x="10" y="24"/>
                  </a:lnTo>
                  <a:lnTo>
                    <a:pt x="9" y="22"/>
                  </a:lnTo>
                  <a:lnTo>
                    <a:pt x="6" y="22"/>
                  </a:lnTo>
                  <a:lnTo>
                    <a:pt x="5" y="23"/>
                  </a:lnTo>
                  <a:lnTo>
                    <a:pt x="5" y="27"/>
                  </a:lnTo>
                  <a:lnTo>
                    <a:pt x="2" y="27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4" y="19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10" y="10"/>
                  </a:lnTo>
                  <a:lnTo>
                    <a:pt x="13" y="10"/>
                  </a:lnTo>
                  <a:lnTo>
                    <a:pt x="12" y="7"/>
                  </a:lnTo>
                  <a:lnTo>
                    <a:pt x="9" y="6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4" y="6"/>
                  </a:lnTo>
                  <a:lnTo>
                    <a:pt x="17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5" y="3"/>
                  </a:lnTo>
                  <a:lnTo>
                    <a:pt x="26" y="4"/>
                  </a:lnTo>
                  <a:lnTo>
                    <a:pt x="29" y="3"/>
                  </a:lnTo>
                  <a:lnTo>
                    <a:pt x="27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6" name="Freeform 401"/>
            <p:cNvSpPr>
              <a:spLocks noEditPoints="1"/>
            </p:cNvSpPr>
            <p:nvPr/>
          </p:nvSpPr>
          <p:spPr bwMode="auto">
            <a:xfrm>
              <a:off x="5856623" y="2568904"/>
              <a:ext cx="106585" cy="96434"/>
            </a:xfrm>
            <a:custGeom>
              <a:avLst/>
              <a:gdLst>
                <a:gd name="T0" fmla="*/ 7 w 42"/>
                <a:gd name="T1" fmla="*/ 29 h 38"/>
                <a:gd name="T2" fmla="*/ 5 w 42"/>
                <a:gd name="T3" fmla="*/ 29 h 38"/>
                <a:gd name="T4" fmla="*/ 5 w 42"/>
                <a:gd name="T5" fmla="*/ 28 h 38"/>
                <a:gd name="T6" fmla="*/ 7 w 42"/>
                <a:gd name="T7" fmla="*/ 26 h 38"/>
                <a:gd name="T8" fmla="*/ 8 w 42"/>
                <a:gd name="T9" fmla="*/ 28 h 38"/>
                <a:gd name="T10" fmla="*/ 7 w 42"/>
                <a:gd name="T11" fmla="*/ 26 h 38"/>
                <a:gd name="T12" fmla="*/ 4 w 42"/>
                <a:gd name="T13" fmla="*/ 26 h 38"/>
                <a:gd name="T14" fmla="*/ 37 w 42"/>
                <a:gd name="T15" fmla="*/ 1 h 38"/>
                <a:gd name="T16" fmla="*/ 42 w 42"/>
                <a:gd name="T17" fmla="*/ 4 h 38"/>
                <a:gd name="T18" fmla="*/ 41 w 42"/>
                <a:gd name="T19" fmla="*/ 5 h 38"/>
                <a:gd name="T20" fmla="*/ 40 w 42"/>
                <a:gd name="T21" fmla="*/ 8 h 38"/>
                <a:gd name="T22" fmla="*/ 38 w 42"/>
                <a:gd name="T23" fmla="*/ 12 h 38"/>
                <a:gd name="T24" fmla="*/ 34 w 42"/>
                <a:gd name="T25" fmla="*/ 13 h 38"/>
                <a:gd name="T26" fmla="*/ 38 w 42"/>
                <a:gd name="T27" fmla="*/ 14 h 38"/>
                <a:gd name="T28" fmla="*/ 38 w 42"/>
                <a:gd name="T29" fmla="*/ 17 h 38"/>
                <a:gd name="T30" fmla="*/ 37 w 42"/>
                <a:gd name="T31" fmla="*/ 21 h 38"/>
                <a:gd name="T32" fmla="*/ 36 w 42"/>
                <a:gd name="T33" fmla="*/ 24 h 38"/>
                <a:gd name="T34" fmla="*/ 30 w 42"/>
                <a:gd name="T35" fmla="*/ 24 h 38"/>
                <a:gd name="T36" fmla="*/ 26 w 42"/>
                <a:gd name="T37" fmla="*/ 29 h 38"/>
                <a:gd name="T38" fmla="*/ 26 w 42"/>
                <a:gd name="T39" fmla="*/ 35 h 38"/>
                <a:gd name="T40" fmla="*/ 24 w 42"/>
                <a:gd name="T41" fmla="*/ 38 h 38"/>
                <a:gd name="T42" fmla="*/ 22 w 42"/>
                <a:gd name="T43" fmla="*/ 34 h 38"/>
                <a:gd name="T44" fmla="*/ 18 w 42"/>
                <a:gd name="T45" fmla="*/ 33 h 38"/>
                <a:gd name="T46" fmla="*/ 16 w 42"/>
                <a:gd name="T47" fmla="*/ 32 h 38"/>
                <a:gd name="T48" fmla="*/ 11 w 42"/>
                <a:gd name="T49" fmla="*/ 33 h 38"/>
                <a:gd name="T50" fmla="*/ 8 w 42"/>
                <a:gd name="T51" fmla="*/ 34 h 38"/>
                <a:gd name="T52" fmla="*/ 5 w 42"/>
                <a:gd name="T53" fmla="*/ 35 h 38"/>
                <a:gd name="T54" fmla="*/ 1 w 42"/>
                <a:gd name="T55" fmla="*/ 34 h 38"/>
                <a:gd name="T56" fmla="*/ 0 w 42"/>
                <a:gd name="T57" fmla="*/ 32 h 38"/>
                <a:gd name="T58" fmla="*/ 1 w 42"/>
                <a:gd name="T59" fmla="*/ 32 h 38"/>
                <a:gd name="T60" fmla="*/ 7 w 42"/>
                <a:gd name="T61" fmla="*/ 33 h 38"/>
                <a:gd name="T62" fmla="*/ 7 w 42"/>
                <a:gd name="T63" fmla="*/ 33 h 38"/>
                <a:gd name="T64" fmla="*/ 4 w 42"/>
                <a:gd name="T65" fmla="*/ 32 h 38"/>
                <a:gd name="T66" fmla="*/ 1 w 42"/>
                <a:gd name="T67" fmla="*/ 30 h 38"/>
                <a:gd name="T68" fmla="*/ 5 w 42"/>
                <a:gd name="T69" fmla="*/ 30 h 38"/>
                <a:gd name="T70" fmla="*/ 9 w 42"/>
                <a:gd name="T71" fmla="*/ 32 h 38"/>
                <a:gd name="T72" fmla="*/ 8 w 42"/>
                <a:gd name="T73" fmla="*/ 30 h 38"/>
                <a:gd name="T74" fmla="*/ 8 w 42"/>
                <a:gd name="T75" fmla="*/ 29 h 38"/>
                <a:gd name="T76" fmla="*/ 12 w 42"/>
                <a:gd name="T77" fmla="*/ 28 h 38"/>
                <a:gd name="T78" fmla="*/ 7 w 42"/>
                <a:gd name="T79" fmla="*/ 24 h 38"/>
                <a:gd name="T80" fmla="*/ 8 w 42"/>
                <a:gd name="T81" fmla="*/ 21 h 38"/>
                <a:gd name="T82" fmla="*/ 11 w 42"/>
                <a:gd name="T83" fmla="*/ 17 h 38"/>
                <a:gd name="T84" fmla="*/ 9 w 42"/>
                <a:gd name="T85" fmla="*/ 12 h 38"/>
                <a:gd name="T86" fmla="*/ 12 w 42"/>
                <a:gd name="T87" fmla="*/ 8 h 38"/>
                <a:gd name="T88" fmla="*/ 16 w 42"/>
                <a:gd name="T89" fmla="*/ 8 h 38"/>
                <a:gd name="T90" fmla="*/ 22 w 42"/>
                <a:gd name="T91" fmla="*/ 3 h 38"/>
                <a:gd name="T92" fmla="*/ 26 w 42"/>
                <a:gd name="T93" fmla="*/ 1 h 38"/>
                <a:gd name="T94" fmla="*/ 30 w 42"/>
                <a:gd name="T9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" h="38">
                  <a:moveTo>
                    <a:pt x="5" y="28"/>
                  </a:move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3" y="28"/>
                  </a:lnTo>
                  <a:lnTo>
                    <a:pt x="5" y="28"/>
                  </a:lnTo>
                  <a:close/>
                  <a:moveTo>
                    <a:pt x="4" y="26"/>
                  </a:moveTo>
                  <a:lnTo>
                    <a:pt x="7" y="26"/>
                  </a:lnTo>
                  <a:lnTo>
                    <a:pt x="8" y="26"/>
                  </a:lnTo>
                  <a:lnTo>
                    <a:pt x="8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5" y="26"/>
                  </a:lnTo>
                  <a:lnTo>
                    <a:pt x="4" y="26"/>
                  </a:lnTo>
                  <a:close/>
                  <a:moveTo>
                    <a:pt x="34" y="0"/>
                  </a:moveTo>
                  <a:lnTo>
                    <a:pt x="37" y="1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1" y="5"/>
                  </a:lnTo>
                  <a:lnTo>
                    <a:pt x="41" y="7"/>
                  </a:lnTo>
                  <a:lnTo>
                    <a:pt x="40" y="8"/>
                  </a:lnTo>
                  <a:lnTo>
                    <a:pt x="40" y="10"/>
                  </a:lnTo>
                  <a:lnTo>
                    <a:pt x="38" y="12"/>
                  </a:lnTo>
                  <a:lnTo>
                    <a:pt x="36" y="10"/>
                  </a:lnTo>
                  <a:lnTo>
                    <a:pt x="34" y="13"/>
                  </a:lnTo>
                  <a:lnTo>
                    <a:pt x="36" y="14"/>
                  </a:lnTo>
                  <a:lnTo>
                    <a:pt x="38" y="14"/>
                  </a:lnTo>
                  <a:lnTo>
                    <a:pt x="40" y="16"/>
                  </a:lnTo>
                  <a:lnTo>
                    <a:pt x="38" y="17"/>
                  </a:lnTo>
                  <a:lnTo>
                    <a:pt x="38" y="20"/>
                  </a:lnTo>
                  <a:lnTo>
                    <a:pt x="37" y="21"/>
                  </a:lnTo>
                  <a:lnTo>
                    <a:pt x="38" y="24"/>
                  </a:lnTo>
                  <a:lnTo>
                    <a:pt x="36" y="24"/>
                  </a:lnTo>
                  <a:lnTo>
                    <a:pt x="33" y="24"/>
                  </a:lnTo>
                  <a:lnTo>
                    <a:pt x="30" y="24"/>
                  </a:lnTo>
                  <a:lnTo>
                    <a:pt x="29" y="26"/>
                  </a:lnTo>
                  <a:lnTo>
                    <a:pt x="26" y="29"/>
                  </a:lnTo>
                  <a:lnTo>
                    <a:pt x="28" y="32"/>
                  </a:lnTo>
                  <a:lnTo>
                    <a:pt x="26" y="35"/>
                  </a:lnTo>
                  <a:lnTo>
                    <a:pt x="26" y="38"/>
                  </a:lnTo>
                  <a:lnTo>
                    <a:pt x="24" y="38"/>
                  </a:lnTo>
                  <a:lnTo>
                    <a:pt x="24" y="37"/>
                  </a:lnTo>
                  <a:lnTo>
                    <a:pt x="22" y="34"/>
                  </a:lnTo>
                  <a:lnTo>
                    <a:pt x="20" y="34"/>
                  </a:lnTo>
                  <a:lnTo>
                    <a:pt x="18" y="33"/>
                  </a:lnTo>
                  <a:lnTo>
                    <a:pt x="17" y="33"/>
                  </a:lnTo>
                  <a:lnTo>
                    <a:pt x="16" y="32"/>
                  </a:lnTo>
                  <a:lnTo>
                    <a:pt x="12" y="32"/>
                  </a:lnTo>
                  <a:lnTo>
                    <a:pt x="11" y="33"/>
                  </a:lnTo>
                  <a:lnTo>
                    <a:pt x="9" y="33"/>
                  </a:lnTo>
                  <a:lnTo>
                    <a:pt x="8" y="34"/>
                  </a:lnTo>
                  <a:lnTo>
                    <a:pt x="7" y="34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32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8" y="34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4" y="32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3" y="29"/>
                  </a:lnTo>
                  <a:lnTo>
                    <a:pt x="5" y="30"/>
                  </a:lnTo>
                  <a:lnTo>
                    <a:pt x="7" y="32"/>
                  </a:lnTo>
                  <a:lnTo>
                    <a:pt x="9" y="32"/>
                  </a:lnTo>
                  <a:lnTo>
                    <a:pt x="9" y="30"/>
                  </a:lnTo>
                  <a:lnTo>
                    <a:pt x="8" y="30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9" y="28"/>
                  </a:lnTo>
                  <a:lnTo>
                    <a:pt x="12" y="28"/>
                  </a:lnTo>
                  <a:lnTo>
                    <a:pt x="9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8" y="21"/>
                  </a:lnTo>
                  <a:lnTo>
                    <a:pt x="9" y="20"/>
                  </a:lnTo>
                  <a:lnTo>
                    <a:pt x="11" y="17"/>
                  </a:lnTo>
                  <a:lnTo>
                    <a:pt x="11" y="16"/>
                  </a:lnTo>
                  <a:lnTo>
                    <a:pt x="9" y="12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5" y="7"/>
                  </a:lnTo>
                  <a:lnTo>
                    <a:pt x="16" y="8"/>
                  </a:lnTo>
                  <a:lnTo>
                    <a:pt x="20" y="5"/>
                  </a:lnTo>
                  <a:lnTo>
                    <a:pt x="22" y="3"/>
                  </a:lnTo>
                  <a:lnTo>
                    <a:pt x="25" y="3"/>
                  </a:lnTo>
                  <a:lnTo>
                    <a:pt x="26" y="1"/>
                  </a:lnTo>
                  <a:lnTo>
                    <a:pt x="29" y="3"/>
                  </a:lnTo>
                  <a:lnTo>
                    <a:pt x="30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7" name="Freeform 402"/>
            <p:cNvSpPr>
              <a:spLocks/>
            </p:cNvSpPr>
            <p:nvPr/>
          </p:nvSpPr>
          <p:spPr bwMode="auto">
            <a:xfrm>
              <a:off x="5843935" y="2650112"/>
              <a:ext cx="86283" cy="71057"/>
            </a:xfrm>
            <a:custGeom>
              <a:avLst/>
              <a:gdLst>
                <a:gd name="T0" fmla="*/ 17 w 34"/>
                <a:gd name="T1" fmla="*/ 0 h 28"/>
                <a:gd name="T2" fmla="*/ 21 w 34"/>
                <a:gd name="T3" fmla="*/ 0 h 28"/>
                <a:gd name="T4" fmla="*/ 22 w 34"/>
                <a:gd name="T5" fmla="*/ 1 h 28"/>
                <a:gd name="T6" fmla="*/ 23 w 34"/>
                <a:gd name="T7" fmla="*/ 1 h 28"/>
                <a:gd name="T8" fmla="*/ 25 w 34"/>
                <a:gd name="T9" fmla="*/ 2 h 28"/>
                <a:gd name="T10" fmla="*/ 27 w 34"/>
                <a:gd name="T11" fmla="*/ 2 h 28"/>
                <a:gd name="T12" fmla="*/ 29 w 34"/>
                <a:gd name="T13" fmla="*/ 5 h 28"/>
                <a:gd name="T14" fmla="*/ 29 w 34"/>
                <a:gd name="T15" fmla="*/ 6 h 28"/>
                <a:gd name="T16" fmla="*/ 31 w 34"/>
                <a:gd name="T17" fmla="*/ 6 h 28"/>
                <a:gd name="T18" fmla="*/ 30 w 34"/>
                <a:gd name="T19" fmla="*/ 9 h 28"/>
                <a:gd name="T20" fmla="*/ 33 w 34"/>
                <a:gd name="T21" fmla="*/ 11 h 28"/>
                <a:gd name="T22" fmla="*/ 33 w 34"/>
                <a:gd name="T23" fmla="*/ 13 h 28"/>
                <a:gd name="T24" fmla="*/ 34 w 34"/>
                <a:gd name="T25" fmla="*/ 15 h 28"/>
                <a:gd name="T26" fmla="*/ 33 w 34"/>
                <a:gd name="T27" fmla="*/ 19 h 28"/>
                <a:gd name="T28" fmla="*/ 31 w 34"/>
                <a:gd name="T29" fmla="*/ 19 h 28"/>
                <a:gd name="T30" fmla="*/ 31 w 34"/>
                <a:gd name="T31" fmla="*/ 21 h 28"/>
                <a:gd name="T32" fmla="*/ 30 w 34"/>
                <a:gd name="T33" fmla="*/ 22 h 28"/>
                <a:gd name="T34" fmla="*/ 30 w 34"/>
                <a:gd name="T35" fmla="*/ 23 h 28"/>
                <a:gd name="T36" fmla="*/ 30 w 34"/>
                <a:gd name="T37" fmla="*/ 25 h 28"/>
                <a:gd name="T38" fmla="*/ 31 w 34"/>
                <a:gd name="T39" fmla="*/ 26 h 28"/>
                <a:gd name="T40" fmla="*/ 31 w 34"/>
                <a:gd name="T41" fmla="*/ 27 h 28"/>
                <a:gd name="T42" fmla="*/ 30 w 34"/>
                <a:gd name="T43" fmla="*/ 27 h 28"/>
                <a:gd name="T44" fmla="*/ 29 w 34"/>
                <a:gd name="T45" fmla="*/ 28 h 28"/>
                <a:gd name="T46" fmla="*/ 26 w 34"/>
                <a:gd name="T47" fmla="*/ 26 h 28"/>
                <a:gd name="T48" fmla="*/ 23 w 34"/>
                <a:gd name="T49" fmla="*/ 26 h 28"/>
                <a:gd name="T50" fmla="*/ 21 w 34"/>
                <a:gd name="T51" fmla="*/ 23 h 28"/>
                <a:gd name="T52" fmla="*/ 20 w 34"/>
                <a:gd name="T53" fmla="*/ 22 h 28"/>
                <a:gd name="T54" fmla="*/ 18 w 34"/>
                <a:gd name="T55" fmla="*/ 22 h 28"/>
                <a:gd name="T56" fmla="*/ 17 w 34"/>
                <a:gd name="T57" fmla="*/ 22 h 28"/>
                <a:gd name="T58" fmla="*/ 16 w 34"/>
                <a:gd name="T59" fmla="*/ 22 h 28"/>
                <a:gd name="T60" fmla="*/ 13 w 34"/>
                <a:gd name="T61" fmla="*/ 21 h 28"/>
                <a:gd name="T62" fmla="*/ 13 w 34"/>
                <a:gd name="T63" fmla="*/ 18 h 28"/>
                <a:gd name="T64" fmla="*/ 12 w 34"/>
                <a:gd name="T65" fmla="*/ 17 h 28"/>
                <a:gd name="T66" fmla="*/ 10 w 34"/>
                <a:gd name="T67" fmla="*/ 15 h 28"/>
                <a:gd name="T68" fmla="*/ 9 w 34"/>
                <a:gd name="T69" fmla="*/ 15 h 28"/>
                <a:gd name="T70" fmla="*/ 5 w 34"/>
                <a:gd name="T71" fmla="*/ 13 h 28"/>
                <a:gd name="T72" fmla="*/ 5 w 34"/>
                <a:gd name="T73" fmla="*/ 11 h 28"/>
                <a:gd name="T74" fmla="*/ 2 w 34"/>
                <a:gd name="T75" fmla="*/ 10 h 28"/>
                <a:gd name="T76" fmla="*/ 2 w 34"/>
                <a:gd name="T77" fmla="*/ 6 h 28"/>
                <a:gd name="T78" fmla="*/ 0 w 34"/>
                <a:gd name="T79" fmla="*/ 5 h 28"/>
                <a:gd name="T80" fmla="*/ 2 w 34"/>
                <a:gd name="T81" fmla="*/ 2 h 28"/>
                <a:gd name="T82" fmla="*/ 5 w 34"/>
                <a:gd name="T83" fmla="*/ 0 h 28"/>
                <a:gd name="T84" fmla="*/ 6 w 34"/>
                <a:gd name="T85" fmla="*/ 1 h 28"/>
                <a:gd name="T86" fmla="*/ 6 w 34"/>
                <a:gd name="T87" fmla="*/ 2 h 28"/>
                <a:gd name="T88" fmla="*/ 9 w 34"/>
                <a:gd name="T89" fmla="*/ 2 h 28"/>
                <a:gd name="T90" fmla="*/ 10 w 34"/>
                <a:gd name="T91" fmla="*/ 3 h 28"/>
                <a:gd name="T92" fmla="*/ 12 w 34"/>
                <a:gd name="T93" fmla="*/ 2 h 28"/>
                <a:gd name="T94" fmla="*/ 13 w 34"/>
                <a:gd name="T95" fmla="*/ 2 h 28"/>
                <a:gd name="T96" fmla="*/ 14 w 34"/>
                <a:gd name="T97" fmla="*/ 1 h 28"/>
                <a:gd name="T98" fmla="*/ 16 w 34"/>
                <a:gd name="T99" fmla="*/ 1 h 28"/>
                <a:gd name="T100" fmla="*/ 17 w 34"/>
                <a:gd name="T10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" h="28">
                  <a:moveTo>
                    <a:pt x="17" y="0"/>
                  </a:moveTo>
                  <a:lnTo>
                    <a:pt x="21" y="0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5" y="2"/>
                  </a:lnTo>
                  <a:lnTo>
                    <a:pt x="27" y="2"/>
                  </a:lnTo>
                  <a:lnTo>
                    <a:pt x="29" y="5"/>
                  </a:lnTo>
                  <a:lnTo>
                    <a:pt x="29" y="6"/>
                  </a:lnTo>
                  <a:lnTo>
                    <a:pt x="31" y="6"/>
                  </a:lnTo>
                  <a:lnTo>
                    <a:pt x="30" y="9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4" y="15"/>
                  </a:lnTo>
                  <a:lnTo>
                    <a:pt x="33" y="19"/>
                  </a:lnTo>
                  <a:lnTo>
                    <a:pt x="31" y="19"/>
                  </a:lnTo>
                  <a:lnTo>
                    <a:pt x="31" y="21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31" y="26"/>
                  </a:lnTo>
                  <a:lnTo>
                    <a:pt x="31" y="27"/>
                  </a:lnTo>
                  <a:lnTo>
                    <a:pt x="30" y="27"/>
                  </a:lnTo>
                  <a:lnTo>
                    <a:pt x="29" y="28"/>
                  </a:lnTo>
                  <a:lnTo>
                    <a:pt x="26" y="26"/>
                  </a:lnTo>
                  <a:lnTo>
                    <a:pt x="23" y="26"/>
                  </a:lnTo>
                  <a:lnTo>
                    <a:pt x="21" y="23"/>
                  </a:lnTo>
                  <a:lnTo>
                    <a:pt x="20" y="22"/>
                  </a:lnTo>
                  <a:lnTo>
                    <a:pt x="18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3" y="21"/>
                  </a:lnTo>
                  <a:lnTo>
                    <a:pt x="13" y="18"/>
                  </a:lnTo>
                  <a:lnTo>
                    <a:pt x="12" y="17"/>
                  </a:lnTo>
                  <a:lnTo>
                    <a:pt x="10" y="15"/>
                  </a:lnTo>
                  <a:lnTo>
                    <a:pt x="9" y="15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2" y="10"/>
                  </a:lnTo>
                  <a:lnTo>
                    <a:pt x="2" y="6"/>
                  </a:ln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8" name="Freeform 403"/>
            <p:cNvSpPr>
              <a:spLocks/>
            </p:cNvSpPr>
            <p:nvPr/>
          </p:nvSpPr>
          <p:spPr bwMode="auto">
            <a:xfrm>
              <a:off x="5920067" y="2698329"/>
              <a:ext cx="20302" cy="27916"/>
            </a:xfrm>
            <a:custGeom>
              <a:avLst/>
              <a:gdLst>
                <a:gd name="T0" fmla="*/ 1 w 8"/>
                <a:gd name="T1" fmla="*/ 0 h 11"/>
                <a:gd name="T2" fmla="*/ 3 w 8"/>
                <a:gd name="T3" fmla="*/ 0 h 11"/>
                <a:gd name="T4" fmla="*/ 5 w 8"/>
                <a:gd name="T5" fmla="*/ 3 h 11"/>
                <a:gd name="T6" fmla="*/ 7 w 8"/>
                <a:gd name="T7" fmla="*/ 6 h 11"/>
                <a:gd name="T8" fmla="*/ 8 w 8"/>
                <a:gd name="T9" fmla="*/ 7 h 11"/>
                <a:gd name="T10" fmla="*/ 8 w 8"/>
                <a:gd name="T11" fmla="*/ 11 h 11"/>
                <a:gd name="T12" fmla="*/ 5 w 8"/>
                <a:gd name="T13" fmla="*/ 11 h 11"/>
                <a:gd name="T14" fmla="*/ 3 w 8"/>
                <a:gd name="T15" fmla="*/ 11 h 11"/>
                <a:gd name="T16" fmla="*/ 1 w 8"/>
                <a:gd name="T17" fmla="*/ 8 h 11"/>
                <a:gd name="T18" fmla="*/ 1 w 8"/>
                <a:gd name="T19" fmla="*/ 8 h 11"/>
                <a:gd name="T20" fmla="*/ 1 w 8"/>
                <a:gd name="T21" fmla="*/ 7 h 11"/>
                <a:gd name="T22" fmla="*/ 0 w 8"/>
                <a:gd name="T23" fmla="*/ 6 h 11"/>
                <a:gd name="T24" fmla="*/ 0 w 8"/>
                <a:gd name="T25" fmla="*/ 4 h 11"/>
                <a:gd name="T26" fmla="*/ 0 w 8"/>
                <a:gd name="T27" fmla="*/ 3 h 11"/>
                <a:gd name="T28" fmla="*/ 1 w 8"/>
                <a:gd name="T29" fmla="*/ 2 h 11"/>
                <a:gd name="T30" fmla="*/ 1 w 8"/>
                <a:gd name="T3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11">
                  <a:moveTo>
                    <a:pt x="1" y="0"/>
                  </a:moveTo>
                  <a:lnTo>
                    <a:pt x="3" y="0"/>
                  </a:lnTo>
                  <a:lnTo>
                    <a:pt x="5" y="3"/>
                  </a:lnTo>
                  <a:lnTo>
                    <a:pt x="7" y="6"/>
                  </a:lnTo>
                  <a:lnTo>
                    <a:pt x="8" y="7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9" name="Freeform 405"/>
            <p:cNvSpPr>
              <a:spLocks/>
            </p:cNvSpPr>
            <p:nvPr/>
          </p:nvSpPr>
          <p:spPr bwMode="auto">
            <a:xfrm>
              <a:off x="5488651" y="2482621"/>
              <a:ext cx="121812" cy="159879"/>
            </a:xfrm>
            <a:custGeom>
              <a:avLst/>
              <a:gdLst>
                <a:gd name="T0" fmla="*/ 40 w 48"/>
                <a:gd name="T1" fmla="*/ 2 h 63"/>
                <a:gd name="T2" fmla="*/ 37 w 48"/>
                <a:gd name="T3" fmla="*/ 6 h 63"/>
                <a:gd name="T4" fmla="*/ 33 w 48"/>
                <a:gd name="T5" fmla="*/ 10 h 63"/>
                <a:gd name="T6" fmla="*/ 33 w 48"/>
                <a:gd name="T7" fmla="*/ 21 h 63"/>
                <a:gd name="T8" fmla="*/ 37 w 48"/>
                <a:gd name="T9" fmla="*/ 16 h 63"/>
                <a:gd name="T10" fmla="*/ 45 w 48"/>
                <a:gd name="T11" fmla="*/ 22 h 63"/>
                <a:gd name="T12" fmla="*/ 45 w 48"/>
                <a:gd name="T13" fmla="*/ 25 h 63"/>
                <a:gd name="T14" fmla="*/ 48 w 48"/>
                <a:gd name="T15" fmla="*/ 31 h 63"/>
                <a:gd name="T16" fmla="*/ 48 w 48"/>
                <a:gd name="T17" fmla="*/ 35 h 63"/>
                <a:gd name="T18" fmla="*/ 45 w 48"/>
                <a:gd name="T19" fmla="*/ 44 h 63"/>
                <a:gd name="T20" fmla="*/ 42 w 48"/>
                <a:gd name="T21" fmla="*/ 50 h 63"/>
                <a:gd name="T22" fmla="*/ 40 w 48"/>
                <a:gd name="T23" fmla="*/ 52 h 63"/>
                <a:gd name="T24" fmla="*/ 37 w 48"/>
                <a:gd name="T25" fmla="*/ 54 h 63"/>
                <a:gd name="T26" fmla="*/ 28 w 48"/>
                <a:gd name="T27" fmla="*/ 56 h 63"/>
                <a:gd name="T28" fmla="*/ 24 w 48"/>
                <a:gd name="T29" fmla="*/ 58 h 63"/>
                <a:gd name="T30" fmla="*/ 20 w 48"/>
                <a:gd name="T31" fmla="*/ 62 h 63"/>
                <a:gd name="T32" fmla="*/ 11 w 48"/>
                <a:gd name="T33" fmla="*/ 62 h 63"/>
                <a:gd name="T34" fmla="*/ 7 w 48"/>
                <a:gd name="T35" fmla="*/ 62 h 63"/>
                <a:gd name="T36" fmla="*/ 7 w 48"/>
                <a:gd name="T37" fmla="*/ 60 h 63"/>
                <a:gd name="T38" fmla="*/ 9 w 48"/>
                <a:gd name="T39" fmla="*/ 56 h 63"/>
                <a:gd name="T40" fmla="*/ 2 w 48"/>
                <a:gd name="T41" fmla="*/ 56 h 63"/>
                <a:gd name="T42" fmla="*/ 8 w 48"/>
                <a:gd name="T43" fmla="*/ 51 h 63"/>
                <a:gd name="T44" fmla="*/ 4 w 48"/>
                <a:gd name="T45" fmla="*/ 50 h 63"/>
                <a:gd name="T46" fmla="*/ 7 w 48"/>
                <a:gd name="T47" fmla="*/ 51 h 63"/>
                <a:gd name="T48" fmla="*/ 8 w 48"/>
                <a:gd name="T49" fmla="*/ 48 h 63"/>
                <a:gd name="T50" fmla="*/ 11 w 48"/>
                <a:gd name="T51" fmla="*/ 46 h 63"/>
                <a:gd name="T52" fmla="*/ 17 w 48"/>
                <a:gd name="T53" fmla="*/ 43 h 63"/>
                <a:gd name="T54" fmla="*/ 12 w 48"/>
                <a:gd name="T55" fmla="*/ 44 h 63"/>
                <a:gd name="T56" fmla="*/ 7 w 48"/>
                <a:gd name="T57" fmla="*/ 44 h 63"/>
                <a:gd name="T58" fmla="*/ 12 w 48"/>
                <a:gd name="T59" fmla="*/ 39 h 63"/>
                <a:gd name="T60" fmla="*/ 17 w 48"/>
                <a:gd name="T61" fmla="*/ 34 h 63"/>
                <a:gd name="T62" fmla="*/ 8 w 48"/>
                <a:gd name="T63" fmla="*/ 33 h 63"/>
                <a:gd name="T64" fmla="*/ 5 w 48"/>
                <a:gd name="T65" fmla="*/ 30 h 63"/>
                <a:gd name="T66" fmla="*/ 9 w 48"/>
                <a:gd name="T67" fmla="*/ 27 h 63"/>
                <a:gd name="T68" fmla="*/ 12 w 48"/>
                <a:gd name="T69" fmla="*/ 25 h 63"/>
                <a:gd name="T70" fmla="*/ 5 w 48"/>
                <a:gd name="T71" fmla="*/ 21 h 63"/>
                <a:gd name="T72" fmla="*/ 9 w 48"/>
                <a:gd name="T73" fmla="*/ 22 h 63"/>
                <a:gd name="T74" fmla="*/ 8 w 48"/>
                <a:gd name="T75" fmla="*/ 18 h 63"/>
                <a:gd name="T76" fmla="*/ 11 w 48"/>
                <a:gd name="T77" fmla="*/ 17 h 63"/>
                <a:gd name="T78" fmla="*/ 16 w 48"/>
                <a:gd name="T79" fmla="*/ 19 h 63"/>
                <a:gd name="T80" fmla="*/ 23 w 48"/>
                <a:gd name="T81" fmla="*/ 17 h 63"/>
                <a:gd name="T82" fmla="*/ 28 w 48"/>
                <a:gd name="T83" fmla="*/ 12 h 63"/>
                <a:gd name="T84" fmla="*/ 25 w 48"/>
                <a:gd name="T85" fmla="*/ 12 h 63"/>
                <a:gd name="T86" fmla="*/ 24 w 48"/>
                <a:gd name="T87" fmla="*/ 10 h 63"/>
                <a:gd name="T88" fmla="*/ 27 w 48"/>
                <a:gd name="T89" fmla="*/ 8 h 63"/>
                <a:gd name="T90" fmla="*/ 27 w 48"/>
                <a:gd name="T91" fmla="*/ 5 h 63"/>
                <a:gd name="T92" fmla="*/ 30 w 48"/>
                <a:gd name="T93" fmla="*/ 4 h 63"/>
                <a:gd name="T94" fmla="*/ 33 w 48"/>
                <a:gd name="T95" fmla="*/ 2 h 63"/>
                <a:gd name="T96" fmla="*/ 33 w 48"/>
                <a:gd name="T97" fmla="*/ 6 h 63"/>
                <a:gd name="T98" fmla="*/ 37 w 48"/>
                <a:gd name="T99" fmla="*/ 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8" h="63">
                  <a:moveTo>
                    <a:pt x="36" y="0"/>
                  </a:moveTo>
                  <a:lnTo>
                    <a:pt x="37" y="1"/>
                  </a:lnTo>
                  <a:lnTo>
                    <a:pt x="40" y="2"/>
                  </a:lnTo>
                  <a:lnTo>
                    <a:pt x="38" y="4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3" y="10"/>
                  </a:lnTo>
                  <a:lnTo>
                    <a:pt x="30" y="10"/>
                  </a:lnTo>
                  <a:lnTo>
                    <a:pt x="28" y="16"/>
                  </a:lnTo>
                  <a:lnTo>
                    <a:pt x="33" y="21"/>
                  </a:lnTo>
                  <a:lnTo>
                    <a:pt x="34" y="19"/>
                  </a:lnTo>
                  <a:lnTo>
                    <a:pt x="36" y="17"/>
                  </a:lnTo>
                  <a:lnTo>
                    <a:pt x="37" y="16"/>
                  </a:lnTo>
                  <a:lnTo>
                    <a:pt x="41" y="17"/>
                  </a:lnTo>
                  <a:lnTo>
                    <a:pt x="42" y="22"/>
                  </a:lnTo>
                  <a:lnTo>
                    <a:pt x="45" y="22"/>
                  </a:lnTo>
                  <a:lnTo>
                    <a:pt x="48" y="23"/>
                  </a:lnTo>
                  <a:lnTo>
                    <a:pt x="45" y="23"/>
                  </a:lnTo>
                  <a:lnTo>
                    <a:pt x="45" y="25"/>
                  </a:lnTo>
                  <a:lnTo>
                    <a:pt x="46" y="26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8" y="33"/>
                  </a:lnTo>
                  <a:lnTo>
                    <a:pt x="46" y="34"/>
                  </a:lnTo>
                  <a:lnTo>
                    <a:pt x="48" y="35"/>
                  </a:lnTo>
                  <a:lnTo>
                    <a:pt x="48" y="41"/>
                  </a:lnTo>
                  <a:lnTo>
                    <a:pt x="48" y="43"/>
                  </a:lnTo>
                  <a:lnTo>
                    <a:pt x="45" y="44"/>
                  </a:lnTo>
                  <a:lnTo>
                    <a:pt x="46" y="47"/>
                  </a:lnTo>
                  <a:lnTo>
                    <a:pt x="44" y="50"/>
                  </a:lnTo>
                  <a:lnTo>
                    <a:pt x="42" y="50"/>
                  </a:lnTo>
                  <a:lnTo>
                    <a:pt x="45" y="52"/>
                  </a:lnTo>
                  <a:lnTo>
                    <a:pt x="41" y="52"/>
                  </a:lnTo>
                  <a:lnTo>
                    <a:pt x="40" y="52"/>
                  </a:lnTo>
                  <a:lnTo>
                    <a:pt x="38" y="54"/>
                  </a:lnTo>
                  <a:lnTo>
                    <a:pt x="37" y="52"/>
                  </a:lnTo>
                  <a:lnTo>
                    <a:pt x="37" y="54"/>
                  </a:lnTo>
                  <a:lnTo>
                    <a:pt x="30" y="54"/>
                  </a:lnTo>
                  <a:lnTo>
                    <a:pt x="30" y="56"/>
                  </a:lnTo>
                  <a:lnTo>
                    <a:pt x="28" y="56"/>
                  </a:lnTo>
                  <a:lnTo>
                    <a:pt x="27" y="59"/>
                  </a:lnTo>
                  <a:lnTo>
                    <a:pt x="24" y="59"/>
                  </a:lnTo>
                  <a:lnTo>
                    <a:pt x="24" y="58"/>
                  </a:lnTo>
                  <a:lnTo>
                    <a:pt x="23" y="58"/>
                  </a:lnTo>
                  <a:lnTo>
                    <a:pt x="23" y="59"/>
                  </a:lnTo>
                  <a:lnTo>
                    <a:pt x="20" y="62"/>
                  </a:lnTo>
                  <a:lnTo>
                    <a:pt x="16" y="63"/>
                  </a:lnTo>
                  <a:lnTo>
                    <a:pt x="12" y="63"/>
                  </a:lnTo>
                  <a:lnTo>
                    <a:pt x="11" y="62"/>
                  </a:lnTo>
                  <a:lnTo>
                    <a:pt x="8" y="63"/>
                  </a:lnTo>
                  <a:lnTo>
                    <a:pt x="8" y="62"/>
                  </a:lnTo>
                  <a:lnTo>
                    <a:pt x="7" y="62"/>
                  </a:lnTo>
                  <a:lnTo>
                    <a:pt x="9" y="60"/>
                  </a:lnTo>
                  <a:lnTo>
                    <a:pt x="11" y="59"/>
                  </a:lnTo>
                  <a:lnTo>
                    <a:pt x="7" y="60"/>
                  </a:lnTo>
                  <a:lnTo>
                    <a:pt x="3" y="60"/>
                  </a:lnTo>
                  <a:lnTo>
                    <a:pt x="5" y="59"/>
                  </a:lnTo>
                  <a:lnTo>
                    <a:pt x="9" y="56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2" y="56"/>
                  </a:lnTo>
                  <a:lnTo>
                    <a:pt x="3" y="54"/>
                  </a:lnTo>
                  <a:lnTo>
                    <a:pt x="5" y="54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51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7" y="51"/>
                  </a:lnTo>
                  <a:lnTo>
                    <a:pt x="8" y="50"/>
                  </a:lnTo>
                  <a:lnTo>
                    <a:pt x="7" y="50"/>
                  </a:lnTo>
                  <a:lnTo>
                    <a:pt x="8" y="48"/>
                  </a:lnTo>
                  <a:lnTo>
                    <a:pt x="7" y="47"/>
                  </a:lnTo>
                  <a:lnTo>
                    <a:pt x="9" y="47"/>
                  </a:lnTo>
                  <a:lnTo>
                    <a:pt x="11" y="46"/>
                  </a:lnTo>
                  <a:lnTo>
                    <a:pt x="15" y="44"/>
                  </a:lnTo>
                  <a:lnTo>
                    <a:pt x="20" y="43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5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11" y="42"/>
                  </a:lnTo>
                  <a:lnTo>
                    <a:pt x="13" y="39"/>
                  </a:lnTo>
                  <a:lnTo>
                    <a:pt x="12" y="39"/>
                  </a:lnTo>
                  <a:lnTo>
                    <a:pt x="15" y="35"/>
                  </a:lnTo>
                  <a:lnTo>
                    <a:pt x="16" y="37"/>
                  </a:lnTo>
                  <a:lnTo>
                    <a:pt x="17" y="34"/>
                  </a:lnTo>
                  <a:lnTo>
                    <a:pt x="12" y="34"/>
                  </a:lnTo>
                  <a:lnTo>
                    <a:pt x="11" y="31"/>
                  </a:lnTo>
                  <a:lnTo>
                    <a:pt x="8" y="33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7"/>
                  </a:lnTo>
                  <a:lnTo>
                    <a:pt x="9" y="27"/>
                  </a:lnTo>
                  <a:lnTo>
                    <a:pt x="8" y="27"/>
                  </a:lnTo>
                  <a:lnTo>
                    <a:pt x="9" y="26"/>
                  </a:lnTo>
                  <a:lnTo>
                    <a:pt x="12" y="25"/>
                  </a:lnTo>
                  <a:lnTo>
                    <a:pt x="11" y="23"/>
                  </a:lnTo>
                  <a:lnTo>
                    <a:pt x="9" y="23"/>
                  </a:lnTo>
                  <a:lnTo>
                    <a:pt x="5" y="21"/>
                  </a:lnTo>
                  <a:lnTo>
                    <a:pt x="8" y="21"/>
                  </a:lnTo>
                  <a:lnTo>
                    <a:pt x="8" y="22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11" y="17"/>
                  </a:lnTo>
                  <a:lnTo>
                    <a:pt x="11" y="16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9" y="17"/>
                  </a:lnTo>
                  <a:lnTo>
                    <a:pt x="20" y="18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8" y="12"/>
                  </a:lnTo>
                  <a:lnTo>
                    <a:pt x="27" y="12"/>
                  </a:lnTo>
                  <a:lnTo>
                    <a:pt x="24" y="13"/>
                  </a:lnTo>
                  <a:lnTo>
                    <a:pt x="25" y="12"/>
                  </a:lnTo>
                  <a:lnTo>
                    <a:pt x="23" y="12"/>
                  </a:lnTo>
                  <a:lnTo>
                    <a:pt x="21" y="10"/>
                  </a:lnTo>
                  <a:lnTo>
                    <a:pt x="24" y="10"/>
                  </a:lnTo>
                  <a:lnTo>
                    <a:pt x="24" y="9"/>
                  </a:lnTo>
                  <a:lnTo>
                    <a:pt x="25" y="9"/>
                  </a:lnTo>
                  <a:lnTo>
                    <a:pt x="27" y="8"/>
                  </a:lnTo>
                  <a:lnTo>
                    <a:pt x="24" y="8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9" y="2"/>
                  </a:lnTo>
                  <a:lnTo>
                    <a:pt x="30" y="4"/>
                  </a:lnTo>
                  <a:lnTo>
                    <a:pt x="32" y="4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4" y="4"/>
                  </a:lnTo>
                  <a:lnTo>
                    <a:pt x="33" y="5"/>
                  </a:lnTo>
                  <a:lnTo>
                    <a:pt x="33" y="6"/>
                  </a:lnTo>
                  <a:lnTo>
                    <a:pt x="34" y="5"/>
                  </a:lnTo>
                  <a:lnTo>
                    <a:pt x="34" y="1"/>
                  </a:lnTo>
                  <a:lnTo>
                    <a:pt x="37" y="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0" name="Freeform 407"/>
            <p:cNvSpPr>
              <a:spLocks noEditPoints="1"/>
            </p:cNvSpPr>
            <p:nvPr/>
          </p:nvSpPr>
          <p:spPr bwMode="auto">
            <a:xfrm>
              <a:off x="5559707" y="2238998"/>
              <a:ext cx="261388" cy="474559"/>
            </a:xfrm>
            <a:custGeom>
              <a:avLst/>
              <a:gdLst>
                <a:gd name="T0" fmla="*/ 95 w 103"/>
                <a:gd name="T1" fmla="*/ 160 h 187"/>
                <a:gd name="T2" fmla="*/ 38 w 103"/>
                <a:gd name="T3" fmla="*/ 129 h 187"/>
                <a:gd name="T4" fmla="*/ 21 w 103"/>
                <a:gd name="T5" fmla="*/ 102 h 187"/>
                <a:gd name="T6" fmla="*/ 22 w 103"/>
                <a:gd name="T7" fmla="*/ 115 h 187"/>
                <a:gd name="T8" fmla="*/ 6 w 103"/>
                <a:gd name="T9" fmla="*/ 115 h 187"/>
                <a:gd name="T10" fmla="*/ 16 w 103"/>
                <a:gd name="T11" fmla="*/ 98 h 187"/>
                <a:gd name="T12" fmla="*/ 30 w 103"/>
                <a:gd name="T13" fmla="*/ 88 h 187"/>
                <a:gd name="T14" fmla="*/ 20 w 103"/>
                <a:gd name="T15" fmla="*/ 84 h 187"/>
                <a:gd name="T16" fmla="*/ 22 w 103"/>
                <a:gd name="T17" fmla="*/ 77 h 187"/>
                <a:gd name="T18" fmla="*/ 17 w 103"/>
                <a:gd name="T19" fmla="*/ 75 h 187"/>
                <a:gd name="T20" fmla="*/ 18 w 103"/>
                <a:gd name="T21" fmla="*/ 69 h 187"/>
                <a:gd name="T22" fmla="*/ 10 w 103"/>
                <a:gd name="T23" fmla="*/ 68 h 187"/>
                <a:gd name="T24" fmla="*/ 12 w 103"/>
                <a:gd name="T25" fmla="*/ 59 h 187"/>
                <a:gd name="T26" fmla="*/ 24 w 103"/>
                <a:gd name="T27" fmla="*/ 67 h 187"/>
                <a:gd name="T28" fmla="*/ 16 w 103"/>
                <a:gd name="T29" fmla="*/ 62 h 187"/>
                <a:gd name="T30" fmla="*/ 14 w 103"/>
                <a:gd name="T31" fmla="*/ 55 h 187"/>
                <a:gd name="T32" fmla="*/ 12 w 103"/>
                <a:gd name="T33" fmla="*/ 51 h 187"/>
                <a:gd name="T34" fmla="*/ 46 w 103"/>
                <a:gd name="T35" fmla="*/ 51 h 187"/>
                <a:gd name="T36" fmla="*/ 43 w 103"/>
                <a:gd name="T37" fmla="*/ 60 h 187"/>
                <a:gd name="T38" fmla="*/ 62 w 103"/>
                <a:gd name="T39" fmla="*/ 63 h 187"/>
                <a:gd name="T40" fmla="*/ 50 w 103"/>
                <a:gd name="T41" fmla="*/ 79 h 187"/>
                <a:gd name="T42" fmla="*/ 45 w 103"/>
                <a:gd name="T43" fmla="*/ 85 h 187"/>
                <a:gd name="T44" fmla="*/ 63 w 103"/>
                <a:gd name="T45" fmla="*/ 93 h 187"/>
                <a:gd name="T46" fmla="*/ 79 w 103"/>
                <a:gd name="T47" fmla="*/ 115 h 187"/>
                <a:gd name="T48" fmla="*/ 78 w 103"/>
                <a:gd name="T49" fmla="*/ 123 h 187"/>
                <a:gd name="T50" fmla="*/ 87 w 103"/>
                <a:gd name="T51" fmla="*/ 134 h 187"/>
                <a:gd name="T52" fmla="*/ 101 w 103"/>
                <a:gd name="T53" fmla="*/ 146 h 187"/>
                <a:gd name="T54" fmla="*/ 96 w 103"/>
                <a:gd name="T55" fmla="*/ 155 h 187"/>
                <a:gd name="T56" fmla="*/ 92 w 103"/>
                <a:gd name="T57" fmla="*/ 160 h 187"/>
                <a:gd name="T58" fmla="*/ 99 w 103"/>
                <a:gd name="T59" fmla="*/ 165 h 187"/>
                <a:gd name="T60" fmla="*/ 79 w 103"/>
                <a:gd name="T61" fmla="*/ 172 h 187"/>
                <a:gd name="T62" fmla="*/ 62 w 103"/>
                <a:gd name="T63" fmla="*/ 176 h 187"/>
                <a:gd name="T64" fmla="*/ 46 w 103"/>
                <a:gd name="T65" fmla="*/ 181 h 187"/>
                <a:gd name="T66" fmla="*/ 33 w 103"/>
                <a:gd name="T67" fmla="*/ 183 h 187"/>
                <a:gd name="T68" fmla="*/ 25 w 103"/>
                <a:gd name="T69" fmla="*/ 183 h 187"/>
                <a:gd name="T70" fmla="*/ 39 w 103"/>
                <a:gd name="T71" fmla="*/ 168 h 187"/>
                <a:gd name="T72" fmla="*/ 55 w 103"/>
                <a:gd name="T73" fmla="*/ 160 h 187"/>
                <a:gd name="T74" fmla="*/ 41 w 103"/>
                <a:gd name="T75" fmla="*/ 159 h 187"/>
                <a:gd name="T76" fmla="*/ 27 w 103"/>
                <a:gd name="T77" fmla="*/ 155 h 187"/>
                <a:gd name="T78" fmla="*/ 39 w 103"/>
                <a:gd name="T79" fmla="*/ 139 h 187"/>
                <a:gd name="T80" fmla="*/ 49 w 103"/>
                <a:gd name="T81" fmla="*/ 131 h 187"/>
                <a:gd name="T82" fmla="*/ 50 w 103"/>
                <a:gd name="T83" fmla="*/ 127 h 187"/>
                <a:gd name="T84" fmla="*/ 47 w 103"/>
                <a:gd name="T85" fmla="*/ 105 h 187"/>
                <a:gd name="T86" fmla="*/ 33 w 103"/>
                <a:gd name="T87" fmla="*/ 105 h 187"/>
                <a:gd name="T88" fmla="*/ 33 w 103"/>
                <a:gd name="T89" fmla="*/ 90 h 187"/>
                <a:gd name="T90" fmla="*/ 27 w 103"/>
                <a:gd name="T91" fmla="*/ 88 h 187"/>
                <a:gd name="T92" fmla="*/ 24 w 103"/>
                <a:gd name="T93" fmla="*/ 97 h 187"/>
                <a:gd name="T94" fmla="*/ 27 w 103"/>
                <a:gd name="T95" fmla="*/ 79 h 187"/>
                <a:gd name="T96" fmla="*/ 22 w 103"/>
                <a:gd name="T97" fmla="*/ 75 h 187"/>
                <a:gd name="T98" fmla="*/ 24 w 103"/>
                <a:gd name="T99" fmla="*/ 69 h 187"/>
                <a:gd name="T100" fmla="*/ 25 w 103"/>
                <a:gd name="T101" fmla="*/ 64 h 187"/>
                <a:gd name="T102" fmla="*/ 25 w 103"/>
                <a:gd name="T103" fmla="*/ 55 h 187"/>
                <a:gd name="T104" fmla="*/ 29 w 103"/>
                <a:gd name="T105" fmla="*/ 51 h 187"/>
                <a:gd name="T106" fmla="*/ 37 w 103"/>
                <a:gd name="T107" fmla="*/ 44 h 187"/>
                <a:gd name="T108" fmla="*/ 47 w 103"/>
                <a:gd name="T109" fmla="*/ 39 h 187"/>
                <a:gd name="T110" fmla="*/ 47 w 103"/>
                <a:gd name="T111" fmla="*/ 37 h 187"/>
                <a:gd name="T112" fmla="*/ 68 w 103"/>
                <a:gd name="T113" fmla="*/ 15 h 187"/>
                <a:gd name="T114" fmla="*/ 66 w 103"/>
                <a:gd name="T115" fmla="*/ 10 h 187"/>
                <a:gd name="T116" fmla="*/ 68 w 103"/>
                <a:gd name="T117" fmla="*/ 5 h 187"/>
                <a:gd name="T118" fmla="*/ 74 w 103"/>
                <a:gd name="T1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3" h="187">
                  <a:moveTo>
                    <a:pt x="71" y="173"/>
                  </a:moveTo>
                  <a:lnTo>
                    <a:pt x="72" y="173"/>
                  </a:lnTo>
                  <a:lnTo>
                    <a:pt x="74" y="173"/>
                  </a:lnTo>
                  <a:lnTo>
                    <a:pt x="74" y="175"/>
                  </a:lnTo>
                  <a:lnTo>
                    <a:pt x="74" y="176"/>
                  </a:lnTo>
                  <a:lnTo>
                    <a:pt x="71" y="176"/>
                  </a:lnTo>
                  <a:lnTo>
                    <a:pt x="70" y="175"/>
                  </a:lnTo>
                  <a:lnTo>
                    <a:pt x="68" y="175"/>
                  </a:lnTo>
                  <a:lnTo>
                    <a:pt x="71" y="173"/>
                  </a:lnTo>
                  <a:close/>
                  <a:moveTo>
                    <a:pt x="93" y="160"/>
                  </a:moveTo>
                  <a:lnTo>
                    <a:pt x="95" y="160"/>
                  </a:lnTo>
                  <a:lnTo>
                    <a:pt x="95" y="162"/>
                  </a:lnTo>
                  <a:lnTo>
                    <a:pt x="93" y="162"/>
                  </a:lnTo>
                  <a:lnTo>
                    <a:pt x="92" y="162"/>
                  </a:lnTo>
                  <a:lnTo>
                    <a:pt x="93" y="160"/>
                  </a:lnTo>
                  <a:close/>
                  <a:moveTo>
                    <a:pt x="38" y="129"/>
                  </a:moveTo>
                  <a:lnTo>
                    <a:pt x="39" y="131"/>
                  </a:lnTo>
                  <a:lnTo>
                    <a:pt x="41" y="131"/>
                  </a:lnTo>
                  <a:lnTo>
                    <a:pt x="38" y="133"/>
                  </a:lnTo>
                  <a:lnTo>
                    <a:pt x="35" y="131"/>
                  </a:lnTo>
                  <a:lnTo>
                    <a:pt x="35" y="130"/>
                  </a:lnTo>
                  <a:lnTo>
                    <a:pt x="38" y="129"/>
                  </a:lnTo>
                  <a:close/>
                  <a:moveTo>
                    <a:pt x="38" y="113"/>
                  </a:moveTo>
                  <a:lnTo>
                    <a:pt x="37" y="114"/>
                  </a:lnTo>
                  <a:lnTo>
                    <a:pt x="38" y="115"/>
                  </a:lnTo>
                  <a:lnTo>
                    <a:pt x="35" y="118"/>
                  </a:lnTo>
                  <a:lnTo>
                    <a:pt x="33" y="119"/>
                  </a:lnTo>
                  <a:lnTo>
                    <a:pt x="34" y="115"/>
                  </a:lnTo>
                  <a:lnTo>
                    <a:pt x="38" y="113"/>
                  </a:lnTo>
                  <a:close/>
                  <a:moveTo>
                    <a:pt x="16" y="98"/>
                  </a:moveTo>
                  <a:lnTo>
                    <a:pt x="18" y="100"/>
                  </a:lnTo>
                  <a:lnTo>
                    <a:pt x="21" y="100"/>
                  </a:lnTo>
                  <a:lnTo>
                    <a:pt x="21" y="102"/>
                  </a:lnTo>
                  <a:lnTo>
                    <a:pt x="25" y="108"/>
                  </a:lnTo>
                  <a:lnTo>
                    <a:pt x="22" y="109"/>
                  </a:lnTo>
                  <a:lnTo>
                    <a:pt x="26" y="109"/>
                  </a:lnTo>
                  <a:lnTo>
                    <a:pt x="26" y="114"/>
                  </a:lnTo>
                  <a:lnTo>
                    <a:pt x="25" y="110"/>
                  </a:lnTo>
                  <a:lnTo>
                    <a:pt x="24" y="110"/>
                  </a:lnTo>
                  <a:lnTo>
                    <a:pt x="25" y="112"/>
                  </a:lnTo>
                  <a:lnTo>
                    <a:pt x="24" y="113"/>
                  </a:lnTo>
                  <a:lnTo>
                    <a:pt x="25" y="114"/>
                  </a:lnTo>
                  <a:lnTo>
                    <a:pt x="25" y="115"/>
                  </a:lnTo>
                  <a:lnTo>
                    <a:pt x="22" y="115"/>
                  </a:lnTo>
                  <a:lnTo>
                    <a:pt x="22" y="117"/>
                  </a:lnTo>
                  <a:lnTo>
                    <a:pt x="21" y="118"/>
                  </a:lnTo>
                  <a:lnTo>
                    <a:pt x="20" y="118"/>
                  </a:lnTo>
                  <a:lnTo>
                    <a:pt x="20" y="119"/>
                  </a:lnTo>
                  <a:lnTo>
                    <a:pt x="20" y="119"/>
                  </a:lnTo>
                  <a:lnTo>
                    <a:pt x="17" y="118"/>
                  </a:lnTo>
                  <a:lnTo>
                    <a:pt x="14" y="118"/>
                  </a:lnTo>
                  <a:lnTo>
                    <a:pt x="13" y="113"/>
                  </a:lnTo>
                  <a:lnTo>
                    <a:pt x="9" y="112"/>
                  </a:lnTo>
                  <a:lnTo>
                    <a:pt x="8" y="113"/>
                  </a:lnTo>
                  <a:lnTo>
                    <a:pt x="6" y="115"/>
                  </a:lnTo>
                  <a:lnTo>
                    <a:pt x="5" y="117"/>
                  </a:lnTo>
                  <a:lnTo>
                    <a:pt x="0" y="112"/>
                  </a:lnTo>
                  <a:lnTo>
                    <a:pt x="2" y="106"/>
                  </a:lnTo>
                  <a:lnTo>
                    <a:pt x="5" y="106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9" y="102"/>
                  </a:lnTo>
                  <a:lnTo>
                    <a:pt x="10" y="101"/>
                  </a:lnTo>
                  <a:lnTo>
                    <a:pt x="12" y="101"/>
                  </a:lnTo>
                  <a:lnTo>
                    <a:pt x="13" y="101"/>
                  </a:lnTo>
                  <a:lnTo>
                    <a:pt x="16" y="98"/>
                  </a:lnTo>
                  <a:close/>
                  <a:moveTo>
                    <a:pt x="29" y="92"/>
                  </a:moveTo>
                  <a:lnTo>
                    <a:pt x="30" y="94"/>
                  </a:lnTo>
                  <a:lnTo>
                    <a:pt x="30" y="97"/>
                  </a:lnTo>
                  <a:lnTo>
                    <a:pt x="27" y="96"/>
                  </a:lnTo>
                  <a:lnTo>
                    <a:pt x="27" y="93"/>
                  </a:lnTo>
                  <a:lnTo>
                    <a:pt x="29" y="92"/>
                  </a:lnTo>
                  <a:close/>
                  <a:moveTo>
                    <a:pt x="30" y="88"/>
                  </a:moveTo>
                  <a:lnTo>
                    <a:pt x="31" y="89"/>
                  </a:lnTo>
                  <a:lnTo>
                    <a:pt x="31" y="92"/>
                  </a:lnTo>
                  <a:lnTo>
                    <a:pt x="30" y="90"/>
                  </a:lnTo>
                  <a:lnTo>
                    <a:pt x="30" y="88"/>
                  </a:lnTo>
                  <a:close/>
                  <a:moveTo>
                    <a:pt x="20" y="88"/>
                  </a:moveTo>
                  <a:lnTo>
                    <a:pt x="21" y="92"/>
                  </a:lnTo>
                  <a:lnTo>
                    <a:pt x="18" y="93"/>
                  </a:lnTo>
                  <a:lnTo>
                    <a:pt x="18" y="90"/>
                  </a:lnTo>
                  <a:lnTo>
                    <a:pt x="17" y="92"/>
                  </a:lnTo>
                  <a:lnTo>
                    <a:pt x="17" y="89"/>
                  </a:lnTo>
                  <a:lnTo>
                    <a:pt x="20" y="88"/>
                  </a:lnTo>
                  <a:close/>
                  <a:moveTo>
                    <a:pt x="20" y="84"/>
                  </a:moveTo>
                  <a:lnTo>
                    <a:pt x="20" y="85"/>
                  </a:lnTo>
                  <a:lnTo>
                    <a:pt x="18" y="87"/>
                  </a:lnTo>
                  <a:lnTo>
                    <a:pt x="20" y="84"/>
                  </a:lnTo>
                  <a:close/>
                  <a:moveTo>
                    <a:pt x="25" y="84"/>
                  </a:moveTo>
                  <a:lnTo>
                    <a:pt x="24" y="88"/>
                  </a:lnTo>
                  <a:lnTo>
                    <a:pt x="21" y="90"/>
                  </a:lnTo>
                  <a:lnTo>
                    <a:pt x="21" y="88"/>
                  </a:lnTo>
                  <a:lnTo>
                    <a:pt x="25" y="84"/>
                  </a:lnTo>
                  <a:close/>
                  <a:moveTo>
                    <a:pt x="13" y="77"/>
                  </a:moveTo>
                  <a:lnTo>
                    <a:pt x="14" y="77"/>
                  </a:lnTo>
                  <a:lnTo>
                    <a:pt x="12" y="79"/>
                  </a:lnTo>
                  <a:lnTo>
                    <a:pt x="13" y="77"/>
                  </a:lnTo>
                  <a:close/>
                  <a:moveTo>
                    <a:pt x="21" y="76"/>
                  </a:moveTo>
                  <a:lnTo>
                    <a:pt x="22" y="77"/>
                  </a:lnTo>
                  <a:lnTo>
                    <a:pt x="24" y="79"/>
                  </a:lnTo>
                  <a:lnTo>
                    <a:pt x="25" y="80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18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1" y="79"/>
                  </a:lnTo>
                  <a:lnTo>
                    <a:pt x="18" y="77"/>
                  </a:lnTo>
                  <a:lnTo>
                    <a:pt x="21" y="76"/>
                  </a:lnTo>
                  <a:close/>
                  <a:moveTo>
                    <a:pt x="17" y="75"/>
                  </a:moveTo>
                  <a:lnTo>
                    <a:pt x="17" y="76"/>
                  </a:lnTo>
                  <a:lnTo>
                    <a:pt x="16" y="77"/>
                  </a:lnTo>
                  <a:lnTo>
                    <a:pt x="17" y="75"/>
                  </a:lnTo>
                  <a:close/>
                  <a:moveTo>
                    <a:pt x="21" y="71"/>
                  </a:moveTo>
                  <a:lnTo>
                    <a:pt x="20" y="72"/>
                  </a:lnTo>
                  <a:lnTo>
                    <a:pt x="20" y="71"/>
                  </a:lnTo>
                  <a:lnTo>
                    <a:pt x="21" y="71"/>
                  </a:lnTo>
                  <a:close/>
                  <a:moveTo>
                    <a:pt x="18" y="69"/>
                  </a:moveTo>
                  <a:lnTo>
                    <a:pt x="20" y="71"/>
                  </a:lnTo>
                  <a:lnTo>
                    <a:pt x="18" y="71"/>
                  </a:lnTo>
                  <a:lnTo>
                    <a:pt x="18" y="69"/>
                  </a:lnTo>
                  <a:lnTo>
                    <a:pt x="18" y="69"/>
                  </a:lnTo>
                  <a:close/>
                  <a:moveTo>
                    <a:pt x="8" y="68"/>
                  </a:moveTo>
                  <a:lnTo>
                    <a:pt x="9" y="69"/>
                  </a:lnTo>
                  <a:lnTo>
                    <a:pt x="8" y="71"/>
                  </a:lnTo>
                  <a:lnTo>
                    <a:pt x="8" y="69"/>
                  </a:lnTo>
                  <a:lnTo>
                    <a:pt x="8" y="68"/>
                  </a:lnTo>
                  <a:close/>
                  <a:moveTo>
                    <a:pt x="9" y="63"/>
                  </a:moveTo>
                  <a:lnTo>
                    <a:pt x="10" y="63"/>
                  </a:lnTo>
                  <a:lnTo>
                    <a:pt x="10" y="64"/>
                  </a:lnTo>
                  <a:lnTo>
                    <a:pt x="10" y="65"/>
                  </a:lnTo>
                  <a:lnTo>
                    <a:pt x="10" y="68"/>
                  </a:lnTo>
                  <a:lnTo>
                    <a:pt x="9" y="68"/>
                  </a:lnTo>
                  <a:lnTo>
                    <a:pt x="8" y="65"/>
                  </a:lnTo>
                  <a:lnTo>
                    <a:pt x="9" y="64"/>
                  </a:lnTo>
                  <a:lnTo>
                    <a:pt x="9" y="63"/>
                  </a:lnTo>
                  <a:close/>
                  <a:moveTo>
                    <a:pt x="10" y="62"/>
                  </a:moveTo>
                  <a:lnTo>
                    <a:pt x="10" y="63"/>
                  </a:lnTo>
                  <a:lnTo>
                    <a:pt x="9" y="63"/>
                  </a:lnTo>
                  <a:lnTo>
                    <a:pt x="9" y="62"/>
                  </a:lnTo>
                  <a:lnTo>
                    <a:pt x="10" y="62"/>
                  </a:lnTo>
                  <a:close/>
                  <a:moveTo>
                    <a:pt x="9" y="59"/>
                  </a:moveTo>
                  <a:lnTo>
                    <a:pt x="12" y="59"/>
                  </a:lnTo>
                  <a:lnTo>
                    <a:pt x="12" y="60"/>
                  </a:lnTo>
                  <a:lnTo>
                    <a:pt x="9" y="60"/>
                  </a:lnTo>
                  <a:lnTo>
                    <a:pt x="8" y="59"/>
                  </a:lnTo>
                  <a:lnTo>
                    <a:pt x="9" y="59"/>
                  </a:lnTo>
                  <a:close/>
                  <a:moveTo>
                    <a:pt x="20" y="59"/>
                  </a:moveTo>
                  <a:lnTo>
                    <a:pt x="21" y="60"/>
                  </a:lnTo>
                  <a:lnTo>
                    <a:pt x="21" y="64"/>
                  </a:lnTo>
                  <a:lnTo>
                    <a:pt x="22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4" y="67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2" y="67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7" y="63"/>
                  </a:lnTo>
                  <a:lnTo>
                    <a:pt x="17" y="64"/>
                  </a:lnTo>
                  <a:lnTo>
                    <a:pt x="14" y="63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8" y="62"/>
                  </a:lnTo>
                  <a:lnTo>
                    <a:pt x="18" y="59"/>
                  </a:lnTo>
                  <a:lnTo>
                    <a:pt x="20" y="59"/>
                  </a:lnTo>
                  <a:close/>
                  <a:moveTo>
                    <a:pt x="14" y="55"/>
                  </a:moveTo>
                  <a:lnTo>
                    <a:pt x="16" y="55"/>
                  </a:lnTo>
                  <a:lnTo>
                    <a:pt x="13" y="58"/>
                  </a:lnTo>
                  <a:lnTo>
                    <a:pt x="12" y="56"/>
                  </a:lnTo>
                  <a:lnTo>
                    <a:pt x="13" y="56"/>
                  </a:lnTo>
                  <a:lnTo>
                    <a:pt x="13" y="55"/>
                  </a:lnTo>
                  <a:lnTo>
                    <a:pt x="14" y="55"/>
                  </a:lnTo>
                  <a:close/>
                  <a:moveTo>
                    <a:pt x="21" y="44"/>
                  </a:moveTo>
                  <a:lnTo>
                    <a:pt x="21" y="48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8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3" y="52"/>
                  </a:lnTo>
                  <a:lnTo>
                    <a:pt x="12" y="51"/>
                  </a:lnTo>
                  <a:lnTo>
                    <a:pt x="13" y="50"/>
                  </a:lnTo>
                  <a:lnTo>
                    <a:pt x="16" y="51"/>
                  </a:lnTo>
                  <a:lnTo>
                    <a:pt x="16" y="48"/>
                  </a:lnTo>
                  <a:lnTo>
                    <a:pt x="21" y="44"/>
                  </a:lnTo>
                  <a:close/>
                  <a:moveTo>
                    <a:pt x="50" y="43"/>
                  </a:moveTo>
                  <a:lnTo>
                    <a:pt x="50" y="43"/>
                  </a:lnTo>
                  <a:lnTo>
                    <a:pt x="49" y="46"/>
                  </a:lnTo>
                  <a:lnTo>
                    <a:pt x="50" y="46"/>
                  </a:lnTo>
                  <a:lnTo>
                    <a:pt x="49" y="48"/>
                  </a:lnTo>
                  <a:lnTo>
                    <a:pt x="47" y="48"/>
                  </a:lnTo>
                  <a:lnTo>
                    <a:pt x="46" y="51"/>
                  </a:lnTo>
                  <a:lnTo>
                    <a:pt x="41" y="55"/>
                  </a:lnTo>
                  <a:lnTo>
                    <a:pt x="41" y="56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42" y="56"/>
                  </a:lnTo>
                  <a:lnTo>
                    <a:pt x="41" y="59"/>
                  </a:lnTo>
                  <a:lnTo>
                    <a:pt x="39" y="62"/>
                  </a:lnTo>
                  <a:lnTo>
                    <a:pt x="39" y="62"/>
                  </a:lnTo>
                  <a:lnTo>
                    <a:pt x="41" y="60"/>
                  </a:lnTo>
                  <a:lnTo>
                    <a:pt x="42" y="60"/>
                  </a:lnTo>
                  <a:lnTo>
                    <a:pt x="43" y="60"/>
                  </a:lnTo>
                  <a:lnTo>
                    <a:pt x="45" y="59"/>
                  </a:lnTo>
                  <a:lnTo>
                    <a:pt x="46" y="59"/>
                  </a:lnTo>
                  <a:lnTo>
                    <a:pt x="47" y="59"/>
                  </a:lnTo>
                  <a:lnTo>
                    <a:pt x="49" y="59"/>
                  </a:lnTo>
                  <a:lnTo>
                    <a:pt x="50" y="59"/>
                  </a:lnTo>
                  <a:lnTo>
                    <a:pt x="51" y="59"/>
                  </a:lnTo>
                  <a:lnTo>
                    <a:pt x="54" y="59"/>
                  </a:lnTo>
                  <a:lnTo>
                    <a:pt x="58" y="59"/>
                  </a:lnTo>
                  <a:lnTo>
                    <a:pt x="59" y="59"/>
                  </a:lnTo>
                  <a:lnTo>
                    <a:pt x="62" y="60"/>
                  </a:lnTo>
                  <a:lnTo>
                    <a:pt x="62" y="63"/>
                  </a:lnTo>
                  <a:lnTo>
                    <a:pt x="60" y="64"/>
                  </a:lnTo>
                  <a:lnTo>
                    <a:pt x="59" y="67"/>
                  </a:lnTo>
                  <a:lnTo>
                    <a:pt x="59" y="68"/>
                  </a:lnTo>
                  <a:lnTo>
                    <a:pt x="58" y="69"/>
                  </a:lnTo>
                  <a:lnTo>
                    <a:pt x="58" y="71"/>
                  </a:lnTo>
                  <a:lnTo>
                    <a:pt x="58" y="72"/>
                  </a:lnTo>
                  <a:lnTo>
                    <a:pt x="55" y="75"/>
                  </a:lnTo>
                  <a:lnTo>
                    <a:pt x="55" y="76"/>
                  </a:lnTo>
                  <a:lnTo>
                    <a:pt x="54" y="77"/>
                  </a:lnTo>
                  <a:lnTo>
                    <a:pt x="53" y="79"/>
                  </a:lnTo>
                  <a:lnTo>
                    <a:pt x="50" y="79"/>
                  </a:lnTo>
                  <a:lnTo>
                    <a:pt x="49" y="80"/>
                  </a:lnTo>
                  <a:lnTo>
                    <a:pt x="49" y="81"/>
                  </a:lnTo>
                  <a:lnTo>
                    <a:pt x="51" y="79"/>
                  </a:lnTo>
                  <a:lnTo>
                    <a:pt x="53" y="80"/>
                  </a:lnTo>
                  <a:lnTo>
                    <a:pt x="53" y="81"/>
                  </a:lnTo>
                  <a:lnTo>
                    <a:pt x="54" y="83"/>
                  </a:lnTo>
                  <a:lnTo>
                    <a:pt x="53" y="84"/>
                  </a:lnTo>
                  <a:lnTo>
                    <a:pt x="50" y="84"/>
                  </a:lnTo>
                  <a:lnTo>
                    <a:pt x="50" y="85"/>
                  </a:lnTo>
                  <a:lnTo>
                    <a:pt x="47" y="87"/>
                  </a:lnTo>
                  <a:lnTo>
                    <a:pt x="45" y="85"/>
                  </a:lnTo>
                  <a:lnTo>
                    <a:pt x="43" y="85"/>
                  </a:lnTo>
                  <a:lnTo>
                    <a:pt x="43" y="87"/>
                  </a:lnTo>
                  <a:lnTo>
                    <a:pt x="46" y="87"/>
                  </a:lnTo>
                  <a:lnTo>
                    <a:pt x="47" y="87"/>
                  </a:lnTo>
                  <a:lnTo>
                    <a:pt x="50" y="88"/>
                  </a:lnTo>
                  <a:lnTo>
                    <a:pt x="53" y="87"/>
                  </a:lnTo>
                  <a:lnTo>
                    <a:pt x="53" y="85"/>
                  </a:lnTo>
                  <a:lnTo>
                    <a:pt x="55" y="87"/>
                  </a:lnTo>
                  <a:lnTo>
                    <a:pt x="58" y="88"/>
                  </a:lnTo>
                  <a:lnTo>
                    <a:pt x="59" y="88"/>
                  </a:lnTo>
                  <a:lnTo>
                    <a:pt x="63" y="93"/>
                  </a:lnTo>
                  <a:lnTo>
                    <a:pt x="63" y="93"/>
                  </a:lnTo>
                  <a:lnTo>
                    <a:pt x="64" y="94"/>
                  </a:lnTo>
                  <a:lnTo>
                    <a:pt x="66" y="101"/>
                  </a:lnTo>
                  <a:lnTo>
                    <a:pt x="67" y="102"/>
                  </a:lnTo>
                  <a:lnTo>
                    <a:pt x="68" y="108"/>
                  </a:lnTo>
                  <a:lnTo>
                    <a:pt x="70" y="108"/>
                  </a:lnTo>
                  <a:lnTo>
                    <a:pt x="70" y="109"/>
                  </a:lnTo>
                  <a:lnTo>
                    <a:pt x="74" y="110"/>
                  </a:lnTo>
                  <a:lnTo>
                    <a:pt x="76" y="112"/>
                  </a:lnTo>
                  <a:lnTo>
                    <a:pt x="78" y="115"/>
                  </a:lnTo>
                  <a:lnTo>
                    <a:pt x="79" y="115"/>
                  </a:lnTo>
                  <a:lnTo>
                    <a:pt x="79" y="117"/>
                  </a:lnTo>
                  <a:lnTo>
                    <a:pt x="81" y="117"/>
                  </a:lnTo>
                  <a:lnTo>
                    <a:pt x="80" y="117"/>
                  </a:lnTo>
                  <a:lnTo>
                    <a:pt x="79" y="119"/>
                  </a:lnTo>
                  <a:lnTo>
                    <a:pt x="80" y="121"/>
                  </a:lnTo>
                  <a:lnTo>
                    <a:pt x="84" y="125"/>
                  </a:lnTo>
                  <a:lnTo>
                    <a:pt x="83" y="125"/>
                  </a:lnTo>
                  <a:lnTo>
                    <a:pt x="81" y="125"/>
                  </a:lnTo>
                  <a:lnTo>
                    <a:pt x="80" y="123"/>
                  </a:lnTo>
                  <a:lnTo>
                    <a:pt x="79" y="123"/>
                  </a:lnTo>
                  <a:lnTo>
                    <a:pt x="78" y="123"/>
                  </a:lnTo>
                  <a:lnTo>
                    <a:pt x="76" y="123"/>
                  </a:lnTo>
                  <a:lnTo>
                    <a:pt x="75" y="123"/>
                  </a:lnTo>
                  <a:lnTo>
                    <a:pt x="76" y="123"/>
                  </a:lnTo>
                  <a:lnTo>
                    <a:pt x="78" y="125"/>
                  </a:lnTo>
                  <a:lnTo>
                    <a:pt x="79" y="123"/>
                  </a:lnTo>
                  <a:lnTo>
                    <a:pt x="79" y="123"/>
                  </a:lnTo>
                  <a:lnTo>
                    <a:pt x="80" y="126"/>
                  </a:lnTo>
                  <a:lnTo>
                    <a:pt x="83" y="127"/>
                  </a:lnTo>
                  <a:lnTo>
                    <a:pt x="84" y="127"/>
                  </a:lnTo>
                  <a:lnTo>
                    <a:pt x="87" y="131"/>
                  </a:lnTo>
                  <a:lnTo>
                    <a:pt x="87" y="134"/>
                  </a:lnTo>
                  <a:lnTo>
                    <a:pt x="83" y="137"/>
                  </a:lnTo>
                  <a:lnTo>
                    <a:pt x="85" y="138"/>
                  </a:lnTo>
                  <a:lnTo>
                    <a:pt x="87" y="139"/>
                  </a:lnTo>
                  <a:lnTo>
                    <a:pt x="88" y="138"/>
                  </a:lnTo>
                  <a:lnTo>
                    <a:pt x="88" y="135"/>
                  </a:lnTo>
                  <a:lnTo>
                    <a:pt x="92" y="135"/>
                  </a:lnTo>
                  <a:lnTo>
                    <a:pt x="97" y="135"/>
                  </a:lnTo>
                  <a:lnTo>
                    <a:pt x="101" y="139"/>
                  </a:lnTo>
                  <a:lnTo>
                    <a:pt x="101" y="142"/>
                  </a:lnTo>
                  <a:lnTo>
                    <a:pt x="103" y="143"/>
                  </a:lnTo>
                  <a:lnTo>
                    <a:pt x="101" y="146"/>
                  </a:lnTo>
                  <a:lnTo>
                    <a:pt x="101" y="150"/>
                  </a:lnTo>
                  <a:lnTo>
                    <a:pt x="100" y="150"/>
                  </a:lnTo>
                  <a:lnTo>
                    <a:pt x="99" y="152"/>
                  </a:lnTo>
                  <a:lnTo>
                    <a:pt x="99" y="151"/>
                  </a:lnTo>
                  <a:lnTo>
                    <a:pt x="97" y="151"/>
                  </a:lnTo>
                  <a:lnTo>
                    <a:pt x="96" y="152"/>
                  </a:lnTo>
                  <a:lnTo>
                    <a:pt x="99" y="152"/>
                  </a:lnTo>
                  <a:lnTo>
                    <a:pt x="97" y="152"/>
                  </a:lnTo>
                  <a:lnTo>
                    <a:pt x="99" y="154"/>
                  </a:lnTo>
                  <a:lnTo>
                    <a:pt x="97" y="154"/>
                  </a:lnTo>
                  <a:lnTo>
                    <a:pt x="96" y="155"/>
                  </a:lnTo>
                  <a:lnTo>
                    <a:pt x="95" y="155"/>
                  </a:lnTo>
                  <a:lnTo>
                    <a:pt x="93" y="155"/>
                  </a:lnTo>
                  <a:lnTo>
                    <a:pt x="92" y="156"/>
                  </a:lnTo>
                  <a:lnTo>
                    <a:pt x="95" y="156"/>
                  </a:lnTo>
                  <a:lnTo>
                    <a:pt x="95" y="158"/>
                  </a:lnTo>
                  <a:lnTo>
                    <a:pt x="93" y="159"/>
                  </a:lnTo>
                  <a:lnTo>
                    <a:pt x="92" y="159"/>
                  </a:lnTo>
                  <a:lnTo>
                    <a:pt x="89" y="160"/>
                  </a:lnTo>
                  <a:lnTo>
                    <a:pt x="91" y="160"/>
                  </a:lnTo>
                  <a:lnTo>
                    <a:pt x="93" y="160"/>
                  </a:lnTo>
                  <a:lnTo>
                    <a:pt x="92" y="160"/>
                  </a:lnTo>
                  <a:lnTo>
                    <a:pt x="92" y="160"/>
                  </a:lnTo>
                  <a:lnTo>
                    <a:pt x="91" y="162"/>
                  </a:lnTo>
                  <a:lnTo>
                    <a:pt x="92" y="162"/>
                  </a:lnTo>
                  <a:lnTo>
                    <a:pt x="95" y="163"/>
                  </a:lnTo>
                  <a:lnTo>
                    <a:pt x="95" y="162"/>
                  </a:lnTo>
                  <a:lnTo>
                    <a:pt x="97" y="162"/>
                  </a:lnTo>
                  <a:lnTo>
                    <a:pt x="101" y="162"/>
                  </a:lnTo>
                  <a:lnTo>
                    <a:pt x="100" y="163"/>
                  </a:lnTo>
                  <a:lnTo>
                    <a:pt x="100" y="164"/>
                  </a:lnTo>
                  <a:lnTo>
                    <a:pt x="100" y="165"/>
                  </a:lnTo>
                  <a:lnTo>
                    <a:pt x="99" y="165"/>
                  </a:lnTo>
                  <a:lnTo>
                    <a:pt x="96" y="168"/>
                  </a:lnTo>
                  <a:lnTo>
                    <a:pt x="96" y="169"/>
                  </a:lnTo>
                  <a:lnTo>
                    <a:pt x="95" y="169"/>
                  </a:lnTo>
                  <a:lnTo>
                    <a:pt x="93" y="169"/>
                  </a:lnTo>
                  <a:lnTo>
                    <a:pt x="92" y="171"/>
                  </a:lnTo>
                  <a:lnTo>
                    <a:pt x="91" y="171"/>
                  </a:lnTo>
                  <a:lnTo>
                    <a:pt x="88" y="172"/>
                  </a:lnTo>
                  <a:lnTo>
                    <a:pt x="87" y="172"/>
                  </a:lnTo>
                  <a:lnTo>
                    <a:pt x="85" y="171"/>
                  </a:lnTo>
                  <a:lnTo>
                    <a:pt x="83" y="172"/>
                  </a:lnTo>
                  <a:lnTo>
                    <a:pt x="79" y="172"/>
                  </a:lnTo>
                  <a:lnTo>
                    <a:pt x="78" y="173"/>
                  </a:lnTo>
                  <a:lnTo>
                    <a:pt x="75" y="172"/>
                  </a:lnTo>
                  <a:lnTo>
                    <a:pt x="75" y="171"/>
                  </a:lnTo>
                  <a:lnTo>
                    <a:pt x="74" y="172"/>
                  </a:lnTo>
                  <a:lnTo>
                    <a:pt x="74" y="172"/>
                  </a:lnTo>
                  <a:lnTo>
                    <a:pt x="71" y="172"/>
                  </a:lnTo>
                  <a:lnTo>
                    <a:pt x="68" y="173"/>
                  </a:lnTo>
                  <a:lnTo>
                    <a:pt x="67" y="173"/>
                  </a:lnTo>
                  <a:lnTo>
                    <a:pt x="64" y="175"/>
                  </a:lnTo>
                  <a:lnTo>
                    <a:pt x="64" y="176"/>
                  </a:lnTo>
                  <a:lnTo>
                    <a:pt x="62" y="176"/>
                  </a:lnTo>
                  <a:lnTo>
                    <a:pt x="59" y="176"/>
                  </a:lnTo>
                  <a:lnTo>
                    <a:pt x="59" y="176"/>
                  </a:lnTo>
                  <a:lnTo>
                    <a:pt x="56" y="175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50" y="176"/>
                  </a:lnTo>
                  <a:lnTo>
                    <a:pt x="49" y="176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7" y="180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3" y="183"/>
                  </a:lnTo>
                  <a:lnTo>
                    <a:pt x="42" y="181"/>
                  </a:lnTo>
                  <a:lnTo>
                    <a:pt x="41" y="181"/>
                  </a:lnTo>
                  <a:lnTo>
                    <a:pt x="41" y="180"/>
                  </a:lnTo>
                  <a:lnTo>
                    <a:pt x="39" y="180"/>
                  </a:lnTo>
                  <a:lnTo>
                    <a:pt x="38" y="180"/>
                  </a:lnTo>
                  <a:lnTo>
                    <a:pt x="35" y="181"/>
                  </a:lnTo>
                  <a:lnTo>
                    <a:pt x="34" y="180"/>
                  </a:lnTo>
                  <a:lnTo>
                    <a:pt x="33" y="183"/>
                  </a:lnTo>
                  <a:lnTo>
                    <a:pt x="33" y="183"/>
                  </a:lnTo>
                  <a:lnTo>
                    <a:pt x="30" y="184"/>
                  </a:lnTo>
                  <a:lnTo>
                    <a:pt x="30" y="183"/>
                  </a:lnTo>
                  <a:lnTo>
                    <a:pt x="29" y="184"/>
                  </a:lnTo>
                  <a:lnTo>
                    <a:pt x="30" y="185"/>
                  </a:lnTo>
                  <a:lnTo>
                    <a:pt x="29" y="187"/>
                  </a:lnTo>
                  <a:lnTo>
                    <a:pt x="27" y="184"/>
                  </a:lnTo>
                  <a:lnTo>
                    <a:pt x="25" y="184"/>
                  </a:lnTo>
                  <a:lnTo>
                    <a:pt x="25" y="185"/>
                  </a:lnTo>
                  <a:lnTo>
                    <a:pt x="22" y="185"/>
                  </a:lnTo>
                  <a:lnTo>
                    <a:pt x="22" y="184"/>
                  </a:lnTo>
                  <a:lnTo>
                    <a:pt x="25" y="183"/>
                  </a:lnTo>
                  <a:lnTo>
                    <a:pt x="26" y="183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77"/>
                  </a:lnTo>
                  <a:lnTo>
                    <a:pt x="33" y="176"/>
                  </a:lnTo>
                  <a:lnTo>
                    <a:pt x="33" y="176"/>
                  </a:lnTo>
                  <a:lnTo>
                    <a:pt x="35" y="173"/>
                  </a:lnTo>
                  <a:lnTo>
                    <a:pt x="35" y="169"/>
                  </a:lnTo>
                  <a:lnTo>
                    <a:pt x="38" y="169"/>
                  </a:lnTo>
                  <a:lnTo>
                    <a:pt x="39" y="168"/>
                  </a:lnTo>
                  <a:lnTo>
                    <a:pt x="39" y="167"/>
                  </a:lnTo>
                  <a:lnTo>
                    <a:pt x="42" y="165"/>
                  </a:lnTo>
                  <a:lnTo>
                    <a:pt x="47" y="165"/>
                  </a:lnTo>
                  <a:lnTo>
                    <a:pt x="50" y="167"/>
                  </a:lnTo>
                  <a:lnTo>
                    <a:pt x="51" y="167"/>
                  </a:lnTo>
                  <a:lnTo>
                    <a:pt x="53" y="167"/>
                  </a:lnTo>
                  <a:lnTo>
                    <a:pt x="53" y="163"/>
                  </a:lnTo>
                  <a:lnTo>
                    <a:pt x="55" y="160"/>
                  </a:lnTo>
                  <a:lnTo>
                    <a:pt x="59" y="158"/>
                  </a:lnTo>
                  <a:lnTo>
                    <a:pt x="56" y="159"/>
                  </a:lnTo>
                  <a:lnTo>
                    <a:pt x="55" y="160"/>
                  </a:lnTo>
                  <a:lnTo>
                    <a:pt x="53" y="160"/>
                  </a:lnTo>
                  <a:lnTo>
                    <a:pt x="51" y="162"/>
                  </a:lnTo>
                  <a:lnTo>
                    <a:pt x="50" y="163"/>
                  </a:lnTo>
                  <a:lnTo>
                    <a:pt x="46" y="163"/>
                  </a:lnTo>
                  <a:lnTo>
                    <a:pt x="45" y="162"/>
                  </a:lnTo>
                  <a:lnTo>
                    <a:pt x="43" y="159"/>
                  </a:lnTo>
                  <a:lnTo>
                    <a:pt x="42" y="160"/>
                  </a:lnTo>
                  <a:lnTo>
                    <a:pt x="42" y="160"/>
                  </a:lnTo>
                  <a:lnTo>
                    <a:pt x="38" y="160"/>
                  </a:lnTo>
                  <a:lnTo>
                    <a:pt x="38" y="159"/>
                  </a:lnTo>
                  <a:lnTo>
                    <a:pt x="41" y="159"/>
                  </a:lnTo>
                  <a:lnTo>
                    <a:pt x="38" y="158"/>
                  </a:lnTo>
                  <a:lnTo>
                    <a:pt x="38" y="156"/>
                  </a:lnTo>
                  <a:lnTo>
                    <a:pt x="35" y="158"/>
                  </a:lnTo>
                  <a:lnTo>
                    <a:pt x="33" y="159"/>
                  </a:lnTo>
                  <a:lnTo>
                    <a:pt x="31" y="159"/>
                  </a:lnTo>
                  <a:lnTo>
                    <a:pt x="30" y="159"/>
                  </a:lnTo>
                  <a:lnTo>
                    <a:pt x="31" y="158"/>
                  </a:lnTo>
                  <a:lnTo>
                    <a:pt x="27" y="158"/>
                  </a:lnTo>
                  <a:lnTo>
                    <a:pt x="30" y="156"/>
                  </a:lnTo>
                  <a:lnTo>
                    <a:pt x="30" y="155"/>
                  </a:lnTo>
                  <a:lnTo>
                    <a:pt x="27" y="155"/>
                  </a:lnTo>
                  <a:lnTo>
                    <a:pt x="30" y="152"/>
                  </a:lnTo>
                  <a:lnTo>
                    <a:pt x="31" y="152"/>
                  </a:lnTo>
                  <a:lnTo>
                    <a:pt x="34" y="151"/>
                  </a:lnTo>
                  <a:lnTo>
                    <a:pt x="35" y="151"/>
                  </a:lnTo>
                  <a:lnTo>
                    <a:pt x="37" y="150"/>
                  </a:lnTo>
                  <a:lnTo>
                    <a:pt x="39" y="150"/>
                  </a:lnTo>
                  <a:lnTo>
                    <a:pt x="42" y="144"/>
                  </a:lnTo>
                  <a:lnTo>
                    <a:pt x="41" y="144"/>
                  </a:lnTo>
                  <a:lnTo>
                    <a:pt x="39" y="142"/>
                  </a:lnTo>
                  <a:lnTo>
                    <a:pt x="41" y="142"/>
                  </a:lnTo>
                  <a:lnTo>
                    <a:pt x="39" y="139"/>
                  </a:lnTo>
                  <a:lnTo>
                    <a:pt x="41" y="138"/>
                  </a:lnTo>
                  <a:lnTo>
                    <a:pt x="37" y="139"/>
                  </a:lnTo>
                  <a:lnTo>
                    <a:pt x="35" y="140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4" y="138"/>
                  </a:lnTo>
                  <a:lnTo>
                    <a:pt x="37" y="137"/>
                  </a:lnTo>
                  <a:lnTo>
                    <a:pt x="39" y="134"/>
                  </a:lnTo>
                  <a:lnTo>
                    <a:pt x="43" y="131"/>
                  </a:lnTo>
                  <a:lnTo>
                    <a:pt x="45" y="131"/>
                  </a:lnTo>
                  <a:lnTo>
                    <a:pt x="49" y="131"/>
                  </a:lnTo>
                  <a:lnTo>
                    <a:pt x="50" y="133"/>
                  </a:lnTo>
                  <a:lnTo>
                    <a:pt x="53" y="133"/>
                  </a:lnTo>
                  <a:lnTo>
                    <a:pt x="51" y="131"/>
                  </a:lnTo>
                  <a:lnTo>
                    <a:pt x="50" y="130"/>
                  </a:lnTo>
                  <a:lnTo>
                    <a:pt x="51" y="130"/>
                  </a:lnTo>
                  <a:lnTo>
                    <a:pt x="53" y="131"/>
                  </a:lnTo>
                  <a:lnTo>
                    <a:pt x="54" y="131"/>
                  </a:lnTo>
                  <a:lnTo>
                    <a:pt x="55" y="130"/>
                  </a:lnTo>
                  <a:lnTo>
                    <a:pt x="54" y="130"/>
                  </a:lnTo>
                  <a:lnTo>
                    <a:pt x="51" y="129"/>
                  </a:lnTo>
                  <a:lnTo>
                    <a:pt x="50" y="127"/>
                  </a:lnTo>
                  <a:lnTo>
                    <a:pt x="51" y="125"/>
                  </a:lnTo>
                  <a:lnTo>
                    <a:pt x="51" y="122"/>
                  </a:lnTo>
                  <a:lnTo>
                    <a:pt x="54" y="119"/>
                  </a:lnTo>
                  <a:lnTo>
                    <a:pt x="53" y="119"/>
                  </a:lnTo>
                  <a:lnTo>
                    <a:pt x="54" y="117"/>
                  </a:lnTo>
                  <a:lnTo>
                    <a:pt x="51" y="115"/>
                  </a:lnTo>
                  <a:lnTo>
                    <a:pt x="49" y="118"/>
                  </a:lnTo>
                  <a:lnTo>
                    <a:pt x="49" y="115"/>
                  </a:lnTo>
                  <a:lnTo>
                    <a:pt x="47" y="117"/>
                  </a:lnTo>
                  <a:lnTo>
                    <a:pt x="45" y="112"/>
                  </a:lnTo>
                  <a:lnTo>
                    <a:pt x="47" y="105"/>
                  </a:lnTo>
                  <a:lnTo>
                    <a:pt x="51" y="104"/>
                  </a:lnTo>
                  <a:lnTo>
                    <a:pt x="45" y="104"/>
                  </a:lnTo>
                  <a:lnTo>
                    <a:pt x="45" y="105"/>
                  </a:lnTo>
                  <a:lnTo>
                    <a:pt x="42" y="105"/>
                  </a:lnTo>
                  <a:lnTo>
                    <a:pt x="42" y="106"/>
                  </a:lnTo>
                  <a:lnTo>
                    <a:pt x="41" y="106"/>
                  </a:lnTo>
                  <a:lnTo>
                    <a:pt x="37" y="105"/>
                  </a:lnTo>
                  <a:lnTo>
                    <a:pt x="35" y="105"/>
                  </a:lnTo>
                  <a:lnTo>
                    <a:pt x="38" y="106"/>
                  </a:lnTo>
                  <a:lnTo>
                    <a:pt x="37" y="109"/>
                  </a:lnTo>
                  <a:lnTo>
                    <a:pt x="33" y="105"/>
                  </a:lnTo>
                  <a:lnTo>
                    <a:pt x="31" y="106"/>
                  </a:lnTo>
                  <a:lnTo>
                    <a:pt x="33" y="109"/>
                  </a:lnTo>
                  <a:lnTo>
                    <a:pt x="30" y="106"/>
                  </a:lnTo>
                  <a:lnTo>
                    <a:pt x="30" y="104"/>
                  </a:lnTo>
                  <a:lnTo>
                    <a:pt x="31" y="105"/>
                  </a:lnTo>
                  <a:lnTo>
                    <a:pt x="31" y="102"/>
                  </a:lnTo>
                  <a:lnTo>
                    <a:pt x="33" y="97"/>
                  </a:lnTo>
                  <a:lnTo>
                    <a:pt x="35" y="94"/>
                  </a:lnTo>
                  <a:lnTo>
                    <a:pt x="34" y="93"/>
                  </a:lnTo>
                  <a:lnTo>
                    <a:pt x="33" y="93"/>
                  </a:lnTo>
                  <a:lnTo>
                    <a:pt x="33" y="90"/>
                  </a:lnTo>
                  <a:lnTo>
                    <a:pt x="33" y="87"/>
                  </a:lnTo>
                  <a:lnTo>
                    <a:pt x="35" y="88"/>
                  </a:lnTo>
                  <a:lnTo>
                    <a:pt x="33" y="85"/>
                  </a:lnTo>
                  <a:lnTo>
                    <a:pt x="33" y="84"/>
                  </a:lnTo>
                  <a:lnTo>
                    <a:pt x="33" y="84"/>
                  </a:lnTo>
                  <a:lnTo>
                    <a:pt x="33" y="85"/>
                  </a:lnTo>
                  <a:lnTo>
                    <a:pt x="31" y="89"/>
                  </a:lnTo>
                  <a:lnTo>
                    <a:pt x="30" y="87"/>
                  </a:lnTo>
                  <a:lnTo>
                    <a:pt x="29" y="88"/>
                  </a:lnTo>
                  <a:lnTo>
                    <a:pt x="29" y="89"/>
                  </a:lnTo>
                  <a:lnTo>
                    <a:pt x="27" y="88"/>
                  </a:lnTo>
                  <a:lnTo>
                    <a:pt x="29" y="87"/>
                  </a:lnTo>
                  <a:lnTo>
                    <a:pt x="30" y="83"/>
                  </a:lnTo>
                  <a:lnTo>
                    <a:pt x="27" y="87"/>
                  </a:lnTo>
                  <a:lnTo>
                    <a:pt x="26" y="87"/>
                  </a:lnTo>
                  <a:lnTo>
                    <a:pt x="27" y="90"/>
                  </a:lnTo>
                  <a:lnTo>
                    <a:pt x="26" y="92"/>
                  </a:lnTo>
                  <a:lnTo>
                    <a:pt x="26" y="93"/>
                  </a:lnTo>
                  <a:lnTo>
                    <a:pt x="25" y="96"/>
                  </a:lnTo>
                  <a:lnTo>
                    <a:pt x="26" y="97"/>
                  </a:lnTo>
                  <a:lnTo>
                    <a:pt x="24" y="97"/>
                  </a:lnTo>
                  <a:lnTo>
                    <a:pt x="24" y="97"/>
                  </a:lnTo>
                  <a:lnTo>
                    <a:pt x="25" y="96"/>
                  </a:lnTo>
                  <a:lnTo>
                    <a:pt x="25" y="92"/>
                  </a:lnTo>
                  <a:lnTo>
                    <a:pt x="26" y="90"/>
                  </a:lnTo>
                  <a:lnTo>
                    <a:pt x="25" y="90"/>
                  </a:lnTo>
                  <a:lnTo>
                    <a:pt x="25" y="89"/>
                  </a:lnTo>
                  <a:lnTo>
                    <a:pt x="25" y="88"/>
                  </a:lnTo>
                  <a:lnTo>
                    <a:pt x="25" y="85"/>
                  </a:lnTo>
                  <a:lnTo>
                    <a:pt x="26" y="83"/>
                  </a:lnTo>
                  <a:lnTo>
                    <a:pt x="26" y="83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6"/>
                  </a:lnTo>
                  <a:lnTo>
                    <a:pt x="30" y="75"/>
                  </a:lnTo>
                  <a:lnTo>
                    <a:pt x="29" y="75"/>
                  </a:lnTo>
                  <a:lnTo>
                    <a:pt x="30" y="73"/>
                  </a:lnTo>
                  <a:lnTo>
                    <a:pt x="25" y="79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2" y="76"/>
                  </a:lnTo>
                  <a:lnTo>
                    <a:pt x="24" y="76"/>
                  </a:lnTo>
                  <a:lnTo>
                    <a:pt x="24" y="75"/>
                  </a:lnTo>
                  <a:lnTo>
                    <a:pt x="22" y="75"/>
                  </a:lnTo>
                  <a:lnTo>
                    <a:pt x="21" y="75"/>
                  </a:lnTo>
                  <a:lnTo>
                    <a:pt x="20" y="75"/>
                  </a:lnTo>
                  <a:lnTo>
                    <a:pt x="21" y="73"/>
                  </a:lnTo>
                  <a:lnTo>
                    <a:pt x="22" y="73"/>
                  </a:lnTo>
                  <a:lnTo>
                    <a:pt x="24" y="73"/>
                  </a:lnTo>
                  <a:lnTo>
                    <a:pt x="24" y="72"/>
                  </a:lnTo>
                  <a:lnTo>
                    <a:pt x="24" y="71"/>
                  </a:lnTo>
                  <a:lnTo>
                    <a:pt x="24" y="69"/>
                  </a:lnTo>
                  <a:lnTo>
                    <a:pt x="26" y="71"/>
                  </a:lnTo>
                  <a:lnTo>
                    <a:pt x="25" y="69"/>
                  </a:lnTo>
                  <a:lnTo>
                    <a:pt x="24" y="69"/>
                  </a:lnTo>
                  <a:lnTo>
                    <a:pt x="25" y="68"/>
                  </a:lnTo>
                  <a:lnTo>
                    <a:pt x="26" y="68"/>
                  </a:lnTo>
                  <a:lnTo>
                    <a:pt x="25" y="67"/>
                  </a:lnTo>
                  <a:lnTo>
                    <a:pt x="26" y="65"/>
                  </a:lnTo>
                  <a:lnTo>
                    <a:pt x="26" y="65"/>
                  </a:lnTo>
                  <a:lnTo>
                    <a:pt x="27" y="67"/>
                  </a:lnTo>
                  <a:lnTo>
                    <a:pt x="26" y="65"/>
                  </a:lnTo>
                  <a:lnTo>
                    <a:pt x="27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4" y="63"/>
                  </a:lnTo>
                  <a:lnTo>
                    <a:pt x="24" y="60"/>
                  </a:lnTo>
                  <a:lnTo>
                    <a:pt x="25" y="62"/>
                  </a:lnTo>
                  <a:lnTo>
                    <a:pt x="26" y="62"/>
                  </a:lnTo>
                  <a:lnTo>
                    <a:pt x="25" y="62"/>
                  </a:lnTo>
                  <a:lnTo>
                    <a:pt x="24" y="59"/>
                  </a:lnTo>
                  <a:lnTo>
                    <a:pt x="25" y="59"/>
                  </a:lnTo>
                  <a:lnTo>
                    <a:pt x="24" y="58"/>
                  </a:lnTo>
                  <a:lnTo>
                    <a:pt x="25" y="55"/>
                  </a:lnTo>
                  <a:lnTo>
                    <a:pt x="25" y="58"/>
                  </a:lnTo>
                  <a:lnTo>
                    <a:pt x="26" y="56"/>
                  </a:lnTo>
                  <a:lnTo>
                    <a:pt x="26" y="55"/>
                  </a:lnTo>
                  <a:lnTo>
                    <a:pt x="26" y="55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30" y="56"/>
                  </a:lnTo>
                  <a:lnTo>
                    <a:pt x="30" y="55"/>
                  </a:lnTo>
                  <a:lnTo>
                    <a:pt x="27" y="52"/>
                  </a:lnTo>
                  <a:lnTo>
                    <a:pt x="29" y="52"/>
                  </a:lnTo>
                  <a:lnTo>
                    <a:pt x="29" y="51"/>
                  </a:lnTo>
                  <a:lnTo>
                    <a:pt x="29" y="50"/>
                  </a:lnTo>
                  <a:lnTo>
                    <a:pt x="30" y="50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30" y="46"/>
                  </a:lnTo>
                  <a:lnTo>
                    <a:pt x="31" y="44"/>
                  </a:lnTo>
                  <a:lnTo>
                    <a:pt x="31" y="43"/>
                  </a:lnTo>
                  <a:lnTo>
                    <a:pt x="34" y="44"/>
                  </a:lnTo>
                  <a:lnTo>
                    <a:pt x="34" y="46"/>
                  </a:lnTo>
                  <a:lnTo>
                    <a:pt x="35" y="44"/>
                  </a:lnTo>
                  <a:lnTo>
                    <a:pt x="37" y="44"/>
                  </a:lnTo>
                  <a:lnTo>
                    <a:pt x="37" y="46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5" y="43"/>
                  </a:lnTo>
                  <a:lnTo>
                    <a:pt x="46" y="43"/>
                  </a:lnTo>
                  <a:lnTo>
                    <a:pt x="47" y="43"/>
                  </a:lnTo>
                  <a:lnTo>
                    <a:pt x="50" y="43"/>
                  </a:lnTo>
                  <a:close/>
                  <a:moveTo>
                    <a:pt x="47" y="39"/>
                  </a:moveTo>
                  <a:lnTo>
                    <a:pt x="47" y="39"/>
                  </a:lnTo>
                  <a:lnTo>
                    <a:pt x="47" y="40"/>
                  </a:lnTo>
                  <a:lnTo>
                    <a:pt x="46" y="39"/>
                  </a:lnTo>
                  <a:lnTo>
                    <a:pt x="47" y="39"/>
                  </a:lnTo>
                  <a:close/>
                  <a:moveTo>
                    <a:pt x="47" y="35"/>
                  </a:moveTo>
                  <a:lnTo>
                    <a:pt x="50" y="37"/>
                  </a:lnTo>
                  <a:lnTo>
                    <a:pt x="49" y="37"/>
                  </a:lnTo>
                  <a:lnTo>
                    <a:pt x="51" y="37"/>
                  </a:lnTo>
                  <a:lnTo>
                    <a:pt x="51" y="39"/>
                  </a:lnTo>
                  <a:lnTo>
                    <a:pt x="50" y="38"/>
                  </a:lnTo>
                  <a:lnTo>
                    <a:pt x="47" y="38"/>
                  </a:lnTo>
                  <a:lnTo>
                    <a:pt x="47" y="37"/>
                  </a:lnTo>
                  <a:lnTo>
                    <a:pt x="47" y="38"/>
                  </a:lnTo>
                  <a:lnTo>
                    <a:pt x="46" y="37"/>
                  </a:lnTo>
                  <a:lnTo>
                    <a:pt x="46" y="35"/>
                  </a:lnTo>
                  <a:lnTo>
                    <a:pt x="47" y="35"/>
                  </a:lnTo>
                  <a:close/>
                  <a:moveTo>
                    <a:pt x="50" y="34"/>
                  </a:moveTo>
                  <a:lnTo>
                    <a:pt x="50" y="35"/>
                  </a:lnTo>
                  <a:lnTo>
                    <a:pt x="49" y="34"/>
                  </a:lnTo>
                  <a:lnTo>
                    <a:pt x="50" y="34"/>
                  </a:lnTo>
                  <a:close/>
                  <a:moveTo>
                    <a:pt x="70" y="14"/>
                  </a:moveTo>
                  <a:lnTo>
                    <a:pt x="71" y="14"/>
                  </a:lnTo>
                  <a:lnTo>
                    <a:pt x="68" y="15"/>
                  </a:lnTo>
                  <a:lnTo>
                    <a:pt x="70" y="14"/>
                  </a:lnTo>
                  <a:close/>
                  <a:moveTo>
                    <a:pt x="70" y="6"/>
                  </a:moveTo>
                  <a:lnTo>
                    <a:pt x="71" y="8"/>
                  </a:lnTo>
                  <a:lnTo>
                    <a:pt x="72" y="8"/>
                  </a:lnTo>
                  <a:lnTo>
                    <a:pt x="71" y="9"/>
                  </a:lnTo>
                  <a:lnTo>
                    <a:pt x="71" y="10"/>
                  </a:lnTo>
                  <a:lnTo>
                    <a:pt x="71" y="12"/>
                  </a:lnTo>
                  <a:lnTo>
                    <a:pt x="71" y="13"/>
                  </a:lnTo>
                  <a:lnTo>
                    <a:pt x="70" y="13"/>
                  </a:lnTo>
                  <a:lnTo>
                    <a:pt x="68" y="10"/>
                  </a:lnTo>
                  <a:lnTo>
                    <a:pt x="66" y="10"/>
                  </a:lnTo>
                  <a:lnTo>
                    <a:pt x="64" y="9"/>
                  </a:lnTo>
                  <a:lnTo>
                    <a:pt x="67" y="9"/>
                  </a:lnTo>
                  <a:lnTo>
                    <a:pt x="68" y="9"/>
                  </a:lnTo>
                  <a:lnTo>
                    <a:pt x="70" y="8"/>
                  </a:lnTo>
                  <a:lnTo>
                    <a:pt x="68" y="8"/>
                  </a:lnTo>
                  <a:lnTo>
                    <a:pt x="70" y="6"/>
                  </a:lnTo>
                  <a:close/>
                  <a:moveTo>
                    <a:pt x="68" y="5"/>
                  </a:moveTo>
                  <a:lnTo>
                    <a:pt x="68" y="8"/>
                  </a:lnTo>
                  <a:lnTo>
                    <a:pt x="67" y="6"/>
                  </a:lnTo>
                  <a:lnTo>
                    <a:pt x="67" y="5"/>
                  </a:lnTo>
                  <a:lnTo>
                    <a:pt x="68" y="5"/>
                  </a:lnTo>
                  <a:close/>
                  <a:moveTo>
                    <a:pt x="71" y="1"/>
                  </a:moveTo>
                  <a:lnTo>
                    <a:pt x="71" y="2"/>
                  </a:lnTo>
                  <a:lnTo>
                    <a:pt x="71" y="5"/>
                  </a:lnTo>
                  <a:lnTo>
                    <a:pt x="71" y="6"/>
                  </a:lnTo>
                  <a:lnTo>
                    <a:pt x="70" y="5"/>
                  </a:lnTo>
                  <a:lnTo>
                    <a:pt x="71" y="4"/>
                  </a:lnTo>
                  <a:lnTo>
                    <a:pt x="71" y="1"/>
                  </a:lnTo>
                  <a:close/>
                  <a:moveTo>
                    <a:pt x="74" y="0"/>
                  </a:moveTo>
                  <a:lnTo>
                    <a:pt x="74" y="2"/>
                  </a:lnTo>
                  <a:lnTo>
                    <a:pt x="72" y="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1" name="Freeform 408"/>
            <p:cNvSpPr>
              <a:spLocks noEditPoints="1"/>
            </p:cNvSpPr>
            <p:nvPr/>
          </p:nvSpPr>
          <p:spPr bwMode="auto">
            <a:xfrm>
              <a:off x="5645991" y="2662800"/>
              <a:ext cx="390813" cy="362898"/>
            </a:xfrm>
            <a:custGeom>
              <a:avLst/>
              <a:gdLst>
                <a:gd name="T0" fmla="*/ 154 w 154"/>
                <a:gd name="T1" fmla="*/ 130 h 143"/>
                <a:gd name="T2" fmla="*/ 145 w 154"/>
                <a:gd name="T3" fmla="*/ 142 h 143"/>
                <a:gd name="T4" fmla="*/ 145 w 154"/>
                <a:gd name="T5" fmla="*/ 138 h 143"/>
                <a:gd name="T6" fmla="*/ 144 w 154"/>
                <a:gd name="T7" fmla="*/ 134 h 143"/>
                <a:gd name="T8" fmla="*/ 142 w 154"/>
                <a:gd name="T9" fmla="*/ 129 h 143"/>
                <a:gd name="T10" fmla="*/ 152 w 154"/>
                <a:gd name="T11" fmla="*/ 125 h 143"/>
                <a:gd name="T12" fmla="*/ 80 w 154"/>
                <a:gd name="T13" fmla="*/ 1 h 143"/>
                <a:gd name="T14" fmla="*/ 88 w 154"/>
                <a:gd name="T15" fmla="*/ 10 h 143"/>
                <a:gd name="T16" fmla="*/ 95 w 154"/>
                <a:gd name="T17" fmla="*/ 17 h 143"/>
                <a:gd name="T18" fmla="*/ 104 w 154"/>
                <a:gd name="T19" fmla="*/ 21 h 143"/>
                <a:gd name="T20" fmla="*/ 113 w 154"/>
                <a:gd name="T21" fmla="*/ 25 h 143"/>
                <a:gd name="T22" fmla="*/ 121 w 154"/>
                <a:gd name="T23" fmla="*/ 29 h 143"/>
                <a:gd name="T24" fmla="*/ 133 w 154"/>
                <a:gd name="T25" fmla="*/ 30 h 143"/>
                <a:gd name="T26" fmla="*/ 129 w 154"/>
                <a:gd name="T27" fmla="*/ 41 h 143"/>
                <a:gd name="T28" fmla="*/ 128 w 154"/>
                <a:gd name="T29" fmla="*/ 54 h 143"/>
                <a:gd name="T30" fmla="*/ 123 w 154"/>
                <a:gd name="T31" fmla="*/ 55 h 143"/>
                <a:gd name="T32" fmla="*/ 115 w 154"/>
                <a:gd name="T33" fmla="*/ 67 h 143"/>
                <a:gd name="T34" fmla="*/ 111 w 154"/>
                <a:gd name="T35" fmla="*/ 75 h 143"/>
                <a:gd name="T36" fmla="*/ 120 w 154"/>
                <a:gd name="T37" fmla="*/ 70 h 143"/>
                <a:gd name="T38" fmla="*/ 124 w 154"/>
                <a:gd name="T39" fmla="*/ 79 h 143"/>
                <a:gd name="T40" fmla="*/ 123 w 154"/>
                <a:gd name="T41" fmla="*/ 88 h 143"/>
                <a:gd name="T42" fmla="*/ 132 w 154"/>
                <a:gd name="T43" fmla="*/ 102 h 143"/>
                <a:gd name="T44" fmla="*/ 121 w 154"/>
                <a:gd name="T45" fmla="*/ 117 h 143"/>
                <a:gd name="T46" fmla="*/ 104 w 154"/>
                <a:gd name="T47" fmla="*/ 113 h 143"/>
                <a:gd name="T48" fmla="*/ 94 w 154"/>
                <a:gd name="T49" fmla="*/ 113 h 143"/>
                <a:gd name="T50" fmla="*/ 83 w 154"/>
                <a:gd name="T51" fmla="*/ 121 h 143"/>
                <a:gd name="T52" fmla="*/ 78 w 154"/>
                <a:gd name="T53" fmla="*/ 126 h 143"/>
                <a:gd name="T54" fmla="*/ 59 w 154"/>
                <a:gd name="T55" fmla="*/ 125 h 143"/>
                <a:gd name="T56" fmla="*/ 46 w 154"/>
                <a:gd name="T57" fmla="*/ 123 h 143"/>
                <a:gd name="T58" fmla="*/ 36 w 154"/>
                <a:gd name="T59" fmla="*/ 116 h 143"/>
                <a:gd name="T60" fmla="*/ 37 w 154"/>
                <a:gd name="T61" fmla="*/ 105 h 143"/>
                <a:gd name="T62" fmla="*/ 38 w 154"/>
                <a:gd name="T63" fmla="*/ 84 h 143"/>
                <a:gd name="T64" fmla="*/ 44 w 154"/>
                <a:gd name="T65" fmla="*/ 84 h 143"/>
                <a:gd name="T66" fmla="*/ 40 w 154"/>
                <a:gd name="T67" fmla="*/ 76 h 143"/>
                <a:gd name="T68" fmla="*/ 30 w 154"/>
                <a:gd name="T69" fmla="*/ 67 h 143"/>
                <a:gd name="T70" fmla="*/ 28 w 154"/>
                <a:gd name="T71" fmla="*/ 60 h 143"/>
                <a:gd name="T72" fmla="*/ 29 w 154"/>
                <a:gd name="T73" fmla="*/ 56 h 143"/>
                <a:gd name="T74" fmla="*/ 24 w 154"/>
                <a:gd name="T75" fmla="*/ 52 h 143"/>
                <a:gd name="T76" fmla="*/ 19 w 154"/>
                <a:gd name="T77" fmla="*/ 54 h 143"/>
                <a:gd name="T78" fmla="*/ 8 w 154"/>
                <a:gd name="T79" fmla="*/ 50 h 143"/>
                <a:gd name="T80" fmla="*/ 1 w 154"/>
                <a:gd name="T81" fmla="*/ 46 h 143"/>
                <a:gd name="T82" fmla="*/ 3 w 154"/>
                <a:gd name="T83" fmla="*/ 42 h 143"/>
                <a:gd name="T84" fmla="*/ 4 w 154"/>
                <a:gd name="T85" fmla="*/ 42 h 143"/>
                <a:gd name="T86" fmla="*/ 5 w 154"/>
                <a:gd name="T87" fmla="*/ 38 h 143"/>
                <a:gd name="T88" fmla="*/ 12 w 154"/>
                <a:gd name="T89" fmla="*/ 37 h 143"/>
                <a:gd name="T90" fmla="*/ 25 w 154"/>
                <a:gd name="T91" fmla="*/ 37 h 143"/>
                <a:gd name="T92" fmla="*/ 36 w 154"/>
                <a:gd name="T93" fmla="*/ 37 h 143"/>
                <a:gd name="T94" fmla="*/ 34 w 154"/>
                <a:gd name="T95" fmla="*/ 29 h 143"/>
                <a:gd name="T96" fmla="*/ 34 w 154"/>
                <a:gd name="T97" fmla="*/ 22 h 143"/>
                <a:gd name="T98" fmla="*/ 40 w 154"/>
                <a:gd name="T99" fmla="*/ 26 h 143"/>
                <a:gd name="T100" fmla="*/ 54 w 154"/>
                <a:gd name="T101" fmla="*/ 25 h 143"/>
                <a:gd name="T102" fmla="*/ 59 w 154"/>
                <a:gd name="T103" fmla="*/ 18 h 143"/>
                <a:gd name="T104" fmla="*/ 69 w 154"/>
                <a:gd name="T105" fmla="*/ 8 h 143"/>
                <a:gd name="T106" fmla="*/ 78 w 154"/>
                <a:gd name="T107" fmla="*/ 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" h="143">
                  <a:moveTo>
                    <a:pt x="152" y="118"/>
                  </a:moveTo>
                  <a:lnTo>
                    <a:pt x="153" y="118"/>
                  </a:lnTo>
                  <a:lnTo>
                    <a:pt x="153" y="122"/>
                  </a:lnTo>
                  <a:lnTo>
                    <a:pt x="153" y="125"/>
                  </a:lnTo>
                  <a:lnTo>
                    <a:pt x="154" y="130"/>
                  </a:lnTo>
                  <a:lnTo>
                    <a:pt x="153" y="135"/>
                  </a:lnTo>
                  <a:lnTo>
                    <a:pt x="153" y="138"/>
                  </a:lnTo>
                  <a:lnTo>
                    <a:pt x="152" y="142"/>
                  </a:lnTo>
                  <a:lnTo>
                    <a:pt x="149" y="143"/>
                  </a:lnTo>
                  <a:lnTo>
                    <a:pt x="145" y="142"/>
                  </a:lnTo>
                  <a:lnTo>
                    <a:pt x="145" y="141"/>
                  </a:lnTo>
                  <a:lnTo>
                    <a:pt x="146" y="139"/>
                  </a:lnTo>
                  <a:lnTo>
                    <a:pt x="146" y="139"/>
                  </a:lnTo>
                  <a:lnTo>
                    <a:pt x="146" y="138"/>
                  </a:lnTo>
                  <a:lnTo>
                    <a:pt x="145" y="138"/>
                  </a:lnTo>
                  <a:lnTo>
                    <a:pt x="145" y="137"/>
                  </a:lnTo>
                  <a:lnTo>
                    <a:pt x="144" y="135"/>
                  </a:lnTo>
                  <a:lnTo>
                    <a:pt x="142" y="135"/>
                  </a:lnTo>
                  <a:lnTo>
                    <a:pt x="144" y="134"/>
                  </a:lnTo>
                  <a:lnTo>
                    <a:pt x="144" y="134"/>
                  </a:lnTo>
                  <a:lnTo>
                    <a:pt x="142" y="133"/>
                  </a:lnTo>
                  <a:lnTo>
                    <a:pt x="141" y="131"/>
                  </a:lnTo>
                  <a:lnTo>
                    <a:pt x="142" y="131"/>
                  </a:lnTo>
                  <a:lnTo>
                    <a:pt x="144" y="130"/>
                  </a:lnTo>
                  <a:lnTo>
                    <a:pt x="142" y="129"/>
                  </a:lnTo>
                  <a:lnTo>
                    <a:pt x="144" y="126"/>
                  </a:lnTo>
                  <a:lnTo>
                    <a:pt x="148" y="125"/>
                  </a:lnTo>
                  <a:lnTo>
                    <a:pt x="149" y="123"/>
                  </a:lnTo>
                  <a:lnTo>
                    <a:pt x="150" y="125"/>
                  </a:lnTo>
                  <a:lnTo>
                    <a:pt x="152" y="125"/>
                  </a:lnTo>
                  <a:lnTo>
                    <a:pt x="152" y="122"/>
                  </a:lnTo>
                  <a:lnTo>
                    <a:pt x="150" y="121"/>
                  </a:lnTo>
                  <a:lnTo>
                    <a:pt x="152" y="118"/>
                  </a:lnTo>
                  <a:close/>
                  <a:moveTo>
                    <a:pt x="78" y="0"/>
                  </a:moveTo>
                  <a:lnTo>
                    <a:pt x="80" y="1"/>
                  </a:lnTo>
                  <a:lnTo>
                    <a:pt x="80" y="5"/>
                  </a:lnTo>
                  <a:lnTo>
                    <a:pt x="83" y="6"/>
                  </a:lnTo>
                  <a:lnTo>
                    <a:pt x="83" y="8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90" y="12"/>
                  </a:lnTo>
                  <a:lnTo>
                    <a:pt x="91" y="13"/>
                  </a:lnTo>
                  <a:lnTo>
                    <a:pt x="91" y="16"/>
                  </a:lnTo>
                  <a:lnTo>
                    <a:pt x="94" y="17"/>
                  </a:lnTo>
                  <a:lnTo>
                    <a:pt x="95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9" y="18"/>
                  </a:lnTo>
                  <a:lnTo>
                    <a:pt x="101" y="21"/>
                  </a:lnTo>
                  <a:lnTo>
                    <a:pt x="104" y="21"/>
                  </a:lnTo>
                  <a:lnTo>
                    <a:pt x="107" y="23"/>
                  </a:lnTo>
                  <a:lnTo>
                    <a:pt x="108" y="22"/>
                  </a:lnTo>
                  <a:lnTo>
                    <a:pt x="109" y="22"/>
                  </a:lnTo>
                  <a:lnTo>
                    <a:pt x="111" y="25"/>
                  </a:lnTo>
                  <a:lnTo>
                    <a:pt x="113" y="25"/>
                  </a:lnTo>
                  <a:lnTo>
                    <a:pt x="116" y="25"/>
                  </a:lnTo>
                  <a:lnTo>
                    <a:pt x="117" y="26"/>
                  </a:lnTo>
                  <a:lnTo>
                    <a:pt x="117" y="27"/>
                  </a:lnTo>
                  <a:lnTo>
                    <a:pt x="120" y="30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5" y="30"/>
                  </a:lnTo>
                  <a:lnTo>
                    <a:pt x="128" y="29"/>
                  </a:lnTo>
                  <a:lnTo>
                    <a:pt x="130" y="30"/>
                  </a:lnTo>
                  <a:lnTo>
                    <a:pt x="133" y="30"/>
                  </a:lnTo>
                  <a:lnTo>
                    <a:pt x="134" y="31"/>
                  </a:lnTo>
                  <a:lnTo>
                    <a:pt x="132" y="34"/>
                  </a:lnTo>
                  <a:lnTo>
                    <a:pt x="130" y="38"/>
                  </a:lnTo>
                  <a:lnTo>
                    <a:pt x="130" y="39"/>
                  </a:lnTo>
                  <a:lnTo>
                    <a:pt x="129" y="41"/>
                  </a:lnTo>
                  <a:lnTo>
                    <a:pt x="128" y="46"/>
                  </a:lnTo>
                  <a:lnTo>
                    <a:pt x="128" y="48"/>
                  </a:lnTo>
                  <a:lnTo>
                    <a:pt x="130" y="50"/>
                  </a:lnTo>
                  <a:lnTo>
                    <a:pt x="132" y="52"/>
                  </a:lnTo>
                  <a:lnTo>
                    <a:pt x="128" y="54"/>
                  </a:lnTo>
                  <a:lnTo>
                    <a:pt x="125" y="54"/>
                  </a:lnTo>
                  <a:lnTo>
                    <a:pt x="125" y="51"/>
                  </a:lnTo>
                  <a:lnTo>
                    <a:pt x="123" y="52"/>
                  </a:lnTo>
                  <a:lnTo>
                    <a:pt x="120" y="54"/>
                  </a:lnTo>
                  <a:lnTo>
                    <a:pt x="123" y="55"/>
                  </a:lnTo>
                  <a:lnTo>
                    <a:pt x="124" y="58"/>
                  </a:lnTo>
                  <a:lnTo>
                    <a:pt x="121" y="58"/>
                  </a:lnTo>
                  <a:lnTo>
                    <a:pt x="119" y="62"/>
                  </a:lnTo>
                  <a:lnTo>
                    <a:pt x="117" y="62"/>
                  </a:lnTo>
                  <a:lnTo>
                    <a:pt x="115" y="67"/>
                  </a:lnTo>
                  <a:lnTo>
                    <a:pt x="113" y="71"/>
                  </a:lnTo>
                  <a:lnTo>
                    <a:pt x="113" y="72"/>
                  </a:lnTo>
                  <a:lnTo>
                    <a:pt x="112" y="72"/>
                  </a:lnTo>
                  <a:lnTo>
                    <a:pt x="111" y="73"/>
                  </a:lnTo>
                  <a:lnTo>
                    <a:pt x="111" y="75"/>
                  </a:lnTo>
                  <a:lnTo>
                    <a:pt x="113" y="75"/>
                  </a:lnTo>
                  <a:lnTo>
                    <a:pt x="116" y="75"/>
                  </a:lnTo>
                  <a:lnTo>
                    <a:pt x="116" y="71"/>
                  </a:lnTo>
                  <a:lnTo>
                    <a:pt x="117" y="70"/>
                  </a:lnTo>
                  <a:lnTo>
                    <a:pt x="120" y="70"/>
                  </a:lnTo>
                  <a:lnTo>
                    <a:pt x="121" y="72"/>
                  </a:lnTo>
                  <a:lnTo>
                    <a:pt x="123" y="75"/>
                  </a:lnTo>
                  <a:lnTo>
                    <a:pt x="124" y="76"/>
                  </a:lnTo>
                  <a:lnTo>
                    <a:pt x="124" y="79"/>
                  </a:lnTo>
                  <a:lnTo>
                    <a:pt x="124" y="79"/>
                  </a:lnTo>
                  <a:lnTo>
                    <a:pt x="123" y="79"/>
                  </a:lnTo>
                  <a:lnTo>
                    <a:pt x="124" y="83"/>
                  </a:lnTo>
                  <a:lnTo>
                    <a:pt x="125" y="84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0" y="91"/>
                  </a:lnTo>
                  <a:lnTo>
                    <a:pt x="124" y="93"/>
                  </a:lnTo>
                  <a:lnTo>
                    <a:pt x="124" y="100"/>
                  </a:lnTo>
                  <a:lnTo>
                    <a:pt x="128" y="102"/>
                  </a:lnTo>
                  <a:lnTo>
                    <a:pt x="132" y="102"/>
                  </a:lnTo>
                  <a:lnTo>
                    <a:pt x="129" y="106"/>
                  </a:lnTo>
                  <a:lnTo>
                    <a:pt x="130" y="108"/>
                  </a:lnTo>
                  <a:lnTo>
                    <a:pt x="130" y="109"/>
                  </a:lnTo>
                  <a:lnTo>
                    <a:pt x="123" y="114"/>
                  </a:lnTo>
                  <a:lnTo>
                    <a:pt x="121" y="117"/>
                  </a:lnTo>
                  <a:lnTo>
                    <a:pt x="121" y="118"/>
                  </a:lnTo>
                  <a:lnTo>
                    <a:pt x="119" y="120"/>
                  </a:lnTo>
                  <a:lnTo>
                    <a:pt x="113" y="120"/>
                  </a:lnTo>
                  <a:lnTo>
                    <a:pt x="112" y="118"/>
                  </a:lnTo>
                  <a:lnTo>
                    <a:pt x="104" y="113"/>
                  </a:lnTo>
                  <a:lnTo>
                    <a:pt x="103" y="113"/>
                  </a:lnTo>
                  <a:lnTo>
                    <a:pt x="101" y="114"/>
                  </a:lnTo>
                  <a:lnTo>
                    <a:pt x="99" y="114"/>
                  </a:lnTo>
                  <a:lnTo>
                    <a:pt x="96" y="113"/>
                  </a:lnTo>
                  <a:lnTo>
                    <a:pt x="94" y="113"/>
                  </a:lnTo>
                  <a:lnTo>
                    <a:pt x="92" y="112"/>
                  </a:lnTo>
                  <a:lnTo>
                    <a:pt x="91" y="112"/>
                  </a:lnTo>
                  <a:lnTo>
                    <a:pt x="87" y="116"/>
                  </a:lnTo>
                  <a:lnTo>
                    <a:pt x="84" y="118"/>
                  </a:lnTo>
                  <a:lnTo>
                    <a:pt x="83" y="121"/>
                  </a:lnTo>
                  <a:lnTo>
                    <a:pt x="83" y="125"/>
                  </a:lnTo>
                  <a:lnTo>
                    <a:pt x="83" y="127"/>
                  </a:lnTo>
                  <a:lnTo>
                    <a:pt x="84" y="129"/>
                  </a:lnTo>
                  <a:lnTo>
                    <a:pt x="82" y="129"/>
                  </a:lnTo>
                  <a:lnTo>
                    <a:pt x="78" y="126"/>
                  </a:lnTo>
                  <a:lnTo>
                    <a:pt x="73" y="126"/>
                  </a:lnTo>
                  <a:lnTo>
                    <a:pt x="70" y="125"/>
                  </a:lnTo>
                  <a:lnTo>
                    <a:pt x="66" y="125"/>
                  </a:lnTo>
                  <a:lnTo>
                    <a:pt x="65" y="123"/>
                  </a:lnTo>
                  <a:lnTo>
                    <a:pt x="59" y="125"/>
                  </a:lnTo>
                  <a:lnTo>
                    <a:pt x="57" y="126"/>
                  </a:lnTo>
                  <a:lnTo>
                    <a:pt x="55" y="126"/>
                  </a:lnTo>
                  <a:lnTo>
                    <a:pt x="51" y="126"/>
                  </a:lnTo>
                  <a:lnTo>
                    <a:pt x="49" y="123"/>
                  </a:lnTo>
                  <a:lnTo>
                    <a:pt x="46" y="123"/>
                  </a:lnTo>
                  <a:lnTo>
                    <a:pt x="45" y="122"/>
                  </a:lnTo>
                  <a:lnTo>
                    <a:pt x="40" y="120"/>
                  </a:lnTo>
                  <a:lnTo>
                    <a:pt x="37" y="120"/>
                  </a:lnTo>
                  <a:lnTo>
                    <a:pt x="37" y="118"/>
                  </a:lnTo>
                  <a:lnTo>
                    <a:pt x="36" y="116"/>
                  </a:lnTo>
                  <a:lnTo>
                    <a:pt x="34" y="116"/>
                  </a:lnTo>
                  <a:lnTo>
                    <a:pt x="34" y="116"/>
                  </a:lnTo>
                  <a:lnTo>
                    <a:pt x="33" y="114"/>
                  </a:lnTo>
                  <a:lnTo>
                    <a:pt x="36" y="112"/>
                  </a:lnTo>
                  <a:lnTo>
                    <a:pt x="37" y="105"/>
                  </a:lnTo>
                  <a:lnTo>
                    <a:pt x="38" y="97"/>
                  </a:lnTo>
                  <a:lnTo>
                    <a:pt x="40" y="96"/>
                  </a:lnTo>
                  <a:lnTo>
                    <a:pt x="38" y="95"/>
                  </a:lnTo>
                  <a:lnTo>
                    <a:pt x="37" y="91"/>
                  </a:lnTo>
                  <a:lnTo>
                    <a:pt x="38" y="84"/>
                  </a:lnTo>
                  <a:lnTo>
                    <a:pt x="40" y="84"/>
                  </a:lnTo>
                  <a:lnTo>
                    <a:pt x="42" y="85"/>
                  </a:lnTo>
                  <a:lnTo>
                    <a:pt x="44" y="88"/>
                  </a:lnTo>
                  <a:lnTo>
                    <a:pt x="46" y="91"/>
                  </a:lnTo>
                  <a:lnTo>
                    <a:pt x="44" y="84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0" y="76"/>
                  </a:lnTo>
                  <a:lnTo>
                    <a:pt x="38" y="75"/>
                  </a:lnTo>
                  <a:lnTo>
                    <a:pt x="38" y="72"/>
                  </a:lnTo>
                  <a:lnTo>
                    <a:pt x="36" y="71"/>
                  </a:lnTo>
                  <a:lnTo>
                    <a:pt x="33" y="71"/>
                  </a:lnTo>
                  <a:lnTo>
                    <a:pt x="30" y="67"/>
                  </a:lnTo>
                  <a:lnTo>
                    <a:pt x="28" y="67"/>
                  </a:lnTo>
                  <a:lnTo>
                    <a:pt x="28" y="66"/>
                  </a:lnTo>
                  <a:lnTo>
                    <a:pt x="29" y="63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3" y="59"/>
                  </a:lnTo>
                  <a:lnTo>
                    <a:pt x="32" y="58"/>
                  </a:lnTo>
                  <a:lnTo>
                    <a:pt x="29" y="56"/>
                  </a:lnTo>
                  <a:lnTo>
                    <a:pt x="26" y="59"/>
                  </a:lnTo>
                  <a:lnTo>
                    <a:pt x="25" y="58"/>
                  </a:lnTo>
                  <a:lnTo>
                    <a:pt x="24" y="56"/>
                  </a:lnTo>
                  <a:lnTo>
                    <a:pt x="25" y="54"/>
                  </a:lnTo>
                  <a:lnTo>
                    <a:pt x="24" y="52"/>
                  </a:lnTo>
                  <a:lnTo>
                    <a:pt x="21" y="54"/>
                  </a:lnTo>
                  <a:lnTo>
                    <a:pt x="21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4"/>
                  </a:lnTo>
                  <a:lnTo>
                    <a:pt x="16" y="52"/>
                  </a:lnTo>
                  <a:lnTo>
                    <a:pt x="15" y="52"/>
                  </a:lnTo>
                  <a:lnTo>
                    <a:pt x="13" y="51"/>
                  </a:lnTo>
                  <a:lnTo>
                    <a:pt x="9" y="48"/>
                  </a:lnTo>
                  <a:lnTo>
                    <a:pt x="8" y="50"/>
                  </a:lnTo>
                  <a:lnTo>
                    <a:pt x="7" y="48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4" y="45"/>
                  </a:lnTo>
                  <a:lnTo>
                    <a:pt x="5" y="45"/>
                  </a:lnTo>
                  <a:lnTo>
                    <a:pt x="4" y="43"/>
                  </a:lnTo>
                  <a:lnTo>
                    <a:pt x="3" y="42"/>
                  </a:lnTo>
                  <a:lnTo>
                    <a:pt x="3" y="45"/>
                  </a:lnTo>
                  <a:lnTo>
                    <a:pt x="1" y="42"/>
                  </a:lnTo>
                  <a:lnTo>
                    <a:pt x="3" y="42"/>
                  </a:lnTo>
                  <a:lnTo>
                    <a:pt x="5" y="42"/>
                  </a:lnTo>
                  <a:lnTo>
                    <a:pt x="4" y="42"/>
                  </a:lnTo>
                  <a:lnTo>
                    <a:pt x="3" y="41"/>
                  </a:lnTo>
                  <a:lnTo>
                    <a:pt x="0" y="42"/>
                  </a:lnTo>
                  <a:lnTo>
                    <a:pt x="0" y="39"/>
                  </a:lnTo>
                  <a:lnTo>
                    <a:pt x="1" y="38"/>
                  </a:lnTo>
                  <a:lnTo>
                    <a:pt x="5" y="38"/>
                  </a:lnTo>
                  <a:lnTo>
                    <a:pt x="7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11" y="35"/>
                  </a:lnTo>
                  <a:lnTo>
                    <a:pt x="12" y="37"/>
                  </a:lnTo>
                  <a:lnTo>
                    <a:pt x="15" y="34"/>
                  </a:lnTo>
                  <a:lnTo>
                    <a:pt x="17" y="34"/>
                  </a:lnTo>
                  <a:lnTo>
                    <a:pt x="20" y="34"/>
                  </a:lnTo>
                  <a:lnTo>
                    <a:pt x="22" y="38"/>
                  </a:lnTo>
                  <a:lnTo>
                    <a:pt x="25" y="37"/>
                  </a:lnTo>
                  <a:lnTo>
                    <a:pt x="26" y="37"/>
                  </a:lnTo>
                  <a:lnTo>
                    <a:pt x="28" y="37"/>
                  </a:lnTo>
                  <a:lnTo>
                    <a:pt x="30" y="37"/>
                  </a:lnTo>
                  <a:lnTo>
                    <a:pt x="32" y="37"/>
                  </a:lnTo>
                  <a:lnTo>
                    <a:pt x="36" y="37"/>
                  </a:lnTo>
                  <a:lnTo>
                    <a:pt x="36" y="35"/>
                  </a:lnTo>
                  <a:lnTo>
                    <a:pt x="34" y="33"/>
                  </a:lnTo>
                  <a:lnTo>
                    <a:pt x="34" y="31"/>
                  </a:lnTo>
                  <a:lnTo>
                    <a:pt x="34" y="30"/>
                  </a:lnTo>
                  <a:lnTo>
                    <a:pt x="34" y="29"/>
                  </a:lnTo>
                  <a:lnTo>
                    <a:pt x="30" y="25"/>
                  </a:lnTo>
                  <a:lnTo>
                    <a:pt x="32" y="23"/>
                  </a:lnTo>
                  <a:lnTo>
                    <a:pt x="30" y="21"/>
                  </a:lnTo>
                  <a:lnTo>
                    <a:pt x="32" y="22"/>
                  </a:lnTo>
                  <a:lnTo>
                    <a:pt x="34" y="22"/>
                  </a:lnTo>
                  <a:lnTo>
                    <a:pt x="37" y="21"/>
                  </a:lnTo>
                  <a:lnTo>
                    <a:pt x="38" y="22"/>
                  </a:lnTo>
                  <a:lnTo>
                    <a:pt x="38" y="23"/>
                  </a:lnTo>
                  <a:lnTo>
                    <a:pt x="40" y="25"/>
                  </a:lnTo>
                  <a:lnTo>
                    <a:pt x="40" y="26"/>
                  </a:lnTo>
                  <a:lnTo>
                    <a:pt x="42" y="26"/>
                  </a:lnTo>
                  <a:lnTo>
                    <a:pt x="44" y="26"/>
                  </a:lnTo>
                  <a:lnTo>
                    <a:pt x="49" y="27"/>
                  </a:lnTo>
                  <a:lnTo>
                    <a:pt x="51" y="26"/>
                  </a:lnTo>
                  <a:lnTo>
                    <a:pt x="54" y="25"/>
                  </a:lnTo>
                  <a:lnTo>
                    <a:pt x="53" y="23"/>
                  </a:lnTo>
                  <a:lnTo>
                    <a:pt x="51" y="22"/>
                  </a:lnTo>
                  <a:lnTo>
                    <a:pt x="53" y="21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5" y="17"/>
                  </a:lnTo>
                  <a:lnTo>
                    <a:pt x="65" y="16"/>
                  </a:lnTo>
                  <a:lnTo>
                    <a:pt x="69" y="13"/>
                  </a:lnTo>
                  <a:lnTo>
                    <a:pt x="69" y="8"/>
                  </a:lnTo>
                  <a:lnTo>
                    <a:pt x="69" y="5"/>
                  </a:lnTo>
                  <a:lnTo>
                    <a:pt x="70" y="4"/>
                  </a:lnTo>
                  <a:lnTo>
                    <a:pt x="73" y="1"/>
                  </a:lnTo>
                  <a:lnTo>
                    <a:pt x="74" y="2"/>
                  </a:lnTo>
                  <a:lnTo>
                    <a:pt x="78" y="1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2" name="Freeform 409"/>
            <p:cNvSpPr>
              <a:spLocks/>
            </p:cNvSpPr>
            <p:nvPr/>
          </p:nvSpPr>
          <p:spPr bwMode="auto">
            <a:xfrm>
              <a:off x="6181454" y="3223643"/>
              <a:ext cx="10151" cy="10151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1 h 4"/>
                <a:gd name="T4" fmla="*/ 4 w 4"/>
                <a:gd name="T5" fmla="*/ 3 h 4"/>
                <a:gd name="T6" fmla="*/ 2 w 4"/>
                <a:gd name="T7" fmla="*/ 4 h 4"/>
                <a:gd name="T8" fmla="*/ 0 w 4"/>
                <a:gd name="T9" fmla="*/ 3 h 4"/>
                <a:gd name="T10" fmla="*/ 0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4" y="1"/>
                  </a:lnTo>
                  <a:lnTo>
                    <a:pt x="4" y="3"/>
                  </a:lnTo>
                  <a:lnTo>
                    <a:pt x="2" y="4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3" name="Freeform 410"/>
            <p:cNvSpPr>
              <a:spLocks noEditPoints="1"/>
            </p:cNvSpPr>
            <p:nvPr/>
          </p:nvSpPr>
          <p:spPr bwMode="auto">
            <a:xfrm>
              <a:off x="5950520" y="2815065"/>
              <a:ext cx="345133" cy="385737"/>
            </a:xfrm>
            <a:custGeom>
              <a:avLst/>
              <a:gdLst>
                <a:gd name="T0" fmla="*/ 99 w 136"/>
                <a:gd name="T1" fmla="*/ 141 h 152"/>
                <a:gd name="T2" fmla="*/ 99 w 136"/>
                <a:gd name="T3" fmla="*/ 152 h 152"/>
                <a:gd name="T4" fmla="*/ 83 w 136"/>
                <a:gd name="T5" fmla="*/ 145 h 152"/>
                <a:gd name="T6" fmla="*/ 70 w 136"/>
                <a:gd name="T7" fmla="*/ 137 h 152"/>
                <a:gd name="T8" fmla="*/ 78 w 136"/>
                <a:gd name="T9" fmla="*/ 131 h 152"/>
                <a:gd name="T10" fmla="*/ 95 w 136"/>
                <a:gd name="T11" fmla="*/ 129 h 152"/>
                <a:gd name="T12" fmla="*/ 32 w 136"/>
                <a:gd name="T13" fmla="*/ 87 h 152"/>
                <a:gd name="T14" fmla="*/ 37 w 136"/>
                <a:gd name="T15" fmla="*/ 96 h 152"/>
                <a:gd name="T16" fmla="*/ 35 w 136"/>
                <a:gd name="T17" fmla="*/ 111 h 152"/>
                <a:gd name="T18" fmla="*/ 30 w 136"/>
                <a:gd name="T19" fmla="*/ 115 h 152"/>
                <a:gd name="T20" fmla="*/ 25 w 136"/>
                <a:gd name="T21" fmla="*/ 120 h 152"/>
                <a:gd name="T22" fmla="*/ 24 w 136"/>
                <a:gd name="T23" fmla="*/ 106 h 152"/>
                <a:gd name="T24" fmla="*/ 22 w 136"/>
                <a:gd name="T25" fmla="*/ 99 h 152"/>
                <a:gd name="T26" fmla="*/ 20 w 136"/>
                <a:gd name="T27" fmla="*/ 90 h 152"/>
                <a:gd name="T28" fmla="*/ 20 w 136"/>
                <a:gd name="T29" fmla="*/ 85 h 152"/>
                <a:gd name="T30" fmla="*/ 20 w 136"/>
                <a:gd name="T31" fmla="*/ 87 h 152"/>
                <a:gd name="T32" fmla="*/ 50 w 136"/>
                <a:gd name="T33" fmla="*/ 69 h 152"/>
                <a:gd name="T34" fmla="*/ 42 w 136"/>
                <a:gd name="T35" fmla="*/ 63 h 152"/>
                <a:gd name="T36" fmla="*/ 43 w 136"/>
                <a:gd name="T37" fmla="*/ 61 h 152"/>
                <a:gd name="T38" fmla="*/ 66 w 136"/>
                <a:gd name="T39" fmla="*/ 6 h 152"/>
                <a:gd name="T40" fmla="*/ 78 w 136"/>
                <a:gd name="T41" fmla="*/ 15 h 152"/>
                <a:gd name="T42" fmla="*/ 70 w 136"/>
                <a:gd name="T43" fmla="*/ 23 h 152"/>
                <a:gd name="T44" fmla="*/ 63 w 136"/>
                <a:gd name="T45" fmla="*/ 29 h 152"/>
                <a:gd name="T46" fmla="*/ 63 w 136"/>
                <a:gd name="T47" fmla="*/ 41 h 152"/>
                <a:gd name="T48" fmla="*/ 82 w 136"/>
                <a:gd name="T49" fmla="*/ 57 h 152"/>
                <a:gd name="T50" fmla="*/ 87 w 136"/>
                <a:gd name="T51" fmla="*/ 67 h 152"/>
                <a:gd name="T52" fmla="*/ 97 w 136"/>
                <a:gd name="T53" fmla="*/ 75 h 152"/>
                <a:gd name="T54" fmla="*/ 108 w 136"/>
                <a:gd name="T55" fmla="*/ 78 h 152"/>
                <a:gd name="T56" fmla="*/ 113 w 136"/>
                <a:gd name="T57" fmla="*/ 85 h 152"/>
                <a:gd name="T58" fmla="*/ 134 w 136"/>
                <a:gd name="T59" fmla="*/ 96 h 152"/>
                <a:gd name="T60" fmla="*/ 134 w 136"/>
                <a:gd name="T61" fmla="*/ 106 h 152"/>
                <a:gd name="T62" fmla="*/ 129 w 136"/>
                <a:gd name="T63" fmla="*/ 99 h 152"/>
                <a:gd name="T64" fmla="*/ 120 w 136"/>
                <a:gd name="T65" fmla="*/ 96 h 152"/>
                <a:gd name="T66" fmla="*/ 116 w 136"/>
                <a:gd name="T67" fmla="*/ 104 h 152"/>
                <a:gd name="T68" fmla="*/ 120 w 136"/>
                <a:gd name="T69" fmla="*/ 112 h 152"/>
                <a:gd name="T70" fmla="*/ 118 w 136"/>
                <a:gd name="T71" fmla="*/ 120 h 152"/>
                <a:gd name="T72" fmla="*/ 111 w 136"/>
                <a:gd name="T73" fmla="*/ 135 h 152"/>
                <a:gd name="T74" fmla="*/ 107 w 136"/>
                <a:gd name="T75" fmla="*/ 129 h 152"/>
                <a:gd name="T76" fmla="*/ 109 w 136"/>
                <a:gd name="T77" fmla="*/ 123 h 152"/>
                <a:gd name="T78" fmla="*/ 108 w 136"/>
                <a:gd name="T79" fmla="*/ 111 h 152"/>
                <a:gd name="T80" fmla="*/ 100 w 136"/>
                <a:gd name="T81" fmla="*/ 102 h 152"/>
                <a:gd name="T82" fmla="*/ 96 w 136"/>
                <a:gd name="T83" fmla="*/ 95 h 152"/>
                <a:gd name="T84" fmla="*/ 88 w 136"/>
                <a:gd name="T85" fmla="*/ 91 h 152"/>
                <a:gd name="T86" fmla="*/ 79 w 136"/>
                <a:gd name="T87" fmla="*/ 85 h 152"/>
                <a:gd name="T88" fmla="*/ 70 w 136"/>
                <a:gd name="T89" fmla="*/ 83 h 152"/>
                <a:gd name="T90" fmla="*/ 57 w 136"/>
                <a:gd name="T91" fmla="*/ 67 h 152"/>
                <a:gd name="T92" fmla="*/ 45 w 136"/>
                <a:gd name="T93" fmla="*/ 60 h 152"/>
                <a:gd name="T94" fmla="*/ 39 w 136"/>
                <a:gd name="T95" fmla="*/ 48 h 152"/>
                <a:gd name="T96" fmla="*/ 25 w 136"/>
                <a:gd name="T97" fmla="*/ 40 h 152"/>
                <a:gd name="T98" fmla="*/ 9 w 136"/>
                <a:gd name="T99" fmla="*/ 46 h 152"/>
                <a:gd name="T100" fmla="*/ 0 w 136"/>
                <a:gd name="T101" fmla="*/ 31 h 152"/>
                <a:gd name="T102" fmla="*/ 3 w 136"/>
                <a:gd name="T103" fmla="*/ 19 h 152"/>
                <a:gd name="T104" fmla="*/ 18 w 136"/>
                <a:gd name="T105" fmla="*/ 10 h 152"/>
                <a:gd name="T106" fmla="*/ 29 w 136"/>
                <a:gd name="T107" fmla="*/ 15 h 152"/>
                <a:gd name="T108" fmla="*/ 38 w 136"/>
                <a:gd name="T109" fmla="*/ 10 h 152"/>
                <a:gd name="T110" fmla="*/ 54 w 136"/>
                <a:gd name="T111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6" h="152">
                  <a:moveTo>
                    <a:pt x="101" y="128"/>
                  </a:moveTo>
                  <a:lnTo>
                    <a:pt x="104" y="131"/>
                  </a:lnTo>
                  <a:lnTo>
                    <a:pt x="103" y="133"/>
                  </a:lnTo>
                  <a:lnTo>
                    <a:pt x="101" y="136"/>
                  </a:lnTo>
                  <a:lnTo>
                    <a:pt x="99" y="141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0" y="148"/>
                  </a:lnTo>
                  <a:lnTo>
                    <a:pt x="100" y="152"/>
                  </a:lnTo>
                  <a:lnTo>
                    <a:pt x="99" y="152"/>
                  </a:lnTo>
                  <a:lnTo>
                    <a:pt x="92" y="149"/>
                  </a:lnTo>
                  <a:lnTo>
                    <a:pt x="92" y="148"/>
                  </a:lnTo>
                  <a:lnTo>
                    <a:pt x="89" y="146"/>
                  </a:lnTo>
                  <a:lnTo>
                    <a:pt x="88" y="146"/>
                  </a:lnTo>
                  <a:lnTo>
                    <a:pt x="83" y="145"/>
                  </a:lnTo>
                  <a:lnTo>
                    <a:pt x="82" y="142"/>
                  </a:lnTo>
                  <a:lnTo>
                    <a:pt x="79" y="141"/>
                  </a:lnTo>
                  <a:lnTo>
                    <a:pt x="75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0" y="133"/>
                  </a:lnTo>
                  <a:lnTo>
                    <a:pt x="72" y="132"/>
                  </a:lnTo>
                  <a:lnTo>
                    <a:pt x="74" y="132"/>
                  </a:lnTo>
                  <a:lnTo>
                    <a:pt x="75" y="132"/>
                  </a:lnTo>
                  <a:lnTo>
                    <a:pt x="78" y="131"/>
                  </a:lnTo>
                  <a:lnTo>
                    <a:pt x="80" y="133"/>
                  </a:lnTo>
                  <a:lnTo>
                    <a:pt x="83" y="133"/>
                  </a:lnTo>
                  <a:lnTo>
                    <a:pt x="87" y="132"/>
                  </a:lnTo>
                  <a:lnTo>
                    <a:pt x="92" y="132"/>
                  </a:lnTo>
                  <a:lnTo>
                    <a:pt x="95" y="129"/>
                  </a:lnTo>
                  <a:lnTo>
                    <a:pt x="97" y="131"/>
                  </a:lnTo>
                  <a:lnTo>
                    <a:pt x="99" y="131"/>
                  </a:lnTo>
                  <a:lnTo>
                    <a:pt x="101" y="128"/>
                  </a:lnTo>
                  <a:close/>
                  <a:moveTo>
                    <a:pt x="30" y="86"/>
                  </a:moveTo>
                  <a:lnTo>
                    <a:pt x="32" y="87"/>
                  </a:lnTo>
                  <a:lnTo>
                    <a:pt x="33" y="87"/>
                  </a:lnTo>
                  <a:lnTo>
                    <a:pt x="34" y="90"/>
                  </a:lnTo>
                  <a:lnTo>
                    <a:pt x="35" y="91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4" y="98"/>
                  </a:lnTo>
                  <a:lnTo>
                    <a:pt x="37" y="100"/>
                  </a:lnTo>
                  <a:lnTo>
                    <a:pt x="35" y="104"/>
                  </a:lnTo>
                  <a:lnTo>
                    <a:pt x="37" y="110"/>
                  </a:lnTo>
                  <a:lnTo>
                    <a:pt x="35" y="111"/>
                  </a:lnTo>
                  <a:lnTo>
                    <a:pt x="35" y="115"/>
                  </a:lnTo>
                  <a:lnTo>
                    <a:pt x="35" y="116"/>
                  </a:lnTo>
                  <a:lnTo>
                    <a:pt x="34" y="116"/>
                  </a:lnTo>
                  <a:lnTo>
                    <a:pt x="33" y="115"/>
                  </a:lnTo>
                  <a:lnTo>
                    <a:pt x="30" y="115"/>
                  </a:lnTo>
                  <a:lnTo>
                    <a:pt x="29" y="116"/>
                  </a:lnTo>
                  <a:lnTo>
                    <a:pt x="29" y="119"/>
                  </a:lnTo>
                  <a:lnTo>
                    <a:pt x="28" y="120"/>
                  </a:lnTo>
                  <a:lnTo>
                    <a:pt x="26" y="120"/>
                  </a:lnTo>
                  <a:lnTo>
                    <a:pt x="25" y="120"/>
                  </a:lnTo>
                  <a:lnTo>
                    <a:pt x="24" y="119"/>
                  </a:lnTo>
                  <a:lnTo>
                    <a:pt x="22" y="113"/>
                  </a:lnTo>
                  <a:lnTo>
                    <a:pt x="21" y="112"/>
                  </a:lnTo>
                  <a:lnTo>
                    <a:pt x="22" y="108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1" y="104"/>
                  </a:lnTo>
                  <a:lnTo>
                    <a:pt x="21" y="103"/>
                  </a:lnTo>
                  <a:lnTo>
                    <a:pt x="22" y="102"/>
                  </a:lnTo>
                  <a:lnTo>
                    <a:pt x="22" y="99"/>
                  </a:lnTo>
                  <a:lnTo>
                    <a:pt x="21" y="98"/>
                  </a:lnTo>
                  <a:lnTo>
                    <a:pt x="21" y="96"/>
                  </a:lnTo>
                  <a:lnTo>
                    <a:pt x="18" y="94"/>
                  </a:lnTo>
                  <a:lnTo>
                    <a:pt x="20" y="92"/>
                  </a:lnTo>
                  <a:lnTo>
                    <a:pt x="20" y="90"/>
                  </a:lnTo>
                  <a:lnTo>
                    <a:pt x="22" y="91"/>
                  </a:lnTo>
                  <a:lnTo>
                    <a:pt x="24" y="91"/>
                  </a:lnTo>
                  <a:lnTo>
                    <a:pt x="28" y="86"/>
                  </a:lnTo>
                  <a:lnTo>
                    <a:pt x="30" y="86"/>
                  </a:lnTo>
                  <a:close/>
                  <a:moveTo>
                    <a:pt x="20" y="85"/>
                  </a:moveTo>
                  <a:lnTo>
                    <a:pt x="21" y="86"/>
                  </a:lnTo>
                  <a:lnTo>
                    <a:pt x="20" y="87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7"/>
                  </a:lnTo>
                  <a:lnTo>
                    <a:pt x="20" y="86"/>
                  </a:lnTo>
                  <a:lnTo>
                    <a:pt x="20" y="85"/>
                  </a:lnTo>
                  <a:close/>
                  <a:moveTo>
                    <a:pt x="50" y="69"/>
                  </a:moveTo>
                  <a:lnTo>
                    <a:pt x="51" y="70"/>
                  </a:lnTo>
                  <a:lnTo>
                    <a:pt x="50" y="69"/>
                  </a:lnTo>
                  <a:lnTo>
                    <a:pt x="50" y="69"/>
                  </a:lnTo>
                  <a:close/>
                  <a:moveTo>
                    <a:pt x="43" y="61"/>
                  </a:moveTo>
                  <a:lnTo>
                    <a:pt x="45" y="62"/>
                  </a:lnTo>
                  <a:lnTo>
                    <a:pt x="45" y="63"/>
                  </a:lnTo>
                  <a:lnTo>
                    <a:pt x="42" y="63"/>
                  </a:lnTo>
                  <a:lnTo>
                    <a:pt x="41" y="63"/>
                  </a:lnTo>
                  <a:lnTo>
                    <a:pt x="39" y="63"/>
                  </a:lnTo>
                  <a:lnTo>
                    <a:pt x="39" y="62"/>
                  </a:lnTo>
                  <a:lnTo>
                    <a:pt x="42" y="61"/>
                  </a:lnTo>
                  <a:lnTo>
                    <a:pt x="43" y="61"/>
                  </a:lnTo>
                  <a:close/>
                  <a:moveTo>
                    <a:pt x="54" y="0"/>
                  </a:moveTo>
                  <a:lnTo>
                    <a:pt x="57" y="0"/>
                  </a:lnTo>
                  <a:lnTo>
                    <a:pt x="60" y="0"/>
                  </a:lnTo>
                  <a:lnTo>
                    <a:pt x="60" y="3"/>
                  </a:lnTo>
                  <a:lnTo>
                    <a:pt x="66" y="6"/>
                  </a:lnTo>
                  <a:lnTo>
                    <a:pt x="74" y="7"/>
                  </a:lnTo>
                  <a:lnTo>
                    <a:pt x="78" y="7"/>
                  </a:lnTo>
                  <a:lnTo>
                    <a:pt x="79" y="8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6" y="16"/>
                  </a:lnTo>
                  <a:lnTo>
                    <a:pt x="76" y="21"/>
                  </a:lnTo>
                  <a:lnTo>
                    <a:pt x="74" y="20"/>
                  </a:lnTo>
                  <a:lnTo>
                    <a:pt x="72" y="21"/>
                  </a:lnTo>
                  <a:lnTo>
                    <a:pt x="70" y="23"/>
                  </a:lnTo>
                  <a:lnTo>
                    <a:pt x="67" y="23"/>
                  </a:lnTo>
                  <a:lnTo>
                    <a:pt x="66" y="25"/>
                  </a:lnTo>
                  <a:lnTo>
                    <a:pt x="63" y="25"/>
                  </a:lnTo>
                  <a:lnTo>
                    <a:pt x="62" y="27"/>
                  </a:lnTo>
                  <a:lnTo>
                    <a:pt x="63" y="29"/>
                  </a:lnTo>
                  <a:lnTo>
                    <a:pt x="64" y="32"/>
                  </a:lnTo>
                  <a:lnTo>
                    <a:pt x="63" y="35"/>
                  </a:lnTo>
                  <a:lnTo>
                    <a:pt x="62" y="35"/>
                  </a:lnTo>
                  <a:lnTo>
                    <a:pt x="63" y="38"/>
                  </a:lnTo>
                  <a:lnTo>
                    <a:pt x="63" y="41"/>
                  </a:lnTo>
                  <a:lnTo>
                    <a:pt x="64" y="44"/>
                  </a:lnTo>
                  <a:lnTo>
                    <a:pt x="70" y="46"/>
                  </a:lnTo>
                  <a:lnTo>
                    <a:pt x="72" y="48"/>
                  </a:lnTo>
                  <a:lnTo>
                    <a:pt x="74" y="49"/>
                  </a:lnTo>
                  <a:lnTo>
                    <a:pt x="82" y="57"/>
                  </a:lnTo>
                  <a:lnTo>
                    <a:pt x="82" y="60"/>
                  </a:lnTo>
                  <a:lnTo>
                    <a:pt x="83" y="60"/>
                  </a:lnTo>
                  <a:lnTo>
                    <a:pt x="83" y="62"/>
                  </a:lnTo>
                  <a:lnTo>
                    <a:pt x="84" y="65"/>
                  </a:lnTo>
                  <a:lnTo>
                    <a:pt x="87" y="67"/>
                  </a:lnTo>
                  <a:lnTo>
                    <a:pt x="88" y="70"/>
                  </a:lnTo>
                  <a:lnTo>
                    <a:pt x="92" y="73"/>
                  </a:lnTo>
                  <a:lnTo>
                    <a:pt x="93" y="74"/>
                  </a:lnTo>
                  <a:lnTo>
                    <a:pt x="96" y="74"/>
                  </a:lnTo>
                  <a:lnTo>
                    <a:pt x="97" y="75"/>
                  </a:lnTo>
                  <a:lnTo>
                    <a:pt x="103" y="75"/>
                  </a:lnTo>
                  <a:lnTo>
                    <a:pt x="104" y="75"/>
                  </a:lnTo>
                  <a:lnTo>
                    <a:pt x="107" y="75"/>
                  </a:lnTo>
                  <a:lnTo>
                    <a:pt x="109" y="77"/>
                  </a:lnTo>
                  <a:lnTo>
                    <a:pt x="108" y="78"/>
                  </a:lnTo>
                  <a:lnTo>
                    <a:pt x="105" y="81"/>
                  </a:lnTo>
                  <a:lnTo>
                    <a:pt x="105" y="81"/>
                  </a:lnTo>
                  <a:lnTo>
                    <a:pt x="107" y="83"/>
                  </a:lnTo>
                  <a:lnTo>
                    <a:pt x="109" y="83"/>
                  </a:lnTo>
                  <a:lnTo>
                    <a:pt x="113" y="85"/>
                  </a:lnTo>
                  <a:lnTo>
                    <a:pt x="122" y="88"/>
                  </a:lnTo>
                  <a:lnTo>
                    <a:pt x="126" y="91"/>
                  </a:lnTo>
                  <a:lnTo>
                    <a:pt x="129" y="94"/>
                  </a:lnTo>
                  <a:lnTo>
                    <a:pt x="133" y="95"/>
                  </a:lnTo>
                  <a:lnTo>
                    <a:pt x="134" y="96"/>
                  </a:lnTo>
                  <a:lnTo>
                    <a:pt x="136" y="98"/>
                  </a:lnTo>
                  <a:lnTo>
                    <a:pt x="136" y="102"/>
                  </a:lnTo>
                  <a:lnTo>
                    <a:pt x="134" y="103"/>
                  </a:lnTo>
                  <a:lnTo>
                    <a:pt x="134" y="104"/>
                  </a:lnTo>
                  <a:lnTo>
                    <a:pt x="134" y="106"/>
                  </a:lnTo>
                  <a:lnTo>
                    <a:pt x="134" y="106"/>
                  </a:lnTo>
                  <a:lnTo>
                    <a:pt x="132" y="104"/>
                  </a:lnTo>
                  <a:lnTo>
                    <a:pt x="130" y="103"/>
                  </a:lnTo>
                  <a:lnTo>
                    <a:pt x="129" y="100"/>
                  </a:lnTo>
                  <a:lnTo>
                    <a:pt x="129" y="99"/>
                  </a:lnTo>
                  <a:lnTo>
                    <a:pt x="128" y="98"/>
                  </a:lnTo>
                  <a:lnTo>
                    <a:pt x="124" y="98"/>
                  </a:lnTo>
                  <a:lnTo>
                    <a:pt x="124" y="96"/>
                  </a:lnTo>
                  <a:lnTo>
                    <a:pt x="121" y="96"/>
                  </a:lnTo>
                  <a:lnTo>
                    <a:pt x="120" y="96"/>
                  </a:lnTo>
                  <a:lnTo>
                    <a:pt x="118" y="96"/>
                  </a:lnTo>
                  <a:lnTo>
                    <a:pt x="117" y="99"/>
                  </a:lnTo>
                  <a:lnTo>
                    <a:pt x="116" y="102"/>
                  </a:lnTo>
                  <a:lnTo>
                    <a:pt x="116" y="103"/>
                  </a:lnTo>
                  <a:lnTo>
                    <a:pt x="116" y="104"/>
                  </a:lnTo>
                  <a:lnTo>
                    <a:pt x="114" y="106"/>
                  </a:lnTo>
                  <a:lnTo>
                    <a:pt x="114" y="107"/>
                  </a:lnTo>
                  <a:lnTo>
                    <a:pt x="114" y="108"/>
                  </a:lnTo>
                  <a:lnTo>
                    <a:pt x="117" y="108"/>
                  </a:lnTo>
                  <a:lnTo>
                    <a:pt x="120" y="112"/>
                  </a:lnTo>
                  <a:lnTo>
                    <a:pt x="121" y="113"/>
                  </a:lnTo>
                  <a:lnTo>
                    <a:pt x="121" y="116"/>
                  </a:lnTo>
                  <a:lnTo>
                    <a:pt x="121" y="117"/>
                  </a:lnTo>
                  <a:lnTo>
                    <a:pt x="120" y="119"/>
                  </a:lnTo>
                  <a:lnTo>
                    <a:pt x="118" y="120"/>
                  </a:lnTo>
                  <a:lnTo>
                    <a:pt x="116" y="121"/>
                  </a:lnTo>
                  <a:lnTo>
                    <a:pt x="116" y="127"/>
                  </a:lnTo>
                  <a:lnTo>
                    <a:pt x="113" y="129"/>
                  </a:lnTo>
                  <a:lnTo>
                    <a:pt x="112" y="132"/>
                  </a:lnTo>
                  <a:lnTo>
                    <a:pt x="111" y="135"/>
                  </a:lnTo>
                  <a:lnTo>
                    <a:pt x="108" y="135"/>
                  </a:lnTo>
                  <a:lnTo>
                    <a:pt x="105" y="132"/>
                  </a:lnTo>
                  <a:lnTo>
                    <a:pt x="105" y="131"/>
                  </a:lnTo>
                  <a:lnTo>
                    <a:pt x="105" y="129"/>
                  </a:lnTo>
                  <a:lnTo>
                    <a:pt x="107" y="129"/>
                  </a:lnTo>
                  <a:lnTo>
                    <a:pt x="108" y="127"/>
                  </a:lnTo>
                  <a:lnTo>
                    <a:pt x="108" y="125"/>
                  </a:lnTo>
                  <a:lnTo>
                    <a:pt x="108" y="123"/>
                  </a:lnTo>
                  <a:lnTo>
                    <a:pt x="109" y="123"/>
                  </a:lnTo>
                  <a:lnTo>
                    <a:pt x="109" y="123"/>
                  </a:lnTo>
                  <a:lnTo>
                    <a:pt x="111" y="120"/>
                  </a:lnTo>
                  <a:lnTo>
                    <a:pt x="111" y="119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08" y="111"/>
                  </a:lnTo>
                  <a:lnTo>
                    <a:pt x="107" y="107"/>
                  </a:lnTo>
                  <a:lnTo>
                    <a:pt x="105" y="103"/>
                  </a:lnTo>
                  <a:lnTo>
                    <a:pt x="104" y="102"/>
                  </a:lnTo>
                  <a:lnTo>
                    <a:pt x="103" y="103"/>
                  </a:lnTo>
                  <a:lnTo>
                    <a:pt x="100" y="102"/>
                  </a:lnTo>
                  <a:lnTo>
                    <a:pt x="99" y="100"/>
                  </a:lnTo>
                  <a:lnTo>
                    <a:pt x="96" y="100"/>
                  </a:lnTo>
                  <a:lnTo>
                    <a:pt x="95" y="99"/>
                  </a:lnTo>
                  <a:lnTo>
                    <a:pt x="96" y="98"/>
                  </a:lnTo>
                  <a:lnTo>
                    <a:pt x="96" y="95"/>
                  </a:lnTo>
                  <a:lnTo>
                    <a:pt x="95" y="94"/>
                  </a:lnTo>
                  <a:lnTo>
                    <a:pt x="92" y="94"/>
                  </a:lnTo>
                  <a:lnTo>
                    <a:pt x="91" y="94"/>
                  </a:lnTo>
                  <a:lnTo>
                    <a:pt x="91" y="92"/>
                  </a:lnTo>
                  <a:lnTo>
                    <a:pt x="88" y="91"/>
                  </a:lnTo>
                  <a:lnTo>
                    <a:pt x="87" y="92"/>
                  </a:lnTo>
                  <a:lnTo>
                    <a:pt x="85" y="91"/>
                  </a:lnTo>
                  <a:lnTo>
                    <a:pt x="83" y="86"/>
                  </a:lnTo>
                  <a:lnTo>
                    <a:pt x="80" y="86"/>
                  </a:lnTo>
                  <a:lnTo>
                    <a:pt x="79" y="85"/>
                  </a:lnTo>
                  <a:lnTo>
                    <a:pt x="76" y="86"/>
                  </a:lnTo>
                  <a:lnTo>
                    <a:pt x="75" y="86"/>
                  </a:lnTo>
                  <a:lnTo>
                    <a:pt x="74" y="85"/>
                  </a:lnTo>
                  <a:lnTo>
                    <a:pt x="72" y="83"/>
                  </a:lnTo>
                  <a:lnTo>
                    <a:pt x="70" y="83"/>
                  </a:lnTo>
                  <a:lnTo>
                    <a:pt x="66" y="79"/>
                  </a:lnTo>
                  <a:lnTo>
                    <a:pt x="60" y="73"/>
                  </a:lnTo>
                  <a:lnTo>
                    <a:pt x="59" y="73"/>
                  </a:lnTo>
                  <a:lnTo>
                    <a:pt x="58" y="70"/>
                  </a:lnTo>
                  <a:lnTo>
                    <a:pt x="57" y="67"/>
                  </a:lnTo>
                  <a:lnTo>
                    <a:pt x="53" y="67"/>
                  </a:lnTo>
                  <a:lnTo>
                    <a:pt x="53" y="66"/>
                  </a:lnTo>
                  <a:lnTo>
                    <a:pt x="50" y="62"/>
                  </a:lnTo>
                  <a:lnTo>
                    <a:pt x="47" y="61"/>
                  </a:lnTo>
                  <a:lnTo>
                    <a:pt x="45" y="60"/>
                  </a:lnTo>
                  <a:lnTo>
                    <a:pt x="45" y="56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1" y="49"/>
                  </a:lnTo>
                  <a:lnTo>
                    <a:pt x="39" y="48"/>
                  </a:lnTo>
                  <a:lnTo>
                    <a:pt x="39" y="46"/>
                  </a:lnTo>
                  <a:lnTo>
                    <a:pt x="38" y="44"/>
                  </a:lnTo>
                  <a:lnTo>
                    <a:pt x="34" y="42"/>
                  </a:lnTo>
                  <a:lnTo>
                    <a:pt x="33" y="41"/>
                  </a:lnTo>
                  <a:lnTo>
                    <a:pt x="25" y="40"/>
                  </a:lnTo>
                  <a:lnTo>
                    <a:pt x="17" y="42"/>
                  </a:lnTo>
                  <a:lnTo>
                    <a:pt x="17" y="45"/>
                  </a:lnTo>
                  <a:lnTo>
                    <a:pt x="16" y="48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12" y="42"/>
                  </a:lnTo>
                  <a:lnTo>
                    <a:pt x="8" y="42"/>
                  </a:lnTo>
                  <a:lnTo>
                    <a:pt x="4" y="40"/>
                  </a:lnTo>
                  <a:lnTo>
                    <a:pt x="4" y="33"/>
                  </a:lnTo>
                  <a:lnTo>
                    <a:pt x="0" y="31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5" y="24"/>
                  </a:lnTo>
                  <a:lnTo>
                    <a:pt x="4" y="23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6" y="19"/>
                  </a:lnTo>
                  <a:lnTo>
                    <a:pt x="12" y="16"/>
                  </a:lnTo>
                  <a:lnTo>
                    <a:pt x="14" y="17"/>
                  </a:lnTo>
                  <a:lnTo>
                    <a:pt x="18" y="10"/>
                  </a:lnTo>
                  <a:lnTo>
                    <a:pt x="21" y="11"/>
                  </a:lnTo>
                  <a:lnTo>
                    <a:pt x="21" y="15"/>
                  </a:lnTo>
                  <a:lnTo>
                    <a:pt x="25" y="16"/>
                  </a:lnTo>
                  <a:lnTo>
                    <a:pt x="26" y="19"/>
                  </a:lnTo>
                  <a:lnTo>
                    <a:pt x="29" y="15"/>
                  </a:lnTo>
                  <a:lnTo>
                    <a:pt x="29" y="11"/>
                  </a:lnTo>
                  <a:lnTo>
                    <a:pt x="34" y="12"/>
                  </a:lnTo>
                  <a:lnTo>
                    <a:pt x="35" y="12"/>
                  </a:lnTo>
                  <a:lnTo>
                    <a:pt x="38" y="13"/>
                  </a:lnTo>
                  <a:lnTo>
                    <a:pt x="38" y="10"/>
                  </a:lnTo>
                  <a:lnTo>
                    <a:pt x="43" y="8"/>
                  </a:lnTo>
                  <a:lnTo>
                    <a:pt x="42" y="4"/>
                  </a:lnTo>
                  <a:lnTo>
                    <a:pt x="45" y="2"/>
                  </a:lnTo>
                  <a:lnTo>
                    <a:pt x="49" y="3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4" name="Freeform 411"/>
            <p:cNvSpPr>
              <a:spLocks noEditPoints="1"/>
            </p:cNvSpPr>
            <p:nvPr/>
          </p:nvSpPr>
          <p:spPr bwMode="auto">
            <a:xfrm>
              <a:off x="5519104" y="2939415"/>
              <a:ext cx="370511" cy="276615"/>
            </a:xfrm>
            <a:custGeom>
              <a:avLst/>
              <a:gdLst>
                <a:gd name="T0" fmla="*/ 120 w 146"/>
                <a:gd name="T1" fmla="*/ 71 h 109"/>
                <a:gd name="T2" fmla="*/ 117 w 146"/>
                <a:gd name="T3" fmla="*/ 68 h 109"/>
                <a:gd name="T4" fmla="*/ 134 w 146"/>
                <a:gd name="T5" fmla="*/ 59 h 109"/>
                <a:gd name="T6" fmla="*/ 133 w 146"/>
                <a:gd name="T7" fmla="*/ 64 h 109"/>
                <a:gd name="T8" fmla="*/ 129 w 146"/>
                <a:gd name="T9" fmla="*/ 61 h 109"/>
                <a:gd name="T10" fmla="*/ 146 w 146"/>
                <a:gd name="T11" fmla="*/ 57 h 109"/>
                <a:gd name="T12" fmla="*/ 140 w 146"/>
                <a:gd name="T13" fmla="*/ 57 h 109"/>
                <a:gd name="T14" fmla="*/ 17 w 146"/>
                <a:gd name="T15" fmla="*/ 0 h 109"/>
                <a:gd name="T16" fmla="*/ 25 w 146"/>
                <a:gd name="T17" fmla="*/ 1 h 109"/>
                <a:gd name="T18" fmla="*/ 33 w 146"/>
                <a:gd name="T19" fmla="*/ 1 h 109"/>
                <a:gd name="T20" fmla="*/ 41 w 146"/>
                <a:gd name="T21" fmla="*/ 3 h 109"/>
                <a:gd name="T22" fmla="*/ 59 w 146"/>
                <a:gd name="T23" fmla="*/ 3 h 109"/>
                <a:gd name="T24" fmla="*/ 69 w 146"/>
                <a:gd name="T25" fmla="*/ 5 h 109"/>
                <a:gd name="T26" fmla="*/ 79 w 146"/>
                <a:gd name="T27" fmla="*/ 8 h 109"/>
                <a:gd name="T28" fmla="*/ 83 w 146"/>
                <a:gd name="T29" fmla="*/ 5 h 109"/>
                <a:gd name="T30" fmla="*/ 86 w 146"/>
                <a:gd name="T31" fmla="*/ 7 h 109"/>
                <a:gd name="T32" fmla="*/ 90 w 146"/>
                <a:gd name="T33" fmla="*/ 11 h 109"/>
                <a:gd name="T34" fmla="*/ 99 w 146"/>
                <a:gd name="T35" fmla="*/ 14 h 109"/>
                <a:gd name="T36" fmla="*/ 107 w 146"/>
                <a:gd name="T37" fmla="*/ 17 h 109"/>
                <a:gd name="T38" fmla="*/ 116 w 146"/>
                <a:gd name="T39" fmla="*/ 16 h 109"/>
                <a:gd name="T40" fmla="*/ 128 w 146"/>
                <a:gd name="T41" fmla="*/ 17 h 109"/>
                <a:gd name="T42" fmla="*/ 134 w 146"/>
                <a:gd name="T43" fmla="*/ 21 h 109"/>
                <a:gd name="T44" fmla="*/ 132 w 146"/>
                <a:gd name="T45" fmla="*/ 29 h 109"/>
                <a:gd name="T46" fmla="*/ 125 w 146"/>
                <a:gd name="T47" fmla="*/ 37 h 109"/>
                <a:gd name="T48" fmla="*/ 113 w 146"/>
                <a:gd name="T49" fmla="*/ 41 h 109"/>
                <a:gd name="T50" fmla="*/ 112 w 146"/>
                <a:gd name="T51" fmla="*/ 46 h 109"/>
                <a:gd name="T52" fmla="*/ 109 w 146"/>
                <a:gd name="T53" fmla="*/ 46 h 109"/>
                <a:gd name="T54" fmla="*/ 103 w 146"/>
                <a:gd name="T55" fmla="*/ 53 h 109"/>
                <a:gd name="T56" fmla="*/ 99 w 146"/>
                <a:gd name="T57" fmla="*/ 64 h 109"/>
                <a:gd name="T58" fmla="*/ 104 w 146"/>
                <a:gd name="T59" fmla="*/ 72 h 109"/>
                <a:gd name="T60" fmla="*/ 97 w 146"/>
                <a:gd name="T61" fmla="*/ 79 h 109"/>
                <a:gd name="T62" fmla="*/ 95 w 146"/>
                <a:gd name="T63" fmla="*/ 88 h 109"/>
                <a:gd name="T64" fmla="*/ 82 w 146"/>
                <a:gd name="T65" fmla="*/ 93 h 109"/>
                <a:gd name="T66" fmla="*/ 76 w 146"/>
                <a:gd name="T67" fmla="*/ 99 h 109"/>
                <a:gd name="T68" fmla="*/ 71 w 146"/>
                <a:gd name="T69" fmla="*/ 100 h 109"/>
                <a:gd name="T70" fmla="*/ 67 w 146"/>
                <a:gd name="T71" fmla="*/ 100 h 109"/>
                <a:gd name="T72" fmla="*/ 57 w 146"/>
                <a:gd name="T73" fmla="*/ 100 h 109"/>
                <a:gd name="T74" fmla="*/ 45 w 146"/>
                <a:gd name="T75" fmla="*/ 104 h 109"/>
                <a:gd name="T76" fmla="*/ 40 w 146"/>
                <a:gd name="T77" fmla="*/ 109 h 109"/>
                <a:gd name="T78" fmla="*/ 29 w 146"/>
                <a:gd name="T79" fmla="*/ 100 h 109"/>
                <a:gd name="T80" fmla="*/ 21 w 146"/>
                <a:gd name="T81" fmla="*/ 93 h 109"/>
                <a:gd name="T82" fmla="*/ 17 w 146"/>
                <a:gd name="T83" fmla="*/ 88 h 109"/>
                <a:gd name="T84" fmla="*/ 24 w 146"/>
                <a:gd name="T85" fmla="*/ 78 h 109"/>
                <a:gd name="T86" fmla="*/ 24 w 146"/>
                <a:gd name="T87" fmla="*/ 71 h 109"/>
                <a:gd name="T88" fmla="*/ 17 w 146"/>
                <a:gd name="T89" fmla="*/ 59 h 109"/>
                <a:gd name="T90" fmla="*/ 25 w 146"/>
                <a:gd name="T91" fmla="*/ 54 h 109"/>
                <a:gd name="T92" fmla="*/ 26 w 146"/>
                <a:gd name="T93" fmla="*/ 42 h 109"/>
                <a:gd name="T94" fmla="*/ 32 w 146"/>
                <a:gd name="T95" fmla="*/ 34 h 109"/>
                <a:gd name="T96" fmla="*/ 29 w 146"/>
                <a:gd name="T97" fmla="*/ 26 h 109"/>
                <a:gd name="T98" fmla="*/ 16 w 146"/>
                <a:gd name="T99" fmla="*/ 26 h 109"/>
                <a:gd name="T100" fmla="*/ 11 w 146"/>
                <a:gd name="T101" fmla="*/ 24 h 109"/>
                <a:gd name="T102" fmla="*/ 4 w 146"/>
                <a:gd name="T103" fmla="*/ 24 h 109"/>
                <a:gd name="T104" fmla="*/ 5 w 146"/>
                <a:gd name="T105" fmla="*/ 20 h 109"/>
                <a:gd name="T106" fmla="*/ 3 w 146"/>
                <a:gd name="T107" fmla="*/ 17 h 109"/>
                <a:gd name="T108" fmla="*/ 3 w 146"/>
                <a:gd name="T109" fmla="*/ 13 h 109"/>
                <a:gd name="T110" fmla="*/ 0 w 146"/>
                <a:gd name="T111" fmla="*/ 11 h 109"/>
                <a:gd name="T112" fmla="*/ 7 w 146"/>
                <a:gd name="T113" fmla="*/ 7 h 109"/>
                <a:gd name="T114" fmla="*/ 11 w 146"/>
                <a:gd name="T115" fmla="*/ 4 h 109"/>
                <a:gd name="T116" fmla="*/ 16 w 146"/>
                <a:gd name="T11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6" h="109">
                  <a:moveTo>
                    <a:pt x="120" y="67"/>
                  </a:moveTo>
                  <a:lnTo>
                    <a:pt x="121" y="70"/>
                  </a:lnTo>
                  <a:lnTo>
                    <a:pt x="120" y="71"/>
                  </a:lnTo>
                  <a:lnTo>
                    <a:pt x="119" y="72"/>
                  </a:lnTo>
                  <a:lnTo>
                    <a:pt x="117" y="71"/>
                  </a:lnTo>
                  <a:lnTo>
                    <a:pt x="117" y="68"/>
                  </a:lnTo>
                  <a:lnTo>
                    <a:pt x="120" y="67"/>
                  </a:lnTo>
                  <a:close/>
                  <a:moveTo>
                    <a:pt x="132" y="58"/>
                  </a:moveTo>
                  <a:lnTo>
                    <a:pt x="134" y="59"/>
                  </a:lnTo>
                  <a:lnTo>
                    <a:pt x="137" y="59"/>
                  </a:lnTo>
                  <a:lnTo>
                    <a:pt x="134" y="62"/>
                  </a:lnTo>
                  <a:lnTo>
                    <a:pt x="133" y="64"/>
                  </a:lnTo>
                  <a:lnTo>
                    <a:pt x="130" y="63"/>
                  </a:lnTo>
                  <a:lnTo>
                    <a:pt x="129" y="62"/>
                  </a:lnTo>
                  <a:lnTo>
                    <a:pt x="129" y="61"/>
                  </a:lnTo>
                  <a:lnTo>
                    <a:pt x="132" y="58"/>
                  </a:lnTo>
                  <a:close/>
                  <a:moveTo>
                    <a:pt x="144" y="54"/>
                  </a:moveTo>
                  <a:lnTo>
                    <a:pt x="146" y="57"/>
                  </a:lnTo>
                  <a:lnTo>
                    <a:pt x="145" y="58"/>
                  </a:lnTo>
                  <a:lnTo>
                    <a:pt x="144" y="57"/>
                  </a:lnTo>
                  <a:lnTo>
                    <a:pt x="140" y="57"/>
                  </a:lnTo>
                  <a:lnTo>
                    <a:pt x="140" y="55"/>
                  </a:lnTo>
                  <a:lnTo>
                    <a:pt x="144" y="54"/>
                  </a:lnTo>
                  <a:close/>
                  <a:moveTo>
                    <a:pt x="17" y="0"/>
                  </a:moveTo>
                  <a:lnTo>
                    <a:pt x="20" y="0"/>
                  </a:lnTo>
                  <a:lnTo>
                    <a:pt x="22" y="3"/>
                  </a:lnTo>
                  <a:lnTo>
                    <a:pt x="25" y="1"/>
                  </a:lnTo>
                  <a:lnTo>
                    <a:pt x="28" y="1"/>
                  </a:lnTo>
                  <a:lnTo>
                    <a:pt x="30" y="3"/>
                  </a:lnTo>
                  <a:lnTo>
                    <a:pt x="33" y="1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41" y="3"/>
                  </a:lnTo>
                  <a:lnTo>
                    <a:pt x="49" y="4"/>
                  </a:lnTo>
                  <a:lnTo>
                    <a:pt x="53" y="5"/>
                  </a:lnTo>
                  <a:lnTo>
                    <a:pt x="59" y="3"/>
                  </a:lnTo>
                  <a:lnTo>
                    <a:pt x="63" y="3"/>
                  </a:lnTo>
                  <a:lnTo>
                    <a:pt x="65" y="5"/>
                  </a:lnTo>
                  <a:lnTo>
                    <a:pt x="69" y="5"/>
                  </a:lnTo>
                  <a:lnTo>
                    <a:pt x="70" y="4"/>
                  </a:lnTo>
                  <a:lnTo>
                    <a:pt x="72" y="4"/>
                  </a:lnTo>
                  <a:lnTo>
                    <a:pt x="79" y="8"/>
                  </a:lnTo>
                  <a:lnTo>
                    <a:pt x="80" y="5"/>
                  </a:lnTo>
                  <a:lnTo>
                    <a:pt x="82" y="5"/>
                  </a:lnTo>
                  <a:lnTo>
                    <a:pt x="83" y="5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6" y="7"/>
                  </a:lnTo>
                  <a:lnTo>
                    <a:pt x="87" y="9"/>
                  </a:lnTo>
                  <a:lnTo>
                    <a:pt x="87" y="11"/>
                  </a:lnTo>
                  <a:lnTo>
                    <a:pt x="90" y="11"/>
                  </a:lnTo>
                  <a:lnTo>
                    <a:pt x="95" y="13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1" y="17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9" y="16"/>
                  </a:lnTo>
                  <a:lnTo>
                    <a:pt x="115" y="14"/>
                  </a:lnTo>
                  <a:lnTo>
                    <a:pt x="116" y="16"/>
                  </a:lnTo>
                  <a:lnTo>
                    <a:pt x="120" y="16"/>
                  </a:lnTo>
                  <a:lnTo>
                    <a:pt x="123" y="17"/>
                  </a:lnTo>
                  <a:lnTo>
                    <a:pt x="128" y="17"/>
                  </a:lnTo>
                  <a:lnTo>
                    <a:pt x="132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2" y="22"/>
                  </a:lnTo>
                  <a:lnTo>
                    <a:pt x="133" y="26"/>
                  </a:lnTo>
                  <a:lnTo>
                    <a:pt x="132" y="29"/>
                  </a:lnTo>
                  <a:lnTo>
                    <a:pt x="132" y="32"/>
                  </a:lnTo>
                  <a:lnTo>
                    <a:pt x="126" y="34"/>
                  </a:lnTo>
                  <a:lnTo>
                    <a:pt x="125" y="37"/>
                  </a:lnTo>
                  <a:lnTo>
                    <a:pt x="121" y="38"/>
                  </a:lnTo>
                  <a:lnTo>
                    <a:pt x="116" y="38"/>
                  </a:lnTo>
                  <a:lnTo>
                    <a:pt x="113" y="41"/>
                  </a:lnTo>
                  <a:lnTo>
                    <a:pt x="111" y="42"/>
                  </a:lnTo>
                  <a:lnTo>
                    <a:pt x="112" y="42"/>
                  </a:lnTo>
                  <a:lnTo>
                    <a:pt x="112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8" y="45"/>
                  </a:lnTo>
                  <a:lnTo>
                    <a:pt x="105" y="51"/>
                  </a:lnTo>
                  <a:lnTo>
                    <a:pt x="103" y="53"/>
                  </a:lnTo>
                  <a:lnTo>
                    <a:pt x="99" y="61"/>
                  </a:lnTo>
                  <a:lnTo>
                    <a:pt x="97" y="62"/>
                  </a:lnTo>
                  <a:lnTo>
                    <a:pt x="99" y="64"/>
                  </a:lnTo>
                  <a:lnTo>
                    <a:pt x="99" y="67"/>
                  </a:lnTo>
                  <a:lnTo>
                    <a:pt x="101" y="68"/>
                  </a:lnTo>
                  <a:lnTo>
                    <a:pt x="104" y="72"/>
                  </a:lnTo>
                  <a:lnTo>
                    <a:pt x="101" y="75"/>
                  </a:lnTo>
                  <a:lnTo>
                    <a:pt x="97" y="76"/>
                  </a:lnTo>
                  <a:lnTo>
                    <a:pt x="97" y="79"/>
                  </a:lnTo>
                  <a:lnTo>
                    <a:pt x="94" y="84"/>
                  </a:lnTo>
                  <a:lnTo>
                    <a:pt x="94" y="87"/>
                  </a:lnTo>
                  <a:lnTo>
                    <a:pt x="95" y="88"/>
                  </a:lnTo>
                  <a:lnTo>
                    <a:pt x="94" y="89"/>
                  </a:lnTo>
                  <a:lnTo>
                    <a:pt x="90" y="91"/>
                  </a:lnTo>
                  <a:lnTo>
                    <a:pt x="82" y="93"/>
                  </a:lnTo>
                  <a:lnTo>
                    <a:pt x="82" y="96"/>
                  </a:lnTo>
                  <a:lnTo>
                    <a:pt x="79" y="100"/>
                  </a:lnTo>
                  <a:lnTo>
                    <a:pt x="76" y="99"/>
                  </a:lnTo>
                  <a:lnTo>
                    <a:pt x="75" y="97"/>
                  </a:lnTo>
                  <a:lnTo>
                    <a:pt x="74" y="100"/>
                  </a:lnTo>
                  <a:lnTo>
                    <a:pt x="71" y="100"/>
                  </a:lnTo>
                  <a:lnTo>
                    <a:pt x="70" y="100"/>
                  </a:lnTo>
                  <a:lnTo>
                    <a:pt x="67" y="100"/>
                  </a:lnTo>
                  <a:lnTo>
                    <a:pt x="67" y="100"/>
                  </a:lnTo>
                  <a:lnTo>
                    <a:pt x="63" y="100"/>
                  </a:lnTo>
                  <a:lnTo>
                    <a:pt x="59" y="99"/>
                  </a:lnTo>
                  <a:lnTo>
                    <a:pt x="57" y="100"/>
                  </a:lnTo>
                  <a:lnTo>
                    <a:pt x="53" y="100"/>
                  </a:lnTo>
                  <a:lnTo>
                    <a:pt x="49" y="104"/>
                  </a:lnTo>
                  <a:lnTo>
                    <a:pt x="45" y="104"/>
                  </a:lnTo>
                  <a:lnTo>
                    <a:pt x="43" y="107"/>
                  </a:lnTo>
                  <a:lnTo>
                    <a:pt x="42" y="108"/>
                  </a:lnTo>
                  <a:lnTo>
                    <a:pt x="40" y="109"/>
                  </a:lnTo>
                  <a:lnTo>
                    <a:pt x="36" y="109"/>
                  </a:lnTo>
                  <a:lnTo>
                    <a:pt x="32" y="105"/>
                  </a:lnTo>
                  <a:lnTo>
                    <a:pt x="29" y="100"/>
                  </a:lnTo>
                  <a:lnTo>
                    <a:pt x="30" y="99"/>
                  </a:lnTo>
                  <a:lnTo>
                    <a:pt x="25" y="95"/>
                  </a:lnTo>
                  <a:lnTo>
                    <a:pt x="21" y="93"/>
                  </a:lnTo>
                  <a:lnTo>
                    <a:pt x="20" y="93"/>
                  </a:lnTo>
                  <a:lnTo>
                    <a:pt x="20" y="91"/>
                  </a:lnTo>
                  <a:lnTo>
                    <a:pt x="17" y="88"/>
                  </a:lnTo>
                  <a:lnTo>
                    <a:pt x="20" y="83"/>
                  </a:lnTo>
                  <a:lnTo>
                    <a:pt x="24" y="80"/>
                  </a:lnTo>
                  <a:lnTo>
                    <a:pt x="24" y="78"/>
                  </a:lnTo>
                  <a:lnTo>
                    <a:pt x="21" y="78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2" y="66"/>
                  </a:lnTo>
                  <a:lnTo>
                    <a:pt x="20" y="64"/>
                  </a:lnTo>
                  <a:lnTo>
                    <a:pt x="17" y="59"/>
                  </a:lnTo>
                  <a:lnTo>
                    <a:pt x="20" y="58"/>
                  </a:lnTo>
                  <a:lnTo>
                    <a:pt x="22" y="58"/>
                  </a:lnTo>
                  <a:lnTo>
                    <a:pt x="25" y="54"/>
                  </a:lnTo>
                  <a:lnTo>
                    <a:pt x="24" y="51"/>
                  </a:lnTo>
                  <a:lnTo>
                    <a:pt x="25" y="50"/>
                  </a:lnTo>
                  <a:lnTo>
                    <a:pt x="26" y="42"/>
                  </a:lnTo>
                  <a:lnTo>
                    <a:pt x="25" y="38"/>
                  </a:lnTo>
                  <a:lnTo>
                    <a:pt x="30" y="34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0" y="29"/>
                  </a:lnTo>
                  <a:lnTo>
                    <a:pt x="29" y="26"/>
                  </a:lnTo>
                  <a:lnTo>
                    <a:pt x="24" y="25"/>
                  </a:lnTo>
                  <a:lnTo>
                    <a:pt x="22" y="28"/>
                  </a:lnTo>
                  <a:lnTo>
                    <a:pt x="16" y="26"/>
                  </a:lnTo>
                  <a:lnTo>
                    <a:pt x="12" y="28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9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5" y="20"/>
                  </a:lnTo>
                  <a:lnTo>
                    <a:pt x="4" y="18"/>
                  </a:lnTo>
                  <a:lnTo>
                    <a:pt x="5" y="16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1" y="8"/>
                  </a:lnTo>
                  <a:lnTo>
                    <a:pt x="5" y="5"/>
                  </a:lnTo>
                  <a:lnTo>
                    <a:pt x="7" y="7"/>
                  </a:lnTo>
                  <a:lnTo>
                    <a:pt x="11" y="7"/>
                  </a:lnTo>
                  <a:lnTo>
                    <a:pt x="12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5" name="Freeform 412"/>
            <p:cNvSpPr>
              <a:spLocks/>
            </p:cNvSpPr>
            <p:nvPr/>
          </p:nvSpPr>
          <p:spPr bwMode="auto">
            <a:xfrm>
              <a:off x="5508953" y="3000321"/>
              <a:ext cx="93897" cy="182718"/>
            </a:xfrm>
            <a:custGeom>
              <a:avLst/>
              <a:gdLst>
                <a:gd name="T0" fmla="*/ 15 w 37"/>
                <a:gd name="T1" fmla="*/ 0 h 72"/>
                <a:gd name="T2" fmla="*/ 16 w 37"/>
                <a:gd name="T3" fmla="*/ 4 h 72"/>
                <a:gd name="T4" fmla="*/ 26 w 37"/>
                <a:gd name="T5" fmla="*/ 4 h 72"/>
                <a:gd name="T6" fmla="*/ 33 w 37"/>
                <a:gd name="T7" fmla="*/ 2 h 72"/>
                <a:gd name="T8" fmla="*/ 37 w 37"/>
                <a:gd name="T9" fmla="*/ 8 h 72"/>
                <a:gd name="T10" fmla="*/ 34 w 37"/>
                <a:gd name="T11" fmla="*/ 10 h 72"/>
                <a:gd name="T12" fmla="*/ 30 w 37"/>
                <a:gd name="T13" fmla="*/ 18 h 72"/>
                <a:gd name="T14" fmla="*/ 28 w 37"/>
                <a:gd name="T15" fmla="*/ 27 h 72"/>
                <a:gd name="T16" fmla="*/ 26 w 37"/>
                <a:gd name="T17" fmla="*/ 34 h 72"/>
                <a:gd name="T18" fmla="*/ 21 w 37"/>
                <a:gd name="T19" fmla="*/ 35 h 72"/>
                <a:gd name="T20" fmla="*/ 26 w 37"/>
                <a:gd name="T21" fmla="*/ 42 h 72"/>
                <a:gd name="T22" fmla="*/ 24 w 37"/>
                <a:gd name="T23" fmla="*/ 51 h 72"/>
                <a:gd name="T24" fmla="*/ 28 w 37"/>
                <a:gd name="T25" fmla="*/ 54 h 72"/>
                <a:gd name="T26" fmla="*/ 24 w 37"/>
                <a:gd name="T27" fmla="*/ 59 h 72"/>
                <a:gd name="T28" fmla="*/ 24 w 37"/>
                <a:gd name="T29" fmla="*/ 67 h 72"/>
                <a:gd name="T30" fmla="*/ 24 w 37"/>
                <a:gd name="T31" fmla="*/ 69 h 72"/>
                <a:gd name="T32" fmla="*/ 20 w 37"/>
                <a:gd name="T33" fmla="*/ 71 h 72"/>
                <a:gd name="T34" fmla="*/ 15 w 37"/>
                <a:gd name="T35" fmla="*/ 71 h 72"/>
                <a:gd name="T36" fmla="*/ 5 w 37"/>
                <a:gd name="T37" fmla="*/ 72 h 72"/>
                <a:gd name="T38" fmla="*/ 5 w 37"/>
                <a:gd name="T39" fmla="*/ 69 h 72"/>
                <a:gd name="T40" fmla="*/ 7 w 37"/>
                <a:gd name="T41" fmla="*/ 59 h 72"/>
                <a:gd name="T42" fmla="*/ 7 w 37"/>
                <a:gd name="T43" fmla="*/ 54 h 72"/>
                <a:gd name="T44" fmla="*/ 5 w 37"/>
                <a:gd name="T45" fmla="*/ 51 h 72"/>
                <a:gd name="T46" fmla="*/ 3 w 37"/>
                <a:gd name="T47" fmla="*/ 52 h 72"/>
                <a:gd name="T48" fmla="*/ 5 w 37"/>
                <a:gd name="T49" fmla="*/ 47 h 72"/>
                <a:gd name="T50" fmla="*/ 5 w 37"/>
                <a:gd name="T51" fmla="*/ 44 h 72"/>
                <a:gd name="T52" fmla="*/ 3 w 37"/>
                <a:gd name="T53" fmla="*/ 48 h 72"/>
                <a:gd name="T54" fmla="*/ 0 w 37"/>
                <a:gd name="T55" fmla="*/ 47 h 72"/>
                <a:gd name="T56" fmla="*/ 4 w 37"/>
                <a:gd name="T57" fmla="*/ 35 h 72"/>
                <a:gd name="T58" fmla="*/ 7 w 37"/>
                <a:gd name="T59" fmla="*/ 29 h 72"/>
                <a:gd name="T60" fmla="*/ 8 w 37"/>
                <a:gd name="T61" fmla="*/ 22 h 72"/>
                <a:gd name="T62" fmla="*/ 8 w 37"/>
                <a:gd name="T63" fmla="*/ 18 h 72"/>
                <a:gd name="T64" fmla="*/ 8 w 37"/>
                <a:gd name="T65" fmla="*/ 14 h 72"/>
                <a:gd name="T66" fmla="*/ 8 w 37"/>
                <a:gd name="T67" fmla="*/ 2 h 72"/>
                <a:gd name="T68" fmla="*/ 13 w 37"/>
                <a:gd name="T6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" h="72">
                  <a:moveTo>
                    <a:pt x="13" y="0"/>
                  </a:moveTo>
                  <a:lnTo>
                    <a:pt x="15" y="0"/>
                  </a:lnTo>
                  <a:lnTo>
                    <a:pt x="15" y="2"/>
                  </a:lnTo>
                  <a:lnTo>
                    <a:pt x="16" y="4"/>
                  </a:lnTo>
                  <a:lnTo>
                    <a:pt x="20" y="2"/>
                  </a:lnTo>
                  <a:lnTo>
                    <a:pt x="26" y="4"/>
                  </a:lnTo>
                  <a:lnTo>
                    <a:pt x="28" y="1"/>
                  </a:lnTo>
                  <a:lnTo>
                    <a:pt x="33" y="2"/>
                  </a:lnTo>
                  <a:lnTo>
                    <a:pt x="34" y="5"/>
                  </a:lnTo>
                  <a:lnTo>
                    <a:pt x="37" y="8"/>
                  </a:lnTo>
                  <a:lnTo>
                    <a:pt x="36" y="10"/>
                  </a:lnTo>
                  <a:lnTo>
                    <a:pt x="34" y="10"/>
                  </a:lnTo>
                  <a:lnTo>
                    <a:pt x="29" y="14"/>
                  </a:lnTo>
                  <a:lnTo>
                    <a:pt x="30" y="18"/>
                  </a:lnTo>
                  <a:lnTo>
                    <a:pt x="29" y="26"/>
                  </a:lnTo>
                  <a:lnTo>
                    <a:pt x="28" y="27"/>
                  </a:lnTo>
                  <a:lnTo>
                    <a:pt x="29" y="30"/>
                  </a:lnTo>
                  <a:lnTo>
                    <a:pt x="26" y="34"/>
                  </a:lnTo>
                  <a:lnTo>
                    <a:pt x="24" y="34"/>
                  </a:lnTo>
                  <a:lnTo>
                    <a:pt x="21" y="35"/>
                  </a:lnTo>
                  <a:lnTo>
                    <a:pt x="24" y="40"/>
                  </a:lnTo>
                  <a:lnTo>
                    <a:pt x="26" y="42"/>
                  </a:lnTo>
                  <a:lnTo>
                    <a:pt x="28" y="47"/>
                  </a:lnTo>
                  <a:lnTo>
                    <a:pt x="24" y="51"/>
                  </a:lnTo>
                  <a:lnTo>
                    <a:pt x="25" y="54"/>
                  </a:lnTo>
                  <a:lnTo>
                    <a:pt x="28" y="54"/>
                  </a:lnTo>
                  <a:lnTo>
                    <a:pt x="28" y="56"/>
                  </a:lnTo>
                  <a:lnTo>
                    <a:pt x="24" y="59"/>
                  </a:lnTo>
                  <a:lnTo>
                    <a:pt x="21" y="64"/>
                  </a:lnTo>
                  <a:lnTo>
                    <a:pt x="24" y="67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6" y="72"/>
                  </a:lnTo>
                  <a:lnTo>
                    <a:pt x="15" y="71"/>
                  </a:lnTo>
                  <a:lnTo>
                    <a:pt x="9" y="69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5" y="69"/>
                  </a:lnTo>
                  <a:lnTo>
                    <a:pt x="7" y="65"/>
                  </a:lnTo>
                  <a:lnTo>
                    <a:pt x="7" y="59"/>
                  </a:lnTo>
                  <a:lnTo>
                    <a:pt x="8" y="56"/>
                  </a:lnTo>
                  <a:lnTo>
                    <a:pt x="7" y="54"/>
                  </a:lnTo>
                  <a:lnTo>
                    <a:pt x="8" y="51"/>
                  </a:lnTo>
                  <a:lnTo>
                    <a:pt x="5" y="51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3" y="50"/>
                  </a:lnTo>
                  <a:lnTo>
                    <a:pt x="5" y="47"/>
                  </a:lnTo>
                  <a:lnTo>
                    <a:pt x="5" y="47"/>
                  </a:lnTo>
                  <a:lnTo>
                    <a:pt x="5" y="44"/>
                  </a:lnTo>
                  <a:lnTo>
                    <a:pt x="3" y="47"/>
                  </a:lnTo>
                  <a:lnTo>
                    <a:pt x="3" y="48"/>
                  </a:lnTo>
                  <a:lnTo>
                    <a:pt x="0" y="48"/>
                  </a:lnTo>
                  <a:lnTo>
                    <a:pt x="0" y="47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8" y="22"/>
                  </a:lnTo>
                  <a:lnTo>
                    <a:pt x="9" y="21"/>
                  </a:lnTo>
                  <a:lnTo>
                    <a:pt x="8" y="18"/>
                  </a:lnTo>
                  <a:lnTo>
                    <a:pt x="9" y="15"/>
                  </a:lnTo>
                  <a:lnTo>
                    <a:pt x="8" y="14"/>
                  </a:lnTo>
                  <a:lnTo>
                    <a:pt x="9" y="6"/>
                  </a:lnTo>
                  <a:lnTo>
                    <a:pt x="8" y="2"/>
                  </a:lnTo>
                  <a:lnTo>
                    <a:pt x="8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6" name="Freeform 413"/>
            <p:cNvSpPr>
              <a:spLocks noEditPoints="1"/>
            </p:cNvSpPr>
            <p:nvPr/>
          </p:nvSpPr>
          <p:spPr bwMode="auto">
            <a:xfrm>
              <a:off x="6328643" y="3005396"/>
              <a:ext cx="258850" cy="251237"/>
            </a:xfrm>
            <a:custGeom>
              <a:avLst/>
              <a:gdLst>
                <a:gd name="T0" fmla="*/ 56 w 102"/>
                <a:gd name="T1" fmla="*/ 91 h 99"/>
                <a:gd name="T2" fmla="*/ 73 w 102"/>
                <a:gd name="T3" fmla="*/ 92 h 99"/>
                <a:gd name="T4" fmla="*/ 80 w 102"/>
                <a:gd name="T5" fmla="*/ 92 h 99"/>
                <a:gd name="T6" fmla="*/ 63 w 102"/>
                <a:gd name="T7" fmla="*/ 99 h 99"/>
                <a:gd name="T8" fmla="*/ 48 w 102"/>
                <a:gd name="T9" fmla="*/ 92 h 99"/>
                <a:gd name="T10" fmla="*/ 91 w 102"/>
                <a:gd name="T11" fmla="*/ 92 h 99"/>
                <a:gd name="T12" fmla="*/ 91 w 102"/>
                <a:gd name="T13" fmla="*/ 86 h 99"/>
                <a:gd name="T14" fmla="*/ 41 w 102"/>
                <a:gd name="T15" fmla="*/ 79 h 99"/>
                <a:gd name="T16" fmla="*/ 96 w 102"/>
                <a:gd name="T17" fmla="*/ 86 h 99"/>
                <a:gd name="T18" fmla="*/ 41 w 102"/>
                <a:gd name="T19" fmla="*/ 78 h 99"/>
                <a:gd name="T20" fmla="*/ 79 w 102"/>
                <a:gd name="T21" fmla="*/ 77 h 99"/>
                <a:gd name="T22" fmla="*/ 67 w 102"/>
                <a:gd name="T23" fmla="*/ 70 h 99"/>
                <a:gd name="T24" fmla="*/ 69 w 102"/>
                <a:gd name="T25" fmla="*/ 69 h 99"/>
                <a:gd name="T26" fmla="*/ 58 w 102"/>
                <a:gd name="T27" fmla="*/ 67 h 99"/>
                <a:gd name="T28" fmla="*/ 55 w 102"/>
                <a:gd name="T29" fmla="*/ 65 h 99"/>
                <a:gd name="T30" fmla="*/ 77 w 102"/>
                <a:gd name="T31" fmla="*/ 63 h 99"/>
                <a:gd name="T32" fmla="*/ 84 w 102"/>
                <a:gd name="T33" fmla="*/ 61 h 99"/>
                <a:gd name="T34" fmla="*/ 79 w 102"/>
                <a:gd name="T35" fmla="*/ 61 h 99"/>
                <a:gd name="T36" fmla="*/ 13 w 102"/>
                <a:gd name="T37" fmla="*/ 61 h 99"/>
                <a:gd name="T38" fmla="*/ 59 w 102"/>
                <a:gd name="T39" fmla="*/ 60 h 99"/>
                <a:gd name="T40" fmla="*/ 16 w 102"/>
                <a:gd name="T41" fmla="*/ 57 h 99"/>
                <a:gd name="T42" fmla="*/ 9 w 102"/>
                <a:gd name="T43" fmla="*/ 53 h 99"/>
                <a:gd name="T44" fmla="*/ 73 w 102"/>
                <a:gd name="T45" fmla="*/ 54 h 99"/>
                <a:gd name="T46" fmla="*/ 14 w 102"/>
                <a:gd name="T47" fmla="*/ 48 h 99"/>
                <a:gd name="T48" fmla="*/ 59 w 102"/>
                <a:gd name="T49" fmla="*/ 44 h 99"/>
                <a:gd name="T50" fmla="*/ 46 w 102"/>
                <a:gd name="T51" fmla="*/ 45 h 99"/>
                <a:gd name="T52" fmla="*/ 54 w 102"/>
                <a:gd name="T53" fmla="*/ 56 h 99"/>
                <a:gd name="T54" fmla="*/ 52 w 102"/>
                <a:gd name="T55" fmla="*/ 56 h 99"/>
                <a:gd name="T56" fmla="*/ 42 w 102"/>
                <a:gd name="T57" fmla="*/ 46 h 99"/>
                <a:gd name="T58" fmla="*/ 47 w 102"/>
                <a:gd name="T59" fmla="*/ 42 h 99"/>
                <a:gd name="T60" fmla="*/ 77 w 102"/>
                <a:gd name="T61" fmla="*/ 37 h 99"/>
                <a:gd name="T62" fmla="*/ 76 w 102"/>
                <a:gd name="T63" fmla="*/ 41 h 99"/>
                <a:gd name="T64" fmla="*/ 73 w 102"/>
                <a:gd name="T65" fmla="*/ 38 h 99"/>
                <a:gd name="T66" fmla="*/ 5 w 102"/>
                <a:gd name="T67" fmla="*/ 37 h 99"/>
                <a:gd name="T68" fmla="*/ 64 w 102"/>
                <a:gd name="T69" fmla="*/ 28 h 99"/>
                <a:gd name="T70" fmla="*/ 66 w 102"/>
                <a:gd name="T71" fmla="*/ 27 h 99"/>
                <a:gd name="T72" fmla="*/ 58 w 102"/>
                <a:gd name="T73" fmla="*/ 17 h 99"/>
                <a:gd name="T74" fmla="*/ 76 w 102"/>
                <a:gd name="T75" fmla="*/ 3 h 99"/>
                <a:gd name="T76" fmla="*/ 62 w 102"/>
                <a:gd name="T77" fmla="*/ 12 h 99"/>
                <a:gd name="T78" fmla="*/ 47 w 102"/>
                <a:gd name="T79" fmla="*/ 17 h 99"/>
                <a:gd name="T80" fmla="*/ 47 w 102"/>
                <a:gd name="T81" fmla="*/ 25 h 99"/>
                <a:gd name="T82" fmla="*/ 42 w 102"/>
                <a:gd name="T83" fmla="*/ 28 h 99"/>
                <a:gd name="T84" fmla="*/ 33 w 102"/>
                <a:gd name="T85" fmla="*/ 27 h 99"/>
                <a:gd name="T86" fmla="*/ 39 w 102"/>
                <a:gd name="T87" fmla="*/ 41 h 99"/>
                <a:gd name="T88" fmla="*/ 34 w 102"/>
                <a:gd name="T89" fmla="*/ 44 h 99"/>
                <a:gd name="T90" fmla="*/ 50 w 102"/>
                <a:gd name="T91" fmla="*/ 57 h 99"/>
                <a:gd name="T92" fmla="*/ 42 w 102"/>
                <a:gd name="T93" fmla="*/ 62 h 99"/>
                <a:gd name="T94" fmla="*/ 41 w 102"/>
                <a:gd name="T95" fmla="*/ 66 h 99"/>
                <a:gd name="T96" fmla="*/ 43 w 102"/>
                <a:gd name="T97" fmla="*/ 78 h 99"/>
                <a:gd name="T98" fmla="*/ 30 w 102"/>
                <a:gd name="T99" fmla="*/ 73 h 99"/>
                <a:gd name="T100" fmla="*/ 26 w 102"/>
                <a:gd name="T101" fmla="*/ 66 h 99"/>
                <a:gd name="T102" fmla="*/ 29 w 102"/>
                <a:gd name="T103" fmla="*/ 53 h 99"/>
                <a:gd name="T104" fmla="*/ 34 w 102"/>
                <a:gd name="T105" fmla="*/ 53 h 99"/>
                <a:gd name="T106" fmla="*/ 17 w 102"/>
                <a:gd name="T107" fmla="*/ 49 h 99"/>
                <a:gd name="T108" fmla="*/ 9 w 102"/>
                <a:gd name="T109" fmla="*/ 29 h 99"/>
                <a:gd name="T110" fmla="*/ 33 w 102"/>
                <a:gd name="T111" fmla="*/ 12 h 99"/>
                <a:gd name="T112" fmla="*/ 55 w 102"/>
                <a:gd name="T113" fmla="*/ 7 h 99"/>
                <a:gd name="T114" fmla="*/ 72 w 102"/>
                <a:gd name="T115" fmla="*/ 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2" h="99">
                  <a:moveTo>
                    <a:pt x="51" y="90"/>
                  </a:moveTo>
                  <a:lnTo>
                    <a:pt x="51" y="90"/>
                  </a:lnTo>
                  <a:lnTo>
                    <a:pt x="51" y="91"/>
                  </a:lnTo>
                  <a:lnTo>
                    <a:pt x="54" y="91"/>
                  </a:lnTo>
                  <a:lnTo>
                    <a:pt x="54" y="91"/>
                  </a:lnTo>
                  <a:lnTo>
                    <a:pt x="54" y="90"/>
                  </a:lnTo>
                  <a:lnTo>
                    <a:pt x="54" y="90"/>
                  </a:lnTo>
                  <a:lnTo>
                    <a:pt x="55" y="90"/>
                  </a:lnTo>
                  <a:lnTo>
                    <a:pt x="56" y="91"/>
                  </a:lnTo>
                  <a:lnTo>
                    <a:pt x="55" y="91"/>
                  </a:lnTo>
                  <a:lnTo>
                    <a:pt x="56" y="91"/>
                  </a:lnTo>
                  <a:lnTo>
                    <a:pt x="58" y="92"/>
                  </a:lnTo>
                  <a:lnTo>
                    <a:pt x="59" y="94"/>
                  </a:lnTo>
                  <a:lnTo>
                    <a:pt x="62" y="92"/>
                  </a:lnTo>
                  <a:lnTo>
                    <a:pt x="64" y="91"/>
                  </a:lnTo>
                  <a:lnTo>
                    <a:pt x="67" y="91"/>
                  </a:lnTo>
                  <a:lnTo>
                    <a:pt x="69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5" y="94"/>
                  </a:lnTo>
                  <a:lnTo>
                    <a:pt x="75" y="95"/>
                  </a:lnTo>
                  <a:lnTo>
                    <a:pt x="76" y="95"/>
                  </a:lnTo>
                  <a:lnTo>
                    <a:pt x="77" y="95"/>
                  </a:lnTo>
                  <a:lnTo>
                    <a:pt x="77" y="95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80" y="92"/>
                  </a:lnTo>
                  <a:lnTo>
                    <a:pt x="80" y="94"/>
                  </a:lnTo>
                  <a:lnTo>
                    <a:pt x="80" y="95"/>
                  </a:lnTo>
                  <a:lnTo>
                    <a:pt x="80" y="96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1" y="98"/>
                  </a:lnTo>
                  <a:lnTo>
                    <a:pt x="68" y="98"/>
                  </a:lnTo>
                  <a:lnTo>
                    <a:pt x="66" y="99"/>
                  </a:lnTo>
                  <a:lnTo>
                    <a:pt x="63" y="99"/>
                  </a:lnTo>
                  <a:lnTo>
                    <a:pt x="62" y="98"/>
                  </a:lnTo>
                  <a:lnTo>
                    <a:pt x="59" y="96"/>
                  </a:lnTo>
                  <a:lnTo>
                    <a:pt x="58" y="95"/>
                  </a:lnTo>
                  <a:lnTo>
                    <a:pt x="55" y="96"/>
                  </a:lnTo>
                  <a:lnTo>
                    <a:pt x="54" y="95"/>
                  </a:lnTo>
                  <a:lnTo>
                    <a:pt x="50" y="96"/>
                  </a:lnTo>
                  <a:lnTo>
                    <a:pt x="48" y="95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0"/>
                  </a:lnTo>
                  <a:lnTo>
                    <a:pt x="50" y="91"/>
                  </a:lnTo>
                  <a:lnTo>
                    <a:pt x="51" y="91"/>
                  </a:lnTo>
                  <a:lnTo>
                    <a:pt x="50" y="90"/>
                  </a:lnTo>
                  <a:lnTo>
                    <a:pt x="51" y="90"/>
                  </a:lnTo>
                  <a:close/>
                  <a:moveTo>
                    <a:pt x="89" y="87"/>
                  </a:moveTo>
                  <a:lnTo>
                    <a:pt x="89" y="89"/>
                  </a:lnTo>
                  <a:lnTo>
                    <a:pt x="91" y="91"/>
                  </a:lnTo>
                  <a:lnTo>
                    <a:pt x="91" y="92"/>
                  </a:lnTo>
                  <a:lnTo>
                    <a:pt x="89" y="92"/>
                  </a:lnTo>
                  <a:lnTo>
                    <a:pt x="89" y="91"/>
                  </a:lnTo>
                  <a:lnTo>
                    <a:pt x="88" y="90"/>
                  </a:lnTo>
                  <a:lnTo>
                    <a:pt x="89" y="87"/>
                  </a:lnTo>
                  <a:close/>
                  <a:moveTo>
                    <a:pt x="91" y="86"/>
                  </a:moveTo>
                  <a:lnTo>
                    <a:pt x="91" y="87"/>
                  </a:lnTo>
                  <a:lnTo>
                    <a:pt x="89" y="87"/>
                  </a:lnTo>
                  <a:lnTo>
                    <a:pt x="89" y="87"/>
                  </a:lnTo>
                  <a:lnTo>
                    <a:pt x="91" y="86"/>
                  </a:lnTo>
                  <a:close/>
                  <a:moveTo>
                    <a:pt x="41" y="79"/>
                  </a:moveTo>
                  <a:lnTo>
                    <a:pt x="42" y="81"/>
                  </a:lnTo>
                  <a:lnTo>
                    <a:pt x="43" y="82"/>
                  </a:lnTo>
                  <a:lnTo>
                    <a:pt x="42" y="85"/>
                  </a:lnTo>
                  <a:lnTo>
                    <a:pt x="41" y="83"/>
                  </a:lnTo>
                  <a:lnTo>
                    <a:pt x="41" y="82"/>
                  </a:lnTo>
                  <a:lnTo>
                    <a:pt x="41" y="81"/>
                  </a:lnTo>
                  <a:lnTo>
                    <a:pt x="41" y="79"/>
                  </a:lnTo>
                  <a:lnTo>
                    <a:pt x="41" y="79"/>
                  </a:lnTo>
                  <a:close/>
                  <a:moveTo>
                    <a:pt x="102" y="78"/>
                  </a:moveTo>
                  <a:lnTo>
                    <a:pt x="101" y="79"/>
                  </a:lnTo>
                  <a:lnTo>
                    <a:pt x="101" y="81"/>
                  </a:lnTo>
                  <a:lnTo>
                    <a:pt x="101" y="82"/>
                  </a:lnTo>
                  <a:lnTo>
                    <a:pt x="100" y="82"/>
                  </a:lnTo>
                  <a:lnTo>
                    <a:pt x="100" y="83"/>
                  </a:lnTo>
                  <a:lnTo>
                    <a:pt x="98" y="83"/>
                  </a:lnTo>
                  <a:lnTo>
                    <a:pt x="97" y="85"/>
                  </a:lnTo>
                  <a:lnTo>
                    <a:pt x="96" y="86"/>
                  </a:lnTo>
                  <a:lnTo>
                    <a:pt x="96" y="86"/>
                  </a:lnTo>
                  <a:lnTo>
                    <a:pt x="95" y="86"/>
                  </a:lnTo>
                  <a:lnTo>
                    <a:pt x="96" y="85"/>
                  </a:lnTo>
                  <a:lnTo>
                    <a:pt x="95" y="83"/>
                  </a:lnTo>
                  <a:lnTo>
                    <a:pt x="95" y="82"/>
                  </a:lnTo>
                  <a:lnTo>
                    <a:pt x="97" y="81"/>
                  </a:lnTo>
                  <a:lnTo>
                    <a:pt x="100" y="79"/>
                  </a:lnTo>
                  <a:lnTo>
                    <a:pt x="102" y="78"/>
                  </a:lnTo>
                  <a:close/>
                  <a:moveTo>
                    <a:pt x="41" y="78"/>
                  </a:moveTo>
                  <a:lnTo>
                    <a:pt x="41" y="78"/>
                  </a:lnTo>
                  <a:lnTo>
                    <a:pt x="41" y="78"/>
                  </a:lnTo>
                  <a:lnTo>
                    <a:pt x="41" y="78"/>
                  </a:lnTo>
                  <a:close/>
                  <a:moveTo>
                    <a:pt x="81" y="75"/>
                  </a:moveTo>
                  <a:lnTo>
                    <a:pt x="81" y="77"/>
                  </a:lnTo>
                  <a:lnTo>
                    <a:pt x="81" y="78"/>
                  </a:lnTo>
                  <a:lnTo>
                    <a:pt x="80" y="78"/>
                  </a:lnTo>
                  <a:lnTo>
                    <a:pt x="79" y="78"/>
                  </a:lnTo>
                  <a:lnTo>
                    <a:pt x="79" y="77"/>
                  </a:lnTo>
                  <a:lnTo>
                    <a:pt x="81" y="75"/>
                  </a:lnTo>
                  <a:close/>
                  <a:moveTo>
                    <a:pt x="56" y="75"/>
                  </a:moveTo>
                  <a:lnTo>
                    <a:pt x="59" y="75"/>
                  </a:lnTo>
                  <a:lnTo>
                    <a:pt x="58" y="77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6" y="75"/>
                  </a:lnTo>
                  <a:close/>
                  <a:moveTo>
                    <a:pt x="66" y="70"/>
                  </a:moveTo>
                  <a:lnTo>
                    <a:pt x="67" y="70"/>
                  </a:lnTo>
                  <a:lnTo>
                    <a:pt x="67" y="70"/>
                  </a:lnTo>
                  <a:lnTo>
                    <a:pt x="66" y="73"/>
                  </a:lnTo>
                  <a:lnTo>
                    <a:pt x="64" y="71"/>
                  </a:lnTo>
                  <a:lnTo>
                    <a:pt x="66" y="70"/>
                  </a:lnTo>
                  <a:close/>
                  <a:moveTo>
                    <a:pt x="58" y="70"/>
                  </a:moveTo>
                  <a:lnTo>
                    <a:pt x="58" y="71"/>
                  </a:lnTo>
                  <a:lnTo>
                    <a:pt x="56" y="70"/>
                  </a:lnTo>
                  <a:lnTo>
                    <a:pt x="58" y="70"/>
                  </a:lnTo>
                  <a:close/>
                  <a:moveTo>
                    <a:pt x="69" y="69"/>
                  </a:moveTo>
                  <a:lnTo>
                    <a:pt x="71" y="69"/>
                  </a:lnTo>
                  <a:lnTo>
                    <a:pt x="71" y="70"/>
                  </a:lnTo>
                  <a:lnTo>
                    <a:pt x="69" y="71"/>
                  </a:lnTo>
                  <a:lnTo>
                    <a:pt x="68" y="71"/>
                  </a:lnTo>
                  <a:lnTo>
                    <a:pt x="68" y="70"/>
                  </a:lnTo>
                  <a:lnTo>
                    <a:pt x="69" y="69"/>
                  </a:lnTo>
                  <a:close/>
                  <a:moveTo>
                    <a:pt x="56" y="66"/>
                  </a:moveTo>
                  <a:lnTo>
                    <a:pt x="58" y="66"/>
                  </a:lnTo>
                  <a:lnTo>
                    <a:pt x="58" y="67"/>
                  </a:lnTo>
                  <a:lnTo>
                    <a:pt x="56" y="67"/>
                  </a:lnTo>
                  <a:lnTo>
                    <a:pt x="56" y="66"/>
                  </a:lnTo>
                  <a:close/>
                  <a:moveTo>
                    <a:pt x="68" y="66"/>
                  </a:moveTo>
                  <a:lnTo>
                    <a:pt x="69" y="66"/>
                  </a:lnTo>
                  <a:lnTo>
                    <a:pt x="68" y="66"/>
                  </a:lnTo>
                  <a:lnTo>
                    <a:pt x="68" y="66"/>
                  </a:lnTo>
                  <a:close/>
                  <a:moveTo>
                    <a:pt x="55" y="63"/>
                  </a:moveTo>
                  <a:lnTo>
                    <a:pt x="56" y="65"/>
                  </a:lnTo>
                  <a:lnTo>
                    <a:pt x="55" y="65"/>
                  </a:lnTo>
                  <a:lnTo>
                    <a:pt x="55" y="65"/>
                  </a:lnTo>
                  <a:lnTo>
                    <a:pt x="55" y="63"/>
                  </a:lnTo>
                  <a:close/>
                  <a:moveTo>
                    <a:pt x="66" y="63"/>
                  </a:moveTo>
                  <a:lnTo>
                    <a:pt x="67" y="65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4" y="63"/>
                  </a:lnTo>
                  <a:lnTo>
                    <a:pt x="66" y="63"/>
                  </a:lnTo>
                  <a:close/>
                  <a:moveTo>
                    <a:pt x="77" y="63"/>
                  </a:moveTo>
                  <a:lnTo>
                    <a:pt x="77" y="63"/>
                  </a:lnTo>
                  <a:lnTo>
                    <a:pt x="75" y="66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7" y="63"/>
                  </a:lnTo>
                  <a:close/>
                  <a:moveTo>
                    <a:pt x="81" y="60"/>
                  </a:moveTo>
                  <a:lnTo>
                    <a:pt x="83" y="60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61"/>
                  </a:lnTo>
                  <a:lnTo>
                    <a:pt x="85" y="62"/>
                  </a:lnTo>
                  <a:lnTo>
                    <a:pt x="84" y="62"/>
                  </a:lnTo>
                  <a:lnTo>
                    <a:pt x="84" y="63"/>
                  </a:lnTo>
                  <a:lnTo>
                    <a:pt x="83" y="63"/>
                  </a:lnTo>
                  <a:lnTo>
                    <a:pt x="81" y="62"/>
                  </a:lnTo>
                  <a:lnTo>
                    <a:pt x="80" y="62"/>
                  </a:lnTo>
                  <a:lnTo>
                    <a:pt x="79" y="62"/>
                  </a:lnTo>
                  <a:lnTo>
                    <a:pt x="79" y="61"/>
                  </a:lnTo>
                  <a:lnTo>
                    <a:pt x="81" y="60"/>
                  </a:lnTo>
                  <a:close/>
                  <a:moveTo>
                    <a:pt x="14" y="60"/>
                  </a:moveTo>
                  <a:lnTo>
                    <a:pt x="16" y="60"/>
                  </a:lnTo>
                  <a:lnTo>
                    <a:pt x="16" y="61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3" y="61"/>
                  </a:lnTo>
                  <a:lnTo>
                    <a:pt x="13" y="60"/>
                  </a:lnTo>
                  <a:lnTo>
                    <a:pt x="14" y="60"/>
                  </a:lnTo>
                  <a:close/>
                  <a:moveTo>
                    <a:pt x="60" y="60"/>
                  </a:moveTo>
                  <a:lnTo>
                    <a:pt x="62" y="61"/>
                  </a:lnTo>
                  <a:lnTo>
                    <a:pt x="63" y="62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60" y="61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60" y="60"/>
                  </a:lnTo>
                  <a:close/>
                  <a:moveTo>
                    <a:pt x="12" y="50"/>
                  </a:moveTo>
                  <a:lnTo>
                    <a:pt x="13" y="50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4"/>
                  </a:lnTo>
                  <a:lnTo>
                    <a:pt x="16" y="56"/>
                  </a:lnTo>
                  <a:lnTo>
                    <a:pt x="16" y="57"/>
                  </a:lnTo>
                  <a:lnTo>
                    <a:pt x="14" y="58"/>
                  </a:lnTo>
                  <a:lnTo>
                    <a:pt x="13" y="57"/>
                  </a:lnTo>
                  <a:lnTo>
                    <a:pt x="12" y="57"/>
                  </a:lnTo>
                  <a:lnTo>
                    <a:pt x="12" y="56"/>
                  </a:lnTo>
                  <a:lnTo>
                    <a:pt x="12" y="54"/>
                  </a:lnTo>
                  <a:lnTo>
                    <a:pt x="12" y="56"/>
                  </a:lnTo>
                  <a:lnTo>
                    <a:pt x="10" y="57"/>
                  </a:lnTo>
                  <a:lnTo>
                    <a:pt x="9" y="56"/>
                  </a:lnTo>
                  <a:lnTo>
                    <a:pt x="9" y="53"/>
                  </a:lnTo>
                  <a:lnTo>
                    <a:pt x="10" y="53"/>
                  </a:lnTo>
                  <a:lnTo>
                    <a:pt x="12" y="53"/>
                  </a:lnTo>
                  <a:lnTo>
                    <a:pt x="12" y="50"/>
                  </a:lnTo>
                  <a:close/>
                  <a:moveTo>
                    <a:pt x="73" y="48"/>
                  </a:moveTo>
                  <a:lnTo>
                    <a:pt x="75" y="49"/>
                  </a:lnTo>
                  <a:lnTo>
                    <a:pt x="75" y="49"/>
                  </a:lnTo>
                  <a:lnTo>
                    <a:pt x="76" y="52"/>
                  </a:lnTo>
                  <a:lnTo>
                    <a:pt x="75" y="54"/>
                  </a:lnTo>
                  <a:lnTo>
                    <a:pt x="73" y="54"/>
                  </a:lnTo>
                  <a:lnTo>
                    <a:pt x="72" y="53"/>
                  </a:lnTo>
                  <a:lnTo>
                    <a:pt x="72" y="53"/>
                  </a:lnTo>
                  <a:lnTo>
                    <a:pt x="73" y="52"/>
                  </a:lnTo>
                  <a:lnTo>
                    <a:pt x="73" y="50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73" y="48"/>
                  </a:lnTo>
                  <a:close/>
                  <a:moveTo>
                    <a:pt x="13" y="46"/>
                  </a:moveTo>
                  <a:lnTo>
                    <a:pt x="14" y="48"/>
                  </a:lnTo>
                  <a:lnTo>
                    <a:pt x="13" y="49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8"/>
                  </a:lnTo>
                  <a:lnTo>
                    <a:pt x="13" y="46"/>
                  </a:lnTo>
                  <a:lnTo>
                    <a:pt x="13" y="46"/>
                  </a:lnTo>
                  <a:close/>
                  <a:moveTo>
                    <a:pt x="56" y="42"/>
                  </a:moveTo>
                  <a:lnTo>
                    <a:pt x="58" y="44"/>
                  </a:lnTo>
                  <a:lnTo>
                    <a:pt x="59" y="44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8" y="45"/>
                  </a:lnTo>
                  <a:lnTo>
                    <a:pt x="58" y="45"/>
                  </a:lnTo>
                  <a:lnTo>
                    <a:pt x="56" y="42"/>
                  </a:lnTo>
                  <a:lnTo>
                    <a:pt x="56" y="42"/>
                  </a:lnTo>
                  <a:close/>
                  <a:moveTo>
                    <a:pt x="42" y="42"/>
                  </a:moveTo>
                  <a:lnTo>
                    <a:pt x="43" y="45"/>
                  </a:lnTo>
                  <a:lnTo>
                    <a:pt x="46" y="45"/>
                  </a:lnTo>
                  <a:lnTo>
                    <a:pt x="47" y="46"/>
                  </a:lnTo>
                  <a:lnTo>
                    <a:pt x="48" y="46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2" y="49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6"/>
                  </a:lnTo>
                  <a:lnTo>
                    <a:pt x="55" y="57"/>
                  </a:lnTo>
                  <a:lnTo>
                    <a:pt x="56" y="56"/>
                  </a:lnTo>
                  <a:lnTo>
                    <a:pt x="58" y="57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2" y="57"/>
                  </a:lnTo>
                  <a:lnTo>
                    <a:pt x="52" y="56"/>
                  </a:lnTo>
                  <a:lnTo>
                    <a:pt x="52" y="54"/>
                  </a:lnTo>
                  <a:lnTo>
                    <a:pt x="51" y="52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6" y="50"/>
                  </a:lnTo>
                  <a:lnTo>
                    <a:pt x="46" y="49"/>
                  </a:lnTo>
                  <a:lnTo>
                    <a:pt x="44" y="48"/>
                  </a:lnTo>
                  <a:lnTo>
                    <a:pt x="43" y="46"/>
                  </a:lnTo>
                  <a:lnTo>
                    <a:pt x="42" y="46"/>
                  </a:lnTo>
                  <a:lnTo>
                    <a:pt x="42" y="45"/>
                  </a:lnTo>
                  <a:lnTo>
                    <a:pt x="41" y="45"/>
                  </a:lnTo>
                  <a:lnTo>
                    <a:pt x="38" y="45"/>
                  </a:lnTo>
                  <a:lnTo>
                    <a:pt x="37" y="45"/>
                  </a:lnTo>
                  <a:lnTo>
                    <a:pt x="39" y="44"/>
                  </a:lnTo>
                  <a:lnTo>
                    <a:pt x="42" y="42"/>
                  </a:lnTo>
                  <a:close/>
                  <a:moveTo>
                    <a:pt x="46" y="40"/>
                  </a:moveTo>
                  <a:lnTo>
                    <a:pt x="47" y="41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4" y="40"/>
                  </a:lnTo>
                  <a:lnTo>
                    <a:pt x="46" y="40"/>
                  </a:lnTo>
                  <a:close/>
                  <a:moveTo>
                    <a:pt x="43" y="40"/>
                  </a:moveTo>
                  <a:lnTo>
                    <a:pt x="44" y="40"/>
                  </a:lnTo>
                  <a:lnTo>
                    <a:pt x="43" y="41"/>
                  </a:lnTo>
                  <a:lnTo>
                    <a:pt x="42" y="40"/>
                  </a:lnTo>
                  <a:lnTo>
                    <a:pt x="43" y="40"/>
                  </a:lnTo>
                  <a:close/>
                  <a:moveTo>
                    <a:pt x="77" y="37"/>
                  </a:moveTo>
                  <a:lnTo>
                    <a:pt x="79" y="37"/>
                  </a:lnTo>
                  <a:lnTo>
                    <a:pt x="77" y="38"/>
                  </a:lnTo>
                  <a:lnTo>
                    <a:pt x="79" y="38"/>
                  </a:lnTo>
                  <a:lnTo>
                    <a:pt x="79" y="41"/>
                  </a:lnTo>
                  <a:lnTo>
                    <a:pt x="79" y="42"/>
                  </a:lnTo>
                  <a:lnTo>
                    <a:pt x="76" y="44"/>
                  </a:lnTo>
                  <a:lnTo>
                    <a:pt x="75" y="42"/>
                  </a:lnTo>
                  <a:lnTo>
                    <a:pt x="75" y="41"/>
                  </a:lnTo>
                  <a:lnTo>
                    <a:pt x="76" y="41"/>
                  </a:lnTo>
                  <a:lnTo>
                    <a:pt x="76" y="38"/>
                  </a:lnTo>
                  <a:lnTo>
                    <a:pt x="75" y="40"/>
                  </a:lnTo>
                  <a:lnTo>
                    <a:pt x="75" y="41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2" y="42"/>
                  </a:lnTo>
                  <a:lnTo>
                    <a:pt x="71" y="41"/>
                  </a:lnTo>
                  <a:lnTo>
                    <a:pt x="71" y="38"/>
                  </a:lnTo>
                  <a:lnTo>
                    <a:pt x="73" y="38"/>
                  </a:lnTo>
                  <a:lnTo>
                    <a:pt x="75" y="37"/>
                  </a:lnTo>
                  <a:lnTo>
                    <a:pt x="77" y="37"/>
                  </a:lnTo>
                  <a:close/>
                  <a:moveTo>
                    <a:pt x="1" y="32"/>
                  </a:moveTo>
                  <a:lnTo>
                    <a:pt x="2" y="32"/>
                  </a:lnTo>
                  <a:lnTo>
                    <a:pt x="2" y="35"/>
                  </a:lnTo>
                  <a:lnTo>
                    <a:pt x="4" y="36"/>
                  </a:lnTo>
                  <a:lnTo>
                    <a:pt x="5" y="36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2" y="37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1" y="32"/>
                  </a:lnTo>
                  <a:close/>
                  <a:moveTo>
                    <a:pt x="66" y="27"/>
                  </a:moveTo>
                  <a:lnTo>
                    <a:pt x="66" y="27"/>
                  </a:lnTo>
                  <a:lnTo>
                    <a:pt x="64" y="28"/>
                  </a:lnTo>
                  <a:lnTo>
                    <a:pt x="64" y="31"/>
                  </a:lnTo>
                  <a:lnTo>
                    <a:pt x="63" y="31"/>
                  </a:lnTo>
                  <a:lnTo>
                    <a:pt x="62" y="31"/>
                  </a:lnTo>
                  <a:lnTo>
                    <a:pt x="62" y="29"/>
                  </a:lnTo>
                  <a:lnTo>
                    <a:pt x="60" y="28"/>
                  </a:lnTo>
                  <a:lnTo>
                    <a:pt x="62" y="27"/>
                  </a:lnTo>
                  <a:lnTo>
                    <a:pt x="63" y="27"/>
                  </a:lnTo>
                  <a:lnTo>
                    <a:pt x="64" y="28"/>
                  </a:lnTo>
                  <a:lnTo>
                    <a:pt x="66" y="27"/>
                  </a:lnTo>
                  <a:close/>
                  <a:moveTo>
                    <a:pt x="68" y="20"/>
                  </a:moveTo>
                  <a:lnTo>
                    <a:pt x="69" y="20"/>
                  </a:lnTo>
                  <a:lnTo>
                    <a:pt x="69" y="21"/>
                  </a:lnTo>
                  <a:lnTo>
                    <a:pt x="68" y="21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8" y="20"/>
                  </a:lnTo>
                  <a:close/>
                  <a:moveTo>
                    <a:pt x="56" y="16"/>
                  </a:moveTo>
                  <a:lnTo>
                    <a:pt x="58" y="17"/>
                  </a:lnTo>
                  <a:lnTo>
                    <a:pt x="58" y="19"/>
                  </a:lnTo>
                  <a:lnTo>
                    <a:pt x="56" y="19"/>
                  </a:lnTo>
                  <a:lnTo>
                    <a:pt x="56" y="19"/>
                  </a:lnTo>
                  <a:lnTo>
                    <a:pt x="55" y="19"/>
                  </a:lnTo>
                  <a:lnTo>
                    <a:pt x="55" y="16"/>
                  </a:lnTo>
                  <a:lnTo>
                    <a:pt x="56" y="16"/>
                  </a:lnTo>
                  <a:close/>
                  <a:moveTo>
                    <a:pt x="75" y="0"/>
                  </a:moveTo>
                  <a:lnTo>
                    <a:pt x="76" y="0"/>
                  </a:lnTo>
                  <a:lnTo>
                    <a:pt x="76" y="3"/>
                  </a:lnTo>
                  <a:lnTo>
                    <a:pt x="79" y="4"/>
                  </a:lnTo>
                  <a:lnTo>
                    <a:pt x="77" y="7"/>
                  </a:lnTo>
                  <a:lnTo>
                    <a:pt x="75" y="8"/>
                  </a:lnTo>
                  <a:lnTo>
                    <a:pt x="75" y="11"/>
                  </a:lnTo>
                  <a:lnTo>
                    <a:pt x="73" y="15"/>
                  </a:lnTo>
                  <a:lnTo>
                    <a:pt x="71" y="15"/>
                  </a:lnTo>
                  <a:lnTo>
                    <a:pt x="68" y="13"/>
                  </a:lnTo>
                  <a:lnTo>
                    <a:pt x="63" y="13"/>
                  </a:lnTo>
                  <a:lnTo>
                    <a:pt x="62" y="12"/>
                  </a:lnTo>
                  <a:lnTo>
                    <a:pt x="60" y="12"/>
                  </a:lnTo>
                  <a:lnTo>
                    <a:pt x="60" y="13"/>
                  </a:lnTo>
                  <a:lnTo>
                    <a:pt x="58" y="15"/>
                  </a:lnTo>
                  <a:lnTo>
                    <a:pt x="56" y="15"/>
                  </a:lnTo>
                  <a:lnTo>
                    <a:pt x="54" y="13"/>
                  </a:lnTo>
                  <a:lnTo>
                    <a:pt x="52" y="13"/>
                  </a:lnTo>
                  <a:lnTo>
                    <a:pt x="51" y="17"/>
                  </a:lnTo>
                  <a:lnTo>
                    <a:pt x="50" y="17"/>
                  </a:lnTo>
                  <a:lnTo>
                    <a:pt x="47" y="17"/>
                  </a:lnTo>
                  <a:lnTo>
                    <a:pt x="46" y="19"/>
                  </a:lnTo>
                  <a:lnTo>
                    <a:pt x="47" y="21"/>
                  </a:lnTo>
                  <a:lnTo>
                    <a:pt x="50" y="21"/>
                  </a:lnTo>
                  <a:lnTo>
                    <a:pt x="52" y="24"/>
                  </a:lnTo>
                  <a:lnTo>
                    <a:pt x="52" y="25"/>
                  </a:lnTo>
                  <a:lnTo>
                    <a:pt x="51" y="23"/>
                  </a:lnTo>
                  <a:lnTo>
                    <a:pt x="46" y="23"/>
                  </a:lnTo>
                  <a:lnTo>
                    <a:pt x="46" y="24"/>
                  </a:lnTo>
                  <a:lnTo>
                    <a:pt x="47" y="25"/>
                  </a:lnTo>
                  <a:lnTo>
                    <a:pt x="50" y="27"/>
                  </a:lnTo>
                  <a:lnTo>
                    <a:pt x="48" y="28"/>
                  </a:lnTo>
                  <a:lnTo>
                    <a:pt x="47" y="27"/>
                  </a:lnTo>
                  <a:lnTo>
                    <a:pt x="44" y="24"/>
                  </a:lnTo>
                  <a:lnTo>
                    <a:pt x="43" y="24"/>
                  </a:lnTo>
                  <a:lnTo>
                    <a:pt x="42" y="25"/>
                  </a:lnTo>
                  <a:lnTo>
                    <a:pt x="43" y="27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1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5" y="21"/>
                  </a:lnTo>
                  <a:lnTo>
                    <a:pt x="37" y="21"/>
                  </a:lnTo>
                  <a:lnTo>
                    <a:pt x="37" y="19"/>
                  </a:lnTo>
                  <a:lnTo>
                    <a:pt x="34" y="19"/>
                  </a:lnTo>
                  <a:lnTo>
                    <a:pt x="33" y="21"/>
                  </a:lnTo>
                  <a:lnTo>
                    <a:pt x="33" y="27"/>
                  </a:lnTo>
                  <a:lnTo>
                    <a:pt x="31" y="28"/>
                  </a:lnTo>
                  <a:lnTo>
                    <a:pt x="35" y="29"/>
                  </a:lnTo>
                  <a:lnTo>
                    <a:pt x="35" y="32"/>
                  </a:lnTo>
                  <a:lnTo>
                    <a:pt x="37" y="32"/>
                  </a:lnTo>
                  <a:lnTo>
                    <a:pt x="41" y="37"/>
                  </a:lnTo>
                  <a:lnTo>
                    <a:pt x="42" y="38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41" y="40"/>
                  </a:lnTo>
                  <a:lnTo>
                    <a:pt x="38" y="38"/>
                  </a:lnTo>
                  <a:lnTo>
                    <a:pt x="37" y="37"/>
                  </a:lnTo>
                  <a:lnTo>
                    <a:pt x="37" y="38"/>
                  </a:lnTo>
                  <a:lnTo>
                    <a:pt x="35" y="40"/>
                  </a:lnTo>
                  <a:lnTo>
                    <a:pt x="38" y="41"/>
                  </a:lnTo>
                  <a:lnTo>
                    <a:pt x="38" y="42"/>
                  </a:lnTo>
                  <a:lnTo>
                    <a:pt x="37" y="44"/>
                  </a:lnTo>
                  <a:lnTo>
                    <a:pt x="34" y="44"/>
                  </a:lnTo>
                  <a:lnTo>
                    <a:pt x="37" y="46"/>
                  </a:lnTo>
                  <a:lnTo>
                    <a:pt x="39" y="46"/>
                  </a:lnTo>
                  <a:lnTo>
                    <a:pt x="39" y="48"/>
                  </a:lnTo>
                  <a:lnTo>
                    <a:pt x="42" y="48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50" y="53"/>
                  </a:lnTo>
                  <a:lnTo>
                    <a:pt x="50" y="54"/>
                  </a:lnTo>
                  <a:lnTo>
                    <a:pt x="50" y="57"/>
                  </a:lnTo>
                  <a:lnTo>
                    <a:pt x="51" y="60"/>
                  </a:lnTo>
                  <a:lnTo>
                    <a:pt x="51" y="61"/>
                  </a:lnTo>
                  <a:lnTo>
                    <a:pt x="48" y="61"/>
                  </a:lnTo>
                  <a:lnTo>
                    <a:pt x="48" y="61"/>
                  </a:lnTo>
                  <a:lnTo>
                    <a:pt x="44" y="58"/>
                  </a:lnTo>
                  <a:lnTo>
                    <a:pt x="43" y="60"/>
                  </a:lnTo>
                  <a:lnTo>
                    <a:pt x="42" y="60"/>
                  </a:lnTo>
                  <a:lnTo>
                    <a:pt x="39" y="60"/>
                  </a:lnTo>
                  <a:lnTo>
                    <a:pt x="42" y="62"/>
                  </a:lnTo>
                  <a:lnTo>
                    <a:pt x="42" y="63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6" y="66"/>
                  </a:lnTo>
                  <a:lnTo>
                    <a:pt x="46" y="67"/>
                  </a:lnTo>
                  <a:lnTo>
                    <a:pt x="43" y="66"/>
                  </a:lnTo>
                  <a:lnTo>
                    <a:pt x="42" y="67"/>
                  </a:lnTo>
                  <a:lnTo>
                    <a:pt x="41" y="66"/>
                  </a:lnTo>
                  <a:lnTo>
                    <a:pt x="42" y="66"/>
                  </a:lnTo>
                  <a:lnTo>
                    <a:pt x="39" y="65"/>
                  </a:lnTo>
                  <a:lnTo>
                    <a:pt x="38" y="65"/>
                  </a:lnTo>
                  <a:lnTo>
                    <a:pt x="38" y="66"/>
                  </a:lnTo>
                  <a:lnTo>
                    <a:pt x="39" y="67"/>
                  </a:lnTo>
                  <a:lnTo>
                    <a:pt x="41" y="71"/>
                  </a:lnTo>
                  <a:lnTo>
                    <a:pt x="42" y="74"/>
                  </a:lnTo>
                  <a:lnTo>
                    <a:pt x="42" y="75"/>
                  </a:lnTo>
                  <a:lnTo>
                    <a:pt x="43" y="78"/>
                  </a:lnTo>
                  <a:lnTo>
                    <a:pt x="39" y="75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5" y="77"/>
                  </a:lnTo>
                  <a:lnTo>
                    <a:pt x="35" y="79"/>
                  </a:lnTo>
                  <a:lnTo>
                    <a:pt x="34" y="78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0" y="73"/>
                  </a:lnTo>
                  <a:lnTo>
                    <a:pt x="30" y="70"/>
                  </a:lnTo>
                  <a:lnTo>
                    <a:pt x="29" y="73"/>
                  </a:lnTo>
                  <a:lnTo>
                    <a:pt x="30" y="74"/>
                  </a:lnTo>
                  <a:lnTo>
                    <a:pt x="29" y="74"/>
                  </a:lnTo>
                  <a:lnTo>
                    <a:pt x="27" y="74"/>
                  </a:lnTo>
                  <a:lnTo>
                    <a:pt x="25" y="70"/>
                  </a:lnTo>
                  <a:lnTo>
                    <a:pt x="25" y="69"/>
                  </a:lnTo>
                  <a:lnTo>
                    <a:pt x="26" y="67"/>
                  </a:lnTo>
                  <a:lnTo>
                    <a:pt x="26" y="66"/>
                  </a:lnTo>
                  <a:lnTo>
                    <a:pt x="23" y="63"/>
                  </a:lnTo>
                  <a:lnTo>
                    <a:pt x="21" y="62"/>
                  </a:lnTo>
                  <a:lnTo>
                    <a:pt x="18" y="60"/>
                  </a:lnTo>
                  <a:lnTo>
                    <a:pt x="19" y="57"/>
                  </a:lnTo>
                  <a:lnTo>
                    <a:pt x="21" y="57"/>
                  </a:lnTo>
                  <a:lnTo>
                    <a:pt x="22" y="54"/>
                  </a:lnTo>
                  <a:lnTo>
                    <a:pt x="23" y="56"/>
                  </a:lnTo>
                  <a:lnTo>
                    <a:pt x="26" y="54"/>
                  </a:lnTo>
                  <a:lnTo>
                    <a:pt x="29" y="53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7" y="58"/>
                  </a:lnTo>
                  <a:lnTo>
                    <a:pt x="38" y="57"/>
                  </a:lnTo>
                  <a:lnTo>
                    <a:pt x="41" y="56"/>
                  </a:lnTo>
                  <a:lnTo>
                    <a:pt x="38" y="56"/>
                  </a:lnTo>
                  <a:lnTo>
                    <a:pt x="37" y="54"/>
                  </a:lnTo>
                  <a:lnTo>
                    <a:pt x="34" y="54"/>
                  </a:lnTo>
                  <a:lnTo>
                    <a:pt x="34" y="53"/>
                  </a:lnTo>
                  <a:lnTo>
                    <a:pt x="33" y="54"/>
                  </a:lnTo>
                  <a:lnTo>
                    <a:pt x="29" y="52"/>
                  </a:lnTo>
                  <a:lnTo>
                    <a:pt x="27" y="52"/>
                  </a:lnTo>
                  <a:lnTo>
                    <a:pt x="26" y="53"/>
                  </a:lnTo>
                  <a:lnTo>
                    <a:pt x="23" y="53"/>
                  </a:lnTo>
                  <a:lnTo>
                    <a:pt x="22" y="50"/>
                  </a:lnTo>
                  <a:lnTo>
                    <a:pt x="19" y="53"/>
                  </a:lnTo>
                  <a:lnTo>
                    <a:pt x="18" y="53"/>
                  </a:lnTo>
                  <a:lnTo>
                    <a:pt x="17" y="49"/>
                  </a:lnTo>
                  <a:lnTo>
                    <a:pt x="14" y="45"/>
                  </a:lnTo>
                  <a:lnTo>
                    <a:pt x="14" y="44"/>
                  </a:lnTo>
                  <a:lnTo>
                    <a:pt x="13" y="44"/>
                  </a:lnTo>
                  <a:lnTo>
                    <a:pt x="10" y="40"/>
                  </a:lnTo>
                  <a:lnTo>
                    <a:pt x="6" y="37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8" y="32"/>
                  </a:lnTo>
                  <a:lnTo>
                    <a:pt x="9" y="29"/>
                  </a:lnTo>
                  <a:lnTo>
                    <a:pt x="9" y="27"/>
                  </a:lnTo>
                  <a:lnTo>
                    <a:pt x="14" y="24"/>
                  </a:lnTo>
                  <a:lnTo>
                    <a:pt x="16" y="21"/>
                  </a:lnTo>
                  <a:lnTo>
                    <a:pt x="17" y="17"/>
                  </a:lnTo>
                  <a:lnTo>
                    <a:pt x="21" y="15"/>
                  </a:lnTo>
                  <a:lnTo>
                    <a:pt x="25" y="13"/>
                  </a:lnTo>
                  <a:lnTo>
                    <a:pt x="25" y="12"/>
                  </a:lnTo>
                  <a:lnTo>
                    <a:pt x="27" y="11"/>
                  </a:lnTo>
                  <a:lnTo>
                    <a:pt x="33" y="12"/>
                  </a:lnTo>
                  <a:lnTo>
                    <a:pt x="35" y="10"/>
                  </a:lnTo>
                  <a:lnTo>
                    <a:pt x="38" y="10"/>
                  </a:lnTo>
                  <a:lnTo>
                    <a:pt x="39" y="8"/>
                  </a:lnTo>
                  <a:lnTo>
                    <a:pt x="41" y="10"/>
                  </a:lnTo>
                  <a:lnTo>
                    <a:pt x="44" y="10"/>
                  </a:lnTo>
                  <a:lnTo>
                    <a:pt x="47" y="8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5" y="7"/>
                  </a:lnTo>
                  <a:lnTo>
                    <a:pt x="56" y="8"/>
                  </a:lnTo>
                  <a:lnTo>
                    <a:pt x="58" y="10"/>
                  </a:lnTo>
                  <a:lnTo>
                    <a:pt x="59" y="8"/>
                  </a:lnTo>
                  <a:lnTo>
                    <a:pt x="62" y="8"/>
                  </a:lnTo>
                  <a:lnTo>
                    <a:pt x="64" y="10"/>
                  </a:lnTo>
                  <a:lnTo>
                    <a:pt x="66" y="8"/>
                  </a:lnTo>
                  <a:lnTo>
                    <a:pt x="71" y="8"/>
                  </a:lnTo>
                  <a:lnTo>
                    <a:pt x="72" y="7"/>
                  </a:lnTo>
                  <a:lnTo>
                    <a:pt x="72" y="4"/>
                  </a:lnTo>
                  <a:lnTo>
                    <a:pt x="72" y="2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7" name="Freeform 414"/>
            <p:cNvSpPr>
              <a:spLocks noEditPoints="1"/>
            </p:cNvSpPr>
            <p:nvPr/>
          </p:nvSpPr>
          <p:spPr bwMode="auto">
            <a:xfrm>
              <a:off x="7046826" y="2990170"/>
              <a:ext cx="162416" cy="137038"/>
            </a:xfrm>
            <a:custGeom>
              <a:avLst/>
              <a:gdLst>
                <a:gd name="T0" fmla="*/ 6 w 64"/>
                <a:gd name="T1" fmla="*/ 35 h 54"/>
                <a:gd name="T2" fmla="*/ 9 w 64"/>
                <a:gd name="T3" fmla="*/ 34 h 54"/>
                <a:gd name="T4" fmla="*/ 14 w 64"/>
                <a:gd name="T5" fmla="*/ 38 h 54"/>
                <a:gd name="T6" fmla="*/ 20 w 64"/>
                <a:gd name="T7" fmla="*/ 48 h 54"/>
                <a:gd name="T8" fmla="*/ 13 w 64"/>
                <a:gd name="T9" fmla="*/ 46 h 54"/>
                <a:gd name="T10" fmla="*/ 9 w 64"/>
                <a:gd name="T11" fmla="*/ 42 h 54"/>
                <a:gd name="T12" fmla="*/ 4 w 64"/>
                <a:gd name="T13" fmla="*/ 38 h 54"/>
                <a:gd name="T14" fmla="*/ 2 w 64"/>
                <a:gd name="T15" fmla="*/ 35 h 54"/>
                <a:gd name="T16" fmla="*/ 0 w 64"/>
                <a:gd name="T17" fmla="*/ 34 h 54"/>
                <a:gd name="T18" fmla="*/ 1 w 64"/>
                <a:gd name="T19" fmla="*/ 33 h 54"/>
                <a:gd name="T20" fmla="*/ 42 w 64"/>
                <a:gd name="T21" fmla="*/ 0 h 54"/>
                <a:gd name="T22" fmla="*/ 47 w 64"/>
                <a:gd name="T23" fmla="*/ 6 h 54"/>
                <a:gd name="T24" fmla="*/ 50 w 64"/>
                <a:gd name="T25" fmla="*/ 12 h 54"/>
                <a:gd name="T26" fmla="*/ 54 w 64"/>
                <a:gd name="T27" fmla="*/ 17 h 54"/>
                <a:gd name="T28" fmla="*/ 59 w 64"/>
                <a:gd name="T29" fmla="*/ 18 h 54"/>
                <a:gd name="T30" fmla="*/ 64 w 64"/>
                <a:gd name="T31" fmla="*/ 22 h 54"/>
                <a:gd name="T32" fmla="*/ 60 w 64"/>
                <a:gd name="T33" fmla="*/ 23 h 54"/>
                <a:gd name="T34" fmla="*/ 54 w 64"/>
                <a:gd name="T35" fmla="*/ 26 h 54"/>
                <a:gd name="T36" fmla="*/ 55 w 64"/>
                <a:gd name="T37" fmla="*/ 31 h 54"/>
                <a:gd name="T38" fmla="*/ 54 w 64"/>
                <a:gd name="T39" fmla="*/ 35 h 54"/>
                <a:gd name="T40" fmla="*/ 54 w 64"/>
                <a:gd name="T41" fmla="*/ 38 h 54"/>
                <a:gd name="T42" fmla="*/ 52 w 64"/>
                <a:gd name="T43" fmla="*/ 43 h 54"/>
                <a:gd name="T44" fmla="*/ 51 w 64"/>
                <a:gd name="T45" fmla="*/ 43 h 54"/>
                <a:gd name="T46" fmla="*/ 51 w 64"/>
                <a:gd name="T47" fmla="*/ 39 h 54"/>
                <a:gd name="T48" fmla="*/ 49 w 64"/>
                <a:gd name="T49" fmla="*/ 42 h 54"/>
                <a:gd name="T50" fmla="*/ 50 w 64"/>
                <a:gd name="T51" fmla="*/ 47 h 54"/>
                <a:gd name="T52" fmla="*/ 50 w 64"/>
                <a:gd name="T53" fmla="*/ 52 h 54"/>
                <a:gd name="T54" fmla="*/ 47 w 64"/>
                <a:gd name="T55" fmla="*/ 52 h 54"/>
                <a:gd name="T56" fmla="*/ 45 w 64"/>
                <a:gd name="T57" fmla="*/ 51 h 54"/>
                <a:gd name="T58" fmla="*/ 45 w 64"/>
                <a:gd name="T59" fmla="*/ 43 h 54"/>
                <a:gd name="T60" fmla="*/ 41 w 64"/>
                <a:gd name="T61" fmla="*/ 41 h 54"/>
                <a:gd name="T62" fmla="*/ 41 w 64"/>
                <a:gd name="T63" fmla="*/ 38 h 54"/>
                <a:gd name="T64" fmla="*/ 39 w 64"/>
                <a:gd name="T65" fmla="*/ 37 h 54"/>
                <a:gd name="T66" fmla="*/ 38 w 64"/>
                <a:gd name="T67" fmla="*/ 35 h 54"/>
                <a:gd name="T68" fmla="*/ 34 w 64"/>
                <a:gd name="T69" fmla="*/ 38 h 54"/>
                <a:gd name="T70" fmla="*/ 30 w 64"/>
                <a:gd name="T71" fmla="*/ 41 h 54"/>
                <a:gd name="T72" fmla="*/ 27 w 64"/>
                <a:gd name="T73" fmla="*/ 43 h 54"/>
                <a:gd name="T74" fmla="*/ 26 w 64"/>
                <a:gd name="T75" fmla="*/ 46 h 54"/>
                <a:gd name="T76" fmla="*/ 22 w 64"/>
                <a:gd name="T77" fmla="*/ 46 h 54"/>
                <a:gd name="T78" fmla="*/ 22 w 64"/>
                <a:gd name="T79" fmla="*/ 43 h 54"/>
                <a:gd name="T80" fmla="*/ 22 w 64"/>
                <a:gd name="T81" fmla="*/ 39 h 54"/>
                <a:gd name="T82" fmla="*/ 22 w 64"/>
                <a:gd name="T83" fmla="*/ 35 h 54"/>
                <a:gd name="T84" fmla="*/ 13 w 64"/>
                <a:gd name="T85" fmla="*/ 33 h 54"/>
                <a:gd name="T86" fmla="*/ 13 w 64"/>
                <a:gd name="T87" fmla="*/ 27 h 54"/>
                <a:gd name="T88" fmla="*/ 8 w 64"/>
                <a:gd name="T89" fmla="*/ 21 h 54"/>
                <a:gd name="T90" fmla="*/ 9 w 64"/>
                <a:gd name="T91" fmla="*/ 16 h 54"/>
                <a:gd name="T92" fmla="*/ 2 w 64"/>
                <a:gd name="T93" fmla="*/ 13 h 54"/>
                <a:gd name="T94" fmla="*/ 0 w 64"/>
                <a:gd name="T95" fmla="*/ 9 h 54"/>
                <a:gd name="T96" fmla="*/ 12 w 64"/>
                <a:gd name="T97" fmla="*/ 12 h 54"/>
                <a:gd name="T98" fmla="*/ 20 w 64"/>
                <a:gd name="T99" fmla="*/ 13 h 54"/>
                <a:gd name="T100" fmla="*/ 18 w 64"/>
                <a:gd name="T101" fmla="*/ 6 h 54"/>
                <a:gd name="T102" fmla="*/ 17 w 64"/>
                <a:gd name="T103" fmla="*/ 1 h 54"/>
                <a:gd name="T104" fmla="*/ 26 w 64"/>
                <a:gd name="T105" fmla="*/ 5 h 54"/>
                <a:gd name="T106" fmla="*/ 33 w 64"/>
                <a:gd name="T107" fmla="*/ 9 h 54"/>
                <a:gd name="T108" fmla="*/ 37 w 64"/>
                <a:gd name="T109" fmla="*/ 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4" h="54">
                  <a:moveTo>
                    <a:pt x="4" y="31"/>
                  </a:moveTo>
                  <a:lnTo>
                    <a:pt x="6" y="35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12" y="37"/>
                  </a:lnTo>
                  <a:lnTo>
                    <a:pt x="14" y="38"/>
                  </a:lnTo>
                  <a:lnTo>
                    <a:pt x="20" y="46"/>
                  </a:lnTo>
                  <a:lnTo>
                    <a:pt x="20" y="48"/>
                  </a:lnTo>
                  <a:lnTo>
                    <a:pt x="16" y="46"/>
                  </a:lnTo>
                  <a:lnTo>
                    <a:pt x="13" y="46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4" y="35"/>
                  </a:lnTo>
                  <a:lnTo>
                    <a:pt x="2" y="35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1" y="33"/>
                  </a:lnTo>
                  <a:lnTo>
                    <a:pt x="4" y="31"/>
                  </a:lnTo>
                  <a:close/>
                  <a:moveTo>
                    <a:pt x="42" y="0"/>
                  </a:moveTo>
                  <a:lnTo>
                    <a:pt x="45" y="1"/>
                  </a:lnTo>
                  <a:lnTo>
                    <a:pt x="47" y="6"/>
                  </a:lnTo>
                  <a:lnTo>
                    <a:pt x="47" y="9"/>
                  </a:lnTo>
                  <a:lnTo>
                    <a:pt x="50" y="12"/>
                  </a:lnTo>
                  <a:lnTo>
                    <a:pt x="54" y="14"/>
                  </a:lnTo>
                  <a:lnTo>
                    <a:pt x="54" y="17"/>
                  </a:lnTo>
                  <a:lnTo>
                    <a:pt x="56" y="18"/>
                  </a:lnTo>
                  <a:lnTo>
                    <a:pt x="59" y="18"/>
                  </a:lnTo>
                  <a:lnTo>
                    <a:pt x="63" y="19"/>
                  </a:lnTo>
                  <a:lnTo>
                    <a:pt x="64" y="22"/>
                  </a:lnTo>
                  <a:lnTo>
                    <a:pt x="63" y="22"/>
                  </a:lnTo>
                  <a:lnTo>
                    <a:pt x="60" y="23"/>
                  </a:lnTo>
                  <a:lnTo>
                    <a:pt x="58" y="23"/>
                  </a:lnTo>
                  <a:lnTo>
                    <a:pt x="54" y="26"/>
                  </a:lnTo>
                  <a:lnTo>
                    <a:pt x="54" y="30"/>
                  </a:lnTo>
                  <a:lnTo>
                    <a:pt x="55" y="31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2" y="39"/>
                  </a:lnTo>
                  <a:lnTo>
                    <a:pt x="52" y="43"/>
                  </a:lnTo>
                  <a:lnTo>
                    <a:pt x="52" y="44"/>
                  </a:lnTo>
                  <a:lnTo>
                    <a:pt x="51" y="43"/>
                  </a:lnTo>
                  <a:lnTo>
                    <a:pt x="52" y="42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49" y="42"/>
                  </a:lnTo>
                  <a:lnTo>
                    <a:pt x="50" y="46"/>
                  </a:lnTo>
                  <a:lnTo>
                    <a:pt x="50" y="47"/>
                  </a:lnTo>
                  <a:lnTo>
                    <a:pt x="50" y="48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47" y="52"/>
                  </a:lnTo>
                  <a:lnTo>
                    <a:pt x="46" y="51"/>
                  </a:lnTo>
                  <a:lnTo>
                    <a:pt x="45" y="51"/>
                  </a:lnTo>
                  <a:lnTo>
                    <a:pt x="41" y="46"/>
                  </a:lnTo>
                  <a:lnTo>
                    <a:pt x="45" y="43"/>
                  </a:lnTo>
                  <a:lnTo>
                    <a:pt x="42" y="42"/>
                  </a:lnTo>
                  <a:lnTo>
                    <a:pt x="41" y="41"/>
                  </a:lnTo>
                  <a:lnTo>
                    <a:pt x="42" y="39"/>
                  </a:lnTo>
                  <a:lnTo>
                    <a:pt x="41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5" y="37"/>
                  </a:lnTo>
                  <a:lnTo>
                    <a:pt x="34" y="38"/>
                  </a:lnTo>
                  <a:lnTo>
                    <a:pt x="31" y="39"/>
                  </a:lnTo>
                  <a:lnTo>
                    <a:pt x="30" y="41"/>
                  </a:lnTo>
                  <a:lnTo>
                    <a:pt x="29" y="43"/>
                  </a:lnTo>
                  <a:lnTo>
                    <a:pt x="27" y="43"/>
                  </a:lnTo>
                  <a:lnTo>
                    <a:pt x="26" y="44"/>
                  </a:lnTo>
                  <a:lnTo>
                    <a:pt x="26" y="46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2" y="43"/>
                  </a:lnTo>
                  <a:lnTo>
                    <a:pt x="24" y="42"/>
                  </a:lnTo>
                  <a:lnTo>
                    <a:pt x="22" y="39"/>
                  </a:lnTo>
                  <a:lnTo>
                    <a:pt x="25" y="38"/>
                  </a:lnTo>
                  <a:lnTo>
                    <a:pt x="22" y="35"/>
                  </a:lnTo>
                  <a:lnTo>
                    <a:pt x="18" y="35"/>
                  </a:lnTo>
                  <a:lnTo>
                    <a:pt x="13" y="33"/>
                  </a:lnTo>
                  <a:lnTo>
                    <a:pt x="12" y="29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8" y="21"/>
                  </a:lnTo>
                  <a:lnTo>
                    <a:pt x="8" y="18"/>
                  </a:lnTo>
                  <a:lnTo>
                    <a:pt x="9" y="16"/>
                  </a:lnTo>
                  <a:lnTo>
                    <a:pt x="6" y="13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9"/>
                  </a:lnTo>
                  <a:lnTo>
                    <a:pt x="5" y="8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20" y="13"/>
                  </a:lnTo>
                  <a:lnTo>
                    <a:pt x="21" y="9"/>
                  </a:lnTo>
                  <a:lnTo>
                    <a:pt x="18" y="6"/>
                  </a:lnTo>
                  <a:lnTo>
                    <a:pt x="16" y="5"/>
                  </a:lnTo>
                  <a:lnTo>
                    <a:pt x="17" y="1"/>
                  </a:lnTo>
                  <a:lnTo>
                    <a:pt x="21" y="1"/>
                  </a:lnTo>
                  <a:lnTo>
                    <a:pt x="26" y="5"/>
                  </a:lnTo>
                  <a:lnTo>
                    <a:pt x="27" y="8"/>
                  </a:lnTo>
                  <a:lnTo>
                    <a:pt x="33" y="9"/>
                  </a:lnTo>
                  <a:lnTo>
                    <a:pt x="34" y="6"/>
                  </a:lnTo>
                  <a:lnTo>
                    <a:pt x="37" y="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8" name="Freeform 415"/>
            <p:cNvSpPr>
              <a:spLocks/>
            </p:cNvSpPr>
            <p:nvPr/>
          </p:nvSpPr>
          <p:spPr bwMode="auto">
            <a:xfrm>
              <a:off x="7029061" y="3076453"/>
              <a:ext cx="619210" cy="494861"/>
            </a:xfrm>
            <a:custGeom>
              <a:avLst/>
              <a:gdLst>
                <a:gd name="T0" fmla="*/ 11 w 244"/>
                <a:gd name="T1" fmla="*/ 4 h 195"/>
                <a:gd name="T2" fmla="*/ 23 w 244"/>
                <a:gd name="T3" fmla="*/ 12 h 195"/>
                <a:gd name="T4" fmla="*/ 31 w 244"/>
                <a:gd name="T5" fmla="*/ 12 h 195"/>
                <a:gd name="T6" fmla="*/ 37 w 244"/>
                <a:gd name="T7" fmla="*/ 7 h 195"/>
                <a:gd name="T8" fmla="*/ 45 w 244"/>
                <a:gd name="T9" fmla="*/ 1 h 195"/>
                <a:gd name="T10" fmla="*/ 48 w 244"/>
                <a:gd name="T11" fmla="*/ 7 h 195"/>
                <a:gd name="T12" fmla="*/ 53 w 244"/>
                <a:gd name="T13" fmla="*/ 17 h 195"/>
                <a:gd name="T14" fmla="*/ 59 w 244"/>
                <a:gd name="T15" fmla="*/ 22 h 195"/>
                <a:gd name="T16" fmla="*/ 63 w 244"/>
                <a:gd name="T17" fmla="*/ 32 h 195"/>
                <a:gd name="T18" fmla="*/ 75 w 244"/>
                <a:gd name="T19" fmla="*/ 33 h 195"/>
                <a:gd name="T20" fmla="*/ 94 w 244"/>
                <a:gd name="T21" fmla="*/ 42 h 195"/>
                <a:gd name="T22" fmla="*/ 121 w 244"/>
                <a:gd name="T23" fmla="*/ 41 h 195"/>
                <a:gd name="T24" fmla="*/ 127 w 244"/>
                <a:gd name="T25" fmla="*/ 30 h 195"/>
                <a:gd name="T26" fmla="*/ 141 w 244"/>
                <a:gd name="T27" fmla="*/ 20 h 195"/>
                <a:gd name="T28" fmla="*/ 154 w 244"/>
                <a:gd name="T29" fmla="*/ 18 h 195"/>
                <a:gd name="T30" fmla="*/ 173 w 244"/>
                <a:gd name="T31" fmla="*/ 25 h 195"/>
                <a:gd name="T32" fmla="*/ 185 w 244"/>
                <a:gd name="T33" fmla="*/ 32 h 195"/>
                <a:gd name="T34" fmla="*/ 203 w 244"/>
                <a:gd name="T35" fmla="*/ 45 h 195"/>
                <a:gd name="T36" fmla="*/ 204 w 244"/>
                <a:gd name="T37" fmla="*/ 57 h 195"/>
                <a:gd name="T38" fmla="*/ 204 w 244"/>
                <a:gd name="T39" fmla="*/ 63 h 195"/>
                <a:gd name="T40" fmla="*/ 200 w 244"/>
                <a:gd name="T41" fmla="*/ 72 h 195"/>
                <a:gd name="T42" fmla="*/ 207 w 244"/>
                <a:gd name="T43" fmla="*/ 80 h 195"/>
                <a:gd name="T44" fmla="*/ 206 w 244"/>
                <a:gd name="T45" fmla="*/ 101 h 195"/>
                <a:gd name="T46" fmla="*/ 220 w 244"/>
                <a:gd name="T47" fmla="*/ 116 h 195"/>
                <a:gd name="T48" fmla="*/ 219 w 244"/>
                <a:gd name="T49" fmla="*/ 145 h 195"/>
                <a:gd name="T50" fmla="*/ 232 w 244"/>
                <a:gd name="T51" fmla="*/ 153 h 195"/>
                <a:gd name="T52" fmla="*/ 236 w 244"/>
                <a:gd name="T53" fmla="*/ 163 h 195"/>
                <a:gd name="T54" fmla="*/ 241 w 244"/>
                <a:gd name="T55" fmla="*/ 174 h 195"/>
                <a:gd name="T56" fmla="*/ 227 w 244"/>
                <a:gd name="T57" fmla="*/ 179 h 195"/>
                <a:gd name="T58" fmla="*/ 227 w 244"/>
                <a:gd name="T59" fmla="*/ 193 h 195"/>
                <a:gd name="T60" fmla="*/ 216 w 244"/>
                <a:gd name="T61" fmla="*/ 192 h 195"/>
                <a:gd name="T62" fmla="*/ 211 w 244"/>
                <a:gd name="T63" fmla="*/ 191 h 195"/>
                <a:gd name="T64" fmla="*/ 192 w 244"/>
                <a:gd name="T65" fmla="*/ 189 h 195"/>
                <a:gd name="T66" fmla="*/ 181 w 244"/>
                <a:gd name="T67" fmla="*/ 187 h 195"/>
                <a:gd name="T68" fmla="*/ 170 w 244"/>
                <a:gd name="T69" fmla="*/ 178 h 195"/>
                <a:gd name="T70" fmla="*/ 165 w 244"/>
                <a:gd name="T71" fmla="*/ 168 h 195"/>
                <a:gd name="T72" fmla="*/ 153 w 244"/>
                <a:gd name="T73" fmla="*/ 170 h 195"/>
                <a:gd name="T74" fmla="*/ 136 w 244"/>
                <a:gd name="T75" fmla="*/ 174 h 195"/>
                <a:gd name="T76" fmla="*/ 123 w 244"/>
                <a:gd name="T77" fmla="*/ 170 h 195"/>
                <a:gd name="T78" fmla="*/ 116 w 244"/>
                <a:gd name="T79" fmla="*/ 163 h 195"/>
                <a:gd name="T80" fmla="*/ 103 w 244"/>
                <a:gd name="T81" fmla="*/ 159 h 195"/>
                <a:gd name="T82" fmla="*/ 94 w 244"/>
                <a:gd name="T83" fmla="*/ 147 h 195"/>
                <a:gd name="T84" fmla="*/ 92 w 244"/>
                <a:gd name="T85" fmla="*/ 145 h 195"/>
                <a:gd name="T86" fmla="*/ 83 w 244"/>
                <a:gd name="T87" fmla="*/ 130 h 195"/>
                <a:gd name="T88" fmla="*/ 75 w 244"/>
                <a:gd name="T89" fmla="*/ 130 h 195"/>
                <a:gd name="T90" fmla="*/ 71 w 244"/>
                <a:gd name="T91" fmla="*/ 128 h 195"/>
                <a:gd name="T92" fmla="*/ 69 w 244"/>
                <a:gd name="T93" fmla="*/ 132 h 195"/>
                <a:gd name="T94" fmla="*/ 62 w 244"/>
                <a:gd name="T95" fmla="*/ 128 h 195"/>
                <a:gd name="T96" fmla="*/ 56 w 244"/>
                <a:gd name="T97" fmla="*/ 112 h 195"/>
                <a:gd name="T98" fmla="*/ 49 w 244"/>
                <a:gd name="T99" fmla="*/ 99 h 195"/>
                <a:gd name="T100" fmla="*/ 33 w 244"/>
                <a:gd name="T101" fmla="*/ 92 h 195"/>
                <a:gd name="T102" fmla="*/ 32 w 244"/>
                <a:gd name="T103" fmla="*/ 83 h 195"/>
                <a:gd name="T104" fmla="*/ 27 w 244"/>
                <a:gd name="T105" fmla="*/ 79 h 195"/>
                <a:gd name="T106" fmla="*/ 28 w 244"/>
                <a:gd name="T107" fmla="*/ 66 h 195"/>
                <a:gd name="T108" fmla="*/ 31 w 244"/>
                <a:gd name="T109" fmla="*/ 58 h 195"/>
                <a:gd name="T110" fmla="*/ 32 w 244"/>
                <a:gd name="T111" fmla="*/ 55 h 195"/>
                <a:gd name="T112" fmla="*/ 20 w 244"/>
                <a:gd name="T113" fmla="*/ 51 h 195"/>
                <a:gd name="T114" fmla="*/ 15 w 244"/>
                <a:gd name="T115" fmla="*/ 41 h 195"/>
                <a:gd name="T116" fmla="*/ 11 w 244"/>
                <a:gd name="T117" fmla="*/ 33 h 195"/>
                <a:gd name="T118" fmla="*/ 7 w 244"/>
                <a:gd name="T119" fmla="*/ 20 h 195"/>
                <a:gd name="T120" fmla="*/ 3 w 244"/>
                <a:gd name="T121" fmla="*/ 8 h 195"/>
                <a:gd name="T122" fmla="*/ 7 w 244"/>
                <a:gd name="T123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4" h="195">
                  <a:moveTo>
                    <a:pt x="7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20" y="12"/>
                  </a:lnTo>
                  <a:lnTo>
                    <a:pt x="23" y="12"/>
                  </a:lnTo>
                  <a:lnTo>
                    <a:pt x="27" y="14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29" y="12"/>
                  </a:lnTo>
                  <a:lnTo>
                    <a:pt x="31" y="12"/>
                  </a:lnTo>
                  <a:lnTo>
                    <a:pt x="33" y="12"/>
                  </a:lnTo>
                  <a:lnTo>
                    <a:pt x="33" y="10"/>
                  </a:lnTo>
                  <a:lnTo>
                    <a:pt x="34" y="9"/>
                  </a:lnTo>
                  <a:lnTo>
                    <a:pt x="36" y="9"/>
                  </a:lnTo>
                  <a:lnTo>
                    <a:pt x="37" y="7"/>
                  </a:lnTo>
                  <a:lnTo>
                    <a:pt x="38" y="5"/>
                  </a:lnTo>
                  <a:lnTo>
                    <a:pt x="41" y="4"/>
                  </a:lnTo>
                  <a:lnTo>
                    <a:pt x="42" y="3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48" y="4"/>
                  </a:lnTo>
                  <a:lnTo>
                    <a:pt x="49" y="5"/>
                  </a:lnTo>
                  <a:lnTo>
                    <a:pt x="48" y="7"/>
                  </a:lnTo>
                  <a:lnTo>
                    <a:pt x="49" y="8"/>
                  </a:lnTo>
                  <a:lnTo>
                    <a:pt x="52" y="9"/>
                  </a:lnTo>
                  <a:lnTo>
                    <a:pt x="48" y="12"/>
                  </a:lnTo>
                  <a:lnTo>
                    <a:pt x="52" y="17"/>
                  </a:lnTo>
                  <a:lnTo>
                    <a:pt x="53" y="17"/>
                  </a:lnTo>
                  <a:lnTo>
                    <a:pt x="54" y="18"/>
                  </a:lnTo>
                  <a:lnTo>
                    <a:pt x="57" y="20"/>
                  </a:lnTo>
                  <a:lnTo>
                    <a:pt x="57" y="18"/>
                  </a:lnTo>
                  <a:lnTo>
                    <a:pt x="57" y="20"/>
                  </a:lnTo>
                  <a:lnTo>
                    <a:pt x="59" y="22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9" y="29"/>
                  </a:lnTo>
                  <a:lnTo>
                    <a:pt x="61" y="29"/>
                  </a:lnTo>
                  <a:lnTo>
                    <a:pt x="63" y="32"/>
                  </a:lnTo>
                  <a:lnTo>
                    <a:pt x="66" y="32"/>
                  </a:lnTo>
                  <a:lnTo>
                    <a:pt x="69" y="32"/>
                  </a:lnTo>
                  <a:lnTo>
                    <a:pt x="71" y="32"/>
                  </a:lnTo>
                  <a:lnTo>
                    <a:pt x="74" y="33"/>
                  </a:lnTo>
                  <a:lnTo>
                    <a:pt x="75" y="33"/>
                  </a:lnTo>
                  <a:lnTo>
                    <a:pt x="77" y="35"/>
                  </a:lnTo>
                  <a:lnTo>
                    <a:pt x="78" y="38"/>
                  </a:lnTo>
                  <a:lnTo>
                    <a:pt x="84" y="39"/>
                  </a:lnTo>
                  <a:lnTo>
                    <a:pt x="87" y="41"/>
                  </a:lnTo>
                  <a:lnTo>
                    <a:pt x="94" y="42"/>
                  </a:lnTo>
                  <a:lnTo>
                    <a:pt x="98" y="42"/>
                  </a:lnTo>
                  <a:lnTo>
                    <a:pt x="106" y="39"/>
                  </a:lnTo>
                  <a:lnTo>
                    <a:pt x="111" y="39"/>
                  </a:lnTo>
                  <a:lnTo>
                    <a:pt x="119" y="39"/>
                  </a:lnTo>
                  <a:lnTo>
                    <a:pt x="121" y="41"/>
                  </a:lnTo>
                  <a:lnTo>
                    <a:pt x="121" y="37"/>
                  </a:lnTo>
                  <a:lnTo>
                    <a:pt x="120" y="34"/>
                  </a:lnTo>
                  <a:lnTo>
                    <a:pt x="119" y="32"/>
                  </a:lnTo>
                  <a:lnTo>
                    <a:pt x="121" y="30"/>
                  </a:lnTo>
                  <a:lnTo>
                    <a:pt x="127" y="30"/>
                  </a:lnTo>
                  <a:lnTo>
                    <a:pt x="128" y="26"/>
                  </a:lnTo>
                  <a:lnTo>
                    <a:pt x="129" y="25"/>
                  </a:lnTo>
                  <a:lnTo>
                    <a:pt x="132" y="25"/>
                  </a:lnTo>
                  <a:lnTo>
                    <a:pt x="136" y="21"/>
                  </a:lnTo>
                  <a:lnTo>
                    <a:pt x="141" y="20"/>
                  </a:lnTo>
                  <a:lnTo>
                    <a:pt x="146" y="21"/>
                  </a:lnTo>
                  <a:lnTo>
                    <a:pt x="146" y="17"/>
                  </a:lnTo>
                  <a:lnTo>
                    <a:pt x="149" y="17"/>
                  </a:lnTo>
                  <a:lnTo>
                    <a:pt x="152" y="18"/>
                  </a:lnTo>
                  <a:lnTo>
                    <a:pt x="154" y="18"/>
                  </a:lnTo>
                  <a:lnTo>
                    <a:pt x="158" y="21"/>
                  </a:lnTo>
                  <a:lnTo>
                    <a:pt x="162" y="22"/>
                  </a:lnTo>
                  <a:lnTo>
                    <a:pt x="169" y="26"/>
                  </a:lnTo>
                  <a:lnTo>
                    <a:pt x="171" y="26"/>
                  </a:lnTo>
                  <a:lnTo>
                    <a:pt x="173" y="25"/>
                  </a:lnTo>
                  <a:lnTo>
                    <a:pt x="178" y="28"/>
                  </a:lnTo>
                  <a:lnTo>
                    <a:pt x="179" y="28"/>
                  </a:lnTo>
                  <a:lnTo>
                    <a:pt x="181" y="32"/>
                  </a:lnTo>
                  <a:lnTo>
                    <a:pt x="182" y="32"/>
                  </a:lnTo>
                  <a:lnTo>
                    <a:pt x="185" y="32"/>
                  </a:lnTo>
                  <a:lnTo>
                    <a:pt x="189" y="33"/>
                  </a:lnTo>
                  <a:lnTo>
                    <a:pt x="194" y="39"/>
                  </a:lnTo>
                  <a:lnTo>
                    <a:pt x="199" y="39"/>
                  </a:lnTo>
                  <a:lnTo>
                    <a:pt x="202" y="41"/>
                  </a:lnTo>
                  <a:lnTo>
                    <a:pt x="203" y="45"/>
                  </a:lnTo>
                  <a:lnTo>
                    <a:pt x="203" y="46"/>
                  </a:lnTo>
                  <a:lnTo>
                    <a:pt x="203" y="49"/>
                  </a:lnTo>
                  <a:lnTo>
                    <a:pt x="203" y="50"/>
                  </a:lnTo>
                  <a:lnTo>
                    <a:pt x="204" y="53"/>
                  </a:lnTo>
                  <a:lnTo>
                    <a:pt x="204" y="57"/>
                  </a:lnTo>
                  <a:lnTo>
                    <a:pt x="204" y="58"/>
                  </a:lnTo>
                  <a:lnTo>
                    <a:pt x="204" y="59"/>
                  </a:lnTo>
                  <a:lnTo>
                    <a:pt x="206" y="62"/>
                  </a:lnTo>
                  <a:lnTo>
                    <a:pt x="204" y="62"/>
                  </a:lnTo>
                  <a:lnTo>
                    <a:pt x="204" y="63"/>
                  </a:lnTo>
                  <a:lnTo>
                    <a:pt x="202" y="66"/>
                  </a:lnTo>
                  <a:lnTo>
                    <a:pt x="199" y="66"/>
                  </a:lnTo>
                  <a:lnTo>
                    <a:pt x="200" y="68"/>
                  </a:lnTo>
                  <a:lnTo>
                    <a:pt x="202" y="70"/>
                  </a:lnTo>
                  <a:lnTo>
                    <a:pt x="200" y="72"/>
                  </a:lnTo>
                  <a:lnTo>
                    <a:pt x="200" y="74"/>
                  </a:lnTo>
                  <a:lnTo>
                    <a:pt x="202" y="78"/>
                  </a:lnTo>
                  <a:lnTo>
                    <a:pt x="202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3" y="86"/>
                  </a:lnTo>
                  <a:lnTo>
                    <a:pt x="202" y="88"/>
                  </a:lnTo>
                  <a:lnTo>
                    <a:pt x="206" y="95"/>
                  </a:lnTo>
                  <a:lnTo>
                    <a:pt x="207" y="100"/>
                  </a:lnTo>
                  <a:lnTo>
                    <a:pt x="206" y="101"/>
                  </a:lnTo>
                  <a:lnTo>
                    <a:pt x="207" y="104"/>
                  </a:lnTo>
                  <a:lnTo>
                    <a:pt x="208" y="108"/>
                  </a:lnTo>
                  <a:lnTo>
                    <a:pt x="217" y="108"/>
                  </a:lnTo>
                  <a:lnTo>
                    <a:pt x="220" y="112"/>
                  </a:lnTo>
                  <a:lnTo>
                    <a:pt x="220" y="116"/>
                  </a:lnTo>
                  <a:lnTo>
                    <a:pt x="221" y="120"/>
                  </a:lnTo>
                  <a:lnTo>
                    <a:pt x="220" y="122"/>
                  </a:lnTo>
                  <a:lnTo>
                    <a:pt x="211" y="134"/>
                  </a:lnTo>
                  <a:lnTo>
                    <a:pt x="217" y="142"/>
                  </a:lnTo>
                  <a:lnTo>
                    <a:pt x="219" y="145"/>
                  </a:lnTo>
                  <a:lnTo>
                    <a:pt x="221" y="147"/>
                  </a:lnTo>
                  <a:lnTo>
                    <a:pt x="224" y="150"/>
                  </a:lnTo>
                  <a:lnTo>
                    <a:pt x="225" y="151"/>
                  </a:lnTo>
                  <a:lnTo>
                    <a:pt x="229" y="151"/>
                  </a:lnTo>
                  <a:lnTo>
                    <a:pt x="232" y="153"/>
                  </a:lnTo>
                  <a:lnTo>
                    <a:pt x="232" y="153"/>
                  </a:lnTo>
                  <a:lnTo>
                    <a:pt x="236" y="154"/>
                  </a:lnTo>
                  <a:lnTo>
                    <a:pt x="236" y="158"/>
                  </a:lnTo>
                  <a:lnTo>
                    <a:pt x="236" y="161"/>
                  </a:lnTo>
                  <a:lnTo>
                    <a:pt x="236" y="163"/>
                  </a:lnTo>
                  <a:lnTo>
                    <a:pt x="237" y="166"/>
                  </a:lnTo>
                  <a:lnTo>
                    <a:pt x="240" y="166"/>
                  </a:lnTo>
                  <a:lnTo>
                    <a:pt x="243" y="167"/>
                  </a:lnTo>
                  <a:lnTo>
                    <a:pt x="244" y="172"/>
                  </a:lnTo>
                  <a:lnTo>
                    <a:pt x="241" y="174"/>
                  </a:lnTo>
                  <a:lnTo>
                    <a:pt x="239" y="172"/>
                  </a:lnTo>
                  <a:lnTo>
                    <a:pt x="233" y="174"/>
                  </a:lnTo>
                  <a:lnTo>
                    <a:pt x="232" y="175"/>
                  </a:lnTo>
                  <a:lnTo>
                    <a:pt x="228" y="178"/>
                  </a:lnTo>
                  <a:lnTo>
                    <a:pt x="227" y="179"/>
                  </a:lnTo>
                  <a:lnTo>
                    <a:pt x="228" y="182"/>
                  </a:lnTo>
                  <a:lnTo>
                    <a:pt x="225" y="184"/>
                  </a:lnTo>
                  <a:lnTo>
                    <a:pt x="227" y="187"/>
                  </a:lnTo>
                  <a:lnTo>
                    <a:pt x="227" y="191"/>
                  </a:lnTo>
                  <a:lnTo>
                    <a:pt x="227" y="193"/>
                  </a:lnTo>
                  <a:lnTo>
                    <a:pt x="225" y="193"/>
                  </a:lnTo>
                  <a:lnTo>
                    <a:pt x="225" y="193"/>
                  </a:lnTo>
                  <a:lnTo>
                    <a:pt x="224" y="195"/>
                  </a:lnTo>
                  <a:lnTo>
                    <a:pt x="220" y="193"/>
                  </a:lnTo>
                  <a:lnTo>
                    <a:pt x="216" y="192"/>
                  </a:lnTo>
                  <a:lnTo>
                    <a:pt x="215" y="191"/>
                  </a:lnTo>
                  <a:lnTo>
                    <a:pt x="214" y="191"/>
                  </a:lnTo>
                  <a:lnTo>
                    <a:pt x="214" y="192"/>
                  </a:lnTo>
                  <a:lnTo>
                    <a:pt x="212" y="192"/>
                  </a:lnTo>
                  <a:lnTo>
                    <a:pt x="211" y="191"/>
                  </a:lnTo>
                  <a:lnTo>
                    <a:pt x="210" y="192"/>
                  </a:lnTo>
                  <a:lnTo>
                    <a:pt x="208" y="191"/>
                  </a:lnTo>
                  <a:lnTo>
                    <a:pt x="203" y="191"/>
                  </a:lnTo>
                  <a:lnTo>
                    <a:pt x="199" y="189"/>
                  </a:lnTo>
                  <a:lnTo>
                    <a:pt x="192" y="189"/>
                  </a:lnTo>
                  <a:lnTo>
                    <a:pt x="190" y="187"/>
                  </a:lnTo>
                  <a:lnTo>
                    <a:pt x="189" y="187"/>
                  </a:lnTo>
                  <a:lnTo>
                    <a:pt x="186" y="189"/>
                  </a:lnTo>
                  <a:lnTo>
                    <a:pt x="183" y="187"/>
                  </a:lnTo>
                  <a:lnTo>
                    <a:pt x="181" y="187"/>
                  </a:lnTo>
                  <a:lnTo>
                    <a:pt x="174" y="187"/>
                  </a:lnTo>
                  <a:lnTo>
                    <a:pt x="174" y="186"/>
                  </a:lnTo>
                  <a:lnTo>
                    <a:pt x="173" y="186"/>
                  </a:lnTo>
                  <a:lnTo>
                    <a:pt x="173" y="182"/>
                  </a:lnTo>
                  <a:lnTo>
                    <a:pt x="170" y="178"/>
                  </a:lnTo>
                  <a:lnTo>
                    <a:pt x="169" y="174"/>
                  </a:lnTo>
                  <a:lnTo>
                    <a:pt x="166" y="170"/>
                  </a:lnTo>
                  <a:lnTo>
                    <a:pt x="166" y="168"/>
                  </a:lnTo>
                  <a:lnTo>
                    <a:pt x="165" y="168"/>
                  </a:lnTo>
                  <a:lnTo>
                    <a:pt x="165" y="168"/>
                  </a:lnTo>
                  <a:lnTo>
                    <a:pt x="161" y="167"/>
                  </a:lnTo>
                  <a:lnTo>
                    <a:pt x="158" y="168"/>
                  </a:lnTo>
                  <a:lnTo>
                    <a:pt x="156" y="171"/>
                  </a:lnTo>
                  <a:lnTo>
                    <a:pt x="153" y="171"/>
                  </a:lnTo>
                  <a:lnTo>
                    <a:pt x="153" y="170"/>
                  </a:lnTo>
                  <a:lnTo>
                    <a:pt x="153" y="171"/>
                  </a:lnTo>
                  <a:lnTo>
                    <a:pt x="148" y="174"/>
                  </a:lnTo>
                  <a:lnTo>
                    <a:pt x="144" y="178"/>
                  </a:lnTo>
                  <a:lnTo>
                    <a:pt x="140" y="175"/>
                  </a:lnTo>
                  <a:lnTo>
                    <a:pt x="136" y="174"/>
                  </a:lnTo>
                  <a:lnTo>
                    <a:pt x="132" y="174"/>
                  </a:lnTo>
                  <a:lnTo>
                    <a:pt x="132" y="175"/>
                  </a:lnTo>
                  <a:lnTo>
                    <a:pt x="127" y="171"/>
                  </a:lnTo>
                  <a:lnTo>
                    <a:pt x="125" y="171"/>
                  </a:lnTo>
                  <a:lnTo>
                    <a:pt x="123" y="170"/>
                  </a:lnTo>
                  <a:lnTo>
                    <a:pt x="120" y="168"/>
                  </a:lnTo>
                  <a:lnTo>
                    <a:pt x="117" y="164"/>
                  </a:lnTo>
                  <a:lnTo>
                    <a:pt x="119" y="163"/>
                  </a:lnTo>
                  <a:lnTo>
                    <a:pt x="119" y="163"/>
                  </a:lnTo>
                  <a:lnTo>
                    <a:pt x="116" y="163"/>
                  </a:lnTo>
                  <a:lnTo>
                    <a:pt x="115" y="162"/>
                  </a:lnTo>
                  <a:lnTo>
                    <a:pt x="112" y="162"/>
                  </a:lnTo>
                  <a:lnTo>
                    <a:pt x="111" y="161"/>
                  </a:lnTo>
                  <a:lnTo>
                    <a:pt x="107" y="159"/>
                  </a:lnTo>
                  <a:lnTo>
                    <a:pt x="103" y="159"/>
                  </a:lnTo>
                  <a:lnTo>
                    <a:pt x="100" y="158"/>
                  </a:lnTo>
                  <a:lnTo>
                    <a:pt x="96" y="150"/>
                  </a:lnTo>
                  <a:lnTo>
                    <a:pt x="96" y="149"/>
                  </a:lnTo>
                  <a:lnTo>
                    <a:pt x="95" y="149"/>
                  </a:lnTo>
                  <a:lnTo>
                    <a:pt x="94" y="147"/>
                  </a:lnTo>
                  <a:lnTo>
                    <a:pt x="94" y="146"/>
                  </a:lnTo>
                  <a:lnTo>
                    <a:pt x="95" y="147"/>
                  </a:lnTo>
                  <a:lnTo>
                    <a:pt x="95" y="147"/>
                  </a:lnTo>
                  <a:lnTo>
                    <a:pt x="94" y="145"/>
                  </a:lnTo>
                  <a:lnTo>
                    <a:pt x="92" y="145"/>
                  </a:lnTo>
                  <a:lnTo>
                    <a:pt x="91" y="145"/>
                  </a:lnTo>
                  <a:lnTo>
                    <a:pt x="91" y="141"/>
                  </a:lnTo>
                  <a:lnTo>
                    <a:pt x="87" y="136"/>
                  </a:lnTo>
                  <a:lnTo>
                    <a:pt x="86" y="133"/>
                  </a:lnTo>
                  <a:lnTo>
                    <a:pt x="83" y="130"/>
                  </a:lnTo>
                  <a:lnTo>
                    <a:pt x="83" y="129"/>
                  </a:lnTo>
                  <a:lnTo>
                    <a:pt x="79" y="132"/>
                  </a:lnTo>
                  <a:lnTo>
                    <a:pt x="78" y="132"/>
                  </a:lnTo>
                  <a:lnTo>
                    <a:pt x="77" y="130"/>
                  </a:lnTo>
                  <a:lnTo>
                    <a:pt x="75" y="130"/>
                  </a:lnTo>
                  <a:lnTo>
                    <a:pt x="73" y="129"/>
                  </a:lnTo>
                  <a:lnTo>
                    <a:pt x="73" y="128"/>
                  </a:lnTo>
                  <a:lnTo>
                    <a:pt x="74" y="126"/>
                  </a:lnTo>
                  <a:lnTo>
                    <a:pt x="73" y="128"/>
                  </a:lnTo>
                  <a:lnTo>
                    <a:pt x="71" y="128"/>
                  </a:lnTo>
                  <a:lnTo>
                    <a:pt x="70" y="128"/>
                  </a:lnTo>
                  <a:lnTo>
                    <a:pt x="71" y="129"/>
                  </a:lnTo>
                  <a:lnTo>
                    <a:pt x="71" y="130"/>
                  </a:lnTo>
                  <a:lnTo>
                    <a:pt x="70" y="132"/>
                  </a:lnTo>
                  <a:lnTo>
                    <a:pt x="69" y="132"/>
                  </a:lnTo>
                  <a:lnTo>
                    <a:pt x="67" y="130"/>
                  </a:lnTo>
                  <a:lnTo>
                    <a:pt x="67" y="129"/>
                  </a:lnTo>
                  <a:lnTo>
                    <a:pt x="66" y="129"/>
                  </a:lnTo>
                  <a:lnTo>
                    <a:pt x="65" y="129"/>
                  </a:lnTo>
                  <a:lnTo>
                    <a:pt x="62" y="128"/>
                  </a:lnTo>
                  <a:lnTo>
                    <a:pt x="61" y="126"/>
                  </a:lnTo>
                  <a:lnTo>
                    <a:pt x="59" y="118"/>
                  </a:lnTo>
                  <a:lnTo>
                    <a:pt x="56" y="118"/>
                  </a:lnTo>
                  <a:lnTo>
                    <a:pt x="56" y="116"/>
                  </a:lnTo>
                  <a:lnTo>
                    <a:pt x="56" y="112"/>
                  </a:lnTo>
                  <a:lnTo>
                    <a:pt x="58" y="111"/>
                  </a:lnTo>
                  <a:lnTo>
                    <a:pt x="56" y="105"/>
                  </a:lnTo>
                  <a:lnTo>
                    <a:pt x="53" y="104"/>
                  </a:lnTo>
                  <a:lnTo>
                    <a:pt x="50" y="100"/>
                  </a:lnTo>
                  <a:lnTo>
                    <a:pt x="49" y="99"/>
                  </a:lnTo>
                  <a:lnTo>
                    <a:pt x="48" y="99"/>
                  </a:lnTo>
                  <a:lnTo>
                    <a:pt x="40" y="93"/>
                  </a:lnTo>
                  <a:lnTo>
                    <a:pt x="37" y="93"/>
                  </a:lnTo>
                  <a:lnTo>
                    <a:pt x="36" y="95"/>
                  </a:lnTo>
                  <a:lnTo>
                    <a:pt x="33" y="92"/>
                  </a:lnTo>
                  <a:lnTo>
                    <a:pt x="34" y="91"/>
                  </a:lnTo>
                  <a:lnTo>
                    <a:pt x="33" y="89"/>
                  </a:lnTo>
                  <a:lnTo>
                    <a:pt x="34" y="87"/>
                  </a:lnTo>
                  <a:lnTo>
                    <a:pt x="32" y="86"/>
                  </a:lnTo>
                  <a:lnTo>
                    <a:pt x="32" y="83"/>
                  </a:lnTo>
                  <a:lnTo>
                    <a:pt x="29" y="83"/>
                  </a:lnTo>
                  <a:lnTo>
                    <a:pt x="28" y="82"/>
                  </a:lnTo>
                  <a:lnTo>
                    <a:pt x="25" y="82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8"/>
                  </a:lnTo>
                  <a:lnTo>
                    <a:pt x="27" y="75"/>
                  </a:lnTo>
                  <a:lnTo>
                    <a:pt x="27" y="71"/>
                  </a:lnTo>
                  <a:lnTo>
                    <a:pt x="28" y="70"/>
                  </a:lnTo>
                  <a:lnTo>
                    <a:pt x="28" y="66"/>
                  </a:lnTo>
                  <a:lnTo>
                    <a:pt x="31" y="67"/>
                  </a:lnTo>
                  <a:lnTo>
                    <a:pt x="32" y="66"/>
                  </a:lnTo>
                  <a:lnTo>
                    <a:pt x="32" y="62"/>
                  </a:lnTo>
                  <a:lnTo>
                    <a:pt x="31" y="61"/>
                  </a:lnTo>
                  <a:lnTo>
                    <a:pt x="31" y="58"/>
                  </a:lnTo>
                  <a:lnTo>
                    <a:pt x="32" y="58"/>
                  </a:lnTo>
                  <a:lnTo>
                    <a:pt x="34" y="57"/>
                  </a:lnTo>
                  <a:lnTo>
                    <a:pt x="34" y="57"/>
                  </a:lnTo>
                  <a:lnTo>
                    <a:pt x="33" y="55"/>
                  </a:lnTo>
                  <a:lnTo>
                    <a:pt x="32" y="55"/>
                  </a:lnTo>
                  <a:lnTo>
                    <a:pt x="29" y="55"/>
                  </a:lnTo>
                  <a:lnTo>
                    <a:pt x="28" y="55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0" y="51"/>
                  </a:lnTo>
                  <a:lnTo>
                    <a:pt x="19" y="49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2" y="37"/>
                  </a:lnTo>
                  <a:lnTo>
                    <a:pt x="11" y="33"/>
                  </a:lnTo>
                  <a:lnTo>
                    <a:pt x="8" y="29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7" y="20"/>
                  </a:lnTo>
                  <a:lnTo>
                    <a:pt x="5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8"/>
                  </a:lnTo>
                  <a:lnTo>
                    <a:pt x="2" y="5"/>
                  </a:lnTo>
                  <a:lnTo>
                    <a:pt x="0" y="4"/>
                  </a:lnTo>
                  <a:lnTo>
                    <a:pt x="4" y="4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9" name="Freeform 416"/>
            <p:cNvSpPr>
              <a:spLocks/>
            </p:cNvSpPr>
            <p:nvPr/>
          </p:nvSpPr>
          <p:spPr bwMode="auto">
            <a:xfrm>
              <a:off x="6998608" y="3015547"/>
              <a:ext cx="111661" cy="91359"/>
            </a:xfrm>
            <a:custGeom>
              <a:avLst/>
              <a:gdLst>
                <a:gd name="T0" fmla="*/ 10 w 44"/>
                <a:gd name="T1" fmla="*/ 0 h 36"/>
                <a:gd name="T2" fmla="*/ 11 w 44"/>
                <a:gd name="T3" fmla="*/ 0 h 36"/>
                <a:gd name="T4" fmla="*/ 19 w 44"/>
                <a:gd name="T5" fmla="*/ 0 h 36"/>
                <a:gd name="T6" fmla="*/ 21 w 44"/>
                <a:gd name="T7" fmla="*/ 3 h 36"/>
                <a:gd name="T8" fmla="*/ 25 w 44"/>
                <a:gd name="T9" fmla="*/ 3 h 36"/>
                <a:gd name="T10" fmla="*/ 28 w 44"/>
                <a:gd name="T11" fmla="*/ 6 h 36"/>
                <a:gd name="T12" fmla="*/ 27 w 44"/>
                <a:gd name="T13" fmla="*/ 8 h 36"/>
                <a:gd name="T14" fmla="*/ 27 w 44"/>
                <a:gd name="T15" fmla="*/ 11 h 36"/>
                <a:gd name="T16" fmla="*/ 32 w 44"/>
                <a:gd name="T17" fmla="*/ 15 h 36"/>
                <a:gd name="T18" fmla="*/ 32 w 44"/>
                <a:gd name="T19" fmla="*/ 17 h 36"/>
                <a:gd name="T20" fmla="*/ 31 w 44"/>
                <a:gd name="T21" fmla="*/ 19 h 36"/>
                <a:gd name="T22" fmla="*/ 32 w 44"/>
                <a:gd name="T23" fmla="*/ 23 h 36"/>
                <a:gd name="T24" fmla="*/ 37 w 44"/>
                <a:gd name="T25" fmla="*/ 25 h 36"/>
                <a:gd name="T26" fmla="*/ 41 w 44"/>
                <a:gd name="T27" fmla="*/ 25 h 36"/>
                <a:gd name="T28" fmla="*/ 44 w 44"/>
                <a:gd name="T29" fmla="*/ 28 h 36"/>
                <a:gd name="T30" fmla="*/ 41 w 44"/>
                <a:gd name="T31" fmla="*/ 29 h 36"/>
                <a:gd name="T32" fmla="*/ 43 w 44"/>
                <a:gd name="T33" fmla="*/ 32 h 36"/>
                <a:gd name="T34" fmla="*/ 41 w 44"/>
                <a:gd name="T35" fmla="*/ 33 h 36"/>
                <a:gd name="T36" fmla="*/ 41 w 44"/>
                <a:gd name="T37" fmla="*/ 36 h 36"/>
                <a:gd name="T38" fmla="*/ 39 w 44"/>
                <a:gd name="T39" fmla="*/ 36 h 36"/>
                <a:gd name="T40" fmla="*/ 33 w 44"/>
                <a:gd name="T41" fmla="*/ 28 h 36"/>
                <a:gd name="T42" fmla="*/ 31 w 44"/>
                <a:gd name="T43" fmla="*/ 27 h 36"/>
                <a:gd name="T44" fmla="*/ 28 w 44"/>
                <a:gd name="T45" fmla="*/ 24 h 36"/>
                <a:gd name="T46" fmla="*/ 27 w 44"/>
                <a:gd name="T47" fmla="*/ 24 h 36"/>
                <a:gd name="T48" fmla="*/ 25 w 44"/>
                <a:gd name="T49" fmla="*/ 25 h 36"/>
                <a:gd name="T50" fmla="*/ 23 w 44"/>
                <a:gd name="T51" fmla="*/ 21 h 36"/>
                <a:gd name="T52" fmla="*/ 20 w 44"/>
                <a:gd name="T53" fmla="*/ 23 h 36"/>
                <a:gd name="T54" fmla="*/ 19 w 44"/>
                <a:gd name="T55" fmla="*/ 23 h 36"/>
                <a:gd name="T56" fmla="*/ 17 w 44"/>
                <a:gd name="T57" fmla="*/ 21 h 36"/>
                <a:gd name="T58" fmla="*/ 15 w 44"/>
                <a:gd name="T59" fmla="*/ 20 h 36"/>
                <a:gd name="T60" fmla="*/ 14 w 44"/>
                <a:gd name="T61" fmla="*/ 20 h 36"/>
                <a:gd name="T62" fmla="*/ 10 w 44"/>
                <a:gd name="T63" fmla="*/ 20 h 36"/>
                <a:gd name="T64" fmla="*/ 6 w 44"/>
                <a:gd name="T65" fmla="*/ 17 h 36"/>
                <a:gd name="T66" fmla="*/ 6 w 44"/>
                <a:gd name="T67" fmla="*/ 12 h 36"/>
                <a:gd name="T68" fmla="*/ 7 w 44"/>
                <a:gd name="T69" fmla="*/ 9 h 36"/>
                <a:gd name="T70" fmla="*/ 6 w 44"/>
                <a:gd name="T71" fmla="*/ 7 h 36"/>
                <a:gd name="T72" fmla="*/ 3 w 44"/>
                <a:gd name="T73" fmla="*/ 6 h 36"/>
                <a:gd name="T74" fmla="*/ 3 w 44"/>
                <a:gd name="T75" fmla="*/ 4 h 36"/>
                <a:gd name="T76" fmla="*/ 0 w 44"/>
                <a:gd name="T77" fmla="*/ 3 h 36"/>
                <a:gd name="T78" fmla="*/ 4 w 44"/>
                <a:gd name="T79" fmla="*/ 2 h 36"/>
                <a:gd name="T80" fmla="*/ 10 w 44"/>
                <a:gd name="T8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4" h="36">
                  <a:moveTo>
                    <a:pt x="10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1" y="3"/>
                  </a:lnTo>
                  <a:lnTo>
                    <a:pt x="25" y="3"/>
                  </a:lnTo>
                  <a:lnTo>
                    <a:pt x="28" y="6"/>
                  </a:lnTo>
                  <a:lnTo>
                    <a:pt x="27" y="8"/>
                  </a:lnTo>
                  <a:lnTo>
                    <a:pt x="27" y="11"/>
                  </a:lnTo>
                  <a:lnTo>
                    <a:pt x="32" y="15"/>
                  </a:lnTo>
                  <a:lnTo>
                    <a:pt x="32" y="17"/>
                  </a:lnTo>
                  <a:lnTo>
                    <a:pt x="31" y="19"/>
                  </a:lnTo>
                  <a:lnTo>
                    <a:pt x="32" y="23"/>
                  </a:lnTo>
                  <a:lnTo>
                    <a:pt x="37" y="25"/>
                  </a:lnTo>
                  <a:lnTo>
                    <a:pt x="41" y="25"/>
                  </a:lnTo>
                  <a:lnTo>
                    <a:pt x="44" y="28"/>
                  </a:lnTo>
                  <a:lnTo>
                    <a:pt x="41" y="29"/>
                  </a:lnTo>
                  <a:lnTo>
                    <a:pt x="43" y="32"/>
                  </a:lnTo>
                  <a:lnTo>
                    <a:pt x="41" y="33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3" y="28"/>
                  </a:lnTo>
                  <a:lnTo>
                    <a:pt x="31" y="27"/>
                  </a:lnTo>
                  <a:lnTo>
                    <a:pt x="28" y="24"/>
                  </a:lnTo>
                  <a:lnTo>
                    <a:pt x="27" y="24"/>
                  </a:lnTo>
                  <a:lnTo>
                    <a:pt x="25" y="25"/>
                  </a:lnTo>
                  <a:lnTo>
                    <a:pt x="23" y="21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1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0" y="20"/>
                  </a:lnTo>
                  <a:lnTo>
                    <a:pt x="6" y="17"/>
                  </a:lnTo>
                  <a:lnTo>
                    <a:pt x="6" y="12"/>
                  </a:lnTo>
                  <a:lnTo>
                    <a:pt x="7" y="9"/>
                  </a:lnTo>
                  <a:lnTo>
                    <a:pt x="6" y="7"/>
                  </a:lnTo>
                  <a:lnTo>
                    <a:pt x="3" y="6"/>
                  </a:lnTo>
                  <a:lnTo>
                    <a:pt x="3" y="4"/>
                  </a:lnTo>
                  <a:lnTo>
                    <a:pt x="0" y="3"/>
                  </a:lnTo>
                  <a:lnTo>
                    <a:pt x="4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0" name="Freeform 417"/>
            <p:cNvSpPr>
              <a:spLocks noEditPoints="1"/>
            </p:cNvSpPr>
            <p:nvPr/>
          </p:nvSpPr>
          <p:spPr bwMode="auto">
            <a:xfrm>
              <a:off x="6501210" y="2992707"/>
              <a:ext cx="558304" cy="223321"/>
            </a:xfrm>
            <a:custGeom>
              <a:avLst/>
              <a:gdLst>
                <a:gd name="T0" fmla="*/ 27 w 220"/>
                <a:gd name="T1" fmla="*/ 82 h 88"/>
                <a:gd name="T2" fmla="*/ 1 w 220"/>
                <a:gd name="T3" fmla="*/ 30 h 88"/>
                <a:gd name="T4" fmla="*/ 13 w 220"/>
                <a:gd name="T5" fmla="*/ 1 h 88"/>
                <a:gd name="T6" fmla="*/ 25 w 220"/>
                <a:gd name="T7" fmla="*/ 7 h 88"/>
                <a:gd name="T8" fmla="*/ 36 w 220"/>
                <a:gd name="T9" fmla="*/ 16 h 88"/>
                <a:gd name="T10" fmla="*/ 25 w 220"/>
                <a:gd name="T11" fmla="*/ 18 h 88"/>
                <a:gd name="T12" fmla="*/ 7 w 220"/>
                <a:gd name="T13" fmla="*/ 29 h 88"/>
                <a:gd name="T14" fmla="*/ 9 w 220"/>
                <a:gd name="T15" fmla="*/ 24 h 88"/>
                <a:gd name="T16" fmla="*/ 3 w 220"/>
                <a:gd name="T17" fmla="*/ 20 h 88"/>
                <a:gd name="T18" fmla="*/ 11 w 220"/>
                <a:gd name="T19" fmla="*/ 9 h 88"/>
                <a:gd name="T20" fmla="*/ 13 w 220"/>
                <a:gd name="T21" fmla="*/ 1 h 88"/>
                <a:gd name="T22" fmla="*/ 109 w 220"/>
                <a:gd name="T23" fmla="*/ 7 h 88"/>
                <a:gd name="T24" fmla="*/ 116 w 220"/>
                <a:gd name="T25" fmla="*/ 8 h 88"/>
                <a:gd name="T26" fmla="*/ 127 w 220"/>
                <a:gd name="T27" fmla="*/ 12 h 88"/>
                <a:gd name="T28" fmla="*/ 142 w 220"/>
                <a:gd name="T29" fmla="*/ 17 h 88"/>
                <a:gd name="T30" fmla="*/ 156 w 220"/>
                <a:gd name="T31" fmla="*/ 15 h 88"/>
                <a:gd name="T32" fmla="*/ 169 w 220"/>
                <a:gd name="T33" fmla="*/ 13 h 88"/>
                <a:gd name="T34" fmla="*/ 178 w 220"/>
                <a:gd name="T35" fmla="*/ 5 h 88"/>
                <a:gd name="T36" fmla="*/ 186 w 220"/>
                <a:gd name="T37" fmla="*/ 8 h 88"/>
                <a:gd name="T38" fmla="*/ 199 w 220"/>
                <a:gd name="T39" fmla="*/ 13 h 88"/>
                <a:gd name="T40" fmla="*/ 202 w 220"/>
                <a:gd name="T41" fmla="*/ 26 h 88"/>
                <a:gd name="T42" fmla="*/ 215 w 220"/>
                <a:gd name="T43" fmla="*/ 33 h 88"/>
                <a:gd name="T44" fmla="*/ 211 w 220"/>
                <a:gd name="T45" fmla="*/ 41 h 88"/>
                <a:gd name="T46" fmla="*/ 215 w 220"/>
                <a:gd name="T47" fmla="*/ 53 h 88"/>
                <a:gd name="T48" fmla="*/ 219 w 220"/>
                <a:gd name="T49" fmla="*/ 66 h 88"/>
                <a:gd name="T50" fmla="*/ 215 w 220"/>
                <a:gd name="T51" fmla="*/ 68 h 88"/>
                <a:gd name="T52" fmla="*/ 200 w 220"/>
                <a:gd name="T53" fmla="*/ 68 h 88"/>
                <a:gd name="T54" fmla="*/ 185 w 220"/>
                <a:gd name="T55" fmla="*/ 72 h 88"/>
                <a:gd name="T56" fmla="*/ 167 w 220"/>
                <a:gd name="T57" fmla="*/ 75 h 88"/>
                <a:gd name="T58" fmla="*/ 153 w 220"/>
                <a:gd name="T59" fmla="*/ 75 h 88"/>
                <a:gd name="T60" fmla="*/ 136 w 220"/>
                <a:gd name="T61" fmla="*/ 79 h 88"/>
                <a:gd name="T62" fmla="*/ 129 w 220"/>
                <a:gd name="T63" fmla="*/ 84 h 88"/>
                <a:gd name="T64" fmla="*/ 123 w 220"/>
                <a:gd name="T65" fmla="*/ 87 h 88"/>
                <a:gd name="T66" fmla="*/ 124 w 220"/>
                <a:gd name="T67" fmla="*/ 76 h 88"/>
                <a:gd name="T68" fmla="*/ 112 w 220"/>
                <a:gd name="T69" fmla="*/ 78 h 88"/>
                <a:gd name="T70" fmla="*/ 99 w 220"/>
                <a:gd name="T71" fmla="*/ 86 h 88"/>
                <a:gd name="T72" fmla="*/ 80 w 220"/>
                <a:gd name="T73" fmla="*/ 86 h 88"/>
                <a:gd name="T74" fmla="*/ 59 w 220"/>
                <a:gd name="T75" fmla="*/ 78 h 88"/>
                <a:gd name="T76" fmla="*/ 57 w 220"/>
                <a:gd name="T77" fmla="*/ 84 h 88"/>
                <a:gd name="T78" fmla="*/ 46 w 220"/>
                <a:gd name="T79" fmla="*/ 86 h 88"/>
                <a:gd name="T80" fmla="*/ 42 w 220"/>
                <a:gd name="T81" fmla="*/ 80 h 88"/>
                <a:gd name="T82" fmla="*/ 36 w 220"/>
                <a:gd name="T83" fmla="*/ 79 h 88"/>
                <a:gd name="T84" fmla="*/ 29 w 220"/>
                <a:gd name="T85" fmla="*/ 80 h 88"/>
                <a:gd name="T86" fmla="*/ 21 w 220"/>
                <a:gd name="T87" fmla="*/ 79 h 88"/>
                <a:gd name="T88" fmla="*/ 30 w 220"/>
                <a:gd name="T89" fmla="*/ 75 h 88"/>
                <a:gd name="T90" fmla="*/ 23 w 220"/>
                <a:gd name="T91" fmla="*/ 75 h 88"/>
                <a:gd name="T92" fmla="*/ 17 w 220"/>
                <a:gd name="T93" fmla="*/ 67 h 88"/>
                <a:gd name="T94" fmla="*/ 12 w 220"/>
                <a:gd name="T95" fmla="*/ 59 h 88"/>
                <a:gd name="T96" fmla="*/ 9 w 220"/>
                <a:gd name="T97" fmla="*/ 54 h 88"/>
                <a:gd name="T98" fmla="*/ 15 w 220"/>
                <a:gd name="T99" fmla="*/ 54 h 88"/>
                <a:gd name="T100" fmla="*/ 17 w 220"/>
                <a:gd name="T101" fmla="*/ 49 h 88"/>
                <a:gd name="T102" fmla="*/ 15 w 220"/>
                <a:gd name="T103" fmla="*/ 46 h 88"/>
                <a:gd name="T104" fmla="*/ 11 w 220"/>
                <a:gd name="T105" fmla="*/ 40 h 88"/>
                <a:gd name="T106" fmla="*/ 7 w 220"/>
                <a:gd name="T107" fmla="*/ 36 h 88"/>
                <a:gd name="T108" fmla="*/ 16 w 220"/>
                <a:gd name="T109" fmla="*/ 26 h 88"/>
                <a:gd name="T110" fmla="*/ 25 w 220"/>
                <a:gd name="T111" fmla="*/ 28 h 88"/>
                <a:gd name="T112" fmla="*/ 37 w 220"/>
                <a:gd name="T113" fmla="*/ 26 h 88"/>
                <a:gd name="T114" fmla="*/ 45 w 220"/>
                <a:gd name="T115" fmla="*/ 22 h 88"/>
                <a:gd name="T116" fmla="*/ 37 w 220"/>
                <a:gd name="T117" fmla="*/ 15 h 88"/>
                <a:gd name="T118" fmla="*/ 50 w 220"/>
                <a:gd name="T119" fmla="*/ 13 h 88"/>
                <a:gd name="T120" fmla="*/ 63 w 220"/>
                <a:gd name="T121" fmla="*/ 13 h 88"/>
                <a:gd name="T122" fmla="*/ 71 w 220"/>
                <a:gd name="T123" fmla="*/ 5 h 88"/>
                <a:gd name="T124" fmla="*/ 92 w 220"/>
                <a:gd name="T125" fmla="*/ 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" h="88">
                  <a:moveTo>
                    <a:pt x="27" y="82"/>
                  </a:moveTo>
                  <a:lnTo>
                    <a:pt x="28" y="82"/>
                  </a:lnTo>
                  <a:lnTo>
                    <a:pt x="28" y="82"/>
                  </a:lnTo>
                  <a:lnTo>
                    <a:pt x="27" y="83"/>
                  </a:lnTo>
                  <a:lnTo>
                    <a:pt x="27" y="82"/>
                  </a:lnTo>
                  <a:lnTo>
                    <a:pt x="27" y="82"/>
                  </a:lnTo>
                  <a:close/>
                  <a:moveTo>
                    <a:pt x="3" y="28"/>
                  </a:moveTo>
                  <a:lnTo>
                    <a:pt x="4" y="28"/>
                  </a:lnTo>
                  <a:lnTo>
                    <a:pt x="4" y="29"/>
                  </a:lnTo>
                  <a:lnTo>
                    <a:pt x="1" y="30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3" y="28"/>
                  </a:lnTo>
                  <a:lnTo>
                    <a:pt x="3" y="28"/>
                  </a:lnTo>
                  <a:close/>
                  <a:moveTo>
                    <a:pt x="13" y="1"/>
                  </a:moveTo>
                  <a:lnTo>
                    <a:pt x="17" y="1"/>
                  </a:lnTo>
                  <a:lnTo>
                    <a:pt x="20" y="4"/>
                  </a:lnTo>
                  <a:lnTo>
                    <a:pt x="21" y="3"/>
                  </a:lnTo>
                  <a:lnTo>
                    <a:pt x="24" y="3"/>
                  </a:lnTo>
                  <a:lnTo>
                    <a:pt x="25" y="7"/>
                  </a:lnTo>
                  <a:lnTo>
                    <a:pt x="28" y="11"/>
                  </a:lnTo>
                  <a:lnTo>
                    <a:pt x="30" y="11"/>
                  </a:lnTo>
                  <a:lnTo>
                    <a:pt x="33" y="13"/>
                  </a:lnTo>
                  <a:lnTo>
                    <a:pt x="36" y="15"/>
                  </a:lnTo>
                  <a:lnTo>
                    <a:pt x="36" y="16"/>
                  </a:lnTo>
                  <a:lnTo>
                    <a:pt x="34" y="18"/>
                  </a:lnTo>
                  <a:lnTo>
                    <a:pt x="30" y="18"/>
                  </a:lnTo>
                  <a:lnTo>
                    <a:pt x="29" y="17"/>
                  </a:lnTo>
                  <a:lnTo>
                    <a:pt x="27" y="17"/>
                  </a:lnTo>
                  <a:lnTo>
                    <a:pt x="25" y="18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17" y="22"/>
                  </a:lnTo>
                  <a:lnTo>
                    <a:pt x="12" y="25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8" y="25"/>
                  </a:lnTo>
                  <a:lnTo>
                    <a:pt x="9" y="24"/>
                  </a:lnTo>
                  <a:lnTo>
                    <a:pt x="12" y="22"/>
                  </a:lnTo>
                  <a:lnTo>
                    <a:pt x="9" y="24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5" y="20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9" y="12"/>
                  </a:lnTo>
                  <a:lnTo>
                    <a:pt x="11" y="9"/>
                  </a:lnTo>
                  <a:lnTo>
                    <a:pt x="8" y="8"/>
                  </a:lnTo>
                  <a:lnTo>
                    <a:pt x="8" y="5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1"/>
                  </a:lnTo>
                  <a:close/>
                  <a:moveTo>
                    <a:pt x="103" y="0"/>
                  </a:moveTo>
                  <a:lnTo>
                    <a:pt x="103" y="0"/>
                  </a:lnTo>
                  <a:lnTo>
                    <a:pt x="103" y="3"/>
                  </a:lnTo>
                  <a:lnTo>
                    <a:pt x="108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12" y="4"/>
                  </a:lnTo>
                  <a:lnTo>
                    <a:pt x="115" y="4"/>
                  </a:lnTo>
                  <a:lnTo>
                    <a:pt x="116" y="5"/>
                  </a:lnTo>
                  <a:lnTo>
                    <a:pt x="116" y="8"/>
                  </a:lnTo>
                  <a:lnTo>
                    <a:pt x="119" y="11"/>
                  </a:lnTo>
                  <a:lnTo>
                    <a:pt x="120" y="11"/>
                  </a:lnTo>
                  <a:lnTo>
                    <a:pt x="121" y="9"/>
                  </a:lnTo>
                  <a:lnTo>
                    <a:pt x="123" y="9"/>
                  </a:lnTo>
                  <a:lnTo>
                    <a:pt x="127" y="12"/>
                  </a:lnTo>
                  <a:lnTo>
                    <a:pt x="129" y="13"/>
                  </a:lnTo>
                  <a:lnTo>
                    <a:pt x="134" y="15"/>
                  </a:lnTo>
                  <a:lnTo>
                    <a:pt x="136" y="15"/>
                  </a:lnTo>
                  <a:lnTo>
                    <a:pt x="138" y="16"/>
                  </a:lnTo>
                  <a:lnTo>
                    <a:pt x="142" y="17"/>
                  </a:lnTo>
                  <a:lnTo>
                    <a:pt x="148" y="15"/>
                  </a:lnTo>
                  <a:lnTo>
                    <a:pt x="152" y="15"/>
                  </a:lnTo>
                  <a:lnTo>
                    <a:pt x="154" y="13"/>
                  </a:lnTo>
                  <a:lnTo>
                    <a:pt x="154" y="15"/>
                  </a:lnTo>
                  <a:lnTo>
                    <a:pt x="156" y="15"/>
                  </a:lnTo>
                  <a:lnTo>
                    <a:pt x="158" y="15"/>
                  </a:lnTo>
                  <a:lnTo>
                    <a:pt x="162" y="16"/>
                  </a:lnTo>
                  <a:lnTo>
                    <a:pt x="163" y="15"/>
                  </a:lnTo>
                  <a:lnTo>
                    <a:pt x="167" y="15"/>
                  </a:lnTo>
                  <a:lnTo>
                    <a:pt x="169" y="13"/>
                  </a:lnTo>
                  <a:lnTo>
                    <a:pt x="173" y="11"/>
                  </a:lnTo>
                  <a:lnTo>
                    <a:pt x="175" y="9"/>
                  </a:lnTo>
                  <a:lnTo>
                    <a:pt x="177" y="7"/>
                  </a:lnTo>
                  <a:lnTo>
                    <a:pt x="177" y="5"/>
                  </a:lnTo>
                  <a:lnTo>
                    <a:pt x="178" y="5"/>
                  </a:lnTo>
                  <a:lnTo>
                    <a:pt x="179" y="8"/>
                  </a:lnTo>
                  <a:lnTo>
                    <a:pt x="181" y="8"/>
                  </a:lnTo>
                  <a:lnTo>
                    <a:pt x="182" y="7"/>
                  </a:lnTo>
                  <a:lnTo>
                    <a:pt x="185" y="8"/>
                  </a:lnTo>
                  <a:lnTo>
                    <a:pt x="186" y="8"/>
                  </a:lnTo>
                  <a:lnTo>
                    <a:pt x="187" y="7"/>
                  </a:lnTo>
                  <a:lnTo>
                    <a:pt x="190" y="7"/>
                  </a:lnTo>
                  <a:lnTo>
                    <a:pt x="195" y="11"/>
                  </a:lnTo>
                  <a:lnTo>
                    <a:pt x="196" y="12"/>
                  </a:lnTo>
                  <a:lnTo>
                    <a:pt x="199" y="13"/>
                  </a:lnTo>
                  <a:lnTo>
                    <a:pt x="199" y="15"/>
                  </a:lnTo>
                  <a:lnTo>
                    <a:pt x="202" y="16"/>
                  </a:lnTo>
                  <a:lnTo>
                    <a:pt x="203" y="18"/>
                  </a:lnTo>
                  <a:lnTo>
                    <a:pt x="202" y="21"/>
                  </a:lnTo>
                  <a:lnTo>
                    <a:pt x="202" y="26"/>
                  </a:lnTo>
                  <a:lnTo>
                    <a:pt x="206" y="29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3" y="30"/>
                  </a:lnTo>
                  <a:lnTo>
                    <a:pt x="215" y="33"/>
                  </a:lnTo>
                  <a:lnTo>
                    <a:pt x="213" y="34"/>
                  </a:lnTo>
                  <a:lnTo>
                    <a:pt x="212" y="37"/>
                  </a:lnTo>
                  <a:lnTo>
                    <a:pt x="208" y="37"/>
                  </a:lnTo>
                  <a:lnTo>
                    <a:pt x="210" y="38"/>
                  </a:lnTo>
                  <a:lnTo>
                    <a:pt x="211" y="41"/>
                  </a:lnTo>
                  <a:lnTo>
                    <a:pt x="211" y="45"/>
                  </a:lnTo>
                  <a:lnTo>
                    <a:pt x="211" y="47"/>
                  </a:lnTo>
                  <a:lnTo>
                    <a:pt x="211" y="50"/>
                  </a:lnTo>
                  <a:lnTo>
                    <a:pt x="213" y="51"/>
                  </a:lnTo>
                  <a:lnTo>
                    <a:pt x="215" y="53"/>
                  </a:lnTo>
                  <a:lnTo>
                    <a:pt x="213" y="55"/>
                  </a:lnTo>
                  <a:lnTo>
                    <a:pt x="213" y="59"/>
                  </a:lnTo>
                  <a:lnTo>
                    <a:pt x="213" y="61"/>
                  </a:lnTo>
                  <a:lnTo>
                    <a:pt x="216" y="62"/>
                  </a:lnTo>
                  <a:lnTo>
                    <a:pt x="219" y="66"/>
                  </a:lnTo>
                  <a:lnTo>
                    <a:pt x="220" y="70"/>
                  </a:lnTo>
                  <a:lnTo>
                    <a:pt x="219" y="71"/>
                  </a:lnTo>
                  <a:lnTo>
                    <a:pt x="216" y="72"/>
                  </a:lnTo>
                  <a:lnTo>
                    <a:pt x="215" y="71"/>
                  </a:lnTo>
                  <a:lnTo>
                    <a:pt x="215" y="68"/>
                  </a:lnTo>
                  <a:lnTo>
                    <a:pt x="213" y="67"/>
                  </a:lnTo>
                  <a:lnTo>
                    <a:pt x="210" y="68"/>
                  </a:lnTo>
                  <a:lnTo>
                    <a:pt x="206" y="67"/>
                  </a:lnTo>
                  <a:lnTo>
                    <a:pt x="202" y="67"/>
                  </a:lnTo>
                  <a:lnTo>
                    <a:pt x="200" y="68"/>
                  </a:lnTo>
                  <a:lnTo>
                    <a:pt x="196" y="68"/>
                  </a:lnTo>
                  <a:lnTo>
                    <a:pt x="194" y="71"/>
                  </a:lnTo>
                  <a:lnTo>
                    <a:pt x="192" y="70"/>
                  </a:lnTo>
                  <a:lnTo>
                    <a:pt x="190" y="71"/>
                  </a:lnTo>
                  <a:lnTo>
                    <a:pt x="185" y="72"/>
                  </a:lnTo>
                  <a:lnTo>
                    <a:pt x="179" y="72"/>
                  </a:lnTo>
                  <a:lnTo>
                    <a:pt x="177" y="72"/>
                  </a:lnTo>
                  <a:lnTo>
                    <a:pt x="174" y="72"/>
                  </a:lnTo>
                  <a:lnTo>
                    <a:pt x="169" y="74"/>
                  </a:lnTo>
                  <a:lnTo>
                    <a:pt x="167" y="75"/>
                  </a:lnTo>
                  <a:lnTo>
                    <a:pt x="165" y="76"/>
                  </a:lnTo>
                  <a:lnTo>
                    <a:pt x="163" y="78"/>
                  </a:lnTo>
                  <a:lnTo>
                    <a:pt x="158" y="78"/>
                  </a:lnTo>
                  <a:lnTo>
                    <a:pt x="154" y="76"/>
                  </a:lnTo>
                  <a:lnTo>
                    <a:pt x="153" y="75"/>
                  </a:lnTo>
                  <a:lnTo>
                    <a:pt x="152" y="75"/>
                  </a:lnTo>
                  <a:lnTo>
                    <a:pt x="145" y="75"/>
                  </a:lnTo>
                  <a:lnTo>
                    <a:pt x="144" y="76"/>
                  </a:lnTo>
                  <a:lnTo>
                    <a:pt x="142" y="76"/>
                  </a:lnTo>
                  <a:lnTo>
                    <a:pt x="136" y="79"/>
                  </a:lnTo>
                  <a:lnTo>
                    <a:pt x="134" y="78"/>
                  </a:lnTo>
                  <a:lnTo>
                    <a:pt x="131" y="78"/>
                  </a:lnTo>
                  <a:lnTo>
                    <a:pt x="131" y="79"/>
                  </a:lnTo>
                  <a:lnTo>
                    <a:pt x="131" y="84"/>
                  </a:lnTo>
                  <a:lnTo>
                    <a:pt x="129" y="84"/>
                  </a:lnTo>
                  <a:lnTo>
                    <a:pt x="129" y="87"/>
                  </a:lnTo>
                  <a:lnTo>
                    <a:pt x="127" y="88"/>
                  </a:lnTo>
                  <a:lnTo>
                    <a:pt x="124" y="88"/>
                  </a:lnTo>
                  <a:lnTo>
                    <a:pt x="121" y="88"/>
                  </a:lnTo>
                  <a:lnTo>
                    <a:pt x="123" y="87"/>
                  </a:lnTo>
                  <a:lnTo>
                    <a:pt x="120" y="84"/>
                  </a:lnTo>
                  <a:lnTo>
                    <a:pt x="120" y="83"/>
                  </a:lnTo>
                  <a:lnTo>
                    <a:pt x="123" y="80"/>
                  </a:lnTo>
                  <a:lnTo>
                    <a:pt x="124" y="78"/>
                  </a:lnTo>
                  <a:lnTo>
                    <a:pt x="124" y="76"/>
                  </a:lnTo>
                  <a:lnTo>
                    <a:pt x="121" y="76"/>
                  </a:lnTo>
                  <a:lnTo>
                    <a:pt x="119" y="78"/>
                  </a:lnTo>
                  <a:lnTo>
                    <a:pt x="119" y="79"/>
                  </a:lnTo>
                  <a:lnTo>
                    <a:pt x="115" y="79"/>
                  </a:lnTo>
                  <a:lnTo>
                    <a:pt x="112" y="78"/>
                  </a:lnTo>
                  <a:lnTo>
                    <a:pt x="108" y="76"/>
                  </a:lnTo>
                  <a:lnTo>
                    <a:pt x="107" y="76"/>
                  </a:lnTo>
                  <a:lnTo>
                    <a:pt x="102" y="83"/>
                  </a:lnTo>
                  <a:lnTo>
                    <a:pt x="100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8" y="86"/>
                  </a:lnTo>
                  <a:lnTo>
                    <a:pt x="94" y="87"/>
                  </a:lnTo>
                  <a:lnTo>
                    <a:pt x="83" y="88"/>
                  </a:lnTo>
                  <a:lnTo>
                    <a:pt x="80" y="86"/>
                  </a:lnTo>
                  <a:lnTo>
                    <a:pt x="77" y="80"/>
                  </a:lnTo>
                  <a:lnTo>
                    <a:pt x="74" y="80"/>
                  </a:lnTo>
                  <a:lnTo>
                    <a:pt x="69" y="78"/>
                  </a:lnTo>
                  <a:lnTo>
                    <a:pt x="65" y="78"/>
                  </a:lnTo>
                  <a:lnTo>
                    <a:pt x="59" y="78"/>
                  </a:lnTo>
                  <a:lnTo>
                    <a:pt x="59" y="80"/>
                  </a:lnTo>
                  <a:lnTo>
                    <a:pt x="59" y="82"/>
                  </a:lnTo>
                  <a:lnTo>
                    <a:pt x="59" y="84"/>
                  </a:lnTo>
                  <a:lnTo>
                    <a:pt x="58" y="86"/>
                  </a:lnTo>
                  <a:lnTo>
                    <a:pt x="57" y="84"/>
                  </a:lnTo>
                  <a:lnTo>
                    <a:pt x="55" y="86"/>
                  </a:lnTo>
                  <a:lnTo>
                    <a:pt x="53" y="86"/>
                  </a:lnTo>
                  <a:lnTo>
                    <a:pt x="52" y="87"/>
                  </a:lnTo>
                  <a:lnTo>
                    <a:pt x="49" y="87"/>
                  </a:lnTo>
                  <a:lnTo>
                    <a:pt x="46" y="86"/>
                  </a:lnTo>
                  <a:lnTo>
                    <a:pt x="45" y="87"/>
                  </a:lnTo>
                  <a:lnTo>
                    <a:pt x="42" y="84"/>
                  </a:lnTo>
                  <a:lnTo>
                    <a:pt x="42" y="83"/>
                  </a:lnTo>
                  <a:lnTo>
                    <a:pt x="41" y="82"/>
                  </a:lnTo>
                  <a:lnTo>
                    <a:pt x="42" y="80"/>
                  </a:lnTo>
                  <a:lnTo>
                    <a:pt x="42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37" y="79"/>
                  </a:lnTo>
                  <a:lnTo>
                    <a:pt x="36" y="79"/>
                  </a:lnTo>
                  <a:lnTo>
                    <a:pt x="34" y="78"/>
                  </a:lnTo>
                  <a:lnTo>
                    <a:pt x="33" y="78"/>
                  </a:lnTo>
                  <a:lnTo>
                    <a:pt x="30" y="79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79"/>
                  </a:lnTo>
                  <a:lnTo>
                    <a:pt x="28" y="79"/>
                  </a:lnTo>
                  <a:lnTo>
                    <a:pt x="25" y="79"/>
                  </a:lnTo>
                  <a:lnTo>
                    <a:pt x="23" y="80"/>
                  </a:lnTo>
                  <a:lnTo>
                    <a:pt x="21" y="79"/>
                  </a:lnTo>
                  <a:lnTo>
                    <a:pt x="23" y="79"/>
                  </a:lnTo>
                  <a:lnTo>
                    <a:pt x="27" y="79"/>
                  </a:lnTo>
                  <a:lnTo>
                    <a:pt x="29" y="78"/>
                  </a:lnTo>
                  <a:lnTo>
                    <a:pt x="30" y="76"/>
                  </a:lnTo>
                  <a:lnTo>
                    <a:pt x="30" y="75"/>
                  </a:lnTo>
                  <a:lnTo>
                    <a:pt x="25" y="75"/>
                  </a:lnTo>
                  <a:lnTo>
                    <a:pt x="21" y="76"/>
                  </a:lnTo>
                  <a:lnTo>
                    <a:pt x="20" y="76"/>
                  </a:lnTo>
                  <a:lnTo>
                    <a:pt x="21" y="75"/>
                  </a:lnTo>
                  <a:lnTo>
                    <a:pt x="23" y="75"/>
                  </a:lnTo>
                  <a:lnTo>
                    <a:pt x="24" y="74"/>
                  </a:lnTo>
                  <a:lnTo>
                    <a:pt x="21" y="70"/>
                  </a:lnTo>
                  <a:lnTo>
                    <a:pt x="19" y="70"/>
                  </a:lnTo>
                  <a:lnTo>
                    <a:pt x="19" y="68"/>
                  </a:lnTo>
                  <a:lnTo>
                    <a:pt x="17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5" y="62"/>
                  </a:lnTo>
                  <a:lnTo>
                    <a:pt x="12" y="59"/>
                  </a:lnTo>
                  <a:lnTo>
                    <a:pt x="12" y="61"/>
                  </a:lnTo>
                  <a:lnTo>
                    <a:pt x="9" y="59"/>
                  </a:lnTo>
                  <a:lnTo>
                    <a:pt x="9" y="58"/>
                  </a:lnTo>
                  <a:lnTo>
                    <a:pt x="11" y="57"/>
                  </a:lnTo>
                  <a:lnTo>
                    <a:pt x="9" y="54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2" y="55"/>
                  </a:lnTo>
                  <a:lnTo>
                    <a:pt x="13" y="55"/>
                  </a:lnTo>
                  <a:lnTo>
                    <a:pt x="15" y="54"/>
                  </a:lnTo>
                  <a:lnTo>
                    <a:pt x="16" y="53"/>
                  </a:lnTo>
                  <a:lnTo>
                    <a:pt x="15" y="53"/>
                  </a:lnTo>
                  <a:lnTo>
                    <a:pt x="13" y="51"/>
                  </a:lnTo>
                  <a:lnTo>
                    <a:pt x="16" y="50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5" y="47"/>
                  </a:lnTo>
                  <a:lnTo>
                    <a:pt x="15" y="46"/>
                  </a:lnTo>
                  <a:lnTo>
                    <a:pt x="13" y="43"/>
                  </a:lnTo>
                  <a:lnTo>
                    <a:pt x="13" y="42"/>
                  </a:lnTo>
                  <a:lnTo>
                    <a:pt x="16" y="40"/>
                  </a:lnTo>
                  <a:lnTo>
                    <a:pt x="13" y="40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7" y="41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4"/>
                  </a:lnTo>
                  <a:lnTo>
                    <a:pt x="7" y="32"/>
                  </a:lnTo>
                  <a:lnTo>
                    <a:pt x="8" y="30"/>
                  </a:lnTo>
                  <a:lnTo>
                    <a:pt x="13" y="26"/>
                  </a:lnTo>
                  <a:lnTo>
                    <a:pt x="16" y="26"/>
                  </a:lnTo>
                  <a:lnTo>
                    <a:pt x="19" y="28"/>
                  </a:lnTo>
                  <a:lnTo>
                    <a:pt x="21" y="28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5" y="28"/>
                  </a:lnTo>
                  <a:lnTo>
                    <a:pt x="28" y="26"/>
                  </a:lnTo>
                  <a:lnTo>
                    <a:pt x="30" y="28"/>
                  </a:lnTo>
                  <a:lnTo>
                    <a:pt x="36" y="28"/>
                  </a:lnTo>
                  <a:lnTo>
                    <a:pt x="38" y="28"/>
                  </a:lnTo>
                  <a:lnTo>
                    <a:pt x="37" y="26"/>
                  </a:lnTo>
                  <a:lnTo>
                    <a:pt x="34" y="26"/>
                  </a:lnTo>
                  <a:lnTo>
                    <a:pt x="34" y="25"/>
                  </a:lnTo>
                  <a:lnTo>
                    <a:pt x="36" y="24"/>
                  </a:lnTo>
                  <a:lnTo>
                    <a:pt x="40" y="22"/>
                  </a:lnTo>
                  <a:lnTo>
                    <a:pt x="45" y="22"/>
                  </a:lnTo>
                  <a:lnTo>
                    <a:pt x="45" y="21"/>
                  </a:lnTo>
                  <a:lnTo>
                    <a:pt x="42" y="20"/>
                  </a:lnTo>
                  <a:lnTo>
                    <a:pt x="40" y="20"/>
                  </a:lnTo>
                  <a:lnTo>
                    <a:pt x="37" y="17"/>
                  </a:lnTo>
                  <a:lnTo>
                    <a:pt x="37" y="15"/>
                  </a:lnTo>
                  <a:lnTo>
                    <a:pt x="41" y="15"/>
                  </a:lnTo>
                  <a:lnTo>
                    <a:pt x="42" y="15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50" y="13"/>
                  </a:lnTo>
                  <a:lnTo>
                    <a:pt x="52" y="13"/>
                  </a:lnTo>
                  <a:lnTo>
                    <a:pt x="58" y="16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3"/>
                  </a:lnTo>
                  <a:lnTo>
                    <a:pt x="65" y="11"/>
                  </a:lnTo>
                  <a:lnTo>
                    <a:pt x="66" y="11"/>
                  </a:lnTo>
                  <a:lnTo>
                    <a:pt x="67" y="8"/>
                  </a:lnTo>
                  <a:lnTo>
                    <a:pt x="70" y="8"/>
                  </a:lnTo>
                  <a:lnTo>
                    <a:pt x="71" y="5"/>
                  </a:lnTo>
                  <a:lnTo>
                    <a:pt x="75" y="5"/>
                  </a:lnTo>
                  <a:lnTo>
                    <a:pt x="78" y="4"/>
                  </a:lnTo>
                  <a:lnTo>
                    <a:pt x="83" y="3"/>
                  </a:lnTo>
                  <a:lnTo>
                    <a:pt x="86" y="1"/>
                  </a:lnTo>
                  <a:lnTo>
                    <a:pt x="92" y="1"/>
                  </a:lnTo>
                  <a:lnTo>
                    <a:pt x="94" y="1"/>
                  </a:lnTo>
                  <a:lnTo>
                    <a:pt x="96" y="1"/>
                  </a:lnTo>
                  <a:lnTo>
                    <a:pt x="100" y="1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1" name="Freeform 418"/>
            <p:cNvSpPr>
              <a:spLocks/>
            </p:cNvSpPr>
            <p:nvPr/>
          </p:nvSpPr>
          <p:spPr bwMode="auto">
            <a:xfrm>
              <a:off x="6902174" y="3162737"/>
              <a:ext cx="294378" cy="281690"/>
            </a:xfrm>
            <a:custGeom>
              <a:avLst/>
              <a:gdLst>
                <a:gd name="T0" fmla="*/ 48 w 116"/>
                <a:gd name="T1" fmla="*/ 0 h 111"/>
                <a:gd name="T2" fmla="*/ 55 w 116"/>
                <a:gd name="T3" fmla="*/ 0 h 111"/>
                <a:gd name="T4" fmla="*/ 57 w 116"/>
                <a:gd name="T5" fmla="*/ 4 h 111"/>
                <a:gd name="T6" fmla="*/ 62 w 116"/>
                <a:gd name="T7" fmla="*/ 4 h 111"/>
                <a:gd name="T8" fmla="*/ 65 w 116"/>
                <a:gd name="T9" fmla="*/ 7 h 111"/>
                <a:gd name="T10" fmla="*/ 66 w 116"/>
                <a:gd name="T11" fmla="*/ 12 h 111"/>
                <a:gd name="T12" fmla="*/ 69 w 116"/>
                <a:gd name="T13" fmla="*/ 15 h 111"/>
                <a:gd name="T14" fmla="*/ 73 w 116"/>
                <a:gd name="T15" fmla="*/ 19 h 111"/>
                <a:gd name="T16" fmla="*/ 78 w 116"/>
                <a:gd name="T17" fmla="*/ 21 h 111"/>
                <a:gd name="T18" fmla="*/ 82 w 116"/>
                <a:gd name="T19" fmla="*/ 21 h 111"/>
                <a:gd name="T20" fmla="*/ 84 w 116"/>
                <a:gd name="T21" fmla="*/ 23 h 111"/>
                <a:gd name="T22" fmla="*/ 82 w 116"/>
                <a:gd name="T23" fmla="*/ 24 h 111"/>
                <a:gd name="T24" fmla="*/ 81 w 116"/>
                <a:gd name="T25" fmla="*/ 27 h 111"/>
                <a:gd name="T26" fmla="*/ 82 w 116"/>
                <a:gd name="T27" fmla="*/ 32 h 111"/>
                <a:gd name="T28" fmla="*/ 78 w 116"/>
                <a:gd name="T29" fmla="*/ 32 h 111"/>
                <a:gd name="T30" fmla="*/ 77 w 116"/>
                <a:gd name="T31" fmla="*/ 37 h 111"/>
                <a:gd name="T32" fmla="*/ 77 w 116"/>
                <a:gd name="T33" fmla="*/ 44 h 111"/>
                <a:gd name="T34" fmla="*/ 75 w 116"/>
                <a:gd name="T35" fmla="*/ 45 h 111"/>
                <a:gd name="T36" fmla="*/ 78 w 116"/>
                <a:gd name="T37" fmla="*/ 48 h 111"/>
                <a:gd name="T38" fmla="*/ 82 w 116"/>
                <a:gd name="T39" fmla="*/ 49 h 111"/>
                <a:gd name="T40" fmla="*/ 84 w 116"/>
                <a:gd name="T41" fmla="*/ 53 h 111"/>
                <a:gd name="T42" fmla="*/ 84 w 116"/>
                <a:gd name="T43" fmla="*/ 57 h 111"/>
                <a:gd name="T44" fmla="*/ 86 w 116"/>
                <a:gd name="T45" fmla="*/ 61 h 111"/>
                <a:gd name="T46" fmla="*/ 90 w 116"/>
                <a:gd name="T47" fmla="*/ 59 h 111"/>
                <a:gd name="T48" fmla="*/ 99 w 116"/>
                <a:gd name="T49" fmla="*/ 65 h 111"/>
                <a:gd name="T50" fmla="*/ 103 w 116"/>
                <a:gd name="T51" fmla="*/ 70 h 111"/>
                <a:gd name="T52" fmla="*/ 108 w 116"/>
                <a:gd name="T53" fmla="*/ 77 h 111"/>
                <a:gd name="T54" fmla="*/ 106 w 116"/>
                <a:gd name="T55" fmla="*/ 82 h 111"/>
                <a:gd name="T56" fmla="*/ 109 w 116"/>
                <a:gd name="T57" fmla="*/ 84 h 111"/>
                <a:gd name="T58" fmla="*/ 112 w 116"/>
                <a:gd name="T59" fmla="*/ 94 h 111"/>
                <a:gd name="T60" fmla="*/ 116 w 116"/>
                <a:gd name="T61" fmla="*/ 95 h 111"/>
                <a:gd name="T62" fmla="*/ 113 w 116"/>
                <a:gd name="T63" fmla="*/ 99 h 111"/>
                <a:gd name="T64" fmla="*/ 109 w 116"/>
                <a:gd name="T65" fmla="*/ 99 h 111"/>
                <a:gd name="T66" fmla="*/ 100 w 116"/>
                <a:gd name="T67" fmla="*/ 100 h 111"/>
                <a:gd name="T68" fmla="*/ 95 w 116"/>
                <a:gd name="T69" fmla="*/ 111 h 111"/>
                <a:gd name="T70" fmla="*/ 17 w 116"/>
                <a:gd name="T71" fmla="*/ 71 h 111"/>
                <a:gd name="T72" fmla="*/ 2 w 116"/>
                <a:gd name="T73" fmla="*/ 55 h 111"/>
                <a:gd name="T74" fmla="*/ 2 w 116"/>
                <a:gd name="T75" fmla="*/ 55 h 111"/>
                <a:gd name="T76" fmla="*/ 23 w 116"/>
                <a:gd name="T77" fmla="*/ 38 h 111"/>
                <a:gd name="T78" fmla="*/ 25 w 116"/>
                <a:gd name="T79" fmla="*/ 32 h 111"/>
                <a:gd name="T80" fmla="*/ 27 w 116"/>
                <a:gd name="T81" fmla="*/ 27 h 111"/>
                <a:gd name="T82" fmla="*/ 24 w 116"/>
                <a:gd name="T83" fmla="*/ 19 h 111"/>
                <a:gd name="T84" fmla="*/ 27 w 116"/>
                <a:gd name="T85" fmla="*/ 11 h 111"/>
                <a:gd name="T86" fmla="*/ 33 w 116"/>
                <a:gd name="T87" fmla="*/ 7 h 111"/>
                <a:gd name="T88" fmla="*/ 36 w 116"/>
                <a:gd name="T89" fmla="*/ 4 h 111"/>
                <a:gd name="T90" fmla="*/ 38 w 116"/>
                <a:gd name="T91" fmla="*/ 1 h 111"/>
                <a:gd name="T92" fmla="*/ 44 w 116"/>
                <a:gd name="T9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6" h="111">
                  <a:moveTo>
                    <a:pt x="44" y="0"/>
                  </a:moveTo>
                  <a:lnTo>
                    <a:pt x="48" y="0"/>
                  </a:lnTo>
                  <a:lnTo>
                    <a:pt x="52" y="1"/>
                  </a:lnTo>
                  <a:lnTo>
                    <a:pt x="55" y="0"/>
                  </a:lnTo>
                  <a:lnTo>
                    <a:pt x="57" y="1"/>
                  </a:lnTo>
                  <a:lnTo>
                    <a:pt x="57" y="4"/>
                  </a:lnTo>
                  <a:lnTo>
                    <a:pt x="58" y="5"/>
                  </a:lnTo>
                  <a:lnTo>
                    <a:pt x="62" y="4"/>
                  </a:lnTo>
                  <a:lnTo>
                    <a:pt x="63" y="4"/>
                  </a:lnTo>
                  <a:lnTo>
                    <a:pt x="65" y="7"/>
                  </a:lnTo>
                  <a:lnTo>
                    <a:pt x="65" y="9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9" y="15"/>
                  </a:lnTo>
                  <a:lnTo>
                    <a:pt x="70" y="17"/>
                  </a:lnTo>
                  <a:lnTo>
                    <a:pt x="73" y="19"/>
                  </a:lnTo>
                  <a:lnTo>
                    <a:pt x="74" y="19"/>
                  </a:lnTo>
                  <a:lnTo>
                    <a:pt x="78" y="21"/>
                  </a:lnTo>
                  <a:lnTo>
                    <a:pt x="79" y="21"/>
                  </a:lnTo>
                  <a:lnTo>
                    <a:pt x="82" y="21"/>
                  </a:lnTo>
                  <a:lnTo>
                    <a:pt x="83" y="21"/>
                  </a:lnTo>
                  <a:lnTo>
                    <a:pt x="84" y="23"/>
                  </a:lnTo>
                  <a:lnTo>
                    <a:pt x="84" y="23"/>
                  </a:lnTo>
                  <a:lnTo>
                    <a:pt x="82" y="24"/>
                  </a:lnTo>
                  <a:lnTo>
                    <a:pt x="81" y="24"/>
                  </a:lnTo>
                  <a:lnTo>
                    <a:pt x="81" y="27"/>
                  </a:lnTo>
                  <a:lnTo>
                    <a:pt x="82" y="28"/>
                  </a:lnTo>
                  <a:lnTo>
                    <a:pt x="82" y="32"/>
                  </a:lnTo>
                  <a:lnTo>
                    <a:pt x="81" y="33"/>
                  </a:lnTo>
                  <a:lnTo>
                    <a:pt x="78" y="32"/>
                  </a:lnTo>
                  <a:lnTo>
                    <a:pt x="78" y="36"/>
                  </a:lnTo>
                  <a:lnTo>
                    <a:pt x="77" y="37"/>
                  </a:lnTo>
                  <a:lnTo>
                    <a:pt x="77" y="41"/>
                  </a:lnTo>
                  <a:lnTo>
                    <a:pt x="77" y="44"/>
                  </a:lnTo>
                  <a:lnTo>
                    <a:pt x="77" y="45"/>
                  </a:lnTo>
                  <a:lnTo>
                    <a:pt x="75" y="45"/>
                  </a:lnTo>
                  <a:lnTo>
                    <a:pt x="75" y="48"/>
                  </a:lnTo>
                  <a:lnTo>
                    <a:pt x="78" y="48"/>
                  </a:lnTo>
                  <a:lnTo>
                    <a:pt x="79" y="49"/>
                  </a:lnTo>
                  <a:lnTo>
                    <a:pt x="82" y="49"/>
                  </a:lnTo>
                  <a:lnTo>
                    <a:pt x="82" y="52"/>
                  </a:lnTo>
                  <a:lnTo>
                    <a:pt x="84" y="53"/>
                  </a:lnTo>
                  <a:lnTo>
                    <a:pt x="83" y="55"/>
                  </a:lnTo>
                  <a:lnTo>
                    <a:pt x="84" y="57"/>
                  </a:lnTo>
                  <a:lnTo>
                    <a:pt x="83" y="58"/>
                  </a:lnTo>
                  <a:lnTo>
                    <a:pt x="86" y="61"/>
                  </a:lnTo>
                  <a:lnTo>
                    <a:pt x="87" y="59"/>
                  </a:lnTo>
                  <a:lnTo>
                    <a:pt x="90" y="59"/>
                  </a:lnTo>
                  <a:lnTo>
                    <a:pt x="98" y="65"/>
                  </a:lnTo>
                  <a:lnTo>
                    <a:pt x="99" y="65"/>
                  </a:lnTo>
                  <a:lnTo>
                    <a:pt x="100" y="66"/>
                  </a:lnTo>
                  <a:lnTo>
                    <a:pt x="103" y="70"/>
                  </a:lnTo>
                  <a:lnTo>
                    <a:pt x="106" y="71"/>
                  </a:lnTo>
                  <a:lnTo>
                    <a:pt x="108" y="77"/>
                  </a:lnTo>
                  <a:lnTo>
                    <a:pt x="106" y="78"/>
                  </a:lnTo>
                  <a:lnTo>
                    <a:pt x="106" y="82"/>
                  </a:lnTo>
                  <a:lnTo>
                    <a:pt x="106" y="84"/>
                  </a:lnTo>
                  <a:lnTo>
                    <a:pt x="109" y="84"/>
                  </a:lnTo>
                  <a:lnTo>
                    <a:pt x="111" y="92"/>
                  </a:lnTo>
                  <a:lnTo>
                    <a:pt x="112" y="94"/>
                  </a:lnTo>
                  <a:lnTo>
                    <a:pt x="115" y="95"/>
                  </a:lnTo>
                  <a:lnTo>
                    <a:pt x="116" y="95"/>
                  </a:lnTo>
                  <a:lnTo>
                    <a:pt x="115" y="96"/>
                  </a:lnTo>
                  <a:lnTo>
                    <a:pt x="113" y="99"/>
                  </a:lnTo>
                  <a:lnTo>
                    <a:pt x="112" y="98"/>
                  </a:lnTo>
                  <a:lnTo>
                    <a:pt x="109" y="99"/>
                  </a:lnTo>
                  <a:lnTo>
                    <a:pt x="106" y="98"/>
                  </a:lnTo>
                  <a:lnTo>
                    <a:pt x="100" y="100"/>
                  </a:lnTo>
                  <a:lnTo>
                    <a:pt x="98" y="105"/>
                  </a:lnTo>
                  <a:lnTo>
                    <a:pt x="95" y="111"/>
                  </a:lnTo>
                  <a:lnTo>
                    <a:pt x="73" y="111"/>
                  </a:lnTo>
                  <a:lnTo>
                    <a:pt x="17" y="71"/>
                  </a:lnTo>
                  <a:lnTo>
                    <a:pt x="7" y="71"/>
                  </a:lnTo>
                  <a:lnTo>
                    <a:pt x="2" y="55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3" y="40"/>
                  </a:lnTo>
                  <a:lnTo>
                    <a:pt x="23" y="38"/>
                  </a:lnTo>
                  <a:lnTo>
                    <a:pt x="25" y="36"/>
                  </a:lnTo>
                  <a:lnTo>
                    <a:pt x="25" y="32"/>
                  </a:lnTo>
                  <a:lnTo>
                    <a:pt x="24" y="30"/>
                  </a:lnTo>
                  <a:lnTo>
                    <a:pt x="27" y="27"/>
                  </a:lnTo>
                  <a:lnTo>
                    <a:pt x="27" y="23"/>
                  </a:lnTo>
                  <a:lnTo>
                    <a:pt x="24" y="19"/>
                  </a:lnTo>
                  <a:lnTo>
                    <a:pt x="24" y="15"/>
                  </a:lnTo>
                  <a:lnTo>
                    <a:pt x="27" y="11"/>
                  </a:lnTo>
                  <a:lnTo>
                    <a:pt x="32" y="9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8" y="1"/>
                  </a:lnTo>
                  <a:lnTo>
                    <a:pt x="42" y="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2" name="Freeform 419"/>
            <p:cNvSpPr>
              <a:spLocks/>
            </p:cNvSpPr>
            <p:nvPr/>
          </p:nvSpPr>
          <p:spPr bwMode="auto">
            <a:xfrm>
              <a:off x="7143260" y="3411436"/>
              <a:ext cx="53293" cy="53293"/>
            </a:xfrm>
            <a:custGeom>
              <a:avLst/>
              <a:gdLst>
                <a:gd name="T0" fmla="*/ 11 w 21"/>
                <a:gd name="T1" fmla="*/ 0 h 21"/>
                <a:gd name="T2" fmla="*/ 14 w 21"/>
                <a:gd name="T3" fmla="*/ 1 h 21"/>
                <a:gd name="T4" fmla="*/ 17 w 21"/>
                <a:gd name="T5" fmla="*/ 0 h 21"/>
                <a:gd name="T6" fmla="*/ 18 w 21"/>
                <a:gd name="T7" fmla="*/ 1 h 21"/>
                <a:gd name="T8" fmla="*/ 18 w 21"/>
                <a:gd name="T9" fmla="*/ 1 h 21"/>
                <a:gd name="T10" fmla="*/ 20 w 21"/>
                <a:gd name="T11" fmla="*/ 6 h 21"/>
                <a:gd name="T12" fmla="*/ 13 w 21"/>
                <a:gd name="T13" fmla="*/ 7 h 21"/>
                <a:gd name="T14" fmla="*/ 17 w 21"/>
                <a:gd name="T15" fmla="*/ 11 h 21"/>
                <a:gd name="T16" fmla="*/ 18 w 21"/>
                <a:gd name="T17" fmla="*/ 10 h 21"/>
                <a:gd name="T18" fmla="*/ 18 w 21"/>
                <a:gd name="T19" fmla="*/ 11 h 21"/>
                <a:gd name="T20" fmla="*/ 18 w 21"/>
                <a:gd name="T21" fmla="*/ 14 h 21"/>
                <a:gd name="T22" fmla="*/ 20 w 21"/>
                <a:gd name="T23" fmla="*/ 15 h 21"/>
                <a:gd name="T24" fmla="*/ 20 w 21"/>
                <a:gd name="T25" fmla="*/ 15 h 21"/>
                <a:gd name="T26" fmla="*/ 20 w 21"/>
                <a:gd name="T27" fmla="*/ 15 h 21"/>
                <a:gd name="T28" fmla="*/ 21 w 21"/>
                <a:gd name="T29" fmla="*/ 17 h 21"/>
                <a:gd name="T30" fmla="*/ 13 w 21"/>
                <a:gd name="T31" fmla="*/ 21 h 21"/>
                <a:gd name="T32" fmla="*/ 13 w 21"/>
                <a:gd name="T33" fmla="*/ 17 h 21"/>
                <a:gd name="T34" fmla="*/ 1 w 21"/>
                <a:gd name="T35" fmla="*/ 13 h 21"/>
                <a:gd name="T36" fmla="*/ 0 w 21"/>
                <a:gd name="T37" fmla="*/ 13 h 21"/>
                <a:gd name="T38" fmla="*/ 3 w 21"/>
                <a:gd name="T39" fmla="*/ 7 h 21"/>
                <a:gd name="T40" fmla="*/ 5 w 21"/>
                <a:gd name="T41" fmla="*/ 2 h 21"/>
                <a:gd name="T42" fmla="*/ 11 w 21"/>
                <a:gd name="T4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" h="21">
                  <a:moveTo>
                    <a:pt x="11" y="0"/>
                  </a:moveTo>
                  <a:lnTo>
                    <a:pt x="14" y="1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6"/>
                  </a:lnTo>
                  <a:lnTo>
                    <a:pt x="13" y="7"/>
                  </a:lnTo>
                  <a:lnTo>
                    <a:pt x="17" y="11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8" y="14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7"/>
                  </a:lnTo>
                  <a:lnTo>
                    <a:pt x="13" y="21"/>
                  </a:lnTo>
                  <a:lnTo>
                    <a:pt x="13" y="17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3" y="7"/>
                  </a:lnTo>
                  <a:lnTo>
                    <a:pt x="5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3" name="Freeform 420"/>
            <p:cNvSpPr>
              <a:spLocks/>
            </p:cNvSpPr>
            <p:nvPr/>
          </p:nvSpPr>
          <p:spPr bwMode="auto">
            <a:xfrm>
              <a:off x="6709305" y="3231255"/>
              <a:ext cx="63444" cy="35528"/>
            </a:xfrm>
            <a:custGeom>
              <a:avLst/>
              <a:gdLst>
                <a:gd name="T0" fmla="*/ 25 w 25"/>
                <a:gd name="T1" fmla="*/ 0 h 14"/>
                <a:gd name="T2" fmla="*/ 25 w 25"/>
                <a:gd name="T3" fmla="*/ 0 h 14"/>
                <a:gd name="T4" fmla="*/ 25 w 25"/>
                <a:gd name="T5" fmla="*/ 1 h 14"/>
                <a:gd name="T6" fmla="*/ 21 w 25"/>
                <a:gd name="T7" fmla="*/ 2 h 14"/>
                <a:gd name="T8" fmla="*/ 18 w 25"/>
                <a:gd name="T9" fmla="*/ 5 h 14"/>
                <a:gd name="T10" fmla="*/ 20 w 25"/>
                <a:gd name="T11" fmla="*/ 7 h 14"/>
                <a:gd name="T12" fmla="*/ 20 w 25"/>
                <a:gd name="T13" fmla="*/ 10 h 14"/>
                <a:gd name="T14" fmla="*/ 17 w 25"/>
                <a:gd name="T15" fmla="*/ 9 h 14"/>
                <a:gd name="T16" fmla="*/ 14 w 25"/>
                <a:gd name="T17" fmla="*/ 10 h 14"/>
                <a:gd name="T18" fmla="*/ 12 w 25"/>
                <a:gd name="T19" fmla="*/ 13 h 14"/>
                <a:gd name="T20" fmla="*/ 9 w 25"/>
                <a:gd name="T21" fmla="*/ 13 h 14"/>
                <a:gd name="T22" fmla="*/ 8 w 25"/>
                <a:gd name="T23" fmla="*/ 14 h 14"/>
                <a:gd name="T24" fmla="*/ 6 w 25"/>
                <a:gd name="T25" fmla="*/ 13 h 14"/>
                <a:gd name="T26" fmla="*/ 4 w 25"/>
                <a:gd name="T27" fmla="*/ 14 h 14"/>
                <a:gd name="T28" fmla="*/ 1 w 25"/>
                <a:gd name="T29" fmla="*/ 11 h 14"/>
                <a:gd name="T30" fmla="*/ 0 w 25"/>
                <a:gd name="T31" fmla="*/ 10 h 14"/>
                <a:gd name="T32" fmla="*/ 0 w 25"/>
                <a:gd name="T33" fmla="*/ 7 h 14"/>
                <a:gd name="T34" fmla="*/ 1 w 25"/>
                <a:gd name="T35" fmla="*/ 6 h 14"/>
                <a:gd name="T36" fmla="*/ 2 w 25"/>
                <a:gd name="T37" fmla="*/ 5 h 14"/>
                <a:gd name="T38" fmla="*/ 4 w 25"/>
                <a:gd name="T39" fmla="*/ 6 h 14"/>
                <a:gd name="T40" fmla="*/ 6 w 25"/>
                <a:gd name="T41" fmla="*/ 5 h 14"/>
                <a:gd name="T42" fmla="*/ 6 w 25"/>
                <a:gd name="T43" fmla="*/ 3 h 14"/>
                <a:gd name="T44" fmla="*/ 6 w 25"/>
                <a:gd name="T45" fmla="*/ 2 h 14"/>
                <a:gd name="T46" fmla="*/ 9 w 25"/>
                <a:gd name="T47" fmla="*/ 2 h 14"/>
                <a:gd name="T48" fmla="*/ 12 w 25"/>
                <a:gd name="T49" fmla="*/ 3 h 14"/>
                <a:gd name="T50" fmla="*/ 14 w 25"/>
                <a:gd name="T51" fmla="*/ 3 h 14"/>
                <a:gd name="T52" fmla="*/ 20 w 25"/>
                <a:gd name="T53" fmla="*/ 1 h 14"/>
                <a:gd name="T54" fmla="*/ 24 w 25"/>
                <a:gd name="T55" fmla="*/ 0 h 14"/>
                <a:gd name="T56" fmla="*/ 25 w 25"/>
                <a:gd name="T5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" h="14">
                  <a:moveTo>
                    <a:pt x="25" y="0"/>
                  </a:moveTo>
                  <a:lnTo>
                    <a:pt x="25" y="0"/>
                  </a:lnTo>
                  <a:lnTo>
                    <a:pt x="25" y="1"/>
                  </a:lnTo>
                  <a:lnTo>
                    <a:pt x="21" y="2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17" y="9"/>
                  </a:lnTo>
                  <a:lnTo>
                    <a:pt x="14" y="10"/>
                  </a:lnTo>
                  <a:lnTo>
                    <a:pt x="12" y="13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1" y="11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6"/>
                  </a:lnTo>
                  <a:lnTo>
                    <a:pt x="2" y="5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20" y="1"/>
                  </a:lnTo>
                  <a:lnTo>
                    <a:pt x="24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4" name="Freeform 421"/>
            <p:cNvSpPr>
              <a:spLocks/>
            </p:cNvSpPr>
            <p:nvPr/>
          </p:nvSpPr>
          <p:spPr bwMode="auto">
            <a:xfrm>
              <a:off x="6805739" y="3170349"/>
              <a:ext cx="187793" cy="170030"/>
            </a:xfrm>
            <a:custGeom>
              <a:avLst/>
              <a:gdLst>
                <a:gd name="T0" fmla="*/ 74 w 74"/>
                <a:gd name="T1" fmla="*/ 1 h 67"/>
                <a:gd name="T2" fmla="*/ 71 w 74"/>
                <a:gd name="T3" fmla="*/ 4 h 67"/>
                <a:gd name="T4" fmla="*/ 65 w 74"/>
                <a:gd name="T5" fmla="*/ 8 h 67"/>
                <a:gd name="T6" fmla="*/ 62 w 74"/>
                <a:gd name="T7" fmla="*/ 16 h 67"/>
                <a:gd name="T8" fmla="*/ 65 w 74"/>
                <a:gd name="T9" fmla="*/ 24 h 67"/>
                <a:gd name="T10" fmla="*/ 63 w 74"/>
                <a:gd name="T11" fmla="*/ 29 h 67"/>
                <a:gd name="T12" fmla="*/ 61 w 74"/>
                <a:gd name="T13" fmla="*/ 35 h 67"/>
                <a:gd name="T14" fmla="*/ 40 w 74"/>
                <a:gd name="T15" fmla="*/ 52 h 67"/>
                <a:gd name="T16" fmla="*/ 16 w 74"/>
                <a:gd name="T17" fmla="*/ 67 h 67"/>
                <a:gd name="T18" fmla="*/ 13 w 74"/>
                <a:gd name="T19" fmla="*/ 66 h 67"/>
                <a:gd name="T20" fmla="*/ 7 w 74"/>
                <a:gd name="T21" fmla="*/ 62 h 67"/>
                <a:gd name="T22" fmla="*/ 7 w 74"/>
                <a:gd name="T23" fmla="*/ 60 h 67"/>
                <a:gd name="T24" fmla="*/ 4 w 74"/>
                <a:gd name="T25" fmla="*/ 54 h 67"/>
                <a:gd name="T26" fmla="*/ 4 w 74"/>
                <a:gd name="T27" fmla="*/ 54 h 67"/>
                <a:gd name="T28" fmla="*/ 7 w 74"/>
                <a:gd name="T29" fmla="*/ 47 h 67"/>
                <a:gd name="T30" fmla="*/ 11 w 74"/>
                <a:gd name="T31" fmla="*/ 46 h 67"/>
                <a:gd name="T32" fmla="*/ 11 w 74"/>
                <a:gd name="T33" fmla="*/ 43 h 67"/>
                <a:gd name="T34" fmla="*/ 9 w 74"/>
                <a:gd name="T35" fmla="*/ 39 h 67"/>
                <a:gd name="T36" fmla="*/ 3 w 74"/>
                <a:gd name="T37" fmla="*/ 37 h 67"/>
                <a:gd name="T38" fmla="*/ 4 w 74"/>
                <a:gd name="T39" fmla="*/ 30 h 67"/>
                <a:gd name="T40" fmla="*/ 0 w 74"/>
                <a:gd name="T41" fmla="*/ 22 h 67"/>
                <a:gd name="T42" fmla="*/ 1 w 74"/>
                <a:gd name="T43" fmla="*/ 18 h 67"/>
                <a:gd name="T44" fmla="*/ 4 w 74"/>
                <a:gd name="T45" fmla="*/ 18 h 67"/>
                <a:gd name="T46" fmla="*/ 9 w 74"/>
                <a:gd name="T47" fmla="*/ 17 h 67"/>
                <a:gd name="T48" fmla="*/ 11 w 74"/>
                <a:gd name="T49" fmla="*/ 14 h 67"/>
                <a:gd name="T50" fmla="*/ 11 w 74"/>
                <a:gd name="T51" fmla="*/ 8 h 67"/>
                <a:gd name="T52" fmla="*/ 16 w 74"/>
                <a:gd name="T53" fmla="*/ 9 h 67"/>
                <a:gd name="T54" fmla="*/ 24 w 74"/>
                <a:gd name="T55" fmla="*/ 6 h 67"/>
                <a:gd name="T56" fmla="*/ 32 w 74"/>
                <a:gd name="T57" fmla="*/ 5 h 67"/>
                <a:gd name="T58" fmla="*/ 34 w 74"/>
                <a:gd name="T59" fmla="*/ 6 h 67"/>
                <a:gd name="T60" fmla="*/ 43 w 74"/>
                <a:gd name="T61" fmla="*/ 8 h 67"/>
                <a:gd name="T62" fmla="*/ 47 w 74"/>
                <a:gd name="T63" fmla="*/ 5 h 67"/>
                <a:gd name="T64" fmla="*/ 54 w 74"/>
                <a:gd name="T65" fmla="*/ 2 h 67"/>
                <a:gd name="T66" fmla="*/ 59 w 74"/>
                <a:gd name="T67" fmla="*/ 2 h 67"/>
                <a:gd name="T68" fmla="*/ 70 w 74"/>
                <a:gd name="T69" fmla="*/ 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" h="67">
                  <a:moveTo>
                    <a:pt x="72" y="0"/>
                  </a:moveTo>
                  <a:lnTo>
                    <a:pt x="74" y="1"/>
                  </a:lnTo>
                  <a:lnTo>
                    <a:pt x="72" y="4"/>
                  </a:lnTo>
                  <a:lnTo>
                    <a:pt x="71" y="4"/>
                  </a:lnTo>
                  <a:lnTo>
                    <a:pt x="70" y="6"/>
                  </a:lnTo>
                  <a:lnTo>
                    <a:pt x="65" y="8"/>
                  </a:lnTo>
                  <a:lnTo>
                    <a:pt x="62" y="12"/>
                  </a:lnTo>
                  <a:lnTo>
                    <a:pt x="62" y="16"/>
                  </a:lnTo>
                  <a:lnTo>
                    <a:pt x="65" y="20"/>
                  </a:lnTo>
                  <a:lnTo>
                    <a:pt x="65" y="24"/>
                  </a:lnTo>
                  <a:lnTo>
                    <a:pt x="62" y="27"/>
                  </a:lnTo>
                  <a:lnTo>
                    <a:pt x="63" y="29"/>
                  </a:lnTo>
                  <a:lnTo>
                    <a:pt x="63" y="33"/>
                  </a:lnTo>
                  <a:lnTo>
                    <a:pt x="61" y="35"/>
                  </a:lnTo>
                  <a:lnTo>
                    <a:pt x="61" y="37"/>
                  </a:lnTo>
                  <a:lnTo>
                    <a:pt x="40" y="52"/>
                  </a:lnTo>
                  <a:lnTo>
                    <a:pt x="38" y="52"/>
                  </a:lnTo>
                  <a:lnTo>
                    <a:pt x="16" y="67"/>
                  </a:lnTo>
                  <a:lnTo>
                    <a:pt x="14" y="66"/>
                  </a:lnTo>
                  <a:lnTo>
                    <a:pt x="13" y="66"/>
                  </a:lnTo>
                  <a:lnTo>
                    <a:pt x="11" y="64"/>
                  </a:lnTo>
                  <a:lnTo>
                    <a:pt x="7" y="62"/>
                  </a:lnTo>
                  <a:lnTo>
                    <a:pt x="5" y="62"/>
                  </a:lnTo>
                  <a:lnTo>
                    <a:pt x="7" y="60"/>
                  </a:lnTo>
                  <a:lnTo>
                    <a:pt x="7" y="56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5" y="51"/>
                  </a:lnTo>
                  <a:lnTo>
                    <a:pt x="7" y="47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9" y="39"/>
                  </a:lnTo>
                  <a:lnTo>
                    <a:pt x="8" y="37"/>
                  </a:lnTo>
                  <a:lnTo>
                    <a:pt x="3" y="37"/>
                  </a:lnTo>
                  <a:lnTo>
                    <a:pt x="3" y="33"/>
                  </a:lnTo>
                  <a:lnTo>
                    <a:pt x="4" y="30"/>
                  </a:lnTo>
                  <a:lnTo>
                    <a:pt x="3" y="26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4" y="18"/>
                  </a:lnTo>
                  <a:lnTo>
                    <a:pt x="7" y="18"/>
                  </a:lnTo>
                  <a:lnTo>
                    <a:pt x="9" y="17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4" y="8"/>
                  </a:lnTo>
                  <a:lnTo>
                    <a:pt x="16" y="9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5" y="5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8" y="8"/>
                  </a:lnTo>
                  <a:lnTo>
                    <a:pt x="43" y="8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9" y="4"/>
                  </a:lnTo>
                  <a:lnTo>
                    <a:pt x="54" y="2"/>
                  </a:lnTo>
                  <a:lnTo>
                    <a:pt x="57" y="2"/>
                  </a:lnTo>
                  <a:lnTo>
                    <a:pt x="59" y="2"/>
                  </a:lnTo>
                  <a:lnTo>
                    <a:pt x="65" y="2"/>
                  </a:lnTo>
                  <a:lnTo>
                    <a:pt x="70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5" name="Freeform 422"/>
            <p:cNvSpPr>
              <a:spLocks/>
            </p:cNvSpPr>
            <p:nvPr/>
          </p:nvSpPr>
          <p:spPr bwMode="auto">
            <a:xfrm>
              <a:off x="6770211" y="3307387"/>
              <a:ext cx="45679" cy="129426"/>
            </a:xfrm>
            <a:custGeom>
              <a:avLst/>
              <a:gdLst>
                <a:gd name="T0" fmla="*/ 18 w 18"/>
                <a:gd name="T1" fmla="*/ 0 h 51"/>
                <a:gd name="T2" fmla="*/ 17 w 18"/>
                <a:gd name="T3" fmla="*/ 1 h 51"/>
                <a:gd name="T4" fmla="*/ 17 w 18"/>
                <a:gd name="T5" fmla="*/ 4 h 51"/>
                <a:gd name="T6" fmla="*/ 15 w 18"/>
                <a:gd name="T7" fmla="*/ 8 h 51"/>
                <a:gd name="T8" fmla="*/ 17 w 18"/>
                <a:gd name="T9" fmla="*/ 9 h 51"/>
                <a:gd name="T10" fmla="*/ 17 w 18"/>
                <a:gd name="T11" fmla="*/ 10 h 51"/>
                <a:gd name="T12" fmla="*/ 17 w 18"/>
                <a:gd name="T13" fmla="*/ 10 h 51"/>
                <a:gd name="T14" fmla="*/ 17 w 18"/>
                <a:gd name="T15" fmla="*/ 12 h 51"/>
                <a:gd name="T16" fmla="*/ 15 w 18"/>
                <a:gd name="T17" fmla="*/ 13 h 51"/>
                <a:gd name="T18" fmla="*/ 14 w 18"/>
                <a:gd name="T19" fmla="*/ 13 h 51"/>
                <a:gd name="T20" fmla="*/ 14 w 18"/>
                <a:gd name="T21" fmla="*/ 12 h 51"/>
                <a:gd name="T22" fmla="*/ 10 w 18"/>
                <a:gd name="T23" fmla="*/ 12 h 51"/>
                <a:gd name="T24" fmla="*/ 10 w 18"/>
                <a:gd name="T25" fmla="*/ 14 h 51"/>
                <a:gd name="T26" fmla="*/ 11 w 18"/>
                <a:gd name="T27" fmla="*/ 16 h 51"/>
                <a:gd name="T28" fmla="*/ 11 w 18"/>
                <a:gd name="T29" fmla="*/ 21 h 51"/>
                <a:gd name="T30" fmla="*/ 10 w 18"/>
                <a:gd name="T31" fmla="*/ 25 h 51"/>
                <a:gd name="T32" fmla="*/ 11 w 18"/>
                <a:gd name="T33" fmla="*/ 26 h 51"/>
                <a:gd name="T34" fmla="*/ 14 w 18"/>
                <a:gd name="T35" fmla="*/ 25 h 51"/>
                <a:gd name="T36" fmla="*/ 15 w 18"/>
                <a:gd name="T37" fmla="*/ 25 h 51"/>
                <a:gd name="T38" fmla="*/ 15 w 18"/>
                <a:gd name="T39" fmla="*/ 25 h 51"/>
                <a:gd name="T40" fmla="*/ 15 w 18"/>
                <a:gd name="T41" fmla="*/ 30 h 51"/>
                <a:gd name="T42" fmla="*/ 15 w 18"/>
                <a:gd name="T43" fmla="*/ 31 h 51"/>
                <a:gd name="T44" fmla="*/ 15 w 18"/>
                <a:gd name="T45" fmla="*/ 34 h 51"/>
                <a:gd name="T46" fmla="*/ 15 w 18"/>
                <a:gd name="T47" fmla="*/ 37 h 51"/>
                <a:gd name="T48" fmla="*/ 14 w 18"/>
                <a:gd name="T49" fmla="*/ 37 h 51"/>
                <a:gd name="T50" fmla="*/ 14 w 18"/>
                <a:gd name="T51" fmla="*/ 41 h 51"/>
                <a:gd name="T52" fmla="*/ 13 w 18"/>
                <a:gd name="T53" fmla="*/ 43 h 51"/>
                <a:gd name="T54" fmla="*/ 13 w 18"/>
                <a:gd name="T55" fmla="*/ 46 h 51"/>
                <a:gd name="T56" fmla="*/ 13 w 18"/>
                <a:gd name="T57" fmla="*/ 47 h 51"/>
                <a:gd name="T58" fmla="*/ 13 w 18"/>
                <a:gd name="T59" fmla="*/ 48 h 51"/>
                <a:gd name="T60" fmla="*/ 13 w 18"/>
                <a:gd name="T61" fmla="*/ 50 h 51"/>
                <a:gd name="T62" fmla="*/ 10 w 18"/>
                <a:gd name="T63" fmla="*/ 51 h 51"/>
                <a:gd name="T64" fmla="*/ 9 w 18"/>
                <a:gd name="T65" fmla="*/ 47 h 51"/>
                <a:gd name="T66" fmla="*/ 10 w 18"/>
                <a:gd name="T67" fmla="*/ 45 h 51"/>
                <a:gd name="T68" fmla="*/ 7 w 18"/>
                <a:gd name="T69" fmla="*/ 38 h 51"/>
                <a:gd name="T70" fmla="*/ 5 w 18"/>
                <a:gd name="T71" fmla="*/ 34 h 51"/>
                <a:gd name="T72" fmla="*/ 3 w 18"/>
                <a:gd name="T73" fmla="*/ 29 h 51"/>
                <a:gd name="T74" fmla="*/ 1 w 18"/>
                <a:gd name="T75" fmla="*/ 26 h 51"/>
                <a:gd name="T76" fmla="*/ 0 w 18"/>
                <a:gd name="T77" fmla="*/ 25 h 51"/>
                <a:gd name="T78" fmla="*/ 3 w 18"/>
                <a:gd name="T79" fmla="*/ 20 h 51"/>
                <a:gd name="T80" fmla="*/ 6 w 18"/>
                <a:gd name="T81" fmla="*/ 13 h 51"/>
                <a:gd name="T82" fmla="*/ 7 w 18"/>
                <a:gd name="T83" fmla="*/ 5 h 51"/>
                <a:gd name="T84" fmla="*/ 10 w 18"/>
                <a:gd name="T85" fmla="*/ 2 h 51"/>
                <a:gd name="T86" fmla="*/ 11 w 18"/>
                <a:gd name="T87" fmla="*/ 2 h 51"/>
                <a:gd name="T88" fmla="*/ 15 w 18"/>
                <a:gd name="T89" fmla="*/ 2 h 51"/>
                <a:gd name="T90" fmla="*/ 17 w 18"/>
                <a:gd name="T91" fmla="*/ 0 h 51"/>
                <a:gd name="T92" fmla="*/ 18 w 18"/>
                <a:gd name="T9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" h="51">
                  <a:moveTo>
                    <a:pt x="18" y="0"/>
                  </a:moveTo>
                  <a:lnTo>
                    <a:pt x="17" y="1"/>
                  </a:lnTo>
                  <a:lnTo>
                    <a:pt x="17" y="4"/>
                  </a:lnTo>
                  <a:lnTo>
                    <a:pt x="15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2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4" y="12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1" y="16"/>
                  </a:lnTo>
                  <a:lnTo>
                    <a:pt x="11" y="21"/>
                  </a:lnTo>
                  <a:lnTo>
                    <a:pt x="10" y="25"/>
                  </a:lnTo>
                  <a:lnTo>
                    <a:pt x="11" y="26"/>
                  </a:lnTo>
                  <a:lnTo>
                    <a:pt x="14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30"/>
                  </a:lnTo>
                  <a:lnTo>
                    <a:pt x="15" y="31"/>
                  </a:lnTo>
                  <a:lnTo>
                    <a:pt x="15" y="34"/>
                  </a:lnTo>
                  <a:lnTo>
                    <a:pt x="15" y="37"/>
                  </a:lnTo>
                  <a:lnTo>
                    <a:pt x="14" y="37"/>
                  </a:lnTo>
                  <a:lnTo>
                    <a:pt x="14" y="41"/>
                  </a:lnTo>
                  <a:lnTo>
                    <a:pt x="13" y="43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3" y="48"/>
                  </a:lnTo>
                  <a:lnTo>
                    <a:pt x="13" y="50"/>
                  </a:lnTo>
                  <a:lnTo>
                    <a:pt x="10" y="51"/>
                  </a:lnTo>
                  <a:lnTo>
                    <a:pt x="9" y="47"/>
                  </a:lnTo>
                  <a:lnTo>
                    <a:pt x="10" y="45"/>
                  </a:lnTo>
                  <a:lnTo>
                    <a:pt x="7" y="38"/>
                  </a:lnTo>
                  <a:lnTo>
                    <a:pt x="5" y="34"/>
                  </a:lnTo>
                  <a:lnTo>
                    <a:pt x="3" y="29"/>
                  </a:lnTo>
                  <a:lnTo>
                    <a:pt x="1" y="26"/>
                  </a:lnTo>
                  <a:lnTo>
                    <a:pt x="0" y="25"/>
                  </a:lnTo>
                  <a:lnTo>
                    <a:pt x="3" y="20"/>
                  </a:lnTo>
                  <a:lnTo>
                    <a:pt x="6" y="13"/>
                  </a:lnTo>
                  <a:lnTo>
                    <a:pt x="7" y="5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6" name="Freeform 423"/>
            <p:cNvSpPr>
              <a:spLocks/>
            </p:cNvSpPr>
            <p:nvPr/>
          </p:nvSpPr>
          <p:spPr bwMode="auto">
            <a:xfrm>
              <a:off x="6808278" y="3307387"/>
              <a:ext cx="15226" cy="25377"/>
            </a:xfrm>
            <a:custGeom>
              <a:avLst/>
              <a:gdLst>
                <a:gd name="T0" fmla="*/ 3 w 6"/>
                <a:gd name="T1" fmla="*/ 0 h 10"/>
                <a:gd name="T2" fmla="*/ 3 w 6"/>
                <a:gd name="T3" fmla="*/ 0 h 10"/>
                <a:gd name="T4" fmla="*/ 6 w 6"/>
                <a:gd name="T5" fmla="*/ 2 h 10"/>
                <a:gd name="T6" fmla="*/ 6 w 6"/>
                <a:gd name="T7" fmla="*/ 6 h 10"/>
                <a:gd name="T8" fmla="*/ 4 w 6"/>
                <a:gd name="T9" fmla="*/ 8 h 10"/>
                <a:gd name="T10" fmla="*/ 4 w 6"/>
                <a:gd name="T11" fmla="*/ 8 h 10"/>
                <a:gd name="T12" fmla="*/ 3 w 6"/>
                <a:gd name="T13" fmla="*/ 9 h 10"/>
                <a:gd name="T14" fmla="*/ 2 w 6"/>
                <a:gd name="T15" fmla="*/ 10 h 10"/>
                <a:gd name="T16" fmla="*/ 2 w 6"/>
                <a:gd name="T17" fmla="*/ 10 h 10"/>
                <a:gd name="T18" fmla="*/ 2 w 6"/>
                <a:gd name="T19" fmla="*/ 9 h 10"/>
                <a:gd name="T20" fmla="*/ 0 w 6"/>
                <a:gd name="T21" fmla="*/ 8 h 10"/>
                <a:gd name="T22" fmla="*/ 2 w 6"/>
                <a:gd name="T23" fmla="*/ 4 h 10"/>
                <a:gd name="T24" fmla="*/ 2 w 6"/>
                <a:gd name="T25" fmla="*/ 1 h 10"/>
                <a:gd name="T26" fmla="*/ 3 w 6"/>
                <a:gd name="T27" fmla="*/ 0 h 10"/>
                <a:gd name="T28" fmla="*/ 3 w 6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6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3" y="9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0" y="8"/>
                  </a:lnTo>
                  <a:lnTo>
                    <a:pt x="2" y="4"/>
                  </a:lnTo>
                  <a:lnTo>
                    <a:pt x="2" y="1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7" name="Freeform 424"/>
            <p:cNvSpPr>
              <a:spLocks/>
            </p:cNvSpPr>
            <p:nvPr/>
          </p:nvSpPr>
          <p:spPr bwMode="auto">
            <a:xfrm>
              <a:off x="6795588" y="3337840"/>
              <a:ext cx="17765" cy="35528"/>
            </a:xfrm>
            <a:custGeom>
              <a:avLst/>
              <a:gdLst>
                <a:gd name="T0" fmla="*/ 0 w 7"/>
                <a:gd name="T1" fmla="*/ 0 h 14"/>
                <a:gd name="T2" fmla="*/ 4 w 7"/>
                <a:gd name="T3" fmla="*/ 0 h 14"/>
                <a:gd name="T4" fmla="*/ 4 w 7"/>
                <a:gd name="T5" fmla="*/ 1 h 14"/>
                <a:gd name="T6" fmla="*/ 5 w 7"/>
                <a:gd name="T7" fmla="*/ 1 h 14"/>
                <a:gd name="T8" fmla="*/ 7 w 7"/>
                <a:gd name="T9" fmla="*/ 0 h 14"/>
                <a:gd name="T10" fmla="*/ 7 w 7"/>
                <a:gd name="T11" fmla="*/ 1 h 14"/>
                <a:gd name="T12" fmla="*/ 7 w 7"/>
                <a:gd name="T13" fmla="*/ 2 h 14"/>
                <a:gd name="T14" fmla="*/ 7 w 7"/>
                <a:gd name="T15" fmla="*/ 4 h 14"/>
                <a:gd name="T16" fmla="*/ 7 w 7"/>
                <a:gd name="T17" fmla="*/ 6 h 14"/>
                <a:gd name="T18" fmla="*/ 7 w 7"/>
                <a:gd name="T19" fmla="*/ 8 h 14"/>
                <a:gd name="T20" fmla="*/ 5 w 7"/>
                <a:gd name="T21" fmla="*/ 13 h 14"/>
                <a:gd name="T22" fmla="*/ 5 w 7"/>
                <a:gd name="T23" fmla="*/ 13 h 14"/>
                <a:gd name="T24" fmla="*/ 4 w 7"/>
                <a:gd name="T25" fmla="*/ 13 h 14"/>
                <a:gd name="T26" fmla="*/ 1 w 7"/>
                <a:gd name="T27" fmla="*/ 14 h 14"/>
                <a:gd name="T28" fmla="*/ 0 w 7"/>
                <a:gd name="T29" fmla="*/ 13 h 14"/>
                <a:gd name="T30" fmla="*/ 1 w 7"/>
                <a:gd name="T31" fmla="*/ 9 h 14"/>
                <a:gd name="T32" fmla="*/ 1 w 7"/>
                <a:gd name="T33" fmla="*/ 4 h 14"/>
                <a:gd name="T34" fmla="*/ 0 w 7"/>
                <a:gd name="T35" fmla="*/ 2 h 14"/>
                <a:gd name="T36" fmla="*/ 0 w 7"/>
                <a:gd name="T3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1" y="9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8" name="Freeform 425"/>
            <p:cNvSpPr>
              <a:spLocks/>
            </p:cNvSpPr>
            <p:nvPr/>
          </p:nvSpPr>
          <p:spPr bwMode="auto">
            <a:xfrm>
              <a:off x="6795588" y="3264246"/>
              <a:ext cx="40604" cy="48218"/>
            </a:xfrm>
            <a:custGeom>
              <a:avLst/>
              <a:gdLst>
                <a:gd name="T0" fmla="*/ 7 w 16"/>
                <a:gd name="T1" fmla="*/ 0 h 19"/>
                <a:gd name="T2" fmla="*/ 12 w 16"/>
                <a:gd name="T3" fmla="*/ 0 h 19"/>
                <a:gd name="T4" fmla="*/ 13 w 16"/>
                <a:gd name="T5" fmla="*/ 2 h 19"/>
                <a:gd name="T6" fmla="*/ 15 w 16"/>
                <a:gd name="T7" fmla="*/ 4 h 19"/>
                <a:gd name="T8" fmla="*/ 15 w 16"/>
                <a:gd name="T9" fmla="*/ 6 h 19"/>
                <a:gd name="T10" fmla="*/ 16 w 16"/>
                <a:gd name="T11" fmla="*/ 9 h 19"/>
                <a:gd name="T12" fmla="*/ 15 w 16"/>
                <a:gd name="T13" fmla="*/ 9 h 19"/>
                <a:gd name="T14" fmla="*/ 13 w 16"/>
                <a:gd name="T15" fmla="*/ 9 h 19"/>
                <a:gd name="T16" fmla="*/ 11 w 16"/>
                <a:gd name="T17" fmla="*/ 10 h 19"/>
                <a:gd name="T18" fmla="*/ 9 w 16"/>
                <a:gd name="T19" fmla="*/ 14 h 19"/>
                <a:gd name="T20" fmla="*/ 8 w 16"/>
                <a:gd name="T21" fmla="*/ 17 h 19"/>
                <a:gd name="T22" fmla="*/ 7 w 16"/>
                <a:gd name="T23" fmla="*/ 17 h 19"/>
                <a:gd name="T24" fmla="*/ 5 w 16"/>
                <a:gd name="T25" fmla="*/ 19 h 19"/>
                <a:gd name="T26" fmla="*/ 1 w 16"/>
                <a:gd name="T27" fmla="*/ 19 h 19"/>
                <a:gd name="T28" fmla="*/ 0 w 16"/>
                <a:gd name="T29" fmla="*/ 19 h 19"/>
                <a:gd name="T30" fmla="*/ 0 w 16"/>
                <a:gd name="T31" fmla="*/ 18 h 19"/>
                <a:gd name="T32" fmla="*/ 0 w 16"/>
                <a:gd name="T33" fmla="*/ 15 h 19"/>
                <a:gd name="T34" fmla="*/ 3 w 16"/>
                <a:gd name="T35" fmla="*/ 13 h 19"/>
                <a:gd name="T36" fmla="*/ 4 w 16"/>
                <a:gd name="T37" fmla="*/ 9 h 19"/>
                <a:gd name="T38" fmla="*/ 5 w 16"/>
                <a:gd name="T39" fmla="*/ 1 h 19"/>
                <a:gd name="T40" fmla="*/ 7 w 16"/>
                <a:gd name="T41" fmla="*/ 1 h 19"/>
                <a:gd name="T42" fmla="*/ 7 w 16"/>
                <a:gd name="T4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19">
                  <a:moveTo>
                    <a:pt x="7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1" y="10"/>
                  </a:lnTo>
                  <a:lnTo>
                    <a:pt x="9" y="14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5" y="19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3" y="13"/>
                  </a:lnTo>
                  <a:lnTo>
                    <a:pt x="4" y="9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9" name="Freeform 426"/>
            <p:cNvSpPr>
              <a:spLocks/>
            </p:cNvSpPr>
            <p:nvPr/>
          </p:nvSpPr>
          <p:spPr bwMode="auto">
            <a:xfrm>
              <a:off x="6798127" y="3302312"/>
              <a:ext cx="121812" cy="152265"/>
            </a:xfrm>
            <a:custGeom>
              <a:avLst/>
              <a:gdLst>
                <a:gd name="T0" fmla="*/ 43 w 48"/>
                <a:gd name="T1" fmla="*/ 0 h 60"/>
                <a:gd name="T2" fmla="*/ 48 w 48"/>
                <a:gd name="T3" fmla="*/ 16 h 60"/>
                <a:gd name="T4" fmla="*/ 48 w 48"/>
                <a:gd name="T5" fmla="*/ 15 h 60"/>
                <a:gd name="T6" fmla="*/ 43 w 48"/>
                <a:gd name="T7" fmla="*/ 20 h 60"/>
                <a:gd name="T8" fmla="*/ 25 w 48"/>
                <a:gd name="T9" fmla="*/ 25 h 60"/>
                <a:gd name="T10" fmla="*/ 39 w 48"/>
                <a:gd name="T11" fmla="*/ 40 h 60"/>
                <a:gd name="T12" fmla="*/ 33 w 48"/>
                <a:gd name="T13" fmla="*/ 47 h 60"/>
                <a:gd name="T14" fmla="*/ 33 w 48"/>
                <a:gd name="T15" fmla="*/ 49 h 60"/>
                <a:gd name="T16" fmla="*/ 24 w 48"/>
                <a:gd name="T17" fmla="*/ 50 h 60"/>
                <a:gd name="T18" fmla="*/ 16 w 48"/>
                <a:gd name="T19" fmla="*/ 60 h 60"/>
                <a:gd name="T20" fmla="*/ 4 w 48"/>
                <a:gd name="T21" fmla="*/ 56 h 60"/>
                <a:gd name="T22" fmla="*/ 0 w 48"/>
                <a:gd name="T23" fmla="*/ 56 h 60"/>
                <a:gd name="T24" fmla="*/ 0 w 48"/>
                <a:gd name="T25" fmla="*/ 56 h 60"/>
                <a:gd name="T26" fmla="*/ 2 w 48"/>
                <a:gd name="T27" fmla="*/ 52 h 60"/>
                <a:gd name="T28" fmla="*/ 2 w 48"/>
                <a:gd name="T29" fmla="*/ 52 h 60"/>
                <a:gd name="T30" fmla="*/ 2 w 48"/>
                <a:gd name="T31" fmla="*/ 52 h 60"/>
                <a:gd name="T32" fmla="*/ 2 w 48"/>
                <a:gd name="T33" fmla="*/ 50 h 60"/>
                <a:gd name="T34" fmla="*/ 2 w 48"/>
                <a:gd name="T35" fmla="*/ 49 h 60"/>
                <a:gd name="T36" fmla="*/ 2 w 48"/>
                <a:gd name="T37" fmla="*/ 48 h 60"/>
                <a:gd name="T38" fmla="*/ 2 w 48"/>
                <a:gd name="T39" fmla="*/ 45 h 60"/>
                <a:gd name="T40" fmla="*/ 3 w 48"/>
                <a:gd name="T41" fmla="*/ 43 h 60"/>
                <a:gd name="T42" fmla="*/ 3 w 48"/>
                <a:gd name="T43" fmla="*/ 39 h 60"/>
                <a:gd name="T44" fmla="*/ 4 w 48"/>
                <a:gd name="T45" fmla="*/ 39 h 60"/>
                <a:gd name="T46" fmla="*/ 4 w 48"/>
                <a:gd name="T47" fmla="*/ 36 h 60"/>
                <a:gd name="T48" fmla="*/ 4 w 48"/>
                <a:gd name="T49" fmla="*/ 33 h 60"/>
                <a:gd name="T50" fmla="*/ 4 w 48"/>
                <a:gd name="T51" fmla="*/ 32 h 60"/>
                <a:gd name="T52" fmla="*/ 6 w 48"/>
                <a:gd name="T53" fmla="*/ 22 h 60"/>
                <a:gd name="T54" fmla="*/ 6 w 48"/>
                <a:gd name="T55" fmla="*/ 20 h 60"/>
                <a:gd name="T56" fmla="*/ 6 w 48"/>
                <a:gd name="T57" fmla="*/ 18 h 60"/>
                <a:gd name="T58" fmla="*/ 6 w 48"/>
                <a:gd name="T59" fmla="*/ 16 h 60"/>
                <a:gd name="T60" fmla="*/ 6 w 48"/>
                <a:gd name="T61" fmla="*/ 15 h 60"/>
                <a:gd name="T62" fmla="*/ 6 w 48"/>
                <a:gd name="T63" fmla="*/ 12 h 60"/>
                <a:gd name="T64" fmla="*/ 6 w 48"/>
                <a:gd name="T65" fmla="*/ 12 h 60"/>
                <a:gd name="T66" fmla="*/ 7 w 48"/>
                <a:gd name="T67" fmla="*/ 11 h 60"/>
                <a:gd name="T68" fmla="*/ 8 w 48"/>
                <a:gd name="T69" fmla="*/ 10 h 60"/>
                <a:gd name="T70" fmla="*/ 10 w 48"/>
                <a:gd name="T71" fmla="*/ 10 h 60"/>
                <a:gd name="T72" fmla="*/ 14 w 48"/>
                <a:gd name="T73" fmla="*/ 12 h 60"/>
                <a:gd name="T74" fmla="*/ 16 w 48"/>
                <a:gd name="T75" fmla="*/ 14 h 60"/>
                <a:gd name="T76" fmla="*/ 17 w 48"/>
                <a:gd name="T77" fmla="*/ 14 h 60"/>
                <a:gd name="T78" fmla="*/ 19 w 48"/>
                <a:gd name="T79" fmla="*/ 15 h 60"/>
                <a:gd name="T80" fmla="*/ 43 w 48"/>
                <a:gd name="T8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60">
                  <a:moveTo>
                    <a:pt x="43" y="0"/>
                  </a:moveTo>
                  <a:lnTo>
                    <a:pt x="48" y="16"/>
                  </a:lnTo>
                  <a:lnTo>
                    <a:pt x="48" y="15"/>
                  </a:lnTo>
                  <a:lnTo>
                    <a:pt x="43" y="20"/>
                  </a:lnTo>
                  <a:lnTo>
                    <a:pt x="25" y="25"/>
                  </a:lnTo>
                  <a:lnTo>
                    <a:pt x="39" y="40"/>
                  </a:lnTo>
                  <a:lnTo>
                    <a:pt x="33" y="47"/>
                  </a:lnTo>
                  <a:lnTo>
                    <a:pt x="33" y="49"/>
                  </a:lnTo>
                  <a:lnTo>
                    <a:pt x="24" y="50"/>
                  </a:lnTo>
                  <a:lnTo>
                    <a:pt x="16" y="60"/>
                  </a:lnTo>
                  <a:lnTo>
                    <a:pt x="4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5"/>
                  </a:lnTo>
                  <a:lnTo>
                    <a:pt x="3" y="43"/>
                  </a:lnTo>
                  <a:lnTo>
                    <a:pt x="3" y="39"/>
                  </a:lnTo>
                  <a:lnTo>
                    <a:pt x="4" y="39"/>
                  </a:lnTo>
                  <a:lnTo>
                    <a:pt x="4" y="36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4" y="12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9" y="1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0" name="Freeform 427"/>
            <p:cNvSpPr>
              <a:spLocks/>
            </p:cNvSpPr>
            <p:nvPr/>
          </p:nvSpPr>
          <p:spPr bwMode="auto">
            <a:xfrm>
              <a:off x="6795588" y="3340379"/>
              <a:ext cx="624285" cy="527851"/>
            </a:xfrm>
            <a:custGeom>
              <a:avLst/>
              <a:gdLst>
                <a:gd name="T0" fmla="*/ 115 w 246"/>
                <a:gd name="T1" fmla="*/ 41 h 208"/>
                <a:gd name="T2" fmla="*/ 150 w 246"/>
                <a:gd name="T3" fmla="*/ 49 h 208"/>
                <a:gd name="T4" fmla="*/ 159 w 246"/>
                <a:gd name="T5" fmla="*/ 46 h 208"/>
                <a:gd name="T6" fmla="*/ 162 w 246"/>
                <a:gd name="T7" fmla="*/ 51 h 208"/>
                <a:gd name="T8" fmla="*/ 170 w 246"/>
                <a:gd name="T9" fmla="*/ 59 h 208"/>
                <a:gd name="T10" fmla="*/ 170 w 246"/>
                <a:gd name="T11" fmla="*/ 59 h 208"/>
                <a:gd name="T12" fmla="*/ 173 w 246"/>
                <a:gd name="T13" fmla="*/ 63 h 208"/>
                <a:gd name="T14" fmla="*/ 179 w 246"/>
                <a:gd name="T15" fmla="*/ 71 h 208"/>
                <a:gd name="T16" fmla="*/ 180 w 246"/>
                <a:gd name="T17" fmla="*/ 79 h 208"/>
                <a:gd name="T18" fmla="*/ 187 w 246"/>
                <a:gd name="T19" fmla="*/ 89 h 208"/>
                <a:gd name="T20" fmla="*/ 191 w 246"/>
                <a:gd name="T21" fmla="*/ 95 h 208"/>
                <a:gd name="T22" fmla="*/ 196 w 246"/>
                <a:gd name="T23" fmla="*/ 97 h 208"/>
                <a:gd name="T24" fmla="*/ 198 w 246"/>
                <a:gd name="T25" fmla="*/ 99 h 208"/>
                <a:gd name="T26" fmla="*/ 199 w 246"/>
                <a:gd name="T27" fmla="*/ 101 h 208"/>
                <a:gd name="T28" fmla="*/ 203 w 246"/>
                <a:gd name="T29" fmla="*/ 109 h 208"/>
                <a:gd name="T30" fmla="*/ 244 w 246"/>
                <a:gd name="T31" fmla="*/ 120 h 208"/>
                <a:gd name="T32" fmla="*/ 245 w 246"/>
                <a:gd name="T33" fmla="*/ 155 h 208"/>
                <a:gd name="T34" fmla="*/ 144 w 246"/>
                <a:gd name="T35" fmla="*/ 197 h 208"/>
                <a:gd name="T36" fmla="*/ 116 w 246"/>
                <a:gd name="T37" fmla="*/ 188 h 208"/>
                <a:gd name="T38" fmla="*/ 108 w 246"/>
                <a:gd name="T39" fmla="*/ 192 h 208"/>
                <a:gd name="T40" fmla="*/ 105 w 246"/>
                <a:gd name="T41" fmla="*/ 200 h 208"/>
                <a:gd name="T42" fmla="*/ 99 w 246"/>
                <a:gd name="T43" fmla="*/ 193 h 208"/>
                <a:gd name="T44" fmla="*/ 94 w 246"/>
                <a:gd name="T45" fmla="*/ 187 h 208"/>
                <a:gd name="T46" fmla="*/ 82 w 246"/>
                <a:gd name="T47" fmla="*/ 174 h 208"/>
                <a:gd name="T48" fmla="*/ 78 w 246"/>
                <a:gd name="T49" fmla="*/ 160 h 208"/>
                <a:gd name="T50" fmla="*/ 71 w 246"/>
                <a:gd name="T51" fmla="*/ 155 h 208"/>
                <a:gd name="T52" fmla="*/ 66 w 246"/>
                <a:gd name="T53" fmla="*/ 154 h 208"/>
                <a:gd name="T54" fmla="*/ 58 w 246"/>
                <a:gd name="T55" fmla="*/ 145 h 208"/>
                <a:gd name="T56" fmla="*/ 54 w 246"/>
                <a:gd name="T57" fmla="*/ 134 h 208"/>
                <a:gd name="T58" fmla="*/ 55 w 246"/>
                <a:gd name="T59" fmla="*/ 128 h 208"/>
                <a:gd name="T60" fmla="*/ 51 w 246"/>
                <a:gd name="T61" fmla="*/ 120 h 208"/>
                <a:gd name="T62" fmla="*/ 49 w 246"/>
                <a:gd name="T63" fmla="*/ 112 h 208"/>
                <a:gd name="T64" fmla="*/ 44 w 246"/>
                <a:gd name="T65" fmla="*/ 107 h 208"/>
                <a:gd name="T66" fmla="*/ 36 w 246"/>
                <a:gd name="T67" fmla="*/ 104 h 208"/>
                <a:gd name="T68" fmla="*/ 32 w 246"/>
                <a:gd name="T69" fmla="*/ 99 h 208"/>
                <a:gd name="T70" fmla="*/ 32 w 246"/>
                <a:gd name="T71" fmla="*/ 92 h 208"/>
                <a:gd name="T72" fmla="*/ 25 w 246"/>
                <a:gd name="T73" fmla="*/ 84 h 208"/>
                <a:gd name="T74" fmla="*/ 21 w 246"/>
                <a:gd name="T75" fmla="*/ 79 h 208"/>
                <a:gd name="T76" fmla="*/ 17 w 246"/>
                <a:gd name="T77" fmla="*/ 70 h 208"/>
                <a:gd name="T78" fmla="*/ 13 w 246"/>
                <a:gd name="T79" fmla="*/ 64 h 208"/>
                <a:gd name="T80" fmla="*/ 5 w 246"/>
                <a:gd name="T81" fmla="*/ 57 h 208"/>
                <a:gd name="T82" fmla="*/ 3 w 246"/>
                <a:gd name="T83" fmla="*/ 55 h 208"/>
                <a:gd name="T84" fmla="*/ 0 w 246"/>
                <a:gd name="T85" fmla="*/ 54 h 208"/>
                <a:gd name="T86" fmla="*/ 1 w 246"/>
                <a:gd name="T87" fmla="*/ 41 h 208"/>
                <a:gd name="T88" fmla="*/ 25 w 246"/>
                <a:gd name="T89" fmla="*/ 35 h 208"/>
                <a:gd name="T90" fmla="*/ 40 w 246"/>
                <a:gd name="T91" fmla="*/ 25 h 208"/>
                <a:gd name="T92" fmla="*/ 49 w 246"/>
                <a:gd name="T9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6" h="208">
                  <a:moveTo>
                    <a:pt x="49" y="0"/>
                  </a:moveTo>
                  <a:lnTo>
                    <a:pt x="59" y="1"/>
                  </a:lnTo>
                  <a:lnTo>
                    <a:pt x="115" y="41"/>
                  </a:lnTo>
                  <a:lnTo>
                    <a:pt x="138" y="41"/>
                  </a:lnTo>
                  <a:lnTo>
                    <a:pt x="150" y="45"/>
                  </a:lnTo>
                  <a:lnTo>
                    <a:pt x="150" y="49"/>
                  </a:lnTo>
                  <a:lnTo>
                    <a:pt x="158" y="45"/>
                  </a:lnTo>
                  <a:lnTo>
                    <a:pt x="158" y="46"/>
                  </a:lnTo>
                  <a:lnTo>
                    <a:pt x="159" y="46"/>
                  </a:lnTo>
                  <a:lnTo>
                    <a:pt x="159" y="47"/>
                  </a:lnTo>
                  <a:lnTo>
                    <a:pt x="161" y="49"/>
                  </a:lnTo>
                  <a:lnTo>
                    <a:pt x="162" y="51"/>
                  </a:lnTo>
                  <a:lnTo>
                    <a:pt x="165" y="58"/>
                  </a:lnTo>
                  <a:lnTo>
                    <a:pt x="169" y="58"/>
                  </a:lnTo>
                  <a:lnTo>
                    <a:pt x="170" y="59"/>
                  </a:lnTo>
                  <a:lnTo>
                    <a:pt x="171" y="60"/>
                  </a:lnTo>
                  <a:lnTo>
                    <a:pt x="170" y="59"/>
                  </a:lnTo>
                  <a:lnTo>
                    <a:pt x="170" y="59"/>
                  </a:lnTo>
                  <a:lnTo>
                    <a:pt x="169" y="60"/>
                  </a:lnTo>
                  <a:lnTo>
                    <a:pt x="171" y="62"/>
                  </a:lnTo>
                  <a:lnTo>
                    <a:pt x="173" y="63"/>
                  </a:lnTo>
                  <a:lnTo>
                    <a:pt x="176" y="68"/>
                  </a:lnTo>
                  <a:lnTo>
                    <a:pt x="178" y="68"/>
                  </a:lnTo>
                  <a:lnTo>
                    <a:pt x="179" y="71"/>
                  </a:lnTo>
                  <a:lnTo>
                    <a:pt x="179" y="72"/>
                  </a:lnTo>
                  <a:lnTo>
                    <a:pt x="180" y="78"/>
                  </a:lnTo>
                  <a:lnTo>
                    <a:pt x="180" y="79"/>
                  </a:lnTo>
                  <a:lnTo>
                    <a:pt x="179" y="79"/>
                  </a:lnTo>
                  <a:lnTo>
                    <a:pt x="182" y="82"/>
                  </a:lnTo>
                  <a:lnTo>
                    <a:pt x="187" y="89"/>
                  </a:lnTo>
                  <a:lnTo>
                    <a:pt x="188" y="92"/>
                  </a:lnTo>
                  <a:lnTo>
                    <a:pt x="190" y="95"/>
                  </a:lnTo>
                  <a:lnTo>
                    <a:pt x="191" y="95"/>
                  </a:lnTo>
                  <a:lnTo>
                    <a:pt x="191" y="95"/>
                  </a:lnTo>
                  <a:lnTo>
                    <a:pt x="195" y="97"/>
                  </a:lnTo>
                  <a:lnTo>
                    <a:pt x="196" y="97"/>
                  </a:lnTo>
                  <a:lnTo>
                    <a:pt x="198" y="97"/>
                  </a:lnTo>
                  <a:lnTo>
                    <a:pt x="199" y="97"/>
                  </a:lnTo>
                  <a:lnTo>
                    <a:pt x="198" y="99"/>
                  </a:lnTo>
                  <a:lnTo>
                    <a:pt x="198" y="100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7"/>
                  </a:lnTo>
                  <a:lnTo>
                    <a:pt x="203" y="109"/>
                  </a:lnTo>
                  <a:lnTo>
                    <a:pt x="205" y="118"/>
                  </a:lnTo>
                  <a:lnTo>
                    <a:pt x="240" y="124"/>
                  </a:lnTo>
                  <a:lnTo>
                    <a:pt x="244" y="120"/>
                  </a:lnTo>
                  <a:lnTo>
                    <a:pt x="244" y="120"/>
                  </a:lnTo>
                  <a:lnTo>
                    <a:pt x="246" y="130"/>
                  </a:lnTo>
                  <a:lnTo>
                    <a:pt x="245" y="155"/>
                  </a:lnTo>
                  <a:lnTo>
                    <a:pt x="166" y="179"/>
                  </a:lnTo>
                  <a:lnTo>
                    <a:pt x="145" y="208"/>
                  </a:lnTo>
                  <a:lnTo>
                    <a:pt x="144" y="197"/>
                  </a:lnTo>
                  <a:lnTo>
                    <a:pt x="133" y="192"/>
                  </a:lnTo>
                  <a:lnTo>
                    <a:pt x="124" y="188"/>
                  </a:lnTo>
                  <a:lnTo>
                    <a:pt x="116" y="188"/>
                  </a:lnTo>
                  <a:lnTo>
                    <a:pt x="112" y="185"/>
                  </a:lnTo>
                  <a:lnTo>
                    <a:pt x="109" y="187"/>
                  </a:lnTo>
                  <a:lnTo>
                    <a:pt x="108" y="192"/>
                  </a:lnTo>
                  <a:lnTo>
                    <a:pt x="109" y="196"/>
                  </a:lnTo>
                  <a:lnTo>
                    <a:pt x="107" y="199"/>
                  </a:lnTo>
                  <a:lnTo>
                    <a:pt x="105" y="200"/>
                  </a:lnTo>
                  <a:lnTo>
                    <a:pt x="104" y="200"/>
                  </a:lnTo>
                  <a:lnTo>
                    <a:pt x="101" y="200"/>
                  </a:lnTo>
                  <a:lnTo>
                    <a:pt x="99" y="193"/>
                  </a:lnTo>
                  <a:lnTo>
                    <a:pt x="96" y="192"/>
                  </a:lnTo>
                  <a:lnTo>
                    <a:pt x="95" y="187"/>
                  </a:lnTo>
                  <a:lnTo>
                    <a:pt x="94" y="187"/>
                  </a:lnTo>
                  <a:lnTo>
                    <a:pt x="84" y="178"/>
                  </a:lnTo>
                  <a:lnTo>
                    <a:pt x="84" y="175"/>
                  </a:lnTo>
                  <a:lnTo>
                    <a:pt x="82" y="174"/>
                  </a:lnTo>
                  <a:lnTo>
                    <a:pt x="79" y="163"/>
                  </a:lnTo>
                  <a:lnTo>
                    <a:pt x="78" y="163"/>
                  </a:lnTo>
                  <a:lnTo>
                    <a:pt x="78" y="160"/>
                  </a:lnTo>
                  <a:lnTo>
                    <a:pt x="75" y="160"/>
                  </a:lnTo>
                  <a:lnTo>
                    <a:pt x="75" y="159"/>
                  </a:lnTo>
                  <a:lnTo>
                    <a:pt x="71" y="155"/>
                  </a:lnTo>
                  <a:lnTo>
                    <a:pt x="70" y="155"/>
                  </a:lnTo>
                  <a:lnTo>
                    <a:pt x="69" y="154"/>
                  </a:lnTo>
                  <a:lnTo>
                    <a:pt x="66" y="154"/>
                  </a:lnTo>
                  <a:lnTo>
                    <a:pt x="65" y="153"/>
                  </a:lnTo>
                  <a:lnTo>
                    <a:pt x="58" y="146"/>
                  </a:lnTo>
                  <a:lnTo>
                    <a:pt x="58" y="145"/>
                  </a:lnTo>
                  <a:lnTo>
                    <a:pt x="55" y="142"/>
                  </a:lnTo>
                  <a:lnTo>
                    <a:pt x="55" y="138"/>
                  </a:lnTo>
                  <a:lnTo>
                    <a:pt x="54" y="134"/>
                  </a:lnTo>
                  <a:lnTo>
                    <a:pt x="53" y="132"/>
                  </a:lnTo>
                  <a:lnTo>
                    <a:pt x="54" y="132"/>
                  </a:lnTo>
                  <a:lnTo>
                    <a:pt x="55" y="128"/>
                  </a:lnTo>
                  <a:lnTo>
                    <a:pt x="54" y="126"/>
                  </a:lnTo>
                  <a:lnTo>
                    <a:pt x="53" y="122"/>
                  </a:lnTo>
                  <a:lnTo>
                    <a:pt x="51" y="120"/>
                  </a:lnTo>
                  <a:lnTo>
                    <a:pt x="50" y="116"/>
                  </a:lnTo>
                  <a:lnTo>
                    <a:pt x="49" y="114"/>
                  </a:lnTo>
                  <a:lnTo>
                    <a:pt x="49" y="112"/>
                  </a:lnTo>
                  <a:lnTo>
                    <a:pt x="47" y="112"/>
                  </a:lnTo>
                  <a:lnTo>
                    <a:pt x="46" y="109"/>
                  </a:lnTo>
                  <a:lnTo>
                    <a:pt x="44" y="107"/>
                  </a:lnTo>
                  <a:lnTo>
                    <a:pt x="40" y="104"/>
                  </a:lnTo>
                  <a:lnTo>
                    <a:pt x="37" y="103"/>
                  </a:lnTo>
                  <a:lnTo>
                    <a:pt x="36" y="104"/>
                  </a:lnTo>
                  <a:lnTo>
                    <a:pt x="34" y="103"/>
                  </a:lnTo>
                  <a:lnTo>
                    <a:pt x="34" y="101"/>
                  </a:lnTo>
                  <a:lnTo>
                    <a:pt x="32" y="99"/>
                  </a:lnTo>
                  <a:lnTo>
                    <a:pt x="32" y="97"/>
                  </a:lnTo>
                  <a:lnTo>
                    <a:pt x="32" y="96"/>
                  </a:lnTo>
                  <a:lnTo>
                    <a:pt x="32" y="92"/>
                  </a:lnTo>
                  <a:lnTo>
                    <a:pt x="30" y="91"/>
                  </a:lnTo>
                  <a:lnTo>
                    <a:pt x="28" y="85"/>
                  </a:lnTo>
                  <a:lnTo>
                    <a:pt x="25" y="84"/>
                  </a:lnTo>
                  <a:lnTo>
                    <a:pt x="24" y="83"/>
                  </a:lnTo>
                  <a:lnTo>
                    <a:pt x="24" y="80"/>
                  </a:lnTo>
                  <a:lnTo>
                    <a:pt x="21" y="79"/>
                  </a:lnTo>
                  <a:lnTo>
                    <a:pt x="21" y="78"/>
                  </a:lnTo>
                  <a:lnTo>
                    <a:pt x="20" y="75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3" y="67"/>
                  </a:lnTo>
                  <a:lnTo>
                    <a:pt x="13" y="64"/>
                  </a:lnTo>
                  <a:lnTo>
                    <a:pt x="12" y="64"/>
                  </a:lnTo>
                  <a:lnTo>
                    <a:pt x="11" y="62"/>
                  </a:lnTo>
                  <a:lnTo>
                    <a:pt x="5" y="57"/>
                  </a:lnTo>
                  <a:lnTo>
                    <a:pt x="7" y="55"/>
                  </a:lnTo>
                  <a:lnTo>
                    <a:pt x="4" y="54"/>
                  </a:lnTo>
                  <a:lnTo>
                    <a:pt x="3" y="55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1" y="45"/>
                  </a:lnTo>
                  <a:lnTo>
                    <a:pt x="1" y="41"/>
                  </a:lnTo>
                  <a:lnTo>
                    <a:pt x="5" y="41"/>
                  </a:lnTo>
                  <a:lnTo>
                    <a:pt x="17" y="45"/>
                  </a:lnTo>
                  <a:lnTo>
                    <a:pt x="25" y="35"/>
                  </a:lnTo>
                  <a:lnTo>
                    <a:pt x="34" y="34"/>
                  </a:lnTo>
                  <a:lnTo>
                    <a:pt x="34" y="32"/>
                  </a:lnTo>
                  <a:lnTo>
                    <a:pt x="40" y="25"/>
                  </a:lnTo>
                  <a:lnTo>
                    <a:pt x="26" y="10"/>
                  </a:lnTo>
                  <a:lnTo>
                    <a:pt x="44" y="5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1" name="Freeform 428"/>
            <p:cNvSpPr>
              <a:spLocks/>
            </p:cNvSpPr>
            <p:nvPr/>
          </p:nvSpPr>
          <p:spPr bwMode="auto">
            <a:xfrm>
              <a:off x="7277760" y="3538323"/>
              <a:ext cx="22841" cy="48218"/>
            </a:xfrm>
            <a:custGeom>
              <a:avLst/>
              <a:gdLst>
                <a:gd name="T0" fmla="*/ 4 w 9"/>
                <a:gd name="T1" fmla="*/ 0 h 19"/>
                <a:gd name="T2" fmla="*/ 4 w 9"/>
                <a:gd name="T3" fmla="*/ 0 h 19"/>
                <a:gd name="T4" fmla="*/ 6 w 9"/>
                <a:gd name="T5" fmla="*/ 1 h 19"/>
                <a:gd name="T6" fmla="*/ 6 w 9"/>
                <a:gd name="T7" fmla="*/ 2 h 19"/>
                <a:gd name="T8" fmla="*/ 8 w 9"/>
                <a:gd name="T9" fmla="*/ 2 h 19"/>
                <a:gd name="T10" fmla="*/ 8 w 9"/>
                <a:gd name="T11" fmla="*/ 4 h 19"/>
                <a:gd name="T12" fmla="*/ 6 w 9"/>
                <a:gd name="T13" fmla="*/ 7 h 19"/>
                <a:gd name="T14" fmla="*/ 6 w 9"/>
                <a:gd name="T15" fmla="*/ 7 h 19"/>
                <a:gd name="T16" fmla="*/ 6 w 9"/>
                <a:gd name="T17" fmla="*/ 11 h 19"/>
                <a:gd name="T18" fmla="*/ 8 w 9"/>
                <a:gd name="T19" fmla="*/ 11 h 19"/>
                <a:gd name="T20" fmla="*/ 9 w 9"/>
                <a:gd name="T21" fmla="*/ 13 h 19"/>
                <a:gd name="T22" fmla="*/ 8 w 9"/>
                <a:gd name="T23" fmla="*/ 19 h 19"/>
                <a:gd name="T24" fmla="*/ 6 w 9"/>
                <a:gd name="T25" fmla="*/ 19 h 19"/>
                <a:gd name="T26" fmla="*/ 6 w 9"/>
                <a:gd name="T27" fmla="*/ 19 h 19"/>
                <a:gd name="T28" fmla="*/ 5 w 9"/>
                <a:gd name="T29" fmla="*/ 19 h 19"/>
                <a:gd name="T30" fmla="*/ 1 w 9"/>
                <a:gd name="T31" fmla="*/ 17 h 19"/>
                <a:gd name="T32" fmla="*/ 1 w 9"/>
                <a:gd name="T33" fmla="*/ 17 h 19"/>
                <a:gd name="T34" fmla="*/ 1 w 9"/>
                <a:gd name="T35" fmla="*/ 15 h 19"/>
                <a:gd name="T36" fmla="*/ 1 w 9"/>
                <a:gd name="T37" fmla="*/ 13 h 19"/>
                <a:gd name="T38" fmla="*/ 0 w 9"/>
                <a:gd name="T39" fmla="*/ 13 h 19"/>
                <a:gd name="T40" fmla="*/ 0 w 9"/>
                <a:gd name="T41" fmla="*/ 10 h 19"/>
                <a:gd name="T42" fmla="*/ 0 w 9"/>
                <a:gd name="T43" fmla="*/ 7 h 19"/>
                <a:gd name="T44" fmla="*/ 1 w 9"/>
                <a:gd name="T45" fmla="*/ 7 h 19"/>
                <a:gd name="T46" fmla="*/ 1 w 9"/>
                <a:gd name="T47" fmla="*/ 7 h 19"/>
                <a:gd name="T48" fmla="*/ 1 w 9"/>
                <a:gd name="T49" fmla="*/ 4 h 19"/>
                <a:gd name="T50" fmla="*/ 1 w 9"/>
                <a:gd name="T51" fmla="*/ 4 h 19"/>
                <a:gd name="T52" fmla="*/ 1 w 9"/>
                <a:gd name="T53" fmla="*/ 2 h 19"/>
                <a:gd name="T54" fmla="*/ 2 w 9"/>
                <a:gd name="T55" fmla="*/ 1 h 19"/>
                <a:gd name="T56" fmla="*/ 2 w 9"/>
                <a:gd name="T57" fmla="*/ 1 h 19"/>
                <a:gd name="T58" fmla="*/ 2 w 9"/>
                <a:gd name="T59" fmla="*/ 1 h 19"/>
                <a:gd name="T60" fmla="*/ 4 w 9"/>
                <a:gd name="T6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" h="19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11"/>
                  </a:lnTo>
                  <a:lnTo>
                    <a:pt x="8" y="11"/>
                  </a:lnTo>
                  <a:lnTo>
                    <a:pt x="9" y="13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2" name="Freeform 429"/>
            <p:cNvSpPr>
              <a:spLocks/>
            </p:cNvSpPr>
            <p:nvPr/>
          </p:nvSpPr>
          <p:spPr bwMode="auto">
            <a:xfrm>
              <a:off x="7300600" y="3540860"/>
              <a:ext cx="142114" cy="114199"/>
            </a:xfrm>
            <a:custGeom>
              <a:avLst/>
              <a:gdLst>
                <a:gd name="T0" fmla="*/ 51 w 56"/>
                <a:gd name="T1" fmla="*/ 0 h 45"/>
                <a:gd name="T2" fmla="*/ 53 w 56"/>
                <a:gd name="T3" fmla="*/ 0 h 45"/>
                <a:gd name="T4" fmla="*/ 54 w 56"/>
                <a:gd name="T5" fmla="*/ 5 h 45"/>
                <a:gd name="T6" fmla="*/ 55 w 56"/>
                <a:gd name="T7" fmla="*/ 5 h 45"/>
                <a:gd name="T8" fmla="*/ 55 w 56"/>
                <a:gd name="T9" fmla="*/ 5 h 45"/>
                <a:gd name="T10" fmla="*/ 55 w 56"/>
                <a:gd name="T11" fmla="*/ 5 h 45"/>
                <a:gd name="T12" fmla="*/ 56 w 56"/>
                <a:gd name="T13" fmla="*/ 5 h 45"/>
                <a:gd name="T14" fmla="*/ 56 w 56"/>
                <a:gd name="T15" fmla="*/ 6 h 45"/>
                <a:gd name="T16" fmla="*/ 56 w 56"/>
                <a:gd name="T17" fmla="*/ 9 h 45"/>
                <a:gd name="T18" fmla="*/ 55 w 56"/>
                <a:gd name="T19" fmla="*/ 10 h 45"/>
                <a:gd name="T20" fmla="*/ 45 w 56"/>
                <a:gd name="T21" fmla="*/ 41 h 45"/>
                <a:gd name="T22" fmla="*/ 41 w 56"/>
                <a:gd name="T23" fmla="*/ 45 h 45"/>
                <a:gd name="T24" fmla="*/ 6 w 56"/>
                <a:gd name="T25" fmla="*/ 39 h 45"/>
                <a:gd name="T26" fmla="*/ 4 w 56"/>
                <a:gd name="T27" fmla="*/ 30 h 45"/>
                <a:gd name="T28" fmla="*/ 0 w 56"/>
                <a:gd name="T29" fmla="*/ 28 h 45"/>
                <a:gd name="T30" fmla="*/ 0 w 56"/>
                <a:gd name="T31" fmla="*/ 22 h 45"/>
                <a:gd name="T32" fmla="*/ 1 w 56"/>
                <a:gd name="T33" fmla="*/ 24 h 45"/>
                <a:gd name="T34" fmla="*/ 3 w 56"/>
                <a:gd name="T35" fmla="*/ 22 h 45"/>
                <a:gd name="T36" fmla="*/ 3 w 56"/>
                <a:gd name="T37" fmla="*/ 28 h 45"/>
                <a:gd name="T38" fmla="*/ 5 w 56"/>
                <a:gd name="T39" fmla="*/ 28 h 45"/>
                <a:gd name="T40" fmla="*/ 6 w 56"/>
                <a:gd name="T41" fmla="*/ 28 h 45"/>
                <a:gd name="T42" fmla="*/ 9 w 56"/>
                <a:gd name="T43" fmla="*/ 28 h 45"/>
                <a:gd name="T44" fmla="*/ 13 w 56"/>
                <a:gd name="T45" fmla="*/ 24 h 45"/>
                <a:gd name="T46" fmla="*/ 17 w 56"/>
                <a:gd name="T47" fmla="*/ 25 h 45"/>
                <a:gd name="T48" fmla="*/ 20 w 56"/>
                <a:gd name="T49" fmla="*/ 25 h 45"/>
                <a:gd name="T50" fmla="*/ 20 w 56"/>
                <a:gd name="T51" fmla="*/ 25 h 45"/>
                <a:gd name="T52" fmla="*/ 22 w 56"/>
                <a:gd name="T53" fmla="*/ 25 h 45"/>
                <a:gd name="T54" fmla="*/ 24 w 56"/>
                <a:gd name="T55" fmla="*/ 26 h 45"/>
                <a:gd name="T56" fmla="*/ 26 w 56"/>
                <a:gd name="T57" fmla="*/ 26 h 45"/>
                <a:gd name="T58" fmla="*/ 30 w 56"/>
                <a:gd name="T59" fmla="*/ 25 h 45"/>
                <a:gd name="T60" fmla="*/ 30 w 56"/>
                <a:gd name="T61" fmla="*/ 24 h 45"/>
                <a:gd name="T62" fmla="*/ 31 w 56"/>
                <a:gd name="T63" fmla="*/ 24 h 45"/>
                <a:gd name="T64" fmla="*/ 30 w 56"/>
                <a:gd name="T65" fmla="*/ 22 h 45"/>
                <a:gd name="T66" fmla="*/ 33 w 56"/>
                <a:gd name="T67" fmla="*/ 22 h 45"/>
                <a:gd name="T68" fmla="*/ 33 w 56"/>
                <a:gd name="T69" fmla="*/ 21 h 45"/>
                <a:gd name="T70" fmla="*/ 34 w 56"/>
                <a:gd name="T71" fmla="*/ 24 h 45"/>
                <a:gd name="T72" fmla="*/ 37 w 56"/>
                <a:gd name="T73" fmla="*/ 20 h 45"/>
                <a:gd name="T74" fmla="*/ 37 w 56"/>
                <a:gd name="T75" fmla="*/ 18 h 45"/>
                <a:gd name="T76" fmla="*/ 35 w 56"/>
                <a:gd name="T77" fmla="*/ 18 h 45"/>
                <a:gd name="T78" fmla="*/ 37 w 56"/>
                <a:gd name="T79" fmla="*/ 16 h 45"/>
                <a:gd name="T80" fmla="*/ 43 w 56"/>
                <a:gd name="T81" fmla="*/ 10 h 45"/>
                <a:gd name="T82" fmla="*/ 43 w 56"/>
                <a:gd name="T83" fmla="*/ 8 h 45"/>
                <a:gd name="T84" fmla="*/ 51 w 56"/>
                <a:gd name="T85" fmla="*/ 3 h 45"/>
                <a:gd name="T86" fmla="*/ 51 w 56"/>
                <a:gd name="T87" fmla="*/ 1 h 45"/>
                <a:gd name="T88" fmla="*/ 51 w 56"/>
                <a:gd name="T8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" h="45">
                  <a:moveTo>
                    <a:pt x="51" y="0"/>
                  </a:moveTo>
                  <a:lnTo>
                    <a:pt x="53" y="0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6" y="5"/>
                  </a:lnTo>
                  <a:lnTo>
                    <a:pt x="56" y="6"/>
                  </a:lnTo>
                  <a:lnTo>
                    <a:pt x="56" y="9"/>
                  </a:lnTo>
                  <a:lnTo>
                    <a:pt x="55" y="10"/>
                  </a:lnTo>
                  <a:lnTo>
                    <a:pt x="45" y="41"/>
                  </a:lnTo>
                  <a:lnTo>
                    <a:pt x="41" y="45"/>
                  </a:lnTo>
                  <a:lnTo>
                    <a:pt x="6" y="39"/>
                  </a:lnTo>
                  <a:lnTo>
                    <a:pt x="4" y="30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" y="24"/>
                  </a:lnTo>
                  <a:lnTo>
                    <a:pt x="3" y="22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6" y="28"/>
                  </a:lnTo>
                  <a:lnTo>
                    <a:pt x="9" y="28"/>
                  </a:lnTo>
                  <a:lnTo>
                    <a:pt x="13" y="24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2" y="25"/>
                  </a:lnTo>
                  <a:lnTo>
                    <a:pt x="24" y="26"/>
                  </a:lnTo>
                  <a:lnTo>
                    <a:pt x="26" y="26"/>
                  </a:lnTo>
                  <a:lnTo>
                    <a:pt x="30" y="25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0" y="22"/>
                  </a:lnTo>
                  <a:lnTo>
                    <a:pt x="33" y="22"/>
                  </a:lnTo>
                  <a:lnTo>
                    <a:pt x="33" y="21"/>
                  </a:lnTo>
                  <a:lnTo>
                    <a:pt x="34" y="24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7" y="16"/>
                  </a:lnTo>
                  <a:lnTo>
                    <a:pt x="43" y="10"/>
                  </a:lnTo>
                  <a:lnTo>
                    <a:pt x="43" y="8"/>
                  </a:lnTo>
                  <a:lnTo>
                    <a:pt x="51" y="3"/>
                  </a:lnTo>
                  <a:lnTo>
                    <a:pt x="51" y="1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3" name="Freeform 431"/>
            <p:cNvSpPr>
              <a:spLocks/>
            </p:cNvSpPr>
            <p:nvPr/>
          </p:nvSpPr>
          <p:spPr bwMode="auto">
            <a:xfrm>
              <a:off x="5283092" y="3327689"/>
              <a:ext cx="10151" cy="5075"/>
            </a:xfrm>
            <a:custGeom>
              <a:avLst/>
              <a:gdLst>
                <a:gd name="T0" fmla="*/ 2 w 4"/>
                <a:gd name="T1" fmla="*/ 0 h 2"/>
                <a:gd name="T2" fmla="*/ 4 w 4"/>
                <a:gd name="T3" fmla="*/ 1 h 2"/>
                <a:gd name="T4" fmla="*/ 2 w 4"/>
                <a:gd name="T5" fmla="*/ 2 h 2"/>
                <a:gd name="T6" fmla="*/ 0 w 4"/>
                <a:gd name="T7" fmla="*/ 1 h 2"/>
                <a:gd name="T8" fmla="*/ 0 w 4"/>
                <a:gd name="T9" fmla="*/ 0 h 2"/>
                <a:gd name="T10" fmla="*/ 2 w 4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lnTo>
                    <a:pt x="4" y="1"/>
                  </a:lnTo>
                  <a:lnTo>
                    <a:pt x="2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4" name="Freeform 432"/>
            <p:cNvSpPr>
              <a:spLocks noEditPoints="1"/>
            </p:cNvSpPr>
            <p:nvPr/>
          </p:nvSpPr>
          <p:spPr bwMode="auto">
            <a:xfrm>
              <a:off x="5252640" y="3454576"/>
              <a:ext cx="131963" cy="45679"/>
            </a:xfrm>
            <a:custGeom>
              <a:avLst/>
              <a:gdLst>
                <a:gd name="T0" fmla="*/ 1 w 52"/>
                <a:gd name="T1" fmla="*/ 15 h 18"/>
                <a:gd name="T2" fmla="*/ 1 w 52"/>
                <a:gd name="T3" fmla="*/ 15 h 18"/>
                <a:gd name="T4" fmla="*/ 1 w 52"/>
                <a:gd name="T5" fmla="*/ 17 h 18"/>
                <a:gd name="T6" fmla="*/ 1 w 52"/>
                <a:gd name="T7" fmla="*/ 18 h 18"/>
                <a:gd name="T8" fmla="*/ 0 w 52"/>
                <a:gd name="T9" fmla="*/ 17 h 18"/>
                <a:gd name="T10" fmla="*/ 0 w 52"/>
                <a:gd name="T11" fmla="*/ 17 h 18"/>
                <a:gd name="T12" fmla="*/ 1 w 52"/>
                <a:gd name="T13" fmla="*/ 15 h 18"/>
                <a:gd name="T14" fmla="*/ 26 w 52"/>
                <a:gd name="T15" fmla="*/ 12 h 18"/>
                <a:gd name="T16" fmla="*/ 27 w 52"/>
                <a:gd name="T17" fmla="*/ 12 h 18"/>
                <a:gd name="T18" fmla="*/ 30 w 52"/>
                <a:gd name="T19" fmla="*/ 12 h 18"/>
                <a:gd name="T20" fmla="*/ 30 w 52"/>
                <a:gd name="T21" fmla="*/ 14 h 18"/>
                <a:gd name="T22" fmla="*/ 29 w 52"/>
                <a:gd name="T23" fmla="*/ 15 h 18"/>
                <a:gd name="T24" fmla="*/ 27 w 52"/>
                <a:gd name="T25" fmla="*/ 17 h 18"/>
                <a:gd name="T26" fmla="*/ 25 w 52"/>
                <a:gd name="T27" fmla="*/ 14 h 18"/>
                <a:gd name="T28" fmla="*/ 26 w 52"/>
                <a:gd name="T29" fmla="*/ 12 h 18"/>
                <a:gd name="T30" fmla="*/ 8 w 52"/>
                <a:gd name="T31" fmla="*/ 12 h 18"/>
                <a:gd name="T32" fmla="*/ 9 w 52"/>
                <a:gd name="T33" fmla="*/ 12 h 18"/>
                <a:gd name="T34" fmla="*/ 9 w 52"/>
                <a:gd name="T35" fmla="*/ 12 h 18"/>
                <a:gd name="T36" fmla="*/ 9 w 52"/>
                <a:gd name="T37" fmla="*/ 13 h 18"/>
                <a:gd name="T38" fmla="*/ 8 w 52"/>
                <a:gd name="T39" fmla="*/ 12 h 18"/>
                <a:gd name="T40" fmla="*/ 8 w 52"/>
                <a:gd name="T41" fmla="*/ 12 h 18"/>
                <a:gd name="T42" fmla="*/ 19 w 52"/>
                <a:gd name="T43" fmla="*/ 8 h 18"/>
                <a:gd name="T44" fmla="*/ 22 w 52"/>
                <a:gd name="T45" fmla="*/ 8 h 18"/>
                <a:gd name="T46" fmla="*/ 21 w 52"/>
                <a:gd name="T47" fmla="*/ 10 h 18"/>
                <a:gd name="T48" fmla="*/ 18 w 52"/>
                <a:gd name="T49" fmla="*/ 10 h 18"/>
                <a:gd name="T50" fmla="*/ 14 w 52"/>
                <a:gd name="T51" fmla="*/ 13 h 18"/>
                <a:gd name="T52" fmla="*/ 13 w 52"/>
                <a:gd name="T53" fmla="*/ 12 h 18"/>
                <a:gd name="T54" fmla="*/ 12 w 52"/>
                <a:gd name="T55" fmla="*/ 10 h 18"/>
                <a:gd name="T56" fmla="*/ 13 w 52"/>
                <a:gd name="T57" fmla="*/ 9 h 18"/>
                <a:gd name="T58" fmla="*/ 16 w 52"/>
                <a:gd name="T59" fmla="*/ 9 h 18"/>
                <a:gd name="T60" fmla="*/ 18 w 52"/>
                <a:gd name="T61" fmla="*/ 8 h 18"/>
                <a:gd name="T62" fmla="*/ 19 w 52"/>
                <a:gd name="T63" fmla="*/ 8 h 18"/>
                <a:gd name="T64" fmla="*/ 47 w 52"/>
                <a:gd name="T65" fmla="*/ 5 h 18"/>
                <a:gd name="T66" fmla="*/ 47 w 52"/>
                <a:gd name="T67" fmla="*/ 8 h 18"/>
                <a:gd name="T68" fmla="*/ 44 w 52"/>
                <a:gd name="T69" fmla="*/ 12 h 18"/>
                <a:gd name="T70" fmla="*/ 42 w 52"/>
                <a:gd name="T71" fmla="*/ 13 h 18"/>
                <a:gd name="T72" fmla="*/ 41 w 52"/>
                <a:gd name="T73" fmla="*/ 12 h 18"/>
                <a:gd name="T74" fmla="*/ 43 w 52"/>
                <a:gd name="T75" fmla="*/ 9 h 18"/>
                <a:gd name="T76" fmla="*/ 43 w 52"/>
                <a:gd name="T77" fmla="*/ 8 h 18"/>
                <a:gd name="T78" fmla="*/ 47 w 52"/>
                <a:gd name="T79" fmla="*/ 5 h 18"/>
                <a:gd name="T80" fmla="*/ 2 w 52"/>
                <a:gd name="T81" fmla="*/ 2 h 18"/>
                <a:gd name="T82" fmla="*/ 4 w 52"/>
                <a:gd name="T83" fmla="*/ 2 h 18"/>
                <a:gd name="T84" fmla="*/ 4 w 52"/>
                <a:gd name="T85" fmla="*/ 6 h 18"/>
                <a:gd name="T86" fmla="*/ 2 w 52"/>
                <a:gd name="T87" fmla="*/ 8 h 18"/>
                <a:gd name="T88" fmla="*/ 2 w 52"/>
                <a:gd name="T89" fmla="*/ 5 h 18"/>
                <a:gd name="T90" fmla="*/ 2 w 52"/>
                <a:gd name="T91" fmla="*/ 4 h 18"/>
                <a:gd name="T92" fmla="*/ 2 w 52"/>
                <a:gd name="T93" fmla="*/ 2 h 18"/>
                <a:gd name="T94" fmla="*/ 51 w 52"/>
                <a:gd name="T95" fmla="*/ 0 h 18"/>
                <a:gd name="T96" fmla="*/ 52 w 52"/>
                <a:gd name="T97" fmla="*/ 1 h 18"/>
                <a:gd name="T98" fmla="*/ 51 w 52"/>
                <a:gd name="T99" fmla="*/ 1 h 18"/>
                <a:gd name="T100" fmla="*/ 48 w 52"/>
                <a:gd name="T101" fmla="*/ 2 h 18"/>
                <a:gd name="T102" fmla="*/ 50 w 52"/>
                <a:gd name="T103" fmla="*/ 0 h 18"/>
                <a:gd name="T104" fmla="*/ 51 w 52"/>
                <a:gd name="T10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" h="18">
                  <a:moveTo>
                    <a:pt x="1" y="15"/>
                  </a:moveTo>
                  <a:lnTo>
                    <a:pt x="1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close/>
                  <a:moveTo>
                    <a:pt x="26" y="12"/>
                  </a:moveTo>
                  <a:lnTo>
                    <a:pt x="27" y="12"/>
                  </a:lnTo>
                  <a:lnTo>
                    <a:pt x="30" y="12"/>
                  </a:lnTo>
                  <a:lnTo>
                    <a:pt x="30" y="14"/>
                  </a:lnTo>
                  <a:lnTo>
                    <a:pt x="29" y="15"/>
                  </a:lnTo>
                  <a:lnTo>
                    <a:pt x="27" y="17"/>
                  </a:lnTo>
                  <a:lnTo>
                    <a:pt x="25" y="14"/>
                  </a:lnTo>
                  <a:lnTo>
                    <a:pt x="26" y="12"/>
                  </a:lnTo>
                  <a:close/>
                  <a:moveTo>
                    <a:pt x="8" y="12"/>
                  </a:moveTo>
                  <a:lnTo>
                    <a:pt x="9" y="12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8" y="12"/>
                  </a:lnTo>
                  <a:lnTo>
                    <a:pt x="8" y="12"/>
                  </a:lnTo>
                  <a:close/>
                  <a:moveTo>
                    <a:pt x="19" y="8"/>
                  </a:moveTo>
                  <a:lnTo>
                    <a:pt x="22" y="8"/>
                  </a:lnTo>
                  <a:lnTo>
                    <a:pt x="21" y="10"/>
                  </a:lnTo>
                  <a:lnTo>
                    <a:pt x="18" y="10"/>
                  </a:lnTo>
                  <a:lnTo>
                    <a:pt x="14" y="13"/>
                  </a:lnTo>
                  <a:lnTo>
                    <a:pt x="13" y="12"/>
                  </a:lnTo>
                  <a:lnTo>
                    <a:pt x="12" y="10"/>
                  </a:lnTo>
                  <a:lnTo>
                    <a:pt x="13" y="9"/>
                  </a:lnTo>
                  <a:lnTo>
                    <a:pt x="16" y="9"/>
                  </a:lnTo>
                  <a:lnTo>
                    <a:pt x="18" y="8"/>
                  </a:lnTo>
                  <a:lnTo>
                    <a:pt x="19" y="8"/>
                  </a:lnTo>
                  <a:close/>
                  <a:moveTo>
                    <a:pt x="47" y="5"/>
                  </a:moveTo>
                  <a:lnTo>
                    <a:pt x="47" y="8"/>
                  </a:lnTo>
                  <a:lnTo>
                    <a:pt x="44" y="12"/>
                  </a:lnTo>
                  <a:lnTo>
                    <a:pt x="42" y="13"/>
                  </a:lnTo>
                  <a:lnTo>
                    <a:pt x="41" y="12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47" y="5"/>
                  </a:lnTo>
                  <a:close/>
                  <a:moveTo>
                    <a:pt x="2" y="2"/>
                  </a:moveTo>
                  <a:lnTo>
                    <a:pt x="4" y="2"/>
                  </a:lnTo>
                  <a:lnTo>
                    <a:pt x="4" y="6"/>
                  </a:lnTo>
                  <a:lnTo>
                    <a:pt x="2" y="8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close/>
                  <a:moveTo>
                    <a:pt x="51" y="0"/>
                  </a:moveTo>
                  <a:lnTo>
                    <a:pt x="52" y="1"/>
                  </a:lnTo>
                  <a:lnTo>
                    <a:pt x="51" y="1"/>
                  </a:lnTo>
                  <a:lnTo>
                    <a:pt x="48" y="2"/>
                  </a:lnTo>
                  <a:lnTo>
                    <a:pt x="50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5" name="Freeform 434"/>
            <p:cNvSpPr>
              <a:spLocks noEditPoints="1"/>
            </p:cNvSpPr>
            <p:nvPr/>
          </p:nvSpPr>
          <p:spPr bwMode="auto">
            <a:xfrm>
              <a:off x="7331053" y="3528172"/>
              <a:ext cx="223322" cy="317219"/>
            </a:xfrm>
            <a:custGeom>
              <a:avLst/>
              <a:gdLst>
                <a:gd name="T0" fmla="*/ 46 w 88"/>
                <a:gd name="T1" fmla="*/ 22 h 125"/>
                <a:gd name="T2" fmla="*/ 50 w 88"/>
                <a:gd name="T3" fmla="*/ 29 h 125"/>
                <a:gd name="T4" fmla="*/ 59 w 88"/>
                <a:gd name="T5" fmla="*/ 35 h 125"/>
                <a:gd name="T6" fmla="*/ 63 w 88"/>
                <a:gd name="T7" fmla="*/ 34 h 125"/>
                <a:gd name="T8" fmla="*/ 71 w 88"/>
                <a:gd name="T9" fmla="*/ 34 h 125"/>
                <a:gd name="T10" fmla="*/ 76 w 88"/>
                <a:gd name="T11" fmla="*/ 39 h 125"/>
                <a:gd name="T12" fmla="*/ 79 w 88"/>
                <a:gd name="T13" fmla="*/ 43 h 125"/>
                <a:gd name="T14" fmla="*/ 85 w 88"/>
                <a:gd name="T15" fmla="*/ 50 h 125"/>
                <a:gd name="T16" fmla="*/ 88 w 88"/>
                <a:gd name="T17" fmla="*/ 51 h 125"/>
                <a:gd name="T18" fmla="*/ 87 w 88"/>
                <a:gd name="T19" fmla="*/ 55 h 125"/>
                <a:gd name="T20" fmla="*/ 85 w 88"/>
                <a:gd name="T21" fmla="*/ 59 h 125"/>
                <a:gd name="T22" fmla="*/ 79 w 88"/>
                <a:gd name="T23" fmla="*/ 68 h 125"/>
                <a:gd name="T24" fmla="*/ 76 w 88"/>
                <a:gd name="T25" fmla="*/ 72 h 125"/>
                <a:gd name="T26" fmla="*/ 73 w 88"/>
                <a:gd name="T27" fmla="*/ 76 h 125"/>
                <a:gd name="T28" fmla="*/ 72 w 88"/>
                <a:gd name="T29" fmla="*/ 75 h 125"/>
                <a:gd name="T30" fmla="*/ 72 w 88"/>
                <a:gd name="T31" fmla="*/ 73 h 125"/>
                <a:gd name="T32" fmla="*/ 70 w 88"/>
                <a:gd name="T33" fmla="*/ 76 h 125"/>
                <a:gd name="T34" fmla="*/ 70 w 88"/>
                <a:gd name="T35" fmla="*/ 79 h 125"/>
                <a:gd name="T36" fmla="*/ 66 w 88"/>
                <a:gd name="T37" fmla="*/ 83 h 125"/>
                <a:gd name="T38" fmla="*/ 66 w 88"/>
                <a:gd name="T39" fmla="*/ 86 h 125"/>
                <a:gd name="T40" fmla="*/ 67 w 88"/>
                <a:gd name="T41" fmla="*/ 89 h 125"/>
                <a:gd name="T42" fmla="*/ 68 w 88"/>
                <a:gd name="T43" fmla="*/ 93 h 125"/>
                <a:gd name="T44" fmla="*/ 68 w 88"/>
                <a:gd name="T45" fmla="*/ 94 h 125"/>
                <a:gd name="T46" fmla="*/ 62 w 88"/>
                <a:gd name="T47" fmla="*/ 97 h 125"/>
                <a:gd name="T48" fmla="*/ 56 w 88"/>
                <a:gd name="T49" fmla="*/ 96 h 125"/>
                <a:gd name="T50" fmla="*/ 52 w 88"/>
                <a:gd name="T51" fmla="*/ 105 h 125"/>
                <a:gd name="T52" fmla="*/ 50 w 88"/>
                <a:gd name="T53" fmla="*/ 109 h 125"/>
                <a:gd name="T54" fmla="*/ 44 w 88"/>
                <a:gd name="T55" fmla="*/ 109 h 125"/>
                <a:gd name="T56" fmla="*/ 39 w 88"/>
                <a:gd name="T57" fmla="*/ 109 h 125"/>
                <a:gd name="T58" fmla="*/ 38 w 88"/>
                <a:gd name="T59" fmla="*/ 113 h 125"/>
                <a:gd name="T60" fmla="*/ 39 w 88"/>
                <a:gd name="T61" fmla="*/ 114 h 125"/>
                <a:gd name="T62" fmla="*/ 38 w 88"/>
                <a:gd name="T63" fmla="*/ 115 h 125"/>
                <a:gd name="T64" fmla="*/ 35 w 88"/>
                <a:gd name="T65" fmla="*/ 121 h 125"/>
                <a:gd name="T66" fmla="*/ 33 w 88"/>
                <a:gd name="T67" fmla="*/ 119 h 125"/>
                <a:gd name="T68" fmla="*/ 27 w 88"/>
                <a:gd name="T69" fmla="*/ 119 h 125"/>
                <a:gd name="T70" fmla="*/ 21 w 88"/>
                <a:gd name="T71" fmla="*/ 122 h 125"/>
                <a:gd name="T72" fmla="*/ 17 w 88"/>
                <a:gd name="T73" fmla="*/ 125 h 125"/>
                <a:gd name="T74" fmla="*/ 16 w 88"/>
                <a:gd name="T75" fmla="*/ 125 h 125"/>
                <a:gd name="T76" fmla="*/ 10 w 88"/>
                <a:gd name="T77" fmla="*/ 111 h 125"/>
                <a:gd name="T78" fmla="*/ 0 w 88"/>
                <a:gd name="T79" fmla="*/ 92 h 125"/>
                <a:gd name="T80" fmla="*/ 35 w 88"/>
                <a:gd name="T81" fmla="*/ 56 h 125"/>
                <a:gd name="T82" fmla="*/ 43 w 88"/>
                <a:gd name="T83" fmla="*/ 15 h 125"/>
                <a:gd name="T84" fmla="*/ 43 w 88"/>
                <a:gd name="T85" fmla="*/ 0 h 125"/>
                <a:gd name="T86" fmla="*/ 43 w 88"/>
                <a:gd name="T87" fmla="*/ 0 h 125"/>
                <a:gd name="T88" fmla="*/ 43 w 88"/>
                <a:gd name="T89" fmla="*/ 1 h 125"/>
                <a:gd name="T90" fmla="*/ 44 w 88"/>
                <a:gd name="T91" fmla="*/ 4 h 125"/>
                <a:gd name="T92" fmla="*/ 43 w 88"/>
                <a:gd name="T93" fmla="*/ 8 h 125"/>
                <a:gd name="T94" fmla="*/ 42 w 88"/>
                <a:gd name="T95" fmla="*/ 10 h 125"/>
                <a:gd name="T96" fmla="*/ 39 w 88"/>
                <a:gd name="T97" fmla="*/ 5 h 125"/>
                <a:gd name="T98" fmla="*/ 41 w 88"/>
                <a:gd name="T99" fmla="*/ 2 h 125"/>
                <a:gd name="T100" fmla="*/ 42 w 88"/>
                <a:gd name="T101" fmla="*/ 2 h 125"/>
                <a:gd name="T102" fmla="*/ 43 w 88"/>
                <a:gd name="T10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8" h="125">
                  <a:moveTo>
                    <a:pt x="44" y="14"/>
                  </a:moveTo>
                  <a:lnTo>
                    <a:pt x="46" y="22"/>
                  </a:lnTo>
                  <a:lnTo>
                    <a:pt x="50" y="26"/>
                  </a:lnTo>
                  <a:lnTo>
                    <a:pt x="50" y="29"/>
                  </a:lnTo>
                  <a:lnTo>
                    <a:pt x="56" y="34"/>
                  </a:lnTo>
                  <a:lnTo>
                    <a:pt x="59" y="35"/>
                  </a:lnTo>
                  <a:lnTo>
                    <a:pt x="60" y="34"/>
                  </a:lnTo>
                  <a:lnTo>
                    <a:pt x="63" y="34"/>
                  </a:lnTo>
                  <a:lnTo>
                    <a:pt x="68" y="35"/>
                  </a:lnTo>
                  <a:lnTo>
                    <a:pt x="71" y="34"/>
                  </a:lnTo>
                  <a:lnTo>
                    <a:pt x="73" y="34"/>
                  </a:lnTo>
                  <a:lnTo>
                    <a:pt x="76" y="39"/>
                  </a:lnTo>
                  <a:lnTo>
                    <a:pt x="77" y="42"/>
                  </a:lnTo>
                  <a:lnTo>
                    <a:pt x="79" y="43"/>
                  </a:lnTo>
                  <a:lnTo>
                    <a:pt x="80" y="46"/>
                  </a:lnTo>
                  <a:lnTo>
                    <a:pt x="85" y="50"/>
                  </a:lnTo>
                  <a:lnTo>
                    <a:pt x="87" y="50"/>
                  </a:lnTo>
                  <a:lnTo>
                    <a:pt x="88" y="51"/>
                  </a:lnTo>
                  <a:lnTo>
                    <a:pt x="88" y="52"/>
                  </a:lnTo>
                  <a:lnTo>
                    <a:pt x="87" y="55"/>
                  </a:lnTo>
                  <a:lnTo>
                    <a:pt x="87" y="56"/>
                  </a:lnTo>
                  <a:lnTo>
                    <a:pt x="85" y="59"/>
                  </a:lnTo>
                  <a:lnTo>
                    <a:pt x="81" y="65"/>
                  </a:lnTo>
                  <a:lnTo>
                    <a:pt x="79" y="68"/>
                  </a:lnTo>
                  <a:lnTo>
                    <a:pt x="77" y="71"/>
                  </a:lnTo>
                  <a:lnTo>
                    <a:pt x="76" y="72"/>
                  </a:lnTo>
                  <a:lnTo>
                    <a:pt x="75" y="77"/>
                  </a:lnTo>
                  <a:lnTo>
                    <a:pt x="73" y="76"/>
                  </a:lnTo>
                  <a:lnTo>
                    <a:pt x="72" y="76"/>
                  </a:lnTo>
                  <a:lnTo>
                    <a:pt x="72" y="75"/>
                  </a:lnTo>
                  <a:lnTo>
                    <a:pt x="72" y="73"/>
                  </a:lnTo>
                  <a:lnTo>
                    <a:pt x="72" y="73"/>
                  </a:lnTo>
                  <a:lnTo>
                    <a:pt x="71" y="73"/>
                  </a:lnTo>
                  <a:lnTo>
                    <a:pt x="70" y="76"/>
                  </a:lnTo>
                  <a:lnTo>
                    <a:pt x="68" y="77"/>
                  </a:lnTo>
                  <a:lnTo>
                    <a:pt x="70" y="79"/>
                  </a:lnTo>
                  <a:lnTo>
                    <a:pt x="68" y="79"/>
                  </a:lnTo>
                  <a:lnTo>
                    <a:pt x="66" y="83"/>
                  </a:lnTo>
                  <a:lnTo>
                    <a:pt x="66" y="84"/>
                  </a:lnTo>
                  <a:lnTo>
                    <a:pt x="66" y="86"/>
                  </a:lnTo>
                  <a:lnTo>
                    <a:pt x="66" y="86"/>
                  </a:lnTo>
                  <a:lnTo>
                    <a:pt x="67" y="89"/>
                  </a:lnTo>
                  <a:lnTo>
                    <a:pt x="66" y="89"/>
                  </a:lnTo>
                  <a:lnTo>
                    <a:pt x="68" y="93"/>
                  </a:lnTo>
                  <a:lnTo>
                    <a:pt x="68" y="94"/>
                  </a:lnTo>
                  <a:lnTo>
                    <a:pt x="68" y="94"/>
                  </a:lnTo>
                  <a:lnTo>
                    <a:pt x="63" y="96"/>
                  </a:lnTo>
                  <a:lnTo>
                    <a:pt x="62" y="97"/>
                  </a:lnTo>
                  <a:lnTo>
                    <a:pt x="59" y="96"/>
                  </a:lnTo>
                  <a:lnTo>
                    <a:pt x="56" y="96"/>
                  </a:lnTo>
                  <a:lnTo>
                    <a:pt x="52" y="101"/>
                  </a:lnTo>
                  <a:lnTo>
                    <a:pt x="52" y="105"/>
                  </a:lnTo>
                  <a:lnTo>
                    <a:pt x="51" y="106"/>
                  </a:lnTo>
                  <a:lnTo>
                    <a:pt x="50" y="109"/>
                  </a:lnTo>
                  <a:lnTo>
                    <a:pt x="47" y="108"/>
                  </a:lnTo>
                  <a:lnTo>
                    <a:pt x="44" y="109"/>
                  </a:lnTo>
                  <a:lnTo>
                    <a:pt x="41" y="109"/>
                  </a:lnTo>
                  <a:lnTo>
                    <a:pt x="39" y="109"/>
                  </a:lnTo>
                  <a:lnTo>
                    <a:pt x="38" y="111"/>
                  </a:lnTo>
                  <a:lnTo>
                    <a:pt x="38" y="113"/>
                  </a:lnTo>
                  <a:lnTo>
                    <a:pt x="38" y="114"/>
                  </a:lnTo>
                  <a:lnTo>
                    <a:pt x="39" y="114"/>
                  </a:lnTo>
                  <a:lnTo>
                    <a:pt x="39" y="115"/>
                  </a:lnTo>
                  <a:lnTo>
                    <a:pt x="38" y="115"/>
                  </a:lnTo>
                  <a:lnTo>
                    <a:pt x="38" y="117"/>
                  </a:lnTo>
                  <a:lnTo>
                    <a:pt x="35" y="121"/>
                  </a:lnTo>
                  <a:lnTo>
                    <a:pt x="34" y="121"/>
                  </a:lnTo>
                  <a:lnTo>
                    <a:pt x="33" y="119"/>
                  </a:lnTo>
                  <a:lnTo>
                    <a:pt x="30" y="119"/>
                  </a:lnTo>
                  <a:lnTo>
                    <a:pt x="27" y="119"/>
                  </a:lnTo>
                  <a:lnTo>
                    <a:pt x="23" y="122"/>
                  </a:lnTo>
                  <a:lnTo>
                    <a:pt x="21" y="122"/>
                  </a:lnTo>
                  <a:lnTo>
                    <a:pt x="19" y="125"/>
                  </a:lnTo>
                  <a:lnTo>
                    <a:pt x="17" y="125"/>
                  </a:lnTo>
                  <a:lnTo>
                    <a:pt x="17" y="123"/>
                  </a:lnTo>
                  <a:lnTo>
                    <a:pt x="16" y="125"/>
                  </a:lnTo>
                  <a:lnTo>
                    <a:pt x="9" y="117"/>
                  </a:lnTo>
                  <a:lnTo>
                    <a:pt x="10" y="111"/>
                  </a:lnTo>
                  <a:lnTo>
                    <a:pt x="0" y="97"/>
                  </a:lnTo>
                  <a:lnTo>
                    <a:pt x="0" y="92"/>
                  </a:lnTo>
                  <a:lnTo>
                    <a:pt x="34" y="81"/>
                  </a:lnTo>
                  <a:lnTo>
                    <a:pt x="35" y="56"/>
                  </a:lnTo>
                  <a:lnTo>
                    <a:pt x="33" y="46"/>
                  </a:lnTo>
                  <a:lnTo>
                    <a:pt x="43" y="15"/>
                  </a:lnTo>
                  <a:lnTo>
                    <a:pt x="44" y="14"/>
                  </a:lnTo>
                  <a:close/>
                  <a:moveTo>
                    <a:pt x="43" y="0"/>
                  </a:move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2"/>
                  </a:lnTo>
                  <a:lnTo>
                    <a:pt x="44" y="4"/>
                  </a:lnTo>
                  <a:lnTo>
                    <a:pt x="43" y="6"/>
                  </a:lnTo>
                  <a:lnTo>
                    <a:pt x="43" y="8"/>
                  </a:lnTo>
                  <a:lnTo>
                    <a:pt x="43" y="10"/>
                  </a:lnTo>
                  <a:lnTo>
                    <a:pt x="42" y="10"/>
                  </a:lnTo>
                  <a:lnTo>
                    <a:pt x="41" y="5"/>
                  </a:lnTo>
                  <a:lnTo>
                    <a:pt x="39" y="5"/>
                  </a:lnTo>
                  <a:lnTo>
                    <a:pt x="39" y="4"/>
                  </a:lnTo>
                  <a:lnTo>
                    <a:pt x="41" y="2"/>
                  </a:lnTo>
                  <a:lnTo>
                    <a:pt x="41" y="4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3" y="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6" name="Freeform 435"/>
            <p:cNvSpPr>
              <a:spLocks noEditPoints="1"/>
            </p:cNvSpPr>
            <p:nvPr/>
          </p:nvSpPr>
          <p:spPr bwMode="auto">
            <a:xfrm>
              <a:off x="7049363" y="3761644"/>
              <a:ext cx="365435" cy="223321"/>
            </a:xfrm>
            <a:custGeom>
              <a:avLst/>
              <a:gdLst>
                <a:gd name="T0" fmla="*/ 120 w 144"/>
                <a:gd name="T1" fmla="*/ 88 h 88"/>
                <a:gd name="T2" fmla="*/ 115 w 144"/>
                <a:gd name="T3" fmla="*/ 88 h 88"/>
                <a:gd name="T4" fmla="*/ 133 w 144"/>
                <a:gd name="T5" fmla="*/ 80 h 88"/>
                <a:gd name="T6" fmla="*/ 134 w 144"/>
                <a:gd name="T7" fmla="*/ 81 h 88"/>
                <a:gd name="T8" fmla="*/ 138 w 144"/>
                <a:gd name="T9" fmla="*/ 81 h 88"/>
                <a:gd name="T10" fmla="*/ 142 w 144"/>
                <a:gd name="T11" fmla="*/ 81 h 88"/>
                <a:gd name="T12" fmla="*/ 144 w 144"/>
                <a:gd name="T13" fmla="*/ 83 h 88"/>
                <a:gd name="T14" fmla="*/ 141 w 144"/>
                <a:gd name="T15" fmla="*/ 84 h 88"/>
                <a:gd name="T16" fmla="*/ 136 w 144"/>
                <a:gd name="T17" fmla="*/ 87 h 88"/>
                <a:gd name="T18" fmla="*/ 132 w 144"/>
                <a:gd name="T19" fmla="*/ 85 h 88"/>
                <a:gd name="T20" fmla="*/ 130 w 144"/>
                <a:gd name="T21" fmla="*/ 83 h 88"/>
                <a:gd name="T22" fmla="*/ 133 w 144"/>
                <a:gd name="T23" fmla="*/ 80 h 88"/>
                <a:gd name="T24" fmla="*/ 111 w 144"/>
                <a:gd name="T25" fmla="*/ 5 h 88"/>
                <a:gd name="T26" fmla="*/ 120 w 144"/>
                <a:gd name="T27" fmla="*/ 25 h 88"/>
                <a:gd name="T28" fmla="*/ 124 w 144"/>
                <a:gd name="T29" fmla="*/ 33 h 88"/>
                <a:gd name="T30" fmla="*/ 115 w 144"/>
                <a:gd name="T31" fmla="*/ 39 h 88"/>
                <a:gd name="T32" fmla="*/ 116 w 144"/>
                <a:gd name="T33" fmla="*/ 43 h 88"/>
                <a:gd name="T34" fmla="*/ 116 w 144"/>
                <a:gd name="T35" fmla="*/ 44 h 88"/>
                <a:gd name="T36" fmla="*/ 108 w 144"/>
                <a:gd name="T37" fmla="*/ 48 h 88"/>
                <a:gd name="T38" fmla="*/ 96 w 144"/>
                <a:gd name="T39" fmla="*/ 52 h 88"/>
                <a:gd name="T40" fmla="*/ 82 w 144"/>
                <a:gd name="T41" fmla="*/ 56 h 88"/>
                <a:gd name="T42" fmla="*/ 79 w 144"/>
                <a:gd name="T43" fmla="*/ 58 h 88"/>
                <a:gd name="T44" fmla="*/ 73 w 144"/>
                <a:gd name="T45" fmla="*/ 64 h 88"/>
                <a:gd name="T46" fmla="*/ 70 w 144"/>
                <a:gd name="T47" fmla="*/ 64 h 88"/>
                <a:gd name="T48" fmla="*/ 67 w 144"/>
                <a:gd name="T49" fmla="*/ 66 h 88"/>
                <a:gd name="T50" fmla="*/ 65 w 144"/>
                <a:gd name="T51" fmla="*/ 64 h 88"/>
                <a:gd name="T52" fmla="*/ 59 w 144"/>
                <a:gd name="T53" fmla="*/ 69 h 88"/>
                <a:gd name="T54" fmla="*/ 54 w 144"/>
                <a:gd name="T55" fmla="*/ 71 h 88"/>
                <a:gd name="T56" fmla="*/ 46 w 144"/>
                <a:gd name="T57" fmla="*/ 72 h 88"/>
                <a:gd name="T58" fmla="*/ 42 w 144"/>
                <a:gd name="T59" fmla="*/ 72 h 88"/>
                <a:gd name="T60" fmla="*/ 40 w 144"/>
                <a:gd name="T61" fmla="*/ 71 h 88"/>
                <a:gd name="T62" fmla="*/ 34 w 144"/>
                <a:gd name="T63" fmla="*/ 73 h 88"/>
                <a:gd name="T64" fmla="*/ 32 w 144"/>
                <a:gd name="T65" fmla="*/ 76 h 88"/>
                <a:gd name="T66" fmla="*/ 28 w 144"/>
                <a:gd name="T67" fmla="*/ 80 h 88"/>
                <a:gd name="T68" fmla="*/ 24 w 144"/>
                <a:gd name="T69" fmla="*/ 79 h 88"/>
                <a:gd name="T70" fmla="*/ 20 w 144"/>
                <a:gd name="T71" fmla="*/ 81 h 88"/>
                <a:gd name="T72" fmla="*/ 16 w 144"/>
                <a:gd name="T73" fmla="*/ 81 h 88"/>
                <a:gd name="T74" fmla="*/ 12 w 144"/>
                <a:gd name="T75" fmla="*/ 80 h 88"/>
                <a:gd name="T76" fmla="*/ 9 w 144"/>
                <a:gd name="T77" fmla="*/ 75 h 88"/>
                <a:gd name="T78" fmla="*/ 9 w 144"/>
                <a:gd name="T79" fmla="*/ 71 h 88"/>
                <a:gd name="T80" fmla="*/ 7 w 144"/>
                <a:gd name="T81" fmla="*/ 64 h 88"/>
                <a:gd name="T82" fmla="*/ 1 w 144"/>
                <a:gd name="T83" fmla="*/ 50 h 88"/>
                <a:gd name="T84" fmla="*/ 0 w 144"/>
                <a:gd name="T85" fmla="*/ 47 h 88"/>
                <a:gd name="T86" fmla="*/ 1 w 144"/>
                <a:gd name="T87" fmla="*/ 47 h 88"/>
                <a:gd name="T88" fmla="*/ 3 w 144"/>
                <a:gd name="T89" fmla="*/ 46 h 88"/>
                <a:gd name="T90" fmla="*/ 3 w 144"/>
                <a:gd name="T91" fmla="*/ 35 h 88"/>
                <a:gd name="T92" fmla="*/ 4 w 144"/>
                <a:gd name="T93" fmla="*/ 34 h 88"/>
                <a:gd name="T94" fmla="*/ 7 w 144"/>
                <a:gd name="T95" fmla="*/ 33 h 88"/>
                <a:gd name="T96" fmla="*/ 8 w 144"/>
                <a:gd name="T97" fmla="*/ 26 h 88"/>
                <a:gd name="T98" fmla="*/ 12 w 144"/>
                <a:gd name="T99" fmla="*/ 19 h 88"/>
                <a:gd name="T100" fmla="*/ 24 w 144"/>
                <a:gd name="T101" fmla="*/ 22 h 88"/>
                <a:gd name="T102" fmla="*/ 44 w 144"/>
                <a:gd name="T103" fmla="*/ 31 h 88"/>
                <a:gd name="T104" fmla="*/ 66 w 144"/>
                <a:gd name="T105" fmla="*/ 1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4" h="88">
                  <a:moveTo>
                    <a:pt x="117" y="87"/>
                  </a:moveTo>
                  <a:lnTo>
                    <a:pt x="120" y="88"/>
                  </a:lnTo>
                  <a:lnTo>
                    <a:pt x="119" y="88"/>
                  </a:lnTo>
                  <a:lnTo>
                    <a:pt x="115" y="88"/>
                  </a:lnTo>
                  <a:lnTo>
                    <a:pt x="117" y="87"/>
                  </a:lnTo>
                  <a:close/>
                  <a:moveTo>
                    <a:pt x="133" y="80"/>
                  </a:moveTo>
                  <a:lnTo>
                    <a:pt x="134" y="80"/>
                  </a:lnTo>
                  <a:lnTo>
                    <a:pt x="134" y="81"/>
                  </a:lnTo>
                  <a:lnTo>
                    <a:pt x="136" y="83"/>
                  </a:lnTo>
                  <a:lnTo>
                    <a:pt x="138" y="81"/>
                  </a:lnTo>
                  <a:lnTo>
                    <a:pt x="140" y="81"/>
                  </a:lnTo>
                  <a:lnTo>
                    <a:pt x="142" y="81"/>
                  </a:lnTo>
                  <a:lnTo>
                    <a:pt x="144" y="83"/>
                  </a:lnTo>
                  <a:lnTo>
                    <a:pt x="144" y="83"/>
                  </a:lnTo>
                  <a:lnTo>
                    <a:pt x="144" y="84"/>
                  </a:lnTo>
                  <a:lnTo>
                    <a:pt x="141" y="84"/>
                  </a:lnTo>
                  <a:lnTo>
                    <a:pt x="138" y="87"/>
                  </a:lnTo>
                  <a:lnTo>
                    <a:pt x="136" y="87"/>
                  </a:lnTo>
                  <a:lnTo>
                    <a:pt x="133" y="87"/>
                  </a:lnTo>
                  <a:lnTo>
                    <a:pt x="132" y="85"/>
                  </a:lnTo>
                  <a:lnTo>
                    <a:pt x="129" y="84"/>
                  </a:lnTo>
                  <a:lnTo>
                    <a:pt x="130" y="83"/>
                  </a:lnTo>
                  <a:lnTo>
                    <a:pt x="132" y="81"/>
                  </a:lnTo>
                  <a:lnTo>
                    <a:pt x="133" y="80"/>
                  </a:lnTo>
                  <a:close/>
                  <a:moveTo>
                    <a:pt x="111" y="0"/>
                  </a:moveTo>
                  <a:lnTo>
                    <a:pt x="111" y="5"/>
                  </a:lnTo>
                  <a:lnTo>
                    <a:pt x="121" y="19"/>
                  </a:lnTo>
                  <a:lnTo>
                    <a:pt x="120" y="25"/>
                  </a:lnTo>
                  <a:lnTo>
                    <a:pt x="127" y="33"/>
                  </a:lnTo>
                  <a:lnTo>
                    <a:pt x="124" y="33"/>
                  </a:lnTo>
                  <a:lnTo>
                    <a:pt x="119" y="34"/>
                  </a:lnTo>
                  <a:lnTo>
                    <a:pt x="115" y="39"/>
                  </a:lnTo>
                  <a:lnTo>
                    <a:pt x="115" y="42"/>
                  </a:lnTo>
                  <a:lnTo>
                    <a:pt x="116" y="43"/>
                  </a:lnTo>
                  <a:lnTo>
                    <a:pt x="115" y="43"/>
                  </a:lnTo>
                  <a:lnTo>
                    <a:pt x="116" y="44"/>
                  </a:lnTo>
                  <a:lnTo>
                    <a:pt x="111" y="46"/>
                  </a:lnTo>
                  <a:lnTo>
                    <a:pt x="108" y="48"/>
                  </a:lnTo>
                  <a:lnTo>
                    <a:pt x="104" y="51"/>
                  </a:lnTo>
                  <a:lnTo>
                    <a:pt x="96" y="52"/>
                  </a:lnTo>
                  <a:lnTo>
                    <a:pt x="95" y="54"/>
                  </a:lnTo>
                  <a:lnTo>
                    <a:pt x="82" y="56"/>
                  </a:lnTo>
                  <a:lnTo>
                    <a:pt x="80" y="56"/>
                  </a:lnTo>
                  <a:lnTo>
                    <a:pt x="79" y="58"/>
                  </a:lnTo>
                  <a:lnTo>
                    <a:pt x="76" y="62"/>
                  </a:lnTo>
                  <a:lnTo>
                    <a:pt x="73" y="64"/>
                  </a:lnTo>
                  <a:lnTo>
                    <a:pt x="71" y="64"/>
                  </a:lnTo>
                  <a:lnTo>
                    <a:pt x="70" y="64"/>
                  </a:lnTo>
                  <a:lnTo>
                    <a:pt x="69" y="66"/>
                  </a:lnTo>
                  <a:lnTo>
                    <a:pt x="67" y="66"/>
                  </a:lnTo>
                  <a:lnTo>
                    <a:pt x="66" y="64"/>
                  </a:lnTo>
                  <a:lnTo>
                    <a:pt x="65" y="64"/>
                  </a:lnTo>
                  <a:lnTo>
                    <a:pt x="59" y="68"/>
                  </a:lnTo>
                  <a:lnTo>
                    <a:pt x="59" y="69"/>
                  </a:lnTo>
                  <a:lnTo>
                    <a:pt x="58" y="71"/>
                  </a:lnTo>
                  <a:lnTo>
                    <a:pt x="54" y="71"/>
                  </a:lnTo>
                  <a:lnTo>
                    <a:pt x="48" y="73"/>
                  </a:lnTo>
                  <a:lnTo>
                    <a:pt x="46" y="72"/>
                  </a:lnTo>
                  <a:lnTo>
                    <a:pt x="45" y="71"/>
                  </a:lnTo>
                  <a:lnTo>
                    <a:pt x="42" y="72"/>
                  </a:lnTo>
                  <a:lnTo>
                    <a:pt x="41" y="71"/>
                  </a:lnTo>
                  <a:lnTo>
                    <a:pt x="40" y="71"/>
                  </a:lnTo>
                  <a:lnTo>
                    <a:pt x="38" y="71"/>
                  </a:lnTo>
                  <a:lnTo>
                    <a:pt x="34" y="73"/>
                  </a:lnTo>
                  <a:lnTo>
                    <a:pt x="33" y="76"/>
                  </a:lnTo>
                  <a:lnTo>
                    <a:pt x="32" y="76"/>
                  </a:lnTo>
                  <a:lnTo>
                    <a:pt x="30" y="80"/>
                  </a:lnTo>
                  <a:lnTo>
                    <a:pt x="28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81"/>
                  </a:lnTo>
                  <a:lnTo>
                    <a:pt x="20" y="81"/>
                  </a:lnTo>
                  <a:lnTo>
                    <a:pt x="17" y="81"/>
                  </a:lnTo>
                  <a:lnTo>
                    <a:pt x="16" y="81"/>
                  </a:lnTo>
                  <a:lnTo>
                    <a:pt x="13" y="81"/>
                  </a:lnTo>
                  <a:lnTo>
                    <a:pt x="12" y="80"/>
                  </a:lnTo>
                  <a:lnTo>
                    <a:pt x="12" y="77"/>
                  </a:lnTo>
                  <a:lnTo>
                    <a:pt x="9" y="75"/>
                  </a:lnTo>
                  <a:lnTo>
                    <a:pt x="8" y="71"/>
                  </a:lnTo>
                  <a:lnTo>
                    <a:pt x="9" y="71"/>
                  </a:lnTo>
                  <a:lnTo>
                    <a:pt x="9" y="67"/>
                  </a:lnTo>
                  <a:lnTo>
                    <a:pt x="7" y="64"/>
                  </a:lnTo>
                  <a:lnTo>
                    <a:pt x="5" y="54"/>
                  </a:lnTo>
                  <a:lnTo>
                    <a:pt x="1" y="50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3" y="46"/>
                  </a:lnTo>
                  <a:lnTo>
                    <a:pt x="3" y="42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4" y="34"/>
                  </a:lnTo>
                  <a:lnTo>
                    <a:pt x="5" y="34"/>
                  </a:lnTo>
                  <a:lnTo>
                    <a:pt x="7" y="33"/>
                  </a:lnTo>
                  <a:lnTo>
                    <a:pt x="9" y="30"/>
                  </a:lnTo>
                  <a:lnTo>
                    <a:pt x="8" y="26"/>
                  </a:lnTo>
                  <a:lnTo>
                    <a:pt x="9" y="21"/>
                  </a:lnTo>
                  <a:lnTo>
                    <a:pt x="12" y="19"/>
                  </a:lnTo>
                  <a:lnTo>
                    <a:pt x="16" y="22"/>
                  </a:lnTo>
                  <a:lnTo>
                    <a:pt x="24" y="22"/>
                  </a:lnTo>
                  <a:lnTo>
                    <a:pt x="33" y="26"/>
                  </a:lnTo>
                  <a:lnTo>
                    <a:pt x="44" y="31"/>
                  </a:lnTo>
                  <a:lnTo>
                    <a:pt x="45" y="42"/>
                  </a:lnTo>
                  <a:lnTo>
                    <a:pt x="66" y="13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7" name="Freeform 436"/>
            <p:cNvSpPr>
              <a:spLocks/>
            </p:cNvSpPr>
            <p:nvPr/>
          </p:nvSpPr>
          <p:spPr bwMode="auto">
            <a:xfrm>
              <a:off x="6496134" y="3363218"/>
              <a:ext cx="375586" cy="317219"/>
            </a:xfrm>
            <a:custGeom>
              <a:avLst/>
              <a:gdLst>
                <a:gd name="T0" fmla="*/ 25 w 148"/>
                <a:gd name="T1" fmla="*/ 3 h 125"/>
                <a:gd name="T2" fmla="*/ 34 w 148"/>
                <a:gd name="T3" fmla="*/ 5 h 125"/>
                <a:gd name="T4" fmla="*/ 42 w 148"/>
                <a:gd name="T5" fmla="*/ 7 h 125"/>
                <a:gd name="T6" fmla="*/ 54 w 148"/>
                <a:gd name="T7" fmla="*/ 9 h 125"/>
                <a:gd name="T8" fmla="*/ 59 w 148"/>
                <a:gd name="T9" fmla="*/ 5 h 125"/>
                <a:gd name="T10" fmla="*/ 65 w 148"/>
                <a:gd name="T11" fmla="*/ 1 h 125"/>
                <a:gd name="T12" fmla="*/ 69 w 148"/>
                <a:gd name="T13" fmla="*/ 1 h 125"/>
                <a:gd name="T14" fmla="*/ 68 w 148"/>
                <a:gd name="T15" fmla="*/ 4 h 125"/>
                <a:gd name="T16" fmla="*/ 75 w 148"/>
                <a:gd name="T17" fmla="*/ 3 h 125"/>
                <a:gd name="T18" fmla="*/ 73 w 148"/>
                <a:gd name="T19" fmla="*/ 0 h 125"/>
                <a:gd name="T20" fmla="*/ 81 w 148"/>
                <a:gd name="T21" fmla="*/ 3 h 125"/>
                <a:gd name="T22" fmla="*/ 81 w 148"/>
                <a:gd name="T23" fmla="*/ 5 h 125"/>
                <a:gd name="T24" fmla="*/ 86 w 148"/>
                <a:gd name="T25" fmla="*/ 8 h 125"/>
                <a:gd name="T26" fmla="*/ 89 w 148"/>
                <a:gd name="T27" fmla="*/ 7 h 125"/>
                <a:gd name="T28" fmla="*/ 106 w 148"/>
                <a:gd name="T29" fmla="*/ 5 h 125"/>
                <a:gd name="T30" fmla="*/ 111 w 148"/>
                <a:gd name="T31" fmla="*/ 7 h 125"/>
                <a:gd name="T32" fmla="*/ 118 w 148"/>
                <a:gd name="T33" fmla="*/ 23 h 125"/>
                <a:gd name="T34" fmla="*/ 118 w 148"/>
                <a:gd name="T35" fmla="*/ 30 h 125"/>
                <a:gd name="T36" fmla="*/ 114 w 148"/>
                <a:gd name="T37" fmla="*/ 42 h 125"/>
                <a:gd name="T38" fmla="*/ 113 w 148"/>
                <a:gd name="T39" fmla="*/ 50 h 125"/>
                <a:gd name="T40" fmla="*/ 109 w 148"/>
                <a:gd name="T41" fmla="*/ 49 h 125"/>
                <a:gd name="T42" fmla="*/ 100 w 148"/>
                <a:gd name="T43" fmla="*/ 40 h 125"/>
                <a:gd name="T44" fmla="*/ 94 w 148"/>
                <a:gd name="T45" fmla="*/ 30 h 125"/>
                <a:gd name="T46" fmla="*/ 92 w 148"/>
                <a:gd name="T47" fmla="*/ 25 h 125"/>
                <a:gd name="T48" fmla="*/ 90 w 148"/>
                <a:gd name="T49" fmla="*/ 25 h 125"/>
                <a:gd name="T50" fmla="*/ 92 w 148"/>
                <a:gd name="T51" fmla="*/ 32 h 125"/>
                <a:gd name="T52" fmla="*/ 97 w 148"/>
                <a:gd name="T53" fmla="*/ 41 h 125"/>
                <a:gd name="T54" fmla="*/ 105 w 148"/>
                <a:gd name="T55" fmla="*/ 50 h 125"/>
                <a:gd name="T56" fmla="*/ 109 w 148"/>
                <a:gd name="T57" fmla="*/ 58 h 125"/>
                <a:gd name="T58" fmla="*/ 111 w 148"/>
                <a:gd name="T59" fmla="*/ 66 h 125"/>
                <a:gd name="T60" fmla="*/ 119 w 148"/>
                <a:gd name="T61" fmla="*/ 83 h 125"/>
                <a:gd name="T62" fmla="*/ 127 w 148"/>
                <a:gd name="T63" fmla="*/ 94 h 125"/>
                <a:gd name="T64" fmla="*/ 130 w 148"/>
                <a:gd name="T65" fmla="*/ 95 h 125"/>
                <a:gd name="T66" fmla="*/ 134 w 148"/>
                <a:gd name="T67" fmla="*/ 100 h 125"/>
                <a:gd name="T68" fmla="*/ 130 w 148"/>
                <a:gd name="T69" fmla="*/ 100 h 125"/>
                <a:gd name="T70" fmla="*/ 130 w 148"/>
                <a:gd name="T71" fmla="*/ 107 h 125"/>
                <a:gd name="T72" fmla="*/ 138 w 148"/>
                <a:gd name="T73" fmla="*/ 115 h 125"/>
                <a:gd name="T74" fmla="*/ 143 w 148"/>
                <a:gd name="T75" fmla="*/ 119 h 125"/>
                <a:gd name="T76" fmla="*/ 148 w 148"/>
                <a:gd name="T77" fmla="*/ 124 h 125"/>
                <a:gd name="T78" fmla="*/ 3 w 148"/>
                <a:gd name="T79" fmla="*/ 30 h 125"/>
                <a:gd name="T80" fmla="*/ 2 w 148"/>
                <a:gd name="T81" fmla="*/ 17 h 125"/>
                <a:gd name="T82" fmla="*/ 2 w 148"/>
                <a:gd name="T83" fmla="*/ 8 h 125"/>
                <a:gd name="T84" fmla="*/ 3 w 148"/>
                <a:gd name="T85" fmla="*/ 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25">
                  <a:moveTo>
                    <a:pt x="11" y="0"/>
                  </a:moveTo>
                  <a:lnTo>
                    <a:pt x="15" y="1"/>
                  </a:lnTo>
                  <a:lnTo>
                    <a:pt x="25" y="3"/>
                  </a:lnTo>
                  <a:lnTo>
                    <a:pt x="29" y="3"/>
                  </a:lnTo>
                  <a:lnTo>
                    <a:pt x="31" y="5"/>
                  </a:lnTo>
                  <a:lnTo>
                    <a:pt x="34" y="5"/>
                  </a:lnTo>
                  <a:lnTo>
                    <a:pt x="35" y="5"/>
                  </a:lnTo>
                  <a:lnTo>
                    <a:pt x="38" y="7"/>
                  </a:lnTo>
                  <a:lnTo>
                    <a:pt x="42" y="7"/>
                  </a:lnTo>
                  <a:lnTo>
                    <a:pt x="44" y="7"/>
                  </a:lnTo>
                  <a:lnTo>
                    <a:pt x="50" y="9"/>
                  </a:lnTo>
                  <a:lnTo>
                    <a:pt x="54" y="9"/>
                  </a:lnTo>
                  <a:lnTo>
                    <a:pt x="54" y="8"/>
                  </a:lnTo>
                  <a:lnTo>
                    <a:pt x="56" y="7"/>
                  </a:lnTo>
                  <a:lnTo>
                    <a:pt x="59" y="5"/>
                  </a:lnTo>
                  <a:lnTo>
                    <a:pt x="60" y="4"/>
                  </a:lnTo>
                  <a:lnTo>
                    <a:pt x="64" y="3"/>
                  </a:lnTo>
                  <a:lnTo>
                    <a:pt x="65" y="1"/>
                  </a:lnTo>
                  <a:lnTo>
                    <a:pt x="68" y="1"/>
                  </a:lnTo>
                  <a:lnTo>
                    <a:pt x="71" y="1"/>
                  </a:lnTo>
                  <a:lnTo>
                    <a:pt x="69" y="1"/>
                  </a:lnTo>
                  <a:lnTo>
                    <a:pt x="67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2" y="3"/>
                  </a:lnTo>
                  <a:lnTo>
                    <a:pt x="75" y="3"/>
                  </a:lnTo>
                  <a:lnTo>
                    <a:pt x="75" y="1"/>
                  </a:lnTo>
                  <a:lnTo>
                    <a:pt x="72" y="1"/>
                  </a:lnTo>
                  <a:lnTo>
                    <a:pt x="73" y="0"/>
                  </a:lnTo>
                  <a:lnTo>
                    <a:pt x="77" y="1"/>
                  </a:lnTo>
                  <a:lnTo>
                    <a:pt x="80" y="3"/>
                  </a:lnTo>
                  <a:lnTo>
                    <a:pt x="81" y="3"/>
                  </a:lnTo>
                  <a:lnTo>
                    <a:pt x="82" y="3"/>
                  </a:lnTo>
                  <a:lnTo>
                    <a:pt x="81" y="4"/>
                  </a:lnTo>
                  <a:lnTo>
                    <a:pt x="81" y="5"/>
                  </a:lnTo>
                  <a:lnTo>
                    <a:pt x="84" y="7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5"/>
                  </a:lnTo>
                  <a:lnTo>
                    <a:pt x="85" y="4"/>
                  </a:lnTo>
                  <a:lnTo>
                    <a:pt x="89" y="7"/>
                  </a:lnTo>
                  <a:lnTo>
                    <a:pt x="96" y="5"/>
                  </a:lnTo>
                  <a:lnTo>
                    <a:pt x="102" y="7"/>
                  </a:lnTo>
                  <a:lnTo>
                    <a:pt x="106" y="5"/>
                  </a:lnTo>
                  <a:lnTo>
                    <a:pt x="108" y="3"/>
                  </a:lnTo>
                  <a:lnTo>
                    <a:pt x="109" y="4"/>
                  </a:lnTo>
                  <a:lnTo>
                    <a:pt x="111" y="7"/>
                  </a:lnTo>
                  <a:lnTo>
                    <a:pt x="113" y="12"/>
                  </a:lnTo>
                  <a:lnTo>
                    <a:pt x="115" y="16"/>
                  </a:lnTo>
                  <a:lnTo>
                    <a:pt x="118" y="23"/>
                  </a:lnTo>
                  <a:lnTo>
                    <a:pt x="117" y="25"/>
                  </a:lnTo>
                  <a:lnTo>
                    <a:pt x="118" y="29"/>
                  </a:lnTo>
                  <a:lnTo>
                    <a:pt x="118" y="30"/>
                  </a:lnTo>
                  <a:lnTo>
                    <a:pt x="117" y="37"/>
                  </a:lnTo>
                  <a:lnTo>
                    <a:pt x="117" y="40"/>
                  </a:lnTo>
                  <a:lnTo>
                    <a:pt x="114" y="42"/>
                  </a:lnTo>
                  <a:lnTo>
                    <a:pt x="115" y="44"/>
                  </a:lnTo>
                  <a:lnTo>
                    <a:pt x="115" y="49"/>
                  </a:lnTo>
                  <a:lnTo>
                    <a:pt x="113" y="50"/>
                  </a:lnTo>
                  <a:lnTo>
                    <a:pt x="113" y="51"/>
                  </a:lnTo>
                  <a:lnTo>
                    <a:pt x="113" y="50"/>
                  </a:lnTo>
                  <a:lnTo>
                    <a:pt x="109" y="49"/>
                  </a:lnTo>
                  <a:lnTo>
                    <a:pt x="104" y="42"/>
                  </a:lnTo>
                  <a:lnTo>
                    <a:pt x="104" y="41"/>
                  </a:lnTo>
                  <a:lnTo>
                    <a:pt x="100" y="40"/>
                  </a:lnTo>
                  <a:lnTo>
                    <a:pt x="98" y="37"/>
                  </a:lnTo>
                  <a:lnTo>
                    <a:pt x="98" y="34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3" y="28"/>
                  </a:lnTo>
                  <a:lnTo>
                    <a:pt x="92" y="25"/>
                  </a:lnTo>
                  <a:lnTo>
                    <a:pt x="90" y="25"/>
                  </a:lnTo>
                  <a:lnTo>
                    <a:pt x="90" y="24"/>
                  </a:lnTo>
                  <a:lnTo>
                    <a:pt x="90" y="25"/>
                  </a:lnTo>
                  <a:lnTo>
                    <a:pt x="90" y="26"/>
                  </a:lnTo>
                  <a:lnTo>
                    <a:pt x="90" y="28"/>
                  </a:lnTo>
                  <a:lnTo>
                    <a:pt x="92" y="32"/>
                  </a:lnTo>
                  <a:lnTo>
                    <a:pt x="92" y="34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104" y="46"/>
                  </a:lnTo>
                  <a:lnTo>
                    <a:pt x="105" y="49"/>
                  </a:lnTo>
                  <a:lnTo>
                    <a:pt x="105" y="50"/>
                  </a:lnTo>
                  <a:lnTo>
                    <a:pt x="105" y="53"/>
                  </a:lnTo>
                  <a:lnTo>
                    <a:pt x="109" y="57"/>
                  </a:lnTo>
                  <a:lnTo>
                    <a:pt x="109" y="58"/>
                  </a:lnTo>
                  <a:lnTo>
                    <a:pt x="110" y="59"/>
                  </a:lnTo>
                  <a:lnTo>
                    <a:pt x="110" y="65"/>
                  </a:lnTo>
                  <a:lnTo>
                    <a:pt x="111" y="66"/>
                  </a:lnTo>
                  <a:lnTo>
                    <a:pt x="111" y="69"/>
                  </a:lnTo>
                  <a:lnTo>
                    <a:pt x="119" y="79"/>
                  </a:lnTo>
                  <a:lnTo>
                    <a:pt x="119" y="83"/>
                  </a:lnTo>
                  <a:lnTo>
                    <a:pt x="122" y="84"/>
                  </a:lnTo>
                  <a:lnTo>
                    <a:pt x="126" y="91"/>
                  </a:lnTo>
                  <a:lnTo>
                    <a:pt x="127" y="94"/>
                  </a:lnTo>
                  <a:lnTo>
                    <a:pt x="129" y="96"/>
                  </a:lnTo>
                  <a:lnTo>
                    <a:pt x="129" y="95"/>
                  </a:lnTo>
                  <a:lnTo>
                    <a:pt x="130" y="95"/>
                  </a:lnTo>
                  <a:lnTo>
                    <a:pt x="131" y="99"/>
                  </a:lnTo>
                  <a:lnTo>
                    <a:pt x="133" y="99"/>
                  </a:lnTo>
                  <a:lnTo>
                    <a:pt x="134" y="100"/>
                  </a:lnTo>
                  <a:lnTo>
                    <a:pt x="131" y="100"/>
                  </a:lnTo>
                  <a:lnTo>
                    <a:pt x="130" y="99"/>
                  </a:lnTo>
                  <a:lnTo>
                    <a:pt x="130" y="100"/>
                  </a:lnTo>
                  <a:lnTo>
                    <a:pt x="130" y="101"/>
                  </a:lnTo>
                  <a:lnTo>
                    <a:pt x="130" y="104"/>
                  </a:lnTo>
                  <a:lnTo>
                    <a:pt x="130" y="107"/>
                  </a:lnTo>
                  <a:lnTo>
                    <a:pt x="131" y="112"/>
                  </a:lnTo>
                  <a:lnTo>
                    <a:pt x="135" y="115"/>
                  </a:lnTo>
                  <a:lnTo>
                    <a:pt x="138" y="115"/>
                  </a:lnTo>
                  <a:lnTo>
                    <a:pt x="139" y="115"/>
                  </a:lnTo>
                  <a:lnTo>
                    <a:pt x="140" y="117"/>
                  </a:lnTo>
                  <a:lnTo>
                    <a:pt x="143" y="119"/>
                  </a:lnTo>
                  <a:lnTo>
                    <a:pt x="144" y="120"/>
                  </a:lnTo>
                  <a:lnTo>
                    <a:pt x="147" y="123"/>
                  </a:lnTo>
                  <a:lnTo>
                    <a:pt x="148" y="124"/>
                  </a:lnTo>
                  <a:lnTo>
                    <a:pt x="148" y="124"/>
                  </a:lnTo>
                  <a:lnTo>
                    <a:pt x="7" y="125"/>
                  </a:lnTo>
                  <a:lnTo>
                    <a:pt x="3" y="30"/>
                  </a:lnTo>
                  <a:lnTo>
                    <a:pt x="2" y="25"/>
                  </a:lnTo>
                  <a:lnTo>
                    <a:pt x="0" y="21"/>
                  </a:lnTo>
                  <a:lnTo>
                    <a:pt x="2" y="17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2" y="8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8" name="Freeform 437"/>
            <p:cNvSpPr>
              <a:spLocks/>
            </p:cNvSpPr>
            <p:nvPr/>
          </p:nvSpPr>
          <p:spPr bwMode="auto">
            <a:xfrm>
              <a:off x="6427616" y="3677898"/>
              <a:ext cx="497398" cy="570993"/>
            </a:xfrm>
            <a:custGeom>
              <a:avLst/>
              <a:gdLst>
                <a:gd name="T0" fmla="*/ 175 w 196"/>
                <a:gd name="T1" fmla="*/ 2 h 225"/>
                <a:gd name="T2" fmla="*/ 179 w 196"/>
                <a:gd name="T3" fmla="*/ 10 h 225"/>
                <a:gd name="T4" fmla="*/ 177 w 196"/>
                <a:gd name="T5" fmla="*/ 10 h 225"/>
                <a:gd name="T6" fmla="*/ 182 w 196"/>
                <a:gd name="T7" fmla="*/ 35 h 225"/>
                <a:gd name="T8" fmla="*/ 194 w 196"/>
                <a:gd name="T9" fmla="*/ 46 h 225"/>
                <a:gd name="T10" fmla="*/ 194 w 196"/>
                <a:gd name="T11" fmla="*/ 52 h 225"/>
                <a:gd name="T12" fmla="*/ 185 w 196"/>
                <a:gd name="T13" fmla="*/ 55 h 225"/>
                <a:gd name="T14" fmla="*/ 179 w 196"/>
                <a:gd name="T15" fmla="*/ 60 h 225"/>
                <a:gd name="T16" fmla="*/ 179 w 196"/>
                <a:gd name="T17" fmla="*/ 68 h 225"/>
                <a:gd name="T18" fmla="*/ 174 w 196"/>
                <a:gd name="T19" fmla="*/ 84 h 225"/>
                <a:gd name="T20" fmla="*/ 175 w 196"/>
                <a:gd name="T21" fmla="*/ 95 h 225"/>
                <a:gd name="T22" fmla="*/ 169 w 196"/>
                <a:gd name="T23" fmla="*/ 112 h 225"/>
                <a:gd name="T24" fmla="*/ 160 w 196"/>
                <a:gd name="T25" fmla="*/ 124 h 225"/>
                <a:gd name="T26" fmla="*/ 153 w 196"/>
                <a:gd name="T27" fmla="*/ 137 h 225"/>
                <a:gd name="T28" fmla="*/ 149 w 196"/>
                <a:gd name="T29" fmla="*/ 150 h 225"/>
                <a:gd name="T30" fmla="*/ 145 w 196"/>
                <a:gd name="T31" fmla="*/ 166 h 225"/>
                <a:gd name="T32" fmla="*/ 138 w 196"/>
                <a:gd name="T33" fmla="*/ 167 h 225"/>
                <a:gd name="T34" fmla="*/ 142 w 196"/>
                <a:gd name="T35" fmla="*/ 172 h 225"/>
                <a:gd name="T36" fmla="*/ 149 w 196"/>
                <a:gd name="T37" fmla="*/ 183 h 225"/>
                <a:gd name="T38" fmla="*/ 156 w 196"/>
                <a:gd name="T39" fmla="*/ 187 h 225"/>
                <a:gd name="T40" fmla="*/ 162 w 196"/>
                <a:gd name="T41" fmla="*/ 201 h 225"/>
                <a:gd name="T42" fmla="*/ 150 w 196"/>
                <a:gd name="T43" fmla="*/ 213 h 225"/>
                <a:gd name="T44" fmla="*/ 144 w 196"/>
                <a:gd name="T45" fmla="*/ 220 h 225"/>
                <a:gd name="T46" fmla="*/ 129 w 196"/>
                <a:gd name="T47" fmla="*/ 221 h 225"/>
                <a:gd name="T48" fmla="*/ 124 w 196"/>
                <a:gd name="T49" fmla="*/ 225 h 225"/>
                <a:gd name="T50" fmla="*/ 115 w 196"/>
                <a:gd name="T51" fmla="*/ 221 h 225"/>
                <a:gd name="T52" fmla="*/ 111 w 196"/>
                <a:gd name="T53" fmla="*/ 224 h 225"/>
                <a:gd name="T54" fmla="*/ 106 w 196"/>
                <a:gd name="T55" fmla="*/ 221 h 225"/>
                <a:gd name="T56" fmla="*/ 99 w 196"/>
                <a:gd name="T57" fmla="*/ 214 h 225"/>
                <a:gd name="T58" fmla="*/ 91 w 196"/>
                <a:gd name="T59" fmla="*/ 210 h 225"/>
                <a:gd name="T60" fmla="*/ 84 w 196"/>
                <a:gd name="T61" fmla="*/ 212 h 225"/>
                <a:gd name="T62" fmla="*/ 77 w 196"/>
                <a:gd name="T63" fmla="*/ 214 h 225"/>
                <a:gd name="T64" fmla="*/ 70 w 196"/>
                <a:gd name="T65" fmla="*/ 206 h 225"/>
                <a:gd name="T66" fmla="*/ 65 w 196"/>
                <a:gd name="T67" fmla="*/ 202 h 225"/>
                <a:gd name="T68" fmla="*/ 58 w 196"/>
                <a:gd name="T69" fmla="*/ 193 h 225"/>
                <a:gd name="T70" fmla="*/ 53 w 196"/>
                <a:gd name="T71" fmla="*/ 185 h 225"/>
                <a:gd name="T72" fmla="*/ 45 w 196"/>
                <a:gd name="T73" fmla="*/ 181 h 225"/>
                <a:gd name="T74" fmla="*/ 44 w 196"/>
                <a:gd name="T75" fmla="*/ 175 h 225"/>
                <a:gd name="T76" fmla="*/ 38 w 196"/>
                <a:gd name="T77" fmla="*/ 170 h 225"/>
                <a:gd name="T78" fmla="*/ 29 w 196"/>
                <a:gd name="T79" fmla="*/ 163 h 225"/>
                <a:gd name="T80" fmla="*/ 21 w 196"/>
                <a:gd name="T81" fmla="*/ 162 h 225"/>
                <a:gd name="T82" fmla="*/ 21 w 196"/>
                <a:gd name="T83" fmla="*/ 151 h 225"/>
                <a:gd name="T84" fmla="*/ 12 w 196"/>
                <a:gd name="T85" fmla="*/ 137 h 225"/>
                <a:gd name="T86" fmla="*/ 12 w 196"/>
                <a:gd name="T87" fmla="*/ 131 h 225"/>
                <a:gd name="T88" fmla="*/ 7 w 196"/>
                <a:gd name="T89" fmla="*/ 121 h 225"/>
                <a:gd name="T90" fmla="*/ 7 w 196"/>
                <a:gd name="T91" fmla="*/ 113 h 225"/>
                <a:gd name="T92" fmla="*/ 4 w 196"/>
                <a:gd name="T93" fmla="*/ 108 h 225"/>
                <a:gd name="T94" fmla="*/ 7 w 196"/>
                <a:gd name="T95" fmla="*/ 99 h 225"/>
                <a:gd name="T96" fmla="*/ 9 w 196"/>
                <a:gd name="T97" fmla="*/ 91 h 225"/>
                <a:gd name="T98" fmla="*/ 16 w 196"/>
                <a:gd name="T99" fmla="*/ 77 h 225"/>
                <a:gd name="T100" fmla="*/ 24 w 196"/>
                <a:gd name="T101" fmla="*/ 29 h 225"/>
                <a:gd name="T102" fmla="*/ 175 w 196"/>
                <a:gd name="T103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6" h="225">
                  <a:moveTo>
                    <a:pt x="175" y="0"/>
                  </a:moveTo>
                  <a:lnTo>
                    <a:pt x="175" y="1"/>
                  </a:lnTo>
                  <a:lnTo>
                    <a:pt x="175" y="1"/>
                  </a:lnTo>
                  <a:lnTo>
                    <a:pt x="175" y="2"/>
                  </a:lnTo>
                  <a:lnTo>
                    <a:pt x="175" y="2"/>
                  </a:lnTo>
                  <a:lnTo>
                    <a:pt x="175" y="4"/>
                  </a:lnTo>
                  <a:lnTo>
                    <a:pt x="175" y="4"/>
                  </a:lnTo>
                  <a:lnTo>
                    <a:pt x="177" y="5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79" y="12"/>
                  </a:lnTo>
                  <a:lnTo>
                    <a:pt x="179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7" y="10"/>
                  </a:lnTo>
                  <a:lnTo>
                    <a:pt x="178" y="13"/>
                  </a:lnTo>
                  <a:lnTo>
                    <a:pt x="181" y="21"/>
                  </a:lnTo>
                  <a:lnTo>
                    <a:pt x="181" y="26"/>
                  </a:lnTo>
                  <a:lnTo>
                    <a:pt x="181" y="30"/>
                  </a:lnTo>
                  <a:lnTo>
                    <a:pt x="182" y="35"/>
                  </a:lnTo>
                  <a:lnTo>
                    <a:pt x="185" y="39"/>
                  </a:lnTo>
                  <a:lnTo>
                    <a:pt x="186" y="39"/>
                  </a:lnTo>
                  <a:lnTo>
                    <a:pt x="191" y="43"/>
                  </a:lnTo>
                  <a:lnTo>
                    <a:pt x="191" y="46"/>
                  </a:lnTo>
                  <a:lnTo>
                    <a:pt x="194" y="46"/>
                  </a:lnTo>
                  <a:lnTo>
                    <a:pt x="196" y="47"/>
                  </a:lnTo>
                  <a:lnTo>
                    <a:pt x="196" y="49"/>
                  </a:lnTo>
                  <a:lnTo>
                    <a:pt x="196" y="49"/>
                  </a:lnTo>
                  <a:lnTo>
                    <a:pt x="195" y="51"/>
                  </a:lnTo>
                  <a:lnTo>
                    <a:pt x="194" y="52"/>
                  </a:lnTo>
                  <a:lnTo>
                    <a:pt x="191" y="52"/>
                  </a:lnTo>
                  <a:lnTo>
                    <a:pt x="191" y="54"/>
                  </a:lnTo>
                  <a:lnTo>
                    <a:pt x="189" y="54"/>
                  </a:lnTo>
                  <a:lnTo>
                    <a:pt x="187" y="55"/>
                  </a:lnTo>
                  <a:lnTo>
                    <a:pt x="185" y="55"/>
                  </a:lnTo>
                  <a:lnTo>
                    <a:pt x="185" y="56"/>
                  </a:lnTo>
                  <a:lnTo>
                    <a:pt x="185" y="58"/>
                  </a:lnTo>
                  <a:lnTo>
                    <a:pt x="185" y="59"/>
                  </a:lnTo>
                  <a:lnTo>
                    <a:pt x="181" y="59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8" y="66"/>
                  </a:lnTo>
                  <a:lnTo>
                    <a:pt x="179" y="66"/>
                  </a:lnTo>
                  <a:lnTo>
                    <a:pt x="181" y="67"/>
                  </a:lnTo>
                  <a:lnTo>
                    <a:pt x="179" y="68"/>
                  </a:lnTo>
                  <a:lnTo>
                    <a:pt x="178" y="72"/>
                  </a:lnTo>
                  <a:lnTo>
                    <a:pt x="177" y="77"/>
                  </a:lnTo>
                  <a:lnTo>
                    <a:pt x="175" y="80"/>
                  </a:lnTo>
                  <a:lnTo>
                    <a:pt x="175" y="83"/>
                  </a:lnTo>
                  <a:lnTo>
                    <a:pt x="174" y="84"/>
                  </a:lnTo>
                  <a:lnTo>
                    <a:pt x="174" y="87"/>
                  </a:lnTo>
                  <a:lnTo>
                    <a:pt x="175" y="92"/>
                  </a:lnTo>
                  <a:lnTo>
                    <a:pt x="175" y="95"/>
                  </a:lnTo>
                  <a:lnTo>
                    <a:pt x="177" y="95"/>
                  </a:lnTo>
                  <a:lnTo>
                    <a:pt x="175" y="95"/>
                  </a:lnTo>
                  <a:lnTo>
                    <a:pt x="174" y="99"/>
                  </a:lnTo>
                  <a:lnTo>
                    <a:pt x="174" y="102"/>
                  </a:lnTo>
                  <a:lnTo>
                    <a:pt x="171" y="108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6" y="113"/>
                  </a:lnTo>
                  <a:lnTo>
                    <a:pt x="166" y="114"/>
                  </a:lnTo>
                  <a:lnTo>
                    <a:pt x="163" y="120"/>
                  </a:lnTo>
                  <a:lnTo>
                    <a:pt x="163" y="121"/>
                  </a:lnTo>
                  <a:lnTo>
                    <a:pt x="160" y="124"/>
                  </a:lnTo>
                  <a:lnTo>
                    <a:pt x="158" y="127"/>
                  </a:lnTo>
                  <a:lnTo>
                    <a:pt x="156" y="135"/>
                  </a:lnTo>
                  <a:lnTo>
                    <a:pt x="154" y="135"/>
                  </a:lnTo>
                  <a:lnTo>
                    <a:pt x="154" y="135"/>
                  </a:lnTo>
                  <a:lnTo>
                    <a:pt x="153" y="137"/>
                  </a:lnTo>
                  <a:lnTo>
                    <a:pt x="150" y="141"/>
                  </a:lnTo>
                  <a:lnTo>
                    <a:pt x="150" y="143"/>
                  </a:lnTo>
                  <a:lnTo>
                    <a:pt x="150" y="145"/>
                  </a:lnTo>
                  <a:lnTo>
                    <a:pt x="150" y="147"/>
                  </a:lnTo>
                  <a:lnTo>
                    <a:pt x="149" y="150"/>
                  </a:lnTo>
                  <a:lnTo>
                    <a:pt x="148" y="152"/>
                  </a:lnTo>
                  <a:lnTo>
                    <a:pt x="148" y="158"/>
                  </a:lnTo>
                  <a:lnTo>
                    <a:pt x="148" y="163"/>
                  </a:lnTo>
                  <a:lnTo>
                    <a:pt x="146" y="164"/>
                  </a:lnTo>
                  <a:lnTo>
                    <a:pt x="145" y="166"/>
                  </a:lnTo>
                  <a:lnTo>
                    <a:pt x="144" y="166"/>
                  </a:lnTo>
                  <a:lnTo>
                    <a:pt x="142" y="164"/>
                  </a:lnTo>
                  <a:lnTo>
                    <a:pt x="141" y="166"/>
                  </a:lnTo>
                  <a:lnTo>
                    <a:pt x="138" y="164"/>
                  </a:lnTo>
                  <a:lnTo>
                    <a:pt x="138" y="167"/>
                  </a:lnTo>
                  <a:lnTo>
                    <a:pt x="137" y="168"/>
                  </a:lnTo>
                  <a:lnTo>
                    <a:pt x="135" y="171"/>
                  </a:lnTo>
                  <a:lnTo>
                    <a:pt x="136" y="172"/>
                  </a:lnTo>
                  <a:lnTo>
                    <a:pt x="137" y="172"/>
                  </a:lnTo>
                  <a:lnTo>
                    <a:pt x="142" y="172"/>
                  </a:lnTo>
                  <a:lnTo>
                    <a:pt x="144" y="174"/>
                  </a:lnTo>
                  <a:lnTo>
                    <a:pt x="146" y="176"/>
                  </a:lnTo>
                  <a:lnTo>
                    <a:pt x="146" y="177"/>
                  </a:lnTo>
                  <a:lnTo>
                    <a:pt x="148" y="179"/>
                  </a:lnTo>
                  <a:lnTo>
                    <a:pt x="149" y="183"/>
                  </a:lnTo>
                  <a:lnTo>
                    <a:pt x="152" y="184"/>
                  </a:lnTo>
                  <a:lnTo>
                    <a:pt x="152" y="184"/>
                  </a:lnTo>
                  <a:lnTo>
                    <a:pt x="153" y="185"/>
                  </a:lnTo>
                  <a:lnTo>
                    <a:pt x="154" y="185"/>
                  </a:lnTo>
                  <a:lnTo>
                    <a:pt x="156" y="187"/>
                  </a:lnTo>
                  <a:lnTo>
                    <a:pt x="157" y="189"/>
                  </a:lnTo>
                  <a:lnTo>
                    <a:pt x="160" y="191"/>
                  </a:lnTo>
                  <a:lnTo>
                    <a:pt x="160" y="196"/>
                  </a:lnTo>
                  <a:lnTo>
                    <a:pt x="161" y="197"/>
                  </a:lnTo>
                  <a:lnTo>
                    <a:pt x="162" y="201"/>
                  </a:lnTo>
                  <a:lnTo>
                    <a:pt x="158" y="205"/>
                  </a:lnTo>
                  <a:lnTo>
                    <a:pt x="154" y="210"/>
                  </a:lnTo>
                  <a:lnTo>
                    <a:pt x="153" y="209"/>
                  </a:lnTo>
                  <a:lnTo>
                    <a:pt x="152" y="212"/>
                  </a:lnTo>
                  <a:lnTo>
                    <a:pt x="150" y="213"/>
                  </a:lnTo>
                  <a:lnTo>
                    <a:pt x="149" y="213"/>
                  </a:lnTo>
                  <a:lnTo>
                    <a:pt x="148" y="216"/>
                  </a:lnTo>
                  <a:lnTo>
                    <a:pt x="148" y="216"/>
                  </a:lnTo>
                  <a:lnTo>
                    <a:pt x="145" y="217"/>
                  </a:lnTo>
                  <a:lnTo>
                    <a:pt x="144" y="220"/>
                  </a:lnTo>
                  <a:lnTo>
                    <a:pt x="141" y="221"/>
                  </a:lnTo>
                  <a:lnTo>
                    <a:pt x="138" y="220"/>
                  </a:lnTo>
                  <a:lnTo>
                    <a:pt x="135" y="220"/>
                  </a:lnTo>
                  <a:lnTo>
                    <a:pt x="132" y="221"/>
                  </a:lnTo>
                  <a:lnTo>
                    <a:pt x="129" y="221"/>
                  </a:lnTo>
                  <a:lnTo>
                    <a:pt x="129" y="221"/>
                  </a:lnTo>
                  <a:lnTo>
                    <a:pt x="127" y="221"/>
                  </a:lnTo>
                  <a:lnTo>
                    <a:pt x="125" y="222"/>
                  </a:lnTo>
                  <a:lnTo>
                    <a:pt x="125" y="225"/>
                  </a:lnTo>
                  <a:lnTo>
                    <a:pt x="124" y="225"/>
                  </a:lnTo>
                  <a:lnTo>
                    <a:pt x="121" y="224"/>
                  </a:lnTo>
                  <a:lnTo>
                    <a:pt x="121" y="222"/>
                  </a:lnTo>
                  <a:lnTo>
                    <a:pt x="119" y="221"/>
                  </a:lnTo>
                  <a:lnTo>
                    <a:pt x="117" y="222"/>
                  </a:lnTo>
                  <a:lnTo>
                    <a:pt x="115" y="221"/>
                  </a:lnTo>
                  <a:lnTo>
                    <a:pt x="112" y="220"/>
                  </a:lnTo>
                  <a:lnTo>
                    <a:pt x="111" y="221"/>
                  </a:lnTo>
                  <a:lnTo>
                    <a:pt x="111" y="222"/>
                  </a:lnTo>
                  <a:lnTo>
                    <a:pt x="111" y="224"/>
                  </a:lnTo>
                  <a:lnTo>
                    <a:pt x="111" y="224"/>
                  </a:lnTo>
                  <a:lnTo>
                    <a:pt x="109" y="224"/>
                  </a:lnTo>
                  <a:lnTo>
                    <a:pt x="107" y="224"/>
                  </a:lnTo>
                  <a:lnTo>
                    <a:pt x="107" y="224"/>
                  </a:lnTo>
                  <a:lnTo>
                    <a:pt x="107" y="222"/>
                  </a:lnTo>
                  <a:lnTo>
                    <a:pt x="106" y="221"/>
                  </a:lnTo>
                  <a:lnTo>
                    <a:pt x="106" y="220"/>
                  </a:lnTo>
                  <a:lnTo>
                    <a:pt x="104" y="218"/>
                  </a:lnTo>
                  <a:lnTo>
                    <a:pt x="103" y="217"/>
                  </a:lnTo>
                  <a:lnTo>
                    <a:pt x="100" y="216"/>
                  </a:lnTo>
                  <a:lnTo>
                    <a:pt x="99" y="214"/>
                  </a:lnTo>
                  <a:lnTo>
                    <a:pt x="98" y="213"/>
                  </a:lnTo>
                  <a:lnTo>
                    <a:pt x="96" y="210"/>
                  </a:lnTo>
                  <a:lnTo>
                    <a:pt x="95" y="209"/>
                  </a:lnTo>
                  <a:lnTo>
                    <a:pt x="92" y="209"/>
                  </a:lnTo>
                  <a:lnTo>
                    <a:pt x="91" y="210"/>
                  </a:lnTo>
                  <a:lnTo>
                    <a:pt x="90" y="212"/>
                  </a:lnTo>
                  <a:lnTo>
                    <a:pt x="88" y="213"/>
                  </a:lnTo>
                  <a:lnTo>
                    <a:pt x="87" y="213"/>
                  </a:lnTo>
                  <a:lnTo>
                    <a:pt x="87" y="212"/>
                  </a:lnTo>
                  <a:lnTo>
                    <a:pt x="84" y="212"/>
                  </a:lnTo>
                  <a:lnTo>
                    <a:pt x="82" y="212"/>
                  </a:lnTo>
                  <a:lnTo>
                    <a:pt x="81" y="213"/>
                  </a:lnTo>
                  <a:lnTo>
                    <a:pt x="79" y="214"/>
                  </a:lnTo>
                  <a:lnTo>
                    <a:pt x="78" y="214"/>
                  </a:lnTo>
                  <a:lnTo>
                    <a:pt x="77" y="214"/>
                  </a:lnTo>
                  <a:lnTo>
                    <a:pt x="74" y="212"/>
                  </a:lnTo>
                  <a:lnTo>
                    <a:pt x="73" y="210"/>
                  </a:lnTo>
                  <a:lnTo>
                    <a:pt x="71" y="210"/>
                  </a:lnTo>
                  <a:lnTo>
                    <a:pt x="70" y="208"/>
                  </a:lnTo>
                  <a:lnTo>
                    <a:pt x="70" y="206"/>
                  </a:lnTo>
                  <a:lnTo>
                    <a:pt x="69" y="206"/>
                  </a:lnTo>
                  <a:lnTo>
                    <a:pt x="69" y="206"/>
                  </a:lnTo>
                  <a:lnTo>
                    <a:pt x="69" y="205"/>
                  </a:lnTo>
                  <a:lnTo>
                    <a:pt x="66" y="202"/>
                  </a:lnTo>
                  <a:lnTo>
                    <a:pt x="65" y="202"/>
                  </a:lnTo>
                  <a:lnTo>
                    <a:pt x="65" y="199"/>
                  </a:lnTo>
                  <a:lnTo>
                    <a:pt x="65" y="197"/>
                  </a:lnTo>
                  <a:lnTo>
                    <a:pt x="62" y="196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58" y="192"/>
                  </a:lnTo>
                  <a:lnTo>
                    <a:pt x="57" y="191"/>
                  </a:lnTo>
                  <a:lnTo>
                    <a:pt x="54" y="189"/>
                  </a:lnTo>
                  <a:lnTo>
                    <a:pt x="54" y="188"/>
                  </a:lnTo>
                  <a:lnTo>
                    <a:pt x="53" y="185"/>
                  </a:lnTo>
                  <a:lnTo>
                    <a:pt x="53" y="184"/>
                  </a:lnTo>
                  <a:lnTo>
                    <a:pt x="49" y="181"/>
                  </a:lnTo>
                  <a:lnTo>
                    <a:pt x="48" y="181"/>
                  </a:lnTo>
                  <a:lnTo>
                    <a:pt x="46" y="180"/>
                  </a:lnTo>
                  <a:lnTo>
                    <a:pt x="45" y="181"/>
                  </a:lnTo>
                  <a:lnTo>
                    <a:pt x="42" y="180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6"/>
                  </a:lnTo>
                  <a:lnTo>
                    <a:pt x="44" y="175"/>
                  </a:lnTo>
                  <a:lnTo>
                    <a:pt x="44" y="174"/>
                  </a:lnTo>
                  <a:lnTo>
                    <a:pt x="42" y="172"/>
                  </a:lnTo>
                  <a:lnTo>
                    <a:pt x="41" y="172"/>
                  </a:lnTo>
                  <a:lnTo>
                    <a:pt x="38" y="171"/>
                  </a:lnTo>
                  <a:lnTo>
                    <a:pt x="38" y="170"/>
                  </a:lnTo>
                  <a:lnTo>
                    <a:pt x="36" y="168"/>
                  </a:lnTo>
                  <a:lnTo>
                    <a:pt x="34" y="168"/>
                  </a:lnTo>
                  <a:lnTo>
                    <a:pt x="32" y="167"/>
                  </a:lnTo>
                  <a:lnTo>
                    <a:pt x="29" y="166"/>
                  </a:lnTo>
                  <a:lnTo>
                    <a:pt x="29" y="163"/>
                  </a:lnTo>
                  <a:lnTo>
                    <a:pt x="29" y="162"/>
                  </a:lnTo>
                  <a:lnTo>
                    <a:pt x="29" y="160"/>
                  </a:lnTo>
                  <a:lnTo>
                    <a:pt x="25" y="160"/>
                  </a:lnTo>
                  <a:lnTo>
                    <a:pt x="24" y="162"/>
                  </a:lnTo>
                  <a:lnTo>
                    <a:pt x="21" y="162"/>
                  </a:lnTo>
                  <a:lnTo>
                    <a:pt x="20" y="160"/>
                  </a:lnTo>
                  <a:lnTo>
                    <a:pt x="20" y="156"/>
                  </a:lnTo>
                  <a:lnTo>
                    <a:pt x="20" y="154"/>
                  </a:lnTo>
                  <a:lnTo>
                    <a:pt x="21" y="154"/>
                  </a:lnTo>
                  <a:lnTo>
                    <a:pt x="21" y="151"/>
                  </a:lnTo>
                  <a:lnTo>
                    <a:pt x="21" y="149"/>
                  </a:lnTo>
                  <a:lnTo>
                    <a:pt x="19" y="145"/>
                  </a:lnTo>
                  <a:lnTo>
                    <a:pt x="16" y="141"/>
                  </a:lnTo>
                  <a:lnTo>
                    <a:pt x="15" y="139"/>
                  </a:lnTo>
                  <a:lnTo>
                    <a:pt x="12" y="137"/>
                  </a:lnTo>
                  <a:lnTo>
                    <a:pt x="13" y="137"/>
                  </a:lnTo>
                  <a:lnTo>
                    <a:pt x="13" y="134"/>
                  </a:lnTo>
                  <a:lnTo>
                    <a:pt x="12" y="133"/>
                  </a:lnTo>
                  <a:lnTo>
                    <a:pt x="12" y="133"/>
                  </a:lnTo>
                  <a:lnTo>
                    <a:pt x="12" y="131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8" y="126"/>
                  </a:lnTo>
                  <a:lnTo>
                    <a:pt x="7" y="124"/>
                  </a:lnTo>
                  <a:lnTo>
                    <a:pt x="7" y="121"/>
                  </a:lnTo>
                  <a:lnTo>
                    <a:pt x="5" y="118"/>
                  </a:lnTo>
                  <a:lnTo>
                    <a:pt x="7" y="117"/>
                  </a:lnTo>
                  <a:lnTo>
                    <a:pt x="5" y="116"/>
                  </a:lnTo>
                  <a:lnTo>
                    <a:pt x="7" y="116"/>
                  </a:lnTo>
                  <a:lnTo>
                    <a:pt x="7" y="113"/>
                  </a:lnTo>
                  <a:lnTo>
                    <a:pt x="5" y="113"/>
                  </a:lnTo>
                  <a:lnTo>
                    <a:pt x="3" y="116"/>
                  </a:lnTo>
                  <a:lnTo>
                    <a:pt x="0" y="114"/>
                  </a:lnTo>
                  <a:lnTo>
                    <a:pt x="0" y="112"/>
                  </a:lnTo>
                  <a:lnTo>
                    <a:pt x="4" y="108"/>
                  </a:lnTo>
                  <a:lnTo>
                    <a:pt x="5" y="105"/>
                  </a:lnTo>
                  <a:lnTo>
                    <a:pt x="5" y="102"/>
                  </a:lnTo>
                  <a:lnTo>
                    <a:pt x="3" y="101"/>
                  </a:lnTo>
                  <a:lnTo>
                    <a:pt x="4" y="100"/>
                  </a:lnTo>
                  <a:lnTo>
                    <a:pt x="7" y="99"/>
                  </a:lnTo>
                  <a:lnTo>
                    <a:pt x="8" y="96"/>
                  </a:lnTo>
                  <a:lnTo>
                    <a:pt x="7" y="95"/>
                  </a:lnTo>
                  <a:lnTo>
                    <a:pt x="5" y="93"/>
                  </a:lnTo>
                  <a:lnTo>
                    <a:pt x="8" y="91"/>
                  </a:lnTo>
                  <a:lnTo>
                    <a:pt x="9" y="91"/>
                  </a:lnTo>
                  <a:lnTo>
                    <a:pt x="13" y="85"/>
                  </a:lnTo>
                  <a:lnTo>
                    <a:pt x="15" y="83"/>
                  </a:lnTo>
                  <a:lnTo>
                    <a:pt x="13" y="81"/>
                  </a:lnTo>
                  <a:lnTo>
                    <a:pt x="13" y="79"/>
                  </a:lnTo>
                  <a:lnTo>
                    <a:pt x="16" y="77"/>
                  </a:lnTo>
                  <a:lnTo>
                    <a:pt x="19" y="77"/>
                  </a:lnTo>
                  <a:lnTo>
                    <a:pt x="20" y="77"/>
                  </a:lnTo>
                  <a:lnTo>
                    <a:pt x="23" y="76"/>
                  </a:lnTo>
                  <a:lnTo>
                    <a:pt x="24" y="76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25"/>
                  </a:lnTo>
                  <a:lnTo>
                    <a:pt x="34" y="24"/>
                  </a:lnTo>
                  <a:lnTo>
                    <a:pt x="34" y="1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9" name="Freeform 438"/>
            <p:cNvSpPr>
              <a:spLocks/>
            </p:cNvSpPr>
            <p:nvPr/>
          </p:nvSpPr>
          <p:spPr bwMode="auto">
            <a:xfrm>
              <a:off x="6770211" y="3898682"/>
              <a:ext cx="459333" cy="347672"/>
            </a:xfrm>
            <a:custGeom>
              <a:avLst/>
              <a:gdLst>
                <a:gd name="T0" fmla="*/ 54 w 181"/>
                <a:gd name="T1" fmla="*/ 2 h 137"/>
                <a:gd name="T2" fmla="*/ 63 w 181"/>
                <a:gd name="T3" fmla="*/ 2 h 137"/>
                <a:gd name="T4" fmla="*/ 67 w 181"/>
                <a:gd name="T5" fmla="*/ 2 h 137"/>
                <a:gd name="T6" fmla="*/ 73 w 181"/>
                <a:gd name="T7" fmla="*/ 5 h 137"/>
                <a:gd name="T8" fmla="*/ 80 w 181"/>
                <a:gd name="T9" fmla="*/ 6 h 137"/>
                <a:gd name="T10" fmla="*/ 86 w 181"/>
                <a:gd name="T11" fmla="*/ 13 h 137"/>
                <a:gd name="T12" fmla="*/ 93 w 181"/>
                <a:gd name="T13" fmla="*/ 14 h 137"/>
                <a:gd name="T14" fmla="*/ 100 w 181"/>
                <a:gd name="T15" fmla="*/ 21 h 137"/>
                <a:gd name="T16" fmla="*/ 105 w 181"/>
                <a:gd name="T17" fmla="*/ 26 h 137"/>
                <a:gd name="T18" fmla="*/ 110 w 181"/>
                <a:gd name="T19" fmla="*/ 31 h 137"/>
                <a:gd name="T20" fmla="*/ 106 w 181"/>
                <a:gd name="T21" fmla="*/ 38 h 137"/>
                <a:gd name="T22" fmla="*/ 105 w 181"/>
                <a:gd name="T23" fmla="*/ 44 h 137"/>
                <a:gd name="T24" fmla="*/ 109 w 181"/>
                <a:gd name="T25" fmla="*/ 48 h 137"/>
                <a:gd name="T26" fmla="*/ 117 w 181"/>
                <a:gd name="T27" fmla="*/ 47 h 137"/>
                <a:gd name="T28" fmla="*/ 119 w 181"/>
                <a:gd name="T29" fmla="*/ 60 h 137"/>
                <a:gd name="T30" fmla="*/ 123 w 181"/>
                <a:gd name="T31" fmla="*/ 68 h 137"/>
                <a:gd name="T32" fmla="*/ 165 w 181"/>
                <a:gd name="T33" fmla="*/ 83 h 137"/>
                <a:gd name="T34" fmla="*/ 136 w 181"/>
                <a:gd name="T35" fmla="*/ 118 h 137"/>
                <a:gd name="T36" fmla="*/ 125 w 181"/>
                <a:gd name="T37" fmla="*/ 121 h 137"/>
                <a:gd name="T38" fmla="*/ 118 w 181"/>
                <a:gd name="T39" fmla="*/ 126 h 137"/>
                <a:gd name="T40" fmla="*/ 107 w 181"/>
                <a:gd name="T41" fmla="*/ 130 h 137"/>
                <a:gd name="T42" fmla="*/ 104 w 181"/>
                <a:gd name="T43" fmla="*/ 131 h 137"/>
                <a:gd name="T44" fmla="*/ 96 w 181"/>
                <a:gd name="T45" fmla="*/ 129 h 137"/>
                <a:gd name="T46" fmla="*/ 88 w 181"/>
                <a:gd name="T47" fmla="*/ 130 h 137"/>
                <a:gd name="T48" fmla="*/ 81 w 181"/>
                <a:gd name="T49" fmla="*/ 131 h 137"/>
                <a:gd name="T50" fmla="*/ 75 w 181"/>
                <a:gd name="T51" fmla="*/ 137 h 137"/>
                <a:gd name="T52" fmla="*/ 67 w 181"/>
                <a:gd name="T53" fmla="*/ 135 h 137"/>
                <a:gd name="T54" fmla="*/ 59 w 181"/>
                <a:gd name="T55" fmla="*/ 133 h 137"/>
                <a:gd name="T56" fmla="*/ 48 w 181"/>
                <a:gd name="T57" fmla="*/ 125 h 137"/>
                <a:gd name="T58" fmla="*/ 38 w 181"/>
                <a:gd name="T59" fmla="*/ 125 h 137"/>
                <a:gd name="T60" fmla="*/ 32 w 181"/>
                <a:gd name="T61" fmla="*/ 115 h 137"/>
                <a:gd name="T62" fmla="*/ 27 w 181"/>
                <a:gd name="T63" fmla="*/ 113 h 137"/>
                <a:gd name="T64" fmla="*/ 25 w 181"/>
                <a:gd name="T65" fmla="*/ 109 h 137"/>
                <a:gd name="T66" fmla="*/ 21 w 181"/>
                <a:gd name="T67" fmla="*/ 100 h 137"/>
                <a:gd name="T68" fmla="*/ 17 w 181"/>
                <a:gd name="T69" fmla="*/ 97 h 137"/>
                <a:gd name="T70" fmla="*/ 13 w 181"/>
                <a:gd name="T71" fmla="*/ 92 h 137"/>
                <a:gd name="T72" fmla="*/ 9 w 181"/>
                <a:gd name="T73" fmla="*/ 87 h 137"/>
                <a:gd name="T74" fmla="*/ 1 w 181"/>
                <a:gd name="T75" fmla="*/ 85 h 137"/>
                <a:gd name="T76" fmla="*/ 3 w 181"/>
                <a:gd name="T77" fmla="*/ 80 h 137"/>
                <a:gd name="T78" fmla="*/ 7 w 181"/>
                <a:gd name="T79" fmla="*/ 77 h 137"/>
                <a:gd name="T80" fmla="*/ 11 w 181"/>
                <a:gd name="T81" fmla="*/ 77 h 137"/>
                <a:gd name="T82" fmla="*/ 13 w 181"/>
                <a:gd name="T83" fmla="*/ 65 h 137"/>
                <a:gd name="T84" fmla="*/ 15 w 181"/>
                <a:gd name="T85" fmla="*/ 58 h 137"/>
                <a:gd name="T86" fmla="*/ 18 w 181"/>
                <a:gd name="T87" fmla="*/ 50 h 137"/>
                <a:gd name="T88" fmla="*/ 21 w 181"/>
                <a:gd name="T89" fmla="*/ 48 h 137"/>
                <a:gd name="T90" fmla="*/ 28 w 181"/>
                <a:gd name="T91" fmla="*/ 34 h 137"/>
                <a:gd name="T92" fmla="*/ 31 w 181"/>
                <a:gd name="T93" fmla="*/ 26 h 137"/>
                <a:gd name="T94" fmla="*/ 36 w 181"/>
                <a:gd name="T95" fmla="*/ 21 h 137"/>
                <a:gd name="T96" fmla="*/ 40 w 181"/>
                <a:gd name="T97" fmla="*/ 8 h 137"/>
                <a:gd name="T98" fmla="*/ 46 w 181"/>
                <a:gd name="T99" fmla="*/ 8 h 137"/>
                <a:gd name="T100" fmla="*/ 51 w 181"/>
                <a:gd name="T101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1" h="137">
                  <a:moveTo>
                    <a:pt x="51" y="0"/>
                  </a:moveTo>
                  <a:lnTo>
                    <a:pt x="52" y="1"/>
                  </a:lnTo>
                  <a:lnTo>
                    <a:pt x="54" y="2"/>
                  </a:lnTo>
                  <a:lnTo>
                    <a:pt x="57" y="4"/>
                  </a:lnTo>
                  <a:lnTo>
                    <a:pt x="60" y="4"/>
                  </a:lnTo>
                  <a:lnTo>
                    <a:pt x="63" y="2"/>
                  </a:lnTo>
                  <a:lnTo>
                    <a:pt x="64" y="1"/>
                  </a:lnTo>
                  <a:lnTo>
                    <a:pt x="67" y="2"/>
                  </a:lnTo>
                  <a:lnTo>
                    <a:pt x="67" y="2"/>
                  </a:lnTo>
                  <a:lnTo>
                    <a:pt x="69" y="2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5" y="4"/>
                  </a:lnTo>
                  <a:lnTo>
                    <a:pt x="77" y="5"/>
                  </a:lnTo>
                  <a:lnTo>
                    <a:pt x="80" y="6"/>
                  </a:lnTo>
                  <a:lnTo>
                    <a:pt x="81" y="6"/>
                  </a:lnTo>
                  <a:lnTo>
                    <a:pt x="85" y="10"/>
                  </a:lnTo>
                  <a:lnTo>
                    <a:pt x="86" y="13"/>
                  </a:lnTo>
                  <a:lnTo>
                    <a:pt x="90" y="13"/>
                  </a:lnTo>
                  <a:lnTo>
                    <a:pt x="90" y="14"/>
                  </a:lnTo>
                  <a:lnTo>
                    <a:pt x="93" y="14"/>
                  </a:lnTo>
                  <a:lnTo>
                    <a:pt x="93" y="15"/>
                  </a:lnTo>
                  <a:lnTo>
                    <a:pt x="96" y="17"/>
                  </a:lnTo>
                  <a:lnTo>
                    <a:pt x="100" y="21"/>
                  </a:lnTo>
                  <a:lnTo>
                    <a:pt x="102" y="21"/>
                  </a:lnTo>
                  <a:lnTo>
                    <a:pt x="104" y="23"/>
                  </a:lnTo>
                  <a:lnTo>
                    <a:pt x="105" y="26"/>
                  </a:lnTo>
                  <a:lnTo>
                    <a:pt x="105" y="27"/>
                  </a:lnTo>
                  <a:lnTo>
                    <a:pt x="106" y="27"/>
                  </a:lnTo>
                  <a:lnTo>
                    <a:pt x="110" y="31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6" y="38"/>
                  </a:lnTo>
                  <a:lnTo>
                    <a:pt x="106" y="40"/>
                  </a:lnTo>
                  <a:lnTo>
                    <a:pt x="105" y="43"/>
                  </a:lnTo>
                  <a:lnTo>
                    <a:pt x="105" y="44"/>
                  </a:lnTo>
                  <a:lnTo>
                    <a:pt x="104" y="47"/>
                  </a:lnTo>
                  <a:lnTo>
                    <a:pt x="105" y="48"/>
                  </a:lnTo>
                  <a:lnTo>
                    <a:pt x="109" y="48"/>
                  </a:lnTo>
                  <a:lnTo>
                    <a:pt x="111" y="47"/>
                  </a:lnTo>
                  <a:lnTo>
                    <a:pt x="115" y="46"/>
                  </a:lnTo>
                  <a:lnTo>
                    <a:pt x="117" y="47"/>
                  </a:lnTo>
                  <a:lnTo>
                    <a:pt x="117" y="48"/>
                  </a:lnTo>
                  <a:lnTo>
                    <a:pt x="117" y="54"/>
                  </a:lnTo>
                  <a:lnTo>
                    <a:pt x="119" y="60"/>
                  </a:lnTo>
                  <a:lnTo>
                    <a:pt x="122" y="62"/>
                  </a:lnTo>
                  <a:lnTo>
                    <a:pt x="122" y="64"/>
                  </a:lnTo>
                  <a:lnTo>
                    <a:pt x="123" y="68"/>
                  </a:lnTo>
                  <a:lnTo>
                    <a:pt x="127" y="69"/>
                  </a:lnTo>
                  <a:lnTo>
                    <a:pt x="131" y="72"/>
                  </a:lnTo>
                  <a:lnTo>
                    <a:pt x="165" y="83"/>
                  </a:lnTo>
                  <a:lnTo>
                    <a:pt x="181" y="83"/>
                  </a:lnTo>
                  <a:lnTo>
                    <a:pt x="143" y="119"/>
                  </a:lnTo>
                  <a:lnTo>
                    <a:pt x="136" y="118"/>
                  </a:lnTo>
                  <a:lnTo>
                    <a:pt x="129" y="119"/>
                  </a:lnTo>
                  <a:lnTo>
                    <a:pt x="127" y="121"/>
                  </a:lnTo>
                  <a:lnTo>
                    <a:pt x="125" y="121"/>
                  </a:lnTo>
                  <a:lnTo>
                    <a:pt x="122" y="122"/>
                  </a:lnTo>
                  <a:lnTo>
                    <a:pt x="121" y="125"/>
                  </a:lnTo>
                  <a:lnTo>
                    <a:pt x="118" y="126"/>
                  </a:lnTo>
                  <a:lnTo>
                    <a:pt x="115" y="127"/>
                  </a:lnTo>
                  <a:lnTo>
                    <a:pt x="111" y="129"/>
                  </a:lnTo>
                  <a:lnTo>
                    <a:pt x="107" y="130"/>
                  </a:lnTo>
                  <a:lnTo>
                    <a:pt x="107" y="131"/>
                  </a:lnTo>
                  <a:lnTo>
                    <a:pt x="106" y="131"/>
                  </a:lnTo>
                  <a:lnTo>
                    <a:pt x="104" y="131"/>
                  </a:lnTo>
                  <a:lnTo>
                    <a:pt x="100" y="133"/>
                  </a:lnTo>
                  <a:lnTo>
                    <a:pt x="97" y="131"/>
                  </a:lnTo>
                  <a:lnTo>
                    <a:pt x="96" y="129"/>
                  </a:lnTo>
                  <a:lnTo>
                    <a:pt x="94" y="127"/>
                  </a:lnTo>
                  <a:lnTo>
                    <a:pt x="89" y="129"/>
                  </a:lnTo>
                  <a:lnTo>
                    <a:pt x="88" y="130"/>
                  </a:lnTo>
                  <a:lnTo>
                    <a:pt x="85" y="130"/>
                  </a:lnTo>
                  <a:lnTo>
                    <a:pt x="82" y="130"/>
                  </a:lnTo>
                  <a:lnTo>
                    <a:pt x="81" y="131"/>
                  </a:lnTo>
                  <a:lnTo>
                    <a:pt x="79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2" y="137"/>
                  </a:lnTo>
                  <a:lnTo>
                    <a:pt x="69" y="137"/>
                  </a:lnTo>
                  <a:lnTo>
                    <a:pt x="67" y="135"/>
                  </a:lnTo>
                  <a:lnTo>
                    <a:pt x="63" y="135"/>
                  </a:lnTo>
                  <a:lnTo>
                    <a:pt x="60" y="135"/>
                  </a:lnTo>
                  <a:lnTo>
                    <a:pt x="59" y="133"/>
                  </a:lnTo>
                  <a:lnTo>
                    <a:pt x="56" y="130"/>
                  </a:lnTo>
                  <a:lnTo>
                    <a:pt x="51" y="126"/>
                  </a:lnTo>
                  <a:lnTo>
                    <a:pt x="48" y="125"/>
                  </a:lnTo>
                  <a:lnTo>
                    <a:pt x="43" y="125"/>
                  </a:lnTo>
                  <a:lnTo>
                    <a:pt x="40" y="125"/>
                  </a:lnTo>
                  <a:lnTo>
                    <a:pt x="38" y="125"/>
                  </a:lnTo>
                  <a:lnTo>
                    <a:pt x="35" y="125"/>
                  </a:lnTo>
                  <a:lnTo>
                    <a:pt x="32" y="122"/>
                  </a:lnTo>
                  <a:lnTo>
                    <a:pt x="32" y="115"/>
                  </a:lnTo>
                  <a:lnTo>
                    <a:pt x="31" y="114"/>
                  </a:lnTo>
                  <a:lnTo>
                    <a:pt x="28" y="115"/>
                  </a:lnTo>
                  <a:lnTo>
                    <a:pt x="27" y="113"/>
                  </a:lnTo>
                  <a:lnTo>
                    <a:pt x="27" y="114"/>
                  </a:lnTo>
                  <a:lnTo>
                    <a:pt x="26" y="110"/>
                  </a:lnTo>
                  <a:lnTo>
                    <a:pt x="25" y="109"/>
                  </a:lnTo>
                  <a:lnTo>
                    <a:pt x="25" y="104"/>
                  </a:lnTo>
                  <a:lnTo>
                    <a:pt x="22" y="102"/>
                  </a:lnTo>
                  <a:lnTo>
                    <a:pt x="21" y="100"/>
                  </a:lnTo>
                  <a:lnTo>
                    <a:pt x="19" y="98"/>
                  </a:lnTo>
                  <a:lnTo>
                    <a:pt x="18" y="98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14" y="96"/>
                  </a:lnTo>
                  <a:lnTo>
                    <a:pt x="13" y="92"/>
                  </a:lnTo>
                  <a:lnTo>
                    <a:pt x="11" y="90"/>
                  </a:lnTo>
                  <a:lnTo>
                    <a:pt x="11" y="89"/>
                  </a:lnTo>
                  <a:lnTo>
                    <a:pt x="9" y="87"/>
                  </a:lnTo>
                  <a:lnTo>
                    <a:pt x="7" y="85"/>
                  </a:lnTo>
                  <a:lnTo>
                    <a:pt x="2" y="85"/>
                  </a:lnTo>
                  <a:lnTo>
                    <a:pt x="1" y="85"/>
                  </a:lnTo>
                  <a:lnTo>
                    <a:pt x="0" y="84"/>
                  </a:lnTo>
                  <a:lnTo>
                    <a:pt x="2" y="81"/>
                  </a:lnTo>
                  <a:lnTo>
                    <a:pt x="3" y="80"/>
                  </a:lnTo>
                  <a:lnTo>
                    <a:pt x="3" y="77"/>
                  </a:lnTo>
                  <a:lnTo>
                    <a:pt x="6" y="79"/>
                  </a:lnTo>
                  <a:lnTo>
                    <a:pt x="7" y="77"/>
                  </a:lnTo>
                  <a:lnTo>
                    <a:pt x="9" y="79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3" y="76"/>
                  </a:lnTo>
                  <a:lnTo>
                    <a:pt x="13" y="71"/>
                  </a:lnTo>
                  <a:lnTo>
                    <a:pt x="13" y="65"/>
                  </a:lnTo>
                  <a:lnTo>
                    <a:pt x="14" y="63"/>
                  </a:lnTo>
                  <a:lnTo>
                    <a:pt x="15" y="60"/>
                  </a:lnTo>
                  <a:lnTo>
                    <a:pt x="15" y="58"/>
                  </a:lnTo>
                  <a:lnTo>
                    <a:pt x="15" y="56"/>
                  </a:lnTo>
                  <a:lnTo>
                    <a:pt x="15" y="54"/>
                  </a:lnTo>
                  <a:lnTo>
                    <a:pt x="18" y="50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3" y="40"/>
                  </a:lnTo>
                  <a:lnTo>
                    <a:pt x="25" y="37"/>
                  </a:lnTo>
                  <a:lnTo>
                    <a:pt x="28" y="34"/>
                  </a:lnTo>
                  <a:lnTo>
                    <a:pt x="28" y="33"/>
                  </a:lnTo>
                  <a:lnTo>
                    <a:pt x="31" y="27"/>
                  </a:lnTo>
                  <a:lnTo>
                    <a:pt x="31" y="26"/>
                  </a:lnTo>
                  <a:lnTo>
                    <a:pt x="34" y="25"/>
                  </a:lnTo>
                  <a:lnTo>
                    <a:pt x="35" y="25"/>
                  </a:lnTo>
                  <a:lnTo>
                    <a:pt x="36" y="21"/>
                  </a:lnTo>
                  <a:lnTo>
                    <a:pt x="39" y="15"/>
                  </a:lnTo>
                  <a:lnTo>
                    <a:pt x="39" y="12"/>
                  </a:lnTo>
                  <a:lnTo>
                    <a:pt x="40" y="8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0" name="Freeform 439"/>
            <p:cNvSpPr>
              <a:spLocks/>
            </p:cNvSpPr>
            <p:nvPr/>
          </p:nvSpPr>
          <p:spPr bwMode="auto">
            <a:xfrm>
              <a:off x="6869184" y="3802248"/>
              <a:ext cx="200483" cy="175105"/>
            </a:xfrm>
            <a:custGeom>
              <a:avLst/>
              <a:gdLst>
                <a:gd name="T0" fmla="*/ 24 w 79"/>
                <a:gd name="T1" fmla="*/ 0 h 69"/>
                <a:gd name="T2" fmla="*/ 30 w 79"/>
                <a:gd name="T3" fmla="*/ 15 h 69"/>
                <a:gd name="T4" fmla="*/ 33 w 79"/>
                <a:gd name="T5" fmla="*/ 25 h 69"/>
                <a:gd name="T6" fmla="*/ 34 w 79"/>
                <a:gd name="T7" fmla="*/ 28 h 69"/>
                <a:gd name="T8" fmla="*/ 37 w 79"/>
                <a:gd name="T9" fmla="*/ 31 h 69"/>
                <a:gd name="T10" fmla="*/ 40 w 79"/>
                <a:gd name="T11" fmla="*/ 35 h 69"/>
                <a:gd name="T12" fmla="*/ 38 w 79"/>
                <a:gd name="T13" fmla="*/ 32 h 69"/>
                <a:gd name="T14" fmla="*/ 40 w 79"/>
                <a:gd name="T15" fmla="*/ 30 h 69"/>
                <a:gd name="T16" fmla="*/ 41 w 79"/>
                <a:gd name="T17" fmla="*/ 34 h 69"/>
                <a:gd name="T18" fmla="*/ 45 w 79"/>
                <a:gd name="T19" fmla="*/ 38 h 69"/>
                <a:gd name="T20" fmla="*/ 47 w 79"/>
                <a:gd name="T21" fmla="*/ 36 h 69"/>
                <a:gd name="T22" fmla="*/ 50 w 79"/>
                <a:gd name="T23" fmla="*/ 36 h 69"/>
                <a:gd name="T24" fmla="*/ 53 w 79"/>
                <a:gd name="T25" fmla="*/ 40 h 69"/>
                <a:gd name="T26" fmla="*/ 57 w 79"/>
                <a:gd name="T27" fmla="*/ 43 h 69"/>
                <a:gd name="T28" fmla="*/ 62 w 79"/>
                <a:gd name="T29" fmla="*/ 50 h 69"/>
                <a:gd name="T30" fmla="*/ 67 w 79"/>
                <a:gd name="T31" fmla="*/ 53 h 69"/>
                <a:gd name="T32" fmla="*/ 67 w 79"/>
                <a:gd name="T33" fmla="*/ 52 h 69"/>
                <a:gd name="T34" fmla="*/ 71 w 79"/>
                <a:gd name="T35" fmla="*/ 59 h 69"/>
                <a:gd name="T36" fmla="*/ 74 w 79"/>
                <a:gd name="T37" fmla="*/ 61 h 69"/>
                <a:gd name="T38" fmla="*/ 74 w 79"/>
                <a:gd name="T39" fmla="*/ 64 h 69"/>
                <a:gd name="T40" fmla="*/ 76 w 79"/>
                <a:gd name="T41" fmla="*/ 65 h 69"/>
                <a:gd name="T42" fmla="*/ 78 w 79"/>
                <a:gd name="T43" fmla="*/ 65 h 69"/>
                <a:gd name="T44" fmla="*/ 76 w 79"/>
                <a:gd name="T45" fmla="*/ 68 h 69"/>
                <a:gd name="T46" fmla="*/ 74 w 79"/>
                <a:gd name="T47" fmla="*/ 69 h 69"/>
                <a:gd name="T48" fmla="*/ 67 w 79"/>
                <a:gd name="T49" fmla="*/ 65 h 69"/>
                <a:gd name="T50" fmla="*/ 66 w 79"/>
                <a:gd name="T51" fmla="*/ 64 h 69"/>
                <a:gd name="T52" fmla="*/ 63 w 79"/>
                <a:gd name="T53" fmla="*/ 59 h 69"/>
                <a:gd name="T54" fmla="*/ 57 w 79"/>
                <a:gd name="T55" fmla="*/ 55 h 69"/>
                <a:gd name="T56" fmla="*/ 54 w 79"/>
                <a:gd name="T57" fmla="*/ 52 h 69"/>
                <a:gd name="T58" fmla="*/ 51 w 79"/>
                <a:gd name="T59" fmla="*/ 51 h 69"/>
                <a:gd name="T60" fmla="*/ 46 w 79"/>
                <a:gd name="T61" fmla="*/ 48 h 69"/>
                <a:gd name="T62" fmla="*/ 41 w 79"/>
                <a:gd name="T63" fmla="*/ 44 h 69"/>
                <a:gd name="T64" fmla="*/ 36 w 79"/>
                <a:gd name="T65" fmla="*/ 42 h 69"/>
                <a:gd name="T66" fmla="*/ 34 w 79"/>
                <a:gd name="T67" fmla="*/ 43 h 69"/>
                <a:gd name="T68" fmla="*/ 28 w 79"/>
                <a:gd name="T69" fmla="*/ 40 h 69"/>
                <a:gd name="T70" fmla="*/ 25 w 79"/>
                <a:gd name="T71" fmla="*/ 39 h 69"/>
                <a:gd name="T72" fmla="*/ 21 w 79"/>
                <a:gd name="T73" fmla="*/ 42 h 69"/>
                <a:gd name="T74" fmla="*/ 15 w 79"/>
                <a:gd name="T75" fmla="*/ 40 h 69"/>
                <a:gd name="T76" fmla="*/ 12 w 79"/>
                <a:gd name="T77" fmla="*/ 38 h 69"/>
                <a:gd name="T78" fmla="*/ 7 w 79"/>
                <a:gd name="T79" fmla="*/ 44 h 69"/>
                <a:gd name="T80" fmla="*/ 4 w 79"/>
                <a:gd name="T81" fmla="*/ 46 h 69"/>
                <a:gd name="T82" fmla="*/ 1 w 79"/>
                <a:gd name="T83" fmla="*/ 43 h 69"/>
                <a:gd name="T84" fmla="*/ 0 w 79"/>
                <a:gd name="T85" fmla="*/ 35 h 69"/>
                <a:gd name="T86" fmla="*/ 1 w 79"/>
                <a:gd name="T87" fmla="*/ 31 h 69"/>
                <a:gd name="T88" fmla="*/ 4 w 79"/>
                <a:gd name="T89" fmla="*/ 23 h 69"/>
                <a:gd name="T90" fmla="*/ 7 w 79"/>
                <a:gd name="T91" fmla="*/ 18 h 69"/>
                <a:gd name="T92" fmla="*/ 4 w 79"/>
                <a:gd name="T93" fmla="*/ 17 h 69"/>
                <a:gd name="T94" fmla="*/ 5 w 79"/>
                <a:gd name="T95" fmla="*/ 11 h 69"/>
                <a:gd name="T96" fmla="*/ 11 w 79"/>
                <a:gd name="T97" fmla="*/ 10 h 69"/>
                <a:gd name="T98" fmla="*/ 11 w 79"/>
                <a:gd name="T99" fmla="*/ 7 h 69"/>
                <a:gd name="T100" fmla="*/ 13 w 79"/>
                <a:gd name="T101" fmla="*/ 6 h 69"/>
                <a:gd name="T102" fmla="*/ 17 w 79"/>
                <a:gd name="T103" fmla="*/ 5 h 69"/>
                <a:gd name="T104" fmla="*/ 20 w 79"/>
                <a:gd name="T105" fmla="*/ 3 h 69"/>
                <a:gd name="T106" fmla="*/ 22 w 79"/>
                <a:gd name="T10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9" h="69">
                  <a:moveTo>
                    <a:pt x="22" y="0"/>
                  </a:moveTo>
                  <a:lnTo>
                    <a:pt x="24" y="0"/>
                  </a:lnTo>
                  <a:lnTo>
                    <a:pt x="26" y="2"/>
                  </a:lnTo>
                  <a:lnTo>
                    <a:pt x="30" y="15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6" y="28"/>
                  </a:lnTo>
                  <a:lnTo>
                    <a:pt x="37" y="31"/>
                  </a:lnTo>
                  <a:lnTo>
                    <a:pt x="37" y="35"/>
                  </a:lnTo>
                  <a:lnTo>
                    <a:pt x="40" y="35"/>
                  </a:lnTo>
                  <a:lnTo>
                    <a:pt x="40" y="32"/>
                  </a:lnTo>
                  <a:lnTo>
                    <a:pt x="38" y="32"/>
                  </a:lnTo>
                  <a:lnTo>
                    <a:pt x="38" y="30"/>
                  </a:lnTo>
                  <a:lnTo>
                    <a:pt x="40" y="30"/>
                  </a:lnTo>
                  <a:lnTo>
                    <a:pt x="42" y="32"/>
                  </a:lnTo>
                  <a:lnTo>
                    <a:pt x="41" y="34"/>
                  </a:lnTo>
                  <a:lnTo>
                    <a:pt x="43" y="36"/>
                  </a:lnTo>
                  <a:lnTo>
                    <a:pt x="45" y="38"/>
                  </a:lnTo>
                  <a:lnTo>
                    <a:pt x="46" y="38"/>
                  </a:lnTo>
                  <a:lnTo>
                    <a:pt x="47" y="36"/>
                  </a:lnTo>
                  <a:lnTo>
                    <a:pt x="47" y="38"/>
                  </a:lnTo>
                  <a:lnTo>
                    <a:pt x="50" y="36"/>
                  </a:lnTo>
                  <a:lnTo>
                    <a:pt x="51" y="39"/>
                  </a:lnTo>
                  <a:lnTo>
                    <a:pt x="53" y="40"/>
                  </a:lnTo>
                  <a:lnTo>
                    <a:pt x="57" y="42"/>
                  </a:lnTo>
                  <a:lnTo>
                    <a:pt x="57" y="43"/>
                  </a:lnTo>
                  <a:lnTo>
                    <a:pt x="61" y="47"/>
                  </a:lnTo>
                  <a:lnTo>
                    <a:pt x="62" y="50"/>
                  </a:lnTo>
                  <a:lnTo>
                    <a:pt x="65" y="51"/>
                  </a:lnTo>
                  <a:lnTo>
                    <a:pt x="67" y="53"/>
                  </a:lnTo>
                  <a:lnTo>
                    <a:pt x="67" y="53"/>
                  </a:lnTo>
                  <a:lnTo>
                    <a:pt x="67" y="52"/>
                  </a:lnTo>
                  <a:lnTo>
                    <a:pt x="68" y="53"/>
                  </a:lnTo>
                  <a:lnTo>
                    <a:pt x="71" y="59"/>
                  </a:lnTo>
                  <a:lnTo>
                    <a:pt x="72" y="59"/>
                  </a:lnTo>
                  <a:lnTo>
                    <a:pt x="74" y="61"/>
                  </a:lnTo>
                  <a:lnTo>
                    <a:pt x="74" y="61"/>
                  </a:lnTo>
                  <a:lnTo>
                    <a:pt x="74" y="64"/>
                  </a:lnTo>
                  <a:lnTo>
                    <a:pt x="75" y="64"/>
                  </a:lnTo>
                  <a:lnTo>
                    <a:pt x="76" y="65"/>
                  </a:lnTo>
                  <a:lnTo>
                    <a:pt x="78" y="64"/>
                  </a:lnTo>
                  <a:lnTo>
                    <a:pt x="78" y="65"/>
                  </a:lnTo>
                  <a:lnTo>
                    <a:pt x="79" y="65"/>
                  </a:lnTo>
                  <a:lnTo>
                    <a:pt x="76" y="68"/>
                  </a:lnTo>
                  <a:lnTo>
                    <a:pt x="75" y="68"/>
                  </a:lnTo>
                  <a:lnTo>
                    <a:pt x="74" y="69"/>
                  </a:lnTo>
                  <a:lnTo>
                    <a:pt x="71" y="69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6" y="64"/>
                  </a:lnTo>
                  <a:lnTo>
                    <a:pt x="65" y="61"/>
                  </a:lnTo>
                  <a:lnTo>
                    <a:pt x="63" y="59"/>
                  </a:lnTo>
                  <a:lnTo>
                    <a:pt x="61" y="59"/>
                  </a:lnTo>
                  <a:lnTo>
                    <a:pt x="57" y="55"/>
                  </a:lnTo>
                  <a:lnTo>
                    <a:pt x="54" y="53"/>
                  </a:lnTo>
                  <a:lnTo>
                    <a:pt x="54" y="52"/>
                  </a:lnTo>
                  <a:lnTo>
                    <a:pt x="51" y="52"/>
                  </a:lnTo>
                  <a:lnTo>
                    <a:pt x="51" y="51"/>
                  </a:lnTo>
                  <a:lnTo>
                    <a:pt x="47" y="51"/>
                  </a:lnTo>
                  <a:lnTo>
                    <a:pt x="46" y="48"/>
                  </a:lnTo>
                  <a:lnTo>
                    <a:pt x="42" y="44"/>
                  </a:lnTo>
                  <a:lnTo>
                    <a:pt x="41" y="44"/>
                  </a:lnTo>
                  <a:lnTo>
                    <a:pt x="38" y="43"/>
                  </a:lnTo>
                  <a:lnTo>
                    <a:pt x="36" y="42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0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5" y="39"/>
                  </a:lnTo>
                  <a:lnTo>
                    <a:pt x="24" y="40"/>
                  </a:lnTo>
                  <a:lnTo>
                    <a:pt x="21" y="42"/>
                  </a:lnTo>
                  <a:lnTo>
                    <a:pt x="18" y="42"/>
                  </a:lnTo>
                  <a:lnTo>
                    <a:pt x="15" y="40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9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4" y="46"/>
                  </a:lnTo>
                  <a:lnTo>
                    <a:pt x="1" y="46"/>
                  </a:lnTo>
                  <a:lnTo>
                    <a:pt x="1" y="43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1" y="34"/>
                  </a:lnTo>
                  <a:lnTo>
                    <a:pt x="1" y="31"/>
                  </a:lnTo>
                  <a:lnTo>
                    <a:pt x="3" y="28"/>
                  </a:lnTo>
                  <a:lnTo>
                    <a:pt x="4" y="23"/>
                  </a:lnTo>
                  <a:lnTo>
                    <a:pt x="5" y="19"/>
                  </a:lnTo>
                  <a:lnTo>
                    <a:pt x="7" y="18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20" y="3"/>
                  </a:lnTo>
                  <a:lnTo>
                    <a:pt x="21" y="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1" name="Freeform 440"/>
            <p:cNvSpPr>
              <a:spLocks/>
            </p:cNvSpPr>
            <p:nvPr/>
          </p:nvSpPr>
          <p:spPr bwMode="auto">
            <a:xfrm>
              <a:off x="7034136" y="3967201"/>
              <a:ext cx="45679" cy="53293"/>
            </a:xfrm>
            <a:custGeom>
              <a:avLst/>
              <a:gdLst>
                <a:gd name="T0" fmla="*/ 14 w 18"/>
                <a:gd name="T1" fmla="*/ 0 h 21"/>
                <a:gd name="T2" fmla="*/ 14 w 18"/>
                <a:gd name="T3" fmla="*/ 0 h 21"/>
                <a:gd name="T4" fmla="*/ 14 w 18"/>
                <a:gd name="T5" fmla="*/ 0 h 21"/>
                <a:gd name="T6" fmla="*/ 17 w 18"/>
                <a:gd name="T7" fmla="*/ 3 h 21"/>
                <a:gd name="T8" fmla="*/ 17 w 18"/>
                <a:gd name="T9" fmla="*/ 3 h 21"/>
                <a:gd name="T10" fmla="*/ 17 w 18"/>
                <a:gd name="T11" fmla="*/ 4 h 21"/>
                <a:gd name="T12" fmla="*/ 18 w 18"/>
                <a:gd name="T13" fmla="*/ 8 h 21"/>
                <a:gd name="T14" fmla="*/ 17 w 18"/>
                <a:gd name="T15" fmla="*/ 8 h 21"/>
                <a:gd name="T16" fmla="*/ 14 w 18"/>
                <a:gd name="T17" fmla="*/ 11 h 21"/>
                <a:gd name="T18" fmla="*/ 13 w 18"/>
                <a:gd name="T19" fmla="*/ 11 h 21"/>
                <a:gd name="T20" fmla="*/ 11 w 18"/>
                <a:gd name="T21" fmla="*/ 13 h 21"/>
                <a:gd name="T22" fmla="*/ 9 w 18"/>
                <a:gd name="T23" fmla="*/ 13 h 21"/>
                <a:gd name="T24" fmla="*/ 10 w 18"/>
                <a:gd name="T25" fmla="*/ 15 h 21"/>
                <a:gd name="T26" fmla="*/ 10 w 18"/>
                <a:gd name="T27" fmla="*/ 15 h 21"/>
                <a:gd name="T28" fmla="*/ 13 w 18"/>
                <a:gd name="T29" fmla="*/ 15 h 21"/>
                <a:gd name="T30" fmla="*/ 15 w 18"/>
                <a:gd name="T31" fmla="*/ 13 h 21"/>
                <a:gd name="T32" fmla="*/ 15 w 18"/>
                <a:gd name="T33" fmla="*/ 15 h 21"/>
                <a:gd name="T34" fmla="*/ 13 w 18"/>
                <a:gd name="T35" fmla="*/ 20 h 21"/>
                <a:gd name="T36" fmla="*/ 13 w 18"/>
                <a:gd name="T37" fmla="*/ 20 h 21"/>
                <a:gd name="T38" fmla="*/ 11 w 18"/>
                <a:gd name="T39" fmla="*/ 19 h 21"/>
                <a:gd name="T40" fmla="*/ 7 w 18"/>
                <a:gd name="T41" fmla="*/ 20 h 21"/>
                <a:gd name="T42" fmla="*/ 5 w 18"/>
                <a:gd name="T43" fmla="*/ 21 h 21"/>
                <a:gd name="T44" fmla="*/ 1 w 18"/>
                <a:gd name="T45" fmla="*/ 21 h 21"/>
                <a:gd name="T46" fmla="*/ 0 w 18"/>
                <a:gd name="T47" fmla="*/ 20 h 21"/>
                <a:gd name="T48" fmla="*/ 1 w 18"/>
                <a:gd name="T49" fmla="*/ 17 h 21"/>
                <a:gd name="T50" fmla="*/ 1 w 18"/>
                <a:gd name="T51" fmla="*/ 16 h 21"/>
                <a:gd name="T52" fmla="*/ 2 w 18"/>
                <a:gd name="T53" fmla="*/ 13 h 21"/>
                <a:gd name="T54" fmla="*/ 2 w 18"/>
                <a:gd name="T55" fmla="*/ 11 h 21"/>
                <a:gd name="T56" fmla="*/ 3 w 18"/>
                <a:gd name="T57" fmla="*/ 8 h 21"/>
                <a:gd name="T58" fmla="*/ 3 w 18"/>
                <a:gd name="T59" fmla="*/ 6 h 21"/>
                <a:gd name="T60" fmla="*/ 9 w 18"/>
                <a:gd name="T61" fmla="*/ 4 h 21"/>
                <a:gd name="T62" fmla="*/ 10 w 18"/>
                <a:gd name="T63" fmla="*/ 3 h 21"/>
                <a:gd name="T64" fmla="*/ 11 w 18"/>
                <a:gd name="T65" fmla="*/ 3 h 21"/>
                <a:gd name="T66" fmla="*/ 14 w 18"/>
                <a:gd name="T6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1">
                  <a:moveTo>
                    <a:pt x="14" y="0"/>
                  </a:moveTo>
                  <a:lnTo>
                    <a:pt x="14" y="0"/>
                  </a:lnTo>
                  <a:lnTo>
                    <a:pt x="14" y="0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9" y="13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3" y="15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1" y="19"/>
                  </a:lnTo>
                  <a:lnTo>
                    <a:pt x="7" y="20"/>
                  </a:lnTo>
                  <a:lnTo>
                    <a:pt x="5" y="21"/>
                  </a:lnTo>
                  <a:lnTo>
                    <a:pt x="1" y="21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3" y="8"/>
                  </a:lnTo>
                  <a:lnTo>
                    <a:pt x="3" y="6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2" name="Freeform 441"/>
            <p:cNvSpPr>
              <a:spLocks/>
            </p:cNvSpPr>
            <p:nvPr/>
          </p:nvSpPr>
          <p:spPr bwMode="auto">
            <a:xfrm>
              <a:off x="7013834" y="3992578"/>
              <a:ext cx="307068" cy="406039"/>
            </a:xfrm>
            <a:custGeom>
              <a:avLst/>
              <a:gdLst>
                <a:gd name="T0" fmla="*/ 118 w 121"/>
                <a:gd name="T1" fmla="*/ 1 h 160"/>
                <a:gd name="T2" fmla="*/ 119 w 121"/>
                <a:gd name="T3" fmla="*/ 3 h 160"/>
                <a:gd name="T4" fmla="*/ 118 w 121"/>
                <a:gd name="T5" fmla="*/ 7 h 160"/>
                <a:gd name="T6" fmla="*/ 119 w 121"/>
                <a:gd name="T7" fmla="*/ 10 h 160"/>
                <a:gd name="T8" fmla="*/ 118 w 121"/>
                <a:gd name="T9" fmla="*/ 15 h 160"/>
                <a:gd name="T10" fmla="*/ 119 w 121"/>
                <a:gd name="T11" fmla="*/ 18 h 160"/>
                <a:gd name="T12" fmla="*/ 121 w 121"/>
                <a:gd name="T13" fmla="*/ 19 h 160"/>
                <a:gd name="T14" fmla="*/ 118 w 121"/>
                <a:gd name="T15" fmla="*/ 19 h 160"/>
                <a:gd name="T16" fmla="*/ 117 w 121"/>
                <a:gd name="T17" fmla="*/ 25 h 160"/>
                <a:gd name="T18" fmla="*/ 116 w 121"/>
                <a:gd name="T19" fmla="*/ 31 h 160"/>
                <a:gd name="T20" fmla="*/ 108 w 121"/>
                <a:gd name="T21" fmla="*/ 46 h 160"/>
                <a:gd name="T22" fmla="*/ 104 w 121"/>
                <a:gd name="T23" fmla="*/ 50 h 160"/>
                <a:gd name="T24" fmla="*/ 96 w 121"/>
                <a:gd name="T25" fmla="*/ 65 h 160"/>
                <a:gd name="T26" fmla="*/ 92 w 121"/>
                <a:gd name="T27" fmla="*/ 77 h 160"/>
                <a:gd name="T28" fmla="*/ 79 w 121"/>
                <a:gd name="T29" fmla="*/ 94 h 160"/>
                <a:gd name="T30" fmla="*/ 54 w 121"/>
                <a:gd name="T31" fmla="*/ 118 h 160"/>
                <a:gd name="T32" fmla="*/ 42 w 121"/>
                <a:gd name="T33" fmla="*/ 125 h 160"/>
                <a:gd name="T34" fmla="*/ 26 w 121"/>
                <a:gd name="T35" fmla="*/ 140 h 160"/>
                <a:gd name="T36" fmla="*/ 22 w 121"/>
                <a:gd name="T37" fmla="*/ 143 h 160"/>
                <a:gd name="T38" fmla="*/ 8 w 121"/>
                <a:gd name="T39" fmla="*/ 159 h 160"/>
                <a:gd name="T40" fmla="*/ 0 w 121"/>
                <a:gd name="T41" fmla="*/ 105 h 160"/>
                <a:gd name="T42" fmla="*/ 11 w 121"/>
                <a:gd name="T43" fmla="*/ 94 h 160"/>
                <a:gd name="T44" fmla="*/ 19 w 121"/>
                <a:gd name="T45" fmla="*/ 90 h 160"/>
                <a:gd name="T46" fmla="*/ 26 w 121"/>
                <a:gd name="T47" fmla="*/ 85 h 160"/>
                <a:gd name="T48" fmla="*/ 33 w 121"/>
                <a:gd name="T49" fmla="*/ 82 h 160"/>
                <a:gd name="T50" fmla="*/ 85 w 121"/>
                <a:gd name="T51" fmla="*/ 46 h 160"/>
                <a:gd name="T52" fmla="*/ 31 w 121"/>
                <a:gd name="T53" fmla="*/ 32 h 160"/>
                <a:gd name="T54" fmla="*/ 26 w 121"/>
                <a:gd name="T55" fmla="*/ 25 h 160"/>
                <a:gd name="T56" fmla="*/ 21 w 121"/>
                <a:gd name="T57" fmla="*/ 11 h 160"/>
                <a:gd name="T58" fmla="*/ 25 w 121"/>
                <a:gd name="T59" fmla="*/ 6 h 160"/>
                <a:gd name="T60" fmla="*/ 34 w 121"/>
                <a:gd name="T61" fmla="*/ 17 h 160"/>
                <a:gd name="T62" fmla="*/ 40 w 121"/>
                <a:gd name="T63" fmla="*/ 21 h 160"/>
                <a:gd name="T64" fmla="*/ 48 w 121"/>
                <a:gd name="T65" fmla="*/ 17 h 160"/>
                <a:gd name="T66" fmla="*/ 55 w 121"/>
                <a:gd name="T67" fmla="*/ 13 h 160"/>
                <a:gd name="T68" fmla="*/ 60 w 121"/>
                <a:gd name="T69" fmla="*/ 13 h 160"/>
                <a:gd name="T70" fmla="*/ 73 w 121"/>
                <a:gd name="T71" fmla="*/ 10 h 160"/>
                <a:gd name="T72" fmla="*/ 80 w 121"/>
                <a:gd name="T73" fmla="*/ 10 h 160"/>
                <a:gd name="T74" fmla="*/ 89 w 121"/>
                <a:gd name="T75" fmla="*/ 7 h 160"/>
                <a:gd name="T76" fmla="*/ 98 w 121"/>
                <a:gd name="T77" fmla="*/ 7 h 160"/>
                <a:gd name="T78" fmla="*/ 105 w 121"/>
                <a:gd name="T79" fmla="*/ 6 h 160"/>
                <a:gd name="T80" fmla="*/ 110 w 121"/>
                <a:gd name="T81" fmla="*/ 2 h 160"/>
                <a:gd name="T82" fmla="*/ 112 w 121"/>
                <a:gd name="T83" fmla="*/ 1 h 160"/>
                <a:gd name="T84" fmla="*/ 114 w 121"/>
                <a:gd name="T8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1" h="160">
                  <a:moveTo>
                    <a:pt x="114" y="0"/>
                  </a:moveTo>
                  <a:lnTo>
                    <a:pt x="116" y="0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21" y="1"/>
                  </a:lnTo>
                  <a:lnTo>
                    <a:pt x="119" y="3"/>
                  </a:lnTo>
                  <a:lnTo>
                    <a:pt x="118" y="5"/>
                  </a:lnTo>
                  <a:lnTo>
                    <a:pt x="118" y="7"/>
                  </a:lnTo>
                  <a:lnTo>
                    <a:pt x="118" y="7"/>
                  </a:lnTo>
                  <a:lnTo>
                    <a:pt x="118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8" y="11"/>
                  </a:lnTo>
                  <a:lnTo>
                    <a:pt x="118" y="13"/>
                  </a:lnTo>
                  <a:lnTo>
                    <a:pt x="118" y="15"/>
                  </a:lnTo>
                  <a:lnTo>
                    <a:pt x="119" y="17"/>
                  </a:lnTo>
                  <a:lnTo>
                    <a:pt x="118" y="18"/>
                  </a:lnTo>
                  <a:lnTo>
                    <a:pt x="119" y="18"/>
                  </a:lnTo>
                  <a:lnTo>
                    <a:pt x="119" y="18"/>
                  </a:lnTo>
                  <a:lnTo>
                    <a:pt x="121" y="18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19" y="19"/>
                  </a:lnTo>
                  <a:lnTo>
                    <a:pt x="118" y="19"/>
                  </a:lnTo>
                  <a:lnTo>
                    <a:pt x="117" y="19"/>
                  </a:lnTo>
                  <a:lnTo>
                    <a:pt x="116" y="23"/>
                  </a:lnTo>
                  <a:lnTo>
                    <a:pt x="117" y="25"/>
                  </a:lnTo>
                  <a:lnTo>
                    <a:pt x="116" y="27"/>
                  </a:lnTo>
                  <a:lnTo>
                    <a:pt x="116" y="28"/>
                  </a:lnTo>
                  <a:lnTo>
                    <a:pt x="116" y="31"/>
                  </a:lnTo>
                  <a:lnTo>
                    <a:pt x="112" y="36"/>
                  </a:lnTo>
                  <a:lnTo>
                    <a:pt x="109" y="43"/>
                  </a:lnTo>
                  <a:lnTo>
                    <a:pt x="108" y="46"/>
                  </a:lnTo>
                  <a:lnTo>
                    <a:pt x="106" y="44"/>
                  </a:lnTo>
                  <a:lnTo>
                    <a:pt x="104" y="48"/>
                  </a:lnTo>
                  <a:lnTo>
                    <a:pt x="104" y="50"/>
                  </a:lnTo>
                  <a:lnTo>
                    <a:pt x="105" y="51"/>
                  </a:lnTo>
                  <a:lnTo>
                    <a:pt x="102" y="52"/>
                  </a:lnTo>
                  <a:lnTo>
                    <a:pt x="96" y="65"/>
                  </a:lnTo>
                  <a:lnTo>
                    <a:pt x="96" y="68"/>
                  </a:lnTo>
                  <a:lnTo>
                    <a:pt x="92" y="75"/>
                  </a:lnTo>
                  <a:lnTo>
                    <a:pt x="92" y="77"/>
                  </a:lnTo>
                  <a:lnTo>
                    <a:pt x="84" y="88"/>
                  </a:lnTo>
                  <a:lnTo>
                    <a:pt x="83" y="90"/>
                  </a:lnTo>
                  <a:lnTo>
                    <a:pt x="79" y="94"/>
                  </a:lnTo>
                  <a:lnTo>
                    <a:pt x="72" y="101"/>
                  </a:lnTo>
                  <a:lnTo>
                    <a:pt x="59" y="113"/>
                  </a:lnTo>
                  <a:lnTo>
                    <a:pt x="54" y="118"/>
                  </a:lnTo>
                  <a:lnTo>
                    <a:pt x="50" y="118"/>
                  </a:lnTo>
                  <a:lnTo>
                    <a:pt x="47" y="121"/>
                  </a:lnTo>
                  <a:lnTo>
                    <a:pt x="42" y="125"/>
                  </a:lnTo>
                  <a:lnTo>
                    <a:pt x="34" y="132"/>
                  </a:lnTo>
                  <a:lnTo>
                    <a:pt x="33" y="132"/>
                  </a:lnTo>
                  <a:lnTo>
                    <a:pt x="26" y="140"/>
                  </a:lnTo>
                  <a:lnTo>
                    <a:pt x="25" y="140"/>
                  </a:lnTo>
                  <a:lnTo>
                    <a:pt x="23" y="143"/>
                  </a:lnTo>
                  <a:lnTo>
                    <a:pt x="22" y="143"/>
                  </a:lnTo>
                  <a:lnTo>
                    <a:pt x="19" y="146"/>
                  </a:lnTo>
                  <a:lnTo>
                    <a:pt x="18" y="148"/>
                  </a:lnTo>
                  <a:lnTo>
                    <a:pt x="8" y="159"/>
                  </a:lnTo>
                  <a:lnTo>
                    <a:pt x="8" y="160"/>
                  </a:lnTo>
                  <a:lnTo>
                    <a:pt x="0" y="152"/>
                  </a:lnTo>
                  <a:lnTo>
                    <a:pt x="0" y="105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3"/>
                  </a:lnTo>
                  <a:lnTo>
                    <a:pt x="15" y="92"/>
                  </a:lnTo>
                  <a:lnTo>
                    <a:pt x="19" y="90"/>
                  </a:lnTo>
                  <a:lnTo>
                    <a:pt x="22" y="89"/>
                  </a:lnTo>
                  <a:lnTo>
                    <a:pt x="25" y="88"/>
                  </a:lnTo>
                  <a:lnTo>
                    <a:pt x="26" y="85"/>
                  </a:lnTo>
                  <a:lnTo>
                    <a:pt x="29" y="84"/>
                  </a:lnTo>
                  <a:lnTo>
                    <a:pt x="31" y="84"/>
                  </a:lnTo>
                  <a:lnTo>
                    <a:pt x="33" y="82"/>
                  </a:lnTo>
                  <a:lnTo>
                    <a:pt x="40" y="81"/>
                  </a:lnTo>
                  <a:lnTo>
                    <a:pt x="47" y="82"/>
                  </a:lnTo>
                  <a:lnTo>
                    <a:pt x="85" y="46"/>
                  </a:lnTo>
                  <a:lnTo>
                    <a:pt x="69" y="46"/>
                  </a:lnTo>
                  <a:lnTo>
                    <a:pt x="35" y="35"/>
                  </a:lnTo>
                  <a:lnTo>
                    <a:pt x="31" y="32"/>
                  </a:lnTo>
                  <a:lnTo>
                    <a:pt x="27" y="31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3" y="23"/>
                  </a:lnTo>
                  <a:lnTo>
                    <a:pt x="21" y="17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33" y="14"/>
                  </a:lnTo>
                  <a:lnTo>
                    <a:pt x="34" y="17"/>
                  </a:lnTo>
                  <a:lnTo>
                    <a:pt x="35" y="17"/>
                  </a:lnTo>
                  <a:lnTo>
                    <a:pt x="38" y="19"/>
                  </a:lnTo>
                  <a:lnTo>
                    <a:pt x="40" y="21"/>
                  </a:lnTo>
                  <a:lnTo>
                    <a:pt x="44" y="19"/>
                  </a:lnTo>
                  <a:lnTo>
                    <a:pt x="44" y="18"/>
                  </a:lnTo>
                  <a:lnTo>
                    <a:pt x="48" y="17"/>
                  </a:lnTo>
                  <a:lnTo>
                    <a:pt x="50" y="17"/>
                  </a:lnTo>
                  <a:lnTo>
                    <a:pt x="54" y="13"/>
                  </a:lnTo>
                  <a:lnTo>
                    <a:pt x="55" y="13"/>
                  </a:lnTo>
                  <a:lnTo>
                    <a:pt x="56" y="14"/>
                  </a:lnTo>
                  <a:lnTo>
                    <a:pt x="59" y="14"/>
                  </a:lnTo>
                  <a:lnTo>
                    <a:pt x="60" y="13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73" y="10"/>
                  </a:lnTo>
                  <a:lnTo>
                    <a:pt x="76" y="9"/>
                  </a:lnTo>
                  <a:lnTo>
                    <a:pt x="77" y="10"/>
                  </a:lnTo>
                  <a:lnTo>
                    <a:pt x="80" y="10"/>
                  </a:lnTo>
                  <a:lnTo>
                    <a:pt x="83" y="10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8" y="7"/>
                  </a:lnTo>
                  <a:lnTo>
                    <a:pt x="100" y="6"/>
                  </a:lnTo>
                  <a:lnTo>
                    <a:pt x="104" y="5"/>
                  </a:lnTo>
                  <a:lnTo>
                    <a:pt x="105" y="6"/>
                  </a:lnTo>
                  <a:lnTo>
                    <a:pt x="105" y="5"/>
                  </a:lnTo>
                  <a:lnTo>
                    <a:pt x="109" y="5"/>
                  </a:lnTo>
                  <a:lnTo>
                    <a:pt x="110" y="2"/>
                  </a:lnTo>
                  <a:lnTo>
                    <a:pt x="112" y="2"/>
                  </a:lnTo>
                  <a:lnTo>
                    <a:pt x="112" y="1"/>
                  </a:lnTo>
                  <a:lnTo>
                    <a:pt x="112" y="1"/>
                  </a:lnTo>
                  <a:lnTo>
                    <a:pt x="113" y="0"/>
                  </a:lnTo>
                  <a:lnTo>
                    <a:pt x="114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3" name="Freeform 442"/>
            <p:cNvSpPr>
              <a:spLocks noEditPoints="1"/>
            </p:cNvSpPr>
            <p:nvPr/>
          </p:nvSpPr>
          <p:spPr bwMode="auto">
            <a:xfrm>
              <a:off x="6724531" y="4185447"/>
              <a:ext cx="314680" cy="307068"/>
            </a:xfrm>
            <a:custGeom>
              <a:avLst/>
              <a:gdLst>
                <a:gd name="T0" fmla="*/ 4 w 124"/>
                <a:gd name="T1" fmla="*/ 79 h 121"/>
                <a:gd name="T2" fmla="*/ 0 w 124"/>
                <a:gd name="T3" fmla="*/ 79 h 121"/>
                <a:gd name="T4" fmla="*/ 45 w 124"/>
                <a:gd name="T5" fmla="*/ 0 h 121"/>
                <a:gd name="T6" fmla="*/ 49 w 124"/>
                <a:gd name="T7" fmla="*/ 1 h 121"/>
                <a:gd name="T8" fmla="*/ 50 w 124"/>
                <a:gd name="T9" fmla="*/ 9 h 121"/>
                <a:gd name="T10" fmla="*/ 56 w 124"/>
                <a:gd name="T11" fmla="*/ 12 h 121"/>
                <a:gd name="T12" fmla="*/ 61 w 124"/>
                <a:gd name="T13" fmla="*/ 12 h 121"/>
                <a:gd name="T14" fmla="*/ 69 w 124"/>
                <a:gd name="T15" fmla="*/ 13 h 121"/>
                <a:gd name="T16" fmla="*/ 77 w 124"/>
                <a:gd name="T17" fmla="*/ 20 h 121"/>
                <a:gd name="T18" fmla="*/ 81 w 124"/>
                <a:gd name="T19" fmla="*/ 22 h 121"/>
                <a:gd name="T20" fmla="*/ 87 w 124"/>
                <a:gd name="T21" fmla="*/ 24 h 121"/>
                <a:gd name="T22" fmla="*/ 93 w 124"/>
                <a:gd name="T23" fmla="*/ 24 h 121"/>
                <a:gd name="T24" fmla="*/ 97 w 124"/>
                <a:gd name="T25" fmla="*/ 24 h 121"/>
                <a:gd name="T26" fmla="*/ 100 w 124"/>
                <a:gd name="T27" fmla="*/ 17 h 121"/>
                <a:gd name="T28" fmla="*/ 106 w 124"/>
                <a:gd name="T29" fmla="*/ 17 h 121"/>
                <a:gd name="T30" fmla="*/ 112 w 124"/>
                <a:gd name="T31" fmla="*/ 14 h 121"/>
                <a:gd name="T32" fmla="*/ 115 w 124"/>
                <a:gd name="T33" fmla="*/ 18 h 121"/>
                <a:gd name="T34" fmla="*/ 122 w 124"/>
                <a:gd name="T35" fmla="*/ 18 h 121"/>
                <a:gd name="T36" fmla="*/ 114 w 124"/>
                <a:gd name="T37" fmla="*/ 29 h 121"/>
                <a:gd name="T38" fmla="*/ 122 w 124"/>
                <a:gd name="T39" fmla="*/ 84 h 121"/>
                <a:gd name="T40" fmla="*/ 118 w 124"/>
                <a:gd name="T41" fmla="*/ 89 h 121"/>
                <a:gd name="T42" fmla="*/ 115 w 124"/>
                <a:gd name="T43" fmla="*/ 91 h 121"/>
                <a:gd name="T44" fmla="*/ 112 w 124"/>
                <a:gd name="T45" fmla="*/ 93 h 121"/>
                <a:gd name="T46" fmla="*/ 107 w 124"/>
                <a:gd name="T47" fmla="*/ 96 h 121"/>
                <a:gd name="T48" fmla="*/ 104 w 124"/>
                <a:gd name="T49" fmla="*/ 97 h 121"/>
                <a:gd name="T50" fmla="*/ 103 w 124"/>
                <a:gd name="T51" fmla="*/ 101 h 121"/>
                <a:gd name="T52" fmla="*/ 102 w 124"/>
                <a:gd name="T53" fmla="*/ 105 h 121"/>
                <a:gd name="T54" fmla="*/ 100 w 124"/>
                <a:gd name="T55" fmla="*/ 110 h 121"/>
                <a:gd name="T56" fmla="*/ 94 w 124"/>
                <a:gd name="T57" fmla="*/ 120 h 121"/>
                <a:gd name="T58" fmla="*/ 90 w 124"/>
                <a:gd name="T59" fmla="*/ 121 h 121"/>
                <a:gd name="T60" fmla="*/ 74 w 124"/>
                <a:gd name="T61" fmla="*/ 109 h 121"/>
                <a:gd name="T62" fmla="*/ 74 w 124"/>
                <a:gd name="T63" fmla="*/ 106 h 121"/>
                <a:gd name="T64" fmla="*/ 29 w 124"/>
                <a:gd name="T65" fmla="*/ 77 h 121"/>
                <a:gd name="T66" fmla="*/ 28 w 124"/>
                <a:gd name="T67" fmla="*/ 66 h 121"/>
                <a:gd name="T68" fmla="*/ 32 w 124"/>
                <a:gd name="T69" fmla="*/ 60 h 121"/>
                <a:gd name="T70" fmla="*/ 35 w 124"/>
                <a:gd name="T71" fmla="*/ 56 h 121"/>
                <a:gd name="T72" fmla="*/ 37 w 124"/>
                <a:gd name="T73" fmla="*/ 52 h 121"/>
                <a:gd name="T74" fmla="*/ 41 w 124"/>
                <a:gd name="T75" fmla="*/ 51 h 121"/>
                <a:gd name="T76" fmla="*/ 41 w 124"/>
                <a:gd name="T77" fmla="*/ 47 h 121"/>
                <a:gd name="T78" fmla="*/ 45 w 124"/>
                <a:gd name="T79" fmla="*/ 41 h 121"/>
                <a:gd name="T80" fmla="*/ 43 w 124"/>
                <a:gd name="T81" fmla="*/ 37 h 121"/>
                <a:gd name="T82" fmla="*/ 43 w 124"/>
                <a:gd name="T83" fmla="*/ 35 h 121"/>
                <a:gd name="T84" fmla="*/ 39 w 124"/>
                <a:gd name="T85" fmla="*/ 30 h 121"/>
                <a:gd name="T86" fmla="*/ 36 w 124"/>
                <a:gd name="T87" fmla="*/ 25 h 121"/>
                <a:gd name="T88" fmla="*/ 33 w 124"/>
                <a:gd name="T89" fmla="*/ 22 h 121"/>
                <a:gd name="T90" fmla="*/ 33 w 124"/>
                <a:gd name="T91" fmla="*/ 20 h 121"/>
                <a:gd name="T92" fmla="*/ 31 w 124"/>
                <a:gd name="T93" fmla="*/ 16 h 121"/>
                <a:gd name="T94" fmla="*/ 31 w 124"/>
                <a:gd name="T95" fmla="*/ 16 h 121"/>
                <a:gd name="T96" fmla="*/ 33 w 124"/>
                <a:gd name="T97" fmla="*/ 13 h 121"/>
                <a:gd name="T98" fmla="*/ 36 w 124"/>
                <a:gd name="T99" fmla="*/ 9 h 121"/>
                <a:gd name="T100" fmla="*/ 41 w 124"/>
                <a:gd name="T101" fmla="*/ 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" h="121">
                  <a:moveTo>
                    <a:pt x="10" y="79"/>
                  </a:moveTo>
                  <a:lnTo>
                    <a:pt x="4" y="7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" y="79"/>
                  </a:lnTo>
                  <a:close/>
                  <a:moveTo>
                    <a:pt x="45" y="0"/>
                  </a:moveTo>
                  <a:lnTo>
                    <a:pt x="46" y="2"/>
                  </a:lnTo>
                  <a:lnTo>
                    <a:pt x="49" y="1"/>
                  </a:lnTo>
                  <a:lnTo>
                    <a:pt x="50" y="2"/>
                  </a:lnTo>
                  <a:lnTo>
                    <a:pt x="50" y="9"/>
                  </a:lnTo>
                  <a:lnTo>
                    <a:pt x="53" y="12"/>
                  </a:lnTo>
                  <a:lnTo>
                    <a:pt x="56" y="12"/>
                  </a:lnTo>
                  <a:lnTo>
                    <a:pt x="58" y="12"/>
                  </a:lnTo>
                  <a:lnTo>
                    <a:pt x="61" y="12"/>
                  </a:lnTo>
                  <a:lnTo>
                    <a:pt x="66" y="12"/>
                  </a:lnTo>
                  <a:lnTo>
                    <a:pt x="69" y="13"/>
                  </a:lnTo>
                  <a:lnTo>
                    <a:pt x="74" y="17"/>
                  </a:lnTo>
                  <a:lnTo>
                    <a:pt x="77" y="20"/>
                  </a:lnTo>
                  <a:lnTo>
                    <a:pt x="78" y="22"/>
                  </a:lnTo>
                  <a:lnTo>
                    <a:pt x="81" y="22"/>
                  </a:lnTo>
                  <a:lnTo>
                    <a:pt x="85" y="22"/>
                  </a:lnTo>
                  <a:lnTo>
                    <a:pt x="87" y="24"/>
                  </a:lnTo>
                  <a:lnTo>
                    <a:pt x="90" y="24"/>
                  </a:lnTo>
                  <a:lnTo>
                    <a:pt x="93" y="24"/>
                  </a:lnTo>
                  <a:lnTo>
                    <a:pt x="94" y="24"/>
                  </a:lnTo>
                  <a:lnTo>
                    <a:pt x="97" y="24"/>
                  </a:lnTo>
                  <a:lnTo>
                    <a:pt x="99" y="18"/>
                  </a:lnTo>
                  <a:lnTo>
                    <a:pt x="100" y="17"/>
                  </a:lnTo>
                  <a:lnTo>
                    <a:pt x="103" y="17"/>
                  </a:lnTo>
                  <a:lnTo>
                    <a:pt x="106" y="17"/>
                  </a:lnTo>
                  <a:lnTo>
                    <a:pt x="107" y="16"/>
                  </a:lnTo>
                  <a:lnTo>
                    <a:pt x="112" y="14"/>
                  </a:lnTo>
                  <a:lnTo>
                    <a:pt x="114" y="16"/>
                  </a:lnTo>
                  <a:lnTo>
                    <a:pt x="115" y="18"/>
                  </a:lnTo>
                  <a:lnTo>
                    <a:pt x="118" y="20"/>
                  </a:lnTo>
                  <a:lnTo>
                    <a:pt x="122" y="18"/>
                  </a:lnTo>
                  <a:lnTo>
                    <a:pt x="124" y="18"/>
                  </a:lnTo>
                  <a:lnTo>
                    <a:pt x="114" y="29"/>
                  </a:lnTo>
                  <a:lnTo>
                    <a:pt x="114" y="76"/>
                  </a:lnTo>
                  <a:lnTo>
                    <a:pt x="122" y="84"/>
                  </a:lnTo>
                  <a:lnTo>
                    <a:pt x="122" y="84"/>
                  </a:lnTo>
                  <a:lnTo>
                    <a:pt x="118" y="89"/>
                  </a:lnTo>
                  <a:lnTo>
                    <a:pt x="116" y="89"/>
                  </a:lnTo>
                  <a:lnTo>
                    <a:pt x="115" y="91"/>
                  </a:lnTo>
                  <a:lnTo>
                    <a:pt x="116" y="92"/>
                  </a:lnTo>
                  <a:lnTo>
                    <a:pt x="112" y="93"/>
                  </a:lnTo>
                  <a:lnTo>
                    <a:pt x="110" y="96"/>
                  </a:lnTo>
                  <a:lnTo>
                    <a:pt x="107" y="96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3" y="100"/>
                  </a:lnTo>
                  <a:lnTo>
                    <a:pt x="103" y="101"/>
                  </a:lnTo>
                  <a:lnTo>
                    <a:pt x="104" y="101"/>
                  </a:lnTo>
                  <a:lnTo>
                    <a:pt x="102" y="105"/>
                  </a:lnTo>
                  <a:lnTo>
                    <a:pt x="100" y="108"/>
                  </a:lnTo>
                  <a:lnTo>
                    <a:pt x="100" y="110"/>
                  </a:lnTo>
                  <a:lnTo>
                    <a:pt x="98" y="113"/>
                  </a:lnTo>
                  <a:lnTo>
                    <a:pt x="94" y="120"/>
                  </a:lnTo>
                  <a:lnTo>
                    <a:pt x="91" y="121"/>
                  </a:lnTo>
                  <a:lnTo>
                    <a:pt x="90" y="121"/>
                  </a:lnTo>
                  <a:lnTo>
                    <a:pt x="75" y="110"/>
                  </a:lnTo>
                  <a:lnTo>
                    <a:pt x="74" y="109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3" y="102"/>
                  </a:lnTo>
                  <a:lnTo>
                    <a:pt x="29" y="77"/>
                  </a:lnTo>
                  <a:lnTo>
                    <a:pt x="25" y="77"/>
                  </a:lnTo>
                  <a:lnTo>
                    <a:pt x="28" y="66"/>
                  </a:lnTo>
                  <a:lnTo>
                    <a:pt x="29" y="63"/>
                  </a:lnTo>
                  <a:lnTo>
                    <a:pt x="32" y="60"/>
                  </a:lnTo>
                  <a:lnTo>
                    <a:pt x="33" y="58"/>
                  </a:lnTo>
                  <a:lnTo>
                    <a:pt x="35" y="56"/>
                  </a:lnTo>
                  <a:lnTo>
                    <a:pt x="36" y="54"/>
                  </a:lnTo>
                  <a:lnTo>
                    <a:pt x="37" y="52"/>
                  </a:lnTo>
                  <a:lnTo>
                    <a:pt x="37" y="51"/>
                  </a:lnTo>
                  <a:lnTo>
                    <a:pt x="41" y="51"/>
                  </a:lnTo>
                  <a:lnTo>
                    <a:pt x="41" y="49"/>
                  </a:lnTo>
                  <a:lnTo>
                    <a:pt x="41" y="47"/>
                  </a:lnTo>
                  <a:lnTo>
                    <a:pt x="45" y="43"/>
                  </a:lnTo>
                  <a:lnTo>
                    <a:pt x="45" y="41"/>
                  </a:lnTo>
                  <a:lnTo>
                    <a:pt x="44" y="39"/>
                  </a:lnTo>
                  <a:lnTo>
                    <a:pt x="43" y="37"/>
                  </a:lnTo>
                  <a:lnTo>
                    <a:pt x="44" y="35"/>
                  </a:lnTo>
                  <a:lnTo>
                    <a:pt x="43" y="35"/>
                  </a:lnTo>
                  <a:lnTo>
                    <a:pt x="40" y="34"/>
                  </a:lnTo>
                  <a:lnTo>
                    <a:pt x="39" y="30"/>
                  </a:lnTo>
                  <a:lnTo>
                    <a:pt x="36" y="27"/>
                  </a:lnTo>
                  <a:lnTo>
                    <a:pt x="36" y="25"/>
                  </a:lnTo>
                  <a:lnTo>
                    <a:pt x="36" y="22"/>
                  </a:lnTo>
                  <a:lnTo>
                    <a:pt x="33" y="22"/>
                  </a:lnTo>
                  <a:lnTo>
                    <a:pt x="35" y="21"/>
                  </a:lnTo>
                  <a:lnTo>
                    <a:pt x="33" y="20"/>
                  </a:lnTo>
                  <a:lnTo>
                    <a:pt x="32" y="17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2" y="13"/>
                  </a:lnTo>
                  <a:lnTo>
                    <a:pt x="33" y="13"/>
                  </a:lnTo>
                  <a:lnTo>
                    <a:pt x="35" y="12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41" y="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4" name="Freeform 443"/>
            <p:cNvSpPr>
              <a:spLocks/>
            </p:cNvSpPr>
            <p:nvPr/>
          </p:nvSpPr>
          <p:spPr bwMode="auto">
            <a:xfrm>
              <a:off x="6661089" y="4226051"/>
              <a:ext cx="177642" cy="170030"/>
            </a:xfrm>
            <a:custGeom>
              <a:avLst/>
              <a:gdLst>
                <a:gd name="T0" fmla="*/ 57 w 70"/>
                <a:gd name="T1" fmla="*/ 1 h 67"/>
                <a:gd name="T2" fmla="*/ 60 w 70"/>
                <a:gd name="T3" fmla="*/ 5 h 67"/>
                <a:gd name="T4" fmla="*/ 61 w 70"/>
                <a:gd name="T5" fmla="*/ 6 h 67"/>
                <a:gd name="T6" fmla="*/ 61 w 70"/>
                <a:gd name="T7" fmla="*/ 11 h 67"/>
                <a:gd name="T8" fmla="*/ 65 w 70"/>
                <a:gd name="T9" fmla="*/ 18 h 67"/>
                <a:gd name="T10" fmla="*/ 69 w 70"/>
                <a:gd name="T11" fmla="*/ 19 h 67"/>
                <a:gd name="T12" fmla="*/ 69 w 70"/>
                <a:gd name="T13" fmla="*/ 23 h 67"/>
                <a:gd name="T14" fmla="*/ 70 w 70"/>
                <a:gd name="T15" fmla="*/ 27 h 67"/>
                <a:gd name="T16" fmla="*/ 66 w 70"/>
                <a:gd name="T17" fmla="*/ 33 h 67"/>
                <a:gd name="T18" fmla="*/ 62 w 70"/>
                <a:gd name="T19" fmla="*/ 35 h 67"/>
                <a:gd name="T20" fmla="*/ 61 w 70"/>
                <a:gd name="T21" fmla="*/ 38 h 67"/>
                <a:gd name="T22" fmla="*/ 58 w 70"/>
                <a:gd name="T23" fmla="*/ 42 h 67"/>
                <a:gd name="T24" fmla="*/ 54 w 70"/>
                <a:gd name="T25" fmla="*/ 47 h 67"/>
                <a:gd name="T26" fmla="*/ 50 w 70"/>
                <a:gd name="T27" fmla="*/ 61 h 67"/>
                <a:gd name="T28" fmla="*/ 25 w 70"/>
                <a:gd name="T29" fmla="*/ 63 h 67"/>
                <a:gd name="T30" fmla="*/ 15 w 70"/>
                <a:gd name="T31" fmla="*/ 63 h 67"/>
                <a:gd name="T32" fmla="*/ 14 w 70"/>
                <a:gd name="T33" fmla="*/ 64 h 67"/>
                <a:gd name="T34" fmla="*/ 12 w 70"/>
                <a:gd name="T35" fmla="*/ 64 h 67"/>
                <a:gd name="T36" fmla="*/ 10 w 70"/>
                <a:gd name="T37" fmla="*/ 65 h 67"/>
                <a:gd name="T38" fmla="*/ 7 w 70"/>
                <a:gd name="T39" fmla="*/ 67 h 67"/>
                <a:gd name="T40" fmla="*/ 6 w 70"/>
                <a:gd name="T41" fmla="*/ 65 h 67"/>
                <a:gd name="T42" fmla="*/ 2 w 70"/>
                <a:gd name="T43" fmla="*/ 67 h 67"/>
                <a:gd name="T44" fmla="*/ 2 w 70"/>
                <a:gd name="T45" fmla="*/ 67 h 67"/>
                <a:gd name="T46" fmla="*/ 3 w 70"/>
                <a:gd name="T47" fmla="*/ 59 h 67"/>
                <a:gd name="T48" fmla="*/ 3 w 70"/>
                <a:gd name="T49" fmla="*/ 52 h 67"/>
                <a:gd name="T50" fmla="*/ 8 w 70"/>
                <a:gd name="T51" fmla="*/ 42 h 67"/>
                <a:gd name="T52" fmla="*/ 14 w 70"/>
                <a:gd name="T53" fmla="*/ 36 h 67"/>
                <a:gd name="T54" fmla="*/ 19 w 70"/>
                <a:gd name="T55" fmla="*/ 27 h 67"/>
                <a:gd name="T56" fmla="*/ 17 w 70"/>
                <a:gd name="T57" fmla="*/ 23 h 67"/>
                <a:gd name="T58" fmla="*/ 16 w 70"/>
                <a:gd name="T59" fmla="*/ 19 h 67"/>
                <a:gd name="T60" fmla="*/ 17 w 70"/>
                <a:gd name="T61" fmla="*/ 11 h 67"/>
                <a:gd name="T62" fmla="*/ 19 w 70"/>
                <a:gd name="T63" fmla="*/ 8 h 67"/>
                <a:gd name="T64" fmla="*/ 19 w 70"/>
                <a:gd name="T65" fmla="*/ 6 h 67"/>
                <a:gd name="T66" fmla="*/ 20 w 70"/>
                <a:gd name="T67" fmla="*/ 4 h 67"/>
                <a:gd name="T68" fmla="*/ 25 w 70"/>
                <a:gd name="T69" fmla="*/ 6 h 67"/>
                <a:gd name="T70" fmla="*/ 29 w 70"/>
                <a:gd name="T71" fmla="*/ 6 h 67"/>
                <a:gd name="T72" fmla="*/ 32 w 70"/>
                <a:gd name="T73" fmla="*/ 9 h 67"/>
                <a:gd name="T74" fmla="*/ 33 w 70"/>
                <a:gd name="T75" fmla="*/ 6 h 67"/>
                <a:gd name="T76" fmla="*/ 37 w 70"/>
                <a:gd name="T77" fmla="*/ 5 h 67"/>
                <a:gd name="T78" fmla="*/ 40 w 70"/>
                <a:gd name="T79" fmla="*/ 5 h 67"/>
                <a:gd name="T80" fmla="*/ 46 w 70"/>
                <a:gd name="T81" fmla="*/ 4 h 67"/>
                <a:gd name="T82" fmla="*/ 52 w 70"/>
                <a:gd name="T83" fmla="*/ 4 h 67"/>
                <a:gd name="T84" fmla="*/ 56 w 70"/>
                <a:gd name="T8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" h="67">
                  <a:moveTo>
                    <a:pt x="56" y="0"/>
                  </a:moveTo>
                  <a:lnTo>
                    <a:pt x="57" y="1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58" y="6"/>
                  </a:lnTo>
                  <a:lnTo>
                    <a:pt x="61" y="6"/>
                  </a:lnTo>
                  <a:lnTo>
                    <a:pt x="61" y="9"/>
                  </a:lnTo>
                  <a:lnTo>
                    <a:pt x="61" y="11"/>
                  </a:lnTo>
                  <a:lnTo>
                    <a:pt x="64" y="14"/>
                  </a:lnTo>
                  <a:lnTo>
                    <a:pt x="65" y="18"/>
                  </a:lnTo>
                  <a:lnTo>
                    <a:pt x="68" y="19"/>
                  </a:lnTo>
                  <a:lnTo>
                    <a:pt x="69" y="19"/>
                  </a:lnTo>
                  <a:lnTo>
                    <a:pt x="68" y="21"/>
                  </a:lnTo>
                  <a:lnTo>
                    <a:pt x="69" y="23"/>
                  </a:lnTo>
                  <a:lnTo>
                    <a:pt x="70" y="25"/>
                  </a:lnTo>
                  <a:lnTo>
                    <a:pt x="70" y="27"/>
                  </a:lnTo>
                  <a:lnTo>
                    <a:pt x="66" y="31"/>
                  </a:lnTo>
                  <a:lnTo>
                    <a:pt x="66" y="33"/>
                  </a:lnTo>
                  <a:lnTo>
                    <a:pt x="66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1" y="38"/>
                  </a:lnTo>
                  <a:lnTo>
                    <a:pt x="60" y="40"/>
                  </a:lnTo>
                  <a:lnTo>
                    <a:pt x="58" y="42"/>
                  </a:lnTo>
                  <a:lnTo>
                    <a:pt x="57" y="44"/>
                  </a:lnTo>
                  <a:lnTo>
                    <a:pt x="54" y="47"/>
                  </a:lnTo>
                  <a:lnTo>
                    <a:pt x="53" y="50"/>
                  </a:lnTo>
                  <a:lnTo>
                    <a:pt x="50" y="61"/>
                  </a:lnTo>
                  <a:lnTo>
                    <a:pt x="3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15" y="6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0" y="64"/>
                  </a:lnTo>
                  <a:lnTo>
                    <a:pt x="10" y="65"/>
                  </a:lnTo>
                  <a:lnTo>
                    <a:pt x="10" y="67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5"/>
                  </a:lnTo>
                  <a:lnTo>
                    <a:pt x="3" y="67"/>
                  </a:lnTo>
                  <a:lnTo>
                    <a:pt x="2" y="67"/>
                  </a:lnTo>
                  <a:lnTo>
                    <a:pt x="0" y="67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3" y="59"/>
                  </a:lnTo>
                  <a:lnTo>
                    <a:pt x="3" y="55"/>
                  </a:lnTo>
                  <a:lnTo>
                    <a:pt x="3" y="52"/>
                  </a:lnTo>
                  <a:lnTo>
                    <a:pt x="4" y="51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4" y="36"/>
                  </a:lnTo>
                  <a:lnTo>
                    <a:pt x="19" y="29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7" y="23"/>
                  </a:lnTo>
                  <a:lnTo>
                    <a:pt x="16" y="22"/>
                  </a:lnTo>
                  <a:lnTo>
                    <a:pt x="16" y="19"/>
                  </a:lnTo>
                  <a:lnTo>
                    <a:pt x="17" y="15"/>
                  </a:lnTo>
                  <a:lnTo>
                    <a:pt x="17" y="11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20" y="4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7" y="5"/>
                  </a:lnTo>
                  <a:lnTo>
                    <a:pt x="29" y="6"/>
                  </a:lnTo>
                  <a:lnTo>
                    <a:pt x="29" y="8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3" y="6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40" y="5"/>
                  </a:lnTo>
                  <a:lnTo>
                    <a:pt x="43" y="4"/>
                  </a:lnTo>
                  <a:lnTo>
                    <a:pt x="46" y="4"/>
                  </a:lnTo>
                  <a:lnTo>
                    <a:pt x="49" y="5"/>
                  </a:lnTo>
                  <a:lnTo>
                    <a:pt x="52" y="4"/>
                  </a:lnTo>
                  <a:lnTo>
                    <a:pt x="53" y="1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5" name="Freeform 444"/>
            <p:cNvSpPr>
              <a:spLocks/>
            </p:cNvSpPr>
            <p:nvPr/>
          </p:nvSpPr>
          <p:spPr bwMode="auto">
            <a:xfrm>
              <a:off x="6211907" y="4015419"/>
              <a:ext cx="390813" cy="263925"/>
            </a:xfrm>
            <a:custGeom>
              <a:avLst/>
              <a:gdLst>
                <a:gd name="T0" fmla="*/ 97 w 154"/>
                <a:gd name="T1" fmla="*/ 4 h 104"/>
                <a:gd name="T2" fmla="*/ 106 w 154"/>
                <a:gd name="T3" fmla="*/ 16 h 104"/>
                <a:gd name="T4" fmla="*/ 105 w 154"/>
                <a:gd name="T5" fmla="*/ 23 h 104"/>
                <a:gd name="T6" fmla="*/ 110 w 154"/>
                <a:gd name="T7" fmla="*/ 27 h 104"/>
                <a:gd name="T8" fmla="*/ 114 w 154"/>
                <a:gd name="T9" fmla="*/ 33 h 104"/>
                <a:gd name="T10" fmla="*/ 123 w 154"/>
                <a:gd name="T11" fmla="*/ 37 h 104"/>
                <a:gd name="T12" fmla="*/ 129 w 154"/>
                <a:gd name="T13" fmla="*/ 41 h 104"/>
                <a:gd name="T14" fmla="*/ 126 w 154"/>
                <a:gd name="T15" fmla="*/ 46 h 104"/>
                <a:gd name="T16" fmla="*/ 133 w 154"/>
                <a:gd name="T17" fmla="*/ 48 h 104"/>
                <a:gd name="T18" fmla="*/ 139 w 154"/>
                <a:gd name="T19" fmla="*/ 55 h 104"/>
                <a:gd name="T20" fmla="*/ 143 w 154"/>
                <a:gd name="T21" fmla="*/ 60 h 104"/>
                <a:gd name="T22" fmla="*/ 150 w 154"/>
                <a:gd name="T23" fmla="*/ 66 h 104"/>
                <a:gd name="T24" fmla="*/ 154 w 154"/>
                <a:gd name="T25" fmla="*/ 73 h 104"/>
                <a:gd name="T26" fmla="*/ 148 w 154"/>
                <a:gd name="T27" fmla="*/ 72 h 104"/>
                <a:gd name="T28" fmla="*/ 138 w 154"/>
                <a:gd name="T29" fmla="*/ 72 h 104"/>
                <a:gd name="T30" fmla="*/ 131 w 154"/>
                <a:gd name="T31" fmla="*/ 71 h 104"/>
                <a:gd name="T32" fmla="*/ 129 w 154"/>
                <a:gd name="T33" fmla="*/ 71 h 104"/>
                <a:gd name="T34" fmla="*/ 122 w 154"/>
                <a:gd name="T35" fmla="*/ 75 h 104"/>
                <a:gd name="T36" fmla="*/ 118 w 154"/>
                <a:gd name="T37" fmla="*/ 73 h 104"/>
                <a:gd name="T38" fmla="*/ 109 w 154"/>
                <a:gd name="T39" fmla="*/ 76 h 104"/>
                <a:gd name="T40" fmla="*/ 100 w 154"/>
                <a:gd name="T41" fmla="*/ 76 h 104"/>
                <a:gd name="T42" fmla="*/ 92 w 154"/>
                <a:gd name="T43" fmla="*/ 80 h 104"/>
                <a:gd name="T44" fmla="*/ 90 w 154"/>
                <a:gd name="T45" fmla="*/ 84 h 104"/>
                <a:gd name="T46" fmla="*/ 83 w 154"/>
                <a:gd name="T47" fmla="*/ 81 h 104"/>
                <a:gd name="T48" fmla="*/ 75 w 154"/>
                <a:gd name="T49" fmla="*/ 80 h 104"/>
                <a:gd name="T50" fmla="*/ 65 w 154"/>
                <a:gd name="T51" fmla="*/ 77 h 104"/>
                <a:gd name="T52" fmla="*/ 59 w 154"/>
                <a:gd name="T53" fmla="*/ 72 h 104"/>
                <a:gd name="T54" fmla="*/ 52 w 154"/>
                <a:gd name="T55" fmla="*/ 75 h 104"/>
                <a:gd name="T56" fmla="*/ 51 w 154"/>
                <a:gd name="T57" fmla="*/ 80 h 104"/>
                <a:gd name="T58" fmla="*/ 50 w 154"/>
                <a:gd name="T59" fmla="*/ 85 h 104"/>
                <a:gd name="T60" fmla="*/ 47 w 154"/>
                <a:gd name="T61" fmla="*/ 89 h 104"/>
                <a:gd name="T62" fmla="*/ 39 w 154"/>
                <a:gd name="T63" fmla="*/ 88 h 104"/>
                <a:gd name="T64" fmla="*/ 30 w 154"/>
                <a:gd name="T65" fmla="*/ 92 h 104"/>
                <a:gd name="T66" fmla="*/ 19 w 154"/>
                <a:gd name="T67" fmla="*/ 104 h 104"/>
                <a:gd name="T68" fmla="*/ 15 w 154"/>
                <a:gd name="T69" fmla="*/ 96 h 104"/>
                <a:gd name="T70" fmla="*/ 8 w 154"/>
                <a:gd name="T71" fmla="*/ 84 h 104"/>
                <a:gd name="T72" fmla="*/ 2 w 154"/>
                <a:gd name="T73" fmla="*/ 75 h 104"/>
                <a:gd name="T74" fmla="*/ 0 w 154"/>
                <a:gd name="T75" fmla="*/ 63 h 104"/>
                <a:gd name="T76" fmla="*/ 5 w 154"/>
                <a:gd name="T77" fmla="*/ 55 h 104"/>
                <a:gd name="T78" fmla="*/ 10 w 154"/>
                <a:gd name="T79" fmla="*/ 44 h 104"/>
                <a:gd name="T80" fmla="*/ 14 w 154"/>
                <a:gd name="T81" fmla="*/ 44 h 104"/>
                <a:gd name="T82" fmla="*/ 23 w 154"/>
                <a:gd name="T83" fmla="*/ 42 h 104"/>
                <a:gd name="T84" fmla="*/ 27 w 154"/>
                <a:gd name="T85" fmla="*/ 42 h 104"/>
                <a:gd name="T86" fmla="*/ 36 w 154"/>
                <a:gd name="T87" fmla="*/ 39 h 104"/>
                <a:gd name="T88" fmla="*/ 51 w 154"/>
                <a:gd name="T89" fmla="*/ 34 h 104"/>
                <a:gd name="T90" fmla="*/ 51 w 154"/>
                <a:gd name="T91" fmla="*/ 27 h 104"/>
                <a:gd name="T92" fmla="*/ 58 w 154"/>
                <a:gd name="T93" fmla="*/ 25 h 104"/>
                <a:gd name="T94" fmla="*/ 69 w 154"/>
                <a:gd name="T95" fmla="*/ 25 h 104"/>
                <a:gd name="T96" fmla="*/ 75 w 154"/>
                <a:gd name="T97" fmla="*/ 18 h 104"/>
                <a:gd name="T98" fmla="*/ 77 w 154"/>
                <a:gd name="T99" fmla="*/ 12 h 104"/>
                <a:gd name="T100" fmla="*/ 84 w 154"/>
                <a:gd name="T101" fmla="*/ 8 h 104"/>
                <a:gd name="T102" fmla="*/ 89 w 154"/>
                <a:gd name="T103" fmla="*/ 1 h 104"/>
                <a:gd name="T104" fmla="*/ 97 w 154"/>
                <a:gd name="T10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4" h="104">
                  <a:moveTo>
                    <a:pt x="97" y="0"/>
                  </a:moveTo>
                  <a:lnTo>
                    <a:pt x="98" y="1"/>
                  </a:lnTo>
                  <a:lnTo>
                    <a:pt x="98" y="4"/>
                  </a:lnTo>
                  <a:lnTo>
                    <a:pt x="97" y="4"/>
                  </a:lnTo>
                  <a:lnTo>
                    <a:pt x="100" y="6"/>
                  </a:lnTo>
                  <a:lnTo>
                    <a:pt x="101" y="8"/>
                  </a:lnTo>
                  <a:lnTo>
                    <a:pt x="104" y="12"/>
                  </a:lnTo>
                  <a:lnTo>
                    <a:pt x="106" y="16"/>
                  </a:lnTo>
                  <a:lnTo>
                    <a:pt x="106" y="18"/>
                  </a:lnTo>
                  <a:lnTo>
                    <a:pt x="106" y="21"/>
                  </a:lnTo>
                  <a:lnTo>
                    <a:pt x="105" y="21"/>
                  </a:lnTo>
                  <a:lnTo>
                    <a:pt x="105" y="23"/>
                  </a:lnTo>
                  <a:lnTo>
                    <a:pt x="105" y="27"/>
                  </a:lnTo>
                  <a:lnTo>
                    <a:pt x="106" y="29"/>
                  </a:lnTo>
                  <a:lnTo>
                    <a:pt x="109" y="29"/>
                  </a:lnTo>
                  <a:lnTo>
                    <a:pt x="110" y="27"/>
                  </a:lnTo>
                  <a:lnTo>
                    <a:pt x="114" y="27"/>
                  </a:lnTo>
                  <a:lnTo>
                    <a:pt x="114" y="29"/>
                  </a:lnTo>
                  <a:lnTo>
                    <a:pt x="114" y="30"/>
                  </a:lnTo>
                  <a:lnTo>
                    <a:pt x="114" y="33"/>
                  </a:lnTo>
                  <a:lnTo>
                    <a:pt x="117" y="34"/>
                  </a:lnTo>
                  <a:lnTo>
                    <a:pt x="119" y="35"/>
                  </a:lnTo>
                  <a:lnTo>
                    <a:pt x="121" y="35"/>
                  </a:lnTo>
                  <a:lnTo>
                    <a:pt x="123" y="37"/>
                  </a:lnTo>
                  <a:lnTo>
                    <a:pt x="123" y="38"/>
                  </a:lnTo>
                  <a:lnTo>
                    <a:pt x="126" y="39"/>
                  </a:lnTo>
                  <a:lnTo>
                    <a:pt x="127" y="39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7" y="43"/>
                  </a:lnTo>
                  <a:lnTo>
                    <a:pt x="126" y="44"/>
                  </a:lnTo>
                  <a:lnTo>
                    <a:pt x="126" y="46"/>
                  </a:lnTo>
                  <a:lnTo>
                    <a:pt x="127" y="47"/>
                  </a:lnTo>
                  <a:lnTo>
                    <a:pt x="130" y="48"/>
                  </a:lnTo>
                  <a:lnTo>
                    <a:pt x="131" y="47"/>
                  </a:lnTo>
                  <a:lnTo>
                    <a:pt x="133" y="48"/>
                  </a:lnTo>
                  <a:lnTo>
                    <a:pt x="134" y="48"/>
                  </a:lnTo>
                  <a:lnTo>
                    <a:pt x="138" y="51"/>
                  </a:lnTo>
                  <a:lnTo>
                    <a:pt x="138" y="52"/>
                  </a:lnTo>
                  <a:lnTo>
                    <a:pt x="139" y="55"/>
                  </a:lnTo>
                  <a:lnTo>
                    <a:pt x="139" y="56"/>
                  </a:lnTo>
                  <a:lnTo>
                    <a:pt x="142" y="58"/>
                  </a:lnTo>
                  <a:lnTo>
                    <a:pt x="143" y="59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7" y="63"/>
                  </a:lnTo>
                  <a:lnTo>
                    <a:pt x="150" y="64"/>
                  </a:lnTo>
                  <a:lnTo>
                    <a:pt x="150" y="66"/>
                  </a:lnTo>
                  <a:lnTo>
                    <a:pt x="150" y="69"/>
                  </a:lnTo>
                  <a:lnTo>
                    <a:pt x="151" y="69"/>
                  </a:lnTo>
                  <a:lnTo>
                    <a:pt x="154" y="72"/>
                  </a:lnTo>
                  <a:lnTo>
                    <a:pt x="154" y="73"/>
                  </a:lnTo>
                  <a:lnTo>
                    <a:pt x="154" y="73"/>
                  </a:lnTo>
                  <a:lnTo>
                    <a:pt x="154" y="73"/>
                  </a:lnTo>
                  <a:lnTo>
                    <a:pt x="151" y="72"/>
                  </a:lnTo>
                  <a:lnTo>
                    <a:pt x="148" y="72"/>
                  </a:lnTo>
                  <a:lnTo>
                    <a:pt x="144" y="73"/>
                  </a:lnTo>
                  <a:lnTo>
                    <a:pt x="144" y="73"/>
                  </a:lnTo>
                  <a:lnTo>
                    <a:pt x="141" y="73"/>
                  </a:lnTo>
                  <a:lnTo>
                    <a:pt x="138" y="72"/>
                  </a:lnTo>
                  <a:lnTo>
                    <a:pt x="137" y="72"/>
                  </a:lnTo>
                  <a:lnTo>
                    <a:pt x="135" y="71"/>
                  </a:lnTo>
                  <a:lnTo>
                    <a:pt x="134" y="71"/>
                  </a:lnTo>
                  <a:lnTo>
                    <a:pt x="131" y="71"/>
                  </a:lnTo>
                  <a:lnTo>
                    <a:pt x="130" y="69"/>
                  </a:lnTo>
                  <a:lnTo>
                    <a:pt x="129" y="69"/>
                  </a:lnTo>
                  <a:lnTo>
                    <a:pt x="129" y="71"/>
                  </a:lnTo>
                  <a:lnTo>
                    <a:pt x="129" y="71"/>
                  </a:lnTo>
                  <a:lnTo>
                    <a:pt x="127" y="73"/>
                  </a:lnTo>
                  <a:lnTo>
                    <a:pt x="126" y="73"/>
                  </a:lnTo>
                  <a:lnTo>
                    <a:pt x="125" y="73"/>
                  </a:lnTo>
                  <a:lnTo>
                    <a:pt x="122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8" y="73"/>
                  </a:lnTo>
                  <a:lnTo>
                    <a:pt x="118" y="73"/>
                  </a:lnTo>
                  <a:lnTo>
                    <a:pt x="117" y="72"/>
                  </a:lnTo>
                  <a:lnTo>
                    <a:pt x="115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8" y="76"/>
                  </a:lnTo>
                  <a:lnTo>
                    <a:pt x="104" y="77"/>
                  </a:lnTo>
                  <a:lnTo>
                    <a:pt x="101" y="77"/>
                  </a:lnTo>
                  <a:lnTo>
                    <a:pt x="100" y="76"/>
                  </a:lnTo>
                  <a:lnTo>
                    <a:pt x="98" y="76"/>
                  </a:lnTo>
                  <a:lnTo>
                    <a:pt x="96" y="76"/>
                  </a:lnTo>
                  <a:lnTo>
                    <a:pt x="94" y="77"/>
                  </a:lnTo>
                  <a:lnTo>
                    <a:pt x="92" y="80"/>
                  </a:lnTo>
                  <a:lnTo>
                    <a:pt x="92" y="81"/>
                  </a:lnTo>
                  <a:lnTo>
                    <a:pt x="93" y="83"/>
                  </a:lnTo>
                  <a:lnTo>
                    <a:pt x="93" y="83"/>
                  </a:lnTo>
                  <a:lnTo>
                    <a:pt x="90" y="84"/>
                  </a:lnTo>
                  <a:lnTo>
                    <a:pt x="89" y="83"/>
                  </a:lnTo>
                  <a:lnTo>
                    <a:pt x="87" y="83"/>
                  </a:lnTo>
                  <a:lnTo>
                    <a:pt x="84" y="81"/>
                  </a:lnTo>
                  <a:lnTo>
                    <a:pt x="83" y="81"/>
                  </a:lnTo>
                  <a:lnTo>
                    <a:pt x="81" y="83"/>
                  </a:lnTo>
                  <a:lnTo>
                    <a:pt x="80" y="83"/>
                  </a:lnTo>
                  <a:lnTo>
                    <a:pt x="77" y="81"/>
                  </a:lnTo>
                  <a:lnTo>
                    <a:pt x="75" y="80"/>
                  </a:lnTo>
                  <a:lnTo>
                    <a:pt x="72" y="81"/>
                  </a:lnTo>
                  <a:lnTo>
                    <a:pt x="71" y="80"/>
                  </a:lnTo>
                  <a:lnTo>
                    <a:pt x="68" y="77"/>
                  </a:lnTo>
                  <a:lnTo>
                    <a:pt x="65" y="77"/>
                  </a:lnTo>
                  <a:lnTo>
                    <a:pt x="63" y="73"/>
                  </a:lnTo>
                  <a:lnTo>
                    <a:pt x="62" y="73"/>
                  </a:lnTo>
                  <a:lnTo>
                    <a:pt x="59" y="72"/>
                  </a:lnTo>
                  <a:lnTo>
                    <a:pt x="59" y="72"/>
                  </a:lnTo>
                  <a:lnTo>
                    <a:pt x="58" y="73"/>
                  </a:lnTo>
                  <a:lnTo>
                    <a:pt x="56" y="73"/>
                  </a:lnTo>
                  <a:lnTo>
                    <a:pt x="54" y="75"/>
                  </a:lnTo>
                  <a:lnTo>
                    <a:pt x="52" y="75"/>
                  </a:lnTo>
                  <a:lnTo>
                    <a:pt x="52" y="76"/>
                  </a:lnTo>
                  <a:lnTo>
                    <a:pt x="51" y="77"/>
                  </a:lnTo>
                  <a:lnTo>
                    <a:pt x="51" y="79"/>
                  </a:lnTo>
                  <a:lnTo>
                    <a:pt x="51" y="80"/>
                  </a:lnTo>
                  <a:lnTo>
                    <a:pt x="50" y="81"/>
                  </a:lnTo>
                  <a:lnTo>
                    <a:pt x="48" y="81"/>
                  </a:lnTo>
                  <a:lnTo>
                    <a:pt x="48" y="83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48" y="88"/>
                  </a:lnTo>
                  <a:lnTo>
                    <a:pt x="48" y="89"/>
                  </a:lnTo>
                  <a:lnTo>
                    <a:pt x="47" y="89"/>
                  </a:lnTo>
                  <a:lnTo>
                    <a:pt x="46" y="91"/>
                  </a:lnTo>
                  <a:lnTo>
                    <a:pt x="43" y="89"/>
                  </a:lnTo>
                  <a:lnTo>
                    <a:pt x="43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1" y="91"/>
                  </a:lnTo>
                  <a:lnTo>
                    <a:pt x="30" y="92"/>
                  </a:lnTo>
                  <a:lnTo>
                    <a:pt x="29" y="92"/>
                  </a:lnTo>
                  <a:lnTo>
                    <a:pt x="25" y="96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1"/>
                  </a:lnTo>
                  <a:lnTo>
                    <a:pt x="18" y="98"/>
                  </a:lnTo>
                  <a:lnTo>
                    <a:pt x="15" y="96"/>
                  </a:lnTo>
                  <a:lnTo>
                    <a:pt x="14" y="94"/>
                  </a:lnTo>
                  <a:lnTo>
                    <a:pt x="11" y="91"/>
                  </a:lnTo>
                  <a:lnTo>
                    <a:pt x="9" y="87"/>
                  </a:lnTo>
                  <a:lnTo>
                    <a:pt x="8" y="84"/>
                  </a:lnTo>
                  <a:lnTo>
                    <a:pt x="6" y="81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75"/>
                  </a:lnTo>
                  <a:lnTo>
                    <a:pt x="1" y="72"/>
                  </a:lnTo>
                  <a:lnTo>
                    <a:pt x="1" y="69"/>
                  </a:lnTo>
                  <a:lnTo>
                    <a:pt x="1" y="66"/>
                  </a:lnTo>
                  <a:lnTo>
                    <a:pt x="0" y="63"/>
                  </a:lnTo>
                  <a:lnTo>
                    <a:pt x="0" y="60"/>
                  </a:lnTo>
                  <a:lnTo>
                    <a:pt x="1" y="59"/>
                  </a:lnTo>
                  <a:lnTo>
                    <a:pt x="2" y="58"/>
                  </a:lnTo>
                  <a:lnTo>
                    <a:pt x="5" y="55"/>
                  </a:lnTo>
                  <a:lnTo>
                    <a:pt x="6" y="52"/>
                  </a:lnTo>
                  <a:lnTo>
                    <a:pt x="8" y="48"/>
                  </a:lnTo>
                  <a:lnTo>
                    <a:pt x="9" y="46"/>
                  </a:lnTo>
                  <a:lnTo>
                    <a:pt x="10" y="44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4" y="43"/>
                  </a:lnTo>
                  <a:lnTo>
                    <a:pt x="14" y="44"/>
                  </a:lnTo>
                  <a:lnTo>
                    <a:pt x="17" y="44"/>
                  </a:lnTo>
                  <a:lnTo>
                    <a:pt x="18" y="44"/>
                  </a:lnTo>
                  <a:lnTo>
                    <a:pt x="22" y="44"/>
                  </a:lnTo>
                  <a:lnTo>
                    <a:pt x="23" y="42"/>
                  </a:lnTo>
                  <a:lnTo>
                    <a:pt x="23" y="39"/>
                  </a:lnTo>
                  <a:lnTo>
                    <a:pt x="25" y="38"/>
                  </a:lnTo>
                  <a:lnTo>
                    <a:pt x="26" y="39"/>
                  </a:lnTo>
                  <a:lnTo>
                    <a:pt x="27" y="42"/>
                  </a:lnTo>
                  <a:lnTo>
                    <a:pt x="27" y="43"/>
                  </a:lnTo>
                  <a:lnTo>
                    <a:pt x="30" y="43"/>
                  </a:lnTo>
                  <a:lnTo>
                    <a:pt x="33" y="41"/>
                  </a:lnTo>
                  <a:lnTo>
                    <a:pt x="36" y="39"/>
                  </a:lnTo>
                  <a:lnTo>
                    <a:pt x="39" y="37"/>
                  </a:lnTo>
                  <a:lnTo>
                    <a:pt x="46" y="35"/>
                  </a:lnTo>
                  <a:lnTo>
                    <a:pt x="50" y="35"/>
                  </a:lnTo>
                  <a:lnTo>
                    <a:pt x="51" y="34"/>
                  </a:lnTo>
                  <a:lnTo>
                    <a:pt x="55" y="31"/>
                  </a:lnTo>
                  <a:lnTo>
                    <a:pt x="54" y="30"/>
                  </a:lnTo>
                  <a:lnTo>
                    <a:pt x="52" y="30"/>
                  </a:lnTo>
                  <a:lnTo>
                    <a:pt x="51" y="27"/>
                  </a:lnTo>
                  <a:lnTo>
                    <a:pt x="51" y="25"/>
                  </a:lnTo>
                  <a:lnTo>
                    <a:pt x="52" y="25"/>
                  </a:lnTo>
                  <a:lnTo>
                    <a:pt x="55" y="25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2" y="26"/>
                  </a:lnTo>
                  <a:lnTo>
                    <a:pt x="65" y="25"/>
                  </a:lnTo>
                  <a:lnTo>
                    <a:pt x="69" y="25"/>
                  </a:lnTo>
                  <a:lnTo>
                    <a:pt x="72" y="22"/>
                  </a:lnTo>
                  <a:lnTo>
                    <a:pt x="73" y="22"/>
                  </a:lnTo>
                  <a:lnTo>
                    <a:pt x="75" y="19"/>
                  </a:lnTo>
                  <a:lnTo>
                    <a:pt x="75" y="18"/>
                  </a:lnTo>
                  <a:lnTo>
                    <a:pt x="75" y="17"/>
                  </a:lnTo>
                  <a:lnTo>
                    <a:pt x="76" y="16"/>
                  </a:lnTo>
                  <a:lnTo>
                    <a:pt x="76" y="13"/>
                  </a:lnTo>
                  <a:lnTo>
                    <a:pt x="77" y="12"/>
                  </a:lnTo>
                  <a:lnTo>
                    <a:pt x="79" y="12"/>
                  </a:lnTo>
                  <a:lnTo>
                    <a:pt x="80" y="12"/>
                  </a:lnTo>
                  <a:lnTo>
                    <a:pt x="83" y="9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5"/>
                  </a:lnTo>
                  <a:lnTo>
                    <a:pt x="87" y="2"/>
                  </a:lnTo>
                  <a:lnTo>
                    <a:pt x="89" y="1"/>
                  </a:lnTo>
                  <a:lnTo>
                    <a:pt x="92" y="1"/>
                  </a:lnTo>
                  <a:lnTo>
                    <a:pt x="93" y="2"/>
                  </a:lnTo>
                  <a:lnTo>
                    <a:pt x="9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6" name="Freeform 445"/>
            <p:cNvSpPr>
              <a:spLocks/>
            </p:cNvSpPr>
            <p:nvPr/>
          </p:nvSpPr>
          <p:spPr bwMode="auto">
            <a:xfrm>
              <a:off x="6049491" y="3317538"/>
              <a:ext cx="464408" cy="433955"/>
            </a:xfrm>
            <a:custGeom>
              <a:avLst/>
              <a:gdLst>
                <a:gd name="T0" fmla="*/ 25 w 183"/>
                <a:gd name="T1" fmla="*/ 1 h 171"/>
                <a:gd name="T2" fmla="*/ 33 w 183"/>
                <a:gd name="T3" fmla="*/ 4 h 171"/>
                <a:gd name="T4" fmla="*/ 45 w 183"/>
                <a:gd name="T5" fmla="*/ 4 h 171"/>
                <a:gd name="T6" fmla="*/ 56 w 183"/>
                <a:gd name="T7" fmla="*/ 6 h 171"/>
                <a:gd name="T8" fmla="*/ 66 w 183"/>
                <a:gd name="T9" fmla="*/ 12 h 171"/>
                <a:gd name="T10" fmla="*/ 70 w 183"/>
                <a:gd name="T11" fmla="*/ 22 h 171"/>
                <a:gd name="T12" fmla="*/ 78 w 183"/>
                <a:gd name="T13" fmla="*/ 25 h 171"/>
                <a:gd name="T14" fmla="*/ 83 w 183"/>
                <a:gd name="T15" fmla="*/ 25 h 171"/>
                <a:gd name="T16" fmla="*/ 98 w 183"/>
                <a:gd name="T17" fmla="*/ 31 h 171"/>
                <a:gd name="T18" fmla="*/ 106 w 183"/>
                <a:gd name="T19" fmla="*/ 38 h 171"/>
                <a:gd name="T20" fmla="*/ 114 w 183"/>
                <a:gd name="T21" fmla="*/ 39 h 171"/>
                <a:gd name="T22" fmla="*/ 118 w 183"/>
                <a:gd name="T23" fmla="*/ 34 h 171"/>
                <a:gd name="T24" fmla="*/ 122 w 183"/>
                <a:gd name="T25" fmla="*/ 29 h 171"/>
                <a:gd name="T26" fmla="*/ 118 w 183"/>
                <a:gd name="T27" fmla="*/ 21 h 171"/>
                <a:gd name="T28" fmla="*/ 120 w 183"/>
                <a:gd name="T29" fmla="*/ 13 h 171"/>
                <a:gd name="T30" fmla="*/ 124 w 183"/>
                <a:gd name="T31" fmla="*/ 8 h 171"/>
                <a:gd name="T32" fmla="*/ 135 w 183"/>
                <a:gd name="T33" fmla="*/ 4 h 171"/>
                <a:gd name="T34" fmla="*/ 139 w 183"/>
                <a:gd name="T35" fmla="*/ 2 h 171"/>
                <a:gd name="T36" fmla="*/ 143 w 183"/>
                <a:gd name="T37" fmla="*/ 2 h 171"/>
                <a:gd name="T38" fmla="*/ 148 w 183"/>
                <a:gd name="T39" fmla="*/ 4 h 171"/>
                <a:gd name="T40" fmla="*/ 156 w 183"/>
                <a:gd name="T41" fmla="*/ 6 h 171"/>
                <a:gd name="T42" fmla="*/ 154 w 183"/>
                <a:gd name="T43" fmla="*/ 9 h 171"/>
                <a:gd name="T44" fmla="*/ 160 w 183"/>
                <a:gd name="T45" fmla="*/ 12 h 171"/>
                <a:gd name="T46" fmla="*/ 165 w 183"/>
                <a:gd name="T47" fmla="*/ 13 h 171"/>
                <a:gd name="T48" fmla="*/ 174 w 183"/>
                <a:gd name="T49" fmla="*/ 13 h 171"/>
                <a:gd name="T50" fmla="*/ 178 w 183"/>
                <a:gd name="T51" fmla="*/ 16 h 171"/>
                <a:gd name="T52" fmla="*/ 179 w 183"/>
                <a:gd name="T53" fmla="*/ 21 h 171"/>
                <a:gd name="T54" fmla="*/ 179 w 183"/>
                <a:gd name="T55" fmla="*/ 29 h 171"/>
                <a:gd name="T56" fmla="*/ 178 w 183"/>
                <a:gd name="T57" fmla="*/ 35 h 171"/>
                <a:gd name="T58" fmla="*/ 178 w 183"/>
                <a:gd name="T59" fmla="*/ 43 h 171"/>
                <a:gd name="T60" fmla="*/ 183 w 183"/>
                <a:gd name="T61" fmla="*/ 166 h 171"/>
                <a:gd name="T62" fmla="*/ 173 w 183"/>
                <a:gd name="T63" fmla="*/ 171 h 171"/>
                <a:gd name="T64" fmla="*/ 173 w 183"/>
                <a:gd name="T65" fmla="*/ 171 h 171"/>
                <a:gd name="T66" fmla="*/ 53 w 183"/>
                <a:gd name="T67" fmla="*/ 133 h 171"/>
                <a:gd name="T68" fmla="*/ 31 w 183"/>
                <a:gd name="T69" fmla="*/ 126 h 171"/>
                <a:gd name="T70" fmla="*/ 28 w 183"/>
                <a:gd name="T71" fmla="*/ 122 h 171"/>
                <a:gd name="T72" fmla="*/ 24 w 183"/>
                <a:gd name="T73" fmla="*/ 117 h 171"/>
                <a:gd name="T74" fmla="*/ 20 w 183"/>
                <a:gd name="T75" fmla="*/ 113 h 171"/>
                <a:gd name="T76" fmla="*/ 11 w 183"/>
                <a:gd name="T77" fmla="*/ 112 h 171"/>
                <a:gd name="T78" fmla="*/ 10 w 183"/>
                <a:gd name="T79" fmla="*/ 109 h 171"/>
                <a:gd name="T80" fmla="*/ 8 w 183"/>
                <a:gd name="T81" fmla="*/ 104 h 171"/>
                <a:gd name="T82" fmla="*/ 7 w 183"/>
                <a:gd name="T83" fmla="*/ 100 h 171"/>
                <a:gd name="T84" fmla="*/ 4 w 183"/>
                <a:gd name="T85" fmla="*/ 94 h 171"/>
                <a:gd name="T86" fmla="*/ 0 w 183"/>
                <a:gd name="T87" fmla="*/ 88 h 171"/>
                <a:gd name="T88" fmla="*/ 2 w 183"/>
                <a:gd name="T89" fmla="*/ 87 h 171"/>
                <a:gd name="T90" fmla="*/ 6 w 183"/>
                <a:gd name="T91" fmla="*/ 83 h 171"/>
                <a:gd name="T92" fmla="*/ 4 w 183"/>
                <a:gd name="T93" fmla="*/ 76 h 171"/>
                <a:gd name="T94" fmla="*/ 6 w 183"/>
                <a:gd name="T95" fmla="*/ 68 h 171"/>
                <a:gd name="T96" fmla="*/ 3 w 183"/>
                <a:gd name="T97" fmla="*/ 59 h 171"/>
                <a:gd name="T98" fmla="*/ 3 w 183"/>
                <a:gd name="T99" fmla="*/ 54 h 171"/>
                <a:gd name="T100" fmla="*/ 2 w 183"/>
                <a:gd name="T101" fmla="*/ 42 h 171"/>
                <a:gd name="T102" fmla="*/ 0 w 183"/>
                <a:gd name="T103" fmla="*/ 38 h 171"/>
                <a:gd name="T104" fmla="*/ 2 w 183"/>
                <a:gd name="T105" fmla="*/ 37 h 171"/>
                <a:gd name="T106" fmla="*/ 4 w 183"/>
                <a:gd name="T107" fmla="*/ 37 h 171"/>
                <a:gd name="T108" fmla="*/ 7 w 183"/>
                <a:gd name="T109" fmla="*/ 33 h 171"/>
                <a:gd name="T110" fmla="*/ 8 w 183"/>
                <a:gd name="T111" fmla="*/ 31 h 171"/>
                <a:gd name="T112" fmla="*/ 8 w 183"/>
                <a:gd name="T113" fmla="*/ 27 h 171"/>
                <a:gd name="T114" fmla="*/ 7 w 183"/>
                <a:gd name="T115" fmla="*/ 22 h 171"/>
                <a:gd name="T116" fmla="*/ 10 w 183"/>
                <a:gd name="T117" fmla="*/ 19 h 171"/>
                <a:gd name="T118" fmla="*/ 14 w 183"/>
                <a:gd name="T119" fmla="*/ 17 h 171"/>
                <a:gd name="T120" fmla="*/ 21 w 183"/>
                <a:gd name="T121" fmla="*/ 10 h 171"/>
                <a:gd name="T122" fmla="*/ 23 w 183"/>
                <a:gd name="T123" fmla="*/ 6 h 171"/>
                <a:gd name="T124" fmla="*/ 23 w 183"/>
                <a:gd name="T125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3" h="171">
                  <a:moveTo>
                    <a:pt x="23" y="0"/>
                  </a:moveTo>
                  <a:lnTo>
                    <a:pt x="25" y="1"/>
                  </a:lnTo>
                  <a:lnTo>
                    <a:pt x="27" y="4"/>
                  </a:lnTo>
                  <a:lnTo>
                    <a:pt x="33" y="4"/>
                  </a:lnTo>
                  <a:lnTo>
                    <a:pt x="41" y="2"/>
                  </a:lnTo>
                  <a:lnTo>
                    <a:pt x="45" y="4"/>
                  </a:lnTo>
                  <a:lnTo>
                    <a:pt x="52" y="5"/>
                  </a:lnTo>
                  <a:lnTo>
                    <a:pt x="56" y="6"/>
                  </a:lnTo>
                  <a:lnTo>
                    <a:pt x="64" y="8"/>
                  </a:lnTo>
                  <a:lnTo>
                    <a:pt x="66" y="12"/>
                  </a:lnTo>
                  <a:lnTo>
                    <a:pt x="66" y="16"/>
                  </a:lnTo>
                  <a:lnTo>
                    <a:pt x="70" y="22"/>
                  </a:lnTo>
                  <a:lnTo>
                    <a:pt x="74" y="25"/>
                  </a:lnTo>
                  <a:lnTo>
                    <a:pt x="78" y="25"/>
                  </a:lnTo>
                  <a:lnTo>
                    <a:pt x="79" y="23"/>
                  </a:lnTo>
                  <a:lnTo>
                    <a:pt x="83" y="25"/>
                  </a:lnTo>
                  <a:lnTo>
                    <a:pt x="93" y="29"/>
                  </a:lnTo>
                  <a:lnTo>
                    <a:pt x="98" y="31"/>
                  </a:lnTo>
                  <a:lnTo>
                    <a:pt x="102" y="34"/>
                  </a:lnTo>
                  <a:lnTo>
                    <a:pt x="106" y="38"/>
                  </a:lnTo>
                  <a:lnTo>
                    <a:pt x="111" y="39"/>
                  </a:lnTo>
                  <a:lnTo>
                    <a:pt x="114" y="39"/>
                  </a:lnTo>
                  <a:lnTo>
                    <a:pt x="118" y="35"/>
                  </a:lnTo>
                  <a:lnTo>
                    <a:pt x="118" y="34"/>
                  </a:lnTo>
                  <a:lnTo>
                    <a:pt x="120" y="31"/>
                  </a:lnTo>
                  <a:lnTo>
                    <a:pt x="122" y="29"/>
                  </a:lnTo>
                  <a:lnTo>
                    <a:pt x="120" y="23"/>
                  </a:lnTo>
                  <a:lnTo>
                    <a:pt x="118" y="21"/>
                  </a:lnTo>
                  <a:lnTo>
                    <a:pt x="119" y="14"/>
                  </a:lnTo>
                  <a:lnTo>
                    <a:pt x="120" y="13"/>
                  </a:lnTo>
                  <a:lnTo>
                    <a:pt x="120" y="10"/>
                  </a:lnTo>
                  <a:lnTo>
                    <a:pt x="124" y="8"/>
                  </a:lnTo>
                  <a:lnTo>
                    <a:pt x="128" y="5"/>
                  </a:lnTo>
                  <a:lnTo>
                    <a:pt x="135" y="4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41" y="4"/>
                  </a:lnTo>
                  <a:lnTo>
                    <a:pt x="143" y="2"/>
                  </a:lnTo>
                  <a:lnTo>
                    <a:pt x="144" y="2"/>
                  </a:lnTo>
                  <a:lnTo>
                    <a:pt x="148" y="4"/>
                  </a:lnTo>
                  <a:lnTo>
                    <a:pt x="151" y="4"/>
                  </a:lnTo>
                  <a:lnTo>
                    <a:pt x="156" y="6"/>
                  </a:lnTo>
                  <a:lnTo>
                    <a:pt x="156" y="8"/>
                  </a:lnTo>
                  <a:lnTo>
                    <a:pt x="154" y="9"/>
                  </a:lnTo>
                  <a:lnTo>
                    <a:pt x="156" y="10"/>
                  </a:lnTo>
                  <a:lnTo>
                    <a:pt x="160" y="12"/>
                  </a:lnTo>
                  <a:lnTo>
                    <a:pt x="164" y="12"/>
                  </a:lnTo>
                  <a:lnTo>
                    <a:pt x="165" y="13"/>
                  </a:lnTo>
                  <a:lnTo>
                    <a:pt x="173" y="14"/>
                  </a:lnTo>
                  <a:lnTo>
                    <a:pt x="174" y="13"/>
                  </a:lnTo>
                  <a:lnTo>
                    <a:pt x="177" y="14"/>
                  </a:lnTo>
                  <a:lnTo>
                    <a:pt x="178" y="16"/>
                  </a:lnTo>
                  <a:lnTo>
                    <a:pt x="179" y="19"/>
                  </a:lnTo>
                  <a:lnTo>
                    <a:pt x="179" y="21"/>
                  </a:lnTo>
                  <a:lnTo>
                    <a:pt x="178" y="26"/>
                  </a:lnTo>
                  <a:lnTo>
                    <a:pt x="179" y="29"/>
                  </a:lnTo>
                  <a:lnTo>
                    <a:pt x="179" y="31"/>
                  </a:lnTo>
                  <a:lnTo>
                    <a:pt x="178" y="35"/>
                  </a:lnTo>
                  <a:lnTo>
                    <a:pt x="176" y="39"/>
                  </a:lnTo>
                  <a:lnTo>
                    <a:pt x="178" y="43"/>
                  </a:lnTo>
                  <a:lnTo>
                    <a:pt x="179" y="48"/>
                  </a:lnTo>
                  <a:lnTo>
                    <a:pt x="183" y="166"/>
                  </a:lnTo>
                  <a:lnTo>
                    <a:pt x="173" y="167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77" y="122"/>
                  </a:lnTo>
                  <a:lnTo>
                    <a:pt x="53" y="133"/>
                  </a:lnTo>
                  <a:lnTo>
                    <a:pt x="52" y="130"/>
                  </a:lnTo>
                  <a:lnTo>
                    <a:pt x="31" y="126"/>
                  </a:lnTo>
                  <a:lnTo>
                    <a:pt x="29" y="123"/>
                  </a:lnTo>
                  <a:lnTo>
                    <a:pt x="28" y="122"/>
                  </a:lnTo>
                  <a:lnTo>
                    <a:pt x="27" y="121"/>
                  </a:lnTo>
                  <a:lnTo>
                    <a:pt x="24" y="117"/>
                  </a:lnTo>
                  <a:lnTo>
                    <a:pt x="23" y="114"/>
                  </a:lnTo>
                  <a:lnTo>
                    <a:pt x="20" y="113"/>
                  </a:lnTo>
                  <a:lnTo>
                    <a:pt x="16" y="112"/>
                  </a:lnTo>
                  <a:lnTo>
                    <a:pt x="11" y="112"/>
                  </a:lnTo>
                  <a:lnTo>
                    <a:pt x="10" y="110"/>
                  </a:lnTo>
                  <a:lnTo>
                    <a:pt x="10" y="109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7" y="100"/>
                  </a:lnTo>
                  <a:lnTo>
                    <a:pt x="7" y="98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87"/>
                  </a:lnTo>
                  <a:lnTo>
                    <a:pt x="4" y="84"/>
                  </a:lnTo>
                  <a:lnTo>
                    <a:pt x="6" y="83"/>
                  </a:lnTo>
                  <a:lnTo>
                    <a:pt x="6" y="79"/>
                  </a:lnTo>
                  <a:lnTo>
                    <a:pt x="4" y="76"/>
                  </a:lnTo>
                  <a:lnTo>
                    <a:pt x="4" y="75"/>
                  </a:lnTo>
                  <a:lnTo>
                    <a:pt x="6" y="68"/>
                  </a:lnTo>
                  <a:lnTo>
                    <a:pt x="4" y="64"/>
                  </a:lnTo>
                  <a:lnTo>
                    <a:pt x="3" y="59"/>
                  </a:lnTo>
                  <a:lnTo>
                    <a:pt x="4" y="58"/>
                  </a:lnTo>
                  <a:lnTo>
                    <a:pt x="3" y="54"/>
                  </a:lnTo>
                  <a:lnTo>
                    <a:pt x="3" y="46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3" y="37"/>
                  </a:lnTo>
                  <a:lnTo>
                    <a:pt x="4" y="37"/>
                  </a:lnTo>
                  <a:lnTo>
                    <a:pt x="6" y="35"/>
                  </a:lnTo>
                  <a:lnTo>
                    <a:pt x="7" y="33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8" y="27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10" y="19"/>
                  </a:lnTo>
                  <a:lnTo>
                    <a:pt x="12" y="19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21" y="10"/>
                  </a:lnTo>
                  <a:lnTo>
                    <a:pt x="24" y="6"/>
                  </a:lnTo>
                  <a:lnTo>
                    <a:pt x="23" y="6"/>
                  </a:lnTo>
                  <a:lnTo>
                    <a:pt x="21" y="1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7" name="Freeform 446"/>
            <p:cNvSpPr>
              <a:spLocks noEditPoints="1"/>
            </p:cNvSpPr>
            <p:nvPr/>
          </p:nvSpPr>
          <p:spPr bwMode="auto">
            <a:xfrm>
              <a:off x="5991124" y="3175425"/>
              <a:ext cx="119275" cy="236011"/>
            </a:xfrm>
            <a:custGeom>
              <a:avLst/>
              <a:gdLst>
                <a:gd name="T0" fmla="*/ 38 w 47"/>
                <a:gd name="T1" fmla="*/ 47 h 93"/>
                <a:gd name="T2" fmla="*/ 37 w 47"/>
                <a:gd name="T3" fmla="*/ 49 h 93"/>
                <a:gd name="T4" fmla="*/ 35 w 47"/>
                <a:gd name="T5" fmla="*/ 47 h 93"/>
                <a:gd name="T6" fmla="*/ 26 w 47"/>
                <a:gd name="T7" fmla="*/ 2 h 93"/>
                <a:gd name="T8" fmla="*/ 27 w 47"/>
                <a:gd name="T9" fmla="*/ 4 h 93"/>
                <a:gd name="T10" fmla="*/ 30 w 47"/>
                <a:gd name="T11" fmla="*/ 10 h 93"/>
                <a:gd name="T12" fmla="*/ 37 w 47"/>
                <a:gd name="T13" fmla="*/ 4 h 93"/>
                <a:gd name="T14" fmla="*/ 37 w 47"/>
                <a:gd name="T15" fmla="*/ 7 h 93"/>
                <a:gd name="T16" fmla="*/ 34 w 47"/>
                <a:gd name="T17" fmla="*/ 12 h 93"/>
                <a:gd name="T18" fmla="*/ 31 w 47"/>
                <a:gd name="T19" fmla="*/ 18 h 93"/>
                <a:gd name="T20" fmla="*/ 38 w 47"/>
                <a:gd name="T21" fmla="*/ 23 h 93"/>
                <a:gd name="T22" fmla="*/ 38 w 47"/>
                <a:gd name="T23" fmla="*/ 28 h 93"/>
                <a:gd name="T24" fmla="*/ 38 w 47"/>
                <a:gd name="T25" fmla="*/ 31 h 93"/>
                <a:gd name="T26" fmla="*/ 38 w 47"/>
                <a:gd name="T27" fmla="*/ 33 h 93"/>
                <a:gd name="T28" fmla="*/ 29 w 47"/>
                <a:gd name="T29" fmla="*/ 40 h 93"/>
                <a:gd name="T30" fmla="*/ 29 w 47"/>
                <a:gd name="T31" fmla="*/ 48 h 93"/>
                <a:gd name="T32" fmla="*/ 34 w 47"/>
                <a:gd name="T33" fmla="*/ 49 h 93"/>
                <a:gd name="T34" fmla="*/ 37 w 47"/>
                <a:gd name="T35" fmla="*/ 52 h 93"/>
                <a:gd name="T36" fmla="*/ 38 w 47"/>
                <a:gd name="T37" fmla="*/ 50 h 93"/>
                <a:gd name="T38" fmla="*/ 39 w 47"/>
                <a:gd name="T39" fmla="*/ 50 h 93"/>
                <a:gd name="T40" fmla="*/ 41 w 47"/>
                <a:gd name="T41" fmla="*/ 54 h 93"/>
                <a:gd name="T42" fmla="*/ 46 w 47"/>
                <a:gd name="T43" fmla="*/ 56 h 93"/>
                <a:gd name="T44" fmla="*/ 46 w 47"/>
                <a:gd name="T45" fmla="*/ 62 h 93"/>
                <a:gd name="T46" fmla="*/ 44 w 47"/>
                <a:gd name="T47" fmla="*/ 66 h 93"/>
                <a:gd name="T48" fmla="*/ 37 w 47"/>
                <a:gd name="T49" fmla="*/ 73 h 93"/>
                <a:gd name="T50" fmla="*/ 33 w 47"/>
                <a:gd name="T51" fmla="*/ 75 h 93"/>
                <a:gd name="T52" fmla="*/ 30 w 47"/>
                <a:gd name="T53" fmla="*/ 78 h 93"/>
                <a:gd name="T54" fmla="*/ 31 w 47"/>
                <a:gd name="T55" fmla="*/ 83 h 93"/>
                <a:gd name="T56" fmla="*/ 31 w 47"/>
                <a:gd name="T57" fmla="*/ 87 h 93"/>
                <a:gd name="T58" fmla="*/ 30 w 47"/>
                <a:gd name="T59" fmla="*/ 89 h 93"/>
                <a:gd name="T60" fmla="*/ 27 w 47"/>
                <a:gd name="T61" fmla="*/ 93 h 93"/>
                <a:gd name="T62" fmla="*/ 25 w 47"/>
                <a:gd name="T63" fmla="*/ 93 h 93"/>
                <a:gd name="T64" fmla="*/ 14 w 47"/>
                <a:gd name="T65" fmla="*/ 66 h 93"/>
                <a:gd name="T66" fmla="*/ 12 w 47"/>
                <a:gd name="T67" fmla="*/ 64 h 93"/>
                <a:gd name="T68" fmla="*/ 8 w 47"/>
                <a:gd name="T69" fmla="*/ 60 h 93"/>
                <a:gd name="T70" fmla="*/ 4 w 47"/>
                <a:gd name="T71" fmla="*/ 57 h 93"/>
                <a:gd name="T72" fmla="*/ 1 w 47"/>
                <a:gd name="T73" fmla="*/ 53 h 93"/>
                <a:gd name="T74" fmla="*/ 0 w 47"/>
                <a:gd name="T75" fmla="*/ 49 h 93"/>
                <a:gd name="T76" fmla="*/ 4 w 47"/>
                <a:gd name="T77" fmla="*/ 41 h 93"/>
                <a:gd name="T78" fmla="*/ 8 w 47"/>
                <a:gd name="T79" fmla="*/ 39 h 93"/>
                <a:gd name="T80" fmla="*/ 9 w 47"/>
                <a:gd name="T81" fmla="*/ 33 h 93"/>
                <a:gd name="T82" fmla="*/ 9 w 47"/>
                <a:gd name="T83" fmla="*/ 31 h 93"/>
                <a:gd name="T84" fmla="*/ 10 w 47"/>
                <a:gd name="T85" fmla="*/ 28 h 93"/>
                <a:gd name="T86" fmla="*/ 9 w 47"/>
                <a:gd name="T87" fmla="*/ 25 h 93"/>
                <a:gd name="T88" fmla="*/ 10 w 47"/>
                <a:gd name="T89" fmla="*/ 18 h 93"/>
                <a:gd name="T90" fmla="*/ 10 w 47"/>
                <a:gd name="T91" fmla="*/ 10 h 93"/>
                <a:gd name="T92" fmla="*/ 10 w 47"/>
                <a:gd name="T93" fmla="*/ 7 h 93"/>
                <a:gd name="T94" fmla="*/ 14 w 47"/>
                <a:gd name="T95" fmla="*/ 4 h 93"/>
                <a:gd name="T96" fmla="*/ 21 w 47"/>
                <a:gd name="T97" fmla="*/ 0 h 93"/>
                <a:gd name="T98" fmla="*/ 22 w 47"/>
                <a:gd name="T99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7" h="93">
                  <a:moveTo>
                    <a:pt x="35" y="47"/>
                  </a:moveTo>
                  <a:lnTo>
                    <a:pt x="38" y="47"/>
                  </a:lnTo>
                  <a:lnTo>
                    <a:pt x="39" y="48"/>
                  </a:lnTo>
                  <a:lnTo>
                    <a:pt x="37" y="49"/>
                  </a:lnTo>
                  <a:lnTo>
                    <a:pt x="35" y="48"/>
                  </a:lnTo>
                  <a:lnTo>
                    <a:pt x="35" y="47"/>
                  </a:lnTo>
                  <a:close/>
                  <a:moveTo>
                    <a:pt x="25" y="0"/>
                  </a:moveTo>
                  <a:lnTo>
                    <a:pt x="26" y="2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9" y="8"/>
                  </a:lnTo>
                  <a:lnTo>
                    <a:pt x="30" y="10"/>
                  </a:lnTo>
                  <a:lnTo>
                    <a:pt x="31" y="7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7"/>
                  </a:lnTo>
                  <a:lnTo>
                    <a:pt x="35" y="11"/>
                  </a:lnTo>
                  <a:lnTo>
                    <a:pt x="34" y="12"/>
                  </a:lnTo>
                  <a:lnTo>
                    <a:pt x="31" y="15"/>
                  </a:lnTo>
                  <a:lnTo>
                    <a:pt x="31" y="18"/>
                  </a:lnTo>
                  <a:lnTo>
                    <a:pt x="34" y="22"/>
                  </a:lnTo>
                  <a:lnTo>
                    <a:pt x="38" y="23"/>
                  </a:lnTo>
                  <a:lnTo>
                    <a:pt x="38" y="27"/>
                  </a:lnTo>
                  <a:lnTo>
                    <a:pt x="38" y="28"/>
                  </a:lnTo>
                  <a:lnTo>
                    <a:pt x="39" y="29"/>
                  </a:lnTo>
                  <a:lnTo>
                    <a:pt x="38" y="31"/>
                  </a:lnTo>
                  <a:lnTo>
                    <a:pt x="38" y="32"/>
                  </a:lnTo>
                  <a:lnTo>
                    <a:pt x="38" y="33"/>
                  </a:lnTo>
                  <a:lnTo>
                    <a:pt x="34" y="36"/>
                  </a:lnTo>
                  <a:lnTo>
                    <a:pt x="29" y="40"/>
                  </a:lnTo>
                  <a:lnTo>
                    <a:pt x="27" y="44"/>
                  </a:lnTo>
                  <a:lnTo>
                    <a:pt x="29" y="48"/>
                  </a:lnTo>
                  <a:lnTo>
                    <a:pt x="33" y="50"/>
                  </a:lnTo>
                  <a:lnTo>
                    <a:pt x="34" y="49"/>
                  </a:lnTo>
                  <a:lnTo>
                    <a:pt x="35" y="52"/>
                  </a:lnTo>
                  <a:lnTo>
                    <a:pt x="37" y="52"/>
                  </a:lnTo>
                  <a:lnTo>
                    <a:pt x="38" y="52"/>
                  </a:lnTo>
                  <a:lnTo>
                    <a:pt x="38" y="50"/>
                  </a:lnTo>
                  <a:lnTo>
                    <a:pt x="38" y="50"/>
                  </a:lnTo>
                  <a:lnTo>
                    <a:pt x="39" y="50"/>
                  </a:lnTo>
                  <a:lnTo>
                    <a:pt x="41" y="53"/>
                  </a:lnTo>
                  <a:lnTo>
                    <a:pt x="41" y="54"/>
                  </a:lnTo>
                  <a:lnTo>
                    <a:pt x="43" y="56"/>
                  </a:lnTo>
                  <a:lnTo>
                    <a:pt x="46" y="56"/>
                  </a:lnTo>
                  <a:lnTo>
                    <a:pt x="44" y="57"/>
                  </a:lnTo>
                  <a:lnTo>
                    <a:pt x="46" y="62"/>
                  </a:lnTo>
                  <a:lnTo>
                    <a:pt x="47" y="62"/>
                  </a:lnTo>
                  <a:lnTo>
                    <a:pt x="44" y="66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5" y="75"/>
                  </a:lnTo>
                  <a:lnTo>
                    <a:pt x="33" y="75"/>
                  </a:lnTo>
                  <a:lnTo>
                    <a:pt x="30" y="77"/>
                  </a:lnTo>
                  <a:lnTo>
                    <a:pt x="30" y="78"/>
                  </a:lnTo>
                  <a:lnTo>
                    <a:pt x="30" y="79"/>
                  </a:lnTo>
                  <a:lnTo>
                    <a:pt x="31" y="83"/>
                  </a:lnTo>
                  <a:lnTo>
                    <a:pt x="31" y="86"/>
                  </a:lnTo>
                  <a:lnTo>
                    <a:pt x="31" y="87"/>
                  </a:lnTo>
                  <a:lnTo>
                    <a:pt x="31" y="87"/>
                  </a:lnTo>
                  <a:lnTo>
                    <a:pt x="30" y="89"/>
                  </a:lnTo>
                  <a:lnTo>
                    <a:pt x="29" y="91"/>
                  </a:lnTo>
                  <a:lnTo>
                    <a:pt x="27" y="93"/>
                  </a:lnTo>
                  <a:lnTo>
                    <a:pt x="26" y="93"/>
                  </a:lnTo>
                  <a:lnTo>
                    <a:pt x="25" y="93"/>
                  </a:lnTo>
                  <a:lnTo>
                    <a:pt x="17" y="69"/>
                  </a:lnTo>
                  <a:lnTo>
                    <a:pt x="14" y="66"/>
                  </a:lnTo>
                  <a:lnTo>
                    <a:pt x="13" y="65"/>
                  </a:lnTo>
                  <a:lnTo>
                    <a:pt x="12" y="64"/>
                  </a:lnTo>
                  <a:lnTo>
                    <a:pt x="9" y="64"/>
                  </a:lnTo>
                  <a:lnTo>
                    <a:pt x="8" y="60"/>
                  </a:lnTo>
                  <a:lnTo>
                    <a:pt x="5" y="57"/>
                  </a:lnTo>
                  <a:lnTo>
                    <a:pt x="4" y="57"/>
                  </a:lnTo>
                  <a:lnTo>
                    <a:pt x="1" y="54"/>
                  </a:lnTo>
                  <a:lnTo>
                    <a:pt x="1" y="53"/>
                  </a:lnTo>
                  <a:lnTo>
                    <a:pt x="1" y="50"/>
                  </a:lnTo>
                  <a:lnTo>
                    <a:pt x="0" y="49"/>
                  </a:lnTo>
                  <a:lnTo>
                    <a:pt x="1" y="44"/>
                  </a:lnTo>
                  <a:lnTo>
                    <a:pt x="4" y="41"/>
                  </a:lnTo>
                  <a:lnTo>
                    <a:pt x="6" y="40"/>
                  </a:lnTo>
                  <a:lnTo>
                    <a:pt x="8" y="39"/>
                  </a:lnTo>
                  <a:lnTo>
                    <a:pt x="9" y="37"/>
                  </a:lnTo>
                  <a:lnTo>
                    <a:pt x="9" y="33"/>
                  </a:lnTo>
                  <a:lnTo>
                    <a:pt x="10" y="32"/>
                  </a:lnTo>
                  <a:lnTo>
                    <a:pt x="9" y="31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10" y="27"/>
                  </a:lnTo>
                  <a:lnTo>
                    <a:pt x="9" y="25"/>
                  </a:lnTo>
                  <a:lnTo>
                    <a:pt x="8" y="23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4" y="4"/>
                  </a:lnTo>
                  <a:lnTo>
                    <a:pt x="18" y="2"/>
                  </a:lnTo>
                  <a:lnTo>
                    <a:pt x="21" y="0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8" name="Freeform 447"/>
            <p:cNvSpPr>
              <a:spLocks/>
            </p:cNvSpPr>
            <p:nvPr/>
          </p:nvSpPr>
          <p:spPr bwMode="auto">
            <a:xfrm>
              <a:off x="5521640" y="3185576"/>
              <a:ext cx="606522" cy="586220"/>
            </a:xfrm>
            <a:custGeom>
              <a:avLst/>
              <a:gdLst>
                <a:gd name="T0" fmla="*/ 173 w 239"/>
                <a:gd name="T1" fmla="*/ 3 h 231"/>
                <a:gd name="T2" fmla="*/ 179 w 239"/>
                <a:gd name="T3" fmla="*/ 0 h 231"/>
                <a:gd name="T4" fmla="*/ 190 w 239"/>
                <a:gd name="T5" fmla="*/ 2 h 231"/>
                <a:gd name="T6" fmla="*/ 195 w 239"/>
                <a:gd name="T7" fmla="*/ 3 h 231"/>
                <a:gd name="T8" fmla="*/ 195 w 239"/>
                <a:gd name="T9" fmla="*/ 10 h 231"/>
                <a:gd name="T10" fmla="*/ 194 w 239"/>
                <a:gd name="T11" fmla="*/ 21 h 231"/>
                <a:gd name="T12" fmla="*/ 195 w 239"/>
                <a:gd name="T13" fmla="*/ 25 h 231"/>
                <a:gd name="T14" fmla="*/ 194 w 239"/>
                <a:gd name="T15" fmla="*/ 29 h 231"/>
                <a:gd name="T16" fmla="*/ 191 w 239"/>
                <a:gd name="T17" fmla="*/ 36 h 231"/>
                <a:gd name="T18" fmla="*/ 185 w 239"/>
                <a:gd name="T19" fmla="*/ 45 h 231"/>
                <a:gd name="T20" fmla="*/ 186 w 239"/>
                <a:gd name="T21" fmla="*/ 50 h 231"/>
                <a:gd name="T22" fmla="*/ 193 w 239"/>
                <a:gd name="T23" fmla="*/ 56 h 231"/>
                <a:gd name="T24" fmla="*/ 198 w 239"/>
                <a:gd name="T25" fmla="*/ 61 h 231"/>
                <a:gd name="T26" fmla="*/ 210 w 239"/>
                <a:gd name="T27" fmla="*/ 89 h 231"/>
                <a:gd name="T28" fmla="*/ 210 w 239"/>
                <a:gd name="T29" fmla="*/ 94 h 231"/>
                <a:gd name="T30" fmla="*/ 212 w 239"/>
                <a:gd name="T31" fmla="*/ 110 h 231"/>
                <a:gd name="T32" fmla="*/ 214 w 239"/>
                <a:gd name="T33" fmla="*/ 120 h 231"/>
                <a:gd name="T34" fmla="*/ 214 w 239"/>
                <a:gd name="T35" fmla="*/ 131 h 231"/>
                <a:gd name="T36" fmla="*/ 210 w 239"/>
                <a:gd name="T37" fmla="*/ 139 h 231"/>
                <a:gd name="T38" fmla="*/ 210 w 239"/>
                <a:gd name="T39" fmla="*/ 143 h 231"/>
                <a:gd name="T40" fmla="*/ 215 w 239"/>
                <a:gd name="T41" fmla="*/ 152 h 231"/>
                <a:gd name="T42" fmla="*/ 216 w 239"/>
                <a:gd name="T43" fmla="*/ 160 h 231"/>
                <a:gd name="T44" fmla="*/ 219 w 239"/>
                <a:gd name="T45" fmla="*/ 164 h 231"/>
                <a:gd name="T46" fmla="*/ 231 w 239"/>
                <a:gd name="T47" fmla="*/ 166 h 231"/>
                <a:gd name="T48" fmla="*/ 236 w 239"/>
                <a:gd name="T49" fmla="*/ 174 h 231"/>
                <a:gd name="T50" fmla="*/ 239 w 239"/>
                <a:gd name="T51" fmla="*/ 178 h 231"/>
                <a:gd name="T52" fmla="*/ 153 w 239"/>
                <a:gd name="T53" fmla="*/ 228 h 231"/>
                <a:gd name="T54" fmla="*/ 143 w 239"/>
                <a:gd name="T55" fmla="*/ 231 h 231"/>
                <a:gd name="T56" fmla="*/ 140 w 239"/>
                <a:gd name="T57" fmla="*/ 224 h 231"/>
                <a:gd name="T58" fmla="*/ 135 w 239"/>
                <a:gd name="T59" fmla="*/ 219 h 231"/>
                <a:gd name="T60" fmla="*/ 125 w 239"/>
                <a:gd name="T61" fmla="*/ 215 h 231"/>
                <a:gd name="T62" fmla="*/ 44 w 239"/>
                <a:gd name="T63" fmla="*/ 156 h 231"/>
                <a:gd name="T64" fmla="*/ 0 w 239"/>
                <a:gd name="T65" fmla="*/ 127 h 231"/>
                <a:gd name="T66" fmla="*/ 0 w 239"/>
                <a:gd name="T67" fmla="*/ 124 h 231"/>
                <a:gd name="T68" fmla="*/ 8 w 239"/>
                <a:gd name="T69" fmla="*/ 107 h 231"/>
                <a:gd name="T70" fmla="*/ 23 w 239"/>
                <a:gd name="T71" fmla="*/ 103 h 231"/>
                <a:gd name="T72" fmla="*/ 33 w 239"/>
                <a:gd name="T73" fmla="*/ 102 h 231"/>
                <a:gd name="T74" fmla="*/ 64 w 239"/>
                <a:gd name="T75" fmla="*/ 83 h 231"/>
                <a:gd name="T76" fmla="*/ 66 w 239"/>
                <a:gd name="T77" fmla="*/ 74 h 231"/>
                <a:gd name="T78" fmla="*/ 74 w 239"/>
                <a:gd name="T79" fmla="*/ 68 h 231"/>
                <a:gd name="T80" fmla="*/ 90 w 239"/>
                <a:gd name="T81" fmla="*/ 64 h 231"/>
                <a:gd name="T82" fmla="*/ 89 w 239"/>
                <a:gd name="T83" fmla="*/ 60 h 231"/>
                <a:gd name="T84" fmla="*/ 85 w 239"/>
                <a:gd name="T85" fmla="*/ 56 h 231"/>
                <a:gd name="T86" fmla="*/ 82 w 239"/>
                <a:gd name="T87" fmla="*/ 41 h 231"/>
                <a:gd name="T88" fmla="*/ 81 w 239"/>
                <a:gd name="T89" fmla="*/ 32 h 231"/>
                <a:gd name="T90" fmla="*/ 79 w 239"/>
                <a:gd name="T91" fmla="*/ 27 h 231"/>
                <a:gd name="T92" fmla="*/ 85 w 239"/>
                <a:gd name="T93" fmla="*/ 24 h 231"/>
                <a:gd name="T94" fmla="*/ 89 w 239"/>
                <a:gd name="T95" fmla="*/ 19 h 231"/>
                <a:gd name="T96" fmla="*/ 96 w 239"/>
                <a:gd name="T97" fmla="*/ 16 h 231"/>
                <a:gd name="T98" fmla="*/ 99 w 239"/>
                <a:gd name="T99" fmla="*/ 16 h 231"/>
                <a:gd name="T100" fmla="*/ 103 w 239"/>
                <a:gd name="T101" fmla="*/ 12 h 231"/>
                <a:gd name="T102" fmla="*/ 110 w 239"/>
                <a:gd name="T103" fmla="*/ 11 h 231"/>
                <a:gd name="T104" fmla="*/ 123 w 239"/>
                <a:gd name="T105" fmla="*/ 6 h 231"/>
                <a:gd name="T106" fmla="*/ 131 w 239"/>
                <a:gd name="T107" fmla="*/ 7 h 231"/>
                <a:gd name="T108" fmla="*/ 139 w 239"/>
                <a:gd name="T109" fmla="*/ 4 h 231"/>
                <a:gd name="T110" fmla="*/ 143 w 239"/>
                <a:gd name="T111" fmla="*/ 3 h 231"/>
                <a:gd name="T112" fmla="*/ 149 w 239"/>
                <a:gd name="T113" fmla="*/ 3 h 231"/>
                <a:gd name="T114" fmla="*/ 156 w 239"/>
                <a:gd name="T115" fmla="*/ 6 h 231"/>
                <a:gd name="T116" fmla="*/ 162 w 239"/>
                <a:gd name="T117" fmla="*/ 3 h 231"/>
                <a:gd name="T118" fmla="*/ 168 w 239"/>
                <a:gd name="T119" fmla="*/ 2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9" h="231">
                  <a:moveTo>
                    <a:pt x="170" y="0"/>
                  </a:moveTo>
                  <a:lnTo>
                    <a:pt x="173" y="0"/>
                  </a:lnTo>
                  <a:lnTo>
                    <a:pt x="173" y="3"/>
                  </a:lnTo>
                  <a:lnTo>
                    <a:pt x="177" y="3"/>
                  </a:lnTo>
                  <a:lnTo>
                    <a:pt x="179" y="2"/>
                  </a:lnTo>
                  <a:lnTo>
                    <a:pt x="179" y="0"/>
                  </a:lnTo>
                  <a:lnTo>
                    <a:pt x="182" y="2"/>
                  </a:lnTo>
                  <a:lnTo>
                    <a:pt x="185" y="3"/>
                  </a:lnTo>
                  <a:lnTo>
                    <a:pt x="190" y="2"/>
                  </a:lnTo>
                  <a:lnTo>
                    <a:pt x="191" y="3"/>
                  </a:lnTo>
                  <a:lnTo>
                    <a:pt x="195" y="2"/>
                  </a:lnTo>
                  <a:lnTo>
                    <a:pt x="195" y="3"/>
                  </a:lnTo>
                  <a:lnTo>
                    <a:pt x="195" y="3"/>
                  </a:lnTo>
                  <a:lnTo>
                    <a:pt x="195" y="6"/>
                  </a:lnTo>
                  <a:lnTo>
                    <a:pt x="195" y="10"/>
                  </a:lnTo>
                  <a:lnTo>
                    <a:pt x="195" y="14"/>
                  </a:lnTo>
                  <a:lnTo>
                    <a:pt x="193" y="19"/>
                  </a:lnTo>
                  <a:lnTo>
                    <a:pt x="194" y="21"/>
                  </a:lnTo>
                  <a:lnTo>
                    <a:pt x="195" y="23"/>
                  </a:lnTo>
                  <a:lnTo>
                    <a:pt x="195" y="24"/>
                  </a:lnTo>
                  <a:lnTo>
                    <a:pt x="195" y="25"/>
                  </a:lnTo>
                  <a:lnTo>
                    <a:pt x="194" y="27"/>
                  </a:lnTo>
                  <a:lnTo>
                    <a:pt x="195" y="28"/>
                  </a:lnTo>
                  <a:lnTo>
                    <a:pt x="194" y="29"/>
                  </a:lnTo>
                  <a:lnTo>
                    <a:pt x="194" y="33"/>
                  </a:lnTo>
                  <a:lnTo>
                    <a:pt x="193" y="35"/>
                  </a:lnTo>
                  <a:lnTo>
                    <a:pt x="191" y="36"/>
                  </a:lnTo>
                  <a:lnTo>
                    <a:pt x="189" y="37"/>
                  </a:lnTo>
                  <a:lnTo>
                    <a:pt x="186" y="40"/>
                  </a:lnTo>
                  <a:lnTo>
                    <a:pt x="185" y="45"/>
                  </a:lnTo>
                  <a:lnTo>
                    <a:pt x="186" y="46"/>
                  </a:lnTo>
                  <a:lnTo>
                    <a:pt x="186" y="49"/>
                  </a:lnTo>
                  <a:lnTo>
                    <a:pt x="186" y="50"/>
                  </a:lnTo>
                  <a:lnTo>
                    <a:pt x="189" y="53"/>
                  </a:lnTo>
                  <a:lnTo>
                    <a:pt x="190" y="53"/>
                  </a:lnTo>
                  <a:lnTo>
                    <a:pt x="193" y="56"/>
                  </a:lnTo>
                  <a:lnTo>
                    <a:pt x="194" y="60"/>
                  </a:lnTo>
                  <a:lnTo>
                    <a:pt x="197" y="60"/>
                  </a:lnTo>
                  <a:lnTo>
                    <a:pt x="198" y="61"/>
                  </a:lnTo>
                  <a:lnTo>
                    <a:pt x="199" y="62"/>
                  </a:lnTo>
                  <a:lnTo>
                    <a:pt x="202" y="65"/>
                  </a:lnTo>
                  <a:lnTo>
                    <a:pt x="210" y="89"/>
                  </a:lnTo>
                  <a:lnTo>
                    <a:pt x="208" y="90"/>
                  </a:lnTo>
                  <a:lnTo>
                    <a:pt x="208" y="94"/>
                  </a:lnTo>
                  <a:lnTo>
                    <a:pt x="210" y="94"/>
                  </a:lnTo>
                  <a:lnTo>
                    <a:pt x="211" y="98"/>
                  </a:lnTo>
                  <a:lnTo>
                    <a:pt x="211" y="106"/>
                  </a:lnTo>
                  <a:lnTo>
                    <a:pt x="212" y="110"/>
                  </a:lnTo>
                  <a:lnTo>
                    <a:pt x="211" y="111"/>
                  </a:lnTo>
                  <a:lnTo>
                    <a:pt x="212" y="116"/>
                  </a:lnTo>
                  <a:lnTo>
                    <a:pt x="214" y="120"/>
                  </a:lnTo>
                  <a:lnTo>
                    <a:pt x="212" y="127"/>
                  </a:lnTo>
                  <a:lnTo>
                    <a:pt x="212" y="128"/>
                  </a:lnTo>
                  <a:lnTo>
                    <a:pt x="214" y="131"/>
                  </a:lnTo>
                  <a:lnTo>
                    <a:pt x="214" y="135"/>
                  </a:lnTo>
                  <a:lnTo>
                    <a:pt x="212" y="136"/>
                  </a:lnTo>
                  <a:lnTo>
                    <a:pt x="210" y="139"/>
                  </a:lnTo>
                  <a:lnTo>
                    <a:pt x="208" y="140"/>
                  </a:lnTo>
                  <a:lnTo>
                    <a:pt x="208" y="140"/>
                  </a:lnTo>
                  <a:lnTo>
                    <a:pt x="210" y="143"/>
                  </a:lnTo>
                  <a:lnTo>
                    <a:pt x="212" y="146"/>
                  </a:lnTo>
                  <a:lnTo>
                    <a:pt x="215" y="150"/>
                  </a:lnTo>
                  <a:lnTo>
                    <a:pt x="215" y="152"/>
                  </a:lnTo>
                  <a:lnTo>
                    <a:pt x="216" y="154"/>
                  </a:lnTo>
                  <a:lnTo>
                    <a:pt x="216" y="156"/>
                  </a:lnTo>
                  <a:lnTo>
                    <a:pt x="216" y="160"/>
                  </a:lnTo>
                  <a:lnTo>
                    <a:pt x="218" y="161"/>
                  </a:lnTo>
                  <a:lnTo>
                    <a:pt x="218" y="162"/>
                  </a:lnTo>
                  <a:lnTo>
                    <a:pt x="219" y="164"/>
                  </a:lnTo>
                  <a:lnTo>
                    <a:pt x="224" y="164"/>
                  </a:lnTo>
                  <a:lnTo>
                    <a:pt x="228" y="165"/>
                  </a:lnTo>
                  <a:lnTo>
                    <a:pt x="231" y="166"/>
                  </a:lnTo>
                  <a:lnTo>
                    <a:pt x="232" y="169"/>
                  </a:lnTo>
                  <a:lnTo>
                    <a:pt x="235" y="173"/>
                  </a:lnTo>
                  <a:lnTo>
                    <a:pt x="236" y="174"/>
                  </a:lnTo>
                  <a:lnTo>
                    <a:pt x="237" y="175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185" y="211"/>
                  </a:lnTo>
                  <a:lnTo>
                    <a:pt x="170" y="224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48" y="229"/>
                  </a:lnTo>
                  <a:lnTo>
                    <a:pt x="143" y="231"/>
                  </a:lnTo>
                  <a:lnTo>
                    <a:pt x="140" y="229"/>
                  </a:lnTo>
                  <a:lnTo>
                    <a:pt x="139" y="227"/>
                  </a:lnTo>
                  <a:lnTo>
                    <a:pt x="140" y="224"/>
                  </a:lnTo>
                  <a:lnTo>
                    <a:pt x="140" y="221"/>
                  </a:lnTo>
                  <a:lnTo>
                    <a:pt x="139" y="220"/>
                  </a:lnTo>
                  <a:lnTo>
                    <a:pt x="135" y="219"/>
                  </a:lnTo>
                  <a:lnTo>
                    <a:pt x="133" y="216"/>
                  </a:lnTo>
                  <a:lnTo>
                    <a:pt x="129" y="215"/>
                  </a:lnTo>
                  <a:lnTo>
                    <a:pt x="125" y="215"/>
                  </a:lnTo>
                  <a:lnTo>
                    <a:pt x="123" y="214"/>
                  </a:lnTo>
                  <a:lnTo>
                    <a:pt x="122" y="207"/>
                  </a:lnTo>
                  <a:lnTo>
                    <a:pt x="44" y="156"/>
                  </a:lnTo>
                  <a:lnTo>
                    <a:pt x="44" y="156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2" y="114"/>
                  </a:lnTo>
                  <a:lnTo>
                    <a:pt x="7" y="110"/>
                  </a:lnTo>
                  <a:lnTo>
                    <a:pt x="8" y="107"/>
                  </a:lnTo>
                  <a:lnTo>
                    <a:pt x="12" y="104"/>
                  </a:lnTo>
                  <a:lnTo>
                    <a:pt x="19" y="103"/>
                  </a:lnTo>
                  <a:lnTo>
                    <a:pt x="23" y="103"/>
                  </a:lnTo>
                  <a:lnTo>
                    <a:pt x="24" y="103"/>
                  </a:lnTo>
                  <a:lnTo>
                    <a:pt x="29" y="103"/>
                  </a:lnTo>
                  <a:lnTo>
                    <a:pt x="33" y="102"/>
                  </a:lnTo>
                  <a:lnTo>
                    <a:pt x="42" y="96"/>
                  </a:lnTo>
                  <a:lnTo>
                    <a:pt x="56" y="89"/>
                  </a:lnTo>
                  <a:lnTo>
                    <a:pt x="64" y="83"/>
                  </a:lnTo>
                  <a:lnTo>
                    <a:pt x="65" y="81"/>
                  </a:lnTo>
                  <a:lnTo>
                    <a:pt x="65" y="77"/>
                  </a:lnTo>
                  <a:lnTo>
                    <a:pt x="66" y="74"/>
                  </a:lnTo>
                  <a:lnTo>
                    <a:pt x="69" y="71"/>
                  </a:lnTo>
                  <a:lnTo>
                    <a:pt x="71" y="68"/>
                  </a:lnTo>
                  <a:lnTo>
                    <a:pt x="74" y="68"/>
                  </a:lnTo>
                  <a:lnTo>
                    <a:pt x="89" y="68"/>
                  </a:lnTo>
                  <a:lnTo>
                    <a:pt x="90" y="65"/>
                  </a:lnTo>
                  <a:lnTo>
                    <a:pt x="90" y="64"/>
                  </a:lnTo>
                  <a:lnTo>
                    <a:pt x="91" y="61"/>
                  </a:lnTo>
                  <a:lnTo>
                    <a:pt x="90" y="60"/>
                  </a:lnTo>
                  <a:lnTo>
                    <a:pt x="89" y="60"/>
                  </a:lnTo>
                  <a:lnTo>
                    <a:pt x="87" y="58"/>
                  </a:lnTo>
                  <a:lnTo>
                    <a:pt x="86" y="58"/>
                  </a:lnTo>
                  <a:lnTo>
                    <a:pt x="85" y="56"/>
                  </a:lnTo>
                  <a:lnTo>
                    <a:pt x="83" y="52"/>
                  </a:lnTo>
                  <a:lnTo>
                    <a:pt x="82" y="44"/>
                  </a:lnTo>
                  <a:lnTo>
                    <a:pt x="82" y="41"/>
                  </a:lnTo>
                  <a:lnTo>
                    <a:pt x="82" y="37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1" y="31"/>
                  </a:lnTo>
                  <a:lnTo>
                    <a:pt x="79" y="28"/>
                  </a:lnTo>
                  <a:lnTo>
                    <a:pt x="79" y="27"/>
                  </a:lnTo>
                  <a:lnTo>
                    <a:pt x="78" y="25"/>
                  </a:lnTo>
                  <a:lnTo>
                    <a:pt x="81" y="25"/>
                  </a:lnTo>
                  <a:lnTo>
                    <a:pt x="85" y="24"/>
                  </a:lnTo>
                  <a:lnTo>
                    <a:pt x="87" y="21"/>
                  </a:lnTo>
                  <a:lnTo>
                    <a:pt x="87" y="20"/>
                  </a:lnTo>
                  <a:lnTo>
                    <a:pt x="89" y="19"/>
                  </a:lnTo>
                  <a:lnTo>
                    <a:pt x="93" y="18"/>
                  </a:lnTo>
                  <a:lnTo>
                    <a:pt x="95" y="18"/>
                  </a:lnTo>
                  <a:lnTo>
                    <a:pt x="96" y="16"/>
                  </a:lnTo>
                  <a:lnTo>
                    <a:pt x="98" y="16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100" y="16"/>
                  </a:lnTo>
                  <a:lnTo>
                    <a:pt x="102" y="15"/>
                  </a:lnTo>
                  <a:lnTo>
                    <a:pt x="103" y="12"/>
                  </a:lnTo>
                  <a:lnTo>
                    <a:pt x="106" y="11"/>
                  </a:lnTo>
                  <a:lnTo>
                    <a:pt x="107" y="11"/>
                  </a:lnTo>
                  <a:lnTo>
                    <a:pt x="110" y="11"/>
                  </a:lnTo>
                  <a:lnTo>
                    <a:pt x="116" y="6"/>
                  </a:lnTo>
                  <a:lnTo>
                    <a:pt x="119" y="7"/>
                  </a:lnTo>
                  <a:lnTo>
                    <a:pt x="123" y="6"/>
                  </a:lnTo>
                  <a:lnTo>
                    <a:pt x="125" y="6"/>
                  </a:lnTo>
                  <a:lnTo>
                    <a:pt x="128" y="7"/>
                  </a:lnTo>
                  <a:lnTo>
                    <a:pt x="131" y="7"/>
                  </a:lnTo>
                  <a:lnTo>
                    <a:pt x="133" y="3"/>
                  </a:lnTo>
                  <a:lnTo>
                    <a:pt x="136" y="4"/>
                  </a:lnTo>
                  <a:lnTo>
                    <a:pt x="139" y="4"/>
                  </a:lnTo>
                  <a:lnTo>
                    <a:pt x="139" y="3"/>
                  </a:lnTo>
                  <a:lnTo>
                    <a:pt x="141" y="2"/>
                  </a:lnTo>
                  <a:lnTo>
                    <a:pt x="143" y="3"/>
                  </a:lnTo>
                  <a:lnTo>
                    <a:pt x="144" y="3"/>
                  </a:lnTo>
                  <a:lnTo>
                    <a:pt x="147" y="3"/>
                  </a:lnTo>
                  <a:lnTo>
                    <a:pt x="149" y="3"/>
                  </a:lnTo>
                  <a:lnTo>
                    <a:pt x="152" y="3"/>
                  </a:lnTo>
                  <a:lnTo>
                    <a:pt x="154" y="3"/>
                  </a:lnTo>
                  <a:lnTo>
                    <a:pt x="156" y="6"/>
                  </a:lnTo>
                  <a:lnTo>
                    <a:pt x="158" y="6"/>
                  </a:lnTo>
                  <a:lnTo>
                    <a:pt x="161" y="3"/>
                  </a:lnTo>
                  <a:lnTo>
                    <a:pt x="162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8" y="2"/>
                  </a:lnTo>
                  <a:lnTo>
                    <a:pt x="168" y="0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9" name="Freeform 448"/>
            <p:cNvSpPr>
              <a:spLocks/>
            </p:cNvSpPr>
            <p:nvPr/>
          </p:nvSpPr>
          <p:spPr bwMode="auto">
            <a:xfrm>
              <a:off x="5402367" y="3223643"/>
              <a:ext cx="350209" cy="276615"/>
            </a:xfrm>
            <a:custGeom>
              <a:avLst/>
              <a:gdLst>
                <a:gd name="T0" fmla="*/ 88 w 138"/>
                <a:gd name="T1" fmla="*/ 1 h 109"/>
                <a:gd name="T2" fmla="*/ 88 w 138"/>
                <a:gd name="T3" fmla="*/ 4 h 109"/>
                <a:gd name="T4" fmla="*/ 89 w 138"/>
                <a:gd name="T5" fmla="*/ 6 h 109"/>
                <a:gd name="T6" fmla="*/ 96 w 138"/>
                <a:gd name="T7" fmla="*/ 10 h 109"/>
                <a:gd name="T8" fmla="*/ 103 w 138"/>
                <a:gd name="T9" fmla="*/ 8 h 109"/>
                <a:gd name="T10" fmla="*/ 108 w 138"/>
                <a:gd name="T11" fmla="*/ 9 h 109"/>
                <a:gd name="T12" fmla="*/ 113 w 138"/>
                <a:gd name="T13" fmla="*/ 6 h 109"/>
                <a:gd name="T14" fmla="*/ 115 w 138"/>
                <a:gd name="T15" fmla="*/ 6 h 109"/>
                <a:gd name="T16" fmla="*/ 117 w 138"/>
                <a:gd name="T17" fmla="*/ 10 h 109"/>
                <a:gd name="T18" fmla="*/ 125 w 138"/>
                <a:gd name="T19" fmla="*/ 10 h 109"/>
                <a:gd name="T20" fmla="*/ 126 w 138"/>
                <a:gd name="T21" fmla="*/ 13 h 109"/>
                <a:gd name="T22" fmla="*/ 128 w 138"/>
                <a:gd name="T23" fmla="*/ 17 h 109"/>
                <a:gd name="T24" fmla="*/ 129 w 138"/>
                <a:gd name="T25" fmla="*/ 22 h 109"/>
                <a:gd name="T26" fmla="*/ 129 w 138"/>
                <a:gd name="T27" fmla="*/ 29 h 109"/>
                <a:gd name="T28" fmla="*/ 132 w 138"/>
                <a:gd name="T29" fmla="*/ 41 h 109"/>
                <a:gd name="T30" fmla="*/ 134 w 138"/>
                <a:gd name="T31" fmla="*/ 43 h 109"/>
                <a:gd name="T32" fmla="*/ 137 w 138"/>
                <a:gd name="T33" fmla="*/ 45 h 109"/>
                <a:gd name="T34" fmla="*/ 137 w 138"/>
                <a:gd name="T35" fmla="*/ 49 h 109"/>
                <a:gd name="T36" fmla="*/ 136 w 138"/>
                <a:gd name="T37" fmla="*/ 53 h 109"/>
                <a:gd name="T38" fmla="*/ 118 w 138"/>
                <a:gd name="T39" fmla="*/ 53 h 109"/>
                <a:gd name="T40" fmla="*/ 113 w 138"/>
                <a:gd name="T41" fmla="*/ 59 h 109"/>
                <a:gd name="T42" fmla="*/ 112 w 138"/>
                <a:gd name="T43" fmla="*/ 66 h 109"/>
                <a:gd name="T44" fmla="*/ 103 w 138"/>
                <a:gd name="T45" fmla="*/ 74 h 109"/>
                <a:gd name="T46" fmla="*/ 80 w 138"/>
                <a:gd name="T47" fmla="*/ 87 h 109"/>
                <a:gd name="T48" fmla="*/ 71 w 138"/>
                <a:gd name="T49" fmla="*/ 88 h 109"/>
                <a:gd name="T50" fmla="*/ 66 w 138"/>
                <a:gd name="T51" fmla="*/ 88 h 109"/>
                <a:gd name="T52" fmla="*/ 55 w 138"/>
                <a:gd name="T53" fmla="*/ 92 h 109"/>
                <a:gd name="T54" fmla="*/ 49 w 138"/>
                <a:gd name="T55" fmla="*/ 99 h 109"/>
                <a:gd name="T56" fmla="*/ 47 w 138"/>
                <a:gd name="T57" fmla="*/ 109 h 109"/>
                <a:gd name="T58" fmla="*/ 0 w 138"/>
                <a:gd name="T59" fmla="*/ 108 h 109"/>
                <a:gd name="T60" fmla="*/ 14 w 138"/>
                <a:gd name="T61" fmla="*/ 103 h 109"/>
                <a:gd name="T62" fmla="*/ 26 w 138"/>
                <a:gd name="T63" fmla="*/ 95 h 109"/>
                <a:gd name="T64" fmla="*/ 30 w 138"/>
                <a:gd name="T65" fmla="*/ 88 h 109"/>
                <a:gd name="T66" fmla="*/ 39 w 138"/>
                <a:gd name="T67" fmla="*/ 76 h 109"/>
                <a:gd name="T68" fmla="*/ 37 w 138"/>
                <a:gd name="T69" fmla="*/ 74 h 109"/>
                <a:gd name="T70" fmla="*/ 37 w 138"/>
                <a:gd name="T71" fmla="*/ 64 h 109"/>
                <a:gd name="T72" fmla="*/ 39 w 138"/>
                <a:gd name="T73" fmla="*/ 55 h 109"/>
                <a:gd name="T74" fmla="*/ 45 w 138"/>
                <a:gd name="T75" fmla="*/ 49 h 109"/>
                <a:gd name="T76" fmla="*/ 49 w 138"/>
                <a:gd name="T77" fmla="*/ 41 h 109"/>
                <a:gd name="T78" fmla="*/ 53 w 138"/>
                <a:gd name="T79" fmla="*/ 37 h 109"/>
                <a:gd name="T80" fmla="*/ 59 w 138"/>
                <a:gd name="T81" fmla="*/ 34 h 109"/>
                <a:gd name="T82" fmla="*/ 66 w 138"/>
                <a:gd name="T83" fmla="*/ 29 h 109"/>
                <a:gd name="T84" fmla="*/ 70 w 138"/>
                <a:gd name="T85" fmla="*/ 28 h 109"/>
                <a:gd name="T86" fmla="*/ 78 w 138"/>
                <a:gd name="T87" fmla="*/ 20 h 109"/>
                <a:gd name="T88" fmla="*/ 80 w 138"/>
                <a:gd name="T89" fmla="*/ 10 h 109"/>
                <a:gd name="T90" fmla="*/ 83 w 138"/>
                <a:gd name="T91" fmla="*/ 3 h 109"/>
                <a:gd name="T92" fmla="*/ 86 w 138"/>
                <a:gd name="T93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8" h="109">
                  <a:moveTo>
                    <a:pt x="88" y="0"/>
                  </a:moveTo>
                  <a:lnTo>
                    <a:pt x="88" y="1"/>
                  </a:lnTo>
                  <a:lnTo>
                    <a:pt x="88" y="3"/>
                  </a:lnTo>
                  <a:lnTo>
                    <a:pt x="88" y="4"/>
                  </a:lnTo>
                  <a:lnTo>
                    <a:pt x="88" y="5"/>
                  </a:lnTo>
                  <a:lnTo>
                    <a:pt x="89" y="6"/>
                  </a:lnTo>
                  <a:lnTo>
                    <a:pt x="93" y="9"/>
                  </a:lnTo>
                  <a:lnTo>
                    <a:pt x="96" y="10"/>
                  </a:lnTo>
                  <a:lnTo>
                    <a:pt x="100" y="9"/>
                  </a:lnTo>
                  <a:lnTo>
                    <a:pt x="103" y="8"/>
                  </a:lnTo>
                  <a:lnTo>
                    <a:pt x="104" y="8"/>
                  </a:lnTo>
                  <a:lnTo>
                    <a:pt x="108" y="9"/>
                  </a:lnTo>
                  <a:lnTo>
                    <a:pt x="112" y="9"/>
                  </a:lnTo>
                  <a:lnTo>
                    <a:pt x="113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6" y="9"/>
                  </a:lnTo>
                  <a:lnTo>
                    <a:pt x="117" y="10"/>
                  </a:lnTo>
                  <a:lnTo>
                    <a:pt x="124" y="10"/>
                  </a:lnTo>
                  <a:lnTo>
                    <a:pt x="125" y="10"/>
                  </a:lnTo>
                  <a:lnTo>
                    <a:pt x="126" y="12"/>
                  </a:lnTo>
                  <a:lnTo>
                    <a:pt x="126" y="13"/>
                  </a:lnTo>
                  <a:lnTo>
                    <a:pt x="128" y="16"/>
                  </a:lnTo>
                  <a:lnTo>
                    <a:pt x="128" y="17"/>
                  </a:lnTo>
                  <a:lnTo>
                    <a:pt x="129" y="18"/>
                  </a:lnTo>
                  <a:lnTo>
                    <a:pt x="129" y="22"/>
                  </a:lnTo>
                  <a:lnTo>
                    <a:pt x="129" y="26"/>
                  </a:lnTo>
                  <a:lnTo>
                    <a:pt x="129" y="29"/>
                  </a:lnTo>
                  <a:lnTo>
                    <a:pt x="130" y="37"/>
                  </a:lnTo>
                  <a:lnTo>
                    <a:pt x="132" y="41"/>
                  </a:lnTo>
                  <a:lnTo>
                    <a:pt x="133" y="43"/>
                  </a:lnTo>
                  <a:lnTo>
                    <a:pt x="134" y="43"/>
                  </a:lnTo>
                  <a:lnTo>
                    <a:pt x="136" y="45"/>
                  </a:lnTo>
                  <a:lnTo>
                    <a:pt x="137" y="45"/>
                  </a:lnTo>
                  <a:lnTo>
                    <a:pt x="138" y="46"/>
                  </a:lnTo>
                  <a:lnTo>
                    <a:pt x="137" y="49"/>
                  </a:lnTo>
                  <a:lnTo>
                    <a:pt x="137" y="50"/>
                  </a:lnTo>
                  <a:lnTo>
                    <a:pt x="136" y="53"/>
                  </a:lnTo>
                  <a:lnTo>
                    <a:pt x="121" y="53"/>
                  </a:lnTo>
                  <a:lnTo>
                    <a:pt x="118" y="53"/>
                  </a:lnTo>
                  <a:lnTo>
                    <a:pt x="116" y="56"/>
                  </a:lnTo>
                  <a:lnTo>
                    <a:pt x="113" y="59"/>
                  </a:lnTo>
                  <a:lnTo>
                    <a:pt x="112" y="62"/>
                  </a:lnTo>
                  <a:lnTo>
                    <a:pt x="112" y="66"/>
                  </a:lnTo>
                  <a:lnTo>
                    <a:pt x="111" y="68"/>
                  </a:lnTo>
                  <a:lnTo>
                    <a:pt x="103" y="74"/>
                  </a:lnTo>
                  <a:lnTo>
                    <a:pt x="89" y="81"/>
                  </a:lnTo>
                  <a:lnTo>
                    <a:pt x="80" y="87"/>
                  </a:lnTo>
                  <a:lnTo>
                    <a:pt x="76" y="88"/>
                  </a:lnTo>
                  <a:lnTo>
                    <a:pt x="71" y="88"/>
                  </a:lnTo>
                  <a:lnTo>
                    <a:pt x="70" y="88"/>
                  </a:lnTo>
                  <a:lnTo>
                    <a:pt x="66" y="88"/>
                  </a:lnTo>
                  <a:lnTo>
                    <a:pt x="59" y="89"/>
                  </a:lnTo>
                  <a:lnTo>
                    <a:pt x="55" y="92"/>
                  </a:lnTo>
                  <a:lnTo>
                    <a:pt x="54" y="95"/>
                  </a:lnTo>
                  <a:lnTo>
                    <a:pt x="49" y="99"/>
                  </a:lnTo>
                  <a:lnTo>
                    <a:pt x="47" y="109"/>
                  </a:lnTo>
                  <a:lnTo>
                    <a:pt x="47" y="109"/>
                  </a:lnTo>
                  <a:lnTo>
                    <a:pt x="47" y="109"/>
                  </a:lnTo>
                  <a:lnTo>
                    <a:pt x="0" y="108"/>
                  </a:lnTo>
                  <a:lnTo>
                    <a:pt x="3" y="104"/>
                  </a:lnTo>
                  <a:lnTo>
                    <a:pt x="14" y="103"/>
                  </a:lnTo>
                  <a:lnTo>
                    <a:pt x="22" y="95"/>
                  </a:lnTo>
                  <a:lnTo>
                    <a:pt x="26" y="95"/>
                  </a:lnTo>
                  <a:lnTo>
                    <a:pt x="30" y="91"/>
                  </a:lnTo>
                  <a:lnTo>
                    <a:pt x="30" y="88"/>
                  </a:lnTo>
                  <a:lnTo>
                    <a:pt x="38" y="79"/>
                  </a:lnTo>
                  <a:lnTo>
                    <a:pt x="39" y="76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8" y="68"/>
                  </a:lnTo>
                  <a:lnTo>
                    <a:pt x="37" y="64"/>
                  </a:lnTo>
                  <a:lnTo>
                    <a:pt x="37" y="62"/>
                  </a:lnTo>
                  <a:lnTo>
                    <a:pt x="39" y="55"/>
                  </a:lnTo>
                  <a:lnTo>
                    <a:pt x="45" y="51"/>
                  </a:lnTo>
                  <a:lnTo>
                    <a:pt x="45" y="49"/>
                  </a:lnTo>
                  <a:lnTo>
                    <a:pt x="42" y="45"/>
                  </a:lnTo>
                  <a:lnTo>
                    <a:pt x="49" y="41"/>
                  </a:lnTo>
                  <a:lnTo>
                    <a:pt x="50" y="38"/>
                  </a:lnTo>
                  <a:lnTo>
                    <a:pt x="53" y="37"/>
                  </a:lnTo>
                  <a:lnTo>
                    <a:pt x="58" y="34"/>
                  </a:lnTo>
                  <a:lnTo>
                    <a:pt x="59" y="34"/>
                  </a:lnTo>
                  <a:lnTo>
                    <a:pt x="62" y="30"/>
                  </a:lnTo>
                  <a:lnTo>
                    <a:pt x="66" y="29"/>
                  </a:lnTo>
                  <a:lnTo>
                    <a:pt x="68" y="28"/>
                  </a:lnTo>
                  <a:lnTo>
                    <a:pt x="70" y="28"/>
                  </a:lnTo>
                  <a:lnTo>
                    <a:pt x="75" y="22"/>
                  </a:lnTo>
                  <a:lnTo>
                    <a:pt x="78" y="20"/>
                  </a:lnTo>
                  <a:lnTo>
                    <a:pt x="78" y="14"/>
                  </a:lnTo>
                  <a:lnTo>
                    <a:pt x="80" y="10"/>
                  </a:lnTo>
                  <a:lnTo>
                    <a:pt x="80" y="4"/>
                  </a:lnTo>
                  <a:lnTo>
                    <a:pt x="83" y="3"/>
                  </a:lnTo>
                  <a:lnTo>
                    <a:pt x="84" y="3"/>
                  </a:lnTo>
                  <a:lnTo>
                    <a:pt x="86" y="1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0" name="Freeform 449"/>
            <p:cNvSpPr>
              <a:spLocks/>
            </p:cNvSpPr>
            <p:nvPr/>
          </p:nvSpPr>
          <p:spPr bwMode="auto">
            <a:xfrm>
              <a:off x="5278017" y="3497719"/>
              <a:ext cx="243623" cy="200483"/>
            </a:xfrm>
            <a:custGeom>
              <a:avLst/>
              <a:gdLst>
                <a:gd name="T0" fmla="*/ 49 w 96"/>
                <a:gd name="T1" fmla="*/ 0 h 79"/>
                <a:gd name="T2" fmla="*/ 96 w 96"/>
                <a:gd name="T3" fmla="*/ 1 h 79"/>
                <a:gd name="T4" fmla="*/ 96 w 96"/>
                <a:gd name="T5" fmla="*/ 4 h 79"/>
                <a:gd name="T6" fmla="*/ 96 w 96"/>
                <a:gd name="T7" fmla="*/ 4 h 79"/>
                <a:gd name="T8" fmla="*/ 96 w 96"/>
                <a:gd name="T9" fmla="*/ 21 h 79"/>
                <a:gd name="T10" fmla="*/ 59 w 96"/>
                <a:gd name="T11" fmla="*/ 21 h 79"/>
                <a:gd name="T12" fmla="*/ 58 w 96"/>
                <a:gd name="T13" fmla="*/ 51 h 79"/>
                <a:gd name="T14" fmla="*/ 54 w 96"/>
                <a:gd name="T15" fmla="*/ 51 h 79"/>
                <a:gd name="T16" fmla="*/ 52 w 96"/>
                <a:gd name="T17" fmla="*/ 52 h 79"/>
                <a:gd name="T18" fmla="*/ 49 w 96"/>
                <a:gd name="T19" fmla="*/ 54 h 79"/>
                <a:gd name="T20" fmla="*/ 48 w 96"/>
                <a:gd name="T21" fmla="*/ 56 h 79"/>
                <a:gd name="T22" fmla="*/ 48 w 96"/>
                <a:gd name="T23" fmla="*/ 79 h 79"/>
                <a:gd name="T24" fmla="*/ 0 w 96"/>
                <a:gd name="T25" fmla="*/ 79 h 79"/>
                <a:gd name="T26" fmla="*/ 0 w 96"/>
                <a:gd name="T27" fmla="*/ 75 h 79"/>
                <a:gd name="T28" fmla="*/ 2 w 96"/>
                <a:gd name="T29" fmla="*/ 72 h 79"/>
                <a:gd name="T30" fmla="*/ 2 w 96"/>
                <a:gd name="T31" fmla="*/ 70 h 79"/>
                <a:gd name="T32" fmla="*/ 3 w 96"/>
                <a:gd name="T33" fmla="*/ 68 h 79"/>
                <a:gd name="T34" fmla="*/ 4 w 96"/>
                <a:gd name="T35" fmla="*/ 67 h 79"/>
                <a:gd name="T36" fmla="*/ 8 w 96"/>
                <a:gd name="T37" fmla="*/ 60 h 79"/>
                <a:gd name="T38" fmla="*/ 9 w 96"/>
                <a:gd name="T39" fmla="*/ 60 h 79"/>
                <a:gd name="T40" fmla="*/ 8 w 96"/>
                <a:gd name="T41" fmla="*/ 59 h 79"/>
                <a:gd name="T42" fmla="*/ 9 w 96"/>
                <a:gd name="T43" fmla="*/ 58 h 79"/>
                <a:gd name="T44" fmla="*/ 13 w 96"/>
                <a:gd name="T45" fmla="*/ 51 h 79"/>
                <a:gd name="T46" fmla="*/ 13 w 96"/>
                <a:gd name="T47" fmla="*/ 50 h 79"/>
                <a:gd name="T48" fmla="*/ 16 w 96"/>
                <a:gd name="T49" fmla="*/ 43 h 79"/>
                <a:gd name="T50" fmla="*/ 17 w 96"/>
                <a:gd name="T51" fmla="*/ 42 h 79"/>
                <a:gd name="T52" fmla="*/ 24 w 96"/>
                <a:gd name="T53" fmla="*/ 37 h 79"/>
                <a:gd name="T54" fmla="*/ 24 w 96"/>
                <a:gd name="T55" fmla="*/ 34 h 79"/>
                <a:gd name="T56" fmla="*/ 32 w 96"/>
                <a:gd name="T57" fmla="*/ 23 h 79"/>
                <a:gd name="T58" fmla="*/ 31 w 96"/>
                <a:gd name="T59" fmla="*/ 20 h 79"/>
                <a:gd name="T60" fmla="*/ 33 w 96"/>
                <a:gd name="T61" fmla="*/ 18 h 79"/>
                <a:gd name="T62" fmla="*/ 34 w 96"/>
                <a:gd name="T63" fmla="*/ 16 h 79"/>
                <a:gd name="T64" fmla="*/ 42 w 96"/>
                <a:gd name="T65" fmla="*/ 12 h 79"/>
                <a:gd name="T66" fmla="*/ 45 w 96"/>
                <a:gd name="T67" fmla="*/ 12 h 79"/>
                <a:gd name="T68" fmla="*/ 45 w 96"/>
                <a:gd name="T69" fmla="*/ 6 h 79"/>
                <a:gd name="T70" fmla="*/ 49 w 96"/>
                <a:gd name="T71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6" h="79">
                  <a:moveTo>
                    <a:pt x="49" y="0"/>
                  </a:moveTo>
                  <a:lnTo>
                    <a:pt x="96" y="1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96" y="21"/>
                  </a:lnTo>
                  <a:lnTo>
                    <a:pt x="59" y="21"/>
                  </a:lnTo>
                  <a:lnTo>
                    <a:pt x="58" y="51"/>
                  </a:lnTo>
                  <a:lnTo>
                    <a:pt x="54" y="51"/>
                  </a:lnTo>
                  <a:lnTo>
                    <a:pt x="52" y="52"/>
                  </a:lnTo>
                  <a:lnTo>
                    <a:pt x="49" y="54"/>
                  </a:lnTo>
                  <a:lnTo>
                    <a:pt x="48" y="56"/>
                  </a:lnTo>
                  <a:lnTo>
                    <a:pt x="48" y="79"/>
                  </a:lnTo>
                  <a:lnTo>
                    <a:pt x="0" y="79"/>
                  </a:lnTo>
                  <a:lnTo>
                    <a:pt x="0" y="75"/>
                  </a:lnTo>
                  <a:lnTo>
                    <a:pt x="2" y="72"/>
                  </a:lnTo>
                  <a:lnTo>
                    <a:pt x="2" y="70"/>
                  </a:lnTo>
                  <a:lnTo>
                    <a:pt x="3" y="68"/>
                  </a:lnTo>
                  <a:lnTo>
                    <a:pt x="4" y="67"/>
                  </a:lnTo>
                  <a:lnTo>
                    <a:pt x="8" y="60"/>
                  </a:lnTo>
                  <a:lnTo>
                    <a:pt x="9" y="60"/>
                  </a:lnTo>
                  <a:lnTo>
                    <a:pt x="8" y="59"/>
                  </a:lnTo>
                  <a:lnTo>
                    <a:pt x="9" y="58"/>
                  </a:lnTo>
                  <a:lnTo>
                    <a:pt x="13" y="51"/>
                  </a:lnTo>
                  <a:lnTo>
                    <a:pt x="13" y="50"/>
                  </a:lnTo>
                  <a:lnTo>
                    <a:pt x="16" y="43"/>
                  </a:lnTo>
                  <a:lnTo>
                    <a:pt x="17" y="42"/>
                  </a:lnTo>
                  <a:lnTo>
                    <a:pt x="24" y="37"/>
                  </a:lnTo>
                  <a:lnTo>
                    <a:pt x="24" y="34"/>
                  </a:lnTo>
                  <a:lnTo>
                    <a:pt x="32" y="23"/>
                  </a:lnTo>
                  <a:lnTo>
                    <a:pt x="31" y="20"/>
                  </a:lnTo>
                  <a:lnTo>
                    <a:pt x="33" y="18"/>
                  </a:lnTo>
                  <a:lnTo>
                    <a:pt x="34" y="16"/>
                  </a:lnTo>
                  <a:lnTo>
                    <a:pt x="42" y="12"/>
                  </a:lnTo>
                  <a:lnTo>
                    <a:pt x="45" y="12"/>
                  </a:lnTo>
                  <a:lnTo>
                    <a:pt x="45" y="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1" name="Freeform 450"/>
            <p:cNvSpPr>
              <a:spLocks/>
            </p:cNvSpPr>
            <p:nvPr/>
          </p:nvSpPr>
          <p:spPr bwMode="auto">
            <a:xfrm>
              <a:off x="5275480" y="3507870"/>
              <a:ext cx="357823" cy="393351"/>
            </a:xfrm>
            <a:custGeom>
              <a:avLst/>
              <a:gdLst>
                <a:gd name="T0" fmla="*/ 141 w 141"/>
                <a:gd name="T1" fmla="*/ 29 h 155"/>
                <a:gd name="T2" fmla="*/ 141 w 141"/>
                <a:gd name="T3" fmla="*/ 29 h 155"/>
                <a:gd name="T4" fmla="*/ 136 w 141"/>
                <a:gd name="T5" fmla="*/ 134 h 155"/>
                <a:gd name="T6" fmla="*/ 136 w 141"/>
                <a:gd name="T7" fmla="*/ 147 h 155"/>
                <a:gd name="T8" fmla="*/ 92 w 141"/>
                <a:gd name="T9" fmla="*/ 146 h 155"/>
                <a:gd name="T10" fmla="*/ 89 w 141"/>
                <a:gd name="T11" fmla="*/ 144 h 155"/>
                <a:gd name="T12" fmla="*/ 86 w 141"/>
                <a:gd name="T13" fmla="*/ 146 h 155"/>
                <a:gd name="T14" fmla="*/ 83 w 141"/>
                <a:gd name="T15" fmla="*/ 141 h 155"/>
                <a:gd name="T16" fmla="*/ 74 w 141"/>
                <a:gd name="T17" fmla="*/ 150 h 155"/>
                <a:gd name="T18" fmla="*/ 71 w 141"/>
                <a:gd name="T19" fmla="*/ 144 h 155"/>
                <a:gd name="T20" fmla="*/ 67 w 141"/>
                <a:gd name="T21" fmla="*/ 142 h 155"/>
                <a:gd name="T22" fmla="*/ 63 w 141"/>
                <a:gd name="T23" fmla="*/ 147 h 155"/>
                <a:gd name="T24" fmla="*/ 63 w 141"/>
                <a:gd name="T25" fmla="*/ 152 h 155"/>
                <a:gd name="T26" fmla="*/ 57 w 141"/>
                <a:gd name="T27" fmla="*/ 155 h 155"/>
                <a:gd name="T28" fmla="*/ 55 w 141"/>
                <a:gd name="T29" fmla="*/ 152 h 155"/>
                <a:gd name="T30" fmla="*/ 50 w 141"/>
                <a:gd name="T31" fmla="*/ 150 h 155"/>
                <a:gd name="T32" fmla="*/ 47 w 141"/>
                <a:gd name="T33" fmla="*/ 147 h 155"/>
                <a:gd name="T34" fmla="*/ 45 w 141"/>
                <a:gd name="T35" fmla="*/ 142 h 155"/>
                <a:gd name="T36" fmla="*/ 43 w 141"/>
                <a:gd name="T37" fmla="*/ 138 h 155"/>
                <a:gd name="T38" fmla="*/ 41 w 141"/>
                <a:gd name="T39" fmla="*/ 138 h 155"/>
                <a:gd name="T40" fmla="*/ 37 w 141"/>
                <a:gd name="T41" fmla="*/ 138 h 155"/>
                <a:gd name="T42" fmla="*/ 34 w 141"/>
                <a:gd name="T43" fmla="*/ 134 h 155"/>
                <a:gd name="T44" fmla="*/ 25 w 141"/>
                <a:gd name="T45" fmla="*/ 131 h 155"/>
                <a:gd name="T46" fmla="*/ 17 w 141"/>
                <a:gd name="T47" fmla="*/ 134 h 155"/>
                <a:gd name="T48" fmla="*/ 9 w 141"/>
                <a:gd name="T49" fmla="*/ 137 h 155"/>
                <a:gd name="T50" fmla="*/ 5 w 141"/>
                <a:gd name="T51" fmla="*/ 138 h 155"/>
                <a:gd name="T52" fmla="*/ 8 w 141"/>
                <a:gd name="T53" fmla="*/ 126 h 155"/>
                <a:gd name="T54" fmla="*/ 10 w 141"/>
                <a:gd name="T55" fmla="*/ 113 h 155"/>
                <a:gd name="T56" fmla="*/ 5 w 141"/>
                <a:gd name="T57" fmla="*/ 96 h 155"/>
                <a:gd name="T58" fmla="*/ 8 w 141"/>
                <a:gd name="T59" fmla="*/ 94 h 155"/>
                <a:gd name="T60" fmla="*/ 8 w 141"/>
                <a:gd name="T61" fmla="*/ 89 h 155"/>
                <a:gd name="T62" fmla="*/ 7 w 141"/>
                <a:gd name="T63" fmla="*/ 81 h 155"/>
                <a:gd name="T64" fmla="*/ 4 w 141"/>
                <a:gd name="T65" fmla="*/ 83 h 155"/>
                <a:gd name="T66" fmla="*/ 0 w 141"/>
                <a:gd name="T67" fmla="*/ 83 h 155"/>
                <a:gd name="T68" fmla="*/ 1 w 141"/>
                <a:gd name="T69" fmla="*/ 76 h 155"/>
                <a:gd name="T70" fmla="*/ 49 w 141"/>
                <a:gd name="T71" fmla="*/ 75 h 155"/>
                <a:gd name="T72" fmla="*/ 50 w 141"/>
                <a:gd name="T73" fmla="*/ 50 h 155"/>
                <a:gd name="T74" fmla="*/ 55 w 141"/>
                <a:gd name="T75" fmla="*/ 47 h 155"/>
                <a:gd name="T76" fmla="*/ 60 w 141"/>
                <a:gd name="T77" fmla="*/ 17 h 155"/>
                <a:gd name="T78" fmla="*/ 97 w 141"/>
                <a:gd name="T79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" h="155">
                  <a:moveTo>
                    <a:pt x="97" y="0"/>
                  </a:moveTo>
                  <a:lnTo>
                    <a:pt x="141" y="29"/>
                  </a:lnTo>
                  <a:lnTo>
                    <a:pt x="141" y="29"/>
                  </a:lnTo>
                  <a:lnTo>
                    <a:pt x="141" y="29"/>
                  </a:lnTo>
                  <a:lnTo>
                    <a:pt x="126" y="29"/>
                  </a:lnTo>
                  <a:lnTo>
                    <a:pt x="136" y="134"/>
                  </a:lnTo>
                  <a:lnTo>
                    <a:pt x="139" y="137"/>
                  </a:lnTo>
                  <a:lnTo>
                    <a:pt x="136" y="147"/>
                  </a:lnTo>
                  <a:lnTo>
                    <a:pt x="93" y="147"/>
                  </a:lnTo>
                  <a:lnTo>
                    <a:pt x="92" y="146"/>
                  </a:lnTo>
                  <a:lnTo>
                    <a:pt x="91" y="144"/>
                  </a:lnTo>
                  <a:lnTo>
                    <a:pt x="89" y="144"/>
                  </a:lnTo>
                  <a:lnTo>
                    <a:pt x="87" y="147"/>
                  </a:lnTo>
                  <a:lnTo>
                    <a:pt x="86" y="146"/>
                  </a:lnTo>
                  <a:lnTo>
                    <a:pt x="86" y="142"/>
                  </a:lnTo>
                  <a:lnTo>
                    <a:pt x="83" y="141"/>
                  </a:lnTo>
                  <a:lnTo>
                    <a:pt x="76" y="143"/>
                  </a:lnTo>
                  <a:lnTo>
                    <a:pt x="74" y="150"/>
                  </a:lnTo>
                  <a:lnTo>
                    <a:pt x="72" y="148"/>
                  </a:lnTo>
                  <a:lnTo>
                    <a:pt x="71" y="144"/>
                  </a:lnTo>
                  <a:lnTo>
                    <a:pt x="70" y="142"/>
                  </a:lnTo>
                  <a:lnTo>
                    <a:pt x="67" y="142"/>
                  </a:lnTo>
                  <a:lnTo>
                    <a:pt x="63" y="143"/>
                  </a:lnTo>
                  <a:lnTo>
                    <a:pt x="63" y="147"/>
                  </a:lnTo>
                  <a:lnTo>
                    <a:pt x="64" y="148"/>
                  </a:lnTo>
                  <a:lnTo>
                    <a:pt x="63" y="152"/>
                  </a:lnTo>
                  <a:lnTo>
                    <a:pt x="59" y="152"/>
                  </a:lnTo>
                  <a:lnTo>
                    <a:pt x="57" y="155"/>
                  </a:lnTo>
                  <a:lnTo>
                    <a:pt x="57" y="155"/>
                  </a:lnTo>
                  <a:lnTo>
                    <a:pt x="55" y="152"/>
                  </a:lnTo>
                  <a:lnTo>
                    <a:pt x="53" y="151"/>
                  </a:lnTo>
                  <a:lnTo>
                    <a:pt x="50" y="150"/>
                  </a:lnTo>
                  <a:lnTo>
                    <a:pt x="50" y="147"/>
                  </a:lnTo>
                  <a:lnTo>
                    <a:pt x="47" y="147"/>
                  </a:lnTo>
                  <a:lnTo>
                    <a:pt x="47" y="144"/>
                  </a:lnTo>
                  <a:lnTo>
                    <a:pt x="45" y="142"/>
                  </a:lnTo>
                  <a:lnTo>
                    <a:pt x="45" y="139"/>
                  </a:lnTo>
                  <a:lnTo>
                    <a:pt x="43" y="138"/>
                  </a:lnTo>
                  <a:lnTo>
                    <a:pt x="41" y="138"/>
                  </a:lnTo>
                  <a:lnTo>
                    <a:pt x="41" y="138"/>
                  </a:lnTo>
                  <a:lnTo>
                    <a:pt x="38" y="139"/>
                  </a:lnTo>
                  <a:lnTo>
                    <a:pt x="37" y="138"/>
                  </a:lnTo>
                  <a:lnTo>
                    <a:pt x="37" y="137"/>
                  </a:lnTo>
                  <a:lnTo>
                    <a:pt x="34" y="134"/>
                  </a:lnTo>
                  <a:lnTo>
                    <a:pt x="32" y="133"/>
                  </a:lnTo>
                  <a:lnTo>
                    <a:pt x="25" y="131"/>
                  </a:lnTo>
                  <a:lnTo>
                    <a:pt x="24" y="131"/>
                  </a:lnTo>
                  <a:lnTo>
                    <a:pt x="17" y="134"/>
                  </a:lnTo>
                  <a:lnTo>
                    <a:pt x="10" y="134"/>
                  </a:lnTo>
                  <a:lnTo>
                    <a:pt x="9" y="137"/>
                  </a:lnTo>
                  <a:lnTo>
                    <a:pt x="7" y="137"/>
                  </a:lnTo>
                  <a:lnTo>
                    <a:pt x="5" y="138"/>
                  </a:lnTo>
                  <a:lnTo>
                    <a:pt x="5" y="134"/>
                  </a:lnTo>
                  <a:lnTo>
                    <a:pt x="8" y="126"/>
                  </a:lnTo>
                  <a:lnTo>
                    <a:pt x="10" y="122"/>
                  </a:lnTo>
                  <a:lnTo>
                    <a:pt x="10" y="113"/>
                  </a:lnTo>
                  <a:lnTo>
                    <a:pt x="9" y="101"/>
                  </a:lnTo>
                  <a:lnTo>
                    <a:pt x="5" y="96"/>
                  </a:lnTo>
                  <a:lnTo>
                    <a:pt x="7" y="94"/>
                  </a:lnTo>
                  <a:lnTo>
                    <a:pt x="8" y="94"/>
                  </a:lnTo>
                  <a:lnTo>
                    <a:pt x="9" y="91"/>
                  </a:lnTo>
                  <a:lnTo>
                    <a:pt x="8" y="89"/>
                  </a:lnTo>
                  <a:lnTo>
                    <a:pt x="9" y="87"/>
                  </a:lnTo>
                  <a:lnTo>
                    <a:pt x="7" y="81"/>
                  </a:lnTo>
                  <a:lnTo>
                    <a:pt x="5" y="83"/>
                  </a:lnTo>
                  <a:lnTo>
                    <a:pt x="4" y="83"/>
                  </a:lnTo>
                  <a:lnTo>
                    <a:pt x="3" y="80"/>
                  </a:lnTo>
                  <a:lnTo>
                    <a:pt x="0" y="83"/>
                  </a:lnTo>
                  <a:lnTo>
                    <a:pt x="0" y="79"/>
                  </a:lnTo>
                  <a:lnTo>
                    <a:pt x="1" y="76"/>
                  </a:lnTo>
                  <a:lnTo>
                    <a:pt x="1" y="75"/>
                  </a:lnTo>
                  <a:lnTo>
                    <a:pt x="49" y="75"/>
                  </a:lnTo>
                  <a:lnTo>
                    <a:pt x="49" y="52"/>
                  </a:lnTo>
                  <a:lnTo>
                    <a:pt x="50" y="50"/>
                  </a:lnTo>
                  <a:lnTo>
                    <a:pt x="53" y="48"/>
                  </a:lnTo>
                  <a:lnTo>
                    <a:pt x="55" y="47"/>
                  </a:lnTo>
                  <a:lnTo>
                    <a:pt x="59" y="47"/>
                  </a:lnTo>
                  <a:lnTo>
                    <a:pt x="60" y="17"/>
                  </a:lnTo>
                  <a:lnTo>
                    <a:pt x="97" y="17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2" name="Freeform 451"/>
            <p:cNvSpPr>
              <a:spLocks/>
            </p:cNvSpPr>
            <p:nvPr/>
          </p:nvSpPr>
          <p:spPr bwMode="auto">
            <a:xfrm>
              <a:off x="5420131" y="3581464"/>
              <a:ext cx="489786" cy="456794"/>
            </a:xfrm>
            <a:custGeom>
              <a:avLst/>
              <a:gdLst>
                <a:gd name="T0" fmla="*/ 163 w 193"/>
                <a:gd name="T1" fmla="*/ 58 h 180"/>
                <a:gd name="T2" fmla="*/ 173 w 193"/>
                <a:gd name="T3" fmla="*/ 60 h 180"/>
                <a:gd name="T4" fmla="*/ 180 w 193"/>
                <a:gd name="T5" fmla="*/ 65 h 180"/>
                <a:gd name="T6" fmla="*/ 180 w 193"/>
                <a:gd name="T7" fmla="*/ 73 h 180"/>
                <a:gd name="T8" fmla="*/ 193 w 193"/>
                <a:gd name="T9" fmla="*/ 72 h 180"/>
                <a:gd name="T10" fmla="*/ 192 w 193"/>
                <a:gd name="T11" fmla="*/ 106 h 180"/>
                <a:gd name="T12" fmla="*/ 188 w 193"/>
                <a:gd name="T13" fmla="*/ 113 h 180"/>
                <a:gd name="T14" fmla="*/ 175 w 193"/>
                <a:gd name="T15" fmla="*/ 119 h 180"/>
                <a:gd name="T16" fmla="*/ 162 w 193"/>
                <a:gd name="T17" fmla="*/ 122 h 180"/>
                <a:gd name="T18" fmla="*/ 147 w 193"/>
                <a:gd name="T19" fmla="*/ 122 h 180"/>
                <a:gd name="T20" fmla="*/ 144 w 193"/>
                <a:gd name="T21" fmla="*/ 122 h 180"/>
                <a:gd name="T22" fmla="*/ 133 w 193"/>
                <a:gd name="T23" fmla="*/ 122 h 180"/>
                <a:gd name="T24" fmla="*/ 117 w 193"/>
                <a:gd name="T25" fmla="*/ 131 h 180"/>
                <a:gd name="T26" fmla="*/ 102 w 193"/>
                <a:gd name="T27" fmla="*/ 140 h 180"/>
                <a:gd name="T28" fmla="*/ 97 w 193"/>
                <a:gd name="T29" fmla="*/ 142 h 180"/>
                <a:gd name="T30" fmla="*/ 93 w 193"/>
                <a:gd name="T31" fmla="*/ 148 h 180"/>
                <a:gd name="T32" fmla="*/ 84 w 193"/>
                <a:gd name="T33" fmla="*/ 160 h 180"/>
                <a:gd name="T34" fmla="*/ 82 w 193"/>
                <a:gd name="T35" fmla="*/ 168 h 180"/>
                <a:gd name="T36" fmla="*/ 81 w 193"/>
                <a:gd name="T37" fmla="*/ 172 h 180"/>
                <a:gd name="T38" fmla="*/ 77 w 193"/>
                <a:gd name="T39" fmla="*/ 180 h 180"/>
                <a:gd name="T40" fmla="*/ 73 w 193"/>
                <a:gd name="T41" fmla="*/ 176 h 180"/>
                <a:gd name="T42" fmla="*/ 67 w 193"/>
                <a:gd name="T43" fmla="*/ 177 h 180"/>
                <a:gd name="T44" fmla="*/ 57 w 193"/>
                <a:gd name="T45" fmla="*/ 177 h 180"/>
                <a:gd name="T46" fmla="*/ 52 w 193"/>
                <a:gd name="T47" fmla="*/ 177 h 180"/>
                <a:gd name="T48" fmla="*/ 48 w 193"/>
                <a:gd name="T49" fmla="*/ 175 h 180"/>
                <a:gd name="T50" fmla="*/ 46 w 193"/>
                <a:gd name="T51" fmla="*/ 171 h 180"/>
                <a:gd name="T52" fmla="*/ 44 w 193"/>
                <a:gd name="T53" fmla="*/ 169 h 180"/>
                <a:gd name="T54" fmla="*/ 43 w 193"/>
                <a:gd name="T55" fmla="*/ 164 h 180"/>
                <a:gd name="T56" fmla="*/ 42 w 193"/>
                <a:gd name="T57" fmla="*/ 158 h 180"/>
                <a:gd name="T58" fmla="*/ 36 w 193"/>
                <a:gd name="T59" fmla="*/ 155 h 180"/>
                <a:gd name="T60" fmla="*/ 30 w 193"/>
                <a:gd name="T61" fmla="*/ 155 h 180"/>
                <a:gd name="T62" fmla="*/ 23 w 193"/>
                <a:gd name="T63" fmla="*/ 160 h 180"/>
                <a:gd name="T64" fmla="*/ 17 w 193"/>
                <a:gd name="T65" fmla="*/ 158 h 180"/>
                <a:gd name="T66" fmla="*/ 13 w 193"/>
                <a:gd name="T67" fmla="*/ 158 h 180"/>
                <a:gd name="T68" fmla="*/ 10 w 193"/>
                <a:gd name="T69" fmla="*/ 152 h 180"/>
                <a:gd name="T70" fmla="*/ 11 w 193"/>
                <a:gd name="T71" fmla="*/ 148 h 180"/>
                <a:gd name="T72" fmla="*/ 7 w 193"/>
                <a:gd name="T73" fmla="*/ 143 h 180"/>
                <a:gd name="T74" fmla="*/ 3 w 193"/>
                <a:gd name="T75" fmla="*/ 139 h 180"/>
                <a:gd name="T76" fmla="*/ 2 w 193"/>
                <a:gd name="T77" fmla="*/ 131 h 180"/>
                <a:gd name="T78" fmla="*/ 0 w 193"/>
                <a:gd name="T79" fmla="*/ 126 h 180"/>
                <a:gd name="T80" fmla="*/ 7 w 193"/>
                <a:gd name="T81" fmla="*/ 119 h 180"/>
                <a:gd name="T82" fmla="*/ 10 w 193"/>
                <a:gd name="T83" fmla="*/ 113 h 180"/>
                <a:gd name="T84" fmla="*/ 15 w 193"/>
                <a:gd name="T85" fmla="*/ 119 h 180"/>
                <a:gd name="T86" fmla="*/ 26 w 193"/>
                <a:gd name="T87" fmla="*/ 112 h 180"/>
                <a:gd name="T88" fmla="*/ 30 w 193"/>
                <a:gd name="T89" fmla="*/ 118 h 180"/>
                <a:gd name="T90" fmla="*/ 35 w 193"/>
                <a:gd name="T91" fmla="*/ 117 h 180"/>
                <a:gd name="T92" fmla="*/ 82 w 193"/>
                <a:gd name="T93" fmla="*/ 108 h 180"/>
                <a:gd name="T94" fmla="*/ 84 w 193"/>
                <a:gd name="T9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" h="180">
                  <a:moveTo>
                    <a:pt x="84" y="0"/>
                  </a:moveTo>
                  <a:lnTo>
                    <a:pt x="162" y="51"/>
                  </a:lnTo>
                  <a:lnTo>
                    <a:pt x="163" y="58"/>
                  </a:lnTo>
                  <a:lnTo>
                    <a:pt x="165" y="59"/>
                  </a:lnTo>
                  <a:lnTo>
                    <a:pt x="169" y="59"/>
                  </a:lnTo>
                  <a:lnTo>
                    <a:pt x="173" y="60"/>
                  </a:lnTo>
                  <a:lnTo>
                    <a:pt x="175" y="63"/>
                  </a:lnTo>
                  <a:lnTo>
                    <a:pt x="179" y="64"/>
                  </a:lnTo>
                  <a:lnTo>
                    <a:pt x="180" y="65"/>
                  </a:lnTo>
                  <a:lnTo>
                    <a:pt x="180" y="68"/>
                  </a:lnTo>
                  <a:lnTo>
                    <a:pt x="179" y="71"/>
                  </a:lnTo>
                  <a:lnTo>
                    <a:pt x="180" y="73"/>
                  </a:lnTo>
                  <a:lnTo>
                    <a:pt x="183" y="75"/>
                  </a:lnTo>
                  <a:lnTo>
                    <a:pt x="188" y="73"/>
                  </a:lnTo>
                  <a:lnTo>
                    <a:pt x="193" y="72"/>
                  </a:lnTo>
                  <a:lnTo>
                    <a:pt x="193" y="72"/>
                  </a:lnTo>
                  <a:lnTo>
                    <a:pt x="192" y="94"/>
                  </a:lnTo>
                  <a:lnTo>
                    <a:pt x="192" y="106"/>
                  </a:lnTo>
                  <a:lnTo>
                    <a:pt x="189" y="106"/>
                  </a:lnTo>
                  <a:lnTo>
                    <a:pt x="189" y="112"/>
                  </a:lnTo>
                  <a:lnTo>
                    <a:pt x="188" y="113"/>
                  </a:lnTo>
                  <a:lnTo>
                    <a:pt x="183" y="117"/>
                  </a:lnTo>
                  <a:lnTo>
                    <a:pt x="179" y="118"/>
                  </a:lnTo>
                  <a:lnTo>
                    <a:pt x="175" y="119"/>
                  </a:lnTo>
                  <a:lnTo>
                    <a:pt x="172" y="121"/>
                  </a:lnTo>
                  <a:lnTo>
                    <a:pt x="164" y="121"/>
                  </a:lnTo>
                  <a:lnTo>
                    <a:pt x="162" y="122"/>
                  </a:lnTo>
                  <a:lnTo>
                    <a:pt x="159" y="122"/>
                  </a:lnTo>
                  <a:lnTo>
                    <a:pt x="150" y="123"/>
                  </a:lnTo>
                  <a:lnTo>
                    <a:pt x="147" y="122"/>
                  </a:lnTo>
                  <a:lnTo>
                    <a:pt x="147" y="123"/>
                  </a:lnTo>
                  <a:lnTo>
                    <a:pt x="146" y="122"/>
                  </a:lnTo>
                  <a:lnTo>
                    <a:pt x="144" y="122"/>
                  </a:lnTo>
                  <a:lnTo>
                    <a:pt x="140" y="121"/>
                  </a:lnTo>
                  <a:lnTo>
                    <a:pt x="138" y="121"/>
                  </a:lnTo>
                  <a:lnTo>
                    <a:pt x="133" y="122"/>
                  </a:lnTo>
                  <a:lnTo>
                    <a:pt x="129" y="125"/>
                  </a:lnTo>
                  <a:lnTo>
                    <a:pt x="126" y="127"/>
                  </a:lnTo>
                  <a:lnTo>
                    <a:pt x="117" y="131"/>
                  </a:lnTo>
                  <a:lnTo>
                    <a:pt x="110" y="137"/>
                  </a:lnTo>
                  <a:lnTo>
                    <a:pt x="109" y="139"/>
                  </a:lnTo>
                  <a:lnTo>
                    <a:pt x="102" y="140"/>
                  </a:lnTo>
                  <a:lnTo>
                    <a:pt x="101" y="140"/>
                  </a:lnTo>
                  <a:lnTo>
                    <a:pt x="98" y="140"/>
                  </a:lnTo>
                  <a:lnTo>
                    <a:pt x="97" y="142"/>
                  </a:lnTo>
                  <a:lnTo>
                    <a:pt x="96" y="142"/>
                  </a:lnTo>
                  <a:lnTo>
                    <a:pt x="93" y="147"/>
                  </a:lnTo>
                  <a:lnTo>
                    <a:pt x="93" y="148"/>
                  </a:lnTo>
                  <a:lnTo>
                    <a:pt x="90" y="152"/>
                  </a:lnTo>
                  <a:lnTo>
                    <a:pt x="86" y="159"/>
                  </a:lnTo>
                  <a:lnTo>
                    <a:pt x="84" y="160"/>
                  </a:lnTo>
                  <a:lnTo>
                    <a:pt x="82" y="163"/>
                  </a:lnTo>
                  <a:lnTo>
                    <a:pt x="82" y="164"/>
                  </a:lnTo>
                  <a:lnTo>
                    <a:pt x="82" y="168"/>
                  </a:lnTo>
                  <a:lnTo>
                    <a:pt x="81" y="168"/>
                  </a:lnTo>
                  <a:lnTo>
                    <a:pt x="81" y="171"/>
                  </a:lnTo>
                  <a:lnTo>
                    <a:pt x="81" y="172"/>
                  </a:lnTo>
                  <a:lnTo>
                    <a:pt x="81" y="176"/>
                  </a:lnTo>
                  <a:lnTo>
                    <a:pt x="80" y="176"/>
                  </a:lnTo>
                  <a:lnTo>
                    <a:pt x="77" y="180"/>
                  </a:lnTo>
                  <a:lnTo>
                    <a:pt x="73" y="179"/>
                  </a:lnTo>
                  <a:lnTo>
                    <a:pt x="73" y="177"/>
                  </a:lnTo>
                  <a:lnTo>
                    <a:pt x="73" y="176"/>
                  </a:lnTo>
                  <a:lnTo>
                    <a:pt x="71" y="176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9"/>
                  </a:lnTo>
                  <a:lnTo>
                    <a:pt x="60" y="179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2" y="179"/>
                  </a:lnTo>
                  <a:lnTo>
                    <a:pt x="52" y="177"/>
                  </a:lnTo>
                  <a:lnTo>
                    <a:pt x="51" y="176"/>
                  </a:lnTo>
                  <a:lnTo>
                    <a:pt x="48" y="176"/>
                  </a:lnTo>
                  <a:lnTo>
                    <a:pt x="48" y="175"/>
                  </a:lnTo>
                  <a:lnTo>
                    <a:pt x="47" y="173"/>
                  </a:lnTo>
                  <a:lnTo>
                    <a:pt x="47" y="171"/>
                  </a:lnTo>
                  <a:lnTo>
                    <a:pt x="46" y="171"/>
                  </a:lnTo>
                  <a:lnTo>
                    <a:pt x="44" y="172"/>
                  </a:lnTo>
                  <a:lnTo>
                    <a:pt x="43" y="173"/>
                  </a:lnTo>
                  <a:lnTo>
                    <a:pt x="44" y="169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3" y="164"/>
                  </a:lnTo>
                  <a:lnTo>
                    <a:pt x="42" y="164"/>
                  </a:lnTo>
                  <a:lnTo>
                    <a:pt x="43" y="160"/>
                  </a:lnTo>
                  <a:lnTo>
                    <a:pt x="42" y="158"/>
                  </a:lnTo>
                  <a:lnTo>
                    <a:pt x="39" y="156"/>
                  </a:lnTo>
                  <a:lnTo>
                    <a:pt x="39" y="155"/>
                  </a:lnTo>
                  <a:lnTo>
                    <a:pt x="36" y="155"/>
                  </a:lnTo>
                  <a:lnTo>
                    <a:pt x="35" y="156"/>
                  </a:lnTo>
                  <a:lnTo>
                    <a:pt x="32" y="155"/>
                  </a:lnTo>
                  <a:lnTo>
                    <a:pt x="30" y="155"/>
                  </a:lnTo>
                  <a:lnTo>
                    <a:pt x="27" y="159"/>
                  </a:lnTo>
                  <a:lnTo>
                    <a:pt x="26" y="159"/>
                  </a:lnTo>
                  <a:lnTo>
                    <a:pt x="23" y="160"/>
                  </a:lnTo>
                  <a:lnTo>
                    <a:pt x="21" y="160"/>
                  </a:lnTo>
                  <a:lnTo>
                    <a:pt x="18" y="159"/>
                  </a:lnTo>
                  <a:lnTo>
                    <a:pt x="17" y="158"/>
                  </a:lnTo>
                  <a:lnTo>
                    <a:pt x="14" y="159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3" y="156"/>
                  </a:lnTo>
                  <a:lnTo>
                    <a:pt x="13" y="155"/>
                  </a:lnTo>
                  <a:lnTo>
                    <a:pt x="10" y="152"/>
                  </a:lnTo>
                  <a:lnTo>
                    <a:pt x="10" y="151"/>
                  </a:lnTo>
                  <a:lnTo>
                    <a:pt x="11" y="150"/>
                  </a:lnTo>
                  <a:lnTo>
                    <a:pt x="11" y="148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7" y="143"/>
                  </a:lnTo>
                  <a:lnTo>
                    <a:pt x="6" y="144"/>
                  </a:lnTo>
                  <a:lnTo>
                    <a:pt x="5" y="143"/>
                  </a:lnTo>
                  <a:lnTo>
                    <a:pt x="3" y="139"/>
                  </a:lnTo>
                  <a:lnTo>
                    <a:pt x="1" y="137"/>
                  </a:lnTo>
                  <a:lnTo>
                    <a:pt x="1" y="135"/>
                  </a:lnTo>
                  <a:lnTo>
                    <a:pt x="2" y="131"/>
                  </a:lnTo>
                  <a:lnTo>
                    <a:pt x="1" y="129"/>
                  </a:lnTo>
                  <a:lnTo>
                    <a:pt x="1" y="127"/>
                  </a:lnTo>
                  <a:lnTo>
                    <a:pt x="0" y="126"/>
                  </a:lnTo>
                  <a:lnTo>
                    <a:pt x="2" y="123"/>
                  </a:lnTo>
                  <a:lnTo>
                    <a:pt x="6" y="123"/>
                  </a:lnTo>
                  <a:lnTo>
                    <a:pt x="7" y="119"/>
                  </a:lnTo>
                  <a:lnTo>
                    <a:pt x="6" y="118"/>
                  </a:lnTo>
                  <a:lnTo>
                    <a:pt x="6" y="114"/>
                  </a:lnTo>
                  <a:lnTo>
                    <a:pt x="10" y="113"/>
                  </a:lnTo>
                  <a:lnTo>
                    <a:pt x="13" y="113"/>
                  </a:lnTo>
                  <a:lnTo>
                    <a:pt x="14" y="115"/>
                  </a:lnTo>
                  <a:lnTo>
                    <a:pt x="15" y="119"/>
                  </a:lnTo>
                  <a:lnTo>
                    <a:pt x="17" y="121"/>
                  </a:lnTo>
                  <a:lnTo>
                    <a:pt x="19" y="114"/>
                  </a:lnTo>
                  <a:lnTo>
                    <a:pt x="26" y="112"/>
                  </a:lnTo>
                  <a:lnTo>
                    <a:pt x="29" y="113"/>
                  </a:lnTo>
                  <a:lnTo>
                    <a:pt x="29" y="117"/>
                  </a:lnTo>
                  <a:lnTo>
                    <a:pt x="30" y="118"/>
                  </a:lnTo>
                  <a:lnTo>
                    <a:pt x="32" y="115"/>
                  </a:lnTo>
                  <a:lnTo>
                    <a:pt x="34" y="115"/>
                  </a:lnTo>
                  <a:lnTo>
                    <a:pt x="35" y="117"/>
                  </a:lnTo>
                  <a:lnTo>
                    <a:pt x="36" y="118"/>
                  </a:lnTo>
                  <a:lnTo>
                    <a:pt x="79" y="118"/>
                  </a:lnTo>
                  <a:lnTo>
                    <a:pt x="82" y="108"/>
                  </a:lnTo>
                  <a:lnTo>
                    <a:pt x="79" y="105"/>
                  </a:lnTo>
                  <a:lnTo>
                    <a:pt x="69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3" name="Freeform 452"/>
            <p:cNvSpPr>
              <a:spLocks/>
            </p:cNvSpPr>
            <p:nvPr/>
          </p:nvSpPr>
          <p:spPr bwMode="auto">
            <a:xfrm>
              <a:off x="5625689" y="3888532"/>
              <a:ext cx="228397" cy="167491"/>
            </a:xfrm>
            <a:custGeom>
              <a:avLst/>
              <a:gdLst>
                <a:gd name="T0" fmla="*/ 63 w 90"/>
                <a:gd name="T1" fmla="*/ 1 h 66"/>
                <a:gd name="T2" fmla="*/ 66 w 90"/>
                <a:gd name="T3" fmla="*/ 2 h 66"/>
                <a:gd name="T4" fmla="*/ 65 w 90"/>
                <a:gd name="T5" fmla="*/ 6 h 66"/>
                <a:gd name="T6" fmla="*/ 63 w 90"/>
                <a:gd name="T7" fmla="*/ 12 h 66"/>
                <a:gd name="T8" fmla="*/ 75 w 90"/>
                <a:gd name="T9" fmla="*/ 25 h 66"/>
                <a:gd name="T10" fmla="*/ 84 w 90"/>
                <a:gd name="T11" fmla="*/ 25 h 66"/>
                <a:gd name="T12" fmla="*/ 86 w 90"/>
                <a:gd name="T13" fmla="*/ 27 h 66"/>
                <a:gd name="T14" fmla="*/ 87 w 90"/>
                <a:gd name="T15" fmla="*/ 30 h 66"/>
                <a:gd name="T16" fmla="*/ 88 w 90"/>
                <a:gd name="T17" fmla="*/ 35 h 66"/>
                <a:gd name="T18" fmla="*/ 90 w 90"/>
                <a:gd name="T19" fmla="*/ 38 h 66"/>
                <a:gd name="T20" fmla="*/ 84 w 90"/>
                <a:gd name="T21" fmla="*/ 41 h 66"/>
                <a:gd name="T22" fmla="*/ 79 w 90"/>
                <a:gd name="T23" fmla="*/ 42 h 66"/>
                <a:gd name="T24" fmla="*/ 78 w 90"/>
                <a:gd name="T25" fmla="*/ 44 h 66"/>
                <a:gd name="T26" fmla="*/ 77 w 90"/>
                <a:gd name="T27" fmla="*/ 48 h 66"/>
                <a:gd name="T28" fmla="*/ 73 w 90"/>
                <a:gd name="T29" fmla="*/ 51 h 66"/>
                <a:gd name="T30" fmla="*/ 59 w 90"/>
                <a:gd name="T31" fmla="*/ 48 h 66"/>
                <a:gd name="T32" fmla="*/ 58 w 90"/>
                <a:gd name="T33" fmla="*/ 47 h 66"/>
                <a:gd name="T34" fmla="*/ 53 w 90"/>
                <a:gd name="T35" fmla="*/ 48 h 66"/>
                <a:gd name="T36" fmla="*/ 42 w 90"/>
                <a:gd name="T37" fmla="*/ 50 h 66"/>
                <a:gd name="T38" fmla="*/ 33 w 90"/>
                <a:gd name="T39" fmla="*/ 50 h 66"/>
                <a:gd name="T40" fmla="*/ 28 w 90"/>
                <a:gd name="T41" fmla="*/ 52 h 66"/>
                <a:gd name="T42" fmla="*/ 30 w 90"/>
                <a:gd name="T43" fmla="*/ 58 h 66"/>
                <a:gd name="T44" fmla="*/ 32 w 90"/>
                <a:gd name="T45" fmla="*/ 64 h 66"/>
                <a:gd name="T46" fmla="*/ 28 w 90"/>
                <a:gd name="T47" fmla="*/ 63 h 66"/>
                <a:gd name="T48" fmla="*/ 24 w 90"/>
                <a:gd name="T49" fmla="*/ 64 h 66"/>
                <a:gd name="T50" fmla="*/ 17 w 90"/>
                <a:gd name="T51" fmla="*/ 63 h 66"/>
                <a:gd name="T52" fmla="*/ 13 w 90"/>
                <a:gd name="T53" fmla="*/ 60 h 66"/>
                <a:gd name="T54" fmla="*/ 9 w 90"/>
                <a:gd name="T55" fmla="*/ 59 h 66"/>
                <a:gd name="T56" fmla="*/ 4 w 90"/>
                <a:gd name="T57" fmla="*/ 56 h 66"/>
                <a:gd name="T58" fmla="*/ 0 w 90"/>
                <a:gd name="T59" fmla="*/ 55 h 66"/>
                <a:gd name="T60" fmla="*/ 0 w 90"/>
                <a:gd name="T61" fmla="*/ 50 h 66"/>
                <a:gd name="T62" fmla="*/ 1 w 90"/>
                <a:gd name="T63" fmla="*/ 47 h 66"/>
                <a:gd name="T64" fmla="*/ 1 w 90"/>
                <a:gd name="T65" fmla="*/ 42 h 66"/>
                <a:gd name="T66" fmla="*/ 5 w 90"/>
                <a:gd name="T67" fmla="*/ 38 h 66"/>
                <a:gd name="T68" fmla="*/ 12 w 90"/>
                <a:gd name="T69" fmla="*/ 27 h 66"/>
                <a:gd name="T70" fmla="*/ 15 w 90"/>
                <a:gd name="T71" fmla="*/ 21 h 66"/>
                <a:gd name="T72" fmla="*/ 17 w 90"/>
                <a:gd name="T73" fmla="*/ 19 h 66"/>
                <a:gd name="T74" fmla="*/ 21 w 90"/>
                <a:gd name="T75" fmla="*/ 19 h 66"/>
                <a:gd name="T76" fmla="*/ 29 w 90"/>
                <a:gd name="T77" fmla="*/ 16 h 66"/>
                <a:gd name="T78" fmla="*/ 45 w 90"/>
                <a:gd name="T79" fmla="*/ 6 h 66"/>
                <a:gd name="T80" fmla="*/ 52 w 90"/>
                <a:gd name="T81" fmla="*/ 1 h 66"/>
                <a:gd name="T82" fmla="*/ 59 w 90"/>
                <a:gd name="T8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0" h="66">
                  <a:moveTo>
                    <a:pt x="59" y="0"/>
                  </a:moveTo>
                  <a:lnTo>
                    <a:pt x="63" y="1"/>
                  </a:lnTo>
                  <a:lnTo>
                    <a:pt x="65" y="1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5" y="6"/>
                  </a:lnTo>
                  <a:lnTo>
                    <a:pt x="63" y="9"/>
                  </a:lnTo>
                  <a:lnTo>
                    <a:pt x="63" y="12"/>
                  </a:lnTo>
                  <a:lnTo>
                    <a:pt x="75" y="19"/>
                  </a:lnTo>
                  <a:lnTo>
                    <a:pt x="75" y="25"/>
                  </a:lnTo>
                  <a:lnTo>
                    <a:pt x="79" y="27"/>
                  </a:lnTo>
                  <a:lnTo>
                    <a:pt x="84" y="25"/>
                  </a:lnTo>
                  <a:lnTo>
                    <a:pt x="86" y="26"/>
                  </a:lnTo>
                  <a:lnTo>
                    <a:pt x="86" y="27"/>
                  </a:lnTo>
                  <a:lnTo>
                    <a:pt x="87" y="27"/>
                  </a:lnTo>
                  <a:lnTo>
                    <a:pt x="87" y="30"/>
                  </a:lnTo>
                  <a:lnTo>
                    <a:pt x="86" y="33"/>
                  </a:lnTo>
                  <a:lnTo>
                    <a:pt x="88" y="35"/>
                  </a:lnTo>
                  <a:lnTo>
                    <a:pt x="90" y="35"/>
                  </a:lnTo>
                  <a:lnTo>
                    <a:pt x="90" y="38"/>
                  </a:lnTo>
                  <a:lnTo>
                    <a:pt x="87" y="41"/>
                  </a:lnTo>
                  <a:lnTo>
                    <a:pt x="84" y="41"/>
                  </a:lnTo>
                  <a:lnTo>
                    <a:pt x="81" y="42"/>
                  </a:lnTo>
                  <a:lnTo>
                    <a:pt x="79" y="42"/>
                  </a:lnTo>
                  <a:lnTo>
                    <a:pt x="77" y="43"/>
                  </a:lnTo>
                  <a:lnTo>
                    <a:pt x="78" y="44"/>
                  </a:lnTo>
                  <a:lnTo>
                    <a:pt x="75" y="47"/>
                  </a:lnTo>
                  <a:lnTo>
                    <a:pt x="77" y="48"/>
                  </a:lnTo>
                  <a:lnTo>
                    <a:pt x="73" y="50"/>
                  </a:lnTo>
                  <a:lnTo>
                    <a:pt x="73" y="51"/>
                  </a:lnTo>
                  <a:lnTo>
                    <a:pt x="61" y="47"/>
                  </a:lnTo>
                  <a:lnTo>
                    <a:pt x="59" y="48"/>
                  </a:lnTo>
                  <a:lnTo>
                    <a:pt x="59" y="48"/>
                  </a:lnTo>
                  <a:lnTo>
                    <a:pt x="58" y="47"/>
                  </a:lnTo>
                  <a:lnTo>
                    <a:pt x="55" y="48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2" y="50"/>
                  </a:lnTo>
                  <a:lnTo>
                    <a:pt x="41" y="50"/>
                  </a:lnTo>
                  <a:lnTo>
                    <a:pt x="33" y="50"/>
                  </a:lnTo>
                  <a:lnTo>
                    <a:pt x="28" y="50"/>
                  </a:lnTo>
                  <a:lnTo>
                    <a:pt x="28" y="52"/>
                  </a:lnTo>
                  <a:lnTo>
                    <a:pt x="29" y="56"/>
                  </a:lnTo>
                  <a:lnTo>
                    <a:pt x="30" y="58"/>
                  </a:lnTo>
                  <a:lnTo>
                    <a:pt x="32" y="62"/>
                  </a:lnTo>
                  <a:lnTo>
                    <a:pt x="32" y="64"/>
                  </a:lnTo>
                  <a:lnTo>
                    <a:pt x="29" y="64"/>
                  </a:lnTo>
                  <a:lnTo>
                    <a:pt x="28" y="63"/>
                  </a:lnTo>
                  <a:lnTo>
                    <a:pt x="25" y="63"/>
                  </a:lnTo>
                  <a:lnTo>
                    <a:pt x="24" y="64"/>
                  </a:lnTo>
                  <a:lnTo>
                    <a:pt x="21" y="66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3" y="60"/>
                  </a:lnTo>
                  <a:lnTo>
                    <a:pt x="11" y="60"/>
                  </a:lnTo>
                  <a:lnTo>
                    <a:pt x="9" y="59"/>
                  </a:lnTo>
                  <a:lnTo>
                    <a:pt x="8" y="59"/>
                  </a:lnTo>
                  <a:lnTo>
                    <a:pt x="4" y="56"/>
                  </a:lnTo>
                  <a:lnTo>
                    <a:pt x="0" y="54"/>
                  </a:lnTo>
                  <a:lnTo>
                    <a:pt x="0" y="55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0" y="47"/>
                  </a:lnTo>
                  <a:lnTo>
                    <a:pt x="1" y="47"/>
                  </a:lnTo>
                  <a:lnTo>
                    <a:pt x="1" y="43"/>
                  </a:lnTo>
                  <a:lnTo>
                    <a:pt x="1" y="42"/>
                  </a:lnTo>
                  <a:lnTo>
                    <a:pt x="3" y="39"/>
                  </a:lnTo>
                  <a:lnTo>
                    <a:pt x="5" y="38"/>
                  </a:lnTo>
                  <a:lnTo>
                    <a:pt x="9" y="31"/>
                  </a:lnTo>
                  <a:lnTo>
                    <a:pt x="12" y="27"/>
                  </a:lnTo>
                  <a:lnTo>
                    <a:pt x="12" y="26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17" y="19"/>
                  </a:lnTo>
                  <a:lnTo>
                    <a:pt x="20" y="19"/>
                  </a:lnTo>
                  <a:lnTo>
                    <a:pt x="21" y="19"/>
                  </a:lnTo>
                  <a:lnTo>
                    <a:pt x="28" y="18"/>
                  </a:lnTo>
                  <a:lnTo>
                    <a:pt x="29" y="16"/>
                  </a:lnTo>
                  <a:lnTo>
                    <a:pt x="36" y="10"/>
                  </a:lnTo>
                  <a:lnTo>
                    <a:pt x="45" y="6"/>
                  </a:lnTo>
                  <a:lnTo>
                    <a:pt x="48" y="4"/>
                  </a:lnTo>
                  <a:lnTo>
                    <a:pt x="52" y="1"/>
                  </a:lnTo>
                  <a:lnTo>
                    <a:pt x="57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4" name="Freeform 453"/>
            <p:cNvSpPr>
              <a:spLocks/>
            </p:cNvSpPr>
            <p:nvPr/>
          </p:nvSpPr>
          <p:spPr bwMode="auto">
            <a:xfrm>
              <a:off x="5257715" y="3840314"/>
              <a:ext cx="195407" cy="142114"/>
            </a:xfrm>
            <a:custGeom>
              <a:avLst/>
              <a:gdLst>
                <a:gd name="T0" fmla="*/ 32 w 77"/>
                <a:gd name="T1" fmla="*/ 0 h 56"/>
                <a:gd name="T2" fmla="*/ 41 w 77"/>
                <a:gd name="T3" fmla="*/ 3 h 56"/>
                <a:gd name="T4" fmla="*/ 44 w 77"/>
                <a:gd name="T5" fmla="*/ 7 h 56"/>
                <a:gd name="T6" fmla="*/ 48 w 77"/>
                <a:gd name="T7" fmla="*/ 7 h 56"/>
                <a:gd name="T8" fmla="*/ 50 w 77"/>
                <a:gd name="T9" fmla="*/ 7 h 56"/>
                <a:gd name="T10" fmla="*/ 52 w 77"/>
                <a:gd name="T11" fmla="*/ 11 h 56"/>
                <a:gd name="T12" fmla="*/ 54 w 77"/>
                <a:gd name="T13" fmla="*/ 16 h 56"/>
                <a:gd name="T14" fmla="*/ 57 w 77"/>
                <a:gd name="T15" fmla="*/ 19 h 56"/>
                <a:gd name="T16" fmla="*/ 62 w 77"/>
                <a:gd name="T17" fmla="*/ 21 h 56"/>
                <a:gd name="T18" fmla="*/ 65 w 77"/>
                <a:gd name="T19" fmla="*/ 25 h 56"/>
                <a:gd name="T20" fmla="*/ 66 w 77"/>
                <a:gd name="T21" fmla="*/ 29 h 56"/>
                <a:gd name="T22" fmla="*/ 65 w 77"/>
                <a:gd name="T23" fmla="*/ 35 h 56"/>
                <a:gd name="T24" fmla="*/ 69 w 77"/>
                <a:gd name="T25" fmla="*/ 41 h 56"/>
                <a:gd name="T26" fmla="*/ 71 w 77"/>
                <a:gd name="T27" fmla="*/ 41 h 56"/>
                <a:gd name="T28" fmla="*/ 73 w 77"/>
                <a:gd name="T29" fmla="*/ 44 h 56"/>
                <a:gd name="T30" fmla="*/ 75 w 77"/>
                <a:gd name="T31" fmla="*/ 48 h 56"/>
                <a:gd name="T32" fmla="*/ 74 w 77"/>
                <a:gd name="T33" fmla="*/ 50 h 56"/>
                <a:gd name="T34" fmla="*/ 77 w 77"/>
                <a:gd name="T35" fmla="*/ 54 h 56"/>
                <a:gd name="T36" fmla="*/ 77 w 77"/>
                <a:gd name="T37" fmla="*/ 54 h 56"/>
                <a:gd name="T38" fmla="*/ 73 w 77"/>
                <a:gd name="T39" fmla="*/ 53 h 56"/>
                <a:gd name="T40" fmla="*/ 69 w 77"/>
                <a:gd name="T41" fmla="*/ 54 h 56"/>
                <a:gd name="T42" fmla="*/ 61 w 77"/>
                <a:gd name="T43" fmla="*/ 53 h 56"/>
                <a:gd name="T44" fmla="*/ 54 w 77"/>
                <a:gd name="T45" fmla="*/ 48 h 56"/>
                <a:gd name="T46" fmla="*/ 45 w 77"/>
                <a:gd name="T47" fmla="*/ 49 h 56"/>
                <a:gd name="T48" fmla="*/ 41 w 77"/>
                <a:gd name="T49" fmla="*/ 48 h 56"/>
                <a:gd name="T50" fmla="*/ 27 w 77"/>
                <a:gd name="T51" fmla="*/ 49 h 56"/>
                <a:gd name="T52" fmla="*/ 16 w 77"/>
                <a:gd name="T53" fmla="*/ 52 h 56"/>
                <a:gd name="T54" fmla="*/ 10 w 77"/>
                <a:gd name="T55" fmla="*/ 53 h 56"/>
                <a:gd name="T56" fmla="*/ 10 w 77"/>
                <a:gd name="T57" fmla="*/ 50 h 56"/>
                <a:gd name="T58" fmla="*/ 12 w 77"/>
                <a:gd name="T59" fmla="*/ 50 h 56"/>
                <a:gd name="T60" fmla="*/ 11 w 77"/>
                <a:gd name="T61" fmla="*/ 48 h 56"/>
                <a:gd name="T62" fmla="*/ 7 w 77"/>
                <a:gd name="T63" fmla="*/ 48 h 56"/>
                <a:gd name="T64" fmla="*/ 8 w 77"/>
                <a:gd name="T65" fmla="*/ 44 h 56"/>
                <a:gd name="T66" fmla="*/ 17 w 77"/>
                <a:gd name="T67" fmla="*/ 42 h 56"/>
                <a:gd name="T68" fmla="*/ 21 w 77"/>
                <a:gd name="T69" fmla="*/ 40 h 56"/>
                <a:gd name="T70" fmla="*/ 25 w 77"/>
                <a:gd name="T71" fmla="*/ 38 h 56"/>
                <a:gd name="T72" fmla="*/ 28 w 77"/>
                <a:gd name="T73" fmla="*/ 38 h 56"/>
                <a:gd name="T74" fmla="*/ 32 w 77"/>
                <a:gd name="T75" fmla="*/ 40 h 56"/>
                <a:gd name="T76" fmla="*/ 37 w 77"/>
                <a:gd name="T77" fmla="*/ 40 h 56"/>
                <a:gd name="T78" fmla="*/ 44 w 77"/>
                <a:gd name="T79" fmla="*/ 42 h 56"/>
                <a:gd name="T80" fmla="*/ 44 w 77"/>
                <a:gd name="T81" fmla="*/ 38 h 56"/>
                <a:gd name="T82" fmla="*/ 37 w 77"/>
                <a:gd name="T83" fmla="*/ 36 h 56"/>
                <a:gd name="T84" fmla="*/ 32 w 77"/>
                <a:gd name="T85" fmla="*/ 33 h 56"/>
                <a:gd name="T86" fmla="*/ 27 w 77"/>
                <a:gd name="T87" fmla="*/ 33 h 56"/>
                <a:gd name="T88" fmla="*/ 19 w 77"/>
                <a:gd name="T89" fmla="*/ 37 h 56"/>
                <a:gd name="T90" fmla="*/ 16 w 77"/>
                <a:gd name="T91" fmla="*/ 38 h 56"/>
                <a:gd name="T92" fmla="*/ 10 w 77"/>
                <a:gd name="T93" fmla="*/ 37 h 56"/>
                <a:gd name="T94" fmla="*/ 8 w 77"/>
                <a:gd name="T95" fmla="*/ 35 h 56"/>
                <a:gd name="T96" fmla="*/ 10 w 77"/>
                <a:gd name="T97" fmla="*/ 32 h 56"/>
                <a:gd name="T98" fmla="*/ 4 w 77"/>
                <a:gd name="T99" fmla="*/ 27 h 56"/>
                <a:gd name="T100" fmla="*/ 8 w 77"/>
                <a:gd name="T101" fmla="*/ 16 h 56"/>
                <a:gd name="T102" fmla="*/ 12 w 77"/>
                <a:gd name="T103" fmla="*/ 7 h 56"/>
                <a:gd name="T104" fmla="*/ 16 w 77"/>
                <a:gd name="T105" fmla="*/ 6 h 56"/>
                <a:gd name="T106" fmla="*/ 24 w 77"/>
                <a:gd name="T10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7" h="56">
                  <a:moveTo>
                    <a:pt x="31" y="0"/>
                  </a:moveTo>
                  <a:lnTo>
                    <a:pt x="32" y="0"/>
                  </a:lnTo>
                  <a:lnTo>
                    <a:pt x="39" y="2"/>
                  </a:lnTo>
                  <a:lnTo>
                    <a:pt x="41" y="3"/>
                  </a:lnTo>
                  <a:lnTo>
                    <a:pt x="44" y="6"/>
                  </a:lnTo>
                  <a:lnTo>
                    <a:pt x="44" y="7"/>
                  </a:lnTo>
                  <a:lnTo>
                    <a:pt x="45" y="8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2" y="8"/>
                  </a:lnTo>
                  <a:lnTo>
                    <a:pt x="52" y="11"/>
                  </a:lnTo>
                  <a:lnTo>
                    <a:pt x="54" y="13"/>
                  </a:lnTo>
                  <a:lnTo>
                    <a:pt x="54" y="16"/>
                  </a:lnTo>
                  <a:lnTo>
                    <a:pt x="57" y="16"/>
                  </a:lnTo>
                  <a:lnTo>
                    <a:pt x="57" y="19"/>
                  </a:lnTo>
                  <a:lnTo>
                    <a:pt x="60" y="20"/>
                  </a:lnTo>
                  <a:lnTo>
                    <a:pt x="62" y="21"/>
                  </a:lnTo>
                  <a:lnTo>
                    <a:pt x="64" y="24"/>
                  </a:lnTo>
                  <a:lnTo>
                    <a:pt x="65" y="25"/>
                  </a:lnTo>
                  <a:lnTo>
                    <a:pt x="65" y="27"/>
                  </a:lnTo>
                  <a:lnTo>
                    <a:pt x="66" y="29"/>
                  </a:lnTo>
                  <a:lnTo>
                    <a:pt x="65" y="33"/>
                  </a:lnTo>
                  <a:lnTo>
                    <a:pt x="65" y="35"/>
                  </a:lnTo>
                  <a:lnTo>
                    <a:pt x="67" y="37"/>
                  </a:lnTo>
                  <a:lnTo>
                    <a:pt x="69" y="41"/>
                  </a:lnTo>
                  <a:lnTo>
                    <a:pt x="70" y="42"/>
                  </a:lnTo>
                  <a:lnTo>
                    <a:pt x="71" y="41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5" y="46"/>
                  </a:lnTo>
                  <a:lnTo>
                    <a:pt x="75" y="48"/>
                  </a:lnTo>
                  <a:lnTo>
                    <a:pt x="74" y="49"/>
                  </a:lnTo>
                  <a:lnTo>
                    <a:pt x="74" y="50"/>
                  </a:lnTo>
                  <a:lnTo>
                    <a:pt x="77" y="53"/>
                  </a:lnTo>
                  <a:lnTo>
                    <a:pt x="77" y="54"/>
                  </a:lnTo>
                  <a:lnTo>
                    <a:pt x="77" y="56"/>
                  </a:lnTo>
                  <a:lnTo>
                    <a:pt x="77" y="54"/>
                  </a:lnTo>
                  <a:lnTo>
                    <a:pt x="74" y="54"/>
                  </a:lnTo>
                  <a:lnTo>
                    <a:pt x="73" y="53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5" y="52"/>
                  </a:lnTo>
                  <a:lnTo>
                    <a:pt x="61" y="53"/>
                  </a:lnTo>
                  <a:lnTo>
                    <a:pt x="60" y="50"/>
                  </a:lnTo>
                  <a:lnTo>
                    <a:pt x="54" y="48"/>
                  </a:lnTo>
                  <a:lnTo>
                    <a:pt x="46" y="48"/>
                  </a:lnTo>
                  <a:lnTo>
                    <a:pt x="45" y="49"/>
                  </a:lnTo>
                  <a:lnTo>
                    <a:pt x="45" y="49"/>
                  </a:lnTo>
                  <a:lnTo>
                    <a:pt x="41" y="48"/>
                  </a:lnTo>
                  <a:lnTo>
                    <a:pt x="31" y="48"/>
                  </a:lnTo>
                  <a:lnTo>
                    <a:pt x="27" y="49"/>
                  </a:lnTo>
                  <a:lnTo>
                    <a:pt x="24" y="53"/>
                  </a:lnTo>
                  <a:lnTo>
                    <a:pt x="16" y="52"/>
                  </a:lnTo>
                  <a:lnTo>
                    <a:pt x="12" y="54"/>
                  </a:lnTo>
                  <a:lnTo>
                    <a:pt x="10" y="53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1" y="50"/>
                  </a:lnTo>
                  <a:lnTo>
                    <a:pt x="12" y="50"/>
                  </a:lnTo>
                  <a:lnTo>
                    <a:pt x="15" y="49"/>
                  </a:lnTo>
                  <a:lnTo>
                    <a:pt x="11" y="48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10" y="42"/>
                  </a:lnTo>
                  <a:lnTo>
                    <a:pt x="17" y="42"/>
                  </a:lnTo>
                  <a:lnTo>
                    <a:pt x="19" y="41"/>
                  </a:lnTo>
                  <a:lnTo>
                    <a:pt x="21" y="40"/>
                  </a:lnTo>
                  <a:lnTo>
                    <a:pt x="24" y="38"/>
                  </a:lnTo>
                  <a:lnTo>
                    <a:pt x="25" y="38"/>
                  </a:lnTo>
                  <a:lnTo>
                    <a:pt x="27" y="40"/>
                  </a:lnTo>
                  <a:lnTo>
                    <a:pt x="28" y="38"/>
                  </a:lnTo>
                  <a:lnTo>
                    <a:pt x="29" y="37"/>
                  </a:lnTo>
                  <a:lnTo>
                    <a:pt x="32" y="40"/>
                  </a:lnTo>
                  <a:lnTo>
                    <a:pt x="35" y="40"/>
                  </a:lnTo>
                  <a:lnTo>
                    <a:pt x="37" y="40"/>
                  </a:lnTo>
                  <a:lnTo>
                    <a:pt x="41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4" y="38"/>
                  </a:lnTo>
                  <a:lnTo>
                    <a:pt x="42" y="40"/>
                  </a:lnTo>
                  <a:lnTo>
                    <a:pt x="37" y="36"/>
                  </a:lnTo>
                  <a:lnTo>
                    <a:pt x="36" y="36"/>
                  </a:lnTo>
                  <a:lnTo>
                    <a:pt x="32" y="33"/>
                  </a:lnTo>
                  <a:lnTo>
                    <a:pt x="29" y="33"/>
                  </a:lnTo>
                  <a:lnTo>
                    <a:pt x="27" y="33"/>
                  </a:lnTo>
                  <a:lnTo>
                    <a:pt x="24" y="35"/>
                  </a:lnTo>
                  <a:lnTo>
                    <a:pt x="19" y="37"/>
                  </a:lnTo>
                  <a:lnTo>
                    <a:pt x="17" y="37"/>
                  </a:lnTo>
                  <a:lnTo>
                    <a:pt x="16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12" y="36"/>
                  </a:lnTo>
                  <a:lnTo>
                    <a:pt x="8" y="35"/>
                  </a:lnTo>
                  <a:lnTo>
                    <a:pt x="10" y="35"/>
                  </a:lnTo>
                  <a:lnTo>
                    <a:pt x="10" y="32"/>
                  </a:lnTo>
                  <a:lnTo>
                    <a:pt x="7" y="31"/>
                  </a:lnTo>
                  <a:lnTo>
                    <a:pt x="4" y="27"/>
                  </a:lnTo>
                  <a:lnTo>
                    <a:pt x="0" y="24"/>
                  </a:lnTo>
                  <a:lnTo>
                    <a:pt x="8" y="16"/>
                  </a:lnTo>
                  <a:lnTo>
                    <a:pt x="11" y="11"/>
                  </a:lnTo>
                  <a:lnTo>
                    <a:pt x="12" y="7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7" y="3"/>
                  </a:lnTo>
                  <a:lnTo>
                    <a:pt x="24" y="3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5" name="Freeform 454"/>
            <p:cNvSpPr>
              <a:spLocks/>
            </p:cNvSpPr>
            <p:nvPr/>
          </p:nvSpPr>
          <p:spPr bwMode="auto">
            <a:xfrm>
              <a:off x="5275480" y="3924060"/>
              <a:ext cx="96434" cy="27916"/>
            </a:xfrm>
            <a:custGeom>
              <a:avLst/>
              <a:gdLst>
                <a:gd name="T0" fmla="*/ 20 w 38"/>
                <a:gd name="T1" fmla="*/ 0 h 11"/>
                <a:gd name="T2" fmla="*/ 22 w 38"/>
                <a:gd name="T3" fmla="*/ 0 h 11"/>
                <a:gd name="T4" fmla="*/ 25 w 38"/>
                <a:gd name="T5" fmla="*/ 0 h 11"/>
                <a:gd name="T6" fmla="*/ 29 w 38"/>
                <a:gd name="T7" fmla="*/ 3 h 11"/>
                <a:gd name="T8" fmla="*/ 30 w 38"/>
                <a:gd name="T9" fmla="*/ 3 h 11"/>
                <a:gd name="T10" fmla="*/ 35 w 38"/>
                <a:gd name="T11" fmla="*/ 7 h 11"/>
                <a:gd name="T12" fmla="*/ 37 w 38"/>
                <a:gd name="T13" fmla="*/ 5 h 11"/>
                <a:gd name="T14" fmla="*/ 38 w 38"/>
                <a:gd name="T15" fmla="*/ 8 h 11"/>
                <a:gd name="T16" fmla="*/ 37 w 38"/>
                <a:gd name="T17" fmla="*/ 9 h 11"/>
                <a:gd name="T18" fmla="*/ 34 w 38"/>
                <a:gd name="T19" fmla="*/ 9 h 11"/>
                <a:gd name="T20" fmla="*/ 30 w 38"/>
                <a:gd name="T21" fmla="*/ 7 h 11"/>
                <a:gd name="T22" fmla="*/ 28 w 38"/>
                <a:gd name="T23" fmla="*/ 7 h 11"/>
                <a:gd name="T24" fmla="*/ 25 w 38"/>
                <a:gd name="T25" fmla="*/ 7 h 11"/>
                <a:gd name="T26" fmla="*/ 22 w 38"/>
                <a:gd name="T27" fmla="*/ 4 h 11"/>
                <a:gd name="T28" fmla="*/ 21 w 38"/>
                <a:gd name="T29" fmla="*/ 5 h 11"/>
                <a:gd name="T30" fmla="*/ 20 w 38"/>
                <a:gd name="T31" fmla="*/ 7 h 11"/>
                <a:gd name="T32" fmla="*/ 18 w 38"/>
                <a:gd name="T33" fmla="*/ 5 h 11"/>
                <a:gd name="T34" fmla="*/ 17 w 38"/>
                <a:gd name="T35" fmla="*/ 5 h 11"/>
                <a:gd name="T36" fmla="*/ 14 w 38"/>
                <a:gd name="T37" fmla="*/ 7 h 11"/>
                <a:gd name="T38" fmla="*/ 12 w 38"/>
                <a:gd name="T39" fmla="*/ 8 h 11"/>
                <a:gd name="T40" fmla="*/ 10 w 38"/>
                <a:gd name="T41" fmla="*/ 9 h 11"/>
                <a:gd name="T42" fmla="*/ 3 w 38"/>
                <a:gd name="T43" fmla="*/ 9 h 11"/>
                <a:gd name="T44" fmla="*/ 1 w 38"/>
                <a:gd name="T45" fmla="*/ 11 h 11"/>
                <a:gd name="T46" fmla="*/ 1 w 38"/>
                <a:gd name="T47" fmla="*/ 11 h 11"/>
                <a:gd name="T48" fmla="*/ 0 w 38"/>
                <a:gd name="T49" fmla="*/ 8 h 11"/>
                <a:gd name="T50" fmla="*/ 3 w 38"/>
                <a:gd name="T51" fmla="*/ 7 h 11"/>
                <a:gd name="T52" fmla="*/ 5 w 38"/>
                <a:gd name="T53" fmla="*/ 9 h 11"/>
                <a:gd name="T54" fmla="*/ 8 w 38"/>
                <a:gd name="T55" fmla="*/ 9 h 11"/>
                <a:gd name="T56" fmla="*/ 9 w 38"/>
                <a:gd name="T57" fmla="*/ 8 h 11"/>
                <a:gd name="T58" fmla="*/ 7 w 38"/>
                <a:gd name="T59" fmla="*/ 8 h 11"/>
                <a:gd name="T60" fmla="*/ 4 w 38"/>
                <a:gd name="T61" fmla="*/ 7 h 11"/>
                <a:gd name="T62" fmla="*/ 4 w 38"/>
                <a:gd name="T63" fmla="*/ 5 h 11"/>
                <a:gd name="T64" fmla="*/ 9 w 38"/>
                <a:gd name="T65" fmla="*/ 5 h 11"/>
                <a:gd name="T66" fmla="*/ 10 w 38"/>
                <a:gd name="T67" fmla="*/ 4 h 11"/>
                <a:gd name="T68" fmla="*/ 12 w 38"/>
                <a:gd name="T69" fmla="*/ 4 h 11"/>
                <a:gd name="T70" fmla="*/ 17 w 38"/>
                <a:gd name="T71" fmla="*/ 2 h 11"/>
                <a:gd name="T72" fmla="*/ 20 w 38"/>
                <a:gd name="T7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11">
                  <a:moveTo>
                    <a:pt x="20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5" y="7"/>
                  </a:lnTo>
                  <a:lnTo>
                    <a:pt x="37" y="5"/>
                  </a:lnTo>
                  <a:lnTo>
                    <a:pt x="38" y="8"/>
                  </a:lnTo>
                  <a:lnTo>
                    <a:pt x="37" y="9"/>
                  </a:lnTo>
                  <a:lnTo>
                    <a:pt x="34" y="9"/>
                  </a:lnTo>
                  <a:lnTo>
                    <a:pt x="30" y="7"/>
                  </a:lnTo>
                  <a:lnTo>
                    <a:pt x="28" y="7"/>
                  </a:lnTo>
                  <a:lnTo>
                    <a:pt x="25" y="7"/>
                  </a:lnTo>
                  <a:lnTo>
                    <a:pt x="22" y="4"/>
                  </a:lnTo>
                  <a:lnTo>
                    <a:pt x="21" y="5"/>
                  </a:lnTo>
                  <a:lnTo>
                    <a:pt x="20" y="7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4" y="7"/>
                  </a:lnTo>
                  <a:lnTo>
                    <a:pt x="12" y="8"/>
                  </a:lnTo>
                  <a:lnTo>
                    <a:pt x="10" y="9"/>
                  </a:lnTo>
                  <a:lnTo>
                    <a:pt x="3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3" y="7"/>
                  </a:lnTo>
                  <a:lnTo>
                    <a:pt x="5" y="9"/>
                  </a:lnTo>
                  <a:lnTo>
                    <a:pt x="8" y="9"/>
                  </a:lnTo>
                  <a:lnTo>
                    <a:pt x="9" y="8"/>
                  </a:lnTo>
                  <a:lnTo>
                    <a:pt x="7" y="8"/>
                  </a:lnTo>
                  <a:lnTo>
                    <a:pt x="4" y="7"/>
                  </a:lnTo>
                  <a:lnTo>
                    <a:pt x="4" y="5"/>
                  </a:lnTo>
                  <a:lnTo>
                    <a:pt x="9" y="5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7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6" name="Freeform 455"/>
            <p:cNvSpPr>
              <a:spLocks/>
            </p:cNvSpPr>
            <p:nvPr/>
          </p:nvSpPr>
          <p:spPr bwMode="auto">
            <a:xfrm>
              <a:off x="5283092" y="3962125"/>
              <a:ext cx="91359" cy="55830"/>
            </a:xfrm>
            <a:custGeom>
              <a:avLst/>
              <a:gdLst>
                <a:gd name="T0" fmla="*/ 21 w 36"/>
                <a:gd name="T1" fmla="*/ 0 h 22"/>
                <a:gd name="T2" fmla="*/ 31 w 36"/>
                <a:gd name="T3" fmla="*/ 0 h 22"/>
                <a:gd name="T4" fmla="*/ 35 w 36"/>
                <a:gd name="T5" fmla="*/ 1 h 22"/>
                <a:gd name="T6" fmla="*/ 35 w 36"/>
                <a:gd name="T7" fmla="*/ 5 h 22"/>
                <a:gd name="T8" fmla="*/ 35 w 36"/>
                <a:gd name="T9" fmla="*/ 6 h 22"/>
                <a:gd name="T10" fmla="*/ 35 w 36"/>
                <a:gd name="T11" fmla="*/ 10 h 22"/>
                <a:gd name="T12" fmla="*/ 36 w 36"/>
                <a:gd name="T13" fmla="*/ 12 h 22"/>
                <a:gd name="T14" fmla="*/ 35 w 36"/>
                <a:gd name="T15" fmla="*/ 14 h 22"/>
                <a:gd name="T16" fmla="*/ 34 w 36"/>
                <a:gd name="T17" fmla="*/ 15 h 22"/>
                <a:gd name="T18" fmla="*/ 30 w 36"/>
                <a:gd name="T19" fmla="*/ 15 h 22"/>
                <a:gd name="T20" fmla="*/ 26 w 36"/>
                <a:gd name="T21" fmla="*/ 18 h 22"/>
                <a:gd name="T22" fmla="*/ 25 w 36"/>
                <a:gd name="T23" fmla="*/ 18 h 22"/>
                <a:gd name="T24" fmla="*/ 23 w 36"/>
                <a:gd name="T25" fmla="*/ 21 h 22"/>
                <a:gd name="T26" fmla="*/ 19 w 36"/>
                <a:gd name="T27" fmla="*/ 22 h 22"/>
                <a:gd name="T28" fmla="*/ 19 w 36"/>
                <a:gd name="T29" fmla="*/ 21 h 22"/>
                <a:gd name="T30" fmla="*/ 19 w 36"/>
                <a:gd name="T31" fmla="*/ 19 h 22"/>
                <a:gd name="T32" fmla="*/ 14 w 36"/>
                <a:gd name="T33" fmla="*/ 19 h 22"/>
                <a:gd name="T34" fmla="*/ 17 w 36"/>
                <a:gd name="T35" fmla="*/ 17 h 22"/>
                <a:gd name="T36" fmla="*/ 15 w 36"/>
                <a:gd name="T37" fmla="*/ 17 h 22"/>
                <a:gd name="T38" fmla="*/ 17 w 36"/>
                <a:gd name="T39" fmla="*/ 15 h 22"/>
                <a:gd name="T40" fmla="*/ 15 w 36"/>
                <a:gd name="T41" fmla="*/ 14 h 22"/>
                <a:gd name="T42" fmla="*/ 14 w 36"/>
                <a:gd name="T43" fmla="*/ 14 h 22"/>
                <a:gd name="T44" fmla="*/ 13 w 36"/>
                <a:gd name="T45" fmla="*/ 13 h 22"/>
                <a:gd name="T46" fmla="*/ 19 w 36"/>
                <a:gd name="T47" fmla="*/ 13 h 22"/>
                <a:gd name="T48" fmla="*/ 19 w 36"/>
                <a:gd name="T49" fmla="*/ 13 h 22"/>
                <a:gd name="T50" fmla="*/ 17 w 36"/>
                <a:gd name="T51" fmla="*/ 10 h 22"/>
                <a:gd name="T52" fmla="*/ 14 w 36"/>
                <a:gd name="T53" fmla="*/ 12 h 22"/>
                <a:gd name="T54" fmla="*/ 10 w 36"/>
                <a:gd name="T55" fmla="*/ 13 h 22"/>
                <a:gd name="T56" fmla="*/ 9 w 36"/>
                <a:gd name="T57" fmla="*/ 12 h 22"/>
                <a:gd name="T58" fmla="*/ 9 w 36"/>
                <a:gd name="T59" fmla="*/ 12 h 22"/>
                <a:gd name="T60" fmla="*/ 6 w 36"/>
                <a:gd name="T61" fmla="*/ 10 h 22"/>
                <a:gd name="T62" fmla="*/ 4 w 36"/>
                <a:gd name="T63" fmla="*/ 9 h 22"/>
                <a:gd name="T64" fmla="*/ 6 w 36"/>
                <a:gd name="T65" fmla="*/ 8 h 22"/>
                <a:gd name="T66" fmla="*/ 5 w 36"/>
                <a:gd name="T67" fmla="*/ 6 h 22"/>
                <a:gd name="T68" fmla="*/ 1 w 36"/>
                <a:gd name="T69" fmla="*/ 6 h 22"/>
                <a:gd name="T70" fmla="*/ 0 w 36"/>
                <a:gd name="T71" fmla="*/ 5 h 22"/>
                <a:gd name="T72" fmla="*/ 0 w 36"/>
                <a:gd name="T73" fmla="*/ 5 h 22"/>
                <a:gd name="T74" fmla="*/ 2 w 36"/>
                <a:gd name="T75" fmla="*/ 6 h 22"/>
                <a:gd name="T76" fmla="*/ 6 w 36"/>
                <a:gd name="T77" fmla="*/ 4 h 22"/>
                <a:gd name="T78" fmla="*/ 14 w 36"/>
                <a:gd name="T79" fmla="*/ 5 h 22"/>
                <a:gd name="T80" fmla="*/ 17 w 36"/>
                <a:gd name="T81" fmla="*/ 1 h 22"/>
                <a:gd name="T82" fmla="*/ 21 w 36"/>
                <a:gd name="T8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" h="22">
                  <a:moveTo>
                    <a:pt x="21" y="0"/>
                  </a:moveTo>
                  <a:lnTo>
                    <a:pt x="31" y="0"/>
                  </a:lnTo>
                  <a:lnTo>
                    <a:pt x="35" y="1"/>
                  </a:lnTo>
                  <a:lnTo>
                    <a:pt x="35" y="5"/>
                  </a:lnTo>
                  <a:lnTo>
                    <a:pt x="35" y="6"/>
                  </a:lnTo>
                  <a:lnTo>
                    <a:pt x="35" y="10"/>
                  </a:lnTo>
                  <a:lnTo>
                    <a:pt x="36" y="12"/>
                  </a:lnTo>
                  <a:lnTo>
                    <a:pt x="35" y="14"/>
                  </a:lnTo>
                  <a:lnTo>
                    <a:pt x="34" y="15"/>
                  </a:lnTo>
                  <a:lnTo>
                    <a:pt x="30" y="15"/>
                  </a:lnTo>
                  <a:lnTo>
                    <a:pt x="26" y="18"/>
                  </a:lnTo>
                  <a:lnTo>
                    <a:pt x="25" y="18"/>
                  </a:lnTo>
                  <a:lnTo>
                    <a:pt x="23" y="21"/>
                  </a:lnTo>
                  <a:lnTo>
                    <a:pt x="19" y="22"/>
                  </a:lnTo>
                  <a:lnTo>
                    <a:pt x="19" y="21"/>
                  </a:lnTo>
                  <a:lnTo>
                    <a:pt x="19" y="19"/>
                  </a:lnTo>
                  <a:lnTo>
                    <a:pt x="14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7" y="15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3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7" y="10"/>
                  </a:lnTo>
                  <a:lnTo>
                    <a:pt x="14" y="12"/>
                  </a:lnTo>
                  <a:lnTo>
                    <a:pt x="10" y="13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6" y="10"/>
                  </a:lnTo>
                  <a:lnTo>
                    <a:pt x="4" y="9"/>
                  </a:lnTo>
                  <a:lnTo>
                    <a:pt x="6" y="8"/>
                  </a:lnTo>
                  <a:lnTo>
                    <a:pt x="5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6"/>
                  </a:lnTo>
                  <a:lnTo>
                    <a:pt x="6" y="4"/>
                  </a:lnTo>
                  <a:lnTo>
                    <a:pt x="14" y="5"/>
                  </a:lnTo>
                  <a:lnTo>
                    <a:pt x="17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7" name="Freeform 456"/>
            <p:cNvSpPr>
              <a:spLocks/>
            </p:cNvSpPr>
            <p:nvPr/>
          </p:nvSpPr>
          <p:spPr bwMode="auto">
            <a:xfrm>
              <a:off x="5341461" y="3962125"/>
              <a:ext cx="210634" cy="210634"/>
            </a:xfrm>
            <a:custGeom>
              <a:avLst/>
              <a:gdLst>
                <a:gd name="T0" fmla="*/ 21 w 83"/>
                <a:gd name="T1" fmla="*/ 0 h 83"/>
                <a:gd name="T2" fmla="*/ 28 w 83"/>
                <a:gd name="T3" fmla="*/ 5 h 83"/>
                <a:gd name="T4" fmla="*/ 36 w 83"/>
                <a:gd name="T5" fmla="*/ 6 h 83"/>
                <a:gd name="T6" fmla="*/ 40 w 83"/>
                <a:gd name="T7" fmla="*/ 5 h 83"/>
                <a:gd name="T8" fmla="*/ 44 w 83"/>
                <a:gd name="T9" fmla="*/ 6 h 83"/>
                <a:gd name="T10" fmla="*/ 45 w 83"/>
                <a:gd name="T11" fmla="*/ 9 h 83"/>
                <a:gd name="T12" fmla="*/ 49 w 83"/>
                <a:gd name="T13" fmla="*/ 9 h 83"/>
                <a:gd name="T14" fmla="*/ 54 w 83"/>
                <a:gd name="T15" fmla="*/ 10 h 83"/>
                <a:gd name="T16" fmla="*/ 58 w 83"/>
                <a:gd name="T17" fmla="*/ 9 h 83"/>
                <a:gd name="T18" fmla="*/ 63 w 83"/>
                <a:gd name="T19" fmla="*/ 5 h 83"/>
                <a:gd name="T20" fmla="*/ 67 w 83"/>
                <a:gd name="T21" fmla="*/ 5 h 83"/>
                <a:gd name="T22" fmla="*/ 70 w 83"/>
                <a:gd name="T23" fmla="*/ 6 h 83"/>
                <a:gd name="T24" fmla="*/ 74 w 83"/>
                <a:gd name="T25" fmla="*/ 10 h 83"/>
                <a:gd name="T26" fmla="*/ 74 w 83"/>
                <a:gd name="T27" fmla="*/ 14 h 83"/>
                <a:gd name="T28" fmla="*/ 77 w 83"/>
                <a:gd name="T29" fmla="*/ 17 h 83"/>
                <a:gd name="T30" fmla="*/ 74 w 83"/>
                <a:gd name="T31" fmla="*/ 23 h 83"/>
                <a:gd name="T32" fmla="*/ 77 w 83"/>
                <a:gd name="T33" fmla="*/ 21 h 83"/>
                <a:gd name="T34" fmla="*/ 78 w 83"/>
                <a:gd name="T35" fmla="*/ 23 h 83"/>
                <a:gd name="T36" fmla="*/ 79 w 83"/>
                <a:gd name="T37" fmla="*/ 26 h 83"/>
                <a:gd name="T38" fmla="*/ 83 w 83"/>
                <a:gd name="T39" fmla="*/ 27 h 83"/>
                <a:gd name="T40" fmla="*/ 83 w 83"/>
                <a:gd name="T41" fmla="*/ 30 h 83"/>
                <a:gd name="T42" fmla="*/ 78 w 83"/>
                <a:gd name="T43" fmla="*/ 33 h 83"/>
                <a:gd name="T44" fmla="*/ 79 w 83"/>
                <a:gd name="T45" fmla="*/ 39 h 83"/>
                <a:gd name="T46" fmla="*/ 79 w 83"/>
                <a:gd name="T47" fmla="*/ 46 h 83"/>
                <a:gd name="T48" fmla="*/ 82 w 83"/>
                <a:gd name="T49" fmla="*/ 48 h 83"/>
                <a:gd name="T50" fmla="*/ 81 w 83"/>
                <a:gd name="T51" fmla="*/ 50 h 83"/>
                <a:gd name="T52" fmla="*/ 78 w 83"/>
                <a:gd name="T53" fmla="*/ 52 h 83"/>
                <a:gd name="T54" fmla="*/ 82 w 83"/>
                <a:gd name="T55" fmla="*/ 56 h 83"/>
                <a:gd name="T56" fmla="*/ 78 w 83"/>
                <a:gd name="T57" fmla="*/ 65 h 83"/>
                <a:gd name="T58" fmla="*/ 75 w 83"/>
                <a:gd name="T59" fmla="*/ 68 h 83"/>
                <a:gd name="T60" fmla="*/ 74 w 83"/>
                <a:gd name="T61" fmla="*/ 75 h 83"/>
                <a:gd name="T62" fmla="*/ 73 w 83"/>
                <a:gd name="T63" fmla="*/ 77 h 83"/>
                <a:gd name="T64" fmla="*/ 50 w 83"/>
                <a:gd name="T65" fmla="*/ 80 h 83"/>
                <a:gd name="T66" fmla="*/ 45 w 83"/>
                <a:gd name="T67" fmla="*/ 76 h 83"/>
                <a:gd name="T68" fmla="*/ 45 w 83"/>
                <a:gd name="T69" fmla="*/ 73 h 83"/>
                <a:gd name="T70" fmla="*/ 49 w 83"/>
                <a:gd name="T71" fmla="*/ 69 h 83"/>
                <a:gd name="T72" fmla="*/ 50 w 83"/>
                <a:gd name="T73" fmla="*/ 52 h 83"/>
                <a:gd name="T74" fmla="*/ 49 w 83"/>
                <a:gd name="T75" fmla="*/ 50 h 83"/>
                <a:gd name="T76" fmla="*/ 50 w 83"/>
                <a:gd name="T77" fmla="*/ 47 h 83"/>
                <a:gd name="T78" fmla="*/ 49 w 83"/>
                <a:gd name="T79" fmla="*/ 43 h 83"/>
                <a:gd name="T80" fmla="*/ 45 w 83"/>
                <a:gd name="T81" fmla="*/ 35 h 83"/>
                <a:gd name="T82" fmla="*/ 33 w 83"/>
                <a:gd name="T83" fmla="*/ 33 h 83"/>
                <a:gd name="T84" fmla="*/ 28 w 83"/>
                <a:gd name="T85" fmla="*/ 35 h 83"/>
                <a:gd name="T86" fmla="*/ 25 w 83"/>
                <a:gd name="T87" fmla="*/ 40 h 83"/>
                <a:gd name="T88" fmla="*/ 20 w 83"/>
                <a:gd name="T89" fmla="*/ 42 h 83"/>
                <a:gd name="T90" fmla="*/ 15 w 83"/>
                <a:gd name="T91" fmla="*/ 39 h 83"/>
                <a:gd name="T92" fmla="*/ 11 w 83"/>
                <a:gd name="T93" fmla="*/ 35 h 83"/>
                <a:gd name="T94" fmla="*/ 9 w 83"/>
                <a:gd name="T95" fmla="*/ 33 h 83"/>
                <a:gd name="T96" fmla="*/ 9 w 83"/>
                <a:gd name="T97" fmla="*/ 31 h 83"/>
                <a:gd name="T98" fmla="*/ 6 w 83"/>
                <a:gd name="T99" fmla="*/ 31 h 83"/>
                <a:gd name="T100" fmla="*/ 0 w 83"/>
                <a:gd name="T101" fmla="*/ 27 h 83"/>
                <a:gd name="T102" fmla="*/ 0 w 83"/>
                <a:gd name="T103" fmla="*/ 21 h 83"/>
                <a:gd name="T104" fmla="*/ 2 w 83"/>
                <a:gd name="T105" fmla="*/ 18 h 83"/>
                <a:gd name="T106" fmla="*/ 7 w 83"/>
                <a:gd name="T107" fmla="*/ 15 h 83"/>
                <a:gd name="T108" fmla="*/ 12 w 83"/>
                <a:gd name="T109" fmla="*/ 14 h 83"/>
                <a:gd name="T110" fmla="*/ 12 w 83"/>
                <a:gd name="T111" fmla="*/ 10 h 83"/>
                <a:gd name="T112" fmla="*/ 12 w 83"/>
                <a:gd name="T113" fmla="*/ 5 h 83"/>
                <a:gd name="T114" fmla="*/ 13 w 83"/>
                <a:gd name="T11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83">
                  <a:moveTo>
                    <a:pt x="13" y="0"/>
                  </a:moveTo>
                  <a:lnTo>
                    <a:pt x="21" y="0"/>
                  </a:lnTo>
                  <a:lnTo>
                    <a:pt x="27" y="2"/>
                  </a:lnTo>
                  <a:lnTo>
                    <a:pt x="28" y="5"/>
                  </a:lnTo>
                  <a:lnTo>
                    <a:pt x="32" y="4"/>
                  </a:lnTo>
                  <a:lnTo>
                    <a:pt x="36" y="6"/>
                  </a:lnTo>
                  <a:lnTo>
                    <a:pt x="37" y="5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4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8" y="8"/>
                  </a:lnTo>
                  <a:lnTo>
                    <a:pt x="49" y="9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7" y="9"/>
                  </a:lnTo>
                  <a:lnTo>
                    <a:pt x="58" y="9"/>
                  </a:lnTo>
                  <a:lnTo>
                    <a:pt x="61" y="5"/>
                  </a:lnTo>
                  <a:lnTo>
                    <a:pt x="63" y="5"/>
                  </a:lnTo>
                  <a:lnTo>
                    <a:pt x="66" y="6"/>
                  </a:lnTo>
                  <a:lnTo>
                    <a:pt x="67" y="5"/>
                  </a:lnTo>
                  <a:lnTo>
                    <a:pt x="70" y="5"/>
                  </a:lnTo>
                  <a:lnTo>
                    <a:pt x="70" y="6"/>
                  </a:lnTo>
                  <a:lnTo>
                    <a:pt x="73" y="8"/>
                  </a:lnTo>
                  <a:lnTo>
                    <a:pt x="74" y="10"/>
                  </a:lnTo>
                  <a:lnTo>
                    <a:pt x="73" y="14"/>
                  </a:lnTo>
                  <a:lnTo>
                    <a:pt x="74" y="14"/>
                  </a:lnTo>
                  <a:lnTo>
                    <a:pt x="77" y="15"/>
                  </a:lnTo>
                  <a:lnTo>
                    <a:pt x="77" y="17"/>
                  </a:lnTo>
                  <a:lnTo>
                    <a:pt x="75" y="19"/>
                  </a:lnTo>
                  <a:lnTo>
                    <a:pt x="74" y="23"/>
                  </a:lnTo>
                  <a:lnTo>
                    <a:pt x="75" y="22"/>
                  </a:lnTo>
                  <a:lnTo>
                    <a:pt x="77" y="21"/>
                  </a:lnTo>
                  <a:lnTo>
                    <a:pt x="78" y="21"/>
                  </a:lnTo>
                  <a:lnTo>
                    <a:pt x="78" y="23"/>
                  </a:lnTo>
                  <a:lnTo>
                    <a:pt x="79" y="25"/>
                  </a:lnTo>
                  <a:lnTo>
                    <a:pt x="79" y="26"/>
                  </a:lnTo>
                  <a:lnTo>
                    <a:pt x="82" y="26"/>
                  </a:lnTo>
                  <a:lnTo>
                    <a:pt x="83" y="27"/>
                  </a:lnTo>
                  <a:lnTo>
                    <a:pt x="83" y="29"/>
                  </a:lnTo>
                  <a:lnTo>
                    <a:pt x="83" y="30"/>
                  </a:lnTo>
                  <a:lnTo>
                    <a:pt x="78" y="31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9"/>
                  </a:lnTo>
                  <a:lnTo>
                    <a:pt x="79" y="42"/>
                  </a:lnTo>
                  <a:lnTo>
                    <a:pt x="79" y="46"/>
                  </a:lnTo>
                  <a:lnTo>
                    <a:pt x="81" y="46"/>
                  </a:lnTo>
                  <a:lnTo>
                    <a:pt x="82" y="48"/>
                  </a:lnTo>
                  <a:lnTo>
                    <a:pt x="82" y="51"/>
                  </a:lnTo>
                  <a:lnTo>
                    <a:pt x="81" y="50"/>
                  </a:lnTo>
                  <a:lnTo>
                    <a:pt x="78" y="51"/>
                  </a:lnTo>
                  <a:lnTo>
                    <a:pt x="78" y="52"/>
                  </a:lnTo>
                  <a:lnTo>
                    <a:pt x="81" y="55"/>
                  </a:lnTo>
                  <a:lnTo>
                    <a:pt x="82" y="56"/>
                  </a:lnTo>
                  <a:lnTo>
                    <a:pt x="81" y="59"/>
                  </a:lnTo>
                  <a:lnTo>
                    <a:pt x="78" y="65"/>
                  </a:lnTo>
                  <a:lnTo>
                    <a:pt x="77" y="67"/>
                  </a:lnTo>
                  <a:lnTo>
                    <a:pt x="75" y="68"/>
                  </a:lnTo>
                  <a:lnTo>
                    <a:pt x="77" y="69"/>
                  </a:lnTo>
                  <a:lnTo>
                    <a:pt x="74" y="75"/>
                  </a:lnTo>
                  <a:lnTo>
                    <a:pt x="73" y="76"/>
                  </a:lnTo>
                  <a:lnTo>
                    <a:pt x="73" y="77"/>
                  </a:lnTo>
                  <a:lnTo>
                    <a:pt x="54" y="83"/>
                  </a:lnTo>
                  <a:lnTo>
                    <a:pt x="50" y="80"/>
                  </a:lnTo>
                  <a:lnTo>
                    <a:pt x="49" y="80"/>
                  </a:lnTo>
                  <a:lnTo>
                    <a:pt x="45" y="76"/>
                  </a:lnTo>
                  <a:lnTo>
                    <a:pt x="44" y="75"/>
                  </a:lnTo>
                  <a:lnTo>
                    <a:pt x="45" y="73"/>
                  </a:lnTo>
                  <a:lnTo>
                    <a:pt x="44" y="73"/>
                  </a:lnTo>
                  <a:lnTo>
                    <a:pt x="49" y="69"/>
                  </a:lnTo>
                  <a:lnTo>
                    <a:pt x="50" y="54"/>
                  </a:lnTo>
                  <a:lnTo>
                    <a:pt x="50" y="52"/>
                  </a:lnTo>
                  <a:lnTo>
                    <a:pt x="49" y="51"/>
                  </a:lnTo>
                  <a:lnTo>
                    <a:pt x="49" y="50"/>
                  </a:lnTo>
                  <a:lnTo>
                    <a:pt x="50" y="48"/>
                  </a:lnTo>
                  <a:lnTo>
                    <a:pt x="50" y="47"/>
                  </a:lnTo>
                  <a:lnTo>
                    <a:pt x="49" y="44"/>
                  </a:lnTo>
                  <a:lnTo>
                    <a:pt x="49" y="43"/>
                  </a:lnTo>
                  <a:lnTo>
                    <a:pt x="46" y="38"/>
                  </a:lnTo>
                  <a:lnTo>
                    <a:pt x="45" y="35"/>
                  </a:lnTo>
                  <a:lnTo>
                    <a:pt x="44" y="33"/>
                  </a:lnTo>
                  <a:lnTo>
                    <a:pt x="33" y="33"/>
                  </a:lnTo>
                  <a:lnTo>
                    <a:pt x="31" y="34"/>
                  </a:lnTo>
                  <a:lnTo>
                    <a:pt x="28" y="35"/>
                  </a:lnTo>
                  <a:lnTo>
                    <a:pt x="25" y="39"/>
                  </a:lnTo>
                  <a:lnTo>
                    <a:pt x="25" y="40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7" y="40"/>
                  </a:lnTo>
                  <a:lnTo>
                    <a:pt x="15" y="39"/>
                  </a:lnTo>
                  <a:lnTo>
                    <a:pt x="13" y="35"/>
                  </a:lnTo>
                  <a:lnTo>
                    <a:pt x="11" y="35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6" y="31"/>
                  </a:lnTo>
                  <a:lnTo>
                    <a:pt x="3" y="31"/>
                  </a:lnTo>
                  <a:lnTo>
                    <a:pt x="0" y="27"/>
                  </a:lnTo>
                  <a:lnTo>
                    <a:pt x="2" y="23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7" y="15"/>
                  </a:lnTo>
                  <a:lnTo>
                    <a:pt x="11" y="15"/>
                  </a:lnTo>
                  <a:lnTo>
                    <a:pt x="12" y="14"/>
                  </a:lnTo>
                  <a:lnTo>
                    <a:pt x="13" y="12"/>
                  </a:lnTo>
                  <a:lnTo>
                    <a:pt x="12" y="10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2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8" name="Freeform 457"/>
            <p:cNvSpPr>
              <a:spLocks noEditPoints="1"/>
            </p:cNvSpPr>
            <p:nvPr/>
          </p:nvSpPr>
          <p:spPr bwMode="auto">
            <a:xfrm>
              <a:off x="5389678" y="4045872"/>
              <a:ext cx="78671" cy="101510"/>
            </a:xfrm>
            <a:custGeom>
              <a:avLst/>
              <a:gdLst>
                <a:gd name="T0" fmla="*/ 5 w 31"/>
                <a:gd name="T1" fmla="*/ 31 h 40"/>
                <a:gd name="T2" fmla="*/ 6 w 31"/>
                <a:gd name="T3" fmla="*/ 31 h 40"/>
                <a:gd name="T4" fmla="*/ 8 w 31"/>
                <a:gd name="T5" fmla="*/ 32 h 40"/>
                <a:gd name="T6" fmla="*/ 8 w 31"/>
                <a:gd name="T7" fmla="*/ 34 h 40"/>
                <a:gd name="T8" fmla="*/ 8 w 31"/>
                <a:gd name="T9" fmla="*/ 34 h 40"/>
                <a:gd name="T10" fmla="*/ 5 w 31"/>
                <a:gd name="T11" fmla="*/ 32 h 40"/>
                <a:gd name="T12" fmla="*/ 5 w 31"/>
                <a:gd name="T13" fmla="*/ 31 h 40"/>
                <a:gd name="T14" fmla="*/ 5 w 31"/>
                <a:gd name="T15" fmla="*/ 31 h 40"/>
                <a:gd name="T16" fmla="*/ 14 w 31"/>
                <a:gd name="T17" fmla="*/ 0 h 40"/>
                <a:gd name="T18" fmla="*/ 25 w 31"/>
                <a:gd name="T19" fmla="*/ 0 h 40"/>
                <a:gd name="T20" fmla="*/ 26 w 31"/>
                <a:gd name="T21" fmla="*/ 2 h 40"/>
                <a:gd name="T22" fmla="*/ 27 w 31"/>
                <a:gd name="T23" fmla="*/ 5 h 40"/>
                <a:gd name="T24" fmla="*/ 30 w 31"/>
                <a:gd name="T25" fmla="*/ 10 h 40"/>
                <a:gd name="T26" fmla="*/ 30 w 31"/>
                <a:gd name="T27" fmla="*/ 11 h 40"/>
                <a:gd name="T28" fmla="*/ 31 w 31"/>
                <a:gd name="T29" fmla="*/ 14 h 40"/>
                <a:gd name="T30" fmla="*/ 31 w 31"/>
                <a:gd name="T31" fmla="*/ 15 h 40"/>
                <a:gd name="T32" fmla="*/ 30 w 31"/>
                <a:gd name="T33" fmla="*/ 17 h 40"/>
                <a:gd name="T34" fmla="*/ 30 w 31"/>
                <a:gd name="T35" fmla="*/ 18 h 40"/>
                <a:gd name="T36" fmla="*/ 31 w 31"/>
                <a:gd name="T37" fmla="*/ 19 h 40"/>
                <a:gd name="T38" fmla="*/ 31 w 31"/>
                <a:gd name="T39" fmla="*/ 21 h 40"/>
                <a:gd name="T40" fmla="*/ 30 w 31"/>
                <a:gd name="T41" fmla="*/ 36 h 40"/>
                <a:gd name="T42" fmla="*/ 25 w 31"/>
                <a:gd name="T43" fmla="*/ 40 h 40"/>
                <a:gd name="T44" fmla="*/ 23 w 31"/>
                <a:gd name="T45" fmla="*/ 39 h 40"/>
                <a:gd name="T46" fmla="*/ 19 w 31"/>
                <a:gd name="T47" fmla="*/ 39 h 40"/>
                <a:gd name="T48" fmla="*/ 13 w 31"/>
                <a:gd name="T49" fmla="*/ 36 h 40"/>
                <a:gd name="T50" fmla="*/ 10 w 31"/>
                <a:gd name="T51" fmla="*/ 35 h 40"/>
                <a:gd name="T52" fmla="*/ 10 w 31"/>
                <a:gd name="T53" fmla="*/ 34 h 40"/>
                <a:gd name="T54" fmla="*/ 9 w 31"/>
                <a:gd name="T55" fmla="*/ 32 h 40"/>
                <a:gd name="T56" fmla="*/ 8 w 31"/>
                <a:gd name="T57" fmla="*/ 30 h 40"/>
                <a:gd name="T58" fmla="*/ 9 w 31"/>
                <a:gd name="T59" fmla="*/ 29 h 40"/>
                <a:gd name="T60" fmla="*/ 9 w 31"/>
                <a:gd name="T61" fmla="*/ 29 h 40"/>
                <a:gd name="T62" fmla="*/ 6 w 31"/>
                <a:gd name="T63" fmla="*/ 29 h 40"/>
                <a:gd name="T64" fmla="*/ 4 w 31"/>
                <a:gd name="T65" fmla="*/ 26 h 40"/>
                <a:gd name="T66" fmla="*/ 4 w 31"/>
                <a:gd name="T67" fmla="*/ 23 h 40"/>
                <a:gd name="T68" fmla="*/ 2 w 31"/>
                <a:gd name="T69" fmla="*/ 19 h 40"/>
                <a:gd name="T70" fmla="*/ 0 w 31"/>
                <a:gd name="T71" fmla="*/ 19 h 40"/>
                <a:gd name="T72" fmla="*/ 0 w 31"/>
                <a:gd name="T73" fmla="*/ 17 h 40"/>
                <a:gd name="T74" fmla="*/ 1 w 31"/>
                <a:gd name="T75" fmla="*/ 14 h 40"/>
                <a:gd name="T76" fmla="*/ 0 w 31"/>
                <a:gd name="T77" fmla="*/ 13 h 40"/>
                <a:gd name="T78" fmla="*/ 0 w 31"/>
                <a:gd name="T79" fmla="*/ 11 h 40"/>
                <a:gd name="T80" fmla="*/ 1 w 31"/>
                <a:gd name="T81" fmla="*/ 9 h 40"/>
                <a:gd name="T82" fmla="*/ 1 w 31"/>
                <a:gd name="T83" fmla="*/ 9 h 40"/>
                <a:gd name="T84" fmla="*/ 2 w 31"/>
                <a:gd name="T85" fmla="*/ 9 h 40"/>
                <a:gd name="T86" fmla="*/ 6 w 31"/>
                <a:gd name="T87" fmla="*/ 7 h 40"/>
                <a:gd name="T88" fmla="*/ 6 w 31"/>
                <a:gd name="T89" fmla="*/ 6 h 40"/>
                <a:gd name="T90" fmla="*/ 9 w 31"/>
                <a:gd name="T91" fmla="*/ 2 h 40"/>
                <a:gd name="T92" fmla="*/ 12 w 31"/>
                <a:gd name="T93" fmla="*/ 1 h 40"/>
                <a:gd name="T94" fmla="*/ 14 w 31"/>
                <a:gd name="T9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" h="40">
                  <a:moveTo>
                    <a:pt x="5" y="31"/>
                  </a:moveTo>
                  <a:lnTo>
                    <a:pt x="6" y="31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5" y="32"/>
                  </a:lnTo>
                  <a:lnTo>
                    <a:pt x="5" y="31"/>
                  </a:lnTo>
                  <a:lnTo>
                    <a:pt x="5" y="31"/>
                  </a:lnTo>
                  <a:close/>
                  <a:moveTo>
                    <a:pt x="14" y="0"/>
                  </a:moveTo>
                  <a:lnTo>
                    <a:pt x="25" y="0"/>
                  </a:lnTo>
                  <a:lnTo>
                    <a:pt x="26" y="2"/>
                  </a:lnTo>
                  <a:lnTo>
                    <a:pt x="27" y="5"/>
                  </a:lnTo>
                  <a:lnTo>
                    <a:pt x="30" y="10"/>
                  </a:lnTo>
                  <a:lnTo>
                    <a:pt x="30" y="11"/>
                  </a:lnTo>
                  <a:lnTo>
                    <a:pt x="31" y="14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30" y="18"/>
                  </a:lnTo>
                  <a:lnTo>
                    <a:pt x="31" y="19"/>
                  </a:lnTo>
                  <a:lnTo>
                    <a:pt x="31" y="21"/>
                  </a:lnTo>
                  <a:lnTo>
                    <a:pt x="30" y="36"/>
                  </a:lnTo>
                  <a:lnTo>
                    <a:pt x="25" y="40"/>
                  </a:lnTo>
                  <a:lnTo>
                    <a:pt x="23" y="39"/>
                  </a:lnTo>
                  <a:lnTo>
                    <a:pt x="19" y="39"/>
                  </a:lnTo>
                  <a:lnTo>
                    <a:pt x="13" y="36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9" y="32"/>
                  </a:lnTo>
                  <a:lnTo>
                    <a:pt x="8" y="30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6" y="29"/>
                  </a:lnTo>
                  <a:lnTo>
                    <a:pt x="4" y="26"/>
                  </a:lnTo>
                  <a:lnTo>
                    <a:pt x="4" y="23"/>
                  </a:lnTo>
                  <a:lnTo>
                    <a:pt x="2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2" y="9"/>
                  </a:lnTo>
                  <a:lnTo>
                    <a:pt x="6" y="7"/>
                  </a:lnTo>
                  <a:lnTo>
                    <a:pt x="6" y="6"/>
                  </a:lnTo>
                  <a:lnTo>
                    <a:pt x="9" y="2"/>
                  </a:lnTo>
                  <a:lnTo>
                    <a:pt x="12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9" name="Freeform 458"/>
            <p:cNvSpPr>
              <a:spLocks/>
            </p:cNvSpPr>
            <p:nvPr/>
          </p:nvSpPr>
          <p:spPr bwMode="auto">
            <a:xfrm>
              <a:off x="5442971" y="4091551"/>
              <a:ext cx="119275" cy="129426"/>
            </a:xfrm>
            <a:custGeom>
              <a:avLst/>
              <a:gdLst>
                <a:gd name="T0" fmla="*/ 20 w 47"/>
                <a:gd name="T1" fmla="*/ 0 h 51"/>
                <a:gd name="T2" fmla="*/ 21 w 47"/>
                <a:gd name="T3" fmla="*/ 0 h 51"/>
                <a:gd name="T4" fmla="*/ 22 w 47"/>
                <a:gd name="T5" fmla="*/ 4 h 51"/>
                <a:gd name="T6" fmla="*/ 25 w 47"/>
                <a:gd name="T7" fmla="*/ 4 h 51"/>
                <a:gd name="T8" fmla="*/ 25 w 47"/>
                <a:gd name="T9" fmla="*/ 9 h 51"/>
                <a:gd name="T10" fmla="*/ 25 w 47"/>
                <a:gd name="T11" fmla="*/ 12 h 51"/>
                <a:gd name="T12" fmla="*/ 27 w 47"/>
                <a:gd name="T13" fmla="*/ 16 h 51"/>
                <a:gd name="T14" fmla="*/ 29 w 47"/>
                <a:gd name="T15" fmla="*/ 14 h 51"/>
                <a:gd name="T16" fmla="*/ 33 w 47"/>
                <a:gd name="T17" fmla="*/ 12 h 51"/>
                <a:gd name="T18" fmla="*/ 34 w 47"/>
                <a:gd name="T19" fmla="*/ 13 h 51"/>
                <a:gd name="T20" fmla="*/ 35 w 47"/>
                <a:gd name="T21" fmla="*/ 14 h 51"/>
                <a:gd name="T22" fmla="*/ 35 w 47"/>
                <a:gd name="T23" fmla="*/ 16 h 51"/>
                <a:gd name="T24" fmla="*/ 35 w 47"/>
                <a:gd name="T25" fmla="*/ 17 h 51"/>
                <a:gd name="T26" fmla="*/ 37 w 47"/>
                <a:gd name="T27" fmla="*/ 18 h 51"/>
                <a:gd name="T28" fmla="*/ 34 w 47"/>
                <a:gd name="T29" fmla="*/ 24 h 51"/>
                <a:gd name="T30" fmla="*/ 33 w 47"/>
                <a:gd name="T31" fmla="*/ 25 h 51"/>
                <a:gd name="T32" fmla="*/ 33 w 47"/>
                <a:gd name="T33" fmla="*/ 28 h 51"/>
                <a:gd name="T34" fmla="*/ 35 w 47"/>
                <a:gd name="T35" fmla="*/ 28 h 51"/>
                <a:gd name="T36" fmla="*/ 37 w 47"/>
                <a:gd name="T37" fmla="*/ 28 h 51"/>
                <a:gd name="T38" fmla="*/ 38 w 47"/>
                <a:gd name="T39" fmla="*/ 28 h 51"/>
                <a:gd name="T40" fmla="*/ 39 w 47"/>
                <a:gd name="T41" fmla="*/ 29 h 51"/>
                <a:gd name="T42" fmla="*/ 41 w 47"/>
                <a:gd name="T43" fmla="*/ 29 h 51"/>
                <a:gd name="T44" fmla="*/ 42 w 47"/>
                <a:gd name="T45" fmla="*/ 29 h 51"/>
                <a:gd name="T46" fmla="*/ 43 w 47"/>
                <a:gd name="T47" fmla="*/ 32 h 51"/>
                <a:gd name="T48" fmla="*/ 45 w 47"/>
                <a:gd name="T49" fmla="*/ 33 h 51"/>
                <a:gd name="T50" fmla="*/ 47 w 47"/>
                <a:gd name="T51" fmla="*/ 33 h 51"/>
                <a:gd name="T52" fmla="*/ 47 w 47"/>
                <a:gd name="T53" fmla="*/ 36 h 51"/>
                <a:gd name="T54" fmla="*/ 46 w 47"/>
                <a:gd name="T55" fmla="*/ 37 h 51"/>
                <a:gd name="T56" fmla="*/ 46 w 47"/>
                <a:gd name="T57" fmla="*/ 38 h 51"/>
                <a:gd name="T58" fmla="*/ 46 w 47"/>
                <a:gd name="T59" fmla="*/ 39 h 51"/>
                <a:gd name="T60" fmla="*/ 45 w 47"/>
                <a:gd name="T61" fmla="*/ 42 h 51"/>
                <a:gd name="T62" fmla="*/ 46 w 47"/>
                <a:gd name="T63" fmla="*/ 43 h 51"/>
                <a:gd name="T64" fmla="*/ 45 w 47"/>
                <a:gd name="T65" fmla="*/ 46 h 51"/>
                <a:gd name="T66" fmla="*/ 46 w 47"/>
                <a:gd name="T67" fmla="*/ 49 h 51"/>
                <a:gd name="T68" fmla="*/ 46 w 47"/>
                <a:gd name="T69" fmla="*/ 51 h 51"/>
                <a:gd name="T70" fmla="*/ 34 w 47"/>
                <a:gd name="T71" fmla="*/ 47 h 51"/>
                <a:gd name="T72" fmla="*/ 25 w 47"/>
                <a:gd name="T73" fmla="*/ 39 h 51"/>
                <a:gd name="T74" fmla="*/ 22 w 47"/>
                <a:gd name="T75" fmla="*/ 39 h 51"/>
                <a:gd name="T76" fmla="*/ 16 w 47"/>
                <a:gd name="T77" fmla="*/ 33 h 51"/>
                <a:gd name="T78" fmla="*/ 10 w 47"/>
                <a:gd name="T79" fmla="*/ 29 h 51"/>
                <a:gd name="T80" fmla="*/ 9 w 47"/>
                <a:gd name="T81" fmla="*/ 29 h 51"/>
                <a:gd name="T82" fmla="*/ 5 w 47"/>
                <a:gd name="T83" fmla="*/ 25 h 51"/>
                <a:gd name="T84" fmla="*/ 4 w 47"/>
                <a:gd name="T85" fmla="*/ 24 h 51"/>
                <a:gd name="T86" fmla="*/ 5 w 47"/>
                <a:gd name="T87" fmla="*/ 22 h 51"/>
                <a:gd name="T88" fmla="*/ 2 w 47"/>
                <a:gd name="T89" fmla="*/ 21 h 51"/>
                <a:gd name="T90" fmla="*/ 0 w 47"/>
                <a:gd name="T91" fmla="*/ 21 h 51"/>
                <a:gd name="T92" fmla="*/ 0 w 47"/>
                <a:gd name="T93" fmla="*/ 20 h 51"/>
                <a:gd name="T94" fmla="*/ 1 w 47"/>
                <a:gd name="T95" fmla="*/ 16 h 51"/>
                <a:gd name="T96" fmla="*/ 4 w 47"/>
                <a:gd name="T97" fmla="*/ 14 h 51"/>
                <a:gd name="T98" fmla="*/ 6 w 47"/>
                <a:gd name="T99" fmla="*/ 12 h 51"/>
                <a:gd name="T100" fmla="*/ 6 w 47"/>
                <a:gd name="T101" fmla="*/ 11 h 51"/>
                <a:gd name="T102" fmla="*/ 8 w 47"/>
                <a:gd name="T103" fmla="*/ 7 h 51"/>
                <a:gd name="T104" fmla="*/ 9 w 47"/>
                <a:gd name="T105" fmla="*/ 7 h 51"/>
                <a:gd name="T106" fmla="*/ 9 w 47"/>
                <a:gd name="T107" fmla="*/ 4 h 51"/>
                <a:gd name="T108" fmla="*/ 10 w 47"/>
                <a:gd name="T109" fmla="*/ 3 h 51"/>
                <a:gd name="T110" fmla="*/ 13 w 47"/>
                <a:gd name="T111" fmla="*/ 1 h 51"/>
                <a:gd name="T112" fmla="*/ 14 w 47"/>
                <a:gd name="T113" fmla="*/ 1 h 51"/>
                <a:gd name="T114" fmla="*/ 20 w 47"/>
                <a:gd name="T11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" h="51">
                  <a:moveTo>
                    <a:pt x="20" y="0"/>
                  </a:moveTo>
                  <a:lnTo>
                    <a:pt x="21" y="0"/>
                  </a:lnTo>
                  <a:lnTo>
                    <a:pt x="22" y="4"/>
                  </a:lnTo>
                  <a:lnTo>
                    <a:pt x="25" y="4"/>
                  </a:lnTo>
                  <a:lnTo>
                    <a:pt x="25" y="9"/>
                  </a:lnTo>
                  <a:lnTo>
                    <a:pt x="25" y="12"/>
                  </a:lnTo>
                  <a:lnTo>
                    <a:pt x="27" y="16"/>
                  </a:lnTo>
                  <a:lnTo>
                    <a:pt x="29" y="14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5" y="14"/>
                  </a:lnTo>
                  <a:lnTo>
                    <a:pt x="35" y="16"/>
                  </a:lnTo>
                  <a:lnTo>
                    <a:pt x="35" y="17"/>
                  </a:lnTo>
                  <a:lnTo>
                    <a:pt x="37" y="18"/>
                  </a:lnTo>
                  <a:lnTo>
                    <a:pt x="34" y="24"/>
                  </a:lnTo>
                  <a:lnTo>
                    <a:pt x="33" y="25"/>
                  </a:lnTo>
                  <a:lnTo>
                    <a:pt x="33" y="28"/>
                  </a:lnTo>
                  <a:lnTo>
                    <a:pt x="35" y="28"/>
                  </a:lnTo>
                  <a:lnTo>
                    <a:pt x="37" y="28"/>
                  </a:lnTo>
                  <a:lnTo>
                    <a:pt x="38" y="28"/>
                  </a:lnTo>
                  <a:lnTo>
                    <a:pt x="39" y="29"/>
                  </a:lnTo>
                  <a:lnTo>
                    <a:pt x="41" y="29"/>
                  </a:lnTo>
                  <a:lnTo>
                    <a:pt x="42" y="29"/>
                  </a:lnTo>
                  <a:lnTo>
                    <a:pt x="43" y="32"/>
                  </a:lnTo>
                  <a:lnTo>
                    <a:pt x="45" y="33"/>
                  </a:lnTo>
                  <a:lnTo>
                    <a:pt x="47" y="33"/>
                  </a:lnTo>
                  <a:lnTo>
                    <a:pt x="47" y="36"/>
                  </a:lnTo>
                  <a:lnTo>
                    <a:pt x="46" y="37"/>
                  </a:lnTo>
                  <a:lnTo>
                    <a:pt x="46" y="38"/>
                  </a:lnTo>
                  <a:lnTo>
                    <a:pt x="46" y="39"/>
                  </a:lnTo>
                  <a:lnTo>
                    <a:pt x="45" y="42"/>
                  </a:lnTo>
                  <a:lnTo>
                    <a:pt x="46" y="43"/>
                  </a:lnTo>
                  <a:lnTo>
                    <a:pt x="45" y="46"/>
                  </a:lnTo>
                  <a:lnTo>
                    <a:pt x="46" y="49"/>
                  </a:lnTo>
                  <a:lnTo>
                    <a:pt x="46" y="51"/>
                  </a:lnTo>
                  <a:lnTo>
                    <a:pt x="34" y="47"/>
                  </a:lnTo>
                  <a:lnTo>
                    <a:pt x="25" y="39"/>
                  </a:lnTo>
                  <a:lnTo>
                    <a:pt x="22" y="39"/>
                  </a:lnTo>
                  <a:lnTo>
                    <a:pt x="16" y="33"/>
                  </a:lnTo>
                  <a:lnTo>
                    <a:pt x="10" y="29"/>
                  </a:lnTo>
                  <a:lnTo>
                    <a:pt x="9" y="29"/>
                  </a:lnTo>
                  <a:lnTo>
                    <a:pt x="5" y="25"/>
                  </a:lnTo>
                  <a:lnTo>
                    <a:pt x="4" y="24"/>
                  </a:lnTo>
                  <a:lnTo>
                    <a:pt x="5" y="22"/>
                  </a:lnTo>
                  <a:lnTo>
                    <a:pt x="2" y="21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6"/>
                  </a:lnTo>
                  <a:lnTo>
                    <a:pt x="4" y="14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0" name="Freeform 459"/>
            <p:cNvSpPr>
              <a:spLocks/>
            </p:cNvSpPr>
            <p:nvPr/>
          </p:nvSpPr>
          <p:spPr bwMode="auto">
            <a:xfrm>
              <a:off x="5526716" y="4025570"/>
              <a:ext cx="185256" cy="195407"/>
            </a:xfrm>
            <a:custGeom>
              <a:avLst/>
              <a:gdLst>
                <a:gd name="T0" fmla="*/ 43 w 73"/>
                <a:gd name="T1" fmla="*/ 2 h 77"/>
                <a:gd name="T2" fmla="*/ 48 w 73"/>
                <a:gd name="T3" fmla="*/ 5 h 77"/>
                <a:gd name="T4" fmla="*/ 52 w 73"/>
                <a:gd name="T5" fmla="*/ 6 h 77"/>
                <a:gd name="T6" fmla="*/ 56 w 73"/>
                <a:gd name="T7" fmla="*/ 9 h 77"/>
                <a:gd name="T8" fmla="*/ 63 w 73"/>
                <a:gd name="T9" fmla="*/ 10 h 77"/>
                <a:gd name="T10" fmla="*/ 67 w 73"/>
                <a:gd name="T11" fmla="*/ 9 h 77"/>
                <a:gd name="T12" fmla="*/ 71 w 73"/>
                <a:gd name="T13" fmla="*/ 10 h 77"/>
                <a:gd name="T14" fmla="*/ 69 w 73"/>
                <a:gd name="T15" fmla="*/ 15 h 77"/>
                <a:gd name="T16" fmla="*/ 71 w 73"/>
                <a:gd name="T17" fmla="*/ 19 h 77"/>
                <a:gd name="T18" fmla="*/ 73 w 73"/>
                <a:gd name="T19" fmla="*/ 25 h 77"/>
                <a:gd name="T20" fmla="*/ 72 w 73"/>
                <a:gd name="T21" fmla="*/ 30 h 77"/>
                <a:gd name="T22" fmla="*/ 67 w 73"/>
                <a:gd name="T23" fmla="*/ 37 h 77"/>
                <a:gd name="T24" fmla="*/ 66 w 73"/>
                <a:gd name="T25" fmla="*/ 40 h 77"/>
                <a:gd name="T26" fmla="*/ 64 w 73"/>
                <a:gd name="T27" fmla="*/ 44 h 77"/>
                <a:gd name="T28" fmla="*/ 63 w 73"/>
                <a:gd name="T29" fmla="*/ 51 h 77"/>
                <a:gd name="T30" fmla="*/ 64 w 73"/>
                <a:gd name="T31" fmla="*/ 54 h 77"/>
                <a:gd name="T32" fmla="*/ 67 w 73"/>
                <a:gd name="T33" fmla="*/ 60 h 77"/>
                <a:gd name="T34" fmla="*/ 71 w 73"/>
                <a:gd name="T35" fmla="*/ 63 h 77"/>
                <a:gd name="T36" fmla="*/ 68 w 73"/>
                <a:gd name="T37" fmla="*/ 67 h 77"/>
                <a:gd name="T38" fmla="*/ 66 w 73"/>
                <a:gd name="T39" fmla="*/ 68 h 77"/>
                <a:gd name="T40" fmla="*/ 62 w 73"/>
                <a:gd name="T41" fmla="*/ 65 h 77"/>
                <a:gd name="T42" fmla="*/ 56 w 73"/>
                <a:gd name="T43" fmla="*/ 65 h 77"/>
                <a:gd name="T44" fmla="*/ 34 w 73"/>
                <a:gd name="T45" fmla="*/ 68 h 77"/>
                <a:gd name="T46" fmla="*/ 30 w 73"/>
                <a:gd name="T47" fmla="*/ 69 h 77"/>
                <a:gd name="T48" fmla="*/ 21 w 73"/>
                <a:gd name="T49" fmla="*/ 73 h 77"/>
                <a:gd name="T50" fmla="*/ 14 w 73"/>
                <a:gd name="T51" fmla="*/ 77 h 77"/>
                <a:gd name="T52" fmla="*/ 13 w 73"/>
                <a:gd name="T53" fmla="*/ 75 h 77"/>
                <a:gd name="T54" fmla="*/ 13 w 73"/>
                <a:gd name="T55" fmla="*/ 69 h 77"/>
                <a:gd name="T56" fmla="*/ 13 w 73"/>
                <a:gd name="T57" fmla="*/ 65 h 77"/>
                <a:gd name="T58" fmla="*/ 13 w 73"/>
                <a:gd name="T59" fmla="*/ 63 h 77"/>
                <a:gd name="T60" fmla="*/ 14 w 73"/>
                <a:gd name="T61" fmla="*/ 59 h 77"/>
                <a:gd name="T62" fmla="*/ 10 w 73"/>
                <a:gd name="T63" fmla="*/ 58 h 77"/>
                <a:gd name="T64" fmla="*/ 8 w 73"/>
                <a:gd name="T65" fmla="*/ 55 h 77"/>
                <a:gd name="T66" fmla="*/ 5 w 73"/>
                <a:gd name="T67" fmla="*/ 54 h 77"/>
                <a:gd name="T68" fmla="*/ 2 w 73"/>
                <a:gd name="T69" fmla="*/ 54 h 77"/>
                <a:gd name="T70" fmla="*/ 0 w 73"/>
                <a:gd name="T71" fmla="*/ 51 h 77"/>
                <a:gd name="T72" fmla="*/ 4 w 73"/>
                <a:gd name="T73" fmla="*/ 44 h 77"/>
                <a:gd name="T74" fmla="*/ 4 w 73"/>
                <a:gd name="T75" fmla="*/ 42 h 77"/>
                <a:gd name="T76" fmla="*/ 8 w 73"/>
                <a:gd name="T77" fmla="*/ 34 h 77"/>
                <a:gd name="T78" fmla="*/ 8 w 73"/>
                <a:gd name="T79" fmla="*/ 30 h 77"/>
                <a:gd name="T80" fmla="*/ 5 w 73"/>
                <a:gd name="T81" fmla="*/ 26 h 77"/>
                <a:gd name="T82" fmla="*/ 9 w 73"/>
                <a:gd name="T83" fmla="*/ 26 h 77"/>
                <a:gd name="T84" fmla="*/ 8 w 73"/>
                <a:gd name="T85" fmla="*/ 21 h 77"/>
                <a:gd name="T86" fmla="*/ 6 w 73"/>
                <a:gd name="T87" fmla="*/ 17 h 77"/>
                <a:gd name="T88" fmla="*/ 6 w 73"/>
                <a:gd name="T89" fmla="*/ 9 h 77"/>
                <a:gd name="T90" fmla="*/ 5 w 73"/>
                <a:gd name="T91" fmla="*/ 6 h 77"/>
                <a:gd name="T92" fmla="*/ 14 w 73"/>
                <a:gd name="T93" fmla="*/ 2 h 77"/>
                <a:gd name="T94" fmla="*/ 18 w 73"/>
                <a:gd name="T95" fmla="*/ 4 h 77"/>
                <a:gd name="T96" fmla="*/ 25 w 73"/>
                <a:gd name="T97" fmla="*/ 2 h 77"/>
                <a:gd name="T98" fmla="*/ 29 w 73"/>
                <a:gd name="T99" fmla="*/ 1 h 77"/>
                <a:gd name="T100" fmla="*/ 31 w 73"/>
                <a:gd name="T101" fmla="*/ 2 h 77"/>
                <a:gd name="T102" fmla="*/ 35 w 73"/>
                <a:gd name="T103" fmla="*/ 5 h 77"/>
                <a:gd name="T104" fmla="*/ 39 w 73"/>
                <a:gd name="T10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3" h="77">
                  <a:moveTo>
                    <a:pt x="39" y="0"/>
                  </a:moveTo>
                  <a:lnTo>
                    <a:pt x="43" y="2"/>
                  </a:lnTo>
                  <a:lnTo>
                    <a:pt x="47" y="5"/>
                  </a:lnTo>
                  <a:lnTo>
                    <a:pt x="48" y="5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5" y="8"/>
                  </a:lnTo>
                  <a:lnTo>
                    <a:pt x="56" y="9"/>
                  </a:lnTo>
                  <a:lnTo>
                    <a:pt x="60" y="12"/>
                  </a:lnTo>
                  <a:lnTo>
                    <a:pt x="63" y="10"/>
                  </a:lnTo>
                  <a:lnTo>
                    <a:pt x="64" y="9"/>
                  </a:lnTo>
                  <a:lnTo>
                    <a:pt x="67" y="9"/>
                  </a:lnTo>
                  <a:lnTo>
                    <a:pt x="68" y="10"/>
                  </a:lnTo>
                  <a:lnTo>
                    <a:pt x="71" y="10"/>
                  </a:lnTo>
                  <a:lnTo>
                    <a:pt x="71" y="12"/>
                  </a:lnTo>
                  <a:lnTo>
                    <a:pt x="69" y="15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2" y="21"/>
                  </a:lnTo>
                  <a:lnTo>
                    <a:pt x="73" y="25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69" y="31"/>
                  </a:lnTo>
                  <a:lnTo>
                    <a:pt x="67" y="37"/>
                  </a:lnTo>
                  <a:lnTo>
                    <a:pt x="67" y="39"/>
                  </a:lnTo>
                  <a:lnTo>
                    <a:pt x="66" y="40"/>
                  </a:lnTo>
                  <a:lnTo>
                    <a:pt x="66" y="43"/>
                  </a:lnTo>
                  <a:lnTo>
                    <a:pt x="64" y="44"/>
                  </a:lnTo>
                  <a:lnTo>
                    <a:pt x="64" y="50"/>
                  </a:lnTo>
                  <a:lnTo>
                    <a:pt x="63" y="51"/>
                  </a:lnTo>
                  <a:lnTo>
                    <a:pt x="63" y="52"/>
                  </a:lnTo>
                  <a:lnTo>
                    <a:pt x="64" y="54"/>
                  </a:lnTo>
                  <a:lnTo>
                    <a:pt x="67" y="58"/>
                  </a:lnTo>
                  <a:lnTo>
                    <a:pt x="67" y="60"/>
                  </a:lnTo>
                  <a:lnTo>
                    <a:pt x="69" y="62"/>
                  </a:lnTo>
                  <a:lnTo>
                    <a:pt x="71" y="63"/>
                  </a:lnTo>
                  <a:lnTo>
                    <a:pt x="71" y="67"/>
                  </a:lnTo>
                  <a:lnTo>
                    <a:pt x="68" y="67"/>
                  </a:lnTo>
                  <a:lnTo>
                    <a:pt x="67" y="67"/>
                  </a:lnTo>
                  <a:lnTo>
                    <a:pt x="66" y="68"/>
                  </a:lnTo>
                  <a:lnTo>
                    <a:pt x="64" y="65"/>
                  </a:lnTo>
                  <a:lnTo>
                    <a:pt x="62" y="65"/>
                  </a:lnTo>
                  <a:lnTo>
                    <a:pt x="62" y="68"/>
                  </a:lnTo>
                  <a:lnTo>
                    <a:pt x="56" y="65"/>
                  </a:lnTo>
                  <a:lnTo>
                    <a:pt x="50" y="68"/>
                  </a:lnTo>
                  <a:lnTo>
                    <a:pt x="34" y="68"/>
                  </a:lnTo>
                  <a:lnTo>
                    <a:pt x="30" y="68"/>
                  </a:lnTo>
                  <a:lnTo>
                    <a:pt x="30" y="69"/>
                  </a:lnTo>
                  <a:lnTo>
                    <a:pt x="22" y="72"/>
                  </a:lnTo>
                  <a:lnTo>
                    <a:pt x="21" y="73"/>
                  </a:lnTo>
                  <a:lnTo>
                    <a:pt x="18" y="73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5"/>
                  </a:lnTo>
                  <a:lnTo>
                    <a:pt x="12" y="72"/>
                  </a:lnTo>
                  <a:lnTo>
                    <a:pt x="13" y="69"/>
                  </a:lnTo>
                  <a:lnTo>
                    <a:pt x="12" y="68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3" y="63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12" y="59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4" y="54"/>
                  </a:lnTo>
                  <a:lnTo>
                    <a:pt x="2" y="54"/>
                  </a:lnTo>
                  <a:lnTo>
                    <a:pt x="0" y="54"/>
                  </a:lnTo>
                  <a:lnTo>
                    <a:pt x="0" y="51"/>
                  </a:lnTo>
                  <a:lnTo>
                    <a:pt x="1" y="50"/>
                  </a:lnTo>
                  <a:lnTo>
                    <a:pt x="4" y="44"/>
                  </a:lnTo>
                  <a:lnTo>
                    <a:pt x="2" y="43"/>
                  </a:lnTo>
                  <a:lnTo>
                    <a:pt x="4" y="42"/>
                  </a:lnTo>
                  <a:lnTo>
                    <a:pt x="5" y="40"/>
                  </a:lnTo>
                  <a:lnTo>
                    <a:pt x="8" y="34"/>
                  </a:lnTo>
                  <a:lnTo>
                    <a:pt x="9" y="31"/>
                  </a:lnTo>
                  <a:lnTo>
                    <a:pt x="8" y="30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8" y="25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8" y="21"/>
                  </a:lnTo>
                  <a:lnTo>
                    <a:pt x="6" y="21"/>
                  </a:lnTo>
                  <a:lnTo>
                    <a:pt x="6" y="17"/>
                  </a:lnTo>
                  <a:lnTo>
                    <a:pt x="6" y="14"/>
                  </a:lnTo>
                  <a:lnTo>
                    <a:pt x="6" y="9"/>
                  </a:lnTo>
                  <a:lnTo>
                    <a:pt x="5" y="8"/>
                  </a:lnTo>
                  <a:lnTo>
                    <a:pt x="5" y="6"/>
                  </a:lnTo>
                  <a:lnTo>
                    <a:pt x="10" y="5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8" y="4"/>
                  </a:lnTo>
                  <a:lnTo>
                    <a:pt x="23" y="4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1" y="2"/>
                  </a:lnTo>
                  <a:lnTo>
                    <a:pt x="31" y="4"/>
                  </a:lnTo>
                  <a:lnTo>
                    <a:pt x="35" y="5"/>
                  </a:lnTo>
                  <a:lnTo>
                    <a:pt x="38" y="1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1" name="Freeform 460"/>
            <p:cNvSpPr>
              <a:spLocks/>
            </p:cNvSpPr>
            <p:nvPr/>
          </p:nvSpPr>
          <p:spPr bwMode="auto">
            <a:xfrm>
              <a:off x="5686595" y="4007805"/>
              <a:ext cx="126887" cy="200483"/>
            </a:xfrm>
            <a:custGeom>
              <a:avLst/>
              <a:gdLst>
                <a:gd name="T0" fmla="*/ 35 w 50"/>
                <a:gd name="T1" fmla="*/ 1 h 79"/>
                <a:gd name="T2" fmla="*/ 37 w 50"/>
                <a:gd name="T3" fmla="*/ 5 h 79"/>
                <a:gd name="T4" fmla="*/ 39 w 50"/>
                <a:gd name="T5" fmla="*/ 9 h 79"/>
                <a:gd name="T6" fmla="*/ 43 w 50"/>
                <a:gd name="T7" fmla="*/ 12 h 79"/>
                <a:gd name="T8" fmla="*/ 43 w 50"/>
                <a:gd name="T9" fmla="*/ 20 h 79"/>
                <a:gd name="T10" fmla="*/ 45 w 50"/>
                <a:gd name="T11" fmla="*/ 21 h 79"/>
                <a:gd name="T12" fmla="*/ 45 w 50"/>
                <a:gd name="T13" fmla="*/ 28 h 79"/>
                <a:gd name="T14" fmla="*/ 46 w 50"/>
                <a:gd name="T15" fmla="*/ 30 h 79"/>
                <a:gd name="T16" fmla="*/ 45 w 50"/>
                <a:gd name="T17" fmla="*/ 33 h 79"/>
                <a:gd name="T18" fmla="*/ 46 w 50"/>
                <a:gd name="T19" fmla="*/ 40 h 79"/>
                <a:gd name="T20" fmla="*/ 46 w 50"/>
                <a:gd name="T21" fmla="*/ 47 h 79"/>
                <a:gd name="T22" fmla="*/ 45 w 50"/>
                <a:gd name="T23" fmla="*/ 51 h 79"/>
                <a:gd name="T24" fmla="*/ 46 w 50"/>
                <a:gd name="T25" fmla="*/ 58 h 79"/>
                <a:gd name="T26" fmla="*/ 47 w 50"/>
                <a:gd name="T27" fmla="*/ 62 h 79"/>
                <a:gd name="T28" fmla="*/ 50 w 50"/>
                <a:gd name="T29" fmla="*/ 65 h 79"/>
                <a:gd name="T30" fmla="*/ 38 w 50"/>
                <a:gd name="T31" fmla="*/ 69 h 79"/>
                <a:gd name="T32" fmla="*/ 25 w 50"/>
                <a:gd name="T33" fmla="*/ 74 h 79"/>
                <a:gd name="T34" fmla="*/ 10 w 50"/>
                <a:gd name="T35" fmla="*/ 78 h 79"/>
                <a:gd name="T36" fmla="*/ 3 w 50"/>
                <a:gd name="T37" fmla="*/ 75 h 79"/>
                <a:gd name="T38" fmla="*/ 5 w 50"/>
                <a:gd name="T39" fmla="*/ 74 h 79"/>
                <a:gd name="T40" fmla="*/ 8 w 50"/>
                <a:gd name="T41" fmla="*/ 70 h 79"/>
                <a:gd name="T42" fmla="*/ 4 w 50"/>
                <a:gd name="T43" fmla="*/ 67 h 79"/>
                <a:gd name="T44" fmla="*/ 1 w 50"/>
                <a:gd name="T45" fmla="*/ 61 h 79"/>
                <a:gd name="T46" fmla="*/ 0 w 50"/>
                <a:gd name="T47" fmla="*/ 58 h 79"/>
                <a:gd name="T48" fmla="*/ 1 w 50"/>
                <a:gd name="T49" fmla="*/ 51 h 79"/>
                <a:gd name="T50" fmla="*/ 3 w 50"/>
                <a:gd name="T51" fmla="*/ 47 h 79"/>
                <a:gd name="T52" fmla="*/ 4 w 50"/>
                <a:gd name="T53" fmla="*/ 44 h 79"/>
                <a:gd name="T54" fmla="*/ 9 w 50"/>
                <a:gd name="T55" fmla="*/ 37 h 79"/>
                <a:gd name="T56" fmla="*/ 10 w 50"/>
                <a:gd name="T57" fmla="*/ 32 h 79"/>
                <a:gd name="T58" fmla="*/ 8 w 50"/>
                <a:gd name="T59" fmla="*/ 26 h 79"/>
                <a:gd name="T60" fmla="*/ 6 w 50"/>
                <a:gd name="T61" fmla="*/ 22 h 79"/>
                <a:gd name="T62" fmla="*/ 8 w 50"/>
                <a:gd name="T63" fmla="*/ 15 h 79"/>
                <a:gd name="T64" fmla="*/ 5 w 50"/>
                <a:gd name="T65" fmla="*/ 9 h 79"/>
                <a:gd name="T66" fmla="*/ 4 w 50"/>
                <a:gd name="T67" fmla="*/ 3 h 79"/>
                <a:gd name="T68" fmla="*/ 17 w 50"/>
                <a:gd name="T69" fmla="*/ 3 h 79"/>
                <a:gd name="T70" fmla="*/ 25 w 50"/>
                <a:gd name="T71" fmla="*/ 3 h 79"/>
                <a:gd name="T72" fmla="*/ 31 w 50"/>
                <a:gd name="T73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0" h="79">
                  <a:moveTo>
                    <a:pt x="34" y="0"/>
                  </a:moveTo>
                  <a:lnTo>
                    <a:pt x="35" y="1"/>
                  </a:lnTo>
                  <a:lnTo>
                    <a:pt x="37" y="4"/>
                  </a:lnTo>
                  <a:lnTo>
                    <a:pt x="37" y="5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41" y="11"/>
                  </a:lnTo>
                  <a:lnTo>
                    <a:pt x="43" y="12"/>
                  </a:lnTo>
                  <a:lnTo>
                    <a:pt x="43" y="16"/>
                  </a:lnTo>
                  <a:lnTo>
                    <a:pt x="43" y="20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5"/>
                  </a:lnTo>
                  <a:lnTo>
                    <a:pt x="45" y="28"/>
                  </a:lnTo>
                  <a:lnTo>
                    <a:pt x="45" y="29"/>
                  </a:lnTo>
                  <a:lnTo>
                    <a:pt x="46" y="30"/>
                  </a:lnTo>
                  <a:lnTo>
                    <a:pt x="46" y="32"/>
                  </a:lnTo>
                  <a:lnTo>
                    <a:pt x="45" y="33"/>
                  </a:lnTo>
                  <a:lnTo>
                    <a:pt x="46" y="36"/>
                  </a:lnTo>
                  <a:lnTo>
                    <a:pt x="46" y="40"/>
                  </a:lnTo>
                  <a:lnTo>
                    <a:pt x="46" y="41"/>
                  </a:lnTo>
                  <a:lnTo>
                    <a:pt x="46" y="47"/>
                  </a:lnTo>
                  <a:lnTo>
                    <a:pt x="46" y="50"/>
                  </a:lnTo>
                  <a:lnTo>
                    <a:pt x="45" y="51"/>
                  </a:lnTo>
                  <a:lnTo>
                    <a:pt x="45" y="55"/>
                  </a:lnTo>
                  <a:lnTo>
                    <a:pt x="46" y="58"/>
                  </a:lnTo>
                  <a:lnTo>
                    <a:pt x="46" y="61"/>
                  </a:lnTo>
                  <a:lnTo>
                    <a:pt x="47" y="62"/>
                  </a:lnTo>
                  <a:lnTo>
                    <a:pt x="49" y="63"/>
                  </a:lnTo>
                  <a:lnTo>
                    <a:pt x="50" y="65"/>
                  </a:lnTo>
                  <a:lnTo>
                    <a:pt x="43" y="66"/>
                  </a:lnTo>
                  <a:lnTo>
                    <a:pt x="38" y="69"/>
                  </a:lnTo>
                  <a:lnTo>
                    <a:pt x="31" y="74"/>
                  </a:lnTo>
                  <a:lnTo>
                    <a:pt x="25" y="74"/>
                  </a:lnTo>
                  <a:lnTo>
                    <a:pt x="14" y="79"/>
                  </a:lnTo>
                  <a:lnTo>
                    <a:pt x="10" y="78"/>
                  </a:lnTo>
                  <a:lnTo>
                    <a:pt x="4" y="76"/>
                  </a:lnTo>
                  <a:lnTo>
                    <a:pt x="3" y="75"/>
                  </a:lnTo>
                  <a:lnTo>
                    <a:pt x="4" y="74"/>
                  </a:lnTo>
                  <a:lnTo>
                    <a:pt x="5" y="74"/>
                  </a:lnTo>
                  <a:lnTo>
                    <a:pt x="8" y="74"/>
                  </a:lnTo>
                  <a:lnTo>
                    <a:pt x="8" y="70"/>
                  </a:lnTo>
                  <a:lnTo>
                    <a:pt x="6" y="69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1" y="61"/>
                  </a:lnTo>
                  <a:lnTo>
                    <a:pt x="0" y="59"/>
                  </a:lnTo>
                  <a:lnTo>
                    <a:pt x="0" y="58"/>
                  </a:lnTo>
                  <a:lnTo>
                    <a:pt x="1" y="57"/>
                  </a:lnTo>
                  <a:lnTo>
                    <a:pt x="1" y="51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6" y="38"/>
                  </a:lnTo>
                  <a:lnTo>
                    <a:pt x="9" y="37"/>
                  </a:lnTo>
                  <a:lnTo>
                    <a:pt x="9" y="34"/>
                  </a:lnTo>
                  <a:lnTo>
                    <a:pt x="10" y="32"/>
                  </a:lnTo>
                  <a:lnTo>
                    <a:pt x="9" y="28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6" y="22"/>
                  </a:lnTo>
                  <a:lnTo>
                    <a:pt x="8" y="19"/>
                  </a:lnTo>
                  <a:lnTo>
                    <a:pt x="8" y="15"/>
                  </a:lnTo>
                  <a:lnTo>
                    <a:pt x="6" y="11"/>
                  </a:lnTo>
                  <a:lnTo>
                    <a:pt x="5" y="9"/>
                  </a:lnTo>
                  <a:lnTo>
                    <a:pt x="4" y="5"/>
                  </a:lnTo>
                  <a:lnTo>
                    <a:pt x="4" y="3"/>
                  </a:lnTo>
                  <a:lnTo>
                    <a:pt x="9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25" y="3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2" name="Freeform 461"/>
            <p:cNvSpPr>
              <a:spLocks/>
            </p:cNvSpPr>
            <p:nvPr/>
          </p:nvSpPr>
          <p:spPr bwMode="auto">
            <a:xfrm>
              <a:off x="5775415" y="4007805"/>
              <a:ext cx="60906" cy="164954"/>
            </a:xfrm>
            <a:custGeom>
              <a:avLst/>
              <a:gdLst>
                <a:gd name="T0" fmla="*/ 2 w 24"/>
                <a:gd name="T1" fmla="*/ 0 h 65"/>
                <a:gd name="T2" fmla="*/ 14 w 24"/>
                <a:gd name="T3" fmla="*/ 4 h 65"/>
                <a:gd name="T4" fmla="*/ 12 w 24"/>
                <a:gd name="T5" fmla="*/ 5 h 65"/>
                <a:gd name="T6" fmla="*/ 14 w 24"/>
                <a:gd name="T7" fmla="*/ 9 h 65"/>
                <a:gd name="T8" fmla="*/ 16 w 24"/>
                <a:gd name="T9" fmla="*/ 11 h 65"/>
                <a:gd name="T10" fmla="*/ 18 w 24"/>
                <a:gd name="T11" fmla="*/ 12 h 65"/>
                <a:gd name="T12" fmla="*/ 19 w 24"/>
                <a:gd name="T13" fmla="*/ 13 h 65"/>
                <a:gd name="T14" fmla="*/ 22 w 24"/>
                <a:gd name="T15" fmla="*/ 19 h 65"/>
                <a:gd name="T16" fmla="*/ 23 w 24"/>
                <a:gd name="T17" fmla="*/ 24 h 65"/>
                <a:gd name="T18" fmla="*/ 23 w 24"/>
                <a:gd name="T19" fmla="*/ 28 h 65"/>
                <a:gd name="T20" fmla="*/ 23 w 24"/>
                <a:gd name="T21" fmla="*/ 29 h 65"/>
                <a:gd name="T22" fmla="*/ 23 w 24"/>
                <a:gd name="T23" fmla="*/ 32 h 65"/>
                <a:gd name="T24" fmla="*/ 22 w 24"/>
                <a:gd name="T25" fmla="*/ 33 h 65"/>
                <a:gd name="T26" fmla="*/ 22 w 24"/>
                <a:gd name="T27" fmla="*/ 36 h 65"/>
                <a:gd name="T28" fmla="*/ 22 w 24"/>
                <a:gd name="T29" fmla="*/ 50 h 65"/>
                <a:gd name="T30" fmla="*/ 23 w 24"/>
                <a:gd name="T31" fmla="*/ 53 h 65"/>
                <a:gd name="T32" fmla="*/ 23 w 24"/>
                <a:gd name="T33" fmla="*/ 55 h 65"/>
                <a:gd name="T34" fmla="*/ 24 w 24"/>
                <a:gd name="T35" fmla="*/ 59 h 65"/>
                <a:gd name="T36" fmla="*/ 24 w 24"/>
                <a:gd name="T37" fmla="*/ 61 h 65"/>
                <a:gd name="T38" fmla="*/ 23 w 24"/>
                <a:gd name="T39" fmla="*/ 61 h 65"/>
                <a:gd name="T40" fmla="*/ 16 w 24"/>
                <a:gd name="T41" fmla="*/ 65 h 65"/>
                <a:gd name="T42" fmla="*/ 15 w 24"/>
                <a:gd name="T43" fmla="*/ 65 h 65"/>
                <a:gd name="T44" fmla="*/ 14 w 24"/>
                <a:gd name="T45" fmla="*/ 63 h 65"/>
                <a:gd name="T46" fmla="*/ 12 w 24"/>
                <a:gd name="T47" fmla="*/ 62 h 65"/>
                <a:gd name="T48" fmla="*/ 11 w 24"/>
                <a:gd name="T49" fmla="*/ 61 h 65"/>
                <a:gd name="T50" fmla="*/ 11 w 24"/>
                <a:gd name="T51" fmla="*/ 58 h 65"/>
                <a:gd name="T52" fmla="*/ 10 w 24"/>
                <a:gd name="T53" fmla="*/ 55 h 65"/>
                <a:gd name="T54" fmla="*/ 10 w 24"/>
                <a:gd name="T55" fmla="*/ 51 h 65"/>
                <a:gd name="T56" fmla="*/ 11 w 24"/>
                <a:gd name="T57" fmla="*/ 50 h 65"/>
                <a:gd name="T58" fmla="*/ 11 w 24"/>
                <a:gd name="T59" fmla="*/ 47 h 65"/>
                <a:gd name="T60" fmla="*/ 11 w 24"/>
                <a:gd name="T61" fmla="*/ 41 h 65"/>
                <a:gd name="T62" fmla="*/ 11 w 24"/>
                <a:gd name="T63" fmla="*/ 40 h 65"/>
                <a:gd name="T64" fmla="*/ 11 w 24"/>
                <a:gd name="T65" fmla="*/ 36 h 65"/>
                <a:gd name="T66" fmla="*/ 10 w 24"/>
                <a:gd name="T67" fmla="*/ 33 h 65"/>
                <a:gd name="T68" fmla="*/ 11 w 24"/>
                <a:gd name="T69" fmla="*/ 32 h 65"/>
                <a:gd name="T70" fmla="*/ 11 w 24"/>
                <a:gd name="T71" fmla="*/ 30 h 65"/>
                <a:gd name="T72" fmla="*/ 10 w 24"/>
                <a:gd name="T73" fmla="*/ 29 h 65"/>
                <a:gd name="T74" fmla="*/ 10 w 24"/>
                <a:gd name="T75" fmla="*/ 28 h 65"/>
                <a:gd name="T76" fmla="*/ 11 w 24"/>
                <a:gd name="T77" fmla="*/ 25 h 65"/>
                <a:gd name="T78" fmla="*/ 10 w 24"/>
                <a:gd name="T79" fmla="*/ 21 h 65"/>
                <a:gd name="T80" fmla="*/ 10 w 24"/>
                <a:gd name="T81" fmla="*/ 21 h 65"/>
                <a:gd name="T82" fmla="*/ 8 w 24"/>
                <a:gd name="T83" fmla="*/ 20 h 65"/>
                <a:gd name="T84" fmla="*/ 8 w 24"/>
                <a:gd name="T85" fmla="*/ 16 h 65"/>
                <a:gd name="T86" fmla="*/ 8 w 24"/>
                <a:gd name="T87" fmla="*/ 12 h 65"/>
                <a:gd name="T88" fmla="*/ 6 w 24"/>
                <a:gd name="T89" fmla="*/ 11 h 65"/>
                <a:gd name="T90" fmla="*/ 4 w 24"/>
                <a:gd name="T91" fmla="*/ 9 h 65"/>
                <a:gd name="T92" fmla="*/ 3 w 24"/>
                <a:gd name="T93" fmla="*/ 7 h 65"/>
                <a:gd name="T94" fmla="*/ 2 w 24"/>
                <a:gd name="T95" fmla="*/ 5 h 65"/>
                <a:gd name="T96" fmla="*/ 2 w 24"/>
                <a:gd name="T97" fmla="*/ 4 h 65"/>
                <a:gd name="T98" fmla="*/ 0 w 24"/>
                <a:gd name="T99" fmla="*/ 1 h 65"/>
                <a:gd name="T100" fmla="*/ 2 w 24"/>
                <a:gd name="T10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" h="65">
                  <a:moveTo>
                    <a:pt x="2" y="0"/>
                  </a:moveTo>
                  <a:lnTo>
                    <a:pt x="14" y="4"/>
                  </a:lnTo>
                  <a:lnTo>
                    <a:pt x="12" y="5"/>
                  </a:lnTo>
                  <a:lnTo>
                    <a:pt x="14" y="9"/>
                  </a:lnTo>
                  <a:lnTo>
                    <a:pt x="16" y="11"/>
                  </a:lnTo>
                  <a:lnTo>
                    <a:pt x="18" y="12"/>
                  </a:lnTo>
                  <a:lnTo>
                    <a:pt x="19" y="13"/>
                  </a:lnTo>
                  <a:lnTo>
                    <a:pt x="22" y="19"/>
                  </a:lnTo>
                  <a:lnTo>
                    <a:pt x="23" y="24"/>
                  </a:lnTo>
                  <a:lnTo>
                    <a:pt x="23" y="28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3"/>
                  </a:lnTo>
                  <a:lnTo>
                    <a:pt x="22" y="36"/>
                  </a:lnTo>
                  <a:lnTo>
                    <a:pt x="22" y="50"/>
                  </a:lnTo>
                  <a:lnTo>
                    <a:pt x="23" y="53"/>
                  </a:lnTo>
                  <a:lnTo>
                    <a:pt x="23" y="55"/>
                  </a:lnTo>
                  <a:lnTo>
                    <a:pt x="24" y="59"/>
                  </a:lnTo>
                  <a:lnTo>
                    <a:pt x="24" y="61"/>
                  </a:lnTo>
                  <a:lnTo>
                    <a:pt x="23" y="61"/>
                  </a:lnTo>
                  <a:lnTo>
                    <a:pt x="16" y="65"/>
                  </a:lnTo>
                  <a:lnTo>
                    <a:pt x="15" y="65"/>
                  </a:lnTo>
                  <a:lnTo>
                    <a:pt x="14" y="63"/>
                  </a:lnTo>
                  <a:lnTo>
                    <a:pt x="12" y="62"/>
                  </a:lnTo>
                  <a:lnTo>
                    <a:pt x="11" y="61"/>
                  </a:lnTo>
                  <a:lnTo>
                    <a:pt x="11" y="58"/>
                  </a:lnTo>
                  <a:lnTo>
                    <a:pt x="10" y="55"/>
                  </a:lnTo>
                  <a:lnTo>
                    <a:pt x="10" y="51"/>
                  </a:lnTo>
                  <a:lnTo>
                    <a:pt x="11" y="50"/>
                  </a:lnTo>
                  <a:lnTo>
                    <a:pt x="11" y="47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1" y="36"/>
                  </a:lnTo>
                  <a:lnTo>
                    <a:pt x="10" y="33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11" y="25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6" y="11"/>
                  </a:lnTo>
                  <a:lnTo>
                    <a:pt x="4" y="9"/>
                  </a:lnTo>
                  <a:lnTo>
                    <a:pt x="3" y="7"/>
                  </a:lnTo>
                  <a:lnTo>
                    <a:pt x="2" y="5"/>
                  </a:lnTo>
                  <a:lnTo>
                    <a:pt x="2" y="4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3" name="Freeform 462"/>
            <p:cNvSpPr>
              <a:spLocks/>
            </p:cNvSpPr>
            <p:nvPr/>
          </p:nvSpPr>
          <p:spPr bwMode="auto">
            <a:xfrm>
              <a:off x="5805868" y="3967201"/>
              <a:ext cx="96434" cy="197944"/>
            </a:xfrm>
            <a:custGeom>
              <a:avLst/>
              <a:gdLst>
                <a:gd name="T0" fmla="*/ 27 w 38"/>
                <a:gd name="T1" fmla="*/ 3 h 78"/>
                <a:gd name="T2" fmla="*/ 31 w 38"/>
                <a:gd name="T3" fmla="*/ 7 h 78"/>
                <a:gd name="T4" fmla="*/ 33 w 38"/>
                <a:gd name="T5" fmla="*/ 11 h 78"/>
                <a:gd name="T6" fmla="*/ 33 w 38"/>
                <a:gd name="T7" fmla="*/ 15 h 78"/>
                <a:gd name="T8" fmla="*/ 37 w 38"/>
                <a:gd name="T9" fmla="*/ 20 h 78"/>
                <a:gd name="T10" fmla="*/ 37 w 38"/>
                <a:gd name="T11" fmla="*/ 25 h 78"/>
                <a:gd name="T12" fmla="*/ 35 w 38"/>
                <a:gd name="T13" fmla="*/ 28 h 78"/>
                <a:gd name="T14" fmla="*/ 36 w 38"/>
                <a:gd name="T15" fmla="*/ 31 h 78"/>
                <a:gd name="T16" fmla="*/ 35 w 38"/>
                <a:gd name="T17" fmla="*/ 32 h 78"/>
                <a:gd name="T18" fmla="*/ 32 w 38"/>
                <a:gd name="T19" fmla="*/ 36 h 78"/>
                <a:gd name="T20" fmla="*/ 29 w 38"/>
                <a:gd name="T21" fmla="*/ 41 h 78"/>
                <a:gd name="T22" fmla="*/ 27 w 38"/>
                <a:gd name="T23" fmla="*/ 41 h 78"/>
                <a:gd name="T24" fmla="*/ 24 w 38"/>
                <a:gd name="T25" fmla="*/ 44 h 78"/>
                <a:gd name="T26" fmla="*/ 24 w 38"/>
                <a:gd name="T27" fmla="*/ 48 h 78"/>
                <a:gd name="T28" fmla="*/ 24 w 38"/>
                <a:gd name="T29" fmla="*/ 52 h 78"/>
                <a:gd name="T30" fmla="*/ 24 w 38"/>
                <a:gd name="T31" fmla="*/ 54 h 78"/>
                <a:gd name="T32" fmla="*/ 24 w 38"/>
                <a:gd name="T33" fmla="*/ 56 h 78"/>
                <a:gd name="T34" fmla="*/ 24 w 38"/>
                <a:gd name="T35" fmla="*/ 63 h 78"/>
                <a:gd name="T36" fmla="*/ 24 w 38"/>
                <a:gd name="T37" fmla="*/ 66 h 78"/>
                <a:gd name="T38" fmla="*/ 24 w 38"/>
                <a:gd name="T39" fmla="*/ 75 h 78"/>
                <a:gd name="T40" fmla="*/ 16 w 38"/>
                <a:gd name="T41" fmla="*/ 78 h 78"/>
                <a:gd name="T42" fmla="*/ 12 w 38"/>
                <a:gd name="T43" fmla="*/ 75 h 78"/>
                <a:gd name="T44" fmla="*/ 11 w 38"/>
                <a:gd name="T45" fmla="*/ 69 h 78"/>
                <a:gd name="T46" fmla="*/ 10 w 38"/>
                <a:gd name="T47" fmla="*/ 52 h 78"/>
                <a:gd name="T48" fmla="*/ 11 w 38"/>
                <a:gd name="T49" fmla="*/ 48 h 78"/>
                <a:gd name="T50" fmla="*/ 11 w 38"/>
                <a:gd name="T51" fmla="*/ 44 h 78"/>
                <a:gd name="T52" fmla="*/ 10 w 38"/>
                <a:gd name="T53" fmla="*/ 35 h 78"/>
                <a:gd name="T54" fmla="*/ 6 w 38"/>
                <a:gd name="T55" fmla="*/ 28 h 78"/>
                <a:gd name="T56" fmla="*/ 2 w 38"/>
                <a:gd name="T57" fmla="*/ 25 h 78"/>
                <a:gd name="T58" fmla="*/ 2 w 38"/>
                <a:gd name="T59" fmla="*/ 19 h 78"/>
                <a:gd name="T60" fmla="*/ 4 w 38"/>
                <a:gd name="T61" fmla="*/ 16 h 78"/>
                <a:gd name="T62" fmla="*/ 6 w 38"/>
                <a:gd name="T63" fmla="*/ 12 h 78"/>
                <a:gd name="T64" fmla="*/ 10 w 38"/>
                <a:gd name="T65" fmla="*/ 11 h 78"/>
                <a:gd name="T66" fmla="*/ 16 w 38"/>
                <a:gd name="T67" fmla="*/ 10 h 78"/>
                <a:gd name="T68" fmla="*/ 19 w 38"/>
                <a:gd name="T69" fmla="*/ 4 h 78"/>
                <a:gd name="T70" fmla="*/ 21 w 38"/>
                <a:gd name="T71" fmla="*/ 3 h 78"/>
                <a:gd name="T72" fmla="*/ 23 w 38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78">
                  <a:moveTo>
                    <a:pt x="23" y="0"/>
                  </a:moveTo>
                  <a:lnTo>
                    <a:pt x="27" y="3"/>
                  </a:lnTo>
                  <a:lnTo>
                    <a:pt x="28" y="6"/>
                  </a:lnTo>
                  <a:lnTo>
                    <a:pt x="31" y="7"/>
                  </a:lnTo>
                  <a:lnTo>
                    <a:pt x="33" y="10"/>
                  </a:lnTo>
                  <a:lnTo>
                    <a:pt x="33" y="11"/>
                  </a:lnTo>
                  <a:lnTo>
                    <a:pt x="33" y="12"/>
                  </a:lnTo>
                  <a:lnTo>
                    <a:pt x="33" y="15"/>
                  </a:lnTo>
                  <a:lnTo>
                    <a:pt x="37" y="17"/>
                  </a:lnTo>
                  <a:lnTo>
                    <a:pt x="37" y="20"/>
                  </a:lnTo>
                  <a:lnTo>
                    <a:pt x="38" y="24"/>
                  </a:lnTo>
                  <a:lnTo>
                    <a:pt x="37" y="25"/>
                  </a:lnTo>
                  <a:lnTo>
                    <a:pt x="35" y="25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6" y="31"/>
                  </a:lnTo>
                  <a:lnTo>
                    <a:pt x="36" y="32"/>
                  </a:lnTo>
                  <a:lnTo>
                    <a:pt x="35" y="32"/>
                  </a:lnTo>
                  <a:lnTo>
                    <a:pt x="32" y="33"/>
                  </a:lnTo>
                  <a:lnTo>
                    <a:pt x="32" y="36"/>
                  </a:lnTo>
                  <a:lnTo>
                    <a:pt x="31" y="38"/>
                  </a:lnTo>
                  <a:lnTo>
                    <a:pt x="29" y="41"/>
                  </a:lnTo>
                  <a:lnTo>
                    <a:pt x="28" y="41"/>
                  </a:lnTo>
                  <a:lnTo>
                    <a:pt x="27" y="41"/>
                  </a:lnTo>
                  <a:lnTo>
                    <a:pt x="25" y="42"/>
                  </a:lnTo>
                  <a:lnTo>
                    <a:pt x="24" y="44"/>
                  </a:lnTo>
                  <a:lnTo>
                    <a:pt x="24" y="46"/>
                  </a:lnTo>
                  <a:lnTo>
                    <a:pt x="24" y="48"/>
                  </a:lnTo>
                  <a:lnTo>
                    <a:pt x="24" y="50"/>
                  </a:lnTo>
                  <a:lnTo>
                    <a:pt x="24" y="52"/>
                  </a:lnTo>
                  <a:lnTo>
                    <a:pt x="24" y="53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24" y="56"/>
                  </a:lnTo>
                  <a:lnTo>
                    <a:pt x="24" y="58"/>
                  </a:lnTo>
                  <a:lnTo>
                    <a:pt x="24" y="63"/>
                  </a:lnTo>
                  <a:lnTo>
                    <a:pt x="24" y="65"/>
                  </a:lnTo>
                  <a:lnTo>
                    <a:pt x="24" y="66"/>
                  </a:lnTo>
                  <a:lnTo>
                    <a:pt x="24" y="73"/>
                  </a:lnTo>
                  <a:lnTo>
                    <a:pt x="24" y="75"/>
                  </a:lnTo>
                  <a:lnTo>
                    <a:pt x="24" y="75"/>
                  </a:lnTo>
                  <a:lnTo>
                    <a:pt x="16" y="78"/>
                  </a:lnTo>
                  <a:lnTo>
                    <a:pt x="12" y="77"/>
                  </a:lnTo>
                  <a:lnTo>
                    <a:pt x="12" y="75"/>
                  </a:lnTo>
                  <a:lnTo>
                    <a:pt x="11" y="71"/>
                  </a:lnTo>
                  <a:lnTo>
                    <a:pt x="11" y="69"/>
                  </a:lnTo>
                  <a:lnTo>
                    <a:pt x="10" y="66"/>
                  </a:lnTo>
                  <a:lnTo>
                    <a:pt x="10" y="52"/>
                  </a:lnTo>
                  <a:lnTo>
                    <a:pt x="10" y="49"/>
                  </a:lnTo>
                  <a:lnTo>
                    <a:pt x="11" y="48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11" y="40"/>
                  </a:lnTo>
                  <a:lnTo>
                    <a:pt x="10" y="35"/>
                  </a:lnTo>
                  <a:lnTo>
                    <a:pt x="7" y="29"/>
                  </a:lnTo>
                  <a:lnTo>
                    <a:pt x="6" y="28"/>
                  </a:lnTo>
                  <a:lnTo>
                    <a:pt x="4" y="27"/>
                  </a:lnTo>
                  <a:lnTo>
                    <a:pt x="2" y="25"/>
                  </a:lnTo>
                  <a:lnTo>
                    <a:pt x="0" y="21"/>
                  </a:lnTo>
                  <a:lnTo>
                    <a:pt x="2" y="19"/>
                  </a:lnTo>
                  <a:lnTo>
                    <a:pt x="6" y="17"/>
                  </a:lnTo>
                  <a:lnTo>
                    <a:pt x="4" y="16"/>
                  </a:lnTo>
                  <a:lnTo>
                    <a:pt x="7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3" y="10"/>
                  </a:lnTo>
                  <a:lnTo>
                    <a:pt x="16" y="10"/>
                  </a:lnTo>
                  <a:lnTo>
                    <a:pt x="19" y="7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1" y="3"/>
                  </a:lnTo>
                  <a:lnTo>
                    <a:pt x="21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4" name="Freeform 463"/>
            <p:cNvSpPr>
              <a:spLocks noEditPoints="1"/>
            </p:cNvSpPr>
            <p:nvPr/>
          </p:nvSpPr>
          <p:spPr bwMode="auto">
            <a:xfrm>
              <a:off x="6138313" y="3627143"/>
              <a:ext cx="350209" cy="499936"/>
            </a:xfrm>
            <a:custGeom>
              <a:avLst/>
              <a:gdLst>
                <a:gd name="T0" fmla="*/ 1 w 138"/>
                <a:gd name="T1" fmla="*/ 130 h 197"/>
                <a:gd name="T2" fmla="*/ 42 w 138"/>
                <a:gd name="T3" fmla="*/ 0 h 197"/>
                <a:gd name="T4" fmla="*/ 137 w 138"/>
                <a:gd name="T5" fmla="*/ 96 h 197"/>
                <a:gd name="T6" fmla="*/ 130 w 138"/>
                <a:gd name="T7" fmla="*/ 97 h 197"/>
                <a:gd name="T8" fmla="*/ 129 w 138"/>
                <a:gd name="T9" fmla="*/ 103 h 197"/>
                <a:gd name="T10" fmla="*/ 122 w 138"/>
                <a:gd name="T11" fmla="*/ 111 h 197"/>
                <a:gd name="T12" fmla="*/ 122 w 138"/>
                <a:gd name="T13" fmla="*/ 116 h 197"/>
                <a:gd name="T14" fmla="*/ 117 w 138"/>
                <a:gd name="T15" fmla="*/ 121 h 197"/>
                <a:gd name="T16" fmla="*/ 118 w 138"/>
                <a:gd name="T17" fmla="*/ 128 h 197"/>
                <a:gd name="T18" fmla="*/ 117 w 138"/>
                <a:gd name="T19" fmla="*/ 136 h 197"/>
                <a:gd name="T20" fmla="*/ 121 w 138"/>
                <a:gd name="T21" fmla="*/ 136 h 197"/>
                <a:gd name="T22" fmla="*/ 119 w 138"/>
                <a:gd name="T23" fmla="*/ 138 h 197"/>
                <a:gd name="T24" fmla="*/ 122 w 138"/>
                <a:gd name="T25" fmla="*/ 146 h 197"/>
                <a:gd name="T26" fmla="*/ 126 w 138"/>
                <a:gd name="T27" fmla="*/ 151 h 197"/>
                <a:gd name="T28" fmla="*/ 122 w 138"/>
                <a:gd name="T29" fmla="*/ 155 h 197"/>
                <a:gd name="T30" fmla="*/ 116 w 138"/>
                <a:gd name="T31" fmla="*/ 155 h 197"/>
                <a:gd name="T32" fmla="*/ 113 w 138"/>
                <a:gd name="T33" fmla="*/ 161 h 197"/>
                <a:gd name="T34" fmla="*/ 108 w 138"/>
                <a:gd name="T35" fmla="*/ 165 h 197"/>
                <a:gd name="T36" fmla="*/ 105 w 138"/>
                <a:gd name="T37" fmla="*/ 169 h 197"/>
                <a:gd name="T38" fmla="*/ 104 w 138"/>
                <a:gd name="T39" fmla="*/ 172 h 197"/>
                <a:gd name="T40" fmla="*/ 98 w 138"/>
                <a:gd name="T41" fmla="*/ 178 h 197"/>
                <a:gd name="T42" fmla="*/ 88 w 138"/>
                <a:gd name="T43" fmla="*/ 178 h 197"/>
                <a:gd name="T44" fmla="*/ 81 w 138"/>
                <a:gd name="T45" fmla="*/ 178 h 197"/>
                <a:gd name="T46" fmla="*/ 81 w 138"/>
                <a:gd name="T47" fmla="*/ 183 h 197"/>
                <a:gd name="T48" fmla="*/ 80 w 138"/>
                <a:gd name="T49" fmla="*/ 187 h 197"/>
                <a:gd name="T50" fmla="*/ 68 w 138"/>
                <a:gd name="T51" fmla="*/ 190 h 197"/>
                <a:gd name="T52" fmla="*/ 59 w 138"/>
                <a:gd name="T53" fmla="*/ 196 h 197"/>
                <a:gd name="T54" fmla="*/ 55 w 138"/>
                <a:gd name="T55" fmla="*/ 192 h 197"/>
                <a:gd name="T56" fmla="*/ 52 w 138"/>
                <a:gd name="T57" fmla="*/ 195 h 197"/>
                <a:gd name="T58" fmla="*/ 46 w 138"/>
                <a:gd name="T59" fmla="*/ 197 h 197"/>
                <a:gd name="T60" fmla="*/ 42 w 138"/>
                <a:gd name="T61" fmla="*/ 194 h 197"/>
                <a:gd name="T62" fmla="*/ 38 w 138"/>
                <a:gd name="T63" fmla="*/ 186 h 197"/>
                <a:gd name="T64" fmla="*/ 27 w 138"/>
                <a:gd name="T65" fmla="*/ 176 h 197"/>
                <a:gd name="T66" fmla="*/ 23 w 138"/>
                <a:gd name="T67" fmla="*/ 172 h 197"/>
                <a:gd name="T68" fmla="*/ 25 w 138"/>
                <a:gd name="T69" fmla="*/ 169 h 197"/>
                <a:gd name="T70" fmla="*/ 29 w 138"/>
                <a:gd name="T71" fmla="*/ 166 h 197"/>
                <a:gd name="T72" fmla="*/ 33 w 138"/>
                <a:gd name="T73" fmla="*/ 167 h 197"/>
                <a:gd name="T74" fmla="*/ 39 w 138"/>
                <a:gd name="T75" fmla="*/ 167 h 197"/>
                <a:gd name="T76" fmla="*/ 40 w 138"/>
                <a:gd name="T77" fmla="*/ 166 h 197"/>
                <a:gd name="T78" fmla="*/ 35 w 138"/>
                <a:gd name="T79" fmla="*/ 161 h 197"/>
                <a:gd name="T80" fmla="*/ 34 w 138"/>
                <a:gd name="T81" fmla="*/ 154 h 197"/>
                <a:gd name="T82" fmla="*/ 34 w 138"/>
                <a:gd name="T83" fmla="*/ 147 h 197"/>
                <a:gd name="T84" fmla="*/ 33 w 138"/>
                <a:gd name="T85" fmla="*/ 142 h 197"/>
                <a:gd name="T86" fmla="*/ 31 w 138"/>
                <a:gd name="T87" fmla="*/ 136 h 197"/>
                <a:gd name="T88" fmla="*/ 22 w 138"/>
                <a:gd name="T89" fmla="*/ 130 h 197"/>
                <a:gd name="T90" fmla="*/ 15 w 138"/>
                <a:gd name="T91" fmla="*/ 122 h 197"/>
                <a:gd name="T92" fmla="*/ 17 w 138"/>
                <a:gd name="T93" fmla="*/ 105 h 197"/>
                <a:gd name="T94" fmla="*/ 38 w 138"/>
                <a:gd name="T95" fmla="*/ 84 h 197"/>
                <a:gd name="T96" fmla="*/ 43 w 138"/>
                <a:gd name="T97" fmla="*/ 42 h 197"/>
                <a:gd name="T98" fmla="*/ 35 w 138"/>
                <a:gd name="T99" fmla="*/ 28 h 197"/>
                <a:gd name="T100" fmla="*/ 29 w 138"/>
                <a:gd name="T101" fmla="*/ 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8" h="197">
                  <a:moveTo>
                    <a:pt x="4" y="128"/>
                  </a:moveTo>
                  <a:lnTo>
                    <a:pt x="4" y="130"/>
                  </a:lnTo>
                  <a:lnTo>
                    <a:pt x="1" y="130"/>
                  </a:lnTo>
                  <a:lnTo>
                    <a:pt x="0" y="129"/>
                  </a:lnTo>
                  <a:lnTo>
                    <a:pt x="4" y="128"/>
                  </a:lnTo>
                  <a:close/>
                  <a:moveTo>
                    <a:pt x="42" y="0"/>
                  </a:moveTo>
                  <a:lnTo>
                    <a:pt x="138" y="49"/>
                  </a:lnTo>
                  <a:lnTo>
                    <a:pt x="138" y="96"/>
                  </a:lnTo>
                  <a:lnTo>
                    <a:pt x="137" y="96"/>
                  </a:lnTo>
                  <a:lnTo>
                    <a:pt x="134" y="97"/>
                  </a:lnTo>
                  <a:lnTo>
                    <a:pt x="133" y="97"/>
                  </a:lnTo>
                  <a:lnTo>
                    <a:pt x="130" y="97"/>
                  </a:lnTo>
                  <a:lnTo>
                    <a:pt x="127" y="99"/>
                  </a:lnTo>
                  <a:lnTo>
                    <a:pt x="127" y="101"/>
                  </a:lnTo>
                  <a:lnTo>
                    <a:pt x="129" y="103"/>
                  </a:lnTo>
                  <a:lnTo>
                    <a:pt x="127" y="105"/>
                  </a:lnTo>
                  <a:lnTo>
                    <a:pt x="123" y="111"/>
                  </a:lnTo>
                  <a:lnTo>
                    <a:pt x="122" y="111"/>
                  </a:lnTo>
                  <a:lnTo>
                    <a:pt x="119" y="113"/>
                  </a:lnTo>
                  <a:lnTo>
                    <a:pt x="121" y="115"/>
                  </a:lnTo>
                  <a:lnTo>
                    <a:pt x="122" y="116"/>
                  </a:lnTo>
                  <a:lnTo>
                    <a:pt x="121" y="119"/>
                  </a:lnTo>
                  <a:lnTo>
                    <a:pt x="118" y="120"/>
                  </a:lnTo>
                  <a:lnTo>
                    <a:pt x="117" y="121"/>
                  </a:lnTo>
                  <a:lnTo>
                    <a:pt x="119" y="122"/>
                  </a:lnTo>
                  <a:lnTo>
                    <a:pt x="119" y="125"/>
                  </a:lnTo>
                  <a:lnTo>
                    <a:pt x="118" y="128"/>
                  </a:lnTo>
                  <a:lnTo>
                    <a:pt x="114" y="132"/>
                  </a:lnTo>
                  <a:lnTo>
                    <a:pt x="114" y="134"/>
                  </a:lnTo>
                  <a:lnTo>
                    <a:pt x="117" y="136"/>
                  </a:lnTo>
                  <a:lnTo>
                    <a:pt x="119" y="133"/>
                  </a:lnTo>
                  <a:lnTo>
                    <a:pt x="121" y="133"/>
                  </a:lnTo>
                  <a:lnTo>
                    <a:pt x="121" y="136"/>
                  </a:lnTo>
                  <a:lnTo>
                    <a:pt x="119" y="136"/>
                  </a:lnTo>
                  <a:lnTo>
                    <a:pt x="121" y="137"/>
                  </a:lnTo>
                  <a:lnTo>
                    <a:pt x="119" y="138"/>
                  </a:lnTo>
                  <a:lnTo>
                    <a:pt x="121" y="141"/>
                  </a:lnTo>
                  <a:lnTo>
                    <a:pt x="121" y="144"/>
                  </a:lnTo>
                  <a:lnTo>
                    <a:pt x="122" y="146"/>
                  </a:lnTo>
                  <a:lnTo>
                    <a:pt x="126" y="147"/>
                  </a:lnTo>
                  <a:lnTo>
                    <a:pt x="127" y="149"/>
                  </a:lnTo>
                  <a:lnTo>
                    <a:pt x="126" y="151"/>
                  </a:lnTo>
                  <a:lnTo>
                    <a:pt x="126" y="153"/>
                  </a:lnTo>
                  <a:lnTo>
                    <a:pt x="126" y="154"/>
                  </a:lnTo>
                  <a:lnTo>
                    <a:pt x="122" y="155"/>
                  </a:lnTo>
                  <a:lnTo>
                    <a:pt x="121" y="154"/>
                  </a:lnTo>
                  <a:lnTo>
                    <a:pt x="118" y="154"/>
                  </a:lnTo>
                  <a:lnTo>
                    <a:pt x="116" y="155"/>
                  </a:lnTo>
                  <a:lnTo>
                    <a:pt x="113" y="158"/>
                  </a:lnTo>
                  <a:lnTo>
                    <a:pt x="113" y="159"/>
                  </a:lnTo>
                  <a:lnTo>
                    <a:pt x="113" y="161"/>
                  </a:lnTo>
                  <a:lnTo>
                    <a:pt x="112" y="162"/>
                  </a:lnTo>
                  <a:lnTo>
                    <a:pt x="109" y="165"/>
                  </a:lnTo>
                  <a:lnTo>
                    <a:pt x="108" y="165"/>
                  </a:lnTo>
                  <a:lnTo>
                    <a:pt x="106" y="165"/>
                  </a:lnTo>
                  <a:lnTo>
                    <a:pt x="105" y="166"/>
                  </a:lnTo>
                  <a:lnTo>
                    <a:pt x="105" y="169"/>
                  </a:lnTo>
                  <a:lnTo>
                    <a:pt x="104" y="170"/>
                  </a:lnTo>
                  <a:lnTo>
                    <a:pt x="104" y="171"/>
                  </a:lnTo>
                  <a:lnTo>
                    <a:pt x="104" y="172"/>
                  </a:lnTo>
                  <a:lnTo>
                    <a:pt x="102" y="175"/>
                  </a:lnTo>
                  <a:lnTo>
                    <a:pt x="101" y="175"/>
                  </a:lnTo>
                  <a:lnTo>
                    <a:pt x="98" y="178"/>
                  </a:lnTo>
                  <a:lnTo>
                    <a:pt x="94" y="178"/>
                  </a:lnTo>
                  <a:lnTo>
                    <a:pt x="91" y="179"/>
                  </a:lnTo>
                  <a:lnTo>
                    <a:pt x="88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1" y="178"/>
                  </a:lnTo>
                  <a:lnTo>
                    <a:pt x="80" y="178"/>
                  </a:lnTo>
                  <a:lnTo>
                    <a:pt x="80" y="180"/>
                  </a:lnTo>
                  <a:lnTo>
                    <a:pt x="81" y="183"/>
                  </a:lnTo>
                  <a:lnTo>
                    <a:pt x="83" y="183"/>
                  </a:lnTo>
                  <a:lnTo>
                    <a:pt x="84" y="184"/>
                  </a:lnTo>
                  <a:lnTo>
                    <a:pt x="80" y="187"/>
                  </a:lnTo>
                  <a:lnTo>
                    <a:pt x="79" y="188"/>
                  </a:lnTo>
                  <a:lnTo>
                    <a:pt x="75" y="188"/>
                  </a:lnTo>
                  <a:lnTo>
                    <a:pt x="68" y="190"/>
                  </a:lnTo>
                  <a:lnTo>
                    <a:pt x="65" y="192"/>
                  </a:lnTo>
                  <a:lnTo>
                    <a:pt x="62" y="194"/>
                  </a:lnTo>
                  <a:lnTo>
                    <a:pt x="59" y="196"/>
                  </a:lnTo>
                  <a:lnTo>
                    <a:pt x="56" y="196"/>
                  </a:lnTo>
                  <a:lnTo>
                    <a:pt x="56" y="195"/>
                  </a:lnTo>
                  <a:lnTo>
                    <a:pt x="55" y="192"/>
                  </a:lnTo>
                  <a:lnTo>
                    <a:pt x="54" y="191"/>
                  </a:lnTo>
                  <a:lnTo>
                    <a:pt x="52" y="192"/>
                  </a:lnTo>
                  <a:lnTo>
                    <a:pt x="52" y="195"/>
                  </a:lnTo>
                  <a:lnTo>
                    <a:pt x="51" y="197"/>
                  </a:lnTo>
                  <a:lnTo>
                    <a:pt x="47" y="197"/>
                  </a:lnTo>
                  <a:lnTo>
                    <a:pt x="46" y="197"/>
                  </a:lnTo>
                  <a:lnTo>
                    <a:pt x="43" y="197"/>
                  </a:lnTo>
                  <a:lnTo>
                    <a:pt x="43" y="196"/>
                  </a:lnTo>
                  <a:lnTo>
                    <a:pt x="42" y="194"/>
                  </a:lnTo>
                  <a:lnTo>
                    <a:pt x="42" y="192"/>
                  </a:lnTo>
                  <a:lnTo>
                    <a:pt x="39" y="188"/>
                  </a:lnTo>
                  <a:lnTo>
                    <a:pt x="38" y="186"/>
                  </a:lnTo>
                  <a:lnTo>
                    <a:pt x="37" y="184"/>
                  </a:lnTo>
                  <a:lnTo>
                    <a:pt x="31" y="179"/>
                  </a:lnTo>
                  <a:lnTo>
                    <a:pt x="27" y="176"/>
                  </a:lnTo>
                  <a:lnTo>
                    <a:pt x="26" y="175"/>
                  </a:lnTo>
                  <a:lnTo>
                    <a:pt x="25" y="174"/>
                  </a:lnTo>
                  <a:lnTo>
                    <a:pt x="23" y="172"/>
                  </a:lnTo>
                  <a:lnTo>
                    <a:pt x="23" y="171"/>
                  </a:lnTo>
                  <a:lnTo>
                    <a:pt x="23" y="170"/>
                  </a:lnTo>
                  <a:lnTo>
                    <a:pt x="25" y="169"/>
                  </a:lnTo>
                  <a:lnTo>
                    <a:pt x="25" y="166"/>
                  </a:lnTo>
                  <a:lnTo>
                    <a:pt x="26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31" y="166"/>
                  </a:lnTo>
                  <a:lnTo>
                    <a:pt x="33" y="167"/>
                  </a:lnTo>
                  <a:lnTo>
                    <a:pt x="35" y="166"/>
                  </a:lnTo>
                  <a:lnTo>
                    <a:pt x="38" y="167"/>
                  </a:lnTo>
                  <a:lnTo>
                    <a:pt x="39" y="167"/>
                  </a:lnTo>
                  <a:lnTo>
                    <a:pt x="40" y="167"/>
                  </a:lnTo>
                  <a:lnTo>
                    <a:pt x="42" y="167"/>
                  </a:lnTo>
                  <a:lnTo>
                    <a:pt x="40" y="166"/>
                  </a:lnTo>
                  <a:lnTo>
                    <a:pt x="38" y="163"/>
                  </a:lnTo>
                  <a:lnTo>
                    <a:pt x="37" y="161"/>
                  </a:lnTo>
                  <a:lnTo>
                    <a:pt x="35" y="161"/>
                  </a:lnTo>
                  <a:lnTo>
                    <a:pt x="33" y="158"/>
                  </a:lnTo>
                  <a:lnTo>
                    <a:pt x="33" y="155"/>
                  </a:lnTo>
                  <a:lnTo>
                    <a:pt x="34" y="154"/>
                  </a:lnTo>
                  <a:lnTo>
                    <a:pt x="35" y="150"/>
                  </a:lnTo>
                  <a:lnTo>
                    <a:pt x="34" y="149"/>
                  </a:lnTo>
                  <a:lnTo>
                    <a:pt x="34" y="147"/>
                  </a:lnTo>
                  <a:lnTo>
                    <a:pt x="34" y="146"/>
                  </a:lnTo>
                  <a:lnTo>
                    <a:pt x="34" y="145"/>
                  </a:lnTo>
                  <a:lnTo>
                    <a:pt x="33" y="142"/>
                  </a:lnTo>
                  <a:lnTo>
                    <a:pt x="33" y="140"/>
                  </a:lnTo>
                  <a:lnTo>
                    <a:pt x="31" y="138"/>
                  </a:lnTo>
                  <a:lnTo>
                    <a:pt x="31" y="136"/>
                  </a:lnTo>
                  <a:lnTo>
                    <a:pt x="29" y="133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1" y="126"/>
                  </a:lnTo>
                  <a:lnTo>
                    <a:pt x="17" y="122"/>
                  </a:lnTo>
                  <a:lnTo>
                    <a:pt x="15" y="122"/>
                  </a:lnTo>
                  <a:lnTo>
                    <a:pt x="15" y="108"/>
                  </a:lnTo>
                  <a:lnTo>
                    <a:pt x="15" y="105"/>
                  </a:lnTo>
                  <a:lnTo>
                    <a:pt x="17" y="105"/>
                  </a:lnTo>
                  <a:lnTo>
                    <a:pt x="18" y="105"/>
                  </a:lnTo>
                  <a:lnTo>
                    <a:pt x="18" y="104"/>
                  </a:lnTo>
                  <a:lnTo>
                    <a:pt x="38" y="84"/>
                  </a:lnTo>
                  <a:lnTo>
                    <a:pt x="38" y="67"/>
                  </a:lnTo>
                  <a:lnTo>
                    <a:pt x="40" y="45"/>
                  </a:lnTo>
                  <a:lnTo>
                    <a:pt x="43" y="42"/>
                  </a:lnTo>
                  <a:lnTo>
                    <a:pt x="43" y="38"/>
                  </a:lnTo>
                  <a:lnTo>
                    <a:pt x="35" y="29"/>
                  </a:lnTo>
                  <a:lnTo>
                    <a:pt x="35" y="28"/>
                  </a:lnTo>
                  <a:lnTo>
                    <a:pt x="35" y="24"/>
                  </a:lnTo>
                  <a:lnTo>
                    <a:pt x="30" y="8"/>
                  </a:lnTo>
                  <a:lnTo>
                    <a:pt x="29" y="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5" name="Freeform 464"/>
            <p:cNvSpPr>
              <a:spLocks/>
            </p:cNvSpPr>
            <p:nvPr/>
          </p:nvSpPr>
          <p:spPr bwMode="auto">
            <a:xfrm>
              <a:off x="5785566" y="3637294"/>
              <a:ext cx="461870" cy="355284"/>
            </a:xfrm>
            <a:custGeom>
              <a:avLst/>
              <a:gdLst>
                <a:gd name="T0" fmla="*/ 156 w 182"/>
                <a:gd name="T1" fmla="*/ 4 h 140"/>
                <a:gd name="T2" fmla="*/ 168 w 182"/>
                <a:gd name="T3" fmla="*/ 3 h 140"/>
                <a:gd name="T4" fmla="*/ 174 w 182"/>
                <a:gd name="T5" fmla="*/ 20 h 140"/>
                <a:gd name="T6" fmla="*/ 174 w 182"/>
                <a:gd name="T7" fmla="*/ 25 h 140"/>
                <a:gd name="T8" fmla="*/ 182 w 182"/>
                <a:gd name="T9" fmla="*/ 38 h 140"/>
                <a:gd name="T10" fmla="*/ 177 w 182"/>
                <a:gd name="T11" fmla="*/ 63 h 140"/>
                <a:gd name="T12" fmla="*/ 157 w 182"/>
                <a:gd name="T13" fmla="*/ 100 h 140"/>
                <a:gd name="T14" fmla="*/ 156 w 182"/>
                <a:gd name="T15" fmla="*/ 101 h 140"/>
                <a:gd name="T16" fmla="*/ 154 w 182"/>
                <a:gd name="T17" fmla="*/ 104 h 140"/>
                <a:gd name="T18" fmla="*/ 153 w 182"/>
                <a:gd name="T19" fmla="*/ 117 h 140"/>
                <a:gd name="T20" fmla="*/ 150 w 182"/>
                <a:gd name="T21" fmla="*/ 121 h 140"/>
                <a:gd name="T22" fmla="*/ 148 w 182"/>
                <a:gd name="T23" fmla="*/ 121 h 140"/>
                <a:gd name="T24" fmla="*/ 145 w 182"/>
                <a:gd name="T25" fmla="*/ 122 h 140"/>
                <a:gd name="T26" fmla="*/ 143 w 182"/>
                <a:gd name="T27" fmla="*/ 124 h 140"/>
                <a:gd name="T28" fmla="*/ 137 w 182"/>
                <a:gd name="T29" fmla="*/ 125 h 140"/>
                <a:gd name="T30" fmla="*/ 131 w 182"/>
                <a:gd name="T31" fmla="*/ 122 h 140"/>
                <a:gd name="T32" fmla="*/ 123 w 182"/>
                <a:gd name="T33" fmla="*/ 124 h 140"/>
                <a:gd name="T34" fmla="*/ 114 w 182"/>
                <a:gd name="T35" fmla="*/ 124 h 140"/>
                <a:gd name="T36" fmla="*/ 108 w 182"/>
                <a:gd name="T37" fmla="*/ 130 h 140"/>
                <a:gd name="T38" fmla="*/ 102 w 182"/>
                <a:gd name="T39" fmla="*/ 128 h 140"/>
                <a:gd name="T40" fmla="*/ 95 w 182"/>
                <a:gd name="T41" fmla="*/ 125 h 140"/>
                <a:gd name="T42" fmla="*/ 93 w 182"/>
                <a:gd name="T43" fmla="*/ 124 h 140"/>
                <a:gd name="T44" fmla="*/ 89 w 182"/>
                <a:gd name="T45" fmla="*/ 121 h 140"/>
                <a:gd name="T46" fmla="*/ 85 w 182"/>
                <a:gd name="T47" fmla="*/ 122 h 140"/>
                <a:gd name="T48" fmla="*/ 81 w 182"/>
                <a:gd name="T49" fmla="*/ 124 h 140"/>
                <a:gd name="T50" fmla="*/ 79 w 182"/>
                <a:gd name="T51" fmla="*/ 125 h 140"/>
                <a:gd name="T52" fmla="*/ 74 w 182"/>
                <a:gd name="T53" fmla="*/ 120 h 140"/>
                <a:gd name="T54" fmla="*/ 69 w 182"/>
                <a:gd name="T55" fmla="*/ 117 h 140"/>
                <a:gd name="T56" fmla="*/ 66 w 182"/>
                <a:gd name="T57" fmla="*/ 117 h 140"/>
                <a:gd name="T58" fmla="*/ 61 w 182"/>
                <a:gd name="T59" fmla="*/ 116 h 140"/>
                <a:gd name="T60" fmla="*/ 58 w 182"/>
                <a:gd name="T61" fmla="*/ 117 h 140"/>
                <a:gd name="T62" fmla="*/ 54 w 182"/>
                <a:gd name="T63" fmla="*/ 117 h 140"/>
                <a:gd name="T64" fmla="*/ 49 w 182"/>
                <a:gd name="T65" fmla="*/ 117 h 140"/>
                <a:gd name="T66" fmla="*/ 48 w 182"/>
                <a:gd name="T67" fmla="*/ 118 h 140"/>
                <a:gd name="T68" fmla="*/ 44 w 182"/>
                <a:gd name="T69" fmla="*/ 121 h 140"/>
                <a:gd name="T70" fmla="*/ 45 w 182"/>
                <a:gd name="T71" fmla="*/ 124 h 140"/>
                <a:gd name="T72" fmla="*/ 45 w 182"/>
                <a:gd name="T73" fmla="*/ 126 h 140"/>
                <a:gd name="T74" fmla="*/ 45 w 182"/>
                <a:gd name="T75" fmla="*/ 129 h 140"/>
                <a:gd name="T76" fmla="*/ 41 w 182"/>
                <a:gd name="T77" fmla="*/ 132 h 140"/>
                <a:gd name="T78" fmla="*/ 41 w 182"/>
                <a:gd name="T79" fmla="*/ 134 h 140"/>
                <a:gd name="T80" fmla="*/ 44 w 182"/>
                <a:gd name="T81" fmla="*/ 137 h 140"/>
                <a:gd name="T82" fmla="*/ 41 w 182"/>
                <a:gd name="T83" fmla="*/ 140 h 140"/>
                <a:gd name="T84" fmla="*/ 36 w 182"/>
                <a:gd name="T85" fmla="*/ 136 h 140"/>
                <a:gd name="T86" fmla="*/ 31 w 182"/>
                <a:gd name="T87" fmla="*/ 130 h 140"/>
                <a:gd name="T88" fmla="*/ 29 w 182"/>
                <a:gd name="T89" fmla="*/ 133 h 140"/>
                <a:gd name="T90" fmla="*/ 25 w 182"/>
                <a:gd name="T91" fmla="*/ 134 h 140"/>
                <a:gd name="T92" fmla="*/ 24 w 182"/>
                <a:gd name="T93" fmla="*/ 129 h 140"/>
                <a:gd name="T94" fmla="*/ 23 w 182"/>
                <a:gd name="T95" fmla="*/ 126 h 140"/>
                <a:gd name="T96" fmla="*/ 21 w 182"/>
                <a:gd name="T97" fmla="*/ 124 h 140"/>
                <a:gd name="T98" fmla="*/ 12 w 182"/>
                <a:gd name="T99" fmla="*/ 124 h 140"/>
                <a:gd name="T100" fmla="*/ 0 w 182"/>
                <a:gd name="T101" fmla="*/ 111 h 140"/>
                <a:gd name="T102" fmla="*/ 2 w 182"/>
                <a:gd name="T103" fmla="*/ 105 h 140"/>
                <a:gd name="T104" fmla="*/ 3 w 182"/>
                <a:gd name="T105" fmla="*/ 100 h 140"/>
                <a:gd name="T106" fmla="*/ 15 w 182"/>
                <a:gd name="T107" fmla="*/ 100 h 140"/>
                <a:gd name="T108" fmla="*/ 20 w 182"/>
                <a:gd name="T109" fmla="*/ 99 h 140"/>
                <a:gd name="T110" fmla="*/ 31 w 182"/>
                <a:gd name="T111" fmla="*/ 97 h 140"/>
                <a:gd name="T112" fmla="*/ 39 w 182"/>
                <a:gd name="T113" fmla="*/ 95 h 140"/>
                <a:gd name="T114" fmla="*/ 45 w 182"/>
                <a:gd name="T115" fmla="*/ 90 h 140"/>
                <a:gd name="T116" fmla="*/ 48 w 182"/>
                <a:gd name="T117" fmla="*/ 84 h 140"/>
                <a:gd name="T118" fmla="*/ 49 w 182"/>
                <a:gd name="T119" fmla="*/ 50 h 140"/>
                <a:gd name="T120" fmla="*/ 81 w 182"/>
                <a:gd name="T121" fmla="*/ 3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" h="140">
                  <a:moveTo>
                    <a:pt x="135" y="0"/>
                  </a:moveTo>
                  <a:lnTo>
                    <a:pt x="156" y="4"/>
                  </a:lnTo>
                  <a:lnTo>
                    <a:pt x="157" y="7"/>
                  </a:lnTo>
                  <a:lnTo>
                    <a:pt x="168" y="3"/>
                  </a:lnTo>
                  <a:lnTo>
                    <a:pt x="169" y="4"/>
                  </a:lnTo>
                  <a:lnTo>
                    <a:pt x="174" y="20"/>
                  </a:lnTo>
                  <a:lnTo>
                    <a:pt x="174" y="24"/>
                  </a:lnTo>
                  <a:lnTo>
                    <a:pt x="174" y="25"/>
                  </a:lnTo>
                  <a:lnTo>
                    <a:pt x="182" y="34"/>
                  </a:lnTo>
                  <a:lnTo>
                    <a:pt x="182" y="38"/>
                  </a:lnTo>
                  <a:lnTo>
                    <a:pt x="179" y="41"/>
                  </a:lnTo>
                  <a:lnTo>
                    <a:pt x="177" y="63"/>
                  </a:lnTo>
                  <a:lnTo>
                    <a:pt x="177" y="80"/>
                  </a:lnTo>
                  <a:lnTo>
                    <a:pt x="157" y="100"/>
                  </a:lnTo>
                  <a:lnTo>
                    <a:pt x="157" y="101"/>
                  </a:lnTo>
                  <a:lnTo>
                    <a:pt x="156" y="101"/>
                  </a:lnTo>
                  <a:lnTo>
                    <a:pt x="154" y="101"/>
                  </a:lnTo>
                  <a:lnTo>
                    <a:pt x="154" y="104"/>
                  </a:lnTo>
                  <a:lnTo>
                    <a:pt x="154" y="118"/>
                  </a:lnTo>
                  <a:lnTo>
                    <a:pt x="153" y="117"/>
                  </a:lnTo>
                  <a:lnTo>
                    <a:pt x="152" y="120"/>
                  </a:lnTo>
                  <a:lnTo>
                    <a:pt x="150" y="121"/>
                  </a:lnTo>
                  <a:lnTo>
                    <a:pt x="149" y="121"/>
                  </a:lnTo>
                  <a:lnTo>
                    <a:pt x="148" y="121"/>
                  </a:lnTo>
                  <a:lnTo>
                    <a:pt x="147" y="121"/>
                  </a:lnTo>
                  <a:lnTo>
                    <a:pt x="145" y="122"/>
                  </a:lnTo>
                  <a:lnTo>
                    <a:pt x="143" y="124"/>
                  </a:lnTo>
                  <a:lnTo>
                    <a:pt x="143" y="124"/>
                  </a:lnTo>
                  <a:lnTo>
                    <a:pt x="139" y="125"/>
                  </a:lnTo>
                  <a:lnTo>
                    <a:pt x="137" y="125"/>
                  </a:lnTo>
                  <a:lnTo>
                    <a:pt x="135" y="125"/>
                  </a:lnTo>
                  <a:lnTo>
                    <a:pt x="131" y="122"/>
                  </a:lnTo>
                  <a:lnTo>
                    <a:pt x="125" y="122"/>
                  </a:lnTo>
                  <a:lnTo>
                    <a:pt x="123" y="124"/>
                  </a:lnTo>
                  <a:lnTo>
                    <a:pt x="116" y="122"/>
                  </a:lnTo>
                  <a:lnTo>
                    <a:pt x="114" y="124"/>
                  </a:lnTo>
                  <a:lnTo>
                    <a:pt x="111" y="128"/>
                  </a:lnTo>
                  <a:lnTo>
                    <a:pt x="108" y="130"/>
                  </a:lnTo>
                  <a:lnTo>
                    <a:pt x="106" y="129"/>
                  </a:lnTo>
                  <a:lnTo>
                    <a:pt x="102" y="128"/>
                  </a:lnTo>
                  <a:lnTo>
                    <a:pt x="99" y="128"/>
                  </a:lnTo>
                  <a:lnTo>
                    <a:pt x="95" y="125"/>
                  </a:lnTo>
                  <a:lnTo>
                    <a:pt x="93" y="124"/>
                  </a:lnTo>
                  <a:lnTo>
                    <a:pt x="93" y="124"/>
                  </a:lnTo>
                  <a:lnTo>
                    <a:pt x="90" y="121"/>
                  </a:lnTo>
                  <a:lnTo>
                    <a:pt x="89" y="121"/>
                  </a:lnTo>
                  <a:lnTo>
                    <a:pt x="89" y="122"/>
                  </a:lnTo>
                  <a:lnTo>
                    <a:pt x="85" y="122"/>
                  </a:lnTo>
                  <a:lnTo>
                    <a:pt x="82" y="124"/>
                  </a:lnTo>
                  <a:lnTo>
                    <a:pt x="81" y="124"/>
                  </a:lnTo>
                  <a:lnTo>
                    <a:pt x="79" y="125"/>
                  </a:lnTo>
                  <a:lnTo>
                    <a:pt x="79" y="125"/>
                  </a:lnTo>
                  <a:lnTo>
                    <a:pt x="77" y="124"/>
                  </a:lnTo>
                  <a:lnTo>
                    <a:pt x="74" y="120"/>
                  </a:lnTo>
                  <a:lnTo>
                    <a:pt x="73" y="118"/>
                  </a:lnTo>
                  <a:lnTo>
                    <a:pt x="69" y="117"/>
                  </a:lnTo>
                  <a:lnTo>
                    <a:pt x="68" y="117"/>
                  </a:lnTo>
                  <a:lnTo>
                    <a:pt x="66" y="117"/>
                  </a:lnTo>
                  <a:lnTo>
                    <a:pt x="62" y="116"/>
                  </a:lnTo>
                  <a:lnTo>
                    <a:pt x="61" y="116"/>
                  </a:lnTo>
                  <a:lnTo>
                    <a:pt x="60" y="116"/>
                  </a:lnTo>
                  <a:lnTo>
                    <a:pt x="58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8"/>
                  </a:lnTo>
                  <a:lnTo>
                    <a:pt x="45" y="120"/>
                  </a:lnTo>
                  <a:lnTo>
                    <a:pt x="44" y="121"/>
                  </a:lnTo>
                  <a:lnTo>
                    <a:pt x="45" y="122"/>
                  </a:lnTo>
                  <a:lnTo>
                    <a:pt x="45" y="124"/>
                  </a:lnTo>
                  <a:lnTo>
                    <a:pt x="44" y="124"/>
                  </a:lnTo>
                  <a:lnTo>
                    <a:pt x="45" y="126"/>
                  </a:lnTo>
                  <a:lnTo>
                    <a:pt x="45" y="128"/>
                  </a:lnTo>
                  <a:lnTo>
                    <a:pt x="45" y="129"/>
                  </a:lnTo>
                  <a:lnTo>
                    <a:pt x="44" y="129"/>
                  </a:lnTo>
                  <a:lnTo>
                    <a:pt x="41" y="132"/>
                  </a:lnTo>
                  <a:lnTo>
                    <a:pt x="41" y="133"/>
                  </a:lnTo>
                  <a:lnTo>
                    <a:pt x="41" y="134"/>
                  </a:lnTo>
                  <a:lnTo>
                    <a:pt x="43" y="137"/>
                  </a:lnTo>
                  <a:lnTo>
                    <a:pt x="44" y="137"/>
                  </a:lnTo>
                  <a:lnTo>
                    <a:pt x="44" y="138"/>
                  </a:lnTo>
                  <a:lnTo>
                    <a:pt x="41" y="140"/>
                  </a:lnTo>
                  <a:lnTo>
                    <a:pt x="39" y="137"/>
                  </a:lnTo>
                  <a:lnTo>
                    <a:pt x="36" y="136"/>
                  </a:lnTo>
                  <a:lnTo>
                    <a:pt x="35" y="133"/>
                  </a:lnTo>
                  <a:lnTo>
                    <a:pt x="31" y="130"/>
                  </a:lnTo>
                  <a:lnTo>
                    <a:pt x="29" y="132"/>
                  </a:lnTo>
                  <a:lnTo>
                    <a:pt x="29" y="133"/>
                  </a:lnTo>
                  <a:lnTo>
                    <a:pt x="28" y="134"/>
                  </a:lnTo>
                  <a:lnTo>
                    <a:pt x="25" y="134"/>
                  </a:lnTo>
                  <a:lnTo>
                    <a:pt x="23" y="132"/>
                  </a:lnTo>
                  <a:lnTo>
                    <a:pt x="24" y="129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1" y="124"/>
                  </a:lnTo>
                  <a:lnTo>
                    <a:pt x="16" y="126"/>
                  </a:lnTo>
                  <a:lnTo>
                    <a:pt x="12" y="124"/>
                  </a:lnTo>
                  <a:lnTo>
                    <a:pt x="12" y="118"/>
                  </a:lnTo>
                  <a:lnTo>
                    <a:pt x="0" y="111"/>
                  </a:lnTo>
                  <a:lnTo>
                    <a:pt x="0" y="108"/>
                  </a:lnTo>
                  <a:lnTo>
                    <a:pt x="2" y="105"/>
                  </a:lnTo>
                  <a:lnTo>
                    <a:pt x="3" y="103"/>
                  </a:lnTo>
                  <a:lnTo>
                    <a:pt x="3" y="100"/>
                  </a:lnTo>
                  <a:lnTo>
                    <a:pt x="6" y="101"/>
                  </a:lnTo>
                  <a:lnTo>
                    <a:pt x="15" y="100"/>
                  </a:lnTo>
                  <a:lnTo>
                    <a:pt x="18" y="100"/>
                  </a:lnTo>
                  <a:lnTo>
                    <a:pt x="20" y="99"/>
                  </a:lnTo>
                  <a:lnTo>
                    <a:pt x="28" y="99"/>
                  </a:lnTo>
                  <a:lnTo>
                    <a:pt x="31" y="97"/>
                  </a:lnTo>
                  <a:lnTo>
                    <a:pt x="35" y="96"/>
                  </a:lnTo>
                  <a:lnTo>
                    <a:pt x="39" y="95"/>
                  </a:lnTo>
                  <a:lnTo>
                    <a:pt x="44" y="91"/>
                  </a:lnTo>
                  <a:lnTo>
                    <a:pt x="45" y="90"/>
                  </a:lnTo>
                  <a:lnTo>
                    <a:pt x="45" y="84"/>
                  </a:lnTo>
                  <a:lnTo>
                    <a:pt x="48" y="84"/>
                  </a:lnTo>
                  <a:lnTo>
                    <a:pt x="48" y="72"/>
                  </a:lnTo>
                  <a:lnTo>
                    <a:pt x="49" y="50"/>
                  </a:lnTo>
                  <a:lnTo>
                    <a:pt x="66" y="46"/>
                  </a:lnTo>
                  <a:lnTo>
                    <a:pt x="81" y="33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6" name="Freeform 465"/>
            <p:cNvSpPr>
              <a:spLocks/>
            </p:cNvSpPr>
            <p:nvPr/>
          </p:nvSpPr>
          <p:spPr bwMode="auto">
            <a:xfrm>
              <a:off x="5866774" y="3931672"/>
              <a:ext cx="345133" cy="294378"/>
            </a:xfrm>
            <a:custGeom>
              <a:avLst/>
              <a:gdLst>
                <a:gd name="T0" fmla="*/ 34 w 136"/>
                <a:gd name="T1" fmla="*/ 1 h 116"/>
                <a:gd name="T2" fmla="*/ 41 w 136"/>
                <a:gd name="T3" fmla="*/ 2 h 116"/>
                <a:gd name="T4" fmla="*/ 47 w 136"/>
                <a:gd name="T5" fmla="*/ 9 h 116"/>
                <a:gd name="T6" fmla="*/ 50 w 136"/>
                <a:gd name="T7" fmla="*/ 8 h 116"/>
                <a:gd name="T8" fmla="*/ 57 w 136"/>
                <a:gd name="T9" fmla="*/ 5 h 116"/>
                <a:gd name="T10" fmla="*/ 61 w 136"/>
                <a:gd name="T11" fmla="*/ 8 h 116"/>
                <a:gd name="T12" fmla="*/ 70 w 136"/>
                <a:gd name="T13" fmla="*/ 12 h 116"/>
                <a:gd name="T14" fmla="*/ 79 w 136"/>
                <a:gd name="T15" fmla="*/ 12 h 116"/>
                <a:gd name="T16" fmla="*/ 91 w 136"/>
                <a:gd name="T17" fmla="*/ 8 h 116"/>
                <a:gd name="T18" fmla="*/ 103 w 136"/>
                <a:gd name="T19" fmla="*/ 9 h 116"/>
                <a:gd name="T20" fmla="*/ 111 w 136"/>
                <a:gd name="T21" fmla="*/ 10 h 116"/>
                <a:gd name="T22" fmla="*/ 115 w 136"/>
                <a:gd name="T23" fmla="*/ 5 h 116"/>
                <a:gd name="T24" fmla="*/ 118 w 136"/>
                <a:gd name="T25" fmla="*/ 5 h 116"/>
                <a:gd name="T26" fmla="*/ 124 w 136"/>
                <a:gd name="T27" fmla="*/ 2 h 116"/>
                <a:gd name="T28" fmla="*/ 129 w 136"/>
                <a:gd name="T29" fmla="*/ 10 h 116"/>
                <a:gd name="T30" fmla="*/ 130 w 136"/>
                <a:gd name="T31" fmla="*/ 14 h 116"/>
                <a:gd name="T32" fmla="*/ 134 w 136"/>
                <a:gd name="T33" fmla="*/ 21 h 116"/>
                <a:gd name="T34" fmla="*/ 136 w 136"/>
                <a:gd name="T35" fmla="*/ 27 h 116"/>
                <a:gd name="T36" fmla="*/ 130 w 136"/>
                <a:gd name="T37" fmla="*/ 31 h 116"/>
                <a:gd name="T38" fmla="*/ 126 w 136"/>
                <a:gd name="T39" fmla="*/ 34 h 116"/>
                <a:gd name="T40" fmla="*/ 122 w 136"/>
                <a:gd name="T41" fmla="*/ 42 h 116"/>
                <a:gd name="T42" fmla="*/ 122 w 136"/>
                <a:gd name="T43" fmla="*/ 50 h 116"/>
                <a:gd name="T44" fmla="*/ 116 w 136"/>
                <a:gd name="T45" fmla="*/ 55 h 116"/>
                <a:gd name="T46" fmla="*/ 115 w 136"/>
                <a:gd name="T47" fmla="*/ 63 h 116"/>
                <a:gd name="T48" fmla="*/ 108 w 136"/>
                <a:gd name="T49" fmla="*/ 70 h 116"/>
                <a:gd name="T50" fmla="*/ 104 w 136"/>
                <a:gd name="T51" fmla="*/ 76 h 116"/>
                <a:gd name="T52" fmla="*/ 103 w 136"/>
                <a:gd name="T53" fmla="*/ 83 h 116"/>
                <a:gd name="T54" fmla="*/ 100 w 136"/>
                <a:gd name="T55" fmla="*/ 85 h 116"/>
                <a:gd name="T56" fmla="*/ 95 w 136"/>
                <a:gd name="T57" fmla="*/ 89 h 116"/>
                <a:gd name="T58" fmla="*/ 88 w 136"/>
                <a:gd name="T59" fmla="*/ 84 h 116"/>
                <a:gd name="T60" fmla="*/ 83 w 136"/>
                <a:gd name="T61" fmla="*/ 83 h 116"/>
                <a:gd name="T62" fmla="*/ 79 w 136"/>
                <a:gd name="T63" fmla="*/ 85 h 116"/>
                <a:gd name="T64" fmla="*/ 75 w 136"/>
                <a:gd name="T65" fmla="*/ 92 h 116"/>
                <a:gd name="T66" fmla="*/ 71 w 136"/>
                <a:gd name="T67" fmla="*/ 97 h 116"/>
                <a:gd name="T68" fmla="*/ 70 w 136"/>
                <a:gd name="T69" fmla="*/ 104 h 116"/>
                <a:gd name="T70" fmla="*/ 66 w 136"/>
                <a:gd name="T71" fmla="*/ 112 h 116"/>
                <a:gd name="T72" fmla="*/ 63 w 136"/>
                <a:gd name="T73" fmla="*/ 109 h 116"/>
                <a:gd name="T74" fmla="*/ 57 w 136"/>
                <a:gd name="T75" fmla="*/ 113 h 116"/>
                <a:gd name="T76" fmla="*/ 47 w 136"/>
                <a:gd name="T77" fmla="*/ 116 h 116"/>
                <a:gd name="T78" fmla="*/ 29 w 136"/>
                <a:gd name="T79" fmla="*/ 112 h 116"/>
                <a:gd name="T80" fmla="*/ 25 w 136"/>
                <a:gd name="T81" fmla="*/ 104 h 116"/>
                <a:gd name="T82" fmla="*/ 9 w 136"/>
                <a:gd name="T83" fmla="*/ 88 h 116"/>
                <a:gd name="T84" fmla="*/ 0 w 136"/>
                <a:gd name="T85" fmla="*/ 87 h 116"/>
                <a:gd name="T86" fmla="*/ 0 w 136"/>
                <a:gd name="T87" fmla="*/ 77 h 116"/>
                <a:gd name="T88" fmla="*/ 0 w 136"/>
                <a:gd name="T89" fmla="*/ 68 h 116"/>
                <a:gd name="T90" fmla="*/ 0 w 136"/>
                <a:gd name="T91" fmla="*/ 66 h 116"/>
                <a:gd name="T92" fmla="*/ 0 w 136"/>
                <a:gd name="T93" fmla="*/ 60 h 116"/>
                <a:gd name="T94" fmla="*/ 3 w 136"/>
                <a:gd name="T95" fmla="*/ 55 h 116"/>
                <a:gd name="T96" fmla="*/ 7 w 136"/>
                <a:gd name="T97" fmla="*/ 52 h 116"/>
                <a:gd name="T98" fmla="*/ 11 w 136"/>
                <a:gd name="T99" fmla="*/ 46 h 116"/>
                <a:gd name="T100" fmla="*/ 9 w 136"/>
                <a:gd name="T101" fmla="*/ 42 h 116"/>
                <a:gd name="T102" fmla="*/ 13 w 136"/>
                <a:gd name="T103" fmla="*/ 39 h 116"/>
                <a:gd name="T104" fmla="*/ 13 w 136"/>
                <a:gd name="T105" fmla="*/ 31 h 116"/>
                <a:gd name="T106" fmla="*/ 9 w 136"/>
                <a:gd name="T107" fmla="*/ 25 h 116"/>
                <a:gd name="T108" fmla="*/ 11 w 136"/>
                <a:gd name="T109" fmla="*/ 21 h 116"/>
                <a:gd name="T110" fmla="*/ 9 w 136"/>
                <a:gd name="T111" fmla="*/ 16 h 116"/>
                <a:gd name="T112" fmla="*/ 13 w 136"/>
                <a:gd name="T113" fmla="*/ 12 h 116"/>
                <a:gd name="T114" fmla="*/ 13 w 136"/>
                <a:gd name="T115" fmla="*/ 8 h 116"/>
                <a:gd name="T116" fmla="*/ 13 w 136"/>
                <a:gd name="T117" fmla="*/ 4 h 116"/>
                <a:gd name="T118" fmla="*/ 17 w 136"/>
                <a:gd name="T119" fmla="*/ 1 h 116"/>
                <a:gd name="T120" fmla="*/ 22 w 136"/>
                <a:gd name="T121" fmla="*/ 1 h 116"/>
                <a:gd name="T122" fmla="*/ 29 w 136"/>
                <a:gd name="T12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6" h="116">
                  <a:moveTo>
                    <a:pt x="29" y="0"/>
                  </a:moveTo>
                  <a:lnTo>
                    <a:pt x="30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41" y="2"/>
                  </a:lnTo>
                  <a:lnTo>
                    <a:pt x="42" y="4"/>
                  </a:lnTo>
                  <a:lnTo>
                    <a:pt x="45" y="8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8"/>
                  </a:lnTo>
                  <a:lnTo>
                    <a:pt x="53" y="6"/>
                  </a:lnTo>
                  <a:lnTo>
                    <a:pt x="57" y="6"/>
                  </a:lnTo>
                  <a:lnTo>
                    <a:pt x="57" y="5"/>
                  </a:lnTo>
                  <a:lnTo>
                    <a:pt x="58" y="5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9"/>
                  </a:lnTo>
                  <a:lnTo>
                    <a:pt x="67" y="12"/>
                  </a:lnTo>
                  <a:lnTo>
                    <a:pt x="70" y="12"/>
                  </a:lnTo>
                  <a:lnTo>
                    <a:pt x="74" y="13"/>
                  </a:lnTo>
                  <a:lnTo>
                    <a:pt x="76" y="14"/>
                  </a:lnTo>
                  <a:lnTo>
                    <a:pt x="79" y="12"/>
                  </a:lnTo>
                  <a:lnTo>
                    <a:pt x="82" y="8"/>
                  </a:lnTo>
                  <a:lnTo>
                    <a:pt x="84" y="6"/>
                  </a:lnTo>
                  <a:lnTo>
                    <a:pt x="91" y="8"/>
                  </a:lnTo>
                  <a:lnTo>
                    <a:pt x="93" y="6"/>
                  </a:lnTo>
                  <a:lnTo>
                    <a:pt x="99" y="6"/>
                  </a:lnTo>
                  <a:lnTo>
                    <a:pt x="103" y="9"/>
                  </a:lnTo>
                  <a:lnTo>
                    <a:pt x="105" y="9"/>
                  </a:lnTo>
                  <a:lnTo>
                    <a:pt x="108" y="10"/>
                  </a:lnTo>
                  <a:lnTo>
                    <a:pt x="111" y="10"/>
                  </a:lnTo>
                  <a:lnTo>
                    <a:pt x="111" y="8"/>
                  </a:lnTo>
                  <a:lnTo>
                    <a:pt x="113" y="6"/>
                  </a:lnTo>
                  <a:lnTo>
                    <a:pt x="115" y="5"/>
                  </a:lnTo>
                  <a:lnTo>
                    <a:pt x="116" y="5"/>
                  </a:lnTo>
                  <a:lnTo>
                    <a:pt x="117" y="5"/>
                  </a:lnTo>
                  <a:lnTo>
                    <a:pt x="118" y="5"/>
                  </a:lnTo>
                  <a:lnTo>
                    <a:pt x="120" y="4"/>
                  </a:lnTo>
                  <a:lnTo>
                    <a:pt x="121" y="1"/>
                  </a:lnTo>
                  <a:lnTo>
                    <a:pt x="124" y="2"/>
                  </a:lnTo>
                  <a:lnTo>
                    <a:pt x="128" y="6"/>
                  </a:lnTo>
                  <a:lnTo>
                    <a:pt x="129" y="10"/>
                  </a:lnTo>
                  <a:lnTo>
                    <a:pt x="129" y="10"/>
                  </a:lnTo>
                  <a:lnTo>
                    <a:pt x="129" y="10"/>
                  </a:lnTo>
                  <a:lnTo>
                    <a:pt x="130" y="13"/>
                  </a:lnTo>
                  <a:lnTo>
                    <a:pt x="130" y="14"/>
                  </a:lnTo>
                  <a:lnTo>
                    <a:pt x="130" y="18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2"/>
                  </a:lnTo>
                  <a:lnTo>
                    <a:pt x="134" y="24"/>
                  </a:lnTo>
                  <a:lnTo>
                    <a:pt x="136" y="27"/>
                  </a:lnTo>
                  <a:lnTo>
                    <a:pt x="136" y="29"/>
                  </a:lnTo>
                  <a:lnTo>
                    <a:pt x="133" y="30"/>
                  </a:lnTo>
                  <a:lnTo>
                    <a:pt x="130" y="31"/>
                  </a:lnTo>
                  <a:lnTo>
                    <a:pt x="129" y="31"/>
                  </a:lnTo>
                  <a:lnTo>
                    <a:pt x="128" y="34"/>
                  </a:lnTo>
                  <a:lnTo>
                    <a:pt x="126" y="34"/>
                  </a:lnTo>
                  <a:lnTo>
                    <a:pt x="125" y="35"/>
                  </a:lnTo>
                  <a:lnTo>
                    <a:pt x="124" y="39"/>
                  </a:lnTo>
                  <a:lnTo>
                    <a:pt x="122" y="42"/>
                  </a:lnTo>
                  <a:lnTo>
                    <a:pt x="122" y="43"/>
                  </a:lnTo>
                  <a:lnTo>
                    <a:pt x="122" y="47"/>
                  </a:lnTo>
                  <a:lnTo>
                    <a:pt x="122" y="50"/>
                  </a:lnTo>
                  <a:lnTo>
                    <a:pt x="120" y="52"/>
                  </a:lnTo>
                  <a:lnTo>
                    <a:pt x="117" y="52"/>
                  </a:lnTo>
                  <a:lnTo>
                    <a:pt x="116" y="55"/>
                  </a:lnTo>
                  <a:lnTo>
                    <a:pt x="116" y="58"/>
                  </a:lnTo>
                  <a:lnTo>
                    <a:pt x="115" y="60"/>
                  </a:lnTo>
                  <a:lnTo>
                    <a:pt x="115" y="63"/>
                  </a:lnTo>
                  <a:lnTo>
                    <a:pt x="112" y="64"/>
                  </a:lnTo>
                  <a:lnTo>
                    <a:pt x="109" y="67"/>
                  </a:lnTo>
                  <a:lnTo>
                    <a:pt x="108" y="70"/>
                  </a:lnTo>
                  <a:lnTo>
                    <a:pt x="108" y="71"/>
                  </a:lnTo>
                  <a:lnTo>
                    <a:pt x="108" y="72"/>
                  </a:lnTo>
                  <a:lnTo>
                    <a:pt x="104" y="76"/>
                  </a:lnTo>
                  <a:lnTo>
                    <a:pt x="104" y="79"/>
                  </a:lnTo>
                  <a:lnTo>
                    <a:pt x="104" y="81"/>
                  </a:lnTo>
                  <a:lnTo>
                    <a:pt x="103" y="83"/>
                  </a:lnTo>
                  <a:lnTo>
                    <a:pt x="100" y="84"/>
                  </a:lnTo>
                  <a:lnTo>
                    <a:pt x="100" y="85"/>
                  </a:lnTo>
                  <a:lnTo>
                    <a:pt x="100" y="85"/>
                  </a:lnTo>
                  <a:lnTo>
                    <a:pt x="97" y="88"/>
                  </a:lnTo>
                  <a:lnTo>
                    <a:pt x="96" y="91"/>
                  </a:lnTo>
                  <a:lnTo>
                    <a:pt x="95" y="89"/>
                  </a:lnTo>
                  <a:lnTo>
                    <a:pt x="92" y="88"/>
                  </a:lnTo>
                  <a:lnTo>
                    <a:pt x="91" y="85"/>
                  </a:lnTo>
                  <a:lnTo>
                    <a:pt x="88" y="84"/>
                  </a:lnTo>
                  <a:lnTo>
                    <a:pt x="87" y="84"/>
                  </a:lnTo>
                  <a:lnTo>
                    <a:pt x="84" y="84"/>
                  </a:lnTo>
                  <a:lnTo>
                    <a:pt x="83" y="83"/>
                  </a:lnTo>
                  <a:lnTo>
                    <a:pt x="83" y="84"/>
                  </a:lnTo>
                  <a:lnTo>
                    <a:pt x="80" y="84"/>
                  </a:lnTo>
                  <a:lnTo>
                    <a:pt x="79" y="85"/>
                  </a:lnTo>
                  <a:lnTo>
                    <a:pt x="79" y="88"/>
                  </a:lnTo>
                  <a:lnTo>
                    <a:pt x="76" y="91"/>
                  </a:lnTo>
                  <a:lnTo>
                    <a:pt x="75" y="92"/>
                  </a:lnTo>
                  <a:lnTo>
                    <a:pt x="72" y="93"/>
                  </a:lnTo>
                  <a:lnTo>
                    <a:pt x="71" y="96"/>
                  </a:lnTo>
                  <a:lnTo>
                    <a:pt x="71" y="97"/>
                  </a:lnTo>
                  <a:lnTo>
                    <a:pt x="70" y="99"/>
                  </a:lnTo>
                  <a:lnTo>
                    <a:pt x="70" y="100"/>
                  </a:lnTo>
                  <a:lnTo>
                    <a:pt x="70" y="104"/>
                  </a:lnTo>
                  <a:lnTo>
                    <a:pt x="68" y="106"/>
                  </a:lnTo>
                  <a:lnTo>
                    <a:pt x="66" y="110"/>
                  </a:lnTo>
                  <a:lnTo>
                    <a:pt x="66" y="112"/>
                  </a:lnTo>
                  <a:lnTo>
                    <a:pt x="66" y="112"/>
                  </a:lnTo>
                  <a:lnTo>
                    <a:pt x="65" y="112"/>
                  </a:lnTo>
                  <a:lnTo>
                    <a:pt x="63" y="109"/>
                  </a:lnTo>
                  <a:lnTo>
                    <a:pt x="62" y="113"/>
                  </a:lnTo>
                  <a:lnTo>
                    <a:pt x="58" y="113"/>
                  </a:lnTo>
                  <a:lnTo>
                    <a:pt x="57" y="113"/>
                  </a:lnTo>
                  <a:lnTo>
                    <a:pt x="50" y="114"/>
                  </a:lnTo>
                  <a:lnTo>
                    <a:pt x="50" y="114"/>
                  </a:lnTo>
                  <a:lnTo>
                    <a:pt x="47" y="116"/>
                  </a:lnTo>
                  <a:lnTo>
                    <a:pt x="36" y="116"/>
                  </a:lnTo>
                  <a:lnTo>
                    <a:pt x="32" y="114"/>
                  </a:lnTo>
                  <a:lnTo>
                    <a:pt x="29" y="112"/>
                  </a:lnTo>
                  <a:lnTo>
                    <a:pt x="26" y="108"/>
                  </a:lnTo>
                  <a:lnTo>
                    <a:pt x="25" y="108"/>
                  </a:lnTo>
                  <a:lnTo>
                    <a:pt x="25" y="104"/>
                  </a:lnTo>
                  <a:lnTo>
                    <a:pt x="22" y="97"/>
                  </a:lnTo>
                  <a:lnTo>
                    <a:pt x="17" y="93"/>
                  </a:lnTo>
                  <a:lnTo>
                    <a:pt x="9" y="88"/>
                  </a:lnTo>
                  <a:lnTo>
                    <a:pt x="5" y="89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0"/>
                  </a:lnTo>
                  <a:lnTo>
                    <a:pt x="0" y="79"/>
                  </a:lnTo>
                  <a:lnTo>
                    <a:pt x="0" y="77"/>
                  </a:lnTo>
                  <a:lnTo>
                    <a:pt x="0" y="72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1" y="56"/>
                  </a:lnTo>
                  <a:lnTo>
                    <a:pt x="3" y="55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7" y="52"/>
                  </a:lnTo>
                  <a:lnTo>
                    <a:pt x="8" y="50"/>
                  </a:lnTo>
                  <a:lnTo>
                    <a:pt x="8" y="47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9" y="42"/>
                  </a:lnTo>
                  <a:lnTo>
                    <a:pt x="11" y="42"/>
                  </a:lnTo>
                  <a:lnTo>
                    <a:pt x="11" y="39"/>
                  </a:lnTo>
                  <a:lnTo>
                    <a:pt x="13" y="39"/>
                  </a:lnTo>
                  <a:lnTo>
                    <a:pt x="14" y="38"/>
                  </a:lnTo>
                  <a:lnTo>
                    <a:pt x="13" y="34"/>
                  </a:lnTo>
                  <a:lnTo>
                    <a:pt x="13" y="31"/>
                  </a:lnTo>
                  <a:lnTo>
                    <a:pt x="9" y="29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9" y="18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7" name="Freeform 466"/>
            <p:cNvSpPr>
              <a:spLocks/>
            </p:cNvSpPr>
            <p:nvPr/>
          </p:nvSpPr>
          <p:spPr bwMode="auto">
            <a:xfrm>
              <a:off x="5965747" y="4342787"/>
              <a:ext cx="10151" cy="10151"/>
            </a:xfrm>
            <a:custGeom>
              <a:avLst/>
              <a:gdLst>
                <a:gd name="T0" fmla="*/ 2 w 4"/>
                <a:gd name="T1" fmla="*/ 0 h 4"/>
                <a:gd name="T2" fmla="*/ 4 w 4"/>
                <a:gd name="T3" fmla="*/ 1 h 4"/>
                <a:gd name="T4" fmla="*/ 3 w 4"/>
                <a:gd name="T5" fmla="*/ 4 h 4"/>
                <a:gd name="T6" fmla="*/ 2 w 4"/>
                <a:gd name="T7" fmla="*/ 4 h 4"/>
                <a:gd name="T8" fmla="*/ 2 w 4"/>
                <a:gd name="T9" fmla="*/ 4 h 4"/>
                <a:gd name="T10" fmla="*/ 0 w 4"/>
                <a:gd name="T11" fmla="*/ 2 h 4"/>
                <a:gd name="T12" fmla="*/ 2 w 4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lnTo>
                    <a:pt x="4" y="1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8" name="Freeform 467"/>
            <p:cNvSpPr>
              <a:spLocks/>
            </p:cNvSpPr>
            <p:nvPr/>
          </p:nvSpPr>
          <p:spPr bwMode="auto">
            <a:xfrm>
              <a:off x="6024114" y="4236202"/>
              <a:ext cx="15226" cy="22840"/>
            </a:xfrm>
            <a:custGeom>
              <a:avLst/>
              <a:gdLst>
                <a:gd name="T0" fmla="*/ 5 w 6"/>
                <a:gd name="T1" fmla="*/ 0 h 9"/>
                <a:gd name="T2" fmla="*/ 6 w 6"/>
                <a:gd name="T3" fmla="*/ 1 h 9"/>
                <a:gd name="T4" fmla="*/ 6 w 6"/>
                <a:gd name="T5" fmla="*/ 5 h 9"/>
                <a:gd name="T6" fmla="*/ 5 w 6"/>
                <a:gd name="T7" fmla="*/ 9 h 9"/>
                <a:gd name="T8" fmla="*/ 3 w 6"/>
                <a:gd name="T9" fmla="*/ 9 h 9"/>
                <a:gd name="T10" fmla="*/ 0 w 6"/>
                <a:gd name="T11" fmla="*/ 7 h 9"/>
                <a:gd name="T12" fmla="*/ 0 w 6"/>
                <a:gd name="T13" fmla="*/ 6 h 9"/>
                <a:gd name="T14" fmla="*/ 3 w 6"/>
                <a:gd name="T15" fmla="*/ 6 h 9"/>
                <a:gd name="T16" fmla="*/ 3 w 6"/>
                <a:gd name="T17" fmla="*/ 2 h 9"/>
                <a:gd name="T18" fmla="*/ 5 w 6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6" y="1"/>
                  </a:lnTo>
                  <a:lnTo>
                    <a:pt x="6" y="5"/>
                  </a:lnTo>
                  <a:lnTo>
                    <a:pt x="5" y="9"/>
                  </a:lnTo>
                  <a:lnTo>
                    <a:pt x="3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9" name="Freeform 468"/>
            <p:cNvSpPr>
              <a:spLocks/>
            </p:cNvSpPr>
            <p:nvPr/>
          </p:nvSpPr>
          <p:spPr bwMode="auto">
            <a:xfrm>
              <a:off x="6034265" y="3957050"/>
              <a:ext cx="225860" cy="345133"/>
            </a:xfrm>
            <a:custGeom>
              <a:avLst/>
              <a:gdLst>
                <a:gd name="T0" fmla="*/ 72 w 89"/>
                <a:gd name="T1" fmla="*/ 6 h 136"/>
                <a:gd name="T2" fmla="*/ 74 w 89"/>
                <a:gd name="T3" fmla="*/ 12 h 136"/>
                <a:gd name="T4" fmla="*/ 75 w 89"/>
                <a:gd name="T5" fmla="*/ 17 h 136"/>
                <a:gd name="T6" fmla="*/ 75 w 89"/>
                <a:gd name="T7" fmla="*/ 24 h 136"/>
                <a:gd name="T8" fmla="*/ 76 w 89"/>
                <a:gd name="T9" fmla="*/ 31 h 136"/>
                <a:gd name="T10" fmla="*/ 81 w 89"/>
                <a:gd name="T11" fmla="*/ 36 h 136"/>
                <a:gd name="T12" fmla="*/ 80 w 89"/>
                <a:gd name="T13" fmla="*/ 37 h 136"/>
                <a:gd name="T14" fmla="*/ 74 w 89"/>
                <a:gd name="T15" fmla="*/ 37 h 136"/>
                <a:gd name="T16" fmla="*/ 70 w 89"/>
                <a:gd name="T17" fmla="*/ 36 h 136"/>
                <a:gd name="T18" fmla="*/ 66 w 89"/>
                <a:gd name="T19" fmla="*/ 39 h 136"/>
                <a:gd name="T20" fmla="*/ 64 w 89"/>
                <a:gd name="T21" fmla="*/ 42 h 136"/>
                <a:gd name="T22" fmla="*/ 68 w 89"/>
                <a:gd name="T23" fmla="*/ 46 h 136"/>
                <a:gd name="T24" fmla="*/ 79 w 89"/>
                <a:gd name="T25" fmla="*/ 56 h 136"/>
                <a:gd name="T26" fmla="*/ 83 w 89"/>
                <a:gd name="T27" fmla="*/ 65 h 136"/>
                <a:gd name="T28" fmla="*/ 78 w 89"/>
                <a:gd name="T29" fmla="*/ 71 h 136"/>
                <a:gd name="T30" fmla="*/ 72 w 89"/>
                <a:gd name="T31" fmla="*/ 81 h 136"/>
                <a:gd name="T32" fmla="*/ 70 w 89"/>
                <a:gd name="T33" fmla="*/ 86 h 136"/>
                <a:gd name="T34" fmla="*/ 71 w 89"/>
                <a:gd name="T35" fmla="*/ 95 h 136"/>
                <a:gd name="T36" fmla="*/ 72 w 89"/>
                <a:gd name="T37" fmla="*/ 103 h 136"/>
                <a:gd name="T38" fmla="*/ 79 w 89"/>
                <a:gd name="T39" fmla="*/ 110 h 136"/>
                <a:gd name="T40" fmla="*/ 85 w 89"/>
                <a:gd name="T41" fmla="*/ 119 h 136"/>
                <a:gd name="T42" fmla="*/ 89 w 89"/>
                <a:gd name="T43" fmla="*/ 127 h 136"/>
                <a:gd name="T44" fmla="*/ 89 w 89"/>
                <a:gd name="T45" fmla="*/ 128 h 136"/>
                <a:gd name="T46" fmla="*/ 87 w 89"/>
                <a:gd name="T47" fmla="*/ 132 h 136"/>
                <a:gd name="T48" fmla="*/ 87 w 89"/>
                <a:gd name="T49" fmla="*/ 136 h 136"/>
                <a:gd name="T50" fmla="*/ 84 w 89"/>
                <a:gd name="T51" fmla="*/ 135 h 136"/>
                <a:gd name="T52" fmla="*/ 80 w 89"/>
                <a:gd name="T53" fmla="*/ 135 h 136"/>
                <a:gd name="T54" fmla="*/ 76 w 89"/>
                <a:gd name="T55" fmla="*/ 133 h 136"/>
                <a:gd name="T56" fmla="*/ 74 w 89"/>
                <a:gd name="T57" fmla="*/ 132 h 136"/>
                <a:gd name="T58" fmla="*/ 70 w 89"/>
                <a:gd name="T59" fmla="*/ 132 h 136"/>
                <a:gd name="T60" fmla="*/ 52 w 89"/>
                <a:gd name="T61" fmla="*/ 132 h 136"/>
                <a:gd name="T62" fmla="*/ 51 w 89"/>
                <a:gd name="T63" fmla="*/ 131 h 136"/>
                <a:gd name="T64" fmla="*/ 46 w 89"/>
                <a:gd name="T65" fmla="*/ 131 h 136"/>
                <a:gd name="T66" fmla="*/ 39 w 89"/>
                <a:gd name="T67" fmla="*/ 129 h 136"/>
                <a:gd name="T68" fmla="*/ 34 w 89"/>
                <a:gd name="T69" fmla="*/ 131 h 136"/>
                <a:gd name="T70" fmla="*/ 31 w 89"/>
                <a:gd name="T71" fmla="*/ 132 h 136"/>
                <a:gd name="T72" fmla="*/ 16 w 89"/>
                <a:gd name="T73" fmla="*/ 131 h 136"/>
                <a:gd name="T74" fmla="*/ 16 w 89"/>
                <a:gd name="T75" fmla="*/ 129 h 136"/>
                <a:gd name="T76" fmla="*/ 14 w 89"/>
                <a:gd name="T77" fmla="*/ 119 h 136"/>
                <a:gd name="T78" fmla="*/ 13 w 89"/>
                <a:gd name="T79" fmla="*/ 111 h 136"/>
                <a:gd name="T80" fmla="*/ 6 w 89"/>
                <a:gd name="T81" fmla="*/ 108 h 136"/>
                <a:gd name="T82" fmla="*/ 1 w 89"/>
                <a:gd name="T83" fmla="*/ 102 h 136"/>
                <a:gd name="T84" fmla="*/ 2 w 89"/>
                <a:gd name="T85" fmla="*/ 96 h 136"/>
                <a:gd name="T86" fmla="*/ 4 w 89"/>
                <a:gd name="T87" fmla="*/ 89 h 136"/>
                <a:gd name="T88" fmla="*/ 6 w 89"/>
                <a:gd name="T89" fmla="*/ 83 h 136"/>
                <a:gd name="T90" fmla="*/ 13 w 89"/>
                <a:gd name="T91" fmla="*/ 78 h 136"/>
                <a:gd name="T92" fmla="*/ 17 w 89"/>
                <a:gd name="T93" fmla="*/ 74 h 136"/>
                <a:gd name="T94" fmla="*/ 21 w 89"/>
                <a:gd name="T95" fmla="*/ 74 h 136"/>
                <a:gd name="T96" fmla="*/ 26 w 89"/>
                <a:gd name="T97" fmla="*/ 78 h 136"/>
                <a:gd name="T98" fmla="*/ 31 w 89"/>
                <a:gd name="T99" fmla="*/ 78 h 136"/>
                <a:gd name="T100" fmla="*/ 34 w 89"/>
                <a:gd name="T101" fmla="*/ 74 h 136"/>
                <a:gd name="T102" fmla="*/ 38 w 89"/>
                <a:gd name="T103" fmla="*/ 69 h 136"/>
                <a:gd name="T104" fmla="*/ 42 w 89"/>
                <a:gd name="T105" fmla="*/ 61 h 136"/>
                <a:gd name="T106" fmla="*/ 46 w 89"/>
                <a:gd name="T107" fmla="*/ 54 h 136"/>
                <a:gd name="T108" fmla="*/ 50 w 89"/>
                <a:gd name="T109" fmla="*/ 48 h 136"/>
                <a:gd name="T110" fmla="*/ 54 w 89"/>
                <a:gd name="T111" fmla="*/ 42 h 136"/>
                <a:gd name="T112" fmla="*/ 56 w 89"/>
                <a:gd name="T113" fmla="*/ 33 h 136"/>
                <a:gd name="T114" fmla="*/ 59 w 89"/>
                <a:gd name="T115" fmla="*/ 25 h 136"/>
                <a:gd name="T116" fmla="*/ 63 w 89"/>
                <a:gd name="T117" fmla="*/ 21 h 136"/>
                <a:gd name="T118" fmla="*/ 70 w 89"/>
                <a:gd name="T119" fmla="*/ 19 h 136"/>
                <a:gd name="T120" fmla="*/ 68 w 89"/>
                <a:gd name="T121" fmla="*/ 12 h 136"/>
                <a:gd name="T122" fmla="*/ 64 w 89"/>
                <a:gd name="T123" fmla="*/ 8 h 136"/>
                <a:gd name="T124" fmla="*/ 63 w 89"/>
                <a:gd name="T12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9" h="136">
                  <a:moveTo>
                    <a:pt x="63" y="0"/>
                  </a:moveTo>
                  <a:lnTo>
                    <a:pt x="70" y="3"/>
                  </a:lnTo>
                  <a:lnTo>
                    <a:pt x="72" y="6"/>
                  </a:lnTo>
                  <a:lnTo>
                    <a:pt x="72" y="8"/>
                  </a:lnTo>
                  <a:lnTo>
                    <a:pt x="74" y="10"/>
                  </a:lnTo>
                  <a:lnTo>
                    <a:pt x="74" y="12"/>
                  </a:lnTo>
                  <a:lnTo>
                    <a:pt x="75" y="15"/>
                  </a:lnTo>
                  <a:lnTo>
                    <a:pt x="75" y="16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6" y="20"/>
                  </a:lnTo>
                  <a:lnTo>
                    <a:pt x="75" y="24"/>
                  </a:lnTo>
                  <a:lnTo>
                    <a:pt x="74" y="25"/>
                  </a:lnTo>
                  <a:lnTo>
                    <a:pt x="74" y="28"/>
                  </a:lnTo>
                  <a:lnTo>
                    <a:pt x="76" y="31"/>
                  </a:lnTo>
                  <a:lnTo>
                    <a:pt x="78" y="31"/>
                  </a:lnTo>
                  <a:lnTo>
                    <a:pt x="79" y="33"/>
                  </a:lnTo>
                  <a:lnTo>
                    <a:pt x="81" y="36"/>
                  </a:lnTo>
                  <a:lnTo>
                    <a:pt x="83" y="37"/>
                  </a:lnTo>
                  <a:lnTo>
                    <a:pt x="81" y="37"/>
                  </a:lnTo>
                  <a:lnTo>
                    <a:pt x="80" y="37"/>
                  </a:lnTo>
                  <a:lnTo>
                    <a:pt x="79" y="37"/>
                  </a:lnTo>
                  <a:lnTo>
                    <a:pt x="76" y="36"/>
                  </a:lnTo>
                  <a:lnTo>
                    <a:pt x="74" y="37"/>
                  </a:lnTo>
                  <a:lnTo>
                    <a:pt x="72" y="36"/>
                  </a:lnTo>
                  <a:lnTo>
                    <a:pt x="70" y="37"/>
                  </a:lnTo>
                  <a:lnTo>
                    <a:pt x="70" y="36"/>
                  </a:lnTo>
                  <a:lnTo>
                    <a:pt x="67" y="36"/>
                  </a:lnTo>
                  <a:lnTo>
                    <a:pt x="66" y="36"/>
                  </a:lnTo>
                  <a:lnTo>
                    <a:pt x="66" y="39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4" y="42"/>
                  </a:lnTo>
                  <a:lnTo>
                    <a:pt x="66" y="44"/>
                  </a:lnTo>
                  <a:lnTo>
                    <a:pt x="67" y="45"/>
                  </a:lnTo>
                  <a:lnTo>
                    <a:pt x="68" y="46"/>
                  </a:lnTo>
                  <a:lnTo>
                    <a:pt x="72" y="49"/>
                  </a:lnTo>
                  <a:lnTo>
                    <a:pt x="78" y="54"/>
                  </a:lnTo>
                  <a:lnTo>
                    <a:pt x="79" y="56"/>
                  </a:lnTo>
                  <a:lnTo>
                    <a:pt x="80" y="58"/>
                  </a:lnTo>
                  <a:lnTo>
                    <a:pt x="83" y="62"/>
                  </a:lnTo>
                  <a:lnTo>
                    <a:pt x="83" y="65"/>
                  </a:lnTo>
                  <a:lnTo>
                    <a:pt x="80" y="67"/>
                  </a:lnTo>
                  <a:lnTo>
                    <a:pt x="79" y="69"/>
                  </a:lnTo>
                  <a:lnTo>
                    <a:pt x="78" y="71"/>
                  </a:lnTo>
                  <a:lnTo>
                    <a:pt x="76" y="75"/>
                  </a:lnTo>
                  <a:lnTo>
                    <a:pt x="75" y="78"/>
                  </a:lnTo>
                  <a:lnTo>
                    <a:pt x="72" y="81"/>
                  </a:lnTo>
                  <a:lnTo>
                    <a:pt x="71" y="82"/>
                  </a:lnTo>
                  <a:lnTo>
                    <a:pt x="70" y="83"/>
                  </a:lnTo>
                  <a:lnTo>
                    <a:pt x="70" y="86"/>
                  </a:lnTo>
                  <a:lnTo>
                    <a:pt x="71" y="89"/>
                  </a:lnTo>
                  <a:lnTo>
                    <a:pt x="71" y="92"/>
                  </a:lnTo>
                  <a:lnTo>
                    <a:pt x="71" y="95"/>
                  </a:lnTo>
                  <a:lnTo>
                    <a:pt x="72" y="98"/>
                  </a:lnTo>
                  <a:lnTo>
                    <a:pt x="72" y="103"/>
                  </a:lnTo>
                  <a:lnTo>
                    <a:pt x="72" y="103"/>
                  </a:lnTo>
                  <a:lnTo>
                    <a:pt x="76" y="104"/>
                  </a:lnTo>
                  <a:lnTo>
                    <a:pt x="78" y="107"/>
                  </a:lnTo>
                  <a:lnTo>
                    <a:pt x="79" y="110"/>
                  </a:lnTo>
                  <a:lnTo>
                    <a:pt x="81" y="114"/>
                  </a:lnTo>
                  <a:lnTo>
                    <a:pt x="84" y="117"/>
                  </a:lnTo>
                  <a:lnTo>
                    <a:pt x="85" y="119"/>
                  </a:lnTo>
                  <a:lnTo>
                    <a:pt x="88" y="121"/>
                  </a:lnTo>
                  <a:lnTo>
                    <a:pt x="89" y="124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9" y="128"/>
                  </a:lnTo>
                  <a:lnTo>
                    <a:pt x="89" y="129"/>
                  </a:lnTo>
                  <a:lnTo>
                    <a:pt x="88" y="131"/>
                  </a:lnTo>
                  <a:lnTo>
                    <a:pt x="87" y="132"/>
                  </a:lnTo>
                  <a:lnTo>
                    <a:pt x="88" y="135"/>
                  </a:lnTo>
                  <a:lnTo>
                    <a:pt x="88" y="135"/>
                  </a:lnTo>
                  <a:lnTo>
                    <a:pt x="87" y="136"/>
                  </a:lnTo>
                  <a:lnTo>
                    <a:pt x="85" y="135"/>
                  </a:lnTo>
                  <a:lnTo>
                    <a:pt x="85" y="135"/>
                  </a:lnTo>
                  <a:lnTo>
                    <a:pt x="84" y="135"/>
                  </a:lnTo>
                  <a:lnTo>
                    <a:pt x="83" y="135"/>
                  </a:lnTo>
                  <a:lnTo>
                    <a:pt x="80" y="135"/>
                  </a:lnTo>
                  <a:lnTo>
                    <a:pt x="80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6" y="133"/>
                  </a:lnTo>
                  <a:lnTo>
                    <a:pt x="75" y="135"/>
                  </a:lnTo>
                  <a:lnTo>
                    <a:pt x="75" y="133"/>
                  </a:lnTo>
                  <a:lnTo>
                    <a:pt x="74" y="132"/>
                  </a:lnTo>
                  <a:lnTo>
                    <a:pt x="72" y="133"/>
                  </a:lnTo>
                  <a:lnTo>
                    <a:pt x="71" y="132"/>
                  </a:lnTo>
                  <a:lnTo>
                    <a:pt x="70" y="132"/>
                  </a:lnTo>
                  <a:lnTo>
                    <a:pt x="70" y="132"/>
                  </a:lnTo>
                  <a:lnTo>
                    <a:pt x="68" y="132"/>
                  </a:lnTo>
                  <a:lnTo>
                    <a:pt x="52" y="132"/>
                  </a:lnTo>
                  <a:lnTo>
                    <a:pt x="52" y="131"/>
                  </a:lnTo>
                  <a:lnTo>
                    <a:pt x="51" y="131"/>
                  </a:lnTo>
                  <a:lnTo>
                    <a:pt x="51" y="131"/>
                  </a:lnTo>
                  <a:lnTo>
                    <a:pt x="47" y="131"/>
                  </a:lnTo>
                  <a:lnTo>
                    <a:pt x="47" y="131"/>
                  </a:lnTo>
                  <a:lnTo>
                    <a:pt x="46" y="131"/>
                  </a:lnTo>
                  <a:lnTo>
                    <a:pt x="43" y="131"/>
                  </a:lnTo>
                  <a:lnTo>
                    <a:pt x="43" y="131"/>
                  </a:lnTo>
                  <a:lnTo>
                    <a:pt x="39" y="129"/>
                  </a:lnTo>
                  <a:lnTo>
                    <a:pt x="38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3" y="131"/>
                  </a:lnTo>
                  <a:lnTo>
                    <a:pt x="31" y="131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17" y="132"/>
                  </a:lnTo>
                  <a:lnTo>
                    <a:pt x="16" y="131"/>
                  </a:lnTo>
                  <a:lnTo>
                    <a:pt x="14" y="131"/>
                  </a:lnTo>
                  <a:lnTo>
                    <a:pt x="13" y="132"/>
                  </a:lnTo>
                  <a:lnTo>
                    <a:pt x="16" y="129"/>
                  </a:lnTo>
                  <a:lnTo>
                    <a:pt x="13" y="128"/>
                  </a:lnTo>
                  <a:lnTo>
                    <a:pt x="14" y="124"/>
                  </a:lnTo>
                  <a:lnTo>
                    <a:pt x="14" y="119"/>
                  </a:lnTo>
                  <a:lnTo>
                    <a:pt x="12" y="116"/>
                  </a:lnTo>
                  <a:lnTo>
                    <a:pt x="12" y="112"/>
                  </a:lnTo>
                  <a:lnTo>
                    <a:pt x="13" y="111"/>
                  </a:lnTo>
                  <a:lnTo>
                    <a:pt x="12" y="108"/>
                  </a:lnTo>
                  <a:lnTo>
                    <a:pt x="8" y="110"/>
                  </a:lnTo>
                  <a:lnTo>
                    <a:pt x="6" y="108"/>
                  </a:lnTo>
                  <a:lnTo>
                    <a:pt x="5" y="108"/>
                  </a:lnTo>
                  <a:lnTo>
                    <a:pt x="4" y="102"/>
                  </a:lnTo>
                  <a:lnTo>
                    <a:pt x="1" y="102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2" y="96"/>
                  </a:lnTo>
                  <a:lnTo>
                    <a:pt x="4" y="94"/>
                  </a:lnTo>
                  <a:lnTo>
                    <a:pt x="4" y="90"/>
                  </a:lnTo>
                  <a:lnTo>
                    <a:pt x="4" y="89"/>
                  </a:lnTo>
                  <a:lnTo>
                    <a:pt x="5" y="87"/>
                  </a:lnTo>
                  <a:lnTo>
                    <a:pt x="5" y="86"/>
                  </a:lnTo>
                  <a:lnTo>
                    <a:pt x="6" y="83"/>
                  </a:lnTo>
                  <a:lnTo>
                    <a:pt x="9" y="82"/>
                  </a:lnTo>
                  <a:lnTo>
                    <a:pt x="10" y="81"/>
                  </a:lnTo>
                  <a:lnTo>
                    <a:pt x="13" y="78"/>
                  </a:lnTo>
                  <a:lnTo>
                    <a:pt x="13" y="75"/>
                  </a:lnTo>
                  <a:lnTo>
                    <a:pt x="14" y="74"/>
                  </a:lnTo>
                  <a:lnTo>
                    <a:pt x="17" y="74"/>
                  </a:lnTo>
                  <a:lnTo>
                    <a:pt x="17" y="73"/>
                  </a:lnTo>
                  <a:lnTo>
                    <a:pt x="18" y="74"/>
                  </a:lnTo>
                  <a:lnTo>
                    <a:pt x="21" y="74"/>
                  </a:lnTo>
                  <a:lnTo>
                    <a:pt x="22" y="74"/>
                  </a:lnTo>
                  <a:lnTo>
                    <a:pt x="25" y="75"/>
                  </a:lnTo>
                  <a:lnTo>
                    <a:pt x="26" y="78"/>
                  </a:lnTo>
                  <a:lnTo>
                    <a:pt x="29" y="79"/>
                  </a:lnTo>
                  <a:lnTo>
                    <a:pt x="30" y="81"/>
                  </a:lnTo>
                  <a:lnTo>
                    <a:pt x="31" y="78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7" y="73"/>
                  </a:lnTo>
                  <a:lnTo>
                    <a:pt x="38" y="71"/>
                  </a:lnTo>
                  <a:lnTo>
                    <a:pt x="38" y="69"/>
                  </a:lnTo>
                  <a:lnTo>
                    <a:pt x="38" y="66"/>
                  </a:lnTo>
                  <a:lnTo>
                    <a:pt x="42" y="62"/>
                  </a:lnTo>
                  <a:lnTo>
                    <a:pt x="42" y="61"/>
                  </a:lnTo>
                  <a:lnTo>
                    <a:pt x="42" y="60"/>
                  </a:lnTo>
                  <a:lnTo>
                    <a:pt x="43" y="57"/>
                  </a:lnTo>
                  <a:lnTo>
                    <a:pt x="46" y="54"/>
                  </a:lnTo>
                  <a:lnTo>
                    <a:pt x="49" y="53"/>
                  </a:lnTo>
                  <a:lnTo>
                    <a:pt x="49" y="50"/>
                  </a:lnTo>
                  <a:lnTo>
                    <a:pt x="50" y="48"/>
                  </a:lnTo>
                  <a:lnTo>
                    <a:pt x="50" y="45"/>
                  </a:lnTo>
                  <a:lnTo>
                    <a:pt x="51" y="42"/>
                  </a:lnTo>
                  <a:lnTo>
                    <a:pt x="54" y="42"/>
                  </a:lnTo>
                  <a:lnTo>
                    <a:pt x="56" y="40"/>
                  </a:lnTo>
                  <a:lnTo>
                    <a:pt x="56" y="37"/>
                  </a:lnTo>
                  <a:lnTo>
                    <a:pt x="56" y="33"/>
                  </a:lnTo>
                  <a:lnTo>
                    <a:pt x="56" y="32"/>
                  </a:lnTo>
                  <a:lnTo>
                    <a:pt x="58" y="29"/>
                  </a:lnTo>
                  <a:lnTo>
                    <a:pt x="59" y="25"/>
                  </a:lnTo>
                  <a:lnTo>
                    <a:pt x="60" y="24"/>
                  </a:lnTo>
                  <a:lnTo>
                    <a:pt x="62" y="24"/>
                  </a:lnTo>
                  <a:lnTo>
                    <a:pt x="63" y="21"/>
                  </a:lnTo>
                  <a:lnTo>
                    <a:pt x="64" y="21"/>
                  </a:lnTo>
                  <a:lnTo>
                    <a:pt x="67" y="20"/>
                  </a:lnTo>
                  <a:lnTo>
                    <a:pt x="70" y="19"/>
                  </a:lnTo>
                  <a:lnTo>
                    <a:pt x="70" y="17"/>
                  </a:lnTo>
                  <a:lnTo>
                    <a:pt x="68" y="14"/>
                  </a:lnTo>
                  <a:lnTo>
                    <a:pt x="68" y="12"/>
                  </a:lnTo>
                  <a:lnTo>
                    <a:pt x="68" y="11"/>
                  </a:lnTo>
                  <a:lnTo>
                    <a:pt x="66" y="11"/>
                  </a:lnTo>
                  <a:lnTo>
                    <a:pt x="64" y="8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0" name="Freeform 469"/>
            <p:cNvSpPr>
              <a:spLocks/>
            </p:cNvSpPr>
            <p:nvPr/>
          </p:nvSpPr>
          <p:spPr bwMode="auto">
            <a:xfrm>
              <a:off x="6034265" y="4284420"/>
              <a:ext cx="172567" cy="187793"/>
            </a:xfrm>
            <a:custGeom>
              <a:avLst/>
              <a:gdLst>
                <a:gd name="T0" fmla="*/ 43 w 68"/>
                <a:gd name="T1" fmla="*/ 2 h 74"/>
                <a:gd name="T2" fmla="*/ 46 w 68"/>
                <a:gd name="T3" fmla="*/ 2 h 74"/>
                <a:gd name="T4" fmla="*/ 47 w 68"/>
                <a:gd name="T5" fmla="*/ 2 h 74"/>
                <a:gd name="T6" fmla="*/ 51 w 68"/>
                <a:gd name="T7" fmla="*/ 2 h 74"/>
                <a:gd name="T8" fmla="*/ 52 w 68"/>
                <a:gd name="T9" fmla="*/ 3 h 74"/>
                <a:gd name="T10" fmla="*/ 52 w 68"/>
                <a:gd name="T11" fmla="*/ 4 h 74"/>
                <a:gd name="T12" fmla="*/ 52 w 68"/>
                <a:gd name="T13" fmla="*/ 10 h 74"/>
                <a:gd name="T14" fmla="*/ 52 w 68"/>
                <a:gd name="T15" fmla="*/ 13 h 74"/>
                <a:gd name="T16" fmla="*/ 56 w 68"/>
                <a:gd name="T17" fmla="*/ 13 h 74"/>
                <a:gd name="T18" fmla="*/ 60 w 68"/>
                <a:gd name="T19" fmla="*/ 12 h 74"/>
                <a:gd name="T20" fmla="*/ 67 w 68"/>
                <a:gd name="T21" fmla="*/ 12 h 74"/>
                <a:gd name="T22" fmla="*/ 68 w 68"/>
                <a:gd name="T23" fmla="*/ 16 h 74"/>
                <a:gd name="T24" fmla="*/ 68 w 68"/>
                <a:gd name="T25" fmla="*/ 19 h 74"/>
                <a:gd name="T26" fmla="*/ 66 w 68"/>
                <a:gd name="T27" fmla="*/ 21 h 74"/>
                <a:gd name="T28" fmla="*/ 63 w 68"/>
                <a:gd name="T29" fmla="*/ 25 h 74"/>
                <a:gd name="T30" fmla="*/ 64 w 68"/>
                <a:gd name="T31" fmla="*/ 27 h 74"/>
                <a:gd name="T32" fmla="*/ 63 w 68"/>
                <a:gd name="T33" fmla="*/ 28 h 74"/>
                <a:gd name="T34" fmla="*/ 62 w 68"/>
                <a:gd name="T35" fmla="*/ 29 h 74"/>
                <a:gd name="T36" fmla="*/ 63 w 68"/>
                <a:gd name="T37" fmla="*/ 32 h 74"/>
                <a:gd name="T38" fmla="*/ 64 w 68"/>
                <a:gd name="T39" fmla="*/ 33 h 74"/>
                <a:gd name="T40" fmla="*/ 67 w 68"/>
                <a:gd name="T41" fmla="*/ 36 h 74"/>
                <a:gd name="T42" fmla="*/ 68 w 68"/>
                <a:gd name="T43" fmla="*/ 40 h 74"/>
                <a:gd name="T44" fmla="*/ 64 w 68"/>
                <a:gd name="T45" fmla="*/ 53 h 74"/>
                <a:gd name="T46" fmla="*/ 64 w 68"/>
                <a:gd name="T47" fmla="*/ 57 h 74"/>
                <a:gd name="T48" fmla="*/ 63 w 68"/>
                <a:gd name="T49" fmla="*/ 56 h 74"/>
                <a:gd name="T50" fmla="*/ 58 w 68"/>
                <a:gd name="T51" fmla="*/ 54 h 74"/>
                <a:gd name="T52" fmla="*/ 55 w 68"/>
                <a:gd name="T53" fmla="*/ 56 h 74"/>
                <a:gd name="T54" fmla="*/ 50 w 68"/>
                <a:gd name="T55" fmla="*/ 54 h 74"/>
                <a:gd name="T56" fmla="*/ 46 w 68"/>
                <a:gd name="T57" fmla="*/ 49 h 74"/>
                <a:gd name="T58" fmla="*/ 46 w 68"/>
                <a:gd name="T59" fmla="*/ 53 h 74"/>
                <a:gd name="T60" fmla="*/ 41 w 68"/>
                <a:gd name="T61" fmla="*/ 56 h 74"/>
                <a:gd name="T62" fmla="*/ 38 w 68"/>
                <a:gd name="T63" fmla="*/ 57 h 74"/>
                <a:gd name="T64" fmla="*/ 35 w 68"/>
                <a:gd name="T65" fmla="*/ 57 h 74"/>
                <a:gd name="T66" fmla="*/ 31 w 68"/>
                <a:gd name="T67" fmla="*/ 58 h 74"/>
                <a:gd name="T68" fmla="*/ 31 w 68"/>
                <a:gd name="T69" fmla="*/ 62 h 74"/>
                <a:gd name="T70" fmla="*/ 35 w 68"/>
                <a:gd name="T71" fmla="*/ 61 h 74"/>
                <a:gd name="T72" fmla="*/ 38 w 68"/>
                <a:gd name="T73" fmla="*/ 63 h 74"/>
                <a:gd name="T74" fmla="*/ 38 w 68"/>
                <a:gd name="T75" fmla="*/ 71 h 74"/>
                <a:gd name="T76" fmla="*/ 34 w 68"/>
                <a:gd name="T77" fmla="*/ 69 h 74"/>
                <a:gd name="T78" fmla="*/ 31 w 68"/>
                <a:gd name="T79" fmla="*/ 70 h 74"/>
                <a:gd name="T80" fmla="*/ 30 w 68"/>
                <a:gd name="T81" fmla="*/ 73 h 74"/>
                <a:gd name="T82" fmla="*/ 27 w 68"/>
                <a:gd name="T83" fmla="*/ 74 h 74"/>
                <a:gd name="T84" fmla="*/ 26 w 68"/>
                <a:gd name="T85" fmla="*/ 71 h 74"/>
                <a:gd name="T86" fmla="*/ 20 w 68"/>
                <a:gd name="T87" fmla="*/ 66 h 74"/>
                <a:gd name="T88" fmla="*/ 12 w 68"/>
                <a:gd name="T89" fmla="*/ 58 h 74"/>
                <a:gd name="T90" fmla="*/ 9 w 68"/>
                <a:gd name="T91" fmla="*/ 56 h 74"/>
                <a:gd name="T92" fmla="*/ 6 w 68"/>
                <a:gd name="T93" fmla="*/ 52 h 74"/>
                <a:gd name="T94" fmla="*/ 4 w 68"/>
                <a:gd name="T95" fmla="*/ 45 h 74"/>
                <a:gd name="T96" fmla="*/ 2 w 68"/>
                <a:gd name="T97" fmla="*/ 42 h 74"/>
                <a:gd name="T98" fmla="*/ 1 w 68"/>
                <a:gd name="T99" fmla="*/ 36 h 74"/>
                <a:gd name="T100" fmla="*/ 5 w 68"/>
                <a:gd name="T101" fmla="*/ 35 h 74"/>
                <a:gd name="T102" fmla="*/ 6 w 68"/>
                <a:gd name="T103" fmla="*/ 24 h 74"/>
                <a:gd name="T104" fmla="*/ 13 w 68"/>
                <a:gd name="T105" fmla="*/ 25 h 74"/>
                <a:gd name="T106" fmla="*/ 8 w 68"/>
                <a:gd name="T107" fmla="*/ 20 h 74"/>
                <a:gd name="T108" fmla="*/ 10 w 68"/>
                <a:gd name="T109" fmla="*/ 17 h 74"/>
                <a:gd name="T110" fmla="*/ 13 w 68"/>
                <a:gd name="T111" fmla="*/ 16 h 74"/>
                <a:gd name="T112" fmla="*/ 14 w 68"/>
                <a:gd name="T113" fmla="*/ 16 h 74"/>
                <a:gd name="T114" fmla="*/ 31 w 68"/>
                <a:gd name="T115" fmla="*/ 3 h 74"/>
                <a:gd name="T116" fmla="*/ 33 w 68"/>
                <a:gd name="T117" fmla="*/ 2 h 74"/>
                <a:gd name="T118" fmla="*/ 34 w 68"/>
                <a:gd name="T119" fmla="*/ 2 h 74"/>
                <a:gd name="T120" fmla="*/ 39 w 68"/>
                <a:gd name="T12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8" h="74">
                  <a:moveTo>
                    <a:pt x="39" y="0"/>
                  </a:moveTo>
                  <a:lnTo>
                    <a:pt x="43" y="2"/>
                  </a:lnTo>
                  <a:lnTo>
                    <a:pt x="43" y="2"/>
                  </a:lnTo>
                  <a:lnTo>
                    <a:pt x="46" y="2"/>
                  </a:lnTo>
                  <a:lnTo>
                    <a:pt x="47" y="2"/>
                  </a:lnTo>
                  <a:lnTo>
                    <a:pt x="47" y="2"/>
                  </a:lnTo>
                  <a:lnTo>
                    <a:pt x="51" y="2"/>
                  </a:lnTo>
                  <a:lnTo>
                    <a:pt x="51" y="2"/>
                  </a:lnTo>
                  <a:lnTo>
                    <a:pt x="52" y="2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52" y="4"/>
                  </a:lnTo>
                  <a:lnTo>
                    <a:pt x="52" y="7"/>
                  </a:lnTo>
                  <a:lnTo>
                    <a:pt x="52" y="10"/>
                  </a:lnTo>
                  <a:lnTo>
                    <a:pt x="54" y="12"/>
                  </a:lnTo>
                  <a:lnTo>
                    <a:pt x="52" y="13"/>
                  </a:lnTo>
                  <a:lnTo>
                    <a:pt x="54" y="13"/>
                  </a:lnTo>
                  <a:lnTo>
                    <a:pt x="56" y="13"/>
                  </a:lnTo>
                  <a:lnTo>
                    <a:pt x="58" y="13"/>
                  </a:lnTo>
                  <a:lnTo>
                    <a:pt x="60" y="12"/>
                  </a:lnTo>
                  <a:lnTo>
                    <a:pt x="63" y="12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68" y="16"/>
                  </a:lnTo>
                  <a:lnTo>
                    <a:pt x="67" y="17"/>
                  </a:lnTo>
                  <a:lnTo>
                    <a:pt x="68" y="19"/>
                  </a:lnTo>
                  <a:lnTo>
                    <a:pt x="68" y="21"/>
                  </a:lnTo>
                  <a:lnTo>
                    <a:pt x="66" y="21"/>
                  </a:lnTo>
                  <a:lnTo>
                    <a:pt x="63" y="23"/>
                  </a:lnTo>
                  <a:lnTo>
                    <a:pt x="63" y="25"/>
                  </a:lnTo>
                  <a:lnTo>
                    <a:pt x="63" y="25"/>
                  </a:lnTo>
                  <a:lnTo>
                    <a:pt x="64" y="27"/>
                  </a:lnTo>
                  <a:lnTo>
                    <a:pt x="63" y="27"/>
                  </a:lnTo>
                  <a:lnTo>
                    <a:pt x="63" y="28"/>
                  </a:lnTo>
                  <a:lnTo>
                    <a:pt x="62" y="28"/>
                  </a:lnTo>
                  <a:lnTo>
                    <a:pt x="62" y="29"/>
                  </a:lnTo>
                  <a:lnTo>
                    <a:pt x="62" y="31"/>
                  </a:lnTo>
                  <a:lnTo>
                    <a:pt x="63" y="32"/>
                  </a:lnTo>
                  <a:lnTo>
                    <a:pt x="64" y="32"/>
                  </a:lnTo>
                  <a:lnTo>
                    <a:pt x="64" y="33"/>
                  </a:lnTo>
                  <a:lnTo>
                    <a:pt x="66" y="35"/>
                  </a:lnTo>
                  <a:lnTo>
                    <a:pt x="67" y="36"/>
                  </a:lnTo>
                  <a:lnTo>
                    <a:pt x="68" y="37"/>
                  </a:lnTo>
                  <a:lnTo>
                    <a:pt x="68" y="40"/>
                  </a:lnTo>
                  <a:lnTo>
                    <a:pt x="67" y="44"/>
                  </a:lnTo>
                  <a:lnTo>
                    <a:pt x="64" y="53"/>
                  </a:lnTo>
                  <a:lnTo>
                    <a:pt x="64" y="56"/>
                  </a:lnTo>
                  <a:lnTo>
                    <a:pt x="64" y="57"/>
                  </a:lnTo>
                  <a:lnTo>
                    <a:pt x="63" y="57"/>
                  </a:lnTo>
                  <a:lnTo>
                    <a:pt x="63" y="56"/>
                  </a:lnTo>
                  <a:lnTo>
                    <a:pt x="60" y="54"/>
                  </a:lnTo>
                  <a:lnTo>
                    <a:pt x="58" y="54"/>
                  </a:lnTo>
                  <a:lnTo>
                    <a:pt x="56" y="56"/>
                  </a:lnTo>
                  <a:lnTo>
                    <a:pt x="55" y="56"/>
                  </a:lnTo>
                  <a:lnTo>
                    <a:pt x="51" y="56"/>
                  </a:lnTo>
                  <a:lnTo>
                    <a:pt x="50" y="54"/>
                  </a:lnTo>
                  <a:lnTo>
                    <a:pt x="49" y="49"/>
                  </a:lnTo>
                  <a:lnTo>
                    <a:pt x="46" y="49"/>
                  </a:lnTo>
                  <a:lnTo>
                    <a:pt x="45" y="50"/>
                  </a:lnTo>
                  <a:lnTo>
                    <a:pt x="46" y="53"/>
                  </a:lnTo>
                  <a:lnTo>
                    <a:pt x="45" y="56"/>
                  </a:lnTo>
                  <a:lnTo>
                    <a:pt x="41" y="56"/>
                  </a:lnTo>
                  <a:lnTo>
                    <a:pt x="39" y="56"/>
                  </a:lnTo>
                  <a:lnTo>
                    <a:pt x="38" y="57"/>
                  </a:lnTo>
                  <a:lnTo>
                    <a:pt x="37" y="58"/>
                  </a:lnTo>
                  <a:lnTo>
                    <a:pt x="35" y="57"/>
                  </a:lnTo>
                  <a:lnTo>
                    <a:pt x="33" y="57"/>
                  </a:lnTo>
                  <a:lnTo>
                    <a:pt x="31" y="58"/>
                  </a:lnTo>
                  <a:lnTo>
                    <a:pt x="31" y="60"/>
                  </a:lnTo>
                  <a:lnTo>
                    <a:pt x="31" y="62"/>
                  </a:lnTo>
                  <a:lnTo>
                    <a:pt x="34" y="61"/>
                  </a:lnTo>
                  <a:lnTo>
                    <a:pt x="35" y="61"/>
                  </a:lnTo>
                  <a:lnTo>
                    <a:pt x="37" y="62"/>
                  </a:lnTo>
                  <a:lnTo>
                    <a:pt x="38" y="63"/>
                  </a:lnTo>
                  <a:lnTo>
                    <a:pt x="39" y="69"/>
                  </a:lnTo>
                  <a:lnTo>
                    <a:pt x="38" y="71"/>
                  </a:lnTo>
                  <a:lnTo>
                    <a:pt x="35" y="69"/>
                  </a:lnTo>
                  <a:lnTo>
                    <a:pt x="34" y="69"/>
                  </a:lnTo>
                  <a:lnTo>
                    <a:pt x="34" y="70"/>
                  </a:lnTo>
                  <a:lnTo>
                    <a:pt x="31" y="70"/>
                  </a:lnTo>
                  <a:lnTo>
                    <a:pt x="30" y="70"/>
                  </a:lnTo>
                  <a:lnTo>
                    <a:pt x="30" y="73"/>
                  </a:lnTo>
                  <a:lnTo>
                    <a:pt x="29" y="74"/>
                  </a:lnTo>
                  <a:lnTo>
                    <a:pt x="27" y="74"/>
                  </a:lnTo>
                  <a:lnTo>
                    <a:pt x="26" y="73"/>
                  </a:lnTo>
                  <a:lnTo>
                    <a:pt x="26" y="71"/>
                  </a:lnTo>
                  <a:lnTo>
                    <a:pt x="21" y="69"/>
                  </a:lnTo>
                  <a:lnTo>
                    <a:pt x="20" y="66"/>
                  </a:lnTo>
                  <a:lnTo>
                    <a:pt x="14" y="62"/>
                  </a:lnTo>
                  <a:lnTo>
                    <a:pt x="12" y="58"/>
                  </a:lnTo>
                  <a:lnTo>
                    <a:pt x="13" y="58"/>
                  </a:lnTo>
                  <a:lnTo>
                    <a:pt x="9" y="56"/>
                  </a:lnTo>
                  <a:lnTo>
                    <a:pt x="8" y="53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4" y="45"/>
                  </a:lnTo>
                  <a:lnTo>
                    <a:pt x="4" y="42"/>
                  </a:lnTo>
                  <a:lnTo>
                    <a:pt x="2" y="42"/>
                  </a:lnTo>
                  <a:lnTo>
                    <a:pt x="0" y="37"/>
                  </a:lnTo>
                  <a:lnTo>
                    <a:pt x="1" y="36"/>
                  </a:lnTo>
                  <a:lnTo>
                    <a:pt x="4" y="36"/>
                  </a:lnTo>
                  <a:lnTo>
                    <a:pt x="5" y="35"/>
                  </a:lnTo>
                  <a:lnTo>
                    <a:pt x="6" y="28"/>
                  </a:lnTo>
                  <a:lnTo>
                    <a:pt x="6" y="24"/>
                  </a:lnTo>
                  <a:lnTo>
                    <a:pt x="8" y="27"/>
                  </a:lnTo>
                  <a:lnTo>
                    <a:pt x="13" y="25"/>
                  </a:lnTo>
                  <a:lnTo>
                    <a:pt x="9" y="24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10" y="17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31" y="16"/>
                  </a:lnTo>
                  <a:lnTo>
                    <a:pt x="31" y="3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8" y="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1" name="Freeform 470"/>
            <p:cNvSpPr>
              <a:spLocks/>
            </p:cNvSpPr>
            <p:nvPr/>
          </p:nvSpPr>
          <p:spPr bwMode="auto">
            <a:xfrm>
              <a:off x="6049491" y="4289495"/>
              <a:ext cx="63444" cy="38067"/>
            </a:xfrm>
            <a:custGeom>
              <a:avLst/>
              <a:gdLst>
                <a:gd name="T0" fmla="*/ 8 w 25"/>
                <a:gd name="T1" fmla="*/ 0 h 15"/>
                <a:gd name="T2" fmla="*/ 10 w 25"/>
                <a:gd name="T3" fmla="*/ 0 h 15"/>
                <a:gd name="T4" fmla="*/ 11 w 25"/>
                <a:gd name="T5" fmla="*/ 1 h 15"/>
                <a:gd name="T6" fmla="*/ 25 w 25"/>
                <a:gd name="T7" fmla="*/ 1 h 15"/>
                <a:gd name="T8" fmla="*/ 25 w 25"/>
                <a:gd name="T9" fmla="*/ 14 h 15"/>
                <a:gd name="T10" fmla="*/ 8 w 25"/>
                <a:gd name="T11" fmla="*/ 14 h 15"/>
                <a:gd name="T12" fmla="*/ 8 w 25"/>
                <a:gd name="T13" fmla="*/ 14 h 15"/>
                <a:gd name="T14" fmla="*/ 7 w 25"/>
                <a:gd name="T15" fmla="*/ 14 h 15"/>
                <a:gd name="T16" fmla="*/ 6 w 25"/>
                <a:gd name="T17" fmla="*/ 15 h 15"/>
                <a:gd name="T18" fmla="*/ 4 w 25"/>
                <a:gd name="T19" fmla="*/ 15 h 15"/>
                <a:gd name="T20" fmla="*/ 4 w 25"/>
                <a:gd name="T21" fmla="*/ 14 h 15"/>
                <a:gd name="T22" fmla="*/ 0 w 25"/>
                <a:gd name="T23" fmla="*/ 13 h 15"/>
                <a:gd name="T24" fmla="*/ 4 w 25"/>
                <a:gd name="T25" fmla="*/ 8 h 15"/>
                <a:gd name="T26" fmla="*/ 7 w 25"/>
                <a:gd name="T27" fmla="*/ 2 h 15"/>
                <a:gd name="T28" fmla="*/ 7 w 25"/>
                <a:gd name="T29" fmla="*/ 1 h 15"/>
                <a:gd name="T30" fmla="*/ 7 w 25"/>
                <a:gd name="T31" fmla="*/ 1 h 15"/>
                <a:gd name="T32" fmla="*/ 8 w 25"/>
                <a:gd name="T3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5">
                  <a:moveTo>
                    <a:pt x="8" y="0"/>
                  </a:moveTo>
                  <a:lnTo>
                    <a:pt x="10" y="0"/>
                  </a:lnTo>
                  <a:lnTo>
                    <a:pt x="11" y="1"/>
                  </a:lnTo>
                  <a:lnTo>
                    <a:pt x="25" y="1"/>
                  </a:lnTo>
                  <a:lnTo>
                    <a:pt x="25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6" y="15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0" y="13"/>
                  </a:lnTo>
                  <a:lnTo>
                    <a:pt x="4" y="8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2" name="Freeform 471"/>
            <p:cNvSpPr>
              <a:spLocks/>
            </p:cNvSpPr>
            <p:nvPr/>
          </p:nvSpPr>
          <p:spPr bwMode="auto">
            <a:xfrm>
              <a:off x="6107860" y="4238740"/>
              <a:ext cx="230936" cy="269001"/>
            </a:xfrm>
            <a:custGeom>
              <a:avLst/>
              <a:gdLst>
                <a:gd name="T0" fmla="*/ 84 w 91"/>
                <a:gd name="T1" fmla="*/ 1 h 106"/>
                <a:gd name="T2" fmla="*/ 89 w 91"/>
                <a:gd name="T3" fmla="*/ 1 h 106"/>
                <a:gd name="T4" fmla="*/ 91 w 91"/>
                <a:gd name="T5" fmla="*/ 9 h 106"/>
                <a:gd name="T6" fmla="*/ 83 w 91"/>
                <a:gd name="T7" fmla="*/ 18 h 106"/>
                <a:gd name="T8" fmla="*/ 83 w 91"/>
                <a:gd name="T9" fmla="*/ 29 h 106"/>
                <a:gd name="T10" fmla="*/ 81 w 91"/>
                <a:gd name="T11" fmla="*/ 35 h 106"/>
                <a:gd name="T12" fmla="*/ 80 w 91"/>
                <a:gd name="T13" fmla="*/ 43 h 106"/>
                <a:gd name="T14" fmla="*/ 77 w 91"/>
                <a:gd name="T15" fmla="*/ 51 h 106"/>
                <a:gd name="T16" fmla="*/ 70 w 91"/>
                <a:gd name="T17" fmla="*/ 60 h 106"/>
                <a:gd name="T18" fmla="*/ 63 w 91"/>
                <a:gd name="T19" fmla="*/ 64 h 106"/>
                <a:gd name="T20" fmla="*/ 58 w 91"/>
                <a:gd name="T21" fmla="*/ 74 h 106"/>
                <a:gd name="T22" fmla="*/ 59 w 91"/>
                <a:gd name="T23" fmla="*/ 84 h 106"/>
                <a:gd name="T24" fmla="*/ 56 w 91"/>
                <a:gd name="T25" fmla="*/ 92 h 106"/>
                <a:gd name="T26" fmla="*/ 51 w 91"/>
                <a:gd name="T27" fmla="*/ 96 h 106"/>
                <a:gd name="T28" fmla="*/ 42 w 91"/>
                <a:gd name="T29" fmla="*/ 105 h 106"/>
                <a:gd name="T30" fmla="*/ 38 w 91"/>
                <a:gd name="T31" fmla="*/ 100 h 106"/>
                <a:gd name="T32" fmla="*/ 35 w 91"/>
                <a:gd name="T33" fmla="*/ 97 h 106"/>
                <a:gd name="T34" fmla="*/ 30 w 91"/>
                <a:gd name="T35" fmla="*/ 100 h 106"/>
                <a:gd name="T36" fmla="*/ 26 w 91"/>
                <a:gd name="T37" fmla="*/ 104 h 106"/>
                <a:gd name="T38" fmla="*/ 23 w 91"/>
                <a:gd name="T39" fmla="*/ 103 h 106"/>
                <a:gd name="T40" fmla="*/ 22 w 91"/>
                <a:gd name="T41" fmla="*/ 100 h 106"/>
                <a:gd name="T42" fmla="*/ 18 w 91"/>
                <a:gd name="T43" fmla="*/ 99 h 106"/>
                <a:gd name="T44" fmla="*/ 14 w 91"/>
                <a:gd name="T45" fmla="*/ 103 h 106"/>
                <a:gd name="T46" fmla="*/ 10 w 91"/>
                <a:gd name="T47" fmla="*/ 106 h 106"/>
                <a:gd name="T48" fmla="*/ 8 w 91"/>
                <a:gd name="T49" fmla="*/ 103 h 106"/>
                <a:gd name="T50" fmla="*/ 2 w 91"/>
                <a:gd name="T51" fmla="*/ 96 h 106"/>
                <a:gd name="T52" fmla="*/ 1 w 91"/>
                <a:gd name="T53" fmla="*/ 91 h 106"/>
                <a:gd name="T54" fmla="*/ 5 w 91"/>
                <a:gd name="T55" fmla="*/ 88 h 106"/>
                <a:gd name="T56" fmla="*/ 9 w 91"/>
                <a:gd name="T57" fmla="*/ 89 h 106"/>
                <a:gd name="T58" fmla="*/ 8 w 91"/>
                <a:gd name="T59" fmla="*/ 80 h 106"/>
                <a:gd name="T60" fmla="*/ 2 w 91"/>
                <a:gd name="T61" fmla="*/ 80 h 106"/>
                <a:gd name="T62" fmla="*/ 4 w 91"/>
                <a:gd name="T63" fmla="*/ 75 h 106"/>
                <a:gd name="T64" fmla="*/ 9 w 91"/>
                <a:gd name="T65" fmla="*/ 75 h 106"/>
                <a:gd name="T66" fmla="*/ 16 w 91"/>
                <a:gd name="T67" fmla="*/ 74 h 106"/>
                <a:gd name="T68" fmla="*/ 17 w 91"/>
                <a:gd name="T69" fmla="*/ 67 h 106"/>
                <a:gd name="T70" fmla="*/ 22 w 91"/>
                <a:gd name="T71" fmla="*/ 74 h 106"/>
                <a:gd name="T72" fmla="*/ 29 w 91"/>
                <a:gd name="T73" fmla="*/ 72 h 106"/>
                <a:gd name="T74" fmla="*/ 34 w 91"/>
                <a:gd name="T75" fmla="*/ 75 h 106"/>
                <a:gd name="T76" fmla="*/ 35 w 91"/>
                <a:gd name="T77" fmla="*/ 71 h 106"/>
                <a:gd name="T78" fmla="*/ 39 w 91"/>
                <a:gd name="T79" fmla="*/ 55 h 106"/>
                <a:gd name="T80" fmla="*/ 35 w 91"/>
                <a:gd name="T81" fmla="*/ 51 h 106"/>
                <a:gd name="T82" fmla="*/ 33 w 91"/>
                <a:gd name="T83" fmla="*/ 49 h 106"/>
                <a:gd name="T84" fmla="*/ 34 w 91"/>
                <a:gd name="T85" fmla="*/ 46 h 106"/>
                <a:gd name="T86" fmla="*/ 34 w 91"/>
                <a:gd name="T87" fmla="*/ 43 h 106"/>
                <a:gd name="T88" fmla="*/ 37 w 91"/>
                <a:gd name="T89" fmla="*/ 39 h 106"/>
                <a:gd name="T90" fmla="*/ 38 w 91"/>
                <a:gd name="T91" fmla="*/ 35 h 106"/>
                <a:gd name="T92" fmla="*/ 38 w 91"/>
                <a:gd name="T93" fmla="*/ 30 h 106"/>
                <a:gd name="T94" fmla="*/ 29 w 91"/>
                <a:gd name="T95" fmla="*/ 31 h 106"/>
                <a:gd name="T96" fmla="*/ 23 w 91"/>
                <a:gd name="T97" fmla="*/ 31 h 106"/>
                <a:gd name="T98" fmla="*/ 23 w 91"/>
                <a:gd name="T99" fmla="*/ 25 h 106"/>
                <a:gd name="T100" fmla="*/ 39 w 91"/>
                <a:gd name="T101" fmla="*/ 21 h 106"/>
                <a:gd name="T102" fmla="*/ 42 w 91"/>
                <a:gd name="T103" fmla="*/ 21 h 106"/>
                <a:gd name="T104" fmla="*/ 46 w 91"/>
                <a:gd name="T105" fmla="*/ 22 h 106"/>
                <a:gd name="T106" fmla="*/ 49 w 91"/>
                <a:gd name="T107" fmla="*/ 22 h 106"/>
                <a:gd name="T108" fmla="*/ 51 w 91"/>
                <a:gd name="T109" fmla="*/ 24 h 106"/>
                <a:gd name="T110" fmla="*/ 56 w 91"/>
                <a:gd name="T111" fmla="*/ 24 h 106"/>
                <a:gd name="T112" fmla="*/ 59 w 91"/>
                <a:gd name="T113" fmla="*/ 24 h 106"/>
                <a:gd name="T114" fmla="*/ 59 w 91"/>
                <a:gd name="T115" fmla="*/ 20 h 106"/>
                <a:gd name="T116" fmla="*/ 66 w 91"/>
                <a:gd name="T117" fmla="*/ 8 h 106"/>
                <a:gd name="T118" fmla="*/ 72 w 91"/>
                <a:gd name="T119" fmla="*/ 3 h 106"/>
                <a:gd name="T120" fmla="*/ 80 w 91"/>
                <a:gd name="T121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1" h="106">
                  <a:moveTo>
                    <a:pt x="80" y="0"/>
                  </a:moveTo>
                  <a:lnTo>
                    <a:pt x="84" y="0"/>
                  </a:lnTo>
                  <a:lnTo>
                    <a:pt x="84" y="1"/>
                  </a:lnTo>
                  <a:lnTo>
                    <a:pt x="87" y="3"/>
                  </a:lnTo>
                  <a:lnTo>
                    <a:pt x="88" y="1"/>
                  </a:lnTo>
                  <a:lnTo>
                    <a:pt x="89" y="1"/>
                  </a:lnTo>
                  <a:lnTo>
                    <a:pt x="89" y="3"/>
                  </a:lnTo>
                  <a:lnTo>
                    <a:pt x="91" y="4"/>
                  </a:lnTo>
                  <a:lnTo>
                    <a:pt x="91" y="9"/>
                  </a:lnTo>
                  <a:lnTo>
                    <a:pt x="88" y="10"/>
                  </a:lnTo>
                  <a:lnTo>
                    <a:pt x="88" y="12"/>
                  </a:lnTo>
                  <a:lnTo>
                    <a:pt x="83" y="18"/>
                  </a:lnTo>
                  <a:lnTo>
                    <a:pt x="84" y="24"/>
                  </a:lnTo>
                  <a:lnTo>
                    <a:pt x="83" y="26"/>
                  </a:lnTo>
                  <a:lnTo>
                    <a:pt x="83" y="29"/>
                  </a:lnTo>
                  <a:lnTo>
                    <a:pt x="81" y="30"/>
                  </a:lnTo>
                  <a:lnTo>
                    <a:pt x="80" y="34"/>
                  </a:lnTo>
                  <a:lnTo>
                    <a:pt x="81" y="35"/>
                  </a:lnTo>
                  <a:lnTo>
                    <a:pt x="80" y="39"/>
                  </a:lnTo>
                  <a:lnTo>
                    <a:pt x="81" y="39"/>
                  </a:lnTo>
                  <a:lnTo>
                    <a:pt x="80" y="43"/>
                  </a:lnTo>
                  <a:lnTo>
                    <a:pt x="79" y="43"/>
                  </a:lnTo>
                  <a:lnTo>
                    <a:pt x="77" y="47"/>
                  </a:lnTo>
                  <a:lnTo>
                    <a:pt x="77" y="51"/>
                  </a:lnTo>
                  <a:lnTo>
                    <a:pt x="74" y="58"/>
                  </a:lnTo>
                  <a:lnTo>
                    <a:pt x="72" y="59"/>
                  </a:lnTo>
                  <a:lnTo>
                    <a:pt x="70" y="60"/>
                  </a:lnTo>
                  <a:lnTo>
                    <a:pt x="68" y="59"/>
                  </a:lnTo>
                  <a:lnTo>
                    <a:pt x="66" y="62"/>
                  </a:lnTo>
                  <a:lnTo>
                    <a:pt x="63" y="64"/>
                  </a:lnTo>
                  <a:lnTo>
                    <a:pt x="63" y="67"/>
                  </a:lnTo>
                  <a:lnTo>
                    <a:pt x="59" y="71"/>
                  </a:lnTo>
                  <a:lnTo>
                    <a:pt x="58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59" y="84"/>
                  </a:lnTo>
                  <a:lnTo>
                    <a:pt x="58" y="87"/>
                  </a:lnTo>
                  <a:lnTo>
                    <a:pt x="58" y="89"/>
                  </a:lnTo>
                  <a:lnTo>
                    <a:pt x="56" y="92"/>
                  </a:lnTo>
                  <a:lnTo>
                    <a:pt x="54" y="93"/>
                  </a:lnTo>
                  <a:lnTo>
                    <a:pt x="52" y="95"/>
                  </a:lnTo>
                  <a:lnTo>
                    <a:pt x="51" y="96"/>
                  </a:lnTo>
                  <a:lnTo>
                    <a:pt x="46" y="101"/>
                  </a:lnTo>
                  <a:lnTo>
                    <a:pt x="45" y="104"/>
                  </a:lnTo>
                  <a:lnTo>
                    <a:pt x="42" y="105"/>
                  </a:lnTo>
                  <a:lnTo>
                    <a:pt x="39" y="103"/>
                  </a:lnTo>
                  <a:lnTo>
                    <a:pt x="38" y="101"/>
                  </a:lnTo>
                  <a:lnTo>
                    <a:pt x="38" y="100"/>
                  </a:lnTo>
                  <a:lnTo>
                    <a:pt x="39" y="97"/>
                  </a:lnTo>
                  <a:lnTo>
                    <a:pt x="39" y="96"/>
                  </a:lnTo>
                  <a:lnTo>
                    <a:pt x="35" y="97"/>
                  </a:lnTo>
                  <a:lnTo>
                    <a:pt x="33" y="100"/>
                  </a:lnTo>
                  <a:lnTo>
                    <a:pt x="31" y="100"/>
                  </a:lnTo>
                  <a:lnTo>
                    <a:pt x="30" y="100"/>
                  </a:lnTo>
                  <a:lnTo>
                    <a:pt x="30" y="103"/>
                  </a:lnTo>
                  <a:lnTo>
                    <a:pt x="29" y="104"/>
                  </a:lnTo>
                  <a:lnTo>
                    <a:pt x="26" y="104"/>
                  </a:lnTo>
                  <a:lnTo>
                    <a:pt x="26" y="103"/>
                  </a:lnTo>
                  <a:lnTo>
                    <a:pt x="26" y="101"/>
                  </a:lnTo>
                  <a:lnTo>
                    <a:pt x="23" y="103"/>
                  </a:lnTo>
                  <a:lnTo>
                    <a:pt x="22" y="103"/>
                  </a:lnTo>
                  <a:lnTo>
                    <a:pt x="22" y="103"/>
                  </a:lnTo>
                  <a:lnTo>
                    <a:pt x="22" y="100"/>
                  </a:lnTo>
                  <a:lnTo>
                    <a:pt x="21" y="99"/>
                  </a:lnTo>
                  <a:lnTo>
                    <a:pt x="20" y="99"/>
                  </a:lnTo>
                  <a:lnTo>
                    <a:pt x="18" y="99"/>
                  </a:lnTo>
                  <a:lnTo>
                    <a:pt x="17" y="100"/>
                  </a:lnTo>
                  <a:lnTo>
                    <a:pt x="16" y="100"/>
                  </a:lnTo>
                  <a:lnTo>
                    <a:pt x="14" y="103"/>
                  </a:lnTo>
                  <a:lnTo>
                    <a:pt x="13" y="103"/>
                  </a:lnTo>
                  <a:lnTo>
                    <a:pt x="12" y="103"/>
                  </a:lnTo>
                  <a:lnTo>
                    <a:pt x="10" y="106"/>
                  </a:lnTo>
                  <a:lnTo>
                    <a:pt x="9" y="106"/>
                  </a:lnTo>
                  <a:lnTo>
                    <a:pt x="8" y="105"/>
                  </a:lnTo>
                  <a:lnTo>
                    <a:pt x="8" y="103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2" y="96"/>
                  </a:lnTo>
                  <a:lnTo>
                    <a:pt x="2" y="95"/>
                  </a:lnTo>
                  <a:lnTo>
                    <a:pt x="0" y="92"/>
                  </a:lnTo>
                  <a:lnTo>
                    <a:pt x="1" y="91"/>
                  </a:lnTo>
                  <a:lnTo>
                    <a:pt x="1" y="88"/>
                  </a:lnTo>
                  <a:lnTo>
                    <a:pt x="2" y="88"/>
                  </a:lnTo>
                  <a:lnTo>
                    <a:pt x="5" y="88"/>
                  </a:lnTo>
                  <a:lnTo>
                    <a:pt x="5" y="87"/>
                  </a:lnTo>
                  <a:lnTo>
                    <a:pt x="6" y="87"/>
                  </a:lnTo>
                  <a:lnTo>
                    <a:pt x="9" y="89"/>
                  </a:lnTo>
                  <a:lnTo>
                    <a:pt x="10" y="87"/>
                  </a:lnTo>
                  <a:lnTo>
                    <a:pt x="9" y="81"/>
                  </a:lnTo>
                  <a:lnTo>
                    <a:pt x="8" y="80"/>
                  </a:lnTo>
                  <a:lnTo>
                    <a:pt x="6" y="79"/>
                  </a:lnTo>
                  <a:lnTo>
                    <a:pt x="5" y="79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6"/>
                  </a:lnTo>
                  <a:lnTo>
                    <a:pt x="4" y="75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5"/>
                  </a:lnTo>
                  <a:lnTo>
                    <a:pt x="10" y="74"/>
                  </a:lnTo>
                  <a:lnTo>
                    <a:pt x="12" y="74"/>
                  </a:lnTo>
                  <a:lnTo>
                    <a:pt x="16" y="74"/>
                  </a:lnTo>
                  <a:lnTo>
                    <a:pt x="17" y="71"/>
                  </a:lnTo>
                  <a:lnTo>
                    <a:pt x="16" y="68"/>
                  </a:lnTo>
                  <a:lnTo>
                    <a:pt x="17" y="67"/>
                  </a:lnTo>
                  <a:lnTo>
                    <a:pt x="20" y="67"/>
                  </a:lnTo>
                  <a:lnTo>
                    <a:pt x="21" y="72"/>
                  </a:lnTo>
                  <a:lnTo>
                    <a:pt x="22" y="74"/>
                  </a:lnTo>
                  <a:lnTo>
                    <a:pt x="26" y="74"/>
                  </a:lnTo>
                  <a:lnTo>
                    <a:pt x="27" y="74"/>
                  </a:lnTo>
                  <a:lnTo>
                    <a:pt x="29" y="72"/>
                  </a:lnTo>
                  <a:lnTo>
                    <a:pt x="31" y="72"/>
                  </a:lnTo>
                  <a:lnTo>
                    <a:pt x="34" y="74"/>
                  </a:lnTo>
                  <a:lnTo>
                    <a:pt x="34" y="75"/>
                  </a:lnTo>
                  <a:lnTo>
                    <a:pt x="35" y="75"/>
                  </a:lnTo>
                  <a:lnTo>
                    <a:pt x="35" y="74"/>
                  </a:lnTo>
                  <a:lnTo>
                    <a:pt x="35" y="71"/>
                  </a:lnTo>
                  <a:lnTo>
                    <a:pt x="38" y="62"/>
                  </a:lnTo>
                  <a:lnTo>
                    <a:pt x="39" y="58"/>
                  </a:lnTo>
                  <a:lnTo>
                    <a:pt x="39" y="55"/>
                  </a:lnTo>
                  <a:lnTo>
                    <a:pt x="38" y="54"/>
                  </a:lnTo>
                  <a:lnTo>
                    <a:pt x="37" y="53"/>
                  </a:lnTo>
                  <a:lnTo>
                    <a:pt x="35" y="51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3" y="49"/>
                  </a:lnTo>
                  <a:lnTo>
                    <a:pt x="33" y="47"/>
                  </a:lnTo>
                  <a:lnTo>
                    <a:pt x="33" y="46"/>
                  </a:lnTo>
                  <a:lnTo>
                    <a:pt x="34" y="46"/>
                  </a:lnTo>
                  <a:lnTo>
                    <a:pt x="34" y="45"/>
                  </a:lnTo>
                  <a:lnTo>
                    <a:pt x="35" y="45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4" y="41"/>
                  </a:lnTo>
                  <a:lnTo>
                    <a:pt x="37" y="39"/>
                  </a:lnTo>
                  <a:lnTo>
                    <a:pt x="39" y="39"/>
                  </a:lnTo>
                  <a:lnTo>
                    <a:pt x="39" y="37"/>
                  </a:lnTo>
                  <a:lnTo>
                    <a:pt x="38" y="35"/>
                  </a:lnTo>
                  <a:lnTo>
                    <a:pt x="39" y="34"/>
                  </a:lnTo>
                  <a:lnTo>
                    <a:pt x="39" y="30"/>
                  </a:lnTo>
                  <a:lnTo>
                    <a:pt x="38" y="30"/>
                  </a:lnTo>
                  <a:lnTo>
                    <a:pt x="34" y="30"/>
                  </a:lnTo>
                  <a:lnTo>
                    <a:pt x="31" y="30"/>
                  </a:lnTo>
                  <a:lnTo>
                    <a:pt x="29" y="31"/>
                  </a:lnTo>
                  <a:lnTo>
                    <a:pt x="27" y="31"/>
                  </a:lnTo>
                  <a:lnTo>
                    <a:pt x="25" y="31"/>
                  </a:lnTo>
                  <a:lnTo>
                    <a:pt x="23" y="31"/>
                  </a:lnTo>
                  <a:lnTo>
                    <a:pt x="25" y="30"/>
                  </a:lnTo>
                  <a:lnTo>
                    <a:pt x="23" y="28"/>
                  </a:lnTo>
                  <a:lnTo>
                    <a:pt x="23" y="25"/>
                  </a:lnTo>
                  <a:lnTo>
                    <a:pt x="23" y="22"/>
                  </a:lnTo>
                  <a:lnTo>
                    <a:pt x="23" y="21"/>
                  </a:lnTo>
                  <a:lnTo>
                    <a:pt x="39" y="21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2" y="21"/>
                  </a:lnTo>
                  <a:lnTo>
                    <a:pt x="43" y="22"/>
                  </a:lnTo>
                  <a:lnTo>
                    <a:pt x="45" y="21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7" y="22"/>
                  </a:lnTo>
                  <a:lnTo>
                    <a:pt x="49" y="22"/>
                  </a:lnTo>
                  <a:lnTo>
                    <a:pt x="49" y="22"/>
                  </a:lnTo>
                  <a:lnTo>
                    <a:pt x="51" y="24"/>
                  </a:lnTo>
                  <a:lnTo>
                    <a:pt x="51" y="24"/>
                  </a:lnTo>
                  <a:lnTo>
                    <a:pt x="54" y="24"/>
                  </a:lnTo>
                  <a:lnTo>
                    <a:pt x="55" y="24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58" y="25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1"/>
                  </a:lnTo>
                  <a:lnTo>
                    <a:pt x="59" y="20"/>
                  </a:lnTo>
                  <a:lnTo>
                    <a:pt x="60" y="18"/>
                  </a:lnTo>
                  <a:lnTo>
                    <a:pt x="60" y="17"/>
                  </a:lnTo>
                  <a:lnTo>
                    <a:pt x="66" y="8"/>
                  </a:lnTo>
                  <a:lnTo>
                    <a:pt x="70" y="4"/>
                  </a:lnTo>
                  <a:lnTo>
                    <a:pt x="71" y="4"/>
                  </a:lnTo>
                  <a:lnTo>
                    <a:pt x="72" y="3"/>
                  </a:lnTo>
                  <a:lnTo>
                    <a:pt x="77" y="1"/>
                  </a:lnTo>
                  <a:lnTo>
                    <a:pt x="79" y="1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3" name="Freeform 472"/>
            <p:cNvSpPr>
              <a:spLocks/>
            </p:cNvSpPr>
            <p:nvPr/>
          </p:nvSpPr>
          <p:spPr bwMode="auto">
            <a:xfrm>
              <a:off x="6130699" y="4489976"/>
              <a:ext cx="32991" cy="43142"/>
            </a:xfrm>
            <a:custGeom>
              <a:avLst/>
              <a:gdLst>
                <a:gd name="T0" fmla="*/ 9 w 13"/>
                <a:gd name="T1" fmla="*/ 0 h 17"/>
                <a:gd name="T2" fmla="*/ 11 w 13"/>
                <a:gd name="T3" fmla="*/ 0 h 17"/>
                <a:gd name="T4" fmla="*/ 12 w 13"/>
                <a:gd name="T5" fmla="*/ 0 h 17"/>
                <a:gd name="T6" fmla="*/ 13 w 13"/>
                <a:gd name="T7" fmla="*/ 1 h 17"/>
                <a:gd name="T8" fmla="*/ 13 w 13"/>
                <a:gd name="T9" fmla="*/ 4 h 17"/>
                <a:gd name="T10" fmla="*/ 11 w 13"/>
                <a:gd name="T11" fmla="*/ 6 h 17"/>
                <a:gd name="T12" fmla="*/ 8 w 13"/>
                <a:gd name="T13" fmla="*/ 7 h 17"/>
                <a:gd name="T14" fmla="*/ 8 w 13"/>
                <a:gd name="T15" fmla="*/ 9 h 17"/>
                <a:gd name="T16" fmla="*/ 8 w 13"/>
                <a:gd name="T17" fmla="*/ 13 h 17"/>
                <a:gd name="T18" fmla="*/ 7 w 13"/>
                <a:gd name="T19" fmla="*/ 14 h 17"/>
                <a:gd name="T20" fmla="*/ 4 w 13"/>
                <a:gd name="T21" fmla="*/ 15 h 17"/>
                <a:gd name="T22" fmla="*/ 1 w 13"/>
                <a:gd name="T23" fmla="*/ 17 h 17"/>
                <a:gd name="T24" fmla="*/ 1 w 13"/>
                <a:gd name="T25" fmla="*/ 15 h 17"/>
                <a:gd name="T26" fmla="*/ 3 w 13"/>
                <a:gd name="T27" fmla="*/ 13 h 17"/>
                <a:gd name="T28" fmla="*/ 1 w 13"/>
                <a:gd name="T29" fmla="*/ 9 h 17"/>
                <a:gd name="T30" fmla="*/ 0 w 13"/>
                <a:gd name="T31" fmla="*/ 7 h 17"/>
                <a:gd name="T32" fmla="*/ 1 w 13"/>
                <a:gd name="T33" fmla="*/ 7 h 17"/>
                <a:gd name="T34" fmla="*/ 3 w 13"/>
                <a:gd name="T35" fmla="*/ 4 h 17"/>
                <a:gd name="T36" fmla="*/ 4 w 13"/>
                <a:gd name="T37" fmla="*/ 4 h 17"/>
                <a:gd name="T38" fmla="*/ 5 w 13"/>
                <a:gd name="T39" fmla="*/ 4 h 17"/>
                <a:gd name="T40" fmla="*/ 7 w 13"/>
                <a:gd name="T41" fmla="*/ 1 h 17"/>
                <a:gd name="T42" fmla="*/ 8 w 13"/>
                <a:gd name="T43" fmla="*/ 1 h 17"/>
                <a:gd name="T44" fmla="*/ 9 w 13"/>
                <a:gd name="T4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" h="17">
                  <a:moveTo>
                    <a:pt x="9" y="0"/>
                  </a:moveTo>
                  <a:lnTo>
                    <a:pt x="11" y="0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4" y="15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3" y="13"/>
                  </a:lnTo>
                  <a:lnTo>
                    <a:pt x="1" y="9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4" name="Freeform 473"/>
            <p:cNvSpPr>
              <a:spLocks/>
            </p:cNvSpPr>
            <p:nvPr/>
          </p:nvSpPr>
          <p:spPr bwMode="auto">
            <a:xfrm>
              <a:off x="6656013" y="4380854"/>
              <a:ext cx="337521" cy="345133"/>
            </a:xfrm>
            <a:custGeom>
              <a:avLst/>
              <a:gdLst>
                <a:gd name="T0" fmla="*/ 101 w 133"/>
                <a:gd name="T1" fmla="*/ 29 h 136"/>
                <a:gd name="T2" fmla="*/ 102 w 133"/>
                <a:gd name="T3" fmla="*/ 33 h 136"/>
                <a:gd name="T4" fmla="*/ 117 w 133"/>
                <a:gd name="T5" fmla="*/ 44 h 136"/>
                <a:gd name="T6" fmla="*/ 114 w 133"/>
                <a:gd name="T7" fmla="*/ 56 h 136"/>
                <a:gd name="T8" fmla="*/ 116 w 133"/>
                <a:gd name="T9" fmla="*/ 66 h 136"/>
                <a:gd name="T10" fmla="*/ 121 w 133"/>
                <a:gd name="T11" fmla="*/ 73 h 136"/>
                <a:gd name="T12" fmla="*/ 118 w 133"/>
                <a:gd name="T13" fmla="*/ 75 h 136"/>
                <a:gd name="T14" fmla="*/ 120 w 133"/>
                <a:gd name="T15" fmla="*/ 83 h 136"/>
                <a:gd name="T16" fmla="*/ 118 w 133"/>
                <a:gd name="T17" fmla="*/ 91 h 136"/>
                <a:gd name="T18" fmla="*/ 120 w 133"/>
                <a:gd name="T19" fmla="*/ 95 h 136"/>
                <a:gd name="T20" fmla="*/ 121 w 133"/>
                <a:gd name="T21" fmla="*/ 100 h 136"/>
                <a:gd name="T22" fmla="*/ 122 w 133"/>
                <a:gd name="T23" fmla="*/ 107 h 136"/>
                <a:gd name="T24" fmla="*/ 131 w 133"/>
                <a:gd name="T25" fmla="*/ 114 h 136"/>
                <a:gd name="T26" fmla="*/ 131 w 133"/>
                <a:gd name="T27" fmla="*/ 116 h 136"/>
                <a:gd name="T28" fmla="*/ 127 w 133"/>
                <a:gd name="T29" fmla="*/ 118 h 136"/>
                <a:gd name="T30" fmla="*/ 121 w 133"/>
                <a:gd name="T31" fmla="*/ 122 h 136"/>
                <a:gd name="T32" fmla="*/ 116 w 133"/>
                <a:gd name="T33" fmla="*/ 124 h 136"/>
                <a:gd name="T34" fmla="*/ 109 w 133"/>
                <a:gd name="T35" fmla="*/ 125 h 136"/>
                <a:gd name="T36" fmla="*/ 104 w 133"/>
                <a:gd name="T37" fmla="*/ 124 h 136"/>
                <a:gd name="T38" fmla="*/ 101 w 133"/>
                <a:gd name="T39" fmla="*/ 125 h 136"/>
                <a:gd name="T40" fmla="*/ 95 w 133"/>
                <a:gd name="T41" fmla="*/ 129 h 136"/>
                <a:gd name="T42" fmla="*/ 91 w 133"/>
                <a:gd name="T43" fmla="*/ 127 h 136"/>
                <a:gd name="T44" fmla="*/ 88 w 133"/>
                <a:gd name="T45" fmla="*/ 128 h 136"/>
                <a:gd name="T46" fmla="*/ 81 w 133"/>
                <a:gd name="T47" fmla="*/ 129 h 136"/>
                <a:gd name="T48" fmla="*/ 77 w 133"/>
                <a:gd name="T49" fmla="*/ 127 h 136"/>
                <a:gd name="T50" fmla="*/ 75 w 133"/>
                <a:gd name="T51" fmla="*/ 125 h 136"/>
                <a:gd name="T52" fmla="*/ 60 w 133"/>
                <a:gd name="T53" fmla="*/ 127 h 136"/>
                <a:gd name="T54" fmla="*/ 58 w 133"/>
                <a:gd name="T55" fmla="*/ 111 h 136"/>
                <a:gd name="T56" fmla="*/ 51 w 133"/>
                <a:gd name="T57" fmla="*/ 104 h 136"/>
                <a:gd name="T58" fmla="*/ 48 w 133"/>
                <a:gd name="T59" fmla="*/ 103 h 136"/>
                <a:gd name="T60" fmla="*/ 46 w 133"/>
                <a:gd name="T61" fmla="*/ 103 h 136"/>
                <a:gd name="T62" fmla="*/ 43 w 133"/>
                <a:gd name="T63" fmla="*/ 102 h 136"/>
                <a:gd name="T64" fmla="*/ 42 w 133"/>
                <a:gd name="T65" fmla="*/ 102 h 136"/>
                <a:gd name="T66" fmla="*/ 37 w 133"/>
                <a:gd name="T67" fmla="*/ 97 h 136"/>
                <a:gd name="T68" fmla="*/ 30 w 133"/>
                <a:gd name="T69" fmla="*/ 94 h 136"/>
                <a:gd name="T70" fmla="*/ 26 w 133"/>
                <a:gd name="T71" fmla="*/ 91 h 136"/>
                <a:gd name="T72" fmla="*/ 21 w 133"/>
                <a:gd name="T73" fmla="*/ 90 h 136"/>
                <a:gd name="T74" fmla="*/ 13 w 133"/>
                <a:gd name="T75" fmla="*/ 78 h 136"/>
                <a:gd name="T76" fmla="*/ 0 w 133"/>
                <a:gd name="T77" fmla="*/ 43 h 136"/>
                <a:gd name="T78" fmla="*/ 12 w 133"/>
                <a:gd name="T79" fmla="*/ 39 h 136"/>
                <a:gd name="T80" fmla="*/ 18 w 133"/>
                <a:gd name="T81" fmla="*/ 33 h 136"/>
                <a:gd name="T82" fmla="*/ 19 w 133"/>
                <a:gd name="T83" fmla="*/ 25 h 136"/>
                <a:gd name="T84" fmla="*/ 16 w 133"/>
                <a:gd name="T85" fmla="*/ 23 h 136"/>
                <a:gd name="T86" fmla="*/ 14 w 133"/>
                <a:gd name="T87" fmla="*/ 19 h 136"/>
                <a:gd name="T88" fmla="*/ 18 w 133"/>
                <a:gd name="T89" fmla="*/ 20 h 136"/>
                <a:gd name="T90" fmla="*/ 19 w 133"/>
                <a:gd name="T91" fmla="*/ 15 h 136"/>
                <a:gd name="T92" fmla="*/ 18 w 133"/>
                <a:gd name="T93" fmla="*/ 8 h 136"/>
                <a:gd name="T94" fmla="*/ 14 w 133"/>
                <a:gd name="T95" fmla="*/ 3 h 136"/>
                <a:gd name="T96" fmla="*/ 17 w 133"/>
                <a:gd name="T97" fmla="*/ 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6">
                  <a:moveTo>
                    <a:pt x="56" y="0"/>
                  </a:moveTo>
                  <a:lnTo>
                    <a:pt x="100" y="25"/>
                  </a:lnTo>
                  <a:lnTo>
                    <a:pt x="101" y="29"/>
                  </a:lnTo>
                  <a:lnTo>
                    <a:pt x="101" y="31"/>
                  </a:lnTo>
                  <a:lnTo>
                    <a:pt x="101" y="32"/>
                  </a:lnTo>
                  <a:lnTo>
                    <a:pt x="102" y="33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8" y="47"/>
                  </a:lnTo>
                  <a:lnTo>
                    <a:pt x="117" y="48"/>
                  </a:lnTo>
                  <a:lnTo>
                    <a:pt x="114" y="56"/>
                  </a:lnTo>
                  <a:lnTo>
                    <a:pt x="113" y="60"/>
                  </a:lnTo>
                  <a:lnTo>
                    <a:pt x="113" y="64"/>
                  </a:lnTo>
                  <a:lnTo>
                    <a:pt x="116" y="66"/>
                  </a:lnTo>
                  <a:lnTo>
                    <a:pt x="118" y="69"/>
                  </a:lnTo>
                  <a:lnTo>
                    <a:pt x="120" y="69"/>
                  </a:lnTo>
                  <a:lnTo>
                    <a:pt x="121" y="73"/>
                  </a:lnTo>
                  <a:lnTo>
                    <a:pt x="121" y="74"/>
                  </a:lnTo>
                  <a:lnTo>
                    <a:pt x="120" y="74"/>
                  </a:lnTo>
                  <a:lnTo>
                    <a:pt x="118" y="75"/>
                  </a:lnTo>
                  <a:lnTo>
                    <a:pt x="118" y="78"/>
                  </a:lnTo>
                  <a:lnTo>
                    <a:pt x="118" y="82"/>
                  </a:lnTo>
                  <a:lnTo>
                    <a:pt x="120" y="83"/>
                  </a:lnTo>
                  <a:lnTo>
                    <a:pt x="120" y="86"/>
                  </a:lnTo>
                  <a:lnTo>
                    <a:pt x="118" y="89"/>
                  </a:lnTo>
                  <a:lnTo>
                    <a:pt x="118" y="91"/>
                  </a:lnTo>
                  <a:lnTo>
                    <a:pt x="120" y="94"/>
                  </a:lnTo>
                  <a:lnTo>
                    <a:pt x="118" y="94"/>
                  </a:lnTo>
                  <a:lnTo>
                    <a:pt x="120" y="95"/>
                  </a:lnTo>
                  <a:lnTo>
                    <a:pt x="120" y="98"/>
                  </a:lnTo>
                  <a:lnTo>
                    <a:pt x="121" y="99"/>
                  </a:lnTo>
                  <a:lnTo>
                    <a:pt x="121" y="100"/>
                  </a:lnTo>
                  <a:lnTo>
                    <a:pt x="121" y="102"/>
                  </a:lnTo>
                  <a:lnTo>
                    <a:pt x="122" y="106"/>
                  </a:lnTo>
                  <a:lnTo>
                    <a:pt x="122" y="107"/>
                  </a:lnTo>
                  <a:lnTo>
                    <a:pt x="126" y="111"/>
                  </a:lnTo>
                  <a:lnTo>
                    <a:pt x="130" y="112"/>
                  </a:lnTo>
                  <a:lnTo>
                    <a:pt x="131" y="114"/>
                  </a:lnTo>
                  <a:lnTo>
                    <a:pt x="131" y="115"/>
                  </a:lnTo>
                  <a:lnTo>
                    <a:pt x="133" y="115"/>
                  </a:lnTo>
                  <a:lnTo>
                    <a:pt x="131" y="116"/>
                  </a:lnTo>
                  <a:lnTo>
                    <a:pt x="131" y="116"/>
                  </a:lnTo>
                  <a:lnTo>
                    <a:pt x="129" y="116"/>
                  </a:lnTo>
                  <a:lnTo>
                    <a:pt x="127" y="118"/>
                  </a:lnTo>
                  <a:lnTo>
                    <a:pt x="126" y="120"/>
                  </a:lnTo>
                  <a:lnTo>
                    <a:pt x="124" y="120"/>
                  </a:lnTo>
                  <a:lnTo>
                    <a:pt x="121" y="122"/>
                  </a:lnTo>
                  <a:lnTo>
                    <a:pt x="118" y="122"/>
                  </a:lnTo>
                  <a:lnTo>
                    <a:pt x="118" y="123"/>
                  </a:lnTo>
                  <a:lnTo>
                    <a:pt x="116" y="124"/>
                  </a:lnTo>
                  <a:lnTo>
                    <a:pt x="114" y="123"/>
                  </a:lnTo>
                  <a:lnTo>
                    <a:pt x="110" y="124"/>
                  </a:lnTo>
                  <a:lnTo>
                    <a:pt x="109" y="125"/>
                  </a:lnTo>
                  <a:lnTo>
                    <a:pt x="106" y="125"/>
                  </a:lnTo>
                  <a:lnTo>
                    <a:pt x="105" y="124"/>
                  </a:lnTo>
                  <a:lnTo>
                    <a:pt x="104" y="124"/>
                  </a:lnTo>
                  <a:lnTo>
                    <a:pt x="101" y="124"/>
                  </a:lnTo>
                  <a:lnTo>
                    <a:pt x="100" y="124"/>
                  </a:lnTo>
                  <a:lnTo>
                    <a:pt x="101" y="125"/>
                  </a:lnTo>
                  <a:lnTo>
                    <a:pt x="100" y="128"/>
                  </a:lnTo>
                  <a:lnTo>
                    <a:pt x="97" y="128"/>
                  </a:lnTo>
                  <a:lnTo>
                    <a:pt x="95" y="129"/>
                  </a:lnTo>
                  <a:lnTo>
                    <a:pt x="93" y="128"/>
                  </a:lnTo>
                  <a:lnTo>
                    <a:pt x="92" y="128"/>
                  </a:lnTo>
                  <a:lnTo>
                    <a:pt x="91" y="127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8" y="128"/>
                  </a:lnTo>
                  <a:lnTo>
                    <a:pt x="85" y="129"/>
                  </a:lnTo>
                  <a:lnTo>
                    <a:pt x="81" y="131"/>
                  </a:lnTo>
                  <a:lnTo>
                    <a:pt x="81" y="129"/>
                  </a:lnTo>
                  <a:lnTo>
                    <a:pt x="80" y="128"/>
                  </a:lnTo>
                  <a:lnTo>
                    <a:pt x="79" y="128"/>
                  </a:lnTo>
                  <a:lnTo>
                    <a:pt x="77" y="127"/>
                  </a:lnTo>
                  <a:lnTo>
                    <a:pt x="76" y="127"/>
                  </a:lnTo>
                  <a:lnTo>
                    <a:pt x="76" y="125"/>
                  </a:lnTo>
                  <a:lnTo>
                    <a:pt x="75" y="125"/>
                  </a:lnTo>
                  <a:lnTo>
                    <a:pt x="73" y="127"/>
                  </a:lnTo>
                  <a:lnTo>
                    <a:pt x="72" y="127"/>
                  </a:lnTo>
                  <a:lnTo>
                    <a:pt x="60" y="127"/>
                  </a:lnTo>
                  <a:lnTo>
                    <a:pt x="58" y="136"/>
                  </a:lnTo>
                  <a:lnTo>
                    <a:pt x="59" y="116"/>
                  </a:lnTo>
                  <a:lnTo>
                    <a:pt x="58" y="111"/>
                  </a:lnTo>
                  <a:lnTo>
                    <a:pt x="54" y="107"/>
                  </a:lnTo>
                  <a:lnTo>
                    <a:pt x="52" y="106"/>
                  </a:lnTo>
                  <a:lnTo>
                    <a:pt x="51" y="104"/>
                  </a:lnTo>
                  <a:lnTo>
                    <a:pt x="51" y="104"/>
                  </a:lnTo>
                  <a:lnTo>
                    <a:pt x="50" y="104"/>
                  </a:lnTo>
                  <a:lnTo>
                    <a:pt x="48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6" y="103"/>
                  </a:lnTo>
                  <a:lnTo>
                    <a:pt x="45" y="103"/>
                  </a:lnTo>
                  <a:lnTo>
                    <a:pt x="45" y="102"/>
                  </a:lnTo>
                  <a:lnTo>
                    <a:pt x="43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39" y="99"/>
                  </a:lnTo>
                  <a:lnTo>
                    <a:pt x="39" y="98"/>
                  </a:lnTo>
                  <a:lnTo>
                    <a:pt x="37" y="97"/>
                  </a:lnTo>
                  <a:lnTo>
                    <a:pt x="37" y="97"/>
                  </a:lnTo>
                  <a:lnTo>
                    <a:pt x="35" y="97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6" y="93"/>
                  </a:lnTo>
                  <a:lnTo>
                    <a:pt x="26" y="91"/>
                  </a:lnTo>
                  <a:lnTo>
                    <a:pt x="23" y="90"/>
                  </a:lnTo>
                  <a:lnTo>
                    <a:pt x="22" y="90"/>
                  </a:lnTo>
                  <a:lnTo>
                    <a:pt x="21" y="90"/>
                  </a:lnTo>
                  <a:lnTo>
                    <a:pt x="19" y="90"/>
                  </a:lnTo>
                  <a:lnTo>
                    <a:pt x="16" y="89"/>
                  </a:lnTo>
                  <a:lnTo>
                    <a:pt x="13" y="78"/>
                  </a:lnTo>
                  <a:lnTo>
                    <a:pt x="4" y="68"/>
                  </a:lnTo>
                  <a:lnTo>
                    <a:pt x="1" y="53"/>
                  </a:lnTo>
                  <a:lnTo>
                    <a:pt x="0" y="43"/>
                  </a:lnTo>
                  <a:lnTo>
                    <a:pt x="5" y="44"/>
                  </a:lnTo>
                  <a:lnTo>
                    <a:pt x="9" y="43"/>
                  </a:lnTo>
                  <a:lnTo>
                    <a:pt x="12" y="39"/>
                  </a:lnTo>
                  <a:lnTo>
                    <a:pt x="14" y="36"/>
                  </a:lnTo>
                  <a:lnTo>
                    <a:pt x="16" y="35"/>
                  </a:lnTo>
                  <a:lnTo>
                    <a:pt x="18" y="33"/>
                  </a:lnTo>
                  <a:lnTo>
                    <a:pt x="19" y="31"/>
                  </a:lnTo>
                  <a:lnTo>
                    <a:pt x="19" y="29"/>
                  </a:lnTo>
                  <a:lnTo>
                    <a:pt x="19" y="25"/>
                  </a:lnTo>
                  <a:lnTo>
                    <a:pt x="18" y="25"/>
                  </a:lnTo>
                  <a:lnTo>
                    <a:pt x="17" y="24"/>
                  </a:lnTo>
                  <a:lnTo>
                    <a:pt x="16" y="23"/>
                  </a:lnTo>
                  <a:lnTo>
                    <a:pt x="16" y="22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6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18" y="19"/>
                  </a:lnTo>
                  <a:lnTo>
                    <a:pt x="19" y="18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7" y="7"/>
                  </a:lnTo>
                  <a:lnTo>
                    <a:pt x="16" y="6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31" y="2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5" name="Freeform 474"/>
            <p:cNvSpPr>
              <a:spLocks/>
            </p:cNvSpPr>
            <p:nvPr/>
          </p:nvSpPr>
          <p:spPr bwMode="auto">
            <a:xfrm>
              <a:off x="6645862" y="4388466"/>
              <a:ext cx="58369" cy="50755"/>
            </a:xfrm>
            <a:custGeom>
              <a:avLst/>
              <a:gdLst>
                <a:gd name="T0" fmla="*/ 18 w 23"/>
                <a:gd name="T1" fmla="*/ 0 h 20"/>
                <a:gd name="T2" fmla="*/ 20 w 23"/>
                <a:gd name="T3" fmla="*/ 3 h 20"/>
                <a:gd name="T4" fmla="*/ 21 w 23"/>
                <a:gd name="T5" fmla="*/ 4 h 20"/>
                <a:gd name="T6" fmla="*/ 22 w 23"/>
                <a:gd name="T7" fmla="*/ 5 h 20"/>
                <a:gd name="T8" fmla="*/ 22 w 23"/>
                <a:gd name="T9" fmla="*/ 7 h 20"/>
                <a:gd name="T10" fmla="*/ 23 w 23"/>
                <a:gd name="T11" fmla="*/ 11 h 20"/>
                <a:gd name="T12" fmla="*/ 23 w 23"/>
                <a:gd name="T13" fmla="*/ 12 h 20"/>
                <a:gd name="T14" fmla="*/ 23 w 23"/>
                <a:gd name="T15" fmla="*/ 15 h 20"/>
                <a:gd name="T16" fmla="*/ 22 w 23"/>
                <a:gd name="T17" fmla="*/ 16 h 20"/>
                <a:gd name="T18" fmla="*/ 22 w 23"/>
                <a:gd name="T19" fmla="*/ 17 h 20"/>
                <a:gd name="T20" fmla="*/ 21 w 23"/>
                <a:gd name="T21" fmla="*/ 17 h 20"/>
                <a:gd name="T22" fmla="*/ 20 w 23"/>
                <a:gd name="T23" fmla="*/ 17 h 20"/>
                <a:gd name="T24" fmla="*/ 18 w 23"/>
                <a:gd name="T25" fmla="*/ 16 h 20"/>
                <a:gd name="T26" fmla="*/ 18 w 23"/>
                <a:gd name="T27" fmla="*/ 16 h 20"/>
                <a:gd name="T28" fmla="*/ 17 w 23"/>
                <a:gd name="T29" fmla="*/ 15 h 20"/>
                <a:gd name="T30" fmla="*/ 17 w 23"/>
                <a:gd name="T31" fmla="*/ 13 h 20"/>
                <a:gd name="T32" fmla="*/ 16 w 23"/>
                <a:gd name="T33" fmla="*/ 13 h 20"/>
                <a:gd name="T34" fmla="*/ 14 w 23"/>
                <a:gd name="T35" fmla="*/ 12 h 20"/>
                <a:gd name="T36" fmla="*/ 13 w 23"/>
                <a:gd name="T37" fmla="*/ 12 h 20"/>
                <a:gd name="T38" fmla="*/ 14 w 23"/>
                <a:gd name="T39" fmla="*/ 15 h 20"/>
                <a:gd name="T40" fmla="*/ 12 w 23"/>
                <a:gd name="T41" fmla="*/ 19 h 20"/>
                <a:gd name="T42" fmla="*/ 12 w 23"/>
                <a:gd name="T43" fmla="*/ 19 h 20"/>
                <a:gd name="T44" fmla="*/ 10 w 23"/>
                <a:gd name="T45" fmla="*/ 20 h 20"/>
                <a:gd name="T46" fmla="*/ 9 w 23"/>
                <a:gd name="T47" fmla="*/ 19 h 20"/>
                <a:gd name="T48" fmla="*/ 8 w 23"/>
                <a:gd name="T49" fmla="*/ 19 h 20"/>
                <a:gd name="T50" fmla="*/ 8 w 23"/>
                <a:gd name="T51" fmla="*/ 20 h 20"/>
                <a:gd name="T52" fmla="*/ 5 w 23"/>
                <a:gd name="T53" fmla="*/ 19 h 20"/>
                <a:gd name="T54" fmla="*/ 4 w 23"/>
                <a:gd name="T55" fmla="*/ 17 h 20"/>
                <a:gd name="T56" fmla="*/ 2 w 23"/>
                <a:gd name="T57" fmla="*/ 16 h 20"/>
                <a:gd name="T58" fmla="*/ 1 w 23"/>
                <a:gd name="T59" fmla="*/ 16 h 20"/>
                <a:gd name="T60" fmla="*/ 0 w 23"/>
                <a:gd name="T61" fmla="*/ 17 h 20"/>
                <a:gd name="T62" fmla="*/ 0 w 23"/>
                <a:gd name="T63" fmla="*/ 15 h 20"/>
                <a:gd name="T64" fmla="*/ 2 w 23"/>
                <a:gd name="T65" fmla="*/ 8 h 20"/>
                <a:gd name="T66" fmla="*/ 4 w 23"/>
                <a:gd name="T67" fmla="*/ 5 h 20"/>
                <a:gd name="T68" fmla="*/ 6 w 23"/>
                <a:gd name="T69" fmla="*/ 3 h 20"/>
                <a:gd name="T70" fmla="*/ 8 w 23"/>
                <a:gd name="T71" fmla="*/ 3 h 20"/>
                <a:gd name="T72" fmla="*/ 9 w 23"/>
                <a:gd name="T73" fmla="*/ 3 h 20"/>
                <a:gd name="T74" fmla="*/ 12 w 23"/>
                <a:gd name="T75" fmla="*/ 1 h 20"/>
                <a:gd name="T76" fmla="*/ 13 w 23"/>
                <a:gd name="T77" fmla="*/ 1 h 20"/>
                <a:gd name="T78" fmla="*/ 13 w 23"/>
                <a:gd name="T79" fmla="*/ 3 h 20"/>
                <a:gd name="T80" fmla="*/ 16 w 23"/>
                <a:gd name="T81" fmla="*/ 3 h 20"/>
                <a:gd name="T82" fmla="*/ 16 w 23"/>
                <a:gd name="T83" fmla="*/ 1 h 20"/>
                <a:gd name="T84" fmla="*/ 16 w 23"/>
                <a:gd name="T85" fmla="*/ 0 h 20"/>
                <a:gd name="T86" fmla="*/ 18 w 23"/>
                <a:gd name="T8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" h="20">
                  <a:moveTo>
                    <a:pt x="18" y="0"/>
                  </a:moveTo>
                  <a:lnTo>
                    <a:pt x="20" y="3"/>
                  </a:lnTo>
                  <a:lnTo>
                    <a:pt x="21" y="4"/>
                  </a:lnTo>
                  <a:lnTo>
                    <a:pt x="22" y="5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2"/>
                  </a:lnTo>
                  <a:lnTo>
                    <a:pt x="23" y="15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5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4" y="15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0" y="20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5" y="19"/>
                  </a:lnTo>
                  <a:lnTo>
                    <a:pt x="4" y="17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2" y="8"/>
                  </a:lnTo>
                  <a:lnTo>
                    <a:pt x="4" y="5"/>
                  </a:lnTo>
                  <a:lnTo>
                    <a:pt x="6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3" y="3"/>
                  </a:lnTo>
                  <a:lnTo>
                    <a:pt x="16" y="3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6" name="Freeform 475"/>
            <p:cNvSpPr>
              <a:spLocks/>
            </p:cNvSpPr>
            <p:nvPr/>
          </p:nvSpPr>
          <p:spPr bwMode="auto">
            <a:xfrm>
              <a:off x="6645862" y="4418919"/>
              <a:ext cx="58369" cy="73595"/>
            </a:xfrm>
            <a:custGeom>
              <a:avLst/>
              <a:gdLst>
                <a:gd name="T0" fmla="*/ 13 w 23"/>
                <a:gd name="T1" fmla="*/ 0 h 29"/>
                <a:gd name="T2" fmla="*/ 14 w 23"/>
                <a:gd name="T3" fmla="*/ 0 h 29"/>
                <a:gd name="T4" fmla="*/ 16 w 23"/>
                <a:gd name="T5" fmla="*/ 1 h 29"/>
                <a:gd name="T6" fmla="*/ 17 w 23"/>
                <a:gd name="T7" fmla="*/ 1 h 29"/>
                <a:gd name="T8" fmla="*/ 17 w 23"/>
                <a:gd name="T9" fmla="*/ 3 h 29"/>
                <a:gd name="T10" fmla="*/ 18 w 23"/>
                <a:gd name="T11" fmla="*/ 4 h 29"/>
                <a:gd name="T12" fmla="*/ 18 w 23"/>
                <a:gd name="T13" fmla="*/ 5 h 29"/>
                <a:gd name="T14" fmla="*/ 20 w 23"/>
                <a:gd name="T15" fmla="*/ 7 h 29"/>
                <a:gd name="T16" fmla="*/ 20 w 23"/>
                <a:gd name="T17" fmla="*/ 8 h 29"/>
                <a:gd name="T18" fmla="*/ 21 w 23"/>
                <a:gd name="T19" fmla="*/ 9 h 29"/>
                <a:gd name="T20" fmla="*/ 22 w 23"/>
                <a:gd name="T21" fmla="*/ 10 h 29"/>
                <a:gd name="T22" fmla="*/ 23 w 23"/>
                <a:gd name="T23" fmla="*/ 10 h 29"/>
                <a:gd name="T24" fmla="*/ 23 w 23"/>
                <a:gd name="T25" fmla="*/ 14 h 29"/>
                <a:gd name="T26" fmla="*/ 23 w 23"/>
                <a:gd name="T27" fmla="*/ 16 h 29"/>
                <a:gd name="T28" fmla="*/ 22 w 23"/>
                <a:gd name="T29" fmla="*/ 18 h 29"/>
                <a:gd name="T30" fmla="*/ 20 w 23"/>
                <a:gd name="T31" fmla="*/ 20 h 29"/>
                <a:gd name="T32" fmla="*/ 18 w 23"/>
                <a:gd name="T33" fmla="*/ 21 h 29"/>
                <a:gd name="T34" fmla="*/ 16 w 23"/>
                <a:gd name="T35" fmla="*/ 24 h 29"/>
                <a:gd name="T36" fmla="*/ 13 w 23"/>
                <a:gd name="T37" fmla="*/ 28 h 29"/>
                <a:gd name="T38" fmla="*/ 9 w 23"/>
                <a:gd name="T39" fmla="*/ 29 h 29"/>
                <a:gd name="T40" fmla="*/ 4 w 23"/>
                <a:gd name="T41" fmla="*/ 28 h 29"/>
                <a:gd name="T42" fmla="*/ 1 w 23"/>
                <a:gd name="T43" fmla="*/ 14 h 29"/>
                <a:gd name="T44" fmla="*/ 1 w 23"/>
                <a:gd name="T45" fmla="*/ 12 h 29"/>
                <a:gd name="T46" fmla="*/ 1 w 23"/>
                <a:gd name="T47" fmla="*/ 9 h 29"/>
                <a:gd name="T48" fmla="*/ 0 w 23"/>
                <a:gd name="T49" fmla="*/ 7 h 29"/>
                <a:gd name="T50" fmla="*/ 0 w 23"/>
                <a:gd name="T51" fmla="*/ 5 h 29"/>
                <a:gd name="T52" fmla="*/ 1 w 23"/>
                <a:gd name="T53" fmla="*/ 4 h 29"/>
                <a:gd name="T54" fmla="*/ 2 w 23"/>
                <a:gd name="T55" fmla="*/ 4 h 29"/>
                <a:gd name="T56" fmla="*/ 4 w 23"/>
                <a:gd name="T57" fmla="*/ 5 h 29"/>
                <a:gd name="T58" fmla="*/ 5 w 23"/>
                <a:gd name="T59" fmla="*/ 7 h 29"/>
                <a:gd name="T60" fmla="*/ 8 w 23"/>
                <a:gd name="T61" fmla="*/ 8 h 29"/>
                <a:gd name="T62" fmla="*/ 8 w 23"/>
                <a:gd name="T63" fmla="*/ 7 h 29"/>
                <a:gd name="T64" fmla="*/ 9 w 23"/>
                <a:gd name="T65" fmla="*/ 7 h 29"/>
                <a:gd name="T66" fmla="*/ 10 w 23"/>
                <a:gd name="T67" fmla="*/ 8 h 29"/>
                <a:gd name="T68" fmla="*/ 12 w 23"/>
                <a:gd name="T69" fmla="*/ 7 h 29"/>
                <a:gd name="T70" fmla="*/ 12 w 23"/>
                <a:gd name="T71" fmla="*/ 7 h 29"/>
                <a:gd name="T72" fmla="*/ 14 w 23"/>
                <a:gd name="T73" fmla="*/ 3 h 29"/>
                <a:gd name="T74" fmla="*/ 13 w 23"/>
                <a:gd name="T7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" h="29">
                  <a:moveTo>
                    <a:pt x="13" y="0"/>
                  </a:moveTo>
                  <a:lnTo>
                    <a:pt x="14" y="0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21" y="9"/>
                  </a:lnTo>
                  <a:lnTo>
                    <a:pt x="22" y="10"/>
                  </a:lnTo>
                  <a:lnTo>
                    <a:pt x="23" y="10"/>
                  </a:lnTo>
                  <a:lnTo>
                    <a:pt x="23" y="14"/>
                  </a:lnTo>
                  <a:lnTo>
                    <a:pt x="23" y="16"/>
                  </a:lnTo>
                  <a:lnTo>
                    <a:pt x="22" y="18"/>
                  </a:lnTo>
                  <a:lnTo>
                    <a:pt x="20" y="20"/>
                  </a:lnTo>
                  <a:lnTo>
                    <a:pt x="18" y="21"/>
                  </a:lnTo>
                  <a:lnTo>
                    <a:pt x="16" y="24"/>
                  </a:lnTo>
                  <a:lnTo>
                    <a:pt x="13" y="28"/>
                  </a:lnTo>
                  <a:lnTo>
                    <a:pt x="9" y="29"/>
                  </a:lnTo>
                  <a:lnTo>
                    <a:pt x="4" y="28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4"/>
                  </a:lnTo>
                  <a:lnTo>
                    <a:pt x="2" y="4"/>
                  </a:lnTo>
                  <a:lnTo>
                    <a:pt x="4" y="5"/>
                  </a:lnTo>
                  <a:lnTo>
                    <a:pt x="5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9" y="7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4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7" name="Freeform 476"/>
            <p:cNvSpPr>
              <a:spLocks/>
            </p:cNvSpPr>
            <p:nvPr/>
          </p:nvSpPr>
          <p:spPr bwMode="auto">
            <a:xfrm>
              <a:off x="6133238" y="4190522"/>
              <a:ext cx="576069" cy="570993"/>
            </a:xfrm>
            <a:custGeom>
              <a:avLst/>
              <a:gdLst>
                <a:gd name="T0" fmla="*/ 169 w 227"/>
                <a:gd name="T1" fmla="*/ 3 h 225"/>
                <a:gd name="T2" fmla="*/ 185 w 227"/>
                <a:gd name="T3" fmla="*/ 4 h 225"/>
                <a:gd name="T4" fmla="*/ 193 w 227"/>
                <a:gd name="T5" fmla="*/ 12 h 225"/>
                <a:gd name="T6" fmla="*/ 203 w 227"/>
                <a:gd name="T7" fmla="*/ 10 h 225"/>
                <a:gd name="T8" fmla="*/ 211 w 227"/>
                <a:gd name="T9" fmla="*/ 7 h 225"/>
                <a:gd name="T10" fmla="*/ 220 w 227"/>
                <a:gd name="T11" fmla="*/ 16 h 225"/>
                <a:gd name="T12" fmla="*/ 225 w 227"/>
                <a:gd name="T13" fmla="*/ 22 h 225"/>
                <a:gd name="T14" fmla="*/ 224 w 227"/>
                <a:gd name="T15" fmla="*/ 36 h 225"/>
                <a:gd name="T16" fmla="*/ 218 w 227"/>
                <a:gd name="T17" fmla="*/ 54 h 225"/>
                <a:gd name="T18" fmla="*/ 208 w 227"/>
                <a:gd name="T19" fmla="*/ 78 h 225"/>
                <a:gd name="T20" fmla="*/ 203 w 227"/>
                <a:gd name="T21" fmla="*/ 99 h 225"/>
                <a:gd name="T22" fmla="*/ 222 w 227"/>
                <a:gd name="T23" fmla="*/ 164 h 225"/>
                <a:gd name="T24" fmla="*/ 199 w 227"/>
                <a:gd name="T25" fmla="*/ 181 h 225"/>
                <a:gd name="T26" fmla="*/ 198 w 227"/>
                <a:gd name="T27" fmla="*/ 190 h 225"/>
                <a:gd name="T28" fmla="*/ 194 w 227"/>
                <a:gd name="T29" fmla="*/ 203 h 225"/>
                <a:gd name="T30" fmla="*/ 206 w 227"/>
                <a:gd name="T31" fmla="*/ 214 h 225"/>
                <a:gd name="T32" fmla="*/ 210 w 227"/>
                <a:gd name="T33" fmla="*/ 224 h 225"/>
                <a:gd name="T34" fmla="*/ 202 w 227"/>
                <a:gd name="T35" fmla="*/ 225 h 225"/>
                <a:gd name="T36" fmla="*/ 189 w 227"/>
                <a:gd name="T37" fmla="*/ 214 h 225"/>
                <a:gd name="T38" fmla="*/ 178 w 227"/>
                <a:gd name="T39" fmla="*/ 203 h 225"/>
                <a:gd name="T40" fmla="*/ 169 w 227"/>
                <a:gd name="T41" fmla="*/ 210 h 225"/>
                <a:gd name="T42" fmla="*/ 158 w 227"/>
                <a:gd name="T43" fmla="*/ 204 h 225"/>
                <a:gd name="T44" fmla="*/ 156 w 227"/>
                <a:gd name="T45" fmla="*/ 198 h 225"/>
                <a:gd name="T46" fmla="*/ 146 w 227"/>
                <a:gd name="T47" fmla="*/ 202 h 225"/>
                <a:gd name="T48" fmla="*/ 141 w 227"/>
                <a:gd name="T49" fmla="*/ 197 h 225"/>
                <a:gd name="T50" fmla="*/ 132 w 227"/>
                <a:gd name="T51" fmla="*/ 199 h 225"/>
                <a:gd name="T52" fmla="*/ 123 w 227"/>
                <a:gd name="T53" fmla="*/ 198 h 225"/>
                <a:gd name="T54" fmla="*/ 120 w 227"/>
                <a:gd name="T55" fmla="*/ 195 h 225"/>
                <a:gd name="T56" fmla="*/ 120 w 227"/>
                <a:gd name="T57" fmla="*/ 187 h 225"/>
                <a:gd name="T58" fmla="*/ 118 w 227"/>
                <a:gd name="T59" fmla="*/ 179 h 225"/>
                <a:gd name="T60" fmla="*/ 115 w 227"/>
                <a:gd name="T61" fmla="*/ 172 h 225"/>
                <a:gd name="T62" fmla="*/ 115 w 227"/>
                <a:gd name="T63" fmla="*/ 161 h 225"/>
                <a:gd name="T64" fmla="*/ 102 w 227"/>
                <a:gd name="T65" fmla="*/ 152 h 225"/>
                <a:gd name="T66" fmla="*/ 87 w 227"/>
                <a:gd name="T67" fmla="*/ 148 h 225"/>
                <a:gd name="T68" fmla="*/ 77 w 227"/>
                <a:gd name="T69" fmla="*/ 160 h 225"/>
                <a:gd name="T70" fmla="*/ 62 w 227"/>
                <a:gd name="T71" fmla="*/ 160 h 225"/>
                <a:gd name="T72" fmla="*/ 58 w 227"/>
                <a:gd name="T73" fmla="*/ 149 h 225"/>
                <a:gd name="T74" fmla="*/ 56 w 227"/>
                <a:gd name="T75" fmla="*/ 139 h 225"/>
                <a:gd name="T76" fmla="*/ 31 w 227"/>
                <a:gd name="T77" fmla="*/ 135 h 225"/>
                <a:gd name="T78" fmla="*/ 15 w 227"/>
                <a:gd name="T79" fmla="*/ 135 h 225"/>
                <a:gd name="T80" fmla="*/ 7 w 227"/>
                <a:gd name="T81" fmla="*/ 137 h 225"/>
                <a:gd name="T82" fmla="*/ 3 w 227"/>
                <a:gd name="T83" fmla="*/ 133 h 225"/>
                <a:gd name="T84" fmla="*/ 12 w 227"/>
                <a:gd name="T85" fmla="*/ 122 h 225"/>
                <a:gd name="T86" fmla="*/ 20 w 227"/>
                <a:gd name="T87" fmla="*/ 122 h 225"/>
                <a:gd name="T88" fmla="*/ 29 w 227"/>
                <a:gd name="T89" fmla="*/ 116 h 225"/>
                <a:gd name="T90" fmla="*/ 36 w 227"/>
                <a:gd name="T91" fmla="*/ 120 h 225"/>
                <a:gd name="T92" fmla="*/ 48 w 227"/>
                <a:gd name="T93" fmla="*/ 106 h 225"/>
                <a:gd name="T94" fmla="*/ 53 w 227"/>
                <a:gd name="T95" fmla="*/ 86 h 225"/>
                <a:gd name="T96" fmla="*/ 64 w 227"/>
                <a:gd name="T97" fmla="*/ 77 h 225"/>
                <a:gd name="T98" fmla="*/ 70 w 227"/>
                <a:gd name="T99" fmla="*/ 58 h 225"/>
                <a:gd name="T100" fmla="*/ 74 w 227"/>
                <a:gd name="T101" fmla="*/ 43 h 225"/>
                <a:gd name="T102" fmla="*/ 79 w 227"/>
                <a:gd name="T103" fmla="*/ 22 h 225"/>
                <a:gd name="T104" fmla="*/ 81 w 227"/>
                <a:gd name="T105" fmla="*/ 12 h 225"/>
                <a:gd name="T106" fmla="*/ 85 w 227"/>
                <a:gd name="T107" fmla="*/ 6 h 225"/>
                <a:gd name="T108" fmla="*/ 94 w 227"/>
                <a:gd name="T109" fmla="*/ 4 h 225"/>
                <a:gd name="T110" fmla="*/ 108 w 227"/>
                <a:gd name="T111" fmla="*/ 12 h 225"/>
                <a:gd name="T112" fmla="*/ 120 w 227"/>
                <a:gd name="T113" fmla="*/ 14 h 225"/>
                <a:gd name="T114" fmla="*/ 125 w 227"/>
                <a:gd name="T115" fmla="*/ 8 h 225"/>
                <a:gd name="T116" fmla="*/ 139 w 227"/>
                <a:gd name="T117" fmla="*/ 7 h 225"/>
                <a:gd name="T118" fmla="*/ 149 w 227"/>
                <a:gd name="T119" fmla="*/ 4 h 225"/>
                <a:gd name="T120" fmla="*/ 158 w 227"/>
                <a:gd name="T121" fmla="*/ 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7" h="225">
                  <a:moveTo>
                    <a:pt x="161" y="0"/>
                  </a:moveTo>
                  <a:lnTo>
                    <a:pt x="162" y="2"/>
                  </a:lnTo>
                  <a:lnTo>
                    <a:pt x="165" y="2"/>
                  </a:lnTo>
                  <a:lnTo>
                    <a:pt x="166" y="2"/>
                  </a:lnTo>
                  <a:lnTo>
                    <a:pt x="168" y="3"/>
                  </a:lnTo>
                  <a:lnTo>
                    <a:pt x="169" y="3"/>
                  </a:lnTo>
                  <a:lnTo>
                    <a:pt x="172" y="4"/>
                  </a:lnTo>
                  <a:lnTo>
                    <a:pt x="175" y="4"/>
                  </a:lnTo>
                  <a:lnTo>
                    <a:pt x="175" y="4"/>
                  </a:lnTo>
                  <a:lnTo>
                    <a:pt x="179" y="3"/>
                  </a:lnTo>
                  <a:lnTo>
                    <a:pt x="182" y="3"/>
                  </a:lnTo>
                  <a:lnTo>
                    <a:pt x="185" y="4"/>
                  </a:lnTo>
                  <a:lnTo>
                    <a:pt x="186" y="4"/>
                  </a:lnTo>
                  <a:lnTo>
                    <a:pt x="186" y="6"/>
                  </a:lnTo>
                  <a:lnTo>
                    <a:pt x="187" y="8"/>
                  </a:lnTo>
                  <a:lnTo>
                    <a:pt x="189" y="8"/>
                  </a:lnTo>
                  <a:lnTo>
                    <a:pt x="190" y="10"/>
                  </a:lnTo>
                  <a:lnTo>
                    <a:pt x="193" y="12"/>
                  </a:lnTo>
                  <a:lnTo>
                    <a:pt x="194" y="12"/>
                  </a:lnTo>
                  <a:lnTo>
                    <a:pt x="195" y="12"/>
                  </a:lnTo>
                  <a:lnTo>
                    <a:pt x="197" y="11"/>
                  </a:lnTo>
                  <a:lnTo>
                    <a:pt x="198" y="10"/>
                  </a:lnTo>
                  <a:lnTo>
                    <a:pt x="200" y="10"/>
                  </a:lnTo>
                  <a:lnTo>
                    <a:pt x="203" y="10"/>
                  </a:lnTo>
                  <a:lnTo>
                    <a:pt x="203" y="11"/>
                  </a:lnTo>
                  <a:lnTo>
                    <a:pt x="204" y="11"/>
                  </a:lnTo>
                  <a:lnTo>
                    <a:pt x="206" y="10"/>
                  </a:lnTo>
                  <a:lnTo>
                    <a:pt x="207" y="8"/>
                  </a:lnTo>
                  <a:lnTo>
                    <a:pt x="208" y="7"/>
                  </a:lnTo>
                  <a:lnTo>
                    <a:pt x="211" y="7"/>
                  </a:lnTo>
                  <a:lnTo>
                    <a:pt x="212" y="8"/>
                  </a:lnTo>
                  <a:lnTo>
                    <a:pt x="214" y="11"/>
                  </a:lnTo>
                  <a:lnTo>
                    <a:pt x="215" y="12"/>
                  </a:lnTo>
                  <a:lnTo>
                    <a:pt x="216" y="14"/>
                  </a:lnTo>
                  <a:lnTo>
                    <a:pt x="219" y="15"/>
                  </a:lnTo>
                  <a:lnTo>
                    <a:pt x="220" y="16"/>
                  </a:lnTo>
                  <a:lnTo>
                    <a:pt x="222" y="18"/>
                  </a:lnTo>
                  <a:lnTo>
                    <a:pt x="222" y="19"/>
                  </a:lnTo>
                  <a:lnTo>
                    <a:pt x="223" y="20"/>
                  </a:lnTo>
                  <a:lnTo>
                    <a:pt x="223" y="22"/>
                  </a:lnTo>
                  <a:lnTo>
                    <a:pt x="223" y="22"/>
                  </a:lnTo>
                  <a:lnTo>
                    <a:pt x="225" y="22"/>
                  </a:lnTo>
                  <a:lnTo>
                    <a:pt x="227" y="22"/>
                  </a:lnTo>
                  <a:lnTo>
                    <a:pt x="227" y="24"/>
                  </a:lnTo>
                  <a:lnTo>
                    <a:pt x="225" y="25"/>
                  </a:lnTo>
                  <a:lnTo>
                    <a:pt x="225" y="29"/>
                  </a:lnTo>
                  <a:lnTo>
                    <a:pt x="224" y="33"/>
                  </a:lnTo>
                  <a:lnTo>
                    <a:pt x="224" y="36"/>
                  </a:lnTo>
                  <a:lnTo>
                    <a:pt x="225" y="37"/>
                  </a:lnTo>
                  <a:lnTo>
                    <a:pt x="227" y="39"/>
                  </a:lnTo>
                  <a:lnTo>
                    <a:pt x="227" y="41"/>
                  </a:lnTo>
                  <a:lnTo>
                    <a:pt x="227" y="43"/>
                  </a:lnTo>
                  <a:lnTo>
                    <a:pt x="222" y="50"/>
                  </a:lnTo>
                  <a:lnTo>
                    <a:pt x="218" y="54"/>
                  </a:lnTo>
                  <a:lnTo>
                    <a:pt x="216" y="56"/>
                  </a:lnTo>
                  <a:lnTo>
                    <a:pt x="212" y="65"/>
                  </a:lnTo>
                  <a:lnTo>
                    <a:pt x="211" y="66"/>
                  </a:lnTo>
                  <a:lnTo>
                    <a:pt x="211" y="69"/>
                  </a:lnTo>
                  <a:lnTo>
                    <a:pt x="211" y="73"/>
                  </a:lnTo>
                  <a:lnTo>
                    <a:pt x="208" y="78"/>
                  </a:lnTo>
                  <a:lnTo>
                    <a:pt x="210" y="81"/>
                  </a:lnTo>
                  <a:lnTo>
                    <a:pt x="206" y="83"/>
                  </a:lnTo>
                  <a:lnTo>
                    <a:pt x="204" y="86"/>
                  </a:lnTo>
                  <a:lnTo>
                    <a:pt x="202" y="93"/>
                  </a:lnTo>
                  <a:lnTo>
                    <a:pt x="202" y="97"/>
                  </a:lnTo>
                  <a:lnTo>
                    <a:pt x="203" y="99"/>
                  </a:lnTo>
                  <a:lnTo>
                    <a:pt x="203" y="102"/>
                  </a:lnTo>
                  <a:lnTo>
                    <a:pt x="203" y="104"/>
                  </a:lnTo>
                  <a:lnTo>
                    <a:pt x="207" y="128"/>
                  </a:lnTo>
                  <a:lnTo>
                    <a:pt x="210" y="143"/>
                  </a:lnTo>
                  <a:lnTo>
                    <a:pt x="219" y="153"/>
                  </a:lnTo>
                  <a:lnTo>
                    <a:pt x="222" y="164"/>
                  </a:lnTo>
                  <a:lnTo>
                    <a:pt x="219" y="162"/>
                  </a:lnTo>
                  <a:lnTo>
                    <a:pt x="200" y="166"/>
                  </a:lnTo>
                  <a:lnTo>
                    <a:pt x="195" y="175"/>
                  </a:lnTo>
                  <a:lnTo>
                    <a:pt x="197" y="178"/>
                  </a:lnTo>
                  <a:lnTo>
                    <a:pt x="198" y="179"/>
                  </a:lnTo>
                  <a:lnTo>
                    <a:pt x="199" y="181"/>
                  </a:lnTo>
                  <a:lnTo>
                    <a:pt x="198" y="182"/>
                  </a:lnTo>
                  <a:lnTo>
                    <a:pt x="198" y="183"/>
                  </a:lnTo>
                  <a:lnTo>
                    <a:pt x="198" y="185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90"/>
                  </a:lnTo>
                  <a:lnTo>
                    <a:pt x="197" y="191"/>
                  </a:lnTo>
                  <a:lnTo>
                    <a:pt x="197" y="191"/>
                  </a:lnTo>
                  <a:lnTo>
                    <a:pt x="197" y="193"/>
                  </a:lnTo>
                  <a:lnTo>
                    <a:pt x="194" y="195"/>
                  </a:lnTo>
                  <a:lnTo>
                    <a:pt x="194" y="197"/>
                  </a:lnTo>
                  <a:lnTo>
                    <a:pt x="194" y="203"/>
                  </a:lnTo>
                  <a:lnTo>
                    <a:pt x="194" y="206"/>
                  </a:lnTo>
                  <a:lnTo>
                    <a:pt x="195" y="207"/>
                  </a:lnTo>
                  <a:lnTo>
                    <a:pt x="199" y="211"/>
                  </a:lnTo>
                  <a:lnTo>
                    <a:pt x="199" y="212"/>
                  </a:lnTo>
                  <a:lnTo>
                    <a:pt x="200" y="214"/>
                  </a:lnTo>
                  <a:lnTo>
                    <a:pt x="206" y="214"/>
                  </a:lnTo>
                  <a:lnTo>
                    <a:pt x="206" y="214"/>
                  </a:lnTo>
                  <a:lnTo>
                    <a:pt x="206" y="212"/>
                  </a:lnTo>
                  <a:lnTo>
                    <a:pt x="204" y="211"/>
                  </a:lnTo>
                  <a:lnTo>
                    <a:pt x="207" y="211"/>
                  </a:lnTo>
                  <a:lnTo>
                    <a:pt x="210" y="211"/>
                  </a:lnTo>
                  <a:lnTo>
                    <a:pt x="210" y="224"/>
                  </a:lnTo>
                  <a:lnTo>
                    <a:pt x="210" y="225"/>
                  </a:lnTo>
                  <a:lnTo>
                    <a:pt x="207" y="224"/>
                  </a:lnTo>
                  <a:lnTo>
                    <a:pt x="207" y="224"/>
                  </a:lnTo>
                  <a:lnTo>
                    <a:pt x="206" y="224"/>
                  </a:lnTo>
                  <a:lnTo>
                    <a:pt x="204" y="224"/>
                  </a:lnTo>
                  <a:lnTo>
                    <a:pt x="202" y="225"/>
                  </a:lnTo>
                  <a:lnTo>
                    <a:pt x="200" y="225"/>
                  </a:lnTo>
                  <a:lnTo>
                    <a:pt x="198" y="223"/>
                  </a:lnTo>
                  <a:lnTo>
                    <a:pt x="197" y="220"/>
                  </a:lnTo>
                  <a:lnTo>
                    <a:pt x="194" y="218"/>
                  </a:lnTo>
                  <a:lnTo>
                    <a:pt x="191" y="215"/>
                  </a:lnTo>
                  <a:lnTo>
                    <a:pt x="189" y="214"/>
                  </a:lnTo>
                  <a:lnTo>
                    <a:pt x="185" y="211"/>
                  </a:lnTo>
                  <a:lnTo>
                    <a:pt x="182" y="210"/>
                  </a:lnTo>
                  <a:lnTo>
                    <a:pt x="181" y="208"/>
                  </a:lnTo>
                  <a:lnTo>
                    <a:pt x="179" y="207"/>
                  </a:lnTo>
                  <a:lnTo>
                    <a:pt x="179" y="203"/>
                  </a:lnTo>
                  <a:lnTo>
                    <a:pt x="178" y="203"/>
                  </a:lnTo>
                  <a:lnTo>
                    <a:pt x="178" y="203"/>
                  </a:lnTo>
                  <a:lnTo>
                    <a:pt x="175" y="203"/>
                  </a:lnTo>
                  <a:lnTo>
                    <a:pt x="175" y="207"/>
                  </a:lnTo>
                  <a:lnTo>
                    <a:pt x="174" y="208"/>
                  </a:lnTo>
                  <a:lnTo>
                    <a:pt x="172" y="210"/>
                  </a:lnTo>
                  <a:lnTo>
                    <a:pt x="169" y="210"/>
                  </a:lnTo>
                  <a:lnTo>
                    <a:pt x="169" y="208"/>
                  </a:lnTo>
                  <a:lnTo>
                    <a:pt x="166" y="208"/>
                  </a:lnTo>
                  <a:lnTo>
                    <a:pt x="164" y="207"/>
                  </a:lnTo>
                  <a:lnTo>
                    <a:pt x="161" y="206"/>
                  </a:lnTo>
                  <a:lnTo>
                    <a:pt x="160" y="206"/>
                  </a:lnTo>
                  <a:lnTo>
                    <a:pt x="158" y="204"/>
                  </a:lnTo>
                  <a:lnTo>
                    <a:pt x="157" y="204"/>
                  </a:lnTo>
                  <a:lnTo>
                    <a:pt x="157" y="203"/>
                  </a:lnTo>
                  <a:lnTo>
                    <a:pt x="157" y="202"/>
                  </a:lnTo>
                  <a:lnTo>
                    <a:pt x="156" y="200"/>
                  </a:lnTo>
                  <a:lnTo>
                    <a:pt x="156" y="199"/>
                  </a:lnTo>
                  <a:lnTo>
                    <a:pt x="156" y="198"/>
                  </a:lnTo>
                  <a:lnTo>
                    <a:pt x="152" y="199"/>
                  </a:lnTo>
                  <a:lnTo>
                    <a:pt x="152" y="200"/>
                  </a:lnTo>
                  <a:lnTo>
                    <a:pt x="149" y="200"/>
                  </a:lnTo>
                  <a:lnTo>
                    <a:pt x="148" y="200"/>
                  </a:lnTo>
                  <a:lnTo>
                    <a:pt x="146" y="202"/>
                  </a:lnTo>
                  <a:lnTo>
                    <a:pt x="146" y="202"/>
                  </a:lnTo>
                  <a:lnTo>
                    <a:pt x="145" y="200"/>
                  </a:lnTo>
                  <a:lnTo>
                    <a:pt x="145" y="199"/>
                  </a:lnTo>
                  <a:lnTo>
                    <a:pt x="145" y="198"/>
                  </a:lnTo>
                  <a:lnTo>
                    <a:pt x="143" y="198"/>
                  </a:lnTo>
                  <a:lnTo>
                    <a:pt x="141" y="198"/>
                  </a:lnTo>
                  <a:lnTo>
                    <a:pt x="141" y="197"/>
                  </a:lnTo>
                  <a:lnTo>
                    <a:pt x="141" y="197"/>
                  </a:lnTo>
                  <a:lnTo>
                    <a:pt x="139" y="197"/>
                  </a:lnTo>
                  <a:lnTo>
                    <a:pt x="136" y="198"/>
                  </a:lnTo>
                  <a:lnTo>
                    <a:pt x="135" y="199"/>
                  </a:lnTo>
                  <a:lnTo>
                    <a:pt x="133" y="199"/>
                  </a:lnTo>
                  <a:lnTo>
                    <a:pt x="132" y="199"/>
                  </a:lnTo>
                  <a:lnTo>
                    <a:pt x="131" y="199"/>
                  </a:lnTo>
                  <a:lnTo>
                    <a:pt x="128" y="199"/>
                  </a:lnTo>
                  <a:lnTo>
                    <a:pt x="127" y="199"/>
                  </a:lnTo>
                  <a:lnTo>
                    <a:pt x="125" y="198"/>
                  </a:lnTo>
                  <a:lnTo>
                    <a:pt x="124" y="198"/>
                  </a:lnTo>
                  <a:lnTo>
                    <a:pt x="123" y="198"/>
                  </a:lnTo>
                  <a:lnTo>
                    <a:pt x="123" y="198"/>
                  </a:lnTo>
                  <a:lnTo>
                    <a:pt x="121" y="199"/>
                  </a:lnTo>
                  <a:lnTo>
                    <a:pt x="120" y="199"/>
                  </a:lnTo>
                  <a:lnTo>
                    <a:pt x="120" y="198"/>
                  </a:lnTo>
                  <a:lnTo>
                    <a:pt x="120" y="197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21" y="193"/>
                  </a:lnTo>
                  <a:lnTo>
                    <a:pt x="120" y="191"/>
                  </a:lnTo>
                  <a:lnTo>
                    <a:pt x="119" y="190"/>
                  </a:lnTo>
                  <a:lnTo>
                    <a:pt x="120" y="189"/>
                  </a:lnTo>
                  <a:lnTo>
                    <a:pt x="120" y="187"/>
                  </a:lnTo>
                  <a:lnTo>
                    <a:pt x="119" y="186"/>
                  </a:lnTo>
                  <a:lnTo>
                    <a:pt x="119" y="185"/>
                  </a:lnTo>
                  <a:lnTo>
                    <a:pt x="119" y="183"/>
                  </a:lnTo>
                  <a:lnTo>
                    <a:pt x="119" y="182"/>
                  </a:lnTo>
                  <a:lnTo>
                    <a:pt x="118" y="181"/>
                  </a:lnTo>
                  <a:lnTo>
                    <a:pt x="118" y="179"/>
                  </a:lnTo>
                  <a:lnTo>
                    <a:pt x="116" y="179"/>
                  </a:lnTo>
                  <a:lnTo>
                    <a:pt x="116" y="178"/>
                  </a:lnTo>
                  <a:lnTo>
                    <a:pt x="115" y="177"/>
                  </a:lnTo>
                  <a:lnTo>
                    <a:pt x="115" y="175"/>
                  </a:lnTo>
                  <a:lnTo>
                    <a:pt x="115" y="174"/>
                  </a:lnTo>
                  <a:lnTo>
                    <a:pt x="115" y="172"/>
                  </a:lnTo>
                  <a:lnTo>
                    <a:pt x="115" y="168"/>
                  </a:lnTo>
                  <a:lnTo>
                    <a:pt x="115" y="166"/>
                  </a:lnTo>
                  <a:lnTo>
                    <a:pt x="115" y="165"/>
                  </a:lnTo>
                  <a:lnTo>
                    <a:pt x="115" y="165"/>
                  </a:lnTo>
                  <a:lnTo>
                    <a:pt x="115" y="162"/>
                  </a:lnTo>
                  <a:lnTo>
                    <a:pt x="115" y="161"/>
                  </a:lnTo>
                  <a:lnTo>
                    <a:pt x="115" y="160"/>
                  </a:lnTo>
                  <a:lnTo>
                    <a:pt x="116" y="157"/>
                  </a:lnTo>
                  <a:lnTo>
                    <a:pt x="116" y="156"/>
                  </a:lnTo>
                  <a:lnTo>
                    <a:pt x="116" y="153"/>
                  </a:lnTo>
                  <a:lnTo>
                    <a:pt x="116" y="152"/>
                  </a:lnTo>
                  <a:lnTo>
                    <a:pt x="102" y="152"/>
                  </a:lnTo>
                  <a:lnTo>
                    <a:pt x="102" y="150"/>
                  </a:lnTo>
                  <a:lnTo>
                    <a:pt x="102" y="149"/>
                  </a:lnTo>
                  <a:lnTo>
                    <a:pt x="102" y="148"/>
                  </a:lnTo>
                  <a:lnTo>
                    <a:pt x="99" y="147"/>
                  </a:lnTo>
                  <a:lnTo>
                    <a:pt x="99" y="148"/>
                  </a:lnTo>
                  <a:lnTo>
                    <a:pt x="87" y="148"/>
                  </a:lnTo>
                  <a:lnTo>
                    <a:pt x="87" y="152"/>
                  </a:lnTo>
                  <a:lnTo>
                    <a:pt x="86" y="153"/>
                  </a:lnTo>
                  <a:lnTo>
                    <a:pt x="85" y="154"/>
                  </a:lnTo>
                  <a:lnTo>
                    <a:pt x="85" y="156"/>
                  </a:lnTo>
                  <a:lnTo>
                    <a:pt x="86" y="160"/>
                  </a:lnTo>
                  <a:lnTo>
                    <a:pt x="77" y="160"/>
                  </a:lnTo>
                  <a:lnTo>
                    <a:pt x="75" y="161"/>
                  </a:lnTo>
                  <a:lnTo>
                    <a:pt x="70" y="161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4" y="161"/>
                  </a:lnTo>
                  <a:lnTo>
                    <a:pt x="62" y="160"/>
                  </a:lnTo>
                  <a:lnTo>
                    <a:pt x="62" y="156"/>
                  </a:lnTo>
                  <a:lnTo>
                    <a:pt x="61" y="154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8" y="150"/>
                  </a:lnTo>
                  <a:lnTo>
                    <a:pt x="58" y="149"/>
                  </a:lnTo>
                  <a:lnTo>
                    <a:pt x="57" y="147"/>
                  </a:lnTo>
                  <a:lnTo>
                    <a:pt x="56" y="144"/>
                  </a:lnTo>
                  <a:lnTo>
                    <a:pt x="56" y="143"/>
                  </a:lnTo>
                  <a:lnTo>
                    <a:pt x="57" y="141"/>
                  </a:lnTo>
                  <a:lnTo>
                    <a:pt x="57" y="140"/>
                  </a:lnTo>
                  <a:lnTo>
                    <a:pt x="56" y="139"/>
                  </a:lnTo>
                  <a:lnTo>
                    <a:pt x="56" y="137"/>
                  </a:lnTo>
                  <a:lnTo>
                    <a:pt x="56" y="137"/>
                  </a:lnTo>
                  <a:lnTo>
                    <a:pt x="56" y="135"/>
                  </a:lnTo>
                  <a:lnTo>
                    <a:pt x="42" y="135"/>
                  </a:lnTo>
                  <a:lnTo>
                    <a:pt x="35" y="135"/>
                  </a:lnTo>
                  <a:lnTo>
                    <a:pt x="31" y="135"/>
                  </a:lnTo>
                  <a:lnTo>
                    <a:pt x="27" y="135"/>
                  </a:lnTo>
                  <a:lnTo>
                    <a:pt x="25" y="135"/>
                  </a:lnTo>
                  <a:lnTo>
                    <a:pt x="21" y="135"/>
                  </a:lnTo>
                  <a:lnTo>
                    <a:pt x="19" y="135"/>
                  </a:lnTo>
                  <a:lnTo>
                    <a:pt x="16" y="135"/>
                  </a:lnTo>
                  <a:lnTo>
                    <a:pt x="15" y="135"/>
                  </a:lnTo>
                  <a:lnTo>
                    <a:pt x="13" y="135"/>
                  </a:lnTo>
                  <a:lnTo>
                    <a:pt x="11" y="135"/>
                  </a:lnTo>
                  <a:lnTo>
                    <a:pt x="10" y="136"/>
                  </a:lnTo>
                  <a:lnTo>
                    <a:pt x="8" y="136"/>
                  </a:lnTo>
                  <a:lnTo>
                    <a:pt x="7" y="136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6" y="136"/>
                  </a:lnTo>
                  <a:lnTo>
                    <a:pt x="2" y="136"/>
                  </a:lnTo>
                  <a:lnTo>
                    <a:pt x="0" y="135"/>
                  </a:lnTo>
                  <a:lnTo>
                    <a:pt x="3" y="133"/>
                  </a:lnTo>
                  <a:lnTo>
                    <a:pt x="6" y="132"/>
                  </a:lnTo>
                  <a:lnTo>
                    <a:pt x="7" y="131"/>
                  </a:lnTo>
                  <a:lnTo>
                    <a:pt x="7" y="127"/>
                  </a:lnTo>
                  <a:lnTo>
                    <a:pt x="7" y="125"/>
                  </a:lnTo>
                  <a:lnTo>
                    <a:pt x="10" y="124"/>
                  </a:lnTo>
                  <a:lnTo>
                    <a:pt x="12" y="122"/>
                  </a:lnTo>
                  <a:lnTo>
                    <a:pt x="13" y="122"/>
                  </a:lnTo>
                  <a:lnTo>
                    <a:pt x="16" y="120"/>
                  </a:lnTo>
                  <a:lnTo>
                    <a:pt x="16" y="122"/>
                  </a:lnTo>
                  <a:lnTo>
                    <a:pt x="16" y="123"/>
                  </a:lnTo>
                  <a:lnTo>
                    <a:pt x="19" y="123"/>
                  </a:lnTo>
                  <a:lnTo>
                    <a:pt x="20" y="122"/>
                  </a:lnTo>
                  <a:lnTo>
                    <a:pt x="20" y="119"/>
                  </a:lnTo>
                  <a:lnTo>
                    <a:pt x="21" y="119"/>
                  </a:lnTo>
                  <a:lnTo>
                    <a:pt x="23" y="119"/>
                  </a:lnTo>
                  <a:lnTo>
                    <a:pt x="25" y="116"/>
                  </a:lnTo>
                  <a:lnTo>
                    <a:pt x="29" y="115"/>
                  </a:lnTo>
                  <a:lnTo>
                    <a:pt x="29" y="116"/>
                  </a:lnTo>
                  <a:lnTo>
                    <a:pt x="28" y="119"/>
                  </a:lnTo>
                  <a:lnTo>
                    <a:pt x="28" y="120"/>
                  </a:lnTo>
                  <a:lnTo>
                    <a:pt x="29" y="122"/>
                  </a:lnTo>
                  <a:lnTo>
                    <a:pt x="32" y="124"/>
                  </a:lnTo>
                  <a:lnTo>
                    <a:pt x="35" y="123"/>
                  </a:lnTo>
                  <a:lnTo>
                    <a:pt x="36" y="120"/>
                  </a:lnTo>
                  <a:lnTo>
                    <a:pt x="41" y="115"/>
                  </a:lnTo>
                  <a:lnTo>
                    <a:pt x="42" y="114"/>
                  </a:lnTo>
                  <a:lnTo>
                    <a:pt x="44" y="112"/>
                  </a:lnTo>
                  <a:lnTo>
                    <a:pt x="46" y="111"/>
                  </a:lnTo>
                  <a:lnTo>
                    <a:pt x="48" y="108"/>
                  </a:lnTo>
                  <a:lnTo>
                    <a:pt x="48" y="106"/>
                  </a:lnTo>
                  <a:lnTo>
                    <a:pt x="49" y="103"/>
                  </a:lnTo>
                  <a:lnTo>
                    <a:pt x="49" y="97"/>
                  </a:lnTo>
                  <a:lnTo>
                    <a:pt x="49" y="95"/>
                  </a:lnTo>
                  <a:lnTo>
                    <a:pt x="48" y="93"/>
                  </a:lnTo>
                  <a:lnTo>
                    <a:pt x="49" y="90"/>
                  </a:lnTo>
                  <a:lnTo>
                    <a:pt x="53" y="86"/>
                  </a:lnTo>
                  <a:lnTo>
                    <a:pt x="53" y="83"/>
                  </a:lnTo>
                  <a:lnTo>
                    <a:pt x="56" y="81"/>
                  </a:lnTo>
                  <a:lnTo>
                    <a:pt x="58" y="78"/>
                  </a:lnTo>
                  <a:lnTo>
                    <a:pt x="60" y="79"/>
                  </a:lnTo>
                  <a:lnTo>
                    <a:pt x="62" y="78"/>
                  </a:lnTo>
                  <a:lnTo>
                    <a:pt x="64" y="77"/>
                  </a:lnTo>
                  <a:lnTo>
                    <a:pt x="67" y="70"/>
                  </a:lnTo>
                  <a:lnTo>
                    <a:pt x="67" y="66"/>
                  </a:lnTo>
                  <a:lnTo>
                    <a:pt x="69" y="62"/>
                  </a:lnTo>
                  <a:lnTo>
                    <a:pt x="70" y="62"/>
                  </a:lnTo>
                  <a:lnTo>
                    <a:pt x="71" y="58"/>
                  </a:lnTo>
                  <a:lnTo>
                    <a:pt x="70" y="58"/>
                  </a:lnTo>
                  <a:lnTo>
                    <a:pt x="71" y="54"/>
                  </a:lnTo>
                  <a:lnTo>
                    <a:pt x="70" y="53"/>
                  </a:lnTo>
                  <a:lnTo>
                    <a:pt x="71" y="49"/>
                  </a:lnTo>
                  <a:lnTo>
                    <a:pt x="73" y="48"/>
                  </a:lnTo>
                  <a:lnTo>
                    <a:pt x="73" y="45"/>
                  </a:lnTo>
                  <a:lnTo>
                    <a:pt x="74" y="43"/>
                  </a:lnTo>
                  <a:lnTo>
                    <a:pt x="73" y="37"/>
                  </a:lnTo>
                  <a:lnTo>
                    <a:pt x="78" y="31"/>
                  </a:lnTo>
                  <a:lnTo>
                    <a:pt x="78" y="29"/>
                  </a:lnTo>
                  <a:lnTo>
                    <a:pt x="81" y="28"/>
                  </a:lnTo>
                  <a:lnTo>
                    <a:pt x="81" y="23"/>
                  </a:lnTo>
                  <a:lnTo>
                    <a:pt x="79" y="22"/>
                  </a:lnTo>
                  <a:lnTo>
                    <a:pt x="79" y="19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9" y="14"/>
                  </a:lnTo>
                  <a:lnTo>
                    <a:pt x="79" y="12"/>
                  </a:lnTo>
                  <a:lnTo>
                    <a:pt x="81" y="12"/>
                  </a:lnTo>
                  <a:lnTo>
                    <a:pt x="82" y="11"/>
                  </a:lnTo>
                  <a:lnTo>
                    <a:pt x="82" y="10"/>
                  </a:lnTo>
                  <a:lnTo>
                    <a:pt x="82" y="8"/>
                  </a:lnTo>
                  <a:lnTo>
                    <a:pt x="83" y="7"/>
                  </a:lnTo>
                  <a:lnTo>
                    <a:pt x="83" y="6"/>
                  </a:lnTo>
                  <a:lnTo>
                    <a:pt x="85" y="6"/>
                  </a:lnTo>
                  <a:lnTo>
                    <a:pt x="87" y="4"/>
                  </a:lnTo>
                  <a:lnTo>
                    <a:pt x="89" y="4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3" y="4"/>
                  </a:lnTo>
                  <a:lnTo>
                    <a:pt x="94" y="4"/>
                  </a:lnTo>
                  <a:lnTo>
                    <a:pt x="96" y="8"/>
                  </a:lnTo>
                  <a:lnTo>
                    <a:pt x="99" y="8"/>
                  </a:lnTo>
                  <a:lnTo>
                    <a:pt x="102" y="11"/>
                  </a:lnTo>
                  <a:lnTo>
                    <a:pt x="103" y="12"/>
                  </a:lnTo>
                  <a:lnTo>
                    <a:pt x="106" y="11"/>
                  </a:lnTo>
                  <a:lnTo>
                    <a:pt x="108" y="12"/>
                  </a:lnTo>
                  <a:lnTo>
                    <a:pt x="111" y="14"/>
                  </a:lnTo>
                  <a:lnTo>
                    <a:pt x="112" y="14"/>
                  </a:lnTo>
                  <a:lnTo>
                    <a:pt x="114" y="12"/>
                  </a:lnTo>
                  <a:lnTo>
                    <a:pt x="115" y="12"/>
                  </a:lnTo>
                  <a:lnTo>
                    <a:pt x="118" y="14"/>
                  </a:lnTo>
                  <a:lnTo>
                    <a:pt x="120" y="14"/>
                  </a:lnTo>
                  <a:lnTo>
                    <a:pt x="121" y="15"/>
                  </a:lnTo>
                  <a:lnTo>
                    <a:pt x="124" y="14"/>
                  </a:lnTo>
                  <a:lnTo>
                    <a:pt x="124" y="14"/>
                  </a:lnTo>
                  <a:lnTo>
                    <a:pt x="123" y="12"/>
                  </a:lnTo>
                  <a:lnTo>
                    <a:pt x="123" y="11"/>
                  </a:lnTo>
                  <a:lnTo>
                    <a:pt x="125" y="8"/>
                  </a:lnTo>
                  <a:lnTo>
                    <a:pt x="127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2" y="8"/>
                  </a:lnTo>
                  <a:lnTo>
                    <a:pt x="135" y="8"/>
                  </a:lnTo>
                  <a:lnTo>
                    <a:pt x="139" y="7"/>
                  </a:lnTo>
                  <a:lnTo>
                    <a:pt x="140" y="7"/>
                  </a:lnTo>
                  <a:lnTo>
                    <a:pt x="143" y="6"/>
                  </a:lnTo>
                  <a:lnTo>
                    <a:pt x="146" y="3"/>
                  </a:lnTo>
                  <a:lnTo>
                    <a:pt x="148" y="3"/>
                  </a:lnTo>
                  <a:lnTo>
                    <a:pt x="149" y="4"/>
                  </a:lnTo>
                  <a:lnTo>
                    <a:pt x="149" y="4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3" y="6"/>
                  </a:lnTo>
                  <a:lnTo>
                    <a:pt x="156" y="4"/>
                  </a:lnTo>
                  <a:lnTo>
                    <a:pt x="157" y="4"/>
                  </a:lnTo>
                  <a:lnTo>
                    <a:pt x="158" y="4"/>
                  </a:lnTo>
                  <a:lnTo>
                    <a:pt x="160" y="2"/>
                  </a:lnTo>
                  <a:lnTo>
                    <a:pt x="160" y="2"/>
                  </a:lnTo>
                  <a:lnTo>
                    <a:pt x="160" y="0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8" name="Freeform 477"/>
            <p:cNvSpPr>
              <a:spLocks/>
            </p:cNvSpPr>
            <p:nvPr/>
          </p:nvSpPr>
          <p:spPr bwMode="auto">
            <a:xfrm>
              <a:off x="6754984" y="4639704"/>
              <a:ext cx="93897" cy="241087"/>
            </a:xfrm>
            <a:custGeom>
              <a:avLst/>
              <a:gdLst>
                <a:gd name="T0" fmla="*/ 6 w 37"/>
                <a:gd name="T1" fmla="*/ 0 h 95"/>
                <a:gd name="T2" fmla="*/ 7 w 37"/>
                <a:gd name="T3" fmla="*/ 1 h 95"/>
                <a:gd name="T4" fmla="*/ 8 w 37"/>
                <a:gd name="T5" fmla="*/ 1 h 95"/>
                <a:gd name="T6" fmla="*/ 11 w 37"/>
                <a:gd name="T7" fmla="*/ 2 h 95"/>
                <a:gd name="T8" fmla="*/ 12 w 37"/>
                <a:gd name="T9" fmla="*/ 2 h 95"/>
                <a:gd name="T10" fmla="*/ 15 w 37"/>
                <a:gd name="T11" fmla="*/ 5 h 95"/>
                <a:gd name="T12" fmla="*/ 20 w 37"/>
                <a:gd name="T13" fmla="*/ 14 h 95"/>
                <a:gd name="T14" fmla="*/ 19 w 37"/>
                <a:gd name="T15" fmla="*/ 37 h 95"/>
                <a:gd name="T16" fmla="*/ 24 w 37"/>
                <a:gd name="T17" fmla="*/ 48 h 95"/>
                <a:gd name="T18" fmla="*/ 27 w 37"/>
                <a:gd name="T19" fmla="*/ 51 h 95"/>
                <a:gd name="T20" fmla="*/ 32 w 37"/>
                <a:gd name="T21" fmla="*/ 56 h 95"/>
                <a:gd name="T22" fmla="*/ 36 w 37"/>
                <a:gd name="T23" fmla="*/ 62 h 95"/>
                <a:gd name="T24" fmla="*/ 37 w 37"/>
                <a:gd name="T25" fmla="*/ 66 h 95"/>
                <a:gd name="T26" fmla="*/ 36 w 37"/>
                <a:gd name="T27" fmla="*/ 68 h 95"/>
                <a:gd name="T28" fmla="*/ 34 w 37"/>
                <a:gd name="T29" fmla="*/ 70 h 95"/>
                <a:gd name="T30" fmla="*/ 34 w 37"/>
                <a:gd name="T31" fmla="*/ 71 h 95"/>
                <a:gd name="T32" fmla="*/ 36 w 37"/>
                <a:gd name="T33" fmla="*/ 73 h 95"/>
                <a:gd name="T34" fmla="*/ 34 w 37"/>
                <a:gd name="T35" fmla="*/ 80 h 95"/>
                <a:gd name="T36" fmla="*/ 31 w 37"/>
                <a:gd name="T37" fmla="*/ 81 h 95"/>
                <a:gd name="T38" fmla="*/ 29 w 37"/>
                <a:gd name="T39" fmla="*/ 87 h 95"/>
                <a:gd name="T40" fmla="*/ 28 w 37"/>
                <a:gd name="T41" fmla="*/ 92 h 95"/>
                <a:gd name="T42" fmla="*/ 25 w 37"/>
                <a:gd name="T43" fmla="*/ 95 h 95"/>
                <a:gd name="T44" fmla="*/ 25 w 37"/>
                <a:gd name="T45" fmla="*/ 92 h 95"/>
                <a:gd name="T46" fmla="*/ 23 w 37"/>
                <a:gd name="T47" fmla="*/ 88 h 95"/>
                <a:gd name="T48" fmla="*/ 20 w 37"/>
                <a:gd name="T49" fmla="*/ 85 h 95"/>
                <a:gd name="T50" fmla="*/ 17 w 37"/>
                <a:gd name="T51" fmla="*/ 81 h 95"/>
                <a:gd name="T52" fmla="*/ 16 w 37"/>
                <a:gd name="T53" fmla="*/ 76 h 95"/>
                <a:gd name="T54" fmla="*/ 17 w 37"/>
                <a:gd name="T55" fmla="*/ 72 h 95"/>
                <a:gd name="T56" fmla="*/ 21 w 37"/>
                <a:gd name="T57" fmla="*/ 67 h 95"/>
                <a:gd name="T58" fmla="*/ 20 w 37"/>
                <a:gd name="T59" fmla="*/ 62 h 95"/>
                <a:gd name="T60" fmla="*/ 13 w 37"/>
                <a:gd name="T61" fmla="*/ 60 h 95"/>
                <a:gd name="T62" fmla="*/ 12 w 37"/>
                <a:gd name="T63" fmla="*/ 62 h 95"/>
                <a:gd name="T64" fmla="*/ 8 w 37"/>
                <a:gd name="T65" fmla="*/ 62 h 95"/>
                <a:gd name="T66" fmla="*/ 7 w 37"/>
                <a:gd name="T67" fmla="*/ 59 h 95"/>
                <a:gd name="T68" fmla="*/ 7 w 37"/>
                <a:gd name="T69" fmla="*/ 56 h 95"/>
                <a:gd name="T70" fmla="*/ 3 w 37"/>
                <a:gd name="T71" fmla="*/ 55 h 95"/>
                <a:gd name="T72" fmla="*/ 0 w 37"/>
                <a:gd name="T73" fmla="*/ 51 h 95"/>
                <a:gd name="T74" fmla="*/ 2 w 37"/>
                <a:gd name="T75" fmla="*/ 50 h 95"/>
                <a:gd name="T76" fmla="*/ 3 w 37"/>
                <a:gd name="T77" fmla="*/ 46 h 95"/>
                <a:gd name="T78" fmla="*/ 3 w 37"/>
                <a:gd name="T79" fmla="*/ 43 h 95"/>
                <a:gd name="T80" fmla="*/ 3 w 37"/>
                <a:gd name="T81" fmla="*/ 41 h 95"/>
                <a:gd name="T82" fmla="*/ 8 w 37"/>
                <a:gd name="T83" fmla="*/ 38 h 95"/>
                <a:gd name="T84" fmla="*/ 9 w 37"/>
                <a:gd name="T85" fmla="*/ 37 h 95"/>
                <a:gd name="T86" fmla="*/ 8 w 37"/>
                <a:gd name="T87" fmla="*/ 35 h 95"/>
                <a:gd name="T88" fmla="*/ 7 w 37"/>
                <a:gd name="T89" fmla="*/ 33 h 95"/>
                <a:gd name="T90" fmla="*/ 8 w 37"/>
                <a:gd name="T91" fmla="*/ 30 h 95"/>
                <a:gd name="T92" fmla="*/ 8 w 37"/>
                <a:gd name="T93" fmla="*/ 27 h 95"/>
                <a:gd name="T94" fmla="*/ 7 w 37"/>
                <a:gd name="T95" fmla="*/ 23 h 95"/>
                <a:gd name="T96" fmla="*/ 7 w 37"/>
                <a:gd name="T97" fmla="*/ 20 h 95"/>
                <a:gd name="T98" fmla="*/ 9 w 37"/>
                <a:gd name="T99" fmla="*/ 17 h 95"/>
                <a:gd name="T100" fmla="*/ 11 w 37"/>
                <a:gd name="T101" fmla="*/ 13 h 95"/>
                <a:gd name="T102" fmla="*/ 8 w 37"/>
                <a:gd name="T103" fmla="*/ 10 h 95"/>
                <a:gd name="T104" fmla="*/ 8 w 37"/>
                <a:gd name="T105" fmla="*/ 6 h 95"/>
                <a:gd name="T106" fmla="*/ 7 w 37"/>
                <a:gd name="T107" fmla="*/ 5 h 95"/>
                <a:gd name="T108" fmla="*/ 6 w 37"/>
                <a:gd name="T109" fmla="*/ 2 h 95"/>
                <a:gd name="T110" fmla="*/ 3 w 37"/>
                <a:gd name="T11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7" h="95">
                  <a:moveTo>
                    <a:pt x="4" y="0"/>
                  </a:move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9" y="9"/>
                  </a:lnTo>
                  <a:lnTo>
                    <a:pt x="20" y="14"/>
                  </a:lnTo>
                  <a:lnTo>
                    <a:pt x="19" y="34"/>
                  </a:lnTo>
                  <a:lnTo>
                    <a:pt x="19" y="37"/>
                  </a:lnTo>
                  <a:lnTo>
                    <a:pt x="20" y="47"/>
                  </a:lnTo>
                  <a:lnTo>
                    <a:pt x="24" y="48"/>
                  </a:lnTo>
                  <a:lnTo>
                    <a:pt x="27" y="51"/>
                  </a:lnTo>
                  <a:lnTo>
                    <a:pt x="27" y="51"/>
                  </a:lnTo>
                  <a:lnTo>
                    <a:pt x="28" y="52"/>
                  </a:lnTo>
                  <a:lnTo>
                    <a:pt x="32" y="56"/>
                  </a:lnTo>
                  <a:lnTo>
                    <a:pt x="33" y="58"/>
                  </a:lnTo>
                  <a:lnTo>
                    <a:pt x="36" y="62"/>
                  </a:lnTo>
                  <a:lnTo>
                    <a:pt x="37" y="64"/>
                  </a:lnTo>
                  <a:lnTo>
                    <a:pt x="37" y="66"/>
                  </a:lnTo>
                  <a:lnTo>
                    <a:pt x="37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4" y="71"/>
                  </a:lnTo>
                  <a:lnTo>
                    <a:pt x="34" y="72"/>
                  </a:lnTo>
                  <a:lnTo>
                    <a:pt x="36" y="73"/>
                  </a:lnTo>
                  <a:lnTo>
                    <a:pt x="34" y="77"/>
                  </a:lnTo>
                  <a:lnTo>
                    <a:pt x="34" y="80"/>
                  </a:lnTo>
                  <a:lnTo>
                    <a:pt x="33" y="81"/>
                  </a:lnTo>
                  <a:lnTo>
                    <a:pt x="31" y="81"/>
                  </a:lnTo>
                  <a:lnTo>
                    <a:pt x="29" y="85"/>
                  </a:lnTo>
                  <a:lnTo>
                    <a:pt x="29" y="87"/>
                  </a:lnTo>
                  <a:lnTo>
                    <a:pt x="28" y="89"/>
                  </a:lnTo>
                  <a:lnTo>
                    <a:pt x="28" y="92"/>
                  </a:lnTo>
                  <a:lnTo>
                    <a:pt x="28" y="95"/>
                  </a:lnTo>
                  <a:lnTo>
                    <a:pt x="25" y="95"/>
                  </a:lnTo>
                  <a:lnTo>
                    <a:pt x="25" y="93"/>
                  </a:lnTo>
                  <a:lnTo>
                    <a:pt x="25" y="92"/>
                  </a:lnTo>
                  <a:lnTo>
                    <a:pt x="24" y="89"/>
                  </a:lnTo>
                  <a:lnTo>
                    <a:pt x="23" y="88"/>
                  </a:lnTo>
                  <a:lnTo>
                    <a:pt x="21" y="88"/>
                  </a:lnTo>
                  <a:lnTo>
                    <a:pt x="20" y="85"/>
                  </a:lnTo>
                  <a:lnTo>
                    <a:pt x="17" y="83"/>
                  </a:lnTo>
                  <a:lnTo>
                    <a:pt x="17" y="81"/>
                  </a:lnTo>
                  <a:lnTo>
                    <a:pt x="16" y="79"/>
                  </a:lnTo>
                  <a:lnTo>
                    <a:pt x="16" y="76"/>
                  </a:lnTo>
                  <a:lnTo>
                    <a:pt x="17" y="75"/>
                  </a:lnTo>
                  <a:lnTo>
                    <a:pt x="17" y="72"/>
                  </a:lnTo>
                  <a:lnTo>
                    <a:pt x="20" y="70"/>
                  </a:lnTo>
                  <a:lnTo>
                    <a:pt x="21" y="67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6" y="60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9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2" y="50"/>
                  </a:lnTo>
                  <a:lnTo>
                    <a:pt x="3" y="47"/>
                  </a:lnTo>
                  <a:lnTo>
                    <a:pt x="3" y="46"/>
                  </a:lnTo>
                  <a:lnTo>
                    <a:pt x="3" y="45"/>
                  </a:lnTo>
                  <a:lnTo>
                    <a:pt x="3" y="43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6" y="39"/>
                  </a:lnTo>
                  <a:lnTo>
                    <a:pt x="8" y="38"/>
                  </a:lnTo>
                  <a:lnTo>
                    <a:pt x="8" y="37"/>
                  </a:lnTo>
                  <a:lnTo>
                    <a:pt x="9" y="37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7" y="33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7" y="29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9" y="12"/>
                  </a:lnTo>
                  <a:lnTo>
                    <a:pt x="8" y="10"/>
                  </a:lnTo>
                  <a:lnTo>
                    <a:pt x="7" y="9"/>
                  </a:lnTo>
                  <a:lnTo>
                    <a:pt x="8" y="6"/>
                  </a:lnTo>
                  <a:lnTo>
                    <a:pt x="8" y="5"/>
                  </a:lnTo>
                  <a:lnTo>
                    <a:pt x="7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1"/>
                  </a:lnTo>
                  <a:lnTo>
                    <a:pt x="3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9" name="Freeform 478"/>
            <p:cNvSpPr>
              <a:spLocks/>
            </p:cNvSpPr>
            <p:nvPr/>
          </p:nvSpPr>
          <p:spPr bwMode="auto">
            <a:xfrm>
              <a:off x="6425078" y="4601637"/>
              <a:ext cx="357823" cy="304529"/>
            </a:xfrm>
            <a:custGeom>
              <a:avLst/>
              <a:gdLst>
                <a:gd name="T0" fmla="*/ 113 w 141"/>
                <a:gd name="T1" fmla="*/ 3 h 120"/>
                <a:gd name="T2" fmla="*/ 118 w 141"/>
                <a:gd name="T3" fmla="*/ 7 h 120"/>
                <a:gd name="T4" fmla="*/ 128 w 141"/>
                <a:gd name="T5" fmla="*/ 10 h 120"/>
                <a:gd name="T6" fmla="*/ 133 w 141"/>
                <a:gd name="T7" fmla="*/ 15 h 120"/>
                <a:gd name="T8" fmla="*/ 137 w 141"/>
                <a:gd name="T9" fmla="*/ 20 h 120"/>
                <a:gd name="T10" fmla="*/ 138 w 141"/>
                <a:gd name="T11" fmla="*/ 25 h 120"/>
                <a:gd name="T12" fmla="*/ 139 w 141"/>
                <a:gd name="T13" fmla="*/ 32 h 120"/>
                <a:gd name="T14" fmla="*/ 137 w 141"/>
                <a:gd name="T15" fmla="*/ 38 h 120"/>
                <a:gd name="T16" fmla="*/ 138 w 141"/>
                <a:gd name="T17" fmla="*/ 45 h 120"/>
                <a:gd name="T18" fmla="*/ 138 w 141"/>
                <a:gd name="T19" fmla="*/ 50 h 120"/>
                <a:gd name="T20" fmla="*/ 138 w 141"/>
                <a:gd name="T21" fmla="*/ 53 h 120"/>
                <a:gd name="T22" fmla="*/ 133 w 141"/>
                <a:gd name="T23" fmla="*/ 58 h 120"/>
                <a:gd name="T24" fmla="*/ 132 w 141"/>
                <a:gd name="T25" fmla="*/ 65 h 120"/>
                <a:gd name="T26" fmla="*/ 133 w 141"/>
                <a:gd name="T27" fmla="*/ 70 h 120"/>
                <a:gd name="T28" fmla="*/ 122 w 141"/>
                <a:gd name="T29" fmla="*/ 75 h 120"/>
                <a:gd name="T30" fmla="*/ 101 w 141"/>
                <a:gd name="T31" fmla="*/ 83 h 120"/>
                <a:gd name="T32" fmla="*/ 101 w 141"/>
                <a:gd name="T33" fmla="*/ 90 h 120"/>
                <a:gd name="T34" fmla="*/ 96 w 141"/>
                <a:gd name="T35" fmla="*/ 90 h 120"/>
                <a:gd name="T36" fmla="*/ 87 w 141"/>
                <a:gd name="T37" fmla="*/ 92 h 120"/>
                <a:gd name="T38" fmla="*/ 82 w 141"/>
                <a:gd name="T39" fmla="*/ 98 h 120"/>
                <a:gd name="T40" fmla="*/ 76 w 141"/>
                <a:gd name="T41" fmla="*/ 102 h 120"/>
                <a:gd name="T42" fmla="*/ 58 w 141"/>
                <a:gd name="T43" fmla="*/ 120 h 120"/>
                <a:gd name="T44" fmla="*/ 53 w 141"/>
                <a:gd name="T45" fmla="*/ 117 h 120"/>
                <a:gd name="T46" fmla="*/ 46 w 141"/>
                <a:gd name="T47" fmla="*/ 119 h 120"/>
                <a:gd name="T48" fmla="*/ 39 w 141"/>
                <a:gd name="T49" fmla="*/ 116 h 120"/>
                <a:gd name="T50" fmla="*/ 34 w 141"/>
                <a:gd name="T51" fmla="*/ 113 h 120"/>
                <a:gd name="T52" fmla="*/ 31 w 141"/>
                <a:gd name="T53" fmla="*/ 112 h 120"/>
                <a:gd name="T54" fmla="*/ 16 w 141"/>
                <a:gd name="T55" fmla="*/ 113 h 120"/>
                <a:gd name="T56" fmla="*/ 10 w 141"/>
                <a:gd name="T57" fmla="*/ 110 h 120"/>
                <a:gd name="T58" fmla="*/ 4 w 141"/>
                <a:gd name="T59" fmla="*/ 103 h 120"/>
                <a:gd name="T60" fmla="*/ 1 w 141"/>
                <a:gd name="T61" fmla="*/ 58 h 120"/>
                <a:gd name="T62" fmla="*/ 28 w 141"/>
                <a:gd name="T63" fmla="*/ 53 h 120"/>
                <a:gd name="T64" fmla="*/ 26 w 141"/>
                <a:gd name="T65" fmla="*/ 42 h 120"/>
                <a:gd name="T66" fmla="*/ 26 w 141"/>
                <a:gd name="T67" fmla="*/ 35 h 120"/>
                <a:gd name="T68" fmla="*/ 30 w 141"/>
                <a:gd name="T69" fmla="*/ 37 h 120"/>
                <a:gd name="T70" fmla="*/ 33 w 141"/>
                <a:gd name="T71" fmla="*/ 38 h 120"/>
                <a:gd name="T72" fmla="*/ 41 w 141"/>
                <a:gd name="T73" fmla="*/ 36 h 120"/>
                <a:gd name="T74" fmla="*/ 42 w 141"/>
                <a:gd name="T75" fmla="*/ 41 h 120"/>
                <a:gd name="T76" fmla="*/ 46 w 141"/>
                <a:gd name="T77" fmla="*/ 44 h 120"/>
                <a:gd name="T78" fmla="*/ 54 w 141"/>
                <a:gd name="T79" fmla="*/ 48 h 120"/>
                <a:gd name="T80" fmla="*/ 60 w 141"/>
                <a:gd name="T81" fmla="*/ 41 h 120"/>
                <a:gd name="T82" fmla="*/ 64 w 141"/>
                <a:gd name="T83" fmla="*/ 45 h 120"/>
                <a:gd name="T84" fmla="*/ 74 w 141"/>
                <a:gd name="T85" fmla="*/ 52 h 120"/>
                <a:gd name="T86" fmla="*/ 83 w 141"/>
                <a:gd name="T87" fmla="*/ 61 h 120"/>
                <a:gd name="T88" fmla="*/ 91 w 141"/>
                <a:gd name="T89" fmla="*/ 62 h 120"/>
                <a:gd name="T90" fmla="*/ 95 w 141"/>
                <a:gd name="T91" fmla="*/ 62 h 120"/>
                <a:gd name="T92" fmla="*/ 91 w 141"/>
                <a:gd name="T93" fmla="*/ 50 h 120"/>
                <a:gd name="T94" fmla="*/ 84 w 141"/>
                <a:gd name="T95" fmla="*/ 50 h 120"/>
                <a:gd name="T96" fmla="*/ 79 w 141"/>
                <a:gd name="T97" fmla="*/ 41 h 120"/>
                <a:gd name="T98" fmla="*/ 82 w 141"/>
                <a:gd name="T99" fmla="*/ 29 h 120"/>
                <a:gd name="T100" fmla="*/ 83 w 141"/>
                <a:gd name="T101" fmla="*/ 24 h 120"/>
                <a:gd name="T102" fmla="*/ 84 w 141"/>
                <a:gd name="T103" fmla="*/ 19 h 120"/>
                <a:gd name="T104" fmla="*/ 85 w 141"/>
                <a:gd name="T105" fmla="*/ 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1" h="120">
                  <a:moveTo>
                    <a:pt x="104" y="0"/>
                  </a:moveTo>
                  <a:lnTo>
                    <a:pt x="110" y="3"/>
                  </a:lnTo>
                  <a:lnTo>
                    <a:pt x="112" y="3"/>
                  </a:lnTo>
                  <a:lnTo>
                    <a:pt x="113" y="3"/>
                  </a:lnTo>
                  <a:lnTo>
                    <a:pt x="114" y="3"/>
                  </a:lnTo>
                  <a:lnTo>
                    <a:pt x="117" y="4"/>
                  </a:lnTo>
                  <a:lnTo>
                    <a:pt x="117" y="6"/>
                  </a:lnTo>
                  <a:lnTo>
                    <a:pt x="118" y="7"/>
                  </a:lnTo>
                  <a:lnTo>
                    <a:pt x="121" y="7"/>
                  </a:lnTo>
                  <a:lnTo>
                    <a:pt x="126" y="10"/>
                  </a:lnTo>
                  <a:lnTo>
                    <a:pt x="128" y="10"/>
                  </a:lnTo>
                  <a:lnTo>
                    <a:pt x="128" y="10"/>
                  </a:lnTo>
                  <a:lnTo>
                    <a:pt x="130" y="11"/>
                  </a:lnTo>
                  <a:lnTo>
                    <a:pt x="130" y="12"/>
                  </a:lnTo>
                  <a:lnTo>
                    <a:pt x="133" y="15"/>
                  </a:lnTo>
                  <a:lnTo>
                    <a:pt x="133" y="15"/>
                  </a:lnTo>
                  <a:lnTo>
                    <a:pt x="134" y="16"/>
                  </a:lnTo>
                  <a:lnTo>
                    <a:pt x="136" y="17"/>
                  </a:lnTo>
                  <a:lnTo>
                    <a:pt x="136" y="19"/>
                  </a:lnTo>
                  <a:lnTo>
                    <a:pt x="137" y="20"/>
                  </a:lnTo>
                  <a:lnTo>
                    <a:pt x="138" y="20"/>
                  </a:lnTo>
                  <a:lnTo>
                    <a:pt x="138" y="21"/>
                  </a:lnTo>
                  <a:lnTo>
                    <a:pt x="137" y="24"/>
                  </a:lnTo>
                  <a:lnTo>
                    <a:pt x="138" y="25"/>
                  </a:lnTo>
                  <a:lnTo>
                    <a:pt x="139" y="27"/>
                  </a:lnTo>
                  <a:lnTo>
                    <a:pt x="141" y="28"/>
                  </a:lnTo>
                  <a:lnTo>
                    <a:pt x="141" y="31"/>
                  </a:lnTo>
                  <a:lnTo>
                    <a:pt x="139" y="32"/>
                  </a:lnTo>
                  <a:lnTo>
                    <a:pt x="139" y="32"/>
                  </a:lnTo>
                  <a:lnTo>
                    <a:pt x="137" y="35"/>
                  </a:lnTo>
                  <a:lnTo>
                    <a:pt x="137" y="37"/>
                  </a:lnTo>
                  <a:lnTo>
                    <a:pt x="137" y="38"/>
                  </a:lnTo>
                  <a:lnTo>
                    <a:pt x="138" y="41"/>
                  </a:lnTo>
                  <a:lnTo>
                    <a:pt x="138" y="42"/>
                  </a:lnTo>
                  <a:lnTo>
                    <a:pt x="137" y="44"/>
                  </a:lnTo>
                  <a:lnTo>
                    <a:pt x="138" y="45"/>
                  </a:lnTo>
                  <a:lnTo>
                    <a:pt x="138" y="46"/>
                  </a:lnTo>
                  <a:lnTo>
                    <a:pt x="137" y="48"/>
                  </a:lnTo>
                  <a:lnTo>
                    <a:pt x="138" y="49"/>
                  </a:lnTo>
                  <a:lnTo>
                    <a:pt x="138" y="50"/>
                  </a:lnTo>
                  <a:lnTo>
                    <a:pt x="139" y="50"/>
                  </a:lnTo>
                  <a:lnTo>
                    <a:pt x="139" y="52"/>
                  </a:lnTo>
                  <a:lnTo>
                    <a:pt x="138" y="52"/>
                  </a:lnTo>
                  <a:lnTo>
                    <a:pt x="138" y="53"/>
                  </a:lnTo>
                  <a:lnTo>
                    <a:pt x="136" y="54"/>
                  </a:lnTo>
                  <a:lnTo>
                    <a:pt x="133" y="56"/>
                  </a:lnTo>
                  <a:lnTo>
                    <a:pt x="133" y="57"/>
                  </a:lnTo>
                  <a:lnTo>
                    <a:pt x="133" y="58"/>
                  </a:lnTo>
                  <a:lnTo>
                    <a:pt x="133" y="60"/>
                  </a:lnTo>
                  <a:lnTo>
                    <a:pt x="133" y="61"/>
                  </a:lnTo>
                  <a:lnTo>
                    <a:pt x="133" y="62"/>
                  </a:lnTo>
                  <a:lnTo>
                    <a:pt x="132" y="65"/>
                  </a:lnTo>
                  <a:lnTo>
                    <a:pt x="130" y="65"/>
                  </a:lnTo>
                  <a:lnTo>
                    <a:pt x="130" y="66"/>
                  </a:lnTo>
                  <a:lnTo>
                    <a:pt x="132" y="69"/>
                  </a:lnTo>
                  <a:lnTo>
                    <a:pt x="133" y="70"/>
                  </a:lnTo>
                  <a:lnTo>
                    <a:pt x="133" y="71"/>
                  </a:lnTo>
                  <a:lnTo>
                    <a:pt x="133" y="71"/>
                  </a:lnTo>
                  <a:lnTo>
                    <a:pt x="129" y="73"/>
                  </a:lnTo>
                  <a:lnTo>
                    <a:pt x="122" y="75"/>
                  </a:lnTo>
                  <a:lnTo>
                    <a:pt x="120" y="77"/>
                  </a:lnTo>
                  <a:lnTo>
                    <a:pt x="108" y="82"/>
                  </a:lnTo>
                  <a:lnTo>
                    <a:pt x="105" y="82"/>
                  </a:lnTo>
                  <a:lnTo>
                    <a:pt x="101" y="83"/>
                  </a:lnTo>
                  <a:lnTo>
                    <a:pt x="100" y="86"/>
                  </a:lnTo>
                  <a:lnTo>
                    <a:pt x="101" y="88"/>
                  </a:lnTo>
                  <a:lnTo>
                    <a:pt x="101" y="90"/>
                  </a:lnTo>
                  <a:lnTo>
                    <a:pt x="101" y="90"/>
                  </a:lnTo>
                  <a:lnTo>
                    <a:pt x="100" y="91"/>
                  </a:lnTo>
                  <a:lnTo>
                    <a:pt x="97" y="90"/>
                  </a:lnTo>
                  <a:lnTo>
                    <a:pt x="96" y="90"/>
                  </a:lnTo>
                  <a:lnTo>
                    <a:pt x="96" y="90"/>
                  </a:lnTo>
                  <a:lnTo>
                    <a:pt x="92" y="90"/>
                  </a:lnTo>
                  <a:lnTo>
                    <a:pt x="89" y="91"/>
                  </a:lnTo>
                  <a:lnTo>
                    <a:pt x="88" y="91"/>
                  </a:lnTo>
                  <a:lnTo>
                    <a:pt x="87" y="92"/>
                  </a:lnTo>
                  <a:lnTo>
                    <a:pt x="83" y="94"/>
                  </a:lnTo>
                  <a:lnTo>
                    <a:pt x="82" y="95"/>
                  </a:lnTo>
                  <a:lnTo>
                    <a:pt x="83" y="96"/>
                  </a:lnTo>
                  <a:lnTo>
                    <a:pt x="82" y="98"/>
                  </a:lnTo>
                  <a:lnTo>
                    <a:pt x="82" y="99"/>
                  </a:lnTo>
                  <a:lnTo>
                    <a:pt x="82" y="99"/>
                  </a:lnTo>
                  <a:lnTo>
                    <a:pt x="80" y="100"/>
                  </a:lnTo>
                  <a:lnTo>
                    <a:pt x="76" y="102"/>
                  </a:lnTo>
                  <a:lnTo>
                    <a:pt x="70" y="107"/>
                  </a:lnTo>
                  <a:lnTo>
                    <a:pt x="64" y="113"/>
                  </a:lnTo>
                  <a:lnTo>
                    <a:pt x="60" y="119"/>
                  </a:lnTo>
                  <a:lnTo>
                    <a:pt x="58" y="120"/>
                  </a:lnTo>
                  <a:lnTo>
                    <a:pt x="55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3" y="117"/>
                  </a:lnTo>
                  <a:lnTo>
                    <a:pt x="53" y="117"/>
                  </a:lnTo>
                  <a:lnTo>
                    <a:pt x="51" y="116"/>
                  </a:lnTo>
                  <a:lnTo>
                    <a:pt x="49" y="117"/>
                  </a:lnTo>
                  <a:lnTo>
                    <a:pt x="46" y="119"/>
                  </a:lnTo>
                  <a:lnTo>
                    <a:pt x="45" y="119"/>
                  </a:lnTo>
                  <a:lnTo>
                    <a:pt x="43" y="117"/>
                  </a:lnTo>
                  <a:lnTo>
                    <a:pt x="42" y="116"/>
                  </a:lnTo>
                  <a:lnTo>
                    <a:pt x="39" y="116"/>
                  </a:lnTo>
                  <a:lnTo>
                    <a:pt x="38" y="116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4" y="113"/>
                  </a:lnTo>
                  <a:lnTo>
                    <a:pt x="33" y="113"/>
                  </a:lnTo>
                  <a:lnTo>
                    <a:pt x="33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29" y="113"/>
                  </a:lnTo>
                  <a:lnTo>
                    <a:pt x="28" y="112"/>
                  </a:lnTo>
                  <a:lnTo>
                    <a:pt x="16" y="115"/>
                  </a:lnTo>
                  <a:lnTo>
                    <a:pt x="16" y="113"/>
                  </a:lnTo>
                  <a:lnTo>
                    <a:pt x="14" y="112"/>
                  </a:lnTo>
                  <a:lnTo>
                    <a:pt x="13" y="111"/>
                  </a:lnTo>
                  <a:lnTo>
                    <a:pt x="12" y="110"/>
                  </a:lnTo>
                  <a:lnTo>
                    <a:pt x="10" y="110"/>
                  </a:lnTo>
                  <a:lnTo>
                    <a:pt x="9" y="108"/>
                  </a:lnTo>
                  <a:lnTo>
                    <a:pt x="6" y="104"/>
                  </a:lnTo>
                  <a:lnTo>
                    <a:pt x="5" y="104"/>
                  </a:lnTo>
                  <a:lnTo>
                    <a:pt x="4" y="103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1" y="58"/>
                  </a:lnTo>
                  <a:lnTo>
                    <a:pt x="26" y="58"/>
                  </a:lnTo>
                  <a:lnTo>
                    <a:pt x="25" y="57"/>
                  </a:lnTo>
                  <a:lnTo>
                    <a:pt x="26" y="54"/>
                  </a:lnTo>
                  <a:lnTo>
                    <a:pt x="28" y="53"/>
                  </a:lnTo>
                  <a:lnTo>
                    <a:pt x="28" y="52"/>
                  </a:lnTo>
                  <a:lnTo>
                    <a:pt x="25" y="49"/>
                  </a:lnTo>
                  <a:lnTo>
                    <a:pt x="25" y="46"/>
                  </a:lnTo>
                  <a:lnTo>
                    <a:pt x="26" y="42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6" y="36"/>
                  </a:lnTo>
                  <a:lnTo>
                    <a:pt x="26" y="35"/>
                  </a:lnTo>
                  <a:lnTo>
                    <a:pt x="26" y="36"/>
                  </a:lnTo>
                  <a:lnTo>
                    <a:pt x="28" y="36"/>
                  </a:lnTo>
                  <a:lnTo>
                    <a:pt x="30" y="36"/>
                  </a:lnTo>
                  <a:lnTo>
                    <a:pt x="30" y="37"/>
                  </a:lnTo>
                  <a:lnTo>
                    <a:pt x="30" y="38"/>
                  </a:lnTo>
                  <a:lnTo>
                    <a:pt x="31" y="40"/>
                  </a:lnTo>
                  <a:lnTo>
                    <a:pt x="31" y="40"/>
                  </a:lnTo>
                  <a:lnTo>
                    <a:pt x="33" y="38"/>
                  </a:lnTo>
                  <a:lnTo>
                    <a:pt x="34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1" y="36"/>
                  </a:lnTo>
                  <a:lnTo>
                    <a:pt x="41" y="37"/>
                  </a:lnTo>
                  <a:lnTo>
                    <a:pt x="41" y="38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2" y="42"/>
                  </a:lnTo>
                  <a:lnTo>
                    <a:pt x="43" y="42"/>
                  </a:lnTo>
                  <a:lnTo>
                    <a:pt x="45" y="44"/>
                  </a:lnTo>
                  <a:lnTo>
                    <a:pt x="46" y="44"/>
                  </a:lnTo>
                  <a:lnTo>
                    <a:pt x="49" y="45"/>
                  </a:lnTo>
                  <a:lnTo>
                    <a:pt x="51" y="46"/>
                  </a:lnTo>
                  <a:lnTo>
                    <a:pt x="54" y="46"/>
                  </a:lnTo>
                  <a:lnTo>
                    <a:pt x="54" y="48"/>
                  </a:lnTo>
                  <a:lnTo>
                    <a:pt x="57" y="48"/>
                  </a:lnTo>
                  <a:lnTo>
                    <a:pt x="59" y="46"/>
                  </a:lnTo>
                  <a:lnTo>
                    <a:pt x="60" y="45"/>
                  </a:lnTo>
                  <a:lnTo>
                    <a:pt x="60" y="41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64" y="41"/>
                  </a:lnTo>
                  <a:lnTo>
                    <a:pt x="64" y="45"/>
                  </a:lnTo>
                  <a:lnTo>
                    <a:pt x="66" y="46"/>
                  </a:lnTo>
                  <a:lnTo>
                    <a:pt x="67" y="48"/>
                  </a:lnTo>
                  <a:lnTo>
                    <a:pt x="70" y="49"/>
                  </a:lnTo>
                  <a:lnTo>
                    <a:pt x="74" y="52"/>
                  </a:lnTo>
                  <a:lnTo>
                    <a:pt x="76" y="53"/>
                  </a:lnTo>
                  <a:lnTo>
                    <a:pt x="79" y="56"/>
                  </a:lnTo>
                  <a:lnTo>
                    <a:pt x="82" y="58"/>
                  </a:lnTo>
                  <a:lnTo>
                    <a:pt x="83" y="61"/>
                  </a:lnTo>
                  <a:lnTo>
                    <a:pt x="85" y="63"/>
                  </a:lnTo>
                  <a:lnTo>
                    <a:pt x="87" y="63"/>
                  </a:lnTo>
                  <a:lnTo>
                    <a:pt x="89" y="62"/>
                  </a:lnTo>
                  <a:lnTo>
                    <a:pt x="91" y="62"/>
                  </a:lnTo>
                  <a:lnTo>
                    <a:pt x="92" y="62"/>
                  </a:lnTo>
                  <a:lnTo>
                    <a:pt x="92" y="62"/>
                  </a:lnTo>
                  <a:lnTo>
                    <a:pt x="95" y="63"/>
                  </a:lnTo>
                  <a:lnTo>
                    <a:pt x="95" y="62"/>
                  </a:lnTo>
                  <a:lnTo>
                    <a:pt x="95" y="49"/>
                  </a:lnTo>
                  <a:lnTo>
                    <a:pt x="92" y="49"/>
                  </a:lnTo>
                  <a:lnTo>
                    <a:pt x="89" y="49"/>
                  </a:lnTo>
                  <a:lnTo>
                    <a:pt x="91" y="50"/>
                  </a:lnTo>
                  <a:lnTo>
                    <a:pt x="91" y="52"/>
                  </a:lnTo>
                  <a:lnTo>
                    <a:pt x="91" y="52"/>
                  </a:lnTo>
                  <a:lnTo>
                    <a:pt x="85" y="52"/>
                  </a:lnTo>
                  <a:lnTo>
                    <a:pt x="84" y="50"/>
                  </a:lnTo>
                  <a:lnTo>
                    <a:pt x="84" y="49"/>
                  </a:lnTo>
                  <a:lnTo>
                    <a:pt x="80" y="45"/>
                  </a:lnTo>
                  <a:lnTo>
                    <a:pt x="79" y="44"/>
                  </a:lnTo>
                  <a:lnTo>
                    <a:pt x="79" y="41"/>
                  </a:lnTo>
                  <a:lnTo>
                    <a:pt x="79" y="35"/>
                  </a:lnTo>
                  <a:lnTo>
                    <a:pt x="79" y="33"/>
                  </a:lnTo>
                  <a:lnTo>
                    <a:pt x="82" y="31"/>
                  </a:lnTo>
                  <a:lnTo>
                    <a:pt x="82" y="29"/>
                  </a:lnTo>
                  <a:lnTo>
                    <a:pt x="82" y="29"/>
                  </a:lnTo>
                  <a:lnTo>
                    <a:pt x="83" y="28"/>
                  </a:lnTo>
                  <a:lnTo>
                    <a:pt x="83" y="25"/>
                  </a:lnTo>
                  <a:lnTo>
                    <a:pt x="83" y="24"/>
                  </a:lnTo>
                  <a:lnTo>
                    <a:pt x="83" y="23"/>
                  </a:lnTo>
                  <a:lnTo>
                    <a:pt x="83" y="21"/>
                  </a:lnTo>
                  <a:lnTo>
                    <a:pt x="83" y="20"/>
                  </a:lnTo>
                  <a:lnTo>
                    <a:pt x="84" y="19"/>
                  </a:lnTo>
                  <a:lnTo>
                    <a:pt x="83" y="17"/>
                  </a:lnTo>
                  <a:lnTo>
                    <a:pt x="82" y="16"/>
                  </a:lnTo>
                  <a:lnTo>
                    <a:pt x="80" y="13"/>
                  </a:lnTo>
                  <a:lnTo>
                    <a:pt x="85" y="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0" name="Freeform 479"/>
            <p:cNvSpPr>
              <a:spLocks/>
            </p:cNvSpPr>
            <p:nvPr/>
          </p:nvSpPr>
          <p:spPr bwMode="auto">
            <a:xfrm>
              <a:off x="6118011" y="4533119"/>
              <a:ext cx="378125" cy="373049"/>
            </a:xfrm>
            <a:custGeom>
              <a:avLst/>
              <a:gdLst>
                <a:gd name="T0" fmla="*/ 25 w 149"/>
                <a:gd name="T1" fmla="*/ 0 h 147"/>
                <a:gd name="T2" fmla="*/ 37 w 149"/>
                <a:gd name="T3" fmla="*/ 0 h 147"/>
                <a:gd name="T4" fmla="*/ 62 w 149"/>
                <a:gd name="T5" fmla="*/ 2 h 147"/>
                <a:gd name="T6" fmla="*/ 63 w 149"/>
                <a:gd name="T7" fmla="*/ 6 h 147"/>
                <a:gd name="T8" fmla="*/ 64 w 149"/>
                <a:gd name="T9" fmla="*/ 14 h 147"/>
                <a:gd name="T10" fmla="*/ 67 w 149"/>
                <a:gd name="T11" fmla="*/ 19 h 147"/>
                <a:gd name="T12" fmla="*/ 73 w 149"/>
                <a:gd name="T13" fmla="*/ 26 h 147"/>
                <a:gd name="T14" fmla="*/ 83 w 149"/>
                <a:gd name="T15" fmla="*/ 25 h 147"/>
                <a:gd name="T16" fmla="*/ 92 w 149"/>
                <a:gd name="T17" fmla="*/ 18 h 147"/>
                <a:gd name="T18" fmla="*/ 105 w 149"/>
                <a:gd name="T19" fmla="*/ 12 h 147"/>
                <a:gd name="T20" fmla="*/ 108 w 149"/>
                <a:gd name="T21" fmla="*/ 17 h 147"/>
                <a:gd name="T22" fmla="*/ 122 w 149"/>
                <a:gd name="T23" fmla="*/ 22 h 147"/>
                <a:gd name="T24" fmla="*/ 121 w 149"/>
                <a:gd name="T25" fmla="*/ 30 h 147"/>
                <a:gd name="T26" fmla="*/ 121 w 149"/>
                <a:gd name="T27" fmla="*/ 37 h 147"/>
                <a:gd name="T28" fmla="*/ 122 w 149"/>
                <a:gd name="T29" fmla="*/ 43 h 147"/>
                <a:gd name="T30" fmla="*/ 125 w 149"/>
                <a:gd name="T31" fmla="*/ 47 h 147"/>
                <a:gd name="T32" fmla="*/ 126 w 149"/>
                <a:gd name="T33" fmla="*/ 52 h 147"/>
                <a:gd name="T34" fmla="*/ 127 w 149"/>
                <a:gd name="T35" fmla="*/ 58 h 147"/>
                <a:gd name="T36" fmla="*/ 126 w 149"/>
                <a:gd name="T37" fmla="*/ 63 h 147"/>
                <a:gd name="T38" fmla="*/ 129 w 149"/>
                <a:gd name="T39" fmla="*/ 63 h 147"/>
                <a:gd name="T40" fmla="*/ 134 w 149"/>
                <a:gd name="T41" fmla="*/ 64 h 147"/>
                <a:gd name="T42" fmla="*/ 141 w 149"/>
                <a:gd name="T43" fmla="*/ 64 h 147"/>
                <a:gd name="T44" fmla="*/ 147 w 149"/>
                <a:gd name="T45" fmla="*/ 63 h 147"/>
                <a:gd name="T46" fmla="*/ 146 w 149"/>
                <a:gd name="T47" fmla="*/ 73 h 147"/>
                <a:gd name="T48" fmla="*/ 147 w 149"/>
                <a:gd name="T49" fmla="*/ 81 h 147"/>
                <a:gd name="T50" fmla="*/ 121 w 149"/>
                <a:gd name="T51" fmla="*/ 125 h 147"/>
                <a:gd name="T52" fmla="*/ 126 w 149"/>
                <a:gd name="T53" fmla="*/ 131 h 147"/>
                <a:gd name="T54" fmla="*/ 133 w 149"/>
                <a:gd name="T55" fmla="*/ 137 h 147"/>
                <a:gd name="T56" fmla="*/ 137 w 149"/>
                <a:gd name="T57" fmla="*/ 142 h 147"/>
                <a:gd name="T58" fmla="*/ 116 w 149"/>
                <a:gd name="T59" fmla="*/ 147 h 147"/>
                <a:gd name="T60" fmla="*/ 113 w 149"/>
                <a:gd name="T61" fmla="*/ 146 h 147"/>
                <a:gd name="T62" fmla="*/ 109 w 149"/>
                <a:gd name="T63" fmla="*/ 146 h 147"/>
                <a:gd name="T64" fmla="*/ 101 w 149"/>
                <a:gd name="T65" fmla="*/ 143 h 147"/>
                <a:gd name="T66" fmla="*/ 97 w 149"/>
                <a:gd name="T67" fmla="*/ 144 h 147"/>
                <a:gd name="T68" fmla="*/ 89 w 149"/>
                <a:gd name="T69" fmla="*/ 144 h 147"/>
                <a:gd name="T70" fmla="*/ 83 w 149"/>
                <a:gd name="T71" fmla="*/ 143 h 147"/>
                <a:gd name="T72" fmla="*/ 77 w 149"/>
                <a:gd name="T73" fmla="*/ 138 h 147"/>
                <a:gd name="T74" fmla="*/ 30 w 149"/>
                <a:gd name="T75" fmla="*/ 139 h 147"/>
                <a:gd name="T76" fmla="*/ 22 w 149"/>
                <a:gd name="T77" fmla="*/ 137 h 147"/>
                <a:gd name="T78" fmla="*/ 21 w 149"/>
                <a:gd name="T79" fmla="*/ 134 h 147"/>
                <a:gd name="T80" fmla="*/ 17 w 149"/>
                <a:gd name="T81" fmla="*/ 134 h 147"/>
                <a:gd name="T82" fmla="*/ 9 w 149"/>
                <a:gd name="T83" fmla="*/ 137 h 147"/>
                <a:gd name="T84" fmla="*/ 4 w 149"/>
                <a:gd name="T85" fmla="*/ 137 h 147"/>
                <a:gd name="T86" fmla="*/ 0 w 149"/>
                <a:gd name="T87" fmla="*/ 138 h 147"/>
                <a:gd name="T88" fmla="*/ 0 w 149"/>
                <a:gd name="T89" fmla="*/ 127 h 147"/>
                <a:gd name="T90" fmla="*/ 4 w 149"/>
                <a:gd name="T91" fmla="*/ 110 h 147"/>
                <a:gd name="T92" fmla="*/ 8 w 149"/>
                <a:gd name="T93" fmla="*/ 92 h 147"/>
                <a:gd name="T94" fmla="*/ 21 w 149"/>
                <a:gd name="T95" fmla="*/ 80 h 147"/>
                <a:gd name="T96" fmla="*/ 25 w 149"/>
                <a:gd name="T97" fmla="*/ 56 h 147"/>
                <a:gd name="T98" fmla="*/ 18 w 149"/>
                <a:gd name="T99" fmla="*/ 39 h 147"/>
                <a:gd name="T100" fmla="*/ 17 w 149"/>
                <a:gd name="T101" fmla="*/ 23 h 147"/>
                <a:gd name="T102" fmla="*/ 9 w 149"/>
                <a:gd name="T103" fmla="*/ 4 h 147"/>
                <a:gd name="T104" fmla="*/ 13 w 149"/>
                <a:gd name="T105" fmla="*/ 1 h 147"/>
                <a:gd name="T106" fmla="*/ 19 w 149"/>
                <a:gd name="T10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" h="147">
                  <a:moveTo>
                    <a:pt x="19" y="0"/>
                  </a:moveTo>
                  <a:lnTo>
                    <a:pt x="21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62" y="0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3" y="5"/>
                  </a:lnTo>
                  <a:lnTo>
                    <a:pt x="63" y="6"/>
                  </a:lnTo>
                  <a:lnTo>
                    <a:pt x="62" y="8"/>
                  </a:lnTo>
                  <a:lnTo>
                    <a:pt x="62" y="9"/>
                  </a:lnTo>
                  <a:lnTo>
                    <a:pt x="63" y="12"/>
                  </a:lnTo>
                  <a:lnTo>
                    <a:pt x="64" y="14"/>
                  </a:lnTo>
                  <a:lnTo>
                    <a:pt x="64" y="15"/>
                  </a:lnTo>
                  <a:lnTo>
                    <a:pt x="64" y="17"/>
                  </a:lnTo>
                  <a:lnTo>
                    <a:pt x="66" y="17"/>
                  </a:lnTo>
                  <a:lnTo>
                    <a:pt x="67" y="19"/>
                  </a:lnTo>
                  <a:lnTo>
                    <a:pt x="68" y="21"/>
                  </a:lnTo>
                  <a:lnTo>
                    <a:pt x="68" y="25"/>
                  </a:lnTo>
                  <a:lnTo>
                    <a:pt x="70" y="26"/>
                  </a:lnTo>
                  <a:lnTo>
                    <a:pt x="73" y="26"/>
                  </a:lnTo>
                  <a:lnTo>
                    <a:pt x="75" y="26"/>
                  </a:lnTo>
                  <a:lnTo>
                    <a:pt x="76" y="26"/>
                  </a:lnTo>
                  <a:lnTo>
                    <a:pt x="81" y="26"/>
                  </a:lnTo>
                  <a:lnTo>
                    <a:pt x="83" y="25"/>
                  </a:lnTo>
                  <a:lnTo>
                    <a:pt x="92" y="25"/>
                  </a:lnTo>
                  <a:lnTo>
                    <a:pt x="91" y="21"/>
                  </a:lnTo>
                  <a:lnTo>
                    <a:pt x="91" y="19"/>
                  </a:lnTo>
                  <a:lnTo>
                    <a:pt x="92" y="18"/>
                  </a:lnTo>
                  <a:lnTo>
                    <a:pt x="93" y="17"/>
                  </a:lnTo>
                  <a:lnTo>
                    <a:pt x="93" y="13"/>
                  </a:lnTo>
                  <a:lnTo>
                    <a:pt x="105" y="13"/>
                  </a:lnTo>
                  <a:lnTo>
                    <a:pt x="105" y="12"/>
                  </a:lnTo>
                  <a:lnTo>
                    <a:pt x="108" y="13"/>
                  </a:lnTo>
                  <a:lnTo>
                    <a:pt x="108" y="14"/>
                  </a:lnTo>
                  <a:lnTo>
                    <a:pt x="108" y="15"/>
                  </a:lnTo>
                  <a:lnTo>
                    <a:pt x="108" y="17"/>
                  </a:lnTo>
                  <a:lnTo>
                    <a:pt x="122" y="17"/>
                  </a:lnTo>
                  <a:lnTo>
                    <a:pt x="122" y="18"/>
                  </a:lnTo>
                  <a:lnTo>
                    <a:pt x="122" y="21"/>
                  </a:lnTo>
                  <a:lnTo>
                    <a:pt x="122" y="22"/>
                  </a:lnTo>
                  <a:lnTo>
                    <a:pt x="121" y="25"/>
                  </a:lnTo>
                  <a:lnTo>
                    <a:pt x="121" y="26"/>
                  </a:lnTo>
                  <a:lnTo>
                    <a:pt x="121" y="27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1" y="31"/>
                  </a:lnTo>
                  <a:lnTo>
                    <a:pt x="121" y="33"/>
                  </a:lnTo>
                  <a:lnTo>
                    <a:pt x="121" y="37"/>
                  </a:lnTo>
                  <a:lnTo>
                    <a:pt x="121" y="39"/>
                  </a:lnTo>
                  <a:lnTo>
                    <a:pt x="121" y="40"/>
                  </a:lnTo>
                  <a:lnTo>
                    <a:pt x="121" y="42"/>
                  </a:lnTo>
                  <a:lnTo>
                    <a:pt x="122" y="43"/>
                  </a:lnTo>
                  <a:lnTo>
                    <a:pt x="122" y="44"/>
                  </a:lnTo>
                  <a:lnTo>
                    <a:pt x="124" y="44"/>
                  </a:lnTo>
                  <a:lnTo>
                    <a:pt x="124" y="46"/>
                  </a:lnTo>
                  <a:lnTo>
                    <a:pt x="125" y="47"/>
                  </a:lnTo>
                  <a:lnTo>
                    <a:pt x="125" y="48"/>
                  </a:lnTo>
                  <a:lnTo>
                    <a:pt x="125" y="50"/>
                  </a:lnTo>
                  <a:lnTo>
                    <a:pt x="125" y="51"/>
                  </a:lnTo>
                  <a:lnTo>
                    <a:pt x="126" y="52"/>
                  </a:lnTo>
                  <a:lnTo>
                    <a:pt x="126" y="54"/>
                  </a:lnTo>
                  <a:lnTo>
                    <a:pt x="125" y="55"/>
                  </a:lnTo>
                  <a:lnTo>
                    <a:pt x="126" y="56"/>
                  </a:lnTo>
                  <a:lnTo>
                    <a:pt x="127" y="58"/>
                  </a:lnTo>
                  <a:lnTo>
                    <a:pt x="126" y="60"/>
                  </a:lnTo>
                  <a:lnTo>
                    <a:pt x="126" y="60"/>
                  </a:lnTo>
                  <a:lnTo>
                    <a:pt x="126" y="62"/>
                  </a:lnTo>
                  <a:lnTo>
                    <a:pt x="126" y="63"/>
                  </a:lnTo>
                  <a:lnTo>
                    <a:pt x="126" y="64"/>
                  </a:lnTo>
                  <a:lnTo>
                    <a:pt x="127" y="64"/>
                  </a:lnTo>
                  <a:lnTo>
                    <a:pt x="129" y="63"/>
                  </a:lnTo>
                  <a:lnTo>
                    <a:pt x="129" y="63"/>
                  </a:lnTo>
                  <a:lnTo>
                    <a:pt x="130" y="63"/>
                  </a:lnTo>
                  <a:lnTo>
                    <a:pt x="131" y="63"/>
                  </a:lnTo>
                  <a:lnTo>
                    <a:pt x="133" y="64"/>
                  </a:lnTo>
                  <a:lnTo>
                    <a:pt x="134" y="64"/>
                  </a:lnTo>
                  <a:lnTo>
                    <a:pt x="137" y="64"/>
                  </a:lnTo>
                  <a:lnTo>
                    <a:pt x="138" y="64"/>
                  </a:lnTo>
                  <a:lnTo>
                    <a:pt x="139" y="64"/>
                  </a:lnTo>
                  <a:lnTo>
                    <a:pt x="141" y="64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7" y="62"/>
                  </a:lnTo>
                  <a:lnTo>
                    <a:pt x="147" y="63"/>
                  </a:lnTo>
                  <a:lnTo>
                    <a:pt x="146" y="63"/>
                  </a:lnTo>
                  <a:lnTo>
                    <a:pt x="146" y="64"/>
                  </a:lnTo>
                  <a:lnTo>
                    <a:pt x="147" y="69"/>
                  </a:lnTo>
                  <a:lnTo>
                    <a:pt x="146" y="73"/>
                  </a:lnTo>
                  <a:lnTo>
                    <a:pt x="146" y="76"/>
                  </a:lnTo>
                  <a:lnTo>
                    <a:pt x="149" y="79"/>
                  </a:lnTo>
                  <a:lnTo>
                    <a:pt x="149" y="80"/>
                  </a:lnTo>
                  <a:lnTo>
                    <a:pt x="147" y="81"/>
                  </a:lnTo>
                  <a:lnTo>
                    <a:pt x="146" y="84"/>
                  </a:lnTo>
                  <a:lnTo>
                    <a:pt x="147" y="85"/>
                  </a:lnTo>
                  <a:lnTo>
                    <a:pt x="122" y="85"/>
                  </a:lnTo>
                  <a:lnTo>
                    <a:pt x="121" y="125"/>
                  </a:lnTo>
                  <a:lnTo>
                    <a:pt x="121" y="126"/>
                  </a:lnTo>
                  <a:lnTo>
                    <a:pt x="124" y="129"/>
                  </a:lnTo>
                  <a:lnTo>
                    <a:pt x="125" y="130"/>
                  </a:lnTo>
                  <a:lnTo>
                    <a:pt x="126" y="131"/>
                  </a:lnTo>
                  <a:lnTo>
                    <a:pt x="127" y="131"/>
                  </a:lnTo>
                  <a:lnTo>
                    <a:pt x="130" y="135"/>
                  </a:lnTo>
                  <a:lnTo>
                    <a:pt x="131" y="137"/>
                  </a:lnTo>
                  <a:lnTo>
                    <a:pt x="133" y="137"/>
                  </a:lnTo>
                  <a:lnTo>
                    <a:pt x="134" y="138"/>
                  </a:lnTo>
                  <a:lnTo>
                    <a:pt x="135" y="139"/>
                  </a:lnTo>
                  <a:lnTo>
                    <a:pt x="137" y="140"/>
                  </a:lnTo>
                  <a:lnTo>
                    <a:pt x="137" y="142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7"/>
                  </a:lnTo>
                  <a:lnTo>
                    <a:pt x="116" y="147"/>
                  </a:lnTo>
                  <a:lnTo>
                    <a:pt x="116" y="146"/>
                  </a:lnTo>
                  <a:lnTo>
                    <a:pt x="114" y="146"/>
                  </a:lnTo>
                  <a:lnTo>
                    <a:pt x="113" y="146"/>
                  </a:lnTo>
                  <a:lnTo>
                    <a:pt x="113" y="146"/>
                  </a:lnTo>
                  <a:lnTo>
                    <a:pt x="112" y="144"/>
                  </a:lnTo>
                  <a:lnTo>
                    <a:pt x="110" y="144"/>
                  </a:lnTo>
                  <a:lnTo>
                    <a:pt x="109" y="144"/>
                  </a:lnTo>
                  <a:lnTo>
                    <a:pt x="109" y="146"/>
                  </a:lnTo>
                  <a:lnTo>
                    <a:pt x="108" y="146"/>
                  </a:lnTo>
                  <a:lnTo>
                    <a:pt x="106" y="146"/>
                  </a:lnTo>
                  <a:lnTo>
                    <a:pt x="104" y="146"/>
                  </a:lnTo>
                  <a:lnTo>
                    <a:pt x="101" y="143"/>
                  </a:lnTo>
                  <a:lnTo>
                    <a:pt x="100" y="143"/>
                  </a:lnTo>
                  <a:lnTo>
                    <a:pt x="100" y="143"/>
                  </a:lnTo>
                  <a:lnTo>
                    <a:pt x="99" y="144"/>
                  </a:lnTo>
                  <a:lnTo>
                    <a:pt x="97" y="144"/>
                  </a:lnTo>
                  <a:lnTo>
                    <a:pt x="95" y="143"/>
                  </a:lnTo>
                  <a:lnTo>
                    <a:pt x="92" y="144"/>
                  </a:lnTo>
                  <a:lnTo>
                    <a:pt x="91" y="144"/>
                  </a:lnTo>
                  <a:lnTo>
                    <a:pt x="89" y="144"/>
                  </a:lnTo>
                  <a:lnTo>
                    <a:pt x="88" y="143"/>
                  </a:lnTo>
                  <a:lnTo>
                    <a:pt x="87" y="143"/>
                  </a:lnTo>
                  <a:lnTo>
                    <a:pt x="85" y="143"/>
                  </a:lnTo>
                  <a:lnTo>
                    <a:pt x="83" y="143"/>
                  </a:lnTo>
                  <a:lnTo>
                    <a:pt x="80" y="142"/>
                  </a:lnTo>
                  <a:lnTo>
                    <a:pt x="80" y="140"/>
                  </a:lnTo>
                  <a:lnTo>
                    <a:pt x="79" y="138"/>
                  </a:lnTo>
                  <a:lnTo>
                    <a:pt x="77" y="138"/>
                  </a:lnTo>
                  <a:lnTo>
                    <a:pt x="34" y="138"/>
                  </a:lnTo>
                  <a:lnTo>
                    <a:pt x="33" y="138"/>
                  </a:lnTo>
                  <a:lnTo>
                    <a:pt x="31" y="138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5"/>
                  </a:lnTo>
                  <a:lnTo>
                    <a:pt x="21" y="134"/>
                  </a:lnTo>
                  <a:lnTo>
                    <a:pt x="21" y="134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0" y="135"/>
                  </a:lnTo>
                  <a:lnTo>
                    <a:pt x="9" y="137"/>
                  </a:lnTo>
                  <a:lnTo>
                    <a:pt x="9" y="138"/>
                  </a:lnTo>
                  <a:lnTo>
                    <a:pt x="6" y="137"/>
                  </a:lnTo>
                  <a:lnTo>
                    <a:pt x="4" y="137"/>
                  </a:lnTo>
                  <a:lnTo>
                    <a:pt x="4" y="137"/>
                  </a:lnTo>
                  <a:lnTo>
                    <a:pt x="2" y="138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7"/>
                  </a:lnTo>
                  <a:lnTo>
                    <a:pt x="0" y="133"/>
                  </a:lnTo>
                  <a:lnTo>
                    <a:pt x="0" y="127"/>
                  </a:lnTo>
                  <a:lnTo>
                    <a:pt x="0" y="123"/>
                  </a:lnTo>
                  <a:lnTo>
                    <a:pt x="0" y="119"/>
                  </a:lnTo>
                  <a:lnTo>
                    <a:pt x="4" y="115"/>
                  </a:lnTo>
                  <a:lnTo>
                    <a:pt x="4" y="110"/>
                  </a:lnTo>
                  <a:lnTo>
                    <a:pt x="6" y="106"/>
                  </a:lnTo>
                  <a:lnTo>
                    <a:pt x="6" y="97"/>
                  </a:lnTo>
                  <a:lnTo>
                    <a:pt x="8" y="96"/>
                  </a:lnTo>
                  <a:lnTo>
                    <a:pt x="8" y="92"/>
                  </a:lnTo>
                  <a:lnTo>
                    <a:pt x="14" y="87"/>
                  </a:lnTo>
                  <a:lnTo>
                    <a:pt x="14" y="84"/>
                  </a:lnTo>
                  <a:lnTo>
                    <a:pt x="19" y="80"/>
                  </a:lnTo>
                  <a:lnTo>
                    <a:pt x="21" y="80"/>
                  </a:lnTo>
                  <a:lnTo>
                    <a:pt x="26" y="71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5" y="56"/>
                  </a:lnTo>
                  <a:lnTo>
                    <a:pt x="21" y="50"/>
                  </a:lnTo>
                  <a:lnTo>
                    <a:pt x="21" y="46"/>
                  </a:lnTo>
                  <a:lnTo>
                    <a:pt x="18" y="43"/>
                  </a:lnTo>
                  <a:lnTo>
                    <a:pt x="18" y="39"/>
                  </a:lnTo>
                  <a:lnTo>
                    <a:pt x="17" y="38"/>
                  </a:lnTo>
                  <a:lnTo>
                    <a:pt x="19" y="34"/>
                  </a:lnTo>
                  <a:lnTo>
                    <a:pt x="21" y="29"/>
                  </a:lnTo>
                  <a:lnTo>
                    <a:pt x="17" y="23"/>
                  </a:lnTo>
                  <a:lnTo>
                    <a:pt x="17" y="14"/>
                  </a:lnTo>
                  <a:lnTo>
                    <a:pt x="10" y="8"/>
                  </a:lnTo>
                  <a:lnTo>
                    <a:pt x="10" y="5"/>
                  </a:lnTo>
                  <a:lnTo>
                    <a:pt x="9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7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1" name="Freeform 480"/>
            <p:cNvSpPr>
              <a:spLocks/>
            </p:cNvSpPr>
            <p:nvPr/>
          </p:nvSpPr>
          <p:spPr bwMode="auto">
            <a:xfrm>
              <a:off x="6521512" y="4830034"/>
              <a:ext cx="233473" cy="213171"/>
            </a:xfrm>
            <a:custGeom>
              <a:avLst/>
              <a:gdLst>
                <a:gd name="T0" fmla="*/ 58 w 92"/>
                <a:gd name="T1" fmla="*/ 0 h 84"/>
                <a:gd name="T2" fmla="*/ 63 w 92"/>
                <a:gd name="T3" fmla="*/ 0 h 84"/>
                <a:gd name="T4" fmla="*/ 67 w 92"/>
                <a:gd name="T5" fmla="*/ 5 h 84"/>
                <a:gd name="T6" fmla="*/ 71 w 92"/>
                <a:gd name="T7" fmla="*/ 6 h 84"/>
                <a:gd name="T8" fmla="*/ 79 w 92"/>
                <a:gd name="T9" fmla="*/ 8 h 84"/>
                <a:gd name="T10" fmla="*/ 87 w 92"/>
                <a:gd name="T11" fmla="*/ 10 h 84"/>
                <a:gd name="T12" fmla="*/ 92 w 92"/>
                <a:gd name="T13" fmla="*/ 14 h 84"/>
                <a:gd name="T14" fmla="*/ 92 w 92"/>
                <a:gd name="T15" fmla="*/ 20 h 84"/>
                <a:gd name="T16" fmla="*/ 92 w 92"/>
                <a:gd name="T17" fmla="*/ 25 h 84"/>
                <a:gd name="T18" fmla="*/ 90 w 92"/>
                <a:gd name="T19" fmla="*/ 31 h 84"/>
                <a:gd name="T20" fmla="*/ 91 w 92"/>
                <a:gd name="T21" fmla="*/ 34 h 84"/>
                <a:gd name="T22" fmla="*/ 90 w 92"/>
                <a:gd name="T23" fmla="*/ 41 h 84"/>
                <a:gd name="T24" fmla="*/ 90 w 92"/>
                <a:gd name="T25" fmla="*/ 43 h 84"/>
                <a:gd name="T26" fmla="*/ 90 w 92"/>
                <a:gd name="T27" fmla="*/ 48 h 84"/>
                <a:gd name="T28" fmla="*/ 90 w 92"/>
                <a:gd name="T29" fmla="*/ 54 h 84"/>
                <a:gd name="T30" fmla="*/ 84 w 92"/>
                <a:gd name="T31" fmla="*/ 58 h 84"/>
                <a:gd name="T32" fmla="*/ 84 w 92"/>
                <a:gd name="T33" fmla="*/ 62 h 84"/>
                <a:gd name="T34" fmla="*/ 83 w 92"/>
                <a:gd name="T35" fmla="*/ 71 h 84"/>
                <a:gd name="T36" fmla="*/ 65 w 92"/>
                <a:gd name="T37" fmla="*/ 81 h 84"/>
                <a:gd name="T38" fmla="*/ 58 w 92"/>
                <a:gd name="T39" fmla="*/ 83 h 84"/>
                <a:gd name="T40" fmla="*/ 54 w 92"/>
                <a:gd name="T41" fmla="*/ 80 h 84"/>
                <a:gd name="T42" fmla="*/ 46 w 92"/>
                <a:gd name="T43" fmla="*/ 79 h 84"/>
                <a:gd name="T44" fmla="*/ 44 w 92"/>
                <a:gd name="T45" fmla="*/ 75 h 84"/>
                <a:gd name="T46" fmla="*/ 38 w 92"/>
                <a:gd name="T47" fmla="*/ 73 h 84"/>
                <a:gd name="T48" fmla="*/ 32 w 92"/>
                <a:gd name="T49" fmla="*/ 72 h 84"/>
                <a:gd name="T50" fmla="*/ 28 w 92"/>
                <a:gd name="T51" fmla="*/ 67 h 84"/>
                <a:gd name="T52" fmla="*/ 26 w 92"/>
                <a:gd name="T53" fmla="*/ 60 h 84"/>
                <a:gd name="T54" fmla="*/ 22 w 92"/>
                <a:gd name="T55" fmla="*/ 58 h 84"/>
                <a:gd name="T56" fmla="*/ 21 w 92"/>
                <a:gd name="T57" fmla="*/ 55 h 84"/>
                <a:gd name="T58" fmla="*/ 16 w 92"/>
                <a:gd name="T59" fmla="*/ 51 h 84"/>
                <a:gd name="T60" fmla="*/ 11 w 92"/>
                <a:gd name="T61" fmla="*/ 45 h 84"/>
                <a:gd name="T62" fmla="*/ 8 w 92"/>
                <a:gd name="T63" fmla="*/ 41 h 84"/>
                <a:gd name="T64" fmla="*/ 5 w 92"/>
                <a:gd name="T65" fmla="*/ 35 h 84"/>
                <a:gd name="T66" fmla="*/ 3 w 92"/>
                <a:gd name="T67" fmla="*/ 33 h 84"/>
                <a:gd name="T68" fmla="*/ 0 w 92"/>
                <a:gd name="T69" fmla="*/ 29 h 84"/>
                <a:gd name="T70" fmla="*/ 0 w 92"/>
                <a:gd name="T71" fmla="*/ 26 h 84"/>
                <a:gd name="T72" fmla="*/ 4 w 92"/>
                <a:gd name="T73" fmla="*/ 26 h 84"/>
                <a:gd name="T74" fmla="*/ 8 w 92"/>
                <a:gd name="T75" fmla="*/ 29 h 84"/>
                <a:gd name="T76" fmla="*/ 15 w 92"/>
                <a:gd name="T77" fmla="*/ 27 h 84"/>
                <a:gd name="T78" fmla="*/ 16 w 92"/>
                <a:gd name="T79" fmla="*/ 27 h 84"/>
                <a:gd name="T80" fmla="*/ 22 w 92"/>
                <a:gd name="T81" fmla="*/ 29 h 84"/>
                <a:gd name="T82" fmla="*/ 38 w 92"/>
                <a:gd name="T83" fmla="*/ 12 h 84"/>
                <a:gd name="T84" fmla="*/ 44 w 92"/>
                <a:gd name="T85" fmla="*/ 9 h 84"/>
                <a:gd name="T86" fmla="*/ 44 w 92"/>
                <a:gd name="T87" fmla="*/ 5 h 84"/>
                <a:gd name="T88" fmla="*/ 50 w 92"/>
                <a:gd name="T89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2" h="84">
                  <a:moveTo>
                    <a:pt x="54" y="0"/>
                  </a:moveTo>
                  <a:lnTo>
                    <a:pt x="58" y="0"/>
                  </a:lnTo>
                  <a:lnTo>
                    <a:pt x="58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5"/>
                  </a:lnTo>
                  <a:lnTo>
                    <a:pt x="67" y="5"/>
                  </a:lnTo>
                  <a:lnTo>
                    <a:pt x="70" y="5"/>
                  </a:lnTo>
                  <a:lnTo>
                    <a:pt x="70" y="6"/>
                  </a:lnTo>
                  <a:lnTo>
                    <a:pt x="71" y="6"/>
                  </a:lnTo>
                  <a:lnTo>
                    <a:pt x="72" y="5"/>
                  </a:lnTo>
                  <a:lnTo>
                    <a:pt x="75" y="5"/>
                  </a:lnTo>
                  <a:lnTo>
                    <a:pt x="79" y="8"/>
                  </a:lnTo>
                  <a:lnTo>
                    <a:pt x="80" y="10"/>
                  </a:lnTo>
                  <a:lnTo>
                    <a:pt x="83" y="10"/>
                  </a:lnTo>
                  <a:lnTo>
                    <a:pt x="87" y="10"/>
                  </a:lnTo>
                  <a:lnTo>
                    <a:pt x="88" y="13"/>
                  </a:lnTo>
                  <a:lnTo>
                    <a:pt x="90" y="14"/>
                  </a:lnTo>
                  <a:lnTo>
                    <a:pt x="92" y="14"/>
                  </a:lnTo>
                  <a:lnTo>
                    <a:pt x="92" y="17"/>
                  </a:lnTo>
                  <a:lnTo>
                    <a:pt x="91" y="18"/>
                  </a:lnTo>
                  <a:lnTo>
                    <a:pt x="92" y="20"/>
                  </a:lnTo>
                  <a:lnTo>
                    <a:pt x="91" y="22"/>
                  </a:lnTo>
                  <a:lnTo>
                    <a:pt x="92" y="23"/>
                  </a:lnTo>
                  <a:lnTo>
                    <a:pt x="92" y="25"/>
                  </a:lnTo>
                  <a:lnTo>
                    <a:pt x="91" y="26"/>
                  </a:lnTo>
                  <a:lnTo>
                    <a:pt x="91" y="30"/>
                  </a:lnTo>
                  <a:lnTo>
                    <a:pt x="90" y="31"/>
                  </a:lnTo>
                  <a:lnTo>
                    <a:pt x="90" y="33"/>
                  </a:lnTo>
                  <a:lnTo>
                    <a:pt x="92" y="33"/>
                  </a:lnTo>
                  <a:lnTo>
                    <a:pt x="91" y="34"/>
                  </a:lnTo>
                  <a:lnTo>
                    <a:pt x="90" y="35"/>
                  </a:lnTo>
                  <a:lnTo>
                    <a:pt x="90" y="38"/>
                  </a:lnTo>
                  <a:lnTo>
                    <a:pt x="90" y="41"/>
                  </a:lnTo>
                  <a:lnTo>
                    <a:pt x="88" y="41"/>
                  </a:lnTo>
                  <a:lnTo>
                    <a:pt x="88" y="42"/>
                  </a:lnTo>
                  <a:lnTo>
                    <a:pt x="90" y="43"/>
                  </a:lnTo>
                  <a:lnTo>
                    <a:pt x="91" y="46"/>
                  </a:lnTo>
                  <a:lnTo>
                    <a:pt x="90" y="47"/>
                  </a:lnTo>
                  <a:lnTo>
                    <a:pt x="90" y="48"/>
                  </a:lnTo>
                  <a:lnTo>
                    <a:pt x="91" y="50"/>
                  </a:lnTo>
                  <a:lnTo>
                    <a:pt x="91" y="51"/>
                  </a:lnTo>
                  <a:lnTo>
                    <a:pt x="90" y="54"/>
                  </a:lnTo>
                  <a:lnTo>
                    <a:pt x="87" y="55"/>
                  </a:lnTo>
                  <a:lnTo>
                    <a:pt x="87" y="56"/>
                  </a:lnTo>
                  <a:lnTo>
                    <a:pt x="84" y="58"/>
                  </a:lnTo>
                  <a:lnTo>
                    <a:pt x="84" y="59"/>
                  </a:lnTo>
                  <a:lnTo>
                    <a:pt x="86" y="60"/>
                  </a:lnTo>
                  <a:lnTo>
                    <a:pt x="84" y="62"/>
                  </a:lnTo>
                  <a:lnTo>
                    <a:pt x="84" y="66"/>
                  </a:lnTo>
                  <a:lnTo>
                    <a:pt x="83" y="67"/>
                  </a:lnTo>
                  <a:lnTo>
                    <a:pt x="83" y="71"/>
                  </a:lnTo>
                  <a:lnTo>
                    <a:pt x="70" y="84"/>
                  </a:lnTo>
                  <a:lnTo>
                    <a:pt x="69" y="83"/>
                  </a:lnTo>
                  <a:lnTo>
                    <a:pt x="65" y="81"/>
                  </a:lnTo>
                  <a:lnTo>
                    <a:pt x="61" y="83"/>
                  </a:lnTo>
                  <a:lnTo>
                    <a:pt x="59" y="83"/>
                  </a:lnTo>
                  <a:lnTo>
                    <a:pt x="58" y="83"/>
                  </a:lnTo>
                  <a:lnTo>
                    <a:pt x="57" y="81"/>
                  </a:lnTo>
                  <a:lnTo>
                    <a:pt x="54" y="81"/>
                  </a:lnTo>
                  <a:lnTo>
                    <a:pt x="54" y="80"/>
                  </a:lnTo>
                  <a:lnTo>
                    <a:pt x="50" y="79"/>
                  </a:lnTo>
                  <a:lnTo>
                    <a:pt x="46" y="80"/>
                  </a:lnTo>
                  <a:lnTo>
                    <a:pt x="46" y="79"/>
                  </a:lnTo>
                  <a:lnTo>
                    <a:pt x="45" y="77"/>
                  </a:lnTo>
                  <a:lnTo>
                    <a:pt x="45" y="76"/>
                  </a:lnTo>
                  <a:lnTo>
                    <a:pt x="44" y="75"/>
                  </a:lnTo>
                  <a:lnTo>
                    <a:pt x="42" y="75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6" y="72"/>
                  </a:lnTo>
                  <a:lnTo>
                    <a:pt x="34" y="73"/>
                  </a:lnTo>
                  <a:lnTo>
                    <a:pt x="32" y="72"/>
                  </a:lnTo>
                  <a:lnTo>
                    <a:pt x="30" y="71"/>
                  </a:lnTo>
                  <a:lnTo>
                    <a:pt x="28" y="68"/>
                  </a:lnTo>
                  <a:lnTo>
                    <a:pt x="28" y="67"/>
                  </a:lnTo>
                  <a:lnTo>
                    <a:pt x="26" y="66"/>
                  </a:lnTo>
                  <a:lnTo>
                    <a:pt x="26" y="63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2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20" y="54"/>
                  </a:lnTo>
                  <a:lnTo>
                    <a:pt x="19" y="52"/>
                  </a:lnTo>
                  <a:lnTo>
                    <a:pt x="16" y="51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1" y="31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4" y="26"/>
                  </a:lnTo>
                  <a:lnTo>
                    <a:pt x="5" y="27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11" y="27"/>
                  </a:lnTo>
                  <a:lnTo>
                    <a:pt x="13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7" y="29"/>
                  </a:lnTo>
                  <a:lnTo>
                    <a:pt x="20" y="30"/>
                  </a:lnTo>
                  <a:lnTo>
                    <a:pt x="22" y="29"/>
                  </a:lnTo>
                  <a:lnTo>
                    <a:pt x="26" y="23"/>
                  </a:lnTo>
                  <a:lnTo>
                    <a:pt x="32" y="17"/>
                  </a:lnTo>
                  <a:lnTo>
                    <a:pt x="38" y="12"/>
                  </a:lnTo>
                  <a:lnTo>
                    <a:pt x="42" y="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8"/>
                  </a:lnTo>
                  <a:lnTo>
                    <a:pt x="45" y="6"/>
                  </a:lnTo>
                  <a:lnTo>
                    <a:pt x="44" y="5"/>
                  </a:lnTo>
                  <a:lnTo>
                    <a:pt x="45" y="4"/>
                  </a:lnTo>
                  <a:lnTo>
                    <a:pt x="49" y="2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2" name="Freeform 481"/>
            <p:cNvSpPr>
              <a:spLocks/>
            </p:cNvSpPr>
            <p:nvPr/>
          </p:nvSpPr>
          <p:spPr bwMode="auto">
            <a:xfrm>
              <a:off x="6359096" y="4896015"/>
              <a:ext cx="279152" cy="281690"/>
            </a:xfrm>
            <a:custGeom>
              <a:avLst/>
              <a:gdLst>
                <a:gd name="T0" fmla="*/ 64 w 110"/>
                <a:gd name="T1" fmla="*/ 1 h 111"/>
                <a:gd name="T2" fmla="*/ 64 w 110"/>
                <a:gd name="T3" fmla="*/ 4 h 111"/>
                <a:gd name="T4" fmla="*/ 68 w 110"/>
                <a:gd name="T5" fmla="*/ 8 h 111"/>
                <a:gd name="T6" fmla="*/ 71 w 110"/>
                <a:gd name="T7" fmla="*/ 11 h 111"/>
                <a:gd name="T8" fmla="*/ 73 w 110"/>
                <a:gd name="T9" fmla="*/ 16 h 111"/>
                <a:gd name="T10" fmla="*/ 76 w 110"/>
                <a:gd name="T11" fmla="*/ 19 h 111"/>
                <a:gd name="T12" fmla="*/ 83 w 110"/>
                <a:gd name="T13" fmla="*/ 26 h 111"/>
                <a:gd name="T14" fmla="*/ 86 w 110"/>
                <a:gd name="T15" fmla="*/ 30 h 111"/>
                <a:gd name="T16" fmla="*/ 86 w 110"/>
                <a:gd name="T17" fmla="*/ 33 h 111"/>
                <a:gd name="T18" fmla="*/ 90 w 110"/>
                <a:gd name="T19" fmla="*/ 37 h 111"/>
                <a:gd name="T20" fmla="*/ 92 w 110"/>
                <a:gd name="T21" fmla="*/ 42 h 111"/>
                <a:gd name="T22" fmla="*/ 98 w 110"/>
                <a:gd name="T23" fmla="*/ 47 h 111"/>
                <a:gd name="T24" fmla="*/ 104 w 110"/>
                <a:gd name="T25" fmla="*/ 47 h 111"/>
                <a:gd name="T26" fmla="*/ 109 w 110"/>
                <a:gd name="T27" fmla="*/ 50 h 111"/>
                <a:gd name="T28" fmla="*/ 110 w 110"/>
                <a:gd name="T29" fmla="*/ 54 h 111"/>
                <a:gd name="T30" fmla="*/ 106 w 110"/>
                <a:gd name="T31" fmla="*/ 55 h 111"/>
                <a:gd name="T32" fmla="*/ 105 w 110"/>
                <a:gd name="T33" fmla="*/ 59 h 111"/>
                <a:gd name="T34" fmla="*/ 100 w 110"/>
                <a:gd name="T35" fmla="*/ 61 h 111"/>
                <a:gd name="T36" fmla="*/ 94 w 110"/>
                <a:gd name="T37" fmla="*/ 61 h 111"/>
                <a:gd name="T38" fmla="*/ 89 w 110"/>
                <a:gd name="T39" fmla="*/ 65 h 111"/>
                <a:gd name="T40" fmla="*/ 86 w 110"/>
                <a:gd name="T41" fmla="*/ 69 h 111"/>
                <a:gd name="T42" fmla="*/ 80 w 110"/>
                <a:gd name="T43" fmla="*/ 74 h 111"/>
                <a:gd name="T44" fmla="*/ 81 w 110"/>
                <a:gd name="T45" fmla="*/ 79 h 111"/>
                <a:gd name="T46" fmla="*/ 77 w 110"/>
                <a:gd name="T47" fmla="*/ 80 h 111"/>
                <a:gd name="T48" fmla="*/ 75 w 110"/>
                <a:gd name="T49" fmla="*/ 84 h 111"/>
                <a:gd name="T50" fmla="*/ 71 w 110"/>
                <a:gd name="T51" fmla="*/ 87 h 111"/>
                <a:gd name="T52" fmla="*/ 67 w 110"/>
                <a:gd name="T53" fmla="*/ 92 h 111"/>
                <a:gd name="T54" fmla="*/ 65 w 110"/>
                <a:gd name="T55" fmla="*/ 97 h 111"/>
                <a:gd name="T56" fmla="*/ 61 w 110"/>
                <a:gd name="T57" fmla="*/ 99 h 111"/>
                <a:gd name="T58" fmla="*/ 56 w 110"/>
                <a:gd name="T59" fmla="*/ 97 h 111"/>
                <a:gd name="T60" fmla="*/ 50 w 110"/>
                <a:gd name="T61" fmla="*/ 99 h 111"/>
                <a:gd name="T62" fmla="*/ 43 w 110"/>
                <a:gd name="T63" fmla="*/ 94 h 111"/>
                <a:gd name="T64" fmla="*/ 32 w 110"/>
                <a:gd name="T65" fmla="*/ 96 h 111"/>
                <a:gd name="T66" fmla="*/ 25 w 110"/>
                <a:gd name="T67" fmla="*/ 105 h 111"/>
                <a:gd name="T68" fmla="*/ 19 w 110"/>
                <a:gd name="T69" fmla="*/ 109 h 111"/>
                <a:gd name="T70" fmla="*/ 13 w 110"/>
                <a:gd name="T71" fmla="*/ 111 h 111"/>
                <a:gd name="T72" fmla="*/ 6 w 110"/>
                <a:gd name="T73" fmla="*/ 108 h 111"/>
                <a:gd name="T74" fmla="*/ 5 w 110"/>
                <a:gd name="T75" fmla="*/ 95 h 111"/>
                <a:gd name="T76" fmla="*/ 0 w 110"/>
                <a:gd name="T77" fmla="*/ 88 h 111"/>
                <a:gd name="T78" fmla="*/ 2 w 110"/>
                <a:gd name="T79" fmla="*/ 51 h 111"/>
                <a:gd name="T80" fmla="*/ 23 w 110"/>
                <a:gd name="T81" fmla="*/ 8 h 111"/>
                <a:gd name="T82" fmla="*/ 40 w 110"/>
                <a:gd name="T83" fmla="*/ 5 h 111"/>
                <a:gd name="T84" fmla="*/ 42 w 110"/>
                <a:gd name="T85" fmla="*/ 7 h 111"/>
                <a:gd name="T86" fmla="*/ 42 w 110"/>
                <a:gd name="T87" fmla="*/ 9 h 111"/>
                <a:gd name="T88" fmla="*/ 48 w 110"/>
                <a:gd name="T89" fmla="*/ 4 h 111"/>
                <a:gd name="T90" fmla="*/ 55 w 110"/>
                <a:gd name="T91" fmla="*/ 3 h 111"/>
                <a:gd name="T92" fmla="*/ 61 w 110"/>
                <a:gd name="T9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0" h="111">
                  <a:moveTo>
                    <a:pt x="64" y="0"/>
                  </a:moveTo>
                  <a:lnTo>
                    <a:pt x="64" y="0"/>
                  </a:lnTo>
                  <a:lnTo>
                    <a:pt x="64" y="1"/>
                  </a:lnTo>
                  <a:lnTo>
                    <a:pt x="64" y="1"/>
                  </a:lnTo>
                  <a:lnTo>
                    <a:pt x="64" y="3"/>
                  </a:lnTo>
                  <a:lnTo>
                    <a:pt x="64" y="4"/>
                  </a:lnTo>
                  <a:lnTo>
                    <a:pt x="65" y="5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9" y="9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1" y="12"/>
                  </a:lnTo>
                  <a:lnTo>
                    <a:pt x="72" y="15"/>
                  </a:lnTo>
                  <a:lnTo>
                    <a:pt x="73" y="16"/>
                  </a:lnTo>
                  <a:lnTo>
                    <a:pt x="73" y="17"/>
                  </a:lnTo>
                  <a:lnTo>
                    <a:pt x="75" y="19"/>
                  </a:lnTo>
                  <a:lnTo>
                    <a:pt x="76" y="19"/>
                  </a:lnTo>
                  <a:lnTo>
                    <a:pt x="76" y="20"/>
                  </a:lnTo>
                  <a:lnTo>
                    <a:pt x="80" y="25"/>
                  </a:lnTo>
                  <a:lnTo>
                    <a:pt x="83" y="26"/>
                  </a:lnTo>
                  <a:lnTo>
                    <a:pt x="84" y="28"/>
                  </a:lnTo>
                  <a:lnTo>
                    <a:pt x="85" y="29"/>
                  </a:lnTo>
                  <a:lnTo>
                    <a:pt x="86" y="30"/>
                  </a:lnTo>
                  <a:lnTo>
                    <a:pt x="86" y="30"/>
                  </a:lnTo>
                  <a:lnTo>
                    <a:pt x="86" y="32"/>
                  </a:lnTo>
                  <a:lnTo>
                    <a:pt x="86" y="33"/>
                  </a:lnTo>
                  <a:lnTo>
                    <a:pt x="89" y="33"/>
                  </a:lnTo>
                  <a:lnTo>
                    <a:pt x="90" y="34"/>
                  </a:lnTo>
                  <a:lnTo>
                    <a:pt x="90" y="37"/>
                  </a:lnTo>
                  <a:lnTo>
                    <a:pt x="90" y="40"/>
                  </a:lnTo>
                  <a:lnTo>
                    <a:pt x="92" y="41"/>
                  </a:lnTo>
                  <a:lnTo>
                    <a:pt x="92" y="42"/>
                  </a:lnTo>
                  <a:lnTo>
                    <a:pt x="94" y="45"/>
                  </a:lnTo>
                  <a:lnTo>
                    <a:pt x="96" y="46"/>
                  </a:lnTo>
                  <a:lnTo>
                    <a:pt x="98" y="47"/>
                  </a:lnTo>
                  <a:lnTo>
                    <a:pt x="100" y="46"/>
                  </a:lnTo>
                  <a:lnTo>
                    <a:pt x="102" y="47"/>
                  </a:lnTo>
                  <a:lnTo>
                    <a:pt x="104" y="47"/>
                  </a:lnTo>
                  <a:lnTo>
                    <a:pt x="106" y="49"/>
                  </a:lnTo>
                  <a:lnTo>
                    <a:pt x="108" y="49"/>
                  </a:lnTo>
                  <a:lnTo>
                    <a:pt x="109" y="50"/>
                  </a:lnTo>
                  <a:lnTo>
                    <a:pt x="109" y="51"/>
                  </a:lnTo>
                  <a:lnTo>
                    <a:pt x="110" y="53"/>
                  </a:lnTo>
                  <a:lnTo>
                    <a:pt x="110" y="54"/>
                  </a:lnTo>
                  <a:lnTo>
                    <a:pt x="109" y="54"/>
                  </a:lnTo>
                  <a:lnTo>
                    <a:pt x="108" y="54"/>
                  </a:lnTo>
                  <a:lnTo>
                    <a:pt x="106" y="55"/>
                  </a:lnTo>
                  <a:lnTo>
                    <a:pt x="105" y="55"/>
                  </a:lnTo>
                  <a:lnTo>
                    <a:pt x="105" y="57"/>
                  </a:lnTo>
                  <a:lnTo>
                    <a:pt x="105" y="59"/>
                  </a:lnTo>
                  <a:lnTo>
                    <a:pt x="102" y="59"/>
                  </a:lnTo>
                  <a:lnTo>
                    <a:pt x="101" y="61"/>
                  </a:lnTo>
                  <a:lnTo>
                    <a:pt x="100" y="61"/>
                  </a:lnTo>
                  <a:lnTo>
                    <a:pt x="98" y="61"/>
                  </a:lnTo>
                  <a:lnTo>
                    <a:pt x="97" y="61"/>
                  </a:lnTo>
                  <a:lnTo>
                    <a:pt x="94" y="61"/>
                  </a:lnTo>
                  <a:lnTo>
                    <a:pt x="92" y="63"/>
                  </a:lnTo>
                  <a:lnTo>
                    <a:pt x="92" y="65"/>
                  </a:lnTo>
                  <a:lnTo>
                    <a:pt x="89" y="65"/>
                  </a:lnTo>
                  <a:lnTo>
                    <a:pt x="89" y="66"/>
                  </a:lnTo>
                  <a:lnTo>
                    <a:pt x="88" y="67"/>
                  </a:lnTo>
                  <a:lnTo>
                    <a:pt x="86" y="69"/>
                  </a:lnTo>
                  <a:lnTo>
                    <a:pt x="85" y="69"/>
                  </a:lnTo>
                  <a:lnTo>
                    <a:pt x="84" y="69"/>
                  </a:lnTo>
                  <a:lnTo>
                    <a:pt x="80" y="74"/>
                  </a:lnTo>
                  <a:lnTo>
                    <a:pt x="80" y="76"/>
                  </a:lnTo>
                  <a:lnTo>
                    <a:pt x="81" y="78"/>
                  </a:lnTo>
                  <a:lnTo>
                    <a:pt x="81" y="79"/>
                  </a:lnTo>
                  <a:lnTo>
                    <a:pt x="79" y="79"/>
                  </a:lnTo>
                  <a:lnTo>
                    <a:pt x="79" y="80"/>
                  </a:lnTo>
                  <a:lnTo>
                    <a:pt x="77" y="80"/>
                  </a:lnTo>
                  <a:lnTo>
                    <a:pt x="76" y="82"/>
                  </a:lnTo>
                  <a:lnTo>
                    <a:pt x="75" y="83"/>
                  </a:lnTo>
                  <a:lnTo>
                    <a:pt x="75" y="84"/>
                  </a:lnTo>
                  <a:lnTo>
                    <a:pt x="73" y="86"/>
                  </a:lnTo>
                  <a:lnTo>
                    <a:pt x="72" y="86"/>
                  </a:lnTo>
                  <a:lnTo>
                    <a:pt x="71" y="87"/>
                  </a:lnTo>
                  <a:lnTo>
                    <a:pt x="68" y="87"/>
                  </a:lnTo>
                  <a:lnTo>
                    <a:pt x="67" y="88"/>
                  </a:lnTo>
                  <a:lnTo>
                    <a:pt x="67" y="92"/>
                  </a:lnTo>
                  <a:lnTo>
                    <a:pt x="65" y="94"/>
                  </a:lnTo>
                  <a:lnTo>
                    <a:pt x="65" y="95"/>
                  </a:lnTo>
                  <a:lnTo>
                    <a:pt x="65" y="97"/>
                  </a:lnTo>
                  <a:lnTo>
                    <a:pt x="65" y="97"/>
                  </a:lnTo>
                  <a:lnTo>
                    <a:pt x="63" y="100"/>
                  </a:lnTo>
                  <a:lnTo>
                    <a:pt x="61" y="99"/>
                  </a:lnTo>
                  <a:lnTo>
                    <a:pt x="60" y="97"/>
                  </a:lnTo>
                  <a:lnTo>
                    <a:pt x="59" y="97"/>
                  </a:lnTo>
                  <a:lnTo>
                    <a:pt x="56" y="97"/>
                  </a:lnTo>
                  <a:lnTo>
                    <a:pt x="54" y="99"/>
                  </a:lnTo>
                  <a:lnTo>
                    <a:pt x="51" y="9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44" y="96"/>
                  </a:lnTo>
                  <a:lnTo>
                    <a:pt x="43" y="94"/>
                  </a:lnTo>
                  <a:lnTo>
                    <a:pt x="39" y="94"/>
                  </a:lnTo>
                  <a:lnTo>
                    <a:pt x="35" y="94"/>
                  </a:lnTo>
                  <a:lnTo>
                    <a:pt x="32" y="96"/>
                  </a:lnTo>
                  <a:lnTo>
                    <a:pt x="31" y="101"/>
                  </a:lnTo>
                  <a:lnTo>
                    <a:pt x="29" y="104"/>
                  </a:lnTo>
                  <a:lnTo>
                    <a:pt x="25" y="105"/>
                  </a:lnTo>
                  <a:lnTo>
                    <a:pt x="23" y="107"/>
                  </a:lnTo>
                  <a:lnTo>
                    <a:pt x="22" y="108"/>
                  </a:lnTo>
                  <a:lnTo>
                    <a:pt x="19" y="109"/>
                  </a:lnTo>
                  <a:lnTo>
                    <a:pt x="17" y="111"/>
                  </a:lnTo>
                  <a:lnTo>
                    <a:pt x="14" y="109"/>
                  </a:lnTo>
                  <a:lnTo>
                    <a:pt x="13" y="111"/>
                  </a:lnTo>
                  <a:lnTo>
                    <a:pt x="9" y="111"/>
                  </a:lnTo>
                  <a:lnTo>
                    <a:pt x="6" y="111"/>
                  </a:lnTo>
                  <a:lnTo>
                    <a:pt x="6" y="108"/>
                  </a:lnTo>
                  <a:lnTo>
                    <a:pt x="7" y="104"/>
                  </a:lnTo>
                  <a:lnTo>
                    <a:pt x="7" y="101"/>
                  </a:lnTo>
                  <a:lnTo>
                    <a:pt x="5" y="95"/>
                  </a:lnTo>
                  <a:lnTo>
                    <a:pt x="4" y="9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51"/>
                  </a:lnTo>
                  <a:lnTo>
                    <a:pt x="13" y="50"/>
                  </a:lnTo>
                  <a:lnTo>
                    <a:pt x="14" y="8"/>
                  </a:lnTo>
                  <a:lnTo>
                    <a:pt x="23" y="8"/>
                  </a:lnTo>
                  <a:lnTo>
                    <a:pt x="35" y="5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0" y="4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3" y="8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11"/>
                  </a:lnTo>
                  <a:lnTo>
                    <a:pt x="47" y="8"/>
                  </a:lnTo>
                  <a:lnTo>
                    <a:pt x="48" y="4"/>
                  </a:lnTo>
                  <a:lnTo>
                    <a:pt x="51" y="3"/>
                  </a:lnTo>
                  <a:lnTo>
                    <a:pt x="54" y="1"/>
                  </a:lnTo>
                  <a:lnTo>
                    <a:pt x="55" y="3"/>
                  </a:lnTo>
                  <a:lnTo>
                    <a:pt x="56" y="3"/>
                  </a:lnTo>
                  <a:lnTo>
                    <a:pt x="57" y="1"/>
                  </a:lnTo>
                  <a:lnTo>
                    <a:pt x="61" y="0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3" name="Freeform 482"/>
            <p:cNvSpPr>
              <a:spLocks/>
            </p:cNvSpPr>
            <p:nvPr/>
          </p:nvSpPr>
          <p:spPr bwMode="auto">
            <a:xfrm>
              <a:off x="6118011" y="4870638"/>
              <a:ext cx="403502" cy="380662"/>
            </a:xfrm>
            <a:custGeom>
              <a:avLst/>
              <a:gdLst>
                <a:gd name="T0" fmla="*/ 17 w 159"/>
                <a:gd name="T1" fmla="*/ 1 h 150"/>
                <a:gd name="T2" fmla="*/ 21 w 159"/>
                <a:gd name="T3" fmla="*/ 1 h 150"/>
                <a:gd name="T4" fmla="*/ 22 w 159"/>
                <a:gd name="T5" fmla="*/ 4 h 150"/>
                <a:gd name="T6" fmla="*/ 27 w 159"/>
                <a:gd name="T7" fmla="*/ 6 h 150"/>
                <a:gd name="T8" fmla="*/ 31 w 159"/>
                <a:gd name="T9" fmla="*/ 5 h 150"/>
                <a:gd name="T10" fmla="*/ 77 w 159"/>
                <a:gd name="T11" fmla="*/ 5 h 150"/>
                <a:gd name="T12" fmla="*/ 80 w 159"/>
                <a:gd name="T13" fmla="*/ 9 h 150"/>
                <a:gd name="T14" fmla="*/ 87 w 159"/>
                <a:gd name="T15" fmla="*/ 10 h 150"/>
                <a:gd name="T16" fmla="*/ 91 w 159"/>
                <a:gd name="T17" fmla="*/ 11 h 150"/>
                <a:gd name="T18" fmla="*/ 97 w 159"/>
                <a:gd name="T19" fmla="*/ 11 h 150"/>
                <a:gd name="T20" fmla="*/ 100 w 159"/>
                <a:gd name="T21" fmla="*/ 10 h 150"/>
                <a:gd name="T22" fmla="*/ 106 w 159"/>
                <a:gd name="T23" fmla="*/ 13 h 150"/>
                <a:gd name="T24" fmla="*/ 109 w 159"/>
                <a:gd name="T25" fmla="*/ 11 h 150"/>
                <a:gd name="T26" fmla="*/ 113 w 159"/>
                <a:gd name="T27" fmla="*/ 13 h 150"/>
                <a:gd name="T28" fmla="*/ 116 w 159"/>
                <a:gd name="T29" fmla="*/ 13 h 150"/>
                <a:gd name="T30" fmla="*/ 118 w 159"/>
                <a:gd name="T31" fmla="*/ 14 h 150"/>
                <a:gd name="T32" fmla="*/ 150 w 159"/>
                <a:gd name="T33" fmla="*/ 7 h 150"/>
                <a:gd name="T34" fmla="*/ 154 w 159"/>
                <a:gd name="T35" fmla="*/ 6 h 150"/>
                <a:gd name="T36" fmla="*/ 156 w 159"/>
                <a:gd name="T37" fmla="*/ 7 h 150"/>
                <a:gd name="T38" fmla="*/ 156 w 159"/>
                <a:gd name="T39" fmla="*/ 10 h 150"/>
                <a:gd name="T40" fmla="*/ 150 w 159"/>
                <a:gd name="T41" fmla="*/ 13 h 150"/>
                <a:gd name="T42" fmla="*/ 143 w 159"/>
                <a:gd name="T43" fmla="*/ 14 h 150"/>
                <a:gd name="T44" fmla="*/ 137 w 159"/>
                <a:gd name="T45" fmla="*/ 19 h 150"/>
                <a:gd name="T46" fmla="*/ 137 w 159"/>
                <a:gd name="T47" fmla="*/ 17 h 150"/>
                <a:gd name="T48" fmla="*/ 135 w 159"/>
                <a:gd name="T49" fmla="*/ 15 h 150"/>
                <a:gd name="T50" fmla="*/ 118 w 159"/>
                <a:gd name="T51" fmla="*/ 18 h 150"/>
                <a:gd name="T52" fmla="*/ 97 w 159"/>
                <a:gd name="T53" fmla="*/ 61 h 150"/>
                <a:gd name="T54" fmla="*/ 95 w 159"/>
                <a:gd name="T55" fmla="*/ 98 h 150"/>
                <a:gd name="T56" fmla="*/ 88 w 159"/>
                <a:gd name="T57" fmla="*/ 142 h 150"/>
                <a:gd name="T58" fmla="*/ 83 w 159"/>
                <a:gd name="T59" fmla="*/ 146 h 150"/>
                <a:gd name="T60" fmla="*/ 80 w 159"/>
                <a:gd name="T61" fmla="*/ 148 h 150"/>
                <a:gd name="T62" fmla="*/ 76 w 159"/>
                <a:gd name="T63" fmla="*/ 147 h 150"/>
                <a:gd name="T64" fmla="*/ 71 w 159"/>
                <a:gd name="T65" fmla="*/ 147 h 150"/>
                <a:gd name="T66" fmla="*/ 63 w 159"/>
                <a:gd name="T67" fmla="*/ 146 h 150"/>
                <a:gd name="T68" fmla="*/ 60 w 159"/>
                <a:gd name="T69" fmla="*/ 139 h 150"/>
                <a:gd name="T70" fmla="*/ 54 w 159"/>
                <a:gd name="T71" fmla="*/ 140 h 150"/>
                <a:gd name="T72" fmla="*/ 52 w 159"/>
                <a:gd name="T73" fmla="*/ 143 h 150"/>
                <a:gd name="T74" fmla="*/ 46 w 159"/>
                <a:gd name="T75" fmla="*/ 139 h 150"/>
                <a:gd name="T76" fmla="*/ 38 w 159"/>
                <a:gd name="T77" fmla="*/ 129 h 150"/>
                <a:gd name="T78" fmla="*/ 37 w 159"/>
                <a:gd name="T79" fmla="*/ 119 h 150"/>
                <a:gd name="T80" fmla="*/ 35 w 159"/>
                <a:gd name="T81" fmla="*/ 115 h 150"/>
                <a:gd name="T82" fmla="*/ 34 w 159"/>
                <a:gd name="T83" fmla="*/ 106 h 150"/>
                <a:gd name="T84" fmla="*/ 30 w 159"/>
                <a:gd name="T85" fmla="*/ 88 h 150"/>
                <a:gd name="T86" fmla="*/ 30 w 159"/>
                <a:gd name="T87" fmla="*/ 72 h 150"/>
                <a:gd name="T88" fmla="*/ 23 w 159"/>
                <a:gd name="T89" fmla="*/ 55 h 150"/>
                <a:gd name="T90" fmla="*/ 10 w 159"/>
                <a:gd name="T91" fmla="*/ 29 h 150"/>
                <a:gd name="T92" fmla="*/ 0 w 159"/>
                <a:gd name="T93" fmla="*/ 5 h 150"/>
                <a:gd name="T94" fmla="*/ 1 w 159"/>
                <a:gd name="T95" fmla="*/ 5 h 150"/>
                <a:gd name="T96" fmla="*/ 4 w 159"/>
                <a:gd name="T97" fmla="*/ 4 h 150"/>
                <a:gd name="T98" fmla="*/ 9 w 159"/>
                <a:gd name="T99" fmla="*/ 4 h 150"/>
                <a:gd name="T100" fmla="*/ 14 w 159"/>
                <a:gd name="T101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9" h="150">
                  <a:moveTo>
                    <a:pt x="14" y="0"/>
                  </a:moveTo>
                  <a:lnTo>
                    <a:pt x="17" y="1"/>
                  </a:lnTo>
                  <a:lnTo>
                    <a:pt x="17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5" y="6"/>
                  </a:lnTo>
                  <a:lnTo>
                    <a:pt x="27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4" y="5"/>
                  </a:lnTo>
                  <a:lnTo>
                    <a:pt x="77" y="5"/>
                  </a:lnTo>
                  <a:lnTo>
                    <a:pt x="79" y="5"/>
                  </a:lnTo>
                  <a:lnTo>
                    <a:pt x="80" y="7"/>
                  </a:lnTo>
                  <a:lnTo>
                    <a:pt x="80" y="9"/>
                  </a:lnTo>
                  <a:lnTo>
                    <a:pt x="83" y="10"/>
                  </a:lnTo>
                  <a:lnTo>
                    <a:pt x="85" y="10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89" y="11"/>
                  </a:lnTo>
                  <a:lnTo>
                    <a:pt x="91" y="11"/>
                  </a:lnTo>
                  <a:lnTo>
                    <a:pt x="92" y="11"/>
                  </a:lnTo>
                  <a:lnTo>
                    <a:pt x="95" y="10"/>
                  </a:lnTo>
                  <a:lnTo>
                    <a:pt x="97" y="11"/>
                  </a:lnTo>
                  <a:lnTo>
                    <a:pt x="99" y="11"/>
                  </a:lnTo>
                  <a:lnTo>
                    <a:pt x="100" y="10"/>
                  </a:lnTo>
                  <a:lnTo>
                    <a:pt x="100" y="10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9" y="13"/>
                  </a:lnTo>
                  <a:lnTo>
                    <a:pt x="109" y="11"/>
                  </a:lnTo>
                  <a:lnTo>
                    <a:pt x="110" y="11"/>
                  </a:lnTo>
                  <a:lnTo>
                    <a:pt x="112" y="11"/>
                  </a:lnTo>
                  <a:lnTo>
                    <a:pt x="113" y="13"/>
                  </a:lnTo>
                  <a:lnTo>
                    <a:pt x="113" y="13"/>
                  </a:lnTo>
                  <a:lnTo>
                    <a:pt x="114" y="13"/>
                  </a:lnTo>
                  <a:lnTo>
                    <a:pt x="116" y="13"/>
                  </a:lnTo>
                  <a:lnTo>
                    <a:pt x="116" y="14"/>
                  </a:lnTo>
                  <a:lnTo>
                    <a:pt x="117" y="14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49" y="6"/>
                  </a:lnTo>
                  <a:lnTo>
                    <a:pt x="150" y="7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4" y="6"/>
                  </a:lnTo>
                  <a:lnTo>
                    <a:pt x="154" y="7"/>
                  </a:lnTo>
                  <a:lnTo>
                    <a:pt x="155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9" y="10"/>
                  </a:lnTo>
                  <a:lnTo>
                    <a:pt x="156" y="10"/>
                  </a:lnTo>
                  <a:lnTo>
                    <a:pt x="152" y="11"/>
                  </a:lnTo>
                  <a:lnTo>
                    <a:pt x="151" y="13"/>
                  </a:lnTo>
                  <a:lnTo>
                    <a:pt x="150" y="13"/>
                  </a:lnTo>
                  <a:lnTo>
                    <a:pt x="149" y="11"/>
                  </a:lnTo>
                  <a:lnTo>
                    <a:pt x="146" y="13"/>
                  </a:lnTo>
                  <a:lnTo>
                    <a:pt x="143" y="14"/>
                  </a:lnTo>
                  <a:lnTo>
                    <a:pt x="142" y="18"/>
                  </a:lnTo>
                  <a:lnTo>
                    <a:pt x="138" y="21"/>
                  </a:lnTo>
                  <a:lnTo>
                    <a:pt x="137" y="19"/>
                  </a:lnTo>
                  <a:lnTo>
                    <a:pt x="137" y="18"/>
                  </a:lnTo>
                  <a:lnTo>
                    <a:pt x="138" y="18"/>
                  </a:lnTo>
                  <a:lnTo>
                    <a:pt x="137" y="17"/>
                  </a:lnTo>
                  <a:lnTo>
                    <a:pt x="137" y="15"/>
                  </a:lnTo>
                  <a:lnTo>
                    <a:pt x="135" y="14"/>
                  </a:lnTo>
                  <a:lnTo>
                    <a:pt x="135" y="15"/>
                  </a:lnTo>
                  <a:lnTo>
                    <a:pt x="133" y="15"/>
                  </a:lnTo>
                  <a:lnTo>
                    <a:pt x="130" y="15"/>
                  </a:lnTo>
                  <a:lnTo>
                    <a:pt x="118" y="18"/>
                  </a:lnTo>
                  <a:lnTo>
                    <a:pt x="109" y="18"/>
                  </a:lnTo>
                  <a:lnTo>
                    <a:pt x="108" y="60"/>
                  </a:lnTo>
                  <a:lnTo>
                    <a:pt x="97" y="61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3" y="142"/>
                  </a:lnTo>
                  <a:lnTo>
                    <a:pt x="92" y="142"/>
                  </a:lnTo>
                  <a:lnTo>
                    <a:pt x="88" y="142"/>
                  </a:lnTo>
                  <a:lnTo>
                    <a:pt x="85" y="143"/>
                  </a:lnTo>
                  <a:lnTo>
                    <a:pt x="84" y="146"/>
                  </a:lnTo>
                  <a:lnTo>
                    <a:pt x="83" y="146"/>
                  </a:lnTo>
                  <a:lnTo>
                    <a:pt x="81" y="147"/>
                  </a:lnTo>
                  <a:lnTo>
                    <a:pt x="81" y="150"/>
                  </a:lnTo>
                  <a:lnTo>
                    <a:pt x="80" y="148"/>
                  </a:lnTo>
                  <a:lnTo>
                    <a:pt x="79" y="150"/>
                  </a:lnTo>
                  <a:lnTo>
                    <a:pt x="77" y="147"/>
                  </a:lnTo>
                  <a:lnTo>
                    <a:pt x="76" y="147"/>
                  </a:lnTo>
                  <a:lnTo>
                    <a:pt x="75" y="148"/>
                  </a:lnTo>
                  <a:lnTo>
                    <a:pt x="72" y="148"/>
                  </a:lnTo>
                  <a:lnTo>
                    <a:pt x="71" y="147"/>
                  </a:lnTo>
                  <a:lnTo>
                    <a:pt x="70" y="148"/>
                  </a:lnTo>
                  <a:lnTo>
                    <a:pt x="67" y="147"/>
                  </a:lnTo>
                  <a:lnTo>
                    <a:pt x="63" y="146"/>
                  </a:lnTo>
                  <a:lnTo>
                    <a:pt x="62" y="142"/>
                  </a:lnTo>
                  <a:lnTo>
                    <a:pt x="62" y="139"/>
                  </a:lnTo>
                  <a:lnTo>
                    <a:pt x="60" y="139"/>
                  </a:lnTo>
                  <a:lnTo>
                    <a:pt x="59" y="136"/>
                  </a:lnTo>
                  <a:lnTo>
                    <a:pt x="55" y="138"/>
                  </a:lnTo>
                  <a:lnTo>
                    <a:pt x="54" y="140"/>
                  </a:lnTo>
                  <a:lnTo>
                    <a:pt x="55" y="140"/>
                  </a:lnTo>
                  <a:lnTo>
                    <a:pt x="55" y="143"/>
                  </a:lnTo>
                  <a:lnTo>
                    <a:pt x="52" y="143"/>
                  </a:lnTo>
                  <a:lnTo>
                    <a:pt x="51" y="144"/>
                  </a:lnTo>
                  <a:lnTo>
                    <a:pt x="47" y="140"/>
                  </a:lnTo>
                  <a:lnTo>
                    <a:pt x="46" y="139"/>
                  </a:lnTo>
                  <a:lnTo>
                    <a:pt x="43" y="136"/>
                  </a:lnTo>
                  <a:lnTo>
                    <a:pt x="41" y="131"/>
                  </a:lnTo>
                  <a:lnTo>
                    <a:pt x="38" y="129"/>
                  </a:lnTo>
                  <a:lnTo>
                    <a:pt x="38" y="123"/>
                  </a:lnTo>
                  <a:lnTo>
                    <a:pt x="37" y="122"/>
                  </a:lnTo>
                  <a:lnTo>
                    <a:pt x="37" y="119"/>
                  </a:lnTo>
                  <a:lnTo>
                    <a:pt x="38" y="118"/>
                  </a:lnTo>
                  <a:lnTo>
                    <a:pt x="37" y="115"/>
                  </a:lnTo>
                  <a:lnTo>
                    <a:pt x="35" y="115"/>
                  </a:lnTo>
                  <a:lnTo>
                    <a:pt x="34" y="109"/>
                  </a:lnTo>
                  <a:lnTo>
                    <a:pt x="33" y="107"/>
                  </a:lnTo>
                  <a:lnTo>
                    <a:pt x="34" y="106"/>
                  </a:lnTo>
                  <a:lnTo>
                    <a:pt x="33" y="102"/>
                  </a:lnTo>
                  <a:lnTo>
                    <a:pt x="34" y="97"/>
                  </a:lnTo>
                  <a:lnTo>
                    <a:pt x="30" y="88"/>
                  </a:lnTo>
                  <a:lnTo>
                    <a:pt x="30" y="79"/>
                  </a:lnTo>
                  <a:lnTo>
                    <a:pt x="27" y="73"/>
                  </a:lnTo>
                  <a:lnTo>
                    <a:pt x="30" y="72"/>
                  </a:lnTo>
                  <a:lnTo>
                    <a:pt x="30" y="68"/>
                  </a:lnTo>
                  <a:lnTo>
                    <a:pt x="23" y="59"/>
                  </a:lnTo>
                  <a:lnTo>
                    <a:pt x="23" y="55"/>
                  </a:lnTo>
                  <a:lnTo>
                    <a:pt x="17" y="47"/>
                  </a:lnTo>
                  <a:lnTo>
                    <a:pt x="17" y="42"/>
                  </a:lnTo>
                  <a:lnTo>
                    <a:pt x="10" y="29"/>
                  </a:lnTo>
                  <a:lnTo>
                    <a:pt x="6" y="22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9" y="5"/>
                  </a:lnTo>
                  <a:lnTo>
                    <a:pt x="9" y="4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4" name="Freeform 486"/>
            <p:cNvSpPr>
              <a:spLocks/>
            </p:cNvSpPr>
            <p:nvPr/>
          </p:nvSpPr>
          <p:spPr bwMode="auto">
            <a:xfrm>
              <a:off x="7480779" y="4969611"/>
              <a:ext cx="17765" cy="20302"/>
            </a:xfrm>
            <a:custGeom>
              <a:avLst/>
              <a:gdLst>
                <a:gd name="T0" fmla="*/ 5 w 7"/>
                <a:gd name="T1" fmla="*/ 0 h 8"/>
                <a:gd name="T2" fmla="*/ 7 w 7"/>
                <a:gd name="T3" fmla="*/ 1 h 8"/>
                <a:gd name="T4" fmla="*/ 7 w 7"/>
                <a:gd name="T5" fmla="*/ 3 h 8"/>
                <a:gd name="T6" fmla="*/ 5 w 7"/>
                <a:gd name="T7" fmla="*/ 4 h 8"/>
                <a:gd name="T8" fmla="*/ 7 w 7"/>
                <a:gd name="T9" fmla="*/ 7 h 8"/>
                <a:gd name="T10" fmla="*/ 4 w 7"/>
                <a:gd name="T11" fmla="*/ 8 h 8"/>
                <a:gd name="T12" fmla="*/ 0 w 7"/>
                <a:gd name="T13" fmla="*/ 5 h 8"/>
                <a:gd name="T14" fmla="*/ 1 w 7"/>
                <a:gd name="T15" fmla="*/ 4 h 8"/>
                <a:gd name="T16" fmla="*/ 3 w 7"/>
                <a:gd name="T17" fmla="*/ 0 h 8"/>
                <a:gd name="T18" fmla="*/ 4 w 7"/>
                <a:gd name="T19" fmla="*/ 1 h 8"/>
                <a:gd name="T20" fmla="*/ 5 w 7"/>
                <a:gd name="T2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lnTo>
                    <a:pt x="7" y="1"/>
                  </a:lnTo>
                  <a:lnTo>
                    <a:pt x="7" y="3"/>
                  </a:lnTo>
                  <a:lnTo>
                    <a:pt x="5" y="4"/>
                  </a:lnTo>
                  <a:lnTo>
                    <a:pt x="7" y="7"/>
                  </a:lnTo>
                  <a:lnTo>
                    <a:pt x="4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0"/>
                  </a:lnTo>
                  <a:lnTo>
                    <a:pt x="4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5" name="Freeform 487"/>
            <p:cNvSpPr>
              <a:spLocks/>
            </p:cNvSpPr>
            <p:nvPr/>
          </p:nvSpPr>
          <p:spPr bwMode="auto">
            <a:xfrm>
              <a:off x="7419873" y="4992449"/>
              <a:ext cx="17765" cy="20302"/>
            </a:xfrm>
            <a:custGeom>
              <a:avLst/>
              <a:gdLst>
                <a:gd name="T0" fmla="*/ 2 w 7"/>
                <a:gd name="T1" fmla="*/ 0 h 8"/>
                <a:gd name="T2" fmla="*/ 4 w 7"/>
                <a:gd name="T3" fmla="*/ 2 h 8"/>
                <a:gd name="T4" fmla="*/ 6 w 7"/>
                <a:gd name="T5" fmla="*/ 4 h 8"/>
                <a:gd name="T6" fmla="*/ 7 w 7"/>
                <a:gd name="T7" fmla="*/ 6 h 8"/>
                <a:gd name="T8" fmla="*/ 4 w 7"/>
                <a:gd name="T9" fmla="*/ 8 h 8"/>
                <a:gd name="T10" fmla="*/ 3 w 7"/>
                <a:gd name="T11" fmla="*/ 8 h 8"/>
                <a:gd name="T12" fmla="*/ 0 w 7"/>
                <a:gd name="T13" fmla="*/ 4 h 8"/>
                <a:gd name="T14" fmla="*/ 0 w 7"/>
                <a:gd name="T15" fmla="*/ 2 h 8"/>
                <a:gd name="T16" fmla="*/ 2 w 7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lnTo>
                    <a:pt x="4" y="2"/>
                  </a:lnTo>
                  <a:lnTo>
                    <a:pt x="6" y="4"/>
                  </a:lnTo>
                  <a:lnTo>
                    <a:pt x="7" y="6"/>
                  </a:lnTo>
                  <a:lnTo>
                    <a:pt x="4" y="8"/>
                  </a:lnTo>
                  <a:lnTo>
                    <a:pt x="3" y="8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6" name="Freeform 488"/>
            <p:cNvSpPr>
              <a:spLocks noEditPoints="1"/>
            </p:cNvSpPr>
            <p:nvPr/>
          </p:nvSpPr>
          <p:spPr bwMode="auto">
            <a:xfrm>
              <a:off x="7049363" y="4718373"/>
              <a:ext cx="230936" cy="428880"/>
            </a:xfrm>
            <a:custGeom>
              <a:avLst/>
              <a:gdLst>
                <a:gd name="T0" fmla="*/ 83 w 91"/>
                <a:gd name="T1" fmla="*/ 64 h 169"/>
                <a:gd name="T2" fmla="*/ 84 w 91"/>
                <a:gd name="T3" fmla="*/ 58 h 169"/>
                <a:gd name="T4" fmla="*/ 71 w 91"/>
                <a:gd name="T5" fmla="*/ 17 h 169"/>
                <a:gd name="T6" fmla="*/ 67 w 91"/>
                <a:gd name="T7" fmla="*/ 16 h 169"/>
                <a:gd name="T8" fmla="*/ 66 w 91"/>
                <a:gd name="T9" fmla="*/ 17 h 169"/>
                <a:gd name="T10" fmla="*/ 73 w 91"/>
                <a:gd name="T11" fmla="*/ 11 h 169"/>
                <a:gd name="T12" fmla="*/ 80 w 91"/>
                <a:gd name="T13" fmla="*/ 0 h 169"/>
                <a:gd name="T14" fmla="*/ 83 w 91"/>
                <a:gd name="T15" fmla="*/ 8 h 169"/>
                <a:gd name="T16" fmla="*/ 87 w 91"/>
                <a:gd name="T17" fmla="*/ 17 h 169"/>
                <a:gd name="T18" fmla="*/ 88 w 91"/>
                <a:gd name="T19" fmla="*/ 31 h 169"/>
                <a:gd name="T20" fmla="*/ 91 w 91"/>
                <a:gd name="T21" fmla="*/ 40 h 169"/>
                <a:gd name="T22" fmla="*/ 88 w 91"/>
                <a:gd name="T23" fmla="*/ 45 h 169"/>
                <a:gd name="T24" fmla="*/ 84 w 91"/>
                <a:gd name="T25" fmla="*/ 46 h 169"/>
                <a:gd name="T26" fmla="*/ 82 w 91"/>
                <a:gd name="T27" fmla="*/ 46 h 169"/>
                <a:gd name="T28" fmla="*/ 82 w 91"/>
                <a:gd name="T29" fmla="*/ 53 h 169"/>
                <a:gd name="T30" fmla="*/ 79 w 91"/>
                <a:gd name="T31" fmla="*/ 62 h 169"/>
                <a:gd name="T32" fmla="*/ 78 w 91"/>
                <a:gd name="T33" fmla="*/ 73 h 169"/>
                <a:gd name="T34" fmla="*/ 73 w 91"/>
                <a:gd name="T35" fmla="*/ 90 h 169"/>
                <a:gd name="T36" fmla="*/ 65 w 91"/>
                <a:gd name="T37" fmla="*/ 111 h 169"/>
                <a:gd name="T38" fmla="*/ 57 w 91"/>
                <a:gd name="T39" fmla="*/ 128 h 169"/>
                <a:gd name="T40" fmla="*/ 53 w 91"/>
                <a:gd name="T41" fmla="*/ 140 h 169"/>
                <a:gd name="T42" fmla="*/ 50 w 91"/>
                <a:gd name="T43" fmla="*/ 149 h 169"/>
                <a:gd name="T44" fmla="*/ 45 w 91"/>
                <a:gd name="T45" fmla="*/ 160 h 169"/>
                <a:gd name="T46" fmla="*/ 36 w 91"/>
                <a:gd name="T47" fmla="*/ 162 h 169"/>
                <a:gd name="T48" fmla="*/ 21 w 91"/>
                <a:gd name="T49" fmla="*/ 167 h 169"/>
                <a:gd name="T50" fmla="*/ 17 w 91"/>
                <a:gd name="T51" fmla="*/ 166 h 169"/>
                <a:gd name="T52" fmla="*/ 11 w 91"/>
                <a:gd name="T53" fmla="*/ 164 h 169"/>
                <a:gd name="T54" fmla="*/ 5 w 91"/>
                <a:gd name="T55" fmla="*/ 157 h 169"/>
                <a:gd name="T56" fmla="*/ 4 w 91"/>
                <a:gd name="T57" fmla="*/ 148 h 169"/>
                <a:gd name="T58" fmla="*/ 7 w 91"/>
                <a:gd name="T59" fmla="*/ 141 h 169"/>
                <a:gd name="T60" fmla="*/ 4 w 91"/>
                <a:gd name="T61" fmla="*/ 136 h 169"/>
                <a:gd name="T62" fmla="*/ 1 w 91"/>
                <a:gd name="T63" fmla="*/ 125 h 169"/>
                <a:gd name="T64" fmla="*/ 4 w 91"/>
                <a:gd name="T65" fmla="*/ 114 h 169"/>
                <a:gd name="T66" fmla="*/ 11 w 91"/>
                <a:gd name="T67" fmla="*/ 106 h 169"/>
                <a:gd name="T68" fmla="*/ 16 w 91"/>
                <a:gd name="T69" fmla="*/ 99 h 169"/>
                <a:gd name="T70" fmla="*/ 19 w 91"/>
                <a:gd name="T71" fmla="*/ 89 h 169"/>
                <a:gd name="T72" fmla="*/ 13 w 91"/>
                <a:gd name="T73" fmla="*/ 75 h 169"/>
                <a:gd name="T74" fmla="*/ 12 w 91"/>
                <a:gd name="T75" fmla="*/ 66 h 169"/>
                <a:gd name="T76" fmla="*/ 19 w 91"/>
                <a:gd name="T77" fmla="*/ 53 h 169"/>
                <a:gd name="T78" fmla="*/ 24 w 91"/>
                <a:gd name="T79" fmla="*/ 52 h 169"/>
                <a:gd name="T80" fmla="*/ 33 w 91"/>
                <a:gd name="T81" fmla="*/ 49 h 169"/>
                <a:gd name="T82" fmla="*/ 34 w 91"/>
                <a:gd name="T83" fmla="*/ 46 h 169"/>
                <a:gd name="T84" fmla="*/ 41 w 91"/>
                <a:gd name="T85" fmla="*/ 45 h 169"/>
                <a:gd name="T86" fmla="*/ 45 w 91"/>
                <a:gd name="T87" fmla="*/ 49 h 169"/>
                <a:gd name="T88" fmla="*/ 50 w 91"/>
                <a:gd name="T89" fmla="*/ 40 h 169"/>
                <a:gd name="T90" fmla="*/ 51 w 91"/>
                <a:gd name="T91" fmla="*/ 44 h 169"/>
                <a:gd name="T92" fmla="*/ 53 w 91"/>
                <a:gd name="T93" fmla="*/ 41 h 169"/>
                <a:gd name="T94" fmla="*/ 54 w 91"/>
                <a:gd name="T95" fmla="*/ 35 h 169"/>
                <a:gd name="T96" fmla="*/ 57 w 91"/>
                <a:gd name="T97" fmla="*/ 37 h 169"/>
                <a:gd name="T98" fmla="*/ 63 w 91"/>
                <a:gd name="T99" fmla="*/ 35 h 169"/>
                <a:gd name="T100" fmla="*/ 61 w 91"/>
                <a:gd name="T101" fmla="*/ 28 h 169"/>
                <a:gd name="T102" fmla="*/ 65 w 91"/>
                <a:gd name="T103" fmla="*/ 27 h 169"/>
                <a:gd name="T104" fmla="*/ 66 w 91"/>
                <a:gd name="T105" fmla="*/ 20 h 169"/>
                <a:gd name="T106" fmla="*/ 69 w 91"/>
                <a:gd name="T107" fmla="*/ 20 h 169"/>
                <a:gd name="T108" fmla="*/ 74 w 91"/>
                <a:gd name="T109" fmla="*/ 14 h 169"/>
                <a:gd name="T110" fmla="*/ 75 w 91"/>
                <a:gd name="T111" fmla="*/ 7 h 169"/>
                <a:gd name="T112" fmla="*/ 78 w 91"/>
                <a:gd name="T113" fmla="*/ 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1" h="169">
                  <a:moveTo>
                    <a:pt x="86" y="57"/>
                  </a:moveTo>
                  <a:lnTo>
                    <a:pt x="84" y="60"/>
                  </a:lnTo>
                  <a:lnTo>
                    <a:pt x="83" y="61"/>
                  </a:lnTo>
                  <a:lnTo>
                    <a:pt x="83" y="64"/>
                  </a:lnTo>
                  <a:lnTo>
                    <a:pt x="83" y="61"/>
                  </a:lnTo>
                  <a:lnTo>
                    <a:pt x="83" y="60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6" y="57"/>
                  </a:lnTo>
                  <a:close/>
                  <a:moveTo>
                    <a:pt x="71" y="15"/>
                  </a:moveTo>
                  <a:lnTo>
                    <a:pt x="71" y="16"/>
                  </a:lnTo>
                  <a:lnTo>
                    <a:pt x="71" y="17"/>
                  </a:lnTo>
                  <a:lnTo>
                    <a:pt x="70" y="16"/>
                  </a:lnTo>
                  <a:lnTo>
                    <a:pt x="71" y="15"/>
                  </a:lnTo>
                  <a:close/>
                  <a:moveTo>
                    <a:pt x="67" y="15"/>
                  </a:moveTo>
                  <a:lnTo>
                    <a:pt x="67" y="16"/>
                  </a:lnTo>
                  <a:lnTo>
                    <a:pt x="69" y="16"/>
                  </a:lnTo>
                  <a:lnTo>
                    <a:pt x="69" y="19"/>
                  </a:lnTo>
                  <a:lnTo>
                    <a:pt x="67" y="17"/>
                  </a:lnTo>
                  <a:lnTo>
                    <a:pt x="66" y="17"/>
                  </a:lnTo>
                  <a:lnTo>
                    <a:pt x="66" y="15"/>
                  </a:lnTo>
                  <a:lnTo>
                    <a:pt x="67" y="15"/>
                  </a:lnTo>
                  <a:close/>
                  <a:moveTo>
                    <a:pt x="73" y="10"/>
                  </a:moveTo>
                  <a:lnTo>
                    <a:pt x="73" y="11"/>
                  </a:lnTo>
                  <a:lnTo>
                    <a:pt x="71" y="12"/>
                  </a:lnTo>
                  <a:lnTo>
                    <a:pt x="70" y="11"/>
                  </a:lnTo>
                  <a:lnTo>
                    <a:pt x="73" y="10"/>
                  </a:lnTo>
                  <a:close/>
                  <a:moveTo>
                    <a:pt x="80" y="0"/>
                  </a:moveTo>
                  <a:lnTo>
                    <a:pt x="82" y="3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3" y="8"/>
                  </a:lnTo>
                  <a:lnTo>
                    <a:pt x="84" y="11"/>
                  </a:lnTo>
                  <a:lnTo>
                    <a:pt x="86" y="11"/>
                  </a:lnTo>
                  <a:lnTo>
                    <a:pt x="86" y="12"/>
                  </a:lnTo>
                  <a:lnTo>
                    <a:pt x="87" y="17"/>
                  </a:lnTo>
                  <a:lnTo>
                    <a:pt x="88" y="20"/>
                  </a:lnTo>
                  <a:lnTo>
                    <a:pt x="88" y="27"/>
                  </a:lnTo>
                  <a:lnTo>
                    <a:pt x="87" y="27"/>
                  </a:lnTo>
                  <a:lnTo>
                    <a:pt x="88" y="31"/>
                  </a:lnTo>
                  <a:lnTo>
                    <a:pt x="88" y="33"/>
                  </a:lnTo>
                  <a:lnTo>
                    <a:pt x="87" y="35"/>
                  </a:lnTo>
                  <a:lnTo>
                    <a:pt x="88" y="36"/>
                  </a:lnTo>
                  <a:lnTo>
                    <a:pt x="91" y="40"/>
                  </a:lnTo>
                  <a:lnTo>
                    <a:pt x="91" y="42"/>
                  </a:lnTo>
                  <a:lnTo>
                    <a:pt x="90" y="42"/>
                  </a:lnTo>
                  <a:lnTo>
                    <a:pt x="90" y="45"/>
                  </a:lnTo>
                  <a:lnTo>
                    <a:pt x="88" y="45"/>
                  </a:lnTo>
                  <a:lnTo>
                    <a:pt x="88" y="48"/>
                  </a:lnTo>
                  <a:lnTo>
                    <a:pt x="88" y="49"/>
                  </a:lnTo>
                  <a:lnTo>
                    <a:pt x="87" y="49"/>
                  </a:lnTo>
                  <a:lnTo>
                    <a:pt x="84" y="46"/>
                  </a:lnTo>
                  <a:lnTo>
                    <a:pt x="84" y="44"/>
                  </a:lnTo>
                  <a:lnTo>
                    <a:pt x="83" y="42"/>
                  </a:lnTo>
                  <a:lnTo>
                    <a:pt x="82" y="44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2" y="50"/>
                  </a:lnTo>
                  <a:lnTo>
                    <a:pt x="82" y="52"/>
                  </a:lnTo>
                  <a:lnTo>
                    <a:pt x="82" y="53"/>
                  </a:lnTo>
                  <a:lnTo>
                    <a:pt x="83" y="56"/>
                  </a:lnTo>
                  <a:lnTo>
                    <a:pt x="80" y="57"/>
                  </a:lnTo>
                  <a:lnTo>
                    <a:pt x="82" y="60"/>
                  </a:lnTo>
                  <a:lnTo>
                    <a:pt x="79" y="62"/>
                  </a:lnTo>
                  <a:lnTo>
                    <a:pt x="78" y="66"/>
                  </a:lnTo>
                  <a:lnTo>
                    <a:pt x="79" y="67"/>
                  </a:lnTo>
                  <a:lnTo>
                    <a:pt x="79" y="71"/>
                  </a:lnTo>
                  <a:lnTo>
                    <a:pt x="78" y="73"/>
                  </a:lnTo>
                  <a:lnTo>
                    <a:pt x="76" y="77"/>
                  </a:lnTo>
                  <a:lnTo>
                    <a:pt x="75" y="83"/>
                  </a:lnTo>
                  <a:lnTo>
                    <a:pt x="73" y="87"/>
                  </a:lnTo>
                  <a:lnTo>
                    <a:pt x="73" y="90"/>
                  </a:lnTo>
                  <a:lnTo>
                    <a:pt x="70" y="94"/>
                  </a:lnTo>
                  <a:lnTo>
                    <a:pt x="70" y="98"/>
                  </a:lnTo>
                  <a:lnTo>
                    <a:pt x="67" y="102"/>
                  </a:lnTo>
                  <a:lnTo>
                    <a:pt x="65" y="111"/>
                  </a:lnTo>
                  <a:lnTo>
                    <a:pt x="61" y="116"/>
                  </a:lnTo>
                  <a:lnTo>
                    <a:pt x="61" y="121"/>
                  </a:lnTo>
                  <a:lnTo>
                    <a:pt x="58" y="123"/>
                  </a:lnTo>
                  <a:lnTo>
                    <a:pt x="57" y="128"/>
                  </a:lnTo>
                  <a:lnTo>
                    <a:pt x="55" y="136"/>
                  </a:lnTo>
                  <a:lnTo>
                    <a:pt x="53" y="139"/>
                  </a:lnTo>
                  <a:lnTo>
                    <a:pt x="53" y="139"/>
                  </a:lnTo>
                  <a:lnTo>
                    <a:pt x="53" y="140"/>
                  </a:lnTo>
                  <a:lnTo>
                    <a:pt x="51" y="144"/>
                  </a:lnTo>
                  <a:lnTo>
                    <a:pt x="50" y="145"/>
                  </a:lnTo>
                  <a:lnTo>
                    <a:pt x="50" y="145"/>
                  </a:lnTo>
                  <a:lnTo>
                    <a:pt x="50" y="149"/>
                  </a:lnTo>
                  <a:lnTo>
                    <a:pt x="49" y="150"/>
                  </a:lnTo>
                  <a:lnTo>
                    <a:pt x="49" y="153"/>
                  </a:lnTo>
                  <a:lnTo>
                    <a:pt x="46" y="156"/>
                  </a:lnTo>
                  <a:lnTo>
                    <a:pt x="45" y="160"/>
                  </a:lnTo>
                  <a:lnTo>
                    <a:pt x="44" y="160"/>
                  </a:lnTo>
                  <a:lnTo>
                    <a:pt x="42" y="162"/>
                  </a:lnTo>
                  <a:lnTo>
                    <a:pt x="38" y="164"/>
                  </a:lnTo>
                  <a:lnTo>
                    <a:pt x="36" y="162"/>
                  </a:lnTo>
                  <a:lnTo>
                    <a:pt x="29" y="164"/>
                  </a:lnTo>
                  <a:lnTo>
                    <a:pt x="26" y="166"/>
                  </a:lnTo>
                  <a:lnTo>
                    <a:pt x="24" y="167"/>
                  </a:lnTo>
                  <a:lnTo>
                    <a:pt x="21" y="167"/>
                  </a:lnTo>
                  <a:lnTo>
                    <a:pt x="20" y="169"/>
                  </a:lnTo>
                  <a:lnTo>
                    <a:pt x="19" y="167"/>
                  </a:lnTo>
                  <a:lnTo>
                    <a:pt x="19" y="166"/>
                  </a:lnTo>
                  <a:lnTo>
                    <a:pt x="17" y="166"/>
                  </a:lnTo>
                  <a:lnTo>
                    <a:pt x="16" y="164"/>
                  </a:lnTo>
                  <a:lnTo>
                    <a:pt x="13" y="164"/>
                  </a:lnTo>
                  <a:lnTo>
                    <a:pt x="13" y="162"/>
                  </a:lnTo>
                  <a:lnTo>
                    <a:pt x="11" y="164"/>
                  </a:lnTo>
                  <a:lnTo>
                    <a:pt x="9" y="161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5" y="157"/>
                  </a:lnTo>
                  <a:lnTo>
                    <a:pt x="4" y="156"/>
                  </a:lnTo>
                  <a:lnTo>
                    <a:pt x="4" y="154"/>
                  </a:lnTo>
                  <a:lnTo>
                    <a:pt x="4" y="153"/>
                  </a:lnTo>
                  <a:lnTo>
                    <a:pt x="4" y="148"/>
                  </a:lnTo>
                  <a:lnTo>
                    <a:pt x="4" y="144"/>
                  </a:lnTo>
                  <a:lnTo>
                    <a:pt x="3" y="142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5" y="141"/>
                  </a:lnTo>
                  <a:lnTo>
                    <a:pt x="4" y="140"/>
                  </a:lnTo>
                  <a:lnTo>
                    <a:pt x="4" y="139"/>
                  </a:lnTo>
                  <a:lnTo>
                    <a:pt x="4" y="136"/>
                  </a:lnTo>
                  <a:lnTo>
                    <a:pt x="1" y="132"/>
                  </a:lnTo>
                  <a:lnTo>
                    <a:pt x="1" y="128"/>
                  </a:lnTo>
                  <a:lnTo>
                    <a:pt x="0" y="127"/>
                  </a:lnTo>
                  <a:lnTo>
                    <a:pt x="1" y="125"/>
                  </a:lnTo>
                  <a:lnTo>
                    <a:pt x="1" y="121"/>
                  </a:lnTo>
                  <a:lnTo>
                    <a:pt x="4" y="119"/>
                  </a:lnTo>
                  <a:lnTo>
                    <a:pt x="3" y="115"/>
                  </a:lnTo>
                  <a:lnTo>
                    <a:pt x="4" y="114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07"/>
                  </a:lnTo>
                  <a:lnTo>
                    <a:pt x="11" y="106"/>
                  </a:lnTo>
                  <a:lnTo>
                    <a:pt x="12" y="103"/>
                  </a:lnTo>
                  <a:lnTo>
                    <a:pt x="13" y="103"/>
                  </a:lnTo>
                  <a:lnTo>
                    <a:pt x="15" y="100"/>
                  </a:lnTo>
                  <a:lnTo>
                    <a:pt x="16" y="99"/>
                  </a:lnTo>
                  <a:lnTo>
                    <a:pt x="17" y="92"/>
                  </a:lnTo>
                  <a:lnTo>
                    <a:pt x="17" y="91"/>
                  </a:lnTo>
                  <a:lnTo>
                    <a:pt x="19" y="90"/>
                  </a:lnTo>
                  <a:lnTo>
                    <a:pt x="19" y="89"/>
                  </a:lnTo>
                  <a:lnTo>
                    <a:pt x="16" y="86"/>
                  </a:lnTo>
                  <a:lnTo>
                    <a:pt x="17" y="85"/>
                  </a:lnTo>
                  <a:lnTo>
                    <a:pt x="13" y="78"/>
                  </a:lnTo>
                  <a:lnTo>
                    <a:pt x="13" y="75"/>
                  </a:lnTo>
                  <a:lnTo>
                    <a:pt x="12" y="73"/>
                  </a:lnTo>
                  <a:lnTo>
                    <a:pt x="15" y="70"/>
                  </a:lnTo>
                  <a:lnTo>
                    <a:pt x="12" y="69"/>
                  </a:lnTo>
                  <a:lnTo>
                    <a:pt x="12" y="66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9" y="57"/>
                  </a:lnTo>
                  <a:lnTo>
                    <a:pt x="19" y="53"/>
                  </a:lnTo>
                  <a:lnTo>
                    <a:pt x="20" y="52"/>
                  </a:lnTo>
                  <a:lnTo>
                    <a:pt x="23" y="52"/>
                  </a:lnTo>
                  <a:lnTo>
                    <a:pt x="23" y="52"/>
                  </a:lnTo>
                  <a:lnTo>
                    <a:pt x="24" y="52"/>
                  </a:lnTo>
                  <a:lnTo>
                    <a:pt x="29" y="48"/>
                  </a:lnTo>
                  <a:lnTo>
                    <a:pt x="30" y="50"/>
                  </a:lnTo>
                  <a:lnTo>
                    <a:pt x="32" y="48"/>
                  </a:lnTo>
                  <a:lnTo>
                    <a:pt x="33" y="49"/>
                  </a:lnTo>
                  <a:lnTo>
                    <a:pt x="33" y="50"/>
                  </a:lnTo>
                  <a:lnTo>
                    <a:pt x="33" y="50"/>
                  </a:lnTo>
                  <a:lnTo>
                    <a:pt x="34" y="50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36" y="45"/>
                  </a:lnTo>
                  <a:lnTo>
                    <a:pt x="38" y="48"/>
                  </a:lnTo>
                  <a:lnTo>
                    <a:pt x="41" y="45"/>
                  </a:lnTo>
                  <a:lnTo>
                    <a:pt x="42" y="45"/>
                  </a:lnTo>
                  <a:lnTo>
                    <a:pt x="42" y="48"/>
                  </a:lnTo>
                  <a:lnTo>
                    <a:pt x="44" y="49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6"/>
                  </a:lnTo>
                  <a:lnTo>
                    <a:pt x="46" y="44"/>
                  </a:lnTo>
                  <a:lnTo>
                    <a:pt x="50" y="40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1" y="42"/>
                  </a:lnTo>
                  <a:lnTo>
                    <a:pt x="51" y="44"/>
                  </a:lnTo>
                  <a:lnTo>
                    <a:pt x="53" y="42"/>
                  </a:lnTo>
                  <a:lnTo>
                    <a:pt x="54" y="42"/>
                  </a:lnTo>
                  <a:lnTo>
                    <a:pt x="55" y="41"/>
                  </a:lnTo>
                  <a:lnTo>
                    <a:pt x="53" y="41"/>
                  </a:lnTo>
                  <a:lnTo>
                    <a:pt x="53" y="39"/>
                  </a:lnTo>
                  <a:lnTo>
                    <a:pt x="55" y="37"/>
                  </a:lnTo>
                  <a:lnTo>
                    <a:pt x="55" y="36"/>
                  </a:lnTo>
                  <a:lnTo>
                    <a:pt x="54" y="35"/>
                  </a:lnTo>
                  <a:lnTo>
                    <a:pt x="57" y="33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57" y="37"/>
                  </a:lnTo>
                  <a:lnTo>
                    <a:pt x="59" y="35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3" y="35"/>
                  </a:lnTo>
                  <a:lnTo>
                    <a:pt x="65" y="33"/>
                  </a:lnTo>
                  <a:lnTo>
                    <a:pt x="63" y="32"/>
                  </a:lnTo>
                  <a:lnTo>
                    <a:pt x="62" y="31"/>
                  </a:lnTo>
                  <a:lnTo>
                    <a:pt x="61" y="28"/>
                  </a:lnTo>
                  <a:lnTo>
                    <a:pt x="63" y="28"/>
                  </a:lnTo>
                  <a:lnTo>
                    <a:pt x="65" y="28"/>
                  </a:lnTo>
                  <a:lnTo>
                    <a:pt x="66" y="28"/>
                  </a:lnTo>
                  <a:lnTo>
                    <a:pt x="65" y="27"/>
                  </a:lnTo>
                  <a:lnTo>
                    <a:pt x="63" y="24"/>
                  </a:lnTo>
                  <a:lnTo>
                    <a:pt x="63" y="21"/>
                  </a:lnTo>
                  <a:lnTo>
                    <a:pt x="65" y="20"/>
                  </a:lnTo>
                  <a:lnTo>
                    <a:pt x="66" y="20"/>
                  </a:lnTo>
                  <a:lnTo>
                    <a:pt x="66" y="23"/>
                  </a:lnTo>
                  <a:lnTo>
                    <a:pt x="67" y="24"/>
                  </a:lnTo>
                  <a:lnTo>
                    <a:pt x="69" y="23"/>
                  </a:lnTo>
                  <a:lnTo>
                    <a:pt x="69" y="20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4" y="16"/>
                  </a:lnTo>
                  <a:lnTo>
                    <a:pt x="74" y="14"/>
                  </a:lnTo>
                  <a:lnTo>
                    <a:pt x="76" y="11"/>
                  </a:lnTo>
                  <a:lnTo>
                    <a:pt x="76" y="11"/>
                  </a:lnTo>
                  <a:lnTo>
                    <a:pt x="75" y="8"/>
                  </a:lnTo>
                  <a:lnTo>
                    <a:pt x="75" y="7"/>
                  </a:lnTo>
                  <a:lnTo>
                    <a:pt x="73" y="4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78" y="4"/>
                  </a:lnTo>
                  <a:lnTo>
                    <a:pt x="78" y="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7" name="Freeform 489"/>
            <p:cNvSpPr>
              <a:spLocks/>
            </p:cNvSpPr>
            <p:nvPr/>
          </p:nvSpPr>
          <p:spPr bwMode="auto">
            <a:xfrm>
              <a:off x="6678852" y="4672694"/>
              <a:ext cx="314680" cy="507549"/>
            </a:xfrm>
            <a:custGeom>
              <a:avLst/>
              <a:gdLst>
                <a:gd name="T0" fmla="*/ 124 w 124"/>
                <a:gd name="T1" fmla="*/ 5 h 200"/>
                <a:gd name="T2" fmla="*/ 121 w 124"/>
                <a:gd name="T3" fmla="*/ 13 h 200"/>
                <a:gd name="T4" fmla="*/ 122 w 124"/>
                <a:gd name="T5" fmla="*/ 24 h 200"/>
                <a:gd name="T6" fmla="*/ 121 w 124"/>
                <a:gd name="T7" fmla="*/ 37 h 200"/>
                <a:gd name="T8" fmla="*/ 120 w 124"/>
                <a:gd name="T9" fmla="*/ 46 h 200"/>
                <a:gd name="T10" fmla="*/ 121 w 124"/>
                <a:gd name="T11" fmla="*/ 53 h 200"/>
                <a:gd name="T12" fmla="*/ 118 w 124"/>
                <a:gd name="T13" fmla="*/ 58 h 200"/>
                <a:gd name="T14" fmla="*/ 118 w 124"/>
                <a:gd name="T15" fmla="*/ 62 h 200"/>
                <a:gd name="T16" fmla="*/ 111 w 124"/>
                <a:gd name="T17" fmla="*/ 72 h 200"/>
                <a:gd name="T18" fmla="*/ 91 w 124"/>
                <a:gd name="T19" fmla="*/ 82 h 200"/>
                <a:gd name="T20" fmla="*/ 82 w 124"/>
                <a:gd name="T21" fmla="*/ 88 h 200"/>
                <a:gd name="T22" fmla="*/ 75 w 124"/>
                <a:gd name="T23" fmla="*/ 93 h 200"/>
                <a:gd name="T24" fmla="*/ 67 w 124"/>
                <a:gd name="T25" fmla="*/ 101 h 200"/>
                <a:gd name="T26" fmla="*/ 57 w 124"/>
                <a:gd name="T27" fmla="*/ 110 h 200"/>
                <a:gd name="T28" fmla="*/ 49 w 124"/>
                <a:gd name="T29" fmla="*/ 112 h 200"/>
                <a:gd name="T30" fmla="*/ 47 w 124"/>
                <a:gd name="T31" fmla="*/ 120 h 200"/>
                <a:gd name="T32" fmla="*/ 53 w 124"/>
                <a:gd name="T33" fmla="*/ 130 h 200"/>
                <a:gd name="T34" fmla="*/ 55 w 124"/>
                <a:gd name="T35" fmla="*/ 146 h 200"/>
                <a:gd name="T36" fmla="*/ 57 w 124"/>
                <a:gd name="T37" fmla="*/ 146 h 200"/>
                <a:gd name="T38" fmla="*/ 54 w 124"/>
                <a:gd name="T39" fmla="*/ 157 h 200"/>
                <a:gd name="T40" fmla="*/ 55 w 124"/>
                <a:gd name="T41" fmla="*/ 162 h 200"/>
                <a:gd name="T42" fmla="*/ 41 w 124"/>
                <a:gd name="T43" fmla="*/ 176 h 200"/>
                <a:gd name="T44" fmla="*/ 21 w 124"/>
                <a:gd name="T45" fmla="*/ 185 h 200"/>
                <a:gd name="T46" fmla="*/ 20 w 124"/>
                <a:gd name="T47" fmla="*/ 192 h 200"/>
                <a:gd name="T48" fmla="*/ 24 w 124"/>
                <a:gd name="T49" fmla="*/ 191 h 200"/>
                <a:gd name="T50" fmla="*/ 20 w 124"/>
                <a:gd name="T51" fmla="*/ 200 h 200"/>
                <a:gd name="T52" fmla="*/ 14 w 124"/>
                <a:gd name="T53" fmla="*/ 195 h 200"/>
                <a:gd name="T54" fmla="*/ 12 w 124"/>
                <a:gd name="T55" fmla="*/ 189 h 200"/>
                <a:gd name="T56" fmla="*/ 12 w 124"/>
                <a:gd name="T57" fmla="*/ 167 h 200"/>
                <a:gd name="T58" fmla="*/ 10 w 124"/>
                <a:gd name="T59" fmla="*/ 153 h 200"/>
                <a:gd name="T60" fmla="*/ 21 w 124"/>
                <a:gd name="T61" fmla="*/ 129 h 200"/>
                <a:gd name="T62" fmla="*/ 22 w 124"/>
                <a:gd name="T63" fmla="*/ 120 h 200"/>
                <a:gd name="T64" fmla="*/ 29 w 124"/>
                <a:gd name="T65" fmla="*/ 112 h 200"/>
                <a:gd name="T66" fmla="*/ 26 w 124"/>
                <a:gd name="T67" fmla="*/ 104 h 200"/>
                <a:gd name="T68" fmla="*/ 29 w 124"/>
                <a:gd name="T69" fmla="*/ 96 h 200"/>
                <a:gd name="T70" fmla="*/ 29 w 124"/>
                <a:gd name="T71" fmla="*/ 88 h 200"/>
                <a:gd name="T72" fmla="*/ 29 w 124"/>
                <a:gd name="T73" fmla="*/ 80 h 200"/>
                <a:gd name="T74" fmla="*/ 25 w 124"/>
                <a:gd name="T75" fmla="*/ 72 h 200"/>
                <a:gd name="T76" fmla="*/ 10 w 124"/>
                <a:gd name="T77" fmla="*/ 67 h 200"/>
                <a:gd name="T78" fmla="*/ 1 w 124"/>
                <a:gd name="T79" fmla="*/ 67 h 200"/>
                <a:gd name="T80" fmla="*/ 8 w 124"/>
                <a:gd name="T81" fmla="*/ 54 h 200"/>
                <a:gd name="T82" fmla="*/ 37 w 124"/>
                <a:gd name="T83" fmla="*/ 43 h 200"/>
                <a:gd name="T84" fmla="*/ 41 w 124"/>
                <a:gd name="T85" fmla="*/ 49 h 200"/>
                <a:gd name="T86" fmla="*/ 50 w 124"/>
                <a:gd name="T87" fmla="*/ 49 h 200"/>
                <a:gd name="T88" fmla="*/ 47 w 124"/>
                <a:gd name="T89" fmla="*/ 62 h 200"/>
                <a:gd name="T90" fmla="*/ 50 w 124"/>
                <a:gd name="T91" fmla="*/ 72 h 200"/>
                <a:gd name="T92" fmla="*/ 55 w 124"/>
                <a:gd name="T93" fmla="*/ 80 h 200"/>
                <a:gd name="T94" fmla="*/ 59 w 124"/>
                <a:gd name="T95" fmla="*/ 74 h 200"/>
                <a:gd name="T96" fmla="*/ 64 w 124"/>
                <a:gd name="T97" fmla="*/ 64 h 200"/>
                <a:gd name="T98" fmla="*/ 64 w 124"/>
                <a:gd name="T99" fmla="*/ 57 h 200"/>
                <a:gd name="T100" fmla="*/ 67 w 124"/>
                <a:gd name="T101" fmla="*/ 51 h 200"/>
                <a:gd name="T102" fmla="*/ 57 w 124"/>
                <a:gd name="T103" fmla="*/ 38 h 200"/>
                <a:gd name="T104" fmla="*/ 51 w 124"/>
                <a:gd name="T105" fmla="*/ 12 h 200"/>
                <a:gd name="T106" fmla="*/ 67 w 124"/>
                <a:gd name="T107" fmla="*/ 12 h 200"/>
                <a:gd name="T108" fmla="*/ 72 w 124"/>
                <a:gd name="T109" fmla="*/ 16 h 200"/>
                <a:gd name="T110" fmla="*/ 82 w 124"/>
                <a:gd name="T111" fmla="*/ 12 h 200"/>
                <a:gd name="T112" fmla="*/ 91 w 124"/>
                <a:gd name="T113" fmla="*/ 13 h 200"/>
                <a:gd name="T114" fmla="*/ 96 w 124"/>
                <a:gd name="T115" fmla="*/ 9 h 200"/>
                <a:gd name="T116" fmla="*/ 107 w 124"/>
                <a:gd name="T117" fmla="*/ 9 h 200"/>
                <a:gd name="T118" fmla="*/ 117 w 124"/>
                <a:gd name="T119" fmla="*/ 5 h 200"/>
                <a:gd name="T120" fmla="*/ 124 w 124"/>
                <a:gd name="T12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4" h="200">
                  <a:moveTo>
                    <a:pt x="124" y="0"/>
                  </a:moveTo>
                  <a:lnTo>
                    <a:pt x="124" y="1"/>
                  </a:lnTo>
                  <a:lnTo>
                    <a:pt x="124" y="4"/>
                  </a:lnTo>
                  <a:lnTo>
                    <a:pt x="124" y="5"/>
                  </a:lnTo>
                  <a:lnTo>
                    <a:pt x="124" y="5"/>
                  </a:lnTo>
                  <a:lnTo>
                    <a:pt x="121" y="9"/>
                  </a:lnTo>
                  <a:lnTo>
                    <a:pt x="121" y="10"/>
                  </a:lnTo>
                  <a:lnTo>
                    <a:pt x="121" y="12"/>
                  </a:lnTo>
                  <a:lnTo>
                    <a:pt x="121" y="12"/>
                  </a:lnTo>
                  <a:lnTo>
                    <a:pt x="121" y="13"/>
                  </a:lnTo>
                  <a:lnTo>
                    <a:pt x="121" y="17"/>
                  </a:lnTo>
                  <a:lnTo>
                    <a:pt x="122" y="20"/>
                  </a:lnTo>
                  <a:lnTo>
                    <a:pt x="122" y="21"/>
                  </a:lnTo>
                  <a:lnTo>
                    <a:pt x="122" y="24"/>
                  </a:lnTo>
                  <a:lnTo>
                    <a:pt x="122" y="24"/>
                  </a:lnTo>
                  <a:lnTo>
                    <a:pt x="122" y="28"/>
                  </a:lnTo>
                  <a:lnTo>
                    <a:pt x="121" y="29"/>
                  </a:lnTo>
                  <a:lnTo>
                    <a:pt x="122" y="32"/>
                  </a:lnTo>
                  <a:lnTo>
                    <a:pt x="121" y="37"/>
                  </a:lnTo>
                  <a:lnTo>
                    <a:pt x="121" y="37"/>
                  </a:lnTo>
                  <a:lnTo>
                    <a:pt x="121" y="38"/>
                  </a:lnTo>
                  <a:lnTo>
                    <a:pt x="121" y="43"/>
                  </a:lnTo>
                  <a:lnTo>
                    <a:pt x="120" y="43"/>
                  </a:lnTo>
                  <a:lnTo>
                    <a:pt x="120" y="45"/>
                  </a:lnTo>
                  <a:lnTo>
                    <a:pt x="120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24" y="51"/>
                  </a:lnTo>
                  <a:lnTo>
                    <a:pt x="122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1" y="55"/>
                  </a:lnTo>
                  <a:lnTo>
                    <a:pt x="120" y="55"/>
                  </a:lnTo>
                  <a:lnTo>
                    <a:pt x="118" y="57"/>
                  </a:lnTo>
                  <a:lnTo>
                    <a:pt x="118" y="58"/>
                  </a:lnTo>
                  <a:lnTo>
                    <a:pt x="120" y="57"/>
                  </a:lnTo>
                  <a:lnTo>
                    <a:pt x="121" y="58"/>
                  </a:lnTo>
                  <a:lnTo>
                    <a:pt x="120" y="59"/>
                  </a:lnTo>
                  <a:lnTo>
                    <a:pt x="120" y="62"/>
                  </a:lnTo>
                  <a:lnTo>
                    <a:pt x="118" y="62"/>
                  </a:lnTo>
                  <a:lnTo>
                    <a:pt x="116" y="64"/>
                  </a:lnTo>
                  <a:lnTo>
                    <a:pt x="116" y="66"/>
                  </a:lnTo>
                  <a:lnTo>
                    <a:pt x="113" y="70"/>
                  </a:lnTo>
                  <a:lnTo>
                    <a:pt x="111" y="70"/>
                  </a:lnTo>
                  <a:lnTo>
                    <a:pt x="111" y="72"/>
                  </a:lnTo>
                  <a:lnTo>
                    <a:pt x="103" y="76"/>
                  </a:lnTo>
                  <a:lnTo>
                    <a:pt x="103" y="76"/>
                  </a:lnTo>
                  <a:lnTo>
                    <a:pt x="101" y="78"/>
                  </a:lnTo>
                  <a:lnTo>
                    <a:pt x="93" y="82"/>
                  </a:lnTo>
                  <a:lnTo>
                    <a:pt x="91" y="82"/>
                  </a:lnTo>
                  <a:lnTo>
                    <a:pt x="91" y="83"/>
                  </a:lnTo>
                  <a:lnTo>
                    <a:pt x="87" y="84"/>
                  </a:lnTo>
                  <a:lnTo>
                    <a:pt x="83" y="87"/>
                  </a:lnTo>
                  <a:lnTo>
                    <a:pt x="82" y="87"/>
                  </a:lnTo>
                  <a:lnTo>
                    <a:pt x="82" y="88"/>
                  </a:lnTo>
                  <a:lnTo>
                    <a:pt x="79" y="91"/>
                  </a:lnTo>
                  <a:lnTo>
                    <a:pt x="78" y="92"/>
                  </a:lnTo>
                  <a:lnTo>
                    <a:pt x="76" y="89"/>
                  </a:lnTo>
                  <a:lnTo>
                    <a:pt x="76" y="93"/>
                  </a:lnTo>
                  <a:lnTo>
                    <a:pt x="75" y="93"/>
                  </a:lnTo>
                  <a:lnTo>
                    <a:pt x="74" y="95"/>
                  </a:lnTo>
                  <a:lnTo>
                    <a:pt x="70" y="99"/>
                  </a:lnTo>
                  <a:lnTo>
                    <a:pt x="70" y="99"/>
                  </a:lnTo>
                  <a:lnTo>
                    <a:pt x="68" y="100"/>
                  </a:lnTo>
                  <a:lnTo>
                    <a:pt x="67" y="101"/>
                  </a:lnTo>
                  <a:lnTo>
                    <a:pt x="67" y="103"/>
                  </a:lnTo>
                  <a:lnTo>
                    <a:pt x="64" y="103"/>
                  </a:lnTo>
                  <a:lnTo>
                    <a:pt x="58" y="107"/>
                  </a:lnTo>
                  <a:lnTo>
                    <a:pt x="58" y="109"/>
                  </a:lnTo>
                  <a:lnTo>
                    <a:pt x="57" y="110"/>
                  </a:lnTo>
                  <a:lnTo>
                    <a:pt x="53" y="110"/>
                  </a:lnTo>
                  <a:lnTo>
                    <a:pt x="53" y="112"/>
                  </a:lnTo>
                  <a:lnTo>
                    <a:pt x="50" y="110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0" y="113"/>
                  </a:lnTo>
                  <a:lnTo>
                    <a:pt x="50" y="116"/>
                  </a:lnTo>
                  <a:lnTo>
                    <a:pt x="49" y="117"/>
                  </a:lnTo>
                  <a:lnTo>
                    <a:pt x="49" y="118"/>
                  </a:lnTo>
                  <a:lnTo>
                    <a:pt x="47" y="120"/>
                  </a:lnTo>
                  <a:lnTo>
                    <a:pt x="51" y="125"/>
                  </a:lnTo>
                  <a:lnTo>
                    <a:pt x="51" y="126"/>
                  </a:lnTo>
                  <a:lnTo>
                    <a:pt x="50" y="128"/>
                  </a:lnTo>
                  <a:lnTo>
                    <a:pt x="51" y="128"/>
                  </a:lnTo>
                  <a:lnTo>
                    <a:pt x="53" y="130"/>
                  </a:lnTo>
                  <a:lnTo>
                    <a:pt x="53" y="133"/>
                  </a:lnTo>
                  <a:lnTo>
                    <a:pt x="54" y="135"/>
                  </a:lnTo>
                  <a:lnTo>
                    <a:pt x="53" y="143"/>
                  </a:lnTo>
                  <a:lnTo>
                    <a:pt x="54" y="146"/>
                  </a:lnTo>
                  <a:lnTo>
                    <a:pt x="55" y="146"/>
                  </a:lnTo>
                  <a:lnTo>
                    <a:pt x="55" y="143"/>
                  </a:lnTo>
                  <a:lnTo>
                    <a:pt x="57" y="141"/>
                  </a:lnTo>
                  <a:lnTo>
                    <a:pt x="57" y="143"/>
                  </a:lnTo>
                  <a:lnTo>
                    <a:pt x="57" y="143"/>
                  </a:lnTo>
                  <a:lnTo>
                    <a:pt x="57" y="146"/>
                  </a:lnTo>
                  <a:lnTo>
                    <a:pt x="55" y="147"/>
                  </a:lnTo>
                  <a:lnTo>
                    <a:pt x="55" y="151"/>
                  </a:lnTo>
                  <a:lnTo>
                    <a:pt x="57" y="151"/>
                  </a:lnTo>
                  <a:lnTo>
                    <a:pt x="54" y="155"/>
                  </a:lnTo>
                  <a:lnTo>
                    <a:pt x="54" y="157"/>
                  </a:lnTo>
                  <a:lnTo>
                    <a:pt x="54" y="158"/>
                  </a:lnTo>
                  <a:lnTo>
                    <a:pt x="54" y="160"/>
                  </a:lnTo>
                  <a:lnTo>
                    <a:pt x="53" y="160"/>
                  </a:lnTo>
                  <a:lnTo>
                    <a:pt x="53" y="163"/>
                  </a:lnTo>
                  <a:lnTo>
                    <a:pt x="55" y="162"/>
                  </a:lnTo>
                  <a:lnTo>
                    <a:pt x="55" y="163"/>
                  </a:lnTo>
                  <a:lnTo>
                    <a:pt x="54" y="166"/>
                  </a:lnTo>
                  <a:lnTo>
                    <a:pt x="53" y="168"/>
                  </a:lnTo>
                  <a:lnTo>
                    <a:pt x="49" y="172"/>
                  </a:lnTo>
                  <a:lnTo>
                    <a:pt x="41" y="176"/>
                  </a:lnTo>
                  <a:lnTo>
                    <a:pt x="30" y="179"/>
                  </a:lnTo>
                  <a:lnTo>
                    <a:pt x="26" y="182"/>
                  </a:lnTo>
                  <a:lnTo>
                    <a:pt x="24" y="183"/>
                  </a:lnTo>
                  <a:lnTo>
                    <a:pt x="22" y="184"/>
                  </a:lnTo>
                  <a:lnTo>
                    <a:pt x="21" y="185"/>
                  </a:lnTo>
                  <a:lnTo>
                    <a:pt x="21" y="188"/>
                  </a:lnTo>
                  <a:lnTo>
                    <a:pt x="20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1" y="192"/>
                  </a:lnTo>
                  <a:lnTo>
                    <a:pt x="22" y="193"/>
                  </a:lnTo>
                  <a:lnTo>
                    <a:pt x="22" y="191"/>
                  </a:lnTo>
                  <a:lnTo>
                    <a:pt x="24" y="191"/>
                  </a:lnTo>
                  <a:lnTo>
                    <a:pt x="24" y="192"/>
                  </a:lnTo>
                  <a:lnTo>
                    <a:pt x="24" y="196"/>
                  </a:lnTo>
                  <a:lnTo>
                    <a:pt x="22" y="197"/>
                  </a:lnTo>
                  <a:lnTo>
                    <a:pt x="22" y="199"/>
                  </a:lnTo>
                  <a:lnTo>
                    <a:pt x="20" y="200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7"/>
                  </a:lnTo>
                  <a:lnTo>
                    <a:pt x="14" y="196"/>
                  </a:lnTo>
                  <a:lnTo>
                    <a:pt x="14" y="195"/>
                  </a:lnTo>
                  <a:lnTo>
                    <a:pt x="16" y="193"/>
                  </a:lnTo>
                  <a:lnTo>
                    <a:pt x="14" y="192"/>
                  </a:lnTo>
                  <a:lnTo>
                    <a:pt x="13" y="191"/>
                  </a:lnTo>
                  <a:lnTo>
                    <a:pt x="12" y="189"/>
                  </a:lnTo>
                  <a:lnTo>
                    <a:pt x="12" y="189"/>
                  </a:lnTo>
                  <a:lnTo>
                    <a:pt x="12" y="185"/>
                  </a:lnTo>
                  <a:lnTo>
                    <a:pt x="12" y="182"/>
                  </a:lnTo>
                  <a:lnTo>
                    <a:pt x="13" y="179"/>
                  </a:lnTo>
                  <a:lnTo>
                    <a:pt x="13" y="170"/>
                  </a:lnTo>
                  <a:lnTo>
                    <a:pt x="12" y="167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55"/>
                  </a:lnTo>
                  <a:lnTo>
                    <a:pt x="10" y="153"/>
                  </a:lnTo>
                  <a:lnTo>
                    <a:pt x="9" y="150"/>
                  </a:lnTo>
                  <a:lnTo>
                    <a:pt x="9" y="146"/>
                  </a:lnTo>
                  <a:lnTo>
                    <a:pt x="8" y="146"/>
                  </a:lnTo>
                  <a:lnTo>
                    <a:pt x="21" y="133"/>
                  </a:lnTo>
                  <a:lnTo>
                    <a:pt x="21" y="129"/>
                  </a:lnTo>
                  <a:lnTo>
                    <a:pt x="22" y="128"/>
                  </a:lnTo>
                  <a:lnTo>
                    <a:pt x="22" y="124"/>
                  </a:lnTo>
                  <a:lnTo>
                    <a:pt x="24" y="122"/>
                  </a:lnTo>
                  <a:lnTo>
                    <a:pt x="22" y="121"/>
                  </a:lnTo>
                  <a:lnTo>
                    <a:pt x="22" y="120"/>
                  </a:lnTo>
                  <a:lnTo>
                    <a:pt x="25" y="118"/>
                  </a:lnTo>
                  <a:lnTo>
                    <a:pt x="25" y="117"/>
                  </a:lnTo>
                  <a:lnTo>
                    <a:pt x="28" y="116"/>
                  </a:lnTo>
                  <a:lnTo>
                    <a:pt x="29" y="113"/>
                  </a:lnTo>
                  <a:lnTo>
                    <a:pt x="29" y="112"/>
                  </a:lnTo>
                  <a:lnTo>
                    <a:pt x="28" y="110"/>
                  </a:lnTo>
                  <a:lnTo>
                    <a:pt x="28" y="109"/>
                  </a:lnTo>
                  <a:lnTo>
                    <a:pt x="29" y="108"/>
                  </a:lnTo>
                  <a:lnTo>
                    <a:pt x="28" y="105"/>
                  </a:lnTo>
                  <a:lnTo>
                    <a:pt x="26" y="104"/>
                  </a:lnTo>
                  <a:lnTo>
                    <a:pt x="26" y="103"/>
                  </a:lnTo>
                  <a:lnTo>
                    <a:pt x="28" y="103"/>
                  </a:lnTo>
                  <a:lnTo>
                    <a:pt x="28" y="100"/>
                  </a:lnTo>
                  <a:lnTo>
                    <a:pt x="28" y="97"/>
                  </a:lnTo>
                  <a:lnTo>
                    <a:pt x="29" y="96"/>
                  </a:lnTo>
                  <a:lnTo>
                    <a:pt x="30" y="95"/>
                  </a:lnTo>
                  <a:lnTo>
                    <a:pt x="28" y="95"/>
                  </a:lnTo>
                  <a:lnTo>
                    <a:pt x="28" y="93"/>
                  </a:lnTo>
                  <a:lnTo>
                    <a:pt x="29" y="92"/>
                  </a:lnTo>
                  <a:lnTo>
                    <a:pt x="29" y="88"/>
                  </a:lnTo>
                  <a:lnTo>
                    <a:pt x="30" y="87"/>
                  </a:lnTo>
                  <a:lnTo>
                    <a:pt x="30" y="85"/>
                  </a:lnTo>
                  <a:lnTo>
                    <a:pt x="29" y="84"/>
                  </a:lnTo>
                  <a:lnTo>
                    <a:pt x="30" y="82"/>
                  </a:lnTo>
                  <a:lnTo>
                    <a:pt x="29" y="80"/>
                  </a:lnTo>
                  <a:lnTo>
                    <a:pt x="30" y="79"/>
                  </a:lnTo>
                  <a:lnTo>
                    <a:pt x="30" y="76"/>
                  </a:lnTo>
                  <a:lnTo>
                    <a:pt x="28" y="76"/>
                  </a:lnTo>
                  <a:lnTo>
                    <a:pt x="26" y="75"/>
                  </a:lnTo>
                  <a:lnTo>
                    <a:pt x="25" y="72"/>
                  </a:lnTo>
                  <a:lnTo>
                    <a:pt x="21" y="72"/>
                  </a:lnTo>
                  <a:lnTo>
                    <a:pt x="18" y="72"/>
                  </a:lnTo>
                  <a:lnTo>
                    <a:pt x="17" y="70"/>
                  </a:lnTo>
                  <a:lnTo>
                    <a:pt x="13" y="67"/>
                  </a:lnTo>
                  <a:lnTo>
                    <a:pt x="10" y="67"/>
                  </a:lnTo>
                  <a:lnTo>
                    <a:pt x="9" y="68"/>
                  </a:lnTo>
                  <a:lnTo>
                    <a:pt x="8" y="68"/>
                  </a:lnTo>
                  <a:lnTo>
                    <a:pt x="8" y="67"/>
                  </a:lnTo>
                  <a:lnTo>
                    <a:pt x="5" y="67"/>
                  </a:lnTo>
                  <a:lnTo>
                    <a:pt x="1" y="67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1" y="55"/>
                  </a:lnTo>
                  <a:lnTo>
                    <a:pt x="5" y="54"/>
                  </a:lnTo>
                  <a:lnTo>
                    <a:pt x="8" y="54"/>
                  </a:lnTo>
                  <a:lnTo>
                    <a:pt x="20" y="49"/>
                  </a:lnTo>
                  <a:lnTo>
                    <a:pt x="22" y="47"/>
                  </a:lnTo>
                  <a:lnTo>
                    <a:pt x="29" y="45"/>
                  </a:lnTo>
                  <a:lnTo>
                    <a:pt x="33" y="43"/>
                  </a:lnTo>
                  <a:lnTo>
                    <a:pt x="37" y="43"/>
                  </a:lnTo>
                  <a:lnTo>
                    <a:pt x="37" y="45"/>
                  </a:lnTo>
                  <a:lnTo>
                    <a:pt x="37" y="46"/>
                  </a:lnTo>
                  <a:lnTo>
                    <a:pt x="38" y="46"/>
                  </a:lnTo>
                  <a:lnTo>
                    <a:pt x="38" y="49"/>
                  </a:lnTo>
                  <a:lnTo>
                    <a:pt x="41" y="49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43" y="47"/>
                  </a:lnTo>
                  <a:lnTo>
                    <a:pt x="46" y="47"/>
                  </a:lnTo>
                  <a:lnTo>
                    <a:pt x="50" y="49"/>
                  </a:lnTo>
                  <a:lnTo>
                    <a:pt x="51" y="50"/>
                  </a:lnTo>
                  <a:lnTo>
                    <a:pt x="51" y="54"/>
                  </a:lnTo>
                  <a:lnTo>
                    <a:pt x="50" y="57"/>
                  </a:lnTo>
                  <a:lnTo>
                    <a:pt x="47" y="59"/>
                  </a:lnTo>
                  <a:lnTo>
                    <a:pt x="47" y="62"/>
                  </a:lnTo>
                  <a:lnTo>
                    <a:pt x="46" y="63"/>
                  </a:lnTo>
                  <a:lnTo>
                    <a:pt x="46" y="66"/>
                  </a:lnTo>
                  <a:lnTo>
                    <a:pt x="47" y="68"/>
                  </a:lnTo>
                  <a:lnTo>
                    <a:pt x="47" y="70"/>
                  </a:lnTo>
                  <a:lnTo>
                    <a:pt x="50" y="72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4" y="76"/>
                  </a:lnTo>
                  <a:lnTo>
                    <a:pt x="55" y="79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8" y="82"/>
                  </a:lnTo>
                  <a:lnTo>
                    <a:pt x="58" y="79"/>
                  </a:lnTo>
                  <a:lnTo>
                    <a:pt x="58" y="76"/>
                  </a:lnTo>
                  <a:lnTo>
                    <a:pt x="59" y="74"/>
                  </a:lnTo>
                  <a:lnTo>
                    <a:pt x="59" y="72"/>
                  </a:lnTo>
                  <a:lnTo>
                    <a:pt x="61" y="68"/>
                  </a:lnTo>
                  <a:lnTo>
                    <a:pt x="63" y="68"/>
                  </a:lnTo>
                  <a:lnTo>
                    <a:pt x="64" y="67"/>
                  </a:lnTo>
                  <a:lnTo>
                    <a:pt x="64" y="64"/>
                  </a:lnTo>
                  <a:lnTo>
                    <a:pt x="66" y="60"/>
                  </a:lnTo>
                  <a:lnTo>
                    <a:pt x="64" y="59"/>
                  </a:lnTo>
                  <a:lnTo>
                    <a:pt x="64" y="58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7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7" y="53"/>
                  </a:lnTo>
                  <a:lnTo>
                    <a:pt x="67" y="51"/>
                  </a:lnTo>
                  <a:lnTo>
                    <a:pt x="66" y="49"/>
                  </a:lnTo>
                  <a:lnTo>
                    <a:pt x="63" y="45"/>
                  </a:lnTo>
                  <a:lnTo>
                    <a:pt x="62" y="43"/>
                  </a:lnTo>
                  <a:lnTo>
                    <a:pt x="58" y="39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4" y="35"/>
                  </a:lnTo>
                  <a:lnTo>
                    <a:pt x="50" y="34"/>
                  </a:lnTo>
                  <a:lnTo>
                    <a:pt x="49" y="24"/>
                  </a:lnTo>
                  <a:lnTo>
                    <a:pt x="51" y="12"/>
                  </a:lnTo>
                  <a:lnTo>
                    <a:pt x="63" y="12"/>
                  </a:lnTo>
                  <a:lnTo>
                    <a:pt x="64" y="12"/>
                  </a:lnTo>
                  <a:lnTo>
                    <a:pt x="66" y="10"/>
                  </a:lnTo>
                  <a:lnTo>
                    <a:pt x="67" y="10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70" y="13"/>
                  </a:lnTo>
                  <a:lnTo>
                    <a:pt x="71" y="13"/>
                  </a:lnTo>
                  <a:lnTo>
                    <a:pt x="72" y="14"/>
                  </a:lnTo>
                  <a:lnTo>
                    <a:pt x="72" y="16"/>
                  </a:lnTo>
                  <a:lnTo>
                    <a:pt x="76" y="14"/>
                  </a:lnTo>
                  <a:lnTo>
                    <a:pt x="79" y="13"/>
                  </a:lnTo>
                  <a:lnTo>
                    <a:pt x="80" y="12"/>
                  </a:lnTo>
                  <a:lnTo>
                    <a:pt x="80" y="12"/>
                  </a:lnTo>
                  <a:lnTo>
                    <a:pt x="82" y="12"/>
                  </a:lnTo>
                  <a:lnTo>
                    <a:pt x="83" y="13"/>
                  </a:lnTo>
                  <a:lnTo>
                    <a:pt x="84" y="13"/>
                  </a:lnTo>
                  <a:lnTo>
                    <a:pt x="86" y="14"/>
                  </a:lnTo>
                  <a:lnTo>
                    <a:pt x="88" y="13"/>
                  </a:lnTo>
                  <a:lnTo>
                    <a:pt x="91" y="13"/>
                  </a:lnTo>
                  <a:lnTo>
                    <a:pt x="92" y="10"/>
                  </a:lnTo>
                  <a:lnTo>
                    <a:pt x="91" y="9"/>
                  </a:lnTo>
                  <a:lnTo>
                    <a:pt x="92" y="9"/>
                  </a:lnTo>
                  <a:lnTo>
                    <a:pt x="95" y="9"/>
                  </a:lnTo>
                  <a:lnTo>
                    <a:pt x="96" y="9"/>
                  </a:lnTo>
                  <a:lnTo>
                    <a:pt x="97" y="10"/>
                  </a:lnTo>
                  <a:lnTo>
                    <a:pt x="100" y="10"/>
                  </a:lnTo>
                  <a:lnTo>
                    <a:pt x="101" y="9"/>
                  </a:lnTo>
                  <a:lnTo>
                    <a:pt x="105" y="8"/>
                  </a:lnTo>
                  <a:lnTo>
                    <a:pt x="107" y="9"/>
                  </a:lnTo>
                  <a:lnTo>
                    <a:pt x="109" y="8"/>
                  </a:lnTo>
                  <a:lnTo>
                    <a:pt x="109" y="7"/>
                  </a:lnTo>
                  <a:lnTo>
                    <a:pt x="112" y="7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20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8" name="Freeform 490"/>
            <p:cNvSpPr>
              <a:spLocks/>
            </p:cNvSpPr>
            <p:nvPr/>
          </p:nvSpPr>
          <p:spPr bwMode="auto">
            <a:xfrm>
              <a:off x="6676315" y="5142177"/>
              <a:ext cx="43142" cy="48218"/>
            </a:xfrm>
            <a:custGeom>
              <a:avLst/>
              <a:gdLst>
                <a:gd name="T0" fmla="*/ 6 w 17"/>
                <a:gd name="T1" fmla="*/ 0 h 19"/>
                <a:gd name="T2" fmla="*/ 9 w 17"/>
                <a:gd name="T3" fmla="*/ 2 h 19"/>
                <a:gd name="T4" fmla="*/ 10 w 17"/>
                <a:gd name="T5" fmla="*/ 3 h 19"/>
                <a:gd name="T6" fmla="*/ 13 w 17"/>
                <a:gd name="T7" fmla="*/ 4 h 19"/>
                <a:gd name="T8" fmla="*/ 13 w 17"/>
                <a:gd name="T9" fmla="*/ 4 h 19"/>
                <a:gd name="T10" fmla="*/ 13 w 17"/>
                <a:gd name="T11" fmla="*/ 4 h 19"/>
                <a:gd name="T12" fmla="*/ 14 w 17"/>
                <a:gd name="T13" fmla="*/ 6 h 19"/>
                <a:gd name="T14" fmla="*/ 15 w 17"/>
                <a:gd name="T15" fmla="*/ 7 h 19"/>
                <a:gd name="T16" fmla="*/ 17 w 17"/>
                <a:gd name="T17" fmla="*/ 8 h 19"/>
                <a:gd name="T18" fmla="*/ 15 w 17"/>
                <a:gd name="T19" fmla="*/ 10 h 19"/>
                <a:gd name="T20" fmla="*/ 15 w 17"/>
                <a:gd name="T21" fmla="*/ 11 h 19"/>
                <a:gd name="T22" fmla="*/ 15 w 17"/>
                <a:gd name="T23" fmla="*/ 12 h 19"/>
                <a:gd name="T24" fmla="*/ 15 w 17"/>
                <a:gd name="T25" fmla="*/ 14 h 19"/>
                <a:gd name="T26" fmla="*/ 14 w 17"/>
                <a:gd name="T27" fmla="*/ 14 h 19"/>
                <a:gd name="T28" fmla="*/ 13 w 17"/>
                <a:gd name="T29" fmla="*/ 15 h 19"/>
                <a:gd name="T30" fmla="*/ 14 w 17"/>
                <a:gd name="T31" fmla="*/ 16 h 19"/>
                <a:gd name="T32" fmla="*/ 13 w 17"/>
                <a:gd name="T33" fmla="*/ 19 h 19"/>
                <a:gd name="T34" fmla="*/ 11 w 17"/>
                <a:gd name="T35" fmla="*/ 19 h 19"/>
                <a:gd name="T36" fmla="*/ 6 w 17"/>
                <a:gd name="T37" fmla="*/ 19 h 19"/>
                <a:gd name="T38" fmla="*/ 2 w 17"/>
                <a:gd name="T39" fmla="*/ 16 h 19"/>
                <a:gd name="T40" fmla="*/ 1 w 17"/>
                <a:gd name="T41" fmla="*/ 15 h 19"/>
                <a:gd name="T42" fmla="*/ 0 w 17"/>
                <a:gd name="T43" fmla="*/ 14 h 19"/>
                <a:gd name="T44" fmla="*/ 0 w 17"/>
                <a:gd name="T45" fmla="*/ 12 h 19"/>
                <a:gd name="T46" fmla="*/ 1 w 17"/>
                <a:gd name="T47" fmla="*/ 8 h 19"/>
                <a:gd name="T48" fmla="*/ 4 w 17"/>
                <a:gd name="T49" fmla="*/ 3 h 19"/>
                <a:gd name="T50" fmla="*/ 4 w 17"/>
                <a:gd name="T51" fmla="*/ 2 h 19"/>
                <a:gd name="T52" fmla="*/ 6 w 17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" h="19">
                  <a:moveTo>
                    <a:pt x="6" y="0"/>
                  </a:moveTo>
                  <a:lnTo>
                    <a:pt x="9" y="2"/>
                  </a:lnTo>
                  <a:lnTo>
                    <a:pt x="10" y="3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5" y="7"/>
                  </a:lnTo>
                  <a:lnTo>
                    <a:pt x="17" y="8"/>
                  </a:lnTo>
                  <a:lnTo>
                    <a:pt x="15" y="10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3" y="15"/>
                  </a:lnTo>
                  <a:lnTo>
                    <a:pt x="14" y="16"/>
                  </a:lnTo>
                  <a:lnTo>
                    <a:pt x="13" y="19"/>
                  </a:lnTo>
                  <a:lnTo>
                    <a:pt x="11" y="19"/>
                  </a:lnTo>
                  <a:lnTo>
                    <a:pt x="6" y="19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3"/>
                  </a:lnTo>
                  <a:lnTo>
                    <a:pt x="4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9" name="Freeform 491"/>
            <p:cNvSpPr>
              <a:spLocks noEditPoints="1"/>
            </p:cNvSpPr>
            <p:nvPr/>
          </p:nvSpPr>
          <p:spPr bwMode="auto">
            <a:xfrm>
              <a:off x="6247435" y="5030516"/>
              <a:ext cx="487247" cy="413653"/>
            </a:xfrm>
            <a:custGeom>
              <a:avLst/>
              <a:gdLst>
                <a:gd name="T0" fmla="*/ 130 w 192"/>
                <a:gd name="T1" fmla="*/ 87 h 163"/>
                <a:gd name="T2" fmla="*/ 123 w 192"/>
                <a:gd name="T3" fmla="*/ 97 h 163"/>
                <a:gd name="T4" fmla="*/ 128 w 192"/>
                <a:gd name="T5" fmla="*/ 105 h 163"/>
                <a:gd name="T6" fmla="*/ 136 w 192"/>
                <a:gd name="T7" fmla="*/ 106 h 163"/>
                <a:gd name="T8" fmla="*/ 144 w 192"/>
                <a:gd name="T9" fmla="*/ 101 h 163"/>
                <a:gd name="T10" fmla="*/ 148 w 192"/>
                <a:gd name="T11" fmla="*/ 94 h 163"/>
                <a:gd name="T12" fmla="*/ 144 w 192"/>
                <a:gd name="T13" fmla="*/ 84 h 163"/>
                <a:gd name="T14" fmla="*/ 158 w 192"/>
                <a:gd name="T15" fmla="*/ 0 h 163"/>
                <a:gd name="T16" fmla="*/ 167 w 192"/>
                <a:gd name="T17" fmla="*/ 4 h 163"/>
                <a:gd name="T18" fmla="*/ 179 w 192"/>
                <a:gd name="T19" fmla="*/ 9 h 163"/>
                <a:gd name="T20" fmla="*/ 182 w 192"/>
                <a:gd name="T21" fmla="*/ 23 h 163"/>
                <a:gd name="T22" fmla="*/ 182 w 192"/>
                <a:gd name="T23" fmla="*/ 44 h 163"/>
                <a:gd name="T24" fmla="*/ 173 w 192"/>
                <a:gd name="T25" fmla="*/ 46 h 163"/>
                <a:gd name="T26" fmla="*/ 170 w 192"/>
                <a:gd name="T27" fmla="*/ 59 h 163"/>
                <a:gd name="T28" fmla="*/ 183 w 192"/>
                <a:gd name="T29" fmla="*/ 60 h 163"/>
                <a:gd name="T30" fmla="*/ 192 w 192"/>
                <a:gd name="T31" fmla="*/ 58 h 163"/>
                <a:gd name="T32" fmla="*/ 190 w 192"/>
                <a:gd name="T33" fmla="*/ 69 h 163"/>
                <a:gd name="T34" fmla="*/ 180 w 192"/>
                <a:gd name="T35" fmla="*/ 85 h 163"/>
                <a:gd name="T36" fmla="*/ 173 w 192"/>
                <a:gd name="T37" fmla="*/ 91 h 163"/>
                <a:gd name="T38" fmla="*/ 166 w 192"/>
                <a:gd name="T39" fmla="*/ 100 h 163"/>
                <a:gd name="T40" fmla="*/ 153 w 192"/>
                <a:gd name="T41" fmla="*/ 119 h 163"/>
                <a:gd name="T42" fmla="*/ 134 w 192"/>
                <a:gd name="T43" fmla="*/ 135 h 163"/>
                <a:gd name="T44" fmla="*/ 120 w 192"/>
                <a:gd name="T45" fmla="*/ 146 h 163"/>
                <a:gd name="T46" fmla="*/ 109 w 192"/>
                <a:gd name="T47" fmla="*/ 148 h 163"/>
                <a:gd name="T48" fmla="*/ 103 w 192"/>
                <a:gd name="T49" fmla="*/ 154 h 163"/>
                <a:gd name="T50" fmla="*/ 94 w 192"/>
                <a:gd name="T51" fmla="*/ 156 h 163"/>
                <a:gd name="T52" fmla="*/ 76 w 192"/>
                <a:gd name="T53" fmla="*/ 154 h 163"/>
                <a:gd name="T54" fmla="*/ 63 w 192"/>
                <a:gd name="T55" fmla="*/ 155 h 163"/>
                <a:gd name="T56" fmla="*/ 58 w 192"/>
                <a:gd name="T57" fmla="*/ 158 h 163"/>
                <a:gd name="T58" fmla="*/ 46 w 192"/>
                <a:gd name="T59" fmla="*/ 159 h 163"/>
                <a:gd name="T60" fmla="*/ 37 w 192"/>
                <a:gd name="T61" fmla="*/ 163 h 163"/>
                <a:gd name="T62" fmla="*/ 26 w 192"/>
                <a:gd name="T63" fmla="*/ 158 h 163"/>
                <a:gd name="T64" fmla="*/ 21 w 192"/>
                <a:gd name="T65" fmla="*/ 154 h 163"/>
                <a:gd name="T66" fmla="*/ 19 w 192"/>
                <a:gd name="T67" fmla="*/ 152 h 163"/>
                <a:gd name="T68" fmla="*/ 13 w 192"/>
                <a:gd name="T69" fmla="*/ 138 h 163"/>
                <a:gd name="T70" fmla="*/ 19 w 192"/>
                <a:gd name="T71" fmla="*/ 134 h 163"/>
                <a:gd name="T72" fmla="*/ 15 w 192"/>
                <a:gd name="T73" fmla="*/ 116 h 163"/>
                <a:gd name="T74" fmla="*/ 4 w 192"/>
                <a:gd name="T75" fmla="*/ 88 h 163"/>
                <a:gd name="T76" fmla="*/ 4 w 192"/>
                <a:gd name="T77" fmla="*/ 80 h 163"/>
                <a:gd name="T78" fmla="*/ 9 w 192"/>
                <a:gd name="T79" fmla="*/ 76 h 163"/>
                <a:gd name="T80" fmla="*/ 19 w 192"/>
                <a:gd name="T81" fmla="*/ 85 h 163"/>
                <a:gd name="T82" fmla="*/ 26 w 192"/>
                <a:gd name="T83" fmla="*/ 84 h 163"/>
                <a:gd name="T84" fmla="*/ 32 w 192"/>
                <a:gd name="T85" fmla="*/ 83 h 163"/>
                <a:gd name="T86" fmla="*/ 42 w 192"/>
                <a:gd name="T87" fmla="*/ 79 h 163"/>
                <a:gd name="T88" fmla="*/ 51 w 192"/>
                <a:gd name="T89" fmla="*/ 51 h 163"/>
                <a:gd name="T90" fmla="*/ 58 w 192"/>
                <a:gd name="T91" fmla="*/ 56 h 163"/>
                <a:gd name="T92" fmla="*/ 69 w 192"/>
                <a:gd name="T93" fmla="*/ 52 h 163"/>
                <a:gd name="T94" fmla="*/ 83 w 192"/>
                <a:gd name="T95" fmla="*/ 41 h 163"/>
                <a:gd name="T96" fmla="*/ 95 w 192"/>
                <a:gd name="T97" fmla="*/ 44 h 163"/>
                <a:gd name="T98" fmla="*/ 105 w 192"/>
                <a:gd name="T99" fmla="*/ 46 h 163"/>
                <a:gd name="T100" fmla="*/ 109 w 192"/>
                <a:gd name="T101" fmla="*/ 41 h 163"/>
                <a:gd name="T102" fmla="*/ 116 w 192"/>
                <a:gd name="T103" fmla="*/ 33 h 163"/>
                <a:gd name="T104" fmla="*/ 121 w 192"/>
                <a:gd name="T105" fmla="*/ 27 h 163"/>
                <a:gd name="T106" fmla="*/ 124 w 192"/>
                <a:gd name="T107" fmla="*/ 23 h 163"/>
                <a:gd name="T108" fmla="*/ 132 w 192"/>
                <a:gd name="T109" fmla="*/ 14 h 163"/>
                <a:gd name="T110" fmla="*/ 138 w 192"/>
                <a:gd name="T111" fmla="*/ 8 h 163"/>
                <a:gd name="T112" fmla="*/ 146 w 192"/>
                <a:gd name="T113" fmla="*/ 6 h 163"/>
                <a:gd name="T114" fmla="*/ 152 w 192"/>
                <a:gd name="T115" fmla="*/ 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2" h="163">
                  <a:moveTo>
                    <a:pt x="138" y="83"/>
                  </a:moveTo>
                  <a:lnTo>
                    <a:pt x="137" y="84"/>
                  </a:lnTo>
                  <a:lnTo>
                    <a:pt x="136" y="84"/>
                  </a:lnTo>
                  <a:lnTo>
                    <a:pt x="134" y="85"/>
                  </a:lnTo>
                  <a:lnTo>
                    <a:pt x="130" y="87"/>
                  </a:lnTo>
                  <a:lnTo>
                    <a:pt x="128" y="88"/>
                  </a:lnTo>
                  <a:lnTo>
                    <a:pt x="127" y="92"/>
                  </a:lnTo>
                  <a:lnTo>
                    <a:pt x="124" y="94"/>
                  </a:lnTo>
                  <a:lnTo>
                    <a:pt x="123" y="94"/>
                  </a:lnTo>
                  <a:lnTo>
                    <a:pt x="123" y="97"/>
                  </a:lnTo>
                  <a:lnTo>
                    <a:pt x="125" y="98"/>
                  </a:lnTo>
                  <a:lnTo>
                    <a:pt x="125" y="100"/>
                  </a:lnTo>
                  <a:lnTo>
                    <a:pt x="127" y="101"/>
                  </a:lnTo>
                  <a:lnTo>
                    <a:pt x="127" y="104"/>
                  </a:lnTo>
                  <a:lnTo>
                    <a:pt x="128" y="105"/>
                  </a:lnTo>
                  <a:lnTo>
                    <a:pt x="129" y="108"/>
                  </a:lnTo>
                  <a:lnTo>
                    <a:pt x="132" y="108"/>
                  </a:lnTo>
                  <a:lnTo>
                    <a:pt x="134" y="108"/>
                  </a:lnTo>
                  <a:lnTo>
                    <a:pt x="134" y="106"/>
                  </a:lnTo>
                  <a:lnTo>
                    <a:pt x="136" y="106"/>
                  </a:lnTo>
                  <a:lnTo>
                    <a:pt x="137" y="102"/>
                  </a:lnTo>
                  <a:lnTo>
                    <a:pt x="138" y="102"/>
                  </a:lnTo>
                  <a:lnTo>
                    <a:pt x="141" y="101"/>
                  </a:lnTo>
                  <a:lnTo>
                    <a:pt x="142" y="101"/>
                  </a:lnTo>
                  <a:lnTo>
                    <a:pt x="144" y="101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5" y="97"/>
                  </a:lnTo>
                  <a:lnTo>
                    <a:pt x="145" y="96"/>
                  </a:lnTo>
                  <a:lnTo>
                    <a:pt x="148" y="94"/>
                  </a:lnTo>
                  <a:lnTo>
                    <a:pt x="150" y="93"/>
                  </a:lnTo>
                  <a:lnTo>
                    <a:pt x="149" y="91"/>
                  </a:lnTo>
                  <a:lnTo>
                    <a:pt x="148" y="85"/>
                  </a:lnTo>
                  <a:lnTo>
                    <a:pt x="145" y="84"/>
                  </a:lnTo>
                  <a:lnTo>
                    <a:pt x="144" y="84"/>
                  </a:lnTo>
                  <a:lnTo>
                    <a:pt x="141" y="83"/>
                  </a:lnTo>
                  <a:lnTo>
                    <a:pt x="141" y="83"/>
                  </a:lnTo>
                  <a:lnTo>
                    <a:pt x="140" y="83"/>
                  </a:lnTo>
                  <a:lnTo>
                    <a:pt x="138" y="83"/>
                  </a:lnTo>
                  <a:close/>
                  <a:moveTo>
                    <a:pt x="158" y="0"/>
                  </a:moveTo>
                  <a:lnTo>
                    <a:pt x="162" y="1"/>
                  </a:lnTo>
                  <a:lnTo>
                    <a:pt x="162" y="2"/>
                  </a:lnTo>
                  <a:lnTo>
                    <a:pt x="165" y="2"/>
                  </a:lnTo>
                  <a:lnTo>
                    <a:pt x="166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73" y="2"/>
                  </a:lnTo>
                  <a:lnTo>
                    <a:pt x="177" y="4"/>
                  </a:lnTo>
                  <a:lnTo>
                    <a:pt x="179" y="5"/>
                  </a:lnTo>
                  <a:lnTo>
                    <a:pt x="179" y="9"/>
                  </a:lnTo>
                  <a:lnTo>
                    <a:pt x="180" y="12"/>
                  </a:lnTo>
                  <a:lnTo>
                    <a:pt x="182" y="14"/>
                  </a:lnTo>
                  <a:lnTo>
                    <a:pt x="182" y="21"/>
                  </a:lnTo>
                  <a:lnTo>
                    <a:pt x="182" y="21"/>
                  </a:lnTo>
                  <a:lnTo>
                    <a:pt x="182" y="23"/>
                  </a:lnTo>
                  <a:lnTo>
                    <a:pt x="182" y="26"/>
                  </a:lnTo>
                  <a:lnTo>
                    <a:pt x="183" y="29"/>
                  </a:lnTo>
                  <a:lnTo>
                    <a:pt x="183" y="38"/>
                  </a:lnTo>
                  <a:lnTo>
                    <a:pt x="182" y="41"/>
                  </a:lnTo>
                  <a:lnTo>
                    <a:pt x="182" y="44"/>
                  </a:lnTo>
                  <a:lnTo>
                    <a:pt x="182" y="48"/>
                  </a:lnTo>
                  <a:lnTo>
                    <a:pt x="179" y="47"/>
                  </a:lnTo>
                  <a:lnTo>
                    <a:pt x="178" y="46"/>
                  </a:lnTo>
                  <a:lnTo>
                    <a:pt x="175" y="44"/>
                  </a:lnTo>
                  <a:lnTo>
                    <a:pt x="173" y="46"/>
                  </a:lnTo>
                  <a:lnTo>
                    <a:pt x="173" y="47"/>
                  </a:lnTo>
                  <a:lnTo>
                    <a:pt x="170" y="52"/>
                  </a:lnTo>
                  <a:lnTo>
                    <a:pt x="169" y="56"/>
                  </a:lnTo>
                  <a:lnTo>
                    <a:pt x="169" y="58"/>
                  </a:lnTo>
                  <a:lnTo>
                    <a:pt x="170" y="59"/>
                  </a:lnTo>
                  <a:lnTo>
                    <a:pt x="171" y="60"/>
                  </a:lnTo>
                  <a:lnTo>
                    <a:pt x="175" y="63"/>
                  </a:lnTo>
                  <a:lnTo>
                    <a:pt x="180" y="63"/>
                  </a:lnTo>
                  <a:lnTo>
                    <a:pt x="182" y="63"/>
                  </a:lnTo>
                  <a:lnTo>
                    <a:pt x="183" y="60"/>
                  </a:lnTo>
                  <a:lnTo>
                    <a:pt x="182" y="59"/>
                  </a:lnTo>
                  <a:lnTo>
                    <a:pt x="183" y="58"/>
                  </a:lnTo>
                  <a:lnTo>
                    <a:pt x="186" y="58"/>
                  </a:lnTo>
                  <a:lnTo>
                    <a:pt x="190" y="59"/>
                  </a:lnTo>
                  <a:lnTo>
                    <a:pt x="192" y="58"/>
                  </a:lnTo>
                  <a:lnTo>
                    <a:pt x="192" y="59"/>
                  </a:lnTo>
                  <a:lnTo>
                    <a:pt x="191" y="60"/>
                  </a:lnTo>
                  <a:lnTo>
                    <a:pt x="191" y="62"/>
                  </a:lnTo>
                  <a:lnTo>
                    <a:pt x="190" y="66"/>
                  </a:lnTo>
                  <a:lnTo>
                    <a:pt x="190" y="69"/>
                  </a:lnTo>
                  <a:lnTo>
                    <a:pt x="188" y="72"/>
                  </a:lnTo>
                  <a:lnTo>
                    <a:pt x="187" y="77"/>
                  </a:lnTo>
                  <a:lnTo>
                    <a:pt x="184" y="79"/>
                  </a:lnTo>
                  <a:lnTo>
                    <a:pt x="184" y="81"/>
                  </a:lnTo>
                  <a:lnTo>
                    <a:pt x="180" y="85"/>
                  </a:lnTo>
                  <a:lnTo>
                    <a:pt x="180" y="85"/>
                  </a:lnTo>
                  <a:lnTo>
                    <a:pt x="179" y="87"/>
                  </a:lnTo>
                  <a:lnTo>
                    <a:pt x="177" y="87"/>
                  </a:lnTo>
                  <a:lnTo>
                    <a:pt x="175" y="89"/>
                  </a:lnTo>
                  <a:lnTo>
                    <a:pt x="173" y="91"/>
                  </a:lnTo>
                  <a:lnTo>
                    <a:pt x="171" y="93"/>
                  </a:lnTo>
                  <a:lnTo>
                    <a:pt x="169" y="96"/>
                  </a:lnTo>
                  <a:lnTo>
                    <a:pt x="169" y="97"/>
                  </a:lnTo>
                  <a:lnTo>
                    <a:pt x="167" y="100"/>
                  </a:lnTo>
                  <a:lnTo>
                    <a:pt x="166" y="100"/>
                  </a:lnTo>
                  <a:lnTo>
                    <a:pt x="163" y="104"/>
                  </a:lnTo>
                  <a:lnTo>
                    <a:pt x="159" y="112"/>
                  </a:lnTo>
                  <a:lnTo>
                    <a:pt x="155" y="116"/>
                  </a:lnTo>
                  <a:lnTo>
                    <a:pt x="154" y="118"/>
                  </a:lnTo>
                  <a:lnTo>
                    <a:pt x="153" y="119"/>
                  </a:lnTo>
                  <a:lnTo>
                    <a:pt x="150" y="122"/>
                  </a:lnTo>
                  <a:lnTo>
                    <a:pt x="149" y="122"/>
                  </a:lnTo>
                  <a:lnTo>
                    <a:pt x="149" y="122"/>
                  </a:lnTo>
                  <a:lnTo>
                    <a:pt x="136" y="135"/>
                  </a:lnTo>
                  <a:lnTo>
                    <a:pt x="134" y="135"/>
                  </a:lnTo>
                  <a:lnTo>
                    <a:pt x="134" y="135"/>
                  </a:lnTo>
                  <a:lnTo>
                    <a:pt x="133" y="138"/>
                  </a:lnTo>
                  <a:lnTo>
                    <a:pt x="124" y="143"/>
                  </a:lnTo>
                  <a:lnTo>
                    <a:pt x="123" y="146"/>
                  </a:lnTo>
                  <a:lnTo>
                    <a:pt x="120" y="146"/>
                  </a:lnTo>
                  <a:lnTo>
                    <a:pt x="120" y="147"/>
                  </a:lnTo>
                  <a:lnTo>
                    <a:pt x="116" y="148"/>
                  </a:lnTo>
                  <a:lnTo>
                    <a:pt x="113" y="150"/>
                  </a:lnTo>
                  <a:lnTo>
                    <a:pt x="111" y="150"/>
                  </a:lnTo>
                  <a:lnTo>
                    <a:pt x="109" y="148"/>
                  </a:lnTo>
                  <a:lnTo>
                    <a:pt x="105" y="148"/>
                  </a:lnTo>
                  <a:lnTo>
                    <a:pt x="103" y="150"/>
                  </a:lnTo>
                  <a:lnTo>
                    <a:pt x="101" y="152"/>
                  </a:lnTo>
                  <a:lnTo>
                    <a:pt x="103" y="154"/>
                  </a:lnTo>
                  <a:lnTo>
                    <a:pt x="103" y="154"/>
                  </a:lnTo>
                  <a:lnTo>
                    <a:pt x="99" y="154"/>
                  </a:lnTo>
                  <a:lnTo>
                    <a:pt x="96" y="152"/>
                  </a:lnTo>
                  <a:lnTo>
                    <a:pt x="94" y="152"/>
                  </a:lnTo>
                  <a:lnTo>
                    <a:pt x="92" y="155"/>
                  </a:lnTo>
                  <a:lnTo>
                    <a:pt x="94" y="156"/>
                  </a:lnTo>
                  <a:lnTo>
                    <a:pt x="92" y="156"/>
                  </a:lnTo>
                  <a:lnTo>
                    <a:pt x="87" y="155"/>
                  </a:lnTo>
                  <a:lnTo>
                    <a:pt x="86" y="154"/>
                  </a:lnTo>
                  <a:lnTo>
                    <a:pt x="79" y="152"/>
                  </a:lnTo>
                  <a:lnTo>
                    <a:pt x="76" y="154"/>
                  </a:lnTo>
                  <a:lnTo>
                    <a:pt x="76" y="155"/>
                  </a:lnTo>
                  <a:lnTo>
                    <a:pt x="74" y="155"/>
                  </a:lnTo>
                  <a:lnTo>
                    <a:pt x="71" y="154"/>
                  </a:lnTo>
                  <a:lnTo>
                    <a:pt x="65" y="154"/>
                  </a:lnTo>
                  <a:lnTo>
                    <a:pt x="63" y="155"/>
                  </a:lnTo>
                  <a:lnTo>
                    <a:pt x="62" y="156"/>
                  </a:lnTo>
                  <a:lnTo>
                    <a:pt x="61" y="156"/>
                  </a:lnTo>
                  <a:lnTo>
                    <a:pt x="59" y="156"/>
                  </a:lnTo>
                  <a:lnTo>
                    <a:pt x="58" y="158"/>
                  </a:lnTo>
                  <a:lnTo>
                    <a:pt x="58" y="158"/>
                  </a:lnTo>
                  <a:lnTo>
                    <a:pt x="55" y="159"/>
                  </a:lnTo>
                  <a:lnTo>
                    <a:pt x="53" y="159"/>
                  </a:lnTo>
                  <a:lnTo>
                    <a:pt x="50" y="158"/>
                  </a:lnTo>
                  <a:lnTo>
                    <a:pt x="46" y="158"/>
                  </a:lnTo>
                  <a:lnTo>
                    <a:pt x="46" y="159"/>
                  </a:lnTo>
                  <a:lnTo>
                    <a:pt x="44" y="159"/>
                  </a:lnTo>
                  <a:lnTo>
                    <a:pt x="41" y="162"/>
                  </a:lnTo>
                  <a:lnTo>
                    <a:pt x="38" y="162"/>
                  </a:lnTo>
                  <a:lnTo>
                    <a:pt x="38" y="163"/>
                  </a:lnTo>
                  <a:lnTo>
                    <a:pt x="37" y="163"/>
                  </a:lnTo>
                  <a:lnTo>
                    <a:pt x="36" y="163"/>
                  </a:lnTo>
                  <a:lnTo>
                    <a:pt x="29" y="160"/>
                  </a:lnTo>
                  <a:lnTo>
                    <a:pt x="28" y="162"/>
                  </a:lnTo>
                  <a:lnTo>
                    <a:pt x="28" y="159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8"/>
                  </a:lnTo>
                  <a:lnTo>
                    <a:pt x="24" y="156"/>
                  </a:lnTo>
                  <a:lnTo>
                    <a:pt x="24" y="155"/>
                  </a:lnTo>
                  <a:lnTo>
                    <a:pt x="21" y="154"/>
                  </a:lnTo>
                  <a:lnTo>
                    <a:pt x="19" y="156"/>
                  </a:lnTo>
                  <a:lnTo>
                    <a:pt x="19" y="158"/>
                  </a:lnTo>
                  <a:lnTo>
                    <a:pt x="17" y="156"/>
                  </a:lnTo>
                  <a:lnTo>
                    <a:pt x="17" y="155"/>
                  </a:lnTo>
                  <a:lnTo>
                    <a:pt x="19" y="152"/>
                  </a:lnTo>
                  <a:lnTo>
                    <a:pt x="17" y="150"/>
                  </a:lnTo>
                  <a:lnTo>
                    <a:pt x="20" y="147"/>
                  </a:lnTo>
                  <a:lnTo>
                    <a:pt x="17" y="143"/>
                  </a:lnTo>
                  <a:lnTo>
                    <a:pt x="15" y="141"/>
                  </a:lnTo>
                  <a:lnTo>
                    <a:pt x="13" y="138"/>
                  </a:lnTo>
                  <a:lnTo>
                    <a:pt x="13" y="135"/>
                  </a:lnTo>
                  <a:lnTo>
                    <a:pt x="15" y="134"/>
                  </a:lnTo>
                  <a:lnTo>
                    <a:pt x="16" y="135"/>
                  </a:lnTo>
                  <a:lnTo>
                    <a:pt x="17" y="135"/>
                  </a:lnTo>
                  <a:lnTo>
                    <a:pt x="19" y="134"/>
                  </a:lnTo>
                  <a:lnTo>
                    <a:pt x="19" y="130"/>
                  </a:lnTo>
                  <a:lnTo>
                    <a:pt x="17" y="126"/>
                  </a:lnTo>
                  <a:lnTo>
                    <a:pt x="17" y="125"/>
                  </a:lnTo>
                  <a:lnTo>
                    <a:pt x="15" y="118"/>
                  </a:lnTo>
                  <a:lnTo>
                    <a:pt x="15" y="116"/>
                  </a:lnTo>
                  <a:lnTo>
                    <a:pt x="11" y="112"/>
                  </a:lnTo>
                  <a:lnTo>
                    <a:pt x="9" y="105"/>
                  </a:lnTo>
                  <a:lnTo>
                    <a:pt x="7" y="98"/>
                  </a:lnTo>
                  <a:lnTo>
                    <a:pt x="7" y="94"/>
                  </a:lnTo>
                  <a:lnTo>
                    <a:pt x="4" y="88"/>
                  </a:lnTo>
                  <a:lnTo>
                    <a:pt x="0" y="85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77"/>
                  </a:lnTo>
                  <a:lnTo>
                    <a:pt x="3" y="77"/>
                  </a:lnTo>
                  <a:lnTo>
                    <a:pt x="4" y="75"/>
                  </a:lnTo>
                  <a:lnTo>
                    <a:pt x="8" y="73"/>
                  </a:lnTo>
                  <a:lnTo>
                    <a:pt x="9" y="76"/>
                  </a:lnTo>
                  <a:lnTo>
                    <a:pt x="11" y="76"/>
                  </a:lnTo>
                  <a:lnTo>
                    <a:pt x="11" y="79"/>
                  </a:lnTo>
                  <a:lnTo>
                    <a:pt x="12" y="83"/>
                  </a:lnTo>
                  <a:lnTo>
                    <a:pt x="16" y="84"/>
                  </a:lnTo>
                  <a:lnTo>
                    <a:pt x="19" y="85"/>
                  </a:lnTo>
                  <a:lnTo>
                    <a:pt x="20" y="84"/>
                  </a:lnTo>
                  <a:lnTo>
                    <a:pt x="21" y="85"/>
                  </a:lnTo>
                  <a:lnTo>
                    <a:pt x="24" y="85"/>
                  </a:lnTo>
                  <a:lnTo>
                    <a:pt x="25" y="84"/>
                  </a:lnTo>
                  <a:lnTo>
                    <a:pt x="26" y="84"/>
                  </a:lnTo>
                  <a:lnTo>
                    <a:pt x="28" y="87"/>
                  </a:lnTo>
                  <a:lnTo>
                    <a:pt x="29" y="85"/>
                  </a:lnTo>
                  <a:lnTo>
                    <a:pt x="30" y="87"/>
                  </a:lnTo>
                  <a:lnTo>
                    <a:pt x="30" y="84"/>
                  </a:lnTo>
                  <a:lnTo>
                    <a:pt x="32" y="83"/>
                  </a:lnTo>
                  <a:lnTo>
                    <a:pt x="33" y="83"/>
                  </a:lnTo>
                  <a:lnTo>
                    <a:pt x="34" y="80"/>
                  </a:lnTo>
                  <a:lnTo>
                    <a:pt x="37" y="79"/>
                  </a:lnTo>
                  <a:lnTo>
                    <a:pt x="41" y="79"/>
                  </a:lnTo>
                  <a:lnTo>
                    <a:pt x="42" y="79"/>
                  </a:lnTo>
                  <a:lnTo>
                    <a:pt x="44" y="35"/>
                  </a:lnTo>
                  <a:lnTo>
                    <a:pt x="48" y="38"/>
                  </a:lnTo>
                  <a:lnTo>
                    <a:pt x="49" y="42"/>
                  </a:lnTo>
                  <a:lnTo>
                    <a:pt x="51" y="48"/>
                  </a:lnTo>
                  <a:lnTo>
                    <a:pt x="51" y="51"/>
                  </a:lnTo>
                  <a:lnTo>
                    <a:pt x="50" y="55"/>
                  </a:lnTo>
                  <a:lnTo>
                    <a:pt x="50" y="58"/>
                  </a:lnTo>
                  <a:lnTo>
                    <a:pt x="53" y="58"/>
                  </a:lnTo>
                  <a:lnTo>
                    <a:pt x="57" y="58"/>
                  </a:lnTo>
                  <a:lnTo>
                    <a:pt x="58" y="56"/>
                  </a:lnTo>
                  <a:lnTo>
                    <a:pt x="61" y="58"/>
                  </a:lnTo>
                  <a:lnTo>
                    <a:pt x="63" y="56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9" y="52"/>
                  </a:lnTo>
                  <a:lnTo>
                    <a:pt x="73" y="51"/>
                  </a:lnTo>
                  <a:lnTo>
                    <a:pt x="75" y="48"/>
                  </a:lnTo>
                  <a:lnTo>
                    <a:pt x="76" y="43"/>
                  </a:lnTo>
                  <a:lnTo>
                    <a:pt x="79" y="41"/>
                  </a:lnTo>
                  <a:lnTo>
                    <a:pt x="83" y="41"/>
                  </a:lnTo>
                  <a:lnTo>
                    <a:pt x="87" y="41"/>
                  </a:lnTo>
                  <a:lnTo>
                    <a:pt x="88" y="43"/>
                  </a:lnTo>
                  <a:lnTo>
                    <a:pt x="90" y="43"/>
                  </a:lnTo>
                  <a:lnTo>
                    <a:pt x="94" y="46"/>
                  </a:lnTo>
                  <a:lnTo>
                    <a:pt x="95" y="44"/>
                  </a:lnTo>
                  <a:lnTo>
                    <a:pt x="98" y="46"/>
                  </a:lnTo>
                  <a:lnTo>
                    <a:pt x="100" y="44"/>
                  </a:lnTo>
                  <a:lnTo>
                    <a:pt x="103" y="44"/>
                  </a:lnTo>
                  <a:lnTo>
                    <a:pt x="104" y="44"/>
                  </a:lnTo>
                  <a:lnTo>
                    <a:pt x="105" y="46"/>
                  </a:lnTo>
                  <a:lnTo>
                    <a:pt x="107" y="47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1"/>
                  </a:lnTo>
                  <a:lnTo>
                    <a:pt x="111" y="39"/>
                  </a:lnTo>
                  <a:lnTo>
                    <a:pt x="111" y="35"/>
                  </a:lnTo>
                  <a:lnTo>
                    <a:pt x="112" y="34"/>
                  </a:lnTo>
                  <a:lnTo>
                    <a:pt x="115" y="34"/>
                  </a:lnTo>
                  <a:lnTo>
                    <a:pt x="116" y="33"/>
                  </a:lnTo>
                  <a:lnTo>
                    <a:pt x="117" y="33"/>
                  </a:lnTo>
                  <a:lnTo>
                    <a:pt x="119" y="31"/>
                  </a:lnTo>
                  <a:lnTo>
                    <a:pt x="119" y="30"/>
                  </a:lnTo>
                  <a:lnTo>
                    <a:pt x="120" y="29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6"/>
                  </a:lnTo>
                  <a:lnTo>
                    <a:pt x="125" y="26"/>
                  </a:lnTo>
                  <a:lnTo>
                    <a:pt x="125" y="25"/>
                  </a:lnTo>
                  <a:lnTo>
                    <a:pt x="124" y="23"/>
                  </a:lnTo>
                  <a:lnTo>
                    <a:pt x="124" y="21"/>
                  </a:lnTo>
                  <a:lnTo>
                    <a:pt x="128" y="16"/>
                  </a:lnTo>
                  <a:lnTo>
                    <a:pt x="129" y="16"/>
                  </a:lnTo>
                  <a:lnTo>
                    <a:pt x="130" y="16"/>
                  </a:lnTo>
                  <a:lnTo>
                    <a:pt x="132" y="14"/>
                  </a:lnTo>
                  <a:lnTo>
                    <a:pt x="133" y="13"/>
                  </a:lnTo>
                  <a:lnTo>
                    <a:pt x="133" y="12"/>
                  </a:lnTo>
                  <a:lnTo>
                    <a:pt x="136" y="12"/>
                  </a:lnTo>
                  <a:lnTo>
                    <a:pt x="136" y="10"/>
                  </a:lnTo>
                  <a:lnTo>
                    <a:pt x="138" y="8"/>
                  </a:lnTo>
                  <a:lnTo>
                    <a:pt x="141" y="8"/>
                  </a:lnTo>
                  <a:lnTo>
                    <a:pt x="142" y="8"/>
                  </a:lnTo>
                  <a:lnTo>
                    <a:pt x="144" y="8"/>
                  </a:lnTo>
                  <a:lnTo>
                    <a:pt x="145" y="8"/>
                  </a:lnTo>
                  <a:lnTo>
                    <a:pt x="146" y="6"/>
                  </a:lnTo>
                  <a:lnTo>
                    <a:pt x="149" y="6"/>
                  </a:lnTo>
                  <a:lnTo>
                    <a:pt x="149" y="4"/>
                  </a:lnTo>
                  <a:lnTo>
                    <a:pt x="149" y="2"/>
                  </a:lnTo>
                  <a:lnTo>
                    <a:pt x="150" y="2"/>
                  </a:lnTo>
                  <a:lnTo>
                    <a:pt x="152" y="1"/>
                  </a:lnTo>
                  <a:lnTo>
                    <a:pt x="153" y="1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50" name="Freeform 492"/>
            <p:cNvSpPr>
              <a:spLocks/>
            </p:cNvSpPr>
            <p:nvPr/>
          </p:nvSpPr>
          <p:spPr bwMode="auto">
            <a:xfrm>
              <a:off x="6559579" y="5241148"/>
              <a:ext cx="68520" cy="63444"/>
            </a:xfrm>
            <a:custGeom>
              <a:avLst/>
              <a:gdLst>
                <a:gd name="T0" fmla="*/ 15 w 27"/>
                <a:gd name="T1" fmla="*/ 0 h 25"/>
                <a:gd name="T2" fmla="*/ 17 w 27"/>
                <a:gd name="T3" fmla="*/ 0 h 25"/>
                <a:gd name="T4" fmla="*/ 18 w 27"/>
                <a:gd name="T5" fmla="*/ 0 h 25"/>
                <a:gd name="T6" fmla="*/ 18 w 27"/>
                <a:gd name="T7" fmla="*/ 0 h 25"/>
                <a:gd name="T8" fmla="*/ 21 w 27"/>
                <a:gd name="T9" fmla="*/ 1 h 25"/>
                <a:gd name="T10" fmla="*/ 22 w 27"/>
                <a:gd name="T11" fmla="*/ 1 h 25"/>
                <a:gd name="T12" fmla="*/ 25 w 27"/>
                <a:gd name="T13" fmla="*/ 2 h 25"/>
                <a:gd name="T14" fmla="*/ 26 w 27"/>
                <a:gd name="T15" fmla="*/ 8 h 25"/>
                <a:gd name="T16" fmla="*/ 27 w 27"/>
                <a:gd name="T17" fmla="*/ 10 h 25"/>
                <a:gd name="T18" fmla="*/ 25 w 27"/>
                <a:gd name="T19" fmla="*/ 11 h 25"/>
                <a:gd name="T20" fmla="*/ 22 w 27"/>
                <a:gd name="T21" fmla="*/ 13 h 25"/>
                <a:gd name="T22" fmla="*/ 22 w 27"/>
                <a:gd name="T23" fmla="*/ 14 h 25"/>
                <a:gd name="T24" fmla="*/ 23 w 27"/>
                <a:gd name="T25" fmla="*/ 15 h 25"/>
                <a:gd name="T26" fmla="*/ 23 w 27"/>
                <a:gd name="T27" fmla="*/ 17 h 25"/>
                <a:gd name="T28" fmla="*/ 21 w 27"/>
                <a:gd name="T29" fmla="*/ 18 h 25"/>
                <a:gd name="T30" fmla="*/ 19 w 27"/>
                <a:gd name="T31" fmla="*/ 18 h 25"/>
                <a:gd name="T32" fmla="*/ 18 w 27"/>
                <a:gd name="T33" fmla="*/ 18 h 25"/>
                <a:gd name="T34" fmla="*/ 15 w 27"/>
                <a:gd name="T35" fmla="*/ 19 h 25"/>
                <a:gd name="T36" fmla="*/ 14 w 27"/>
                <a:gd name="T37" fmla="*/ 19 h 25"/>
                <a:gd name="T38" fmla="*/ 13 w 27"/>
                <a:gd name="T39" fmla="*/ 23 h 25"/>
                <a:gd name="T40" fmla="*/ 11 w 27"/>
                <a:gd name="T41" fmla="*/ 23 h 25"/>
                <a:gd name="T42" fmla="*/ 11 w 27"/>
                <a:gd name="T43" fmla="*/ 25 h 25"/>
                <a:gd name="T44" fmla="*/ 9 w 27"/>
                <a:gd name="T45" fmla="*/ 25 h 25"/>
                <a:gd name="T46" fmla="*/ 6 w 27"/>
                <a:gd name="T47" fmla="*/ 25 h 25"/>
                <a:gd name="T48" fmla="*/ 5 w 27"/>
                <a:gd name="T49" fmla="*/ 22 h 25"/>
                <a:gd name="T50" fmla="*/ 4 w 27"/>
                <a:gd name="T51" fmla="*/ 21 h 25"/>
                <a:gd name="T52" fmla="*/ 4 w 27"/>
                <a:gd name="T53" fmla="*/ 18 h 25"/>
                <a:gd name="T54" fmla="*/ 2 w 27"/>
                <a:gd name="T55" fmla="*/ 17 h 25"/>
                <a:gd name="T56" fmla="*/ 2 w 27"/>
                <a:gd name="T57" fmla="*/ 15 h 25"/>
                <a:gd name="T58" fmla="*/ 0 w 27"/>
                <a:gd name="T59" fmla="*/ 14 h 25"/>
                <a:gd name="T60" fmla="*/ 0 w 27"/>
                <a:gd name="T61" fmla="*/ 11 h 25"/>
                <a:gd name="T62" fmla="*/ 1 w 27"/>
                <a:gd name="T63" fmla="*/ 11 h 25"/>
                <a:gd name="T64" fmla="*/ 4 w 27"/>
                <a:gd name="T65" fmla="*/ 9 h 25"/>
                <a:gd name="T66" fmla="*/ 5 w 27"/>
                <a:gd name="T67" fmla="*/ 5 h 25"/>
                <a:gd name="T68" fmla="*/ 7 w 27"/>
                <a:gd name="T69" fmla="*/ 4 h 25"/>
                <a:gd name="T70" fmla="*/ 11 w 27"/>
                <a:gd name="T71" fmla="*/ 2 h 25"/>
                <a:gd name="T72" fmla="*/ 13 w 27"/>
                <a:gd name="T73" fmla="*/ 1 h 25"/>
                <a:gd name="T74" fmla="*/ 14 w 27"/>
                <a:gd name="T75" fmla="*/ 1 h 25"/>
                <a:gd name="T76" fmla="*/ 15 w 27"/>
                <a:gd name="T7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" h="25">
                  <a:moveTo>
                    <a:pt x="15" y="0"/>
                  </a:moveTo>
                  <a:lnTo>
                    <a:pt x="17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5" y="2"/>
                  </a:lnTo>
                  <a:lnTo>
                    <a:pt x="26" y="8"/>
                  </a:lnTo>
                  <a:lnTo>
                    <a:pt x="27" y="10"/>
                  </a:lnTo>
                  <a:lnTo>
                    <a:pt x="25" y="11"/>
                  </a:lnTo>
                  <a:lnTo>
                    <a:pt x="22" y="13"/>
                  </a:lnTo>
                  <a:lnTo>
                    <a:pt x="22" y="14"/>
                  </a:lnTo>
                  <a:lnTo>
                    <a:pt x="23" y="15"/>
                  </a:lnTo>
                  <a:lnTo>
                    <a:pt x="23" y="17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3" y="23"/>
                  </a:lnTo>
                  <a:lnTo>
                    <a:pt x="11" y="23"/>
                  </a:lnTo>
                  <a:lnTo>
                    <a:pt x="11" y="25"/>
                  </a:lnTo>
                  <a:lnTo>
                    <a:pt x="9" y="25"/>
                  </a:lnTo>
                  <a:lnTo>
                    <a:pt x="6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4" y="9"/>
                  </a:lnTo>
                  <a:lnTo>
                    <a:pt x="5" y="5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51" name="Freeform 592"/>
            <p:cNvSpPr>
              <a:spLocks noEditPoints="1"/>
            </p:cNvSpPr>
            <p:nvPr/>
          </p:nvSpPr>
          <p:spPr bwMode="auto">
            <a:xfrm>
              <a:off x="6650938" y="4451911"/>
              <a:ext cx="50755" cy="7614"/>
            </a:xfrm>
            <a:custGeom>
              <a:avLst/>
              <a:gdLst>
                <a:gd name="T0" fmla="*/ 2 w 20"/>
                <a:gd name="T1" fmla="*/ 3 h 3"/>
                <a:gd name="T2" fmla="*/ 2 w 20"/>
                <a:gd name="T3" fmla="*/ 3 h 3"/>
                <a:gd name="T4" fmla="*/ 2 w 20"/>
                <a:gd name="T5" fmla="*/ 1 h 3"/>
                <a:gd name="T6" fmla="*/ 18 w 20"/>
                <a:gd name="T7" fmla="*/ 0 h 3"/>
                <a:gd name="T8" fmla="*/ 19 w 20"/>
                <a:gd name="T9" fmla="*/ 3 h 3"/>
                <a:gd name="T10" fmla="*/ 19 w 20"/>
                <a:gd name="T11" fmla="*/ 1 h 3"/>
                <a:gd name="T12" fmla="*/ 18 w 20"/>
                <a:gd name="T13" fmla="*/ 0 h 3"/>
                <a:gd name="T14" fmla="*/ 0 w 20"/>
                <a:gd name="T15" fmla="*/ 1 h 3"/>
                <a:gd name="T16" fmla="*/ 2 w 20"/>
                <a:gd name="T17" fmla="*/ 1 h 3"/>
                <a:gd name="T18" fmla="*/ 2 w 20"/>
                <a:gd name="T19" fmla="*/ 0 h 3"/>
                <a:gd name="T20" fmla="*/ 7 w 20"/>
                <a:gd name="T21" fmla="*/ 0 h 3"/>
                <a:gd name="T22" fmla="*/ 8 w 20"/>
                <a:gd name="T23" fmla="*/ 1 h 3"/>
                <a:gd name="T24" fmla="*/ 8 w 20"/>
                <a:gd name="T25" fmla="*/ 0 h 3"/>
                <a:gd name="T26" fmla="*/ 20 w 20"/>
                <a:gd name="T27" fmla="*/ 0 h 3"/>
                <a:gd name="T28" fmla="*/ 20 w 20"/>
                <a:gd name="T29" fmla="*/ 3 h 3"/>
                <a:gd name="T30" fmla="*/ 18 w 20"/>
                <a:gd name="T31" fmla="*/ 0 h 3"/>
                <a:gd name="T32" fmla="*/ 19 w 20"/>
                <a:gd name="T33" fmla="*/ 0 h 3"/>
                <a:gd name="T34" fmla="*/ 19 w 20"/>
                <a:gd name="T35" fmla="*/ 3 h 3"/>
                <a:gd name="T36" fmla="*/ 18 w 20"/>
                <a:gd name="T37" fmla="*/ 3 h 3"/>
                <a:gd name="T38" fmla="*/ 14 w 20"/>
                <a:gd name="T39" fmla="*/ 0 h 3"/>
                <a:gd name="T40" fmla="*/ 15 w 20"/>
                <a:gd name="T41" fmla="*/ 0 h 3"/>
                <a:gd name="T42" fmla="*/ 15 w 20"/>
                <a:gd name="T43" fmla="*/ 3 h 3"/>
                <a:gd name="T44" fmla="*/ 14 w 20"/>
                <a:gd name="T45" fmla="*/ 3 h 3"/>
                <a:gd name="T46" fmla="*/ 11 w 20"/>
                <a:gd name="T47" fmla="*/ 0 h 3"/>
                <a:gd name="T48" fmla="*/ 11 w 20"/>
                <a:gd name="T49" fmla="*/ 3 h 3"/>
                <a:gd name="T50" fmla="*/ 12 w 20"/>
                <a:gd name="T51" fmla="*/ 1 h 3"/>
                <a:gd name="T52" fmla="*/ 12 w 20"/>
                <a:gd name="T53" fmla="*/ 1 h 3"/>
                <a:gd name="T54" fmla="*/ 11 w 20"/>
                <a:gd name="T55" fmla="*/ 3 h 3"/>
                <a:gd name="T56" fmla="*/ 10 w 20"/>
                <a:gd name="T57" fmla="*/ 1 h 3"/>
                <a:gd name="T58" fmla="*/ 8 w 20"/>
                <a:gd name="T59" fmla="*/ 0 h 3"/>
                <a:gd name="T60" fmla="*/ 10 w 20"/>
                <a:gd name="T61" fmla="*/ 0 h 3"/>
                <a:gd name="T62" fmla="*/ 8 w 20"/>
                <a:gd name="T63" fmla="*/ 1 h 3"/>
                <a:gd name="T64" fmla="*/ 8 w 20"/>
                <a:gd name="T65" fmla="*/ 3 h 3"/>
                <a:gd name="T66" fmla="*/ 8 w 20"/>
                <a:gd name="T67" fmla="*/ 1 h 3"/>
                <a:gd name="T68" fmla="*/ 7 w 20"/>
                <a:gd name="T69" fmla="*/ 1 h 3"/>
                <a:gd name="T70" fmla="*/ 7 w 20"/>
                <a:gd name="T71" fmla="*/ 0 h 3"/>
                <a:gd name="T72" fmla="*/ 3 w 20"/>
                <a:gd name="T73" fmla="*/ 1 h 3"/>
                <a:gd name="T74" fmla="*/ 4 w 20"/>
                <a:gd name="T75" fmla="*/ 3 h 3"/>
                <a:gd name="T76" fmla="*/ 6 w 20"/>
                <a:gd name="T77" fmla="*/ 0 h 3"/>
                <a:gd name="T78" fmla="*/ 6 w 20"/>
                <a:gd name="T79" fmla="*/ 3 h 3"/>
                <a:gd name="T80" fmla="*/ 4 w 20"/>
                <a:gd name="T81" fmla="*/ 3 h 3"/>
                <a:gd name="T82" fmla="*/ 3 w 20"/>
                <a:gd name="T83" fmla="*/ 0 h 3"/>
                <a:gd name="T84" fmla="*/ 2 w 20"/>
                <a:gd name="T85" fmla="*/ 0 h 3"/>
                <a:gd name="T86" fmla="*/ 2 w 20"/>
                <a:gd name="T87" fmla="*/ 1 h 3"/>
                <a:gd name="T88" fmla="*/ 3 w 20"/>
                <a:gd name="T89" fmla="*/ 1 h 3"/>
                <a:gd name="T90" fmla="*/ 2 w 20"/>
                <a:gd name="T91" fmla="*/ 3 h 3"/>
                <a:gd name="T92" fmla="*/ 0 w 20"/>
                <a:gd name="T9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" h="3">
                  <a:moveTo>
                    <a:pt x="0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  <a:moveTo>
                    <a:pt x="18" y="0"/>
                  </a:moveTo>
                  <a:lnTo>
                    <a:pt x="18" y="3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8" y="0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close/>
                  <a:moveTo>
                    <a:pt x="7" y="0"/>
                  </a:moveTo>
                  <a:lnTo>
                    <a:pt x="7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7" y="0"/>
                  </a:lnTo>
                  <a:close/>
                  <a:moveTo>
                    <a:pt x="20" y="0"/>
                  </a:moveTo>
                  <a:lnTo>
                    <a:pt x="20" y="0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0"/>
                  </a:lnTo>
                  <a:close/>
                  <a:moveTo>
                    <a:pt x="16" y="0"/>
                  </a:moveTo>
                  <a:lnTo>
                    <a:pt x="18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6" y="3"/>
                  </a:lnTo>
                  <a:lnTo>
                    <a:pt x="16" y="0"/>
                  </a:lnTo>
                  <a:close/>
                  <a:moveTo>
                    <a:pt x="14" y="0"/>
                  </a:moveTo>
                  <a:lnTo>
                    <a:pt x="14" y="0"/>
                  </a:lnTo>
                  <a:lnTo>
                    <a:pt x="15" y="3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4" y="0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0"/>
                  </a:lnTo>
                  <a:close/>
                  <a:moveTo>
                    <a:pt x="10" y="0"/>
                  </a:moveTo>
                  <a:lnTo>
                    <a:pt x="11" y="0"/>
                  </a:lnTo>
                  <a:lnTo>
                    <a:pt x="11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1"/>
                  </a:lnTo>
                  <a:lnTo>
                    <a:pt x="10" y="0"/>
                  </a:lnTo>
                  <a:close/>
                  <a:moveTo>
                    <a:pt x="7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0"/>
                  </a:lnTo>
                  <a:close/>
                  <a:moveTo>
                    <a:pt x="3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0"/>
                  </a:lnTo>
                  <a:close/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</p:grpSp>
      <p:grpSp>
        <p:nvGrpSpPr>
          <p:cNvPr id="183" name="Group 182"/>
          <p:cNvGrpSpPr/>
          <p:nvPr/>
        </p:nvGrpSpPr>
        <p:grpSpPr>
          <a:xfrm>
            <a:off x="336176" y="147918"/>
            <a:ext cx="11393548" cy="900000"/>
            <a:chOff x="336176" y="147918"/>
            <a:chExt cx="11393548" cy="900000"/>
          </a:xfrm>
        </p:grpSpPr>
        <p:sp>
          <p:nvSpPr>
            <p:cNvPr id="184" name="Rectangle 183"/>
            <p:cNvSpPr/>
            <p:nvPr/>
          </p:nvSpPr>
          <p:spPr>
            <a:xfrm>
              <a:off x="336176" y="147918"/>
              <a:ext cx="2700000" cy="900000"/>
            </a:xfrm>
            <a:prstGeom prst="rect">
              <a:avLst/>
            </a:prstGeom>
            <a:solidFill>
              <a:srgbClr val="0033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800" b="1" dirty="0">
                  <a:solidFill>
                    <a:prstClr val="white"/>
                  </a:solidFill>
                  <a:latin typeface="Arial" pitchFamily="34" charset="0"/>
                  <a:cs typeface="Arial" pitchFamily="34" charset="0"/>
                </a:rPr>
                <a:t>1_FE-N.Eur</a:t>
              </a:r>
            </a:p>
          </p:txBody>
        </p:sp>
        <p:sp>
          <p:nvSpPr>
            <p:cNvPr id="191" name="Rectangle 190"/>
            <p:cNvSpPr/>
            <p:nvPr/>
          </p:nvSpPr>
          <p:spPr>
            <a:xfrm>
              <a:off x="3089724" y="147918"/>
              <a:ext cx="8640000" cy="672815"/>
            </a:xfrm>
            <a:prstGeom prst="rect">
              <a:avLst/>
            </a:prstGeom>
            <a:solidFill>
              <a:srgbClr val="E6EE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4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[MSC / Premier Alliance]</a:t>
              </a:r>
            </a:p>
            <a:p>
              <a:pPr algn="ctr"/>
              <a:r>
                <a:rPr lang="en-US" altLang="ko-KR" sz="24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Far East-Europe 3 (FE3) (MSC : Condor)</a:t>
              </a:r>
            </a:p>
          </p:txBody>
        </p:sp>
      </p:grpSp>
      <p:grpSp>
        <p:nvGrpSpPr>
          <p:cNvPr id="201" name="그룹 200"/>
          <p:cNvGrpSpPr/>
          <p:nvPr/>
        </p:nvGrpSpPr>
        <p:grpSpPr>
          <a:xfrm>
            <a:off x="5512938" y="4192201"/>
            <a:ext cx="197643" cy="261610"/>
            <a:chOff x="1477817" y="2788120"/>
            <a:chExt cx="197643" cy="261610"/>
          </a:xfrm>
        </p:grpSpPr>
        <p:sp>
          <p:nvSpPr>
            <p:cNvPr id="202" name="타원 201"/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3" name="TextBox 202"/>
            <p:cNvSpPr txBox="1"/>
            <p:nvPr/>
          </p:nvSpPr>
          <p:spPr>
            <a:xfrm>
              <a:off x="1553777" y="278812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dirty="0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rPr>
                <a:t>2</a:t>
              </a:r>
              <a:endParaRPr lang="ko-KR" altLang="en-US" sz="1100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endParaRPr>
            </a:p>
          </p:txBody>
        </p:sp>
      </p:grpSp>
      <p:sp>
        <p:nvSpPr>
          <p:cNvPr id="154" name="자유형: 도형 153">
            <a:extLst>
              <a:ext uri="{FF2B5EF4-FFF2-40B4-BE49-F238E27FC236}">
                <a16:creationId xmlns:a16="http://schemas.microsoft.com/office/drawing/2014/main" id="{3D62EF87-0BEC-47F9-A385-646070273D9E}"/>
              </a:ext>
            </a:extLst>
          </p:cNvPr>
          <p:cNvSpPr/>
          <p:nvPr/>
        </p:nvSpPr>
        <p:spPr>
          <a:xfrm>
            <a:off x="2030022" y="1731167"/>
            <a:ext cx="6775726" cy="2843068"/>
          </a:xfrm>
          <a:custGeom>
            <a:avLst/>
            <a:gdLst>
              <a:gd name="connsiteX0" fmla="*/ 6302947 w 6782652"/>
              <a:gd name="connsiteY0" fmla="*/ 822121 h 2848168"/>
              <a:gd name="connsiteX1" fmla="*/ 6613340 w 6782652"/>
              <a:gd name="connsiteY1" fmla="*/ 914400 h 2848168"/>
              <a:gd name="connsiteX2" fmla="*/ 6781119 w 6782652"/>
              <a:gd name="connsiteY2" fmla="*/ 864066 h 2848168"/>
              <a:gd name="connsiteX3" fmla="*/ 6521061 w 6782652"/>
              <a:gd name="connsiteY3" fmla="*/ 1241571 h 2848168"/>
              <a:gd name="connsiteX4" fmla="*/ 6479116 w 6782652"/>
              <a:gd name="connsiteY4" fmla="*/ 1132514 h 2848168"/>
              <a:gd name="connsiteX5" fmla="*/ 6579784 w 6782652"/>
              <a:gd name="connsiteY5" fmla="*/ 1275127 h 2848168"/>
              <a:gd name="connsiteX6" fmla="*/ 6412004 w 6782652"/>
              <a:gd name="connsiteY6" fmla="*/ 1568741 h 2848168"/>
              <a:gd name="connsiteX7" fmla="*/ 6235835 w 6782652"/>
              <a:gd name="connsiteY7" fmla="*/ 1610686 h 2848168"/>
              <a:gd name="connsiteX8" fmla="*/ 6126778 w 6782652"/>
              <a:gd name="connsiteY8" fmla="*/ 1954635 h 2848168"/>
              <a:gd name="connsiteX9" fmla="*/ 5984165 w 6782652"/>
              <a:gd name="connsiteY9" fmla="*/ 2818701 h 2848168"/>
              <a:gd name="connsiteX10" fmla="*/ 5531160 w 6782652"/>
              <a:gd name="connsiteY10" fmla="*/ 2634143 h 2848168"/>
              <a:gd name="connsiteX11" fmla="*/ 5363380 w 6782652"/>
              <a:gd name="connsiteY11" fmla="*/ 2508308 h 2848168"/>
              <a:gd name="connsiteX12" fmla="*/ 5094932 w 6782652"/>
              <a:gd name="connsiteY12" fmla="*/ 2499919 h 2848168"/>
              <a:gd name="connsiteX13" fmla="*/ 3668804 w 6782652"/>
              <a:gd name="connsiteY13" fmla="*/ 2608976 h 2848168"/>
              <a:gd name="connsiteX14" fmla="*/ 3165464 w 6782652"/>
              <a:gd name="connsiteY14" fmla="*/ 2155971 h 2848168"/>
              <a:gd name="connsiteX15" fmla="*/ 2779571 w 6782652"/>
              <a:gd name="connsiteY15" fmla="*/ 2248250 h 2848168"/>
              <a:gd name="connsiteX16" fmla="*/ 2200730 w 6782652"/>
              <a:gd name="connsiteY16" fmla="*/ 1140903 h 2848168"/>
              <a:gd name="connsiteX17" fmla="*/ 841714 w 6782652"/>
              <a:gd name="connsiteY17" fmla="*/ 906011 h 2848168"/>
              <a:gd name="connsiteX18" fmla="*/ 447431 w 6782652"/>
              <a:gd name="connsiteY18" fmla="*/ 956345 h 2848168"/>
              <a:gd name="connsiteX19" fmla="*/ 11204 w 6782652"/>
              <a:gd name="connsiteY19" fmla="*/ 872455 h 2848168"/>
              <a:gd name="connsiteX20" fmla="*/ 170595 w 6782652"/>
              <a:gd name="connsiteY20" fmla="*/ 276837 h 2848168"/>
              <a:gd name="connsiteX21" fmla="*/ 615211 w 6782652"/>
              <a:gd name="connsiteY21" fmla="*/ 134224 h 2848168"/>
              <a:gd name="connsiteX22" fmla="*/ 782991 w 6782652"/>
              <a:gd name="connsiteY22" fmla="*/ 0 h 2848168"/>
              <a:gd name="connsiteX0" fmla="*/ 6613340 w 6782652"/>
              <a:gd name="connsiteY0" fmla="*/ 914400 h 2848168"/>
              <a:gd name="connsiteX1" fmla="*/ 6781119 w 6782652"/>
              <a:gd name="connsiteY1" fmla="*/ 864066 h 2848168"/>
              <a:gd name="connsiteX2" fmla="*/ 6521061 w 6782652"/>
              <a:gd name="connsiteY2" fmla="*/ 1241571 h 2848168"/>
              <a:gd name="connsiteX3" fmla="*/ 6479116 w 6782652"/>
              <a:gd name="connsiteY3" fmla="*/ 1132514 h 2848168"/>
              <a:gd name="connsiteX4" fmla="*/ 6579784 w 6782652"/>
              <a:gd name="connsiteY4" fmla="*/ 1275127 h 2848168"/>
              <a:gd name="connsiteX5" fmla="*/ 6412004 w 6782652"/>
              <a:gd name="connsiteY5" fmla="*/ 1568741 h 2848168"/>
              <a:gd name="connsiteX6" fmla="*/ 6235835 w 6782652"/>
              <a:gd name="connsiteY6" fmla="*/ 1610686 h 2848168"/>
              <a:gd name="connsiteX7" fmla="*/ 6126778 w 6782652"/>
              <a:gd name="connsiteY7" fmla="*/ 1954635 h 2848168"/>
              <a:gd name="connsiteX8" fmla="*/ 5984165 w 6782652"/>
              <a:gd name="connsiteY8" fmla="*/ 2818701 h 2848168"/>
              <a:gd name="connsiteX9" fmla="*/ 5531160 w 6782652"/>
              <a:gd name="connsiteY9" fmla="*/ 2634143 h 2848168"/>
              <a:gd name="connsiteX10" fmla="*/ 5363380 w 6782652"/>
              <a:gd name="connsiteY10" fmla="*/ 2508308 h 2848168"/>
              <a:gd name="connsiteX11" fmla="*/ 5094932 w 6782652"/>
              <a:gd name="connsiteY11" fmla="*/ 2499919 h 2848168"/>
              <a:gd name="connsiteX12" fmla="*/ 3668804 w 6782652"/>
              <a:gd name="connsiteY12" fmla="*/ 2608976 h 2848168"/>
              <a:gd name="connsiteX13" fmla="*/ 3165464 w 6782652"/>
              <a:gd name="connsiteY13" fmla="*/ 2155971 h 2848168"/>
              <a:gd name="connsiteX14" fmla="*/ 2779571 w 6782652"/>
              <a:gd name="connsiteY14" fmla="*/ 2248250 h 2848168"/>
              <a:gd name="connsiteX15" fmla="*/ 2200730 w 6782652"/>
              <a:gd name="connsiteY15" fmla="*/ 1140903 h 2848168"/>
              <a:gd name="connsiteX16" fmla="*/ 841714 w 6782652"/>
              <a:gd name="connsiteY16" fmla="*/ 906011 h 2848168"/>
              <a:gd name="connsiteX17" fmla="*/ 447431 w 6782652"/>
              <a:gd name="connsiteY17" fmla="*/ 956345 h 2848168"/>
              <a:gd name="connsiteX18" fmla="*/ 11204 w 6782652"/>
              <a:gd name="connsiteY18" fmla="*/ 872455 h 2848168"/>
              <a:gd name="connsiteX19" fmla="*/ 170595 w 6782652"/>
              <a:gd name="connsiteY19" fmla="*/ 276837 h 2848168"/>
              <a:gd name="connsiteX20" fmla="*/ 615211 w 6782652"/>
              <a:gd name="connsiteY20" fmla="*/ 134224 h 2848168"/>
              <a:gd name="connsiteX21" fmla="*/ 782991 w 6782652"/>
              <a:gd name="connsiteY21" fmla="*/ 0 h 2848168"/>
              <a:gd name="connsiteX0" fmla="*/ 6781119 w 6781119"/>
              <a:gd name="connsiteY0" fmla="*/ 864066 h 2848168"/>
              <a:gd name="connsiteX1" fmla="*/ 6521061 w 6781119"/>
              <a:gd name="connsiteY1" fmla="*/ 1241571 h 2848168"/>
              <a:gd name="connsiteX2" fmla="*/ 6479116 w 6781119"/>
              <a:gd name="connsiteY2" fmla="*/ 1132514 h 2848168"/>
              <a:gd name="connsiteX3" fmla="*/ 6579784 w 6781119"/>
              <a:gd name="connsiteY3" fmla="*/ 1275127 h 2848168"/>
              <a:gd name="connsiteX4" fmla="*/ 6412004 w 6781119"/>
              <a:gd name="connsiteY4" fmla="*/ 1568741 h 2848168"/>
              <a:gd name="connsiteX5" fmla="*/ 6235835 w 6781119"/>
              <a:gd name="connsiteY5" fmla="*/ 1610686 h 2848168"/>
              <a:gd name="connsiteX6" fmla="*/ 6126778 w 6781119"/>
              <a:gd name="connsiteY6" fmla="*/ 1954635 h 2848168"/>
              <a:gd name="connsiteX7" fmla="*/ 5984165 w 6781119"/>
              <a:gd name="connsiteY7" fmla="*/ 2818701 h 2848168"/>
              <a:gd name="connsiteX8" fmla="*/ 5531160 w 6781119"/>
              <a:gd name="connsiteY8" fmla="*/ 2634143 h 2848168"/>
              <a:gd name="connsiteX9" fmla="*/ 5363380 w 6781119"/>
              <a:gd name="connsiteY9" fmla="*/ 2508308 h 2848168"/>
              <a:gd name="connsiteX10" fmla="*/ 5094932 w 6781119"/>
              <a:gd name="connsiteY10" fmla="*/ 2499919 h 2848168"/>
              <a:gd name="connsiteX11" fmla="*/ 3668804 w 6781119"/>
              <a:gd name="connsiteY11" fmla="*/ 2608976 h 2848168"/>
              <a:gd name="connsiteX12" fmla="*/ 3165464 w 6781119"/>
              <a:gd name="connsiteY12" fmla="*/ 2155971 h 2848168"/>
              <a:gd name="connsiteX13" fmla="*/ 2779571 w 6781119"/>
              <a:gd name="connsiteY13" fmla="*/ 2248250 h 2848168"/>
              <a:gd name="connsiteX14" fmla="*/ 2200730 w 6781119"/>
              <a:gd name="connsiteY14" fmla="*/ 1140903 h 2848168"/>
              <a:gd name="connsiteX15" fmla="*/ 841714 w 6781119"/>
              <a:gd name="connsiteY15" fmla="*/ 906011 h 2848168"/>
              <a:gd name="connsiteX16" fmla="*/ 447431 w 6781119"/>
              <a:gd name="connsiteY16" fmla="*/ 956345 h 2848168"/>
              <a:gd name="connsiteX17" fmla="*/ 11204 w 6781119"/>
              <a:gd name="connsiteY17" fmla="*/ 872455 h 2848168"/>
              <a:gd name="connsiteX18" fmla="*/ 170595 w 6781119"/>
              <a:gd name="connsiteY18" fmla="*/ 276837 h 2848168"/>
              <a:gd name="connsiteX19" fmla="*/ 615211 w 6781119"/>
              <a:gd name="connsiteY19" fmla="*/ 134224 h 2848168"/>
              <a:gd name="connsiteX20" fmla="*/ 782991 w 6781119"/>
              <a:gd name="connsiteY20" fmla="*/ 0 h 2848168"/>
              <a:gd name="connsiteX0" fmla="*/ 6781119 w 6781119"/>
              <a:gd name="connsiteY0" fmla="*/ 864066 h 2848168"/>
              <a:gd name="connsiteX1" fmla="*/ 6521061 w 6781119"/>
              <a:gd name="connsiteY1" fmla="*/ 1241571 h 2848168"/>
              <a:gd name="connsiteX2" fmla="*/ 6479116 w 6781119"/>
              <a:gd name="connsiteY2" fmla="*/ 1132514 h 2848168"/>
              <a:gd name="connsiteX3" fmla="*/ 6579784 w 6781119"/>
              <a:gd name="connsiteY3" fmla="*/ 1275127 h 2848168"/>
              <a:gd name="connsiteX4" fmla="*/ 6412004 w 6781119"/>
              <a:gd name="connsiteY4" fmla="*/ 1568741 h 2848168"/>
              <a:gd name="connsiteX5" fmla="*/ 6235835 w 6781119"/>
              <a:gd name="connsiteY5" fmla="*/ 1610686 h 2848168"/>
              <a:gd name="connsiteX6" fmla="*/ 6126778 w 6781119"/>
              <a:gd name="connsiteY6" fmla="*/ 1954635 h 2848168"/>
              <a:gd name="connsiteX7" fmla="*/ 5984165 w 6781119"/>
              <a:gd name="connsiteY7" fmla="*/ 2818701 h 2848168"/>
              <a:gd name="connsiteX8" fmla="*/ 5531160 w 6781119"/>
              <a:gd name="connsiteY8" fmla="*/ 2634143 h 2848168"/>
              <a:gd name="connsiteX9" fmla="*/ 5363380 w 6781119"/>
              <a:gd name="connsiteY9" fmla="*/ 2508308 h 2848168"/>
              <a:gd name="connsiteX10" fmla="*/ 5094932 w 6781119"/>
              <a:gd name="connsiteY10" fmla="*/ 2499919 h 2848168"/>
              <a:gd name="connsiteX11" fmla="*/ 3795804 w 6781119"/>
              <a:gd name="connsiteY11" fmla="*/ 2405776 h 2848168"/>
              <a:gd name="connsiteX12" fmla="*/ 3165464 w 6781119"/>
              <a:gd name="connsiteY12" fmla="*/ 2155971 h 2848168"/>
              <a:gd name="connsiteX13" fmla="*/ 2779571 w 6781119"/>
              <a:gd name="connsiteY13" fmla="*/ 2248250 h 2848168"/>
              <a:gd name="connsiteX14" fmla="*/ 2200730 w 6781119"/>
              <a:gd name="connsiteY14" fmla="*/ 1140903 h 2848168"/>
              <a:gd name="connsiteX15" fmla="*/ 841714 w 6781119"/>
              <a:gd name="connsiteY15" fmla="*/ 906011 h 2848168"/>
              <a:gd name="connsiteX16" fmla="*/ 447431 w 6781119"/>
              <a:gd name="connsiteY16" fmla="*/ 956345 h 2848168"/>
              <a:gd name="connsiteX17" fmla="*/ 11204 w 6781119"/>
              <a:gd name="connsiteY17" fmla="*/ 872455 h 2848168"/>
              <a:gd name="connsiteX18" fmla="*/ 170595 w 6781119"/>
              <a:gd name="connsiteY18" fmla="*/ 276837 h 2848168"/>
              <a:gd name="connsiteX19" fmla="*/ 615211 w 6781119"/>
              <a:gd name="connsiteY19" fmla="*/ 134224 h 2848168"/>
              <a:gd name="connsiteX20" fmla="*/ 782991 w 6781119"/>
              <a:gd name="connsiteY20" fmla="*/ 0 h 2848168"/>
              <a:gd name="connsiteX0" fmla="*/ 6779667 w 6779667"/>
              <a:gd name="connsiteY0" fmla="*/ 864066 h 2848168"/>
              <a:gd name="connsiteX1" fmla="*/ 6519609 w 6779667"/>
              <a:gd name="connsiteY1" fmla="*/ 1241571 h 2848168"/>
              <a:gd name="connsiteX2" fmla="*/ 6477664 w 6779667"/>
              <a:gd name="connsiteY2" fmla="*/ 1132514 h 2848168"/>
              <a:gd name="connsiteX3" fmla="*/ 6578332 w 6779667"/>
              <a:gd name="connsiteY3" fmla="*/ 1275127 h 2848168"/>
              <a:gd name="connsiteX4" fmla="*/ 6410552 w 6779667"/>
              <a:gd name="connsiteY4" fmla="*/ 1568741 h 2848168"/>
              <a:gd name="connsiteX5" fmla="*/ 6234383 w 6779667"/>
              <a:gd name="connsiteY5" fmla="*/ 1610686 h 2848168"/>
              <a:gd name="connsiteX6" fmla="*/ 6125326 w 6779667"/>
              <a:gd name="connsiteY6" fmla="*/ 1954635 h 2848168"/>
              <a:gd name="connsiteX7" fmla="*/ 5982713 w 6779667"/>
              <a:gd name="connsiteY7" fmla="*/ 2818701 h 2848168"/>
              <a:gd name="connsiteX8" fmla="*/ 5529708 w 6779667"/>
              <a:gd name="connsiteY8" fmla="*/ 2634143 h 2848168"/>
              <a:gd name="connsiteX9" fmla="*/ 5361928 w 6779667"/>
              <a:gd name="connsiteY9" fmla="*/ 2508308 h 2848168"/>
              <a:gd name="connsiteX10" fmla="*/ 5093480 w 6779667"/>
              <a:gd name="connsiteY10" fmla="*/ 2499919 h 2848168"/>
              <a:gd name="connsiteX11" fmla="*/ 3794352 w 6779667"/>
              <a:gd name="connsiteY11" fmla="*/ 2405776 h 2848168"/>
              <a:gd name="connsiteX12" fmla="*/ 3164012 w 6779667"/>
              <a:gd name="connsiteY12" fmla="*/ 2155971 h 2848168"/>
              <a:gd name="connsiteX13" fmla="*/ 2778119 w 6779667"/>
              <a:gd name="connsiteY13" fmla="*/ 2248250 h 2848168"/>
              <a:gd name="connsiteX14" fmla="*/ 2199278 w 6779667"/>
              <a:gd name="connsiteY14" fmla="*/ 1140903 h 2848168"/>
              <a:gd name="connsiteX15" fmla="*/ 840262 w 6779667"/>
              <a:gd name="connsiteY15" fmla="*/ 906011 h 2848168"/>
              <a:gd name="connsiteX16" fmla="*/ 420579 w 6779667"/>
              <a:gd name="connsiteY16" fmla="*/ 1045245 h 2848168"/>
              <a:gd name="connsiteX17" fmla="*/ 9752 w 6779667"/>
              <a:gd name="connsiteY17" fmla="*/ 872455 h 2848168"/>
              <a:gd name="connsiteX18" fmla="*/ 169143 w 6779667"/>
              <a:gd name="connsiteY18" fmla="*/ 276837 h 2848168"/>
              <a:gd name="connsiteX19" fmla="*/ 613759 w 6779667"/>
              <a:gd name="connsiteY19" fmla="*/ 134224 h 2848168"/>
              <a:gd name="connsiteX20" fmla="*/ 781539 w 6779667"/>
              <a:gd name="connsiteY20" fmla="*/ 0 h 2848168"/>
              <a:gd name="connsiteX0" fmla="*/ 6779667 w 6779667"/>
              <a:gd name="connsiteY0" fmla="*/ 864066 h 2658714"/>
              <a:gd name="connsiteX1" fmla="*/ 6519609 w 6779667"/>
              <a:gd name="connsiteY1" fmla="*/ 1241571 h 2658714"/>
              <a:gd name="connsiteX2" fmla="*/ 6477664 w 6779667"/>
              <a:gd name="connsiteY2" fmla="*/ 1132514 h 2658714"/>
              <a:gd name="connsiteX3" fmla="*/ 6578332 w 6779667"/>
              <a:gd name="connsiteY3" fmla="*/ 1275127 h 2658714"/>
              <a:gd name="connsiteX4" fmla="*/ 6410552 w 6779667"/>
              <a:gd name="connsiteY4" fmla="*/ 1568741 h 2658714"/>
              <a:gd name="connsiteX5" fmla="*/ 6234383 w 6779667"/>
              <a:gd name="connsiteY5" fmla="*/ 1610686 h 2658714"/>
              <a:gd name="connsiteX6" fmla="*/ 6125326 w 6779667"/>
              <a:gd name="connsiteY6" fmla="*/ 1954635 h 2658714"/>
              <a:gd name="connsiteX7" fmla="*/ 5529708 w 6779667"/>
              <a:gd name="connsiteY7" fmla="*/ 2634143 h 2658714"/>
              <a:gd name="connsiteX8" fmla="*/ 5361928 w 6779667"/>
              <a:gd name="connsiteY8" fmla="*/ 2508308 h 2658714"/>
              <a:gd name="connsiteX9" fmla="*/ 5093480 w 6779667"/>
              <a:gd name="connsiteY9" fmla="*/ 2499919 h 2658714"/>
              <a:gd name="connsiteX10" fmla="*/ 3794352 w 6779667"/>
              <a:gd name="connsiteY10" fmla="*/ 2405776 h 2658714"/>
              <a:gd name="connsiteX11" fmla="*/ 3164012 w 6779667"/>
              <a:gd name="connsiteY11" fmla="*/ 2155971 h 2658714"/>
              <a:gd name="connsiteX12" fmla="*/ 2778119 w 6779667"/>
              <a:gd name="connsiteY12" fmla="*/ 2248250 h 2658714"/>
              <a:gd name="connsiteX13" fmla="*/ 2199278 w 6779667"/>
              <a:gd name="connsiteY13" fmla="*/ 1140903 h 2658714"/>
              <a:gd name="connsiteX14" fmla="*/ 840262 w 6779667"/>
              <a:gd name="connsiteY14" fmla="*/ 906011 h 2658714"/>
              <a:gd name="connsiteX15" fmla="*/ 420579 w 6779667"/>
              <a:gd name="connsiteY15" fmla="*/ 1045245 h 2658714"/>
              <a:gd name="connsiteX16" fmla="*/ 9752 w 6779667"/>
              <a:gd name="connsiteY16" fmla="*/ 872455 h 2658714"/>
              <a:gd name="connsiteX17" fmla="*/ 169143 w 6779667"/>
              <a:gd name="connsiteY17" fmla="*/ 276837 h 2658714"/>
              <a:gd name="connsiteX18" fmla="*/ 613759 w 6779667"/>
              <a:gd name="connsiteY18" fmla="*/ 134224 h 2658714"/>
              <a:gd name="connsiteX19" fmla="*/ 781539 w 6779667"/>
              <a:gd name="connsiteY19" fmla="*/ 0 h 2658714"/>
              <a:gd name="connsiteX0" fmla="*/ 6779667 w 6779667"/>
              <a:gd name="connsiteY0" fmla="*/ 864066 h 2550353"/>
              <a:gd name="connsiteX1" fmla="*/ 6519609 w 6779667"/>
              <a:gd name="connsiteY1" fmla="*/ 1241571 h 2550353"/>
              <a:gd name="connsiteX2" fmla="*/ 6477664 w 6779667"/>
              <a:gd name="connsiteY2" fmla="*/ 1132514 h 2550353"/>
              <a:gd name="connsiteX3" fmla="*/ 6578332 w 6779667"/>
              <a:gd name="connsiteY3" fmla="*/ 1275127 h 2550353"/>
              <a:gd name="connsiteX4" fmla="*/ 6410552 w 6779667"/>
              <a:gd name="connsiteY4" fmla="*/ 1568741 h 2550353"/>
              <a:gd name="connsiteX5" fmla="*/ 6234383 w 6779667"/>
              <a:gd name="connsiteY5" fmla="*/ 1610686 h 2550353"/>
              <a:gd name="connsiteX6" fmla="*/ 6125326 w 6779667"/>
              <a:gd name="connsiteY6" fmla="*/ 1954635 h 2550353"/>
              <a:gd name="connsiteX7" fmla="*/ 5361928 w 6779667"/>
              <a:gd name="connsiteY7" fmla="*/ 2508308 h 2550353"/>
              <a:gd name="connsiteX8" fmla="*/ 5093480 w 6779667"/>
              <a:gd name="connsiteY8" fmla="*/ 2499919 h 2550353"/>
              <a:gd name="connsiteX9" fmla="*/ 3794352 w 6779667"/>
              <a:gd name="connsiteY9" fmla="*/ 2405776 h 2550353"/>
              <a:gd name="connsiteX10" fmla="*/ 3164012 w 6779667"/>
              <a:gd name="connsiteY10" fmla="*/ 2155971 h 2550353"/>
              <a:gd name="connsiteX11" fmla="*/ 2778119 w 6779667"/>
              <a:gd name="connsiteY11" fmla="*/ 2248250 h 2550353"/>
              <a:gd name="connsiteX12" fmla="*/ 2199278 w 6779667"/>
              <a:gd name="connsiteY12" fmla="*/ 1140903 h 2550353"/>
              <a:gd name="connsiteX13" fmla="*/ 840262 w 6779667"/>
              <a:gd name="connsiteY13" fmla="*/ 906011 h 2550353"/>
              <a:gd name="connsiteX14" fmla="*/ 420579 w 6779667"/>
              <a:gd name="connsiteY14" fmla="*/ 1045245 h 2550353"/>
              <a:gd name="connsiteX15" fmla="*/ 9752 w 6779667"/>
              <a:gd name="connsiteY15" fmla="*/ 872455 h 2550353"/>
              <a:gd name="connsiteX16" fmla="*/ 169143 w 6779667"/>
              <a:gd name="connsiteY16" fmla="*/ 276837 h 2550353"/>
              <a:gd name="connsiteX17" fmla="*/ 613759 w 6779667"/>
              <a:gd name="connsiteY17" fmla="*/ 134224 h 2550353"/>
              <a:gd name="connsiteX18" fmla="*/ 781539 w 6779667"/>
              <a:gd name="connsiteY18" fmla="*/ 0 h 2550353"/>
              <a:gd name="connsiteX0" fmla="*/ 6779667 w 6779667"/>
              <a:gd name="connsiteY0" fmla="*/ 864066 h 2517244"/>
              <a:gd name="connsiteX1" fmla="*/ 6519609 w 6779667"/>
              <a:gd name="connsiteY1" fmla="*/ 1241571 h 2517244"/>
              <a:gd name="connsiteX2" fmla="*/ 6477664 w 6779667"/>
              <a:gd name="connsiteY2" fmla="*/ 1132514 h 2517244"/>
              <a:gd name="connsiteX3" fmla="*/ 6578332 w 6779667"/>
              <a:gd name="connsiteY3" fmla="*/ 1275127 h 2517244"/>
              <a:gd name="connsiteX4" fmla="*/ 6410552 w 6779667"/>
              <a:gd name="connsiteY4" fmla="*/ 1568741 h 2517244"/>
              <a:gd name="connsiteX5" fmla="*/ 6234383 w 6779667"/>
              <a:gd name="connsiteY5" fmla="*/ 1610686 h 2517244"/>
              <a:gd name="connsiteX6" fmla="*/ 6125326 w 6779667"/>
              <a:gd name="connsiteY6" fmla="*/ 1954635 h 2517244"/>
              <a:gd name="connsiteX7" fmla="*/ 5867766 w 6779667"/>
              <a:gd name="connsiteY7" fmla="*/ 2459669 h 2517244"/>
              <a:gd name="connsiteX8" fmla="*/ 5093480 w 6779667"/>
              <a:gd name="connsiteY8" fmla="*/ 2499919 h 2517244"/>
              <a:gd name="connsiteX9" fmla="*/ 3794352 w 6779667"/>
              <a:gd name="connsiteY9" fmla="*/ 2405776 h 2517244"/>
              <a:gd name="connsiteX10" fmla="*/ 3164012 w 6779667"/>
              <a:gd name="connsiteY10" fmla="*/ 2155971 h 2517244"/>
              <a:gd name="connsiteX11" fmla="*/ 2778119 w 6779667"/>
              <a:gd name="connsiteY11" fmla="*/ 2248250 h 2517244"/>
              <a:gd name="connsiteX12" fmla="*/ 2199278 w 6779667"/>
              <a:gd name="connsiteY12" fmla="*/ 1140903 h 2517244"/>
              <a:gd name="connsiteX13" fmla="*/ 840262 w 6779667"/>
              <a:gd name="connsiteY13" fmla="*/ 906011 h 2517244"/>
              <a:gd name="connsiteX14" fmla="*/ 420579 w 6779667"/>
              <a:gd name="connsiteY14" fmla="*/ 1045245 h 2517244"/>
              <a:gd name="connsiteX15" fmla="*/ 9752 w 6779667"/>
              <a:gd name="connsiteY15" fmla="*/ 872455 h 2517244"/>
              <a:gd name="connsiteX16" fmla="*/ 169143 w 6779667"/>
              <a:gd name="connsiteY16" fmla="*/ 276837 h 2517244"/>
              <a:gd name="connsiteX17" fmla="*/ 613759 w 6779667"/>
              <a:gd name="connsiteY17" fmla="*/ 134224 h 2517244"/>
              <a:gd name="connsiteX18" fmla="*/ 781539 w 6779667"/>
              <a:gd name="connsiteY18" fmla="*/ 0 h 2517244"/>
              <a:gd name="connsiteX0" fmla="*/ 6779667 w 6779667"/>
              <a:gd name="connsiteY0" fmla="*/ 864066 h 2490501"/>
              <a:gd name="connsiteX1" fmla="*/ 6519609 w 6779667"/>
              <a:gd name="connsiteY1" fmla="*/ 1241571 h 2490501"/>
              <a:gd name="connsiteX2" fmla="*/ 6477664 w 6779667"/>
              <a:gd name="connsiteY2" fmla="*/ 1132514 h 2490501"/>
              <a:gd name="connsiteX3" fmla="*/ 6578332 w 6779667"/>
              <a:gd name="connsiteY3" fmla="*/ 1275127 h 2490501"/>
              <a:gd name="connsiteX4" fmla="*/ 6410552 w 6779667"/>
              <a:gd name="connsiteY4" fmla="*/ 1568741 h 2490501"/>
              <a:gd name="connsiteX5" fmla="*/ 6234383 w 6779667"/>
              <a:gd name="connsiteY5" fmla="*/ 1610686 h 2490501"/>
              <a:gd name="connsiteX6" fmla="*/ 6125326 w 6779667"/>
              <a:gd name="connsiteY6" fmla="*/ 1954635 h 2490501"/>
              <a:gd name="connsiteX7" fmla="*/ 5867766 w 6779667"/>
              <a:gd name="connsiteY7" fmla="*/ 2459669 h 2490501"/>
              <a:gd name="connsiteX8" fmla="*/ 5112935 w 6779667"/>
              <a:gd name="connsiteY8" fmla="*/ 2431825 h 2490501"/>
              <a:gd name="connsiteX9" fmla="*/ 3794352 w 6779667"/>
              <a:gd name="connsiteY9" fmla="*/ 2405776 h 2490501"/>
              <a:gd name="connsiteX10" fmla="*/ 3164012 w 6779667"/>
              <a:gd name="connsiteY10" fmla="*/ 2155971 h 2490501"/>
              <a:gd name="connsiteX11" fmla="*/ 2778119 w 6779667"/>
              <a:gd name="connsiteY11" fmla="*/ 2248250 h 2490501"/>
              <a:gd name="connsiteX12" fmla="*/ 2199278 w 6779667"/>
              <a:gd name="connsiteY12" fmla="*/ 1140903 h 2490501"/>
              <a:gd name="connsiteX13" fmla="*/ 840262 w 6779667"/>
              <a:gd name="connsiteY13" fmla="*/ 906011 h 2490501"/>
              <a:gd name="connsiteX14" fmla="*/ 420579 w 6779667"/>
              <a:gd name="connsiteY14" fmla="*/ 1045245 h 2490501"/>
              <a:gd name="connsiteX15" fmla="*/ 9752 w 6779667"/>
              <a:gd name="connsiteY15" fmla="*/ 872455 h 2490501"/>
              <a:gd name="connsiteX16" fmla="*/ 169143 w 6779667"/>
              <a:gd name="connsiteY16" fmla="*/ 276837 h 2490501"/>
              <a:gd name="connsiteX17" fmla="*/ 613759 w 6779667"/>
              <a:gd name="connsiteY17" fmla="*/ 134224 h 2490501"/>
              <a:gd name="connsiteX18" fmla="*/ 781539 w 6779667"/>
              <a:gd name="connsiteY18" fmla="*/ 0 h 2490501"/>
              <a:gd name="connsiteX0" fmla="*/ 6779667 w 6779667"/>
              <a:gd name="connsiteY0" fmla="*/ 864066 h 2498550"/>
              <a:gd name="connsiteX1" fmla="*/ 6519609 w 6779667"/>
              <a:gd name="connsiteY1" fmla="*/ 1241571 h 2498550"/>
              <a:gd name="connsiteX2" fmla="*/ 6477664 w 6779667"/>
              <a:gd name="connsiteY2" fmla="*/ 1132514 h 2498550"/>
              <a:gd name="connsiteX3" fmla="*/ 6578332 w 6779667"/>
              <a:gd name="connsiteY3" fmla="*/ 1275127 h 2498550"/>
              <a:gd name="connsiteX4" fmla="*/ 6410552 w 6779667"/>
              <a:gd name="connsiteY4" fmla="*/ 1568741 h 2498550"/>
              <a:gd name="connsiteX5" fmla="*/ 6234383 w 6779667"/>
              <a:gd name="connsiteY5" fmla="*/ 1610686 h 2498550"/>
              <a:gd name="connsiteX6" fmla="*/ 6125326 w 6779667"/>
              <a:gd name="connsiteY6" fmla="*/ 1954635 h 2498550"/>
              <a:gd name="connsiteX7" fmla="*/ 5867766 w 6779667"/>
              <a:gd name="connsiteY7" fmla="*/ 2459669 h 2498550"/>
              <a:gd name="connsiteX8" fmla="*/ 5112935 w 6779667"/>
              <a:gd name="connsiteY8" fmla="*/ 2431825 h 2498550"/>
              <a:gd name="connsiteX9" fmla="*/ 3784624 w 6779667"/>
              <a:gd name="connsiteY9" fmla="*/ 2172312 h 2498550"/>
              <a:gd name="connsiteX10" fmla="*/ 3164012 w 6779667"/>
              <a:gd name="connsiteY10" fmla="*/ 2155971 h 2498550"/>
              <a:gd name="connsiteX11" fmla="*/ 2778119 w 6779667"/>
              <a:gd name="connsiteY11" fmla="*/ 2248250 h 2498550"/>
              <a:gd name="connsiteX12" fmla="*/ 2199278 w 6779667"/>
              <a:gd name="connsiteY12" fmla="*/ 1140903 h 2498550"/>
              <a:gd name="connsiteX13" fmla="*/ 840262 w 6779667"/>
              <a:gd name="connsiteY13" fmla="*/ 906011 h 2498550"/>
              <a:gd name="connsiteX14" fmla="*/ 420579 w 6779667"/>
              <a:gd name="connsiteY14" fmla="*/ 1045245 h 2498550"/>
              <a:gd name="connsiteX15" fmla="*/ 9752 w 6779667"/>
              <a:gd name="connsiteY15" fmla="*/ 872455 h 2498550"/>
              <a:gd name="connsiteX16" fmla="*/ 169143 w 6779667"/>
              <a:gd name="connsiteY16" fmla="*/ 276837 h 2498550"/>
              <a:gd name="connsiteX17" fmla="*/ 613759 w 6779667"/>
              <a:gd name="connsiteY17" fmla="*/ 134224 h 2498550"/>
              <a:gd name="connsiteX18" fmla="*/ 781539 w 6779667"/>
              <a:gd name="connsiteY18" fmla="*/ 0 h 2498550"/>
              <a:gd name="connsiteX0" fmla="*/ 6779667 w 6779667"/>
              <a:gd name="connsiteY0" fmla="*/ 864066 h 2498550"/>
              <a:gd name="connsiteX1" fmla="*/ 6519609 w 6779667"/>
              <a:gd name="connsiteY1" fmla="*/ 1241571 h 2498550"/>
              <a:gd name="connsiteX2" fmla="*/ 6477664 w 6779667"/>
              <a:gd name="connsiteY2" fmla="*/ 1132514 h 2498550"/>
              <a:gd name="connsiteX3" fmla="*/ 6578332 w 6779667"/>
              <a:gd name="connsiteY3" fmla="*/ 1275127 h 2498550"/>
              <a:gd name="connsiteX4" fmla="*/ 6410552 w 6779667"/>
              <a:gd name="connsiteY4" fmla="*/ 1568741 h 2498550"/>
              <a:gd name="connsiteX5" fmla="*/ 6234383 w 6779667"/>
              <a:gd name="connsiteY5" fmla="*/ 1610686 h 2498550"/>
              <a:gd name="connsiteX6" fmla="*/ 6125326 w 6779667"/>
              <a:gd name="connsiteY6" fmla="*/ 1954635 h 2498550"/>
              <a:gd name="connsiteX7" fmla="*/ 5867766 w 6779667"/>
              <a:gd name="connsiteY7" fmla="*/ 2459669 h 2498550"/>
              <a:gd name="connsiteX8" fmla="*/ 5112935 w 6779667"/>
              <a:gd name="connsiteY8" fmla="*/ 2431825 h 2498550"/>
              <a:gd name="connsiteX9" fmla="*/ 3784624 w 6779667"/>
              <a:gd name="connsiteY9" fmla="*/ 2172312 h 2498550"/>
              <a:gd name="connsiteX10" fmla="*/ 3164012 w 6779667"/>
              <a:gd name="connsiteY10" fmla="*/ 2155971 h 2498550"/>
              <a:gd name="connsiteX11" fmla="*/ 2778119 w 6779667"/>
              <a:gd name="connsiteY11" fmla="*/ 2248250 h 2498550"/>
              <a:gd name="connsiteX12" fmla="*/ 2199278 w 6779667"/>
              <a:gd name="connsiteY12" fmla="*/ 1140903 h 2498550"/>
              <a:gd name="connsiteX13" fmla="*/ 840262 w 6779667"/>
              <a:gd name="connsiteY13" fmla="*/ 906011 h 2498550"/>
              <a:gd name="connsiteX14" fmla="*/ 420579 w 6779667"/>
              <a:gd name="connsiteY14" fmla="*/ 1045245 h 2498550"/>
              <a:gd name="connsiteX15" fmla="*/ 9752 w 6779667"/>
              <a:gd name="connsiteY15" fmla="*/ 872455 h 2498550"/>
              <a:gd name="connsiteX16" fmla="*/ 169143 w 6779667"/>
              <a:gd name="connsiteY16" fmla="*/ 276837 h 2498550"/>
              <a:gd name="connsiteX17" fmla="*/ 613759 w 6779667"/>
              <a:gd name="connsiteY17" fmla="*/ 134224 h 2498550"/>
              <a:gd name="connsiteX18" fmla="*/ 781539 w 6779667"/>
              <a:gd name="connsiteY18" fmla="*/ 0 h 2498550"/>
              <a:gd name="connsiteX0" fmla="*/ 6779667 w 6779667"/>
              <a:gd name="connsiteY0" fmla="*/ 864066 h 2499218"/>
              <a:gd name="connsiteX1" fmla="*/ 6519609 w 6779667"/>
              <a:gd name="connsiteY1" fmla="*/ 1241571 h 2499218"/>
              <a:gd name="connsiteX2" fmla="*/ 6477664 w 6779667"/>
              <a:gd name="connsiteY2" fmla="*/ 1132514 h 2499218"/>
              <a:gd name="connsiteX3" fmla="*/ 6578332 w 6779667"/>
              <a:gd name="connsiteY3" fmla="*/ 1275127 h 2499218"/>
              <a:gd name="connsiteX4" fmla="*/ 6410552 w 6779667"/>
              <a:gd name="connsiteY4" fmla="*/ 1568741 h 2499218"/>
              <a:gd name="connsiteX5" fmla="*/ 6234383 w 6779667"/>
              <a:gd name="connsiteY5" fmla="*/ 1610686 h 2499218"/>
              <a:gd name="connsiteX6" fmla="*/ 6125326 w 6779667"/>
              <a:gd name="connsiteY6" fmla="*/ 1954635 h 2499218"/>
              <a:gd name="connsiteX7" fmla="*/ 5867766 w 6779667"/>
              <a:gd name="connsiteY7" fmla="*/ 2459669 h 2499218"/>
              <a:gd name="connsiteX8" fmla="*/ 5112935 w 6779667"/>
              <a:gd name="connsiteY8" fmla="*/ 2431825 h 2499218"/>
              <a:gd name="connsiteX9" fmla="*/ 3164012 w 6779667"/>
              <a:gd name="connsiteY9" fmla="*/ 2155971 h 2499218"/>
              <a:gd name="connsiteX10" fmla="*/ 2778119 w 6779667"/>
              <a:gd name="connsiteY10" fmla="*/ 2248250 h 2499218"/>
              <a:gd name="connsiteX11" fmla="*/ 2199278 w 6779667"/>
              <a:gd name="connsiteY11" fmla="*/ 1140903 h 2499218"/>
              <a:gd name="connsiteX12" fmla="*/ 840262 w 6779667"/>
              <a:gd name="connsiteY12" fmla="*/ 906011 h 2499218"/>
              <a:gd name="connsiteX13" fmla="*/ 420579 w 6779667"/>
              <a:gd name="connsiteY13" fmla="*/ 1045245 h 2499218"/>
              <a:gd name="connsiteX14" fmla="*/ 9752 w 6779667"/>
              <a:gd name="connsiteY14" fmla="*/ 872455 h 2499218"/>
              <a:gd name="connsiteX15" fmla="*/ 169143 w 6779667"/>
              <a:gd name="connsiteY15" fmla="*/ 276837 h 2499218"/>
              <a:gd name="connsiteX16" fmla="*/ 613759 w 6779667"/>
              <a:gd name="connsiteY16" fmla="*/ 134224 h 2499218"/>
              <a:gd name="connsiteX17" fmla="*/ 781539 w 6779667"/>
              <a:gd name="connsiteY17" fmla="*/ 0 h 2499218"/>
              <a:gd name="connsiteX0" fmla="*/ 6779667 w 6779667"/>
              <a:gd name="connsiteY0" fmla="*/ 864066 h 2492985"/>
              <a:gd name="connsiteX1" fmla="*/ 6519609 w 6779667"/>
              <a:gd name="connsiteY1" fmla="*/ 1241571 h 2492985"/>
              <a:gd name="connsiteX2" fmla="*/ 6477664 w 6779667"/>
              <a:gd name="connsiteY2" fmla="*/ 1132514 h 2492985"/>
              <a:gd name="connsiteX3" fmla="*/ 6578332 w 6779667"/>
              <a:gd name="connsiteY3" fmla="*/ 1275127 h 2492985"/>
              <a:gd name="connsiteX4" fmla="*/ 6410552 w 6779667"/>
              <a:gd name="connsiteY4" fmla="*/ 1568741 h 2492985"/>
              <a:gd name="connsiteX5" fmla="*/ 6234383 w 6779667"/>
              <a:gd name="connsiteY5" fmla="*/ 1610686 h 2492985"/>
              <a:gd name="connsiteX6" fmla="*/ 6125326 w 6779667"/>
              <a:gd name="connsiteY6" fmla="*/ 1954635 h 2492985"/>
              <a:gd name="connsiteX7" fmla="*/ 5867766 w 6779667"/>
              <a:gd name="connsiteY7" fmla="*/ 2459669 h 2492985"/>
              <a:gd name="connsiteX8" fmla="*/ 5112935 w 6779667"/>
              <a:gd name="connsiteY8" fmla="*/ 2431825 h 2492985"/>
              <a:gd name="connsiteX9" fmla="*/ 4429055 w 6779667"/>
              <a:gd name="connsiteY9" fmla="*/ 2324912 h 2492985"/>
              <a:gd name="connsiteX10" fmla="*/ 3164012 w 6779667"/>
              <a:gd name="connsiteY10" fmla="*/ 2155971 h 2492985"/>
              <a:gd name="connsiteX11" fmla="*/ 2778119 w 6779667"/>
              <a:gd name="connsiteY11" fmla="*/ 2248250 h 2492985"/>
              <a:gd name="connsiteX12" fmla="*/ 2199278 w 6779667"/>
              <a:gd name="connsiteY12" fmla="*/ 1140903 h 2492985"/>
              <a:gd name="connsiteX13" fmla="*/ 840262 w 6779667"/>
              <a:gd name="connsiteY13" fmla="*/ 906011 h 2492985"/>
              <a:gd name="connsiteX14" fmla="*/ 420579 w 6779667"/>
              <a:gd name="connsiteY14" fmla="*/ 1045245 h 2492985"/>
              <a:gd name="connsiteX15" fmla="*/ 9752 w 6779667"/>
              <a:gd name="connsiteY15" fmla="*/ 872455 h 2492985"/>
              <a:gd name="connsiteX16" fmla="*/ 169143 w 6779667"/>
              <a:gd name="connsiteY16" fmla="*/ 276837 h 2492985"/>
              <a:gd name="connsiteX17" fmla="*/ 613759 w 6779667"/>
              <a:gd name="connsiteY17" fmla="*/ 134224 h 2492985"/>
              <a:gd name="connsiteX18" fmla="*/ 781539 w 6779667"/>
              <a:gd name="connsiteY18" fmla="*/ 0 h 2492985"/>
              <a:gd name="connsiteX0" fmla="*/ 6779667 w 6779667"/>
              <a:gd name="connsiteY0" fmla="*/ 864066 h 2508076"/>
              <a:gd name="connsiteX1" fmla="*/ 6519609 w 6779667"/>
              <a:gd name="connsiteY1" fmla="*/ 1241571 h 2508076"/>
              <a:gd name="connsiteX2" fmla="*/ 6477664 w 6779667"/>
              <a:gd name="connsiteY2" fmla="*/ 1132514 h 2508076"/>
              <a:gd name="connsiteX3" fmla="*/ 6578332 w 6779667"/>
              <a:gd name="connsiteY3" fmla="*/ 1275127 h 2508076"/>
              <a:gd name="connsiteX4" fmla="*/ 6410552 w 6779667"/>
              <a:gd name="connsiteY4" fmla="*/ 1568741 h 2508076"/>
              <a:gd name="connsiteX5" fmla="*/ 6234383 w 6779667"/>
              <a:gd name="connsiteY5" fmla="*/ 1610686 h 2508076"/>
              <a:gd name="connsiteX6" fmla="*/ 6125326 w 6779667"/>
              <a:gd name="connsiteY6" fmla="*/ 1954635 h 2508076"/>
              <a:gd name="connsiteX7" fmla="*/ 5867766 w 6779667"/>
              <a:gd name="connsiteY7" fmla="*/ 2459669 h 2508076"/>
              <a:gd name="connsiteX8" fmla="*/ 5112935 w 6779667"/>
              <a:gd name="connsiteY8" fmla="*/ 2431825 h 2508076"/>
              <a:gd name="connsiteX9" fmla="*/ 4127498 w 6779667"/>
              <a:gd name="connsiteY9" fmla="*/ 1964989 h 2508076"/>
              <a:gd name="connsiteX10" fmla="*/ 3164012 w 6779667"/>
              <a:gd name="connsiteY10" fmla="*/ 2155971 h 2508076"/>
              <a:gd name="connsiteX11" fmla="*/ 2778119 w 6779667"/>
              <a:gd name="connsiteY11" fmla="*/ 2248250 h 2508076"/>
              <a:gd name="connsiteX12" fmla="*/ 2199278 w 6779667"/>
              <a:gd name="connsiteY12" fmla="*/ 1140903 h 2508076"/>
              <a:gd name="connsiteX13" fmla="*/ 840262 w 6779667"/>
              <a:gd name="connsiteY13" fmla="*/ 906011 h 2508076"/>
              <a:gd name="connsiteX14" fmla="*/ 420579 w 6779667"/>
              <a:gd name="connsiteY14" fmla="*/ 1045245 h 2508076"/>
              <a:gd name="connsiteX15" fmla="*/ 9752 w 6779667"/>
              <a:gd name="connsiteY15" fmla="*/ 872455 h 2508076"/>
              <a:gd name="connsiteX16" fmla="*/ 169143 w 6779667"/>
              <a:gd name="connsiteY16" fmla="*/ 276837 h 2508076"/>
              <a:gd name="connsiteX17" fmla="*/ 613759 w 6779667"/>
              <a:gd name="connsiteY17" fmla="*/ 134224 h 2508076"/>
              <a:gd name="connsiteX18" fmla="*/ 781539 w 6779667"/>
              <a:gd name="connsiteY18" fmla="*/ 0 h 2508076"/>
              <a:gd name="connsiteX0" fmla="*/ 6779667 w 6779667"/>
              <a:gd name="connsiteY0" fmla="*/ 864066 h 2461554"/>
              <a:gd name="connsiteX1" fmla="*/ 6519609 w 6779667"/>
              <a:gd name="connsiteY1" fmla="*/ 1241571 h 2461554"/>
              <a:gd name="connsiteX2" fmla="*/ 6477664 w 6779667"/>
              <a:gd name="connsiteY2" fmla="*/ 1132514 h 2461554"/>
              <a:gd name="connsiteX3" fmla="*/ 6578332 w 6779667"/>
              <a:gd name="connsiteY3" fmla="*/ 1275127 h 2461554"/>
              <a:gd name="connsiteX4" fmla="*/ 6410552 w 6779667"/>
              <a:gd name="connsiteY4" fmla="*/ 1568741 h 2461554"/>
              <a:gd name="connsiteX5" fmla="*/ 6234383 w 6779667"/>
              <a:gd name="connsiteY5" fmla="*/ 1610686 h 2461554"/>
              <a:gd name="connsiteX6" fmla="*/ 6125326 w 6779667"/>
              <a:gd name="connsiteY6" fmla="*/ 1954635 h 2461554"/>
              <a:gd name="connsiteX7" fmla="*/ 5867766 w 6779667"/>
              <a:gd name="connsiteY7" fmla="*/ 2459669 h 2461554"/>
              <a:gd name="connsiteX8" fmla="*/ 4967021 w 6779667"/>
              <a:gd name="connsiteY8" fmla="*/ 2120540 h 2461554"/>
              <a:gd name="connsiteX9" fmla="*/ 4127498 w 6779667"/>
              <a:gd name="connsiteY9" fmla="*/ 1964989 h 2461554"/>
              <a:gd name="connsiteX10" fmla="*/ 3164012 w 6779667"/>
              <a:gd name="connsiteY10" fmla="*/ 2155971 h 2461554"/>
              <a:gd name="connsiteX11" fmla="*/ 2778119 w 6779667"/>
              <a:gd name="connsiteY11" fmla="*/ 2248250 h 2461554"/>
              <a:gd name="connsiteX12" fmla="*/ 2199278 w 6779667"/>
              <a:gd name="connsiteY12" fmla="*/ 1140903 h 2461554"/>
              <a:gd name="connsiteX13" fmla="*/ 840262 w 6779667"/>
              <a:gd name="connsiteY13" fmla="*/ 906011 h 2461554"/>
              <a:gd name="connsiteX14" fmla="*/ 420579 w 6779667"/>
              <a:gd name="connsiteY14" fmla="*/ 1045245 h 2461554"/>
              <a:gd name="connsiteX15" fmla="*/ 9752 w 6779667"/>
              <a:gd name="connsiteY15" fmla="*/ 872455 h 2461554"/>
              <a:gd name="connsiteX16" fmla="*/ 169143 w 6779667"/>
              <a:gd name="connsiteY16" fmla="*/ 276837 h 2461554"/>
              <a:gd name="connsiteX17" fmla="*/ 613759 w 6779667"/>
              <a:gd name="connsiteY17" fmla="*/ 134224 h 2461554"/>
              <a:gd name="connsiteX18" fmla="*/ 781539 w 6779667"/>
              <a:gd name="connsiteY18" fmla="*/ 0 h 2461554"/>
              <a:gd name="connsiteX0" fmla="*/ 6779667 w 6779667"/>
              <a:gd name="connsiteY0" fmla="*/ 864066 h 2462134"/>
              <a:gd name="connsiteX1" fmla="*/ 6519609 w 6779667"/>
              <a:gd name="connsiteY1" fmla="*/ 1241571 h 2462134"/>
              <a:gd name="connsiteX2" fmla="*/ 6477664 w 6779667"/>
              <a:gd name="connsiteY2" fmla="*/ 1132514 h 2462134"/>
              <a:gd name="connsiteX3" fmla="*/ 6578332 w 6779667"/>
              <a:gd name="connsiteY3" fmla="*/ 1275127 h 2462134"/>
              <a:gd name="connsiteX4" fmla="*/ 6410552 w 6779667"/>
              <a:gd name="connsiteY4" fmla="*/ 1568741 h 2462134"/>
              <a:gd name="connsiteX5" fmla="*/ 6234383 w 6779667"/>
              <a:gd name="connsiteY5" fmla="*/ 1610686 h 2462134"/>
              <a:gd name="connsiteX6" fmla="*/ 6125326 w 6779667"/>
              <a:gd name="connsiteY6" fmla="*/ 1954635 h 2462134"/>
              <a:gd name="connsiteX7" fmla="*/ 5867766 w 6779667"/>
              <a:gd name="connsiteY7" fmla="*/ 2459669 h 2462134"/>
              <a:gd name="connsiteX8" fmla="*/ 4908655 w 6779667"/>
              <a:gd name="connsiteY8" fmla="*/ 2139995 h 2462134"/>
              <a:gd name="connsiteX9" fmla="*/ 4127498 w 6779667"/>
              <a:gd name="connsiteY9" fmla="*/ 1964989 h 2462134"/>
              <a:gd name="connsiteX10" fmla="*/ 3164012 w 6779667"/>
              <a:gd name="connsiteY10" fmla="*/ 2155971 h 2462134"/>
              <a:gd name="connsiteX11" fmla="*/ 2778119 w 6779667"/>
              <a:gd name="connsiteY11" fmla="*/ 2248250 h 2462134"/>
              <a:gd name="connsiteX12" fmla="*/ 2199278 w 6779667"/>
              <a:gd name="connsiteY12" fmla="*/ 1140903 h 2462134"/>
              <a:gd name="connsiteX13" fmla="*/ 840262 w 6779667"/>
              <a:gd name="connsiteY13" fmla="*/ 906011 h 2462134"/>
              <a:gd name="connsiteX14" fmla="*/ 420579 w 6779667"/>
              <a:gd name="connsiteY14" fmla="*/ 1045245 h 2462134"/>
              <a:gd name="connsiteX15" fmla="*/ 9752 w 6779667"/>
              <a:gd name="connsiteY15" fmla="*/ 872455 h 2462134"/>
              <a:gd name="connsiteX16" fmla="*/ 169143 w 6779667"/>
              <a:gd name="connsiteY16" fmla="*/ 276837 h 2462134"/>
              <a:gd name="connsiteX17" fmla="*/ 613759 w 6779667"/>
              <a:gd name="connsiteY17" fmla="*/ 134224 h 2462134"/>
              <a:gd name="connsiteX18" fmla="*/ 781539 w 6779667"/>
              <a:gd name="connsiteY18" fmla="*/ 0 h 2462134"/>
              <a:gd name="connsiteX0" fmla="*/ 6779667 w 6779667"/>
              <a:gd name="connsiteY0" fmla="*/ 864066 h 2461604"/>
              <a:gd name="connsiteX1" fmla="*/ 6519609 w 6779667"/>
              <a:gd name="connsiteY1" fmla="*/ 1241571 h 2461604"/>
              <a:gd name="connsiteX2" fmla="*/ 6477664 w 6779667"/>
              <a:gd name="connsiteY2" fmla="*/ 1132514 h 2461604"/>
              <a:gd name="connsiteX3" fmla="*/ 6578332 w 6779667"/>
              <a:gd name="connsiteY3" fmla="*/ 1275127 h 2461604"/>
              <a:gd name="connsiteX4" fmla="*/ 6410552 w 6779667"/>
              <a:gd name="connsiteY4" fmla="*/ 1568741 h 2461604"/>
              <a:gd name="connsiteX5" fmla="*/ 6234383 w 6779667"/>
              <a:gd name="connsiteY5" fmla="*/ 1610686 h 2461604"/>
              <a:gd name="connsiteX6" fmla="*/ 6125326 w 6779667"/>
              <a:gd name="connsiteY6" fmla="*/ 1954635 h 2461604"/>
              <a:gd name="connsiteX7" fmla="*/ 5867766 w 6779667"/>
              <a:gd name="connsiteY7" fmla="*/ 2459669 h 2461604"/>
              <a:gd name="connsiteX8" fmla="*/ 4908655 w 6779667"/>
              <a:gd name="connsiteY8" fmla="*/ 2139995 h 2461604"/>
              <a:gd name="connsiteX9" fmla="*/ 4438783 w 6779667"/>
              <a:gd name="connsiteY9" fmla="*/ 2451372 h 2461604"/>
              <a:gd name="connsiteX10" fmla="*/ 3164012 w 6779667"/>
              <a:gd name="connsiteY10" fmla="*/ 2155971 h 2461604"/>
              <a:gd name="connsiteX11" fmla="*/ 2778119 w 6779667"/>
              <a:gd name="connsiteY11" fmla="*/ 2248250 h 2461604"/>
              <a:gd name="connsiteX12" fmla="*/ 2199278 w 6779667"/>
              <a:gd name="connsiteY12" fmla="*/ 1140903 h 2461604"/>
              <a:gd name="connsiteX13" fmla="*/ 840262 w 6779667"/>
              <a:gd name="connsiteY13" fmla="*/ 906011 h 2461604"/>
              <a:gd name="connsiteX14" fmla="*/ 420579 w 6779667"/>
              <a:gd name="connsiteY14" fmla="*/ 1045245 h 2461604"/>
              <a:gd name="connsiteX15" fmla="*/ 9752 w 6779667"/>
              <a:gd name="connsiteY15" fmla="*/ 872455 h 2461604"/>
              <a:gd name="connsiteX16" fmla="*/ 169143 w 6779667"/>
              <a:gd name="connsiteY16" fmla="*/ 276837 h 2461604"/>
              <a:gd name="connsiteX17" fmla="*/ 613759 w 6779667"/>
              <a:gd name="connsiteY17" fmla="*/ 134224 h 2461604"/>
              <a:gd name="connsiteX18" fmla="*/ 781539 w 6779667"/>
              <a:gd name="connsiteY18" fmla="*/ 0 h 2461604"/>
              <a:gd name="connsiteX0" fmla="*/ 6779667 w 6779667"/>
              <a:gd name="connsiteY0" fmla="*/ 864066 h 2461604"/>
              <a:gd name="connsiteX1" fmla="*/ 6519609 w 6779667"/>
              <a:gd name="connsiteY1" fmla="*/ 1241571 h 2461604"/>
              <a:gd name="connsiteX2" fmla="*/ 6477664 w 6779667"/>
              <a:gd name="connsiteY2" fmla="*/ 1132514 h 2461604"/>
              <a:gd name="connsiteX3" fmla="*/ 6578332 w 6779667"/>
              <a:gd name="connsiteY3" fmla="*/ 1275127 h 2461604"/>
              <a:gd name="connsiteX4" fmla="*/ 6410552 w 6779667"/>
              <a:gd name="connsiteY4" fmla="*/ 1568741 h 2461604"/>
              <a:gd name="connsiteX5" fmla="*/ 6234383 w 6779667"/>
              <a:gd name="connsiteY5" fmla="*/ 1610686 h 2461604"/>
              <a:gd name="connsiteX6" fmla="*/ 6125326 w 6779667"/>
              <a:gd name="connsiteY6" fmla="*/ 1954635 h 2461604"/>
              <a:gd name="connsiteX7" fmla="*/ 5867766 w 6779667"/>
              <a:gd name="connsiteY7" fmla="*/ 2459669 h 2461604"/>
              <a:gd name="connsiteX8" fmla="*/ 4908655 w 6779667"/>
              <a:gd name="connsiteY8" fmla="*/ 2139995 h 2461604"/>
              <a:gd name="connsiteX9" fmla="*/ 4438783 w 6779667"/>
              <a:gd name="connsiteY9" fmla="*/ 2451372 h 2461604"/>
              <a:gd name="connsiteX10" fmla="*/ 3650843 w 6779667"/>
              <a:gd name="connsiteY10" fmla="*/ 2247090 h 2461604"/>
              <a:gd name="connsiteX11" fmla="*/ 3164012 w 6779667"/>
              <a:gd name="connsiteY11" fmla="*/ 2155971 h 2461604"/>
              <a:gd name="connsiteX12" fmla="*/ 2778119 w 6779667"/>
              <a:gd name="connsiteY12" fmla="*/ 2248250 h 2461604"/>
              <a:gd name="connsiteX13" fmla="*/ 2199278 w 6779667"/>
              <a:gd name="connsiteY13" fmla="*/ 1140903 h 2461604"/>
              <a:gd name="connsiteX14" fmla="*/ 840262 w 6779667"/>
              <a:gd name="connsiteY14" fmla="*/ 906011 h 2461604"/>
              <a:gd name="connsiteX15" fmla="*/ 420579 w 6779667"/>
              <a:gd name="connsiteY15" fmla="*/ 1045245 h 2461604"/>
              <a:gd name="connsiteX16" fmla="*/ 9752 w 6779667"/>
              <a:gd name="connsiteY16" fmla="*/ 872455 h 2461604"/>
              <a:gd name="connsiteX17" fmla="*/ 169143 w 6779667"/>
              <a:gd name="connsiteY17" fmla="*/ 276837 h 2461604"/>
              <a:gd name="connsiteX18" fmla="*/ 613759 w 6779667"/>
              <a:gd name="connsiteY18" fmla="*/ 134224 h 2461604"/>
              <a:gd name="connsiteX19" fmla="*/ 781539 w 6779667"/>
              <a:gd name="connsiteY19" fmla="*/ 0 h 2461604"/>
              <a:gd name="connsiteX0" fmla="*/ 6779667 w 6779667"/>
              <a:gd name="connsiteY0" fmla="*/ 864066 h 2461604"/>
              <a:gd name="connsiteX1" fmla="*/ 6519609 w 6779667"/>
              <a:gd name="connsiteY1" fmla="*/ 1241571 h 2461604"/>
              <a:gd name="connsiteX2" fmla="*/ 6477664 w 6779667"/>
              <a:gd name="connsiteY2" fmla="*/ 1132514 h 2461604"/>
              <a:gd name="connsiteX3" fmla="*/ 6578332 w 6779667"/>
              <a:gd name="connsiteY3" fmla="*/ 1275127 h 2461604"/>
              <a:gd name="connsiteX4" fmla="*/ 6410552 w 6779667"/>
              <a:gd name="connsiteY4" fmla="*/ 1568741 h 2461604"/>
              <a:gd name="connsiteX5" fmla="*/ 6234383 w 6779667"/>
              <a:gd name="connsiteY5" fmla="*/ 1610686 h 2461604"/>
              <a:gd name="connsiteX6" fmla="*/ 6125326 w 6779667"/>
              <a:gd name="connsiteY6" fmla="*/ 1954635 h 2461604"/>
              <a:gd name="connsiteX7" fmla="*/ 5867766 w 6779667"/>
              <a:gd name="connsiteY7" fmla="*/ 2459669 h 2461604"/>
              <a:gd name="connsiteX8" fmla="*/ 4908655 w 6779667"/>
              <a:gd name="connsiteY8" fmla="*/ 2139995 h 2461604"/>
              <a:gd name="connsiteX9" fmla="*/ 4438783 w 6779667"/>
              <a:gd name="connsiteY9" fmla="*/ 2451372 h 2461604"/>
              <a:gd name="connsiteX10" fmla="*/ 3757847 w 6779667"/>
              <a:gd name="connsiteY10" fmla="*/ 2101175 h 2461604"/>
              <a:gd name="connsiteX11" fmla="*/ 3164012 w 6779667"/>
              <a:gd name="connsiteY11" fmla="*/ 2155971 h 2461604"/>
              <a:gd name="connsiteX12" fmla="*/ 2778119 w 6779667"/>
              <a:gd name="connsiteY12" fmla="*/ 2248250 h 2461604"/>
              <a:gd name="connsiteX13" fmla="*/ 2199278 w 6779667"/>
              <a:gd name="connsiteY13" fmla="*/ 1140903 h 2461604"/>
              <a:gd name="connsiteX14" fmla="*/ 840262 w 6779667"/>
              <a:gd name="connsiteY14" fmla="*/ 906011 h 2461604"/>
              <a:gd name="connsiteX15" fmla="*/ 420579 w 6779667"/>
              <a:gd name="connsiteY15" fmla="*/ 1045245 h 2461604"/>
              <a:gd name="connsiteX16" fmla="*/ 9752 w 6779667"/>
              <a:gd name="connsiteY16" fmla="*/ 872455 h 2461604"/>
              <a:gd name="connsiteX17" fmla="*/ 169143 w 6779667"/>
              <a:gd name="connsiteY17" fmla="*/ 276837 h 2461604"/>
              <a:gd name="connsiteX18" fmla="*/ 613759 w 6779667"/>
              <a:gd name="connsiteY18" fmla="*/ 134224 h 2461604"/>
              <a:gd name="connsiteX19" fmla="*/ 781539 w 6779667"/>
              <a:gd name="connsiteY19" fmla="*/ 0 h 2461604"/>
              <a:gd name="connsiteX0" fmla="*/ 6779667 w 6779667"/>
              <a:gd name="connsiteY0" fmla="*/ 864066 h 2656099"/>
              <a:gd name="connsiteX1" fmla="*/ 6519609 w 6779667"/>
              <a:gd name="connsiteY1" fmla="*/ 1241571 h 2656099"/>
              <a:gd name="connsiteX2" fmla="*/ 6477664 w 6779667"/>
              <a:gd name="connsiteY2" fmla="*/ 1132514 h 2656099"/>
              <a:gd name="connsiteX3" fmla="*/ 6578332 w 6779667"/>
              <a:gd name="connsiteY3" fmla="*/ 1275127 h 2656099"/>
              <a:gd name="connsiteX4" fmla="*/ 6410552 w 6779667"/>
              <a:gd name="connsiteY4" fmla="*/ 1568741 h 2656099"/>
              <a:gd name="connsiteX5" fmla="*/ 6234383 w 6779667"/>
              <a:gd name="connsiteY5" fmla="*/ 1610686 h 2656099"/>
              <a:gd name="connsiteX6" fmla="*/ 6125326 w 6779667"/>
              <a:gd name="connsiteY6" fmla="*/ 1954635 h 2656099"/>
              <a:gd name="connsiteX7" fmla="*/ 5867766 w 6779667"/>
              <a:gd name="connsiteY7" fmla="*/ 2459669 h 2656099"/>
              <a:gd name="connsiteX8" fmla="*/ 4908655 w 6779667"/>
              <a:gd name="connsiteY8" fmla="*/ 2139995 h 2656099"/>
              <a:gd name="connsiteX9" fmla="*/ 4574970 w 6779667"/>
              <a:gd name="connsiteY9" fmla="*/ 2655653 h 2656099"/>
              <a:gd name="connsiteX10" fmla="*/ 3757847 w 6779667"/>
              <a:gd name="connsiteY10" fmla="*/ 2101175 h 2656099"/>
              <a:gd name="connsiteX11" fmla="*/ 3164012 w 6779667"/>
              <a:gd name="connsiteY11" fmla="*/ 2155971 h 2656099"/>
              <a:gd name="connsiteX12" fmla="*/ 2778119 w 6779667"/>
              <a:gd name="connsiteY12" fmla="*/ 2248250 h 2656099"/>
              <a:gd name="connsiteX13" fmla="*/ 2199278 w 6779667"/>
              <a:gd name="connsiteY13" fmla="*/ 1140903 h 2656099"/>
              <a:gd name="connsiteX14" fmla="*/ 840262 w 6779667"/>
              <a:gd name="connsiteY14" fmla="*/ 906011 h 2656099"/>
              <a:gd name="connsiteX15" fmla="*/ 420579 w 6779667"/>
              <a:gd name="connsiteY15" fmla="*/ 1045245 h 2656099"/>
              <a:gd name="connsiteX16" fmla="*/ 9752 w 6779667"/>
              <a:gd name="connsiteY16" fmla="*/ 872455 h 2656099"/>
              <a:gd name="connsiteX17" fmla="*/ 169143 w 6779667"/>
              <a:gd name="connsiteY17" fmla="*/ 276837 h 2656099"/>
              <a:gd name="connsiteX18" fmla="*/ 613759 w 6779667"/>
              <a:gd name="connsiteY18" fmla="*/ 134224 h 2656099"/>
              <a:gd name="connsiteX19" fmla="*/ 781539 w 6779667"/>
              <a:gd name="connsiteY19" fmla="*/ 0 h 2656099"/>
              <a:gd name="connsiteX0" fmla="*/ 6779667 w 6779667"/>
              <a:gd name="connsiteY0" fmla="*/ 864066 h 2656099"/>
              <a:gd name="connsiteX1" fmla="*/ 6535484 w 6779667"/>
              <a:gd name="connsiteY1" fmla="*/ 1092346 h 2656099"/>
              <a:gd name="connsiteX2" fmla="*/ 6477664 w 6779667"/>
              <a:gd name="connsiteY2" fmla="*/ 1132514 h 2656099"/>
              <a:gd name="connsiteX3" fmla="*/ 6578332 w 6779667"/>
              <a:gd name="connsiteY3" fmla="*/ 1275127 h 2656099"/>
              <a:gd name="connsiteX4" fmla="*/ 6410552 w 6779667"/>
              <a:gd name="connsiteY4" fmla="*/ 1568741 h 2656099"/>
              <a:gd name="connsiteX5" fmla="*/ 6234383 w 6779667"/>
              <a:gd name="connsiteY5" fmla="*/ 1610686 h 2656099"/>
              <a:gd name="connsiteX6" fmla="*/ 6125326 w 6779667"/>
              <a:gd name="connsiteY6" fmla="*/ 1954635 h 2656099"/>
              <a:gd name="connsiteX7" fmla="*/ 5867766 w 6779667"/>
              <a:gd name="connsiteY7" fmla="*/ 2459669 h 2656099"/>
              <a:gd name="connsiteX8" fmla="*/ 4908655 w 6779667"/>
              <a:gd name="connsiteY8" fmla="*/ 2139995 h 2656099"/>
              <a:gd name="connsiteX9" fmla="*/ 4574970 w 6779667"/>
              <a:gd name="connsiteY9" fmla="*/ 2655653 h 2656099"/>
              <a:gd name="connsiteX10" fmla="*/ 3757847 w 6779667"/>
              <a:gd name="connsiteY10" fmla="*/ 2101175 h 2656099"/>
              <a:gd name="connsiteX11" fmla="*/ 3164012 w 6779667"/>
              <a:gd name="connsiteY11" fmla="*/ 2155971 h 2656099"/>
              <a:gd name="connsiteX12" fmla="*/ 2778119 w 6779667"/>
              <a:gd name="connsiteY12" fmla="*/ 2248250 h 2656099"/>
              <a:gd name="connsiteX13" fmla="*/ 2199278 w 6779667"/>
              <a:gd name="connsiteY13" fmla="*/ 1140903 h 2656099"/>
              <a:gd name="connsiteX14" fmla="*/ 840262 w 6779667"/>
              <a:gd name="connsiteY14" fmla="*/ 906011 h 2656099"/>
              <a:gd name="connsiteX15" fmla="*/ 420579 w 6779667"/>
              <a:gd name="connsiteY15" fmla="*/ 1045245 h 2656099"/>
              <a:gd name="connsiteX16" fmla="*/ 9752 w 6779667"/>
              <a:gd name="connsiteY16" fmla="*/ 872455 h 2656099"/>
              <a:gd name="connsiteX17" fmla="*/ 169143 w 6779667"/>
              <a:gd name="connsiteY17" fmla="*/ 276837 h 2656099"/>
              <a:gd name="connsiteX18" fmla="*/ 613759 w 6779667"/>
              <a:gd name="connsiteY18" fmla="*/ 134224 h 2656099"/>
              <a:gd name="connsiteX19" fmla="*/ 781539 w 6779667"/>
              <a:gd name="connsiteY19" fmla="*/ 0 h 2656099"/>
              <a:gd name="connsiteX0" fmla="*/ 6779667 w 6779667"/>
              <a:gd name="connsiteY0" fmla="*/ 864066 h 2656099"/>
              <a:gd name="connsiteX1" fmla="*/ 6535484 w 6779667"/>
              <a:gd name="connsiteY1" fmla="*/ 1092346 h 2656099"/>
              <a:gd name="connsiteX2" fmla="*/ 6477664 w 6779667"/>
              <a:gd name="connsiteY2" fmla="*/ 1132514 h 2656099"/>
              <a:gd name="connsiteX3" fmla="*/ 6578332 w 6779667"/>
              <a:gd name="connsiteY3" fmla="*/ 1275127 h 2656099"/>
              <a:gd name="connsiteX4" fmla="*/ 6410552 w 6779667"/>
              <a:gd name="connsiteY4" fmla="*/ 1568741 h 2656099"/>
              <a:gd name="connsiteX5" fmla="*/ 6234383 w 6779667"/>
              <a:gd name="connsiteY5" fmla="*/ 1610686 h 2656099"/>
              <a:gd name="connsiteX6" fmla="*/ 6125326 w 6779667"/>
              <a:gd name="connsiteY6" fmla="*/ 1954635 h 2656099"/>
              <a:gd name="connsiteX7" fmla="*/ 5867766 w 6779667"/>
              <a:gd name="connsiteY7" fmla="*/ 2459669 h 2656099"/>
              <a:gd name="connsiteX8" fmla="*/ 4908655 w 6779667"/>
              <a:gd name="connsiteY8" fmla="*/ 2139995 h 2656099"/>
              <a:gd name="connsiteX9" fmla="*/ 4574970 w 6779667"/>
              <a:gd name="connsiteY9" fmla="*/ 2655653 h 2656099"/>
              <a:gd name="connsiteX10" fmla="*/ 3757847 w 6779667"/>
              <a:gd name="connsiteY10" fmla="*/ 2101175 h 2656099"/>
              <a:gd name="connsiteX11" fmla="*/ 3164012 w 6779667"/>
              <a:gd name="connsiteY11" fmla="*/ 2155971 h 2656099"/>
              <a:gd name="connsiteX12" fmla="*/ 2778119 w 6779667"/>
              <a:gd name="connsiteY12" fmla="*/ 2248250 h 2656099"/>
              <a:gd name="connsiteX13" fmla="*/ 2199278 w 6779667"/>
              <a:gd name="connsiteY13" fmla="*/ 1140903 h 2656099"/>
              <a:gd name="connsiteX14" fmla="*/ 840262 w 6779667"/>
              <a:gd name="connsiteY14" fmla="*/ 906011 h 2656099"/>
              <a:gd name="connsiteX15" fmla="*/ 420579 w 6779667"/>
              <a:gd name="connsiteY15" fmla="*/ 1045245 h 2656099"/>
              <a:gd name="connsiteX16" fmla="*/ 9752 w 6779667"/>
              <a:gd name="connsiteY16" fmla="*/ 872455 h 2656099"/>
              <a:gd name="connsiteX17" fmla="*/ 169143 w 6779667"/>
              <a:gd name="connsiteY17" fmla="*/ 276837 h 2656099"/>
              <a:gd name="connsiteX18" fmla="*/ 613759 w 6779667"/>
              <a:gd name="connsiteY18" fmla="*/ 134224 h 2656099"/>
              <a:gd name="connsiteX19" fmla="*/ 781539 w 6779667"/>
              <a:gd name="connsiteY19" fmla="*/ 0 h 2656099"/>
              <a:gd name="connsiteX0" fmla="*/ 6300242 w 6579167"/>
              <a:gd name="connsiteY0" fmla="*/ 829141 h 2656099"/>
              <a:gd name="connsiteX1" fmla="*/ 6535484 w 6579167"/>
              <a:gd name="connsiteY1" fmla="*/ 1092346 h 2656099"/>
              <a:gd name="connsiteX2" fmla="*/ 6477664 w 6579167"/>
              <a:gd name="connsiteY2" fmla="*/ 1132514 h 2656099"/>
              <a:gd name="connsiteX3" fmla="*/ 6578332 w 6579167"/>
              <a:gd name="connsiteY3" fmla="*/ 1275127 h 2656099"/>
              <a:gd name="connsiteX4" fmla="*/ 6410552 w 6579167"/>
              <a:gd name="connsiteY4" fmla="*/ 1568741 h 2656099"/>
              <a:gd name="connsiteX5" fmla="*/ 6234383 w 6579167"/>
              <a:gd name="connsiteY5" fmla="*/ 1610686 h 2656099"/>
              <a:gd name="connsiteX6" fmla="*/ 6125326 w 6579167"/>
              <a:gd name="connsiteY6" fmla="*/ 1954635 h 2656099"/>
              <a:gd name="connsiteX7" fmla="*/ 5867766 w 6579167"/>
              <a:gd name="connsiteY7" fmla="*/ 2459669 h 2656099"/>
              <a:gd name="connsiteX8" fmla="*/ 4908655 w 6579167"/>
              <a:gd name="connsiteY8" fmla="*/ 2139995 h 2656099"/>
              <a:gd name="connsiteX9" fmla="*/ 4574970 w 6579167"/>
              <a:gd name="connsiteY9" fmla="*/ 2655653 h 2656099"/>
              <a:gd name="connsiteX10" fmla="*/ 3757847 w 6579167"/>
              <a:gd name="connsiteY10" fmla="*/ 2101175 h 2656099"/>
              <a:gd name="connsiteX11" fmla="*/ 3164012 w 6579167"/>
              <a:gd name="connsiteY11" fmla="*/ 2155971 h 2656099"/>
              <a:gd name="connsiteX12" fmla="*/ 2778119 w 6579167"/>
              <a:gd name="connsiteY12" fmla="*/ 2248250 h 2656099"/>
              <a:gd name="connsiteX13" fmla="*/ 2199278 w 6579167"/>
              <a:gd name="connsiteY13" fmla="*/ 1140903 h 2656099"/>
              <a:gd name="connsiteX14" fmla="*/ 840262 w 6579167"/>
              <a:gd name="connsiteY14" fmla="*/ 906011 h 2656099"/>
              <a:gd name="connsiteX15" fmla="*/ 420579 w 6579167"/>
              <a:gd name="connsiteY15" fmla="*/ 1045245 h 2656099"/>
              <a:gd name="connsiteX16" fmla="*/ 9752 w 6579167"/>
              <a:gd name="connsiteY16" fmla="*/ 872455 h 2656099"/>
              <a:gd name="connsiteX17" fmla="*/ 169143 w 6579167"/>
              <a:gd name="connsiteY17" fmla="*/ 276837 h 2656099"/>
              <a:gd name="connsiteX18" fmla="*/ 613759 w 6579167"/>
              <a:gd name="connsiteY18" fmla="*/ 134224 h 2656099"/>
              <a:gd name="connsiteX19" fmla="*/ 781539 w 6579167"/>
              <a:gd name="connsiteY19" fmla="*/ 0 h 2656099"/>
              <a:gd name="connsiteX0" fmla="*/ 6300242 w 6785175"/>
              <a:gd name="connsiteY0" fmla="*/ 829141 h 2656099"/>
              <a:gd name="connsiteX1" fmla="*/ 6783134 w 6785175"/>
              <a:gd name="connsiteY1" fmla="*/ 895496 h 2656099"/>
              <a:gd name="connsiteX2" fmla="*/ 6477664 w 6785175"/>
              <a:gd name="connsiteY2" fmla="*/ 1132514 h 2656099"/>
              <a:gd name="connsiteX3" fmla="*/ 6578332 w 6785175"/>
              <a:gd name="connsiteY3" fmla="*/ 1275127 h 2656099"/>
              <a:gd name="connsiteX4" fmla="*/ 6410552 w 6785175"/>
              <a:gd name="connsiteY4" fmla="*/ 1568741 h 2656099"/>
              <a:gd name="connsiteX5" fmla="*/ 6234383 w 6785175"/>
              <a:gd name="connsiteY5" fmla="*/ 1610686 h 2656099"/>
              <a:gd name="connsiteX6" fmla="*/ 6125326 w 6785175"/>
              <a:gd name="connsiteY6" fmla="*/ 1954635 h 2656099"/>
              <a:gd name="connsiteX7" fmla="*/ 5867766 w 6785175"/>
              <a:gd name="connsiteY7" fmla="*/ 2459669 h 2656099"/>
              <a:gd name="connsiteX8" fmla="*/ 4908655 w 6785175"/>
              <a:gd name="connsiteY8" fmla="*/ 2139995 h 2656099"/>
              <a:gd name="connsiteX9" fmla="*/ 4574970 w 6785175"/>
              <a:gd name="connsiteY9" fmla="*/ 2655653 h 2656099"/>
              <a:gd name="connsiteX10" fmla="*/ 3757847 w 6785175"/>
              <a:gd name="connsiteY10" fmla="*/ 2101175 h 2656099"/>
              <a:gd name="connsiteX11" fmla="*/ 3164012 w 6785175"/>
              <a:gd name="connsiteY11" fmla="*/ 2155971 h 2656099"/>
              <a:gd name="connsiteX12" fmla="*/ 2778119 w 6785175"/>
              <a:gd name="connsiteY12" fmla="*/ 2248250 h 2656099"/>
              <a:gd name="connsiteX13" fmla="*/ 2199278 w 6785175"/>
              <a:gd name="connsiteY13" fmla="*/ 1140903 h 2656099"/>
              <a:gd name="connsiteX14" fmla="*/ 840262 w 6785175"/>
              <a:gd name="connsiteY14" fmla="*/ 906011 h 2656099"/>
              <a:gd name="connsiteX15" fmla="*/ 420579 w 6785175"/>
              <a:gd name="connsiteY15" fmla="*/ 1045245 h 2656099"/>
              <a:gd name="connsiteX16" fmla="*/ 9752 w 6785175"/>
              <a:gd name="connsiteY16" fmla="*/ 872455 h 2656099"/>
              <a:gd name="connsiteX17" fmla="*/ 169143 w 6785175"/>
              <a:gd name="connsiteY17" fmla="*/ 276837 h 2656099"/>
              <a:gd name="connsiteX18" fmla="*/ 613759 w 6785175"/>
              <a:gd name="connsiteY18" fmla="*/ 134224 h 2656099"/>
              <a:gd name="connsiteX19" fmla="*/ 781539 w 6785175"/>
              <a:gd name="connsiteY19" fmla="*/ 0 h 2656099"/>
              <a:gd name="connsiteX0" fmla="*/ 6300242 w 6785175"/>
              <a:gd name="connsiteY0" fmla="*/ 829141 h 2656099"/>
              <a:gd name="connsiteX1" fmla="*/ 6783134 w 6785175"/>
              <a:gd name="connsiteY1" fmla="*/ 895496 h 2656099"/>
              <a:gd name="connsiteX2" fmla="*/ 6477664 w 6785175"/>
              <a:gd name="connsiteY2" fmla="*/ 1132514 h 2656099"/>
              <a:gd name="connsiteX3" fmla="*/ 6578332 w 6785175"/>
              <a:gd name="connsiteY3" fmla="*/ 1275127 h 2656099"/>
              <a:gd name="connsiteX4" fmla="*/ 6413727 w 6785175"/>
              <a:gd name="connsiteY4" fmla="*/ 1492541 h 2656099"/>
              <a:gd name="connsiteX5" fmla="*/ 6234383 w 6785175"/>
              <a:gd name="connsiteY5" fmla="*/ 1610686 h 2656099"/>
              <a:gd name="connsiteX6" fmla="*/ 6125326 w 6785175"/>
              <a:gd name="connsiteY6" fmla="*/ 1954635 h 2656099"/>
              <a:gd name="connsiteX7" fmla="*/ 5867766 w 6785175"/>
              <a:gd name="connsiteY7" fmla="*/ 2459669 h 2656099"/>
              <a:gd name="connsiteX8" fmla="*/ 4908655 w 6785175"/>
              <a:gd name="connsiteY8" fmla="*/ 2139995 h 2656099"/>
              <a:gd name="connsiteX9" fmla="*/ 4574970 w 6785175"/>
              <a:gd name="connsiteY9" fmla="*/ 2655653 h 2656099"/>
              <a:gd name="connsiteX10" fmla="*/ 3757847 w 6785175"/>
              <a:gd name="connsiteY10" fmla="*/ 2101175 h 2656099"/>
              <a:gd name="connsiteX11" fmla="*/ 3164012 w 6785175"/>
              <a:gd name="connsiteY11" fmla="*/ 2155971 h 2656099"/>
              <a:gd name="connsiteX12" fmla="*/ 2778119 w 6785175"/>
              <a:gd name="connsiteY12" fmla="*/ 2248250 h 2656099"/>
              <a:gd name="connsiteX13" fmla="*/ 2199278 w 6785175"/>
              <a:gd name="connsiteY13" fmla="*/ 1140903 h 2656099"/>
              <a:gd name="connsiteX14" fmla="*/ 840262 w 6785175"/>
              <a:gd name="connsiteY14" fmla="*/ 906011 h 2656099"/>
              <a:gd name="connsiteX15" fmla="*/ 420579 w 6785175"/>
              <a:gd name="connsiteY15" fmla="*/ 1045245 h 2656099"/>
              <a:gd name="connsiteX16" fmla="*/ 9752 w 6785175"/>
              <a:gd name="connsiteY16" fmla="*/ 872455 h 2656099"/>
              <a:gd name="connsiteX17" fmla="*/ 169143 w 6785175"/>
              <a:gd name="connsiteY17" fmla="*/ 276837 h 2656099"/>
              <a:gd name="connsiteX18" fmla="*/ 613759 w 6785175"/>
              <a:gd name="connsiteY18" fmla="*/ 134224 h 2656099"/>
              <a:gd name="connsiteX19" fmla="*/ 781539 w 6785175"/>
              <a:gd name="connsiteY19" fmla="*/ 0 h 2656099"/>
              <a:gd name="connsiteX0" fmla="*/ 6300242 w 6785361"/>
              <a:gd name="connsiteY0" fmla="*/ 829141 h 2656099"/>
              <a:gd name="connsiteX1" fmla="*/ 6783134 w 6785361"/>
              <a:gd name="connsiteY1" fmla="*/ 895496 h 2656099"/>
              <a:gd name="connsiteX2" fmla="*/ 6477664 w 6785361"/>
              <a:gd name="connsiteY2" fmla="*/ 1132514 h 2656099"/>
              <a:gd name="connsiteX3" fmla="*/ 6413727 w 6785361"/>
              <a:gd name="connsiteY3" fmla="*/ 1492541 h 2656099"/>
              <a:gd name="connsiteX4" fmla="*/ 6234383 w 6785361"/>
              <a:gd name="connsiteY4" fmla="*/ 1610686 h 2656099"/>
              <a:gd name="connsiteX5" fmla="*/ 6125326 w 6785361"/>
              <a:gd name="connsiteY5" fmla="*/ 1954635 h 2656099"/>
              <a:gd name="connsiteX6" fmla="*/ 5867766 w 6785361"/>
              <a:gd name="connsiteY6" fmla="*/ 2459669 h 2656099"/>
              <a:gd name="connsiteX7" fmla="*/ 4908655 w 6785361"/>
              <a:gd name="connsiteY7" fmla="*/ 2139995 h 2656099"/>
              <a:gd name="connsiteX8" fmla="*/ 4574970 w 6785361"/>
              <a:gd name="connsiteY8" fmla="*/ 2655653 h 2656099"/>
              <a:gd name="connsiteX9" fmla="*/ 3757847 w 6785361"/>
              <a:gd name="connsiteY9" fmla="*/ 2101175 h 2656099"/>
              <a:gd name="connsiteX10" fmla="*/ 3164012 w 6785361"/>
              <a:gd name="connsiteY10" fmla="*/ 2155971 h 2656099"/>
              <a:gd name="connsiteX11" fmla="*/ 2778119 w 6785361"/>
              <a:gd name="connsiteY11" fmla="*/ 2248250 h 2656099"/>
              <a:gd name="connsiteX12" fmla="*/ 2199278 w 6785361"/>
              <a:gd name="connsiteY12" fmla="*/ 1140903 h 2656099"/>
              <a:gd name="connsiteX13" fmla="*/ 840262 w 6785361"/>
              <a:gd name="connsiteY13" fmla="*/ 906011 h 2656099"/>
              <a:gd name="connsiteX14" fmla="*/ 420579 w 6785361"/>
              <a:gd name="connsiteY14" fmla="*/ 1045245 h 2656099"/>
              <a:gd name="connsiteX15" fmla="*/ 9752 w 6785361"/>
              <a:gd name="connsiteY15" fmla="*/ 872455 h 2656099"/>
              <a:gd name="connsiteX16" fmla="*/ 169143 w 6785361"/>
              <a:gd name="connsiteY16" fmla="*/ 276837 h 2656099"/>
              <a:gd name="connsiteX17" fmla="*/ 613759 w 6785361"/>
              <a:gd name="connsiteY17" fmla="*/ 134224 h 2656099"/>
              <a:gd name="connsiteX18" fmla="*/ 781539 w 6785361"/>
              <a:gd name="connsiteY18" fmla="*/ 0 h 2656099"/>
              <a:gd name="connsiteX0" fmla="*/ 6300242 w 6785365"/>
              <a:gd name="connsiteY0" fmla="*/ 829141 h 2656099"/>
              <a:gd name="connsiteX1" fmla="*/ 6783134 w 6785365"/>
              <a:gd name="connsiteY1" fmla="*/ 895496 h 2656099"/>
              <a:gd name="connsiteX2" fmla="*/ 6477664 w 6785365"/>
              <a:gd name="connsiteY2" fmla="*/ 1132514 h 2656099"/>
              <a:gd name="connsiteX3" fmla="*/ 6410552 w 6785365"/>
              <a:gd name="connsiteY3" fmla="*/ 1483016 h 2656099"/>
              <a:gd name="connsiteX4" fmla="*/ 6234383 w 6785365"/>
              <a:gd name="connsiteY4" fmla="*/ 1610686 h 2656099"/>
              <a:gd name="connsiteX5" fmla="*/ 6125326 w 6785365"/>
              <a:gd name="connsiteY5" fmla="*/ 1954635 h 2656099"/>
              <a:gd name="connsiteX6" fmla="*/ 5867766 w 6785365"/>
              <a:gd name="connsiteY6" fmla="*/ 2459669 h 2656099"/>
              <a:gd name="connsiteX7" fmla="*/ 4908655 w 6785365"/>
              <a:gd name="connsiteY7" fmla="*/ 2139995 h 2656099"/>
              <a:gd name="connsiteX8" fmla="*/ 4574970 w 6785365"/>
              <a:gd name="connsiteY8" fmla="*/ 2655653 h 2656099"/>
              <a:gd name="connsiteX9" fmla="*/ 3757847 w 6785365"/>
              <a:gd name="connsiteY9" fmla="*/ 2101175 h 2656099"/>
              <a:gd name="connsiteX10" fmla="*/ 3164012 w 6785365"/>
              <a:gd name="connsiteY10" fmla="*/ 2155971 h 2656099"/>
              <a:gd name="connsiteX11" fmla="*/ 2778119 w 6785365"/>
              <a:gd name="connsiteY11" fmla="*/ 2248250 h 2656099"/>
              <a:gd name="connsiteX12" fmla="*/ 2199278 w 6785365"/>
              <a:gd name="connsiteY12" fmla="*/ 1140903 h 2656099"/>
              <a:gd name="connsiteX13" fmla="*/ 840262 w 6785365"/>
              <a:gd name="connsiteY13" fmla="*/ 906011 h 2656099"/>
              <a:gd name="connsiteX14" fmla="*/ 420579 w 6785365"/>
              <a:gd name="connsiteY14" fmla="*/ 1045245 h 2656099"/>
              <a:gd name="connsiteX15" fmla="*/ 9752 w 6785365"/>
              <a:gd name="connsiteY15" fmla="*/ 872455 h 2656099"/>
              <a:gd name="connsiteX16" fmla="*/ 169143 w 6785365"/>
              <a:gd name="connsiteY16" fmla="*/ 276837 h 2656099"/>
              <a:gd name="connsiteX17" fmla="*/ 613759 w 6785365"/>
              <a:gd name="connsiteY17" fmla="*/ 134224 h 2656099"/>
              <a:gd name="connsiteX18" fmla="*/ 781539 w 6785365"/>
              <a:gd name="connsiteY18" fmla="*/ 0 h 2656099"/>
              <a:gd name="connsiteX0" fmla="*/ 6300242 w 6785365"/>
              <a:gd name="connsiteY0" fmla="*/ 829141 h 2656099"/>
              <a:gd name="connsiteX1" fmla="*/ 6783134 w 6785365"/>
              <a:gd name="connsiteY1" fmla="*/ 895496 h 2656099"/>
              <a:gd name="connsiteX2" fmla="*/ 6477664 w 6785365"/>
              <a:gd name="connsiteY2" fmla="*/ 1132514 h 2656099"/>
              <a:gd name="connsiteX3" fmla="*/ 6410552 w 6785365"/>
              <a:gd name="connsiteY3" fmla="*/ 1483016 h 2656099"/>
              <a:gd name="connsiteX4" fmla="*/ 6125326 w 6785365"/>
              <a:gd name="connsiteY4" fmla="*/ 1954635 h 2656099"/>
              <a:gd name="connsiteX5" fmla="*/ 5867766 w 6785365"/>
              <a:gd name="connsiteY5" fmla="*/ 2459669 h 2656099"/>
              <a:gd name="connsiteX6" fmla="*/ 4908655 w 6785365"/>
              <a:gd name="connsiteY6" fmla="*/ 2139995 h 2656099"/>
              <a:gd name="connsiteX7" fmla="*/ 4574970 w 6785365"/>
              <a:gd name="connsiteY7" fmla="*/ 2655653 h 2656099"/>
              <a:gd name="connsiteX8" fmla="*/ 3757847 w 6785365"/>
              <a:gd name="connsiteY8" fmla="*/ 2101175 h 2656099"/>
              <a:gd name="connsiteX9" fmla="*/ 3164012 w 6785365"/>
              <a:gd name="connsiteY9" fmla="*/ 2155971 h 2656099"/>
              <a:gd name="connsiteX10" fmla="*/ 2778119 w 6785365"/>
              <a:gd name="connsiteY10" fmla="*/ 2248250 h 2656099"/>
              <a:gd name="connsiteX11" fmla="*/ 2199278 w 6785365"/>
              <a:gd name="connsiteY11" fmla="*/ 1140903 h 2656099"/>
              <a:gd name="connsiteX12" fmla="*/ 840262 w 6785365"/>
              <a:gd name="connsiteY12" fmla="*/ 906011 h 2656099"/>
              <a:gd name="connsiteX13" fmla="*/ 420579 w 6785365"/>
              <a:gd name="connsiteY13" fmla="*/ 1045245 h 2656099"/>
              <a:gd name="connsiteX14" fmla="*/ 9752 w 6785365"/>
              <a:gd name="connsiteY14" fmla="*/ 872455 h 2656099"/>
              <a:gd name="connsiteX15" fmla="*/ 169143 w 6785365"/>
              <a:gd name="connsiteY15" fmla="*/ 276837 h 2656099"/>
              <a:gd name="connsiteX16" fmla="*/ 613759 w 6785365"/>
              <a:gd name="connsiteY16" fmla="*/ 134224 h 2656099"/>
              <a:gd name="connsiteX17" fmla="*/ 781539 w 6785365"/>
              <a:gd name="connsiteY17" fmla="*/ 0 h 2656099"/>
              <a:gd name="connsiteX0" fmla="*/ 6300242 w 6785365"/>
              <a:gd name="connsiteY0" fmla="*/ 829141 h 2656099"/>
              <a:gd name="connsiteX1" fmla="*/ 6783134 w 6785365"/>
              <a:gd name="connsiteY1" fmla="*/ 895496 h 2656099"/>
              <a:gd name="connsiteX2" fmla="*/ 6477664 w 6785365"/>
              <a:gd name="connsiteY2" fmla="*/ 1132514 h 2656099"/>
              <a:gd name="connsiteX3" fmla="*/ 6410552 w 6785365"/>
              <a:gd name="connsiteY3" fmla="*/ 1483016 h 2656099"/>
              <a:gd name="connsiteX4" fmla="*/ 6185651 w 6785365"/>
              <a:gd name="connsiteY4" fmla="*/ 2024485 h 2656099"/>
              <a:gd name="connsiteX5" fmla="*/ 5867766 w 6785365"/>
              <a:gd name="connsiteY5" fmla="*/ 2459669 h 2656099"/>
              <a:gd name="connsiteX6" fmla="*/ 4908655 w 6785365"/>
              <a:gd name="connsiteY6" fmla="*/ 2139995 h 2656099"/>
              <a:gd name="connsiteX7" fmla="*/ 4574970 w 6785365"/>
              <a:gd name="connsiteY7" fmla="*/ 2655653 h 2656099"/>
              <a:gd name="connsiteX8" fmla="*/ 3757847 w 6785365"/>
              <a:gd name="connsiteY8" fmla="*/ 2101175 h 2656099"/>
              <a:gd name="connsiteX9" fmla="*/ 3164012 w 6785365"/>
              <a:gd name="connsiteY9" fmla="*/ 2155971 h 2656099"/>
              <a:gd name="connsiteX10" fmla="*/ 2778119 w 6785365"/>
              <a:gd name="connsiteY10" fmla="*/ 2248250 h 2656099"/>
              <a:gd name="connsiteX11" fmla="*/ 2199278 w 6785365"/>
              <a:gd name="connsiteY11" fmla="*/ 1140903 h 2656099"/>
              <a:gd name="connsiteX12" fmla="*/ 840262 w 6785365"/>
              <a:gd name="connsiteY12" fmla="*/ 906011 h 2656099"/>
              <a:gd name="connsiteX13" fmla="*/ 420579 w 6785365"/>
              <a:gd name="connsiteY13" fmla="*/ 1045245 h 2656099"/>
              <a:gd name="connsiteX14" fmla="*/ 9752 w 6785365"/>
              <a:gd name="connsiteY14" fmla="*/ 872455 h 2656099"/>
              <a:gd name="connsiteX15" fmla="*/ 169143 w 6785365"/>
              <a:gd name="connsiteY15" fmla="*/ 276837 h 2656099"/>
              <a:gd name="connsiteX16" fmla="*/ 613759 w 6785365"/>
              <a:gd name="connsiteY16" fmla="*/ 134224 h 2656099"/>
              <a:gd name="connsiteX17" fmla="*/ 781539 w 6785365"/>
              <a:gd name="connsiteY17" fmla="*/ 0 h 2656099"/>
              <a:gd name="connsiteX0" fmla="*/ 6300242 w 6785365"/>
              <a:gd name="connsiteY0" fmla="*/ 829141 h 2749038"/>
              <a:gd name="connsiteX1" fmla="*/ 6783134 w 6785365"/>
              <a:gd name="connsiteY1" fmla="*/ 895496 h 2749038"/>
              <a:gd name="connsiteX2" fmla="*/ 6477664 w 6785365"/>
              <a:gd name="connsiteY2" fmla="*/ 1132514 h 2749038"/>
              <a:gd name="connsiteX3" fmla="*/ 6410552 w 6785365"/>
              <a:gd name="connsiteY3" fmla="*/ 1483016 h 2749038"/>
              <a:gd name="connsiteX4" fmla="*/ 6185651 w 6785365"/>
              <a:gd name="connsiteY4" fmla="*/ 2024485 h 2749038"/>
              <a:gd name="connsiteX5" fmla="*/ 5801091 w 6785365"/>
              <a:gd name="connsiteY5" fmla="*/ 2748594 h 2749038"/>
              <a:gd name="connsiteX6" fmla="*/ 4908655 w 6785365"/>
              <a:gd name="connsiteY6" fmla="*/ 2139995 h 2749038"/>
              <a:gd name="connsiteX7" fmla="*/ 4574970 w 6785365"/>
              <a:gd name="connsiteY7" fmla="*/ 2655653 h 2749038"/>
              <a:gd name="connsiteX8" fmla="*/ 3757847 w 6785365"/>
              <a:gd name="connsiteY8" fmla="*/ 2101175 h 2749038"/>
              <a:gd name="connsiteX9" fmla="*/ 3164012 w 6785365"/>
              <a:gd name="connsiteY9" fmla="*/ 2155971 h 2749038"/>
              <a:gd name="connsiteX10" fmla="*/ 2778119 w 6785365"/>
              <a:gd name="connsiteY10" fmla="*/ 2248250 h 2749038"/>
              <a:gd name="connsiteX11" fmla="*/ 2199278 w 6785365"/>
              <a:gd name="connsiteY11" fmla="*/ 1140903 h 2749038"/>
              <a:gd name="connsiteX12" fmla="*/ 840262 w 6785365"/>
              <a:gd name="connsiteY12" fmla="*/ 906011 h 2749038"/>
              <a:gd name="connsiteX13" fmla="*/ 420579 w 6785365"/>
              <a:gd name="connsiteY13" fmla="*/ 1045245 h 2749038"/>
              <a:gd name="connsiteX14" fmla="*/ 9752 w 6785365"/>
              <a:gd name="connsiteY14" fmla="*/ 872455 h 2749038"/>
              <a:gd name="connsiteX15" fmla="*/ 169143 w 6785365"/>
              <a:gd name="connsiteY15" fmla="*/ 276837 h 2749038"/>
              <a:gd name="connsiteX16" fmla="*/ 613759 w 6785365"/>
              <a:gd name="connsiteY16" fmla="*/ 134224 h 2749038"/>
              <a:gd name="connsiteX17" fmla="*/ 781539 w 6785365"/>
              <a:gd name="connsiteY17" fmla="*/ 0 h 2749038"/>
              <a:gd name="connsiteX0" fmla="*/ 6300242 w 6785365"/>
              <a:gd name="connsiteY0" fmla="*/ 829141 h 2748597"/>
              <a:gd name="connsiteX1" fmla="*/ 6783134 w 6785365"/>
              <a:gd name="connsiteY1" fmla="*/ 895496 h 2748597"/>
              <a:gd name="connsiteX2" fmla="*/ 6477664 w 6785365"/>
              <a:gd name="connsiteY2" fmla="*/ 1132514 h 2748597"/>
              <a:gd name="connsiteX3" fmla="*/ 6410552 w 6785365"/>
              <a:gd name="connsiteY3" fmla="*/ 1483016 h 2748597"/>
              <a:gd name="connsiteX4" fmla="*/ 6036426 w 6785365"/>
              <a:gd name="connsiteY4" fmla="*/ 2148310 h 2748597"/>
              <a:gd name="connsiteX5" fmla="*/ 5801091 w 6785365"/>
              <a:gd name="connsiteY5" fmla="*/ 2748594 h 2748597"/>
              <a:gd name="connsiteX6" fmla="*/ 4908655 w 6785365"/>
              <a:gd name="connsiteY6" fmla="*/ 2139995 h 2748597"/>
              <a:gd name="connsiteX7" fmla="*/ 4574970 w 6785365"/>
              <a:gd name="connsiteY7" fmla="*/ 2655653 h 2748597"/>
              <a:gd name="connsiteX8" fmla="*/ 3757847 w 6785365"/>
              <a:gd name="connsiteY8" fmla="*/ 2101175 h 2748597"/>
              <a:gd name="connsiteX9" fmla="*/ 3164012 w 6785365"/>
              <a:gd name="connsiteY9" fmla="*/ 2155971 h 2748597"/>
              <a:gd name="connsiteX10" fmla="*/ 2778119 w 6785365"/>
              <a:gd name="connsiteY10" fmla="*/ 2248250 h 2748597"/>
              <a:gd name="connsiteX11" fmla="*/ 2199278 w 6785365"/>
              <a:gd name="connsiteY11" fmla="*/ 1140903 h 2748597"/>
              <a:gd name="connsiteX12" fmla="*/ 840262 w 6785365"/>
              <a:gd name="connsiteY12" fmla="*/ 906011 h 2748597"/>
              <a:gd name="connsiteX13" fmla="*/ 420579 w 6785365"/>
              <a:gd name="connsiteY13" fmla="*/ 1045245 h 2748597"/>
              <a:gd name="connsiteX14" fmla="*/ 9752 w 6785365"/>
              <a:gd name="connsiteY14" fmla="*/ 872455 h 2748597"/>
              <a:gd name="connsiteX15" fmla="*/ 169143 w 6785365"/>
              <a:gd name="connsiteY15" fmla="*/ 276837 h 2748597"/>
              <a:gd name="connsiteX16" fmla="*/ 613759 w 6785365"/>
              <a:gd name="connsiteY16" fmla="*/ 134224 h 2748597"/>
              <a:gd name="connsiteX17" fmla="*/ 781539 w 6785365"/>
              <a:gd name="connsiteY17" fmla="*/ 0 h 2748597"/>
              <a:gd name="connsiteX0" fmla="*/ 6300242 w 6785365"/>
              <a:gd name="connsiteY0" fmla="*/ 829141 h 2748611"/>
              <a:gd name="connsiteX1" fmla="*/ 6783134 w 6785365"/>
              <a:gd name="connsiteY1" fmla="*/ 895496 h 2748611"/>
              <a:gd name="connsiteX2" fmla="*/ 6477664 w 6785365"/>
              <a:gd name="connsiteY2" fmla="*/ 1132514 h 2748611"/>
              <a:gd name="connsiteX3" fmla="*/ 6410552 w 6785365"/>
              <a:gd name="connsiteY3" fmla="*/ 1483016 h 2748611"/>
              <a:gd name="connsiteX4" fmla="*/ 6084051 w 6785365"/>
              <a:gd name="connsiteY4" fmla="*/ 2157835 h 2748611"/>
              <a:gd name="connsiteX5" fmla="*/ 5801091 w 6785365"/>
              <a:gd name="connsiteY5" fmla="*/ 2748594 h 2748611"/>
              <a:gd name="connsiteX6" fmla="*/ 4908655 w 6785365"/>
              <a:gd name="connsiteY6" fmla="*/ 2139995 h 2748611"/>
              <a:gd name="connsiteX7" fmla="*/ 4574970 w 6785365"/>
              <a:gd name="connsiteY7" fmla="*/ 2655653 h 2748611"/>
              <a:gd name="connsiteX8" fmla="*/ 3757847 w 6785365"/>
              <a:gd name="connsiteY8" fmla="*/ 2101175 h 2748611"/>
              <a:gd name="connsiteX9" fmla="*/ 3164012 w 6785365"/>
              <a:gd name="connsiteY9" fmla="*/ 2155971 h 2748611"/>
              <a:gd name="connsiteX10" fmla="*/ 2778119 w 6785365"/>
              <a:gd name="connsiteY10" fmla="*/ 2248250 h 2748611"/>
              <a:gd name="connsiteX11" fmla="*/ 2199278 w 6785365"/>
              <a:gd name="connsiteY11" fmla="*/ 1140903 h 2748611"/>
              <a:gd name="connsiteX12" fmla="*/ 840262 w 6785365"/>
              <a:gd name="connsiteY12" fmla="*/ 906011 h 2748611"/>
              <a:gd name="connsiteX13" fmla="*/ 420579 w 6785365"/>
              <a:gd name="connsiteY13" fmla="*/ 1045245 h 2748611"/>
              <a:gd name="connsiteX14" fmla="*/ 9752 w 6785365"/>
              <a:gd name="connsiteY14" fmla="*/ 872455 h 2748611"/>
              <a:gd name="connsiteX15" fmla="*/ 169143 w 6785365"/>
              <a:gd name="connsiteY15" fmla="*/ 276837 h 2748611"/>
              <a:gd name="connsiteX16" fmla="*/ 613759 w 6785365"/>
              <a:gd name="connsiteY16" fmla="*/ 134224 h 2748611"/>
              <a:gd name="connsiteX17" fmla="*/ 781539 w 6785365"/>
              <a:gd name="connsiteY17" fmla="*/ 0 h 2748611"/>
              <a:gd name="connsiteX0" fmla="*/ 6300242 w 6785365"/>
              <a:gd name="connsiteY0" fmla="*/ 829141 h 2770835"/>
              <a:gd name="connsiteX1" fmla="*/ 6783134 w 6785365"/>
              <a:gd name="connsiteY1" fmla="*/ 895496 h 2770835"/>
              <a:gd name="connsiteX2" fmla="*/ 6477664 w 6785365"/>
              <a:gd name="connsiteY2" fmla="*/ 1132514 h 2770835"/>
              <a:gd name="connsiteX3" fmla="*/ 6410552 w 6785365"/>
              <a:gd name="connsiteY3" fmla="*/ 1483016 h 2770835"/>
              <a:gd name="connsiteX4" fmla="*/ 6084051 w 6785365"/>
              <a:gd name="connsiteY4" fmla="*/ 2157835 h 2770835"/>
              <a:gd name="connsiteX5" fmla="*/ 5788391 w 6785365"/>
              <a:gd name="connsiteY5" fmla="*/ 2770819 h 2770835"/>
              <a:gd name="connsiteX6" fmla="*/ 4908655 w 6785365"/>
              <a:gd name="connsiteY6" fmla="*/ 2139995 h 2770835"/>
              <a:gd name="connsiteX7" fmla="*/ 4574970 w 6785365"/>
              <a:gd name="connsiteY7" fmla="*/ 2655653 h 2770835"/>
              <a:gd name="connsiteX8" fmla="*/ 3757847 w 6785365"/>
              <a:gd name="connsiteY8" fmla="*/ 2101175 h 2770835"/>
              <a:gd name="connsiteX9" fmla="*/ 3164012 w 6785365"/>
              <a:gd name="connsiteY9" fmla="*/ 2155971 h 2770835"/>
              <a:gd name="connsiteX10" fmla="*/ 2778119 w 6785365"/>
              <a:gd name="connsiteY10" fmla="*/ 2248250 h 2770835"/>
              <a:gd name="connsiteX11" fmla="*/ 2199278 w 6785365"/>
              <a:gd name="connsiteY11" fmla="*/ 1140903 h 2770835"/>
              <a:gd name="connsiteX12" fmla="*/ 840262 w 6785365"/>
              <a:gd name="connsiteY12" fmla="*/ 906011 h 2770835"/>
              <a:gd name="connsiteX13" fmla="*/ 420579 w 6785365"/>
              <a:gd name="connsiteY13" fmla="*/ 1045245 h 2770835"/>
              <a:gd name="connsiteX14" fmla="*/ 9752 w 6785365"/>
              <a:gd name="connsiteY14" fmla="*/ 872455 h 2770835"/>
              <a:gd name="connsiteX15" fmla="*/ 169143 w 6785365"/>
              <a:gd name="connsiteY15" fmla="*/ 276837 h 2770835"/>
              <a:gd name="connsiteX16" fmla="*/ 613759 w 6785365"/>
              <a:gd name="connsiteY16" fmla="*/ 134224 h 2770835"/>
              <a:gd name="connsiteX17" fmla="*/ 781539 w 6785365"/>
              <a:gd name="connsiteY17" fmla="*/ 0 h 2770835"/>
              <a:gd name="connsiteX0" fmla="*/ 6300242 w 6785365"/>
              <a:gd name="connsiteY0" fmla="*/ 829141 h 2745436"/>
              <a:gd name="connsiteX1" fmla="*/ 6783134 w 6785365"/>
              <a:gd name="connsiteY1" fmla="*/ 895496 h 2745436"/>
              <a:gd name="connsiteX2" fmla="*/ 6477664 w 6785365"/>
              <a:gd name="connsiteY2" fmla="*/ 1132514 h 2745436"/>
              <a:gd name="connsiteX3" fmla="*/ 6410552 w 6785365"/>
              <a:gd name="connsiteY3" fmla="*/ 1483016 h 2745436"/>
              <a:gd name="connsiteX4" fmla="*/ 6084051 w 6785365"/>
              <a:gd name="connsiteY4" fmla="*/ 2157835 h 2745436"/>
              <a:gd name="connsiteX5" fmla="*/ 5797916 w 6785365"/>
              <a:gd name="connsiteY5" fmla="*/ 2745419 h 2745436"/>
              <a:gd name="connsiteX6" fmla="*/ 4908655 w 6785365"/>
              <a:gd name="connsiteY6" fmla="*/ 2139995 h 2745436"/>
              <a:gd name="connsiteX7" fmla="*/ 4574970 w 6785365"/>
              <a:gd name="connsiteY7" fmla="*/ 2655653 h 2745436"/>
              <a:gd name="connsiteX8" fmla="*/ 3757847 w 6785365"/>
              <a:gd name="connsiteY8" fmla="*/ 2101175 h 2745436"/>
              <a:gd name="connsiteX9" fmla="*/ 3164012 w 6785365"/>
              <a:gd name="connsiteY9" fmla="*/ 2155971 h 2745436"/>
              <a:gd name="connsiteX10" fmla="*/ 2778119 w 6785365"/>
              <a:gd name="connsiteY10" fmla="*/ 2248250 h 2745436"/>
              <a:gd name="connsiteX11" fmla="*/ 2199278 w 6785365"/>
              <a:gd name="connsiteY11" fmla="*/ 1140903 h 2745436"/>
              <a:gd name="connsiteX12" fmla="*/ 840262 w 6785365"/>
              <a:gd name="connsiteY12" fmla="*/ 906011 h 2745436"/>
              <a:gd name="connsiteX13" fmla="*/ 420579 w 6785365"/>
              <a:gd name="connsiteY13" fmla="*/ 1045245 h 2745436"/>
              <a:gd name="connsiteX14" fmla="*/ 9752 w 6785365"/>
              <a:gd name="connsiteY14" fmla="*/ 872455 h 2745436"/>
              <a:gd name="connsiteX15" fmla="*/ 169143 w 6785365"/>
              <a:gd name="connsiteY15" fmla="*/ 276837 h 2745436"/>
              <a:gd name="connsiteX16" fmla="*/ 613759 w 6785365"/>
              <a:gd name="connsiteY16" fmla="*/ 134224 h 2745436"/>
              <a:gd name="connsiteX17" fmla="*/ 781539 w 6785365"/>
              <a:gd name="connsiteY17" fmla="*/ 0 h 2745436"/>
              <a:gd name="connsiteX0" fmla="*/ 6300476 w 6785599"/>
              <a:gd name="connsiteY0" fmla="*/ 829141 h 2745436"/>
              <a:gd name="connsiteX1" fmla="*/ 6783368 w 6785599"/>
              <a:gd name="connsiteY1" fmla="*/ 895496 h 2745436"/>
              <a:gd name="connsiteX2" fmla="*/ 6477898 w 6785599"/>
              <a:gd name="connsiteY2" fmla="*/ 1132514 h 2745436"/>
              <a:gd name="connsiteX3" fmla="*/ 6410786 w 6785599"/>
              <a:gd name="connsiteY3" fmla="*/ 1483016 h 2745436"/>
              <a:gd name="connsiteX4" fmla="*/ 6084285 w 6785599"/>
              <a:gd name="connsiteY4" fmla="*/ 2157835 h 2745436"/>
              <a:gd name="connsiteX5" fmla="*/ 5798150 w 6785599"/>
              <a:gd name="connsiteY5" fmla="*/ 2745419 h 2745436"/>
              <a:gd name="connsiteX6" fmla="*/ 4908889 w 6785599"/>
              <a:gd name="connsiteY6" fmla="*/ 2139995 h 2745436"/>
              <a:gd name="connsiteX7" fmla="*/ 4575204 w 6785599"/>
              <a:gd name="connsiteY7" fmla="*/ 2655653 h 2745436"/>
              <a:gd name="connsiteX8" fmla="*/ 3758081 w 6785599"/>
              <a:gd name="connsiteY8" fmla="*/ 2101175 h 2745436"/>
              <a:gd name="connsiteX9" fmla="*/ 3164246 w 6785599"/>
              <a:gd name="connsiteY9" fmla="*/ 2155971 h 2745436"/>
              <a:gd name="connsiteX10" fmla="*/ 2778353 w 6785599"/>
              <a:gd name="connsiteY10" fmla="*/ 2248250 h 2745436"/>
              <a:gd name="connsiteX11" fmla="*/ 2199512 w 6785599"/>
              <a:gd name="connsiteY11" fmla="*/ 1140903 h 2745436"/>
              <a:gd name="connsiteX12" fmla="*/ 840496 w 6785599"/>
              <a:gd name="connsiteY12" fmla="*/ 906011 h 2745436"/>
              <a:gd name="connsiteX13" fmla="*/ 420813 w 6785599"/>
              <a:gd name="connsiteY13" fmla="*/ 1045245 h 2745436"/>
              <a:gd name="connsiteX14" fmla="*/ 9986 w 6785599"/>
              <a:gd name="connsiteY14" fmla="*/ 872455 h 2745436"/>
              <a:gd name="connsiteX15" fmla="*/ 169377 w 6785599"/>
              <a:gd name="connsiteY15" fmla="*/ 276837 h 2745436"/>
              <a:gd name="connsiteX16" fmla="*/ 635424 w 6785599"/>
              <a:gd name="connsiteY16" fmla="*/ 143749 h 2745436"/>
              <a:gd name="connsiteX17" fmla="*/ 781773 w 6785599"/>
              <a:gd name="connsiteY17" fmla="*/ 0 h 2745436"/>
              <a:gd name="connsiteX0" fmla="*/ 6300476 w 6785599"/>
              <a:gd name="connsiteY0" fmla="*/ 926773 h 2843068"/>
              <a:gd name="connsiteX1" fmla="*/ 6783368 w 6785599"/>
              <a:gd name="connsiteY1" fmla="*/ 993128 h 2843068"/>
              <a:gd name="connsiteX2" fmla="*/ 6477898 w 6785599"/>
              <a:gd name="connsiteY2" fmla="*/ 1230146 h 2843068"/>
              <a:gd name="connsiteX3" fmla="*/ 6410786 w 6785599"/>
              <a:gd name="connsiteY3" fmla="*/ 1580648 h 2843068"/>
              <a:gd name="connsiteX4" fmla="*/ 6084285 w 6785599"/>
              <a:gd name="connsiteY4" fmla="*/ 2255467 h 2843068"/>
              <a:gd name="connsiteX5" fmla="*/ 5798150 w 6785599"/>
              <a:gd name="connsiteY5" fmla="*/ 2843051 h 2843068"/>
              <a:gd name="connsiteX6" fmla="*/ 4908889 w 6785599"/>
              <a:gd name="connsiteY6" fmla="*/ 2237627 h 2843068"/>
              <a:gd name="connsiteX7" fmla="*/ 4575204 w 6785599"/>
              <a:gd name="connsiteY7" fmla="*/ 2753285 h 2843068"/>
              <a:gd name="connsiteX8" fmla="*/ 3758081 w 6785599"/>
              <a:gd name="connsiteY8" fmla="*/ 2198807 h 2843068"/>
              <a:gd name="connsiteX9" fmla="*/ 3164246 w 6785599"/>
              <a:gd name="connsiteY9" fmla="*/ 2253603 h 2843068"/>
              <a:gd name="connsiteX10" fmla="*/ 2778353 w 6785599"/>
              <a:gd name="connsiteY10" fmla="*/ 2345882 h 2843068"/>
              <a:gd name="connsiteX11" fmla="*/ 2199512 w 6785599"/>
              <a:gd name="connsiteY11" fmla="*/ 1238535 h 2843068"/>
              <a:gd name="connsiteX12" fmla="*/ 840496 w 6785599"/>
              <a:gd name="connsiteY12" fmla="*/ 1003643 h 2843068"/>
              <a:gd name="connsiteX13" fmla="*/ 420813 w 6785599"/>
              <a:gd name="connsiteY13" fmla="*/ 1142877 h 2843068"/>
              <a:gd name="connsiteX14" fmla="*/ 9986 w 6785599"/>
              <a:gd name="connsiteY14" fmla="*/ 970087 h 2843068"/>
              <a:gd name="connsiteX15" fmla="*/ 169377 w 6785599"/>
              <a:gd name="connsiteY15" fmla="*/ 374469 h 2843068"/>
              <a:gd name="connsiteX16" fmla="*/ 635424 w 6785599"/>
              <a:gd name="connsiteY16" fmla="*/ 241381 h 2843068"/>
              <a:gd name="connsiteX17" fmla="*/ 1046092 w 6785599"/>
              <a:gd name="connsiteY17" fmla="*/ 0 h 2843068"/>
              <a:gd name="connsiteX0" fmla="*/ 6300476 w 6785599"/>
              <a:gd name="connsiteY0" fmla="*/ 929154 h 2845449"/>
              <a:gd name="connsiteX1" fmla="*/ 6783368 w 6785599"/>
              <a:gd name="connsiteY1" fmla="*/ 995509 h 2845449"/>
              <a:gd name="connsiteX2" fmla="*/ 6477898 w 6785599"/>
              <a:gd name="connsiteY2" fmla="*/ 1232527 h 2845449"/>
              <a:gd name="connsiteX3" fmla="*/ 6410786 w 6785599"/>
              <a:gd name="connsiteY3" fmla="*/ 1583029 h 2845449"/>
              <a:gd name="connsiteX4" fmla="*/ 6084285 w 6785599"/>
              <a:gd name="connsiteY4" fmla="*/ 2257848 h 2845449"/>
              <a:gd name="connsiteX5" fmla="*/ 5798150 w 6785599"/>
              <a:gd name="connsiteY5" fmla="*/ 2845432 h 2845449"/>
              <a:gd name="connsiteX6" fmla="*/ 4908889 w 6785599"/>
              <a:gd name="connsiteY6" fmla="*/ 2240008 h 2845449"/>
              <a:gd name="connsiteX7" fmla="*/ 4575204 w 6785599"/>
              <a:gd name="connsiteY7" fmla="*/ 2755666 h 2845449"/>
              <a:gd name="connsiteX8" fmla="*/ 3758081 w 6785599"/>
              <a:gd name="connsiteY8" fmla="*/ 2201188 h 2845449"/>
              <a:gd name="connsiteX9" fmla="*/ 3164246 w 6785599"/>
              <a:gd name="connsiteY9" fmla="*/ 2255984 h 2845449"/>
              <a:gd name="connsiteX10" fmla="*/ 2778353 w 6785599"/>
              <a:gd name="connsiteY10" fmla="*/ 2348263 h 2845449"/>
              <a:gd name="connsiteX11" fmla="*/ 2199512 w 6785599"/>
              <a:gd name="connsiteY11" fmla="*/ 1240916 h 2845449"/>
              <a:gd name="connsiteX12" fmla="*/ 840496 w 6785599"/>
              <a:gd name="connsiteY12" fmla="*/ 1006024 h 2845449"/>
              <a:gd name="connsiteX13" fmla="*/ 420813 w 6785599"/>
              <a:gd name="connsiteY13" fmla="*/ 1145258 h 2845449"/>
              <a:gd name="connsiteX14" fmla="*/ 9986 w 6785599"/>
              <a:gd name="connsiteY14" fmla="*/ 972468 h 2845449"/>
              <a:gd name="connsiteX15" fmla="*/ 169377 w 6785599"/>
              <a:gd name="connsiteY15" fmla="*/ 376850 h 2845449"/>
              <a:gd name="connsiteX16" fmla="*/ 635424 w 6785599"/>
              <a:gd name="connsiteY16" fmla="*/ 243762 h 2845449"/>
              <a:gd name="connsiteX17" fmla="*/ 1048473 w 6785599"/>
              <a:gd name="connsiteY17" fmla="*/ 0 h 2845449"/>
              <a:gd name="connsiteX0" fmla="*/ 6302719 w 6787842"/>
              <a:gd name="connsiteY0" fmla="*/ 929154 h 2845449"/>
              <a:gd name="connsiteX1" fmla="*/ 6785611 w 6787842"/>
              <a:gd name="connsiteY1" fmla="*/ 995509 h 2845449"/>
              <a:gd name="connsiteX2" fmla="*/ 6480141 w 6787842"/>
              <a:gd name="connsiteY2" fmla="*/ 1232527 h 2845449"/>
              <a:gd name="connsiteX3" fmla="*/ 6413029 w 6787842"/>
              <a:gd name="connsiteY3" fmla="*/ 1583029 h 2845449"/>
              <a:gd name="connsiteX4" fmla="*/ 6086528 w 6787842"/>
              <a:gd name="connsiteY4" fmla="*/ 2257848 h 2845449"/>
              <a:gd name="connsiteX5" fmla="*/ 5800393 w 6787842"/>
              <a:gd name="connsiteY5" fmla="*/ 2845432 h 2845449"/>
              <a:gd name="connsiteX6" fmla="*/ 4911132 w 6787842"/>
              <a:gd name="connsiteY6" fmla="*/ 2240008 h 2845449"/>
              <a:gd name="connsiteX7" fmla="*/ 4577447 w 6787842"/>
              <a:gd name="connsiteY7" fmla="*/ 2755666 h 2845449"/>
              <a:gd name="connsiteX8" fmla="*/ 3760324 w 6787842"/>
              <a:gd name="connsiteY8" fmla="*/ 2201188 h 2845449"/>
              <a:gd name="connsiteX9" fmla="*/ 3166489 w 6787842"/>
              <a:gd name="connsiteY9" fmla="*/ 2255984 h 2845449"/>
              <a:gd name="connsiteX10" fmla="*/ 2780596 w 6787842"/>
              <a:gd name="connsiteY10" fmla="*/ 2348263 h 2845449"/>
              <a:gd name="connsiteX11" fmla="*/ 2201755 w 6787842"/>
              <a:gd name="connsiteY11" fmla="*/ 1240916 h 2845449"/>
              <a:gd name="connsiteX12" fmla="*/ 842739 w 6787842"/>
              <a:gd name="connsiteY12" fmla="*/ 1006024 h 2845449"/>
              <a:gd name="connsiteX13" fmla="*/ 423056 w 6787842"/>
              <a:gd name="connsiteY13" fmla="*/ 1145258 h 2845449"/>
              <a:gd name="connsiteX14" fmla="*/ 12229 w 6787842"/>
              <a:gd name="connsiteY14" fmla="*/ 972468 h 2845449"/>
              <a:gd name="connsiteX15" fmla="*/ 171620 w 6787842"/>
              <a:gd name="connsiteY15" fmla="*/ 376850 h 2845449"/>
              <a:gd name="connsiteX16" fmla="*/ 806735 w 6787842"/>
              <a:gd name="connsiteY16" fmla="*/ 103268 h 2845449"/>
              <a:gd name="connsiteX17" fmla="*/ 1050716 w 6787842"/>
              <a:gd name="connsiteY17" fmla="*/ 0 h 2845449"/>
              <a:gd name="connsiteX0" fmla="*/ 6291219 w 6776342"/>
              <a:gd name="connsiteY0" fmla="*/ 929154 h 2845449"/>
              <a:gd name="connsiteX1" fmla="*/ 6774111 w 6776342"/>
              <a:gd name="connsiteY1" fmla="*/ 995509 h 2845449"/>
              <a:gd name="connsiteX2" fmla="*/ 6468641 w 6776342"/>
              <a:gd name="connsiteY2" fmla="*/ 1232527 h 2845449"/>
              <a:gd name="connsiteX3" fmla="*/ 6401529 w 6776342"/>
              <a:gd name="connsiteY3" fmla="*/ 1583029 h 2845449"/>
              <a:gd name="connsiteX4" fmla="*/ 6075028 w 6776342"/>
              <a:gd name="connsiteY4" fmla="*/ 2257848 h 2845449"/>
              <a:gd name="connsiteX5" fmla="*/ 5788893 w 6776342"/>
              <a:gd name="connsiteY5" fmla="*/ 2845432 h 2845449"/>
              <a:gd name="connsiteX6" fmla="*/ 4899632 w 6776342"/>
              <a:gd name="connsiteY6" fmla="*/ 2240008 h 2845449"/>
              <a:gd name="connsiteX7" fmla="*/ 4565947 w 6776342"/>
              <a:gd name="connsiteY7" fmla="*/ 2755666 h 2845449"/>
              <a:gd name="connsiteX8" fmla="*/ 3748824 w 6776342"/>
              <a:gd name="connsiteY8" fmla="*/ 2201188 h 2845449"/>
              <a:gd name="connsiteX9" fmla="*/ 3154989 w 6776342"/>
              <a:gd name="connsiteY9" fmla="*/ 2255984 h 2845449"/>
              <a:gd name="connsiteX10" fmla="*/ 2769096 w 6776342"/>
              <a:gd name="connsiteY10" fmla="*/ 2348263 h 2845449"/>
              <a:gd name="connsiteX11" fmla="*/ 2190255 w 6776342"/>
              <a:gd name="connsiteY11" fmla="*/ 1240916 h 2845449"/>
              <a:gd name="connsiteX12" fmla="*/ 831239 w 6776342"/>
              <a:gd name="connsiteY12" fmla="*/ 1006024 h 2845449"/>
              <a:gd name="connsiteX13" fmla="*/ 411556 w 6776342"/>
              <a:gd name="connsiteY13" fmla="*/ 1145258 h 2845449"/>
              <a:gd name="connsiteX14" fmla="*/ 729 w 6776342"/>
              <a:gd name="connsiteY14" fmla="*/ 972468 h 2845449"/>
              <a:gd name="connsiteX15" fmla="*/ 324426 w 6776342"/>
              <a:gd name="connsiteY15" fmla="*/ 481625 h 2845449"/>
              <a:gd name="connsiteX16" fmla="*/ 795235 w 6776342"/>
              <a:gd name="connsiteY16" fmla="*/ 103268 h 2845449"/>
              <a:gd name="connsiteX17" fmla="*/ 1039216 w 6776342"/>
              <a:gd name="connsiteY17" fmla="*/ 0 h 2845449"/>
              <a:gd name="connsiteX0" fmla="*/ 6290603 w 6775726"/>
              <a:gd name="connsiteY0" fmla="*/ 929154 h 2845449"/>
              <a:gd name="connsiteX1" fmla="*/ 6773495 w 6775726"/>
              <a:gd name="connsiteY1" fmla="*/ 995509 h 2845449"/>
              <a:gd name="connsiteX2" fmla="*/ 6468025 w 6775726"/>
              <a:gd name="connsiteY2" fmla="*/ 1232527 h 2845449"/>
              <a:gd name="connsiteX3" fmla="*/ 6400913 w 6775726"/>
              <a:gd name="connsiteY3" fmla="*/ 1583029 h 2845449"/>
              <a:gd name="connsiteX4" fmla="*/ 6074412 w 6775726"/>
              <a:gd name="connsiteY4" fmla="*/ 2257848 h 2845449"/>
              <a:gd name="connsiteX5" fmla="*/ 5788277 w 6775726"/>
              <a:gd name="connsiteY5" fmla="*/ 2845432 h 2845449"/>
              <a:gd name="connsiteX6" fmla="*/ 4899016 w 6775726"/>
              <a:gd name="connsiteY6" fmla="*/ 2240008 h 2845449"/>
              <a:gd name="connsiteX7" fmla="*/ 4565331 w 6775726"/>
              <a:gd name="connsiteY7" fmla="*/ 2755666 h 2845449"/>
              <a:gd name="connsiteX8" fmla="*/ 3748208 w 6775726"/>
              <a:gd name="connsiteY8" fmla="*/ 2201188 h 2845449"/>
              <a:gd name="connsiteX9" fmla="*/ 3154373 w 6775726"/>
              <a:gd name="connsiteY9" fmla="*/ 2255984 h 2845449"/>
              <a:gd name="connsiteX10" fmla="*/ 2768480 w 6775726"/>
              <a:gd name="connsiteY10" fmla="*/ 2348263 h 2845449"/>
              <a:gd name="connsiteX11" fmla="*/ 2189639 w 6775726"/>
              <a:gd name="connsiteY11" fmla="*/ 1240916 h 2845449"/>
              <a:gd name="connsiteX12" fmla="*/ 830623 w 6775726"/>
              <a:gd name="connsiteY12" fmla="*/ 1006024 h 2845449"/>
              <a:gd name="connsiteX13" fmla="*/ 410940 w 6775726"/>
              <a:gd name="connsiteY13" fmla="*/ 1145258 h 2845449"/>
              <a:gd name="connsiteX14" fmla="*/ 113 w 6775726"/>
              <a:gd name="connsiteY14" fmla="*/ 972468 h 2845449"/>
              <a:gd name="connsiteX15" fmla="*/ 450017 w 6775726"/>
              <a:gd name="connsiteY15" fmla="*/ 448288 h 2845449"/>
              <a:gd name="connsiteX16" fmla="*/ 794619 w 6775726"/>
              <a:gd name="connsiteY16" fmla="*/ 103268 h 2845449"/>
              <a:gd name="connsiteX17" fmla="*/ 1038600 w 6775726"/>
              <a:gd name="connsiteY17" fmla="*/ 0 h 2845449"/>
              <a:gd name="connsiteX0" fmla="*/ 6290603 w 6775726"/>
              <a:gd name="connsiteY0" fmla="*/ 929154 h 2845449"/>
              <a:gd name="connsiteX1" fmla="*/ 6773495 w 6775726"/>
              <a:gd name="connsiteY1" fmla="*/ 995509 h 2845449"/>
              <a:gd name="connsiteX2" fmla="*/ 6468025 w 6775726"/>
              <a:gd name="connsiteY2" fmla="*/ 1232527 h 2845449"/>
              <a:gd name="connsiteX3" fmla="*/ 6400913 w 6775726"/>
              <a:gd name="connsiteY3" fmla="*/ 1583029 h 2845449"/>
              <a:gd name="connsiteX4" fmla="*/ 6074412 w 6775726"/>
              <a:gd name="connsiteY4" fmla="*/ 2257848 h 2845449"/>
              <a:gd name="connsiteX5" fmla="*/ 5788277 w 6775726"/>
              <a:gd name="connsiteY5" fmla="*/ 2845432 h 2845449"/>
              <a:gd name="connsiteX6" fmla="*/ 4899016 w 6775726"/>
              <a:gd name="connsiteY6" fmla="*/ 2240008 h 2845449"/>
              <a:gd name="connsiteX7" fmla="*/ 4565331 w 6775726"/>
              <a:gd name="connsiteY7" fmla="*/ 2755666 h 2845449"/>
              <a:gd name="connsiteX8" fmla="*/ 3748208 w 6775726"/>
              <a:gd name="connsiteY8" fmla="*/ 2201188 h 2845449"/>
              <a:gd name="connsiteX9" fmla="*/ 3154373 w 6775726"/>
              <a:gd name="connsiteY9" fmla="*/ 2255984 h 2845449"/>
              <a:gd name="connsiteX10" fmla="*/ 2768480 w 6775726"/>
              <a:gd name="connsiteY10" fmla="*/ 2348263 h 2845449"/>
              <a:gd name="connsiteX11" fmla="*/ 2189639 w 6775726"/>
              <a:gd name="connsiteY11" fmla="*/ 1240916 h 2845449"/>
              <a:gd name="connsiteX12" fmla="*/ 830623 w 6775726"/>
              <a:gd name="connsiteY12" fmla="*/ 1006024 h 2845449"/>
              <a:gd name="connsiteX13" fmla="*/ 410940 w 6775726"/>
              <a:gd name="connsiteY13" fmla="*/ 1145258 h 2845449"/>
              <a:gd name="connsiteX14" fmla="*/ 113 w 6775726"/>
              <a:gd name="connsiteY14" fmla="*/ 972468 h 2845449"/>
              <a:gd name="connsiteX15" fmla="*/ 450017 w 6775726"/>
              <a:gd name="connsiteY15" fmla="*/ 448288 h 2845449"/>
              <a:gd name="connsiteX16" fmla="*/ 785094 w 6775726"/>
              <a:gd name="connsiteY16" fmla="*/ 110412 h 2845449"/>
              <a:gd name="connsiteX17" fmla="*/ 1038600 w 6775726"/>
              <a:gd name="connsiteY17" fmla="*/ 0 h 2845449"/>
              <a:gd name="connsiteX0" fmla="*/ 6290603 w 6775726"/>
              <a:gd name="connsiteY0" fmla="*/ 926773 h 2843068"/>
              <a:gd name="connsiteX1" fmla="*/ 6773495 w 6775726"/>
              <a:gd name="connsiteY1" fmla="*/ 993128 h 2843068"/>
              <a:gd name="connsiteX2" fmla="*/ 6468025 w 6775726"/>
              <a:gd name="connsiteY2" fmla="*/ 1230146 h 2843068"/>
              <a:gd name="connsiteX3" fmla="*/ 6400913 w 6775726"/>
              <a:gd name="connsiteY3" fmla="*/ 1580648 h 2843068"/>
              <a:gd name="connsiteX4" fmla="*/ 6074412 w 6775726"/>
              <a:gd name="connsiteY4" fmla="*/ 2255467 h 2843068"/>
              <a:gd name="connsiteX5" fmla="*/ 5788277 w 6775726"/>
              <a:gd name="connsiteY5" fmla="*/ 2843051 h 2843068"/>
              <a:gd name="connsiteX6" fmla="*/ 4899016 w 6775726"/>
              <a:gd name="connsiteY6" fmla="*/ 2237627 h 2843068"/>
              <a:gd name="connsiteX7" fmla="*/ 4565331 w 6775726"/>
              <a:gd name="connsiteY7" fmla="*/ 2753285 h 2843068"/>
              <a:gd name="connsiteX8" fmla="*/ 3748208 w 6775726"/>
              <a:gd name="connsiteY8" fmla="*/ 2198807 h 2843068"/>
              <a:gd name="connsiteX9" fmla="*/ 3154373 w 6775726"/>
              <a:gd name="connsiteY9" fmla="*/ 2253603 h 2843068"/>
              <a:gd name="connsiteX10" fmla="*/ 2768480 w 6775726"/>
              <a:gd name="connsiteY10" fmla="*/ 2345882 h 2843068"/>
              <a:gd name="connsiteX11" fmla="*/ 2189639 w 6775726"/>
              <a:gd name="connsiteY11" fmla="*/ 1238535 h 2843068"/>
              <a:gd name="connsiteX12" fmla="*/ 830623 w 6775726"/>
              <a:gd name="connsiteY12" fmla="*/ 1003643 h 2843068"/>
              <a:gd name="connsiteX13" fmla="*/ 410940 w 6775726"/>
              <a:gd name="connsiteY13" fmla="*/ 1142877 h 2843068"/>
              <a:gd name="connsiteX14" fmla="*/ 113 w 6775726"/>
              <a:gd name="connsiteY14" fmla="*/ 970087 h 2843068"/>
              <a:gd name="connsiteX15" fmla="*/ 450017 w 6775726"/>
              <a:gd name="connsiteY15" fmla="*/ 445907 h 2843068"/>
              <a:gd name="connsiteX16" fmla="*/ 785094 w 6775726"/>
              <a:gd name="connsiteY16" fmla="*/ 108031 h 2843068"/>
              <a:gd name="connsiteX17" fmla="*/ 1040982 w 6775726"/>
              <a:gd name="connsiteY17" fmla="*/ 0 h 2843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775726" h="2843068">
                <a:moveTo>
                  <a:pt x="6290603" y="926773"/>
                </a:moveTo>
                <a:cubicBezTo>
                  <a:pt x="6265698" y="955901"/>
                  <a:pt x="6743925" y="942566"/>
                  <a:pt x="6773495" y="993128"/>
                </a:cubicBezTo>
                <a:cubicBezTo>
                  <a:pt x="6803065" y="1043690"/>
                  <a:pt x="6530122" y="1132226"/>
                  <a:pt x="6468025" y="1230146"/>
                </a:cubicBezTo>
                <a:cubicBezTo>
                  <a:pt x="6405928" y="1328066"/>
                  <a:pt x="6466515" y="1409761"/>
                  <a:pt x="6400913" y="1580648"/>
                </a:cubicBezTo>
                <a:cubicBezTo>
                  <a:pt x="6335311" y="1751535"/>
                  <a:pt x="6176518" y="2045067"/>
                  <a:pt x="6074412" y="2255467"/>
                </a:cubicBezTo>
                <a:cubicBezTo>
                  <a:pt x="5972306" y="2465867"/>
                  <a:pt x="5984176" y="2846024"/>
                  <a:pt x="5788277" y="2843051"/>
                </a:cubicBezTo>
                <a:cubicBezTo>
                  <a:pt x="5592378" y="2840078"/>
                  <a:pt x="5102840" y="2252588"/>
                  <a:pt x="4899016" y="2237627"/>
                </a:cubicBezTo>
                <a:cubicBezTo>
                  <a:pt x="4695192" y="2222666"/>
                  <a:pt x="4774966" y="2735436"/>
                  <a:pt x="4565331" y="2753285"/>
                </a:cubicBezTo>
                <a:cubicBezTo>
                  <a:pt x="4355696" y="2771134"/>
                  <a:pt x="3960670" y="2248040"/>
                  <a:pt x="3748208" y="2198807"/>
                </a:cubicBezTo>
                <a:cubicBezTo>
                  <a:pt x="3535746" y="2149574"/>
                  <a:pt x="3317661" y="2229091"/>
                  <a:pt x="3154373" y="2253603"/>
                </a:cubicBezTo>
                <a:cubicBezTo>
                  <a:pt x="2991085" y="2278115"/>
                  <a:pt x="2929269" y="2515060"/>
                  <a:pt x="2768480" y="2345882"/>
                </a:cubicBezTo>
                <a:cubicBezTo>
                  <a:pt x="2607691" y="2176704"/>
                  <a:pt x="2512615" y="1462241"/>
                  <a:pt x="2189639" y="1238535"/>
                </a:cubicBezTo>
                <a:cubicBezTo>
                  <a:pt x="1866663" y="1014829"/>
                  <a:pt x="1127073" y="1019586"/>
                  <a:pt x="830623" y="1003643"/>
                </a:cubicBezTo>
                <a:cubicBezTo>
                  <a:pt x="534173" y="987700"/>
                  <a:pt x="549358" y="1148470"/>
                  <a:pt x="410940" y="1142877"/>
                </a:cubicBezTo>
                <a:cubicBezTo>
                  <a:pt x="272522" y="1137284"/>
                  <a:pt x="-6400" y="1086249"/>
                  <a:pt x="113" y="970087"/>
                </a:cubicBezTo>
                <a:cubicBezTo>
                  <a:pt x="6626" y="853925"/>
                  <a:pt x="319187" y="589583"/>
                  <a:pt x="450017" y="445907"/>
                </a:cubicBezTo>
                <a:cubicBezTo>
                  <a:pt x="580847" y="302231"/>
                  <a:pt x="683028" y="154170"/>
                  <a:pt x="785094" y="108031"/>
                </a:cubicBezTo>
                <a:cubicBezTo>
                  <a:pt x="887160" y="61891"/>
                  <a:pt x="1008125" y="44042"/>
                  <a:pt x="1040982" y="0"/>
                </a:cubicBezTo>
              </a:path>
            </a:pathLst>
          </a:custGeom>
          <a:noFill/>
          <a:ln w="57150"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5" name="자유형: 도형 154">
            <a:extLst>
              <a:ext uri="{FF2B5EF4-FFF2-40B4-BE49-F238E27FC236}">
                <a16:creationId xmlns:a16="http://schemas.microsoft.com/office/drawing/2014/main" id="{4FA3181C-7A40-4EAC-B956-BCF31E0CD671}"/>
              </a:ext>
            </a:extLst>
          </p:cNvPr>
          <p:cNvSpPr/>
          <p:nvPr/>
        </p:nvSpPr>
        <p:spPr>
          <a:xfrm>
            <a:off x="2157616" y="1736522"/>
            <a:ext cx="6596012" cy="2952241"/>
          </a:xfrm>
          <a:custGeom>
            <a:avLst/>
            <a:gdLst>
              <a:gd name="connsiteX0" fmla="*/ 700463 w 6660888"/>
              <a:gd name="connsiteY0" fmla="*/ 160823 h 2977702"/>
              <a:gd name="connsiteX1" fmla="*/ 784353 w 6660888"/>
              <a:gd name="connsiteY1" fmla="*/ 85322 h 2977702"/>
              <a:gd name="connsiteX2" fmla="*/ 968911 w 6660888"/>
              <a:gd name="connsiteY2" fmla="*/ 76933 h 2977702"/>
              <a:gd name="connsiteX3" fmla="*/ 742408 w 6660888"/>
              <a:gd name="connsiteY3" fmla="*/ 1432 h 2977702"/>
              <a:gd name="connsiteX4" fmla="*/ 566239 w 6660888"/>
              <a:gd name="connsiteY4" fmla="*/ 152434 h 2977702"/>
              <a:gd name="connsiteX5" fmla="*/ 658518 w 6660888"/>
              <a:gd name="connsiteY5" fmla="*/ 311825 h 2977702"/>
              <a:gd name="connsiteX6" fmla="*/ 180345 w 6660888"/>
              <a:gd name="connsiteY6" fmla="*/ 446049 h 2977702"/>
              <a:gd name="connsiteX7" fmla="*/ 4177 w 6660888"/>
              <a:gd name="connsiteY7" fmla="*/ 1184280 h 2977702"/>
              <a:gd name="connsiteX8" fmla="*/ 331347 w 6660888"/>
              <a:gd name="connsiteY8" fmla="*/ 1125557 h 2977702"/>
              <a:gd name="connsiteX9" fmla="*/ 1296081 w 6660888"/>
              <a:gd name="connsiteY9" fmla="*/ 1217836 h 2977702"/>
              <a:gd name="connsiteX10" fmla="*/ 2000756 w 6660888"/>
              <a:gd name="connsiteY10" fmla="*/ 1352060 h 2977702"/>
              <a:gd name="connsiteX11" fmla="*/ 2546041 w 6660888"/>
              <a:gd name="connsiteY11" fmla="*/ 2367128 h 2977702"/>
              <a:gd name="connsiteX12" fmla="*/ 2873212 w 6660888"/>
              <a:gd name="connsiteY12" fmla="*/ 2341961 h 2977702"/>
              <a:gd name="connsiteX13" fmla="*/ 3150048 w 6660888"/>
              <a:gd name="connsiteY13" fmla="*/ 2643964 h 2977702"/>
              <a:gd name="connsiteX14" fmla="*/ 4240617 w 6660888"/>
              <a:gd name="connsiteY14" fmla="*/ 2694298 h 2977702"/>
              <a:gd name="connsiteX15" fmla="*/ 5029182 w 6660888"/>
              <a:gd name="connsiteY15" fmla="*/ 2736243 h 2977702"/>
              <a:gd name="connsiteX16" fmla="*/ 5389909 w 6660888"/>
              <a:gd name="connsiteY16" fmla="*/ 2744632 h 2977702"/>
              <a:gd name="connsiteX17" fmla="*/ 5683523 w 6660888"/>
              <a:gd name="connsiteY17" fmla="*/ 2937579 h 2977702"/>
              <a:gd name="connsiteX18" fmla="*/ 6497256 w 6660888"/>
              <a:gd name="connsiteY18" fmla="*/ 1855399 h 2977702"/>
              <a:gd name="connsiteX19" fmla="*/ 6639868 w 6660888"/>
              <a:gd name="connsiteY19" fmla="*/ 1318504 h 2977702"/>
              <a:gd name="connsiteX20" fmla="*/ 6203641 w 6660888"/>
              <a:gd name="connsiteY20" fmla="*/ 1008111 h 2977702"/>
              <a:gd name="connsiteX0" fmla="*/ 700463 w 6646436"/>
              <a:gd name="connsiteY0" fmla="*/ 160823 h 2980907"/>
              <a:gd name="connsiteX1" fmla="*/ 784353 w 6646436"/>
              <a:gd name="connsiteY1" fmla="*/ 85322 h 2980907"/>
              <a:gd name="connsiteX2" fmla="*/ 968911 w 6646436"/>
              <a:gd name="connsiteY2" fmla="*/ 76933 h 2980907"/>
              <a:gd name="connsiteX3" fmla="*/ 742408 w 6646436"/>
              <a:gd name="connsiteY3" fmla="*/ 1432 h 2980907"/>
              <a:gd name="connsiteX4" fmla="*/ 566239 w 6646436"/>
              <a:gd name="connsiteY4" fmla="*/ 152434 h 2980907"/>
              <a:gd name="connsiteX5" fmla="*/ 658518 w 6646436"/>
              <a:gd name="connsiteY5" fmla="*/ 311825 h 2980907"/>
              <a:gd name="connsiteX6" fmla="*/ 180345 w 6646436"/>
              <a:gd name="connsiteY6" fmla="*/ 446049 h 2980907"/>
              <a:gd name="connsiteX7" fmla="*/ 4177 w 6646436"/>
              <a:gd name="connsiteY7" fmla="*/ 1184280 h 2980907"/>
              <a:gd name="connsiteX8" fmla="*/ 331347 w 6646436"/>
              <a:gd name="connsiteY8" fmla="*/ 1125557 h 2980907"/>
              <a:gd name="connsiteX9" fmla="*/ 1296081 w 6646436"/>
              <a:gd name="connsiteY9" fmla="*/ 1217836 h 2980907"/>
              <a:gd name="connsiteX10" fmla="*/ 2000756 w 6646436"/>
              <a:gd name="connsiteY10" fmla="*/ 1352060 h 2980907"/>
              <a:gd name="connsiteX11" fmla="*/ 2546041 w 6646436"/>
              <a:gd name="connsiteY11" fmla="*/ 2367128 h 2980907"/>
              <a:gd name="connsiteX12" fmla="*/ 2873212 w 6646436"/>
              <a:gd name="connsiteY12" fmla="*/ 2341961 h 2980907"/>
              <a:gd name="connsiteX13" fmla="*/ 3150048 w 6646436"/>
              <a:gd name="connsiteY13" fmla="*/ 2643964 h 2980907"/>
              <a:gd name="connsiteX14" fmla="*/ 4240617 w 6646436"/>
              <a:gd name="connsiteY14" fmla="*/ 2694298 h 2980907"/>
              <a:gd name="connsiteX15" fmla="*/ 5029182 w 6646436"/>
              <a:gd name="connsiteY15" fmla="*/ 2736243 h 2980907"/>
              <a:gd name="connsiteX16" fmla="*/ 5389909 w 6646436"/>
              <a:gd name="connsiteY16" fmla="*/ 2744632 h 2980907"/>
              <a:gd name="connsiteX17" fmla="*/ 5683523 w 6646436"/>
              <a:gd name="connsiteY17" fmla="*/ 2937579 h 2980907"/>
              <a:gd name="connsiteX18" fmla="*/ 6294056 w 6646436"/>
              <a:gd name="connsiteY18" fmla="*/ 1804599 h 2980907"/>
              <a:gd name="connsiteX19" fmla="*/ 6639868 w 6646436"/>
              <a:gd name="connsiteY19" fmla="*/ 1318504 h 2980907"/>
              <a:gd name="connsiteX20" fmla="*/ 6203641 w 6646436"/>
              <a:gd name="connsiteY20" fmla="*/ 1008111 h 2980907"/>
              <a:gd name="connsiteX0" fmla="*/ 700463 w 6673950"/>
              <a:gd name="connsiteY0" fmla="*/ 160823 h 2980907"/>
              <a:gd name="connsiteX1" fmla="*/ 784353 w 6673950"/>
              <a:gd name="connsiteY1" fmla="*/ 85322 h 2980907"/>
              <a:gd name="connsiteX2" fmla="*/ 968911 w 6673950"/>
              <a:gd name="connsiteY2" fmla="*/ 76933 h 2980907"/>
              <a:gd name="connsiteX3" fmla="*/ 742408 w 6673950"/>
              <a:gd name="connsiteY3" fmla="*/ 1432 h 2980907"/>
              <a:gd name="connsiteX4" fmla="*/ 566239 w 6673950"/>
              <a:gd name="connsiteY4" fmla="*/ 152434 h 2980907"/>
              <a:gd name="connsiteX5" fmla="*/ 658518 w 6673950"/>
              <a:gd name="connsiteY5" fmla="*/ 311825 h 2980907"/>
              <a:gd name="connsiteX6" fmla="*/ 180345 w 6673950"/>
              <a:gd name="connsiteY6" fmla="*/ 446049 h 2980907"/>
              <a:gd name="connsiteX7" fmla="*/ 4177 w 6673950"/>
              <a:gd name="connsiteY7" fmla="*/ 1184280 h 2980907"/>
              <a:gd name="connsiteX8" fmla="*/ 331347 w 6673950"/>
              <a:gd name="connsiteY8" fmla="*/ 1125557 h 2980907"/>
              <a:gd name="connsiteX9" fmla="*/ 1296081 w 6673950"/>
              <a:gd name="connsiteY9" fmla="*/ 1217836 h 2980907"/>
              <a:gd name="connsiteX10" fmla="*/ 2000756 w 6673950"/>
              <a:gd name="connsiteY10" fmla="*/ 1352060 h 2980907"/>
              <a:gd name="connsiteX11" fmla="*/ 2546041 w 6673950"/>
              <a:gd name="connsiteY11" fmla="*/ 2367128 h 2980907"/>
              <a:gd name="connsiteX12" fmla="*/ 2873212 w 6673950"/>
              <a:gd name="connsiteY12" fmla="*/ 2341961 h 2980907"/>
              <a:gd name="connsiteX13" fmla="*/ 3150048 w 6673950"/>
              <a:gd name="connsiteY13" fmla="*/ 2643964 h 2980907"/>
              <a:gd name="connsiteX14" fmla="*/ 4240617 w 6673950"/>
              <a:gd name="connsiteY14" fmla="*/ 2694298 h 2980907"/>
              <a:gd name="connsiteX15" fmla="*/ 5029182 w 6673950"/>
              <a:gd name="connsiteY15" fmla="*/ 2736243 h 2980907"/>
              <a:gd name="connsiteX16" fmla="*/ 5389909 w 6673950"/>
              <a:gd name="connsiteY16" fmla="*/ 2744632 h 2980907"/>
              <a:gd name="connsiteX17" fmla="*/ 5683523 w 6673950"/>
              <a:gd name="connsiteY17" fmla="*/ 2937579 h 2980907"/>
              <a:gd name="connsiteX18" fmla="*/ 6294056 w 6673950"/>
              <a:gd name="connsiteY18" fmla="*/ 1804599 h 2980907"/>
              <a:gd name="connsiteX19" fmla="*/ 6598273 w 6673950"/>
              <a:gd name="connsiteY19" fmla="*/ 1388412 h 2980907"/>
              <a:gd name="connsiteX20" fmla="*/ 6639868 w 6673950"/>
              <a:gd name="connsiteY20" fmla="*/ 1318504 h 2980907"/>
              <a:gd name="connsiteX21" fmla="*/ 6203641 w 6673950"/>
              <a:gd name="connsiteY21" fmla="*/ 1008111 h 2980907"/>
              <a:gd name="connsiteX0" fmla="*/ 700463 w 6673950"/>
              <a:gd name="connsiteY0" fmla="*/ 160823 h 2980907"/>
              <a:gd name="connsiteX1" fmla="*/ 784353 w 6673950"/>
              <a:gd name="connsiteY1" fmla="*/ 85322 h 2980907"/>
              <a:gd name="connsiteX2" fmla="*/ 968911 w 6673950"/>
              <a:gd name="connsiteY2" fmla="*/ 76933 h 2980907"/>
              <a:gd name="connsiteX3" fmla="*/ 742408 w 6673950"/>
              <a:gd name="connsiteY3" fmla="*/ 1432 h 2980907"/>
              <a:gd name="connsiteX4" fmla="*/ 566239 w 6673950"/>
              <a:gd name="connsiteY4" fmla="*/ 152434 h 2980907"/>
              <a:gd name="connsiteX5" fmla="*/ 658518 w 6673950"/>
              <a:gd name="connsiteY5" fmla="*/ 311825 h 2980907"/>
              <a:gd name="connsiteX6" fmla="*/ 180345 w 6673950"/>
              <a:gd name="connsiteY6" fmla="*/ 446049 h 2980907"/>
              <a:gd name="connsiteX7" fmla="*/ 4177 w 6673950"/>
              <a:gd name="connsiteY7" fmla="*/ 1184280 h 2980907"/>
              <a:gd name="connsiteX8" fmla="*/ 331347 w 6673950"/>
              <a:gd name="connsiteY8" fmla="*/ 1125557 h 2980907"/>
              <a:gd name="connsiteX9" fmla="*/ 1296081 w 6673950"/>
              <a:gd name="connsiteY9" fmla="*/ 1217836 h 2980907"/>
              <a:gd name="connsiteX10" fmla="*/ 2076956 w 6673950"/>
              <a:gd name="connsiteY10" fmla="*/ 1301260 h 2980907"/>
              <a:gd name="connsiteX11" fmla="*/ 2546041 w 6673950"/>
              <a:gd name="connsiteY11" fmla="*/ 2367128 h 2980907"/>
              <a:gd name="connsiteX12" fmla="*/ 2873212 w 6673950"/>
              <a:gd name="connsiteY12" fmla="*/ 2341961 h 2980907"/>
              <a:gd name="connsiteX13" fmla="*/ 3150048 w 6673950"/>
              <a:gd name="connsiteY13" fmla="*/ 2643964 h 2980907"/>
              <a:gd name="connsiteX14" fmla="*/ 4240617 w 6673950"/>
              <a:gd name="connsiteY14" fmla="*/ 2694298 h 2980907"/>
              <a:gd name="connsiteX15" fmla="*/ 5029182 w 6673950"/>
              <a:gd name="connsiteY15" fmla="*/ 2736243 h 2980907"/>
              <a:gd name="connsiteX16" fmla="*/ 5389909 w 6673950"/>
              <a:gd name="connsiteY16" fmla="*/ 2744632 h 2980907"/>
              <a:gd name="connsiteX17" fmla="*/ 5683523 w 6673950"/>
              <a:gd name="connsiteY17" fmla="*/ 2937579 h 2980907"/>
              <a:gd name="connsiteX18" fmla="*/ 6294056 w 6673950"/>
              <a:gd name="connsiteY18" fmla="*/ 1804599 h 2980907"/>
              <a:gd name="connsiteX19" fmla="*/ 6598273 w 6673950"/>
              <a:gd name="connsiteY19" fmla="*/ 1388412 h 2980907"/>
              <a:gd name="connsiteX20" fmla="*/ 6639868 w 6673950"/>
              <a:gd name="connsiteY20" fmla="*/ 1318504 h 2980907"/>
              <a:gd name="connsiteX21" fmla="*/ 6203641 w 6673950"/>
              <a:gd name="connsiteY21" fmla="*/ 1008111 h 2980907"/>
              <a:gd name="connsiteX0" fmla="*/ 700463 w 6673950"/>
              <a:gd name="connsiteY0" fmla="*/ 160823 h 2980907"/>
              <a:gd name="connsiteX1" fmla="*/ 784353 w 6673950"/>
              <a:gd name="connsiteY1" fmla="*/ 85322 h 2980907"/>
              <a:gd name="connsiteX2" fmla="*/ 968911 w 6673950"/>
              <a:gd name="connsiteY2" fmla="*/ 76933 h 2980907"/>
              <a:gd name="connsiteX3" fmla="*/ 742408 w 6673950"/>
              <a:gd name="connsiteY3" fmla="*/ 1432 h 2980907"/>
              <a:gd name="connsiteX4" fmla="*/ 566239 w 6673950"/>
              <a:gd name="connsiteY4" fmla="*/ 152434 h 2980907"/>
              <a:gd name="connsiteX5" fmla="*/ 658518 w 6673950"/>
              <a:gd name="connsiteY5" fmla="*/ 311825 h 2980907"/>
              <a:gd name="connsiteX6" fmla="*/ 180345 w 6673950"/>
              <a:gd name="connsiteY6" fmla="*/ 446049 h 2980907"/>
              <a:gd name="connsiteX7" fmla="*/ 4177 w 6673950"/>
              <a:gd name="connsiteY7" fmla="*/ 1184280 h 2980907"/>
              <a:gd name="connsiteX8" fmla="*/ 331347 w 6673950"/>
              <a:gd name="connsiteY8" fmla="*/ 1125557 h 2980907"/>
              <a:gd name="connsiteX9" fmla="*/ 1296081 w 6673950"/>
              <a:gd name="connsiteY9" fmla="*/ 1217836 h 2980907"/>
              <a:gd name="connsiteX10" fmla="*/ 2076956 w 6673950"/>
              <a:gd name="connsiteY10" fmla="*/ 1301260 h 2980907"/>
              <a:gd name="connsiteX11" fmla="*/ 2584141 w 6673950"/>
              <a:gd name="connsiteY11" fmla="*/ 2341728 h 2980907"/>
              <a:gd name="connsiteX12" fmla="*/ 2873212 w 6673950"/>
              <a:gd name="connsiteY12" fmla="*/ 2341961 h 2980907"/>
              <a:gd name="connsiteX13" fmla="*/ 3150048 w 6673950"/>
              <a:gd name="connsiteY13" fmla="*/ 2643964 h 2980907"/>
              <a:gd name="connsiteX14" fmla="*/ 4240617 w 6673950"/>
              <a:gd name="connsiteY14" fmla="*/ 2694298 h 2980907"/>
              <a:gd name="connsiteX15" fmla="*/ 5029182 w 6673950"/>
              <a:gd name="connsiteY15" fmla="*/ 2736243 h 2980907"/>
              <a:gd name="connsiteX16" fmla="*/ 5389909 w 6673950"/>
              <a:gd name="connsiteY16" fmla="*/ 2744632 h 2980907"/>
              <a:gd name="connsiteX17" fmla="*/ 5683523 w 6673950"/>
              <a:gd name="connsiteY17" fmla="*/ 2937579 h 2980907"/>
              <a:gd name="connsiteX18" fmla="*/ 6294056 w 6673950"/>
              <a:gd name="connsiteY18" fmla="*/ 1804599 h 2980907"/>
              <a:gd name="connsiteX19" fmla="*/ 6598273 w 6673950"/>
              <a:gd name="connsiteY19" fmla="*/ 1388412 h 2980907"/>
              <a:gd name="connsiteX20" fmla="*/ 6639868 w 6673950"/>
              <a:gd name="connsiteY20" fmla="*/ 1318504 h 2980907"/>
              <a:gd name="connsiteX21" fmla="*/ 6203641 w 6673950"/>
              <a:gd name="connsiteY21" fmla="*/ 1008111 h 2980907"/>
              <a:gd name="connsiteX0" fmla="*/ 700463 w 6673950"/>
              <a:gd name="connsiteY0" fmla="*/ 160823 h 2980907"/>
              <a:gd name="connsiteX1" fmla="*/ 784353 w 6673950"/>
              <a:gd name="connsiteY1" fmla="*/ 85322 h 2980907"/>
              <a:gd name="connsiteX2" fmla="*/ 968911 w 6673950"/>
              <a:gd name="connsiteY2" fmla="*/ 76933 h 2980907"/>
              <a:gd name="connsiteX3" fmla="*/ 742408 w 6673950"/>
              <a:gd name="connsiteY3" fmla="*/ 1432 h 2980907"/>
              <a:gd name="connsiteX4" fmla="*/ 566239 w 6673950"/>
              <a:gd name="connsiteY4" fmla="*/ 152434 h 2980907"/>
              <a:gd name="connsiteX5" fmla="*/ 658518 w 6673950"/>
              <a:gd name="connsiteY5" fmla="*/ 311825 h 2980907"/>
              <a:gd name="connsiteX6" fmla="*/ 180345 w 6673950"/>
              <a:gd name="connsiteY6" fmla="*/ 446049 h 2980907"/>
              <a:gd name="connsiteX7" fmla="*/ 4177 w 6673950"/>
              <a:gd name="connsiteY7" fmla="*/ 1184280 h 2980907"/>
              <a:gd name="connsiteX8" fmla="*/ 331347 w 6673950"/>
              <a:gd name="connsiteY8" fmla="*/ 1125557 h 2980907"/>
              <a:gd name="connsiteX9" fmla="*/ 1296081 w 6673950"/>
              <a:gd name="connsiteY9" fmla="*/ 1217836 h 2980907"/>
              <a:gd name="connsiteX10" fmla="*/ 2076956 w 6673950"/>
              <a:gd name="connsiteY10" fmla="*/ 1301260 h 2980907"/>
              <a:gd name="connsiteX11" fmla="*/ 2584141 w 6673950"/>
              <a:gd name="connsiteY11" fmla="*/ 2341728 h 2980907"/>
              <a:gd name="connsiteX12" fmla="*/ 2873212 w 6673950"/>
              <a:gd name="connsiteY12" fmla="*/ 2341961 h 2980907"/>
              <a:gd name="connsiteX13" fmla="*/ 3226248 w 6673950"/>
              <a:gd name="connsiteY13" fmla="*/ 2415364 h 2980907"/>
              <a:gd name="connsiteX14" fmla="*/ 4240617 w 6673950"/>
              <a:gd name="connsiteY14" fmla="*/ 2694298 h 2980907"/>
              <a:gd name="connsiteX15" fmla="*/ 5029182 w 6673950"/>
              <a:gd name="connsiteY15" fmla="*/ 2736243 h 2980907"/>
              <a:gd name="connsiteX16" fmla="*/ 5389909 w 6673950"/>
              <a:gd name="connsiteY16" fmla="*/ 2744632 h 2980907"/>
              <a:gd name="connsiteX17" fmla="*/ 5683523 w 6673950"/>
              <a:gd name="connsiteY17" fmla="*/ 2937579 h 2980907"/>
              <a:gd name="connsiteX18" fmla="*/ 6294056 w 6673950"/>
              <a:gd name="connsiteY18" fmla="*/ 1804599 h 2980907"/>
              <a:gd name="connsiteX19" fmla="*/ 6598273 w 6673950"/>
              <a:gd name="connsiteY19" fmla="*/ 1388412 h 2980907"/>
              <a:gd name="connsiteX20" fmla="*/ 6639868 w 6673950"/>
              <a:gd name="connsiteY20" fmla="*/ 1318504 h 2980907"/>
              <a:gd name="connsiteX21" fmla="*/ 6203641 w 6673950"/>
              <a:gd name="connsiteY21" fmla="*/ 1008111 h 2980907"/>
              <a:gd name="connsiteX0" fmla="*/ 700463 w 6673950"/>
              <a:gd name="connsiteY0" fmla="*/ 160823 h 2980907"/>
              <a:gd name="connsiteX1" fmla="*/ 784353 w 6673950"/>
              <a:gd name="connsiteY1" fmla="*/ 85322 h 2980907"/>
              <a:gd name="connsiteX2" fmla="*/ 968911 w 6673950"/>
              <a:gd name="connsiteY2" fmla="*/ 76933 h 2980907"/>
              <a:gd name="connsiteX3" fmla="*/ 742408 w 6673950"/>
              <a:gd name="connsiteY3" fmla="*/ 1432 h 2980907"/>
              <a:gd name="connsiteX4" fmla="*/ 566239 w 6673950"/>
              <a:gd name="connsiteY4" fmla="*/ 152434 h 2980907"/>
              <a:gd name="connsiteX5" fmla="*/ 658518 w 6673950"/>
              <a:gd name="connsiteY5" fmla="*/ 311825 h 2980907"/>
              <a:gd name="connsiteX6" fmla="*/ 180345 w 6673950"/>
              <a:gd name="connsiteY6" fmla="*/ 446049 h 2980907"/>
              <a:gd name="connsiteX7" fmla="*/ 4177 w 6673950"/>
              <a:gd name="connsiteY7" fmla="*/ 1184280 h 2980907"/>
              <a:gd name="connsiteX8" fmla="*/ 331347 w 6673950"/>
              <a:gd name="connsiteY8" fmla="*/ 1125557 h 2980907"/>
              <a:gd name="connsiteX9" fmla="*/ 1296081 w 6673950"/>
              <a:gd name="connsiteY9" fmla="*/ 1217836 h 2980907"/>
              <a:gd name="connsiteX10" fmla="*/ 2076956 w 6673950"/>
              <a:gd name="connsiteY10" fmla="*/ 1301260 h 2980907"/>
              <a:gd name="connsiteX11" fmla="*/ 2584141 w 6673950"/>
              <a:gd name="connsiteY11" fmla="*/ 2341728 h 2980907"/>
              <a:gd name="connsiteX12" fmla="*/ 2873212 w 6673950"/>
              <a:gd name="connsiteY12" fmla="*/ 2341961 h 2980907"/>
              <a:gd name="connsiteX13" fmla="*/ 3226248 w 6673950"/>
              <a:gd name="connsiteY13" fmla="*/ 2415364 h 2980907"/>
              <a:gd name="connsiteX14" fmla="*/ 3550273 w 6673950"/>
              <a:gd name="connsiteY14" fmla="*/ 2734612 h 2980907"/>
              <a:gd name="connsiteX15" fmla="*/ 4240617 w 6673950"/>
              <a:gd name="connsiteY15" fmla="*/ 2694298 h 2980907"/>
              <a:gd name="connsiteX16" fmla="*/ 5029182 w 6673950"/>
              <a:gd name="connsiteY16" fmla="*/ 2736243 h 2980907"/>
              <a:gd name="connsiteX17" fmla="*/ 5389909 w 6673950"/>
              <a:gd name="connsiteY17" fmla="*/ 2744632 h 2980907"/>
              <a:gd name="connsiteX18" fmla="*/ 5683523 w 6673950"/>
              <a:gd name="connsiteY18" fmla="*/ 2937579 h 2980907"/>
              <a:gd name="connsiteX19" fmla="*/ 6294056 w 6673950"/>
              <a:gd name="connsiteY19" fmla="*/ 1804599 h 2980907"/>
              <a:gd name="connsiteX20" fmla="*/ 6598273 w 6673950"/>
              <a:gd name="connsiteY20" fmla="*/ 1388412 h 2980907"/>
              <a:gd name="connsiteX21" fmla="*/ 6639868 w 6673950"/>
              <a:gd name="connsiteY21" fmla="*/ 1318504 h 2980907"/>
              <a:gd name="connsiteX22" fmla="*/ 6203641 w 6673950"/>
              <a:gd name="connsiteY22" fmla="*/ 1008111 h 2980907"/>
              <a:gd name="connsiteX0" fmla="*/ 700463 w 6673950"/>
              <a:gd name="connsiteY0" fmla="*/ 160823 h 2980907"/>
              <a:gd name="connsiteX1" fmla="*/ 784353 w 6673950"/>
              <a:gd name="connsiteY1" fmla="*/ 85322 h 2980907"/>
              <a:gd name="connsiteX2" fmla="*/ 968911 w 6673950"/>
              <a:gd name="connsiteY2" fmla="*/ 76933 h 2980907"/>
              <a:gd name="connsiteX3" fmla="*/ 742408 w 6673950"/>
              <a:gd name="connsiteY3" fmla="*/ 1432 h 2980907"/>
              <a:gd name="connsiteX4" fmla="*/ 566239 w 6673950"/>
              <a:gd name="connsiteY4" fmla="*/ 152434 h 2980907"/>
              <a:gd name="connsiteX5" fmla="*/ 658518 w 6673950"/>
              <a:gd name="connsiteY5" fmla="*/ 311825 h 2980907"/>
              <a:gd name="connsiteX6" fmla="*/ 180345 w 6673950"/>
              <a:gd name="connsiteY6" fmla="*/ 446049 h 2980907"/>
              <a:gd name="connsiteX7" fmla="*/ 4177 w 6673950"/>
              <a:gd name="connsiteY7" fmla="*/ 1184280 h 2980907"/>
              <a:gd name="connsiteX8" fmla="*/ 331347 w 6673950"/>
              <a:gd name="connsiteY8" fmla="*/ 1125557 h 2980907"/>
              <a:gd name="connsiteX9" fmla="*/ 1296081 w 6673950"/>
              <a:gd name="connsiteY9" fmla="*/ 1217836 h 2980907"/>
              <a:gd name="connsiteX10" fmla="*/ 2076956 w 6673950"/>
              <a:gd name="connsiteY10" fmla="*/ 1301260 h 2980907"/>
              <a:gd name="connsiteX11" fmla="*/ 2584141 w 6673950"/>
              <a:gd name="connsiteY11" fmla="*/ 2341728 h 2980907"/>
              <a:gd name="connsiteX12" fmla="*/ 2873212 w 6673950"/>
              <a:gd name="connsiteY12" fmla="*/ 2341961 h 2980907"/>
              <a:gd name="connsiteX13" fmla="*/ 3226248 w 6673950"/>
              <a:gd name="connsiteY13" fmla="*/ 2415364 h 2980907"/>
              <a:gd name="connsiteX14" fmla="*/ 3728073 w 6673950"/>
              <a:gd name="connsiteY14" fmla="*/ 2493312 h 2980907"/>
              <a:gd name="connsiteX15" fmla="*/ 4240617 w 6673950"/>
              <a:gd name="connsiteY15" fmla="*/ 2694298 h 2980907"/>
              <a:gd name="connsiteX16" fmla="*/ 5029182 w 6673950"/>
              <a:gd name="connsiteY16" fmla="*/ 2736243 h 2980907"/>
              <a:gd name="connsiteX17" fmla="*/ 5389909 w 6673950"/>
              <a:gd name="connsiteY17" fmla="*/ 2744632 h 2980907"/>
              <a:gd name="connsiteX18" fmla="*/ 5683523 w 6673950"/>
              <a:gd name="connsiteY18" fmla="*/ 2937579 h 2980907"/>
              <a:gd name="connsiteX19" fmla="*/ 6294056 w 6673950"/>
              <a:gd name="connsiteY19" fmla="*/ 1804599 h 2980907"/>
              <a:gd name="connsiteX20" fmla="*/ 6598273 w 6673950"/>
              <a:gd name="connsiteY20" fmla="*/ 1388412 h 2980907"/>
              <a:gd name="connsiteX21" fmla="*/ 6639868 w 6673950"/>
              <a:gd name="connsiteY21" fmla="*/ 1318504 h 2980907"/>
              <a:gd name="connsiteX22" fmla="*/ 6203641 w 6673950"/>
              <a:gd name="connsiteY22" fmla="*/ 1008111 h 2980907"/>
              <a:gd name="connsiteX0" fmla="*/ 700463 w 6673950"/>
              <a:gd name="connsiteY0" fmla="*/ 160823 h 2980907"/>
              <a:gd name="connsiteX1" fmla="*/ 784353 w 6673950"/>
              <a:gd name="connsiteY1" fmla="*/ 85322 h 2980907"/>
              <a:gd name="connsiteX2" fmla="*/ 968911 w 6673950"/>
              <a:gd name="connsiteY2" fmla="*/ 76933 h 2980907"/>
              <a:gd name="connsiteX3" fmla="*/ 742408 w 6673950"/>
              <a:gd name="connsiteY3" fmla="*/ 1432 h 2980907"/>
              <a:gd name="connsiteX4" fmla="*/ 566239 w 6673950"/>
              <a:gd name="connsiteY4" fmla="*/ 152434 h 2980907"/>
              <a:gd name="connsiteX5" fmla="*/ 658518 w 6673950"/>
              <a:gd name="connsiteY5" fmla="*/ 311825 h 2980907"/>
              <a:gd name="connsiteX6" fmla="*/ 180345 w 6673950"/>
              <a:gd name="connsiteY6" fmla="*/ 446049 h 2980907"/>
              <a:gd name="connsiteX7" fmla="*/ 4177 w 6673950"/>
              <a:gd name="connsiteY7" fmla="*/ 1184280 h 2980907"/>
              <a:gd name="connsiteX8" fmla="*/ 331347 w 6673950"/>
              <a:gd name="connsiteY8" fmla="*/ 1125557 h 2980907"/>
              <a:gd name="connsiteX9" fmla="*/ 1296081 w 6673950"/>
              <a:gd name="connsiteY9" fmla="*/ 1217836 h 2980907"/>
              <a:gd name="connsiteX10" fmla="*/ 2076956 w 6673950"/>
              <a:gd name="connsiteY10" fmla="*/ 1301260 h 2980907"/>
              <a:gd name="connsiteX11" fmla="*/ 2584141 w 6673950"/>
              <a:gd name="connsiteY11" fmla="*/ 2341728 h 2980907"/>
              <a:gd name="connsiteX12" fmla="*/ 2873212 w 6673950"/>
              <a:gd name="connsiteY12" fmla="*/ 2341961 h 2980907"/>
              <a:gd name="connsiteX13" fmla="*/ 3226248 w 6673950"/>
              <a:gd name="connsiteY13" fmla="*/ 2415364 h 2980907"/>
              <a:gd name="connsiteX14" fmla="*/ 3728073 w 6673950"/>
              <a:gd name="connsiteY14" fmla="*/ 2493312 h 2980907"/>
              <a:gd name="connsiteX15" fmla="*/ 4134473 w 6673950"/>
              <a:gd name="connsiteY15" fmla="*/ 2556812 h 2980907"/>
              <a:gd name="connsiteX16" fmla="*/ 4240617 w 6673950"/>
              <a:gd name="connsiteY16" fmla="*/ 2694298 h 2980907"/>
              <a:gd name="connsiteX17" fmla="*/ 5029182 w 6673950"/>
              <a:gd name="connsiteY17" fmla="*/ 2736243 h 2980907"/>
              <a:gd name="connsiteX18" fmla="*/ 5389909 w 6673950"/>
              <a:gd name="connsiteY18" fmla="*/ 2744632 h 2980907"/>
              <a:gd name="connsiteX19" fmla="*/ 5683523 w 6673950"/>
              <a:gd name="connsiteY19" fmla="*/ 2937579 h 2980907"/>
              <a:gd name="connsiteX20" fmla="*/ 6294056 w 6673950"/>
              <a:gd name="connsiteY20" fmla="*/ 1804599 h 2980907"/>
              <a:gd name="connsiteX21" fmla="*/ 6598273 w 6673950"/>
              <a:gd name="connsiteY21" fmla="*/ 1388412 h 2980907"/>
              <a:gd name="connsiteX22" fmla="*/ 6639868 w 6673950"/>
              <a:gd name="connsiteY22" fmla="*/ 1318504 h 2980907"/>
              <a:gd name="connsiteX23" fmla="*/ 6203641 w 6673950"/>
              <a:gd name="connsiteY23" fmla="*/ 1008111 h 2980907"/>
              <a:gd name="connsiteX0" fmla="*/ 699385 w 6672872"/>
              <a:gd name="connsiteY0" fmla="*/ 160823 h 2980907"/>
              <a:gd name="connsiteX1" fmla="*/ 783275 w 6672872"/>
              <a:gd name="connsiteY1" fmla="*/ 85322 h 2980907"/>
              <a:gd name="connsiteX2" fmla="*/ 967833 w 6672872"/>
              <a:gd name="connsiteY2" fmla="*/ 76933 h 2980907"/>
              <a:gd name="connsiteX3" fmla="*/ 741330 w 6672872"/>
              <a:gd name="connsiteY3" fmla="*/ 1432 h 2980907"/>
              <a:gd name="connsiteX4" fmla="*/ 565161 w 6672872"/>
              <a:gd name="connsiteY4" fmla="*/ 152434 h 2980907"/>
              <a:gd name="connsiteX5" fmla="*/ 657440 w 6672872"/>
              <a:gd name="connsiteY5" fmla="*/ 311825 h 2980907"/>
              <a:gd name="connsiteX6" fmla="*/ 179267 w 6672872"/>
              <a:gd name="connsiteY6" fmla="*/ 446049 h 2980907"/>
              <a:gd name="connsiteX7" fmla="*/ 3099 w 6672872"/>
              <a:gd name="connsiteY7" fmla="*/ 1184280 h 2980907"/>
              <a:gd name="connsiteX8" fmla="*/ 304869 w 6672872"/>
              <a:gd name="connsiteY8" fmla="*/ 1189057 h 2980907"/>
              <a:gd name="connsiteX9" fmla="*/ 1295003 w 6672872"/>
              <a:gd name="connsiteY9" fmla="*/ 1217836 h 2980907"/>
              <a:gd name="connsiteX10" fmla="*/ 2075878 w 6672872"/>
              <a:gd name="connsiteY10" fmla="*/ 1301260 h 2980907"/>
              <a:gd name="connsiteX11" fmla="*/ 2583063 w 6672872"/>
              <a:gd name="connsiteY11" fmla="*/ 2341728 h 2980907"/>
              <a:gd name="connsiteX12" fmla="*/ 2872134 w 6672872"/>
              <a:gd name="connsiteY12" fmla="*/ 2341961 h 2980907"/>
              <a:gd name="connsiteX13" fmla="*/ 3225170 w 6672872"/>
              <a:gd name="connsiteY13" fmla="*/ 2415364 h 2980907"/>
              <a:gd name="connsiteX14" fmla="*/ 3726995 w 6672872"/>
              <a:gd name="connsiteY14" fmla="*/ 2493312 h 2980907"/>
              <a:gd name="connsiteX15" fmla="*/ 4133395 w 6672872"/>
              <a:gd name="connsiteY15" fmla="*/ 2556812 h 2980907"/>
              <a:gd name="connsiteX16" fmla="*/ 4239539 w 6672872"/>
              <a:gd name="connsiteY16" fmla="*/ 2694298 h 2980907"/>
              <a:gd name="connsiteX17" fmla="*/ 5028104 w 6672872"/>
              <a:gd name="connsiteY17" fmla="*/ 2736243 h 2980907"/>
              <a:gd name="connsiteX18" fmla="*/ 5388831 w 6672872"/>
              <a:gd name="connsiteY18" fmla="*/ 2744632 h 2980907"/>
              <a:gd name="connsiteX19" fmla="*/ 5682445 w 6672872"/>
              <a:gd name="connsiteY19" fmla="*/ 2937579 h 2980907"/>
              <a:gd name="connsiteX20" fmla="*/ 6292978 w 6672872"/>
              <a:gd name="connsiteY20" fmla="*/ 1804599 h 2980907"/>
              <a:gd name="connsiteX21" fmla="*/ 6597195 w 6672872"/>
              <a:gd name="connsiteY21" fmla="*/ 1388412 h 2980907"/>
              <a:gd name="connsiteX22" fmla="*/ 6638790 w 6672872"/>
              <a:gd name="connsiteY22" fmla="*/ 1318504 h 2980907"/>
              <a:gd name="connsiteX23" fmla="*/ 6202563 w 6672872"/>
              <a:gd name="connsiteY23" fmla="*/ 1008111 h 2980907"/>
              <a:gd name="connsiteX0" fmla="*/ 699385 w 6598145"/>
              <a:gd name="connsiteY0" fmla="*/ 160823 h 2980907"/>
              <a:gd name="connsiteX1" fmla="*/ 783275 w 6598145"/>
              <a:gd name="connsiteY1" fmla="*/ 85322 h 2980907"/>
              <a:gd name="connsiteX2" fmla="*/ 967833 w 6598145"/>
              <a:gd name="connsiteY2" fmla="*/ 76933 h 2980907"/>
              <a:gd name="connsiteX3" fmla="*/ 741330 w 6598145"/>
              <a:gd name="connsiteY3" fmla="*/ 1432 h 2980907"/>
              <a:gd name="connsiteX4" fmla="*/ 565161 w 6598145"/>
              <a:gd name="connsiteY4" fmla="*/ 152434 h 2980907"/>
              <a:gd name="connsiteX5" fmla="*/ 657440 w 6598145"/>
              <a:gd name="connsiteY5" fmla="*/ 311825 h 2980907"/>
              <a:gd name="connsiteX6" fmla="*/ 179267 w 6598145"/>
              <a:gd name="connsiteY6" fmla="*/ 446049 h 2980907"/>
              <a:gd name="connsiteX7" fmla="*/ 3099 w 6598145"/>
              <a:gd name="connsiteY7" fmla="*/ 1184280 h 2980907"/>
              <a:gd name="connsiteX8" fmla="*/ 304869 w 6598145"/>
              <a:gd name="connsiteY8" fmla="*/ 1189057 h 2980907"/>
              <a:gd name="connsiteX9" fmla="*/ 1295003 w 6598145"/>
              <a:gd name="connsiteY9" fmla="*/ 1217836 h 2980907"/>
              <a:gd name="connsiteX10" fmla="*/ 2075878 w 6598145"/>
              <a:gd name="connsiteY10" fmla="*/ 1301260 h 2980907"/>
              <a:gd name="connsiteX11" fmla="*/ 2583063 w 6598145"/>
              <a:gd name="connsiteY11" fmla="*/ 2341728 h 2980907"/>
              <a:gd name="connsiteX12" fmla="*/ 2872134 w 6598145"/>
              <a:gd name="connsiteY12" fmla="*/ 2341961 h 2980907"/>
              <a:gd name="connsiteX13" fmla="*/ 3225170 w 6598145"/>
              <a:gd name="connsiteY13" fmla="*/ 2415364 h 2980907"/>
              <a:gd name="connsiteX14" fmla="*/ 3726995 w 6598145"/>
              <a:gd name="connsiteY14" fmla="*/ 2493312 h 2980907"/>
              <a:gd name="connsiteX15" fmla="*/ 4133395 w 6598145"/>
              <a:gd name="connsiteY15" fmla="*/ 2556812 h 2980907"/>
              <a:gd name="connsiteX16" fmla="*/ 4239539 w 6598145"/>
              <a:gd name="connsiteY16" fmla="*/ 2694298 h 2980907"/>
              <a:gd name="connsiteX17" fmla="*/ 5028104 w 6598145"/>
              <a:gd name="connsiteY17" fmla="*/ 2736243 h 2980907"/>
              <a:gd name="connsiteX18" fmla="*/ 5388831 w 6598145"/>
              <a:gd name="connsiteY18" fmla="*/ 2744632 h 2980907"/>
              <a:gd name="connsiteX19" fmla="*/ 5682445 w 6598145"/>
              <a:gd name="connsiteY19" fmla="*/ 2937579 h 2980907"/>
              <a:gd name="connsiteX20" fmla="*/ 6292978 w 6598145"/>
              <a:gd name="connsiteY20" fmla="*/ 1804599 h 2980907"/>
              <a:gd name="connsiteX21" fmla="*/ 6597195 w 6598145"/>
              <a:gd name="connsiteY21" fmla="*/ 1388412 h 2980907"/>
              <a:gd name="connsiteX22" fmla="*/ 6202563 w 6598145"/>
              <a:gd name="connsiteY22" fmla="*/ 1008111 h 2980907"/>
              <a:gd name="connsiteX0" fmla="*/ 699385 w 6598145"/>
              <a:gd name="connsiteY0" fmla="*/ 160823 h 2980907"/>
              <a:gd name="connsiteX1" fmla="*/ 783275 w 6598145"/>
              <a:gd name="connsiteY1" fmla="*/ 85322 h 2980907"/>
              <a:gd name="connsiteX2" fmla="*/ 967833 w 6598145"/>
              <a:gd name="connsiteY2" fmla="*/ 76933 h 2980907"/>
              <a:gd name="connsiteX3" fmla="*/ 741330 w 6598145"/>
              <a:gd name="connsiteY3" fmla="*/ 1432 h 2980907"/>
              <a:gd name="connsiteX4" fmla="*/ 565161 w 6598145"/>
              <a:gd name="connsiteY4" fmla="*/ 152434 h 2980907"/>
              <a:gd name="connsiteX5" fmla="*/ 657440 w 6598145"/>
              <a:gd name="connsiteY5" fmla="*/ 311825 h 2980907"/>
              <a:gd name="connsiteX6" fmla="*/ 179267 w 6598145"/>
              <a:gd name="connsiteY6" fmla="*/ 446049 h 2980907"/>
              <a:gd name="connsiteX7" fmla="*/ 3099 w 6598145"/>
              <a:gd name="connsiteY7" fmla="*/ 1184280 h 2980907"/>
              <a:gd name="connsiteX8" fmla="*/ 304869 w 6598145"/>
              <a:gd name="connsiteY8" fmla="*/ 1189057 h 2980907"/>
              <a:gd name="connsiteX9" fmla="*/ 1295003 w 6598145"/>
              <a:gd name="connsiteY9" fmla="*/ 1217836 h 2980907"/>
              <a:gd name="connsiteX10" fmla="*/ 2075878 w 6598145"/>
              <a:gd name="connsiteY10" fmla="*/ 1301260 h 2980907"/>
              <a:gd name="connsiteX11" fmla="*/ 2583063 w 6598145"/>
              <a:gd name="connsiteY11" fmla="*/ 2341728 h 2980907"/>
              <a:gd name="connsiteX12" fmla="*/ 2872134 w 6598145"/>
              <a:gd name="connsiteY12" fmla="*/ 2341961 h 2980907"/>
              <a:gd name="connsiteX13" fmla="*/ 3225170 w 6598145"/>
              <a:gd name="connsiteY13" fmla="*/ 2415364 h 2980907"/>
              <a:gd name="connsiteX14" fmla="*/ 3726995 w 6598145"/>
              <a:gd name="connsiteY14" fmla="*/ 2493312 h 2980907"/>
              <a:gd name="connsiteX15" fmla="*/ 4133395 w 6598145"/>
              <a:gd name="connsiteY15" fmla="*/ 2556812 h 2980907"/>
              <a:gd name="connsiteX16" fmla="*/ 5028104 w 6598145"/>
              <a:gd name="connsiteY16" fmla="*/ 2736243 h 2980907"/>
              <a:gd name="connsiteX17" fmla="*/ 5388831 w 6598145"/>
              <a:gd name="connsiteY17" fmla="*/ 2744632 h 2980907"/>
              <a:gd name="connsiteX18" fmla="*/ 5682445 w 6598145"/>
              <a:gd name="connsiteY18" fmla="*/ 2937579 h 2980907"/>
              <a:gd name="connsiteX19" fmla="*/ 6292978 w 6598145"/>
              <a:gd name="connsiteY19" fmla="*/ 1804599 h 2980907"/>
              <a:gd name="connsiteX20" fmla="*/ 6597195 w 6598145"/>
              <a:gd name="connsiteY20" fmla="*/ 1388412 h 2980907"/>
              <a:gd name="connsiteX21" fmla="*/ 6202563 w 6598145"/>
              <a:gd name="connsiteY21" fmla="*/ 1008111 h 2980907"/>
              <a:gd name="connsiteX0" fmla="*/ 699385 w 6598145"/>
              <a:gd name="connsiteY0" fmla="*/ 160823 h 2980907"/>
              <a:gd name="connsiteX1" fmla="*/ 783275 w 6598145"/>
              <a:gd name="connsiteY1" fmla="*/ 85322 h 2980907"/>
              <a:gd name="connsiteX2" fmla="*/ 967833 w 6598145"/>
              <a:gd name="connsiteY2" fmla="*/ 76933 h 2980907"/>
              <a:gd name="connsiteX3" fmla="*/ 741330 w 6598145"/>
              <a:gd name="connsiteY3" fmla="*/ 1432 h 2980907"/>
              <a:gd name="connsiteX4" fmla="*/ 565161 w 6598145"/>
              <a:gd name="connsiteY4" fmla="*/ 152434 h 2980907"/>
              <a:gd name="connsiteX5" fmla="*/ 657440 w 6598145"/>
              <a:gd name="connsiteY5" fmla="*/ 311825 h 2980907"/>
              <a:gd name="connsiteX6" fmla="*/ 179267 w 6598145"/>
              <a:gd name="connsiteY6" fmla="*/ 446049 h 2980907"/>
              <a:gd name="connsiteX7" fmla="*/ 3099 w 6598145"/>
              <a:gd name="connsiteY7" fmla="*/ 1184280 h 2980907"/>
              <a:gd name="connsiteX8" fmla="*/ 304869 w 6598145"/>
              <a:gd name="connsiteY8" fmla="*/ 1189057 h 2980907"/>
              <a:gd name="connsiteX9" fmla="*/ 1295003 w 6598145"/>
              <a:gd name="connsiteY9" fmla="*/ 1217836 h 2980907"/>
              <a:gd name="connsiteX10" fmla="*/ 2075878 w 6598145"/>
              <a:gd name="connsiteY10" fmla="*/ 1301260 h 2980907"/>
              <a:gd name="connsiteX11" fmla="*/ 2583063 w 6598145"/>
              <a:gd name="connsiteY11" fmla="*/ 2341728 h 2980907"/>
              <a:gd name="connsiteX12" fmla="*/ 2872134 w 6598145"/>
              <a:gd name="connsiteY12" fmla="*/ 2341961 h 2980907"/>
              <a:gd name="connsiteX13" fmla="*/ 3225170 w 6598145"/>
              <a:gd name="connsiteY13" fmla="*/ 2415364 h 2980907"/>
              <a:gd name="connsiteX14" fmla="*/ 3726995 w 6598145"/>
              <a:gd name="connsiteY14" fmla="*/ 2493312 h 2980907"/>
              <a:gd name="connsiteX15" fmla="*/ 5028104 w 6598145"/>
              <a:gd name="connsiteY15" fmla="*/ 2736243 h 2980907"/>
              <a:gd name="connsiteX16" fmla="*/ 5388831 w 6598145"/>
              <a:gd name="connsiteY16" fmla="*/ 2744632 h 2980907"/>
              <a:gd name="connsiteX17" fmla="*/ 5682445 w 6598145"/>
              <a:gd name="connsiteY17" fmla="*/ 2937579 h 2980907"/>
              <a:gd name="connsiteX18" fmla="*/ 6292978 w 6598145"/>
              <a:gd name="connsiteY18" fmla="*/ 1804599 h 2980907"/>
              <a:gd name="connsiteX19" fmla="*/ 6597195 w 6598145"/>
              <a:gd name="connsiteY19" fmla="*/ 1388412 h 2980907"/>
              <a:gd name="connsiteX20" fmla="*/ 6202563 w 6598145"/>
              <a:gd name="connsiteY20" fmla="*/ 1008111 h 2980907"/>
              <a:gd name="connsiteX0" fmla="*/ 699385 w 6598145"/>
              <a:gd name="connsiteY0" fmla="*/ 160823 h 2984468"/>
              <a:gd name="connsiteX1" fmla="*/ 783275 w 6598145"/>
              <a:gd name="connsiteY1" fmla="*/ 85322 h 2984468"/>
              <a:gd name="connsiteX2" fmla="*/ 967833 w 6598145"/>
              <a:gd name="connsiteY2" fmla="*/ 76933 h 2984468"/>
              <a:gd name="connsiteX3" fmla="*/ 741330 w 6598145"/>
              <a:gd name="connsiteY3" fmla="*/ 1432 h 2984468"/>
              <a:gd name="connsiteX4" fmla="*/ 565161 w 6598145"/>
              <a:gd name="connsiteY4" fmla="*/ 152434 h 2984468"/>
              <a:gd name="connsiteX5" fmla="*/ 657440 w 6598145"/>
              <a:gd name="connsiteY5" fmla="*/ 311825 h 2984468"/>
              <a:gd name="connsiteX6" fmla="*/ 179267 w 6598145"/>
              <a:gd name="connsiteY6" fmla="*/ 446049 h 2984468"/>
              <a:gd name="connsiteX7" fmla="*/ 3099 w 6598145"/>
              <a:gd name="connsiteY7" fmla="*/ 1184280 h 2984468"/>
              <a:gd name="connsiteX8" fmla="*/ 304869 w 6598145"/>
              <a:gd name="connsiteY8" fmla="*/ 1189057 h 2984468"/>
              <a:gd name="connsiteX9" fmla="*/ 1295003 w 6598145"/>
              <a:gd name="connsiteY9" fmla="*/ 1217836 h 2984468"/>
              <a:gd name="connsiteX10" fmla="*/ 2075878 w 6598145"/>
              <a:gd name="connsiteY10" fmla="*/ 1301260 h 2984468"/>
              <a:gd name="connsiteX11" fmla="*/ 2583063 w 6598145"/>
              <a:gd name="connsiteY11" fmla="*/ 2341728 h 2984468"/>
              <a:gd name="connsiteX12" fmla="*/ 2872134 w 6598145"/>
              <a:gd name="connsiteY12" fmla="*/ 2341961 h 2984468"/>
              <a:gd name="connsiteX13" fmla="*/ 3225170 w 6598145"/>
              <a:gd name="connsiteY13" fmla="*/ 2415364 h 2984468"/>
              <a:gd name="connsiteX14" fmla="*/ 3726995 w 6598145"/>
              <a:gd name="connsiteY14" fmla="*/ 2493312 h 2984468"/>
              <a:gd name="connsiteX15" fmla="*/ 4940555 w 6598145"/>
              <a:gd name="connsiteY15" fmla="*/ 2522235 h 2984468"/>
              <a:gd name="connsiteX16" fmla="*/ 5388831 w 6598145"/>
              <a:gd name="connsiteY16" fmla="*/ 2744632 h 2984468"/>
              <a:gd name="connsiteX17" fmla="*/ 5682445 w 6598145"/>
              <a:gd name="connsiteY17" fmla="*/ 2937579 h 2984468"/>
              <a:gd name="connsiteX18" fmla="*/ 6292978 w 6598145"/>
              <a:gd name="connsiteY18" fmla="*/ 1804599 h 2984468"/>
              <a:gd name="connsiteX19" fmla="*/ 6597195 w 6598145"/>
              <a:gd name="connsiteY19" fmla="*/ 1388412 h 2984468"/>
              <a:gd name="connsiteX20" fmla="*/ 6202563 w 6598145"/>
              <a:gd name="connsiteY20" fmla="*/ 1008111 h 2984468"/>
              <a:gd name="connsiteX0" fmla="*/ 699385 w 6598145"/>
              <a:gd name="connsiteY0" fmla="*/ 160823 h 2984468"/>
              <a:gd name="connsiteX1" fmla="*/ 783275 w 6598145"/>
              <a:gd name="connsiteY1" fmla="*/ 85322 h 2984468"/>
              <a:gd name="connsiteX2" fmla="*/ 967833 w 6598145"/>
              <a:gd name="connsiteY2" fmla="*/ 76933 h 2984468"/>
              <a:gd name="connsiteX3" fmla="*/ 741330 w 6598145"/>
              <a:gd name="connsiteY3" fmla="*/ 1432 h 2984468"/>
              <a:gd name="connsiteX4" fmla="*/ 565161 w 6598145"/>
              <a:gd name="connsiteY4" fmla="*/ 152434 h 2984468"/>
              <a:gd name="connsiteX5" fmla="*/ 657440 w 6598145"/>
              <a:gd name="connsiteY5" fmla="*/ 311825 h 2984468"/>
              <a:gd name="connsiteX6" fmla="*/ 179267 w 6598145"/>
              <a:gd name="connsiteY6" fmla="*/ 446049 h 2984468"/>
              <a:gd name="connsiteX7" fmla="*/ 3099 w 6598145"/>
              <a:gd name="connsiteY7" fmla="*/ 1184280 h 2984468"/>
              <a:gd name="connsiteX8" fmla="*/ 304869 w 6598145"/>
              <a:gd name="connsiteY8" fmla="*/ 1189057 h 2984468"/>
              <a:gd name="connsiteX9" fmla="*/ 1295003 w 6598145"/>
              <a:gd name="connsiteY9" fmla="*/ 1217836 h 2984468"/>
              <a:gd name="connsiteX10" fmla="*/ 2075878 w 6598145"/>
              <a:gd name="connsiteY10" fmla="*/ 1301260 h 2984468"/>
              <a:gd name="connsiteX11" fmla="*/ 2583063 w 6598145"/>
              <a:gd name="connsiteY11" fmla="*/ 2341728 h 2984468"/>
              <a:gd name="connsiteX12" fmla="*/ 2872134 w 6598145"/>
              <a:gd name="connsiteY12" fmla="*/ 2341961 h 2984468"/>
              <a:gd name="connsiteX13" fmla="*/ 3225170 w 6598145"/>
              <a:gd name="connsiteY13" fmla="*/ 2415364 h 2984468"/>
              <a:gd name="connsiteX14" fmla="*/ 3726995 w 6598145"/>
              <a:gd name="connsiteY14" fmla="*/ 2493312 h 2984468"/>
              <a:gd name="connsiteX15" fmla="*/ 4302279 w 6598145"/>
              <a:gd name="connsiteY15" fmla="*/ 2503849 h 2984468"/>
              <a:gd name="connsiteX16" fmla="*/ 4940555 w 6598145"/>
              <a:gd name="connsiteY16" fmla="*/ 2522235 h 2984468"/>
              <a:gd name="connsiteX17" fmla="*/ 5388831 w 6598145"/>
              <a:gd name="connsiteY17" fmla="*/ 2744632 h 2984468"/>
              <a:gd name="connsiteX18" fmla="*/ 5682445 w 6598145"/>
              <a:gd name="connsiteY18" fmla="*/ 2937579 h 2984468"/>
              <a:gd name="connsiteX19" fmla="*/ 6292978 w 6598145"/>
              <a:gd name="connsiteY19" fmla="*/ 1804599 h 2984468"/>
              <a:gd name="connsiteX20" fmla="*/ 6597195 w 6598145"/>
              <a:gd name="connsiteY20" fmla="*/ 1388412 h 2984468"/>
              <a:gd name="connsiteX21" fmla="*/ 6202563 w 6598145"/>
              <a:gd name="connsiteY21" fmla="*/ 1008111 h 2984468"/>
              <a:gd name="connsiteX0" fmla="*/ 699385 w 6598145"/>
              <a:gd name="connsiteY0" fmla="*/ 160823 h 3029174"/>
              <a:gd name="connsiteX1" fmla="*/ 783275 w 6598145"/>
              <a:gd name="connsiteY1" fmla="*/ 85322 h 3029174"/>
              <a:gd name="connsiteX2" fmla="*/ 967833 w 6598145"/>
              <a:gd name="connsiteY2" fmla="*/ 76933 h 3029174"/>
              <a:gd name="connsiteX3" fmla="*/ 741330 w 6598145"/>
              <a:gd name="connsiteY3" fmla="*/ 1432 h 3029174"/>
              <a:gd name="connsiteX4" fmla="*/ 565161 w 6598145"/>
              <a:gd name="connsiteY4" fmla="*/ 152434 h 3029174"/>
              <a:gd name="connsiteX5" fmla="*/ 657440 w 6598145"/>
              <a:gd name="connsiteY5" fmla="*/ 311825 h 3029174"/>
              <a:gd name="connsiteX6" fmla="*/ 179267 w 6598145"/>
              <a:gd name="connsiteY6" fmla="*/ 446049 h 3029174"/>
              <a:gd name="connsiteX7" fmla="*/ 3099 w 6598145"/>
              <a:gd name="connsiteY7" fmla="*/ 1184280 h 3029174"/>
              <a:gd name="connsiteX8" fmla="*/ 304869 w 6598145"/>
              <a:gd name="connsiteY8" fmla="*/ 1189057 h 3029174"/>
              <a:gd name="connsiteX9" fmla="*/ 1295003 w 6598145"/>
              <a:gd name="connsiteY9" fmla="*/ 1217836 h 3029174"/>
              <a:gd name="connsiteX10" fmla="*/ 2075878 w 6598145"/>
              <a:gd name="connsiteY10" fmla="*/ 1301260 h 3029174"/>
              <a:gd name="connsiteX11" fmla="*/ 2583063 w 6598145"/>
              <a:gd name="connsiteY11" fmla="*/ 2341728 h 3029174"/>
              <a:gd name="connsiteX12" fmla="*/ 2872134 w 6598145"/>
              <a:gd name="connsiteY12" fmla="*/ 2341961 h 3029174"/>
              <a:gd name="connsiteX13" fmla="*/ 3225170 w 6598145"/>
              <a:gd name="connsiteY13" fmla="*/ 2415364 h 3029174"/>
              <a:gd name="connsiteX14" fmla="*/ 3726995 w 6598145"/>
              <a:gd name="connsiteY14" fmla="*/ 2493312 h 3029174"/>
              <a:gd name="connsiteX15" fmla="*/ 4487105 w 6598145"/>
              <a:gd name="connsiteY15" fmla="*/ 3029143 h 3029174"/>
              <a:gd name="connsiteX16" fmla="*/ 4940555 w 6598145"/>
              <a:gd name="connsiteY16" fmla="*/ 2522235 h 3029174"/>
              <a:gd name="connsiteX17" fmla="*/ 5388831 w 6598145"/>
              <a:gd name="connsiteY17" fmla="*/ 2744632 h 3029174"/>
              <a:gd name="connsiteX18" fmla="*/ 5682445 w 6598145"/>
              <a:gd name="connsiteY18" fmla="*/ 2937579 h 3029174"/>
              <a:gd name="connsiteX19" fmla="*/ 6292978 w 6598145"/>
              <a:gd name="connsiteY19" fmla="*/ 1804599 h 3029174"/>
              <a:gd name="connsiteX20" fmla="*/ 6597195 w 6598145"/>
              <a:gd name="connsiteY20" fmla="*/ 1388412 h 3029174"/>
              <a:gd name="connsiteX21" fmla="*/ 6202563 w 6598145"/>
              <a:gd name="connsiteY21" fmla="*/ 1008111 h 3029174"/>
              <a:gd name="connsiteX0" fmla="*/ 699385 w 6598145"/>
              <a:gd name="connsiteY0" fmla="*/ 160823 h 3029174"/>
              <a:gd name="connsiteX1" fmla="*/ 783275 w 6598145"/>
              <a:gd name="connsiteY1" fmla="*/ 85322 h 3029174"/>
              <a:gd name="connsiteX2" fmla="*/ 967833 w 6598145"/>
              <a:gd name="connsiteY2" fmla="*/ 76933 h 3029174"/>
              <a:gd name="connsiteX3" fmla="*/ 741330 w 6598145"/>
              <a:gd name="connsiteY3" fmla="*/ 1432 h 3029174"/>
              <a:gd name="connsiteX4" fmla="*/ 565161 w 6598145"/>
              <a:gd name="connsiteY4" fmla="*/ 152434 h 3029174"/>
              <a:gd name="connsiteX5" fmla="*/ 657440 w 6598145"/>
              <a:gd name="connsiteY5" fmla="*/ 311825 h 3029174"/>
              <a:gd name="connsiteX6" fmla="*/ 179267 w 6598145"/>
              <a:gd name="connsiteY6" fmla="*/ 446049 h 3029174"/>
              <a:gd name="connsiteX7" fmla="*/ 3099 w 6598145"/>
              <a:gd name="connsiteY7" fmla="*/ 1184280 h 3029174"/>
              <a:gd name="connsiteX8" fmla="*/ 304869 w 6598145"/>
              <a:gd name="connsiteY8" fmla="*/ 1189057 h 3029174"/>
              <a:gd name="connsiteX9" fmla="*/ 1295003 w 6598145"/>
              <a:gd name="connsiteY9" fmla="*/ 1217836 h 3029174"/>
              <a:gd name="connsiteX10" fmla="*/ 2075878 w 6598145"/>
              <a:gd name="connsiteY10" fmla="*/ 1301260 h 3029174"/>
              <a:gd name="connsiteX11" fmla="*/ 2583063 w 6598145"/>
              <a:gd name="connsiteY11" fmla="*/ 2341728 h 3029174"/>
              <a:gd name="connsiteX12" fmla="*/ 2823496 w 6598145"/>
              <a:gd name="connsiteY12" fmla="*/ 2594881 h 3029174"/>
              <a:gd name="connsiteX13" fmla="*/ 3225170 w 6598145"/>
              <a:gd name="connsiteY13" fmla="*/ 2415364 h 3029174"/>
              <a:gd name="connsiteX14" fmla="*/ 3726995 w 6598145"/>
              <a:gd name="connsiteY14" fmla="*/ 2493312 h 3029174"/>
              <a:gd name="connsiteX15" fmla="*/ 4487105 w 6598145"/>
              <a:gd name="connsiteY15" fmla="*/ 3029143 h 3029174"/>
              <a:gd name="connsiteX16" fmla="*/ 4940555 w 6598145"/>
              <a:gd name="connsiteY16" fmla="*/ 2522235 h 3029174"/>
              <a:gd name="connsiteX17" fmla="*/ 5388831 w 6598145"/>
              <a:gd name="connsiteY17" fmla="*/ 2744632 h 3029174"/>
              <a:gd name="connsiteX18" fmla="*/ 5682445 w 6598145"/>
              <a:gd name="connsiteY18" fmla="*/ 2937579 h 3029174"/>
              <a:gd name="connsiteX19" fmla="*/ 6292978 w 6598145"/>
              <a:gd name="connsiteY19" fmla="*/ 1804599 h 3029174"/>
              <a:gd name="connsiteX20" fmla="*/ 6597195 w 6598145"/>
              <a:gd name="connsiteY20" fmla="*/ 1388412 h 3029174"/>
              <a:gd name="connsiteX21" fmla="*/ 6202563 w 6598145"/>
              <a:gd name="connsiteY21" fmla="*/ 1008111 h 3029174"/>
              <a:gd name="connsiteX0" fmla="*/ 699385 w 6598145"/>
              <a:gd name="connsiteY0" fmla="*/ 160823 h 3029174"/>
              <a:gd name="connsiteX1" fmla="*/ 783275 w 6598145"/>
              <a:gd name="connsiteY1" fmla="*/ 85322 h 3029174"/>
              <a:gd name="connsiteX2" fmla="*/ 967833 w 6598145"/>
              <a:gd name="connsiteY2" fmla="*/ 76933 h 3029174"/>
              <a:gd name="connsiteX3" fmla="*/ 741330 w 6598145"/>
              <a:gd name="connsiteY3" fmla="*/ 1432 h 3029174"/>
              <a:gd name="connsiteX4" fmla="*/ 565161 w 6598145"/>
              <a:gd name="connsiteY4" fmla="*/ 152434 h 3029174"/>
              <a:gd name="connsiteX5" fmla="*/ 657440 w 6598145"/>
              <a:gd name="connsiteY5" fmla="*/ 311825 h 3029174"/>
              <a:gd name="connsiteX6" fmla="*/ 179267 w 6598145"/>
              <a:gd name="connsiteY6" fmla="*/ 446049 h 3029174"/>
              <a:gd name="connsiteX7" fmla="*/ 3099 w 6598145"/>
              <a:gd name="connsiteY7" fmla="*/ 1184280 h 3029174"/>
              <a:gd name="connsiteX8" fmla="*/ 304869 w 6598145"/>
              <a:gd name="connsiteY8" fmla="*/ 1189057 h 3029174"/>
              <a:gd name="connsiteX9" fmla="*/ 1295003 w 6598145"/>
              <a:gd name="connsiteY9" fmla="*/ 1217836 h 3029174"/>
              <a:gd name="connsiteX10" fmla="*/ 2075878 w 6598145"/>
              <a:gd name="connsiteY10" fmla="*/ 1301260 h 3029174"/>
              <a:gd name="connsiteX11" fmla="*/ 2485786 w 6598145"/>
              <a:gd name="connsiteY11" fmla="*/ 2361183 h 3029174"/>
              <a:gd name="connsiteX12" fmla="*/ 2823496 w 6598145"/>
              <a:gd name="connsiteY12" fmla="*/ 2594881 h 3029174"/>
              <a:gd name="connsiteX13" fmla="*/ 3225170 w 6598145"/>
              <a:gd name="connsiteY13" fmla="*/ 2415364 h 3029174"/>
              <a:gd name="connsiteX14" fmla="*/ 3726995 w 6598145"/>
              <a:gd name="connsiteY14" fmla="*/ 2493312 h 3029174"/>
              <a:gd name="connsiteX15" fmla="*/ 4487105 w 6598145"/>
              <a:gd name="connsiteY15" fmla="*/ 3029143 h 3029174"/>
              <a:gd name="connsiteX16" fmla="*/ 4940555 w 6598145"/>
              <a:gd name="connsiteY16" fmla="*/ 2522235 h 3029174"/>
              <a:gd name="connsiteX17" fmla="*/ 5388831 w 6598145"/>
              <a:gd name="connsiteY17" fmla="*/ 2744632 h 3029174"/>
              <a:gd name="connsiteX18" fmla="*/ 5682445 w 6598145"/>
              <a:gd name="connsiteY18" fmla="*/ 2937579 h 3029174"/>
              <a:gd name="connsiteX19" fmla="*/ 6292978 w 6598145"/>
              <a:gd name="connsiteY19" fmla="*/ 1804599 h 3029174"/>
              <a:gd name="connsiteX20" fmla="*/ 6597195 w 6598145"/>
              <a:gd name="connsiteY20" fmla="*/ 1388412 h 3029174"/>
              <a:gd name="connsiteX21" fmla="*/ 6202563 w 6598145"/>
              <a:gd name="connsiteY21" fmla="*/ 1008111 h 3029174"/>
              <a:gd name="connsiteX0" fmla="*/ 699385 w 6598145"/>
              <a:gd name="connsiteY0" fmla="*/ 160823 h 3029174"/>
              <a:gd name="connsiteX1" fmla="*/ 783275 w 6598145"/>
              <a:gd name="connsiteY1" fmla="*/ 85322 h 3029174"/>
              <a:gd name="connsiteX2" fmla="*/ 967833 w 6598145"/>
              <a:gd name="connsiteY2" fmla="*/ 76933 h 3029174"/>
              <a:gd name="connsiteX3" fmla="*/ 741330 w 6598145"/>
              <a:gd name="connsiteY3" fmla="*/ 1432 h 3029174"/>
              <a:gd name="connsiteX4" fmla="*/ 565161 w 6598145"/>
              <a:gd name="connsiteY4" fmla="*/ 152434 h 3029174"/>
              <a:gd name="connsiteX5" fmla="*/ 657440 w 6598145"/>
              <a:gd name="connsiteY5" fmla="*/ 311825 h 3029174"/>
              <a:gd name="connsiteX6" fmla="*/ 179267 w 6598145"/>
              <a:gd name="connsiteY6" fmla="*/ 446049 h 3029174"/>
              <a:gd name="connsiteX7" fmla="*/ 3099 w 6598145"/>
              <a:gd name="connsiteY7" fmla="*/ 1184280 h 3029174"/>
              <a:gd name="connsiteX8" fmla="*/ 304869 w 6598145"/>
              <a:gd name="connsiteY8" fmla="*/ 1189057 h 3029174"/>
              <a:gd name="connsiteX9" fmla="*/ 1295003 w 6598145"/>
              <a:gd name="connsiteY9" fmla="*/ 1217836 h 3029174"/>
              <a:gd name="connsiteX10" fmla="*/ 2143971 w 6598145"/>
              <a:gd name="connsiteY10" fmla="*/ 1447175 h 3029174"/>
              <a:gd name="connsiteX11" fmla="*/ 2485786 w 6598145"/>
              <a:gd name="connsiteY11" fmla="*/ 2361183 h 3029174"/>
              <a:gd name="connsiteX12" fmla="*/ 2823496 w 6598145"/>
              <a:gd name="connsiteY12" fmla="*/ 2594881 h 3029174"/>
              <a:gd name="connsiteX13" fmla="*/ 3225170 w 6598145"/>
              <a:gd name="connsiteY13" fmla="*/ 2415364 h 3029174"/>
              <a:gd name="connsiteX14" fmla="*/ 3726995 w 6598145"/>
              <a:gd name="connsiteY14" fmla="*/ 2493312 h 3029174"/>
              <a:gd name="connsiteX15" fmla="*/ 4487105 w 6598145"/>
              <a:gd name="connsiteY15" fmla="*/ 3029143 h 3029174"/>
              <a:gd name="connsiteX16" fmla="*/ 4940555 w 6598145"/>
              <a:gd name="connsiteY16" fmla="*/ 2522235 h 3029174"/>
              <a:gd name="connsiteX17" fmla="*/ 5388831 w 6598145"/>
              <a:gd name="connsiteY17" fmla="*/ 2744632 h 3029174"/>
              <a:gd name="connsiteX18" fmla="*/ 5682445 w 6598145"/>
              <a:gd name="connsiteY18" fmla="*/ 2937579 h 3029174"/>
              <a:gd name="connsiteX19" fmla="*/ 6292978 w 6598145"/>
              <a:gd name="connsiteY19" fmla="*/ 1804599 h 3029174"/>
              <a:gd name="connsiteX20" fmla="*/ 6597195 w 6598145"/>
              <a:gd name="connsiteY20" fmla="*/ 1388412 h 3029174"/>
              <a:gd name="connsiteX21" fmla="*/ 6202563 w 6598145"/>
              <a:gd name="connsiteY21" fmla="*/ 1008111 h 3029174"/>
              <a:gd name="connsiteX0" fmla="*/ 699385 w 6597945"/>
              <a:gd name="connsiteY0" fmla="*/ 160823 h 3029174"/>
              <a:gd name="connsiteX1" fmla="*/ 783275 w 6597945"/>
              <a:gd name="connsiteY1" fmla="*/ 85322 h 3029174"/>
              <a:gd name="connsiteX2" fmla="*/ 967833 w 6597945"/>
              <a:gd name="connsiteY2" fmla="*/ 76933 h 3029174"/>
              <a:gd name="connsiteX3" fmla="*/ 741330 w 6597945"/>
              <a:gd name="connsiteY3" fmla="*/ 1432 h 3029174"/>
              <a:gd name="connsiteX4" fmla="*/ 565161 w 6597945"/>
              <a:gd name="connsiteY4" fmla="*/ 152434 h 3029174"/>
              <a:gd name="connsiteX5" fmla="*/ 657440 w 6597945"/>
              <a:gd name="connsiteY5" fmla="*/ 311825 h 3029174"/>
              <a:gd name="connsiteX6" fmla="*/ 179267 w 6597945"/>
              <a:gd name="connsiteY6" fmla="*/ 446049 h 3029174"/>
              <a:gd name="connsiteX7" fmla="*/ 3099 w 6597945"/>
              <a:gd name="connsiteY7" fmla="*/ 1184280 h 3029174"/>
              <a:gd name="connsiteX8" fmla="*/ 304869 w 6597945"/>
              <a:gd name="connsiteY8" fmla="*/ 1189057 h 3029174"/>
              <a:gd name="connsiteX9" fmla="*/ 1295003 w 6597945"/>
              <a:gd name="connsiteY9" fmla="*/ 1217836 h 3029174"/>
              <a:gd name="connsiteX10" fmla="*/ 2143971 w 6597945"/>
              <a:gd name="connsiteY10" fmla="*/ 1447175 h 3029174"/>
              <a:gd name="connsiteX11" fmla="*/ 2485786 w 6597945"/>
              <a:gd name="connsiteY11" fmla="*/ 2361183 h 3029174"/>
              <a:gd name="connsiteX12" fmla="*/ 2823496 w 6597945"/>
              <a:gd name="connsiteY12" fmla="*/ 2594881 h 3029174"/>
              <a:gd name="connsiteX13" fmla="*/ 3225170 w 6597945"/>
              <a:gd name="connsiteY13" fmla="*/ 2415364 h 3029174"/>
              <a:gd name="connsiteX14" fmla="*/ 3726995 w 6597945"/>
              <a:gd name="connsiteY14" fmla="*/ 2493312 h 3029174"/>
              <a:gd name="connsiteX15" fmla="*/ 4487105 w 6597945"/>
              <a:gd name="connsiteY15" fmla="*/ 3029143 h 3029174"/>
              <a:gd name="connsiteX16" fmla="*/ 4940555 w 6597945"/>
              <a:gd name="connsiteY16" fmla="*/ 2522235 h 3029174"/>
              <a:gd name="connsiteX17" fmla="*/ 5388831 w 6597945"/>
              <a:gd name="connsiteY17" fmla="*/ 2744632 h 3029174"/>
              <a:gd name="connsiteX18" fmla="*/ 5682445 w 6597945"/>
              <a:gd name="connsiteY18" fmla="*/ 2937579 h 3029174"/>
              <a:gd name="connsiteX19" fmla="*/ 5975436 w 6597945"/>
              <a:gd name="connsiteY19" fmla="*/ 2581671 h 3029174"/>
              <a:gd name="connsiteX20" fmla="*/ 6292978 w 6597945"/>
              <a:gd name="connsiteY20" fmla="*/ 1804599 h 3029174"/>
              <a:gd name="connsiteX21" fmla="*/ 6597195 w 6597945"/>
              <a:gd name="connsiteY21" fmla="*/ 1388412 h 3029174"/>
              <a:gd name="connsiteX22" fmla="*/ 6202563 w 6597945"/>
              <a:gd name="connsiteY22" fmla="*/ 1008111 h 3029174"/>
              <a:gd name="connsiteX0" fmla="*/ 699385 w 6612582"/>
              <a:gd name="connsiteY0" fmla="*/ 160823 h 3029174"/>
              <a:gd name="connsiteX1" fmla="*/ 783275 w 6612582"/>
              <a:gd name="connsiteY1" fmla="*/ 85322 h 3029174"/>
              <a:gd name="connsiteX2" fmla="*/ 967833 w 6612582"/>
              <a:gd name="connsiteY2" fmla="*/ 76933 h 3029174"/>
              <a:gd name="connsiteX3" fmla="*/ 741330 w 6612582"/>
              <a:gd name="connsiteY3" fmla="*/ 1432 h 3029174"/>
              <a:gd name="connsiteX4" fmla="*/ 565161 w 6612582"/>
              <a:gd name="connsiteY4" fmla="*/ 152434 h 3029174"/>
              <a:gd name="connsiteX5" fmla="*/ 657440 w 6612582"/>
              <a:gd name="connsiteY5" fmla="*/ 311825 h 3029174"/>
              <a:gd name="connsiteX6" fmla="*/ 179267 w 6612582"/>
              <a:gd name="connsiteY6" fmla="*/ 446049 h 3029174"/>
              <a:gd name="connsiteX7" fmla="*/ 3099 w 6612582"/>
              <a:gd name="connsiteY7" fmla="*/ 1184280 h 3029174"/>
              <a:gd name="connsiteX8" fmla="*/ 304869 w 6612582"/>
              <a:gd name="connsiteY8" fmla="*/ 1189057 h 3029174"/>
              <a:gd name="connsiteX9" fmla="*/ 1295003 w 6612582"/>
              <a:gd name="connsiteY9" fmla="*/ 1217836 h 3029174"/>
              <a:gd name="connsiteX10" fmla="*/ 2143971 w 6612582"/>
              <a:gd name="connsiteY10" fmla="*/ 1447175 h 3029174"/>
              <a:gd name="connsiteX11" fmla="*/ 2485786 w 6612582"/>
              <a:gd name="connsiteY11" fmla="*/ 2361183 h 3029174"/>
              <a:gd name="connsiteX12" fmla="*/ 2823496 w 6612582"/>
              <a:gd name="connsiteY12" fmla="*/ 2594881 h 3029174"/>
              <a:gd name="connsiteX13" fmla="*/ 3225170 w 6612582"/>
              <a:gd name="connsiteY13" fmla="*/ 2415364 h 3029174"/>
              <a:gd name="connsiteX14" fmla="*/ 3726995 w 6612582"/>
              <a:gd name="connsiteY14" fmla="*/ 2493312 h 3029174"/>
              <a:gd name="connsiteX15" fmla="*/ 4487105 w 6612582"/>
              <a:gd name="connsiteY15" fmla="*/ 3029143 h 3029174"/>
              <a:gd name="connsiteX16" fmla="*/ 4940555 w 6612582"/>
              <a:gd name="connsiteY16" fmla="*/ 2522235 h 3029174"/>
              <a:gd name="connsiteX17" fmla="*/ 5388831 w 6612582"/>
              <a:gd name="connsiteY17" fmla="*/ 2744632 h 3029174"/>
              <a:gd name="connsiteX18" fmla="*/ 5682445 w 6612582"/>
              <a:gd name="connsiteY18" fmla="*/ 2937579 h 3029174"/>
              <a:gd name="connsiteX19" fmla="*/ 5975436 w 6612582"/>
              <a:gd name="connsiteY19" fmla="*/ 2581671 h 3029174"/>
              <a:gd name="connsiteX20" fmla="*/ 6477803 w 6612582"/>
              <a:gd name="connsiteY20" fmla="*/ 1882421 h 3029174"/>
              <a:gd name="connsiteX21" fmla="*/ 6597195 w 6612582"/>
              <a:gd name="connsiteY21" fmla="*/ 1388412 h 3029174"/>
              <a:gd name="connsiteX22" fmla="*/ 6202563 w 6612582"/>
              <a:gd name="connsiteY22" fmla="*/ 1008111 h 3029174"/>
              <a:gd name="connsiteX0" fmla="*/ 699385 w 6612582"/>
              <a:gd name="connsiteY0" fmla="*/ 160823 h 3029174"/>
              <a:gd name="connsiteX1" fmla="*/ 783275 w 6612582"/>
              <a:gd name="connsiteY1" fmla="*/ 85322 h 3029174"/>
              <a:gd name="connsiteX2" fmla="*/ 967833 w 6612582"/>
              <a:gd name="connsiteY2" fmla="*/ 76933 h 3029174"/>
              <a:gd name="connsiteX3" fmla="*/ 741330 w 6612582"/>
              <a:gd name="connsiteY3" fmla="*/ 1432 h 3029174"/>
              <a:gd name="connsiteX4" fmla="*/ 565161 w 6612582"/>
              <a:gd name="connsiteY4" fmla="*/ 152434 h 3029174"/>
              <a:gd name="connsiteX5" fmla="*/ 657440 w 6612582"/>
              <a:gd name="connsiteY5" fmla="*/ 311825 h 3029174"/>
              <a:gd name="connsiteX6" fmla="*/ 179267 w 6612582"/>
              <a:gd name="connsiteY6" fmla="*/ 446049 h 3029174"/>
              <a:gd name="connsiteX7" fmla="*/ 3099 w 6612582"/>
              <a:gd name="connsiteY7" fmla="*/ 1184280 h 3029174"/>
              <a:gd name="connsiteX8" fmla="*/ 304869 w 6612582"/>
              <a:gd name="connsiteY8" fmla="*/ 1189057 h 3029174"/>
              <a:gd name="connsiteX9" fmla="*/ 1295003 w 6612582"/>
              <a:gd name="connsiteY9" fmla="*/ 1217836 h 3029174"/>
              <a:gd name="connsiteX10" fmla="*/ 2143971 w 6612582"/>
              <a:gd name="connsiteY10" fmla="*/ 1447175 h 3029174"/>
              <a:gd name="connsiteX11" fmla="*/ 2485786 w 6612582"/>
              <a:gd name="connsiteY11" fmla="*/ 2361183 h 3029174"/>
              <a:gd name="connsiteX12" fmla="*/ 2823496 w 6612582"/>
              <a:gd name="connsiteY12" fmla="*/ 2594881 h 3029174"/>
              <a:gd name="connsiteX13" fmla="*/ 3225170 w 6612582"/>
              <a:gd name="connsiteY13" fmla="*/ 2415364 h 3029174"/>
              <a:gd name="connsiteX14" fmla="*/ 3726995 w 6612582"/>
              <a:gd name="connsiteY14" fmla="*/ 2493312 h 3029174"/>
              <a:gd name="connsiteX15" fmla="*/ 4487105 w 6612582"/>
              <a:gd name="connsiteY15" fmla="*/ 3029143 h 3029174"/>
              <a:gd name="connsiteX16" fmla="*/ 4940555 w 6612582"/>
              <a:gd name="connsiteY16" fmla="*/ 2522235 h 3029174"/>
              <a:gd name="connsiteX17" fmla="*/ 5388831 w 6612582"/>
              <a:gd name="connsiteY17" fmla="*/ 2744632 h 3029174"/>
              <a:gd name="connsiteX18" fmla="*/ 5682445 w 6612582"/>
              <a:gd name="connsiteY18" fmla="*/ 2937579 h 3029174"/>
              <a:gd name="connsiteX19" fmla="*/ 5975436 w 6612582"/>
              <a:gd name="connsiteY19" fmla="*/ 2581671 h 3029174"/>
              <a:gd name="connsiteX20" fmla="*/ 6477803 w 6612582"/>
              <a:gd name="connsiteY20" fmla="*/ 1882421 h 3029174"/>
              <a:gd name="connsiteX21" fmla="*/ 6597195 w 6612582"/>
              <a:gd name="connsiteY21" fmla="*/ 1388412 h 3029174"/>
              <a:gd name="connsiteX22" fmla="*/ 6259713 w 6612582"/>
              <a:gd name="connsiteY22" fmla="*/ 674736 h 3029174"/>
              <a:gd name="connsiteX0" fmla="*/ 699385 w 6600256"/>
              <a:gd name="connsiteY0" fmla="*/ 160823 h 3029174"/>
              <a:gd name="connsiteX1" fmla="*/ 783275 w 6600256"/>
              <a:gd name="connsiteY1" fmla="*/ 85322 h 3029174"/>
              <a:gd name="connsiteX2" fmla="*/ 967833 w 6600256"/>
              <a:gd name="connsiteY2" fmla="*/ 76933 h 3029174"/>
              <a:gd name="connsiteX3" fmla="*/ 741330 w 6600256"/>
              <a:gd name="connsiteY3" fmla="*/ 1432 h 3029174"/>
              <a:gd name="connsiteX4" fmla="*/ 565161 w 6600256"/>
              <a:gd name="connsiteY4" fmla="*/ 152434 h 3029174"/>
              <a:gd name="connsiteX5" fmla="*/ 657440 w 6600256"/>
              <a:gd name="connsiteY5" fmla="*/ 311825 h 3029174"/>
              <a:gd name="connsiteX6" fmla="*/ 179267 w 6600256"/>
              <a:gd name="connsiteY6" fmla="*/ 446049 h 3029174"/>
              <a:gd name="connsiteX7" fmla="*/ 3099 w 6600256"/>
              <a:gd name="connsiteY7" fmla="*/ 1184280 h 3029174"/>
              <a:gd name="connsiteX8" fmla="*/ 304869 w 6600256"/>
              <a:gd name="connsiteY8" fmla="*/ 1189057 h 3029174"/>
              <a:gd name="connsiteX9" fmla="*/ 1295003 w 6600256"/>
              <a:gd name="connsiteY9" fmla="*/ 1217836 h 3029174"/>
              <a:gd name="connsiteX10" fmla="*/ 2143971 w 6600256"/>
              <a:gd name="connsiteY10" fmla="*/ 1447175 h 3029174"/>
              <a:gd name="connsiteX11" fmla="*/ 2485786 w 6600256"/>
              <a:gd name="connsiteY11" fmla="*/ 2361183 h 3029174"/>
              <a:gd name="connsiteX12" fmla="*/ 2823496 w 6600256"/>
              <a:gd name="connsiteY12" fmla="*/ 2594881 h 3029174"/>
              <a:gd name="connsiteX13" fmla="*/ 3225170 w 6600256"/>
              <a:gd name="connsiteY13" fmla="*/ 2415364 h 3029174"/>
              <a:gd name="connsiteX14" fmla="*/ 3726995 w 6600256"/>
              <a:gd name="connsiteY14" fmla="*/ 2493312 h 3029174"/>
              <a:gd name="connsiteX15" fmla="*/ 4487105 w 6600256"/>
              <a:gd name="connsiteY15" fmla="*/ 3029143 h 3029174"/>
              <a:gd name="connsiteX16" fmla="*/ 4940555 w 6600256"/>
              <a:gd name="connsiteY16" fmla="*/ 2522235 h 3029174"/>
              <a:gd name="connsiteX17" fmla="*/ 5388831 w 6600256"/>
              <a:gd name="connsiteY17" fmla="*/ 2744632 h 3029174"/>
              <a:gd name="connsiteX18" fmla="*/ 5682445 w 6600256"/>
              <a:gd name="connsiteY18" fmla="*/ 2937579 h 3029174"/>
              <a:gd name="connsiteX19" fmla="*/ 5975436 w 6600256"/>
              <a:gd name="connsiteY19" fmla="*/ 2581671 h 3029174"/>
              <a:gd name="connsiteX20" fmla="*/ 6477803 w 6600256"/>
              <a:gd name="connsiteY20" fmla="*/ 1882421 h 3029174"/>
              <a:gd name="connsiteX21" fmla="*/ 6597195 w 6600256"/>
              <a:gd name="connsiteY21" fmla="*/ 1388412 h 3029174"/>
              <a:gd name="connsiteX22" fmla="*/ 6397170 w 6600256"/>
              <a:gd name="connsiteY22" fmla="*/ 912161 h 3029174"/>
              <a:gd name="connsiteX23" fmla="*/ 6259713 w 6600256"/>
              <a:gd name="connsiteY23" fmla="*/ 674736 h 3029174"/>
              <a:gd name="connsiteX0" fmla="*/ 699385 w 6600256"/>
              <a:gd name="connsiteY0" fmla="*/ 160823 h 3029174"/>
              <a:gd name="connsiteX1" fmla="*/ 783275 w 6600256"/>
              <a:gd name="connsiteY1" fmla="*/ 85322 h 3029174"/>
              <a:gd name="connsiteX2" fmla="*/ 967833 w 6600256"/>
              <a:gd name="connsiteY2" fmla="*/ 76933 h 3029174"/>
              <a:gd name="connsiteX3" fmla="*/ 741330 w 6600256"/>
              <a:gd name="connsiteY3" fmla="*/ 1432 h 3029174"/>
              <a:gd name="connsiteX4" fmla="*/ 565161 w 6600256"/>
              <a:gd name="connsiteY4" fmla="*/ 152434 h 3029174"/>
              <a:gd name="connsiteX5" fmla="*/ 657440 w 6600256"/>
              <a:gd name="connsiteY5" fmla="*/ 311825 h 3029174"/>
              <a:gd name="connsiteX6" fmla="*/ 179267 w 6600256"/>
              <a:gd name="connsiteY6" fmla="*/ 446049 h 3029174"/>
              <a:gd name="connsiteX7" fmla="*/ 3099 w 6600256"/>
              <a:gd name="connsiteY7" fmla="*/ 1184280 h 3029174"/>
              <a:gd name="connsiteX8" fmla="*/ 304869 w 6600256"/>
              <a:gd name="connsiteY8" fmla="*/ 1189057 h 3029174"/>
              <a:gd name="connsiteX9" fmla="*/ 1295003 w 6600256"/>
              <a:gd name="connsiteY9" fmla="*/ 1217836 h 3029174"/>
              <a:gd name="connsiteX10" fmla="*/ 2143971 w 6600256"/>
              <a:gd name="connsiteY10" fmla="*/ 1447175 h 3029174"/>
              <a:gd name="connsiteX11" fmla="*/ 2485786 w 6600256"/>
              <a:gd name="connsiteY11" fmla="*/ 2361183 h 3029174"/>
              <a:gd name="connsiteX12" fmla="*/ 2823496 w 6600256"/>
              <a:gd name="connsiteY12" fmla="*/ 2594881 h 3029174"/>
              <a:gd name="connsiteX13" fmla="*/ 3225170 w 6600256"/>
              <a:gd name="connsiteY13" fmla="*/ 2415364 h 3029174"/>
              <a:gd name="connsiteX14" fmla="*/ 3726995 w 6600256"/>
              <a:gd name="connsiteY14" fmla="*/ 2493312 h 3029174"/>
              <a:gd name="connsiteX15" fmla="*/ 4487105 w 6600256"/>
              <a:gd name="connsiteY15" fmla="*/ 3029143 h 3029174"/>
              <a:gd name="connsiteX16" fmla="*/ 4940555 w 6600256"/>
              <a:gd name="connsiteY16" fmla="*/ 2522235 h 3029174"/>
              <a:gd name="connsiteX17" fmla="*/ 5388831 w 6600256"/>
              <a:gd name="connsiteY17" fmla="*/ 2744632 h 3029174"/>
              <a:gd name="connsiteX18" fmla="*/ 5682445 w 6600256"/>
              <a:gd name="connsiteY18" fmla="*/ 2937579 h 3029174"/>
              <a:gd name="connsiteX19" fmla="*/ 5975436 w 6600256"/>
              <a:gd name="connsiteY19" fmla="*/ 2581671 h 3029174"/>
              <a:gd name="connsiteX20" fmla="*/ 6477803 w 6600256"/>
              <a:gd name="connsiteY20" fmla="*/ 1882421 h 3029174"/>
              <a:gd name="connsiteX21" fmla="*/ 6597195 w 6600256"/>
              <a:gd name="connsiteY21" fmla="*/ 1388412 h 3029174"/>
              <a:gd name="connsiteX22" fmla="*/ 6082845 w 6600256"/>
              <a:gd name="connsiteY22" fmla="*/ 778811 h 3029174"/>
              <a:gd name="connsiteX23" fmla="*/ 6259713 w 6600256"/>
              <a:gd name="connsiteY23" fmla="*/ 674736 h 3029174"/>
              <a:gd name="connsiteX0" fmla="*/ 699385 w 6600256"/>
              <a:gd name="connsiteY0" fmla="*/ 160823 h 3029174"/>
              <a:gd name="connsiteX1" fmla="*/ 783275 w 6600256"/>
              <a:gd name="connsiteY1" fmla="*/ 85322 h 3029174"/>
              <a:gd name="connsiteX2" fmla="*/ 967833 w 6600256"/>
              <a:gd name="connsiteY2" fmla="*/ 76933 h 3029174"/>
              <a:gd name="connsiteX3" fmla="*/ 741330 w 6600256"/>
              <a:gd name="connsiteY3" fmla="*/ 1432 h 3029174"/>
              <a:gd name="connsiteX4" fmla="*/ 565161 w 6600256"/>
              <a:gd name="connsiteY4" fmla="*/ 152434 h 3029174"/>
              <a:gd name="connsiteX5" fmla="*/ 657440 w 6600256"/>
              <a:gd name="connsiteY5" fmla="*/ 311825 h 3029174"/>
              <a:gd name="connsiteX6" fmla="*/ 179267 w 6600256"/>
              <a:gd name="connsiteY6" fmla="*/ 446049 h 3029174"/>
              <a:gd name="connsiteX7" fmla="*/ 3099 w 6600256"/>
              <a:gd name="connsiteY7" fmla="*/ 1184280 h 3029174"/>
              <a:gd name="connsiteX8" fmla="*/ 304869 w 6600256"/>
              <a:gd name="connsiteY8" fmla="*/ 1189057 h 3029174"/>
              <a:gd name="connsiteX9" fmla="*/ 1295003 w 6600256"/>
              <a:gd name="connsiteY9" fmla="*/ 1217836 h 3029174"/>
              <a:gd name="connsiteX10" fmla="*/ 2143971 w 6600256"/>
              <a:gd name="connsiteY10" fmla="*/ 1447175 h 3029174"/>
              <a:gd name="connsiteX11" fmla="*/ 2485786 w 6600256"/>
              <a:gd name="connsiteY11" fmla="*/ 2361183 h 3029174"/>
              <a:gd name="connsiteX12" fmla="*/ 2823496 w 6600256"/>
              <a:gd name="connsiteY12" fmla="*/ 2594881 h 3029174"/>
              <a:gd name="connsiteX13" fmla="*/ 3225170 w 6600256"/>
              <a:gd name="connsiteY13" fmla="*/ 2415364 h 3029174"/>
              <a:gd name="connsiteX14" fmla="*/ 3726995 w 6600256"/>
              <a:gd name="connsiteY14" fmla="*/ 2493312 h 3029174"/>
              <a:gd name="connsiteX15" fmla="*/ 4487105 w 6600256"/>
              <a:gd name="connsiteY15" fmla="*/ 3029143 h 3029174"/>
              <a:gd name="connsiteX16" fmla="*/ 4940555 w 6600256"/>
              <a:gd name="connsiteY16" fmla="*/ 2522235 h 3029174"/>
              <a:gd name="connsiteX17" fmla="*/ 5388831 w 6600256"/>
              <a:gd name="connsiteY17" fmla="*/ 2744632 h 3029174"/>
              <a:gd name="connsiteX18" fmla="*/ 5682445 w 6600256"/>
              <a:gd name="connsiteY18" fmla="*/ 2937579 h 3029174"/>
              <a:gd name="connsiteX19" fmla="*/ 5975436 w 6600256"/>
              <a:gd name="connsiteY19" fmla="*/ 2581671 h 3029174"/>
              <a:gd name="connsiteX20" fmla="*/ 6477803 w 6600256"/>
              <a:gd name="connsiteY20" fmla="*/ 1882421 h 3029174"/>
              <a:gd name="connsiteX21" fmla="*/ 6597195 w 6600256"/>
              <a:gd name="connsiteY21" fmla="*/ 1388412 h 3029174"/>
              <a:gd name="connsiteX22" fmla="*/ 6082845 w 6600256"/>
              <a:gd name="connsiteY22" fmla="*/ 778811 h 3029174"/>
              <a:gd name="connsiteX23" fmla="*/ 6221613 w 6600256"/>
              <a:gd name="connsiteY23" fmla="*/ 979536 h 3029174"/>
              <a:gd name="connsiteX0" fmla="*/ 699385 w 6600256"/>
              <a:gd name="connsiteY0" fmla="*/ 160823 h 3029174"/>
              <a:gd name="connsiteX1" fmla="*/ 783275 w 6600256"/>
              <a:gd name="connsiteY1" fmla="*/ 85322 h 3029174"/>
              <a:gd name="connsiteX2" fmla="*/ 967833 w 6600256"/>
              <a:gd name="connsiteY2" fmla="*/ 76933 h 3029174"/>
              <a:gd name="connsiteX3" fmla="*/ 741330 w 6600256"/>
              <a:gd name="connsiteY3" fmla="*/ 1432 h 3029174"/>
              <a:gd name="connsiteX4" fmla="*/ 565161 w 6600256"/>
              <a:gd name="connsiteY4" fmla="*/ 152434 h 3029174"/>
              <a:gd name="connsiteX5" fmla="*/ 657440 w 6600256"/>
              <a:gd name="connsiteY5" fmla="*/ 311825 h 3029174"/>
              <a:gd name="connsiteX6" fmla="*/ 179267 w 6600256"/>
              <a:gd name="connsiteY6" fmla="*/ 446049 h 3029174"/>
              <a:gd name="connsiteX7" fmla="*/ 3099 w 6600256"/>
              <a:gd name="connsiteY7" fmla="*/ 1184280 h 3029174"/>
              <a:gd name="connsiteX8" fmla="*/ 304869 w 6600256"/>
              <a:gd name="connsiteY8" fmla="*/ 1189057 h 3029174"/>
              <a:gd name="connsiteX9" fmla="*/ 1295003 w 6600256"/>
              <a:gd name="connsiteY9" fmla="*/ 1217836 h 3029174"/>
              <a:gd name="connsiteX10" fmla="*/ 2143971 w 6600256"/>
              <a:gd name="connsiteY10" fmla="*/ 1447175 h 3029174"/>
              <a:gd name="connsiteX11" fmla="*/ 2485786 w 6600256"/>
              <a:gd name="connsiteY11" fmla="*/ 2361183 h 3029174"/>
              <a:gd name="connsiteX12" fmla="*/ 2823496 w 6600256"/>
              <a:gd name="connsiteY12" fmla="*/ 2594881 h 3029174"/>
              <a:gd name="connsiteX13" fmla="*/ 3225170 w 6600256"/>
              <a:gd name="connsiteY13" fmla="*/ 2415364 h 3029174"/>
              <a:gd name="connsiteX14" fmla="*/ 3726995 w 6600256"/>
              <a:gd name="connsiteY14" fmla="*/ 2493312 h 3029174"/>
              <a:gd name="connsiteX15" fmla="*/ 4487105 w 6600256"/>
              <a:gd name="connsiteY15" fmla="*/ 3029143 h 3029174"/>
              <a:gd name="connsiteX16" fmla="*/ 4940555 w 6600256"/>
              <a:gd name="connsiteY16" fmla="*/ 2522235 h 3029174"/>
              <a:gd name="connsiteX17" fmla="*/ 5388831 w 6600256"/>
              <a:gd name="connsiteY17" fmla="*/ 2744632 h 3029174"/>
              <a:gd name="connsiteX18" fmla="*/ 5682445 w 6600256"/>
              <a:gd name="connsiteY18" fmla="*/ 2937579 h 3029174"/>
              <a:gd name="connsiteX19" fmla="*/ 5975436 w 6600256"/>
              <a:gd name="connsiteY19" fmla="*/ 2581671 h 3029174"/>
              <a:gd name="connsiteX20" fmla="*/ 6477803 w 6600256"/>
              <a:gd name="connsiteY20" fmla="*/ 1882421 h 3029174"/>
              <a:gd name="connsiteX21" fmla="*/ 6597195 w 6600256"/>
              <a:gd name="connsiteY21" fmla="*/ 1388412 h 3029174"/>
              <a:gd name="connsiteX22" fmla="*/ 6054270 w 6600256"/>
              <a:gd name="connsiteY22" fmla="*/ 778811 h 3029174"/>
              <a:gd name="connsiteX23" fmla="*/ 6221613 w 6600256"/>
              <a:gd name="connsiteY23" fmla="*/ 979536 h 3029174"/>
              <a:gd name="connsiteX0" fmla="*/ 699385 w 6600256"/>
              <a:gd name="connsiteY0" fmla="*/ 160823 h 3029174"/>
              <a:gd name="connsiteX1" fmla="*/ 783275 w 6600256"/>
              <a:gd name="connsiteY1" fmla="*/ 85322 h 3029174"/>
              <a:gd name="connsiteX2" fmla="*/ 967833 w 6600256"/>
              <a:gd name="connsiteY2" fmla="*/ 76933 h 3029174"/>
              <a:gd name="connsiteX3" fmla="*/ 741330 w 6600256"/>
              <a:gd name="connsiteY3" fmla="*/ 1432 h 3029174"/>
              <a:gd name="connsiteX4" fmla="*/ 565161 w 6600256"/>
              <a:gd name="connsiteY4" fmla="*/ 152434 h 3029174"/>
              <a:gd name="connsiteX5" fmla="*/ 657440 w 6600256"/>
              <a:gd name="connsiteY5" fmla="*/ 311825 h 3029174"/>
              <a:gd name="connsiteX6" fmla="*/ 179267 w 6600256"/>
              <a:gd name="connsiteY6" fmla="*/ 446049 h 3029174"/>
              <a:gd name="connsiteX7" fmla="*/ 3099 w 6600256"/>
              <a:gd name="connsiteY7" fmla="*/ 1184280 h 3029174"/>
              <a:gd name="connsiteX8" fmla="*/ 304869 w 6600256"/>
              <a:gd name="connsiteY8" fmla="*/ 1189057 h 3029174"/>
              <a:gd name="connsiteX9" fmla="*/ 1295003 w 6600256"/>
              <a:gd name="connsiteY9" fmla="*/ 1217836 h 3029174"/>
              <a:gd name="connsiteX10" fmla="*/ 2143971 w 6600256"/>
              <a:gd name="connsiteY10" fmla="*/ 1447175 h 3029174"/>
              <a:gd name="connsiteX11" fmla="*/ 2485786 w 6600256"/>
              <a:gd name="connsiteY11" fmla="*/ 2361183 h 3029174"/>
              <a:gd name="connsiteX12" fmla="*/ 2823496 w 6600256"/>
              <a:gd name="connsiteY12" fmla="*/ 2594881 h 3029174"/>
              <a:gd name="connsiteX13" fmla="*/ 3225170 w 6600256"/>
              <a:gd name="connsiteY13" fmla="*/ 2415364 h 3029174"/>
              <a:gd name="connsiteX14" fmla="*/ 3726995 w 6600256"/>
              <a:gd name="connsiteY14" fmla="*/ 2493312 h 3029174"/>
              <a:gd name="connsiteX15" fmla="*/ 4487105 w 6600256"/>
              <a:gd name="connsiteY15" fmla="*/ 3029143 h 3029174"/>
              <a:gd name="connsiteX16" fmla="*/ 4940555 w 6600256"/>
              <a:gd name="connsiteY16" fmla="*/ 2522235 h 3029174"/>
              <a:gd name="connsiteX17" fmla="*/ 5388831 w 6600256"/>
              <a:gd name="connsiteY17" fmla="*/ 2744632 h 3029174"/>
              <a:gd name="connsiteX18" fmla="*/ 5682445 w 6600256"/>
              <a:gd name="connsiteY18" fmla="*/ 2937579 h 3029174"/>
              <a:gd name="connsiteX19" fmla="*/ 5975436 w 6600256"/>
              <a:gd name="connsiteY19" fmla="*/ 2581671 h 3029174"/>
              <a:gd name="connsiteX20" fmla="*/ 6477803 w 6600256"/>
              <a:gd name="connsiteY20" fmla="*/ 1882421 h 3029174"/>
              <a:gd name="connsiteX21" fmla="*/ 6597195 w 6600256"/>
              <a:gd name="connsiteY21" fmla="*/ 1388412 h 3029174"/>
              <a:gd name="connsiteX22" fmla="*/ 6054270 w 6600256"/>
              <a:gd name="connsiteY22" fmla="*/ 778811 h 3029174"/>
              <a:gd name="connsiteX23" fmla="*/ 6221613 w 6600256"/>
              <a:gd name="connsiteY23" fmla="*/ 979536 h 3029174"/>
              <a:gd name="connsiteX0" fmla="*/ 699385 w 6600256"/>
              <a:gd name="connsiteY0" fmla="*/ 160823 h 3029174"/>
              <a:gd name="connsiteX1" fmla="*/ 783275 w 6600256"/>
              <a:gd name="connsiteY1" fmla="*/ 85322 h 3029174"/>
              <a:gd name="connsiteX2" fmla="*/ 967833 w 6600256"/>
              <a:gd name="connsiteY2" fmla="*/ 76933 h 3029174"/>
              <a:gd name="connsiteX3" fmla="*/ 741330 w 6600256"/>
              <a:gd name="connsiteY3" fmla="*/ 1432 h 3029174"/>
              <a:gd name="connsiteX4" fmla="*/ 565161 w 6600256"/>
              <a:gd name="connsiteY4" fmla="*/ 152434 h 3029174"/>
              <a:gd name="connsiteX5" fmla="*/ 657440 w 6600256"/>
              <a:gd name="connsiteY5" fmla="*/ 311825 h 3029174"/>
              <a:gd name="connsiteX6" fmla="*/ 179267 w 6600256"/>
              <a:gd name="connsiteY6" fmla="*/ 446049 h 3029174"/>
              <a:gd name="connsiteX7" fmla="*/ 3099 w 6600256"/>
              <a:gd name="connsiteY7" fmla="*/ 1184280 h 3029174"/>
              <a:gd name="connsiteX8" fmla="*/ 304869 w 6600256"/>
              <a:gd name="connsiteY8" fmla="*/ 1189057 h 3029174"/>
              <a:gd name="connsiteX9" fmla="*/ 1295003 w 6600256"/>
              <a:gd name="connsiteY9" fmla="*/ 1217836 h 3029174"/>
              <a:gd name="connsiteX10" fmla="*/ 2143971 w 6600256"/>
              <a:gd name="connsiteY10" fmla="*/ 1447175 h 3029174"/>
              <a:gd name="connsiteX11" fmla="*/ 2485786 w 6600256"/>
              <a:gd name="connsiteY11" fmla="*/ 2361183 h 3029174"/>
              <a:gd name="connsiteX12" fmla="*/ 2823496 w 6600256"/>
              <a:gd name="connsiteY12" fmla="*/ 2594881 h 3029174"/>
              <a:gd name="connsiteX13" fmla="*/ 3225170 w 6600256"/>
              <a:gd name="connsiteY13" fmla="*/ 2415364 h 3029174"/>
              <a:gd name="connsiteX14" fmla="*/ 3726995 w 6600256"/>
              <a:gd name="connsiteY14" fmla="*/ 2493312 h 3029174"/>
              <a:gd name="connsiteX15" fmla="*/ 4487105 w 6600256"/>
              <a:gd name="connsiteY15" fmla="*/ 3029143 h 3029174"/>
              <a:gd name="connsiteX16" fmla="*/ 4940555 w 6600256"/>
              <a:gd name="connsiteY16" fmla="*/ 2522235 h 3029174"/>
              <a:gd name="connsiteX17" fmla="*/ 5388831 w 6600256"/>
              <a:gd name="connsiteY17" fmla="*/ 2744632 h 3029174"/>
              <a:gd name="connsiteX18" fmla="*/ 5682445 w 6600256"/>
              <a:gd name="connsiteY18" fmla="*/ 2937579 h 3029174"/>
              <a:gd name="connsiteX19" fmla="*/ 5975436 w 6600256"/>
              <a:gd name="connsiteY19" fmla="*/ 2581671 h 3029174"/>
              <a:gd name="connsiteX20" fmla="*/ 6477803 w 6600256"/>
              <a:gd name="connsiteY20" fmla="*/ 1882421 h 3029174"/>
              <a:gd name="connsiteX21" fmla="*/ 6597195 w 6600256"/>
              <a:gd name="connsiteY21" fmla="*/ 1388412 h 3029174"/>
              <a:gd name="connsiteX22" fmla="*/ 6054270 w 6600256"/>
              <a:gd name="connsiteY22" fmla="*/ 778811 h 3029174"/>
              <a:gd name="connsiteX23" fmla="*/ 6186688 w 6600256"/>
              <a:gd name="connsiteY23" fmla="*/ 998586 h 3029174"/>
              <a:gd name="connsiteX0" fmla="*/ 699385 w 6624559"/>
              <a:gd name="connsiteY0" fmla="*/ 160823 h 3029174"/>
              <a:gd name="connsiteX1" fmla="*/ 783275 w 6624559"/>
              <a:gd name="connsiteY1" fmla="*/ 85322 h 3029174"/>
              <a:gd name="connsiteX2" fmla="*/ 967833 w 6624559"/>
              <a:gd name="connsiteY2" fmla="*/ 76933 h 3029174"/>
              <a:gd name="connsiteX3" fmla="*/ 741330 w 6624559"/>
              <a:gd name="connsiteY3" fmla="*/ 1432 h 3029174"/>
              <a:gd name="connsiteX4" fmla="*/ 565161 w 6624559"/>
              <a:gd name="connsiteY4" fmla="*/ 152434 h 3029174"/>
              <a:gd name="connsiteX5" fmla="*/ 657440 w 6624559"/>
              <a:gd name="connsiteY5" fmla="*/ 311825 h 3029174"/>
              <a:gd name="connsiteX6" fmla="*/ 179267 w 6624559"/>
              <a:gd name="connsiteY6" fmla="*/ 446049 h 3029174"/>
              <a:gd name="connsiteX7" fmla="*/ 3099 w 6624559"/>
              <a:gd name="connsiteY7" fmla="*/ 1184280 h 3029174"/>
              <a:gd name="connsiteX8" fmla="*/ 304869 w 6624559"/>
              <a:gd name="connsiteY8" fmla="*/ 1189057 h 3029174"/>
              <a:gd name="connsiteX9" fmla="*/ 1295003 w 6624559"/>
              <a:gd name="connsiteY9" fmla="*/ 1217836 h 3029174"/>
              <a:gd name="connsiteX10" fmla="*/ 2143971 w 6624559"/>
              <a:gd name="connsiteY10" fmla="*/ 1447175 h 3029174"/>
              <a:gd name="connsiteX11" fmla="*/ 2485786 w 6624559"/>
              <a:gd name="connsiteY11" fmla="*/ 2361183 h 3029174"/>
              <a:gd name="connsiteX12" fmla="*/ 2823496 w 6624559"/>
              <a:gd name="connsiteY12" fmla="*/ 2594881 h 3029174"/>
              <a:gd name="connsiteX13" fmla="*/ 3225170 w 6624559"/>
              <a:gd name="connsiteY13" fmla="*/ 2415364 h 3029174"/>
              <a:gd name="connsiteX14" fmla="*/ 3726995 w 6624559"/>
              <a:gd name="connsiteY14" fmla="*/ 2493312 h 3029174"/>
              <a:gd name="connsiteX15" fmla="*/ 4487105 w 6624559"/>
              <a:gd name="connsiteY15" fmla="*/ 3029143 h 3029174"/>
              <a:gd name="connsiteX16" fmla="*/ 4940555 w 6624559"/>
              <a:gd name="connsiteY16" fmla="*/ 2522235 h 3029174"/>
              <a:gd name="connsiteX17" fmla="*/ 5388831 w 6624559"/>
              <a:gd name="connsiteY17" fmla="*/ 2744632 h 3029174"/>
              <a:gd name="connsiteX18" fmla="*/ 5682445 w 6624559"/>
              <a:gd name="connsiteY18" fmla="*/ 2937579 h 3029174"/>
              <a:gd name="connsiteX19" fmla="*/ 5975436 w 6624559"/>
              <a:gd name="connsiteY19" fmla="*/ 2581671 h 3029174"/>
              <a:gd name="connsiteX20" fmla="*/ 6477803 w 6624559"/>
              <a:gd name="connsiteY20" fmla="*/ 1882421 h 3029174"/>
              <a:gd name="connsiteX21" fmla="*/ 6597195 w 6624559"/>
              <a:gd name="connsiteY21" fmla="*/ 1388412 h 3029174"/>
              <a:gd name="connsiteX22" fmla="*/ 6054270 w 6624559"/>
              <a:gd name="connsiteY22" fmla="*/ 778811 h 3029174"/>
              <a:gd name="connsiteX23" fmla="*/ 6186688 w 6624559"/>
              <a:gd name="connsiteY23" fmla="*/ 998586 h 3029174"/>
              <a:gd name="connsiteX0" fmla="*/ 699385 w 6624559"/>
              <a:gd name="connsiteY0" fmla="*/ 160823 h 3029174"/>
              <a:gd name="connsiteX1" fmla="*/ 783275 w 6624559"/>
              <a:gd name="connsiteY1" fmla="*/ 85322 h 3029174"/>
              <a:gd name="connsiteX2" fmla="*/ 967833 w 6624559"/>
              <a:gd name="connsiteY2" fmla="*/ 76933 h 3029174"/>
              <a:gd name="connsiteX3" fmla="*/ 741330 w 6624559"/>
              <a:gd name="connsiteY3" fmla="*/ 1432 h 3029174"/>
              <a:gd name="connsiteX4" fmla="*/ 565161 w 6624559"/>
              <a:gd name="connsiteY4" fmla="*/ 152434 h 3029174"/>
              <a:gd name="connsiteX5" fmla="*/ 657440 w 6624559"/>
              <a:gd name="connsiteY5" fmla="*/ 311825 h 3029174"/>
              <a:gd name="connsiteX6" fmla="*/ 179267 w 6624559"/>
              <a:gd name="connsiteY6" fmla="*/ 446049 h 3029174"/>
              <a:gd name="connsiteX7" fmla="*/ 3099 w 6624559"/>
              <a:gd name="connsiteY7" fmla="*/ 1184280 h 3029174"/>
              <a:gd name="connsiteX8" fmla="*/ 304869 w 6624559"/>
              <a:gd name="connsiteY8" fmla="*/ 1189057 h 3029174"/>
              <a:gd name="connsiteX9" fmla="*/ 1295003 w 6624559"/>
              <a:gd name="connsiteY9" fmla="*/ 1217836 h 3029174"/>
              <a:gd name="connsiteX10" fmla="*/ 2143971 w 6624559"/>
              <a:gd name="connsiteY10" fmla="*/ 1447175 h 3029174"/>
              <a:gd name="connsiteX11" fmla="*/ 2485786 w 6624559"/>
              <a:gd name="connsiteY11" fmla="*/ 2361183 h 3029174"/>
              <a:gd name="connsiteX12" fmla="*/ 2823496 w 6624559"/>
              <a:gd name="connsiteY12" fmla="*/ 2594881 h 3029174"/>
              <a:gd name="connsiteX13" fmla="*/ 3225170 w 6624559"/>
              <a:gd name="connsiteY13" fmla="*/ 2415364 h 3029174"/>
              <a:gd name="connsiteX14" fmla="*/ 3726995 w 6624559"/>
              <a:gd name="connsiteY14" fmla="*/ 2493312 h 3029174"/>
              <a:gd name="connsiteX15" fmla="*/ 4487105 w 6624559"/>
              <a:gd name="connsiteY15" fmla="*/ 3029143 h 3029174"/>
              <a:gd name="connsiteX16" fmla="*/ 4940555 w 6624559"/>
              <a:gd name="connsiteY16" fmla="*/ 2522235 h 3029174"/>
              <a:gd name="connsiteX17" fmla="*/ 5388831 w 6624559"/>
              <a:gd name="connsiteY17" fmla="*/ 2744632 h 3029174"/>
              <a:gd name="connsiteX18" fmla="*/ 5682445 w 6624559"/>
              <a:gd name="connsiteY18" fmla="*/ 2937579 h 3029174"/>
              <a:gd name="connsiteX19" fmla="*/ 5975436 w 6624559"/>
              <a:gd name="connsiteY19" fmla="*/ 2581671 h 3029174"/>
              <a:gd name="connsiteX20" fmla="*/ 6477803 w 6624559"/>
              <a:gd name="connsiteY20" fmla="*/ 1882421 h 3029174"/>
              <a:gd name="connsiteX21" fmla="*/ 6597195 w 6624559"/>
              <a:gd name="connsiteY21" fmla="*/ 1388412 h 3029174"/>
              <a:gd name="connsiteX22" fmla="*/ 6054270 w 6624559"/>
              <a:gd name="connsiteY22" fmla="*/ 778811 h 3029174"/>
              <a:gd name="connsiteX23" fmla="*/ 6186688 w 6624559"/>
              <a:gd name="connsiteY23" fmla="*/ 998586 h 3029174"/>
              <a:gd name="connsiteX0" fmla="*/ 699385 w 6624559"/>
              <a:gd name="connsiteY0" fmla="*/ 160823 h 3029174"/>
              <a:gd name="connsiteX1" fmla="*/ 783275 w 6624559"/>
              <a:gd name="connsiteY1" fmla="*/ 85322 h 3029174"/>
              <a:gd name="connsiteX2" fmla="*/ 967833 w 6624559"/>
              <a:gd name="connsiteY2" fmla="*/ 76933 h 3029174"/>
              <a:gd name="connsiteX3" fmla="*/ 741330 w 6624559"/>
              <a:gd name="connsiteY3" fmla="*/ 1432 h 3029174"/>
              <a:gd name="connsiteX4" fmla="*/ 565161 w 6624559"/>
              <a:gd name="connsiteY4" fmla="*/ 152434 h 3029174"/>
              <a:gd name="connsiteX5" fmla="*/ 657440 w 6624559"/>
              <a:gd name="connsiteY5" fmla="*/ 311825 h 3029174"/>
              <a:gd name="connsiteX6" fmla="*/ 179267 w 6624559"/>
              <a:gd name="connsiteY6" fmla="*/ 446049 h 3029174"/>
              <a:gd name="connsiteX7" fmla="*/ 3099 w 6624559"/>
              <a:gd name="connsiteY7" fmla="*/ 1184280 h 3029174"/>
              <a:gd name="connsiteX8" fmla="*/ 304869 w 6624559"/>
              <a:gd name="connsiteY8" fmla="*/ 1189057 h 3029174"/>
              <a:gd name="connsiteX9" fmla="*/ 1295003 w 6624559"/>
              <a:gd name="connsiteY9" fmla="*/ 1217836 h 3029174"/>
              <a:gd name="connsiteX10" fmla="*/ 2143971 w 6624559"/>
              <a:gd name="connsiteY10" fmla="*/ 1447175 h 3029174"/>
              <a:gd name="connsiteX11" fmla="*/ 2485786 w 6624559"/>
              <a:gd name="connsiteY11" fmla="*/ 2361183 h 3029174"/>
              <a:gd name="connsiteX12" fmla="*/ 2823496 w 6624559"/>
              <a:gd name="connsiteY12" fmla="*/ 2594881 h 3029174"/>
              <a:gd name="connsiteX13" fmla="*/ 3225170 w 6624559"/>
              <a:gd name="connsiteY13" fmla="*/ 2415364 h 3029174"/>
              <a:gd name="connsiteX14" fmla="*/ 3726995 w 6624559"/>
              <a:gd name="connsiteY14" fmla="*/ 2493312 h 3029174"/>
              <a:gd name="connsiteX15" fmla="*/ 4487105 w 6624559"/>
              <a:gd name="connsiteY15" fmla="*/ 3029143 h 3029174"/>
              <a:gd name="connsiteX16" fmla="*/ 4940555 w 6624559"/>
              <a:gd name="connsiteY16" fmla="*/ 2522235 h 3029174"/>
              <a:gd name="connsiteX17" fmla="*/ 5388831 w 6624559"/>
              <a:gd name="connsiteY17" fmla="*/ 2744632 h 3029174"/>
              <a:gd name="connsiteX18" fmla="*/ 5682445 w 6624559"/>
              <a:gd name="connsiteY18" fmla="*/ 2937579 h 3029174"/>
              <a:gd name="connsiteX19" fmla="*/ 5975436 w 6624559"/>
              <a:gd name="connsiteY19" fmla="*/ 2581671 h 3029174"/>
              <a:gd name="connsiteX20" fmla="*/ 6477803 w 6624559"/>
              <a:gd name="connsiteY20" fmla="*/ 1882421 h 3029174"/>
              <a:gd name="connsiteX21" fmla="*/ 6597195 w 6624559"/>
              <a:gd name="connsiteY21" fmla="*/ 1388412 h 3029174"/>
              <a:gd name="connsiteX22" fmla="*/ 6054270 w 6624559"/>
              <a:gd name="connsiteY22" fmla="*/ 778811 h 3029174"/>
              <a:gd name="connsiteX23" fmla="*/ 6186688 w 6624559"/>
              <a:gd name="connsiteY23" fmla="*/ 998586 h 3029174"/>
              <a:gd name="connsiteX0" fmla="*/ 699385 w 6600256"/>
              <a:gd name="connsiteY0" fmla="*/ 160823 h 3029174"/>
              <a:gd name="connsiteX1" fmla="*/ 783275 w 6600256"/>
              <a:gd name="connsiteY1" fmla="*/ 85322 h 3029174"/>
              <a:gd name="connsiteX2" fmla="*/ 967833 w 6600256"/>
              <a:gd name="connsiteY2" fmla="*/ 76933 h 3029174"/>
              <a:gd name="connsiteX3" fmla="*/ 741330 w 6600256"/>
              <a:gd name="connsiteY3" fmla="*/ 1432 h 3029174"/>
              <a:gd name="connsiteX4" fmla="*/ 565161 w 6600256"/>
              <a:gd name="connsiteY4" fmla="*/ 152434 h 3029174"/>
              <a:gd name="connsiteX5" fmla="*/ 657440 w 6600256"/>
              <a:gd name="connsiteY5" fmla="*/ 311825 h 3029174"/>
              <a:gd name="connsiteX6" fmla="*/ 179267 w 6600256"/>
              <a:gd name="connsiteY6" fmla="*/ 446049 h 3029174"/>
              <a:gd name="connsiteX7" fmla="*/ 3099 w 6600256"/>
              <a:gd name="connsiteY7" fmla="*/ 1184280 h 3029174"/>
              <a:gd name="connsiteX8" fmla="*/ 304869 w 6600256"/>
              <a:gd name="connsiteY8" fmla="*/ 1189057 h 3029174"/>
              <a:gd name="connsiteX9" fmla="*/ 1295003 w 6600256"/>
              <a:gd name="connsiteY9" fmla="*/ 1217836 h 3029174"/>
              <a:gd name="connsiteX10" fmla="*/ 2143971 w 6600256"/>
              <a:gd name="connsiteY10" fmla="*/ 1447175 h 3029174"/>
              <a:gd name="connsiteX11" fmla="*/ 2485786 w 6600256"/>
              <a:gd name="connsiteY11" fmla="*/ 2361183 h 3029174"/>
              <a:gd name="connsiteX12" fmla="*/ 2823496 w 6600256"/>
              <a:gd name="connsiteY12" fmla="*/ 2594881 h 3029174"/>
              <a:gd name="connsiteX13" fmla="*/ 3225170 w 6600256"/>
              <a:gd name="connsiteY13" fmla="*/ 2415364 h 3029174"/>
              <a:gd name="connsiteX14" fmla="*/ 3726995 w 6600256"/>
              <a:gd name="connsiteY14" fmla="*/ 2493312 h 3029174"/>
              <a:gd name="connsiteX15" fmla="*/ 4487105 w 6600256"/>
              <a:gd name="connsiteY15" fmla="*/ 3029143 h 3029174"/>
              <a:gd name="connsiteX16" fmla="*/ 4940555 w 6600256"/>
              <a:gd name="connsiteY16" fmla="*/ 2522235 h 3029174"/>
              <a:gd name="connsiteX17" fmla="*/ 5388831 w 6600256"/>
              <a:gd name="connsiteY17" fmla="*/ 2744632 h 3029174"/>
              <a:gd name="connsiteX18" fmla="*/ 5682445 w 6600256"/>
              <a:gd name="connsiteY18" fmla="*/ 2937579 h 3029174"/>
              <a:gd name="connsiteX19" fmla="*/ 5975436 w 6600256"/>
              <a:gd name="connsiteY19" fmla="*/ 2581671 h 3029174"/>
              <a:gd name="connsiteX20" fmla="*/ 6477803 w 6600256"/>
              <a:gd name="connsiteY20" fmla="*/ 1882421 h 3029174"/>
              <a:gd name="connsiteX21" fmla="*/ 6597195 w 6600256"/>
              <a:gd name="connsiteY21" fmla="*/ 1388412 h 3029174"/>
              <a:gd name="connsiteX22" fmla="*/ 6054270 w 6600256"/>
              <a:gd name="connsiteY22" fmla="*/ 778811 h 3029174"/>
              <a:gd name="connsiteX23" fmla="*/ 6186688 w 6600256"/>
              <a:gd name="connsiteY23" fmla="*/ 998586 h 3029174"/>
              <a:gd name="connsiteX0" fmla="*/ 699385 w 6600256"/>
              <a:gd name="connsiteY0" fmla="*/ 160823 h 3029174"/>
              <a:gd name="connsiteX1" fmla="*/ 783275 w 6600256"/>
              <a:gd name="connsiteY1" fmla="*/ 85322 h 3029174"/>
              <a:gd name="connsiteX2" fmla="*/ 967833 w 6600256"/>
              <a:gd name="connsiteY2" fmla="*/ 76933 h 3029174"/>
              <a:gd name="connsiteX3" fmla="*/ 741330 w 6600256"/>
              <a:gd name="connsiteY3" fmla="*/ 1432 h 3029174"/>
              <a:gd name="connsiteX4" fmla="*/ 565161 w 6600256"/>
              <a:gd name="connsiteY4" fmla="*/ 152434 h 3029174"/>
              <a:gd name="connsiteX5" fmla="*/ 657440 w 6600256"/>
              <a:gd name="connsiteY5" fmla="*/ 311825 h 3029174"/>
              <a:gd name="connsiteX6" fmla="*/ 179267 w 6600256"/>
              <a:gd name="connsiteY6" fmla="*/ 446049 h 3029174"/>
              <a:gd name="connsiteX7" fmla="*/ 3099 w 6600256"/>
              <a:gd name="connsiteY7" fmla="*/ 1184280 h 3029174"/>
              <a:gd name="connsiteX8" fmla="*/ 304869 w 6600256"/>
              <a:gd name="connsiteY8" fmla="*/ 1189057 h 3029174"/>
              <a:gd name="connsiteX9" fmla="*/ 1295003 w 6600256"/>
              <a:gd name="connsiteY9" fmla="*/ 1217836 h 3029174"/>
              <a:gd name="connsiteX10" fmla="*/ 2143971 w 6600256"/>
              <a:gd name="connsiteY10" fmla="*/ 1447175 h 3029174"/>
              <a:gd name="connsiteX11" fmla="*/ 2485786 w 6600256"/>
              <a:gd name="connsiteY11" fmla="*/ 2361183 h 3029174"/>
              <a:gd name="connsiteX12" fmla="*/ 2823496 w 6600256"/>
              <a:gd name="connsiteY12" fmla="*/ 2594881 h 3029174"/>
              <a:gd name="connsiteX13" fmla="*/ 3225170 w 6600256"/>
              <a:gd name="connsiteY13" fmla="*/ 2415364 h 3029174"/>
              <a:gd name="connsiteX14" fmla="*/ 3726995 w 6600256"/>
              <a:gd name="connsiteY14" fmla="*/ 2493312 h 3029174"/>
              <a:gd name="connsiteX15" fmla="*/ 4487105 w 6600256"/>
              <a:gd name="connsiteY15" fmla="*/ 3029143 h 3029174"/>
              <a:gd name="connsiteX16" fmla="*/ 4940555 w 6600256"/>
              <a:gd name="connsiteY16" fmla="*/ 2522235 h 3029174"/>
              <a:gd name="connsiteX17" fmla="*/ 5388831 w 6600256"/>
              <a:gd name="connsiteY17" fmla="*/ 2744632 h 3029174"/>
              <a:gd name="connsiteX18" fmla="*/ 5682445 w 6600256"/>
              <a:gd name="connsiteY18" fmla="*/ 2937579 h 3029174"/>
              <a:gd name="connsiteX19" fmla="*/ 5975436 w 6600256"/>
              <a:gd name="connsiteY19" fmla="*/ 2581671 h 3029174"/>
              <a:gd name="connsiteX20" fmla="*/ 6477803 w 6600256"/>
              <a:gd name="connsiteY20" fmla="*/ 1882421 h 3029174"/>
              <a:gd name="connsiteX21" fmla="*/ 6597195 w 6600256"/>
              <a:gd name="connsiteY21" fmla="*/ 1388412 h 3029174"/>
              <a:gd name="connsiteX22" fmla="*/ 6054270 w 6600256"/>
              <a:gd name="connsiteY22" fmla="*/ 778811 h 3029174"/>
              <a:gd name="connsiteX0" fmla="*/ 699385 w 6923006"/>
              <a:gd name="connsiteY0" fmla="*/ 160823 h 3029174"/>
              <a:gd name="connsiteX1" fmla="*/ 783275 w 6923006"/>
              <a:gd name="connsiteY1" fmla="*/ 85322 h 3029174"/>
              <a:gd name="connsiteX2" fmla="*/ 967833 w 6923006"/>
              <a:gd name="connsiteY2" fmla="*/ 76933 h 3029174"/>
              <a:gd name="connsiteX3" fmla="*/ 741330 w 6923006"/>
              <a:gd name="connsiteY3" fmla="*/ 1432 h 3029174"/>
              <a:gd name="connsiteX4" fmla="*/ 565161 w 6923006"/>
              <a:gd name="connsiteY4" fmla="*/ 152434 h 3029174"/>
              <a:gd name="connsiteX5" fmla="*/ 657440 w 6923006"/>
              <a:gd name="connsiteY5" fmla="*/ 311825 h 3029174"/>
              <a:gd name="connsiteX6" fmla="*/ 179267 w 6923006"/>
              <a:gd name="connsiteY6" fmla="*/ 446049 h 3029174"/>
              <a:gd name="connsiteX7" fmla="*/ 3099 w 6923006"/>
              <a:gd name="connsiteY7" fmla="*/ 1184280 h 3029174"/>
              <a:gd name="connsiteX8" fmla="*/ 304869 w 6923006"/>
              <a:gd name="connsiteY8" fmla="*/ 1189057 h 3029174"/>
              <a:gd name="connsiteX9" fmla="*/ 1295003 w 6923006"/>
              <a:gd name="connsiteY9" fmla="*/ 1217836 h 3029174"/>
              <a:gd name="connsiteX10" fmla="*/ 2143971 w 6923006"/>
              <a:gd name="connsiteY10" fmla="*/ 1447175 h 3029174"/>
              <a:gd name="connsiteX11" fmla="*/ 2485786 w 6923006"/>
              <a:gd name="connsiteY11" fmla="*/ 2361183 h 3029174"/>
              <a:gd name="connsiteX12" fmla="*/ 2823496 w 6923006"/>
              <a:gd name="connsiteY12" fmla="*/ 2594881 h 3029174"/>
              <a:gd name="connsiteX13" fmla="*/ 3225170 w 6923006"/>
              <a:gd name="connsiteY13" fmla="*/ 2415364 h 3029174"/>
              <a:gd name="connsiteX14" fmla="*/ 3726995 w 6923006"/>
              <a:gd name="connsiteY14" fmla="*/ 2493312 h 3029174"/>
              <a:gd name="connsiteX15" fmla="*/ 4487105 w 6923006"/>
              <a:gd name="connsiteY15" fmla="*/ 3029143 h 3029174"/>
              <a:gd name="connsiteX16" fmla="*/ 4940555 w 6923006"/>
              <a:gd name="connsiteY16" fmla="*/ 2522235 h 3029174"/>
              <a:gd name="connsiteX17" fmla="*/ 5388831 w 6923006"/>
              <a:gd name="connsiteY17" fmla="*/ 2744632 h 3029174"/>
              <a:gd name="connsiteX18" fmla="*/ 5682445 w 6923006"/>
              <a:gd name="connsiteY18" fmla="*/ 2937579 h 3029174"/>
              <a:gd name="connsiteX19" fmla="*/ 5975436 w 6923006"/>
              <a:gd name="connsiteY19" fmla="*/ 2581671 h 3029174"/>
              <a:gd name="connsiteX20" fmla="*/ 6477803 w 6923006"/>
              <a:gd name="connsiteY20" fmla="*/ 1882421 h 3029174"/>
              <a:gd name="connsiteX21" fmla="*/ 6597195 w 6923006"/>
              <a:gd name="connsiteY21" fmla="*/ 1388412 h 3029174"/>
              <a:gd name="connsiteX22" fmla="*/ 6917870 w 6923006"/>
              <a:gd name="connsiteY22" fmla="*/ 1347136 h 3029174"/>
              <a:gd name="connsiteX0" fmla="*/ 783275 w 6923006"/>
              <a:gd name="connsiteY0" fmla="*/ 85322 h 3029174"/>
              <a:gd name="connsiteX1" fmla="*/ 967833 w 6923006"/>
              <a:gd name="connsiteY1" fmla="*/ 76933 h 3029174"/>
              <a:gd name="connsiteX2" fmla="*/ 741330 w 6923006"/>
              <a:gd name="connsiteY2" fmla="*/ 1432 h 3029174"/>
              <a:gd name="connsiteX3" fmla="*/ 565161 w 6923006"/>
              <a:gd name="connsiteY3" fmla="*/ 152434 h 3029174"/>
              <a:gd name="connsiteX4" fmla="*/ 657440 w 6923006"/>
              <a:gd name="connsiteY4" fmla="*/ 311825 h 3029174"/>
              <a:gd name="connsiteX5" fmla="*/ 179267 w 6923006"/>
              <a:gd name="connsiteY5" fmla="*/ 446049 h 3029174"/>
              <a:gd name="connsiteX6" fmla="*/ 3099 w 6923006"/>
              <a:gd name="connsiteY6" fmla="*/ 1184280 h 3029174"/>
              <a:gd name="connsiteX7" fmla="*/ 304869 w 6923006"/>
              <a:gd name="connsiteY7" fmla="*/ 1189057 h 3029174"/>
              <a:gd name="connsiteX8" fmla="*/ 1295003 w 6923006"/>
              <a:gd name="connsiteY8" fmla="*/ 1217836 h 3029174"/>
              <a:gd name="connsiteX9" fmla="*/ 2143971 w 6923006"/>
              <a:gd name="connsiteY9" fmla="*/ 1447175 h 3029174"/>
              <a:gd name="connsiteX10" fmla="*/ 2485786 w 6923006"/>
              <a:gd name="connsiteY10" fmla="*/ 2361183 h 3029174"/>
              <a:gd name="connsiteX11" fmla="*/ 2823496 w 6923006"/>
              <a:gd name="connsiteY11" fmla="*/ 2594881 h 3029174"/>
              <a:gd name="connsiteX12" fmla="*/ 3225170 w 6923006"/>
              <a:gd name="connsiteY12" fmla="*/ 2415364 h 3029174"/>
              <a:gd name="connsiteX13" fmla="*/ 3726995 w 6923006"/>
              <a:gd name="connsiteY13" fmla="*/ 2493312 h 3029174"/>
              <a:gd name="connsiteX14" fmla="*/ 4487105 w 6923006"/>
              <a:gd name="connsiteY14" fmla="*/ 3029143 h 3029174"/>
              <a:gd name="connsiteX15" fmla="*/ 4940555 w 6923006"/>
              <a:gd name="connsiteY15" fmla="*/ 2522235 h 3029174"/>
              <a:gd name="connsiteX16" fmla="*/ 5388831 w 6923006"/>
              <a:gd name="connsiteY16" fmla="*/ 2744632 h 3029174"/>
              <a:gd name="connsiteX17" fmla="*/ 5682445 w 6923006"/>
              <a:gd name="connsiteY17" fmla="*/ 2937579 h 3029174"/>
              <a:gd name="connsiteX18" fmla="*/ 5975436 w 6923006"/>
              <a:gd name="connsiteY18" fmla="*/ 2581671 h 3029174"/>
              <a:gd name="connsiteX19" fmla="*/ 6477803 w 6923006"/>
              <a:gd name="connsiteY19" fmla="*/ 1882421 h 3029174"/>
              <a:gd name="connsiteX20" fmla="*/ 6597195 w 6923006"/>
              <a:gd name="connsiteY20" fmla="*/ 1388412 h 3029174"/>
              <a:gd name="connsiteX21" fmla="*/ 6917870 w 6923006"/>
              <a:gd name="connsiteY21" fmla="*/ 1347136 h 3029174"/>
              <a:gd name="connsiteX0" fmla="*/ 967833 w 6923006"/>
              <a:gd name="connsiteY0" fmla="*/ 76933 h 3029174"/>
              <a:gd name="connsiteX1" fmla="*/ 741330 w 6923006"/>
              <a:gd name="connsiteY1" fmla="*/ 1432 h 3029174"/>
              <a:gd name="connsiteX2" fmla="*/ 565161 w 6923006"/>
              <a:gd name="connsiteY2" fmla="*/ 152434 h 3029174"/>
              <a:gd name="connsiteX3" fmla="*/ 657440 w 6923006"/>
              <a:gd name="connsiteY3" fmla="*/ 311825 h 3029174"/>
              <a:gd name="connsiteX4" fmla="*/ 179267 w 6923006"/>
              <a:gd name="connsiteY4" fmla="*/ 446049 h 3029174"/>
              <a:gd name="connsiteX5" fmla="*/ 3099 w 6923006"/>
              <a:gd name="connsiteY5" fmla="*/ 1184280 h 3029174"/>
              <a:gd name="connsiteX6" fmla="*/ 304869 w 6923006"/>
              <a:gd name="connsiteY6" fmla="*/ 1189057 h 3029174"/>
              <a:gd name="connsiteX7" fmla="*/ 1295003 w 6923006"/>
              <a:gd name="connsiteY7" fmla="*/ 1217836 h 3029174"/>
              <a:gd name="connsiteX8" fmla="*/ 2143971 w 6923006"/>
              <a:gd name="connsiteY8" fmla="*/ 1447175 h 3029174"/>
              <a:gd name="connsiteX9" fmla="*/ 2485786 w 6923006"/>
              <a:gd name="connsiteY9" fmla="*/ 2361183 h 3029174"/>
              <a:gd name="connsiteX10" fmla="*/ 2823496 w 6923006"/>
              <a:gd name="connsiteY10" fmla="*/ 2594881 h 3029174"/>
              <a:gd name="connsiteX11" fmla="*/ 3225170 w 6923006"/>
              <a:gd name="connsiteY11" fmla="*/ 2415364 h 3029174"/>
              <a:gd name="connsiteX12" fmla="*/ 3726995 w 6923006"/>
              <a:gd name="connsiteY12" fmla="*/ 2493312 h 3029174"/>
              <a:gd name="connsiteX13" fmla="*/ 4487105 w 6923006"/>
              <a:gd name="connsiteY13" fmla="*/ 3029143 h 3029174"/>
              <a:gd name="connsiteX14" fmla="*/ 4940555 w 6923006"/>
              <a:gd name="connsiteY14" fmla="*/ 2522235 h 3029174"/>
              <a:gd name="connsiteX15" fmla="*/ 5388831 w 6923006"/>
              <a:gd name="connsiteY15" fmla="*/ 2744632 h 3029174"/>
              <a:gd name="connsiteX16" fmla="*/ 5682445 w 6923006"/>
              <a:gd name="connsiteY16" fmla="*/ 2937579 h 3029174"/>
              <a:gd name="connsiteX17" fmla="*/ 5975436 w 6923006"/>
              <a:gd name="connsiteY17" fmla="*/ 2581671 h 3029174"/>
              <a:gd name="connsiteX18" fmla="*/ 6477803 w 6923006"/>
              <a:gd name="connsiteY18" fmla="*/ 1882421 h 3029174"/>
              <a:gd name="connsiteX19" fmla="*/ 6597195 w 6923006"/>
              <a:gd name="connsiteY19" fmla="*/ 1388412 h 3029174"/>
              <a:gd name="connsiteX20" fmla="*/ 6917870 w 6923006"/>
              <a:gd name="connsiteY20" fmla="*/ 1347136 h 3029174"/>
              <a:gd name="connsiteX0" fmla="*/ 929733 w 6923006"/>
              <a:gd name="connsiteY0" fmla="*/ 76933 h 3029174"/>
              <a:gd name="connsiteX1" fmla="*/ 741330 w 6923006"/>
              <a:gd name="connsiteY1" fmla="*/ 1432 h 3029174"/>
              <a:gd name="connsiteX2" fmla="*/ 565161 w 6923006"/>
              <a:gd name="connsiteY2" fmla="*/ 152434 h 3029174"/>
              <a:gd name="connsiteX3" fmla="*/ 657440 w 6923006"/>
              <a:gd name="connsiteY3" fmla="*/ 311825 h 3029174"/>
              <a:gd name="connsiteX4" fmla="*/ 179267 w 6923006"/>
              <a:gd name="connsiteY4" fmla="*/ 446049 h 3029174"/>
              <a:gd name="connsiteX5" fmla="*/ 3099 w 6923006"/>
              <a:gd name="connsiteY5" fmla="*/ 1184280 h 3029174"/>
              <a:gd name="connsiteX6" fmla="*/ 304869 w 6923006"/>
              <a:gd name="connsiteY6" fmla="*/ 1189057 h 3029174"/>
              <a:gd name="connsiteX7" fmla="*/ 1295003 w 6923006"/>
              <a:gd name="connsiteY7" fmla="*/ 1217836 h 3029174"/>
              <a:gd name="connsiteX8" fmla="*/ 2143971 w 6923006"/>
              <a:gd name="connsiteY8" fmla="*/ 1447175 h 3029174"/>
              <a:gd name="connsiteX9" fmla="*/ 2485786 w 6923006"/>
              <a:gd name="connsiteY9" fmla="*/ 2361183 h 3029174"/>
              <a:gd name="connsiteX10" fmla="*/ 2823496 w 6923006"/>
              <a:gd name="connsiteY10" fmla="*/ 2594881 h 3029174"/>
              <a:gd name="connsiteX11" fmla="*/ 3225170 w 6923006"/>
              <a:gd name="connsiteY11" fmla="*/ 2415364 h 3029174"/>
              <a:gd name="connsiteX12" fmla="*/ 3726995 w 6923006"/>
              <a:gd name="connsiteY12" fmla="*/ 2493312 h 3029174"/>
              <a:gd name="connsiteX13" fmla="*/ 4487105 w 6923006"/>
              <a:gd name="connsiteY13" fmla="*/ 3029143 h 3029174"/>
              <a:gd name="connsiteX14" fmla="*/ 4940555 w 6923006"/>
              <a:gd name="connsiteY14" fmla="*/ 2522235 h 3029174"/>
              <a:gd name="connsiteX15" fmla="*/ 5388831 w 6923006"/>
              <a:gd name="connsiteY15" fmla="*/ 2744632 h 3029174"/>
              <a:gd name="connsiteX16" fmla="*/ 5682445 w 6923006"/>
              <a:gd name="connsiteY16" fmla="*/ 2937579 h 3029174"/>
              <a:gd name="connsiteX17" fmla="*/ 5975436 w 6923006"/>
              <a:gd name="connsiteY17" fmla="*/ 2581671 h 3029174"/>
              <a:gd name="connsiteX18" fmla="*/ 6477803 w 6923006"/>
              <a:gd name="connsiteY18" fmla="*/ 1882421 h 3029174"/>
              <a:gd name="connsiteX19" fmla="*/ 6597195 w 6923006"/>
              <a:gd name="connsiteY19" fmla="*/ 1388412 h 3029174"/>
              <a:gd name="connsiteX20" fmla="*/ 6917870 w 6923006"/>
              <a:gd name="connsiteY20" fmla="*/ 1347136 h 3029174"/>
              <a:gd name="connsiteX0" fmla="*/ 929733 w 6923006"/>
              <a:gd name="connsiteY0" fmla="*/ 0 h 2952241"/>
              <a:gd name="connsiteX1" fmla="*/ 565161 w 6923006"/>
              <a:gd name="connsiteY1" fmla="*/ 75501 h 2952241"/>
              <a:gd name="connsiteX2" fmla="*/ 657440 w 6923006"/>
              <a:gd name="connsiteY2" fmla="*/ 234892 h 2952241"/>
              <a:gd name="connsiteX3" fmla="*/ 179267 w 6923006"/>
              <a:gd name="connsiteY3" fmla="*/ 369116 h 2952241"/>
              <a:gd name="connsiteX4" fmla="*/ 3099 w 6923006"/>
              <a:gd name="connsiteY4" fmla="*/ 1107347 h 2952241"/>
              <a:gd name="connsiteX5" fmla="*/ 304869 w 6923006"/>
              <a:gd name="connsiteY5" fmla="*/ 1112124 h 2952241"/>
              <a:gd name="connsiteX6" fmla="*/ 1295003 w 6923006"/>
              <a:gd name="connsiteY6" fmla="*/ 1140903 h 2952241"/>
              <a:gd name="connsiteX7" fmla="*/ 2143971 w 6923006"/>
              <a:gd name="connsiteY7" fmla="*/ 1370242 h 2952241"/>
              <a:gd name="connsiteX8" fmla="*/ 2485786 w 6923006"/>
              <a:gd name="connsiteY8" fmla="*/ 2284250 h 2952241"/>
              <a:gd name="connsiteX9" fmla="*/ 2823496 w 6923006"/>
              <a:gd name="connsiteY9" fmla="*/ 2517948 h 2952241"/>
              <a:gd name="connsiteX10" fmla="*/ 3225170 w 6923006"/>
              <a:gd name="connsiteY10" fmla="*/ 2338431 h 2952241"/>
              <a:gd name="connsiteX11" fmla="*/ 3726995 w 6923006"/>
              <a:gd name="connsiteY11" fmla="*/ 2416379 h 2952241"/>
              <a:gd name="connsiteX12" fmla="*/ 4487105 w 6923006"/>
              <a:gd name="connsiteY12" fmla="*/ 2952210 h 2952241"/>
              <a:gd name="connsiteX13" fmla="*/ 4940555 w 6923006"/>
              <a:gd name="connsiteY13" fmla="*/ 2445302 h 2952241"/>
              <a:gd name="connsiteX14" fmla="*/ 5388831 w 6923006"/>
              <a:gd name="connsiteY14" fmla="*/ 2667699 h 2952241"/>
              <a:gd name="connsiteX15" fmla="*/ 5682445 w 6923006"/>
              <a:gd name="connsiteY15" fmla="*/ 2860646 h 2952241"/>
              <a:gd name="connsiteX16" fmla="*/ 5975436 w 6923006"/>
              <a:gd name="connsiteY16" fmla="*/ 2504738 h 2952241"/>
              <a:gd name="connsiteX17" fmla="*/ 6477803 w 6923006"/>
              <a:gd name="connsiteY17" fmla="*/ 1805488 h 2952241"/>
              <a:gd name="connsiteX18" fmla="*/ 6597195 w 6923006"/>
              <a:gd name="connsiteY18" fmla="*/ 1311479 h 2952241"/>
              <a:gd name="connsiteX19" fmla="*/ 6917870 w 6923006"/>
              <a:gd name="connsiteY19" fmla="*/ 1270203 h 2952241"/>
              <a:gd name="connsiteX0" fmla="*/ 929733 w 6923006"/>
              <a:gd name="connsiteY0" fmla="*/ 0 h 2952241"/>
              <a:gd name="connsiteX1" fmla="*/ 657440 w 6923006"/>
              <a:gd name="connsiteY1" fmla="*/ 234892 h 2952241"/>
              <a:gd name="connsiteX2" fmla="*/ 179267 w 6923006"/>
              <a:gd name="connsiteY2" fmla="*/ 369116 h 2952241"/>
              <a:gd name="connsiteX3" fmla="*/ 3099 w 6923006"/>
              <a:gd name="connsiteY3" fmla="*/ 1107347 h 2952241"/>
              <a:gd name="connsiteX4" fmla="*/ 304869 w 6923006"/>
              <a:gd name="connsiteY4" fmla="*/ 1112124 h 2952241"/>
              <a:gd name="connsiteX5" fmla="*/ 1295003 w 6923006"/>
              <a:gd name="connsiteY5" fmla="*/ 1140903 h 2952241"/>
              <a:gd name="connsiteX6" fmla="*/ 2143971 w 6923006"/>
              <a:gd name="connsiteY6" fmla="*/ 1370242 h 2952241"/>
              <a:gd name="connsiteX7" fmla="*/ 2485786 w 6923006"/>
              <a:gd name="connsiteY7" fmla="*/ 2284250 h 2952241"/>
              <a:gd name="connsiteX8" fmla="*/ 2823496 w 6923006"/>
              <a:gd name="connsiteY8" fmla="*/ 2517948 h 2952241"/>
              <a:gd name="connsiteX9" fmla="*/ 3225170 w 6923006"/>
              <a:gd name="connsiteY9" fmla="*/ 2338431 h 2952241"/>
              <a:gd name="connsiteX10" fmla="*/ 3726995 w 6923006"/>
              <a:gd name="connsiteY10" fmla="*/ 2416379 h 2952241"/>
              <a:gd name="connsiteX11" fmla="*/ 4487105 w 6923006"/>
              <a:gd name="connsiteY11" fmla="*/ 2952210 h 2952241"/>
              <a:gd name="connsiteX12" fmla="*/ 4940555 w 6923006"/>
              <a:gd name="connsiteY12" fmla="*/ 2445302 h 2952241"/>
              <a:gd name="connsiteX13" fmla="*/ 5388831 w 6923006"/>
              <a:gd name="connsiteY13" fmla="*/ 2667699 h 2952241"/>
              <a:gd name="connsiteX14" fmla="*/ 5682445 w 6923006"/>
              <a:gd name="connsiteY14" fmla="*/ 2860646 h 2952241"/>
              <a:gd name="connsiteX15" fmla="*/ 5975436 w 6923006"/>
              <a:gd name="connsiteY15" fmla="*/ 2504738 h 2952241"/>
              <a:gd name="connsiteX16" fmla="*/ 6477803 w 6923006"/>
              <a:gd name="connsiteY16" fmla="*/ 1805488 h 2952241"/>
              <a:gd name="connsiteX17" fmla="*/ 6597195 w 6923006"/>
              <a:gd name="connsiteY17" fmla="*/ 1311479 h 2952241"/>
              <a:gd name="connsiteX18" fmla="*/ 6917870 w 6923006"/>
              <a:gd name="connsiteY18" fmla="*/ 1270203 h 2952241"/>
              <a:gd name="connsiteX0" fmla="*/ 929031 w 6922304"/>
              <a:gd name="connsiteY0" fmla="*/ 0 h 2952241"/>
              <a:gd name="connsiteX1" fmla="*/ 459095 w 6922304"/>
              <a:gd name="connsiteY1" fmla="*/ 182505 h 2952241"/>
              <a:gd name="connsiteX2" fmla="*/ 178565 w 6922304"/>
              <a:gd name="connsiteY2" fmla="*/ 369116 h 2952241"/>
              <a:gd name="connsiteX3" fmla="*/ 2397 w 6922304"/>
              <a:gd name="connsiteY3" fmla="*/ 1107347 h 2952241"/>
              <a:gd name="connsiteX4" fmla="*/ 304167 w 6922304"/>
              <a:gd name="connsiteY4" fmla="*/ 1112124 h 2952241"/>
              <a:gd name="connsiteX5" fmla="*/ 1294301 w 6922304"/>
              <a:gd name="connsiteY5" fmla="*/ 1140903 h 2952241"/>
              <a:gd name="connsiteX6" fmla="*/ 2143269 w 6922304"/>
              <a:gd name="connsiteY6" fmla="*/ 1370242 h 2952241"/>
              <a:gd name="connsiteX7" fmla="*/ 2485084 w 6922304"/>
              <a:gd name="connsiteY7" fmla="*/ 2284250 h 2952241"/>
              <a:gd name="connsiteX8" fmla="*/ 2822794 w 6922304"/>
              <a:gd name="connsiteY8" fmla="*/ 2517948 h 2952241"/>
              <a:gd name="connsiteX9" fmla="*/ 3224468 w 6922304"/>
              <a:gd name="connsiteY9" fmla="*/ 2338431 h 2952241"/>
              <a:gd name="connsiteX10" fmla="*/ 3726293 w 6922304"/>
              <a:gd name="connsiteY10" fmla="*/ 2416379 h 2952241"/>
              <a:gd name="connsiteX11" fmla="*/ 4486403 w 6922304"/>
              <a:gd name="connsiteY11" fmla="*/ 2952210 h 2952241"/>
              <a:gd name="connsiteX12" fmla="*/ 4939853 w 6922304"/>
              <a:gd name="connsiteY12" fmla="*/ 2445302 h 2952241"/>
              <a:gd name="connsiteX13" fmla="*/ 5388129 w 6922304"/>
              <a:gd name="connsiteY13" fmla="*/ 2667699 h 2952241"/>
              <a:gd name="connsiteX14" fmla="*/ 5681743 w 6922304"/>
              <a:gd name="connsiteY14" fmla="*/ 2860646 h 2952241"/>
              <a:gd name="connsiteX15" fmla="*/ 5974734 w 6922304"/>
              <a:gd name="connsiteY15" fmla="*/ 2504738 h 2952241"/>
              <a:gd name="connsiteX16" fmla="*/ 6477101 w 6922304"/>
              <a:gd name="connsiteY16" fmla="*/ 1805488 h 2952241"/>
              <a:gd name="connsiteX17" fmla="*/ 6596493 w 6922304"/>
              <a:gd name="connsiteY17" fmla="*/ 1311479 h 2952241"/>
              <a:gd name="connsiteX18" fmla="*/ 6917168 w 6922304"/>
              <a:gd name="connsiteY18" fmla="*/ 1270203 h 2952241"/>
              <a:gd name="connsiteX0" fmla="*/ 929031 w 6922304"/>
              <a:gd name="connsiteY0" fmla="*/ 0 h 2952241"/>
              <a:gd name="connsiteX1" fmla="*/ 717187 w 6922304"/>
              <a:gd name="connsiteY1" fmla="*/ 82753 h 2952241"/>
              <a:gd name="connsiteX2" fmla="*/ 459095 w 6922304"/>
              <a:gd name="connsiteY2" fmla="*/ 182505 h 2952241"/>
              <a:gd name="connsiteX3" fmla="*/ 178565 w 6922304"/>
              <a:gd name="connsiteY3" fmla="*/ 369116 h 2952241"/>
              <a:gd name="connsiteX4" fmla="*/ 2397 w 6922304"/>
              <a:gd name="connsiteY4" fmla="*/ 1107347 h 2952241"/>
              <a:gd name="connsiteX5" fmla="*/ 304167 w 6922304"/>
              <a:gd name="connsiteY5" fmla="*/ 1112124 h 2952241"/>
              <a:gd name="connsiteX6" fmla="*/ 1294301 w 6922304"/>
              <a:gd name="connsiteY6" fmla="*/ 1140903 h 2952241"/>
              <a:gd name="connsiteX7" fmla="*/ 2143269 w 6922304"/>
              <a:gd name="connsiteY7" fmla="*/ 1370242 h 2952241"/>
              <a:gd name="connsiteX8" fmla="*/ 2485084 w 6922304"/>
              <a:gd name="connsiteY8" fmla="*/ 2284250 h 2952241"/>
              <a:gd name="connsiteX9" fmla="*/ 2822794 w 6922304"/>
              <a:gd name="connsiteY9" fmla="*/ 2517948 h 2952241"/>
              <a:gd name="connsiteX10" fmla="*/ 3224468 w 6922304"/>
              <a:gd name="connsiteY10" fmla="*/ 2338431 h 2952241"/>
              <a:gd name="connsiteX11" fmla="*/ 3726293 w 6922304"/>
              <a:gd name="connsiteY11" fmla="*/ 2416379 h 2952241"/>
              <a:gd name="connsiteX12" fmla="*/ 4486403 w 6922304"/>
              <a:gd name="connsiteY12" fmla="*/ 2952210 h 2952241"/>
              <a:gd name="connsiteX13" fmla="*/ 4939853 w 6922304"/>
              <a:gd name="connsiteY13" fmla="*/ 2445302 h 2952241"/>
              <a:gd name="connsiteX14" fmla="*/ 5388129 w 6922304"/>
              <a:gd name="connsiteY14" fmla="*/ 2667699 h 2952241"/>
              <a:gd name="connsiteX15" fmla="*/ 5681743 w 6922304"/>
              <a:gd name="connsiteY15" fmla="*/ 2860646 h 2952241"/>
              <a:gd name="connsiteX16" fmla="*/ 5974734 w 6922304"/>
              <a:gd name="connsiteY16" fmla="*/ 2504738 h 2952241"/>
              <a:gd name="connsiteX17" fmla="*/ 6477101 w 6922304"/>
              <a:gd name="connsiteY17" fmla="*/ 1805488 h 2952241"/>
              <a:gd name="connsiteX18" fmla="*/ 6596493 w 6922304"/>
              <a:gd name="connsiteY18" fmla="*/ 1311479 h 2952241"/>
              <a:gd name="connsiteX19" fmla="*/ 6917168 w 6922304"/>
              <a:gd name="connsiteY19" fmla="*/ 1270203 h 2952241"/>
              <a:gd name="connsiteX0" fmla="*/ 929031 w 6922304"/>
              <a:gd name="connsiteY0" fmla="*/ 22022 h 2974263"/>
              <a:gd name="connsiteX1" fmla="*/ 681468 w 6922304"/>
              <a:gd name="connsiteY1" fmla="*/ 0 h 2974263"/>
              <a:gd name="connsiteX2" fmla="*/ 459095 w 6922304"/>
              <a:gd name="connsiteY2" fmla="*/ 204527 h 2974263"/>
              <a:gd name="connsiteX3" fmla="*/ 178565 w 6922304"/>
              <a:gd name="connsiteY3" fmla="*/ 391138 h 2974263"/>
              <a:gd name="connsiteX4" fmla="*/ 2397 w 6922304"/>
              <a:gd name="connsiteY4" fmla="*/ 1129369 h 2974263"/>
              <a:gd name="connsiteX5" fmla="*/ 304167 w 6922304"/>
              <a:gd name="connsiteY5" fmla="*/ 1134146 h 2974263"/>
              <a:gd name="connsiteX6" fmla="*/ 1294301 w 6922304"/>
              <a:gd name="connsiteY6" fmla="*/ 1162925 h 2974263"/>
              <a:gd name="connsiteX7" fmla="*/ 2143269 w 6922304"/>
              <a:gd name="connsiteY7" fmla="*/ 1392264 h 2974263"/>
              <a:gd name="connsiteX8" fmla="*/ 2485084 w 6922304"/>
              <a:gd name="connsiteY8" fmla="*/ 2306272 h 2974263"/>
              <a:gd name="connsiteX9" fmla="*/ 2822794 w 6922304"/>
              <a:gd name="connsiteY9" fmla="*/ 2539970 h 2974263"/>
              <a:gd name="connsiteX10" fmla="*/ 3224468 w 6922304"/>
              <a:gd name="connsiteY10" fmla="*/ 2360453 h 2974263"/>
              <a:gd name="connsiteX11" fmla="*/ 3726293 w 6922304"/>
              <a:gd name="connsiteY11" fmla="*/ 2438401 h 2974263"/>
              <a:gd name="connsiteX12" fmla="*/ 4486403 w 6922304"/>
              <a:gd name="connsiteY12" fmla="*/ 2974232 h 2974263"/>
              <a:gd name="connsiteX13" fmla="*/ 4939853 w 6922304"/>
              <a:gd name="connsiteY13" fmla="*/ 2467324 h 2974263"/>
              <a:gd name="connsiteX14" fmla="*/ 5388129 w 6922304"/>
              <a:gd name="connsiteY14" fmla="*/ 2689721 h 2974263"/>
              <a:gd name="connsiteX15" fmla="*/ 5681743 w 6922304"/>
              <a:gd name="connsiteY15" fmla="*/ 2882668 h 2974263"/>
              <a:gd name="connsiteX16" fmla="*/ 5974734 w 6922304"/>
              <a:gd name="connsiteY16" fmla="*/ 2526760 h 2974263"/>
              <a:gd name="connsiteX17" fmla="*/ 6477101 w 6922304"/>
              <a:gd name="connsiteY17" fmla="*/ 1827510 h 2974263"/>
              <a:gd name="connsiteX18" fmla="*/ 6596493 w 6922304"/>
              <a:gd name="connsiteY18" fmla="*/ 1333501 h 2974263"/>
              <a:gd name="connsiteX19" fmla="*/ 6917168 w 6922304"/>
              <a:gd name="connsiteY19" fmla="*/ 1292225 h 2974263"/>
              <a:gd name="connsiteX0" fmla="*/ 929031 w 6922304"/>
              <a:gd name="connsiteY0" fmla="*/ 0 h 2952241"/>
              <a:gd name="connsiteX1" fmla="*/ 638606 w 6922304"/>
              <a:gd name="connsiteY1" fmla="*/ 35128 h 2952241"/>
              <a:gd name="connsiteX2" fmla="*/ 459095 w 6922304"/>
              <a:gd name="connsiteY2" fmla="*/ 182505 h 2952241"/>
              <a:gd name="connsiteX3" fmla="*/ 178565 w 6922304"/>
              <a:gd name="connsiteY3" fmla="*/ 369116 h 2952241"/>
              <a:gd name="connsiteX4" fmla="*/ 2397 w 6922304"/>
              <a:gd name="connsiteY4" fmla="*/ 1107347 h 2952241"/>
              <a:gd name="connsiteX5" fmla="*/ 304167 w 6922304"/>
              <a:gd name="connsiteY5" fmla="*/ 1112124 h 2952241"/>
              <a:gd name="connsiteX6" fmla="*/ 1294301 w 6922304"/>
              <a:gd name="connsiteY6" fmla="*/ 1140903 h 2952241"/>
              <a:gd name="connsiteX7" fmla="*/ 2143269 w 6922304"/>
              <a:gd name="connsiteY7" fmla="*/ 1370242 h 2952241"/>
              <a:gd name="connsiteX8" fmla="*/ 2485084 w 6922304"/>
              <a:gd name="connsiteY8" fmla="*/ 2284250 h 2952241"/>
              <a:gd name="connsiteX9" fmla="*/ 2822794 w 6922304"/>
              <a:gd name="connsiteY9" fmla="*/ 2517948 h 2952241"/>
              <a:gd name="connsiteX10" fmla="*/ 3224468 w 6922304"/>
              <a:gd name="connsiteY10" fmla="*/ 2338431 h 2952241"/>
              <a:gd name="connsiteX11" fmla="*/ 3726293 w 6922304"/>
              <a:gd name="connsiteY11" fmla="*/ 2416379 h 2952241"/>
              <a:gd name="connsiteX12" fmla="*/ 4486403 w 6922304"/>
              <a:gd name="connsiteY12" fmla="*/ 2952210 h 2952241"/>
              <a:gd name="connsiteX13" fmla="*/ 4939853 w 6922304"/>
              <a:gd name="connsiteY13" fmla="*/ 2445302 h 2952241"/>
              <a:gd name="connsiteX14" fmla="*/ 5388129 w 6922304"/>
              <a:gd name="connsiteY14" fmla="*/ 2667699 h 2952241"/>
              <a:gd name="connsiteX15" fmla="*/ 5681743 w 6922304"/>
              <a:gd name="connsiteY15" fmla="*/ 2860646 h 2952241"/>
              <a:gd name="connsiteX16" fmla="*/ 5974734 w 6922304"/>
              <a:gd name="connsiteY16" fmla="*/ 2504738 h 2952241"/>
              <a:gd name="connsiteX17" fmla="*/ 6477101 w 6922304"/>
              <a:gd name="connsiteY17" fmla="*/ 1805488 h 2952241"/>
              <a:gd name="connsiteX18" fmla="*/ 6596493 w 6922304"/>
              <a:gd name="connsiteY18" fmla="*/ 1311479 h 2952241"/>
              <a:gd name="connsiteX19" fmla="*/ 6917168 w 6922304"/>
              <a:gd name="connsiteY19" fmla="*/ 1270203 h 2952241"/>
              <a:gd name="connsiteX0" fmla="*/ 929862 w 6923135"/>
              <a:gd name="connsiteY0" fmla="*/ 0 h 2952241"/>
              <a:gd name="connsiteX1" fmla="*/ 639437 w 6923135"/>
              <a:gd name="connsiteY1" fmla="*/ 35128 h 2952241"/>
              <a:gd name="connsiteX2" fmla="*/ 459926 w 6923135"/>
              <a:gd name="connsiteY2" fmla="*/ 182505 h 2952241"/>
              <a:gd name="connsiteX3" fmla="*/ 179396 w 6923135"/>
              <a:gd name="connsiteY3" fmla="*/ 369116 h 2952241"/>
              <a:gd name="connsiteX4" fmla="*/ 3228 w 6923135"/>
              <a:gd name="connsiteY4" fmla="*/ 1107347 h 2952241"/>
              <a:gd name="connsiteX5" fmla="*/ 328811 w 6923135"/>
              <a:gd name="connsiteY5" fmla="*/ 1116886 h 2952241"/>
              <a:gd name="connsiteX6" fmla="*/ 1295132 w 6923135"/>
              <a:gd name="connsiteY6" fmla="*/ 1140903 h 2952241"/>
              <a:gd name="connsiteX7" fmla="*/ 2144100 w 6923135"/>
              <a:gd name="connsiteY7" fmla="*/ 1370242 h 2952241"/>
              <a:gd name="connsiteX8" fmla="*/ 2485915 w 6923135"/>
              <a:gd name="connsiteY8" fmla="*/ 2284250 h 2952241"/>
              <a:gd name="connsiteX9" fmla="*/ 2823625 w 6923135"/>
              <a:gd name="connsiteY9" fmla="*/ 2517948 h 2952241"/>
              <a:gd name="connsiteX10" fmla="*/ 3225299 w 6923135"/>
              <a:gd name="connsiteY10" fmla="*/ 2338431 h 2952241"/>
              <a:gd name="connsiteX11" fmla="*/ 3727124 w 6923135"/>
              <a:gd name="connsiteY11" fmla="*/ 2416379 h 2952241"/>
              <a:gd name="connsiteX12" fmla="*/ 4487234 w 6923135"/>
              <a:gd name="connsiteY12" fmla="*/ 2952210 h 2952241"/>
              <a:gd name="connsiteX13" fmla="*/ 4940684 w 6923135"/>
              <a:gd name="connsiteY13" fmla="*/ 2445302 h 2952241"/>
              <a:gd name="connsiteX14" fmla="*/ 5388960 w 6923135"/>
              <a:gd name="connsiteY14" fmla="*/ 2667699 h 2952241"/>
              <a:gd name="connsiteX15" fmla="*/ 5682574 w 6923135"/>
              <a:gd name="connsiteY15" fmla="*/ 2860646 h 2952241"/>
              <a:gd name="connsiteX16" fmla="*/ 5975565 w 6923135"/>
              <a:gd name="connsiteY16" fmla="*/ 2504738 h 2952241"/>
              <a:gd name="connsiteX17" fmla="*/ 6477932 w 6923135"/>
              <a:gd name="connsiteY17" fmla="*/ 1805488 h 2952241"/>
              <a:gd name="connsiteX18" fmla="*/ 6597324 w 6923135"/>
              <a:gd name="connsiteY18" fmla="*/ 1311479 h 2952241"/>
              <a:gd name="connsiteX19" fmla="*/ 6917999 w 6923135"/>
              <a:gd name="connsiteY19" fmla="*/ 1270203 h 2952241"/>
              <a:gd name="connsiteX0" fmla="*/ 988397 w 6981670"/>
              <a:gd name="connsiteY0" fmla="*/ 0 h 2952241"/>
              <a:gd name="connsiteX1" fmla="*/ 697972 w 6981670"/>
              <a:gd name="connsiteY1" fmla="*/ 35128 h 2952241"/>
              <a:gd name="connsiteX2" fmla="*/ 518461 w 6981670"/>
              <a:gd name="connsiteY2" fmla="*/ 182505 h 2952241"/>
              <a:gd name="connsiteX3" fmla="*/ 237931 w 6981670"/>
              <a:gd name="connsiteY3" fmla="*/ 369116 h 2952241"/>
              <a:gd name="connsiteX4" fmla="*/ 61763 w 6981670"/>
              <a:gd name="connsiteY4" fmla="*/ 1107347 h 2952241"/>
              <a:gd name="connsiteX5" fmla="*/ 1353667 w 6981670"/>
              <a:gd name="connsiteY5" fmla="*/ 1140903 h 2952241"/>
              <a:gd name="connsiteX6" fmla="*/ 2202635 w 6981670"/>
              <a:gd name="connsiteY6" fmla="*/ 1370242 h 2952241"/>
              <a:gd name="connsiteX7" fmla="*/ 2544450 w 6981670"/>
              <a:gd name="connsiteY7" fmla="*/ 2284250 h 2952241"/>
              <a:gd name="connsiteX8" fmla="*/ 2882160 w 6981670"/>
              <a:gd name="connsiteY8" fmla="*/ 2517948 h 2952241"/>
              <a:gd name="connsiteX9" fmla="*/ 3283834 w 6981670"/>
              <a:gd name="connsiteY9" fmla="*/ 2338431 h 2952241"/>
              <a:gd name="connsiteX10" fmla="*/ 3785659 w 6981670"/>
              <a:gd name="connsiteY10" fmla="*/ 2416379 h 2952241"/>
              <a:gd name="connsiteX11" fmla="*/ 4545769 w 6981670"/>
              <a:gd name="connsiteY11" fmla="*/ 2952210 h 2952241"/>
              <a:gd name="connsiteX12" fmla="*/ 4999219 w 6981670"/>
              <a:gd name="connsiteY12" fmla="*/ 2445302 h 2952241"/>
              <a:gd name="connsiteX13" fmla="*/ 5447495 w 6981670"/>
              <a:gd name="connsiteY13" fmla="*/ 2667699 h 2952241"/>
              <a:gd name="connsiteX14" fmla="*/ 5741109 w 6981670"/>
              <a:gd name="connsiteY14" fmla="*/ 2860646 h 2952241"/>
              <a:gd name="connsiteX15" fmla="*/ 6034100 w 6981670"/>
              <a:gd name="connsiteY15" fmla="*/ 2504738 h 2952241"/>
              <a:gd name="connsiteX16" fmla="*/ 6536467 w 6981670"/>
              <a:gd name="connsiteY16" fmla="*/ 1805488 h 2952241"/>
              <a:gd name="connsiteX17" fmla="*/ 6655859 w 6981670"/>
              <a:gd name="connsiteY17" fmla="*/ 1311479 h 2952241"/>
              <a:gd name="connsiteX18" fmla="*/ 6976534 w 6981670"/>
              <a:gd name="connsiteY18" fmla="*/ 1270203 h 2952241"/>
              <a:gd name="connsiteX0" fmla="*/ 856765 w 6850038"/>
              <a:gd name="connsiteY0" fmla="*/ 0 h 2952241"/>
              <a:gd name="connsiteX1" fmla="*/ 566340 w 6850038"/>
              <a:gd name="connsiteY1" fmla="*/ 35128 h 2952241"/>
              <a:gd name="connsiteX2" fmla="*/ 386829 w 6850038"/>
              <a:gd name="connsiteY2" fmla="*/ 182505 h 2952241"/>
              <a:gd name="connsiteX3" fmla="*/ 106299 w 6850038"/>
              <a:gd name="connsiteY3" fmla="*/ 369116 h 2952241"/>
              <a:gd name="connsiteX4" fmla="*/ 89675 w 6850038"/>
              <a:gd name="connsiteY4" fmla="*/ 1028765 h 2952241"/>
              <a:gd name="connsiteX5" fmla="*/ 1222035 w 6850038"/>
              <a:gd name="connsiteY5" fmla="*/ 1140903 h 2952241"/>
              <a:gd name="connsiteX6" fmla="*/ 2071003 w 6850038"/>
              <a:gd name="connsiteY6" fmla="*/ 1370242 h 2952241"/>
              <a:gd name="connsiteX7" fmla="*/ 2412818 w 6850038"/>
              <a:gd name="connsiteY7" fmla="*/ 2284250 h 2952241"/>
              <a:gd name="connsiteX8" fmla="*/ 2750528 w 6850038"/>
              <a:gd name="connsiteY8" fmla="*/ 2517948 h 2952241"/>
              <a:gd name="connsiteX9" fmla="*/ 3152202 w 6850038"/>
              <a:gd name="connsiteY9" fmla="*/ 2338431 h 2952241"/>
              <a:gd name="connsiteX10" fmla="*/ 3654027 w 6850038"/>
              <a:gd name="connsiteY10" fmla="*/ 2416379 h 2952241"/>
              <a:gd name="connsiteX11" fmla="*/ 4414137 w 6850038"/>
              <a:gd name="connsiteY11" fmla="*/ 2952210 h 2952241"/>
              <a:gd name="connsiteX12" fmla="*/ 4867587 w 6850038"/>
              <a:gd name="connsiteY12" fmla="*/ 2445302 h 2952241"/>
              <a:gd name="connsiteX13" fmla="*/ 5315863 w 6850038"/>
              <a:gd name="connsiteY13" fmla="*/ 2667699 h 2952241"/>
              <a:gd name="connsiteX14" fmla="*/ 5609477 w 6850038"/>
              <a:gd name="connsiteY14" fmla="*/ 2860646 h 2952241"/>
              <a:gd name="connsiteX15" fmla="*/ 5902468 w 6850038"/>
              <a:gd name="connsiteY15" fmla="*/ 2504738 h 2952241"/>
              <a:gd name="connsiteX16" fmla="*/ 6404835 w 6850038"/>
              <a:gd name="connsiteY16" fmla="*/ 1805488 h 2952241"/>
              <a:gd name="connsiteX17" fmla="*/ 6524227 w 6850038"/>
              <a:gd name="connsiteY17" fmla="*/ 1311479 h 2952241"/>
              <a:gd name="connsiteX18" fmla="*/ 6844902 w 6850038"/>
              <a:gd name="connsiteY18" fmla="*/ 1270203 h 2952241"/>
              <a:gd name="connsiteX0" fmla="*/ 856765 w 6850038"/>
              <a:gd name="connsiteY0" fmla="*/ 0 h 2952241"/>
              <a:gd name="connsiteX1" fmla="*/ 566340 w 6850038"/>
              <a:gd name="connsiteY1" fmla="*/ 35128 h 2952241"/>
              <a:gd name="connsiteX2" fmla="*/ 386829 w 6850038"/>
              <a:gd name="connsiteY2" fmla="*/ 182505 h 2952241"/>
              <a:gd name="connsiteX3" fmla="*/ 106299 w 6850038"/>
              <a:gd name="connsiteY3" fmla="*/ 369116 h 2952241"/>
              <a:gd name="connsiteX4" fmla="*/ 89675 w 6850038"/>
              <a:gd name="connsiteY4" fmla="*/ 1028765 h 2952241"/>
              <a:gd name="connsiteX5" fmla="*/ 1222035 w 6850038"/>
              <a:gd name="connsiteY5" fmla="*/ 1140903 h 2952241"/>
              <a:gd name="connsiteX6" fmla="*/ 2071003 w 6850038"/>
              <a:gd name="connsiteY6" fmla="*/ 1370242 h 2952241"/>
              <a:gd name="connsiteX7" fmla="*/ 2412818 w 6850038"/>
              <a:gd name="connsiteY7" fmla="*/ 2284250 h 2952241"/>
              <a:gd name="connsiteX8" fmla="*/ 2750528 w 6850038"/>
              <a:gd name="connsiteY8" fmla="*/ 2517948 h 2952241"/>
              <a:gd name="connsiteX9" fmla="*/ 3152202 w 6850038"/>
              <a:gd name="connsiteY9" fmla="*/ 2338431 h 2952241"/>
              <a:gd name="connsiteX10" fmla="*/ 3654027 w 6850038"/>
              <a:gd name="connsiteY10" fmla="*/ 2416379 h 2952241"/>
              <a:gd name="connsiteX11" fmla="*/ 4414137 w 6850038"/>
              <a:gd name="connsiteY11" fmla="*/ 2952210 h 2952241"/>
              <a:gd name="connsiteX12" fmla="*/ 4867587 w 6850038"/>
              <a:gd name="connsiteY12" fmla="*/ 2445302 h 2952241"/>
              <a:gd name="connsiteX13" fmla="*/ 5315863 w 6850038"/>
              <a:gd name="connsiteY13" fmla="*/ 2667699 h 2952241"/>
              <a:gd name="connsiteX14" fmla="*/ 5609477 w 6850038"/>
              <a:gd name="connsiteY14" fmla="*/ 2860646 h 2952241"/>
              <a:gd name="connsiteX15" fmla="*/ 5902468 w 6850038"/>
              <a:gd name="connsiteY15" fmla="*/ 2504738 h 2952241"/>
              <a:gd name="connsiteX16" fmla="*/ 6404835 w 6850038"/>
              <a:gd name="connsiteY16" fmla="*/ 1805488 h 2952241"/>
              <a:gd name="connsiteX17" fmla="*/ 6524227 w 6850038"/>
              <a:gd name="connsiteY17" fmla="*/ 1311479 h 2952241"/>
              <a:gd name="connsiteX18" fmla="*/ 6844902 w 6850038"/>
              <a:gd name="connsiteY18" fmla="*/ 1270203 h 2952241"/>
              <a:gd name="connsiteX0" fmla="*/ 809680 w 6802953"/>
              <a:gd name="connsiteY0" fmla="*/ 0 h 2952241"/>
              <a:gd name="connsiteX1" fmla="*/ 519255 w 6802953"/>
              <a:gd name="connsiteY1" fmla="*/ 35128 h 2952241"/>
              <a:gd name="connsiteX2" fmla="*/ 339744 w 6802953"/>
              <a:gd name="connsiteY2" fmla="*/ 182505 h 2952241"/>
              <a:gd name="connsiteX3" fmla="*/ 59214 w 6802953"/>
              <a:gd name="connsiteY3" fmla="*/ 369116 h 2952241"/>
              <a:gd name="connsiteX4" fmla="*/ 42590 w 6802953"/>
              <a:gd name="connsiteY4" fmla="*/ 1028765 h 2952241"/>
              <a:gd name="connsiteX5" fmla="*/ 533543 w 6802953"/>
              <a:gd name="connsiteY5" fmla="*/ 1080497 h 2952241"/>
              <a:gd name="connsiteX6" fmla="*/ 1174950 w 6802953"/>
              <a:gd name="connsiteY6" fmla="*/ 1140903 h 2952241"/>
              <a:gd name="connsiteX7" fmla="*/ 2023918 w 6802953"/>
              <a:gd name="connsiteY7" fmla="*/ 1370242 h 2952241"/>
              <a:gd name="connsiteX8" fmla="*/ 2365733 w 6802953"/>
              <a:gd name="connsiteY8" fmla="*/ 2284250 h 2952241"/>
              <a:gd name="connsiteX9" fmla="*/ 2703443 w 6802953"/>
              <a:gd name="connsiteY9" fmla="*/ 2517948 h 2952241"/>
              <a:gd name="connsiteX10" fmla="*/ 3105117 w 6802953"/>
              <a:gd name="connsiteY10" fmla="*/ 2338431 h 2952241"/>
              <a:gd name="connsiteX11" fmla="*/ 3606942 w 6802953"/>
              <a:gd name="connsiteY11" fmla="*/ 2416379 h 2952241"/>
              <a:gd name="connsiteX12" fmla="*/ 4367052 w 6802953"/>
              <a:gd name="connsiteY12" fmla="*/ 2952210 h 2952241"/>
              <a:gd name="connsiteX13" fmla="*/ 4820502 w 6802953"/>
              <a:gd name="connsiteY13" fmla="*/ 2445302 h 2952241"/>
              <a:gd name="connsiteX14" fmla="*/ 5268778 w 6802953"/>
              <a:gd name="connsiteY14" fmla="*/ 2667699 h 2952241"/>
              <a:gd name="connsiteX15" fmla="*/ 5562392 w 6802953"/>
              <a:gd name="connsiteY15" fmla="*/ 2860646 h 2952241"/>
              <a:gd name="connsiteX16" fmla="*/ 5855383 w 6802953"/>
              <a:gd name="connsiteY16" fmla="*/ 2504738 h 2952241"/>
              <a:gd name="connsiteX17" fmla="*/ 6357750 w 6802953"/>
              <a:gd name="connsiteY17" fmla="*/ 1805488 h 2952241"/>
              <a:gd name="connsiteX18" fmla="*/ 6477142 w 6802953"/>
              <a:gd name="connsiteY18" fmla="*/ 1311479 h 2952241"/>
              <a:gd name="connsiteX19" fmla="*/ 6797817 w 6802953"/>
              <a:gd name="connsiteY19" fmla="*/ 1270203 h 2952241"/>
              <a:gd name="connsiteX0" fmla="*/ 813835 w 6807108"/>
              <a:gd name="connsiteY0" fmla="*/ 0 h 2952241"/>
              <a:gd name="connsiteX1" fmla="*/ 523410 w 6807108"/>
              <a:gd name="connsiteY1" fmla="*/ 35128 h 2952241"/>
              <a:gd name="connsiteX2" fmla="*/ 343899 w 6807108"/>
              <a:gd name="connsiteY2" fmla="*/ 182505 h 2952241"/>
              <a:gd name="connsiteX3" fmla="*/ 63369 w 6807108"/>
              <a:gd name="connsiteY3" fmla="*/ 369116 h 2952241"/>
              <a:gd name="connsiteX4" fmla="*/ 46745 w 6807108"/>
              <a:gd name="connsiteY4" fmla="*/ 1028765 h 2952241"/>
              <a:gd name="connsiteX5" fmla="*/ 594848 w 6807108"/>
              <a:gd name="connsiteY5" fmla="*/ 949528 h 2952241"/>
              <a:gd name="connsiteX6" fmla="*/ 1179105 w 6807108"/>
              <a:gd name="connsiteY6" fmla="*/ 1140903 h 2952241"/>
              <a:gd name="connsiteX7" fmla="*/ 2028073 w 6807108"/>
              <a:gd name="connsiteY7" fmla="*/ 1370242 h 2952241"/>
              <a:gd name="connsiteX8" fmla="*/ 2369888 w 6807108"/>
              <a:gd name="connsiteY8" fmla="*/ 2284250 h 2952241"/>
              <a:gd name="connsiteX9" fmla="*/ 2707598 w 6807108"/>
              <a:gd name="connsiteY9" fmla="*/ 2517948 h 2952241"/>
              <a:gd name="connsiteX10" fmla="*/ 3109272 w 6807108"/>
              <a:gd name="connsiteY10" fmla="*/ 2338431 h 2952241"/>
              <a:gd name="connsiteX11" fmla="*/ 3611097 w 6807108"/>
              <a:gd name="connsiteY11" fmla="*/ 2416379 h 2952241"/>
              <a:gd name="connsiteX12" fmla="*/ 4371207 w 6807108"/>
              <a:gd name="connsiteY12" fmla="*/ 2952210 h 2952241"/>
              <a:gd name="connsiteX13" fmla="*/ 4824657 w 6807108"/>
              <a:gd name="connsiteY13" fmla="*/ 2445302 h 2952241"/>
              <a:gd name="connsiteX14" fmla="*/ 5272933 w 6807108"/>
              <a:gd name="connsiteY14" fmla="*/ 2667699 h 2952241"/>
              <a:gd name="connsiteX15" fmla="*/ 5566547 w 6807108"/>
              <a:gd name="connsiteY15" fmla="*/ 2860646 h 2952241"/>
              <a:gd name="connsiteX16" fmla="*/ 5859538 w 6807108"/>
              <a:gd name="connsiteY16" fmla="*/ 2504738 h 2952241"/>
              <a:gd name="connsiteX17" fmla="*/ 6361905 w 6807108"/>
              <a:gd name="connsiteY17" fmla="*/ 1805488 h 2952241"/>
              <a:gd name="connsiteX18" fmla="*/ 6481297 w 6807108"/>
              <a:gd name="connsiteY18" fmla="*/ 1311479 h 2952241"/>
              <a:gd name="connsiteX19" fmla="*/ 6801972 w 6807108"/>
              <a:gd name="connsiteY19" fmla="*/ 1270203 h 2952241"/>
              <a:gd name="connsiteX0" fmla="*/ 870689 w 6863962"/>
              <a:gd name="connsiteY0" fmla="*/ 0 h 2952241"/>
              <a:gd name="connsiteX1" fmla="*/ 580264 w 6863962"/>
              <a:gd name="connsiteY1" fmla="*/ 35128 h 2952241"/>
              <a:gd name="connsiteX2" fmla="*/ 400753 w 6863962"/>
              <a:gd name="connsiteY2" fmla="*/ 182505 h 2952241"/>
              <a:gd name="connsiteX3" fmla="*/ 120223 w 6863962"/>
              <a:gd name="connsiteY3" fmla="*/ 369116 h 2952241"/>
              <a:gd name="connsiteX4" fmla="*/ 103599 w 6863962"/>
              <a:gd name="connsiteY4" fmla="*/ 1028765 h 2952241"/>
              <a:gd name="connsiteX5" fmla="*/ 651702 w 6863962"/>
              <a:gd name="connsiteY5" fmla="*/ 949528 h 2952241"/>
              <a:gd name="connsiteX6" fmla="*/ 1235959 w 6863962"/>
              <a:gd name="connsiteY6" fmla="*/ 1140903 h 2952241"/>
              <a:gd name="connsiteX7" fmla="*/ 2084927 w 6863962"/>
              <a:gd name="connsiteY7" fmla="*/ 1370242 h 2952241"/>
              <a:gd name="connsiteX8" fmla="*/ 2426742 w 6863962"/>
              <a:gd name="connsiteY8" fmla="*/ 2284250 h 2952241"/>
              <a:gd name="connsiteX9" fmla="*/ 2764452 w 6863962"/>
              <a:gd name="connsiteY9" fmla="*/ 2517948 h 2952241"/>
              <a:gd name="connsiteX10" fmla="*/ 3166126 w 6863962"/>
              <a:gd name="connsiteY10" fmla="*/ 2338431 h 2952241"/>
              <a:gd name="connsiteX11" fmla="*/ 3667951 w 6863962"/>
              <a:gd name="connsiteY11" fmla="*/ 2416379 h 2952241"/>
              <a:gd name="connsiteX12" fmla="*/ 4428061 w 6863962"/>
              <a:gd name="connsiteY12" fmla="*/ 2952210 h 2952241"/>
              <a:gd name="connsiteX13" fmla="*/ 4881511 w 6863962"/>
              <a:gd name="connsiteY13" fmla="*/ 2445302 h 2952241"/>
              <a:gd name="connsiteX14" fmla="*/ 5329787 w 6863962"/>
              <a:gd name="connsiteY14" fmla="*/ 2667699 h 2952241"/>
              <a:gd name="connsiteX15" fmla="*/ 5623401 w 6863962"/>
              <a:gd name="connsiteY15" fmla="*/ 2860646 h 2952241"/>
              <a:gd name="connsiteX16" fmla="*/ 5916392 w 6863962"/>
              <a:gd name="connsiteY16" fmla="*/ 2504738 h 2952241"/>
              <a:gd name="connsiteX17" fmla="*/ 6418759 w 6863962"/>
              <a:gd name="connsiteY17" fmla="*/ 1805488 h 2952241"/>
              <a:gd name="connsiteX18" fmla="*/ 6538151 w 6863962"/>
              <a:gd name="connsiteY18" fmla="*/ 1311479 h 2952241"/>
              <a:gd name="connsiteX19" fmla="*/ 6858826 w 6863962"/>
              <a:gd name="connsiteY19" fmla="*/ 1270203 h 2952241"/>
              <a:gd name="connsiteX0" fmla="*/ 882699 w 6875972"/>
              <a:gd name="connsiteY0" fmla="*/ 0 h 2952241"/>
              <a:gd name="connsiteX1" fmla="*/ 592274 w 6875972"/>
              <a:gd name="connsiteY1" fmla="*/ 35128 h 2952241"/>
              <a:gd name="connsiteX2" fmla="*/ 412763 w 6875972"/>
              <a:gd name="connsiteY2" fmla="*/ 182505 h 2952241"/>
              <a:gd name="connsiteX3" fmla="*/ 132233 w 6875972"/>
              <a:gd name="connsiteY3" fmla="*/ 369116 h 2952241"/>
              <a:gd name="connsiteX4" fmla="*/ 115609 w 6875972"/>
              <a:gd name="connsiteY4" fmla="*/ 1028765 h 2952241"/>
              <a:gd name="connsiteX5" fmla="*/ 663712 w 6875972"/>
              <a:gd name="connsiteY5" fmla="*/ 949528 h 2952241"/>
              <a:gd name="connsiteX6" fmla="*/ 1247969 w 6875972"/>
              <a:gd name="connsiteY6" fmla="*/ 1140903 h 2952241"/>
              <a:gd name="connsiteX7" fmla="*/ 2096937 w 6875972"/>
              <a:gd name="connsiteY7" fmla="*/ 1370242 h 2952241"/>
              <a:gd name="connsiteX8" fmla="*/ 2438752 w 6875972"/>
              <a:gd name="connsiteY8" fmla="*/ 2284250 h 2952241"/>
              <a:gd name="connsiteX9" fmla="*/ 2776462 w 6875972"/>
              <a:gd name="connsiteY9" fmla="*/ 2517948 h 2952241"/>
              <a:gd name="connsiteX10" fmla="*/ 3178136 w 6875972"/>
              <a:gd name="connsiteY10" fmla="*/ 2338431 h 2952241"/>
              <a:gd name="connsiteX11" fmla="*/ 3679961 w 6875972"/>
              <a:gd name="connsiteY11" fmla="*/ 2416379 h 2952241"/>
              <a:gd name="connsiteX12" fmla="*/ 4440071 w 6875972"/>
              <a:gd name="connsiteY12" fmla="*/ 2952210 h 2952241"/>
              <a:gd name="connsiteX13" fmla="*/ 4893521 w 6875972"/>
              <a:gd name="connsiteY13" fmla="*/ 2445302 h 2952241"/>
              <a:gd name="connsiteX14" fmla="*/ 5341797 w 6875972"/>
              <a:gd name="connsiteY14" fmla="*/ 2667699 h 2952241"/>
              <a:gd name="connsiteX15" fmla="*/ 5635411 w 6875972"/>
              <a:gd name="connsiteY15" fmla="*/ 2860646 h 2952241"/>
              <a:gd name="connsiteX16" fmla="*/ 5928402 w 6875972"/>
              <a:gd name="connsiteY16" fmla="*/ 2504738 h 2952241"/>
              <a:gd name="connsiteX17" fmla="*/ 6430769 w 6875972"/>
              <a:gd name="connsiteY17" fmla="*/ 1805488 h 2952241"/>
              <a:gd name="connsiteX18" fmla="*/ 6550161 w 6875972"/>
              <a:gd name="connsiteY18" fmla="*/ 1311479 h 2952241"/>
              <a:gd name="connsiteX19" fmla="*/ 6870836 w 6875972"/>
              <a:gd name="connsiteY19" fmla="*/ 1270203 h 2952241"/>
              <a:gd name="connsiteX0" fmla="*/ 899820 w 6893093"/>
              <a:gd name="connsiteY0" fmla="*/ 0 h 2952241"/>
              <a:gd name="connsiteX1" fmla="*/ 609395 w 6893093"/>
              <a:gd name="connsiteY1" fmla="*/ 35128 h 2952241"/>
              <a:gd name="connsiteX2" fmla="*/ 429884 w 6893093"/>
              <a:gd name="connsiteY2" fmla="*/ 182505 h 2952241"/>
              <a:gd name="connsiteX3" fmla="*/ 149354 w 6893093"/>
              <a:gd name="connsiteY3" fmla="*/ 369116 h 2952241"/>
              <a:gd name="connsiteX4" fmla="*/ 132730 w 6893093"/>
              <a:gd name="connsiteY4" fmla="*/ 1028765 h 2952241"/>
              <a:gd name="connsiteX5" fmla="*/ 680833 w 6893093"/>
              <a:gd name="connsiteY5" fmla="*/ 949528 h 2952241"/>
              <a:gd name="connsiteX6" fmla="*/ 1265090 w 6893093"/>
              <a:gd name="connsiteY6" fmla="*/ 1140903 h 2952241"/>
              <a:gd name="connsiteX7" fmla="*/ 2114058 w 6893093"/>
              <a:gd name="connsiteY7" fmla="*/ 1370242 h 2952241"/>
              <a:gd name="connsiteX8" fmla="*/ 2455873 w 6893093"/>
              <a:gd name="connsiteY8" fmla="*/ 2284250 h 2952241"/>
              <a:gd name="connsiteX9" fmla="*/ 2793583 w 6893093"/>
              <a:gd name="connsiteY9" fmla="*/ 2517948 h 2952241"/>
              <a:gd name="connsiteX10" fmla="*/ 3195257 w 6893093"/>
              <a:gd name="connsiteY10" fmla="*/ 2338431 h 2952241"/>
              <a:gd name="connsiteX11" fmla="*/ 3697082 w 6893093"/>
              <a:gd name="connsiteY11" fmla="*/ 2416379 h 2952241"/>
              <a:gd name="connsiteX12" fmla="*/ 4457192 w 6893093"/>
              <a:gd name="connsiteY12" fmla="*/ 2952210 h 2952241"/>
              <a:gd name="connsiteX13" fmla="*/ 4910642 w 6893093"/>
              <a:gd name="connsiteY13" fmla="*/ 2445302 h 2952241"/>
              <a:gd name="connsiteX14" fmla="*/ 5358918 w 6893093"/>
              <a:gd name="connsiteY14" fmla="*/ 2667699 h 2952241"/>
              <a:gd name="connsiteX15" fmla="*/ 5652532 w 6893093"/>
              <a:gd name="connsiteY15" fmla="*/ 2860646 h 2952241"/>
              <a:gd name="connsiteX16" fmla="*/ 5945523 w 6893093"/>
              <a:gd name="connsiteY16" fmla="*/ 2504738 h 2952241"/>
              <a:gd name="connsiteX17" fmla="*/ 6447890 w 6893093"/>
              <a:gd name="connsiteY17" fmla="*/ 1805488 h 2952241"/>
              <a:gd name="connsiteX18" fmla="*/ 6567282 w 6893093"/>
              <a:gd name="connsiteY18" fmla="*/ 1311479 h 2952241"/>
              <a:gd name="connsiteX19" fmla="*/ 6887957 w 6893093"/>
              <a:gd name="connsiteY19" fmla="*/ 1270203 h 2952241"/>
              <a:gd name="connsiteX0" fmla="*/ 899820 w 6893093"/>
              <a:gd name="connsiteY0" fmla="*/ 0 h 2952241"/>
              <a:gd name="connsiteX1" fmla="*/ 609395 w 6893093"/>
              <a:gd name="connsiteY1" fmla="*/ 35128 h 2952241"/>
              <a:gd name="connsiteX2" fmla="*/ 429884 w 6893093"/>
              <a:gd name="connsiteY2" fmla="*/ 182505 h 2952241"/>
              <a:gd name="connsiteX3" fmla="*/ 149354 w 6893093"/>
              <a:gd name="connsiteY3" fmla="*/ 369116 h 2952241"/>
              <a:gd name="connsiteX4" fmla="*/ 132730 w 6893093"/>
              <a:gd name="connsiteY4" fmla="*/ 1028765 h 2952241"/>
              <a:gd name="connsiteX5" fmla="*/ 680833 w 6893093"/>
              <a:gd name="connsiteY5" fmla="*/ 949528 h 2952241"/>
              <a:gd name="connsiteX6" fmla="*/ 1265090 w 6893093"/>
              <a:gd name="connsiteY6" fmla="*/ 1140903 h 2952241"/>
              <a:gd name="connsiteX7" fmla="*/ 2114058 w 6893093"/>
              <a:gd name="connsiteY7" fmla="*/ 1370242 h 2952241"/>
              <a:gd name="connsiteX8" fmla="*/ 2455873 w 6893093"/>
              <a:gd name="connsiteY8" fmla="*/ 2284250 h 2952241"/>
              <a:gd name="connsiteX9" fmla="*/ 2793583 w 6893093"/>
              <a:gd name="connsiteY9" fmla="*/ 2517948 h 2952241"/>
              <a:gd name="connsiteX10" fmla="*/ 3195257 w 6893093"/>
              <a:gd name="connsiteY10" fmla="*/ 2338431 h 2952241"/>
              <a:gd name="connsiteX11" fmla="*/ 3697082 w 6893093"/>
              <a:gd name="connsiteY11" fmla="*/ 2416379 h 2952241"/>
              <a:gd name="connsiteX12" fmla="*/ 4457192 w 6893093"/>
              <a:gd name="connsiteY12" fmla="*/ 2952210 h 2952241"/>
              <a:gd name="connsiteX13" fmla="*/ 4910642 w 6893093"/>
              <a:gd name="connsiteY13" fmla="*/ 2445302 h 2952241"/>
              <a:gd name="connsiteX14" fmla="*/ 5358918 w 6893093"/>
              <a:gd name="connsiteY14" fmla="*/ 2667699 h 2952241"/>
              <a:gd name="connsiteX15" fmla="*/ 5652532 w 6893093"/>
              <a:gd name="connsiteY15" fmla="*/ 2860646 h 2952241"/>
              <a:gd name="connsiteX16" fmla="*/ 5945523 w 6893093"/>
              <a:gd name="connsiteY16" fmla="*/ 2504738 h 2952241"/>
              <a:gd name="connsiteX17" fmla="*/ 6112134 w 6893093"/>
              <a:gd name="connsiteY17" fmla="*/ 1717382 h 2952241"/>
              <a:gd name="connsiteX18" fmla="*/ 6567282 w 6893093"/>
              <a:gd name="connsiteY18" fmla="*/ 1311479 h 2952241"/>
              <a:gd name="connsiteX19" fmla="*/ 6887957 w 6893093"/>
              <a:gd name="connsiteY19" fmla="*/ 1270203 h 2952241"/>
              <a:gd name="connsiteX0" fmla="*/ 899820 w 6893093"/>
              <a:gd name="connsiteY0" fmla="*/ 0 h 2952241"/>
              <a:gd name="connsiteX1" fmla="*/ 609395 w 6893093"/>
              <a:gd name="connsiteY1" fmla="*/ 35128 h 2952241"/>
              <a:gd name="connsiteX2" fmla="*/ 429884 w 6893093"/>
              <a:gd name="connsiteY2" fmla="*/ 182505 h 2952241"/>
              <a:gd name="connsiteX3" fmla="*/ 149354 w 6893093"/>
              <a:gd name="connsiteY3" fmla="*/ 369116 h 2952241"/>
              <a:gd name="connsiteX4" fmla="*/ 132730 w 6893093"/>
              <a:gd name="connsiteY4" fmla="*/ 1028765 h 2952241"/>
              <a:gd name="connsiteX5" fmla="*/ 680833 w 6893093"/>
              <a:gd name="connsiteY5" fmla="*/ 949528 h 2952241"/>
              <a:gd name="connsiteX6" fmla="*/ 1265090 w 6893093"/>
              <a:gd name="connsiteY6" fmla="*/ 1140903 h 2952241"/>
              <a:gd name="connsiteX7" fmla="*/ 2114058 w 6893093"/>
              <a:gd name="connsiteY7" fmla="*/ 1370242 h 2952241"/>
              <a:gd name="connsiteX8" fmla="*/ 2455873 w 6893093"/>
              <a:gd name="connsiteY8" fmla="*/ 2284250 h 2952241"/>
              <a:gd name="connsiteX9" fmla="*/ 2793583 w 6893093"/>
              <a:gd name="connsiteY9" fmla="*/ 2517948 h 2952241"/>
              <a:gd name="connsiteX10" fmla="*/ 3195257 w 6893093"/>
              <a:gd name="connsiteY10" fmla="*/ 2338431 h 2952241"/>
              <a:gd name="connsiteX11" fmla="*/ 3697082 w 6893093"/>
              <a:gd name="connsiteY11" fmla="*/ 2416379 h 2952241"/>
              <a:gd name="connsiteX12" fmla="*/ 4457192 w 6893093"/>
              <a:gd name="connsiteY12" fmla="*/ 2952210 h 2952241"/>
              <a:gd name="connsiteX13" fmla="*/ 4910642 w 6893093"/>
              <a:gd name="connsiteY13" fmla="*/ 2445302 h 2952241"/>
              <a:gd name="connsiteX14" fmla="*/ 5358918 w 6893093"/>
              <a:gd name="connsiteY14" fmla="*/ 2667699 h 2952241"/>
              <a:gd name="connsiteX15" fmla="*/ 5652532 w 6893093"/>
              <a:gd name="connsiteY15" fmla="*/ 2860646 h 2952241"/>
              <a:gd name="connsiteX16" fmla="*/ 5945523 w 6893093"/>
              <a:gd name="connsiteY16" fmla="*/ 2504738 h 2952241"/>
              <a:gd name="connsiteX17" fmla="*/ 6112134 w 6893093"/>
              <a:gd name="connsiteY17" fmla="*/ 1717382 h 2952241"/>
              <a:gd name="connsiteX18" fmla="*/ 6338684 w 6893093"/>
              <a:gd name="connsiteY18" fmla="*/ 1530553 h 2952241"/>
              <a:gd name="connsiteX19" fmla="*/ 6567282 w 6893093"/>
              <a:gd name="connsiteY19" fmla="*/ 1311479 h 2952241"/>
              <a:gd name="connsiteX20" fmla="*/ 6887957 w 6893093"/>
              <a:gd name="connsiteY20" fmla="*/ 1270203 h 2952241"/>
              <a:gd name="connsiteX0" fmla="*/ 899820 w 6893093"/>
              <a:gd name="connsiteY0" fmla="*/ 0 h 2952241"/>
              <a:gd name="connsiteX1" fmla="*/ 609395 w 6893093"/>
              <a:gd name="connsiteY1" fmla="*/ 35128 h 2952241"/>
              <a:gd name="connsiteX2" fmla="*/ 429884 w 6893093"/>
              <a:gd name="connsiteY2" fmla="*/ 182505 h 2952241"/>
              <a:gd name="connsiteX3" fmla="*/ 149354 w 6893093"/>
              <a:gd name="connsiteY3" fmla="*/ 369116 h 2952241"/>
              <a:gd name="connsiteX4" fmla="*/ 132730 w 6893093"/>
              <a:gd name="connsiteY4" fmla="*/ 1028765 h 2952241"/>
              <a:gd name="connsiteX5" fmla="*/ 680833 w 6893093"/>
              <a:gd name="connsiteY5" fmla="*/ 949528 h 2952241"/>
              <a:gd name="connsiteX6" fmla="*/ 1265090 w 6893093"/>
              <a:gd name="connsiteY6" fmla="*/ 1140903 h 2952241"/>
              <a:gd name="connsiteX7" fmla="*/ 2114058 w 6893093"/>
              <a:gd name="connsiteY7" fmla="*/ 1370242 h 2952241"/>
              <a:gd name="connsiteX8" fmla="*/ 2455873 w 6893093"/>
              <a:gd name="connsiteY8" fmla="*/ 2284250 h 2952241"/>
              <a:gd name="connsiteX9" fmla="*/ 2793583 w 6893093"/>
              <a:gd name="connsiteY9" fmla="*/ 2517948 h 2952241"/>
              <a:gd name="connsiteX10" fmla="*/ 3195257 w 6893093"/>
              <a:gd name="connsiteY10" fmla="*/ 2338431 h 2952241"/>
              <a:gd name="connsiteX11" fmla="*/ 3697082 w 6893093"/>
              <a:gd name="connsiteY11" fmla="*/ 2416379 h 2952241"/>
              <a:gd name="connsiteX12" fmla="*/ 4457192 w 6893093"/>
              <a:gd name="connsiteY12" fmla="*/ 2952210 h 2952241"/>
              <a:gd name="connsiteX13" fmla="*/ 4910642 w 6893093"/>
              <a:gd name="connsiteY13" fmla="*/ 2445302 h 2952241"/>
              <a:gd name="connsiteX14" fmla="*/ 5358918 w 6893093"/>
              <a:gd name="connsiteY14" fmla="*/ 2667699 h 2952241"/>
              <a:gd name="connsiteX15" fmla="*/ 5652532 w 6893093"/>
              <a:gd name="connsiteY15" fmla="*/ 2860646 h 2952241"/>
              <a:gd name="connsiteX16" fmla="*/ 5945523 w 6893093"/>
              <a:gd name="connsiteY16" fmla="*/ 2504738 h 2952241"/>
              <a:gd name="connsiteX17" fmla="*/ 6112134 w 6893093"/>
              <a:gd name="connsiteY17" fmla="*/ 1717382 h 2952241"/>
              <a:gd name="connsiteX18" fmla="*/ 6495847 w 6893093"/>
              <a:gd name="connsiteY18" fmla="*/ 1659140 h 2952241"/>
              <a:gd name="connsiteX19" fmla="*/ 6567282 w 6893093"/>
              <a:gd name="connsiteY19" fmla="*/ 1311479 h 2952241"/>
              <a:gd name="connsiteX20" fmla="*/ 6887957 w 6893093"/>
              <a:gd name="connsiteY20" fmla="*/ 1270203 h 2952241"/>
              <a:gd name="connsiteX0" fmla="*/ 899820 w 6893093"/>
              <a:gd name="connsiteY0" fmla="*/ 0 h 2952241"/>
              <a:gd name="connsiteX1" fmla="*/ 609395 w 6893093"/>
              <a:gd name="connsiteY1" fmla="*/ 35128 h 2952241"/>
              <a:gd name="connsiteX2" fmla="*/ 429884 w 6893093"/>
              <a:gd name="connsiteY2" fmla="*/ 182505 h 2952241"/>
              <a:gd name="connsiteX3" fmla="*/ 149354 w 6893093"/>
              <a:gd name="connsiteY3" fmla="*/ 369116 h 2952241"/>
              <a:gd name="connsiteX4" fmla="*/ 132730 w 6893093"/>
              <a:gd name="connsiteY4" fmla="*/ 1028765 h 2952241"/>
              <a:gd name="connsiteX5" fmla="*/ 680833 w 6893093"/>
              <a:gd name="connsiteY5" fmla="*/ 949528 h 2952241"/>
              <a:gd name="connsiteX6" fmla="*/ 1265090 w 6893093"/>
              <a:gd name="connsiteY6" fmla="*/ 1140903 h 2952241"/>
              <a:gd name="connsiteX7" fmla="*/ 2114058 w 6893093"/>
              <a:gd name="connsiteY7" fmla="*/ 1370242 h 2952241"/>
              <a:gd name="connsiteX8" fmla="*/ 2455873 w 6893093"/>
              <a:gd name="connsiteY8" fmla="*/ 2284250 h 2952241"/>
              <a:gd name="connsiteX9" fmla="*/ 2793583 w 6893093"/>
              <a:gd name="connsiteY9" fmla="*/ 2517948 h 2952241"/>
              <a:gd name="connsiteX10" fmla="*/ 3195257 w 6893093"/>
              <a:gd name="connsiteY10" fmla="*/ 2338431 h 2952241"/>
              <a:gd name="connsiteX11" fmla="*/ 3697082 w 6893093"/>
              <a:gd name="connsiteY11" fmla="*/ 2416379 h 2952241"/>
              <a:gd name="connsiteX12" fmla="*/ 4457192 w 6893093"/>
              <a:gd name="connsiteY12" fmla="*/ 2952210 h 2952241"/>
              <a:gd name="connsiteX13" fmla="*/ 4910642 w 6893093"/>
              <a:gd name="connsiteY13" fmla="*/ 2445302 h 2952241"/>
              <a:gd name="connsiteX14" fmla="*/ 5358918 w 6893093"/>
              <a:gd name="connsiteY14" fmla="*/ 2667699 h 2952241"/>
              <a:gd name="connsiteX15" fmla="*/ 5652532 w 6893093"/>
              <a:gd name="connsiteY15" fmla="*/ 2860646 h 2952241"/>
              <a:gd name="connsiteX16" fmla="*/ 5945523 w 6893093"/>
              <a:gd name="connsiteY16" fmla="*/ 2504738 h 2952241"/>
              <a:gd name="connsiteX17" fmla="*/ 6112134 w 6893093"/>
              <a:gd name="connsiteY17" fmla="*/ 1717382 h 2952241"/>
              <a:gd name="connsiteX18" fmla="*/ 6460128 w 6893093"/>
              <a:gd name="connsiteY18" fmla="*/ 1575796 h 2952241"/>
              <a:gd name="connsiteX19" fmla="*/ 6567282 w 6893093"/>
              <a:gd name="connsiteY19" fmla="*/ 1311479 h 2952241"/>
              <a:gd name="connsiteX20" fmla="*/ 6887957 w 6893093"/>
              <a:gd name="connsiteY20" fmla="*/ 1270203 h 2952241"/>
              <a:gd name="connsiteX0" fmla="*/ 899820 w 6567282"/>
              <a:gd name="connsiteY0" fmla="*/ 0 h 2952241"/>
              <a:gd name="connsiteX1" fmla="*/ 609395 w 6567282"/>
              <a:gd name="connsiteY1" fmla="*/ 35128 h 2952241"/>
              <a:gd name="connsiteX2" fmla="*/ 429884 w 6567282"/>
              <a:gd name="connsiteY2" fmla="*/ 182505 h 2952241"/>
              <a:gd name="connsiteX3" fmla="*/ 149354 w 6567282"/>
              <a:gd name="connsiteY3" fmla="*/ 369116 h 2952241"/>
              <a:gd name="connsiteX4" fmla="*/ 132730 w 6567282"/>
              <a:gd name="connsiteY4" fmla="*/ 1028765 h 2952241"/>
              <a:gd name="connsiteX5" fmla="*/ 680833 w 6567282"/>
              <a:gd name="connsiteY5" fmla="*/ 949528 h 2952241"/>
              <a:gd name="connsiteX6" fmla="*/ 1265090 w 6567282"/>
              <a:gd name="connsiteY6" fmla="*/ 1140903 h 2952241"/>
              <a:gd name="connsiteX7" fmla="*/ 2114058 w 6567282"/>
              <a:gd name="connsiteY7" fmla="*/ 1370242 h 2952241"/>
              <a:gd name="connsiteX8" fmla="*/ 2455873 w 6567282"/>
              <a:gd name="connsiteY8" fmla="*/ 2284250 h 2952241"/>
              <a:gd name="connsiteX9" fmla="*/ 2793583 w 6567282"/>
              <a:gd name="connsiteY9" fmla="*/ 2517948 h 2952241"/>
              <a:gd name="connsiteX10" fmla="*/ 3195257 w 6567282"/>
              <a:gd name="connsiteY10" fmla="*/ 2338431 h 2952241"/>
              <a:gd name="connsiteX11" fmla="*/ 3697082 w 6567282"/>
              <a:gd name="connsiteY11" fmla="*/ 2416379 h 2952241"/>
              <a:gd name="connsiteX12" fmla="*/ 4457192 w 6567282"/>
              <a:gd name="connsiteY12" fmla="*/ 2952210 h 2952241"/>
              <a:gd name="connsiteX13" fmla="*/ 4910642 w 6567282"/>
              <a:gd name="connsiteY13" fmla="*/ 2445302 h 2952241"/>
              <a:gd name="connsiteX14" fmla="*/ 5358918 w 6567282"/>
              <a:gd name="connsiteY14" fmla="*/ 2667699 h 2952241"/>
              <a:gd name="connsiteX15" fmla="*/ 5652532 w 6567282"/>
              <a:gd name="connsiteY15" fmla="*/ 2860646 h 2952241"/>
              <a:gd name="connsiteX16" fmla="*/ 5945523 w 6567282"/>
              <a:gd name="connsiteY16" fmla="*/ 2504738 h 2952241"/>
              <a:gd name="connsiteX17" fmla="*/ 6112134 w 6567282"/>
              <a:gd name="connsiteY17" fmla="*/ 1717382 h 2952241"/>
              <a:gd name="connsiteX18" fmla="*/ 6460128 w 6567282"/>
              <a:gd name="connsiteY18" fmla="*/ 1575796 h 2952241"/>
              <a:gd name="connsiteX19" fmla="*/ 6567282 w 6567282"/>
              <a:gd name="connsiteY19" fmla="*/ 1311479 h 2952241"/>
              <a:gd name="connsiteX20" fmla="*/ 6180725 w 6567282"/>
              <a:gd name="connsiteY20" fmla="*/ 924922 h 2952241"/>
              <a:gd name="connsiteX0" fmla="*/ 899820 w 6586332"/>
              <a:gd name="connsiteY0" fmla="*/ 0 h 2952241"/>
              <a:gd name="connsiteX1" fmla="*/ 609395 w 6586332"/>
              <a:gd name="connsiteY1" fmla="*/ 35128 h 2952241"/>
              <a:gd name="connsiteX2" fmla="*/ 429884 w 6586332"/>
              <a:gd name="connsiteY2" fmla="*/ 182505 h 2952241"/>
              <a:gd name="connsiteX3" fmla="*/ 149354 w 6586332"/>
              <a:gd name="connsiteY3" fmla="*/ 369116 h 2952241"/>
              <a:gd name="connsiteX4" fmla="*/ 132730 w 6586332"/>
              <a:gd name="connsiteY4" fmla="*/ 1028765 h 2952241"/>
              <a:gd name="connsiteX5" fmla="*/ 680833 w 6586332"/>
              <a:gd name="connsiteY5" fmla="*/ 949528 h 2952241"/>
              <a:gd name="connsiteX6" fmla="*/ 1265090 w 6586332"/>
              <a:gd name="connsiteY6" fmla="*/ 1140903 h 2952241"/>
              <a:gd name="connsiteX7" fmla="*/ 2114058 w 6586332"/>
              <a:gd name="connsiteY7" fmla="*/ 1370242 h 2952241"/>
              <a:gd name="connsiteX8" fmla="*/ 2455873 w 6586332"/>
              <a:gd name="connsiteY8" fmla="*/ 2284250 h 2952241"/>
              <a:gd name="connsiteX9" fmla="*/ 2793583 w 6586332"/>
              <a:gd name="connsiteY9" fmla="*/ 2517948 h 2952241"/>
              <a:gd name="connsiteX10" fmla="*/ 3195257 w 6586332"/>
              <a:gd name="connsiteY10" fmla="*/ 2338431 h 2952241"/>
              <a:gd name="connsiteX11" fmla="*/ 3697082 w 6586332"/>
              <a:gd name="connsiteY11" fmla="*/ 2416379 h 2952241"/>
              <a:gd name="connsiteX12" fmla="*/ 4457192 w 6586332"/>
              <a:gd name="connsiteY12" fmla="*/ 2952210 h 2952241"/>
              <a:gd name="connsiteX13" fmla="*/ 4910642 w 6586332"/>
              <a:gd name="connsiteY13" fmla="*/ 2445302 h 2952241"/>
              <a:gd name="connsiteX14" fmla="*/ 5358918 w 6586332"/>
              <a:gd name="connsiteY14" fmla="*/ 2667699 h 2952241"/>
              <a:gd name="connsiteX15" fmla="*/ 5652532 w 6586332"/>
              <a:gd name="connsiteY15" fmla="*/ 2860646 h 2952241"/>
              <a:gd name="connsiteX16" fmla="*/ 5945523 w 6586332"/>
              <a:gd name="connsiteY16" fmla="*/ 2504738 h 2952241"/>
              <a:gd name="connsiteX17" fmla="*/ 6112134 w 6586332"/>
              <a:gd name="connsiteY17" fmla="*/ 1717382 h 2952241"/>
              <a:gd name="connsiteX18" fmla="*/ 6460128 w 6586332"/>
              <a:gd name="connsiteY18" fmla="*/ 1575796 h 2952241"/>
              <a:gd name="connsiteX19" fmla="*/ 6586332 w 6586332"/>
              <a:gd name="connsiteY19" fmla="*/ 1280523 h 2952241"/>
              <a:gd name="connsiteX20" fmla="*/ 6180725 w 6586332"/>
              <a:gd name="connsiteY20" fmla="*/ 924922 h 2952241"/>
              <a:gd name="connsiteX0" fmla="*/ 899820 w 6586332"/>
              <a:gd name="connsiteY0" fmla="*/ 0 h 2952241"/>
              <a:gd name="connsiteX1" fmla="*/ 609395 w 6586332"/>
              <a:gd name="connsiteY1" fmla="*/ 35128 h 2952241"/>
              <a:gd name="connsiteX2" fmla="*/ 429884 w 6586332"/>
              <a:gd name="connsiteY2" fmla="*/ 182505 h 2952241"/>
              <a:gd name="connsiteX3" fmla="*/ 149354 w 6586332"/>
              <a:gd name="connsiteY3" fmla="*/ 369116 h 2952241"/>
              <a:gd name="connsiteX4" fmla="*/ 132730 w 6586332"/>
              <a:gd name="connsiteY4" fmla="*/ 1028765 h 2952241"/>
              <a:gd name="connsiteX5" fmla="*/ 680833 w 6586332"/>
              <a:gd name="connsiteY5" fmla="*/ 949528 h 2952241"/>
              <a:gd name="connsiteX6" fmla="*/ 1265090 w 6586332"/>
              <a:gd name="connsiteY6" fmla="*/ 1140903 h 2952241"/>
              <a:gd name="connsiteX7" fmla="*/ 2114058 w 6586332"/>
              <a:gd name="connsiteY7" fmla="*/ 1370242 h 2952241"/>
              <a:gd name="connsiteX8" fmla="*/ 2455873 w 6586332"/>
              <a:gd name="connsiteY8" fmla="*/ 2284250 h 2952241"/>
              <a:gd name="connsiteX9" fmla="*/ 2793583 w 6586332"/>
              <a:gd name="connsiteY9" fmla="*/ 2517948 h 2952241"/>
              <a:gd name="connsiteX10" fmla="*/ 3195257 w 6586332"/>
              <a:gd name="connsiteY10" fmla="*/ 2338431 h 2952241"/>
              <a:gd name="connsiteX11" fmla="*/ 3697082 w 6586332"/>
              <a:gd name="connsiteY11" fmla="*/ 2416379 h 2952241"/>
              <a:gd name="connsiteX12" fmla="*/ 4457192 w 6586332"/>
              <a:gd name="connsiteY12" fmla="*/ 2952210 h 2952241"/>
              <a:gd name="connsiteX13" fmla="*/ 4910642 w 6586332"/>
              <a:gd name="connsiteY13" fmla="*/ 2445302 h 2952241"/>
              <a:gd name="connsiteX14" fmla="*/ 5358918 w 6586332"/>
              <a:gd name="connsiteY14" fmla="*/ 2667699 h 2952241"/>
              <a:gd name="connsiteX15" fmla="*/ 5652532 w 6586332"/>
              <a:gd name="connsiteY15" fmla="*/ 2860646 h 2952241"/>
              <a:gd name="connsiteX16" fmla="*/ 5945523 w 6586332"/>
              <a:gd name="connsiteY16" fmla="*/ 2504738 h 2952241"/>
              <a:gd name="connsiteX17" fmla="*/ 6112134 w 6586332"/>
              <a:gd name="connsiteY17" fmla="*/ 1717382 h 2952241"/>
              <a:gd name="connsiteX18" fmla="*/ 6460128 w 6586332"/>
              <a:gd name="connsiteY18" fmla="*/ 1575796 h 2952241"/>
              <a:gd name="connsiteX19" fmla="*/ 6586332 w 6586332"/>
              <a:gd name="connsiteY19" fmla="*/ 1280523 h 2952241"/>
              <a:gd name="connsiteX20" fmla="*/ 6180725 w 6586332"/>
              <a:gd name="connsiteY20" fmla="*/ 924922 h 2952241"/>
              <a:gd name="connsiteX0" fmla="*/ 899820 w 6592740"/>
              <a:gd name="connsiteY0" fmla="*/ 0 h 2952241"/>
              <a:gd name="connsiteX1" fmla="*/ 609395 w 6592740"/>
              <a:gd name="connsiteY1" fmla="*/ 35128 h 2952241"/>
              <a:gd name="connsiteX2" fmla="*/ 429884 w 6592740"/>
              <a:gd name="connsiteY2" fmla="*/ 182505 h 2952241"/>
              <a:gd name="connsiteX3" fmla="*/ 149354 w 6592740"/>
              <a:gd name="connsiteY3" fmla="*/ 369116 h 2952241"/>
              <a:gd name="connsiteX4" fmla="*/ 132730 w 6592740"/>
              <a:gd name="connsiteY4" fmla="*/ 1028765 h 2952241"/>
              <a:gd name="connsiteX5" fmla="*/ 680833 w 6592740"/>
              <a:gd name="connsiteY5" fmla="*/ 949528 h 2952241"/>
              <a:gd name="connsiteX6" fmla="*/ 1265090 w 6592740"/>
              <a:gd name="connsiteY6" fmla="*/ 1140903 h 2952241"/>
              <a:gd name="connsiteX7" fmla="*/ 2114058 w 6592740"/>
              <a:gd name="connsiteY7" fmla="*/ 1370242 h 2952241"/>
              <a:gd name="connsiteX8" fmla="*/ 2455873 w 6592740"/>
              <a:gd name="connsiteY8" fmla="*/ 2284250 h 2952241"/>
              <a:gd name="connsiteX9" fmla="*/ 2793583 w 6592740"/>
              <a:gd name="connsiteY9" fmla="*/ 2517948 h 2952241"/>
              <a:gd name="connsiteX10" fmla="*/ 3195257 w 6592740"/>
              <a:gd name="connsiteY10" fmla="*/ 2338431 h 2952241"/>
              <a:gd name="connsiteX11" fmla="*/ 3697082 w 6592740"/>
              <a:gd name="connsiteY11" fmla="*/ 2416379 h 2952241"/>
              <a:gd name="connsiteX12" fmla="*/ 4457192 w 6592740"/>
              <a:gd name="connsiteY12" fmla="*/ 2952210 h 2952241"/>
              <a:gd name="connsiteX13" fmla="*/ 4910642 w 6592740"/>
              <a:gd name="connsiteY13" fmla="*/ 2445302 h 2952241"/>
              <a:gd name="connsiteX14" fmla="*/ 5358918 w 6592740"/>
              <a:gd name="connsiteY14" fmla="*/ 2667699 h 2952241"/>
              <a:gd name="connsiteX15" fmla="*/ 5652532 w 6592740"/>
              <a:gd name="connsiteY15" fmla="*/ 2860646 h 2952241"/>
              <a:gd name="connsiteX16" fmla="*/ 5945523 w 6592740"/>
              <a:gd name="connsiteY16" fmla="*/ 2504738 h 2952241"/>
              <a:gd name="connsiteX17" fmla="*/ 6112134 w 6592740"/>
              <a:gd name="connsiteY17" fmla="*/ 1717382 h 2952241"/>
              <a:gd name="connsiteX18" fmla="*/ 6460128 w 6592740"/>
              <a:gd name="connsiteY18" fmla="*/ 1575796 h 2952241"/>
              <a:gd name="connsiteX19" fmla="*/ 6586332 w 6592740"/>
              <a:gd name="connsiteY19" fmla="*/ 1280523 h 2952241"/>
              <a:gd name="connsiteX20" fmla="*/ 6180725 w 6592740"/>
              <a:gd name="connsiteY20" fmla="*/ 924922 h 2952241"/>
              <a:gd name="connsiteX0" fmla="*/ 899820 w 6592473"/>
              <a:gd name="connsiteY0" fmla="*/ 0 h 2952241"/>
              <a:gd name="connsiteX1" fmla="*/ 609395 w 6592473"/>
              <a:gd name="connsiteY1" fmla="*/ 35128 h 2952241"/>
              <a:gd name="connsiteX2" fmla="*/ 429884 w 6592473"/>
              <a:gd name="connsiteY2" fmla="*/ 182505 h 2952241"/>
              <a:gd name="connsiteX3" fmla="*/ 149354 w 6592473"/>
              <a:gd name="connsiteY3" fmla="*/ 369116 h 2952241"/>
              <a:gd name="connsiteX4" fmla="*/ 132730 w 6592473"/>
              <a:gd name="connsiteY4" fmla="*/ 1028765 h 2952241"/>
              <a:gd name="connsiteX5" fmla="*/ 680833 w 6592473"/>
              <a:gd name="connsiteY5" fmla="*/ 949528 h 2952241"/>
              <a:gd name="connsiteX6" fmla="*/ 1265090 w 6592473"/>
              <a:gd name="connsiteY6" fmla="*/ 1140903 h 2952241"/>
              <a:gd name="connsiteX7" fmla="*/ 2114058 w 6592473"/>
              <a:gd name="connsiteY7" fmla="*/ 1370242 h 2952241"/>
              <a:gd name="connsiteX8" fmla="*/ 2455873 w 6592473"/>
              <a:gd name="connsiteY8" fmla="*/ 2284250 h 2952241"/>
              <a:gd name="connsiteX9" fmla="*/ 2793583 w 6592473"/>
              <a:gd name="connsiteY9" fmla="*/ 2517948 h 2952241"/>
              <a:gd name="connsiteX10" fmla="*/ 3195257 w 6592473"/>
              <a:gd name="connsiteY10" fmla="*/ 2338431 h 2952241"/>
              <a:gd name="connsiteX11" fmla="*/ 3697082 w 6592473"/>
              <a:gd name="connsiteY11" fmla="*/ 2416379 h 2952241"/>
              <a:gd name="connsiteX12" fmla="*/ 4457192 w 6592473"/>
              <a:gd name="connsiteY12" fmla="*/ 2952210 h 2952241"/>
              <a:gd name="connsiteX13" fmla="*/ 4910642 w 6592473"/>
              <a:gd name="connsiteY13" fmla="*/ 2445302 h 2952241"/>
              <a:gd name="connsiteX14" fmla="*/ 5358918 w 6592473"/>
              <a:gd name="connsiteY14" fmla="*/ 2667699 h 2952241"/>
              <a:gd name="connsiteX15" fmla="*/ 5652532 w 6592473"/>
              <a:gd name="connsiteY15" fmla="*/ 2860646 h 2952241"/>
              <a:gd name="connsiteX16" fmla="*/ 5945523 w 6592473"/>
              <a:gd name="connsiteY16" fmla="*/ 2504738 h 2952241"/>
              <a:gd name="connsiteX17" fmla="*/ 6112134 w 6592473"/>
              <a:gd name="connsiteY17" fmla="*/ 1717382 h 2952241"/>
              <a:gd name="connsiteX18" fmla="*/ 6455366 w 6592473"/>
              <a:gd name="connsiteY18" fmla="*/ 1523409 h 2952241"/>
              <a:gd name="connsiteX19" fmla="*/ 6586332 w 6592473"/>
              <a:gd name="connsiteY19" fmla="*/ 1280523 h 2952241"/>
              <a:gd name="connsiteX20" fmla="*/ 6180725 w 6592473"/>
              <a:gd name="connsiteY20" fmla="*/ 924922 h 2952241"/>
              <a:gd name="connsiteX0" fmla="*/ 899820 w 6596012"/>
              <a:gd name="connsiteY0" fmla="*/ 0 h 2952241"/>
              <a:gd name="connsiteX1" fmla="*/ 609395 w 6596012"/>
              <a:gd name="connsiteY1" fmla="*/ 35128 h 2952241"/>
              <a:gd name="connsiteX2" fmla="*/ 429884 w 6596012"/>
              <a:gd name="connsiteY2" fmla="*/ 182505 h 2952241"/>
              <a:gd name="connsiteX3" fmla="*/ 149354 w 6596012"/>
              <a:gd name="connsiteY3" fmla="*/ 369116 h 2952241"/>
              <a:gd name="connsiteX4" fmla="*/ 132730 w 6596012"/>
              <a:gd name="connsiteY4" fmla="*/ 1028765 h 2952241"/>
              <a:gd name="connsiteX5" fmla="*/ 680833 w 6596012"/>
              <a:gd name="connsiteY5" fmla="*/ 949528 h 2952241"/>
              <a:gd name="connsiteX6" fmla="*/ 1265090 w 6596012"/>
              <a:gd name="connsiteY6" fmla="*/ 1140903 h 2952241"/>
              <a:gd name="connsiteX7" fmla="*/ 2114058 w 6596012"/>
              <a:gd name="connsiteY7" fmla="*/ 1370242 h 2952241"/>
              <a:gd name="connsiteX8" fmla="*/ 2455873 w 6596012"/>
              <a:gd name="connsiteY8" fmla="*/ 2284250 h 2952241"/>
              <a:gd name="connsiteX9" fmla="*/ 2793583 w 6596012"/>
              <a:gd name="connsiteY9" fmla="*/ 2517948 h 2952241"/>
              <a:gd name="connsiteX10" fmla="*/ 3195257 w 6596012"/>
              <a:gd name="connsiteY10" fmla="*/ 2338431 h 2952241"/>
              <a:gd name="connsiteX11" fmla="*/ 3697082 w 6596012"/>
              <a:gd name="connsiteY11" fmla="*/ 2416379 h 2952241"/>
              <a:gd name="connsiteX12" fmla="*/ 4457192 w 6596012"/>
              <a:gd name="connsiteY12" fmla="*/ 2952210 h 2952241"/>
              <a:gd name="connsiteX13" fmla="*/ 4910642 w 6596012"/>
              <a:gd name="connsiteY13" fmla="*/ 2445302 h 2952241"/>
              <a:gd name="connsiteX14" fmla="*/ 5358918 w 6596012"/>
              <a:gd name="connsiteY14" fmla="*/ 2667699 h 2952241"/>
              <a:gd name="connsiteX15" fmla="*/ 5652532 w 6596012"/>
              <a:gd name="connsiteY15" fmla="*/ 2860646 h 2952241"/>
              <a:gd name="connsiteX16" fmla="*/ 5945523 w 6596012"/>
              <a:gd name="connsiteY16" fmla="*/ 2504738 h 2952241"/>
              <a:gd name="connsiteX17" fmla="*/ 6112134 w 6596012"/>
              <a:gd name="connsiteY17" fmla="*/ 1717382 h 2952241"/>
              <a:gd name="connsiteX18" fmla="*/ 6498229 w 6596012"/>
              <a:gd name="connsiteY18" fmla="*/ 1597228 h 2952241"/>
              <a:gd name="connsiteX19" fmla="*/ 6586332 w 6596012"/>
              <a:gd name="connsiteY19" fmla="*/ 1280523 h 2952241"/>
              <a:gd name="connsiteX20" fmla="*/ 6180725 w 6596012"/>
              <a:gd name="connsiteY20" fmla="*/ 924922 h 2952241"/>
              <a:gd name="connsiteX0" fmla="*/ 899820 w 6596012"/>
              <a:gd name="connsiteY0" fmla="*/ 0 h 2952241"/>
              <a:gd name="connsiteX1" fmla="*/ 609395 w 6596012"/>
              <a:gd name="connsiteY1" fmla="*/ 35128 h 2952241"/>
              <a:gd name="connsiteX2" fmla="*/ 429884 w 6596012"/>
              <a:gd name="connsiteY2" fmla="*/ 182505 h 2952241"/>
              <a:gd name="connsiteX3" fmla="*/ 149354 w 6596012"/>
              <a:gd name="connsiteY3" fmla="*/ 369116 h 2952241"/>
              <a:gd name="connsiteX4" fmla="*/ 132730 w 6596012"/>
              <a:gd name="connsiteY4" fmla="*/ 1028765 h 2952241"/>
              <a:gd name="connsiteX5" fmla="*/ 680833 w 6596012"/>
              <a:gd name="connsiteY5" fmla="*/ 949528 h 2952241"/>
              <a:gd name="connsiteX6" fmla="*/ 1265090 w 6596012"/>
              <a:gd name="connsiteY6" fmla="*/ 1140903 h 2952241"/>
              <a:gd name="connsiteX7" fmla="*/ 2114058 w 6596012"/>
              <a:gd name="connsiteY7" fmla="*/ 1370242 h 2952241"/>
              <a:gd name="connsiteX8" fmla="*/ 2455873 w 6596012"/>
              <a:gd name="connsiteY8" fmla="*/ 2284250 h 2952241"/>
              <a:gd name="connsiteX9" fmla="*/ 2793583 w 6596012"/>
              <a:gd name="connsiteY9" fmla="*/ 2517948 h 2952241"/>
              <a:gd name="connsiteX10" fmla="*/ 3195257 w 6596012"/>
              <a:gd name="connsiteY10" fmla="*/ 2338431 h 2952241"/>
              <a:gd name="connsiteX11" fmla="*/ 3697082 w 6596012"/>
              <a:gd name="connsiteY11" fmla="*/ 2416379 h 2952241"/>
              <a:gd name="connsiteX12" fmla="*/ 4457192 w 6596012"/>
              <a:gd name="connsiteY12" fmla="*/ 2952210 h 2952241"/>
              <a:gd name="connsiteX13" fmla="*/ 4910642 w 6596012"/>
              <a:gd name="connsiteY13" fmla="*/ 2445302 h 2952241"/>
              <a:gd name="connsiteX14" fmla="*/ 5358918 w 6596012"/>
              <a:gd name="connsiteY14" fmla="*/ 2667699 h 2952241"/>
              <a:gd name="connsiteX15" fmla="*/ 5652532 w 6596012"/>
              <a:gd name="connsiteY15" fmla="*/ 2860646 h 2952241"/>
              <a:gd name="connsiteX16" fmla="*/ 5945523 w 6596012"/>
              <a:gd name="connsiteY16" fmla="*/ 2504738 h 2952241"/>
              <a:gd name="connsiteX17" fmla="*/ 6102609 w 6596012"/>
              <a:gd name="connsiteY17" fmla="*/ 1707857 h 2952241"/>
              <a:gd name="connsiteX18" fmla="*/ 6498229 w 6596012"/>
              <a:gd name="connsiteY18" fmla="*/ 1597228 h 2952241"/>
              <a:gd name="connsiteX19" fmla="*/ 6586332 w 6596012"/>
              <a:gd name="connsiteY19" fmla="*/ 1280523 h 2952241"/>
              <a:gd name="connsiteX20" fmla="*/ 6180725 w 6596012"/>
              <a:gd name="connsiteY20" fmla="*/ 924922 h 2952241"/>
              <a:gd name="connsiteX0" fmla="*/ 899820 w 6596012"/>
              <a:gd name="connsiteY0" fmla="*/ 0 h 2952241"/>
              <a:gd name="connsiteX1" fmla="*/ 609395 w 6596012"/>
              <a:gd name="connsiteY1" fmla="*/ 35128 h 2952241"/>
              <a:gd name="connsiteX2" fmla="*/ 429884 w 6596012"/>
              <a:gd name="connsiteY2" fmla="*/ 182505 h 2952241"/>
              <a:gd name="connsiteX3" fmla="*/ 149354 w 6596012"/>
              <a:gd name="connsiteY3" fmla="*/ 369116 h 2952241"/>
              <a:gd name="connsiteX4" fmla="*/ 132730 w 6596012"/>
              <a:gd name="connsiteY4" fmla="*/ 1028765 h 2952241"/>
              <a:gd name="connsiteX5" fmla="*/ 680833 w 6596012"/>
              <a:gd name="connsiteY5" fmla="*/ 949528 h 2952241"/>
              <a:gd name="connsiteX6" fmla="*/ 1265090 w 6596012"/>
              <a:gd name="connsiteY6" fmla="*/ 1140903 h 2952241"/>
              <a:gd name="connsiteX7" fmla="*/ 2114058 w 6596012"/>
              <a:gd name="connsiteY7" fmla="*/ 1370242 h 2952241"/>
              <a:gd name="connsiteX8" fmla="*/ 2455873 w 6596012"/>
              <a:gd name="connsiteY8" fmla="*/ 2284250 h 2952241"/>
              <a:gd name="connsiteX9" fmla="*/ 2793583 w 6596012"/>
              <a:gd name="connsiteY9" fmla="*/ 2517948 h 2952241"/>
              <a:gd name="connsiteX10" fmla="*/ 3195257 w 6596012"/>
              <a:gd name="connsiteY10" fmla="*/ 2338431 h 2952241"/>
              <a:gd name="connsiteX11" fmla="*/ 3697082 w 6596012"/>
              <a:gd name="connsiteY11" fmla="*/ 2416379 h 2952241"/>
              <a:gd name="connsiteX12" fmla="*/ 4457192 w 6596012"/>
              <a:gd name="connsiteY12" fmla="*/ 2952210 h 2952241"/>
              <a:gd name="connsiteX13" fmla="*/ 4910642 w 6596012"/>
              <a:gd name="connsiteY13" fmla="*/ 2445302 h 2952241"/>
              <a:gd name="connsiteX14" fmla="*/ 5358918 w 6596012"/>
              <a:gd name="connsiteY14" fmla="*/ 2667699 h 2952241"/>
              <a:gd name="connsiteX15" fmla="*/ 5652532 w 6596012"/>
              <a:gd name="connsiteY15" fmla="*/ 2860646 h 2952241"/>
              <a:gd name="connsiteX16" fmla="*/ 5945523 w 6596012"/>
              <a:gd name="connsiteY16" fmla="*/ 2504738 h 2952241"/>
              <a:gd name="connsiteX17" fmla="*/ 6102609 w 6596012"/>
              <a:gd name="connsiteY17" fmla="*/ 1707857 h 2952241"/>
              <a:gd name="connsiteX18" fmla="*/ 6498229 w 6596012"/>
              <a:gd name="connsiteY18" fmla="*/ 1597228 h 2952241"/>
              <a:gd name="connsiteX19" fmla="*/ 6586332 w 6596012"/>
              <a:gd name="connsiteY19" fmla="*/ 1280523 h 2952241"/>
              <a:gd name="connsiteX20" fmla="*/ 6180725 w 6596012"/>
              <a:gd name="connsiteY20" fmla="*/ 924922 h 2952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596012" h="2952241">
                <a:moveTo>
                  <a:pt x="899820" y="0"/>
                </a:moveTo>
                <a:lnTo>
                  <a:pt x="609395" y="35128"/>
                </a:lnTo>
                <a:cubicBezTo>
                  <a:pt x="531072" y="65546"/>
                  <a:pt x="506557" y="126840"/>
                  <a:pt x="429884" y="182505"/>
                </a:cubicBezTo>
                <a:cubicBezTo>
                  <a:pt x="353211" y="238170"/>
                  <a:pt x="382236" y="151872"/>
                  <a:pt x="149354" y="369116"/>
                </a:cubicBezTo>
                <a:cubicBezTo>
                  <a:pt x="-83528" y="586360"/>
                  <a:pt x="-8237" y="974893"/>
                  <a:pt x="132730" y="1028765"/>
                </a:cubicBezTo>
                <a:cubicBezTo>
                  <a:pt x="273697" y="1082637"/>
                  <a:pt x="492106" y="930838"/>
                  <a:pt x="680833" y="949528"/>
                </a:cubicBezTo>
                <a:cubicBezTo>
                  <a:pt x="869560" y="968218"/>
                  <a:pt x="1016694" y="1092612"/>
                  <a:pt x="1265090" y="1140903"/>
                </a:cubicBezTo>
                <a:cubicBezTo>
                  <a:pt x="1621902" y="1184719"/>
                  <a:pt x="1915594" y="1179684"/>
                  <a:pt x="2114058" y="1370242"/>
                </a:cubicBezTo>
                <a:cubicBezTo>
                  <a:pt x="2312522" y="1560800"/>
                  <a:pt x="2342619" y="2092966"/>
                  <a:pt x="2455873" y="2284250"/>
                </a:cubicBezTo>
                <a:cubicBezTo>
                  <a:pt x="2569127" y="2475534"/>
                  <a:pt x="2670352" y="2508918"/>
                  <a:pt x="2793583" y="2517948"/>
                </a:cubicBezTo>
                <a:cubicBezTo>
                  <a:pt x="2916814" y="2526978"/>
                  <a:pt x="3044674" y="2355359"/>
                  <a:pt x="3195257" y="2338431"/>
                </a:cubicBezTo>
                <a:cubicBezTo>
                  <a:pt x="3345840" y="2321503"/>
                  <a:pt x="3486759" y="2314082"/>
                  <a:pt x="3697082" y="2416379"/>
                </a:cubicBezTo>
                <a:cubicBezTo>
                  <a:pt x="3907405" y="2518676"/>
                  <a:pt x="4254932" y="2947390"/>
                  <a:pt x="4457192" y="2952210"/>
                </a:cubicBezTo>
                <a:cubicBezTo>
                  <a:pt x="4659452" y="2957031"/>
                  <a:pt x="4729550" y="2405172"/>
                  <a:pt x="4910642" y="2445302"/>
                </a:cubicBezTo>
                <a:cubicBezTo>
                  <a:pt x="5187615" y="2487189"/>
                  <a:pt x="5235270" y="2598475"/>
                  <a:pt x="5358918" y="2667699"/>
                </a:cubicBezTo>
                <a:cubicBezTo>
                  <a:pt x="5482566" y="2736923"/>
                  <a:pt x="5554765" y="2887806"/>
                  <a:pt x="5652532" y="2860646"/>
                </a:cubicBezTo>
                <a:cubicBezTo>
                  <a:pt x="5750299" y="2833486"/>
                  <a:pt x="5870510" y="2696870"/>
                  <a:pt x="5945523" y="2504738"/>
                </a:cubicBezTo>
                <a:cubicBezTo>
                  <a:pt x="6020536" y="2312607"/>
                  <a:pt x="5981916" y="1723378"/>
                  <a:pt x="6102609" y="1707857"/>
                </a:cubicBezTo>
                <a:cubicBezTo>
                  <a:pt x="6223302" y="1692336"/>
                  <a:pt x="6422371" y="1664878"/>
                  <a:pt x="6498229" y="1597228"/>
                </a:cubicBezTo>
                <a:cubicBezTo>
                  <a:pt x="6574087" y="1529578"/>
                  <a:pt x="6616230" y="1388209"/>
                  <a:pt x="6586332" y="1280523"/>
                </a:cubicBezTo>
                <a:cubicBezTo>
                  <a:pt x="6442718" y="1083888"/>
                  <a:pt x="6236972" y="1043868"/>
                  <a:pt x="6180725" y="924922"/>
                </a:cubicBezTo>
              </a:path>
            </a:pathLst>
          </a:cu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209" name="Group 268">
            <a:extLst>
              <a:ext uri="{FF2B5EF4-FFF2-40B4-BE49-F238E27FC236}">
                <a16:creationId xmlns:a16="http://schemas.microsoft.com/office/drawing/2014/main" id="{4949A2F7-6942-4BC5-8EE1-57C23F65AAF5}"/>
              </a:ext>
            </a:extLst>
          </p:cNvPr>
          <p:cNvGrpSpPr/>
          <p:nvPr/>
        </p:nvGrpSpPr>
        <p:grpSpPr>
          <a:xfrm>
            <a:off x="7763968" y="4548597"/>
            <a:ext cx="885565" cy="286759"/>
            <a:chOff x="9437646" y="3045303"/>
            <a:chExt cx="258165" cy="83598"/>
          </a:xfrm>
        </p:grpSpPr>
        <p:sp>
          <p:nvSpPr>
            <p:cNvPr id="210" name="Oval 269">
              <a:extLst>
                <a:ext uri="{FF2B5EF4-FFF2-40B4-BE49-F238E27FC236}">
                  <a16:creationId xmlns:a16="http://schemas.microsoft.com/office/drawing/2014/main" id="{0DDB7B37-DE4A-4AF4-8F75-09716E835366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1" name="Rectangle 270">
              <a:extLst>
                <a:ext uri="{FF2B5EF4-FFF2-40B4-BE49-F238E27FC236}">
                  <a16:creationId xmlns:a16="http://schemas.microsoft.com/office/drawing/2014/main" id="{537637EE-E27E-40DF-807F-BA844F756AEE}"/>
                </a:ext>
              </a:extLst>
            </p:cNvPr>
            <p:cNvSpPr/>
            <p:nvPr/>
          </p:nvSpPr>
          <p:spPr>
            <a:xfrm>
              <a:off x="9440829" y="3074147"/>
              <a:ext cx="254982" cy="54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Singapore</a:t>
              </a:r>
            </a:p>
          </p:txBody>
        </p:sp>
      </p:grpSp>
      <p:grpSp>
        <p:nvGrpSpPr>
          <p:cNvPr id="196" name="Group 169">
            <a:extLst>
              <a:ext uri="{FF2B5EF4-FFF2-40B4-BE49-F238E27FC236}">
                <a16:creationId xmlns:a16="http://schemas.microsoft.com/office/drawing/2014/main" id="{C8E025DF-7062-44C3-A9C3-CB90C3C987B7}"/>
              </a:ext>
            </a:extLst>
          </p:cNvPr>
          <p:cNvGrpSpPr/>
          <p:nvPr/>
        </p:nvGrpSpPr>
        <p:grpSpPr>
          <a:xfrm>
            <a:off x="7558884" y="3389486"/>
            <a:ext cx="737874" cy="169321"/>
            <a:chOff x="7558884" y="3389486"/>
            <a:chExt cx="737874" cy="169321"/>
          </a:xfrm>
        </p:grpSpPr>
        <p:sp>
          <p:nvSpPr>
            <p:cNvPr id="197" name="Oval 157">
              <a:extLst>
                <a:ext uri="{FF2B5EF4-FFF2-40B4-BE49-F238E27FC236}">
                  <a16:creationId xmlns:a16="http://schemas.microsoft.com/office/drawing/2014/main" id="{B2550B80-FB52-4FFB-8269-DE73321E6A9F}"/>
                </a:ext>
              </a:extLst>
            </p:cNvPr>
            <p:cNvSpPr/>
            <p:nvPr/>
          </p:nvSpPr>
          <p:spPr>
            <a:xfrm flipH="1" flipV="1">
              <a:off x="8210317" y="3399583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2" name="Rectangle 158">
              <a:extLst>
                <a:ext uri="{FF2B5EF4-FFF2-40B4-BE49-F238E27FC236}">
                  <a16:creationId xmlns:a16="http://schemas.microsoft.com/office/drawing/2014/main" id="{FA949143-6469-4BBF-B7C6-B077BFB08083}"/>
                </a:ext>
              </a:extLst>
            </p:cNvPr>
            <p:cNvSpPr/>
            <p:nvPr/>
          </p:nvSpPr>
          <p:spPr>
            <a:xfrm>
              <a:off x="7558884" y="3389486"/>
              <a:ext cx="670994" cy="1693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Yantian</a:t>
              </a:r>
            </a:p>
          </p:txBody>
        </p:sp>
      </p:grpSp>
      <p:grpSp>
        <p:nvGrpSpPr>
          <p:cNvPr id="377" name="Group 389">
            <a:extLst>
              <a:ext uri="{FF2B5EF4-FFF2-40B4-BE49-F238E27FC236}">
                <a16:creationId xmlns:a16="http://schemas.microsoft.com/office/drawing/2014/main" id="{52BAFC30-5FAE-4AE0-8BDB-9E320784BF35}"/>
              </a:ext>
            </a:extLst>
          </p:cNvPr>
          <p:cNvGrpSpPr/>
          <p:nvPr/>
        </p:nvGrpSpPr>
        <p:grpSpPr>
          <a:xfrm>
            <a:off x="2773452" y="1782497"/>
            <a:ext cx="1066718" cy="177925"/>
            <a:chOff x="9437646" y="3042364"/>
            <a:chExt cx="310976" cy="51870"/>
          </a:xfrm>
        </p:grpSpPr>
        <p:sp>
          <p:nvSpPr>
            <p:cNvPr id="378" name="Oval 390">
              <a:extLst>
                <a:ext uri="{FF2B5EF4-FFF2-40B4-BE49-F238E27FC236}">
                  <a16:creationId xmlns:a16="http://schemas.microsoft.com/office/drawing/2014/main" id="{8CDAF158-CDCD-48A3-A8BA-EFB5B325AB51}"/>
                </a:ext>
              </a:extLst>
            </p:cNvPr>
            <p:cNvSpPr/>
            <p:nvPr/>
          </p:nvSpPr>
          <p:spPr>
            <a:xfrm flipH="1" flipV="1">
              <a:off x="9437646" y="304547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BC8F00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79" name="Rectangle 391">
              <a:extLst>
                <a:ext uri="{FF2B5EF4-FFF2-40B4-BE49-F238E27FC236}">
                  <a16:creationId xmlns:a16="http://schemas.microsoft.com/office/drawing/2014/main" id="{D01BF609-7B54-4EC6-B659-8EEEE03CAF1E}"/>
                </a:ext>
              </a:extLst>
            </p:cNvPr>
            <p:cNvSpPr/>
            <p:nvPr/>
          </p:nvSpPr>
          <p:spPr>
            <a:xfrm>
              <a:off x="9478885" y="3042364"/>
              <a:ext cx="269737" cy="5187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Rotterdam</a:t>
              </a:r>
            </a:p>
          </p:txBody>
        </p:sp>
      </p:grpSp>
      <p:grpSp>
        <p:nvGrpSpPr>
          <p:cNvPr id="193" name="Group 389">
            <a:extLst>
              <a:ext uri="{FF2B5EF4-FFF2-40B4-BE49-F238E27FC236}">
                <a16:creationId xmlns:a16="http://schemas.microsoft.com/office/drawing/2014/main" id="{A803E3E8-17FD-4FCD-B7E7-F0430C699D75}"/>
              </a:ext>
            </a:extLst>
          </p:cNvPr>
          <p:cNvGrpSpPr/>
          <p:nvPr/>
        </p:nvGrpSpPr>
        <p:grpSpPr>
          <a:xfrm>
            <a:off x="2998287" y="1489883"/>
            <a:ext cx="950958" cy="278015"/>
            <a:chOff x="9430159" y="2986024"/>
            <a:chExt cx="277229" cy="81049"/>
          </a:xfrm>
        </p:grpSpPr>
        <p:sp>
          <p:nvSpPr>
            <p:cNvPr id="194" name="Oval 390">
              <a:extLst>
                <a:ext uri="{FF2B5EF4-FFF2-40B4-BE49-F238E27FC236}">
                  <a16:creationId xmlns:a16="http://schemas.microsoft.com/office/drawing/2014/main" id="{BAB93A8A-1DAE-4256-ADD2-977DAF0AB1FA}"/>
                </a:ext>
              </a:extLst>
            </p:cNvPr>
            <p:cNvSpPr/>
            <p:nvPr/>
          </p:nvSpPr>
          <p:spPr>
            <a:xfrm flipH="1" flipV="1">
              <a:off x="9437643" y="304547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95" name="Rectangle 391">
              <a:extLst>
                <a:ext uri="{FF2B5EF4-FFF2-40B4-BE49-F238E27FC236}">
                  <a16:creationId xmlns:a16="http://schemas.microsoft.com/office/drawing/2014/main" id="{3656B866-38EF-4A84-BEA9-EC8CE517EA53}"/>
                </a:ext>
              </a:extLst>
            </p:cNvPr>
            <p:cNvSpPr/>
            <p:nvPr/>
          </p:nvSpPr>
          <p:spPr>
            <a:xfrm>
              <a:off x="9430159" y="2986024"/>
              <a:ext cx="277229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Hamburg</a:t>
              </a:r>
            </a:p>
          </p:txBody>
        </p:sp>
      </p:grpSp>
      <p:sp>
        <p:nvSpPr>
          <p:cNvPr id="214" name="이등변 삼각형 213">
            <a:extLst>
              <a:ext uri="{FF2B5EF4-FFF2-40B4-BE49-F238E27FC236}">
                <a16:creationId xmlns:a16="http://schemas.microsoft.com/office/drawing/2014/main" id="{B8DAC473-EEA6-4C89-B72F-00BBB6F3EBC6}"/>
              </a:ext>
            </a:extLst>
          </p:cNvPr>
          <p:cNvSpPr/>
          <p:nvPr/>
        </p:nvSpPr>
        <p:spPr>
          <a:xfrm rot="1461307">
            <a:off x="8641391" y="3091957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20" name="표 219">
            <a:extLst>
              <a:ext uri="{FF2B5EF4-FFF2-40B4-BE49-F238E27FC236}">
                <a16:creationId xmlns:a16="http://schemas.microsoft.com/office/drawing/2014/main" id="{AE18B102-FF02-41A9-845E-6A5D3E32202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9709327" y="1029600"/>
          <a:ext cx="2020398" cy="11067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488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15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704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Terminal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HJNC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Weekly throughput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7,168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Schedule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Fri ~ Sat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21" name="Table 205">
            <a:extLst>
              <a:ext uri="{FF2B5EF4-FFF2-40B4-BE49-F238E27FC236}">
                <a16:creationId xmlns:a16="http://schemas.microsoft.com/office/drawing/2014/main" id="{F11AF466-68D5-45CD-93B0-31AEED2B047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753634" y="5166000"/>
          <a:ext cx="8684732" cy="15867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9599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51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60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7063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55089"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Carriers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Dur</a:t>
                      </a:r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Freq.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Ships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Rotation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316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Arial" pitchFamily="34" charset="0"/>
                          <a:cs typeface="Arial" pitchFamily="34" charset="0"/>
                        </a:rPr>
                        <a:t>MSC / Premier Alliance</a:t>
                      </a:r>
                      <a:endParaRPr lang="en-US" altLang="ko-KR" sz="1200" b="1" i="0" u="none" strike="noStrike" dirty="0">
                        <a:solidFill>
                          <a:schemeClr val="tx1"/>
                        </a:solidFill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18 x 21,780 teu</a:t>
                      </a:r>
                      <a:endParaRPr lang="en-US" altLang="ko-KR" sz="1200" b="1" i="0" u="none" strike="noStrike" dirty="0">
                        <a:solidFill>
                          <a:schemeClr val="tx1"/>
                        </a:solidFill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dirty="0">
                          <a:solidFill>
                            <a:srgbClr val="BC8F00"/>
                          </a:solidFill>
                          <a:effectLst/>
                          <a:latin typeface="Arial"/>
                        </a:rPr>
                        <a:t> Qingdao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</a:t>
                      </a:r>
                      <a:r>
                        <a:rPr lang="en-US" altLang="ko-KR" sz="12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/>
                        </a:rPr>
                        <a:t>Busan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, Shanghai, Xiamen, Singapore, Algeciras, 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 Rotterdam, Hamburg, Southampton, Singapore, Yantian,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 </a:t>
                      </a:r>
                      <a:r>
                        <a:rPr lang="en-US" altLang="ko-KR" sz="1200" b="1" i="0" u="none" strike="noStrike" dirty="0">
                          <a:solidFill>
                            <a:srgbClr val="BC8F00"/>
                          </a:solidFill>
                          <a:effectLst/>
                          <a:latin typeface="Arial"/>
                        </a:rPr>
                        <a:t>Qingdao</a:t>
                      </a:r>
                      <a:endParaRPr lang="en-US" altLang="ko-KR" sz="1200" b="1" i="0" u="none" strike="noStrike" dirty="0">
                        <a:solidFill>
                          <a:srgbClr val="000000"/>
                        </a:solidFill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27" name="Group 389">
            <a:extLst>
              <a:ext uri="{FF2B5EF4-FFF2-40B4-BE49-F238E27FC236}">
                <a16:creationId xmlns:a16="http://schemas.microsoft.com/office/drawing/2014/main" id="{7AE6C27F-7E4E-4203-8D95-E04FCF1F0EE2}"/>
              </a:ext>
            </a:extLst>
          </p:cNvPr>
          <p:cNvGrpSpPr/>
          <p:nvPr/>
        </p:nvGrpSpPr>
        <p:grpSpPr>
          <a:xfrm>
            <a:off x="2294573" y="2820064"/>
            <a:ext cx="823426" cy="269776"/>
            <a:chOff x="9404820" y="3045473"/>
            <a:chExt cx="240050" cy="78647"/>
          </a:xfrm>
        </p:grpSpPr>
        <p:sp>
          <p:nvSpPr>
            <p:cNvPr id="228" name="Oval 390">
              <a:extLst>
                <a:ext uri="{FF2B5EF4-FFF2-40B4-BE49-F238E27FC236}">
                  <a16:creationId xmlns:a16="http://schemas.microsoft.com/office/drawing/2014/main" id="{CF04B277-39CA-46AB-B6E8-AB9C9D05B1CA}"/>
                </a:ext>
              </a:extLst>
            </p:cNvPr>
            <p:cNvSpPr/>
            <p:nvPr/>
          </p:nvSpPr>
          <p:spPr>
            <a:xfrm flipH="1" flipV="1">
              <a:off x="9437646" y="304547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9" name="Rectangle 391">
              <a:extLst>
                <a:ext uri="{FF2B5EF4-FFF2-40B4-BE49-F238E27FC236}">
                  <a16:creationId xmlns:a16="http://schemas.microsoft.com/office/drawing/2014/main" id="{2126D4F1-06B2-4601-9D07-5A730AE2C72C}"/>
                </a:ext>
              </a:extLst>
            </p:cNvPr>
            <p:cNvSpPr/>
            <p:nvPr/>
          </p:nvSpPr>
          <p:spPr>
            <a:xfrm>
              <a:off x="9404820" y="3078401"/>
              <a:ext cx="240050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 dirty="0">
                  <a:solidFill>
                    <a:prstClr val="black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Algeciras</a:t>
              </a:r>
              <a:endPara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230" name="그룹 229">
            <a:extLst>
              <a:ext uri="{FF2B5EF4-FFF2-40B4-BE49-F238E27FC236}">
                <a16:creationId xmlns:a16="http://schemas.microsoft.com/office/drawing/2014/main" id="{934944A1-ED6A-43DB-B292-455BBE676B78}"/>
              </a:ext>
            </a:extLst>
          </p:cNvPr>
          <p:cNvGrpSpPr/>
          <p:nvPr/>
        </p:nvGrpSpPr>
        <p:grpSpPr>
          <a:xfrm>
            <a:off x="6879492" y="3693122"/>
            <a:ext cx="197643" cy="261610"/>
            <a:chOff x="1477817" y="2788600"/>
            <a:chExt cx="197643" cy="261610"/>
          </a:xfrm>
        </p:grpSpPr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8F92F844-D619-4857-81FF-21C4DE681422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3494B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C28945A2-4816-412E-81BD-30556BBFF6C3}"/>
                </a:ext>
              </a:extLst>
            </p:cNvPr>
            <p:cNvSpPr txBox="1"/>
            <p:nvPr/>
          </p:nvSpPr>
          <p:spPr>
            <a:xfrm>
              <a:off x="1548397" y="278860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dirty="0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rPr>
                <a:t>1</a:t>
              </a:r>
              <a:endParaRPr lang="ko-KR" altLang="en-US" sz="1100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endParaRPr>
            </a:p>
          </p:txBody>
        </p:sp>
      </p:grpSp>
      <p:grpSp>
        <p:nvGrpSpPr>
          <p:cNvPr id="173" name="Group 172"/>
          <p:cNvGrpSpPr/>
          <p:nvPr/>
        </p:nvGrpSpPr>
        <p:grpSpPr>
          <a:xfrm>
            <a:off x="7459307" y="2862515"/>
            <a:ext cx="1076639" cy="197383"/>
            <a:chOff x="7459307" y="2862515"/>
            <a:chExt cx="1076639" cy="197383"/>
          </a:xfrm>
        </p:grpSpPr>
        <p:sp>
          <p:nvSpPr>
            <p:cNvPr id="167" name="Oval 166"/>
            <p:cNvSpPr/>
            <p:nvPr/>
          </p:nvSpPr>
          <p:spPr>
            <a:xfrm flipH="1" flipV="1">
              <a:off x="8449505" y="2926962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68" name="Rectangle 167"/>
            <p:cNvSpPr/>
            <p:nvPr/>
          </p:nvSpPr>
          <p:spPr>
            <a:xfrm>
              <a:off x="7459307" y="2862515"/>
              <a:ext cx="968695" cy="19738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Shanghai</a:t>
              </a:r>
            </a:p>
          </p:txBody>
        </p:sp>
      </p:grpSp>
      <p:sp>
        <p:nvSpPr>
          <p:cNvPr id="206" name="이등변 삼각형 205">
            <a:extLst>
              <a:ext uri="{FF2B5EF4-FFF2-40B4-BE49-F238E27FC236}">
                <a16:creationId xmlns:a16="http://schemas.microsoft.com/office/drawing/2014/main" id="{D2F89E75-7AEC-4BA4-B4D9-2AD4A184385D}"/>
              </a:ext>
            </a:extLst>
          </p:cNvPr>
          <p:cNvSpPr/>
          <p:nvPr/>
        </p:nvSpPr>
        <p:spPr>
          <a:xfrm rot="6651381">
            <a:off x="5638081" y="4044460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15" name="组合 97">
            <a:extLst>
              <a:ext uri="{FF2B5EF4-FFF2-40B4-BE49-F238E27FC236}">
                <a16:creationId xmlns:a16="http://schemas.microsoft.com/office/drawing/2014/main" id="{146AF19C-E377-424A-9969-AF2F68F64FC8}"/>
              </a:ext>
            </a:extLst>
          </p:cNvPr>
          <p:cNvGrpSpPr/>
          <p:nvPr/>
        </p:nvGrpSpPr>
        <p:grpSpPr>
          <a:xfrm>
            <a:off x="7394379" y="2522731"/>
            <a:ext cx="976307" cy="180819"/>
            <a:chOff x="5024021" y="2699396"/>
            <a:chExt cx="976307" cy="180819"/>
          </a:xfrm>
        </p:grpSpPr>
        <p:sp>
          <p:nvSpPr>
            <p:cNvPr id="216" name="Oval 836">
              <a:extLst>
                <a:ext uri="{FF2B5EF4-FFF2-40B4-BE49-F238E27FC236}">
                  <a16:creationId xmlns:a16="http://schemas.microsoft.com/office/drawing/2014/main" id="{B4B2FF26-48AD-4FD8-8B71-D895639F6CB1}"/>
                </a:ext>
              </a:extLst>
            </p:cNvPr>
            <p:cNvSpPr/>
            <p:nvPr/>
          </p:nvSpPr>
          <p:spPr>
            <a:xfrm flipH="1" flipV="1">
              <a:off x="5912474" y="2797472"/>
              <a:ext cx="87854" cy="75304"/>
            </a:xfrm>
            <a:prstGeom prst="ellipse">
              <a:avLst/>
            </a:prstGeom>
            <a:solidFill>
              <a:srgbClr val="BC8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rgbClr val="BC8F00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7" name="Rectangle 837">
              <a:extLst>
                <a:ext uri="{FF2B5EF4-FFF2-40B4-BE49-F238E27FC236}">
                  <a16:creationId xmlns:a16="http://schemas.microsoft.com/office/drawing/2014/main" id="{19F77AE5-D016-48D8-95AE-E4BF687BCAE7}"/>
                </a:ext>
              </a:extLst>
            </p:cNvPr>
            <p:cNvSpPr/>
            <p:nvPr/>
          </p:nvSpPr>
          <p:spPr>
            <a:xfrm>
              <a:off x="5024021" y="2699396"/>
              <a:ext cx="836623" cy="1808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rgbClr val="BC8F0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Qingdao</a:t>
              </a:r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8531931" y="2471970"/>
            <a:ext cx="705202" cy="263756"/>
            <a:chOff x="8531931" y="2471970"/>
            <a:chExt cx="705202" cy="263756"/>
          </a:xfrm>
        </p:grpSpPr>
        <p:sp>
          <p:nvSpPr>
            <p:cNvPr id="152" name="Oval 151"/>
            <p:cNvSpPr/>
            <p:nvPr/>
          </p:nvSpPr>
          <p:spPr>
            <a:xfrm flipH="1" flipV="1">
              <a:off x="8753052" y="2661632"/>
              <a:ext cx="86441" cy="74094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3" name="Rectangle 152"/>
            <p:cNvSpPr/>
            <p:nvPr/>
          </p:nvSpPr>
          <p:spPr>
            <a:xfrm>
              <a:off x="8531931" y="2471970"/>
              <a:ext cx="705202" cy="13820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Busan</a:t>
              </a:r>
            </a:p>
          </p:txBody>
        </p:sp>
      </p:grpSp>
      <p:sp>
        <p:nvSpPr>
          <p:cNvPr id="157" name="이등변 삼각형 156">
            <a:extLst>
              <a:ext uri="{FF2B5EF4-FFF2-40B4-BE49-F238E27FC236}">
                <a16:creationId xmlns:a16="http://schemas.microsoft.com/office/drawing/2014/main" id="{867EA63C-DF6B-09BB-C4CE-E6F24E805CAD}"/>
              </a:ext>
            </a:extLst>
          </p:cNvPr>
          <p:cNvSpPr/>
          <p:nvPr/>
        </p:nvSpPr>
        <p:spPr>
          <a:xfrm rot="12441326">
            <a:off x="6705609" y="4042903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5" name="Group 169">
            <a:extLst>
              <a:ext uri="{FF2B5EF4-FFF2-40B4-BE49-F238E27FC236}">
                <a16:creationId xmlns:a16="http://schemas.microsoft.com/office/drawing/2014/main" id="{A52CFFF9-81FB-4811-9A8C-A625D6CF35F7}"/>
              </a:ext>
            </a:extLst>
          </p:cNvPr>
          <p:cNvGrpSpPr/>
          <p:nvPr/>
        </p:nvGrpSpPr>
        <p:grpSpPr>
          <a:xfrm>
            <a:off x="7721471" y="3202346"/>
            <a:ext cx="735099" cy="169321"/>
            <a:chOff x="7561659" y="3321421"/>
            <a:chExt cx="735099" cy="169321"/>
          </a:xfrm>
        </p:grpSpPr>
        <p:sp>
          <p:nvSpPr>
            <p:cNvPr id="207" name="Oval 157">
              <a:extLst>
                <a:ext uri="{FF2B5EF4-FFF2-40B4-BE49-F238E27FC236}">
                  <a16:creationId xmlns:a16="http://schemas.microsoft.com/office/drawing/2014/main" id="{1F696EE0-32D1-4499-AC42-0F8F926DA044}"/>
                </a:ext>
              </a:extLst>
            </p:cNvPr>
            <p:cNvSpPr/>
            <p:nvPr/>
          </p:nvSpPr>
          <p:spPr>
            <a:xfrm flipH="1" flipV="1">
              <a:off x="8210317" y="3399583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3" name="Rectangle 158">
              <a:extLst>
                <a:ext uri="{FF2B5EF4-FFF2-40B4-BE49-F238E27FC236}">
                  <a16:creationId xmlns:a16="http://schemas.microsoft.com/office/drawing/2014/main" id="{2277FA8D-A2A6-4F10-8116-786B8CF91C3A}"/>
                </a:ext>
              </a:extLst>
            </p:cNvPr>
            <p:cNvSpPr/>
            <p:nvPr/>
          </p:nvSpPr>
          <p:spPr>
            <a:xfrm>
              <a:off x="7561659" y="3321421"/>
              <a:ext cx="670994" cy="1693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 dirty="0">
                  <a:solidFill>
                    <a:prstClr val="black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Xiamen</a:t>
              </a:r>
              <a:endPara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218" name="Group 389">
            <a:extLst>
              <a:ext uri="{FF2B5EF4-FFF2-40B4-BE49-F238E27FC236}">
                <a16:creationId xmlns:a16="http://schemas.microsoft.com/office/drawing/2014/main" id="{35F25F5A-24A3-45BF-9E0D-207D253EE3E1}"/>
              </a:ext>
            </a:extLst>
          </p:cNvPr>
          <p:cNvGrpSpPr/>
          <p:nvPr/>
        </p:nvGrpSpPr>
        <p:grpSpPr>
          <a:xfrm>
            <a:off x="1382975" y="1799511"/>
            <a:ext cx="1243120" cy="165827"/>
            <a:chOff x="9100444" y="3019430"/>
            <a:chExt cx="362402" cy="48343"/>
          </a:xfrm>
        </p:grpSpPr>
        <p:sp>
          <p:nvSpPr>
            <p:cNvPr id="235" name="Oval 390">
              <a:extLst>
                <a:ext uri="{FF2B5EF4-FFF2-40B4-BE49-F238E27FC236}">
                  <a16:creationId xmlns:a16="http://schemas.microsoft.com/office/drawing/2014/main" id="{9A2715AE-201D-48FB-A6C2-CF86C3FA7F70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6" name="Rectangle 391">
              <a:extLst>
                <a:ext uri="{FF2B5EF4-FFF2-40B4-BE49-F238E27FC236}">
                  <a16:creationId xmlns:a16="http://schemas.microsoft.com/office/drawing/2014/main" id="{D320B837-14A2-40D1-9047-D876F5FFE534}"/>
                </a:ext>
              </a:extLst>
            </p:cNvPr>
            <p:cNvSpPr/>
            <p:nvPr/>
          </p:nvSpPr>
          <p:spPr>
            <a:xfrm>
              <a:off x="9100444" y="3019430"/>
              <a:ext cx="339031" cy="4834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Southampton</a:t>
              </a:r>
            </a:p>
          </p:txBody>
        </p:sp>
      </p:grpSp>
      <p:sp>
        <p:nvSpPr>
          <p:cNvPr id="237" name="이등변 삼각형 236">
            <a:extLst>
              <a:ext uri="{FF2B5EF4-FFF2-40B4-BE49-F238E27FC236}">
                <a16:creationId xmlns:a16="http://schemas.microsoft.com/office/drawing/2014/main" id="{6BF21FFD-95B2-4667-9BB0-834C7730A8F3}"/>
              </a:ext>
            </a:extLst>
          </p:cNvPr>
          <p:cNvSpPr/>
          <p:nvPr/>
        </p:nvSpPr>
        <p:spPr>
          <a:xfrm rot="12939681">
            <a:off x="2184851" y="2058863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8" name="이등변 삼각형 237">
            <a:extLst>
              <a:ext uri="{FF2B5EF4-FFF2-40B4-BE49-F238E27FC236}">
                <a16:creationId xmlns:a16="http://schemas.microsoft.com/office/drawing/2014/main" id="{A3727229-F626-4342-977D-BCBB01D0AFD7}"/>
              </a:ext>
            </a:extLst>
          </p:cNvPr>
          <p:cNvSpPr/>
          <p:nvPr/>
        </p:nvSpPr>
        <p:spPr>
          <a:xfrm rot="16587412">
            <a:off x="3516962" y="2701411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4834127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788EE7A1-B42E-4903-AA15-A2BAEB96C656}"/>
              </a:ext>
            </a:extLst>
          </p:cNvPr>
          <p:cNvGrpSpPr/>
          <p:nvPr/>
        </p:nvGrpSpPr>
        <p:grpSpPr>
          <a:xfrm rot="176867">
            <a:off x="9307998" y="-241025"/>
            <a:ext cx="4414878" cy="3698515"/>
            <a:chOff x="8229903" y="-446149"/>
            <a:chExt cx="4414878" cy="3698515"/>
          </a:xfrm>
        </p:grpSpPr>
        <p:grpSp>
          <p:nvGrpSpPr>
            <p:cNvPr id="250" name="Group 2604">
              <a:extLst>
                <a:ext uri="{FF2B5EF4-FFF2-40B4-BE49-F238E27FC236}">
                  <a16:creationId xmlns:a16="http://schemas.microsoft.com/office/drawing/2014/main" id="{05FB049D-2690-44C1-819A-C4A55FFAB10E}"/>
                </a:ext>
              </a:extLst>
            </p:cNvPr>
            <p:cNvGrpSpPr/>
            <p:nvPr/>
          </p:nvGrpSpPr>
          <p:grpSpPr>
            <a:xfrm>
              <a:off x="10498247" y="2220483"/>
              <a:ext cx="1015843" cy="210700"/>
              <a:chOff x="9201220" y="3009424"/>
              <a:chExt cx="285760" cy="59270"/>
            </a:xfrm>
          </p:grpSpPr>
          <p:sp>
            <p:nvSpPr>
              <p:cNvPr id="251" name="Oval 2605">
                <a:extLst>
                  <a:ext uri="{FF2B5EF4-FFF2-40B4-BE49-F238E27FC236}">
                    <a16:creationId xmlns:a16="http://schemas.microsoft.com/office/drawing/2014/main" id="{005DC6E2-048C-4E33-95F2-68627E9DD01B}"/>
                  </a:ext>
                </a:extLst>
              </p:cNvPr>
              <p:cNvSpPr/>
              <p:nvPr/>
            </p:nvSpPr>
            <p:spPr>
              <a:xfrm flipH="1" flipV="1">
                <a:off x="9437644" y="3045303"/>
                <a:ext cx="25200" cy="216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52" name="Rectangle 2606">
                <a:extLst>
                  <a:ext uri="{FF2B5EF4-FFF2-40B4-BE49-F238E27FC236}">
                    <a16:creationId xmlns:a16="http://schemas.microsoft.com/office/drawing/2014/main" id="{F7A45499-99F5-4D22-91A1-EC254788595A}"/>
                  </a:ext>
                </a:extLst>
              </p:cNvPr>
              <p:cNvSpPr/>
              <p:nvPr/>
            </p:nvSpPr>
            <p:spPr>
              <a:xfrm>
                <a:off x="9201220" y="3009424"/>
                <a:ext cx="285760" cy="5927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r>
                  <a:rPr lang="en-US" sz="1400" b="1" dirty="0">
                    <a:solidFill>
                      <a:schemeClr val="tx1"/>
                    </a:solidFill>
                    <a:latin typeface="Arial" pitchFamily="34" charset="0"/>
                    <a:ea typeface="맑은 고딕" panose="020B0503020000020004" pitchFamily="50" charset="-127"/>
                    <a:cs typeface="Arial" pitchFamily="34" charset="0"/>
                  </a:rPr>
                  <a:t>Savannah</a:t>
                </a:r>
              </a:p>
            </p:txBody>
          </p:sp>
        </p:grpSp>
        <p:grpSp>
          <p:nvGrpSpPr>
            <p:cNvPr id="261" name="Group 2595">
              <a:extLst>
                <a:ext uri="{FF2B5EF4-FFF2-40B4-BE49-F238E27FC236}">
                  <a16:creationId xmlns:a16="http://schemas.microsoft.com/office/drawing/2014/main" id="{B62C22BD-8EC4-43FF-9F9F-6D5F3E1C7055}"/>
                </a:ext>
              </a:extLst>
            </p:cNvPr>
            <p:cNvGrpSpPr/>
            <p:nvPr/>
          </p:nvGrpSpPr>
          <p:grpSpPr>
            <a:xfrm>
              <a:off x="11097747" y="1734232"/>
              <a:ext cx="852943" cy="251299"/>
              <a:chOff x="9276596" y="2996212"/>
              <a:chExt cx="239936" cy="70691"/>
            </a:xfrm>
          </p:grpSpPr>
          <p:sp>
            <p:nvSpPr>
              <p:cNvPr id="262" name="Oval 2596">
                <a:extLst>
                  <a:ext uri="{FF2B5EF4-FFF2-40B4-BE49-F238E27FC236}">
                    <a16:creationId xmlns:a16="http://schemas.microsoft.com/office/drawing/2014/main" id="{700B8FA0-DCAC-436B-9A35-6B802359701C}"/>
                  </a:ext>
                </a:extLst>
              </p:cNvPr>
              <p:cNvSpPr/>
              <p:nvPr/>
            </p:nvSpPr>
            <p:spPr>
              <a:xfrm flipH="1" flipV="1">
                <a:off x="9437644" y="3045303"/>
                <a:ext cx="25200" cy="216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63" name="Rectangle 2597">
                <a:extLst>
                  <a:ext uri="{FF2B5EF4-FFF2-40B4-BE49-F238E27FC236}">
                    <a16:creationId xmlns:a16="http://schemas.microsoft.com/office/drawing/2014/main" id="{B75FE27F-7F3D-4D12-8FAE-940B1600FFAB}"/>
                  </a:ext>
                </a:extLst>
              </p:cNvPr>
              <p:cNvSpPr/>
              <p:nvPr/>
            </p:nvSpPr>
            <p:spPr>
              <a:xfrm>
                <a:off x="9276596" y="2996212"/>
                <a:ext cx="239936" cy="3966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r>
                  <a:rPr lang="en-US" sz="1400" b="1" dirty="0">
                    <a:solidFill>
                      <a:schemeClr val="tx1"/>
                    </a:solidFill>
                    <a:latin typeface="Arial" pitchFamily="34" charset="0"/>
                    <a:ea typeface="맑은 고딕" panose="020B0503020000020004" pitchFamily="50" charset="-127"/>
                    <a:cs typeface="Arial" pitchFamily="34" charset="0"/>
                  </a:rPr>
                  <a:t>New York</a:t>
                </a:r>
              </a:p>
            </p:txBody>
          </p:sp>
        </p:grpSp>
        <p:grpSp>
          <p:nvGrpSpPr>
            <p:cNvPr id="274" name="组合 218">
              <a:extLst>
                <a:ext uri="{FF2B5EF4-FFF2-40B4-BE49-F238E27FC236}">
                  <a16:creationId xmlns:a16="http://schemas.microsoft.com/office/drawing/2014/main" id="{AC13606F-2D37-4FE3-9AE9-F166E2973946}"/>
                </a:ext>
              </a:extLst>
            </p:cNvPr>
            <p:cNvGrpSpPr/>
            <p:nvPr/>
          </p:nvGrpSpPr>
          <p:grpSpPr>
            <a:xfrm>
              <a:off x="10307276" y="2444147"/>
              <a:ext cx="1115843" cy="219804"/>
              <a:chOff x="7801559" y="2893224"/>
              <a:chExt cx="1115843" cy="219804"/>
            </a:xfrm>
          </p:grpSpPr>
          <p:sp>
            <p:nvSpPr>
              <p:cNvPr id="275" name="Oval 2569">
                <a:extLst>
                  <a:ext uri="{FF2B5EF4-FFF2-40B4-BE49-F238E27FC236}">
                    <a16:creationId xmlns:a16="http://schemas.microsoft.com/office/drawing/2014/main" id="{6B6FA8E2-FE78-4651-B591-E7DE84E20E55}"/>
                  </a:ext>
                </a:extLst>
              </p:cNvPr>
              <p:cNvSpPr/>
              <p:nvPr/>
            </p:nvSpPr>
            <p:spPr>
              <a:xfrm flipH="1" flipV="1">
                <a:off x="8827819" y="2893224"/>
                <a:ext cx="89583" cy="7678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76" name="Rectangle 2570">
                <a:extLst>
                  <a:ext uri="{FF2B5EF4-FFF2-40B4-BE49-F238E27FC236}">
                    <a16:creationId xmlns:a16="http://schemas.microsoft.com/office/drawing/2014/main" id="{0E17C9C0-5817-420E-AA0A-0D8715521438}"/>
                  </a:ext>
                </a:extLst>
              </p:cNvPr>
              <p:cNvSpPr/>
              <p:nvPr/>
            </p:nvSpPr>
            <p:spPr>
              <a:xfrm>
                <a:off x="7801559" y="2908373"/>
                <a:ext cx="1066039" cy="20465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r>
                  <a:rPr lang="en-US" sz="1400" b="1" dirty="0">
                    <a:solidFill>
                      <a:schemeClr val="tx1"/>
                    </a:solidFill>
                    <a:latin typeface="Arial" pitchFamily="34" charset="0"/>
                    <a:ea typeface="맑은 고딕" panose="020B0503020000020004" pitchFamily="50" charset="-127"/>
                    <a:cs typeface="Arial" pitchFamily="34" charset="0"/>
                  </a:rPr>
                  <a:t>Jacksonville</a:t>
                </a:r>
              </a:p>
            </p:txBody>
          </p:sp>
        </p:grpSp>
        <p:grpSp>
          <p:nvGrpSpPr>
            <p:cNvPr id="277" name="Group 2610">
              <a:extLst>
                <a:ext uri="{FF2B5EF4-FFF2-40B4-BE49-F238E27FC236}">
                  <a16:creationId xmlns:a16="http://schemas.microsoft.com/office/drawing/2014/main" id="{38F8C59D-F28F-4371-B0A7-9A0AB57FDCC5}"/>
                </a:ext>
              </a:extLst>
            </p:cNvPr>
            <p:cNvGrpSpPr/>
            <p:nvPr/>
          </p:nvGrpSpPr>
          <p:grpSpPr>
            <a:xfrm>
              <a:off x="10147607" y="1975872"/>
              <a:ext cx="1418062" cy="303703"/>
              <a:chOff x="9066478" y="2981471"/>
              <a:chExt cx="398906" cy="85432"/>
            </a:xfrm>
          </p:grpSpPr>
          <p:sp>
            <p:nvSpPr>
              <p:cNvPr id="278" name="Oval 2611">
                <a:extLst>
                  <a:ext uri="{FF2B5EF4-FFF2-40B4-BE49-F238E27FC236}">
                    <a16:creationId xmlns:a16="http://schemas.microsoft.com/office/drawing/2014/main" id="{C708939D-C071-49D1-9383-1ABB0602DEF4}"/>
                  </a:ext>
                </a:extLst>
              </p:cNvPr>
              <p:cNvSpPr/>
              <p:nvPr/>
            </p:nvSpPr>
            <p:spPr>
              <a:xfrm flipH="1" flipV="1">
                <a:off x="9437644" y="3045303"/>
                <a:ext cx="25200" cy="216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79" name="Rectangle 2612">
                <a:extLst>
                  <a:ext uri="{FF2B5EF4-FFF2-40B4-BE49-F238E27FC236}">
                    <a16:creationId xmlns:a16="http://schemas.microsoft.com/office/drawing/2014/main" id="{168451DF-15A7-470A-A27F-F6C3CFC6F854}"/>
                  </a:ext>
                </a:extLst>
              </p:cNvPr>
              <p:cNvSpPr/>
              <p:nvPr/>
            </p:nvSpPr>
            <p:spPr>
              <a:xfrm>
                <a:off x="9066478" y="2981471"/>
                <a:ext cx="398906" cy="6538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r>
                  <a:rPr lang="en-US" sz="1400" b="1" dirty="0">
                    <a:solidFill>
                      <a:schemeClr val="tx1"/>
                    </a:solidFill>
                    <a:latin typeface="Arial" pitchFamily="34" charset="0"/>
                    <a:ea typeface="맑은 고딕" panose="020B0503020000020004" pitchFamily="50" charset="-127"/>
                    <a:cs typeface="Arial" pitchFamily="34" charset="0"/>
                  </a:rPr>
                  <a:t>Wilmington (NC)</a:t>
                </a:r>
              </a:p>
            </p:txBody>
          </p:sp>
        </p:grpSp>
        <p:sp>
          <p:nvSpPr>
            <p:cNvPr id="280" name="Freeform 334">
              <a:extLst>
                <a:ext uri="{FF2B5EF4-FFF2-40B4-BE49-F238E27FC236}">
                  <a16:creationId xmlns:a16="http://schemas.microsoft.com/office/drawing/2014/main" id="{600213CA-E76F-4601-A7C5-4257C62047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29903" y="-446149"/>
              <a:ext cx="2061574" cy="1572113"/>
            </a:xfrm>
            <a:custGeom>
              <a:avLst/>
              <a:gdLst>
                <a:gd name="T0" fmla="*/ 550 w 636"/>
                <a:gd name="T1" fmla="*/ 471 h 485"/>
                <a:gd name="T2" fmla="*/ 554 w 636"/>
                <a:gd name="T3" fmla="*/ 471 h 485"/>
                <a:gd name="T4" fmla="*/ 5 w 636"/>
                <a:gd name="T5" fmla="*/ 458 h 485"/>
                <a:gd name="T6" fmla="*/ 552 w 636"/>
                <a:gd name="T7" fmla="*/ 459 h 485"/>
                <a:gd name="T8" fmla="*/ 556 w 636"/>
                <a:gd name="T9" fmla="*/ 450 h 485"/>
                <a:gd name="T10" fmla="*/ 541 w 636"/>
                <a:gd name="T11" fmla="*/ 484 h 485"/>
                <a:gd name="T12" fmla="*/ 550 w 636"/>
                <a:gd name="T13" fmla="*/ 452 h 485"/>
                <a:gd name="T14" fmla="*/ 542 w 636"/>
                <a:gd name="T15" fmla="*/ 438 h 485"/>
                <a:gd name="T16" fmla="*/ 182 w 636"/>
                <a:gd name="T17" fmla="*/ 433 h 485"/>
                <a:gd name="T18" fmla="*/ 157 w 636"/>
                <a:gd name="T19" fmla="*/ 443 h 485"/>
                <a:gd name="T20" fmla="*/ 176 w 636"/>
                <a:gd name="T21" fmla="*/ 431 h 485"/>
                <a:gd name="T22" fmla="*/ 528 w 636"/>
                <a:gd name="T23" fmla="*/ 439 h 485"/>
                <a:gd name="T24" fmla="*/ 229 w 636"/>
                <a:gd name="T25" fmla="*/ 417 h 485"/>
                <a:gd name="T26" fmla="*/ 240 w 636"/>
                <a:gd name="T27" fmla="*/ 416 h 485"/>
                <a:gd name="T28" fmla="*/ 536 w 636"/>
                <a:gd name="T29" fmla="*/ 422 h 485"/>
                <a:gd name="T30" fmla="*/ 545 w 636"/>
                <a:gd name="T31" fmla="*/ 425 h 485"/>
                <a:gd name="T32" fmla="*/ 352 w 636"/>
                <a:gd name="T33" fmla="*/ 370 h 485"/>
                <a:gd name="T34" fmla="*/ 331 w 636"/>
                <a:gd name="T35" fmla="*/ 392 h 485"/>
                <a:gd name="T36" fmla="*/ 341 w 636"/>
                <a:gd name="T37" fmla="*/ 367 h 485"/>
                <a:gd name="T38" fmla="*/ 357 w 636"/>
                <a:gd name="T39" fmla="*/ 358 h 485"/>
                <a:gd name="T40" fmla="*/ 278 w 636"/>
                <a:gd name="T41" fmla="*/ 334 h 485"/>
                <a:gd name="T42" fmla="*/ 437 w 636"/>
                <a:gd name="T43" fmla="*/ 323 h 485"/>
                <a:gd name="T44" fmla="*/ 245 w 636"/>
                <a:gd name="T45" fmla="*/ 288 h 485"/>
                <a:gd name="T46" fmla="*/ 290 w 636"/>
                <a:gd name="T47" fmla="*/ 218 h 485"/>
                <a:gd name="T48" fmla="*/ 259 w 636"/>
                <a:gd name="T49" fmla="*/ 193 h 485"/>
                <a:gd name="T50" fmla="*/ 537 w 636"/>
                <a:gd name="T51" fmla="*/ 9 h 485"/>
                <a:gd name="T52" fmla="*/ 539 w 636"/>
                <a:gd name="T53" fmla="*/ 22 h 485"/>
                <a:gd name="T54" fmla="*/ 578 w 636"/>
                <a:gd name="T55" fmla="*/ 50 h 485"/>
                <a:gd name="T56" fmla="*/ 606 w 636"/>
                <a:gd name="T57" fmla="*/ 75 h 485"/>
                <a:gd name="T58" fmla="*/ 532 w 636"/>
                <a:gd name="T59" fmla="*/ 380 h 485"/>
                <a:gd name="T60" fmla="*/ 564 w 636"/>
                <a:gd name="T61" fmla="*/ 445 h 485"/>
                <a:gd name="T62" fmla="*/ 564 w 636"/>
                <a:gd name="T63" fmla="*/ 475 h 485"/>
                <a:gd name="T64" fmla="*/ 557 w 636"/>
                <a:gd name="T65" fmla="*/ 439 h 485"/>
                <a:gd name="T66" fmla="*/ 552 w 636"/>
                <a:gd name="T67" fmla="*/ 409 h 485"/>
                <a:gd name="T68" fmla="*/ 536 w 636"/>
                <a:gd name="T69" fmla="*/ 393 h 485"/>
                <a:gd name="T70" fmla="*/ 520 w 636"/>
                <a:gd name="T71" fmla="*/ 388 h 485"/>
                <a:gd name="T72" fmla="*/ 498 w 636"/>
                <a:gd name="T73" fmla="*/ 356 h 485"/>
                <a:gd name="T74" fmla="*/ 463 w 636"/>
                <a:gd name="T75" fmla="*/ 333 h 485"/>
                <a:gd name="T76" fmla="*/ 448 w 636"/>
                <a:gd name="T77" fmla="*/ 313 h 485"/>
                <a:gd name="T78" fmla="*/ 427 w 636"/>
                <a:gd name="T79" fmla="*/ 329 h 485"/>
                <a:gd name="T80" fmla="*/ 382 w 636"/>
                <a:gd name="T81" fmla="*/ 346 h 485"/>
                <a:gd name="T82" fmla="*/ 420 w 636"/>
                <a:gd name="T83" fmla="*/ 308 h 485"/>
                <a:gd name="T84" fmla="*/ 379 w 636"/>
                <a:gd name="T85" fmla="*/ 321 h 485"/>
                <a:gd name="T86" fmla="*/ 345 w 636"/>
                <a:gd name="T87" fmla="*/ 355 h 485"/>
                <a:gd name="T88" fmla="*/ 307 w 636"/>
                <a:gd name="T89" fmla="*/ 377 h 485"/>
                <a:gd name="T90" fmla="*/ 271 w 636"/>
                <a:gd name="T91" fmla="*/ 400 h 485"/>
                <a:gd name="T92" fmla="*/ 236 w 636"/>
                <a:gd name="T93" fmla="*/ 408 h 485"/>
                <a:gd name="T94" fmla="*/ 220 w 636"/>
                <a:gd name="T95" fmla="*/ 409 h 485"/>
                <a:gd name="T96" fmla="*/ 279 w 636"/>
                <a:gd name="T97" fmla="*/ 381 h 485"/>
                <a:gd name="T98" fmla="*/ 307 w 636"/>
                <a:gd name="T99" fmla="*/ 338 h 485"/>
                <a:gd name="T100" fmla="*/ 266 w 636"/>
                <a:gd name="T101" fmla="*/ 329 h 485"/>
                <a:gd name="T102" fmla="*/ 286 w 636"/>
                <a:gd name="T103" fmla="*/ 283 h 485"/>
                <a:gd name="T104" fmla="*/ 274 w 636"/>
                <a:gd name="T105" fmla="*/ 275 h 485"/>
                <a:gd name="T106" fmla="*/ 265 w 636"/>
                <a:gd name="T107" fmla="*/ 245 h 485"/>
                <a:gd name="T108" fmla="*/ 328 w 636"/>
                <a:gd name="T109" fmla="*/ 205 h 485"/>
                <a:gd name="T110" fmla="*/ 356 w 636"/>
                <a:gd name="T111" fmla="*/ 172 h 485"/>
                <a:gd name="T112" fmla="*/ 312 w 636"/>
                <a:gd name="T113" fmla="*/ 151 h 485"/>
                <a:gd name="T114" fmla="*/ 342 w 636"/>
                <a:gd name="T115" fmla="*/ 123 h 485"/>
                <a:gd name="T116" fmla="*/ 386 w 636"/>
                <a:gd name="T117" fmla="*/ 135 h 485"/>
                <a:gd name="T118" fmla="*/ 391 w 636"/>
                <a:gd name="T119" fmla="*/ 125 h 485"/>
                <a:gd name="T120" fmla="*/ 406 w 636"/>
                <a:gd name="T121" fmla="*/ 48 h 485"/>
                <a:gd name="T122" fmla="*/ 486 w 636"/>
                <a:gd name="T123" fmla="*/ 9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6" h="485">
                  <a:moveTo>
                    <a:pt x="553" y="480"/>
                  </a:moveTo>
                  <a:lnTo>
                    <a:pt x="554" y="481"/>
                  </a:lnTo>
                  <a:lnTo>
                    <a:pt x="553" y="483"/>
                  </a:lnTo>
                  <a:lnTo>
                    <a:pt x="552" y="481"/>
                  </a:lnTo>
                  <a:lnTo>
                    <a:pt x="553" y="480"/>
                  </a:lnTo>
                  <a:close/>
                  <a:moveTo>
                    <a:pt x="535" y="476"/>
                  </a:moveTo>
                  <a:lnTo>
                    <a:pt x="536" y="477"/>
                  </a:lnTo>
                  <a:lnTo>
                    <a:pt x="535" y="479"/>
                  </a:lnTo>
                  <a:lnTo>
                    <a:pt x="537" y="481"/>
                  </a:lnTo>
                  <a:lnTo>
                    <a:pt x="535" y="484"/>
                  </a:lnTo>
                  <a:lnTo>
                    <a:pt x="535" y="484"/>
                  </a:lnTo>
                  <a:lnTo>
                    <a:pt x="535" y="481"/>
                  </a:lnTo>
                  <a:lnTo>
                    <a:pt x="532" y="479"/>
                  </a:lnTo>
                  <a:lnTo>
                    <a:pt x="533" y="477"/>
                  </a:lnTo>
                  <a:lnTo>
                    <a:pt x="535" y="476"/>
                  </a:lnTo>
                  <a:close/>
                  <a:moveTo>
                    <a:pt x="539" y="475"/>
                  </a:moveTo>
                  <a:lnTo>
                    <a:pt x="539" y="476"/>
                  </a:lnTo>
                  <a:lnTo>
                    <a:pt x="539" y="477"/>
                  </a:lnTo>
                  <a:lnTo>
                    <a:pt x="537" y="476"/>
                  </a:lnTo>
                  <a:lnTo>
                    <a:pt x="539" y="475"/>
                  </a:lnTo>
                  <a:close/>
                  <a:moveTo>
                    <a:pt x="554" y="475"/>
                  </a:moveTo>
                  <a:lnTo>
                    <a:pt x="556" y="477"/>
                  </a:lnTo>
                  <a:lnTo>
                    <a:pt x="553" y="479"/>
                  </a:lnTo>
                  <a:lnTo>
                    <a:pt x="552" y="477"/>
                  </a:lnTo>
                  <a:lnTo>
                    <a:pt x="553" y="476"/>
                  </a:lnTo>
                  <a:lnTo>
                    <a:pt x="552" y="475"/>
                  </a:lnTo>
                  <a:lnTo>
                    <a:pt x="554" y="475"/>
                  </a:lnTo>
                  <a:close/>
                  <a:moveTo>
                    <a:pt x="535" y="473"/>
                  </a:moveTo>
                  <a:lnTo>
                    <a:pt x="536" y="473"/>
                  </a:lnTo>
                  <a:lnTo>
                    <a:pt x="536" y="475"/>
                  </a:lnTo>
                  <a:lnTo>
                    <a:pt x="535" y="476"/>
                  </a:lnTo>
                  <a:lnTo>
                    <a:pt x="533" y="473"/>
                  </a:lnTo>
                  <a:lnTo>
                    <a:pt x="535" y="473"/>
                  </a:lnTo>
                  <a:close/>
                  <a:moveTo>
                    <a:pt x="552" y="470"/>
                  </a:moveTo>
                  <a:lnTo>
                    <a:pt x="553" y="472"/>
                  </a:lnTo>
                  <a:lnTo>
                    <a:pt x="552" y="475"/>
                  </a:lnTo>
                  <a:lnTo>
                    <a:pt x="552" y="472"/>
                  </a:lnTo>
                  <a:lnTo>
                    <a:pt x="550" y="471"/>
                  </a:lnTo>
                  <a:lnTo>
                    <a:pt x="552" y="470"/>
                  </a:lnTo>
                  <a:close/>
                  <a:moveTo>
                    <a:pt x="533" y="470"/>
                  </a:moveTo>
                  <a:lnTo>
                    <a:pt x="533" y="472"/>
                  </a:lnTo>
                  <a:lnTo>
                    <a:pt x="532" y="471"/>
                  </a:lnTo>
                  <a:lnTo>
                    <a:pt x="533" y="470"/>
                  </a:lnTo>
                  <a:close/>
                  <a:moveTo>
                    <a:pt x="1" y="468"/>
                  </a:moveTo>
                  <a:lnTo>
                    <a:pt x="1" y="470"/>
                  </a:lnTo>
                  <a:lnTo>
                    <a:pt x="0" y="470"/>
                  </a:lnTo>
                  <a:lnTo>
                    <a:pt x="1" y="468"/>
                  </a:lnTo>
                  <a:close/>
                  <a:moveTo>
                    <a:pt x="531" y="467"/>
                  </a:moveTo>
                  <a:lnTo>
                    <a:pt x="532" y="468"/>
                  </a:lnTo>
                  <a:lnTo>
                    <a:pt x="531" y="471"/>
                  </a:lnTo>
                  <a:lnTo>
                    <a:pt x="531" y="467"/>
                  </a:lnTo>
                  <a:close/>
                  <a:moveTo>
                    <a:pt x="3" y="463"/>
                  </a:moveTo>
                  <a:lnTo>
                    <a:pt x="5" y="464"/>
                  </a:lnTo>
                  <a:lnTo>
                    <a:pt x="3" y="466"/>
                  </a:lnTo>
                  <a:lnTo>
                    <a:pt x="1" y="464"/>
                  </a:lnTo>
                  <a:lnTo>
                    <a:pt x="3" y="463"/>
                  </a:lnTo>
                  <a:close/>
                  <a:moveTo>
                    <a:pt x="66" y="462"/>
                  </a:moveTo>
                  <a:lnTo>
                    <a:pt x="72" y="463"/>
                  </a:lnTo>
                  <a:lnTo>
                    <a:pt x="74" y="463"/>
                  </a:lnTo>
                  <a:lnTo>
                    <a:pt x="75" y="464"/>
                  </a:lnTo>
                  <a:lnTo>
                    <a:pt x="72" y="464"/>
                  </a:lnTo>
                  <a:lnTo>
                    <a:pt x="67" y="463"/>
                  </a:lnTo>
                  <a:lnTo>
                    <a:pt x="66" y="464"/>
                  </a:lnTo>
                  <a:lnTo>
                    <a:pt x="65" y="463"/>
                  </a:lnTo>
                  <a:lnTo>
                    <a:pt x="66" y="462"/>
                  </a:lnTo>
                  <a:close/>
                  <a:moveTo>
                    <a:pt x="562" y="460"/>
                  </a:moveTo>
                  <a:lnTo>
                    <a:pt x="564" y="463"/>
                  </a:lnTo>
                  <a:lnTo>
                    <a:pt x="562" y="466"/>
                  </a:lnTo>
                  <a:lnTo>
                    <a:pt x="562" y="468"/>
                  </a:lnTo>
                  <a:lnTo>
                    <a:pt x="560" y="472"/>
                  </a:lnTo>
                  <a:lnTo>
                    <a:pt x="556" y="475"/>
                  </a:lnTo>
                  <a:lnTo>
                    <a:pt x="556" y="473"/>
                  </a:lnTo>
                  <a:lnTo>
                    <a:pt x="557" y="471"/>
                  </a:lnTo>
                  <a:lnTo>
                    <a:pt x="560" y="470"/>
                  </a:lnTo>
                  <a:lnTo>
                    <a:pt x="560" y="468"/>
                  </a:lnTo>
                  <a:lnTo>
                    <a:pt x="554" y="471"/>
                  </a:lnTo>
                  <a:lnTo>
                    <a:pt x="554" y="470"/>
                  </a:lnTo>
                  <a:lnTo>
                    <a:pt x="556" y="467"/>
                  </a:lnTo>
                  <a:lnTo>
                    <a:pt x="556" y="467"/>
                  </a:lnTo>
                  <a:lnTo>
                    <a:pt x="557" y="463"/>
                  </a:lnTo>
                  <a:lnTo>
                    <a:pt x="560" y="462"/>
                  </a:lnTo>
                  <a:lnTo>
                    <a:pt x="560" y="460"/>
                  </a:lnTo>
                  <a:lnTo>
                    <a:pt x="562" y="460"/>
                  </a:lnTo>
                  <a:close/>
                  <a:moveTo>
                    <a:pt x="537" y="459"/>
                  </a:moveTo>
                  <a:lnTo>
                    <a:pt x="537" y="460"/>
                  </a:lnTo>
                  <a:lnTo>
                    <a:pt x="536" y="460"/>
                  </a:lnTo>
                  <a:lnTo>
                    <a:pt x="536" y="459"/>
                  </a:lnTo>
                  <a:lnTo>
                    <a:pt x="537" y="459"/>
                  </a:lnTo>
                  <a:close/>
                  <a:moveTo>
                    <a:pt x="32" y="459"/>
                  </a:moveTo>
                  <a:lnTo>
                    <a:pt x="33" y="459"/>
                  </a:lnTo>
                  <a:lnTo>
                    <a:pt x="34" y="462"/>
                  </a:lnTo>
                  <a:lnTo>
                    <a:pt x="32" y="464"/>
                  </a:lnTo>
                  <a:lnTo>
                    <a:pt x="29" y="464"/>
                  </a:lnTo>
                  <a:lnTo>
                    <a:pt x="30" y="462"/>
                  </a:lnTo>
                  <a:lnTo>
                    <a:pt x="32" y="462"/>
                  </a:lnTo>
                  <a:lnTo>
                    <a:pt x="32" y="459"/>
                  </a:lnTo>
                  <a:close/>
                  <a:moveTo>
                    <a:pt x="26" y="458"/>
                  </a:moveTo>
                  <a:lnTo>
                    <a:pt x="28" y="459"/>
                  </a:lnTo>
                  <a:lnTo>
                    <a:pt x="26" y="460"/>
                  </a:lnTo>
                  <a:lnTo>
                    <a:pt x="26" y="463"/>
                  </a:lnTo>
                  <a:lnTo>
                    <a:pt x="24" y="464"/>
                  </a:lnTo>
                  <a:lnTo>
                    <a:pt x="22" y="464"/>
                  </a:lnTo>
                  <a:lnTo>
                    <a:pt x="24" y="462"/>
                  </a:lnTo>
                  <a:lnTo>
                    <a:pt x="25" y="460"/>
                  </a:lnTo>
                  <a:lnTo>
                    <a:pt x="26" y="458"/>
                  </a:lnTo>
                  <a:close/>
                  <a:moveTo>
                    <a:pt x="84" y="458"/>
                  </a:moveTo>
                  <a:lnTo>
                    <a:pt x="86" y="459"/>
                  </a:lnTo>
                  <a:lnTo>
                    <a:pt x="83" y="460"/>
                  </a:lnTo>
                  <a:lnTo>
                    <a:pt x="80" y="460"/>
                  </a:lnTo>
                  <a:lnTo>
                    <a:pt x="80" y="458"/>
                  </a:lnTo>
                  <a:lnTo>
                    <a:pt x="84" y="458"/>
                  </a:lnTo>
                  <a:close/>
                  <a:moveTo>
                    <a:pt x="8" y="456"/>
                  </a:moveTo>
                  <a:lnTo>
                    <a:pt x="7" y="459"/>
                  </a:lnTo>
                  <a:lnTo>
                    <a:pt x="5" y="458"/>
                  </a:lnTo>
                  <a:lnTo>
                    <a:pt x="8" y="456"/>
                  </a:lnTo>
                  <a:close/>
                  <a:moveTo>
                    <a:pt x="16" y="456"/>
                  </a:moveTo>
                  <a:lnTo>
                    <a:pt x="17" y="456"/>
                  </a:lnTo>
                  <a:lnTo>
                    <a:pt x="21" y="459"/>
                  </a:lnTo>
                  <a:lnTo>
                    <a:pt x="18" y="460"/>
                  </a:lnTo>
                  <a:lnTo>
                    <a:pt x="17" y="462"/>
                  </a:lnTo>
                  <a:lnTo>
                    <a:pt x="16" y="462"/>
                  </a:lnTo>
                  <a:lnTo>
                    <a:pt x="16" y="460"/>
                  </a:lnTo>
                  <a:lnTo>
                    <a:pt x="17" y="460"/>
                  </a:lnTo>
                  <a:lnTo>
                    <a:pt x="14" y="459"/>
                  </a:lnTo>
                  <a:lnTo>
                    <a:pt x="14" y="458"/>
                  </a:lnTo>
                  <a:lnTo>
                    <a:pt x="16" y="456"/>
                  </a:lnTo>
                  <a:close/>
                  <a:moveTo>
                    <a:pt x="97" y="455"/>
                  </a:moveTo>
                  <a:lnTo>
                    <a:pt x="99" y="458"/>
                  </a:lnTo>
                  <a:lnTo>
                    <a:pt x="97" y="458"/>
                  </a:lnTo>
                  <a:lnTo>
                    <a:pt x="97" y="455"/>
                  </a:lnTo>
                  <a:close/>
                  <a:moveTo>
                    <a:pt x="62" y="455"/>
                  </a:moveTo>
                  <a:lnTo>
                    <a:pt x="63" y="455"/>
                  </a:lnTo>
                  <a:lnTo>
                    <a:pt x="65" y="458"/>
                  </a:lnTo>
                  <a:lnTo>
                    <a:pt x="62" y="459"/>
                  </a:lnTo>
                  <a:lnTo>
                    <a:pt x="63" y="462"/>
                  </a:lnTo>
                  <a:lnTo>
                    <a:pt x="59" y="460"/>
                  </a:lnTo>
                  <a:lnTo>
                    <a:pt x="57" y="462"/>
                  </a:lnTo>
                  <a:lnTo>
                    <a:pt x="54" y="462"/>
                  </a:lnTo>
                  <a:lnTo>
                    <a:pt x="53" y="462"/>
                  </a:lnTo>
                  <a:lnTo>
                    <a:pt x="51" y="460"/>
                  </a:lnTo>
                  <a:lnTo>
                    <a:pt x="53" y="459"/>
                  </a:lnTo>
                  <a:lnTo>
                    <a:pt x="54" y="460"/>
                  </a:lnTo>
                  <a:lnTo>
                    <a:pt x="55" y="460"/>
                  </a:lnTo>
                  <a:lnTo>
                    <a:pt x="58" y="459"/>
                  </a:lnTo>
                  <a:lnTo>
                    <a:pt x="58" y="459"/>
                  </a:lnTo>
                  <a:lnTo>
                    <a:pt x="59" y="458"/>
                  </a:lnTo>
                  <a:lnTo>
                    <a:pt x="59" y="456"/>
                  </a:lnTo>
                  <a:lnTo>
                    <a:pt x="62" y="455"/>
                  </a:lnTo>
                  <a:close/>
                  <a:moveTo>
                    <a:pt x="553" y="455"/>
                  </a:moveTo>
                  <a:lnTo>
                    <a:pt x="554" y="455"/>
                  </a:lnTo>
                  <a:lnTo>
                    <a:pt x="554" y="458"/>
                  </a:lnTo>
                  <a:lnTo>
                    <a:pt x="552" y="459"/>
                  </a:lnTo>
                  <a:lnTo>
                    <a:pt x="550" y="458"/>
                  </a:lnTo>
                  <a:lnTo>
                    <a:pt x="553" y="455"/>
                  </a:lnTo>
                  <a:close/>
                  <a:moveTo>
                    <a:pt x="529" y="455"/>
                  </a:moveTo>
                  <a:lnTo>
                    <a:pt x="531" y="455"/>
                  </a:lnTo>
                  <a:lnTo>
                    <a:pt x="529" y="456"/>
                  </a:lnTo>
                  <a:lnTo>
                    <a:pt x="529" y="455"/>
                  </a:lnTo>
                  <a:close/>
                  <a:moveTo>
                    <a:pt x="112" y="452"/>
                  </a:moveTo>
                  <a:lnTo>
                    <a:pt x="113" y="454"/>
                  </a:lnTo>
                  <a:lnTo>
                    <a:pt x="113" y="455"/>
                  </a:lnTo>
                  <a:lnTo>
                    <a:pt x="111" y="454"/>
                  </a:lnTo>
                  <a:lnTo>
                    <a:pt x="112" y="452"/>
                  </a:lnTo>
                  <a:close/>
                  <a:moveTo>
                    <a:pt x="540" y="452"/>
                  </a:moveTo>
                  <a:lnTo>
                    <a:pt x="541" y="454"/>
                  </a:lnTo>
                  <a:lnTo>
                    <a:pt x="540" y="455"/>
                  </a:lnTo>
                  <a:lnTo>
                    <a:pt x="539" y="455"/>
                  </a:lnTo>
                  <a:lnTo>
                    <a:pt x="537" y="456"/>
                  </a:lnTo>
                  <a:lnTo>
                    <a:pt x="536" y="456"/>
                  </a:lnTo>
                  <a:lnTo>
                    <a:pt x="537" y="454"/>
                  </a:lnTo>
                  <a:lnTo>
                    <a:pt x="540" y="452"/>
                  </a:lnTo>
                  <a:close/>
                  <a:moveTo>
                    <a:pt x="105" y="452"/>
                  </a:moveTo>
                  <a:lnTo>
                    <a:pt x="108" y="454"/>
                  </a:lnTo>
                  <a:lnTo>
                    <a:pt x="107" y="454"/>
                  </a:lnTo>
                  <a:lnTo>
                    <a:pt x="104" y="456"/>
                  </a:lnTo>
                  <a:lnTo>
                    <a:pt x="104" y="454"/>
                  </a:lnTo>
                  <a:lnTo>
                    <a:pt x="105" y="452"/>
                  </a:lnTo>
                  <a:close/>
                  <a:moveTo>
                    <a:pt x="553" y="451"/>
                  </a:moveTo>
                  <a:lnTo>
                    <a:pt x="553" y="452"/>
                  </a:lnTo>
                  <a:lnTo>
                    <a:pt x="552" y="454"/>
                  </a:lnTo>
                  <a:lnTo>
                    <a:pt x="550" y="456"/>
                  </a:lnTo>
                  <a:lnTo>
                    <a:pt x="549" y="455"/>
                  </a:lnTo>
                  <a:lnTo>
                    <a:pt x="549" y="454"/>
                  </a:lnTo>
                  <a:lnTo>
                    <a:pt x="553" y="451"/>
                  </a:lnTo>
                  <a:close/>
                  <a:moveTo>
                    <a:pt x="117" y="451"/>
                  </a:moveTo>
                  <a:lnTo>
                    <a:pt x="119" y="452"/>
                  </a:lnTo>
                  <a:lnTo>
                    <a:pt x="117" y="452"/>
                  </a:lnTo>
                  <a:lnTo>
                    <a:pt x="116" y="451"/>
                  </a:lnTo>
                  <a:lnTo>
                    <a:pt x="117" y="451"/>
                  </a:lnTo>
                  <a:close/>
                  <a:moveTo>
                    <a:pt x="556" y="450"/>
                  </a:moveTo>
                  <a:lnTo>
                    <a:pt x="557" y="451"/>
                  </a:lnTo>
                  <a:lnTo>
                    <a:pt x="557" y="454"/>
                  </a:lnTo>
                  <a:lnTo>
                    <a:pt x="556" y="455"/>
                  </a:lnTo>
                  <a:lnTo>
                    <a:pt x="554" y="454"/>
                  </a:lnTo>
                  <a:lnTo>
                    <a:pt x="556" y="452"/>
                  </a:lnTo>
                  <a:lnTo>
                    <a:pt x="556" y="450"/>
                  </a:lnTo>
                  <a:close/>
                  <a:moveTo>
                    <a:pt x="541" y="448"/>
                  </a:moveTo>
                  <a:lnTo>
                    <a:pt x="544" y="450"/>
                  </a:lnTo>
                  <a:lnTo>
                    <a:pt x="545" y="452"/>
                  </a:lnTo>
                  <a:lnTo>
                    <a:pt x="544" y="454"/>
                  </a:lnTo>
                  <a:lnTo>
                    <a:pt x="542" y="455"/>
                  </a:lnTo>
                  <a:lnTo>
                    <a:pt x="545" y="456"/>
                  </a:lnTo>
                  <a:lnTo>
                    <a:pt x="545" y="456"/>
                  </a:lnTo>
                  <a:lnTo>
                    <a:pt x="548" y="458"/>
                  </a:lnTo>
                  <a:lnTo>
                    <a:pt x="548" y="462"/>
                  </a:lnTo>
                  <a:lnTo>
                    <a:pt x="546" y="462"/>
                  </a:lnTo>
                  <a:lnTo>
                    <a:pt x="548" y="464"/>
                  </a:lnTo>
                  <a:lnTo>
                    <a:pt x="548" y="466"/>
                  </a:lnTo>
                  <a:lnTo>
                    <a:pt x="546" y="466"/>
                  </a:lnTo>
                  <a:lnTo>
                    <a:pt x="546" y="466"/>
                  </a:lnTo>
                  <a:lnTo>
                    <a:pt x="545" y="467"/>
                  </a:lnTo>
                  <a:lnTo>
                    <a:pt x="548" y="470"/>
                  </a:lnTo>
                  <a:lnTo>
                    <a:pt x="549" y="471"/>
                  </a:lnTo>
                  <a:lnTo>
                    <a:pt x="546" y="472"/>
                  </a:lnTo>
                  <a:lnTo>
                    <a:pt x="546" y="473"/>
                  </a:lnTo>
                  <a:lnTo>
                    <a:pt x="548" y="473"/>
                  </a:lnTo>
                  <a:lnTo>
                    <a:pt x="549" y="473"/>
                  </a:lnTo>
                  <a:lnTo>
                    <a:pt x="549" y="476"/>
                  </a:lnTo>
                  <a:lnTo>
                    <a:pt x="546" y="477"/>
                  </a:lnTo>
                  <a:lnTo>
                    <a:pt x="545" y="477"/>
                  </a:lnTo>
                  <a:lnTo>
                    <a:pt x="544" y="479"/>
                  </a:lnTo>
                  <a:lnTo>
                    <a:pt x="545" y="479"/>
                  </a:lnTo>
                  <a:lnTo>
                    <a:pt x="546" y="480"/>
                  </a:lnTo>
                  <a:lnTo>
                    <a:pt x="545" y="481"/>
                  </a:lnTo>
                  <a:lnTo>
                    <a:pt x="546" y="483"/>
                  </a:lnTo>
                  <a:lnTo>
                    <a:pt x="545" y="484"/>
                  </a:lnTo>
                  <a:lnTo>
                    <a:pt x="542" y="484"/>
                  </a:lnTo>
                  <a:lnTo>
                    <a:pt x="541" y="484"/>
                  </a:lnTo>
                  <a:lnTo>
                    <a:pt x="542" y="481"/>
                  </a:lnTo>
                  <a:lnTo>
                    <a:pt x="540" y="480"/>
                  </a:lnTo>
                  <a:lnTo>
                    <a:pt x="540" y="477"/>
                  </a:lnTo>
                  <a:lnTo>
                    <a:pt x="542" y="476"/>
                  </a:lnTo>
                  <a:lnTo>
                    <a:pt x="541" y="475"/>
                  </a:lnTo>
                  <a:lnTo>
                    <a:pt x="541" y="473"/>
                  </a:lnTo>
                  <a:lnTo>
                    <a:pt x="542" y="472"/>
                  </a:lnTo>
                  <a:lnTo>
                    <a:pt x="542" y="472"/>
                  </a:lnTo>
                  <a:lnTo>
                    <a:pt x="540" y="472"/>
                  </a:lnTo>
                  <a:lnTo>
                    <a:pt x="540" y="473"/>
                  </a:lnTo>
                  <a:lnTo>
                    <a:pt x="539" y="472"/>
                  </a:lnTo>
                  <a:lnTo>
                    <a:pt x="537" y="472"/>
                  </a:lnTo>
                  <a:lnTo>
                    <a:pt x="536" y="471"/>
                  </a:lnTo>
                  <a:lnTo>
                    <a:pt x="537" y="470"/>
                  </a:lnTo>
                  <a:lnTo>
                    <a:pt x="539" y="470"/>
                  </a:lnTo>
                  <a:lnTo>
                    <a:pt x="539" y="468"/>
                  </a:lnTo>
                  <a:lnTo>
                    <a:pt x="539" y="467"/>
                  </a:lnTo>
                  <a:lnTo>
                    <a:pt x="541" y="466"/>
                  </a:lnTo>
                  <a:lnTo>
                    <a:pt x="541" y="464"/>
                  </a:lnTo>
                  <a:lnTo>
                    <a:pt x="540" y="464"/>
                  </a:lnTo>
                  <a:lnTo>
                    <a:pt x="539" y="464"/>
                  </a:lnTo>
                  <a:lnTo>
                    <a:pt x="539" y="463"/>
                  </a:lnTo>
                  <a:lnTo>
                    <a:pt x="539" y="462"/>
                  </a:lnTo>
                  <a:lnTo>
                    <a:pt x="541" y="462"/>
                  </a:lnTo>
                  <a:lnTo>
                    <a:pt x="541" y="459"/>
                  </a:lnTo>
                  <a:lnTo>
                    <a:pt x="541" y="458"/>
                  </a:lnTo>
                  <a:lnTo>
                    <a:pt x="542" y="454"/>
                  </a:lnTo>
                  <a:lnTo>
                    <a:pt x="542" y="452"/>
                  </a:lnTo>
                  <a:lnTo>
                    <a:pt x="540" y="450"/>
                  </a:lnTo>
                  <a:lnTo>
                    <a:pt x="541" y="448"/>
                  </a:lnTo>
                  <a:close/>
                  <a:moveTo>
                    <a:pt x="115" y="448"/>
                  </a:moveTo>
                  <a:lnTo>
                    <a:pt x="115" y="450"/>
                  </a:lnTo>
                  <a:lnTo>
                    <a:pt x="112" y="450"/>
                  </a:lnTo>
                  <a:lnTo>
                    <a:pt x="115" y="448"/>
                  </a:lnTo>
                  <a:close/>
                  <a:moveTo>
                    <a:pt x="549" y="447"/>
                  </a:moveTo>
                  <a:lnTo>
                    <a:pt x="553" y="448"/>
                  </a:lnTo>
                  <a:lnTo>
                    <a:pt x="552" y="450"/>
                  </a:lnTo>
                  <a:lnTo>
                    <a:pt x="550" y="452"/>
                  </a:lnTo>
                  <a:lnTo>
                    <a:pt x="548" y="451"/>
                  </a:lnTo>
                  <a:lnTo>
                    <a:pt x="546" y="450"/>
                  </a:lnTo>
                  <a:lnTo>
                    <a:pt x="549" y="447"/>
                  </a:lnTo>
                  <a:close/>
                  <a:moveTo>
                    <a:pt x="554" y="439"/>
                  </a:moveTo>
                  <a:lnTo>
                    <a:pt x="556" y="443"/>
                  </a:lnTo>
                  <a:lnTo>
                    <a:pt x="554" y="446"/>
                  </a:lnTo>
                  <a:lnTo>
                    <a:pt x="550" y="446"/>
                  </a:lnTo>
                  <a:lnTo>
                    <a:pt x="550" y="446"/>
                  </a:lnTo>
                  <a:lnTo>
                    <a:pt x="550" y="445"/>
                  </a:lnTo>
                  <a:lnTo>
                    <a:pt x="552" y="441"/>
                  </a:lnTo>
                  <a:lnTo>
                    <a:pt x="554" y="439"/>
                  </a:lnTo>
                  <a:close/>
                  <a:moveTo>
                    <a:pt x="142" y="439"/>
                  </a:moveTo>
                  <a:lnTo>
                    <a:pt x="144" y="442"/>
                  </a:lnTo>
                  <a:lnTo>
                    <a:pt x="145" y="442"/>
                  </a:lnTo>
                  <a:lnTo>
                    <a:pt x="142" y="443"/>
                  </a:lnTo>
                  <a:lnTo>
                    <a:pt x="142" y="445"/>
                  </a:lnTo>
                  <a:lnTo>
                    <a:pt x="138" y="446"/>
                  </a:lnTo>
                  <a:lnTo>
                    <a:pt x="134" y="451"/>
                  </a:lnTo>
                  <a:lnTo>
                    <a:pt x="132" y="451"/>
                  </a:lnTo>
                  <a:lnTo>
                    <a:pt x="129" y="454"/>
                  </a:lnTo>
                  <a:lnTo>
                    <a:pt x="124" y="454"/>
                  </a:lnTo>
                  <a:lnTo>
                    <a:pt x="126" y="451"/>
                  </a:lnTo>
                  <a:lnTo>
                    <a:pt x="128" y="451"/>
                  </a:lnTo>
                  <a:lnTo>
                    <a:pt x="129" y="448"/>
                  </a:lnTo>
                  <a:lnTo>
                    <a:pt x="132" y="448"/>
                  </a:lnTo>
                  <a:lnTo>
                    <a:pt x="132" y="447"/>
                  </a:lnTo>
                  <a:lnTo>
                    <a:pt x="134" y="445"/>
                  </a:lnTo>
                  <a:lnTo>
                    <a:pt x="137" y="445"/>
                  </a:lnTo>
                  <a:lnTo>
                    <a:pt x="137" y="442"/>
                  </a:lnTo>
                  <a:lnTo>
                    <a:pt x="137" y="441"/>
                  </a:lnTo>
                  <a:lnTo>
                    <a:pt x="141" y="441"/>
                  </a:lnTo>
                  <a:lnTo>
                    <a:pt x="142" y="439"/>
                  </a:lnTo>
                  <a:close/>
                  <a:moveTo>
                    <a:pt x="539" y="434"/>
                  </a:moveTo>
                  <a:lnTo>
                    <a:pt x="540" y="434"/>
                  </a:lnTo>
                  <a:lnTo>
                    <a:pt x="541" y="437"/>
                  </a:lnTo>
                  <a:lnTo>
                    <a:pt x="540" y="438"/>
                  </a:lnTo>
                  <a:lnTo>
                    <a:pt x="541" y="439"/>
                  </a:lnTo>
                  <a:lnTo>
                    <a:pt x="542" y="438"/>
                  </a:lnTo>
                  <a:lnTo>
                    <a:pt x="542" y="439"/>
                  </a:lnTo>
                  <a:lnTo>
                    <a:pt x="541" y="445"/>
                  </a:lnTo>
                  <a:lnTo>
                    <a:pt x="537" y="448"/>
                  </a:lnTo>
                  <a:lnTo>
                    <a:pt x="537" y="450"/>
                  </a:lnTo>
                  <a:lnTo>
                    <a:pt x="536" y="451"/>
                  </a:lnTo>
                  <a:lnTo>
                    <a:pt x="533" y="452"/>
                  </a:lnTo>
                  <a:lnTo>
                    <a:pt x="535" y="450"/>
                  </a:lnTo>
                  <a:lnTo>
                    <a:pt x="533" y="448"/>
                  </a:lnTo>
                  <a:lnTo>
                    <a:pt x="532" y="452"/>
                  </a:lnTo>
                  <a:lnTo>
                    <a:pt x="532" y="452"/>
                  </a:lnTo>
                  <a:lnTo>
                    <a:pt x="532" y="450"/>
                  </a:lnTo>
                  <a:lnTo>
                    <a:pt x="533" y="448"/>
                  </a:lnTo>
                  <a:lnTo>
                    <a:pt x="533" y="447"/>
                  </a:lnTo>
                  <a:lnTo>
                    <a:pt x="533" y="446"/>
                  </a:lnTo>
                  <a:lnTo>
                    <a:pt x="535" y="446"/>
                  </a:lnTo>
                  <a:lnTo>
                    <a:pt x="536" y="446"/>
                  </a:lnTo>
                  <a:lnTo>
                    <a:pt x="536" y="443"/>
                  </a:lnTo>
                  <a:lnTo>
                    <a:pt x="535" y="442"/>
                  </a:lnTo>
                  <a:lnTo>
                    <a:pt x="536" y="441"/>
                  </a:lnTo>
                  <a:lnTo>
                    <a:pt x="535" y="439"/>
                  </a:lnTo>
                  <a:lnTo>
                    <a:pt x="536" y="437"/>
                  </a:lnTo>
                  <a:lnTo>
                    <a:pt x="536" y="435"/>
                  </a:lnTo>
                  <a:lnTo>
                    <a:pt x="539" y="435"/>
                  </a:lnTo>
                  <a:lnTo>
                    <a:pt x="539" y="434"/>
                  </a:lnTo>
                  <a:close/>
                  <a:moveTo>
                    <a:pt x="169" y="431"/>
                  </a:moveTo>
                  <a:lnTo>
                    <a:pt x="170" y="433"/>
                  </a:lnTo>
                  <a:lnTo>
                    <a:pt x="170" y="434"/>
                  </a:lnTo>
                  <a:lnTo>
                    <a:pt x="169" y="434"/>
                  </a:lnTo>
                  <a:lnTo>
                    <a:pt x="169" y="431"/>
                  </a:lnTo>
                  <a:close/>
                  <a:moveTo>
                    <a:pt x="179" y="431"/>
                  </a:moveTo>
                  <a:lnTo>
                    <a:pt x="180" y="433"/>
                  </a:lnTo>
                  <a:lnTo>
                    <a:pt x="178" y="433"/>
                  </a:lnTo>
                  <a:lnTo>
                    <a:pt x="179" y="431"/>
                  </a:lnTo>
                  <a:close/>
                  <a:moveTo>
                    <a:pt x="182" y="431"/>
                  </a:moveTo>
                  <a:lnTo>
                    <a:pt x="184" y="431"/>
                  </a:lnTo>
                  <a:lnTo>
                    <a:pt x="184" y="433"/>
                  </a:lnTo>
                  <a:lnTo>
                    <a:pt x="182" y="433"/>
                  </a:lnTo>
                  <a:lnTo>
                    <a:pt x="182" y="433"/>
                  </a:lnTo>
                  <a:lnTo>
                    <a:pt x="182" y="431"/>
                  </a:lnTo>
                  <a:close/>
                  <a:moveTo>
                    <a:pt x="545" y="431"/>
                  </a:moveTo>
                  <a:lnTo>
                    <a:pt x="548" y="434"/>
                  </a:lnTo>
                  <a:lnTo>
                    <a:pt x="550" y="434"/>
                  </a:lnTo>
                  <a:lnTo>
                    <a:pt x="552" y="437"/>
                  </a:lnTo>
                  <a:lnTo>
                    <a:pt x="552" y="439"/>
                  </a:lnTo>
                  <a:lnTo>
                    <a:pt x="550" y="442"/>
                  </a:lnTo>
                  <a:lnTo>
                    <a:pt x="549" y="442"/>
                  </a:lnTo>
                  <a:lnTo>
                    <a:pt x="549" y="439"/>
                  </a:lnTo>
                  <a:lnTo>
                    <a:pt x="548" y="439"/>
                  </a:lnTo>
                  <a:lnTo>
                    <a:pt x="548" y="442"/>
                  </a:lnTo>
                  <a:lnTo>
                    <a:pt x="546" y="443"/>
                  </a:lnTo>
                  <a:lnTo>
                    <a:pt x="548" y="446"/>
                  </a:lnTo>
                  <a:lnTo>
                    <a:pt x="546" y="446"/>
                  </a:lnTo>
                  <a:lnTo>
                    <a:pt x="545" y="446"/>
                  </a:lnTo>
                  <a:lnTo>
                    <a:pt x="544" y="447"/>
                  </a:lnTo>
                  <a:lnTo>
                    <a:pt x="542" y="447"/>
                  </a:lnTo>
                  <a:lnTo>
                    <a:pt x="542" y="445"/>
                  </a:lnTo>
                  <a:lnTo>
                    <a:pt x="544" y="439"/>
                  </a:lnTo>
                  <a:lnTo>
                    <a:pt x="545" y="437"/>
                  </a:lnTo>
                  <a:lnTo>
                    <a:pt x="542" y="437"/>
                  </a:lnTo>
                  <a:lnTo>
                    <a:pt x="544" y="434"/>
                  </a:lnTo>
                  <a:lnTo>
                    <a:pt x="542" y="433"/>
                  </a:lnTo>
                  <a:lnTo>
                    <a:pt x="542" y="431"/>
                  </a:lnTo>
                  <a:lnTo>
                    <a:pt x="545" y="431"/>
                  </a:lnTo>
                  <a:close/>
                  <a:moveTo>
                    <a:pt x="162" y="431"/>
                  </a:moveTo>
                  <a:lnTo>
                    <a:pt x="163" y="433"/>
                  </a:lnTo>
                  <a:lnTo>
                    <a:pt x="166" y="433"/>
                  </a:lnTo>
                  <a:lnTo>
                    <a:pt x="166" y="435"/>
                  </a:lnTo>
                  <a:lnTo>
                    <a:pt x="165" y="437"/>
                  </a:lnTo>
                  <a:lnTo>
                    <a:pt x="166" y="438"/>
                  </a:lnTo>
                  <a:lnTo>
                    <a:pt x="166" y="438"/>
                  </a:lnTo>
                  <a:lnTo>
                    <a:pt x="163" y="441"/>
                  </a:lnTo>
                  <a:lnTo>
                    <a:pt x="161" y="442"/>
                  </a:lnTo>
                  <a:lnTo>
                    <a:pt x="159" y="443"/>
                  </a:lnTo>
                  <a:lnTo>
                    <a:pt x="159" y="442"/>
                  </a:lnTo>
                  <a:lnTo>
                    <a:pt x="158" y="441"/>
                  </a:lnTo>
                  <a:lnTo>
                    <a:pt x="157" y="443"/>
                  </a:lnTo>
                  <a:lnTo>
                    <a:pt x="157" y="445"/>
                  </a:lnTo>
                  <a:lnTo>
                    <a:pt x="155" y="445"/>
                  </a:lnTo>
                  <a:lnTo>
                    <a:pt x="155" y="442"/>
                  </a:lnTo>
                  <a:lnTo>
                    <a:pt x="153" y="446"/>
                  </a:lnTo>
                  <a:lnTo>
                    <a:pt x="149" y="446"/>
                  </a:lnTo>
                  <a:lnTo>
                    <a:pt x="145" y="447"/>
                  </a:lnTo>
                  <a:lnTo>
                    <a:pt x="144" y="445"/>
                  </a:lnTo>
                  <a:lnTo>
                    <a:pt x="145" y="445"/>
                  </a:lnTo>
                  <a:lnTo>
                    <a:pt x="147" y="445"/>
                  </a:lnTo>
                  <a:lnTo>
                    <a:pt x="150" y="443"/>
                  </a:lnTo>
                  <a:lnTo>
                    <a:pt x="151" y="443"/>
                  </a:lnTo>
                  <a:lnTo>
                    <a:pt x="154" y="441"/>
                  </a:lnTo>
                  <a:lnTo>
                    <a:pt x="154" y="439"/>
                  </a:lnTo>
                  <a:lnTo>
                    <a:pt x="154" y="438"/>
                  </a:lnTo>
                  <a:lnTo>
                    <a:pt x="157" y="437"/>
                  </a:lnTo>
                  <a:lnTo>
                    <a:pt x="159" y="438"/>
                  </a:lnTo>
                  <a:lnTo>
                    <a:pt x="159" y="437"/>
                  </a:lnTo>
                  <a:lnTo>
                    <a:pt x="158" y="435"/>
                  </a:lnTo>
                  <a:lnTo>
                    <a:pt x="158" y="433"/>
                  </a:lnTo>
                  <a:lnTo>
                    <a:pt x="161" y="431"/>
                  </a:lnTo>
                  <a:lnTo>
                    <a:pt x="162" y="431"/>
                  </a:lnTo>
                  <a:close/>
                  <a:moveTo>
                    <a:pt x="172" y="429"/>
                  </a:moveTo>
                  <a:lnTo>
                    <a:pt x="174" y="430"/>
                  </a:lnTo>
                  <a:lnTo>
                    <a:pt x="175" y="430"/>
                  </a:lnTo>
                  <a:lnTo>
                    <a:pt x="174" y="431"/>
                  </a:lnTo>
                  <a:lnTo>
                    <a:pt x="172" y="433"/>
                  </a:lnTo>
                  <a:lnTo>
                    <a:pt x="170" y="431"/>
                  </a:lnTo>
                  <a:lnTo>
                    <a:pt x="170" y="429"/>
                  </a:lnTo>
                  <a:lnTo>
                    <a:pt x="172" y="429"/>
                  </a:lnTo>
                  <a:close/>
                  <a:moveTo>
                    <a:pt x="209" y="427"/>
                  </a:moveTo>
                  <a:lnTo>
                    <a:pt x="212" y="429"/>
                  </a:lnTo>
                  <a:lnTo>
                    <a:pt x="211" y="430"/>
                  </a:lnTo>
                  <a:lnTo>
                    <a:pt x="208" y="429"/>
                  </a:lnTo>
                  <a:lnTo>
                    <a:pt x="209" y="427"/>
                  </a:lnTo>
                  <a:close/>
                  <a:moveTo>
                    <a:pt x="176" y="427"/>
                  </a:moveTo>
                  <a:lnTo>
                    <a:pt x="178" y="427"/>
                  </a:lnTo>
                  <a:lnTo>
                    <a:pt x="179" y="430"/>
                  </a:lnTo>
                  <a:lnTo>
                    <a:pt x="176" y="431"/>
                  </a:lnTo>
                  <a:lnTo>
                    <a:pt x="176" y="429"/>
                  </a:lnTo>
                  <a:lnTo>
                    <a:pt x="176" y="427"/>
                  </a:lnTo>
                  <a:close/>
                  <a:moveTo>
                    <a:pt x="535" y="423"/>
                  </a:moveTo>
                  <a:lnTo>
                    <a:pt x="536" y="423"/>
                  </a:lnTo>
                  <a:lnTo>
                    <a:pt x="536" y="425"/>
                  </a:lnTo>
                  <a:lnTo>
                    <a:pt x="535" y="423"/>
                  </a:lnTo>
                  <a:close/>
                  <a:moveTo>
                    <a:pt x="527" y="423"/>
                  </a:moveTo>
                  <a:lnTo>
                    <a:pt x="527" y="425"/>
                  </a:lnTo>
                  <a:lnTo>
                    <a:pt x="527" y="426"/>
                  </a:lnTo>
                  <a:lnTo>
                    <a:pt x="527" y="429"/>
                  </a:lnTo>
                  <a:lnTo>
                    <a:pt x="524" y="430"/>
                  </a:lnTo>
                  <a:lnTo>
                    <a:pt x="524" y="429"/>
                  </a:lnTo>
                  <a:lnTo>
                    <a:pt x="525" y="427"/>
                  </a:lnTo>
                  <a:lnTo>
                    <a:pt x="524" y="426"/>
                  </a:lnTo>
                  <a:lnTo>
                    <a:pt x="525" y="425"/>
                  </a:lnTo>
                  <a:lnTo>
                    <a:pt x="527" y="423"/>
                  </a:lnTo>
                  <a:close/>
                  <a:moveTo>
                    <a:pt x="253" y="422"/>
                  </a:moveTo>
                  <a:lnTo>
                    <a:pt x="253" y="423"/>
                  </a:lnTo>
                  <a:lnTo>
                    <a:pt x="251" y="425"/>
                  </a:lnTo>
                  <a:lnTo>
                    <a:pt x="251" y="423"/>
                  </a:lnTo>
                  <a:lnTo>
                    <a:pt x="253" y="422"/>
                  </a:lnTo>
                  <a:close/>
                  <a:moveTo>
                    <a:pt x="532" y="422"/>
                  </a:moveTo>
                  <a:lnTo>
                    <a:pt x="533" y="422"/>
                  </a:lnTo>
                  <a:lnTo>
                    <a:pt x="535" y="425"/>
                  </a:lnTo>
                  <a:lnTo>
                    <a:pt x="535" y="430"/>
                  </a:lnTo>
                  <a:lnTo>
                    <a:pt x="535" y="433"/>
                  </a:lnTo>
                  <a:lnTo>
                    <a:pt x="533" y="434"/>
                  </a:lnTo>
                  <a:lnTo>
                    <a:pt x="532" y="438"/>
                  </a:lnTo>
                  <a:lnTo>
                    <a:pt x="531" y="441"/>
                  </a:lnTo>
                  <a:lnTo>
                    <a:pt x="531" y="443"/>
                  </a:lnTo>
                  <a:lnTo>
                    <a:pt x="529" y="446"/>
                  </a:lnTo>
                  <a:lnTo>
                    <a:pt x="529" y="447"/>
                  </a:lnTo>
                  <a:lnTo>
                    <a:pt x="528" y="448"/>
                  </a:lnTo>
                  <a:lnTo>
                    <a:pt x="528" y="447"/>
                  </a:lnTo>
                  <a:lnTo>
                    <a:pt x="528" y="445"/>
                  </a:lnTo>
                  <a:lnTo>
                    <a:pt x="527" y="445"/>
                  </a:lnTo>
                  <a:lnTo>
                    <a:pt x="527" y="441"/>
                  </a:lnTo>
                  <a:lnTo>
                    <a:pt x="528" y="439"/>
                  </a:lnTo>
                  <a:lnTo>
                    <a:pt x="529" y="439"/>
                  </a:lnTo>
                  <a:lnTo>
                    <a:pt x="531" y="438"/>
                  </a:lnTo>
                  <a:lnTo>
                    <a:pt x="529" y="437"/>
                  </a:lnTo>
                  <a:lnTo>
                    <a:pt x="528" y="438"/>
                  </a:lnTo>
                  <a:lnTo>
                    <a:pt x="528" y="438"/>
                  </a:lnTo>
                  <a:lnTo>
                    <a:pt x="527" y="435"/>
                  </a:lnTo>
                  <a:lnTo>
                    <a:pt x="528" y="435"/>
                  </a:lnTo>
                  <a:lnTo>
                    <a:pt x="529" y="434"/>
                  </a:lnTo>
                  <a:lnTo>
                    <a:pt x="527" y="434"/>
                  </a:lnTo>
                  <a:lnTo>
                    <a:pt x="527" y="433"/>
                  </a:lnTo>
                  <a:lnTo>
                    <a:pt x="528" y="433"/>
                  </a:lnTo>
                  <a:lnTo>
                    <a:pt x="529" y="430"/>
                  </a:lnTo>
                  <a:lnTo>
                    <a:pt x="529" y="429"/>
                  </a:lnTo>
                  <a:lnTo>
                    <a:pt x="531" y="427"/>
                  </a:lnTo>
                  <a:lnTo>
                    <a:pt x="529" y="425"/>
                  </a:lnTo>
                  <a:lnTo>
                    <a:pt x="529" y="423"/>
                  </a:lnTo>
                  <a:lnTo>
                    <a:pt x="531" y="423"/>
                  </a:lnTo>
                  <a:lnTo>
                    <a:pt x="532" y="422"/>
                  </a:lnTo>
                  <a:close/>
                  <a:moveTo>
                    <a:pt x="251" y="418"/>
                  </a:moveTo>
                  <a:lnTo>
                    <a:pt x="251" y="421"/>
                  </a:lnTo>
                  <a:lnTo>
                    <a:pt x="250" y="421"/>
                  </a:lnTo>
                  <a:lnTo>
                    <a:pt x="251" y="418"/>
                  </a:lnTo>
                  <a:close/>
                  <a:moveTo>
                    <a:pt x="220" y="418"/>
                  </a:moveTo>
                  <a:lnTo>
                    <a:pt x="220" y="420"/>
                  </a:lnTo>
                  <a:lnTo>
                    <a:pt x="219" y="422"/>
                  </a:lnTo>
                  <a:lnTo>
                    <a:pt x="217" y="420"/>
                  </a:lnTo>
                  <a:lnTo>
                    <a:pt x="220" y="418"/>
                  </a:lnTo>
                  <a:close/>
                  <a:moveTo>
                    <a:pt x="248" y="418"/>
                  </a:moveTo>
                  <a:lnTo>
                    <a:pt x="246" y="420"/>
                  </a:lnTo>
                  <a:lnTo>
                    <a:pt x="246" y="421"/>
                  </a:lnTo>
                  <a:lnTo>
                    <a:pt x="242" y="422"/>
                  </a:lnTo>
                  <a:lnTo>
                    <a:pt x="241" y="425"/>
                  </a:lnTo>
                  <a:lnTo>
                    <a:pt x="242" y="421"/>
                  </a:lnTo>
                  <a:lnTo>
                    <a:pt x="245" y="420"/>
                  </a:lnTo>
                  <a:lnTo>
                    <a:pt x="245" y="418"/>
                  </a:lnTo>
                  <a:lnTo>
                    <a:pt x="248" y="418"/>
                  </a:lnTo>
                  <a:close/>
                  <a:moveTo>
                    <a:pt x="228" y="416"/>
                  </a:moveTo>
                  <a:lnTo>
                    <a:pt x="229" y="417"/>
                  </a:lnTo>
                  <a:lnTo>
                    <a:pt x="226" y="418"/>
                  </a:lnTo>
                  <a:lnTo>
                    <a:pt x="226" y="416"/>
                  </a:lnTo>
                  <a:lnTo>
                    <a:pt x="228" y="416"/>
                  </a:lnTo>
                  <a:close/>
                  <a:moveTo>
                    <a:pt x="203" y="414"/>
                  </a:moveTo>
                  <a:lnTo>
                    <a:pt x="207" y="414"/>
                  </a:lnTo>
                  <a:lnTo>
                    <a:pt x="208" y="416"/>
                  </a:lnTo>
                  <a:lnTo>
                    <a:pt x="207" y="418"/>
                  </a:lnTo>
                  <a:lnTo>
                    <a:pt x="209" y="421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5" y="423"/>
                  </a:lnTo>
                  <a:lnTo>
                    <a:pt x="201" y="423"/>
                  </a:lnTo>
                  <a:lnTo>
                    <a:pt x="199" y="423"/>
                  </a:lnTo>
                  <a:lnTo>
                    <a:pt x="195" y="423"/>
                  </a:lnTo>
                  <a:lnTo>
                    <a:pt x="192" y="426"/>
                  </a:lnTo>
                  <a:lnTo>
                    <a:pt x="191" y="426"/>
                  </a:lnTo>
                  <a:lnTo>
                    <a:pt x="190" y="426"/>
                  </a:lnTo>
                  <a:lnTo>
                    <a:pt x="187" y="425"/>
                  </a:lnTo>
                  <a:lnTo>
                    <a:pt x="187" y="423"/>
                  </a:lnTo>
                  <a:lnTo>
                    <a:pt x="187" y="421"/>
                  </a:lnTo>
                  <a:lnTo>
                    <a:pt x="188" y="420"/>
                  </a:lnTo>
                  <a:lnTo>
                    <a:pt x="190" y="421"/>
                  </a:lnTo>
                  <a:lnTo>
                    <a:pt x="191" y="420"/>
                  </a:lnTo>
                  <a:lnTo>
                    <a:pt x="192" y="418"/>
                  </a:lnTo>
                  <a:lnTo>
                    <a:pt x="194" y="414"/>
                  </a:lnTo>
                  <a:lnTo>
                    <a:pt x="195" y="414"/>
                  </a:lnTo>
                  <a:lnTo>
                    <a:pt x="198" y="417"/>
                  </a:lnTo>
                  <a:lnTo>
                    <a:pt x="199" y="416"/>
                  </a:lnTo>
                  <a:lnTo>
                    <a:pt x="200" y="416"/>
                  </a:lnTo>
                  <a:lnTo>
                    <a:pt x="203" y="414"/>
                  </a:lnTo>
                  <a:lnTo>
                    <a:pt x="203" y="414"/>
                  </a:lnTo>
                  <a:close/>
                  <a:moveTo>
                    <a:pt x="242" y="413"/>
                  </a:moveTo>
                  <a:lnTo>
                    <a:pt x="244" y="414"/>
                  </a:lnTo>
                  <a:lnTo>
                    <a:pt x="242" y="416"/>
                  </a:lnTo>
                  <a:lnTo>
                    <a:pt x="242" y="413"/>
                  </a:lnTo>
                  <a:close/>
                  <a:moveTo>
                    <a:pt x="240" y="413"/>
                  </a:moveTo>
                  <a:lnTo>
                    <a:pt x="241" y="414"/>
                  </a:lnTo>
                  <a:lnTo>
                    <a:pt x="240" y="416"/>
                  </a:lnTo>
                  <a:lnTo>
                    <a:pt x="240" y="417"/>
                  </a:lnTo>
                  <a:lnTo>
                    <a:pt x="238" y="417"/>
                  </a:lnTo>
                  <a:lnTo>
                    <a:pt x="237" y="416"/>
                  </a:lnTo>
                  <a:lnTo>
                    <a:pt x="237" y="413"/>
                  </a:lnTo>
                  <a:lnTo>
                    <a:pt x="240" y="413"/>
                  </a:lnTo>
                  <a:close/>
                  <a:moveTo>
                    <a:pt x="246" y="412"/>
                  </a:moveTo>
                  <a:lnTo>
                    <a:pt x="246" y="413"/>
                  </a:lnTo>
                  <a:lnTo>
                    <a:pt x="245" y="413"/>
                  </a:lnTo>
                  <a:lnTo>
                    <a:pt x="246" y="412"/>
                  </a:lnTo>
                  <a:close/>
                  <a:moveTo>
                    <a:pt x="302" y="410"/>
                  </a:moveTo>
                  <a:lnTo>
                    <a:pt x="300" y="413"/>
                  </a:lnTo>
                  <a:lnTo>
                    <a:pt x="299" y="413"/>
                  </a:lnTo>
                  <a:lnTo>
                    <a:pt x="299" y="413"/>
                  </a:lnTo>
                  <a:lnTo>
                    <a:pt x="299" y="412"/>
                  </a:lnTo>
                  <a:lnTo>
                    <a:pt x="302" y="410"/>
                  </a:lnTo>
                  <a:close/>
                  <a:moveTo>
                    <a:pt x="533" y="402"/>
                  </a:moveTo>
                  <a:lnTo>
                    <a:pt x="536" y="404"/>
                  </a:lnTo>
                  <a:lnTo>
                    <a:pt x="536" y="405"/>
                  </a:lnTo>
                  <a:lnTo>
                    <a:pt x="535" y="406"/>
                  </a:lnTo>
                  <a:lnTo>
                    <a:pt x="536" y="408"/>
                  </a:lnTo>
                  <a:lnTo>
                    <a:pt x="536" y="406"/>
                  </a:lnTo>
                  <a:lnTo>
                    <a:pt x="539" y="406"/>
                  </a:lnTo>
                  <a:lnTo>
                    <a:pt x="541" y="408"/>
                  </a:lnTo>
                  <a:lnTo>
                    <a:pt x="541" y="410"/>
                  </a:lnTo>
                  <a:lnTo>
                    <a:pt x="539" y="410"/>
                  </a:lnTo>
                  <a:lnTo>
                    <a:pt x="540" y="412"/>
                  </a:lnTo>
                  <a:lnTo>
                    <a:pt x="539" y="413"/>
                  </a:lnTo>
                  <a:lnTo>
                    <a:pt x="536" y="413"/>
                  </a:lnTo>
                  <a:lnTo>
                    <a:pt x="535" y="410"/>
                  </a:lnTo>
                  <a:lnTo>
                    <a:pt x="532" y="408"/>
                  </a:lnTo>
                  <a:lnTo>
                    <a:pt x="532" y="408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7" y="416"/>
                  </a:lnTo>
                  <a:lnTo>
                    <a:pt x="539" y="417"/>
                  </a:lnTo>
                  <a:lnTo>
                    <a:pt x="537" y="418"/>
                  </a:lnTo>
                  <a:lnTo>
                    <a:pt x="537" y="421"/>
                  </a:lnTo>
                  <a:lnTo>
                    <a:pt x="536" y="422"/>
                  </a:lnTo>
                  <a:lnTo>
                    <a:pt x="533" y="420"/>
                  </a:lnTo>
                  <a:lnTo>
                    <a:pt x="533" y="417"/>
                  </a:lnTo>
                  <a:lnTo>
                    <a:pt x="531" y="412"/>
                  </a:lnTo>
                  <a:lnTo>
                    <a:pt x="529" y="414"/>
                  </a:lnTo>
                  <a:lnTo>
                    <a:pt x="531" y="417"/>
                  </a:lnTo>
                  <a:lnTo>
                    <a:pt x="532" y="420"/>
                  </a:lnTo>
                  <a:lnTo>
                    <a:pt x="529" y="422"/>
                  </a:lnTo>
                  <a:lnTo>
                    <a:pt x="528" y="422"/>
                  </a:lnTo>
                  <a:lnTo>
                    <a:pt x="525" y="420"/>
                  </a:lnTo>
                  <a:lnTo>
                    <a:pt x="527" y="417"/>
                  </a:lnTo>
                  <a:lnTo>
                    <a:pt x="525" y="417"/>
                  </a:lnTo>
                  <a:lnTo>
                    <a:pt x="527" y="414"/>
                  </a:lnTo>
                  <a:lnTo>
                    <a:pt x="524" y="410"/>
                  </a:lnTo>
                  <a:lnTo>
                    <a:pt x="525" y="409"/>
                  </a:lnTo>
                  <a:lnTo>
                    <a:pt x="527" y="410"/>
                  </a:lnTo>
                  <a:lnTo>
                    <a:pt x="528" y="409"/>
                  </a:lnTo>
                  <a:lnTo>
                    <a:pt x="527" y="408"/>
                  </a:lnTo>
                  <a:lnTo>
                    <a:pt x="527" y="405"/>
                  </a:lnTo>
                  <a:lnTo>
                    <a:pt x="528" y="402"/>
                  </a:lnTo>
                  <a:lnTo>
                    <a:pt x="528" y="405"/>
                  </a:lnTo>
                  <a:lnTo>
                    <a:pt x="529" y="404"/>
                  </a:lnTo>
                  <a:lnTo>
                    <a:pt x="531" y="402"/>
                  </a:lnTo>
                  <a:lnTo>
                    <a:pt x="533" y="402"/>
                  </a:lnTo>
                  <a:close/>
                  <a:moveTo>
                    <a:pt x="545" y="402"/>
                  </a:moveTo>
                  <a:lnTo>
                    <a:pt x="545" y="402"/>
                  </a:lnTo>
                  <a:lnTo>
                    <a:pt x="545" y="405"/>
                  </a:lnTo>
                  <a:lnTo>
                    <a:pt x="549" y="408"/>
                  </a:lnTo>
                  <a:lnTo>
                    <a:pt x="550" y="409"/>
                  </a:lnTo>
                  <a:lnTo>
                    <a:pt x="550" y="418"/>
                  </a:lnTo>
                  <a:lnTo>
                    <a:pt x="549" y="421"/>
                  </a:lnTo>
                  <a:lnTo>
                    <a:pt x="548" y="421"/>
                  </a:lnTo>
                  <a:lnTo>
                    <a:pt x="549" y="416"/>
                  </a:lnTo>
                  <a:lnTo>
                    <a:pt x="548" y="410"/>
                  </a:lnTo>
                  <a:lnTo>
                    <a:pt x="548" y="413"/>
                  </a:lnTo>
                  <a:lnTo>
                    <a:pt x="548" y="421"/>
                  </a:lnTo>
                  <a:lnTo>
                    <a:pt x="546" y="422"/>
                  </a:lnTo>
                  <a:lnTo>
                    <a:pt x="546" y="423"/>
                  </a:lnTo>
                  <a:lnTo>
                    <a:pt x="545" y="425"/>
                  </a:lnTo>
                  <a:lnTo>
                    <a:pt x="544" y="425"/>
                  </a:lnTo>
                  <a:lnTo>
                    <a:pt x="542" y="427"/>
                  </a:lnTo>
                  <a:lnTo>
                    <a:pt x="539" y="430"/>
                  </a:lnTo>
                  <a:lnTo>
                    <a:pt x="537" y="431"/>
                  </a:lnTo>
                  <a:lnTo>
                    <a:pt x="536" y="430"/>
                  </a:lnTo>
                  <a:lnTo>
                    <a:pt x="537" y="427"/>
                  </a:lnTo>
                  <a:lnTo>
                    <a:pt x="537" y="425"/>
                  </a:lnTo>
                  <a:lnTo>
                    <a:pt x="539" y="423"/>
                  </a:lnTo>
                  <a:lnTo>
                    <a:pt x="541" y="423"/>
                  </a:lnTo>
                  <a:lnTo>
                    <a:pt x="541" y="422"/>
                  </a:lnTo>
                  <a:lnTo>
                    <a:pt x="542" y="421"/>
                  </a:lnTo>
                  <a:lnTo>
                    <a:pt x="540" y="420"/>
                  </a:lnTo>
                  <a:lnTo>
                    <a:pt x="540" y="416"/>
                  </a:lnTo>
                  <a:lnTo>
                    <a:pt x="542" y="412"/>
                  </a:lnTo>
                  <a:lnTo>
                    <a:pt x="544" y="405"/>
                  </a:lnTo>
                  <a:lnTo>
                    <a:pt x="545" y="402"/>
                  </a:lnTo>
                  <a:close/>
                  <a:moveTo>
                    <a:pt x="533" y="398"/>
                  </a:moveTo>
                  <a:lnTo>
                    <a:pt x="533" y="400"/>
                  </a:lnTo>
                  <a:lnTo>
                    <a:pt x="532" y="401"/>
                  </a:lnTo>
                  <a:lnTo>
                    <a:pt x="531" y="400"/>
                  </a:lnTo>
                  <a:lnTo>
                    <a:pt x="533" y="398"/>
                  </a:lnTo>
                  <a:close/>
                  <a:moveTo>
                    <a:pt x="324" y="397"/>
                  </a:moveTo>
                  <a:lnTo>
                    <a:pt x="323" y="398"/>
                  </a:lnTo>
                  <a:lnTo>
                    <a:pt x="323" y="397"/>
                  </a:lnTo>
                  <a:lnTo>
                    <a:pt x="324" y="397"/>
                  </a:lnTo>
                  <a:close/>
                  <a:moveTo>
                    <a:pt x="323" y="395"/>
                  </a:moveTo>
                  <a:lnTo>
                    <a:pt x="317" y="400"/>
                  </a:lnTo>
                  <a:lnTo>
                    <a:pt x="316" y="400"/>
                  </a:lnTo>
                  <a:lnTo>
                    <a:pt x="317" y="397"/>
                  </a:lnTo>
                  <a:lnTo>
                    <a:pt x="323" y="395"/>
                  </a:lnTo>
                  <a:close/>
                  <a:moveTo>
                    <a:pt x="294" y="392"/>
                  </a:moveTo>
                  <a:lnTo>
                    <a:pt x="295" y="393"/>
                  </a:lnTo>
                  <a:lnTo>
                    <a:pt x="292" y="393"/>
                  </a:lnTo>
                  <a:lnTo>
                    <a:pt x="291" y="392"/>
                  </a:lnTo>
                  <a:lnTo>
                    <a:pt x="294" y="392"/>
                  </a:lnTo>
                  <a:close/>
                  <a:moveTo>
                    <a:pt x="349" y="366"/>
                  </a:moveTo>
                  <a:lnTo>
                    <a:pt x="352" y="367"/>
                  </a:lnTo>
                  <a:lnTo>
                    <a:pt x="352" y="370"/>
                  </a:lnTo>
                  <a:lnTo>
                    <a:pt x="350" y="370"/>
                  </a:lnTo>
                  <a:lnTo>
                    <a:pt x="350" y="371"/>
                  </a:lnTo>
                  <a:lnTo>
                    <a:pt x="352" y="371"/>
                  </a:lnTo>
                  <a:lnTo>
                    <a:pt x="354" y="368"/>
                  </a:lnTo>
                  <a:lnTo>
                    <a:pt x="356" y="368"/>
                  </a:lnTo>
                  <a:lnTo>
                    <a:pt x="357" y="370"/>
                  </a:lnTo>
                  <a:lnTo>
                    <a:pt x="358" y="371"/>
                  </a:lnTo>
                  <a:lnTo>
                    <a:pt x="356" y="372"/>
                  </a:lnTo>
                  <a:lnTo>
                    <a:pt x="354" y="372"/>
                  </a:lnTo>
                  <a:lnTo>
                    <a:pt x="354" y="373"/>
                  </a:lnTo>
                  <a:lnTo>
                    <a:pt x="356" y="373"/>
                  </a:lnTo>
                  <a:lnTo>
                    <a:pt x="356" y="376"/>
                  </a:lnTo>
                  <a:lnTo>
                    <a:pt x="354" y="379"/>
                  </a:lnTo>
                  <a:lnTo>
                    <a:pt x="353" y="377"/>
                  </a:lnTo>
                  <a:lnTo>
                    <a:pt x="352" y="376"/>
                  </a:lnTo>
                  <a:lnTo>
                    <a:pt x="350" y="377"/>
                  </a:lnTo>
                  <a:lnTo>
                    <a:pt x="349" y="376"/>
                  </a:lnTo>
                  <a:lnTo>
                    <a:pt x="348" y="376"/>
                  </a:lnTo>
                  <a:lnTo>
                    <a:pt x="346" y="377"/>
                  </a:lnTo>
                  <a:lnTo>
                    <a:pt x="348" y="379"/>
                  </a:lnTo>
                  <a:lnTo>
                    <a:pt x="349" y="381"/>
                  </a:lnTo>
                  <a:lnTo>
                    <a:pt x="348" y="383"/>
                  </a:lnTo>
                  <a:lnTo>
                    <a:pt x="346" y="383"/>
                  </a:lnTo>
                  <a:lnTo>
                    <a:pt x="345" y="380"/>
                  </a:lnTo>
                  <a:lnTo>
                    <a:pt x="342" y="380"/>
                  </a:lnTo>
                  <a:lnTo>
                    <a:pt x="340" y="381"/>
                  </a:lnTo>
                  <a:lnTo>
                    <a:pt x="342" y="381"/>
                  </a:lnTo>
                  <a:lnTo>
                    <a:pt x="342" y="384"/>
                  </a:lnTo>
                  <a:lnTo>
                    <a:pt x="342" y="384"/>
                  </a:lnTo>
                  <a:lnTo>
                    <a:pt x="340" y="384"/>
                  </a:lnTo>
                  <a:lnTo>
                    <a:pt x="337" y="384"/>
                  </a:lnTo>
                  <a:lnTo>
                    <a:pt x="337" y="384"/>
                  </a:lnTo>
                  <a:lnTo>
                    <a:pt x="336" y="387"/>
                  </a:lnTo>
                  <a:lnTo>
                    <a:pt x="334" y="387"/>
                  </a:lnTo>
                  <a:lnTo>
                    <a:pt x="333" y="388"/>
                  </a:lnTo>
                  <a:lnTo>
                    <a:pt x="333" y="389"/>
                  </a:lnTo>
                  <a:lnTo>
                    <a:pt x="331" y="391"/>
                  </a:lnTo>
                  <a:lnTo>
                    <a:pt x="331" y="392"/>
                  </a:lnTo>
                  <a:lnTo>
                    <a:pt x="329" y="393"/>
                  </a:lnTo>
                  <a:lnTo>
                    <a:pt x="328" y="395"/>
                  </a:lnTo>
                  <a:lnTo>
                    <a:pt x="327" y="395"/>
                  </a:lnTo>
                  <a:lnTo>
                    <a:pt x="327" y="393"/>
                  </a:lnTo>
                  <a:lnTo>
                    <a:pt x="331" y="389"/>
                  </a:lnTo>
                  <a:lnTo>
                    <a:pt x="331" y="388"/>
                  </a:lnTo>
                  <a:lnTo>
                    <a:pt x="332" y="387"/>
                  </a:lnTo>
                  <a:lnTo>
                    <a:pt x="331" y="387"/>
                  </a:lnTo>
                  <a:lnTo>
                    <a:pt x="329" y="388"/>
                  </a:lnTo>
                  <a:lnTo>
                    <a:pt x="328" y="387"/>
                  </a:lnTo>
                  <a:lnTo>
                    <a:pt x="329" y="385"/>
                  </a:lnTo>
                  <a:lnTo>
                    <a:pt x="327" y="385"/>
                  </a:lnTo>
                  <a:lnTo>
                    <a:pt x="325" y="387"/>
                  </a:lnTo>
                  <a:lnTo>
                    <a:pt x="327" y="387"/>
                  </a:lnTo>
                  <a:lnTo>
                    <a:pt x="327" y="388"/>
                  </a:lnTo>
                  <a:lnTo>
                    <a:pt x="327" y="389"/>
                  </a:lnTo>
                  <a:lnTo>
                    <a:pt x="325" y="389"/>
                  </a:lnTo>
                  <a:lnTo>
                    <a:pt x="324" y="389"/>
                  </a:lnTo>
                  <a:lnTo>
                    <a:pt x="323" y="387"/>
                  </a:lnTo>
                  <a:lnTo>
                    <a:pt x="324" y="385"/>
                  </a:lnTo>
                  <a:lnTo>
                    <a:pt x="325" y="383"/>
                  </a:lnTo>
                  <a:lnTo>
                    <a:pt x="325" y="380"/>
                  </a:lnTo>
                  <a:lnTo>
                    <a:pt x="324" y="379"/>
                  </a:lnTo>
                  <a:lnTo>
                    <a:pt x="325" y="377"/>
                  </a:lnTo>
                  <a:lnTo>
                    <a:pt x="328" y="375"/>
                  </a:lnTo>
                  <a:lnTo>
                    <a:pt x="333" y="372"/>
                  </a:lnTo>
                  <a:lnTo>
                    <a:pt x="336" y="372"/>
                  </a:lnTo>
                  <a:lnTo>
                    <a:pt x="337" y="372"/>
                  </a:lnTo>
                  <a:lnTo>
                    <a:pt x="337" y="377"/>
                  </a:lnTo>
                  <a:lnTo>
                    <a:pt x="337" y="377"/>
                  </a:lnTo>
                  <a:lnTo>
                    <a:pt x="340" y="375"/>
                  </a:lnTo>
                  <a:lnTo>
                    <a:pt x="338" y="372"/>
                  </a:lnTo>
                  <a:lnTo>
                    <a:pt x="340" y="372"/>
                  </a:lnTo>
                  <a:lnTo>
                    <a:pt x="341" y="373"/>
                  </a:lnTo>
                  <a:lnTo>
                    <a:pt x="342" y="371"/>
                  </a:lnTo>
                  <a:lnTo>
                    <a:pt x="340" y="370"/>
                  </a:lnTo>
                  <a:lnTo>
                    <a:pt x="340" y="368"/>
                  </a:lnTo>
                  <a:lnTo>
                    <a:pt x="341" y="367"/>
                  </a:lnTo>
                  <a:lnTo>
                    <a:pt x="342" y="367"/>
                  </a:lnTo>
                  <a:lnTo>
                    <a:pt x="345" y="367"/>
                  </a:lnTo>
                  <a:lnTo>
                    <a:pt x="345" y="370"/>
                  </a:lnTo>
                  <a:lnTo>
                    <a:pt x="344" y="371"/>
                  </a:lnTo>
                  <a:lnTo>
                    <a:pt x="344" y="372"/>
                  </a:lnTo>
                  <a:lnTo>
                    <a:pt x="345" y="372"/>
                  </a:lnTo>
                  <a:lnTo>
                    <a:pt x="346" y="371"/>
                  </a:lnTo>
                  <a:lnTo>
                    <a:pt x="348" y="370"/>
                  </a:lnTo>
                  <a:lnTo>
                    <a:pt x="348" y="371"/>
                  </a:lnTo>
                  <a:lnTo>
                    <a:pt x="349" y="368"/>
                  </a:lnTo>
                  <a:lnTo>
                    <a:pt x="348" y="367"/>
                  </a:lnTo>
                  <a:lnTo>
                    <a:pt x="349" y="366"/>
                  </a:lnTo>
                  <a:close/>
                  <a:moveTo>
                    <a:pt x="359" y="356"/>
                  </a:moveTo>
                  <a:lnTo>
                    <a:pt x="361" y="356"/>
                  </a:lnTo>
                  <a:lnTo>
                    <a:pt x="361" y="359"/>
                  </a:lnTo>
                  <a:lnTo>
                    <a:pt x="362" y="359"/>
                  </a:lnTo>
                  <a:lnTo>
                    <a:pt x="362" y="358"/>
                  </a:lnTo>
                  <a:lnTo>
                    <a:pt x="363" y="358"/>
                  </a:lnTo>
                  <a:lnTo>
                    <a:pt x="365" y="359"/>
                  </a:lnTo>
                  <a:lnTo>
                    <a:pt x="363" y="360"/>
                  </a:lnTo>
                  <a:lnTo>
                    <a:pt x="362" y="362"/>
                  </a:lnTo>
                  <a:lnTo>
                    <a:pt x="363" y="363"/>
                  </a:lnTo>
                  <a:lnTo>
                    <a:pt x="365" y="364"/>
                  </a:lnTo>
                  <a:lnTo>
                    <a:pt x="363" y="364"/>
                  </a:lnTo>
                  <a:lnTo>
                    <a:pt x="362" y="363"/>
                  </a:lnTo>
                  <a:lnTo>
                    <a:pt x="359" y="366"/>
                  </a:lnTo>
                  <a:lnTo>
                    <a:pt x="358" y="366"/>
                  </a:lnTo>
                  <a:lnTo>
                    <a:pt x="358" y="364"/>
                  </a:lnTo>
                  <a:lnTo>
                    <a:pt x="356" y="366"/>
                  </a:lnTo>
                  <a:lnTo>
                    <a:pt x="354" y="366"/>
                  </a:lnTo>
                  <a:lnTo>
                    <a:pt x="352" y="363"/>
                  </a:lnTo>
                  <a:lnTo>
                    <a:pt x="352" y="362"/>
                  </a:lnTo>
                  <a:lnTo>
                    <a:pt x="352" y="362"/>
                  </a:lnTo>
                  <a:lnTo>
                    <a:pt x="354" y="362"/>
                  </a:lnTo>
                  <a:lnTo>
                    <a:pt x="354" y="360"/>
                  </a:lnTo>
                  <a:lnTo>
                    <a:pt x="356" y="362"/>
                  </a:lnTo>
                  <a:lnTo>
                    <a:pt x="357" y="359"/>
                  </a:lnTo>
                  <a:lnTo>
                    <a:pt x="357" y="358"/>
                  </a:lnTo>
                  <a:lnTo>
                    <a:pt x="357" y="356"/>
                  </a:lnTo>
                  <a:lnTo>
                    <a:pt x="359" y="356"/>
                  </a:lnTo>
                  <a:close/>
                  <a:moveTo>
                    <a:pt x="362" y="351"/>
                  </a:moveTo>
                  <a:lnTo>
                    <a:pt x="363" y="351"/>
                  </a:lnTo>
                  <a:lnTo>
                    <a:pt x="363" y="354"/>
                  </a:lnTo>
                  <a:lnTo>
                    <a:pt x="362" y="355"/>
                  </a:lnTo>
                  <a:lnTo>
                    <a:pt x="361" y="354"/>
                  </a:lnTo>
                  <a:lnTo>
                    <a:pt x="361" y="351"/>
                  </a:lnTo>
                  <a:lnTo>
                    <a:pt x="362" y="351"/>
                  </a:lnTo>
                  <a:close/>
                  <a:moveTo>
                    <a:pt x="436" y="348"/>
                  </a:moveTo>
                  <a:lnTo>
                    <a:pt x="437" y="350"/>
                  </a:lnTo>
                  <a:lnTo>
                    <a:pt x="433" y="350"/>
                  </a:lnTo>
                  <a:lnTo>
                    <a:pt x="436" y="348"/>
                  </a:lnTo>
                  <a:close/>
                  <a:moveTo>
                    <a:pt x="462" y="343"/>
                  </a:moveTo>
                  <a:lnTo>
                    <a:pt x="463" y="343"/>
                  </a:lnTo>
                  <a:lnTo>
                    <a:pt x="461" y="346"/>
                  </a:lnTo>
                  <a:lnTo>
                    <a:pt x="460" y="346"/>
                  </a:lnTo>
                  <a:lnTo>
                    <a:pt x="460" y="345"/>
                  </a:lnTo>
                  <a:lnTo>
                    <a:pt x="462" y="343"/>
                  </a:lnTo>
                  <a:close/>
                  <a:moveTo>
                    <a:pt x="427" y="331"/>
                  </a:moveTo>
                  <a:lnTo>
                    <a:pt x="427" y="334"/>
                  </a:lnTo>
                  <a:lnTo>
                    <a:pt x="425" y="335"/>
                  </a:lnTo>
                  <a:lnTo>
                    <a:pt x="424" y="334"/>
                  </a:lnTo>
                  <a:lnTo>
                    <a:pt x="427" y="331"/>
                  </a:lnTo>
                  <a:close/>
                  <a:moveTo>
                    <a:pt x="363" y="331"/>
                  </a:moveTo>
                  <a:lnTo>
                    <a:pt x="365" y="331"/>
                  </a:lnTo>
                  <a:lnTo>
                    <a:pt x="363" y="333"/>
                  </a:lnTo>
                  <a:lnTo>
                    <a:pt x="361" y="331"/>
                  </a:lnTo>
                  <a:lnTo>
                    <a:pt x="363" y="331"/>
                  </a:lnTo>
                  <a:close/>
                  <a:moveTo>
                    <a:pt x="283" y="330"/>
                  </a:moveTo>
                  <a:lnTo>
                    <a:pt x="283" y="333"/>
                  </a:lnTo>
                  <a:lnTo>
                    <a:pt x="282" y="333"/>
                  </a:lnTo>
                  <a:lnTo>
                    <a:pt x="282" y="331"/>
                  </a:lnTo>
                  <a:lnTo>
                    <a:pt x="283" y="330"/>
                  </a:lnTo>
                  <a:close/>
                  <a:moveTo>
                    <a:pt x="280" y="327"/>
                  </a:moveTo>
                  <a:lnTo>
                    <a:pt x="282" y="329"/>
                  </a:lnTo>
                  <a:lnTo>
                    <a:pt x="279" y="333"/>
                  </a:lnTo>
                  <a:lnTo>
                    <a:pt x="278" y="334"/>
                  </a:lnTo>
                  <a:lnTo>
                    <a:pt x="277" y="333"/>
                  </a:lnTo>
                  <a:lnTo>
                    <a:pt x="277" y="331"/>
                  </a:lnTo>
                  <a:lnTo>
                    <a:pt x="279" y="329"/>
                  </a:lnTo>
                  <a:lnTo>
                    <a:pt x="280" y="327"/>
                  </a:lnTo>
                  <a:close/>
                  <a:moveTo>
                    <a:pt x="440" y="326"/>
                  </a:moveTo>
                  <a:lnTo>
                    <a:pt x="440" y="327"/>
                  </a:lnTo>
                  <a:lnTo>
                    <a:pt x="440" y="329"/>
                  </a:lnTo>
                  <a:lnTo>
                    <a:pt x="440" y="330"/>
                  </a:lnTo>
                  <a:lnTo>
                    <a:pt x="438" y="331"/>
                  </a:lnTo>
                  <a:lnTo>
                    <a:pt x="436" y="331"/>
                  </a:lnTo>
                  <a:lnTo>
                    <a:pt x="433" y="337"/>
                  </a:lnTo>
                  <a:lnTo>
                    <a:pt x="431" y="337"/>
                  </a:lnTo>
                  <a:lnTo>
                    <a:pt x="432" y="338"/>
                  </a:lnTo>
                  <a:lnTo>
                    <a:pt x="431" y="339"/>
                  </a:lnTo>
                  <a:lnTo>
                    <a:pt x="428" y="339"/>
                  </a:lnTo>
                  <a:lnTo>
                    <a:pt x="427" y="339"/>
                  </a:lnTo>
                  <a:lnTo>
                    <a:pt x="424" y="339"/>
                  </a:lnTo>
                  <a:lnTo>
                    <a:pt x="424" y="339"/>
                  </a:lnTo>
                  <a:lnTo>
                    <a:pt x="427" y="338"/>
                  </a:lnTo>
                  <a:lnTo>
                    <a:pt x="427" y="338"/>
                  </a:lnTo>
                  <a:lnTo>
                    <a:pt x="427" y="337"/>
                  </a:lnTo>
                  <a:lnTo>
                    <a:pt x="432" y="333"/>
                  </a:lnTo>
                  <a:lnTo>
                    <a:pt x="433" y="333"/>
                  </a:lnTo>
                  <a:lnTo>
                    <a:pt x="436" y="330"/>
                  </a:lnTo>
                  <a:lnTo>
                    <a:pt x="437" y="329"/>
                  </a:lnTo>
                  <a:lnTo>
                    <a:pt x="440" y="326"/>
                  </a:lnTo>
                  <a:close/>
                  <a:moveTo>
                    <a:pt x="445" y="325"/>
                  </a:moveTo>
                  <a:lnTo>
                    <a:pt x="446" y="325"/>
                  </a:lnTo>
                  <a:lnTo>
                    <a:pt x="446" y="327"/>
                  </a:lnTo>
                  <a:lnTo>
                    <a:pt x="448" y="327"/>
                  </a:lnTo>
                  <a:lnTo>
                    <a:pt x="449" y="329"/>
                  </a:lnTo>
                  <a:lnTo>
                    <a:pt x="446" y="330"/>
                  </a:lnTo>
                  <a:lnTo>
                    <a:pt x="444" y="329"/>
                  </a:lnTo>
                  <a:lnTo>
                    <a:pt x="444" y="325"/>
                  </a:lnTo>
                  <a:lnTo>
                    <a:pt x="445" y="325"/>
                  </a:lnTo>
                  <a:close/>
                  <a:moveTo>
                    <a:pt x="435" y="322"/>
                  </a:moveTo>
                  <a:lnTo>
                    <a:pt x="436" y="322"/>
                  </a:lnTo>
                  <a:lnTo>
                    <a:pt x="437" y="323"/>
                  </a:lnTo>
                  <a:lnTo>
                    <a:pt x="435" y="325"/>
                  </a:lnTo>
                  <a:lnTo>
                    <a:pt x="435" y="326"/>
                  </a:lnTo>
                  <a:lnTo>
                    <a:pt x="432" y="329"/>
                  </a:lnTo>
                  <a:lnTo>
                    <a:pt x="432" y="330"/>
                  </a:lnTo>
                  <a:lnTo>
                    <a:pt x="431" y="330"/>
                  </a:lnTo>
                  <a:lnTo>
                    <a:pt x="429" y="329"/>
                  </a:lnTo>
                  <a:lnTo>
                    <a:pt x="433" y="325"/>
                  </a:lnTo>
                  <a:lnTo>
                    <a:pt x="433" y="323"/>
                  </a:lnTo>
                  <a:lnTo>
                    <a:pt x="435" y="322"/>
                  </a:lnTo>
                  <a:close/>
                  <a:moveTo>
                    <a:pt x="441" y="318"/>
                  </a:moveTo>
                  <a:lnTo>
                    <a:pt x="442" y="318"/>
                  </a:lnTo>
                  <a:lnTo>
                    <a:pt x="442" y="320"/>
                  </a:lnTo>
                  <a:lnTo>
                    <a:pt x="440" y="320"/>
                  </a:lnTo>
                  <a:lnTo>
                    <a:pt x="441" y="318"/>
                  </a:lnTo>
                  <a:close/>
                  <a:moveTo>
                    <a:pt x="446" y="314"/>
                  </a:moveTo>
                  <a:lnTo>
                    <a:pt x="448" y="314"/>
                  </a:lnTo>
                  <a:lnTo>
                    <a:pt x="446" y="316"/>
                  </a:lnTo>
                  <a:lnTo>
                    <a:pt x="445" y="314"/>
                  </a:lnTo>
                  <a:lnTo>
                    <a:pt x="446" y="314"/>
                  </a:lnTo>
                  <a:close/>
                  <a:moveTo>
                    <a:pt x="435" y="312"/>
                  </a:moveTo>
                  <a:lnTo>
                    <a:pt x="436" y="313"/>
                  </a:lnTo>
                  <a:lnTo>
                    <a:pt x="436" y="314"/>
                  </a:lnTo>
                  <a:lnTo>
                    <a:pt x="436" y="316"/>
                  </a:lnTo>
                  <a:lnTo>
                    <a:pt x="436" y="316"/>
                  </a:lnTo>
                  <a:lnTo>
                    <a:pt x="433" y="313"/>
                  </a:lnTo>
                  <a:lnTo>
                    <a:pt x="435" y="312"/>
                  </a:lnTo>
                  <a:close/>
                  <a:moveTo>
                    <a:pt x="391" y="312"/>
                  </a:moveTo>
                  <a:lnTo>
                    <a:pt x="391" y="313"/>
                  </a:lnTo>
                  <a:lnTo>
                    <a:pt x="388" y="316"/>
                  </a:lnTo>
                  <a:lnTo>
                    <a:pt x="386" y="314"/>
                  </a:lnTo>
                  <a:lnTo>
                    <a:pt x="390" y="312"/>
                  </a:lnTo>
                  <a:lnTo>
                    <a:pt x="391" y="312"/>
                  </a:lnTo>
                  <a:close/>
                  <a:moveTo>
                    <a:pt x="245" y="276"/>
                  </a:moveTo>
                  <a:lnTo>
                    <a:pt x="245" y="279"/>
                  </a:lnTo>
                  <a:lnTo>
                    <a:pt x="248" y="280"/>
                  </a:lnTo>
                  <a:lnTo>
                    <a:pt x="248" y="283"/>
                  </a:lnTo>
                  <a:lnTo>
                    <a:pt x="245" y="285"/>
                  </a:lnTo>
                  <a:lnTo>
                    <a:pt x="245" y="288"/>
                  </a:lnTo>
                  <a:lnTo>
                    <a:pt x="241" y="288"/>
                  </a:lnTo>
                  <a:lnTo>
                    <a:pt x="238" y="288"/>
                  </a:lnTo>
                  <a:lnTo>
                    <a:pt x="237" y="289"/>
                  </a:lnTo>
                  <a:lnTo>
                    <a:pt x="234" y="288"/>
                  </a:lnTo>
                  <a:lnTo>
                    <a:pt x="233" y="287"/>
                  </a:lnTo>
                  <a:lnTo>
                    <a:pt x="230" y="283"/>
                  </a:lnTo>
                  <a:lnTo>
                    <a:pt x="229" y="279"/>
                  </a:lnTo>
                  <a:lnTo>
                    <a:pt x="232" y="279"/>
                  </a:lnTo>
                  <a:lnTo>
                    <a:pt x="234" y="279"/>
                  </a:lnTo>
                  <a:lnTo>
                    <a:pt x="237" y="279"/>
                  </a:lnTo>
                  <a:lnTo>
                    <a:pt x="238" y="280"/>
                  </a:lnTo>
                  <a:lnTo>
                    <a:pt x="241" y="277"/>
                  </a:lnTo>
                  <a:lnTo>
                    <a:pt x="245" y="276"/>
                  </a:lnTo>
                  <a:close/>
                  <a:moveTo>
                    <a:pt x="176" y="255"/>
                  </a:moveTo>
                  <a:lnTo>
                    <a:pt x="178" y="256"/>
                  </a:lnTo>
                  <a:lnTo>
                    <a:pt x="178" y="259"/>
                  </a:lnTo>
                  <a:lnTo>
                    <a:pt x="180" y="262"/>
                  </a:lnTo>
                  <a:lnTo>
                    <a:pt x="180" y="264"/>
                  </a:lnTo>
                  <a:lnTo>
                    <a:pt x="176" y="260"/>
                  </a:lnTo>
                  <a:lnTo>
                    <a:pt x="175" y="258"/>
                  </a:lnTo>
                  <a:lnTo>
                    <a:pt x="175" y="256"/>
                  </a:lnTo>
                  <a:lnTo>
                    <a:pt x="176" y="255"/>
                  </a:lnTo>
                  <a:close/>
                  <a:moveTo>
                    <a:pt x="176" y="252"/>
                  </a:moveTo>
                  <a:lnTo>
                    <a:pt x="178" y="254"/>
                  </a:lnTo>
                  <a:lnTo>
                    <a:pt x="176" y="254"/>
                  </a:lnTo>
                  <a:lnTo>
                    <a:pt x="176" y="254"/>
                  </a:lnTo>
                  <a:lnTo>
                    <a:pt x="176" y="252"/>
                  </a:lnTo>
                  <a:close/>
                  <a:moveTo>
                    <a:pt x="298" y="210"/>
                  </a:moveTo>
                  <a:lnTo>
                    <a:pt x="299" y="210"/>
                  </a:lnTo>
                  <a:lnTo>
                    <a:pt x="299" y="216"/>
                  </a:lnTo>
                  <a:lnTo>
                    <a:pt x="298" y="218"/>
                  </a:lnTo>
                  <a:lnTo>
                    <a:pt x="298" y="223"/>
                  </a:lnTo>
                  <a:lnTo>
                    <a:pt x="296" y="222"/>
                  </a:lnTo>
                  <a:lnTo>
                    <a:pt x="296" y="221"/>
                  </a:lnTo>
                  <a:lnTo>
                    <a:pt x="294" y="220"/>
                  </a:lnTo>
                  <a:lnTo>
                    <a:pt x="291" y="221"/>
                  </a:lnTo>
                  <a:lnTo>
                    <a:pt x="288" y="220"/>
                  </a:lnTo>
                  <a:lnTo>
                    <a:pt x="290" y="218"/>
                  </a:lnTo>
                  <a:lnTo>
                    <a:pt x="295" y="212"/>
                  </a:lnTo>
                  <a:lnTo>
                    <a:pt x="298" y="210"/>
                  </a:lnTo>
                  <a:close/>
                  <a:moveTo>
                    <a:pt x="305" y="206"/>
                  </a:moveTo>
                  <a:lnTo>
                    <a:pt x="309" y="209"/>
                  </a:lnTo>
                  <a:lnTo>
                    <a:pt x="309" y="210"/>
                  </a:lnTo>
                  <a:lnTo>
                    <a:pt x="308" y="212"/>
                  </a:lnTo>
                  <a:lnTo>
                    <a:pt x="303" y="216"/>
                  </a:lnTo>
                  <a:lnTo>
                    <a:pt x="302" y="216"/>
                  </a:lnTo>
                  <a:lnTo>
                    <a:pt x="303" y="214"/>
                  </a:lnTo>
                  <a:lnTo>
                    <a:pt x="303" y="213"/>
                  </a:lnTo>
                  <a:lnTo>
                    <a:pt x="302" y="212"/>
                  </a:lnTo>
                  <a:lnTo>
                    <a:pt x="302" y="210"/>
                  </a:lnTo>
                  <a:lnTo>
                    <a:pt x="299" y="208"/>
                  </a:lnTo>
                  <a:lnTo>
                    <a:pt x="302" y="206"/>
                  </a:lnTo>
                  <a:lnTo>
                    <a:pt x="305" y="206"/>
                  </a:lnTo>
                  <a:close/>
                  <a:moveTo>
                    <a:pt x="328" y="200"/>
                  </a:moveTo>
                  <a:lnTo>
                    <a:pt x="329" y="201"/>
                  </a:lnTo>
                  <a:lnTo>
                    <a:pt x="328" y="204"/>
                  </a:lnTo>
                  <a:lnTo>
                    <a:pt x="327" y="204"/>
                  </a:lnTo>
                  <a:lnTo>
                    <a:pt x="324" y="201"/>
                  </a:lnTo>
                  <a:lnTo>
                    <a:pt x="325" y="200"/>
                  </a:lnTo>
                  <a:lnTo>
                    <a:pt x="328" y="200"/>
                  </a:lnTo>
                  <a:close/>
                  <a:moveTo>
                    <a:pt x="238" y="168"/>
                  </a:moveTo>
                  <a:lnTo>
                    <a:pt x="240" y="168"/>
                  </a:lnTo>
                  <a:lnTo>
                    <a:pt x="240" y="173"/>
                  </a:lnTo>
                  <a:lnTo>
                    <a:pt x="238" y="175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5" y="177"/>
                  </a:lnTo>
                  <a:lnTo>
                    <a:pt x="246" y="176"/>
                  </a:lnTo>
                  <a:lnTo>
                    <a:pt x="250" y="177"/>
                  </a:lnTo>
                  <a:lnTo>
                    <a:pt x="253" y="179"/>
                  </a:lnTo>
                  <a:lnTo>
                    <a:pt x="253" y="180"/>
                  </a:lnTo>
                  <a:lnTo>
                    <a:pt x="251" y="181"/>
                  </a:lnTo>
                  <a:lnTo>
                    <a:pt x="253" y="185"/>
                  </a:lnTo>
                  <a:lnTo>
                    <a:pt x="254" y="187"/>
                  </a:lnTo>
                  <a:lnTo>
                    <a:pt x="254" y="189"/>
                  </a:lnTo>
                  <a:lnTo>
                    <a:pt x="259" y="193"/>
                  </a:lnTo>
                  <a:lnTo>
                    <a:pt x="259" y="196"/>
                  </a:lnTo>
                  <a:lnTo>
                    <a:pt x="258" y="197"/>
                  </a:lnTo>
                  <a:lnTo>
                    <a:pt x="254" y="195"/>
                  </a:lnTo>
                  <a:lnTo>
                    <a:pt x="253" y="195"/>
                  </a:lnTo>
                  <a:lnTo>
                    <a:pt x="253" y="196"/>
                  </a:lnTo>
                  <a:lnTo>
                    <a:pt x="250" y="196"/>
                  </a:lnTo>
                  <a:lnTo>
                    <a:pt x="246" y="198"/>
                  </a:lnTo>
                  <a:lnTo>
                    <a:pt x="245" y="198"/>
                  </a:lnTo>
                  <a:lnTo>
                    <a:pt x="246" y="195"/>
                  </a:lnTo>
                  <a:lnTo>
                    <a:pt x="246" y="192"/>
                  </a:lnTo>
                  <a:lnTo>
                    <a:pt x="244" y="191"/>
                  </a:lnTo>
                  <a:lnTo>
                    <a:pt x="244" y="188"/>
                  </a:lnTo>
                  <a:lnTo>
                    <a:pt x="244" y="184"/>
                  </a:lnTo>
                  <a:lnTo>
                    <a:pt x="241" y="181"/>
                  </a:lnTo>
                  <a:lnTo>
                    <a:pt x="237" y="181"/>
                  </a:lnTo>
                  <a:lnTo>
                    <a:pt x="236" y="184"/>
                  </a:lnTo>
                  <a:lnTo>
                    <a:pt x="233" y="184"/>
                  </a:lnTo>
                  <a:lnTo>
                    <a:pt x="232" y="181"/>
                  </a:lnTo>
                  <a:lnTo>
                    <a:pt x="232" y="179"/>
                  </a:lnTo>
                  <a:lnTo>
                    <a:pt x="237" y="173"/>
                  </a:lnTo>
                  <a:lnTo>
                    <a:pt x="238" y="168"/>
                  </a:lnTo>
                  <a:close/>
                  <a:moveTo>
                    <a:pt x="292" y="148"/>
                  </a:moveTo>
                  <a:lnTo>
                    <a:pt x="294" y="148"/>
                  </a:lnTo>
                  <a:lnTo>
                    <a:pt x="292" y="150"/>
                  </a:lnTo>
                  <a:lnTo>
                    <a:pt x="291" y="148"/>
                  </a:lnTo>
                  <a:lnTo>
                    <a:pt x="292" y="148"/>
                  </a:lnTo>
                  <a:close/>
                  <a:moveTo>
                    <a:pt x="532" y="0"/>
                  </a:moveTo>
                  <a:lnTo>
                    <a:pt x="533" y="0"/>
                  </a:lnTo>
                  <a:lnTo>
                    <a:pt x="533" y="1"/>
                  </a:lnTo>
                  <a:lnTo>
                    <a:pt x="532" y="1"/>
                  </a:lnTo>
                  <a:lnTo>
                    <a:pt x="532" y="2"/>
                  </a:lnTo>
                  <a:lnTo>
                    <a:pt x="532" y="2"/>
                  </a:lnTo>
                  <a:lnTo>
                    <a:pt x="533" y="4"/>
                  </a:lnTo>
                  <a:lnTo>
                    <a:pt x="533" y="5"/>
                  </a:lnTo>
                  <a:lnTo>
                    <a:pt x="535" y="5"/>
                  </a:lnTo>
                  <a:lnTo>
                    <a:pt x="537" y="6"/>
                  </a:lnTo>
                  <a:lnTo>
                    <a:pt x="537" y="8"/>
                  </a:lnTo>
                  <a:lnTo>
                    <a:pt x="537" y="9"/>
                  </a:lnTo>
                  <a:lnTo>
                    <a:pt x="537" y="10"/>
                  </a:lnTo>
                  <a:lnTo>
                    <a:pt x="535" y="12"/>
                  </a:lnTo>
                  <a:lnTo>
                    <a:pt x="532" y="13"/>
                  </a:lnTo>
                  <a:lnTo>
                    <a:pt x="529" y="14"/>
                  </a:lnTo>
                  <a:lnTo>
                    <a:pt x="527" y="12"/>
                  </a:lnTo>
                  <a:lnTo>
                    <a:pt x="524" y="13"/>
                  </a:lnTo>
                  <a:lnTo>
                    <a:pt x="521" y="14"/>
                  </a:lnTo>
                  <a:lnTo>
                    <a:pt x="521" y="17"/>
                  </a:lnTo>
                  <a:lnTo>
                    <a:pt x="523" y="16"/>
                  </a:lnTo>
                  <a:lnTo>
                    <a:pt x="524" y="18"/>
                  </a:lnTo>
                  <a:lnTo>
                    <a:pt x="523" y="22"/>
                  </a:lnTo>
                  <a:lnTo>
                    <a:pt x="525" y="21"/>
                  </a:lnTo>
                  <a:lnTo>
                    <a:pt x="525" y="20"/>
                  </a:lnTo>
                  <a:lnTo>
                    <a:pt x="527" y="18"/>
                  </a:lnTo>
                  <a:lnTo>
                    <a:pt x="528" y="18"/>
                  </a:lnTo>
                  <a:lnTo>
                    <a:pt x="527" y="21"/>
                  </a:lnTo>
                  <a:lnTo>
                    <a:pt x="527" y="23"/>
                  </a:lnTo>
                  <a:lnTo>
                    <a:pt x="528" y="26"/>
                  </a:lnTo>
                  <a:lnTo>
                    <a:pt x="528" y="23"/>
                  </a:lnTo>
                  <a:lnTo>
                    <a:pt x="529" y="20"/>
                  </a:lnTo>
                  <a:lnTo>
                    <a:pt x="529" y="21"/>
                  </a:lnTo>
                  <a:lnTo>
                    <a:pt x="531" y="21"/>
                  </a:lnTo>
                  <a:lnTo>
                    <a:pt x="532" y="20"/>
                  </a:lnTo>
                  <a:lnTo>
                    <a:pt x="532" y="17"/>
                  </a:lnTo>
                  <a:lnTo>
                    <a:pt x="532" y="16"/>
                  </a:lnTo>
                  <a:lnTo>
                    <a:pt x="535" y="14"/>
                  </a:lnTo>
                  <a:lnTo>
                    <a:pt x="536" y="16"/>
                  </a:lnTo>
                  <a:lnTo>
                    <a:pt x="537" y="16"/>
                  </a:lnTo>
                  <a:lnTo>
                    <a:pt x="537" y="14"/>
                  </a:lnTo>
                  <a:lnTo>
                    <a:pt x="540" y="12"/>
                  </a:lnTo>
                  <a:lnTo>
                    <a:pt x="541" y="12"/>
                  </a:lnTo>
                  <a:lnTo>
                    <a:pt x="541" y="13"/>
                  </a:lnTo>
                  <a:lnTo>
                    <a:pt x="541" y="14"/>
                  </a:lnTo>
                  <a:lnTo>
                    <a:pt x="541" y="17"/>
                  </a:lnTo>
                  <a:lnTo>
                    <a:pt x="540" y="18"/>
                  </a:lnTo>
                  <a:lnTo>
                    <a:pt x="539" y="20"/>
                  </a:lnTo>
                  <a:lnTo>
                    <a:pt x="539" y="21"/>
                  </a:lnTo>
                  <a:lnTo>
                    <a:pt x="539" y="22"/>
                  </a:lnTo>
                  <a:lnTo>
                    <a:pt x="537" y="23"/>
                  </a:lnTo>
                  <a:lnTo>
                    <a:pt x="539" y="26"/>
                  </a:lnTo>
                  <a:lnTo>
                    <a:pt x="539" y="25"/>
                  </a:lnTo>
                  <a:lnTo>
                    <a:pt x="540" y="22"/>
                  </a:lnTo>
                  <a:lnTo>
                    <a:pt x="542" y="22"/>
                  </a:lnTo>
                  <a:lnTo>
                    <a:pt x="544" y="22"/>
                  </a:lnTo>
                  <a:lnTo>
                    <a:pt x="545" y="22"/>
                  </a:lnTo>
                  <a:lnTo>
                    <a:pt x="548" y="23"/>
                  </a:lnTo>
                  <a:lnTo>
                    <a:pt x="550" y="23"/>
                  </a:lnTo>
                  <a:lnTo>
                    <a:pt x="552" y="25"/>
                  </a:lnTo>
                  <a:lnTo>
                    <a:pt x="553" y="26"/>
                  </a:lnTo>
                  <a:lnTo>
                    <a:pt x="554" y="25"/>
                  </a:lnTo>
                  <a:lnTo>
                    <a:pt x="556" y="25"/>
                  </a:lnTo>
                  <a:lnTo>
                    <a:pt x="557" y="27"/>
                  </a:lnTo>
                  <a:lnTo>
                    <a:pt x="558" y="29"/>
                  </a:lnTo>
                  <a:lnTo>
                    <a:pt x="557" y="31"/>
                  </a:lnTo>
                  <a:lnTo>
                    <a:pt x="553" y="33"/>
                  </a:lnTo>
                  <a:lnTo>
                    <a:pt x="552" y="34"/>
                  </a:lnTo>
                  <a:lnTo>
                    <a:pt x="553" y="35"/>
                  </a:lnTo>
                  <a:lnTo>
                    <a:pt x="558" y="39"/>
                  </a:lnTo>
                  <a:lnTo>
                    <a:pt x="558" y="41"/>
                  </a:lnTo>
                  <a:lnTo>
                    <a:pt x="557" y="41"/>
                  </a:lnTo>
                  <a:lnTo>
                    <a:pt x="554" y="41"/>
                  </a:lnTo>
                  <a:lnTo>
                    <a:pt x="554" y="42"/>
                  </a:lnTo>
                  <a:lnTo>
                    <a:pt x="558" y="45"/>
                  </a:lnTo>
                  <a:lnTo>
                    <a:pt x="558" y="46"/>
                  </a:lnTo>
                  <a:lnTo>
                    <a:pt x="558" y="48"/>
                  </a:lnTo>
                  <a:lnTo>
                    <a:pt x="558" y="52"/>
                  </a:lnTo>
                  <a:lnTo>
                    <a:pt x="556" y="55"/>
                  </a:lnTo>
                  <a:lnTo>
                    <a:pt x="558" y="52"/>
                  </a:lnTo>
                  <a:lnTo>
                    <a:pt x="562" y="48"/>
                  </a:lnTo>
                  <a:lnTo>
                    <a:pt x="565" y="48"/>
                  </a:lnTo>
                  <a:lnTo>
                    <a:pt x="566" y="48"/>
                  </a:lnTo>
                  <a:lnTo>
                    <a:pt x="568" y="48"/>
                  </a:lnTo>
                  <a:lnTo>
                    <a:pt x="571" y="47"/>
                  </a:lnTo>
                  <a:lnTo>
                    <a:pt x="574" y="47"/>
                  </a:lnTo>
                  <a:lnTo>
                    <a:pt x="577" y="48"/>
                  </a:lnTo>
                  <a:lnTo>
                    <a:pt x="578" y="50"/>
                  </a:lnTo>
                  <a:lnTo>
                    <a:pt x="578" y="52"/>
                  </a:lnTo>
                  <a:lnTo>
                    <a:pt x="575" y="55"/>
                  </a:lnTo>
                  <a:lnTo>
                    <a:pt x="573" y="59"/>
                  </a:lnTo>
                  <a:lnTo>
                    <a:pt x="569" y="63"/>
                  </a:lnTo>
                  <a:lnTo>
                    <a:pt x="573" y="60"/>
                  </a:lnTo>
                  <a:lnTo>
                    <a:pt x="578" y="55"/>
                  </a:lnTo>
                  <a:lnTo>
                    <a:pt x="579" y="55"/>
                  </a:lnTo>
                  <a:lnTo>
                    <a:pt x="581" y="55"/>
                  </a:lnTo>
                  <a:lnTo>
                    <a:pt x="581" y="56"/>
                  </a:lnTo>
                  <a:lnTo>
                    <a:pt x="581" y="56"/>
                  </a:lnTo>
                  <a:lnTo>
                    <a:pt x="582" y="59"/>
                  </a:lnTo>
                  <a:lnTo>
                    <a:pt x="585" y="60"/>
                  </a:lnTo>
                  <a:lnTo>
                    <a:pt x="585" y="62"/>
                  </a:lnTo>
                  <a:lnTo>
                    <a:pt x="583" y="62"/>
                  </a:lnTo>
                  <a:lnTo>
                    <a:pt x="586" y="62"/>
                  </a:lnTo>
                  <a:lnTo>
                    <a:pt x="587" y="63"/>
                  </a:lnTo>
                  <a:lnTo>
                    <a:pt x="589" y="63"/>
                  </a:lnTo>
                  <a:lnTo>
                    <a:pt x="587" y="64"/>
                  </a:lnTo>
                  <a:lnTo>
                    <a:pt x="587" y="66"/>
                  </a:lnTo>
                  <a:lnTo>
                    <a:pt x="589" y="67"/>
                  </a:lnTo>
                  <a:lnTo>
                    <a:pt x="590" y="64"/>
                  </a:lnTo>
                  <a:lnTo>
                    <a:pt x="591" y="66"/>
                  </a:lnTo>
                  <a:lnTo>
                    <a:pt x="591" y="66"/>
                  </a:lnTo>
                  <a:lnTo>
                    <a:pt x="591" y="67"/>
                  </a:lnTo>
                  <a:lnTo>
                    <a:pt x="593" y="66"/>
                  </a:lnTo>
                  <a:lnTo>
                    <a:pt x="594" y="66"/>
                  </a:lnTo>
                  <a:lnTo>
                    <a:pt x="595" y="67"/>
                  </a:lnTo>
                  <a:lnTo>
                    <a:pt x="595" y="67"/>
                  </a:lnTo>
                  <a:lnTo>
                    <a:pt x="599" y="68"/>
                  </a:lnTo>
                  <a:lnTo>
                    <a:pt x="600" y="71"/>
                  </a:lnTo>
                  <a:lnTo>
                    <a:pt x="600" y="72"/>
                  </a:lnTo>
                  <a:lnTo>
                    <a:pt x="602" y="72"/>
                  </a:lnTo>
                  <a:lnTo>
                    <a:pt x="603" y="72"/>
                  </a:lnTo>
                  <a:lnTo>
                    <a:pt x="604" y="73"/>
                  </a:lnTo>
                  <a:lnTo>
                    <a:pt x="603" y="73"/>
                  </a:lnTo>
                  <a:lnTo>
                    <a:pt x="603" y="75"/>
                  </a:lnTo>
                  <a:lnTo>
                    <a:pt x="604" y="75"/>
                  </a:lnTo>
                  <a:lnTo>
                    <a:pt x="606" y="75"/>
                  </a:lnTo>
                  <a:lnTo>
                    <a:pt x="608" y="76"/>
                  </a:lnTo>
                  <a:lnTo>
                    <a:pt x="608" y="76"/>
                  </a:lnTo>
                  <a:lnTo>
                    <a:pt x="607" y="77"/>
                  </a:lnTo>
                  <a:lnTo>
                    <a:pt x="607" y="77"/>
                  </a:lnTo>
                  <a:lnTo>
                    <a:pt x="608" y="77"/>
                  </a:lnTo>
                  <a:lnTo>
                    <a:pt x="610" y="77"/>
                  </a:lnTo>
                  <a:lnTo>
                    <a:pt x="610" y="77"/>
                  </a:lnTo>
                  <a:lnTo>
                    <a:pt x="611" y="77"/>
                  </a:lnTo>
                  <a:lnTo>
                    <a:pt x="612" y="79"/>
                  </a:lnTo>
                  <a:lnTo>
                    <a:pt x="615" y="77"/>
                  </a:lnTo>
                  <a:lnTo>
                    <a:pt x="619" y="79"/>
                  </a:lnTo>
                  <a:lnTo>
                    <a:pt x="619" y="77"/>
                  </a:lnTo>
                  <a:lnTo>
                    <a:pt x="624" y="77"/>
                  </a:lnTo>
                  <a:lnTo>
                    <a:pt x="624" y="79"/>
                  </a:lnTo>
                  <a:lnTo>
                    <a:pt x="627" y="81"/>
                  </a:lnTo>
                  <a:lnTo>
                    <a:pt x="627" y="84"/>
                  </a:lnTo>
                  <a:lnTo>
                    <a:pt x="628" y="85"/>
                  </a:lnTo>
                  <a:lnTo>
                    <a:pt x="629" y="88"/>
                  </a:lnTo>
                  <a:lnTo>
                    <a:pt x="631" y="92"/>
                  </a:lnTo>
                  <a:lnTo>
                    <a:pt x="632" y="93"/>
                  </a:lnTo>
                  <a:lnTo>
                    <a:pt x="633" y="93"/>
                  </a:lnTo>
                  <a:lnTo>
                    <a:pt x="636" y="95"/>
                  </a:lnTo>
                  <a:lnTo>
                    <a:pt x="636" y="96"/>
                  </a:lnTo>
                  <a:lnTo>
                    <a:pt x="499" y="346"/>
                  </a:lnTo>
                  <a:lnTo>
                    <a:pt x="507" y="346"/>
                  </a:lnTo>
                  <a:lnTo>
                    <a:pt x="510" y="347"/>
                  </a:lnTo>
                  <a:lnTo>
                    <a:pt x="514" y="345"/>
                  </a:lnTo>
                  <a:lnTo>
                    <a:pt x="520" y="345"/>
                  </a:lnTo>
                  <a:lnTo>
                    <a:pt x="517" y="350"/>
                  </a:lnTo>
                  <a:lnTo>
                    <a:pt x="519" y="354"/>
                  </a:lnTo>
                  <a:lnTo>
                    <a:pt x="520" y="359"/>
                  </a:lnTo>
                  <a:lnTo>
                    <a:pt x="524" y="373"/>
                  </a:lnTo>
                  <a:lnTo>
                    <a:pt x="525" y="376"/>
                  </a:lnTo>
                  <a:lnTo>
                    <a:pt x="523" y="379"/>
                  </a:lnTo>
                  <a:lnTo>
                    <a:pt x="523" y="381"/>
                  </a:lnTo>
                  <a:lnTo>
                    <a:pt x="524" y="381"/>
                  </a:lnTo>
                  <a:lnTo>
                    <a:pt x="528" y="380"/>
                  </a:lnTo>
                  <a:lnTo>
                    <a:pt x="532" y="380"/>
                  </a:lnTo>
                  <a:lnTo>
                    <a:pt x="535" y="377"/>
                  </a:lnTo>
                  <a:lnTo>
                    <a:pt x="539" y="373"/>
                  </a:lnTo>
                  <a:lnTo>
                    <a:pt x="541" y="371"/>
                  </a:lnTo>
                  <a:lnTo>
                    <a:pt x="545" y="370"/>
                  </a:lnTo>
                  <a:lnTo>
                    <a:pt x="546" y="368"/>
                  </a:lnTo>
                  <a:lnTo>
                    <a:pt x="550" y="367"/>
                  </a:lnTo>
                  <a:lnTo>
                    <a:pt x="554" y="367"/>
                  </a:lnTo>
                  <a:lnTo>
                    <a:pt x="556" y="370"/>
                  </a:lnTo>
                  <a:lnTo>
                    <a:pt x="557" y="371"/>
                  </a:lnTo>
                  <a:lnTo>
                    <a:pt x="557" y="373"/>
                  </a:lnTo>
                  <a:lnTo>
                    <a:pt x="556" y="376"/>
                  </a:lnTo>
                  <a:lnTo>
                    <a:pt x="554" y="377"/>
                  </a:lnTo>
                  <a:lnTo>
                    <a:pt x="557" y="384"/>
                  </a:lnTo>
                  <a:lnTo>
                    <a:pt x="557" y="387"/>
                  </a:lnTo>
                  <a:lnTo>
                    <a:pt x="557" y="391"/>
                  </a:lnTo>
                  <a:lnTo>
                    <a:pt x="560" y="395"/>
                  </a:lnTo>
                  <a:lnTo>
                    <a:pt x="561" y="398"/>
                  </a:lnTo>
                  <a:lnTo>
                    <a:pt x="561" y="400"/>
                  </a:lnTo>
                  <a:lnTo>
                    <a:pt x="562" y="402"/>
                  </a:lnTo>
                  <a:lnTo>
                    <a:pt x="561" y="404"/>
                  </a:lnTo>
                  <a:lnTo>
                    <a:pt x="561" y="406"/>
                  </a:lnTo>
                  <a:lnTo>
                    <a:pt x="562" y="409"/>
                  </a:lnTo>
                  <a:lnTo>
                    <a:pt x="561" y="416"/>
                  </a:lnTo>
                  <a:lnTo>
                    <a:pt x="561" y="423"/>
                  </a:lnTo>
                  <a:lnTo>
                    <a:pt x="561" y="433"/>
                  </a:lnTo>
                  <a:lnTo>
                    <a:pt x="560" y="434"/>
                  </a:lnTo>
                  <a:lnTo>
                    <a:pt x="560" y="435"/>
                  </a:lnTo>
                  <a:lnTo>
                    <a:pt x="561" y="435"/>
                  </a:lnTo>
                  <a:lnTo>
                    <a:pt x="562" y="437"/>
                  </a:lnTo>
                  <a:lnTo>
                    <a:pt x="562" y="437"/>
                  </a:lnTo>
                  <a:lnTo>
                    <a:pt x="561" y="438"/>
                  </a:lnTo>
                  <a:lnTo>
                    <a:pt x="560" y="438"/>
                  </a:lnTo>
                  <a:lnTo>
                    <a:pt x="561" y="439"/>
                  </a:lnTo>
                  <a:lnTo>
                    <a:pt x="562" y="441"/>
                  </a:lnTo>
                  <a:lnTo>
                    <a:pt x="562" y="443"/>
                  </a:lnTo>
                  <a:lnTo>
                    <a:pt x="561" y="443"/>
                  </a:lnTo>
                  <a:lnTo>
                    <a:pt x="561" y="445"/>
                  </a:lnTo>
                  <a:lnTo>
                    <a:pt x="564" y="445"/>
                  </a:lnTo>
                  <a:lnTo>
                    <a:pt x="565" y="446"/>
                  </a:lnTo>
                  <a:lnTo>
                    <a:pt x="568" y="448"/>
                  </a:lnTo>
                  <a:lnTo>
                    <a:pt x="568" y="450"/>
                  </a:lnTo>
                  <a:lnTo>
                    <a:pt x="569" y="451"/>
                  </a:lnTo>
                  <a:lnTo>
                    <a:pt x="571" y="452"/>
                  </a:lnTo>
                  <a:lnTo>
                    <a:pt x="573" y="455"/>
                  </a:lnTo>
                  <a:lnTo>
                    <a:pt x="573" y="458"/>
                  </a:lnTo>
                  <a:lnTo>
                    <a:pt x="574" y="458"/>
                  </a:lnTo>
                  <a:lnTo>
                    <a:pt x="574" y="459"/>
                  </a:lnTo>
                  <a:lnTo>
                    <a:pt x="574" y="460"/>
                  </a:lnTo>
                  <a:lnTo>
                    <a:pt x="574" y="462"/>
                  </a:lnTo>
                  <a:lnTo>
                    <a:pt x="574" y="462"/>
                  </a:lnTo>
                  <a:lnTo>
                    <a:pt x="574" y="463"/>
                  </a:lnTo>
                  <a:lnTo>
                    <a:pt x="573" y="464"/>
                  </a:lnTo>
                  <a:lnTo>
                    <a:pt x="573" y="464"/>
                  </a:lnTo>
                  <a:lnTo>
                    <a:pt x="573" y="466"/>
                  </a:lnTo>
                  <a:lnTo>
                    <a:pt x="570" y="471"/>
                  </a:lnTo>
                  <a:lnTo>
                    <a:pt x="569" y="476"/>
                  </a:lnTo>
                  <a:lnTo>
                    <a:pt x="566" y="479"/>
                  </a:lnTo>
                  <a:lnTo>
                    <a:pt x="564" y="483"/>
                  </a:lnTo>
                  <a:lnTo>
                    <a:pt x="561" y="484"/>
                  </a:lnTo>
                  <a:lnTo>
                    <a:pt x="560" y="483"/>
                  </a:lnTo>
                  <a:lnTo>
                    <a:pt x="560" y="485"/>
                  </a:lnTo>
                  <a:lnTo>
                    <a:pt x="558" y="485"/>
                  </a:lnTo>
                  <a:lnTo>
                    <a:pt x="557" y="483"/>
                  </a:lnTo>
                  <a:lnTo>
                    <a:pt x="557" y="480"/>
                  </a:lnTo>
                  <a:lnTo>
                    <a:pt x="558" y="480"/>
                  </a:lnTo>
                  <a:lnTo>
                    <a:pt x="560" y="480"/>
                  </a:lnTo>
                  <a:lnTo>
                    <a:pt x="561" y="480"/>
                  </a:lnTo>
                  <a:lnTo>
                    <a:pt x="564" y="477"/>
                  </a:lnTo>
                  <a:lnTo>
                    <a:pt x="564" y="477"/>
                  </a:lnTo>
                  <a:lnTo>
                    <a:pt x="561" y="477"/>
                  </a:lnTo>
                  <a:lnTo>
                    <a:pt x="560" y="477"/>
                  </a:lnTo>
                  <a:lnTo>
                    <a:pt x="558" y="477"/>
                  </a:lnTo>
                  <a:lnTo>
                    <a:pt x="558" y="476"/>
                  </a:lnTo>
                  <a:lnTo>
                    <a:pt x="560" y="475"/>
                  </a:lnTo>
                  <a:lnTo>
                    <a:pt x="561" y="475"/>
                  </a:lnTo>
                  <a:lnTo>
                    <a:pt x="564" y="475"/>
                  </a:lnTo>
                  <a:lnTo>
                    <a:pt x="562" y="473"/>
                  </a:lnTo>
                  <a:lnTo>
                    <a:pt x="562" y="472"/>
                  </a:lnTo>
                  <a:lnTo>
                    <a:pt x="562" y="471"/>
                  </a:lnTo>
                  <a:lnTo>
                    <a:pt x="565" y="468"/>
                  </a:lnTo>
                  <a:lnTo>
                    <a:pt x="564" y="467"/>
                  </a:lnTo>
                  <a:lnTo>
                    <a:pt x="564" y="464"/>
                  </a:lnTo>
                  <a:lnTo>
                    <a:pt x="566" y="462"/>
                  </a:lnTo>
                  <a:lnTo>
                    <a:pt x="566" y="462"/>
                  </a:lnTo>
                  <a:lnTo>
                    <a:pt x="564" y="462"/>
                  </a:lnTo>
                  <a:lnTo>
                    <a:pt x="564" y="460"/>
                  </a:lnTo>
                  <a:lnTo>
                    <a:pt x="565" y="459"/>
                  </a:lnTo>
                  <a:lnTo>
                    <a:pt x="562" y="459"/>
                  </a:lnTo>
                  <a:lnTo>
                    <a:pt x="561" y="459"/>
                  </a:lnTo>
                  <a:lnTo>
                    <a:pt x="560" y="458"/>
                  </a:lnTo>
                  <a:lnTo>
                    <a:pt x="557" y="460"/>
                  </a:lnTo>
                  <a:lnTo>
                    <a:pt x="556" y="462"/>
                  </a:lnTo>
                  <a:lnTo>
                    <a:pt x="556" y="462"/>
                  </a:lnTo>
                  <a:lnTo>
                    <a:pt x="554" y="466"/>
                  </a:lnTo>
                  <a:lnTo>
                    <a:pt x="552" y="467"/>
                  </a:lnTo>
                  <a:lnTo>
                    <a:pt x="550" y="466"/>
                  </a:lnTo>
                  <a:lnTo>
                    <a:pt x="550" y="463"/>
                  </a:lnTo>
                  <a:lnTo>
                    <a:pt x="553" y="460"/>
                  </a:lnTo>
                  <a:lnTo>
                    <a:pt x="557" y="458"/>
                  </a:lnTo>
                  <a:lnTo>
                    <a:pt x="558" y="454"/>
                  </a:lnTo>
                  <a:lnTo>
                    <a:pt x="560" y="454"/>
                  </a:lnTo>
                  <a:lnTo>
                    <a:pt x="562" y="454"/>
                  </a:lnTo>
                  <a:lnTo>
                    <a:pt x="565" y="452"/>
                  </a:lnTo>
                  <a:lnTo>
                    <a:pt x="564" y="452"/>
                  </a:lnTo>
                  <a:lnTo>
                    <a:pt x="561" y="452"/>
                  </a:lnTo>
                  <a:lnTo>
                    <a:pt x="558" y="451"/>
                  </a:lnTo>
                  <a:lnTo>
                    <a:pt x="557" y="447"/>
                  </a:lnTo>
                  <a:lnTo>
                    <a:pt x="557" y="445"/>
                  </a:lnTo>
                  <a:lnTo>
                    <a:pt x="558" y="443"/>
                  </a:lnTo>
                  <a:lnTo>
                    <a:pt x="560" y="443"/>
                  </a:lnTo>
                  <a:lnTo>
                    <a:pt x="561" y="442"/>
                  </a:lnTo>
                  <a:lnTo>
                    <a:pt x="560" y="442"/>
                  </a:lnTo>
                  <a:lnTo>
                    <a:pt x="558" y="441"/>
                  </a:lnTo>
                  <a:lnTo>
                    <a:pt x="557" y="439"/>
                  </a:lnTo>
                  <a:lnTo>
                    <a:pt x="556" y="438"/>
                  </a:lnTo>
                  <a:lnTo>
                    <a:pt x="554" y="437"/>
                  </a:lnTo>
                  <a:lnTo>
                    <a:pt x="556" y="435"/>
                  </a:lnTo>
                  <a:lnTo>
                    <a:pt x="557" y="435"/>
                  </a:lnTo>
                  <a:lnTo>
                    <a:pt x="557" y="435"/>
                  </a:lnTo>
                  <a:lnTo>
                    <a:pt x="556" y="434"/>
                  </a:lnTo>
                  <a:lnTo>
                    <a:pt x="554" y="434"/>
                  </a:lnTo>
                  <a:lnTo>
                    <a:pt x="553" y="433"/>
                  </a:lnTo>
                  <a:lnTo>
                    <a:pt x="553" y="431"/>
                  </a:lnTo>
                  <a:lnTo>
                    <a:pt x="552" y="431"/>
                  </a:lnTo>
                  <a:lnTo>
                    <a:pt x="550" y="431"/>
                  </a:lnTo>
                  <a:lnTo>
                    <a:pt x="549" y="430"/>
                  </a:lnTo>
                  <a:lnTo>
                    <a:pt x="550" y="427"/>
                  </a:lnTo>
                  <a:lnTo>
                    <a:pt x="552" y="427"/>
                  </a:lnTo>
                  <a:lnTo>
                    <a:pt x="553" y="426"/>
                  </a:lnTo>
                  <a:lnTo>
                    <a:pt x="553" y="426"/>
                  </a:lnTo>
                  <a:lnTo>
                    <a:pt x="552" y="423"/>
                  </a:lnTo>
                  <a:lnTo>
                    <a:pt x="553" y="421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4" y="421"/>
                  </a:lnTo>
                  <a:lnTo>
                    <a:pt x="556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6" y="417"/>
                  </a:lnTo>
                  <a:lnTo>
                    <a:pt x="556" y="416"/>
                  </a:lnTo>
                  <a:lnTo>
                    <a:pt x="557" y="416"/>
                  </a:lnTo>
                  <a:lnTo>
                    <a:pt x="558" y="414"/>
                  </a:lnTo>
                  <a:lnTo>
                    <a:pt x="557" y="413"/>
                  </a:lnTo>
                  <a:lnTo>
                    <a:pt x="557" y="413"/>
                  </a:lnTo>
                  <a:lnTo>
                    <a:pt x="558" y="412"/>
                  </a:lnTo>
                  <a:lnTo>
                    <a:pt x="561" y="410"/>
                  </a:lnTo>
                  <a:lnTo>
                    <a:pt x="561" y="409"/>
                  </a:lnTo>
                  <a:lnTo>
                    <a:pt x="558" y="409"/>
                  </a:lnTo>
                  <a:lnTo>
                    <a:pt x="556" y="410"/>
                  </a:lnTo>
                  <a:lnTo>
                    <a:pt x="554" y="409"/>
                  </a:lnTo>
                  <a:lnTo>
                    <a:pt x="553" y="410"/>
                  </a:lnTo>
                  <a:lnTo>
                    <a:pt x="552" y="409"/>
                  </a:lnTo>
                  <a:lnTo>
                    <a:pt x="552" y="406"/>
                  </a:lnTo>
                  <a:lnTo>
                    <a:pt x="550" y="406"/>
                  </a:lnTo>
                  <a:lnTo>
                    <a:pt x="550" y="404"/>
                  </a:lnTo>
                  <a:lnTo>
                    <a:pt x="548" y="401"/>
                  </a:lnTo>
                  <a:lnTo>
                    <a:pt x="548" y="400"/>
                  </a:lnTo>
                  <a:lnTo>
                    <a:pt x="548" y="397"/>
                  </a:lnTo>
                  <a:lnTo>
                    <a:pt x="548" y="393"/>
                  </a:lnTo>
                  <a:lnTo>
                    <a:pt x="549" y="392"/>
                  </a:lnTo>
                  <a:lnTo>
                    <a:pt x="548" y="391"/>
                  </a:lnTo>
                  <a:lnTo>
                    <a:pt x="549" y="388"/>
                  </a:lnTo>
                  <a:lnTo>
                    <a:pt x="550" y="384"/>
                  </a:lnTo>
                  <a:lnTo>
                    <a:pt x="550" y="380"/>
                  </a:lnTo>
                  <a:lnTo>
                    <a:pt x="550" y="376"/>
                  </a:lnTo>
                  <a:lnTo>
                    <a:pt x="553" y="373"/>
                  </a:lnTo>
                  <a:lnTo>
                    <a:pt x="550" y="375"/>
                  </a:lnTo>
                  <a:lnTo>
                    <a:pt x="549" y="377"/>
                  </a:lnTo>
                  <a:lnTo>
                    <a:pt x="548" y="377"/>
                  </a:lnTo>
                  <a:lnTo>
                    <a:pt x="546" y="375"/>
                  </a:lnTo>
                  <a:lnTo>
                    <a:pt x="545" y="373"/>
                  </a:lnTo>
                  <a:lnTo>
                    <a:pt x="545" y="375"/>
                  </a:lnTo>
                  <a:lnTo>
                    <a:pt x="546" y="376"/>
                  </a:lnTo>
                  <a:lnTo>
                    <a:pt x="546" y="380"/>
                  </a:lnTo>
                  <a:lnTo>
                    <a:pt x="546" y="384"/>
                  </a:lnTo>
                  <a:lnTo>
                    <a:pt x="545" y="389"/>
                  </a:lnTo>
                  <a:lnTo>
                    <a:pt x="545" y="396"/>
                  </a:lnTo>
                  <a:lnTo>
                    <a:pt x="544" y="397"/>
                  </a:lnTo>
                  <a:lnTo>
                    <a:pt x="544" y="400"/>
                  </a:lnTo>
                  <a:lnTo>
                    <a:pt x="541" y="404"/>
                  </a:lnTo>
                  <a:lnTo>
                    <a:pt x="540" y="402"/>
                  </a:lnTo>
                  <a:lnTo>
                    <a:pt x="540" y="400"/>
                  </a:lnTo>
                  <a:lnTo>
                    <a:pt x="540" y="398"/>
                  </a:lnTo>
                  <a:lnTo>
                    <a:pt x="540" y="397"/>
                  </a:lnTo>
                  <a:lnTo>
                    <a:pt x="539" y="398"/>
                  </a:lnTo>
                  <a:lnTo>
                    <a:pt x="539" y="400"/>
                  </a:lnTo>
                  <a:lnTo>
                    <a:pt x="536" y="400"/>
                  </a:lnTo>
                  <a:lnTo>
                    <a:pt x="535" y="398"/>
                  </a:lnTo>
                  <a:lnTo>
                    <a:pt x="536" y="396"/>
                  </a:lnTo>
                  <a:lnTo>
                    <a:pt x="536" y="393"/>
                  </a:lnTo>
                  <a:lnTo>
                    <a:pt x="536" y="392"/>
                  </a:lnTo>
                  <a:lnTo>
                    <a:pt x="537" y="391"/>
                  </a:lnTo>
                  <a:lnTo>
                    <a:pt x="537" y="388"/>
                  </a:lnTo>
                  <a:lnTo>
                    <a:pt x="537" y="388"/>
                  </a:lnTo>
                  <a:lnTo>
                    <a:pt x="535" y="391"/>
                  </a:lnTo>
                  <a:lnTo>
                    <a:pt x="533" y="391"/>
                  </a:lnTo>
                  <a:lnTo>
                    <a:pt x="533" y="388"/>
                  </a:lnTo>
                  <a:lnTo>
                    <a:pt x="533" y="387"/>
                  </a:lnTo>
                  <a:lnTo>
                    <a:pt x="533" y="384"/>
                  </a:lnTo>
                  <a:lnTo>
                    <a:pt x="532" y="383"/>
                  </a:lnTo>
                  <a:lnTo>
                    <a:pt x="531" y="385"/>
                  </a:lnTo>
                  <a:lnTo>
                    <a:pt x="529" y="384"/>
                  </a:lnTo>
                  <a:lnTo>
                    <a:pt x="529" y="381"/>
                  </a:lnTo>
                  <a:lnTo>
                    <a:pt x="528" y="381"/>
                  </a:lnTo>
                  <a:lnTo>
                    <a:pt x="528" y="384"/>
                  </a:lnTo>
                  <a:lnTo>
                    <a:pt x="527" y="385"/>
                  </a:lnTo>
                  <a:lnTo>
                    <a:pt x="527" y="387"/>
                  </a:lnTo>
                  <a:lnTo>
                    <a:pt x="529" y="387"/>
                  </a:lnTo>
                  <a:lnTo>
                    <a:pt x="529" y="388"/>
                  </a:lnTo>
                  <a:lnTo>
                    <a:pt x="529" y="391"/>
                  </a:lnTo>
                  <a:lnTo>
                    <a:pt x="528" y="392"/>
                  </a:lnTo>
                  <a:lnTo>
                    <a:pt x="529" y="393"/>
                  </a:lnTo>
                  <a:lnTo>
                    <a:pt x="529" y="392"/>
                  </a:lnTo>
                  <a:lnTo>
                    <a:pt x="531" y="392"/>
                  </a:lnTo>
                  <a:lnTo>
                    <a:pt x="532" y="396"/>
                  </a:lnTo>
                  <a:lnTo>
                    <a:pt x="532" y="397"/>
                  </a:lnTo>
                  <a:lnTo>
                    <a:pt x="531" y="397"/>
                  </a:lnTo>
                  <a:lnTo>
                    <a:pt x="529" y="396"/>
                  </a:lnTo>
                  <a:lnTo>
                    <a:pt x="528" y="397"/>
                  </a:lnTo>
                  <a:lnTo>
                    <a:pt x="529" y="398"/>
                  </a:lnTo>
                  <a:lnTo>
                    <a:pt x="528" y="398"/>
                  </a:lnTo>
                  <a:lnTo>
                    <a:pt x="527" y="397"/>
                  </a:lnTo>
                  <a:lnTo>
                    <a:pt x="525" y="398"/>
                  </a:lnTo>
                  <a:lnTo>
                    <a:pt x="525" y="397"/>
                  </a:lnTo>
                  <a:lnTo>
                    <a:pt x="524" y="396"/>
                  </a:lnTo>
                  <a:lnTo>
                    <a:pt x="520" y="392"/>
                  </a:lnTo>
                  <a:lnTo>
                    <a:pt x="519" y="391"/>
                  </a:lnTo>
                  <a:lnTo>
                    <a:pt x="520" y="388"/>
                  </a:lnTo>
                  <a:lnTo>
                    <a:pt x="519" y="388"/>
                  </a:lnTo>
                  <a:lnTo>
                    <a:pt x="517" y="387"/>
                  </a:lnTo>
                  <a:lnTo>
                    <a:pt x="517" y="381"/>
                  </a:lnTo>
                  <a:lnTo>
                    <a:pt x="517" y="380"/>
                  </a:lnTo>
                  <a:lnTo>
                    <a:pt x="516" y="379"/>
                  </a:lnTo>
                  <a:lnTo>
                    <a:pt x="516" y="377"/>
                  </a:lnTo>
                  <a:lnTo>
                    <a:pt x="517" y="376"/>
                  </a:lnTo>
                  <a:lnTo>
                    <a:pt x="519" y="375"/>
                  </a:lnTo>
                  <a:lnTo>
                    <a:pt x="520" y="373"/>
                  </a:lnTo>
                  <a:lnTo>
                    <a:pt x="520" y="371"/>
                  </a:lnTo>
                  <a:lnTo>
                    <a:pt x="521" y="367"/>
                  </a:lnTo>
                  <a:lnTo>
                    <a:pt x="517" y="372"/>
                  </a:lnTo>
                  <a:lnTo>
                    <a:pt x="517" y="375"/>
                  </a:lnTo>
                  <a:lnTo>
                    <a:pt x="515" y="373"/>
                  </a:lnTo>
                  <a:lnTo>
                    <a:pt x="514" y="375"/>
                  </a:lnTo>
                  <a:lnTo>
                    <a:pt x="510" y="371"/>
                  </a:lnTo>
                  <a:lnTo>
                    <a:pt x="510" y="371"/>
                  </a:lnTo>
                  <a:lnTo>
                    <a:pt x="511" y="371"/>
                  </a:lnTo>
                  <a:lnTo>
                    <a:pt x="512" y="370"/>
                  </a:lnTo>
                  <a:lnTo>
                    <a:pt x="511" y="368"/>
                  </a:lnTo>
                  <a:lnTo>
                    <a:pt x="508" y="368"/>
                  </a:lnTo>
                  <a:lnTo>
                    <a:pt x="507" y="368"/>
                  </a:lnTo>
                  <a:lnTo>
                    <a:pt x="507" y="366"/>
                  </a:lnTo>
                  <a:lnTo>
                    <a:pt x="504" y="363"/>
                  </a:lnTo>
                  <a:lnTo>
                    <a:pt x="506" y="362"/>
                  </a:lnTo>
                  <a:lnTo>
                    <a:pt x="508" y="363"/>
                  </a:lnTo>
                  <a:lnTo>
                    <a:pt x="510" y="363"/>
                  </a:lnTo>
                  <a:lnTo>
                    <a:pt x="511" y="360"/>
                  </a:lnTo>
                  <a:lnTo>
                    <a:pt x="511" y="356"/>
                  </a:lnTo>
                  <a:lnTo>
                    <a:pt x="514" y="355"/>
                  </a:lnTo>
                  <a:lnTo>
                    <a:pt x="515" y="354"/>
                  </a:lnTo>
                  <a:lnTo>
                    <a:pt x="514" y="354"/>
                  </a:lnTo>
                  <a:lnTo>
                    <a:pt x="510" y="356"/>
                  </a:lnTo>
                  <a:lnTo>
                    <a:pt x="508" y="358"/>
                  </a:lnTo>
                  <a:lnTo>
                    <a:pt x="508" y="356"/>
                  </a:lnTo>
                  <a:lnTo>
                    <a:pt x="506" y="358"/>
                  </a:lnTo>
                  <a:lnTo>
                    <a:pt x="502" y="358"/>
                  </a:lnTo>
                  <a:lnTo>
                    <a:pt x="498" y="356"/>
                  </a:lnTo>
                  <a:lnTo>
                    <a:pt x="496" y="355"/>
                  </a:lnTo>
                  <a:lnTo>
                    <a:pt x="496" y="354"/>
                  </a:lnTo>
                  <a:lnTo>
                    <a:pt x="492" y="352"/>
                  </a:lnTo>
                  <a:lnTo>
                    <a:pt x="492" y="351"/>
                  </a:lnTo>
                  <a:lnTo>
                    <a:pt x="495" y="351"/>
                  </a:lnTo>
                  <a:lnTo>
                    <a:pt x="496" y="350"/>
                  </a:lnTo>
                  <a:lnTo>
                    <a:pt x="496" y="347"/>
                  </a:lnTo>
                  <a:lnTo>
                    <a:pt x="495" y="347"/>
                  </a:lnTo>
                  <a:lnTo>
                    <a:pt x="495" y="348"/>
                  </a:lnTo>
                  <a:lnTo>
                    <a:pt x="491" y="350"/>
                  </a:lnTo>
                  <a:lnTo>
                    <a:pt x="490" y="350"/>
                  </a:lnTo>
                  <a:lnTo>
                    <a:pt x="489" y="348"/>
                  </a:lnTo>
                  <a:lnTo>
                    <a:pt x="487" y="347"/>
                  </a:lnTo>
                  <a:lnTo>
                    <a:pt x="486" y="345"/>
                  </a:lnTo>
                  <a:lnTo>
                    <a:pt x="485" y="345"/>
                  </a:lnTo>
                  <a:lnTo>
                    <a:pt x="485" y="343"/>
                  </a:lnTo>
                  <a:lnTo>
                    <a:pt x="483" y="343"/>
                  </a:lnTo>
                  <a:lnTo>
                    <a:pt x="481" y="343"/>
                  </a:lnTo>
                  <a:lnTo>
                    <a:pt x="478" y="343"/>
                  </a:lnTo>
                  <a:lnTo>
                    <a:pt x="475" y="343"/>
                  </a:lnTo>
                  <a:lnTo>
                    <a:pt x="473" y="343"/>
                  </a:lnTo>
                  <a:lnTo>
                    <a:pt x="471" y="343"/>
                  </a:lnTo>
                  <a:lnTo>
                    <a:pt x="466" y="342"/>
                  </a:lnTo>
                  <a:lnTo>
                    <a:pt x="465" y="341"/>
                  </a:lnTo>
                  <a:lnTo>
                    <a:pt x="466" y="341"/>
                  </a:lnTo>
                  <a:lnTo>
                    <a:pt x="467" y="341"/>
                  </a:lnTo>
                  <a:lnTo>
                    <a:pt x="469" y="341"/>
                  </a:lnTo>
                  <a:lnTo>
                    <a:pt x="466" y="338"/>
                  </a:lnTo>
                  <a:lnTo>
                    <a:pt x="470" y="335"/>
                  </a:lnTo>
                  <a:lnTo>
                    <a:pt x="469" y="334"/>
                  </a:lnTo>
                  <a:lnTo>
                    <a:pt x="471" y="331"/>
                  </a:lnTo>
                  <a:lnTo>
                    <a:pt x="469" y="331"/>
                  </a:lnTo>
                  <a:lnTo>
                    <a:pt x="467" y="333"/>
                  </a:lnTo>
                  <a:lnTo>
                    <a:pt x="469" y="334"/>
                  </a:lnTo>
                  <a:lnTo>
                    <a:pt x="466" y="335"/>
                  </a:lnTo>
                  <a:lnTo>
                    <a:pt x="465" y="335"/>
                  </a:lnTo>
                  <a:lnTo>
                    <a:pt x="465" y="334"/>
                  </a:lnTo>
                  <a:lnTo>
                    <a:pt x="463" y="333"/>
                  </a:lnTo>
                  <a:lnTo>
                    <a:pt x="463" y="331"/>
                  </a:lnTo>
                  <a:lnTo>
                    <a:pt x="465" y="331"/>
                  </a:lnTo>
                  <a:lnTo>
                    <a:pt x="465" y="330"/>
                  </a:lnTo>
                  <a:lnTo>
                    <a:pt x="463" y="329"/>
                  </a:lnTo>
                  <a:lnTo>
                    <a:pt x="461" y="330"/>
                  </a:lnTo>
                  <a:lnTo>
                    <a:pt x="458" y="329"/>
                  </a:lnTo>
                  <a:lnTo>
                    <a:pt x="456" y="327"/>
                  </a:lnTo>
                  <a:lnTo>
                    <a:pt x="454" y="327"/>
                  </a:lnTo>
                  <a:lnTo>
                    <a:pt x="452" y="327"/>
                  </a:lnTo>
                  <a:lnTo>
                    <a:pt x="452" y="327"/>
                  </a:lnTo>
                  <a:lnTo>
                    <a:pt x="453" y="326"/>
                  </a:lnTo>
                  <a:lnTo>
                    <a:pt x="454" y="326"/>
                  </a:lnTo>
                  <a:lnTo>
                    <a:pt x="454" y="323"/>
                  </a:lnTo>
                  <a:lnTo>
                    <a:pt x="450" y="323"/>
                  </a:lnTo>
                  <a:lnTo>
                    <a:pt x="450" y="321"/>
                  </a:lnTo>
                  <a:lnTo>
                    <a:pt x="453" y="321"/>
                  </a:lnTo>
                  <a:lnTo>
                    <a:pt x="454" y="321"/>
                  </a:lnTo>
                  <a:lnTo>
                    <a:pt x="452" y="320"/>
                  </a:lnTo>
                  <a:lnTo>
                    <a:pt x="450" y="321"/>
                  </a:lnTo>
                  <a:lnTo>
                    <a:pt x="448" y="320"/>
                  </a:lnTo>
                  <a:lnTo>
                    <a:pt x="449" y="318"/>
                  </a:lnTo>
                  <a:lnTo>
                    <a:pt x="450" y="317"/>
                  </a:lnTo>
                  <a:lnTo>
                    <a:pt x="454" y="317"/>
                  </a:lnTo>
                  <a:lnTo>
                    <a:pt x="457" y="320"/>
                  </a:lnTo>
                  <a:lnTo>
                    <a:pt x="457" y="318"/>
                  </a:lnTo>
                  <a:lnTo>
                    <a:pt x="456" y="317"/>
                  </a:lnTo>
                  <a:lnTo>
                    <a:pt x="450" y="316"/>
                  </a:lnTo>
                  <a:lnTo>
                    <a:pt x="449" y="314"/>
                  </a:lnTo>
                  <a:lnTo>
                    <a:pt x="450" y="313"/>
                  </a:lnTo>
                  <a:lnTo>
                    <a:pt x="453" y="313"/>
                  </a:lnTo>
                  <a:lnTo>
                    <a:pt x="454" y="310"/>
                  </a:lnTo>
                  <a:lnTo>
                    <a:pt x="457" y="310"/>
                  </a:lnTo>
                  <a:lnTo>
                    <a:pt x="458" y="309"/>
                  </a:lnTo>
                  <a:lnTo>
                    <a:pt x="456" y="309"/>
                  </a:lnTo>
                  <a:lnTo>
                    <a:pt x="453" y="309"/>
                  </a:lnTo>
                  <a:lnTo>
                    <a:pt x="450" y="310"/>
                  </a:lnTo>
                  <a:lnTo>
                    <a:pt x="450" y="310"/>
                  </a:lnTo>
                  <a:lnTo>
                    <a:pt x="448" y="313"/>
                  </a:lnTo>
                  <a:lnTo>
                    <a:pt x="446" y="312"/>
                  </a:lnTo>
                  <a:lnTo>
                    <a:pt x="445" y="313"/>
                  </a:lnTo>
                  <a:lnTo>
                    <a:pt x="442" y="314"/>
                  </a:lnTo>
                  <a:lnTo>
                    <a:pt x="442" y="313"/>
                  </a:lnTo>
                  <a:lnTo>
                    <a:pt x="444" y="312"/>
                  </a:lnTo>
                  <a:lnTo>
                    <a:pt x="444" y="310"/>
                  </a:lnTo>
                  <a:lnTo>
                    <a:pt x="442" y="310"/>
                  </a:lnTo>
                  <a:lnTo>
                    <a:pt x="441" y="312"/>
                  </a:lnTo>
                  <a:lnTo>
                    <a:pt x="440" y="316"/>
                  </a:lnTo>
                  <a:lnTo>
                    <a:pt x="438" y="316"/>
                  </a:lnTo>
                  <a:lnTo>
                    <a:pt x="438" y="312"/>
                  </a:lnTo>
                  <a:lnTo>
                    <a:pt x="437" y="310"/>
                  </a:lnTo>
                  <a:lnTo>
                    <a:pt x="442" y="306"/>
                  </a:lnTo>
                  <a:lnTo>
                    <a:pt x="438" y="306"/>
                  </a:lnTo>
                  <a:lnTo>
                    <a:pt x="437" y="308"/>
                  </a:lnTo>
                  <a:lnTo>
                    <a:pt x="436" y="306"/>
                  </a:lnTo>
                  <a:lnTo>
                    <a:pt x="432" y="308"/>
                  </a:lnTo>
                  <a:lnTo>
                    <a:pt x="432" y="310"/>
                  </a:lnTo>
                  <a:lnTo>
                    <a:pt x="432" y="312"/>
                  </a:lnTo>
                  <a:lnTo>
                    <a:pt x="431" y="310"/>
                  </a:lnTo>
                  <a:lnTo>
                    <a:pt x="429" y="312"/>
                  </a:lnTo>
                  <a:lnTo>
                    <a:pt x="427" y="312"/>
                  </a:lnTo>
                  <a:lnTo>
                    <a:pt x="427" y="313"/>
                  </a:lnTo>
                  <a:lnTo>
                    <a:pt x="429" y="316"/>
                  </a:lnTo>
                  <a:lnTo>
                    <a:pt x="431" y="314"/>
                  </a:lnTo>
                  <a:lnTo>
                    <a:pt x="431" y="317"/>
                  </a:lnTo>
                  <a:lnTo>
                    <a:pt x="429" y="318"/>
                  </a:lnTo>
                  <a:lnTo>
                    <a:pt x="428" y="317"/>
                  </a:lnTo>
                  <a:lnTo>
                    <a:pt x="427" y="317"/>
                  </a:lnTo>
                  <a:lnTo>
                    <a:pt x="425" y="318"/>
                  </a:lnTo>
                  <a:lnTo>
                    <a:pt x="428" y="320"/>
                  </a:lnTo>
                  <a:lnTo>
                    <a:pt x="429" y="320"/>
                  </a:lnTo>
                  <a:lnTo>
                    <a:pt x="432" y="320"/>
                  </a:lnTo>
                  <a:lnTo>
                    <a:pt x="432" y="322"/>
                  </a:lnTo>
                  <a:lnTo>
                    <a:pt x="431" y="323"/>
                  </a:lnTo>
                  <a:lnTo>
                    <a:pt x="427" y="325"/>
                  </a:lnTo>
                  <a:lnTo>
                    <a:pt x="425" y="327"/>
                  </a:lnTo>
                  <a:lnTo>
                    <a:pt x="427" y="329"/>
                  </a:lnTo>
                  <a:lnTo>
                    <a:pt x="425" y="330"/>
                  </a:lnTo>
                  <a:lnTo>
                    <a:pt x="421" y="330"/>
                  </a:lnTo>
                  <a:lnTo>
                    <a:pt x="421" y="333"/>
                  </a:lnTo>
                  <a:lnTo>
                    <a:pt x="419" y="334"/>
                  </a:lnTo>
                  <a:lnTo>
                    <a:pt x="417" y="334"/>
                  </a:lnTo>
                  <a:lnTo>
                    <a:pt x="415" y="333"/>
                  </a:lnTo>
                  <a:lnTo>
                    <a:pt x="416" y="331"/>
                  </a:lnTo>
                  <a:lnTo>
                    <a:pt x="415" y="330"/>
                  </a:lnTo>
                  <a:lnTo>
                    <a:pt x="412" y="333"/>
                  </a:lnTo>
                  <a:lnTo>
                    <a:pt x="412" y="333"/>
                  </a:lnTo>
                  <a:lnTo>
                    <a:pt x="413" y="329"/>
                  </a:lnTo>
                  <a:lnTo>
                    <a:pt x="413" y="327"/>
                  </a:lnTo>
                  <a:lnTo>
                    <a:pt x="412" y="329"/>
                  </a:lnTo>
                  <a:lnTo>
                    <a:pt x="410" y="333"/>
                  </a:lnTo>
                  <a:lnTo>
                    <a:pt x="408" y="335"/>
                  </a:lnTo>
                  <a:lnTo>
                    <a:pt x="406" y="337"/>
                  </a:lnTo>
                  <a:lnTo>
                    <a:pt x="406" y="335"/>
                  </a:lnTo>
                  <a:lnTo>
                    <a:pt x="408" y="331"/>
                  </a:lnTo>
                  <a:lnTo>
                    <a:pt x="408" y="331"/>
                  </a:lnTo>
                  <a:lnTo>
                    <a:pt x="406" y="334"/>
                  </a:lnTo>
                  <a:lnTo>
                    <a:pt x="404" y="338"/>
                  </a:lnTo>
                  <a:lnTo>
                    <a:pt x="403" y="339"/>
                  </a:lnTo>
                  <a:lnTo>
                    <a:pt x="402" y="338"/>
                  </a:lnTo>
                  <a:lnTo>
                    <a:pt x="399" y="338"/>
                  </a:lnTo>
                  <a:lnTo>
                    <a:pt x="396" y="341"/>
                  </a:lnTo>
                  <a:lnTo>
                    <a:pt x="394" y="341"/>
                  </a:lnTo>
                  <a:lnTo>
                    <a:pt x="392" y="339"/>
                  </a:lnTo>
                  <a:lnTo>
                    <a:pt x="392" y="338"/>
                  </a:lnTo>
                  <a:lnTo>
                    <a:pt x="392" y="337"/>
                  </a:lnTo>
                  <a:lnTo>
                    <a:pt x="391" y="338"/>
                  </a:lnTo>
                  <a:lnTo>
                    <a:pt x="391" y="341"/>
                  </a:lnTo>
                  <a:lnTo>
                    <a:pt x="388" y="342"/>
                  </a:lnTo>
                  <a:lnTo>
                    <a:pt x="387" y="343"/>
                  </a:lnTo>
                  <a:lnTo>
                    <a:pt x="386" y="345"/>
                  </a:lnTo>
                  <a:lnTo>
                    <a:pt x="384" y="346"/>
                  </a:lnTo>
                  <a:lnTo>
                    <a:pt x="384" y="343"/>
                  </a:lnTo>
                  <a:lnTo>
                    <a:pt x="383" y="343"/>
                  </a:lnTo>
                  <a:lnTo>
                    <a:pt x="382" y="346"/>
                  </a:lnTo>
                  <a:lnTo>
                    <a:pt x="381" y="345"/>
                  </a:lnTo>
                  <a:lnTo>
                    <a:pt x="381" y="346"/>
                  </a:lnTo>
                  <a:lnTo>
                    <a:pt x="379" y="347"/>
                  </a:lnTo>
                  <a:lnTo>
                    <a:pt x="375" y="343"/>
                  </a:lnTo>
                  <a:lnTo>
                    <a:pt x="375" y="341"/>
                  </a:lnTo>
                  <a:lnTo>
                    <a:pt x="378" y="341"/>
                  </a:lnTo>
                  <a:lnTo>
                    <a:pt x="379" y="341"/>
                  </a:lnTo>
                  <a:lnTo>
                    <a:pt x="379" y="338"/>
                  </a:lnTo>
                  <a:lnTo>
                    <a:pt x="381" y="338"/>
                  </a:lnTo>
                  <a:lnTo>
                    <a:pt x="383" y="338"/>
                  </a:lnTo>
                  <a:lnTo>
                    <a:pt x="384" y="339"/>
                  </a:lnTo>
                  <a:lnTo>
                    <a:pt x="386" y="337"/>
                  </a:lnTo>
                  <a:lnTo>
                    <a:pt x="388" y="337"/>
                  </a:lnTo>
                  <a:lnTo>
                    <a:pt x="392" y="333"/>
                  </a:lnTo>
                  <a:lnTo>
                    <a:pt x="392" y="331"/>
                  </a:lnTo>
                  <a:lnTo>
                    <a:pt x="390" y="331"/>
                  </a:lnTo>
                  <a:lnTo>
                    <a:pt x="388" y="333"/>
                  </a:lnTo>
                  <a:lnTo>
                    <a:pt x="387" y="333"/>
                  </a:lnTo>
                  <a:lnTo>
                    <a:pt x="386" y="335"/>
                  </a:lnTo>
                  <a:lnTo>
                    <a:pt x="383" y="331"/>
                  </a:lnTo>
                  <a:lnTo>
                    <a:pt x="383" y="330"/>
                  </a:lnTo>
                  <a:lnTo>
                    <a:pt x="384" y="327"/>
                  </a:lnTo>
                  <a:lnTo>
                    <a:pt x="391" y="322"/>
                  </a:lnTo>
                  <a:lnTo>
                    <a:pt x="392" y="318"/>
                  </a:lnTo>
                  <a:lnTo>
                    <a:pt x="395" y="317"/>
                  </a:lnTo>
                  <a:lnTo>
                    <a:pt x="398" y="313"/>
                  </a:lnTo>
                  <a:lnTo>
                    <a:pt x="396" y="312"/>
                  </a:lnTo>
                  <a:lnTo>
                    <a:pt x="398" y="310"/>
                  </a:lnTo>
                  <a:lnTo>
                    <a:pt x="399" y="308"/>
                  </a:lnTo>
                  <a:lnTo>
                    <a:pt x="403" y="308"/>
                  </a:lnTo>
                  <a:lnTo>
                    <a:pt x="406" y="305"/>
                  </a:lnTo>
                  <a:lnTo>
                    <a:pt x="408" y="305"/>
                  </a:lnTo>
                  <a:lnTo>
                    <a:pt x="412" y="304"/>
                  </a:lnTo>
                  <a:lnTo>
                    <a:pt x="412" y="306"/>
                  </a:lnTo>
                  <a:lnTo>
                    <a:pt x="415" y="308"/>
                  </a:lnTo>
                  <a:lnTo>
                    <a:pt x="416" y="308"/>
                  </a:lnTo>
                  <a:lnTo>
                    <a:pt x="417" y="308"/>
                  </a:lnTo>
                  <a:lnTo>
                    <a:pt x="420" y="308"/>
                  </a:lnTo>
                  <a:lnTo>
                    <a:pt x="421" y="309"/>
                  </a:lnTo>
                  <a:lnTo>
                    <a:pt x="421" y="306"/>
                  </a:lnTo>
                  <a:lnTo>
                    <a:pt x="419" y="302"/>
                  </a:lnTo>
                  <a:lnTo>
                    <a:pt x="419" y="301"/>
                  </a:lnTo>
                  <a:lnTo>
                    <a:pt x="424" y="296"/>
                  </a:lnTo>
                  <a:lnTo>
                    <a:pt x="427" y="296"/>
                  </a:lnTo>
                  <a:lnTo>
                    <a:pt x="431" y="293"/>
                  </a:lnTo>
                  <a:lnTo>
                    <a:pt x="432" y="291"/>
                  </a:lnTo>
                  <a:lnTo>
                    <a:pt x="431" y="292"/>
                  </a:lnTo>
                  <a:lnTo>
                    <a:pt x="425" y="293"/>
                  </a:lnTo>
                  <a:lnTo>
                    <a:pt x="423" y="295"/>
                  </a:lnTo>
                  <a:lnTo>
                    <a:pt x="420" y="298"/>
                  </a:lnTo>
                  <a:lnTo>
                    <a:pt x="419" y="297"/>
                  </a:lnTo>
                  <a:lnTo>
                    <a:pt x="417" y="297"/>
                  </a:lnTo>
                  <a:lnTo>
                    <a:pt x="416" y="296"/>
                  </a:lnTo>
                  <a:lnTo>
                    <a:pt x="416" y="293"/>
                  </a:lnTo>
                  <a:lnTo>
                    <a:pt x="417" y="291"/>
                  </a:lnTo>
                  <a:lnTo>
                    <a:pt x="413" y="296"/>
                  </a:lnTo>
                  <a:lnTo>
                    <a:pt x="410" y="296"/>
                  </a:lnTo>
                  <a:lnTo>
                    <a:pt x="406" y="300"/>
                  </a:lnTo>
                  <a:lnTo>
                    <a:pt x="400" y="301"/>
                  </a:lnTo>
                  <a:lnTo>
                    <a:pt x="396" y="304"/>
                  </a:lnTo>
                  <a:lnTo>
                    <a:pt x="396" y="305"/>
                  </a:lnTo>
                  <a:lnTo>
                    <a:pt x="395" y="306"/>
                  </a:lnTo>
                  <a:lnTo>
                    <a:pt x="392" y="306"/>
                  </a:lnTo>
                  <a:lnTo>
                    <a:pt x="390" y="309"/>
                  </a:lnTo>
                  <a:lnTo>
                    <a:pt x="384" y="312"/>
                  </a:lnTo>
                  <a:lnTo>
                    <a:pt x="384" y="313"/>
                  </a:lnTo>
                  <a:lnTo>
                    <a:pt x="382" y="316"/>
                  </a:lnTo>
                  <a:lnTo>
                    <a:pt x="379" y="316"/>
                  </a:lnTo>
                  <a:lnTo>
                    <a:pt x="377" y="314"/>
                  </a:lnTo>
                  <a:lnTo>
                    <a:pt x="374" y="314"/>
                  </a:lnTo>
                  <a:lnTo>
                    <a:pt x="373" y="316"/>
                  </a:lnTo>
                  <a:lnTo>
                    <a:pt x="373" y="317"/>
                  </a:lnTo>
                  <a:lnTo>
                    <a:pt x="374" y="316"/>
                  </a:lnTo>
                  <a:lnTo>
                    <a:pt x="375" y="316"/>
                  </a:lnTo>
                  <a:lnTo>
                    <a:pt x="378" y="318"/>
                  </a:lnTo>
                  <a:lnTo>
                    <a:pt x="379" y="321"/>
                  </a:lnTo>
                  <a:lnTo>
                    <a:pt x="378" y="323"/>
                  </a:lnTo>
                  <a:lnTo>
                    <a:pt x="374" y="325"/>
                  </a:lnTo>
                  <a:lnTo>
                    <a:pt x="373" y="323"/>
                  </a:lnTo>
                  <a:lnTo>
                    <a:pt x="371" y="325"/>
                  </a:lnTo>
                  <a:lnTo>
                    <a:pt x="371" y="325"/>
                  </a:lnTo>
                  <a:lnTo>
                    <a:pt x="373" y="326"/>
                  </a:lnTo>
                  <a:lnTo>
                    <a:pt x="373" y="327"/>
                  </a:lnTo>
                  <a:lnTo>
                    <a:pt x="371" y="330"/>
                  </a:lnTo>
                  <a:lnTo>
                    <a:pt x="369" y="330"/>
                  </a:lnTo>
                  <a:lnTo>
                    <a:pt x="369" y="329"/>
                  </a:lnTo>
                  <a:lnTo>
                    <a:pt x="369" y="327"/>
                  </a:lnTo>
                  <a:lnTo>
                    <a:pt x="366" y="329"/>
                  </a:lnTo>
                  <a:lnTo>
                    <a:pt x="363" y="326"/>
                  </a:lnTo>
                  <a:lnTo>
                    <a:pt x="361" y="329"/>
                  </a:lnTo>
                  <a:lnTo>
                    <a:pt x="358" y="329"/>
                  </a:lnTo>
                  <a:lnTo>
                    <a:pt x="357" y="329"/>
                  </a:lnTo>
                  <a:lnTo>
                    <a:pt x="358" y="329"/>
                  </a:lnTo>
                  <a:lnTo>
                    <a:pt x="357" y="331"/>
                  </a:lnTo>
                  <a:lnTo>
                    <a:pt x="356" y="331"/>
                  </a:lnTo>
                  <a:lnTo>
                    <a:pt x="356" y="333"/>
                  </a:lnTo>
                  <a:lnTo>
                    <a:pt x="352" y="334"/>
                  </a:lnTo>
                  <a:lnTo>
                    <a:pt x="352" y="335"/>
                  </a:lnTo>
                  <a:lnTo>
                    <a:pt x="352" y="338"/>
                  </a:lnTo>
                  <a:lnTo>
                    <a:pt x="354" y="338"/>
                  </a:lnTo>
                  <a:lnTo>
                    <a:pt x="356" y="339"/>
                  </a:lnTo>
                  <a:lnTo>
                    <a:pt x="357" y="342"/>
                  </a:lnTo>
                  <a:lnTo>
                    <a:pt x="358" y="342"/>
                  </a:lnTo>
                  <a:lnTo>
                    <a:pt x="358" y="342"/>
                  </a:lnTo>
                  <a:lnTo>
                    <a:pt x="358" y="346"/>
                  </a:lnTo>
                  <a:lnTo>
                    <a:pt x="356" y="348"/>
                  </a:lnTo>
                  <a:lnTo>
                    <a:pt x="354" y="348"/>
                  </a:lnTo>
                  <a:lnTo>
                    <a:pt x="352" y="351"/>
                  </a:lnTo>
                  <a:lnTo>
                    <a:pt x="349" y="351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4" y="354"/>
                  </a:lnTo>
                  <a:lnTo>
                    <a:pt x="345" y="355"/>
                  </a:lnTo>
                  <a:lnTo>
                    <a:pt x="345" y="355"/>
                  </a:lnTo>
                  <a:lnTo>
                    <a:pt x="344" y="355"/>
                  </a:lnTo>
                  <a:lnTo>
                    <a:pt x="342" y="355"/>
                  </a:lnTo>
                  <a:lnTo>
                    <a:pt x="341" y="356"/>
                  </a:lnTo>
                  <a:lnTo>
                    <a:pt x="340" y="359"/>
                  </a:lnTo>
                  <a:lnTo>
                    <a:pt x="341" y="358"/>
                  </a:lnTo>
                  <a:lnTo>
                    <a:pt x="342" y="358"/>
                  </a:lnTo>
                  <a:lnTo>
                    <a:pt x="341" y="362"/>
                  </a:lnTo>
                  <a:lnTo>
                    <a:pt x="340" y="362"/>
                  </a:lnTo>
                  <a:lnTo>
                    <a:pt x="338" y="360"/>
                  </a:lnTo>
                  <a:lnTo>
                    <a:pt x="337" y="362"/>
                  </a:lnTo>
                  <a:lnTo>
                    <a:pt x="337" y="362"/>
                  </a:lnTo>
                  <a:lnTo>
                    <a:pt x="337" y="360"/>
                  </a:lnTo>
                  <a:lnTo>
                    <a:pt x="336" y="360"/>
                  </a:lnTo>
                  <a:lnTo>
                    <a:pt x="334" y="363"/>
                  </a:lnTo>
                  <a:lnTo>
                    <a:pt x="332" y="363"/>
                  </a:lnTo>
                  <a:lnTo>
                    <a:pt x="331" y="362"/>
                  </a:lnTo>
                  <a:lnTo>
                    <a:pt x="331" y="363"/>
                  </a:lnTo>
                  <a:lnTo>
                    <a:pt x="328" y="363"/>
                  </a:lnTo>
                  <a:lnTo>
                    <a:pt x="328" y="366"/>
                  </a:lnTo>
                  <a:lnTo>
                    <a:pt x="328" y="366"/>
                  </a:lnTo>
                  <a:lnTo>
                    <a:pt x="325" y="366"/>
                  </a:lnTo>
                  <a:lnTo>
                    <a:pt x="325" y="367"/>
                  </a:lnTo>
                  <a:lnTo>
                    <a:pt x="324" y="367"/>
                  </a:lnTo>
                  <a:lnTo>
                    <a:pt x="323" y="366"/>
                  </a:lnTo>
                  <a:lnTo>
                    <a:pt x="321" y="366"/>
                  </a:lnTo>
                  <a:lnTo>
                    <a:pt x="320" y="367"/>
                  </a:lnTo>
                  <a:lnTo>
                    <a:pt x="319" y="367"/>
                  </a:lnTo>
                  <a:lnTo>
                    <a:pt x="319" y="370"/>
                  </a:lnTo>
                  <a:lnTo>
                    <a:pt x="316" y="370"/>
                  </a:lnTo>
                  <a:lnTo>
                    <a:pt x="313" y="372"/>
                  </a:lnTo>
                  <a:lnTo>
                    <a:pt x="313" y="372"/>
                  </a:lnTo>
                  <a:lnTo>
                    <a:pt x="312" y="372"/>
                  </a:lnTo>
                  <a:lnTo>
                    <a:pt x="311" y="373"/>
                  </a:lnTo>
                  <a:lnTo>
                    <a:pt x="308" y="375"/>
                  </a:lnTo>
                  <a:lnTo>
                    <a:pt x="305" y="376"/>
                  </a:lnTo>
                  <a:lnTo>
                    <a:pt x="305" y="377"/>
                  </a:lnTo>
                  <a:lnTo>
                    <a:pt x="307" y="377"/>
                  </a:lnTo>
                  <a:lnTo>
                    <a:pt x="308" y="377"/>
                  </a:lnTo>
                  <a:lnTo>
                    <a:pt x="308" y="379"/>
                  </a:lnTo>
                  <a:lnTo>
                    <a:pt x="305" y="381"/>
                  </a:lnTo>
                  <a:lnTo>
                    <a:pt x="303" y="383"/>
                  </a:lnTo>
                  <a:lnTo>
                    <a:pt x="303" y="381"/>
                  </a:lnTo>
                  <a:lnTo>
                    <a:pt x="302" y="381"/>
                  </a:lnTo>
                  <a:lnTo>
                    <a:pt x="300" y="384"/>
                  </a:lnTo>
                  <a:lnTo>
                    <a:pt x="299" y="384"/>
                  </a:lnTo>
                  <a:lnTo>
                    <a:pt x="298" y="385"/>
                  </a:lnTo>
                  <a:lnTo>
                    <a:pt x="295" y="387"/>
                  </a:lnTo>
                  <a:lnTo>
                    <a:pt x="294" y="387"/>
                  </a:lnTo>
                  <a:lnTo>
                    <a:pt x="294" y="385"/>
                  </a:lnTo>
                  <a:lnTo>
                    <a:pt x="292" y="384"/>
                  </a:lnTo>
                  <a:lnTo>
                    <a:pt x="292" y="384"/>
                  </a:lnTo>
                  <a:lnTo>
                    <a:pt x="291" y="387"/>
                  </a:lnTo>
                  <a:lnTo>
                    <a:pt x="290" y="388"/>
                  </a:lnTo>
                  <a:lnTo>
                    <a:pt x="290" y="389"/>
                  </a:lnTo>
                  <a:lnTo>
                    <a:pt x="290" y="391"/>
                  </a:lnTo>
                  <a:lnTo>
                    <a:pt x="288" y="391"/>
                  </a:lnTo>
                  <a:lnTo>
                    <a:pt x="288" y="388"/>
                  </a:lnTo>
                  <a:lnTo>
                    <a:pt x="287" y="388"/>
                  </a:lnTo>
                  <a:lnTo>
                    <a:pt x="286" y="389"/>
                  </a:lnTo>
                  <a:lnTo>
                    <a:pt x="283" y="389"/>
                  </a:lnTo>
                  <a:lnTo>
                    <a:pt x="282" y="391"/>
                  </a:lnTo>
                  <a:lnTo>
                    <a:pt x="283" y="391"/>
                  </a:lnTo>
                  <a:lnTo>
                    <a:pt x="283" y="392"/>
                  </a:lnTo>
                  <a:lnTo>
                    <a:pt x="282" y="393"/>
                  </a:lnTo>
                  <a:lnTo>
                    <a:pt x="278" y="393"/>
                  </a:lnTo>
                  <a:lnTo>
                    <a:pt x="274" y="396"/>
                  </a:lnTo>
                  <a:lnTo>
                    <a:pt x="271" y="396"/>
                  </a:lnTo>
                  <a:lnTo>
                    <a:pt x="271" y="397"/>
                  </a:lnTo>
                  <a:lnTo>
                    <a:pt x="275" y="397"/>
                  </a:lnTo>
                  <a:lnTo>
                    <a:pt x="275" y="397"/>
                  </a:lnTo>
                  <a:lnTo>
                    <a:pt x="274" y="400"/>
                  </a:lnTo>
                  <a:lnTo>
                    <a:pt x="275" y="400"/>
                  </a:lnTo>
                  <a:lnTo>
                    <a:pt x="273" y="401"/>
                  </a:lnTo>
                  <a:lnTo>
                    <a:pt x="271" y="402"/>
                  </a:lnTo>
                  <a:lnTo>
                    <a:pt x="271" y="400"/>
                  </a:lnTo>
                  <a:lnTo>
                    <a:pt x="271" y="398"/>
                  </a:lnTo>
                  <a:lnTo>
                    <a:pt x="271" y="398"/>
                  </a:lnTo>
                  <a:lnTo>
                    <a:pt x="270" y="398"/>
                  </a:lnTo>
                  <a:lnTo>
                    <a:pt x="269" y="401"/>
                  </a:lnTo>
                  <a:lnTo>
                    <a:pt x="269" y="401"/>
                  </a:lnTo>
                  <a:lnTo>
                    <a:pt x="267" y="401"/>
                  </a:lnTo>
                  <a:lnTo>
                    <a:pt x="266" y="404"/>
                  </a:lnTo>
                  <a:lnTo>
                    <a:pt x="263" y="404"/>
                  </a:lnTo>
                  <a:lnTo>
                    <a:pt x="262" y="404"/>
                  </a:lnTo>
                  <a:lnTo>
                    <a:pt x="259" y="404"/>
                  </a:lnTo>
                  <a:lnTo>
                    <a:pt x="258" y="402"/>
                  </a:lnTo>
                  <a:lnTo>
                    <a:pt x="258" y="404"/>
                  </a:lnTo>
                  <a:lnTo>
                    <a:pt x="258" y="408"/>
                  </a:lnTo>
                  <a:lnTo>
                    <a:pt x="255" y="410"/>
                  </a:lnTo>
                  <a:lnTo>
                    <a:pt x="254" y="410"/>
                  </a:lnTo>
                  <a:lnTo>
                    <a:pt x="254" y="409"/>
                  </a:lnTo>
                  <a:lnTo>
                    <a:pt x="255" y="406"/>
                  </a:lnTo>
                  <a:lnTo>
                    <a:pt x="257" y="405"/>
                  </a:lnTo>
                  <a:lnTo>
                    <a:pt x="257" y="404"/>
                  </a:lnTo>
                  <a:lnTo>
                    <a:pt x="255" y="402"/>
                  </a:lnTo>
                  <a:lnTo>
                    <a:pt x="253" y="404"/>
                  </a:lnTo>
                  <a:lnTo>
                    <a:pt x="251" y="408"/>
                  </a:lnTo>
                  <a:lnTo>
                    <a:pt x="249" y="408"/>
                  </a:lnTo>
                  <a:lnTo>
                    <a:pt x="248" y="409"/>
                  </a:lnTo>
                  <a:lnTo>
                    <a:pt x="245" y="409"/>
                  </a:lnTo>
                  <a:lnTo>
                    <a:pt x="244" y="410"/>
                  </a:lnTo>
                  <a:lnTo>
                    <a:pt x="242" y="410"/>
                  </a:lnTo>
                  <a:lnTo>
                    <a:pt x="244" y="409"/>
                  </a:lnTo>
                  <a:lnTo>
                    <a:pt x="244" y="408"/>
                  </a:lnTo>
                  <a:lnTo>
                    <a:pt x="242" y="408"/>
                  </a:lnTo>
                  <a:lnTo>
                    <a:pt x="241" y="409"/>
                  </a:lnTo>
                  <a:lnTo>
                    <a:pt x="241" y="408"/>
                  </a:lnTo>
                  <a:lnTo>
                    <a:pt x="240" y="409"/>
                  </a:lnTo>
                  <a:lnTo>
                    <a:pt x="238" y="410"/>
                  </a:lnTo>
                  <a:lnTo>
                    <a:pt x="236" y="413"/>
                  </a:lnTo>
                  <a:lnTo>
                    <a:pt x="234" y="412"/>
                  </a:lnTo>
                  <a:lnTo>
                    <a:pt x="234" y="410"/>
                  </a:lnTo>
                  <a:lnTo>
                    <a:pt x="236" y="408"/>
                  </a:lnTo>
                  <a:lnTo>
                    <a:pt x="238" y="408"/>
                  </a:lnTo>
                  <a:lnTo>
                    <a:pt x="238" y="406"/>
                  </a:lnTo>
                  <a:lnTo>
                    <a:pt x="236" y="405"/>
                  </a:lnTo>
                  <a:lnTo>
                    <a:pt x="234" y="405"/>
                  </a:lnTo>
                  <a:lnTo>
                    <a:pt x="233" y="406"/>
                  </a:lnTo>
                  <a:lnTo>
                    <a:pt x="232" y="408"/>
                  </a:lnTo>
                  <a:lnTo>
                    <a:pt x="232" y="410"/>
                  </a:lnTo>
                  <a:lnTo>
                    <a:pt x="230" y="413"/>
                  </a:lnTo>
                  <a:lnTo>
                    <a:pt x="228" y="414"/>
                  </a:lnTo>
                  <a:lnTo>
                    <a:pt x="225" y="414"/>
                  </a:lnTo>
                  <a:lnTo>
                    <a:pt x="224" y="414"/>
                  </a:lnTo>
                  <a:lnTo>
                    <a:pt x="224" y="417"/>
                  </a:lnTo>
                  <a:lnTo>
                    <a:pt x="223" y="417"/>
                  </a:lnTo>
                  <a:lnTo>
                    <a:pt x="223" y="414"/>
                  </a:lnTo>
                  <a:lnTo>
                    <a:pt x="221" y="417"/>
                  </a:lnTo>
                  <a:lnTo>
                    <a:pt x="220" y="417"/>
                  </a:lnTo>
                  <a:lnTo>
                    <a:pt x="219" y="416"/>
                  </a:lnTo>
                  <a:lnTo>
                    <a:pt x="220" y="414"/>
                  </a:lnTo>
                  <a:lnTo>
                    <a:pt x="219" y="413"/>
                  </a:lnTo>
                  <a:lnTo>
                    <a:pt x="217" y="414"/>
                  </a:lnTo>
                  <a:lnTo>
                    <a:pt x="216" y="418"/>
                  </a:lnTo>
                  <a:lnTo>
                    <a:pt x="213" y="418"/>
                  </a:lnTo>
                  <a:lnTo>
                    <a:pt x="213" y="417"/>
                  </a:lnTo>
                  <a:lnTo>
                    <a:pt x="213" y="416"/>
                  </a:lnTo>
                  <a:lnTo>
                    <a:pt x="213" y="414"/>
                  </a:lnTo>
                  <a:lnTo>
                    <a:pt x="211" y="416"/>
                  </a:lnTo>
                  <a:lnTo>
                    <a:pt x="212" y="417"/>
                  </a:lnTo>
                  <a:lnTo>
                    <a:pt x="211" y="418"/>
                  </a:lnTo>
                  <a:lnTo>
                    <a:pt x="209" y="420"/>
                  </a:lnTo>
                  <a:lnTo>
                    <a:pt x="209" y="417"/>
                  </a:lnTo>
                  <a:lnTo>
                    <a:pt x="209" y="416"/>
                  </a:lnTo>
                  <a:lnTo>
                    <a:pt x="209" y="413"/>
                  </a:lnTo>
                  <a:lnTo>
                    <a:pt x="212" y="413"/>
                  </a:lnTo>
                  <a:lnTo>
                    <a:pt x="215" y="413"/>
                  </a:lnTo>
                  <a:lnTo>
                    <a:pt x="216" y="413"/>
                  </a:lnTo>
                  <a:lnTo>
                    <a:pt x="216" y="412"/>
                  </a:lnTo>
                  <a:lnTo>
                    <a:pt x="217" y="410"/>
                  </a:lnTo>
                  <a:lnTo>
                    <a:pt x="220" y="409"/>
                  </a:lnTo>
                  <a:lnTo>
                    <a:pt x="221" y="410"/>
                  </a:lnTo>
                  <a:lnTo>
                    <a:pt x="223" y="409"/>
                  </a:lnTo>
                  <a:lnTo>
                    <a:pt x="221" y="408"/>
                  </a:lnTo>
                  <a:lnTo>
                    <a:pt x="224" y="405"/>
                  </a:lnTo>
                  <a:lnTo>
                    <a:pt x="226" y="402"/>
                  </a:lnTo>
                  <a:lnTo>
                    <a:pt x="230" y="401"/>
                  </a:lnTo>
                  <a:lnTo>
                    <a:pt x="232" y="400"/>
                  </a:lnTo>
                  <a:lnTo>
                    <a:pt x="233" y="398"/>
                  </a:lnTo>
                  <a:lnTo>
                    <a:pt x="237" y="398"/>
                  </a:lnTo>
                  <a:lnTo>
                    <a:pt x="240" y="397"/>
                  </a:lnTo>
                  <a:lnTo>
                    <a:pt x="241" y="398"/>
                  </a:lnTo>
                  <a:lnTo>
                    <a:pt x="244" y="398"/>
                  </a:lnTo>
                  <a:lnTo>
                    <a:pt x="245" y="398"/>
                  </a:lnTo>
                  <a:lnTo>
                    <a:pt x="244" y="400"/>
                  </a:lnTo>
                  <a:lnTo>
                    <a:pt x="244" y="402"/>
                  </a:lnTo>
                  <a:lnTo>
                    <a:pt x="245" y="404"/>
                  </a:lnTo>
                  <a:lnTo>
                    <a:pt x="246" y="404"/>
                  </a:lnTo>
                  <a:lnTo>
                    <a:pt x="246" y="402"/>
                  </a:lnTo>
                  <a:lnTo>
                    <a:pt x="246" y="401"/>
                  </a:lnTo>
                  <a:lnTo>
                    <a:pt x="248" y="401"/>
                  </a:lnTo>
                  <a:lnTo>
                    <a:pt x="249" y="402"/>
                  </a:lnTo>
                  <a:lnTo>
                    <a:pt x="250" y="402"/>
                  </a:lnTo>
                  <a:lnTo>
                    <a:pt x="250" y="401"/>
                  </a:lnTo>
                  <a:lnTo>
                    <a:pt x="249" y="398"/>
                  </a:lnTo>
                  <a:lnTo>
                    <a:pt x="249" y="397"/>
                  </a:lnTo>
                  <a:lnTo>
                    <a:pt x="250" y="395"/>
                  </a:lnTo>
                  <a:lnTo>
                    <a:pt x="254" y="391"/>
                  </a:lnTo>
                  <a:lnTo>
                    <a:pt x="259" y="389"/>
                  </a:lnTo>
                  <a:lnTo>
                    <a:pt x="263" y="387"/>
                  </a:lnTo>
                  <a:lnTo>
                    <a:pt x="266" y="387"/>
                  </a:lnTo>
                  <a:lnTo>
                    <a:pt x="269" y="385"/>
                  </a:lnTo>
                  <a:lnTo>
                    <a:pt x="269" y="384"/>
                  </a:lnTo>
                  <a:lnTo>
                    <a:pt x="271" y="383"/>
                  </a:lnTo>
                  <a:lnTo>
                    <a:pt x="274" y="381"/>
                  </a:lnTo>
                  <a:lnTo>
                    <a:pt x="277" y="379"/>
                  </a:lnTo>
                  <a:lnTo>
                    <a:pt x="277" y="381"/>
                  </a:lnTo>
                  <a:lnTo>
                    <a:pt x="279" y="383"/>
                  </a:lnTo>
                  <a:lnTo>
                    <a:pt x="279" y="381"/>
                  </a:lnTo>
                  <a:lnTo>
                    <a:pt x="279" y="380"/>
                  </a:lnTo>
                  <a:lnTo>
                    <a:pt x="280" y="377"/>
                  </a:lnTo>
                  <a:lnTo>
                    <a:pt x="286" y="373"/>
                  </a:lnTo>
                  <a:lnTo>
                    <a:pt x="287" y="372"/>
                  </a:lnTo>
                  <a:lnTo>
                    <a:pt x="287" y="373"/>
                  </a:lnTo>
                  <a:lnTo>
                    <a:pt x="290" y="373"/>
                  </a:lnTo>
                  <a:lnTo>
                    <a:pt x="290" y="372"/>
                  </a:lnTo>
                  <a:lnTo>
                    <a:pt x="290" y="371"/>
                  </a:lnTo>
                  <a:lnTo>
                    <a:pt x="292" y="370"/>
                  </a:lnTo>
                  <a:lnTo>
                    <a:pt x="294" y="367"/>
                  </a:lnTo>
                  <a:lnTo>
                    <a:pt x="295" y="367"/>
                  </a:lnTo>
                  <a:lnTo>
                    <a:pt x="296" y="368"/>
                  </a:lnTo>
                  <a:lnTo>
                    <a:pt x="298" y="370"/>
                  </a:lnTo>
                  <a:lnTo>
                    <a:pt x="298" y="367"/>
                  </a:lnTo>
                  <a:lnTo>
                    <a:pt x="298" y="367"/>
                  </a:lnTo>
                  <a:lnTo>
                    <a:pt x="296" y="366"/>
                  </a:lnTo>
                  <a:lnTo>
                    <a:pt x="298" y="363"/>
                  </a:lnTo>
                  <a:lnTo>
                    <a:pt x="302" y="360"/>
                  </a:lnTo>
                  <a:lnTo>
                    <a:pt x="302" y="356"/>
                  </a:lnTo>
                  <a:lnTo>
                    <a:pt x="304" y="354"/>
                  </a:lnTo>
                  <a:lnTo>
                    <a:pt x="305" y="354"/>
                  </a:lnTo>
                  <a:lnTo>
                    <a:pt x="309" y="354"/>
                  </a:lnTo>
                  <a:lnTo>
                    <a:pt x="307" y="352"/>
                  </a:lnTo>
                  <a:lnTo>
                    <a:pt x="307" y="351"/>
                  </a:lnTo>
                  <a:lnTo>
                    <a:pt x="307" y="348"/>
                  </a:lnTo>
                  <a:lnTo>
                    <a:pt x="308" y="345"/>
                  </a:lnTo>
                  <a:lnTo>
                    <a:pt x="312" y="342"/>
                  </a:lnTo>
                  <a:lnTo>
                    <a:pt x="319" y="339"/>
                  </a:lnTo>
                  <a:lnTo>
                    <a:pt x="320" y="338"/>
                  </a:lnTo>
                  <a:lnTo>
                    <a:pt x="320" y="335"/>
                  </a:lnTo>
                  <a:lnTo>
                    <a:pt x="323" y="333"/>
                  </a:lnTo>
                  <a:lnTo>
                    <a:pt x="324" y="333"/>
                  </a:lnTo>
                  <a:lnTo>
                    <a:pt x="323" y="333"/>
                  </a:lnTo>
                  <a:lnTo>
                    <a:pt x="319" y="334"/>
                  </a:lnTo>
                  <a:lnTo>
                    <a:pt x="317" y="334"/>
                  </a:lnTo>
                  <a:lnTo>
                    <a:pt x="315" y="337"/>
                  </a:lnTo>
                  <a:lnTo>
                    <a:pt x="309" y="337"/>
                  </a:lnTo>
                  <a:lnTo>
                    <a:pt x="307" y="338"/>
                  </a:lnTo>
                  <a:lnTo>
                    <a:pt x="305" y="338"/>
                  </a:lnTo>
                  <a:lnTo>
                    <a:pt x="302" y="335"/>
                  </a:lnTo>
                  <a:lnTo>
                    <a:pt x="302" y="334"/>
                  </a:lnTo>
                  <a:lnTo>
                    <a:pt x="305" y="330"/>
                  </a:lnTo>
                  <a:lnTo>
                    <a:pt x="308" y="329"/>
                  </a:lnTo>
                  <a:lnTo>
                    <a:pt x="305" y="329"/>
                  </a:lnTo>
                  <a:lnTo>
                    <a:pt x="303" y="330"/>
                  </a:lnTo>
                  <a:lnTo>
                    <a:pt x="302" y="330"/>
                  </a:lnTo>
                  <a:lnTo>
                    <a:pt x="299" y="333"/>
                  </a:lnTo>
                  <a:lnTo>
                    <a:pt x="299" y="334"/>
                  </a:lnTo>
                  <a:lnTo>
                    <a:pt x="296" y="338"/>
                  </a:lnTo>
                  <a:lnTo>
                    <a:pt x="298" y="341"/>
                  </a:lnTo>
                  <a:lnTo>
                    <a:pt x="296" y="343"/>
                  </a:lnTo>
                  <a:lnTo>
                    <a:pt x="295" y="343"/>
                  </a:lnTo>
                  <a:lnTo>
                    <a:pt x="294" y="341"/>
                  </a:lnTo>
                  <a:lnTo>
                    <a:pt x="294" y="338"/>
                  </a:lnTo>
                  <a:lnTo>
                    <a:pt x="294" y="334"/>
                  </a:lnTo>
                  <a:lnTo>
                    <a:pt x="292" y="331"/>
                  </a:lnTo>
                  <a:lnTo>
                    <a:pt x="292" y="330"/>
                  </a:lnTo>
                  <a:lnTo>
                    <a:pt x="292" y="329"/>
                  </a:lnTo>
                  <a:lnTo>
                    <a:pt x="291" y="331"/>
                  </a:lnTo>
                  <a:lnTo>
                    <a:pt x="288" y="333"/>
                  </a:lnTo>
                  <a:lnTo>
                    <a:pt x="287" y="331"/>
                  </a:lnTo>
                  <a:lnTo>
                    <a:pt x="287" y="330"/>
                  </a:lnTo>
                  <a:lnTo>
                    <a:pt x="287" y="327"/>
                  </a:lnTo>
                  <a:lnTo>
                    <a:pt x="286" y="327"/>
                  </a:lnTo>
                  <a:lnTo>
                    <a:pt x="286" y="326"/>
                  </a:lnTo>
                  <a:lnTo>
                    <a:pt x="287" y="325"/>
                  </a:lnTo>
                  <a:lnTo>
                    <a:pt x="287" y="323"/>
                  </a:lnTo>
                  <a:lnTo>
                    <a:pt x="283" y="325"/>
                  </a:lnTo>
                  <a:lnTo>
                    <a:pt x="282" y="327"/>
                  </a:lnTo>
                  <a:lnTo>
                    <a:pt x="280" y="326"/>
                  </a:lnTo>
                  <a:lnTo>
                    <a:pt x="279" y="326"/>
                  </a:lnTo>
                  <a:lnTo>
                    <a:pt x="274" y="330"/>
                  </a:lnTo>
                  <a:lnTo>
                    <a:pt x="271" y="331"/>
                  </a:lnTo>
                  <a:lnTo>
                    <a:pt x="270" y="331"/>
                  </a:lnTo>
                  <a:lnTo>
                    <a:pt x="267" y="330"/>
                  </a:lnTo>
                  <a:lnTo>
                    <a:pt x="266" y="329"/>
                  </a:lnTo>
                  <a:lnTo>
                    <a:pt x="267" y="329"/>
                  </a:lnTo>
                  <a:lnTo>
                    <a:pt x="269" y="329"/>
                  </a:lnTo>
                  <a:lnTo>
                    <a:pt x="271" y="327"/>
                  </a:lnTo>
                  <a:lnTo>
                    <a:pt x="273" y="327"/>
                  </a:lnTo>
                  <a:lnTo>
                    <a:pt x="274" y="326"/>
                  </a:lnTo>
                  <a:lnTo>
                    <a:pt x="274" y="325"/>
                  </a:lnTo>
                  <a:lnTo>
                    <a:pt x="274" y="323"/>
                  </a:lnTo>
                  <a:lnTo>
                    <a:pt x="274" y="322"/>
                  </a:lnTo>
                  <a:lnTo>
                    <a:pt x="274" y="321"/>
                  </a:lnTo>
                  <a:lnTo>
                    <a:pt x="277" y="322"/>
                  </a:lnTo>
                  <a:lnTo>
                    <a:pt x="278" y="320"/>
                  </a:lnTo>
                  <a:lnTo>
                    <a:pt x="278" y="318"/>
                  </a:lnTo>
                  <a:lnTo>
                    <a:pt x="277" y="318"/>
                  </a:lnTo>
                  <a:lnTo>
                    <a:pt x="274" y="320"/>
                  </a:lnTo>
                  <a:lnTo>
                    <a:pt x="273" y="320"/>
                  </a:lnTo>
                  <a:lnTo>
                    <a:pt x="273" y="317"/>
                  </a:lnTo>
                  <a:lnTo>
                    <a:pt x="273" y="314"/>
                  </a:lnTo>
                  <a:lnTo>
                    <a:pt x="273" y="314"/>
                  </a:lnTo>
                  <a:lnTo>
                    <a:pt x="274" y="314"/>
                  </a:lnTo>
                  <a:lnTo>
                    <a:pt x="275" y="312"/>
                  </a:lnTo>
                  <a:lnTo>
                    <a:pt x="277" y="312"/>
                  </a:lnTo>
                  <a:lnTo>
                    <a:pt x="279" y="310"/>
                  </a:lnTo>
                  <a:lnTo>
                    <a:pt x="279" y="308"/>
                  </a:lnTo>
                  <a:lnTo>
                    <a:pt x="279" y="305"/>
                  </a:lnTo>
                  <a:lnTo>
                    <a:pt x="279" y="304"/>
                  </a:lnTo>
                  <a:lnTo>
                    <a:pt x="280" y="302"/>
                  </a:lnTo>
                  <a:lnTo>
                    <a:pt x="279" y="298"/>
                  </a:lnTo>
                  <a:lnTo>
                    <a:pt x="279" y="296"/>
                  </a:lnTo>
                  <a:lnTo>
                    <a:pt x="282" y="295"/>
                  </a:lnTo>
                  <a:lnTo>
                    <a:pt x="284" y="292"/>
                  </a:lnTo>
                  <a:lnTo>
                    <a:pt x="284" y="291"/>
                  </a:lnTo>
                  <a:lnTo>
                    <a:pt x="282" y="288"/>
                  </a:lnTo>
                  <a:lnTo>
                    <a:pt x="282" y="287"/>
                  </a:lnTo>
                  <a:lnTo>
                    <a:pt x="286" y="285"/>
                  </a:lnTo>
                  <a:lnTo>
                    <a:pt x="290" y="280"/>
                  </a:lnTo>
                  <a:lnTo>
                    <a:pt x="292" y="280"/>
                  </a:lnTo>
                  <a:lnTo>
                    <a:pt x="291" y="280"/>
                  </a:lnTo>
                  <a:lnTo>
                    <a:pt x="286" y="283"/>
                  </a:lnTo>
                  <a:lnTo>
                    <a:pt x="282" y="285"/>
                  </a:lnTo>
                  <a:lnTo>
                    <a:pt x="279" y="288"/>
                  </a:lnTo>
                  <a:lnTo>
                    <a:pt x="279" y="288"/>
                  </a:lnTo>
                  <a:lnTo>
                    <a:pt x="280" y="291"/>
                  </a:lnTo>
                  <a:lnTo>
                    <a:pt x="280" y="292"/>
                  </a:lnTo>
                  <a:lnTo>
                    <a:pt x="277" y="296"/>
                  </a:lnTo>
                  <a:lnTo>
                    <a:pt x="275" y="296"/>
                  </a:lnTo>
                  <a:lnTo>
                    <a:pt x="274" y="296"/>
                  </a:lnTo>
                  <a:lnTo>
                    <a:pt x="273" y="296"/>
                  </a:lnTo>
                  <a:lnTo>
                    <a:pt x="269" y="298"/>
                  </a:lnTo>
                  <a:lnTo>
                    <a:pt x="266" y="298"/>
                  </a:lnTo>
                  <a:lnTo>
                    <a:pt x="258" y="295"/>
                  </a:lnTo>
                  <a:lnTo>
                    <a:pt x="258" y="293"/>
                  </a:lnTo>
                  <a:lnTo>
                    <a:pt x="261" y="293"/>
                  </a:lnTo>
                  <a:lnTo>
                    <a:pt x="261" y="292"/>
                  </a:lnTo>
                  <a:lnTo>
                    <a:pt x="259" y="291"/>
                  </a:lnTo>
                  <a:lnTo>
                    <a:pt x="259" y="288"/>
                  </a:lnTo>
                  <a:lnTo>
                    <a:pt x="258" y="287"/>
                  </a:lnTo>
                  <a:lnTo>
                    <a:pt x="258" y="283"/>
                  </a:lnTo>
                  <a:lnTo>
                    <a:pt x="257" y="283"/>
                  </a:lnTo>
                  <a:lnTo>
                    <a:pt x="255" y="280"/>
                  </a:lnTo>
                  <a:lnTo>
                    <a:pt x="257" y="277"/>
                  </a:lnTo>
                  <a:lnTo>
                    <a:pt x="258" y="276"/>
                  </a:lnTo>
                  <a:lnTo>
                    <a:pt x="257" y="276"/>
                  </a:lnTo>
                  <a:lnTo>
                    <a:pt x="255" y="273"/>
                  </a:lnTo>
                  <a:lnTo>
                    <a:pt x="255" y="272"/>
                  </a:lnTo>
                  <a:lnTo>
                    <a:pt x="258" y="272"/>
                  </a:lnTo>
                  <a:lnTo>
                    <a:pt x="261" y="271"/>
                  </a:lnTo>
                  <a:lnTo>
                    <a:pt x="261" y="270"/>
                  </a:lnTo>
                  <a:lnTo>
                    <a:pt x="263" y="270"/>
                  </a:lnTo>
                  <a:lnTo>
                    <a:pt x="265" y="268"/>
                  </a:lnTo>
                  <a:lnTo>
                    <a:pt x="266" y="270"/>
                  </a:lnTo>
                  <a:lnTo>
                    <a:pt x="269" y="270"/>
                  </a:lnTo>
                  <a:lnTo>
                    <a:pt x="270" y="272"/>
                  </a:lnTo>
                  <a:lnTo>
                    <a:pt x="273" y="271"/>
                  </a:lnTo>
                  <a:lnTo>
                    <a:pt x="274" y="272"/>
                  </a:lnTo>
                  <a:lnTo>
                    <a:pt x="274" y="275"/>
                  </a:lnTo>
                  <a:lnTo>
                    <a:pt x="274" y="275"/>
                  </a:lnTo>
                  <a:lnTo>
                    <a:pt x="278" y="275"/>
                  </a:lnTo>
                  <a:lnTo>
                    <a:pt x="278" y="272"/>
                  </a:lnTo>
                  <a:lnTo>
                    <a:pt x="275" y="271"/>
                  </a:lnTo>
                  <a:lnTo>
                    <a:pt x="277" y="268"/>
                  </a:lnTo>
                  <a:lnTo>
                    <a:pt x="277" y="267"/>
                  </a:lnTo>
                  <a:lnTo>
                    <a:pt x="280" y="263"/>
                  </a:lnTo>
                  <a:lnTo>
                    <a:pt x="283" y="263"/>
                  </a:lnTo>
                  <a:lnTo>
                    <a:pt x="284" y="260"/>
                  </a:lnTo>
                  <a:lnTo>
                    <a:pt x="283" y="262"/>
                  </a:lnTo>
                  <a:lnTo>
                    <a:pt x="279" y="262"/>
                  </a:lnTo>
                  <a:lnTo>
                    <a:pt x="278" y="263"/>
                  </a:lnTo>
                  <a:lnTo>
                    <a:pt x="277" y="267"/>
                  </a:lnTo>
                  <a:lnTo>
                    <a:pt x="274" y="270"/>
                  </a:lnTo>
                  <a:lnTo>
                    <a:pt x="271" y="270"/>
                  </a:lnTo>
                  <a:lnTo>
                    <a:pt x="270" y="268"/>
                  </a:lnTo>
                  <a:lnTo>
                    <a:pt x="267" y="267"/>
                  </a:lnTo>
                  <a:lnTo>
                    <a:pt x="267" y="267"/>
                  </a:lnTo>
                  <a:lnTo>
                    <a:pt x="266" y="266"/>
                  </a:lnTo>
                  <a:lnTo>
                    <a:pt x="265" y="266"/>
                  </a:lnTo>
                  <a:lnTo>
                    <a:pt x="263" y="267"/>
                  </a:lnTo>
                  <a:lnTo>
                    <a:pt x="262" y="267"/>
                  </a:lnTo>
                  <a:lnTo>
                    <a:pt x="262" y="266"/>
                  </a:lnTo>
                  <a:lnTo>
                    <a:pt x="262" y="264"/>
                  </a:lnTo>
                  <a:lnTo>
                    <a:pt x="263" y="264"/>
                  </a:lnTo>
                  <a:lnTo>
                    <a:pt x="263" y="260"/>
                  </a:lnTo>
                  <a:lnTo>
                    <a:pt x="263" y="259"/>
                  </a:lnTo>
                  <a:lnTo>
                    <a:pt x="262" y="262"/>
                  </a:lnTo>
                  <a:lnTo>
                    <a:pt x="259" y="262"/>
                  </a:lnTo>
                  <a:lnTo>
                    <a:pt x="259" y="259"/>
                  </a:lnTo>
                  <a:lnTo>
                    <a:pt x="261" y="258"/>
                  </a:lnTo>
                  <a:lnTo>
                    <a:pt x="261" y="255"/>
                  </a:lnTo>
                  <a:lnTo>
                    <a:pt x="261" y="252"/>
                  </a:lnTo>
                  <a:lnTo>
                    <a:pt x="258" y="250"/>
                  </a:lnTo>
                  <a:lnTo>
                    <a:pt x="258" y="248"/>
                  </a:lnTo>
                  <a:lnTo>
                    <a:pt x="262" y="245"/>
                  </a:lnTo>
                  <a:lnTo>
                    <a:pt x="262" y="243"/>
                  </a:lnTo>
                  <a:lnTo>
                    <a:pt x="263" y="242"/>
                  </a:lnTo>
                  <a:lnTo>
                    <a:pt x="265" y="245"/>
                  </a:lnTo>
                  <a:lnTo>
                    <a:pt x="266" y="245"/>
                  </a:lnTo>
                  <a:lnTo>
                    <a:pt x="267" y="243"/>
                  </a:lnTo>
                  <a:lnTo>
                    <a:pt x="265" y="241"/>
                  </a:lnTo>
                  <a:lnTo>
                    <a:pt x="265" y="239"/>
                  </a:lnTo>
                  <a:lnTo>
                    <a:pt x="267" y="241"/>
                  </a:lnTo>
                  <a:lnTo>
                    <a:pt x="270" y="239"/>
                  </a:lnTo>
                  <a:lnTo>
                    <a:pt x="271" y="239"/>
                  </a:lnTo>
                  <a:lnTo>
                    <a:pt x="271" y="235"/>
                  </a:lnTo>
                  <a:lnTo>
                    <a:pt x="277" y="230"/>
                  </a:lnTo>
                  <a:lnTo>
                    <a:pt x="278" y="230"/>
                  </a:lnTo>
                  <a:lnTo>
                    <a:pt x="279" y="230"/>
                  </a:lnTo>
                  <a:lnTo>
                    <a:pt x="280" y="227"/>
                  </a:lnTo>
                  <a:lnTo>
                    <a:pt x="284" y="223"/>
                  </a:lnTo>
                  <a:lnTo>
                    <a:pt x="286" y="223"/>
                  </a:lnTo>
                  <a:lnTo>
                    <a:pt x="287" y="226"/>
                  </a:lnTo>
                  <a:lnTo>
                    <a:pt x="288" y="227"/>
                  </a:lnTo>
                  <a:lnTo>
                    <a:pt x="290" y="227"/>
                  </a:lnTo>
                  <a:lnTo>
                    <a:pt x="291" y="226"/>
                  </a:lnTo>
                  <a:lnTo>
                    <a:pt x="290" y="225"/>
                  </a:lnTo>
                  <a:lnTo>
                    <a:pt x="288" y="223"/>
                  </a:lnTo>
                  <a:lnTo>
                    <a:pt x="290" y="222"/>
                  </a:lnTo>
                  <a:lnTo>
                    <a:pt x="294" y="222"/>
                  </a:lnTo>
                  <a:lnTo>
                    <a:pt x="296" y="225"/>
                  </a:lnTo>
                  <a:lnTo>
                    <a:pt x="296" y="227"/>
                  </a:lnTo>
                  <a:lnTo>
                    <a:pt x="298" y="225"/>
                  </a:lnTo>
                  <a:lnTo>
                    <a:pt x="300" y="221"/>
                  </a:lnTo>
                  <a:lnTo>
                    <a:pt x="300" y="218"/>
                  </a:lnTo>
                  <a:lnTo>
                    <a:pt x="302" y="217"/>
                  </a:lnTo>
                  <a:lnTo>
                    <a:pt x="304" y="217"/>
                  </a:lnTo>
                  <a:lnTo>
                    <a:pt x="307" y="214"/>
                  </a:lnTo>
                  <a:lnTo>
                    <a:pt x="311" y="214"/>
                  </a:lnTo>
                  <a:lnTo>
                    <a:pt x="313" y="216"/>
                  </a:lnTo>
                  <a:lnTo>
                    <a:pt x="315" y="216"/>
                  </a:lnTo>
                  <a:lnTo>
                    <a:pt x="316" y="214"/>
                  </a:lnTo>
                  <a:lnTo>
                    <a:pt x="321" y="212"/>
                  </a:lnTo>
                  <a:lnTo>
                    <a:pt x="323" y="210"/>
                  </a:lnTo>
                  <a:lnTo>
                    <a:pt x="325" y="208"/>
                  </a:lnTo>
                  <a:lnTo>
                    <a:pt x="328" y="205"/>
                  </a:lnTo>
                  <a:lnTo>
                    <a:pt x="329" y="205"/>
                  </a:lnTo>
                  <a:lnTo>
                    <a:pt x="331" y="206"/>
                  </a:lnTo>
                  <a:lnTo>
                    <a:pt x="332" y="208"/>
                  </a:lnTo>
                  <a:lnTo>
                    <a:pt x="333" y="208"/>
                  </a:lnTo>
                  <a:lnTo>
                    <a:pt x="336" y="209"/>
                  </a:lnTo>
                  <a:lnTo>
                    <a:pt x="338" y="210"/>
                  </a:lnTo>
                  <a:lnTo>
                    <a:pt x="340" y="209"/>
                  </a:lnTo>
                  <a:lnTo>
                    <a:pt x="342" y="208"/>
                  </a:lnTo>
                  <a:lnTo>
                    <a:pt x="344" y="206"/>
                  </a:lnTo>
                  <a:lnTo>
                    <a:pt x="346" y="206"/>
                  </a:lnTo>
                  <a:lnTo>
                    <a:pt x="349" y="205"/>
                  </a:lnTo>
                  <a:lnTo>
                    <a:pt x="350" y="202"/>
                  </a:lnTo>
                  <a:lnTo>
                    <a:pt x="352" y="200"/>
                  </a:lnTo>
                  <a:lnTo>
                    <a:pt x="352" y="198"/>
                  </a:lnTo>
                  <a:lnTo>
                    <a:pt x="350" y="197"/>
                  </a:lnTo>
                  <a:lnTo>
                    <a:pt x="352" y="196"/>
                  </a:lnTo>
                  <a:lnTo>
                    <a:pt x="353" y="193"/>
                  </a:lnTo>
                  <a:lnTo>
                    <a:pt x="353" y="191"/>
                  </a:lnTo>
                  <a:lnTo>
                    <a:pt x="357" y="187"/>
                  </a:lnTo>
                  <a:lnTo>
                    <a:pt x="357" y="184"/>
                  </a:lnTo>
                  <a:lnTo>
                    <a:pt x="356" y="181"/>
                  </a:lnTo>
                  <a:lnTo>
                    <a:pt x="353" y="181"/>
                  </a:lnTo>
                  <a:lnTo>
                    <a:pt x="353" y="181"/>
                  </a:lnTo>
                  <a:lnTo>
                    <a:pt x="356" y="179"/>
                  </a:lnTo>
                  <a:lnTo>
                    <a:pt x="357" y="179"/>
                  </a:lnTo>
                  <a:lnTo>
                    <a:pt x="358" y="180"/>
                  </a:lnTo>
                  <a:lnTo>
                    <a:pt x="362" y="179"/>
                  </a:lnTo>
                  <a:lnTo>
                    <a:pt x="363" y="175"/>
                  </a:lnTo>
                  <a:lnTo>
                    <a:pt x="362" y="175"/>
                  </a:lnTo>
                  <a:lnTo>
                    <a:pt x="362" y="173"/>
                  </a:lnTo>
                  <a:lnTo>
                    <a:pt x="365" y="172"/>
                  </a:lnTo>
                  <a:lnTo>
                    <a:pt x="366" y="170"/>
                  </a:lnTo>
                  <a:lnTo>
                    <a:pt x="365" y="171"/>
                  </a:lnTo>
                  <a:lnTo>
                    <a:pt x="362" y="171"/>
                  </a:lnTo>
                  <a:lnTo>
                    <a:pt x="358" y="173"/>
                  </a:lnTo>
                  <a:lnTo>
                    <a:pt x="357" y="173"/>
                  </a:lnTo>
                  <a:lnTo>
                    <a:pt x="357" y="172"/>
                  </a:lnTo>
                  <a:lnTo>
                    <a:pt x="356" y="172"/>
                  </a:lnTo>
                  <a:lnTo>
                    <a:pt x="354" y="175"/>
                  </a:lnTo>
                  <a:lnTo>
                    <a:pt x="350" y="175"/>
                  </a:lnTo>
                  <a:lnTo>
                    <a:pt x="345" y="177"/>
                  </a:lnTo>
                  <a:lnTo>
                    <a:pt x="341" y="179"/>
                  </a:lnTo>
                  <a:lnTo>
                    <a:pt x="341" y="180"/>
                  </a:lnTo>
                  <a:lnTo>
                    <a:pt x="337" y="183"/>
                  </a:lnTo>
                  <a:lnTo>
                    <a:pt x="337" y="183"/>
                  </a:lnTo>
                  <a:lnTo>
                    <a:pt x="336" y="180"/>
                  </a:lnTo>
                  <a:lnTo>
                    <a:pt x="338" y="177"/>
                  </a:lnTo>
                  <a:lnTo>
                    <a:pt x="338" y="176"/>
                  </a:lnTo>
                  <a:lnTo>
                    <a:pt x="337" y="175"/>
                  </a:lnTo>
                  <a:lnTo>
                    <a:pt x="336" y="176"/>
                  </a:lnTo>
                  <a:lnTo>
                    <a:pt x="336" y="179"/>
                  </a:lnTo>
                  <a:lnTo>
                    <a:pt x="334" y="180"/>
                  </a:lnTo>
                  <a:lnTo>
                    <a:pt x="333" y="180"/>
                  </a:lnTo>
                  <a:lnTo>
                    <a:pt x="333" y="177"/>
                  </a:lnTo>
                  <a:lnTo>
                    <a:pt x="331" y="176"/>
                  </a:lnTo>
                  <a:lnTo>
                    <a:pt x="325" y="175"/>
                  </a:lnTo>
                  <a:lnTo>
                    <a:pt x="323" y="173"/>
                  </a:lnTo>
                  <a:lnTo>
                    <a:pt x="320" y="175"/>
                  </a:lnTo>
                  <a:lnTo>
                    <a:pt x="316" y="176"/>
                  </a:lnTo>
                  <a:lnTo>
                    <a:pt x="315" y="176"/>
                  </a:lnTo>
                  <a:lnTo>
                    <a:pt x="312" y="173"/>
                  </a:lnTo>
                  <a:lnTo>
                    <a:pt x="308" y="172"/>
                  </a:lnTo>
                  <a:lnTo>
                    <a:pt x="304" y="168"/>
                  </a:lnTo>
                  <a:lnTo>
                    <a:pt x="304" y="164"/>
                  </a:lnTo>
                  <a:lnTo>
                    <a:pt x="304" y="162"/>
                  </a:lnTo>
                  <a:lnTo>
                    <a:pt x="307" y="158"/>
                  </a:lnTo>
                  <a:lnTo>
                    <a:pt x="309" y="156"/>
                  </a:lnTo>
                  <a:lnTo>
                    <a:pt x="309" y="154"/>
                  </a:lnTo>
                  <a:lnTo>
                    <a:pt x="308" y="154"/>
                  </a:lnTo>
                  <a:lnTo>
                    <a:pt x="308" y="148"/>
                  </a:lnTo>
                  <a:lnTo>
                    <a:pt x="309" y="146"/>
                  </a:lnTo>
                  <a:lnTo>
                    <a:pt x="311" y="146"/>
                  </a:lnTo>
                  <a:lnTo>
                    <a:pt x="311" y="147"/>
                  </a:lnTo>
                  <a:lnTo>
                    <a:pt x="309" y="148"/>
                  </a:lnTo>
                  <a:lnTo>
                    <a:pt x="311" y="151"/>
                  </a:lnTo>
                  <a:lnTo>
                    <a:pt x="312" y="151"/>
                  </a:lnTo>
                  <a:lnTo>
                    <a:pt x="315" y="148"/>
                  </a:lnTo>
                  <a:lnTo>
                    <a:pt x="316" y="148"/>
                  </a:lnTo>
                  <a:lnTo>
                    <a:pt x="317" y="150"/>
                  </a:lnTo>
                  <a:lnTo>
                    <a:pt x="320" y="151"/>
                  </a:lnTo>
                  <a:lnTo>
                    <a:pt x="321" y="154"/>
                  </a:lnTo>
                  <a:lnTo>
                    <a:pt x="325" y="154"/>
                  </a:lnTo>
                  <a:lnTo>
                    <a:pt x="325" y="152"/>
                  </a:lnTo>
                  <a:lnTo>
                    <a:pt x="323" y="151"/>
                  </a:lnTo>
                  <a:lnTo>
                    <a:pt x="321" y="151"/>
                  </a:lnTo>
                  <a:lnTo>
                    <a:pt x="320" y="148"/>
                  </a:lnTo>
                  <a:lnTo>
                    <a:pt x="317" y="147"/>
                  </a:lnTo>
                  <a:lnTo>
                    <a:pt x="315" y="143"/>
                  </a:lnTo>
                  <a:lnTo>
                    <a:pt x="311" y="142"/>
                  </a:lnTo>
                  <a:lnTo>
                    <a:pt x="308" y="138"/>
                  </a:lnTo>
                  <a:lnTo>
                    <a:pt x="305" y="134"/>
                  </a:lnTo>
                  <a:lnTo>
                    <a:pt x="305" y="133"/>
                  </a:lnTo>
                  <a:lnTo>
                    <a:pt x="307" y="130"/>
                  </a:lnTo>
                  <a:lnTo>
                    <a:pt x="309" y="129"/>
                  </a:lnTo>
                  <a:lnTo>
                    <a:pt x="308" y="130"/>
                  </a:lnTo>
                  <a:lnTo>
                    <a:pt x="308" y="131"/>
                  </a:lnTo>
                  <a:lnTo>
                    <a:pt x="309" y="131"/>
                  </a:lnTo>
                  <a:lnTo>
                    <a:pt x="312" y="130"/>
                  </a:lnTo>
                  <a:lnTo>
                    <a:pt x="315" y="127"/>
                  </a:lnTo>
                  <a:lnTo>
                    <a:pt x="317" y="127"/>
                  </a:lnTo>
                  <a:lnTo>
                    <a:pt x="317" y="126"/>
                  </a:lnTo>
                  <a:lnTo>
                    <a:pt x="320" y="123"/>
                  </a:lnTo>
                  <a:lnTo>
                    <a:pt x="323" y="123"/>
                  </a:lnTo>
                  <a:lnTo>
                    <a:pt x="323" y="125"/>
                  </a:lnTo>
                  <a:lnTo>
                    <a:pt x="325" y="125"/>
                  </a:lnTo>
                  <a:lnTo>
                    <a:pt x="325" y="123"/>
                  </a:lnTo>
                  <a:lnTo>
                    <a:pt x="327" y="122"/>
                  </a:lnTo>
                  <a:lnTo>
                    <a:pt x="332" y="122"/>
                  </a:lnTo>
                  <a:lnTo>
                    <a:pt x="336" y="122"/>
                  </a:lnTo>
                  <a:lnTo>
                    <a:pt x="337" y="123"/>
                  </a:lnTo>
                  <a:lnTo>
                    <a:pt x="338" y="125"/>
                  </a:lnTo>
                  <a:lnTo>
                    <a:pt x="341" y="125"/>
                  </a:lnTo>
                  <a:lnTo>
                    <a:pt x="342" y="125"/>
                  </a:lnTo>
                  <a:lnTo>
                    <a:pt x="342" y="123"/>
                  </a:lnTo>
                  <a:lnTo>
                    <a:pt x="340" y="121"/>
                  </a:lnTo>
                  <a:lnTo>
                    <a:pt x="340" y="121"/>
                  </a:lnTo>
                  <a:lnTo>
                    <a:pt x="340" y="120"/>
                  </a:lnTo>
                  <a:lnTo>
                    <a:pt x="346" y="116"/>
                  </a:lnTo>
                  <a:lnTo>
                    <a:pt x="349" y="116"/>
                  </a:lnTo>
                  <a:lnTo>
                    <a:pt x="350" y="117"/>
                  </a:lnTo>
                  <a:lnTo>
                    <a:pt x="353" y="117"/>
                  </a:lnTo>
                  <a:lnTo>
                    <a:pt x="357" y="116"/>
                  </a:lnTo>
                  <a:lnTo>
                    <a:pt x="359" y="116"/>
                  </a:lnTo>
                  <a:lnTo>
                    <a:pt x="361" y="117"/>
                  </a:lnTo>
                  <a:lnTo>
                    <a:pt x="363" y="120"/>
                  </a:lnTo>
                  <a:lnTo>
                    <a:pt x="365" y="121"/>
                  </a:lnTo>
                  <a:lnTo>
                    <a:pt x="362" y="122"/>
                  </a:lnTo>
                  <a:lnTo>
                    <a:pt x="361" y="123"/>
                  </a:lnTo>
                  <a:lnTo>
                    <a:pt x="359" y="126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8" y="130"/>
                  </a:lnTo>
                  <a:lnTo>
                    <a:pt x="358" y="133"/>
                  </a:lnTo>
                  <a:lnTo>
                    <a:pt x="358" y="133"/>
                  </a:lnTo>
                  <a:lnTo>
                    <a:pt x="361" y="133"/>
                  </a:lnTo>
                  <a:lnTo>
                    <a:pt x="362" y="134"/>
                  </a:lnTo>
                  <a:lnTo>
                    <a:pt x="362" y="135"/>
                  </a:lnTo>
                  <a:lnTo>
                    <a:pt x="365" y="135"/>
                  </a:lnTo>
                  <a:lnTo>
                    <a:pt x="366" y="135"/>
                  </a:lnTo>
                  <a:lnTo>
                    <a:pt x="367" y="135"/>
                  </a:lnTo>
                  <a:lnTo>
                    <a:pt x="367" y="138"/>
                  </a:lnTo>
                  <a:lnTo>
                    <a:pt x="369" y="138"/>
                  </a:lnTo>
                  <a:lnTo>
                    <a:pt x="373" y="138"/>
                  </a:lnTo>
                  <a:lnTo>
                    <a:pt x="373" y="139"/>
                  </a:lnTo>
                  <a:lnTo>
                    <a:pt x="374" y="141"/>
                  </a:lnTo>
                  <a:lnTo>
                    <a:pt x="375" y="141"/>
                  </a:lnTo>
                  <a:lnTo>
                    <a:pt x="378" y="139"/>
                  </a:lnTo>
                  <a:lnTo>
                    <a:pt x="378" y="137"/>
                  </a:lnTo>
                  <a:lnTo>
                    <a:pt x="382" y="134"/>
                  </a:lnTo>
                  <a:lnTo>
                    <a:pt x="383" y="133"/>
                  </a:lnTo>
                  <a:lnTo>
                    <a:pt x="384" y="134"/>
                  </a:lnTo>
                  <a:lnTo>
                    <a:pt x="386" y="135"/>
                  </a:lnTo>
                  <a:lnTo>
                    <a:pt x="386" y="137"/>
                  </a:lnTo>
                  <a:lnTo>
                    <a:pt x="383" y="141"/>
                  </a:lnTo>
                  <a:lnTo>
                    <a:pt x="386" y="139"/>
                  </a:lnTo>
                  <a:lnTo>
                    <a:pt x="388" y="137"/>
                  </a:lnTo>
                  <a:lnTo>
                    <a:pt x="388" y="131"/>
                  </a:lnTo>
                  <a:lnTo>
                    <a:pt x="387" y="129"/>
                  </a:lnTo>
                  <a:lnTo>
                    <a:pt x="384" y="129"/>
                  </a:lnTo>
                  <a:lnTo>
                    <a:pt x="383" y="129"/>
                  </a:lnTo>
                  <a:lnTo>
                    <a:pt x="382" y="129"/>
                  </a:lnTo>
                  <a:lnTo>
                    <a:pt x="381" y="130"/>
                  </a:lnTo>
                  <a:lnTo>
                    <a:pt x="381" y="129"/>
                  </a:lnTo>
                  <a:lnTo>
                    <a:pt x="382" y="126"/>
                  </a:lnTo>
                  <a:lnTo>
                    <a:pt x="383" y="122"/>
                  </a:lnTo>
                  <a:lnTo>
                    <a:pt x="383" y="114"/>
                  </a:lnTo>
                  <a:lnTo>
                    <a:pt x="386" y="113"/>
                  </a:lnTo>
                  <a:lnTo>
                    <a:pt x="387" y="113"/>
                  </a:lnTo>
                  <a:lnTo>
                    <a:pt x="387" y="116"/>
                  </a:lnTo>
                  <a:lnTo>
                    <a:pt x="384" y="122"/>
                  </a:lnTo>
                  <a:lnTo>
                    <a:pt x="384" y="126"/>
                  </a:lnTo>
                  <a:lnTo>
                    <a:pt x="387" y="127"/>
                  </a:lnTo>
                  <a:lnTo>
                    <a:pt x="388" y="127"/>
                  </a:lnTo>
                  <a:lnTo>
                    <a:pt x="390" y="129"/>
                  </a:lnTo>
                  <a:lnTo>
                    <a:pt x="391" y="131"/>
                  </a:lnTo>
                  <a:lnTo>
                    <a:pt x="392" y="133"/>
                  </a:lnTo>
                  <a:lnTo>
                    <a:pt x="395" y="133"/>
                  </a:lnTo>
                  <a:lnTo>
                    <a:pt x="398" y="133"/>
                  </a:lnTo>
                  <a:lnTo>
                    <a:pt x="399" y="134"/>
                  </a:lnTo>
                  <a:lnTo>
                    <a:pt x="399" y="135"/>
                  </a:lnTo>
                  <a:lnTo>
                    <a:pt x="403" y="135"/>
                  </a:lnTo>
                  <a:lnTo>
                    <a:pt x="404" y="133"/>
                  </a:lnTo>
                  <a:lnTo>
                    <a:pt x="403" y="130"/>
                  </a:lnTo>
                  <a:lnTo>
                    <a:pt x="406" y="129"/>
                  </a:lnTo>
                  <a:lnTo>
                    <a:pt x="403" y="126"/>
                  </a:lnTo>
                  <a:lnTo>
                    <a:pt x="399" y="126"/>
                  </a:lnTo>
                  <a:lnTo>
                    <a:pt x="396" y="126"/>
                  </a:lnTo>
                  <a:lnTo>
                    <a:pt x="395" y="125"/>
                  </a:lnTo>
                  <a:lnTo>
                    <a:pt x="394" y="123"/>
                  </a:lnTo>
                  <a:lnTo>
                    <a:pt x="391" y="125"/>
                  </a:lnTo>
                  <a:lnTo>
                    <a:pt x="390" y="126"/>
                  </a:lnTo>
                  <a:lnTo>
                    <a:pt x="388" y="125"/>
                  </a:lnTo>
                  <a:lnTo>
                    <a:pt x="387" y="122"/>
                  </a:lnTo>
                  <a:lnTo>
                    <a:pt x="388" y="117"/>
                  </a:lnTo>
                  <a:lnTo>
                    <a:pt x="388" y="114"/>
                  </a:lnTo>
                  <a:lnTo>
                    <a:pt x="391" y="116"/>
                  </a:lnTo>
                  <a:lnTo>
                    <a:pt x="392" y="114"/>
                  </a:lnTo>
                  <a:lnTo>
                    <a:pt x="387" y="109"/>
                  </a:lnTo>
                  <a:lnTo>
                    <a:pt x="387" y="108"/>
                  </a:lnTo>
                  <a:lnTo>
                    <a:pt x="388" y="106"/>
                  </a:lnTo>
                  <a:lnTo>
                    <a:pt x="387" y="106"/>
                  </a:lnTo>
                  <a:lnTo>
                    <a:pt x="384" y="108"/>
                  </a:lnTo>
                  <a:lnTo>
                    <a:pt x="384" y="106"/>
                  </a:lnTo>
                  <a:lnTo>
                    <a:pt x="384" y="109"/>
                  </a:lnTo>
                  <a:lnTo>
                    <a:pt x="382" y="108"/>
                  </a:lnTo>
                  <a:lnTo>
                    <a:pt x="377" y="102"/>
                  </a:lnTo>
                  <a:lnTo>
                    <a:pt x="377" y="101"/>
                  </a:lnTo>
                  <a:lnTo>
                    <a:pt x="379" y="98"/>
                  </a:lnTo>
                  <a:lnTo>
                    <a:pt x="382" y="93"/>
                  </a:lnTo>
                  <a:lnTo>
                    <a:pt x="383" y="87"/>
                  </a:lnTo>
                  <a:lnTo>
                    <a:pt x="382" y="80"/>
                  </a:lnTo>
                  <a:lnTo>
                    <a:pt x="378" y="72"/>
                  </a:lnTo>
                  <a:lnTo>
                    <a:pt x="375" y="62"/>
                  </a:lnTo>
                  <a:lnTo>
                    <a:pt x="374" y="56"/>
                  </a:lnTo>
                  <a:lnTo>
                    <a:pt x="375" y="55"/>
                  </a:lnTo>
                  <a:lnTo>
                    <a:pt x="377" y="56"/>
                  </a:lnTo>
                  <a:lnTo>
                    <a:pt x="378" y="56"/>
                  </a:lnTo>
                  <a:lnTo>
                    <a:pt x="379" y="54"/>
                  </a:lnTo>
                  <a:lnTo>
                    <a:pt x="382" y="52"/>
                  </a:lnTo>
                  <a:lnTo>
                    <a:pt x="383" y="48"/>
                  </a:lnTo>
                  <a:lnTo>
                    <a:pt x="387" y="45"/>
                  </a:lnTo>
                  <a:lnTo>
                    <a:pt x="390" y="42"/>
                  </a:lnTo>
                  <a:lnTo>
                    <a:pt x="391" y="42"/>
                  </a:lnTo>
                  <a:lnTo>
                    <a:pt x="395" y="43"/>
                  </a:lnTo>
                  <a:lnTo>
                    <a:pt x="398" y="45"/>
                  </a:lnTo>
                  <a:lnTo>
                    <a:pt x="400" y="47"/>
                  </a:lnTo>
                  <a:lnTo>
                    <a:pt x="404" y="47"/>
                  </a:lnTo>
                  <a:lnTo>
                    <a:pt x="406" y="48"/>
                  </a:lnTo>
                  <a:lnTo>
                    <a:pt x="410" y="48"/>
                  </a:lnTo>
                  <a:lnTo>
                    <a:pt x="413" y="46"/>
                  </a:lnTo>
                  <a:lnTo>
                    <a:pt x="416" y="46"/>
                  </a:lnTo>
                  <a:lnTo>
                    <a:pt x="419" y="43"/>
                  </a:lnTo>
                  <a:lnTo>
                    <a:pt x="421" y="43"/>
                  </a:lnTo>
                  <a:lnTo>
                    <a:pt x="425" y="42"/>
                  </a:lnTo>
                  <a:lnTo>
                    <a:pt x="431" y="37"/>
                  </a:lnTo>
                  <a:lnTo>
                    <a:pt x="436" y="31"/>
                  </a:lnTo>
                  <a:lnTo>
                    <a:pt x="441" y="29"/>
                  </a:lnTo>
                  <a:lnTo>
                    <a:pt x="448" y="25"/>
                  </a:lnTo>
                  <a:lnTo>
                    <a:pt x="454" y="20"/>
                  </a:lnTo>
                  <a:lnTo>
                    <a:pt x="458" y="17"/>
                  </a:lnTo>
                  <a:lnTo>
                    <a:pt x="462" y="18"/>
                  </a:lnTo>
                  <a:lnTo>
                    <a:pt x="466" y="20"/>
                  </a:lnTo>
                  <a:lnTo>
                    <a:pt x="467" y="18"/>
                  </a:lnTo>
                  <a:lnTo>
                    <a:pt x="466" y="17"/>
                  </a:lnTo>
                  <a:lnTo>
                    <a:pt x="462" y="16"/>
                  </a:lnTo>
                  <a:lnTo>
                    <a:pt x="462" y="14"/>
                  </a:lnTo>
                  <a:lnTo>
                    <a:pt x="463" y="14"/>
                  </a:lnTo>
                  <a:lnTo>
                    <a:pt x="466" y="16"/>
                  </a:lnTo>
                  <a:lnTo>
                    <a:pt x="469" y="17"/>
                  </a:lnTo>
                  <a:lnTo>
                    <a:pt x="470" y="18"/>
                  </a:lnTo>
                  <a:lnTo>
                    <a:pt x="473" y="18"/>
                  </a:lnTo>
                  <a:lnTo>
                    <a:pt x="478" y="16"/>
                  </a:lnTo>
                  <a:lnTo>
                    <a:pt x="479" y="16"/>
                  </a:lnTo>
                  <a:lnTo>
                    <a:pt x="479" y="17"/>
                  </a:lnTo>
                  <a:lnTo>
                    <a:pt x="475" y="22"/>
                  </a:lnTo>
                  <a:lnTo>
                    <a:pt x="475" y="26"/>
                  </a:lnTo>
                  <a:lnTo>
                    <a:pt x="475" y="27"/>
                  </a:lnTo>
                  <a:lnTo>
                    <a:pt x="477" y="27"/>
                  </a:lnTo>
                  <a:lnTo>
                    <a:pt x="478" y="23"/>
                  </a:lnTo>
                  <a:lnTo>
                    <a:pt x="481" y="18"/>
                  </a:lnTo>
                  <a:lnTo>
                    <a:pt x="483" y="16"/>
                  </a:lnTo>
                  <a:lnTo>
                    <a:pt x="486" y="16"/>
                  </a:lnTo>
                  <a:lnTo>
                    <a:pt x="487" y="14"/>
                  </a:lnTo>
                  <a:lnTo>
                    <a:pt x="485" y="13"/>
                  </a:lnTo>
                  <a:lnTo>
                    <a:pt x="485" y="12"/>
                  </a:lnTo>
                  <a:lnTo>
                    <a:pt x="486" y="9"/>
                  </a:lnTo>
                  <a:lnTo>
                    <a:pt x="489" y="8"/>
                  </a:lnTo>
                  <a:lnTo>
                    <a:pt x="494" y="5"/>
                  </a:lnTo>
                  <a:lnTo>
                    <a:pt x="496" y="4"/>
                  </a:lnTo>
                  <a:lnTo>
                    <a:pt x="498" y="5"/>
                  </a:lnTo>
                  <a:lnTo>
                    <a:pt x="495" y="6"/>
                  </a:lnTo>
                  <a:lnTo>
                    <a:pt x="495" y="8"/>
                  </a:lnTo>
                  <a:lnTo>
                    <a:pt x="495" y="9"/>
                  </a:lnTo>
                  <a:lnTo>
                    <a:pt x="496" y="9"/>
                  </a:lnTo>
                  <a:lnTo>
                    <a:pt x="498" y="6"/>
                  </a:lnTo>
                  <a:lnTo>
                    <a:pt x="499" y="6"/>
                  </a:lnTo>
                  <a:lnTo>
                    <a:pt x="502" y="8"/>
                  </a:lnTo>
                  <a:lnTo>
                    <a:pt x="503" y="8"/>
                  </a:lnTo>
                  <a:lnTo>
                    <a:pt x="503" y="6"/>
                  </a:lnTo>
                  <a:lnTo>
                    <a:pt x="504" y="8"/>
                  </a:lnTo>
                  <a:lnTo>
                    <a:pt x="508" y="10"/>
                  </a:lnTo>
                  <a:lnTo>
                    <a:pt x="514" y="10"/>
                  </a:lnTo>
                  <a:lnTo>
                    <a:pt x="516" y="9"/>
                  </a:lnTo>
                  <a:lnTo>
                    <a:pt x="521" y="5"/>
                  </a:lnTo>
                  <a:lnTo>
                    <a:pt x="524" y="4"/>
                  </a:lnTo>
                  <a:lnTo>
                    <a:pt x="527" y="2"/>
                  </a:lnTo>
                  <a:lnTo>
                    <a:pt x="528" y="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rgbClr val="BC8F00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1" name="Freeform 496">
              <a:extLst>
                <a:ext uri="{FF2B5EF4-FFF2-40B4-BE49-F238E27FC236}">
                  <a16:creationId xmlns:a16="http://schemas.microsoft.com/office/drawing/2014/main" id="{0EBD19FA-D924-40BB-81AD-8204C2C08F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06698" y="3103258"/>
              <a:ext cx="116693" cy="45380"/>
            </a:xfrm>
            <a:custGeom>
              <a:avLst/>
              <a:gdLst>
                <a:gd name="T0" fmla="*/ 34 w 36"/>
                <a:gd name="T1" fmla="*/ 11 h 14"/>
                <a:gd name="T2" fmla="*/ 36 w 36"/>
                <a:gd name="T3" fmla="*/ 14 h 14"/>
                <a:gd name="T4" fmla="*/ 34 w 36"/>
                <a:gd name="T5" fmla="*/ 14 h 14"/>
                <a:gd name="T6" fmla="*/ 34 w 36"/>
                <a:gd name="T7" fmla="*/ 13 h 14"/>
                <a:gd name="T8" fmla="*/ 34 w 36"/>
                <a:gd name="T9" fmla="*/ 11 h 14"/>
                <a:gd name="T10" fmla="*/ 23 w 36"/>
                <a:gd name="T11" fmla="*/ 9 h 14"/>
                <a:gd name="T12" fmla="*/ 26 w 36"/>
                <a:gd name="T13" fmla="*/ 11 h 14"/>
                <a:gd name="T14" fmla="*/ 23 w 36"/>
                <a:gd name="T15" fmla="*/ 11 h 14"/>
                <a:gd name="T16" fmla="*/ 22 w 36"/>
                <a:gd name="T17" fmla="*/ 10 h 14"/>
                <a:gd name="T18" fmla="*/ 23 w 36"/>
                <a:gd name="T19" fmla="*/ 9 h 14"/>
                <a:gd name="T20" fmla="*/ 35 w 36"/>
                <a:gd name="T21" fmla="*/ 5 h 14"/>
                <a:gd name="T22" fmla="*/ 36 w 36"/>
                <a:gd name="T23" fmla="*/ 6 h 14"/>
                <a:gd name="T24" fmla="*/ 35 w 36"/>
                <a:gd name="T25" fmla="*/ 9 h 14"/>
                <a:gd name="T26" fmla="*/ 34 w 36"/>
                <a:gd name="T27" fmla="*/ 6 h 14"/>
                <a:gd name="T28" fmla="*/ 35 w 36"/>
                <a:gd name="T29" fmla="*/ 5 h 14"/>
                <a:gd name="T30" fmla="*/ 2 w 36"/>
                <a:gd name="T31" fmla="*/ 4 h 14"/>
                <a:gd name="T32" fmla="*/ 4 w 36"/>
                <a:gd name="T33" fmla="*/ 5 h 14"/>
                <a:gd name="T34" fmla="*/ 0 w 36"/>
                <a:gd name="T35" fmla="*/ 6 h 14"/>
                <a:gd name="T36" fmla="*/ 2 w 36"/>
                <a:gd name="T37" fmla="*/ 4 h 14"/>
                <a:gd name="T38" fmla="*/ 23 w 36"/>
                <a:gd name="T39" fmla="*/ 0 h 14"/>
                <a:gd name="T40" fmla="*/ 21 w 36"/>
                <a:gd name="T41" fmla="*/ 1 h 14"/>
                <a:gd name="T42" fmla="*/ 21 w 36"/>
                <a:gd name="T43" fmla="*/ 4 h 14"/>
                <a:gd name="T44" fmla="*/ 18 w 36"/>
                <a:gd name="T45" fmla="*/ 2 h 14"/>
                <a:gd name="T46" fmla="*/ 18 w 36"/>
                <a:gd name="T47" fmla="*/ 1 h 14"/>
                <a:gd name="T48" fmla="*/ 19 w 36"/>
                <a:gd name="T49" fmla="*/ 0 h 14"/>
                <a:gd name="T50" fmla="*/ 23 w 36"/>
                <a:gd name="T5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14">
                  <a:moveTo>
                    <a:pt x="34" y="11"/>
                  </a:moveTo>
                  <a:lnTo>
                    <a:pt x="36" y="14"/>
                  </a:lnTo>
                  <a:lnTo>
                    <a:pt x="34" y="14"/>
                  </a:lnTo>
                  <a:lnTo>
                    <a:pt x="34" y="13"/>
                  </a:lnTo>
                  <a:lnTo>
                    <a:pt x="34" y="11"/>
                  </a:lnTo>
                  <a:close/>
                  <a:moveTo>
                    <a:pt x="23" y="9"/>
                  </a:moveTo>
                  <a:lnTo>
                    <a:pt x="26" y="11"/>
                  </a:lnTo>
                  <a:lnTo>
                    <a:pt x="23" y="11"/>
                  </a:lnTo>
                  <a:lnTo>
                    <a:pt x="22" y="10"/>
                  </a:lnTo>
                  <a:lnTo>
                    <a:pt x="23" y="9"/>
                  </a:lnTo>
                  <a:close/>
                  <a:moveTo>
                    <a:pt x="35" y="5"/>
                  </a:moveTo>
                  <a:lnTo>
                    <a:pt x="36" y="6"/>
                  </a:lnTo>
                  <a:lnTo>
                    <a:pt x="35" y="9"/>
                  </a:lnTo>
                  <a:lnTo>
                    <a:pt x="34" y="6"/>
                  </a:lnTo>
                  <a:lnTo>
                    <a:pt x="35" y="5"/>
                  </a:lnTo>
                  <a:close/>
                  <a:moveTo>
                    <a:pt x="2" y="4"/>
                  </a:moveTo>
                  <a:lnTo>
                    <a:pt x="4" y="5"/>
                  </a:lnTo>
                  <a:lnTo>
                    <a:pt x="0" y="6"/>
                  </a:lnTo>
                  <a:lnTo>
                    <a:pt x="2" y="4"/>
                  </a:lnTo>
                  <a:close/>
                  <a:moveTo>
                    <a:pt x="23" y="0"/>
                  </a:moveTo>
                  <a:lnTo>
                    <a:pt x="21" y="1"/>
                  </a:lnTo>
                  <a:lnTo>
                    <a:pt x="21" y="4"/>
                  </a:lnTo>
                  <a:lnTo>
                    <a:pt x="18" y="2"/>
                  </a:lnTo>
                  <a:lnTo>
                    <a:pt x="18" y="1"/>
                  </a:lnTo>
                  <a:lnTo>
                    <a:pt x="19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rgbClr val="BC8F00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2" name="Freeform 501">
              <a:extLst>
                <a:ext uri="{FF2B5EF4-FFF2-40B4-BE49-F238E27FC236}">
                  <a16:creationId xmlns:a16="http://schemas.microsoft.com/office/drawing/2014/main" id="{91299908-C077-4411-AA3C-DD861DD63C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47394" y="-134967"/>
              <a:ext cx="2797387" cy="2165299"/>
            </a:xfrm>
            <a:custGeom>
              <a:avLst/>
              <a:gdLst>
                <a:gd name="T0" fmla="*/ 744 w 863"/>
                <a:gd name="T1" fmla="*/ 35 h 668"/>
                <a:gd name="T2" fmla="*/ 705 w 863"/>
                <a:gd name="T3" fmla="*/ 20 h 668"/>
                <a:gd name="T4" fmla="*/ 679 w 863"/>
                <a:gd name="T5" fmla="*/ 70 h 668"/>
                <a:gd name="T6" fmla="*/ 714 w 863"/>
                <a:gd name="T7" fmla="*/ 35 h 668"/>
                <a:gd name="T8" fmla="*/ 741 w 863"/>
                <a:gd name="T9" fmla="*/ 70 h 668"/>
                <a:gd name="T10" fmla="*/ 766 w 863"/>
                <a:gd name="T11" fmla="*/ 95 h 668"/>
                <a:gd name="T12" fmla="*/ 781 w 863"/>
                <a:gd name="T13" fmla="*/ 116 h 668"/>
                <a:gd name="T14" fmla="*/ 802 w 863"/>
                <a:gd name="T15" fmla="*/ 129 h 668"/>
                <a:gd name="T16" fmla="*/ 801 w 863"/>
                <a:gd name="T17" fmla="*/ 151 h 668"/>
                <a:gd name="T18" fmla="*/ 830 w 863"/>
                <a:gd name="T19" fmla="*/ 174 h 668"/>
                <a:gd name="T20" fmla="*/ 812 w 863"/>
                <a:gd name="T21" fmla="*/ 191 h 668"/>
                <a:gd name="T22" fmla="*/ 835 w 863"/>
                <a:gd name="T23" fmla="*/ 209 h 668"/>
                <a:gd name="T24" fmla="*/ 861 w 863"/>
                <a:gd name="T25" fmla="*/ 239 h 668"/>
                <a:gd name="T26" fmla="*/ 839 w 863"/>
                <a:gd name="T27" fmla="*/ 258 h 668"/>
                <a:gd name="T28" fmla="*/ 816 w 863"/>
                <a:gd name="T29" fmla="*/ 259 h 668"/>
                <a:gd name="T30" fmla="*/ 802 w 863"/>
                <a:gd name="T31" fmla="*/ 233 h 668"/>
                <a:gd name="T32" fmla="*/ 795 w 863"/>
                <a:gd name="T33" fmla="*/ 263 h 668"/>
                <a:gd name="T34" fmla="*/ 801 w 863"/>
                <a:gd name="T35" fmla="*/ 314 h 668"/>
                <a:gd name="T36" fmla="*/ 786 w 863"/>
                <a:gd name="T37" fmla="*/ 321 h 668"/>
                <a:gd name="T38" fmla="*/ 735 w 863"/>
                <a:gd name="T39" fmla="*/ 283 h 668"/>
                <a:gd name="T40" fmla="*/ 706 w 863"/>
                <a:gd name="T41" fmla="*/ 250 h 668"/>
                <a:gd name="T42" fmla="*/ 761 w 863"/>
                <a:gd name="T43" fmla="*/ 185 h 668"/>
                <a:gd name="T44" fmla="*/ 737 w 863"/>
                <a:gd name="T45" fmla="*/ 146 h 668"/>
                <a:gd name="T46" fmla="*/ 691 w 863"/>
                <a:gd name="T47" fmla="*/ 126 h 668"/>
                <a:gd name="T48" fmla="*/ 637 w 863"/>
                <a:gd name="T49" fmla="*/ 112 h 668"/>
                <a:gd name="T50" fmla="*/ 670 w 863"/>
                <a:gd name="T51" fmla="*/ 27 h 668"/>
                <a:gd name="T52" fmla="*/ 169 w 863"/>
                <a:gd name="T53" fmla="*/ 38 h 668"/>
                <a:gd name="T54" fmla="*/ 232 w 863"/>
                <a:gd name="T55" fmla="*/ 31 h 668"/>
                <a:gd name="T56" fmla="*/ 278 w 863"/>
                <a:gd name="T57" fmla="*/ 25 h 668"/>
                <a:gd name="T58" fmla="*/ 352 w 863"/>
                <a:gd name="T59" fmla="*/ 89 h 668"/>
                <a:gd name="T60" fmla="*/ 404 w 863"/>
                <a:gd name="T61" fmla="*/ 137 h 668"/>
                <a:gd name="T62" fmla="*/ 445 w 863"/>
                <a:gd name="T63" fmla="*/ 125 h 668"/>
                <a:gd name="T64" fmla="*/ 462 w 863"/>
                <a:gd name="T65" fmla="*/ 139 h 668"/>
                <a:gd name="T66" fmla="*/ 529 w 863"/>
                <a:gd name="T67" fmla="*/ 143 h 668"/>
                <a:gd name="T68" fmla="*/ 543 w 863"/>
                <a:gd name="T69" fmla="*/ 176 h 668"/>
                <a:gd name="T70" fmla="*/ 562 w 863"/>
                <a:gd name="T71" fmla="*/ 113 h 668"/>
                <a:gd name="T72" fmla="*/ 602 w 863"/>
                <a:gd name="T73" fmla="*/ 91 h 668"/>
                <a:gd name="T74" fmla="*/ 603 w 863"/>
                <a:gd name="T75" fmla="*/ 154 h 668"/>
                <a:gd name="T76" fmla="*/ 654 w 863"/>
                <a:gd name="T77" fmla="*/ 147 h 668"/>
                <a:gd name="T78" fmla="*/ 672 w 863"/>
                <a:gd name="T79" fmla="*/ 174 h 668"/>
                <a:gd name="T80" fmla="*/ 633 w 863"/>
                <a:gd name="T81" fmla="*/ 217 h 668"/>
                <a:gd name="T82" fmla="*/ 591 w 863"/>
                <a:gd name="T83" fmla="*/ 249 h 668"/>
                <a:gd name="T84" fmla="*/ 545 w 863"/>
                <a:gd name="T85" fmla="*/ 279 h 668"/>
                <a:gd name="T86" fmla="*/ 482 w 863"/>
                <a:gd name="T87" fmla="*/ 338 h 668"/>
                <a:gd name="T88" fmla="*/ 560 w 863"/>
                <a:gd name="T89" fmla="*/ 445 h 668"/>
                <a:gd name="T90" fmla="*/ 610 w 863"/>
                <a:gd name="T91" fmla="*/ 504 h 668"/>
                <a:gd name="T92" fmla="*/ 652 w 863"/>
                <a:gd name="T93" fmla="*/ 368 h 668"/>
                <a:gd name="T94" fmla="*/ 719 w 863"/>
                <a:gd name="T95" fmla="*/ 326 h 668"/>
                <a:gd name="T96" fmla="*/ 751 w 863"/>
                <a:gd name="T97" fmla="*/ 405 h 668"/>
                <a:gd name="T98" fmla="*/ 794 w 863"/>
                <a:gd name="T99" fmla="*/ 384 h 668"/>
                <a:gd name="T100" fmla="*/ 806 w 863"/>
                <a:gd name="T101" fmla="*/ 439 h 668"/>
                <a:gd name="T102" fmla="*/ 832 w 863"/>
                <a:gd name="T103" fmla="*/ 474 h 668"/>
                <a:gd name="T104" fmla="*/ 847 w 863"/>
                <a:gd name="T105" fmla="*/ 495 h 668"/>
                <a:gd name="T106" fmla="*/ 809 w 863"/>
                <a:gd name="T107" fmla="*/ 547 h 668"/>
                <a:gd name="T108" fmla="*/ 666 w 863"/>
                <a:gd name="T109" fmla="*/ 601 h 668"/>
                <a:gd name="T110" fmla="*/ 752 w 863"/>
                <a:gd name="T111" fmla="*/ 617 h 668"/>
                <a:gd name="T112" fmla="*/ 753 w 863"/>
                <a:gd name="T113" fmla="*/ 624 h 668"/>
                <a:gd name="T114" fmla="*/ 662 w 863"/>
                <a:gd name="T115" fmla="*/ 624 h 668"/>
                <a:gd name="T116" fmla="*/ 100 w 863"/>
                <a:gd name="T117" fmla="*/ 501 h 668"/>
                <a:gd name="T118" fmla="*/ 71 w 863"/>
                <a:gd name="T119" fmla="*/ 468 h 668"/>
                <a:gd name="T120" fmla="*/ 71 w 863"/>
                <a:gd name="T121" fmla="*/ 441 h 668"/>
                <a:gd name="T122" fmla="*/ 67 w 863"/>
                <a:gd name="T123" fmla="*/ 385 h 668"/>
                <a:gd name="T124" fmla="*/ 21 w 863"/>
                <a:gd name="T125" fmla="*/ 249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3" h="668">
                  <a:moveTo>
                    <a:pt x="298" y="34"/>
                  </a:moveTo>
                  <a:lnTo>
                    <a:pt x="300" y="34"/>
                  </a:lnTo>
                  <a:lnTo>
                    <a:pt x="299" y="34"/>
                  </a:lnTo>
                  <a:lnTo>
                    <a:pt x="299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8" y="34"/>
                  </a:lnTo>
                  <a:close/>
                  <a:moveTo>
                    <a:pt x="178" y="30"/>
                  </a:moveTo>
                  <a:lnTo>
                    <a:pt x="178" y="35"/>
                  </a:lnTo>
                  <a:lnTo>
                    <a:pt x="176" y="38"/>
                  </a:lnTo>
                  <a:lnTo>
                    <a:pt x="175" y="37"/>
                  </a:lnTo>
                  <a:lnTo>
                    <a:pt x="174" y="35"/>
                  </a:lnTo>
                  <a:lnTo>
                    <a:pt x="175" y="35"/>
                  </a:lnTo>
                  <a:lnTo>
                    <a:pt x="175" y="33"/>
                  </a:lnTo>
                  <a:lnTo>
                    <a:pt x="178" y="30"/>
                  </a:lnTo>
                  <a:close/>
                  <a:moveTo>
                    <a:pt x="748" y="30"/>
                  </a:moveTo>
                  <a:lnTo>
                    <a:pt x="749" y="31"/>
                  </a:lnTo>
                  <a:lnTo>
                    <a:pt x="749" y="34"/>
                  </a:lnTo>
                  <a:lnTo>
                    <a:pt x="755" y="35"/>
                  </a:lnTo>
                  <a:lnTo>
                    <a:pt x="756" y="37"/>
                  </a:lnTo>
                  <a:lnTo>
                    <a:pt x="759" y="38"/>
                  </a:lnTo>
                  <a:lnTo>
                    <a:pt x="760" y="37"/>
                  </a:lnTo>
                  <a:lnTo>
                    <a:pt x="764" y="38"/>
                  </a:lnTo>
                  <a:lnTo>
                    <a:pt x="768" y="38"/>
                  </a:lnTo>
                  <a:lnTo>
                    <a:pt x="769" y="39"/>
                  </a:lnTo>
                  <a:lnTo>
                    <a:pt x="769" y="41"/>
                  </a:lnTo>
                  <a:lnTo>
                    <a:pt x="773" y="43"/>
                  </a:lnTo>
                  <a:lnTo>
                    <a:pt x="774" y="46"/>
                  </a:lnTo>
                  <a:lnTo>
                    <a:pt x="773" y="49"/>
                  </a:lnTo>
                  <a:lnTo>
                    <a:pt x="773" y="50"/>
                  </a:lnTo>
                  <a:lnTo>
                    <a:pt x="776" y="51"/>
                  </a:lnTo>
                  <a:lnTo>
                    <a:pt x="774" y="52"/>
                  </a:lnTo>
                  <a:lnTo>
                    <a:pt x="776" y="54"/>
                  </a:lnTo>
                  <a:lnTo>
                    <a:pt x="774" y="56"/>
                  </a:lnTo>
                  <a:lnTo>
                    <a:pt x="776" y="59"/>
                  </a:lnTo>
                  <a:lnTo>
                    <a:pt x="776" y="60"/>
                  </a:lnTo>
                  <a:lnTo>
                    <a:pt x="774" y="62"/>
                  </a:lnTo>
                  <a:lnTo>
                    <a:pt x="777" y="63"/>
                  </a:lnTo>
                  <a:lnTo>
                    <a:pt x="777" y="64"/>
                  </a:lnTo>
                  <a:lnTo>
                    <a:pt x="776" y="64"/>
                  </a:lnTo>
                  <a:lnTo>
                    <a:pt x="776" y="66"/>
                  </a:lnTo>
                  <a:lnTo>
                    <a:pt x="770" y="66"/>
                  </a:lnTo>
                  <a:lnTo>
                    <a:pt x="770" y="64"/>
                  </a:lnTo>
                  <a:lnTo>
                    <a:pt x="765" y="63"/>
                  </a:lnTo>
                  <a:lnTo>
                    <a:pt x="764" y="62"/>
                  </a:lnTo>
                  <a:lnTo>
                    <a:pt x="761" y="62"/>
                  </a:lnTo>
                  <a:lnTo>
                    <a:pt x="760" y="62"/>
                  </a:lnTo>
                  <a:lnTo>
                    <a:pt x="759" y="60"/>
                  </a:lnTo>
                  <a:lnTo>
                    <a:pt x="755" y="62"/>
                  </a:lnTo>
                  <a:lnTo>
                    <a:pt x="753" y="62"/>
                  </a:lnTo>
                  <a:lnTo>
                    <a:pt x="751" y="64"/>
                  </a:lnTo>
                  <a:lnTo>
                    <a:pt x="749" y="64"/>
                  </a:lnTo>
                  <a:lnTo>
                    <a:pt x="747" y="63"/>
                  </a:lnTo>
                  <a:lnTo>
                    <a:pt x="744" y="62"/>
                  </a:lnTo>
                  <a:lnTo>
                    <a:pt x="743" y="59"/>
                  </a:lnTo>
                  <a:lnTo>
                    <a:pt x="741" y="58"/>
                  </a:lnTo>
                  <a:lnTo>
                    <a:pt x="740" y="56"/>
                  </a:lnTo>
                  <a:lnTo>
                    <a:pt x="741" y="52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4" y="49"/>
                  </a:lnTo>
                  <a:lnTo>
                    <a:pt x="744" y="46"/>
                  </a:lnTo>
                  <a:lnTo>
                    <a:pt x="741" y="46"/>
                  </a:lnTo>
                  <a:lnTo>
                    <a:pt x="740" y="45"/>
                  </a:lnTo>
                  <a:lnTo>
                    <a:pt x="741" y="39"/>
                  </a:lnTo>
                  <a:lnTo>
                    <a:pt x="743" y="39"/>
                  </a:lnTo>
                  <a:lnTo>
                    <a:pt x="744" y="38"/>
                  </a:lnTo>
                  <a:lnTo>
                    <a:pt x="744" y="35"/>
                  </a:lnTo>
                  <a:lnTo>
                    <a:pt x="745" y="34"/>
                  </a:lnTo>
                  <a:lnTo>
                    <a:pt x="745" y="31"/>
                  </a:lnTo>
                  <a:lnTo>
                    <a:pt x="748" y="30"/>
                  </a:lnTo>
                  <a:close/>
                  <a:moveTo>
                    <a:pt x="183" y="27"/>
                  </a:moveTo>
                  <a:lnTo>
                    <a:pt x="184" y="30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9"/>
                  </a:lnTo>
                  <a:lnTo>
                    <a:pt x="180" y="41"/>
                  </a:lnTo>
                  <a:lnTo>
                    <a:pt x="178" y="39"/>
                  </a:lnTo>
                  <a:lnTo>
                    <a:pt x="179" y="38"/>
                  </a:lnTo>
                  <a:lnTo>
                    <a:pt x="180" y="37"/>
                  </a:lnTo>
                  <a:lnTo>
                    <a:pt x="179" y="34"/>
                  </a:lnTo>
                  <a:lnTo>
                    <a:pt x="179" y="30"/>
                  </a:lnTo>
                  <a:lnTo>
                    <a:pt x="180" y="29"/>
                  </a:lnTo>
                  <a:lnTo>
                    <a:pt x="182" y="29"/>
                  </a:lnTo>
                  <a:lnTo>
                    <a:pt x="182" y="27"/>
                  </a:lnTo>
                  <a:lnTo>
                    <a:pt x="183" y="27"/>
                  </a:lnTo>
                  <a:close/>
                  <a:moveTo>
                    <a:pt x="595" y="24"/>
                  </a:moveTo>
                  <a:lnTo>
                    <a:pt x="595" y="26"/>
                  </a:lnTo>
                  <a:lnTo>
                    <a:pt x="594" y="26"/>
                  </a:lnTo>
                  <a:lnTo>
                    <a:pt x="593" y="26"/>
                  </a:lnTo>
                  <a:lnTo>
                    <a:pt x="593" y="25"/>
                  </a:lnTo>
                  <a:lnTo>
                    <a:pt x="594" y="24"/>
                  </a:lnTo>
                  <a:lnTo>
                    <a:pt x="595" y="24"/>
                  </a:lnTo>
                  <a:close/>
                  <a:moveTo>
                    <a:pt x="191" y="21"/>
                  </a:moveTo>
                  <a:lnTo>
                    <a:pt x="191" y="22"/>
                  </a:lnTo>
                  <a:lnTo>
                    <a:pt x="190" y="24"/>
                  </a:lnTo>
                  <a:lnTo>
                    <a:pt x="190" y="22"/>
                  </a:lnTo>
                  <a:lnTo>
                    <a:pt x="191" y="21"/>
                  </a:lnTo>
                  <a:close/>
                  <a:moveTo>
                    <a:pt x="200" y="21"/>
                  </a:moveTo>
                  <a:lnTo>
                    <a:pt x="202" y="25"/>
                  </a:lnTo>
                  <a:lnTo>
                    <a:pt x="203" y="26"/>
                  </a:lnTo>
                  <a:lnTo>
                    <a:pt x="204" y="25"/>
                  </a:lnTo>
                  <a:lnTo>
                    <a:pt x="202" y="29"/>
                  </a:lnTo>
                  <a:lnTo>
                    <a:pt x="199" y="30"/>
                  </a:lnTo>
                  <a:lnTo>
                    <a:pt x="191" y="37"/>
                  </a:lnTo>
                  <a:lnTo>
                    <a:pt x="188" y="37"/>
                  </a:lnTo>
                  <a:lnTo>
                    <a:pt x="187" y="38"/>
                  </a:lnTo>
                  <a:lnTo>
                    <a:pt x="184" y="38"/>
                  </a:lnTo>
                  <a:lnTo>
                    <a:pt x="184" y="37"/>
                  </a:lnTo>
                  <a:lnTo>
                    <a:pt x="186" y="34"/>
                  </a:lnTo>
                  <a:lnTo>
                    <a:pt x="186" y="30"/>
                  </a:lnTo>
                  <a:lnTo>
                    <a:pt x="187" y="29"/>
                  </a:lnTo>
                  <a:lnTo>
                    <a:pt x="188" y="26"/>
                  </a:lnTo>
                  <a:lnTo>
                    <a:pt x="188" y="27"/>
                  </a:lnTo>
                  <a:lnTo>
                    <a:pt x="190" y="25"/>
                  </a:lnTo>
                  <a:lnTo>
                    <a:pt x="192" y="26"/>
                  </a:lnTo>
                  <a:lnTo>
                    <a:pt x="191" y="27"/>
                  </a:lnTo>
                  <a:lnTo>
                    <a:pt x="192" y="30"/>
                  </a:lnTo>
                  <a:lnTo>
                    <a:pt x="192" y="27"/>
                  </a:lnTo>
                  <a:lnTo>
                    <a:pt x="194" y="27"/>
                  </a:lnTo>
                  <a:lnTo>
                    <a:pt x="195" y="27"/>
                  </a:lnTo>
                  <a:lnTo>
                    <a:pt x="195" y="25"/>
                  </a:lnTo>
                  <a:lnTo>
                    <a:pt x="198" y="24"/>
                  </a:lnTo>
                  <a:lnTo>
                    <a:pt x="199" y="21"/>
                  </a:lnTo>
                  <a:lnTo>
                    <a:pt x="200" y="21"/>
                  </a:lnTo>
                  <a:close/>
                  <a:moveTo>
                    <a:pt x="191" y="18"/>
                  </a:moveTo>
                  <a:lnTo>
                    <a:pt x="192" y="18"/>
                  </a:lnTo>
                  <a:lnTo>
                    <a:pt x="191" y="20"/>
                  </a:lnTo>
                  <a:lnTo>
                    <a:pt x="190" y="20"/>
                  </a:lnTo>
                  <a:lnTo>
                    <a:pt x="191" y="18"/>
                  </a:lnTo>
                  <a:close/>
                  <a:moveTo>
                    <a:pt x="691" y="17"/>
                  </a:moveTo>
                  <a:lnTo>
                    <a:pt x="695" y="18"/>
                  </a:lnTo>
                  <a:lnTo>
                    <a:pt x="697" y="17"/>
                  </a:lnTo>
                  <a:lnTo>
                    <a:pt x="698" y="18"/>
                  </a:lnTo>
                  <a:lnTo>
                    <a:pt x="702" y="18"/>
                  </a:lnTo>
                  <a:lnTo>
                    <a:pt x="705" y="20"/>
                  </a:lnTo>
                  <a:lnTo>
                    <a:pt x="710" y="22"/>
                  </a:lnTo>
                  <a:lnTo>
                    <a:pt x="710" y="24"/>
                  </a:lnTo>
                  <a:lnTo>
                    <a:pt x="708" y="25"/>
                  </a:lnTo>
                  <a:lnTo>
                    <a:pt x="706" y="26"/>
                  </a:lnTo>
                  <a:lnTo>
                    <a:pt x="702" y="29"/>
                  </a:lnTo>
                  <a:lnTo>
                    <a:pt x="699" y="29"/>
                  </a:lnTo>
                  <a:lnTo>
                    <a:pt x="699" y="30"/>
                  </a:lnTo>
                  <a:lnTo>
                    <a:pt x="697" y="33"/>
                  </a:lnTo>
                  <a:lnTo>
                    <a:pt x="694" y="33"/>
                  </a:lnTo>
                  <a:lnTo>
                    <a:pt x="690" y="37"/>
                  </a:lnTo>
                  <a:lnTo>
                    <a:pt x="686" y="42"/>
                  </a:lnTo>
                  <a:lnTo>
                    <a:pt x="682" y="45"/>
                  </a:lnTo>
                  <a:lnTo>
                    <a:pt x="681" y="46"/>
                  </a:lnTo>
                  <a:lnTo>
                    <a:pt x="678" y="50"/>
                  </a:lnTo>
                  <a:lnTo>
                    <a:pt x="678" y="52"/>
                  </a:lnTo>
                  <a:lnTo>
                    <a:pt x="679" y="55"/>
                  </a:lnTo>
                  <a:lnTo>
                    <a:pt x="681" y="56"/>
                  </a:lnTo>
                  <a:lnTo>
                    <a:pt x="681" y="59"/>
                  </a:lnTo>
                  <a:lnTo>
                    <a:pt x="678" y="60"/>
                  </a:lnTo>
                  <a:lnTo>
                    <a:pt x="677" y="62"/>
                  </a:lnTo>
                  <a:lnTo>
                    <a:pt x="674" y="64"/>
                  </a:lnTo>
                  <a:lnTo>
                    <a:pt x="674" y="67"/>
                  </a:lnTo>
                  <a:lnTo>
                    <a:pt x="673" y="70"/>
                  </a:lnTo>
                  <a:lnTo>
                    <a:pt x="672" y="71"/>
                  </a:lnTo>
                  <a:lnTo>
                    <a:pt x="672" y="72"/>
                  </a:lnTo>
                  <a:lnTo>
                    <a:pt x="673" y="75"/>
                  </a:lnTo>
                  <a:lnTo>
                    <a:pt x="673" y="77"/>
                  </a:lnTo>
                  <a:lnTo>
                    <a:pt x="674" y="80"/>
                  </a:lnTo>
                  <a:lnTo>
                    <a:pt x="674" y="83"/>
                  </a:lnTo>
                  <a:lnTo>
                    <a:pt x="676" y="85"/>
                  </a:lnTo>
                  <a:lnTo>
                    <a:pt x="677" y="87"/>
                  </a:lnTo>
                  <a:lnTo>
                    <a:pt x="678" y="88"/>
                  </a:lnTo>
                  <a:lnTo>
                    <a:pt x="678" y="91"/>
                  </a:lnTo>
                  <a:lnTo>
                    <a:pt x="678" y="92"/>
                  </a:lnTo>
                  <a:lnTo>
                    <a:pt x="677" y="91"/>
                  </a:lnTo>
                  <a:lnTo>
                    <a:pt x="676" y="91"/>
                  </a:lnTo>
                  <a:lnTo>
                    <a:pt x="676" y="92"/>
                  </a:lnTo>
                  <a:lnTo>
                    <a:pt x="674" y="92"/>
                  </a:lnTo>
                  <a:lnTo>
                    <a:pt x="673" y="92"/>
                  </a:lnTo>
                  <a:lnTo>
                    <a:pt x="672" y="93"/>
                  </a:lnTo>
                  <a:lnTo>
                    <a:pt x="673" y="93"/>
                  </a:lnTo>
                  <a:lnTo>
                    <a:pt x="674" y="95"/>
                  </a:lnTo>
                  <a:lnTo>
                    <a:pt x="676" y="95"/>
                  </a:lnTo>
                  <a:lnTo>
                    <a:pt x="676" y="95"/>
                  </a:lnTo>
                  <a:lnTo>
                    <a:pt x="677" y="95"/>
                  </a:lnTo>
                  <a:lnTo>
                    <a:pt x="676" y="97"/>
                  </a:lnTo>
                  <a:lnTo>
                    <a:pt x="674" y="100"/>
                  </a:lnTo>
                  <a:lnTo>
                    <a:pt x="674" y="102"/>
                  </a:lnTo>
                  <a:lnTo>
                    <a:pt x="673" y="104"/>
                  </a:lnTo>
                  <a:lnTo>
                    <a:pt x="677" y="101"/>
                  </a:lnTo>
                  <a:lnTo>
                    <a:pt x="677" y="100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81" y="89"/>
                  </a:lnTo>
                  <a:lnTo>
                    <a:pt x="682" y="88"/>
                  </a:lnTo>
                  <a:lnTo>
                    <a:pt x="683" y="87"/>
                  </a:lnTo>
                  <a:lnTo>
                    <a:pt x="683" y="84"/>
                  </a:lnTo>
                  <a:lnTo>
                    <a:pt x="683" y="83"/>
                  </a:lnTo>
                  <a:lnTo>
                    <a:pt x="683" y="81"/>
                  </a:lnTo>
                  <a:lnTo>
                    <a:pt x="682" y="80"/>
                  </a:lnTo>
                  <a:lnTo>
                    <a:pt x="681" y="80"/>
                  </a:lnTo>
                  <a:lnTo>
                    <a:pt x="681" y="77"/>
                  </a:lnTo>
                  <a:lnTo>
                    <a:pt x="679" y="76"/>
                  </a:lnTo>
                  <a:lnTo>
                    <a:pt x="679" y="74"/>
                  </a:lnTo>
                  <a:lnTo>
                    <a:pt x="678" y="71"/>
                  </a:lnTo>
                  <a:lnTo>
                    <a:pt x="678" y="70"/>
                  </a:lnTo>
                  <a:lnTo>
                    <a:pt x="679" y="68"/>
                  </a:lnTo>
                  <a:lnTo>
                    <a:pt x="679" y="70"/>
                  </a:lnTo>
                  <a:lnTo>
                    <a:pt x="681" y="70"/>
                  </a:lnTo>
                  <a:lnTo>
                    <a:pt x="683" y="68"/>
                  </a:lnTo>
                  <a:lnTo>
                    <a:pt x="685" y="67"/>
                  </a:lnTo>
                  <a:lnTo>
                    <a:pt x="685" y="66"/>
                  </a:lnTo>
                  <a:lnTo>
                    <a:pt x="686" y="63"/>
                  </a:lnTo>
                  <a:lnTo>
                    <a:pt x="687" y="64"/>
                  </a:lnTo>
                  <a:lnTo>
                    <a:pt x="689" y="67"/>
                  </a:lnTo>
                  <a:lnTo>
                    <a:pt x="689" y="68"/>
                  </a:lnTo>
                  <a:lnTo>
                    <a:pt x="689" y="70"/>
                  </a:lnTo>
                  <a:lnTo>
                    <a:pt x="691" y="67"/>
                  </a:lnTo>
                  <a:lnTo>
                    <a:pt x="691" y="66"/>
                  </a:lnTo>
                  <a:lnTo>
                    <a:pt x="693" y="63"/>
                  </a:lnTo>
                  <a:lnTo>
                    <a:pt x="694" y="63"/>
                  </a:lnTo>
                  <a:lnTo>
                    <a:pt x="694" y="62"/>
                  </a:lnTo>
                  <a:lnTo>
                    <a:pt x="695" y="62"/>
                  </a:lnTo>
                  <a:lnTo>
                    <a:pt x="697" y="60"/>
                  </a:lnTo>
                  <a:lnTo>
                    <a:pt x="697" y="59"/>
                  </a:lnTo>
                  <a:lnTo>
                    <a:pt x="694" y="59"/>
                  </a:lnTo>
                  <a:lnTo>
                    <a:pt x="690" y="62"/>
                  </a:lnTo>
                  <a:lnTo>
                    <a:pt x="689" y="62"/>
                  </a:lnTo>
                  <a:lnTo>
                    <a:pt x="689" y="59"/>
                  </a:lnTo>
                  <a:lnTo>
                    <a:pt x="687" y="58"/>
                  </a:lnTo>
                  <a:lnTo>
                    <a:pt x="687" y="56"/>
                  </a:lnTo>
                  <a:lnTo>
                    <a:pt x="690" y="55"/>
                  </a:lnTo>
                  <a:lnTo>
                    <a:pt x="689" y="54"/>
                  </a:lnTo>
                  <a:lnTo>
                    <a:pt x="689" y="51"/>
                  </a:lnTo>
                  <a:lnTo>
                    <a:pt x="691" y="47"/>
                  </a:lnTo>
                  <a:lnTo>
                    <a:pt x="691" y="46"/>
                  </a:lnTo>
                  <a:lnTo>
                    <a:pt x="693" y="43"/>
                  </a:lnTo>
                  <a:lnTo>
                    <a:pt x="695" y="45"/>
                  </a:lnTo>
                  <a:lnTo>
                    <a:pt x="698" y="46"/>
                  </a:lnTo>
                  <a:lnTo>
                    <a:pt x="698" y="47"/>
                  </a:lnTo>
                  <a:lnTo>
                    <a:pt x="701" y="50"/>
                  </a:lnTo>
                  <a:lnTo>
                    <a:pt x="702" y="51"/>
                  </a:lnTo>
                  <a:lnTo>
                    <a:pt x="705" y="51"/>
                  </a:lnTo>
                  <a:lnTo>
                    <a:pt x="703" y="50"/>
                  </a:lnTo>
                  <a:lnTo>
                    <a:pt x="702" y="49"/>
                  </a:lnTo>
                  <a:lnTo>
                    <a:pt x="699" y="46"/>
                  </a:lnTo>
                  <a:lnTo>
                    <a:pt x="698" y="45"/>
                  </a:lnTo>
                  <a:lnTo>
                    <a:pt x="698" y="43"/>
                  </a:lnTo>
                  <a:lnTo>
                    <a:pt x="695" y="43"/>
                  </a:lnTo>
                  <a:lnTo>
                    <a:pt x="694" y="42"/>
                  </a:lnTo>
                  <a:lnTo>
                    <a:pt x="695" y="41"/>
                  </a:lnTo>
                  <a:lnTo>
                    <a:pt x="699" y="41"/>
                  </a:lnTo>
                  <a:lnTo>
                    <a:pt x="699" y="39"/>
                  </a:lnTo>
                  <a:lnTo>
                    <a:pt x="701" y="39"/>
                  </a:lnTo>
                  <a:lnTo>
                    <a:pt x="705" y="43"/>
                  </a:lnTo>
                  <a:lnTo>
                    <a:pt x="707" y="46"/>
                  </a:lnTo>
                  <a:lnTo>
                    <a:pt x="708" y="46"/>
                  </a:lnTo>
                  <a:lnTo>
                    <a:pt x="706" y="43"/>
                  </a:lnTo>
                  <a:lnTo>
                    <a:pt x="705" y="41"/>
                  </a:lnTo>
                  <a:lnTo>
                    <a:pt x="701" y="38"/>
                  </a:lnTo>
                  <a:lnTo>
                    <a:pt x="701" y="37"/>
                  </a:lnTo>
                  <a:lnTo>
                    <a:pt x="702" y="35"/>
                  </a:lnTo>
                  <a:lnTo>
                    <a:pt x="706" y="34"/>
                  </a:lnTo>
                  <a:lnTo>
                    <a:pt x="707" y="35"/>
                  </a:lnTo>
                  <a:lnTo>
                    <a:pt x="706" y="37"/>
                  </a:lnTo>
                  <a:lnTo>
                    <a:pt x="707" y="38"/>
                  </a:lnTo>
                  <a:lnTo>
                    <a:pt x="707" y="38"/>
                  </a:lnTo>
                  <a:lnTo>
                    <a:pt x="707" y="35"/>
                  </a:lnTo>
                  <a:lnTo>
                    <a:pt x="708" y="34"/>
                  </a:lnTo>
                  <a:lnTo>
                    <a:pt x="711" y="34"/>
                  </a:lnTo>
                  <a:lnTo>
                    <a:pt x="712" y="37"/>
                  </a:lnTo>
                  <a:lnTo>
                    <a:pt x="714" y="38"/>
                  </a:lnTo>
                  <a:lnTo>
                    <a:pt x="715" y="41"/>
                  </a:lnTo>
                  <a:lnTo>
                    <a:pt x="716" y="39"/>
                  </a:lnTo>
                  <a:lnTo>
                    <a:pt x="716" y="38"/>
                  </a:lnTo>
                  <a:lnTo>
                    <a:pt x="714" y="35"/>
                  </a:lnTo>
                  <a:lnTo>
                    <a:pt x="714" y="34"/>
                  </a:lnTo>
                  <a:lnTo>
                    <a:pt x="720" y="31"/>
                  </a:lnTo>
                  <a:lnTo>
                    <a:pt x="724" y="30"/>
                  </a:lnTo>
                  <a:lnTo>
                    <a:pt x="727" y="30"/>
                  </a:lnTo>
                  <a:lnTo>
                    <a:pt x="730" y="29"/>
                  </a:lnTo>
                  <a:lnTo>
                    <a:pt x="732" y="30"/>
                  </a:lnTo>
                  <a:lnTo>
                    <a:pt x="736" y="30"/>
                  </a:lnTo>
                  <a:lnTo>
                    <a:pt x="740" y="30"/>
                  </a:lnTo>
                  <a:lnTo>
                    <a:pt x="740" y="31"/>
                  </a:lnTo>
                  <a:lnTo>
                    <a:pt x="740" y="33"/>
                  </a:lnTo>
                  <a:lnTo>
                    <a:pt x="739" y="38"/>
                  </a:lnTo>
                  <a:lnTo>
                    <a:pt x="739" y="39"/>
                  </a:lnTo>
                  <a:lnTo>
                    <a:pt x="737" y="41"/>
                  </a:lnTo>
                  <a:lnTo>
                    <a:pt x="735" y="45"/>
                  </a:lnTo>
                  <a:lnTo>
                    <a:pt x="736" y="46"/>
                  </a:lnTo>
                  <a:lnTo>
                    <a:pt x="737" y="46"/>
                  </a:lnTo>
                  <a:lnTo>
                    <a:pt x="739" y="49"/>
                  </a:lnTo>
                  <a:lnTo>
                    <a:pt x="739" y="50"/>
                  </a:lnTo>
                  <a:lnTo>
                    <a:pt x="735" y="52"/>
                  </a:lnTo>
                  <a:lnTo>
                    <a:pt x="735" y="55"/>
                  </a:lnTo>
                  <a:lnTo>
                    <a:pt x="735" y="56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5" y="62"/>
                  </a:lnTo>
                  <a:lnTo>
                    <a:pt x="733" y="62"/>
                  </a:lnTo>
                  <a:lnTo>
                    <a:pt x="731" y="64"/>
                  </a:lnTo>
                  <a:lnTo>
                    <a:pt x="730" y="64"/>
                  </a:lnTo>
                  <a:lnTo>
                    <a:pt x="728" y="67"/>
                  </a:lnTo>
                  <a:lnTo>
                    <a:pt x="726" y="68"/>
                  </a:lnTo>
                  <a:lnTo>
                    <a:pt x="724" y="70"/>
                  </a:lnTo>
                  <a:lnTo>
                    <a:pt x="727" y="70"/>
                  </a:lnTo>
                  <a:lnTo>
                    <a:pt x="728" y="67"/>
                  </a:lnTo>
                  <a:lnTo>
                    <a:pt x="732" y="66"/>
                  </a:lnTo>
                  <a:lnTo>
                    <a:pt x="733" y="66"/>
                  </a:lnTo>
                  <a:lnTo>
                    <a:pt x="733" y="66"/>
                  </a:lnTo>
                  <a:lnTo>
                    <a:pt x="732" y="67"/>
                  </a:lnTo>
                  <a:lnTo>
                    <a:pt x="732" y="68"/>
                  </a:lnTo>
                  <a:lnTo>
                    <a:pt x="728" y="72"/>
                  </a:lnTo>
                  <a:lnTo>
                    <a:pt x="727" y="72"/>
                  </a:lnTo>
                  <a:lnTo>
                    <a:pt x="726" y="74"/>
                  </a:lnTo>
                  <a:lnTo>
                    <a:pt x="727" y="75"/>
                  </a:lnTo>
                  <a:lnTo>
                    <a:pt x="726" y="76"/>
                  </a:lnTo>
                  <a:lnTo>
                    <a:pt x="724" y="75"/>
                  </a:lnTo>
                  <a:lnTo>
                    <a:pt x="723" y="75"/>
                  </a:lnTo>
                  <a:lnTo>
                    <a:pt x="723" y="76"/>
                  </a:lnTo>
                  <a:lnTo>
                    <a:pt x="724" y="76"/>
                  </a:lnTo>
                  <a:lnTo>
                    <a:pt x="726" y="77"/>
                  </a:lnTo>
                  <a:lnTo>
                    <a:pt x="726" y="80"/>
                  </a:lnTo>
                  <a:lnTo>
                    <a:pt x="723" y="81"/>
                  </a:lnTo>
                  <a:lnTo>
                    <a:pt x="726" y="81"/>
                  </a:lnTo>
                  <a:lnTo>
                    <a:pt x="726" y="80"/>
                  </a:lnTo>
                  <a:lnTo>
                    <a:pt x="728" y="79"/>
                  </a:lnTo>
                  <a:lnTo>
                    <a:pt x="730" y="76"/>
                  </a:lnTo>
                  <a:lnTo>
                    <a:pt x="730" y="75"/>
                  </a:lnTo>
                  <a:lnTo>
                    <a:pt x="732" y="75"/>
                  </a:lnTo>
                  <a:lnTo>
                    <a:pt x="732" y="72"/>
                  </a:lnTo>
                  <a:lnTo>
                    <a:pt x="733" y="74"/>
                  </a:lnTo>
                  <a:lnTo>
                    <a:pt x="733" y="76"/>
                  </a:lnTo>
                  <a:lnTo>
                    <a:pt x="735" y="76"/>
                  </a:lnTo>
                  <a:lnTo>
                    <a:pt x="735" y="74"/>
                  </a:lnTo>
                  <a:lnTo>
                    <a:pt x="733" y="72"/>
                  </a:lnTo>
                  <a:lnTo>
                    <a:pt x="735" y="70"/>
                  </a:lnTo>
                  <a:lnTo>
                    <a:pt x="735" y="70"/>
                  </a:lnTo>
                  <a:lnTo>
                    <a:pt x="737" y="70"/>
                  </a:lnTo>
                  <a:lnTo>
                    <a:pt x="737" y="72"/>
                  </a:lnTo>
                  <a:lnTo>
                    <a:pt x="737" y="74"/>
                  </a:lnTo>
                  <a:lnTo>
                    <a:pt x="739" y="72"/>
                  </a:lnTo>
                  <a:lnTo>
                    <a:pt x="741" y="70"/>
                  </a:lnTo>
                  <a:lnTo>
                    <a:pt x="743" y="72"/>
                  </a:lnTo>
                  <a:lnTo>
                    <a:pt x="744" y="74"/>
                  </a:lnTo>
                  <a:lnTo>
                    <a:pt x="743" y="76"/>
                  </a:lnTo>
                  <a:lnTo>
                    <a:pt x="740" y="80"/>
                  </a:lnTo>
                  <a:lnTo>
                    <a:pt x="737" y="81"/>
                  </a:lnTo>
                  <a:lnTo>
                    <a:pt x="737" y="83"/>
                  </a:lnTo>
                  <a:lnTo>
                    <a:pt x="739" y="84"/>
                  </a:lnTo>
                  <a:lnTo>
                    <a:pt x="741" y="84"/>
                  </a:lnTo>
                  <a:lnTo>
                    <a:pt x="743" y="84"/>
                  </a:lnTo>
                  <a:lnTo>
                    <a:pt x="741" y="83"/>
                  </a:lnTo>
                  <a:lnTo>
                    <a:pt x="743" y="80"/>
                  </a:lnTo>
                  <a:lnTo>
                    <a:pt x="744" y="77"/>
                  </a:lnTo>
                  <a:lnTo>
                    <a:pt x="745" y="80"/>
                  </a:lnTo>
                  <a:lnTo>
                    <a:pt x="747" y="83"/>
                  </a:lnTo>
                  <a:lnTo>
                    <a:pt x="747" y="81"/>
                  </a:lnTo>
                  <a:lnTo>
                    <a:pt x="747" y="79"/>
                  </a:lnTo>
                  <a:lnTo>
                    <a:pt x="745" y="76"/>
                  </a:lnTo>
                  <a:lnTo>
                    <a:pt x="745" y="72"/>
                  </a:lnTo>
                  <a:lnTo>
                    <a:pt x="745" y="71"/>
                  </a:lnTo>
                  <a:lnTo>
                    <a:pt x="748" y="72"/>
                  </a:lnTo>
                  <a:lnTo>
                    <a:pt x="748" y="75"/>
                  </a:lnTo>
                  <a:lnTo>
                    <a:pt x="747" y="76"/>
                  </a:lnTo>
                  <a:lnTo>
                    <a:pt x="748" y="76"/>
                  </a:lnTo>
                  <a:lnTo>
                    <a:pt x="751" y="75"/>
                  </a:lnTo>
                  <a:lnTo>
                    <a:pt x="755" y="79"/>
                  </a:lnTo>
                  <a:lnTo>
                    <a:pt x="755" y="80"/>
                  </a:lnTo>
                  <a:lnTo>
                    <a:pt x="757" y="80"/>
                  </a:lnTo>
                  <a:lnTo>
                    <a:pt x="759" y="81"/>
                  </a:lnTo>
                  <a:lnTo>
                    <a:pt x="760" y="81"/>
                  </a:lnTo>
                  <a:lnTo>
                    <a:pt x="759" y="79"/>
                  </a:lnTo>
                  <a:lnTo>
                    <a:pt x="757" y="79"/>
                  </a:lnTo>
                  <a:lnTo>
                    <a:pt x="756" y="77"/>
                  </a:lnTo>
                  <a:lnTo>
                    <a:pt x="752" y="74"/>
                  </a:lnTo>
                  <a:lnTo>
                    <a:pt x="751" y="74"/>
                  </a:lnTo>
                  <a:lnTo>
                    <a:pt x="749" y="72"/>
                  </a:lnTo>
                  <a:lnTo>
                    <a:pt x="752" y="68"/>
                  </a:lnTo>
                  <a:lnTo>
                    <a:pt x="755" y="68"/>
                  </a:lnTo>
                  <a:lnTo>
                    <a:pt x="757" y="67"/>
                  </a:lnTo>
                  <a:lnTo>
                    <a:pt x="760" y="66"/>
                  </a:lnTo>
                  <a:lnTo>
                    <a:pt x="764" y="67"/>
                  </a:lnTo>
                  <a:lnTo>
                    <a:pt x="764" y="67"/>
                  </a:lnTo>
                  <a:lnTo>
                    <a:pt x="765" y="67"/>
                  </a:lnTo>
                  <a:lnTo>
                    <a:pt x="769" y="68"/>
                  </a:lnTo>
                  <a:lnTo>
                    <a:pt x="769" y="71"/>
                  </a:lnTo>
                  <a:lnTo>
                    <a:pt x="770" y="72"/>
                  </a:lnTo>
                  <a:lnTo>
                    <a:pt x="772" y="72"/>
                  </a:lnTo>
                  <a:lnTo>
                    <a:pt x="773" y="75"/>
                  </a:lnTo>
                  <a:lnTo>
                    <a:pt x="773" y="75"/>
                  </a:lnTo>
                  <a:lnTo>
                    <a:pt x="774" y="74"/>
                  </a:lnTo>
                  <a:lnTo>
                    <a:pt x="776" y="74"/>
                  </a:lnTo>
                  <a:lnTo>
                    <a:pt x="777" y="76"/>
                  </a:lnTo>
                  <a:lnTo>
                    <a:pt x="780" y="76"/>
                  </a:lnTo>
                  <a:lnTo>
                    <a:pt x="780" y="79"/>
                  </a:lnTo>
                  <a:lnTo>
                    <a:pt x="780" y="80"/>
                  </a:lnTo>
                  <a:lnTo>
                    <a:pt x="780" y="81"/>
                  </a:lnTo>
                  <a:lnTo>
                    <a:pt x="780" y="83"/>
                  </a:lnTo>
                  <a:lnTo>
                    <a:pt x="778" y="85"/>
                  </a:lnTo>
                  <a:lnTo>
                    <a:pt x="776" y="84"/>
                  </a:lnTo>
                  <a:lnTo>
                    <a:pt x="774" y="84"/>
                  </a:lnTo>
                  <a:lnTo>
                    <a:pt x="770" y="85"/>
                  </a:lnTo>
                  <a:lnTo>
                    <a:pt x="768" y="88"/>
                  </a:lnTo>
                  <a:lnTo>
                    <a:pt x="772" y="85"/>
                  </a:lnTo>
                  <a:lnTo>
                    <a:pt x="776" y="85"/>
                  </a:lnTo>
                  <a:lnTo>
                    <a:pt x="776" y="87"/>
                  </a:lnTo>
                  <a:lnTo>
                    <a:pt x="774" y="88"/>
                  </a:lnTo>
                  <a:lnTo>
                    <a:pt x="772" y="89"/>
                  </a:lnTo>
                  <a:lnTo>
                    <a:pt x="769" y="93"/>
                  </a:lnTo>
                  <a:lnTo>
                    <a:pt x="766" y="95"/>
                  </a:lnTo>
                  <a:lnTo>
                    <a:pt x="766" y="96"/>
                  </a:lnTo>
                  <a:lnTo>
                    <a:pt x="765" y="97"/>
                  </a:lnTo>
                  <a:lnTo>
                    <a:pt x="766" y="97"/>
                  </a:lnTo>
                  <a:lnTo>
                    <a:pt x="770" y="93"/>
                  </a:lnTo>
                  <a:lnTo>
                    <a:pt x="773" y="91"/>
                  </a:lnTo>
                  <a:lnTo>
                    <a:pt x="776" y="89"/>
                  </a:lnTo>
                  <a:lnTo>
                    <a:pt x="778" y="87"/>
                  </a:lnTo>
                  <a:lnTo>
                    <a:pt x="781" y="88"/>
                  </a:lnTo>
                  <a:lnTo>
                    <a:pt x="782" y="88"/>
                  </a:lnTo>
                  <a:lnTo>
                    <a:pt x="784" y="89"/>
                  </a:lnTo>
                  <a:lnTo>
                    <a:pt x="784" y="91"/>
                  </a:lnTo>
                  <a:lnTo>
                    <a:pt x="782" y="92"/>
                  </a:lnTo>
                  <a:lnTo>
                    <a:pt x="782" y="95"/>
                  </a:lnTo>
                  <a:lnTo>
                    <a:pt x="780" y="95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6" y="96"/>
                  </a:lnTo>
                  <a:lnTo>
                    <a:pt x="773" y="96"/>
                  </a:lnTo>
                  <a:lnTo>
                    <a:pt x="772" y="99"/>
                  </a:lnTo>
                  <a:lnTo>
                    <a:pt x="774" y="99"/>
                  </a:lnTo>
                  <a:lnTo>
                    <a:pt x="774" y="100"/>
                  </a:lnTo>
                  <a:lnTo>
                    <a:pt x="770" y="101"/>
                  </a:lnTo>
                  <a:lnTo>
                    <a:pt x="772" y="102"/>
                  </a:lnTo>
                  <a:lnTo>
                    <a:pt x="773" y="101"/>
                  </a:lnTo>
                  <a:lnTo>
                    <a:pt x="776" y="100"/>
                  </a:lnTo>
                  <a:lnTo>
                    <a:pt x="777" y="99"/>
                  </a:lnTo>
                  <a:lnTo>
                    <a:pt x="778" y="100"/>
                  </a:lnTo>
                  <a:lnTo>
                    <a:pt x="777" y="101"/>
                  </a:lnTo>
                  <a:lnTo>
                    <a:pt x="774" y="102"/>
                  </a:lnTo>
                  <a:lnTo>
                    <a:pt x="772" y="104"/>
                  </a:lnTo>
                  <a:lnTo>
                    <a:pt x="774" y="104"/>
                  </a:lnTo>
                  <a:lnTo>
                    <a:pt x="774" y="104"/>
                  </a:lnTo>
                  <a:lnTo>
                    <a:pt x="773" y="106"/>
                  </a:lnTo>
                  <a:lnTo>
                    <a:pt x="770" y="108"/>
                  </a:lnTo>
                  <a:lnTo>
                    <a:pt x="769" y="109"/>
                  </a:lnTo>
                  <a:lnTo>
                    <a:pt x="770" y="110"/>
                  </a:lnTo>
                  <a:lnTo>
                    <a:pt x="773" y="108"/>
                  </a:lnTo>
                  <a:lnTo>
                    <a:pt x="776" y="104"/>
                  </a:lnTo>
                  <a:lnTo>
                    <a:pt x="777" y="102"/>
                  </a:lnTo>
                  <a:lnTo>
                    <a:pt x="781" y="100"/>
                  </a:lnTo>
                  <a:lnTo>
                    <a:pt x="781" y="101"/>
                  </a:lnTo>
                  <a:lnTo>
                    <a:pt x="781" y="102"/>
                  </a:lnTo>
                  <a:lnTo>
                    <a:pt x="784" y="101"/>
                  </a:lnTo>
                  <a:lnTo>
                    <a:pt x="784" y="100"/>
                  </a:lnTo>
                  <a:lnTo>
                    <a:pt x="786" y="97"/>
                  </a:lnTo>
                  <a:lnTo>
                    <a:pt x="787" y="97"/>
                  </a:lnTo>
                  <a:lnTo>
                    <a:pt x="787" y="99"/>
                  </a:lnTo>
                  <a:lnTo>
                    <a:pt x="784" y="102"/>
                  </a:lnTo>
                  <a:lnTo>
                    <a:pt x="780" y="105"/>
                  </a:lnTo>
                  <a:lnTo>
                    <a:pt x="778" y="105"/>
                  </a:lnTo>
                  <a:lnTo>
                    <a:pt x="778" y="106"/>
                  </a:lnTo>
                  <a:lnTo>
                    <a:pt x="780" y="106"/>
                  </a:lnTo>
                  <a:lnTo>
                    <a:pt x="778" y="109"/>
                  </a:lnTo>
                  <a:lnTo>
                    <a:pt x="778" y="110"/>
                  </a:lnTo>
                  <a:lnTo>
                    <a:pt x="778" y="112"/>
                  </a:lnTo>
                  <a:lnTo>
                    <a:pt x="780" y="109"/>
                  </a:lnTo>
                  <a:lnTo>
                    <a:pt x="780" y="108"/>
                  </a:lnTo>
                  <a:lnTo>
                    <a:pt x="784" y="105"/>
                  </a:lnTo>
                  <a:lnTo>
                    <a:pt x="786" y="102"/>
                  </a:lnTo>
                  <a:lnTo>
                    <a:pt x="786" y="105"/>
                  </a:lnTo>
                  <a:lnTo>
                    <a:pt x="786" y="106"/>
                  </a:lnTo>
                  <a:lnTo>
                    <a:pt x="785" y="108"/>
                  </a:lnTo>
                  <a:lnTo>
                    <a:pt x="782" y="110"/>
                  </a:lnTo>
                  <a:lnTo>
                    <a:pt x="782" y="112"/>
                  </a:lnTo>
                  <a:lnTo>
                    <a:pt x="780" y="114"/>
                  </a:lnTo>
                  <a:lnTo>
                    <a:pt x="778" y="116"/>
                  </a:lnTo>
                  <a:lnTo>
                    <a:pt x="778" y="117"/>
                  </a:lnTo>
                  <a:lnTo>
                    <a:pt x="781" y="116"/>
                  </a:lnTo>
                  <a:lnTo>
                    <a:pt x="782" y="114"/>
                  </a:lnTo>
                  <a:lnTo>
                    <a:pt x="785" y="110"/>
                  </a:lnTo>
                  <a:lnTo>
                    <a:pt x="786" y="109"/>
                  </a:lnTo>
                  <a:lnTo>
                    <a:pt x="787" y="110"/>
                  </a:lnTo>
                  <a:lnTo>
                    <a:pt x="789" y="112"/>
                  </a:lnTo>
                  <a:lnTo>
                    <a:pt x="787" y="113"/>
                  </a:lnTo>
                  <a:lnTo>
                    <a:pt x="786" y="113"/>
                  </a:lnTo>
                  <a:lnTo>
                    <a:pt x="785" y="116"/>
                  </a:lnTo>
                  <a:lnTo>
                    <a:pt x="784" y="120"/>
                  </a:lnTo>
                  <a:lnTo>
                    <a:pt x="785" y="120"/>
                  </a:lnTo>
                  <a:lnTo>
                    <a:pt x="786" y="118"/>
                  </a:lnTo>
                  <a:lnTo>
                    <a:pt x="786" y="116"/>
                  </a:lnTo>
                  <a:lnTo>
                    <a:pt x="787" y="114"/>
                  </a:lnTo>
                  <a:lnTo>
                    <a:pt x="790" y="113"/>
                  </a:lnTo>
                  <a:lnTo>
                    <a:pt x="790" y="110"/>
                  </a:lnTo>
                  <a:lnTo>
                    <a:pt x="791" y="109"/>
                  </a:lnTo>
                  <a:lnTo>
                    <a:pt x="793" y="108"/>
                  </a:lnTo>
                  <a:lnTo>
                    <a:pt x="793" y="106"/>
                  </a:lnTo>
                  <a:lnTo>
                    <a:pt x="794" y="105"/>
                  </a:lnTo>
                  <a:lnTo>
                    <a:pt x="795" y="104"/>
                  </a:lnTo>
                  <a:lnTo>
                    <a:pt x="795" y="102"/>
                  </a:lnTo>
                  <a:lnTo>
                    <a:pt x="795" y="101"/>
                  </a:lnTo>
                  <a:lnTo>
                    <a:pt x="797" y="101"/>
                  </a:lnTo>
                  <a:lnTo>
                    <a:pt x="799" y="104"/>
                  </a:lnTo>
                  <a:lnTo>
                    <a:pt x="801" y="105"/>
                  </a:lnTo>
                  <a:lnTo>
                    <a:pt x="802" y="108"/>
                  </a:lnTo>
                  <a:lnTo>
                    <a:pt x="803" y="109"/>
                  </a:lnTo>
                  <a:lnTo>
                    <a:pt x="803" y="112"/>
                  </a:lnTo>
                  <a:lnTo>
                    <a:pt x="806" y="114"/>
                  </a:lnTo>
                  <a:lnTo>
                    <a:pt x="806" y="116"/>
                  </a:lnTo>
                  <a:lnTo>
                    <a:pt x="805" y="117"/>
                  </a:lnTo>
                  <a:lnTo>
                    <a:pt x="802" y="120"/>
                  </a:lnTo>
                  <a:lnTo>
                    <a:pt x="801" y="120"/>
                  </a:lnTo>
                  <a:lnTo>
                    <a:pt x="799" y="118"/>
                  </a:lnTo>
                  <a:lnTo>
                    <a:pt x="797" y="117"/>
                  </a:lnTo>
                  <a:lnTo>
                    <a:pt x="795" y="117"/>
                  </a:lnTo>
                  <a:lnTo>
                    <a:pt x="795" y="117"/>
                  </a:lnTo>
                  <a:lnTo>
                    <a:pt x="794" y="118"/>
                  </a:lnTo>
                  <a:lnTo>
                    <a:pt x="793" y="120"/>
                  </a:lnTo>
                  <a:lnTo>
                    <a:pt x="790" y="121"/>
                  </a:lnTo>
                  <a:lnTo>
                    <a:pt x="789" y="121"/>
                  </a:lnTo>
                  <a:lnTo>
                    <a:pt x="787" y="122"/>
                  </a:lnTo>
                  <a:lnTo>
                    <a:pt x="790" y="122"/>
                  </a:lnTo>
                  <a:lnTo>
                    <a:pt x="791" y="122"/>
                  </a:lnTo>
                  <a:lnTo>
                    <a:pt x="793" y="124"/>
                  </a:lnTo>
                  <a:lnTo>
                    <a:pt x="790" y="126"/>
                  </a:lnTo>
                  <a:lnTo>
                    <a:pt x="789" y="126"/>
                  </a:lnTo>
                  <a:lnTo>
                    <a:pt x="786" y="127"/>
                  </a:lnTo>
                  <a:lnTo>
                    <a:pt x="790" y="127"/>
                  </a:lnTo>
                  <a:lnTo>
                    <a:pt x="791" y="126"/>
                  </a:lnTo>
                  <a:lnTo>
                    <a:pt x="794" y="126"/>
                  </a:lnTo>
                  <a:lnTo>
                    <a:pt x="795" y="126"/>
                  </a:lnTo>
                  <a:lnTo>
                    <a:pt x="798" y="125"/>
                  </a:lnTo>
                  <a:lnTo>
                    <a:pt x="799" y="125"/>
                  </a:lnTo>
                  <a:lnTo>
                    <a:pt x="801" y="126"/>
                  </a:lnTo>
                  <a:lnTo>
                    <a:pt x="802" y="127"/>
                  </a:lnTo>
                  <a:lnTo>
                    <a:pt x="801" y="127"/>
                  </a:lnTo>
                  <a:lnTo>
                    <a:pt x="802" y="127"/>
                  </a:lnTo>
                  <a:lnTo>
                    <a:pt x="803" y="125"/>
                  </a:lnTo>
                  <a:lnTo>
                    <a:pt x="802" y="122"/>
                  </a:lnTo>
                  <a:lnTo>
                    <a:pt x="803" y="121"/>
                  </a:lnTo>
                  <a:lnTo>
                    <a:pt x="807" y="120"/>
                  </a:lnTo>
                  <a:lnTo>
                    <a:pt x="807" y="120"/>
                  </a:lnTo>
                  <a:lnTo>
                    <a:pt x="807" y="121"/>
                  </a:lnTo>
                  <a:lnTo>
                    <a:pt x="809" y="124"/>
                  </a:lnTo>
                  <a:lnTo>
                    <a:pt x="807" y="125"/>
                  </a:lnTo>
                  <a:lnTo>
                    <a:pt x="805" y="129"/>
                  </a:lnTo>
                  <a:lnTo>
                    <a:pt x="802" y="129"/>
                  </a:lnTo>
                  <a:lnTo>
                    <a:pt x="801" y="130"/>
                  </a:lnTo>
                  <a:lnTo>
                    <a:pt x="801" y="131"/>
                  </a:lnTo>
                  <a:lnTo>
                    <a:pt x="798" y="131"/>
                  </a:lnTo>
                  <a:lnTo>
                    <a:pt x="797" y="131"/>
                  </a:lnTo>
                  <a:lnTo>
                    <a:pt x="795" y="131"/>
                  </a:lnTo>
                  <a:lnTo>
                    <a:pt x="794" y="133"/>
                  </a:lnTo>
                  <a:lnTo>
                    <a:pt x="794" y="134"/>
                  </a:lnTo>
                  <a:lnTo>
                    <a:pt x="791" y="137"/>
                  </a:lnTo>
                  <a:lnTo>
                    <a:pt x="791" y="138"/>
                  </a:lnTo>
                  <a:lnTo>
                    <a:pt x="791" y="139"/>
                  </a:lnTo>
                  <a:lnTo>
                    <a:pt x="793" y="139"/>
                  </a:lnTo>
                  <a:lnTo>
                    <a:pt x="795" y="135"/>
                  </a:lnTo>
                  <a:lnTo>
                    <a:pt x="797" y="133"/>
                  </a:lnTo>
                  <a:lnTo>
                    <a:pt x="798" y="133"/>
                  </a:lnTo>
                  <a:lnTo>
                    <a:pt x="798" y="133"/>
                  </a:lnTo>
                  <a:lnTo>
                    <a:pt x="799" y="133"/>
                  </a:lnTo>
                  <a:lnTo>
                    <a:pt x="799" y="134"/>
                  </a:lnTo>
                  <a:lnTo>
                    <a:pt x="798" y="135"/>
                  </a:lnTo>
                  <a:lnTo>
                    <a:pt x="797" y="138"/>
                  </a:lnTo>
                  <a:lnTo>
                    <a:pt x="794" y="141"/>
                  </a:lnTo>
                  <a:lnTo>
                    <a:pt x="793" y="142"/>
                  </a:lnTo>
                  <a:lnTo>
                    <a:pt x="793" y="143"/>
                  </a:lnTo>
                  <a:lnTo>
                    <a:pt x="797" y="141"/>
                  </a:lnTo>
                  <a:lnTo>
                    <a:pt x="801" y="137"/>
                  </a:lnTo>
                  <a:lnTo>
                    <a:pt x="802" y="133"/>
                  </a:lnTo>
                  <a:lnTo>
                    <a:pt x="802" y="131"/>
                  </a:lnTo>
                  <a:lnTo>
                    <a:pt x="803" y="130"/>
                  </a:lnTo>
                  <a:lnTo>
                    <a:pt x="805" y="130"/>
                  </a:lnTo>
                  <a:lnTo>
                    <a:pt x="807" y="127"/>
                  </a:lnTo>
                  <a:lnTo>
                    <a:pt x="811" y="126"/>
                  </a:lnTo>
                  <a:lnTo>
                    <a:pt x="812" y="126"/>
                  </a:lnTo>
                  <a:lnTo>
                    <a:pt x="812" y="127"/>
                  </a:lnTo>
                  <a:lnTo>
                    <a:pt x="811" y="129"/>
                  </a:lnTo>
                  <a:lnTo>
                    <a:pt x="810" y="131"/>
                  </a:lnTo>
                  <a:lnTo>
                    <a:pt x="807" y="131"/>
                  </a:lnTo>
                  <a:lnTo>
                    <a:pt x="806" y="131"/>
                  </a:lnTo>
                  <a:lnTo>
                    <a:pt x="806" y="134"/>
                  </a:lnTo>
                  <a:lnTo>
                    <a:pt x="806" y="134"/>
                  </a:lnTo>
                  <a:lnTo>
                    <a:pt x="807" y="133"/>
                  </a:lnTo>
                  <a:lnTo>
                    <a:pt x="810" y="133"/>
                  </a:lnTo>
                  <a:lnTo>
                    <a:pt x="811" y="130"/>
                  </a:lnTo>
                  <a:lnTo>
                    <a:pt x="814" y="130"/>
                  </a:lnTo>
                  <a:lnTo>
                    <a:pt x="815" y="129"/>
                  </a:lnTo>
                  <a:lnTo>
                    <a:pt x="816" y="129"/>
                  </a:lnTo>
                  <a:lnTo>
                    <a:pt x="818" y="129"/>
                  </a:lnTo>
                  <a:lnTo>
                    <a:pt x="819" y="130"/>
                  </a:lnTo>
                  <a:lnTo>
                    <a:pt x="822" y="133"/>
                  </a:lnTo>
                  <a:lnTo>
                    <a:pt x="823" y="135"/>
                  </a:lnTo>
                  <a:lnTo>
                    <a:pt x="824" y="137"/>
                  </a:lnTo>
                  <a:lnTo>
                    <a:pt x="824" y="138"/>
                  </a:lnTo>
                  <a:lnTo>
                    <a:pt x="824" y="139"/>
                  </a:lnTo>
                  <a:lnTo>
                    <a:pt x="823" y="142"/>
                  </a:lnTo>
                  <a:lnTo>
                    <a:pt x="822" y="141"/>
                  </a:lnTo>
                  <a:lnTo>
                    <a:pt x="822" y="139"/>
                  </a:lnTo>
                  <a:lnTo>
                    <a:pt x="820" y="139"/>
                  </a:lnTo>
                  <a:lnTo>
                    <a:pt x="820" y="141"/>
                  </a:lnTo>
                  <a:lnTo>
                    <a:pt x="819" y="142"/>
                  </a:lnTo>
                  <a:lnTo>
                    <a:pt x="818" y="143"/>
                  </a:lnTo>
                  <a:lnTo>
                    <a:pt x="814" y="143"/>
                  </a:lnTo>
                  <a:lnTo>
                    <a:pt x="812" y="145"/>
                  </a:lnTo>
                  <a:lnTo>
                    <a:pt x="810" y="145"/>
                  </a:lnTo>
                  <a:lnTo>
                    <a:pt x="806" y="146"/>
                  </a:lnTo>
                  <a:lnTo>
                    <a:pt x="805" y="146"/>
                  </a:lnTo>
                  <a:lnTo>
                    <a:pt x="801" y="149"/>
                  </a:lnTo>
                  <a:lnTo>
                    <a:pt x="803" y="147"/>
                  </a:lnTo>
                  <a:lnTo>
                    <a:pt x="805" y="149"/>
                  </a:lnTo>
                  <a:lnTo>
                    <a:pt x="803" y="150"/>
                  </a:lnTo>
                  <a:lnTo>
                    <a:pt x="801" y="151"/>
                  </a:lnTo>
                  <a:lnTo>
                    <a:pt x="799" y="151"/>
                  </a:lnTo>
                  <a:lnTo>
                    <a:pt x="803" y="151"/>
                  </a:lnTo>
                  <a:lnTo>
                    <a:pt x="806" y="149"/>
                  </a:lnTo>
                  <a:lnTo>
                    <a:pt x="810" y="146"/>
                  </a:lnTo>
                  <a:lnTo>
                    <a:pt x="812" y="146"/>
                  </a:lnTo>
                  <a:lnTo>
                    <a:pt x="814" y="146"/>
                  </a:lnTo>
                  <a:lnTo>
                    <a:pt x="815" y="146"/>
                  </a:lnTo>
                  <a:lnTo>
                    <a:pt x="816" y="146"/>
                  </a:lnTo>
                  <a:lnTo>
                    <a:pt x="816" y="146"/>
                  </a:lnTo>
                  <a:lnTo>
                    <a:pt x="816" y="149"/>
                  </a:lnTo>
                  <a:lnTo>
                    <a:pt x="815" y="150"/>
                  </a:lnTo>
                  <a:lnTo>
                    <a:pt x="814" y="151"/>
                  </a:lnTo>
                  <a:lnTo>
                    <a:pt x="812" y="151"/>
                  </a:lnTo>
                  <a:lnTo>
                    <a:pt x="810" y="152"/>
                  </a:lnTo>
                  <a:lnTo>
                    <a:pt x="809" y="154"/>
                  </a:lnTo>
                  <a:lnTo>
                    <a:pt x="807" y="155"/>
                  </a:lnTo>
                  <a:lnTo>
                    <a:pt x="805" y="154"/>
                  </a:lnTo>
                  <a:lnTo>
                    <a:pt x="803" y="154"/>
                  </a:lnTo>
                  <a:lnTo>
                    <a:pt x="802" y="156"/>
                  </a:lnTo>
                  <a:lnTo>
                    <a:pt x="803" y="156"/>
                  </a:lnTo>
                  <a:lnTo>
                    <a:pt x="805" y="155"/>
                  </a:lnTo>
                  <a:lnTo>
                    <a:pt x="807" y="155"/>
                  </a:lnTo>
                  <a:lnTo>
                    <a:pt x="807" y="156"/>
                  </a:lnTo>
                  <a:lnTo>
                    <a:pt x="810" y="154"/>
                  </a:lnTo>
                  <a:lnTo>
                    <a:pt x="811" y="152"/>
                  </a:lnTo>
                  <a:lnTo>
                    <a:pt x="814" y="151"/>
                  </a:lnTo>
                  <a:lnTo>
                    <a:pt x="815" y="152"/>
                  </a:lnTo>
                  <a:lnTo>
                    <a:pt x="818" y="152"/>
                  </a:lnTo>
                  <a:lnTo>
                    <a:pt x="819" y="151"/>
                  </a:lnTo>
                  <a:lnTo>
                    <a:pt x="822" y="150"/>
                  </a:lnTo>
                  <a:lnTo>
                    <a:pt x="822" y="149"/>
                  </a:lnTo>
                  <a:lnTo>
                    <a:pt x="822" y="147"/>
                  </a:lnTo>
                  <a:lnTo>
                    <a:pt x="822" y="147"/>
                  </a:lnTo>
                  <a:lnTo>
                    <a:pt x="823" y="145"/>
                  </a:lnTo>
                  <a:lnTo>
                    <a:pt x="823" y="143"/>
                  </a:lnTo>
                  <a:lnTo>
                    <a:pt x="824" y="143"/>
                  </a:lnTo>
                  <a:lnTo>
                    <a:pt x="824" y="145"/>
                  </a:lnTo>
                  <a:lnTo>
                    <a:pt x="826" y="143"/>
                  </a:lnTo>
                  <a:lnTo>
                    <a:pt x="826" y="146"/>
                  </a:lnTo>
                  <a:lnTo>
                    <a:pt x="828" y="151"/>
                  </a:lnTo>
                  <a:lnTo>
                    <a:pt x="828" y="154"/>
                  </a:lnTo>
                  <a:lnTo>
                    <a:pt x="830" y="155"/>
                  </a:lnTo>
                  <a:lnTo>
                    <a:pt x="830" y="158"/>
                  </a:lnTo>
                  <a:lnTo>
                    <a:pt x="828" y="159"/>
                  </a:lnTo>
                  <a:lnTo>
                    <a:pt x="826" y="159"/>
                  </a:lnTo>
                  <a:lnTo>
                    <a:pt x="824" y="158"/>
                  </a:lnTo>
                  <a:lnTo>
                    <a:pt x="822" y="158"/>
                  </a:lnTo>
                  <a:lnTo>
                    <a:pt x="819" y="158"/>
                  </a:lnTo>
                  <a:lnTo>
                    <a:pt x="818" y="159"/>
                  </a:lnTo>
                  <a:lnTo>
                    <a:pt x="816" y="159"/>
                  </a:lnTo>
                  <a:lnTo>
                    <a:pt x="815" y="159"/>
                  </a:lnTo>
                  <a:lnTo>
                    <a:pt x="814" y="159"/>
                  </a:lnTo>
                  <a:lnTo>
                    <a:pt x="812" y="160"/>
                  </a:lnTo>
                  <a:lnTo>
                    <a:pt x="809" y="160"/>
                  </a:lnTo>
                  <a:lnTo>
                    <a:pt x="810" y="162"/>
                  </a:lnTo>
                  <a:lnTo>
                    <a:pt x="815" y="160"/>
                  </a:lnTo>
                  <a:lnTo>
                    <a:pt x="816" y="162"/>
                  </a:lnTo>
                  <a:lnTo>
                    <a:pt x="820" y="164"/>
                  </a:lnTo>
                  <a:lnTo>
                    <a:pt x="822" y="166"/>
                  </a:lnTo>
                  <a:lnTo>
                    <a:pt x="823" y="164"/>
                  </a:lnTo>
                  <a:lnTo>
                    <a:pt x="824" y="164"/>
                  </a:lnTo>
                  <a:lnTo>
                    <a:pt x="826" y="166"/>
                  </a:lnTo>
                  <a:lnTo>
                    <a:pt x="827" y="167"/>
                  </a:lnTo>
                  <a:lnTo>
                    <a:pt x="830" y="167"/>
                  </a:lnTo>
                  <a:lnTo>
                    <a:pt x="830" y="170"/>
                  </a:lnTo>
                  <a:lnTo>
                    <a:pt x="831" y="171"/>
                  </a:lnTo>
                  <a:lnTo>
                    <a:pt x="831" y="174"/>
                  </a:lnTo>
                  <a:lnTo>
                    <a:pt x="830" y="174"/>
                  </a:lnTo>
                  <a:lnTo>
                    <a:pt x="828" y="174"/>
                  </a:lnTo>
                  <a:lnTo>
                    <a:pt x="827" y="172"/>
                  </a:lnTo>
                  <a:lnTo>
                    <a:pt x="827" y="172"/>
                  </a:lnTo>
                  <a:lnTo>
                    <a:pt x="826" y="174"/>
                  </a:lnTo>
                  <a:lnTo>
                    <a:pt x="824" y="174"/>
                  </a:lnTo>
                  <a:lnTo>
                    <a:pt x="823" y="172"/>
                  </a:lnTo>
                  <a:lnTo>
                    <a:pt x="822" y="172"/>
                  </a:lnTo>
                  <a:lnTo>
                    <a:pt x="820" y="172"/>
                  </a:lnTo>
                  <a:lnTo>
                    <a:pt x="818" y="170"/>
                  </a:lnTo>
                  <a:lnTo>
                    <a:pt x="816" y="168"/>
                  </a:lnTo>
                  <a:lnTo>
                    <a:pt x="815" y="168"/>
                  </a:lnTo>
                  <a:lnTo>
                    <a:pt x="814" y="170"/>
                  </a:lnTo>
                  <a:lnTo>
                    <a:pt x="811" y="168"/>
                  </a:lnTo>
                  <a:lnTo>
                    <a:pt x="812" y="170"/>
                  </a:lnTo>
                  <a:lnTo>
                    <a:pt x="815" y="170"/>
                  </a:lnTo>
                  <a:lnTo>
                    <a:pt x="816" y="171"/>
                  </a:lnTo>
                  <a:lnTo>
                    <a:pt x="816" y="171"/>
                  </a:lnTo>
                  <a:lnTo>
                    <a:pt x="812" y="171"/>
                  </a:lnTo>
                  <a:lnTo>
                    <a:pt x="812" y="172"/>
                  </a:lnTo>
                  <a:lnTo>
                    <a:pt x="810" y="172"/>
                  </a:lnTo>
                  <a:lnTo>
                    <a:pt x="807" y="174"/>
                  </a:lnTo>
                  <a:lnTo>
                    <a:pt x="807" y="175"/>
                  </a:lnTo>
                  <a:lnTo>
                    <a:pt x="809" y="175"/>
                  </a:lnTo>
                  <a:lnTo>
                    <a:pt x="810" y="174"/>
                  </a:lnTo>
                  <a:lnTo>
                    <a:pt x="812" y="174"/>
                  </a:lnTo>
                  <a:lnTo>
                    <a:pt x="814" y="172"/>
                  </a:lnTo>
                  <a:lnTo>
                    <a:pt x="816" y="172"/>
                  </a:lnTo>
                  <a:lnTo>
                    <a:pt x="818" y="174"/>
                  </a:lnTo>
                  <a:lnTo>
                    <a:pt x="818" y="175"/>
                  </a:lnTo>
                  <a:lnTo>
                    <a:pt x="819" y="175"/>
                  </a:lnTo>
                  <a:lnTo>
                    <a:pt x="819" y="176"/>
                  </a:lnTo>
                  <a:lnTo>
                    <a:pt x="818" y="176"/>
                  </a:lnTo>
                  <a:lnTo>
                    <a:pt x="816" y="176"/>
                  </a:lnTo>
                  <a:lnTo>
                    <a:pt x="815" y="177"/>
                  </a:lnTo>
                  <a:lnTo>
                    <a:pt x="814" y="176"/>
                  </a:lnTo>
                  <a:lnTo>
                    <a:pt x="814" y="176"/>
                  </a:lnTo>
                  <a:lnTo>
                    <a:pt x="812" y="176"/>
                  </a:lnTo>
                  <a:lnTo>
                    <a:pt x="811" y="176"/>
                  </a:lnTo>
                  <a:lnTo>
                    <a:pt x="814" y="177"/>
                  </a:lnTo>
                  <a:lnTo>
                    <a:pt x="815" y="179"/>
                  </a:lnTo>
                  <a:lnTo>
                    <a:pt x="816" y="180"/>
                  </a:lnTo>
                  <a:lnTo>
                    <a:pt x="816" y="181"/>
                  </a:lnTo>
                  <a:lnTo>
                    <a:pt x="816" y="181"/>
                  </a:lnTo>
                  <a:lnTo>
                    <a:pt x="815" y="183"/>
                  </a:lnTo>
                  <a:lnTo>
                    <a:pt x="811" y="181"/>
                  </a:lnTo>
                  <a:lnTo>
                    <a:pt x="809" y="180"/>
                  </a:lnTo>
                  <a:lnTo>
                    <a:pt x="803" y="179"/>
                  </a:lnTo>
                  <a:lnTo>
                    <a:pt x="802" y="179"/>
                  </a:lnTo>
                  <a:lnTo>
                    <a:pt x="802" y="180"/>
                  </a:lnTo>
                  <a:lnTo>
                    <a:pt x="805" y="181"/>
                  </a:lnTo>
                  <a:lnTo>
                    <a:pt x="811" y="184"/>
                  </a:lnTo>
                  <a:lnTo>
                    <a:pt x="811" y="185"/>
                  </a:lnTo>
                  <a:lnTo>
                    <a:pt x="810" y="185"/>
                  </a:lnTo>
                  <a:lnTo>
                    <a:pt x="807" y="183"/>
                  </a:lnTo>
                  <a:lnTo>
                    <a:pt x="806" y="184"/>
                  </a:lnTo>
                  <a:lnTo>
                    <a:pt x="805" y="185"/>
                  </a:lnTo>
                  <a:lnTo>
                    <a:pt x="806" y="185"/>
                  </a:lnTo>
                  <a:lnTo>
                    <a:pt x="807" y="185"/>
                  </a:lnTo>
                  <a:lnTo>
                    <a:pt x="809" y="187"/>
                  </a:lnTo>
                  <a:lnTo>
                    <a:pt x="809" y="187"/>
                  </a:lnTo>
                  <a:lnTo>
                    <a:pt x="810" y="187"/>
                  </a:lnTo>
                  <a:lnTo>
                    <a:pt x="810" y="188"/>
                  </a:lnTo>
                  <a:lnTo>
                    <a:pt x="811" y="189"/>
                  </a:lnTo>
                  <a:lnTo>
                    <a:pt x="812" y="189"/>
                  </a:lnTo>
                  <a:lnTo>
                    <a:pt x="812" y="188"/>
                  </a:lnTo>
                  <a:lnTo>
                    <a:pt x="814" y="188"/>
                  </a:lnTo>
                  <a:lnTo>
                    <a:pt x="814" y="189"/>
                  </a:lnTo>
                  <a:lnTo>
                    <a:pt x="812" y="191"/>
                  </a:lnTo>
                  <a:lnTo>
                    <a:pt x="812" y="191"/>
                  </a:lnTo>
                  <a:lnTo>
                    <a:pt x="814" y="191"/>
                  </a:lnTo>
                  <a:lnTo>
                    <a:pt x="815" y="189"/>
                  </a:lnTo>
                  <a:lnTo>
                    <a:pt x="816" y="189"/>
                  </a:lnTo>
                  <a:lnTo>
                    <a:pt x="818" y="189"/>
                  </a:lnTo>
                  <a:lnTo>
                    <a:pt x="820" y="191"/>
                  </a:lnTo>
                  <a:lnTo>
                    <a:pt x="822" y="191"/>
                  </a:lnTo>
                  <a:lnTo>
                    <a:pt x="822" y="192"/>
                  </a:lnTo>
                  <a:lnTo>
                    <a:pt x="822" y="193"/>
                  </a:lnTo>
                  <a:lnTo>
                    <a:pt x="819" y="193"/>
                  </a:lnTo>
                  <a:lnTo>
                    <a:pt x="818" y="192"/>
                  </a:lnTo>
                  <a:lnTo>
                    <a:pt x="815" y="192"/>
                  </a:lnTo>
                  <a:lnTo>
                    <a:pt x="811" y="195"/>
                  </a:lnTo>
                  <a:lnTo>
                    <a:pt x="811" y="196"/>
                  </a:lnTo>
                  <a:lnTo>
                    <a:pt x="812" y="195"/>
                  </a:lnTo>
                  <a:lnTo>
                    <a:pt x="816" y="195"/>
                  </a:lnTo>
                  <a:lnTo>
                    <a:pt x="818" y="195"/>
                  </a:lnTo>
                  <a:lnTo>
                    <a:pt x="816" y="195"/>
                  </a:lnTo>
                  <a:lnTo>
                    <a:pt x="815" y="196"/>
                  </a:lnTo>
                  <a:lnTo>
                    <a:pt x="816" y="196"/>
                  </a:lnTo>
                  <a:lnTo>
                    <a:pt x="820" y="196"/>
                  </a:lnTo>
                  <a:lnTo>
                    <a:pt x="820" y="197"/>
                  </a:lnTo>
                  <a:lnTo>
                    <a:pt x="820" y="197"/>
                  </a:lnTo>
                  <a:lnTo>
                    <a:pt x="822" y="199"/>
                  </a:lnTo>
                  <a:lnTo>
                    <a:pt x="823" y="200"/>
                  </a:lnTo>
                  <a:lnTo>
                    <a:pt x="822" y="201"/>
                  </a:lnTo>
                  <a:lnTo>
                    <a:pt x="822" y="204"/>
                  </a:lnTo>
                  <a:lnTo>
                    <a:pt x="822" y="205"/>
                  </a:lnTo>
                  <a:lnTo>
                    <a:pt x="822" y="205"/>
                  </a:lnTo>
                  <a:lnTo>
                    <a:pt x="823" y="202"/>
                  </a:lnTo>
                  <a:lnTo>
                    <a:pt x="824" y="201"/>
                  </a:lnTo>
                  <a:lnTo>
                    <a:pt x="826" y="201"/>
                  </a:lnTo>
                  <a:lnTo>
                    <a:pt x="826" y="202"/>
                  </a:lnTo>
                  <a:lnTo>
                    <a:pt x="826" y="204"/>
                  </a:lnTo>
                  <a:lnTo>
                    <a:pt x="823" y="208"/>
                  </a:lnTo>
                  <a:lnTo>
                    <a:pt x="822" y="210"/>
                  </a:lnTo>
                  <a:lnTo>
                    <a:pt x="822" y="212"/>
                  </a:lnTo>
                  <a:lnTo>
                    <a:pt x="823" y="212"/>
                  </a:lnTo>
                  <a:lnTo>
                    <a:pt x="824" y="208"/>
                  </a:lnTo>
                  <a:lnTo>
                    <a:pt x="824" y="206"/>
                  </a:lnTo>
                  <a:lnTo>
                    <a:pt x="826" y="205"/>
                  </a:lnTo>
                  <a:lnTo>
                    <a:pt x="828" y="204"/>
                  </a:lnTo>
                  <a:lnTo>
                    <a:pt x="828" y="204"/>
                  </a:lnTo>
                  <a:lnTo>
                    <a:pt x="828" y="202"/>
                  </a:lnTo>
                  <a:lnTo>
                    <a:pt x="831" y="201"/>
                  </a:lnTo>
                  <a:lnTo>
                    <a:pt x="831" y="201"/>
                  </a:lnTo>
                  <a:lnTo>
                    <a:pt x="831" y="204"/>
                  </a:lnTo>
                  <a:lnTo>
                    <a:pt x="828" y="206"/>
                  </a:lnTo>
                  <a:lnTo>
                    <a:pt x="827" y="208"/>
                  </a:lnTo>
                  <a:lnTo>
                    <a:pt x="827" y="210"/>
                  </a:lnTo>
                  <a:lnTo>
                    <a:pt x="827" y="212"/>
                  </a:lnTo>
                  <a:lnTo>
                    <a:pt x="828" y="212"/>
                  </a:lnTo>
                  <a:lnTo>
                    <a:pt x="828" y="210"/>
                  </a:lnTo>
                  <a:lnTo>
                    <a:pt x="828" y="208"/>
                  </a:lnTo>
                  <a:lnTo>
                    <a:pt x="830" y="206"/>
                  </a:lnTo>
                  <a:lnTo>
                    <a:pt x="831" y="205"/>
                  </a:lnTo>
                  <a:lnTo>
                    <a:pt x="834" y="202"/>
                  </a:lnTo>
                  <a:lnTo>
                    <a:pt x="836" y="201"/>
                  </a:lnTo>
                  <a:lnTo>
                    <a:pt x="836" y="202"/>
                  </a:lnTo>
                  <a:lnTo>
                    <a:pt x="836" y="205"/>
                  </a:lnTo>
                  <a:lnTo>
                    <a:pt x="835" y="205"/>
                  </a:lnTo>
                  <a:lnTo>
                    <a:pt x="832" y="206"/>
                  </a:lnTo>
                  <a:lnTo>
                    <a:pt x="832" y="208"/>
                  </a:lnTo>
                  <a:lnTo>
                    <a:pt x="831" y="210"/>
                  </a:lnTo>
                  <a:lnTo>
                    <a:pt x="832" y="210"/>
                  </a:lnTo>
                  <a:lnTo>
                    <a:pt x="832" y="209"/>
                  </a:lnTo>
                  <a:lnTo>
                    <a:pt x="834" y="210"/>
                  </a:lnTo>
                  <a:lnTo>
                    <a:pt x="835" y="209"/>
                  </a:lnTo>
                  <a:lnTo>
                    <a:pt x="838" y="209"/>
                  </a:lnTo>
                  <a:lnTo>
                    <a:pt x="839" y="210"/>
                  </a:lnTo>
                  <a:lnTo>
                    <a:pt x="839" y="213"/>
                  </a:lnTo>
                  <a:lnTo>
                    <a:pt x="839" y="214"/>
                  </a:lnTo>
                  <a:lnTo>
                    <a:pt x="838" y="214"/>
                  </a:lnTo>
                  <a:lnTo>
                    <a:pt x="838" y="216"/>
                  </a:lnTo>
                  <a:lnTo>
                    <a:pt x="839" y="216"/>
                  </a:lnTo>
                  <a:lnTo>
                    <a:pt x="840" y="218"/>
                  </a:lnTo>
                  <a:lnTo>
                    <a:pt x="838" y="218"/>
                  </a:lnTo>
                  <a:lnTo>
                    <a:pt x="836" y="218"/>
                  </a:lnTo>
                  <a:lnTo>
                    <a:pt x="838" y="220"/>
                  </a:lnTo>
                  <a:lnTo>
                    <a:pt x="840" y="220"/>
                  </a:lnTo>
                  <a:lnTo>
                    <a:pt x="835" y="221"/>
                  </a:lnTo>
                  <a:lnTo>
                    <a:pt x="834" y="221"/>
                  </a:lnTo>
                  <a:lnTo>
                    <a:pt x="834" y="222"/>
                  </a:lnTo>
                  <a:lnTo>
                    <a:pt x="836" y="222"/>
                  </a:lnTo>
                  <a:lnTo>
                    <a:pt x="839" y="222"/>
                  </a:lnTo>
                  <a:lnTo>
                    <a:pt x="840" y="221"/>
                  </a:lnTo>
                  <a:lnTo>
                    <a:pt x="843" y="221"/>
                  </a:lnTo>
                  <a:lnTo>
                    <a:pt x="843" y="221"/>
                  </a:lnTo>
                  <a:lnTo>
                    <a:pt x="841" y="224"/>
                  </a:lnTo>
                  <a:lnTo>
                    <a:pt x="840" y="226"/>
                  </a:lnTo>
                  <a:lnTo>
                    <a:pt x="843" y="224"/>
                  </a:lnTo>
                  <a:lnTo>
                    <a:pt x="844" y="224"/>
                  </a:lnTo>
                  <a:lnTo>
                    <a:pt x="845" y="221"/>
                  </a:lnTo>
                  <a:lnTo>
                    <a:pt x="848" y="220"/>
                  </a:lnTo>
                  <a:lnTo>
                    <a:pt x="849" y="221"/>
                  </a:lnTo>
                  <a:lnTo>
                    <a:pt x="849" y="221"/>
                  </a:lnTo>
                  <a:lnTo>
                    <a:pt x="848" y="224"/>
                  </a:lnTo>
                  <a:lnTo>
                    <a:pt x="847" y="224"/>
                  </a:lnTo>
                  <a:lnTo>
                    <a:pt x="845" y="225"/>
                  </a:lnTo>
                  <a:lnTo>
                    <a:pt x="845" y="227"/>
                  </a:lnTo>
                  <a:lnTo>
                    <a:pt x="843" y="229"/>
                  </a:lnTo>
                  <a:lnTo>
                    <a:pt x="841" y="230"/>
                  </a:lnTo>
                  <a:lnTo>
                    <a:pt x="841" y="231"/>
                  </a:lnTo>
                  <a:lnTo>
                    <a:pt x="843" y="231"/>
                  </a:lnTo>
                  <a:lnTo>
                    <a:pt x="844" y="230"/>
                  </a:lnTo>
                  <a:lnTo>
                    <a:pt x="844" y="229"/>
                  </a:lnTo>
                  <a:lnTo>
                    <a:pt x="847" y="226"/>
                  </a:lnTo>
                  <a:lnTo>
                    <a:pt x="848" y="226"/>
                  </a:lnTo>
                  <a:lnTo>
                    <a:pt x="848" y="227"/>
                  </a:lnTo>
                  <a:lnTo>
                    <a:pt x="847" y="230"/>
                  </a:lnTo>
                  <a:lnTo>
                    <a:pt x="847" y="233"/>
                  </a:lnTo>
                  <a:lnTo>
                    <a:pt x="845" y="234"/>
                  </a:lnTo>
                  <a:lnTo>
                    <a:pt x="847" y="233"/>
                  </a:lnTo>
                  <a:lnTo>
                    <a:pt x="849" y="230"/>
                  </a:lnTo>
                  <a:lnTo>
                    <a:pt x="849" y="229"/>
                  </a:lnTo>
                  <a:lnTo>
                    <a:pt x="849" y="227"/>
                  </a:lnTo>
                  <a:lnTo>
                    <a:pt x="851" y="229"/>
                  </a:lnTo>
                  <a:lnTo>
                    <a:pt x="851" y="231"/>
                  </a:lnTo>
                  <a:lnTo>
                    <a:pt x="852" y="233"/>
                  </a:lnTo>
                  <a:lnTo>
                    <a:pt x="852" y="233"/>
                  </a:lnTo>
                  <a:lnTo>
                    <a:pt x="852" y="230"/>
                  </a:lnTo>
                  <a:lnTo>
                    <a:pt x="853" y="229"/>
                  </a:lnTo>
                  <a:lnTo>
                    <a:pt x="856" y="227"/>
                  </a:lnTo>
                  <a:lnTo>
                    <a:pt x="857" y="227"/>
                  </a:lnTo>
                  <a:lnTo>
                    <a:pt x="856" y="229"/>
                  </a:lnTo>
                  <a:lnTo>
                    <a:pt x="856" y="230"/>
                  </a:lnTo>
                  <a:lnTo>
                    <a:pt x="859" y="230"/>
                  </a:lnTo>
                  <a:lnTo>
                    <a:pt x="860" y="231"/>
                  </a:lnTo>
                  <a:lnTo>
                    <a:pt x="859" y="234"/>
                  </a:lnTo>
                  <a:lnTo>
                    <a:pt x="860" y="233"/>
                  </a:lnTo>
                  <a:lnTo>
                    <a:pt x="861" y="234"/>
                  </a:lnTo>
                  <a:lnTo>
                    <a:pt x="861" y="235"/>
                  </a:lnTo>
                  <a:lnTo>
                    <a:pt x="863" y="237"/>
                  </a:lnTo>
                  <a:lnTo>
                    <a:pt x="863" y="238"/>
                  </a:lnTo>
                  <a:lnTo>
                    <a:pt x="863" y="239"/>
                  </a:lnTo>
                  <a:lnTo>
                    <a:pt x="861" y="239"/>
                  </a:lnTo>
                  <a:lnTo>
                    <a:pt x="859" y="239"/>
                  </a:lnTo>
                  <a:lnTo>
                    <a:pt x="859" y="238"/>
                  </a:lnTo>
                  <a:lnTo>
                    <a:pt x="859" y="237"/>
                  </a:lnTo>
                  <a:lnTo>
                    <a:pt x="857" y="237"/>
                  </a:lnTo>
                  <a:lnTo>
                    <a:pt x="856" y="235"/>
                  </a:lnTo>
                  <a:lnTo>
                    <a:pt x="855" y="237"/>
                  </a:lnTo>
                  <a:lnTo>
                    <a:pt x="853" y="238"/>
                  </a:lnTo>
                  <a:lnTo>
                    <a:pt x="856" y="238"/>
                  </a:lnTo>
                  <a:lnTo>
                    <a:pt x="856" y="238"/>
                  </a:lnTo>
                  <a:lnTo>
                    <a:pt x="857" y="239"/>
                  </a:lnTo>
                  <a:lnTo>
                    <a:pt x="856" y="239"/>
                  </a:lnTo>
                  <a:lnTo>
                    <a:pt x="857" y="239"/>
                  </a:lnTo>
                  <a:lnTo>
                    <a:pt x="859" y="241"/>
                  </a:lnTo>
                  <a:lnTo>
                    <a:pt x="857" y="242"/>
                  </a:lnTo>
                  <a:lnTo>
                    <a:pt x="856" y="241"/>
                  </a:lnTo>
                  <a:lnTo>
                    <a:pt x="855" y="242"/>
                  </a:lnTo>
                  <a:lnTo>
                    <a:pt x="855" y="242"/>
                  </a:lnTo>
                  <a:lnTo>
                    <a:pt x="857" y="242"/>
                  </a:lnTo>
                  <a:lnTo>
                    <a:pt x="859" y="242"/>
                  </a:lnTo>
                  <a:lnTo>
                    <a:pt x="859" y="243"/>
                  </a:lnTo>
                  <a:lnTo>
                    <a:pt x="859" y="245"/>
                  </a:lnTo>
                  <a:lnTo>
                    <a:pt x="856" y="245"/>
                  </a:lnTo>
                  <a:lnTo>
                    <a:pt x="855" y="245"/>
                  </a:lnTo>
                  <a:lnTo>
                    <a:pt x="852" y="245"/>
                  </a:lnTo>
                  <a:lnTo>
                    <a:pt x="851" y="245"/>
                  </a:lnTo>
                  <a:lnTo>
                    <a:pt x="851" y="243"/>
                  </a:lnTo>
                  <a:lnTo>
                    <a:pt x="851" y="242"/>
                  </a:lnTo>
                  <a:lnTo>
                    <a:pt x="849" y="241"/>
                  </a:lnTo>
                  <a:lnTo>
                    <a:pt x="848" y="241"/>
                  </a:lnTo>
                  <a:lnTo>
                    <a:pt x="848" y="241"/>
                  </a:lnTo>
                  <a:lnTo>
                    <a:pt x="848" y="242"/>
                  </a:lnTo>
                  <a:lnTo>
                    <a:pt x="849" y="242"/>
                  </a:lnTo>
                  <a:lnTo>
                    <a:pt x="849" y="245"/>
                  </a:lnTo>
                  <a:lnTo>
                    <a:pt x="849" y="245"/>
                  </a:lnTo>
                  <a:lnTo>
                    <a:pt x="847" y="246"/>
                  </a:lnTo>
                  <a:lnTo>
                    <a:pt x="845" y="245"/>
                  </a:lnTo>
                  <a:lnTo>
                    <a:pt x="845" y="243"/>
                  </a:lnTo>
                  <a:lnTo>
                    <a:pt x="845" y="245"/>
                  </a:lnTo>
                  <a:lnTo>
                    <a:pt x="847" y="246"/>
                  </a:lnTo>
                  <a:lnTo>
                    <a:pt x="848" y="246"/>
                  </a:lnTo>
                  <a:lnTo>
                    <a:pt x="849" y="247"/>
                  </a:lnTo>
                  <a:lnTo>
                    <a:pt x="851" y="249"/>
                  </a:lnTo>
                  <a:lnTo>
                    <a:pt x="852" y="250"/>
                  </a:lnTo>
                  <a:lnTo>
                    <a:pt x="851" y="251"/>
                  </a:lnTo>
                  <a:lnTo>
                    <a:pt x="847" y="251"/>
                  </a:lnTo>
                  <a:lnTo>
                    <a:pt x="847" y="250"/>
                  </a:lnTo>
                  <a:lnTo>
                    <a:pt x="844" y="249"/>
                  </a:lnTo>
                  <a:lnTo>
                    <a:pt x="844" y="247"/>
                  </a:lnTo>
                  <a:lnTo>
                    <a:pt x="843" y="247"/>
                  </a:lnTo>
                  <a:lnTo>
                    <a:pt x="843" y="249"/>
                  </a:lnTo>
                  <a:lnTo>
                    <a:pt x="845" y="250"/>
                  </a:lnTo>
                  <a:lnTo>
                    <a:pt x="847" y="251"/>
                  </a:lnTo>
                  <a:lnTo>
                    <a:pt x="847" y="254"/>
                  </a:lnTo>
                  <a:lnTo>
                    <a:pt x="845" y="255"/>
                  </a:lnTo>
                  <a:lnTo>
                    <a:pt x="844" y="255"/>
                  </a:lnTo>
                  <a:lnTo>
                    <a:pt x="844" y="254"/>
                  </a:lnTo>
                  <a:lnTo>
                    <a:pt x="843" y="252"/>
                  </a:lnTo>
                  <a:lnTo>
                    <a:pt x="841" y="252"/>
                  </a:lnTo>
                  <a:lnTo>
                    <a:pt x="841" y="252"/>
                  </a:lnTo>
                  <a:lnTo>
                    <a:pt x="843" y="254"/>
                  </a:lnTo>
                  <a:lnTo>
                    <a:pt x="843" y="255"/>
                  </a:lnTo>
                  <a:lnTo>
                    <a:pt x="843" y="258"/>
                  </a:lnTo>
                  <a:lnTo>
                    <a:pt x="841" y="259"/>
                  </a:lnTo>
                  <a:lnTo>
                    <a:pt x="840" y="259"/>
                  </a:lnTo>
                  <a:lnTo>
                    <a:pt x="840" y="258"/>
                  </a:lnTo>
                  <a:lnTo>
                    <a:pt x="840" y="255"/>
                  </a:lnTo>
                  <a:lnTo>
                    <a:pt x="839" y="256"/>
                  </a:lnTo>
                  <a:lnTo>
                    <a:pt x="839" y="258"/>
                  </a:lnTo>
                  <a:lnTo>
                    <a:pt x="838" y="258"/>
                  </a:lnTo>
                  <a:lnTo>
                    <a:pt x="836" y="258"/>
                  </a:lnTo>
                  <a:lnTo>
                    <a:pt x="836" y="255"/>
                  </a:lnTo>
                  <a:lnTo>
                    <a:pt x="836" y="254"/>
                  </a:lnTo>
                  <a:lnTo>
                    <a:pt x="836" y="252"/>
                  </a:lnTo>
                  <a:lnTo>
                    <a:pt x="835" y="251"/>
                  </a:lnTo>
                  <a:lnTo>
                    <a:pt x="835" y="252"/>
                  </a:lnTo>
                  <a:lnTo>
                    <a:pt x="835" y="256"/>
                  </a:lnTo>
                  <a:lnTo>
                    <a:pt x="834" y="256"/>
                  </a:lnTo>
                  <a:lnTo>
                    <a:pt x="832" y="256"/>
                  </a:lnTo>
                  <a:lnTo>
                    <a:pt x="832" y="258"/>
                  </a:lnTo>
                  <a:lnTo>
                    <a:pt x="834" y="258"/>
                  </a:lnTo>
                  <a:lnTo>
                    <a:pt x="834" y="259"/>
                  </a:lnTo>
                  <a:lnTo>
                    <a:pt x="834" y="260"/>
                  </a:lnTo>
                  <a:lnTo>
                    <a:pt x="832" y="259"/>
                  </a:lnTo>
                  <a:lnTo>
                    <a:pt x="831" y="259"/>
                  </a:lnTo>
                  <a:lnTo>
                    <a:pt x="831" y="260"/>
                  </a:lnTo>
                  <a:lnTo>
                    <a:pt x="832" y="260"/>
                  </a:lnTo>
                  <a:lnTo>
                    <a:pt x="834" y="260"/>
                  </a:lnTo>
                  <a:lnTo>
                    <a:pt x="834" y="262"/>
                  </a:lnTo>
                  <a:lnTo>
                    <a:pt x="834" y="263"/>
                  </a:lnTo>
                  <a:lnTo>
                    <a:pt x="832" y="263"/>
                  </a:lnTo>
                  <a:lnTo>
                    <a:pt x="832" y="264"/>
                  </a:lnTo>
                  <a:lnTo>
                    <a:pt x="832" y="266"/>
                  </a:lnTo>
                  <a:lnTo>
                    <a:pt x="832" y="267"/>
                  </a:lnTo>
                  <a:lnTo>
                    <a:pt x="832" y="267"/>
                  </a:lnTo>
                  <a:lnTo>
                    <a:pt x="831" y="267"/>
                  </a:lnTo>
                  <a:lnTo>
                    <a:pt x="831" y="267"/>
                  </a:lnTo>
                  <a:lnTo>
                    <a:pt x="832" y="268"/>
                  </a:lnTo>
                  <a:lnTo>
                    <a:pt x="832" y="270"/>
                  </a:lnTo>
                  <a:lnTo>
                    <a:pt x="832" y="272"/>
                  </a:lnTo>
                  <a:lnTo>
                    <a:pt x="830" y="272"/>
                  </a:lnTo>
                  <a:lnTo>
                    <a:pt x="830" y="274"/>
                  </a:lnTo>
                  <a:lnTo>
                    <a:pt x="828" y="274"/>
                  </a:lnTo>
                  <a:lnTo>
                    <a:pt x="828" y="272"/>
                  </a:lnTo>
                  <a:lnTo>
                    <a:pt x="827" y="271"/>
                  </a:lnTo>
                  <a:lnTo>
                    <a:pt x="828" y="271"/>
                  </a:lnTo>
                  <a:lnTo>
                    <a:pt x="827" y="270"/>
                  </a:lnTo>
                  <a:lnTo>
                    <a:pt x="826" y="270"/>
                  </a:lnTo>
                  <a:lnTo>
                    <a:pt x="827" y="268"/>
                  </a:lnTo>
                  <a:lnTo>
                    <a:pt x="827" y="267"/>
                  </a:lnTo>
                  <a:lnTo>
                    <a:pt x="827" y="267"/>
                  </a:lnTo>
                  <a:lnTo>
                    <a:pt x="824" y="268"/>
                  </a:lnTo>
                  <a:lnTo>
                    <a:pt x="824" y="270"/>
                  </a:lnTo>
                  <a:lnTo>
                    <a:pt x="823" y="270"/>
                  </a:lnTo>
                  <a:lnTo>
                    <a:pt x="823" y="268"/>
                  </a:lnTo>
                  <a:lnTo>
                    <a:pt x="823" y="267"/>
                  </a:lnTo>
                  <a:lnTo>
                    <a:pt x="822" y="266"/>
                  </a:lnTo>
                  <a:lnTo>
                    <a:pt x="822" y="264"/>
                  </a:lnTo>
                  <a:lnTo>
                    <a:pt x="823" y="264"/>
                  </a:lnTo>
                  <a:lnTo>
                    <a:pt x="823" y="263"/>
                  </a:lnTo>
                  <a:lnTo>
                    <a:pt x="823" y="262"/>
                  </a:lnTo>
                  <a:lnTo>
                    <a:pt x="823" y="262"/>
                  </a:lnTo>
                  <a:lnTo>
                    <a:pt x="822" y="263"/>
                  </a:lnTo>
                  <a:lnTo>
                    <a:pt x="820" y="266"/>
                  </a:lnTo>
                  <a:lnTo>
                    <a:pt x="819" y="267"/>
                  </a:lnTo>
                  <a:lnTo>
                    <a:pt x="819" y="267"/>
                  </a:lnTo>
                  <a:lnTo>
                    <a:pt x="819" y="266"/>
                  </a:lnTo>
                  <a:lnTo>
                    <a:pt x="818" y="263"/>
                  </a:lnTo>
                  <a:lnTo>
                    <a:pt x="818" y="262"/>
                  </a:lnTo>
                  <a:lnTo>
                    <a:pt x="819" y="262"/>
                  </a:lnTo>
                  <a:lnTo>
                    <a:pt x="820" y="260"/>
                  </a:lnTo>
                  <a:lnTo>
                    <a:pt x="820" y="260"/>
                  </a:lnTo>
                  <a:lnTo>
                    <a:pt x="822" y="259"/>
                  </a:lnTo>
                  <a:lnTo>
                    <a:pt x="822" y="259"/>
                  </a:lnTo>
                  <a:lnTo>
                    <a:pt x="820" y="259"/>
                  </a:lnTo>
                  <a:lnTo>
                    <a:pt x="819" y="259"/>
                  </a:lnTo>
                  <a:lnTo>
                    <a:pt x="816" y="259"/>
                  </a:lnTo>
                  <a:lnTo>
                    <a:pt x="816" y="258"/>
                  </a:lnTo>
                  <a:lnTo>
                    <a:pt x="816" y="256"/>
                  </a:lnTo>
                  <a:lnTo>
                    <a:pt x="819" y="256"/>
                  </a:lnTo>
                  <a:lnTo>
                    <a:pt x="820" y="255"/>
                  </a:lnTo>
                  <a:lnTo>
                    <a:pt x="819" y="255"/>
                  </a:lnTo>
                  <a:lnTo>
                    <a:pt x="818" y="255"/>
                  </a:lnTo>
                  <a:lnTo>
                    <a:pt x="816" y="255"/>
                  </a:lnTo>
                  <a:lnTo>
                    <a:pt x="816" y="254"/>
                  </a:lnTo>
                  <a:lnTo>
                    <a:pt x="818" y="254"/>
                  </a:lnTo>
                  <a:lnTo>
                    <a:pt x="819" y="252"/>
                  </a:lnTo>
                  <a:lnTo>
                    <a:pt x="820" y="252"/>
                  </a:lnTo>
                  <a:lnTo>
                    <a:pt x="819" y="251"/>
                  </a:lnTo>
                  <a:lnTo>
                    <a:pt x="818" y="251"/>
                  </a:lnTo>
                  <a:lnTo>
                    <a:pt x="816" y="252"/>
                  </a:lnTo>
                  <a:lnTo>
                    <a:pt x="816" y="252"/>
                  </a:lnTo>
                  <a:lnTo>
                    <a:pt x="816" y="251"/>
                  </a:lnTo>
                  <a:lnTo>
                    <a:pt x="818" y="249"/>
                  </a:lnTo>
                  <a:lnTo>
                    <a:pt x="819" y="249"/>
                  </a:lnTo>
                  <a:lnTo>
                    <a:pt x="822" y="247"/>
                  </a:lnTo>
                  <a:lnTo>
                    <a:pt x="823" y="246"/>
                  </a:lnTo>
                  <a:lnTo>
                    <a:pt x="824" y="245"/>
                  </a:lnTo>
                  <a:lnTo>
                    <a:pt x="826" y="243"/>
                  </a:lnTo>
                  <a:lnTo>
                    <a:pt x="827" y="241"/>
                  </a:lnTo>
                  <a:lnTo>
                    <a:pt x="828" y="241"/>
                  </a:lnTo>
                  <a:lnTo>
                    <a:pt x="828" y="239"/>
                  </a:lnTo>
                  <a:lnTo>
                    <a:pt x="827" y="239"/>
                  </a:lnTo>
                  <a:lnTo>
                    <a:pt x="826" y="242"/>
                  </a:lnTo>
                  <a:lnTo>
                    <a:pt x="824" y="242"/>
                  </a:lnTo>
                  <a:lnTo>
                    <a:pt x="823" y="245"/>
                  </a:lnTo>
                  <a:lnTo>
                    <a:pt x="820" y="246"/>
                  </a:lnTo>
                  <a:lnTo>
                    <a:pt x="819" y="246"/>
                  </a:lnTo>
                  <a:lnTo>
                    <a:pt x="815" y="247"/>
                  </a:lnTo>
                  <a:lnTo>
                    <a:pt x="814" y="247"/>
                  </a:lnTo>
                  <a:lnTo>
                    <a:pt x="812" y="247"/>
                  </a:lnTo>
                  <a:lnTo>
                    <a:pt x="812" y="246"/>
                  </a:lnTo>
                  <a:lnTo>
                    <a:pt x="815" y="243"/>
                  </a:lnTo>
                  <a:lnTo>
                    <a:pt x="818" y="242"/>
                  </a:lnTo>
                  <a:lnTo>
                    <a:pt x="818" y="241"/>
                  </a:lnTo>
                  <a:lnTo>
                    <a:pt x="819" y="239"/>
                  </a:lnTo>
                  <a:lnTo>
                    <a:pt x="819" y="238"/>
                  </a:lnTo>
                  <a:lnTo>
                    <a:pt x="818" y="241"/>
                  </a:lnTo>
                  <a:lnTo>
                    <a:pt x="812" y="243"/>
                  </a:lnTo>
                  <a:lnTo>
                    <a:pt x="811" y="243"/>
                  </a:lnTo>
                  <a:lnTo>
                    <a:pt x="810" y="243"/>
                  </a:lnTo>
                  <a:lnTo>
                    <a:pt x="810" y="243"/>
                  </a:lnTo>
                  <a:lnTo>
                    <a:pt x="810" y="241"/>
                  </a:lnTo>
                  <a:lnTo>
                    <a:pt x="810" y="241"/>
                  </a:lnTo>
                  <a:lnTo>
                    <a:pt x="809" y="241"/>
                  </a:lnTo>
                  <a:lnTo>
                    <a:pt x="807" y="239"/>
                  </a:lnTo>
                  <a:lnTo>
                    <a:pt x="807" y="239"/>
                  </a:lnTo>
                  <a:lnTo>
                    <a:pt x="809" y="239"/>
                  </a:lnTo>
                  <a:lnTo>
                    <a:pt x="809" y="238"/>
                  </a:lnTo>
                  <a:lnTo>
                    <a:pt x="809" y="237"/>
                  </a:lnTo>
                  <a:lnTo>
                    <a:pt x="807" y="237"/>
                  </a:lnTo>
                  <a:lnTo>
                    <a:pt x="806" y="237"/>
                  </a:lnTo>
                  <a:lnTo>
                    <a:pt x="807" y="234"/>
                  </a:lnTo>
                  <a:lnTo>
                    <a:pt x="807" y="234"/>
                  </a:lnTo>
                  <a:lnTo>
                    <a:pt x="807" y="233"/>
                  </a:lnTo>
                  <a:lnTo>
                    <a:pt x="806" y="231"/>
                  </a:lnTo>
                  <a:lnTo>
                    <a:pt x="806" y="230"/>
                  </a:lnTo>
                  <a:lnTo>
                    <a:pt x="805" y="230"/>
                  </a:lnTo>
                  <a:lnTo>
                    <a:pt x="805" y="233"/>
                  </a:lnTo>
                  <a:lnTo>
                    <a:pt x="806" y="233"/>
                  </a:lnTo>
                  <a:lnTo>
                    <a:pt x="803" y="234"/>
                  </a:lnTo>
                  <a:lnTo>
                    <a:pt x="802" y="233"/>
                  </a:lnTo>
                  <a:lnTo>
                    <a:pt x="802" y="231"/>
                  </a:lnTo>
                  <a:lnTo>
                    <a:pt x="799" y="231"/>
                  </a:lnTo>
                  <a:lnTo>
                    <a:pt x="802" y="233"/>
                  </a:lnTo>
                  <a:lnTo>
                    <a:pt x="803" y="235"/>
                  </a:lnTo>
                  <a:lnTo>
                    <a:pt x="803" y="238"/>
                  </a:lnTo>
                  <a:lnTo>
                    <a:pt x="802" y="237"/>
                  </a:lnTo>
                  <a:lnTo>
                    <a:pt x="801" y="238"/>
                  </a:lnTo>
                  <a:lnTo>
                    <a:pt x="802" y="238"/>
                  </a:lnTo>
                  <a:lnTo>
                    <a:pt x="799" y="239"/>
                  </a:lnTo>
                  <a:lnTo>
                    <a:pt x="799" y="238"/>
                  </a:lnTo>
                  <a:lnTo>
                    <a:pt x="798" y="235"/>
                  </a:lnTo>
                  <a:lnTo>
                    <a:pt x="797" y="234"/>
                  </a:lnTo>
                  <a:lnTo>
                    <a:pt x="797" y="235"/>
                  </a:lnTo>
                  <a:lnTo>
                    <a:pt x="798" y="237"/>
                  </a:lnTo>
                  <a:lnTo>
                    <a:pt x="798" y="238"/>
                  </a:lnTo>
                  <a:lnTo>
                    <a:pt x="798" y="239"/>
                  </a:lnTo>
                  <a:lnTo>
                    <a:pt x="799" y="239"/>
                  </a:lnTo>
                  <a:lnTo>
                    <a:pt x="801" y="242"/>
                  </a:lnTo>
                  <a:lnTo>
                    <a:pt x="801" y="243"/>
                  </a:lnTo>
                  <a:lnTo>
                    <a:pt x="801" y="245"/>
                  </a:lnTo>
                  <a:lnTo>
                    <a:pt x="802" y="246"/>
                  </a:lnTo>
                  <a:lnTo>
                    <a:pt x="802" y="246"/>
                  </a:lnTo>
                  <a:lnTo>
                    <a:pt x="801" y="247"/>
                  </a:lnTo>
                  <a:lnTo>
                    <a:pt x="798" y="246"/>
                  </a:lnTo>
                  <a:lnTo>
                    <a:pt x="797" y="245"/>
                  </a:lnTo>
                  <a:lnTo>
                    <a:pt x="797" y="247"/>
                  </a:lnTo>
                  <a:lnTo>
                    <a:pt x="795" y="247"/>
                  </a:lnTo>
                  <a:lnTo>
                    <a:pt x="793" y="245"/>
                  </a:lnTo>
                  <a:lnTo>
                    <a:pt x="793" y="243"/>
                  </a:lnTo>
                  <a:lnTo>
                    <a:pt x="794" y="242"/>
                  </a:lnTo>
                  <a:lnTo>
                    <a:pt x="793" y="241"/>
                  </a:lnTo>
                  <a:lnTo>
                    <a:pt x="791" y="239"/>
                  </a:lnTo>
                  <a:lnTo>
                    <a:pt x="790" y="239"/>
                  </a:lnTo>
                  <a:lnTo>
                    <a:pt x="789" y="238"/>
                  </a:lnTo>
                  <a:lnTo>
                    <a:pt x="789" y="237"/>
                  </a:lnTo>
                  <a:lnTo>
                    <a:pt x="787" y="238"/>
                  </a:lnTo>
                  <a:lnTo>
                    <a:pt x="785" y="238"/>
                  </a:lnTo>
                  <a:lnTo>
                    <a:pt x="782" y="238"/>
                  </a:lnTo>
                  <a:lnTo>
                    <a:pt x="784" y="239"/>
                  </a:lnTo>
                  <a:lnTo>
                    <a:pt x="786" y="239"/>
                  </a:lnTo>
                  <a:lnTo>
                    <a:pt x="787" y="239"/>
                  </a:lnTo>
                  <a:lnTo>
                    <a:pt x="790" y="241"/>
                  </a:lnTo>
                  <a:lnTo>
                    <a:pt x="790" y="243"/>
                  </a:lnTo>
                  <a:lnTo>
                    <a:pt x="789" y="245"/>
                  </a:lnTo>
                  <a:lnTo>
                    <a:pt x="789" y="246"/>
                  </a:lnTo>
                  <a:lnTo>
                    <a:pt x="790" y="246"/>
                  </a:lnTo>
                  <a:lnTo>
                    <a:pt x="791" y="247"/>
                  </a:lnTo>
                  <a:lnTo>
                    <a:pt x="790" y="249"/>
                  </a:lnTo>
                  <a:lnTo>
                    <a:pt x="791" y="249"/>
                  </a:lnTo>
                  <a:lnTo>
                    <a:pt x="793" y="249"/>
                  </a:lnTo>
                  <a:lnTo>
                    <a:pt x="794" y="250"/>
                  </a:lnTo>
                  <a:lnTo>
                    <a:pt x="793" y="251"/>
                  </a:lnTo>
                  <a:lnTo>
                    <a:pt x="789" y="254"/>
                  </a:lnTo>
                  <a:lnTo>
                    <a:pt x="787" y="256"/>
                  </a:lnTo>
                  <a:lnTo>
                    <a:pt x="791" y="255"/>
                  </a:lnTo>
                  <a:lnTo>
                    <a:pt x="793" y="254"/>
                  </a:lnTo>
                  <a:lnTo>
                    <a:pt x="793" y="252"/>
                  </a:lnTo>
                  <a:lnTo>
                    <a:pt x="797" y="252"/>
                  </a:lnTo>
                  <a:lnTo>
                    <a:pt x="797" y="254"/>
                  </a:lnTo>
                  <a:lnTo>
                    <a:pt x="797" y="254"/>
                  </a:lnTo>
                  <a:lnTo>
                    <a:pt x="795" y="255"/>
                  </a:lnTo>
                  <a:lnTo>
                    <a:pt x="794" y="256"/>
                  </a:lnTo>
                  <a:lnTo>
                    <a:pt x="795" y="258"/>
                  </a:lnTo>
                  <a:lnTo>
                    <a:pt x="797" y="258"/>
                  </a:lnTo>
                  <a:lnTo>
                    <a:pt x="798" y="259"/>
                  </a:lnTo>
                  <a:lnTo>
                    <a:pt x="797" y="259"/>
                  </a:lnTo>
                  <a:lnTo>
                    <a:pt x="795" y="260"/>
                  </a:lnTo>
                  <a:lnTo>
                    <a:pt x="794" y="260"/>
                  </a:lnTo>
                  <a:lnTo>
                    <a:pt x="795" y="262"/>
                  </a:lnTo>
                  <a:lnTo>
                    <a:pt x="797" y="263"/>
                  </a:lnTo>
                  <a:lnTo>
                    <a:pt x="795" y="263"/>
                  </a:lnTo>
                  <a:lnTo>
                    <a:pt x="795" y="264"/>
                  </a:lnTo>
                  <a:lnTo>
                    <a:pt x="797" y="264"/>
                  </a:lnTo>
                  <a:lnTo>
                    <a:pt x="797" y="266"/>
                  </a:lnTo>
                  <a:lnTo>
                    <a:pt x="798" y="266"/>
                  </a:lnTo>
                  <a:lnTo>
                    <a:pt x="798" y="267"/>
                  </a:lnTo>
                  <a:lnTo>
                    <a:pt x="798" y="270"/>
                  </a:lnTo>
                  <a:lnTo>
                    <a:pt x="798" y="271"/>
                  </a:lnTo>
                  <a:lnTo>
                    <a:pt x="799" y="270"/>
                  </a:lnTo>
                  <a:lnTo>
                    <a:pt x="799" y="267"/>
                  </a:lnTo>
                  <a:lnTo>
                    <a:pt x="801" y="267"/>
                  </a:lnTo>
                  <a:lnTo>
                    <a:pt x="802" y="268"/>
                  </a:lnTo>
                  <a:lnTo>
                    <a:pt x="802" y="270"/>
                  </a:lnTo>
                  <a:lnTo>
                    <a:pt x="803" y="271"/>
                  </a:lnTo>
                  <a:lnTo>
                    <a:pt x="803" y="272"/>
                  </a:lnTo>
                  <a:lnTo>
                    <a:pt x="801" y="274"/>
                  </a:lnTo>
                  <a:lnTo>
                    <a:pt x="801" y="274"/>
                  </a:lnTo>
                  <a:lnTo>
                    <a:pt x="805" y="274"/>
                  </a:lnTo>
                  <a:lnTo>
                    <a:pt x="805" y="274"/>
                  </a:lnTo>
                  <a:lnTo>
                    <a:pt x="805" y="275"/>
                  </a:lnTo>
                  <a:lnTo>
                    <a:pt x="806" y="274"/>
                  </a:lnTo>
                  <a:lnTo>
                    <a:pt x="806" y="272"/>
                  </a:lnTo>
                  <a:lnTo>
                    <a:pt x="807" y="272"/>
                  </a:lnTo>
                  <a:lnTo>
                    <a:pt x="809" y="274"/>
                  </a:lnTo>
                  <a:lnTo>
                    <a:pt x="807" y="276"/>
                  </a:lnTo>
                  <a:lnTo>
                    <a:pt x="806" y="277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0"/>
                  </a:lnTo>
                  <a:lnTo>
                    <a:pt x="810" y="280"/>
                  </a:lnTo>
                  <a:lnTo>
                    <a:pt x="811" y="279"/>
                  </a:lnTo>
                  <a:lnTo>
                    <a:pt x="812" y="280"/>
                  </a:lnTo>
                  <a:lnTo>
                    <a:pt x="810" y="281"/>
                  </a:lnTo>
                  <a:lnTo>
                    <a:pt x="810" y="283"/>
                  </a:lnTo>
                  <a:lnTo>
                    <a:pt x="807" y="283"/>
                  </a:lnTo>
                  <a:lnTo>
                    <a:pt x="809" y="284"/>
                  </a:lnTo>
                  <a:lnTo>
                    <a:pt x="810" y="287"/>
                  </a:lnTo>
                  <a:lnTo>
                    <a:pt x="810" y="288"/>
                  </a:lnTo>
                  <a:lnTo>
                    <a:pt x="810" y="289"/>
                  </a:lnTo>
                  <a:lnTo>
                    <a:pt x="811" y="292"/>
                  </a:lnTo>
                  <a:lnTo>
                    <a:pt x="814" y="296"/>
                  </a:lnTo>
                  <a:lnTo>
                    <a:pt x="814" y="296"/>
                  </a:lnTo>
                  <a:lnTo>
                    <a:pt x="812" y="297"/>
                  </a:lnTo>
                  <a:lnTo>
                    <a:pt x="812" y="300"/>
                  </a:lnTo>
                  <a:lnTo>
                    <a:pt x="811" y="302"/>
                  </a:lnTo>
                  <a:lnTo>
                    <a:pt x="811" y="305"/>
                  </a:lnTo>
                  <a:lnTo>
                    <a:pt x="811" y="306"/>
                  </a:lnTo>
                  <a:lnTo>
                    <a:pt x="809" y="302"/>
                  </a:lnTo>
                  <a:lnTo>
                    <a:pt x="807" y="300"/>
                  </a:lnTo>
                  <a:lnTo>
                    <a:pt x="807" y="297"/>
                  </a:lnTo>
                  <a:lnTo>
                    <a:pt x="807" y="295"/>
                  </a:lnTo>
                  <a:lnTo>
                    <a:pt x="807" y="297"/>
                  </a:lnTo>
                  <a:lnTo>
                    <a:pt x="806" y="301"/>
                  </a:lnTo>
                  <a:lnTo>
                    <a:pt x="807" y="305"/>
                  </a:lnTo>
                  <a:lnTo>
                    <a:pt x="807" y="308"/>
                  </a:lnTo>
                  <a:lnTo>
                    <a:pt x="807" y="310"/>
                  </a:lnTo>
                  <a:lnTo>
                    <a:pt x="809" y="312"/>
                  </a:lnTo>
                  <a:lnTo>
                    <a:pt x="807" y="313"/>
                  </a:lnTo>
                  <a:lnTo>
                    <a:pt x="806" y="313"/>
                  </a:lnTo>
                  <a:lnTo>
                    <a:pt x="805" y="310"/>
                  </a:lnTo>
                  <a:lnTo>
                    <a:pt x="802" y="310"/>
                  </a:lnTo>
                  <a:lnTo>
                    <a:pt x="803" y="316"/>
                  </a:lnTo>
                  <a:lnTo>
                    <a:pt x="803" y="318"/>
                  </a:lnTo>
                  <a:lnTo>
                    <a:pt x="805" y="318"/>
                  </a:lnTo>
                  <a:lnTo>
                    <a:pt x="805" y="321"/>
                  </a:lnTo>
                  <a:lnTo>
                    <a:pt x="802" y="320"/>
                  </a:lnTo>
                  <a:lnTo>
                    <a:pt x="801" y="318"/>
                  </a:lnTo>
                  <a:lnTo>
                    <a:pt x="799" y="314"/>
                  </a:lnTo>
                  <a:lnTo>
                    <a:pt x="801" y="314"/>
                  </a:lnTo>
                  <a:lnTo>
                    <a:pt x="801" y="312"/>
                  </a:lnTo>
                  <a:lnTo>
                    <a:pt x="799" y="313"/>
                  </a:lnTo>
                  <a:lnTo>
                    <a:pt x="798" y="313"/>
                  </a:lnTo>
                  <a:lnTo>
                    <a:pt x="797" y="312"/>
                  </a:lnTo>
                  <a:lnTo>
                    <a:pt x="797" y="308"/>
                  </a:lnTo>
                  <a:lnTo>
                    <a:pt x="795" y="309"/>
                  </a:lnTo>
                  <a:lnTo>
                    <a:pt x="795" y="310"/>
                  </a:lnTo>
                  <a:lnTo>
                    <a:pt x="795" y="310"/>
                  </a:lnTo>
                  <a:lnTo>
                    <a:pt x="795" y="309"/>
                  </a:lnTo>
                  <a:lnTo>
                    <a:pt x="794" y="306"/>
                  </a:lnTo>
                  <a:lnTo>
                    <a:pt x="793" y="306"/>
                  </a:lnTo>
                  <a:lnTo>
                    <a:pt x="793" y="306"/>
                  </a:lnTo>
                  <a:lnTo>
                    <a:pt x="794" y="308"/>
                  </a:lnTo>
                  <a:lnTo>
                    <a:pt x="793" y="309"/>
                  </a:lnTo>
                  <a:lnTo>
                    <a:pt x="791" y="309"/>
                  </a:lnTo>
                  <a:lnTo>
                    <a:pt x="790" y="308"/>
                  </a:lnTo>
                  <a:lnTo>
                    <a:pt x="790" y="306"/>
                  </a:lnTo>
                  <a:lnTo>
                    <a:pt x="790" y="304"/>
                  </a:lnTo>
                  <a:lnTo>
                    <a:pt x="789" y="301"/>
                  </a:lnTo>
                  <a:lnTo>
                    <a:pt x="789" y="299"/>
                  </a:lnTo>
                  <a:lnTo>
                    <a:pt x="789" y="301"/>
                  </a:lnTo>
                  <a:lnTo>
                    <a:pt x="789" y="305"/>
                  </a:lnTo>
                  <a:lnTo>
                    <a:pt x="790" y="306"/>
                  </a:lnTo>
                  <a:lnTo>
                    <a:pt x="789" y="308"/>
                  </a:lnTo>
                  <a:lnTo>
                    <a:pt x="786" y="305"/>
                  </a:lnTo>
                  <a:lnTo>
                    <a:pt x="785" y="302"/>
                  </a:lnTo>
                  <a:lnTo>
                    <a:pt x="785" y="301"/>
                  </a:lnTo>
                  <a:lnTo>
                    <a:pt x="784" y="301"/>
                  </a:lnTo>
                  <a:lnTo>
                    <a:pt x="782" y="297"/>
                  </a:lnTo>
                  <a:lnTo>
                    <a:pt x="781" y="297"/>
                  </a:lnTo>
                  <a:lnTo>
                    <a:pt x="781" y="296"/>
                  </a:lnTo>
                  <a:lnTo>
                    <a:pt x="780" y="293"/>
                  </a:lnTo>
                  <a:lnTo>
                    <a:pt x="780" y="295"/>
                  </a:lnTo>
                  <a:lnTo>
                    <a:pt x="778" y="296"/>
                  </a:lnTo>
                  <a:lnTo>
                    <a:pt x="780" y="299"/>
                  </a:lnTo>
                  <a:lnTo>
                    <a:pt x="780" y="300"/>
                  </a:lnTo>
                  <a:lnTo>
                    <a:pt x="780" y="299"/>
                  </a:lnTo>
                  <a:lnTo>
                    <a:pt x="778" y="297"/>
                  </a:lnTo>
                  <a:lnTo>
                    <a:pt x="778" y="297"/>
                  </a:lnTo>
                  <a:lnTo>
                    <a:pt x="776" y="296"/>
                  </a:lnTo>
                  <a:lnTo>
                    <a:pt x="773" y="292"/>
                  </a:lnTo>
                  <a:lnTo>
                    <a:pt x="773" y="291"/>
                  </a:lnTo>
                  <a:lnTo>
                    <a:pt x="772" y="289"/>
                  </a:lnTo>
                  <a:lnTo>
                    <a:pt x="770" y="291"/>
                  </a:lnTo>
                  <a:lnTo>
                    <a:pt x="769" y="291"/>
                  </a:lnTo>
                  <a:lnTo>
                    <a:pt x="768" y="292"/>
                  </a:lnTo>
                  <a:lnTo>
                    <a:pt x="769" y="295"/>
                  </a:lnTo>
                  <a:lnTo>
                    <a:pt x="772" y="299"/>
                  </a:lnTo>
                  <a:lnTo>
                    <a:pt x="772" y="299"/>
                  </a:lnTo>
                  <a:lnTo>
                    <a:pt x="773" y="301"/>
                  </a:lnTo>
                  <a:lnTo>
                    <a:pt x="773" y="304"/>
                  </a:lnTo>
                  <a:lnTo>
                    <a:pt x="774" y="304"/>
                  </a:lnTo>
                  <a:lnTo>
                    <a:pt x="777" y="304"/>
                  </a:lnTo>
                  <a:lnTo>
                    <a:pt x="778" y="305"/>
                  </a:lnTo>
                  <a:lnTo>
                    <a:pt x="777" y="306"/>
                  </a:lnTo>
                  <a:lnTo>
                    <a:pt x="778" y="306"/>
                  </a:lnTo>
                  <a:lnTo>
                    <a:pt x="780" y="308"/>
                  </a:lnTo>
                  <a:lnTo>
                    <a:pt x="778" y="309"/>
                  </a:lnTo>
                  <a:lnTo>
                    <a:pt x="781" y="309"/>
                  </a:lnTo>
                  <a:lnTo>
                    <a:pt x="781" y="310"/>
                  </a:lnTo>
                  <a:lnTo>
                    <a:pt x="782" y="313"/>
                  </a:lnTo>
                  <a:lnTo>
                    <a:pt x="782" y="314"/>
                  </a:lnTo>
                  <a:lnTo>
                    <a:pt x="784" y="314"/>
                  </a:lnTo>
                  <a:lnTo>
                    <a:pt x="785" y="314"/>
                  </a:lnTo>
                  <a:lnTo>
                    <a:pt x="786" y="318"/>
                  </a:lnTo>
                  <a:lnTo>
                    <a:pt x="784" y="320"/>
                  </a:lnTo>
                  <a:lnTo>
                    <a:pt x="785" y="320"/>
                  </a:lnTo>
                  <a:lnTo>
                    <a:pt x="786" y="321"/>
                  </a:lnTo>
                  <a:lnTo>
                    <a:pt x="786" y="322"/>
                  </a:lnTo>
                  <a:lnTo>
                    <a:pt x="787" y="321"/>
                  </a:lnTo>
                  <a:lnTo>
                    <a:pt x="789" y="321"/>
                  </a:lnTo>
                  <a:lnTo>
                    <a:pt x="789" y="324"/>
                  </a:lnTo>
                  <a:lnTo>
                    <a:pt x="789" y="325"/>
                  </a:lnTo>
                  <a:lnTo>
                    <a:pt x="790" y="324"/>
                  </a:lnTo>
                  <a:lnTo>
                    <a:pt x="790" y="325"/>
                  </a:lnTo>
                  <a:lnTo>
                    <a:pt x="790" y="326"/>
                  </a:lnTo>
                  <a:lnTo>
                    <a:pt x="787" y="326"/>
                  </a:lnTo>
                  <a:lnTo>
                    <a:pt x="787" y="327"/>
                  </a:lnTo>
                  <a:lnTo>
                    <a:pt x="787" y="329"/>
                  </a:lnTo>
                  <a:lnTo>
                    <a:pt x="790" y="330"/>
                  </a:lnTo>
                  <a:lnTo>
                    <a:pt x="789" y="331"/>
                  </a:lnTo>
                  <a:lnTo>
                    <a:pt x="789" y="333"/>
                  </a:lnTo>
                  <a:lnTo>
                    <a:pt x="786" y="333"/>
                  </a:lnTo>
                  <a:lnTo>
                    <a:pt x="785" y="331"/>
                  </a:lnTo>
                  <a:lnTo>
                    <a:pt x="781" y="330"/>
                  </a:lnTo>
                  <a:lnTo>
                    <a:pt x="780" y="329"/>
                  </a:lnTo>
                  <a:lnTo>
                    <a:pt x="778" y="327"/>
                  </a:lnTo>
                  <a:lnTo>
                    <a:pt x="774" y="325"/>
                  </a:lnTo>
                  <a:lnTo>
                    <a:pt x="774" y="324"/>
                  </a:lnTo>
                  <a:lnTo>
                    <a:pt x="772" y="324"/>
                  </a:lnTo>
                  <a:lnTo>
                    <a:pt x="770" y="324"/>
                  </a:lnTo>
                  <a:lnTo>
                    <a:pt x="769" y="322"/>
                  </a:lnTo>
                  <a:lnTo>
                    <a:pt x="769" y="324"/>
                  </a:lnTo>
                  <a:lnTo>
                    <a:pt x="765" y="322"/>
                  </a:lnTo>
                  <a:lnTo>
                    <a:pt x="765" y="321"/>
                  </a:lnTo>
                  <a:lnTo>
                    <a:pt x="764" y="320"/>
                  </a:lnTo>
                  <a:lnTo>
                    <a:pt x="762" y="320"/>
                  </a:lnTo>
                  <a:lnTo>
                    <a:pt x="760" y="317"/>
                  </a:lnTo>
                  <a:lnTo>
                    <a:pt x="760" y="316"/>
                  </a:lnTo>
                  <a:lnTo>
                    <a:pt x="759" y="316"/>
                  </a:lnTo>
                  <a:lnTo>
                    <a:pt x="757" y="314"/>
                  </a:lnTo>
                  <a:lnTo>
                    <a:pt x="756" y="312"/>
                  </a:lnTo>
                  <a:lnTo>
                    <a:pt x="757" y="312"/>
                  </a:lnTo>
                  <a:lnTo>
                    <a:pt x="759" y="310"/>
                  </a:lnTo>
                  <a:lnTo>
                    <a:pt x="756" y="309"/>
                  </a:lnTo>
                  <a:lnTo>
                    <a:pt x="755" y="310"/>
                  </a:lnTo>
                  <a:lnTo>
                    <a:pt x="755" y="310"/>
                  </a:lnTo>
                  <a:lnTo>
                    <a:pt x="753" y="310"/>
                  </a:lnTo>
                  <a:lnTo>
                    <a:pt x="753" y="309"/>
                  </a:lnTo>
                  <a:lnTo>
                    <a:pt x="752" y="309"/>
                  </a:lnTo>
                  <a:lnTo>
                    <a:pt x="748" y="306"/>
                  </a:lnTo>
                  <a:lnTo>
                    <a:pt x="747" y="306"/>
                  </a:lnTo>
                  <a:lnTo>
                    <a:pt x="745" y="305"/>
                  </a:lnTo>
                  <a:lnTo>
                    <a:pt x="743" y="304"/>
                  </a:lnTo>
                  <a:lnTo>
                    <a:pt x="743" y="302"/>
                  </a:lnTo>
                  <a:lnTo>
                    <a:pt x="741" y="302"/>
                  </a:lnTo>
                  <a:lnTo>
                    <a:pt x="740" y="301"/>
                  </a:lnTo>
                  <a:lnTo>
                    <a:pt x="739" y="299"/>
                  </a:lnTo>
                  <a:lnTo>
                    <a:pt x="739" y="296"/>
                  </a:lnTo>
                  <a:lnTo>
                    <a:pt x="736" y="295"/>
                  </a:lnTo>
                  <a:lnTo>
                    <a:pt x="737" y="293"/>
                  </a:lnTo>
                  <a:lnTo>
                    <a:pt x="740" y="295"/>
                  </a:lnTo>
                  <a:lnTo>
                    <a:pt x="744" y="291"/>
                  </a:lnTo>
                  <a:lnTo>
                    <a:pt x="745" y="289"/>
                  </a:lnTo>
                  <a:lnTo>
                    <a:pt x="741" y="291"/>
                  </a:lnTo>
                  <a:lnTo>
                    <a:pt x="740" y="288"/>
                  </a:lnTo>
                  <a:lnTo>
                    <a:pt x="740" y="285"/>
                  </a:lnTo>
                  <a:lnTo>
                    <a:pt x="740" y="284"/>
                  </a:lnTo>
                  <a:lnTo>
                    <a:pt x="739" y="285"/>
                  </a:lnTo>
                  <a:lnTo>
                    <a:pt x="737" y="287"/>
                  </a:lnTo>
                  <a:lnTo>
                    <a:pt x="737" y="289"/>
                  </a:lnTo>
                  <a:lnTo>
                    <a:pt x="736" y="287"/>
                  </a:lnTo>
                  <a:lnTo>
                    <a:pt x="737" y="285"/>
                  </a:lnTo>
                  <a:lnTo>
                    <a:pt x="737" y="281"/>
                  </a:lnTo>
                  <a:lnTo>
                    <a:pt x="736" y="284"/>
                  </a:lnTo>
                  <a:lnTo>
                    <a:pt x="735" y="283"/>
                  </a:lnTo>
                  <a:lnTo>
                    <a:pt x="735" y="280"/>
                  </a:lnTo>
                  <a:lnTo>
                    <a:pt x="733" y="281"/>
                  </a:lnTo>
                  <a:lnTo>
                    <a:pt x="732" y="279"/>
                  </a:lnTo>
                  <a:lnTo>
                    <a:pt x="732" y="276"/>
                  </a:lnTo>
                  <a:lnTo>
                    <a:pt x="731" y="274"/>
                  </a:lnTo>
                  <a:lnTo>
                    <a:pt x="730" y="272"/>
                  </a:lnTo>
                  <a:lnTo>
                    <a:pt x="730" y="271"/>
                  </a:lnTo>
                  <a:lnTo>
                    <a:pt x="732" y="268"/>
                  </a:lnTo>
                  <a:lnTo>
                    <a:pt x="732" y="267"/>
                  </a:lnTo>
                  <a:lnTo>
                    <a:pt x="728" y="271"/>
                  </a:lnTo>
                  <a:lnTo>
                    <a:pt x="727" y="272"/>
                  </a:lnTo>
                  <a:lnTo>
                    <a:pt x="727" y="271"/>
                  </a:lnTo>
                  <a:lnTo>
                    <a:pt x="728" y="268"/>
                  </a:lnTo>
                  <a:lnTo>
                    <a:pt x="727" y="268"/>
                  </a:lnTo>
                  <a:lnTo>
                    <a:pt x="726" y="268"/>
                  </a:lnTo>
                  <a:lnTo>
                    <a:pt x="724" y="268"/>
                  </a:lnTo>
                  <a:lnTo>
                    <a:pt x="723" y="272"/>
                  </a:lnTo>
                  <a:lnTo>
                    <a:pt x="722" y="274"/>
                  </a:lnTo>
                  <a:lnTo>
                    <a:pt x="722" y="271"/>
                  </a:lnTo>
                  <a:lnTo>
                    <a:pt x="723" y="268"/>
                  </a:lnTo>
                  <a:lnTo>
                    <a:pt x="723" y="267"/>
                  </a:lnTo>
                  <a:lnTo>
                    <a:pt x="723" y="264"/>
                  </a:lnTo>
                  <a:lnTo>
                    <a:pt x="722" y="266"/>
                  </a:lnTo>
                  <a:lnTo>
                    <a:pt x="719" y="267"/>
                  </a:lnTo>
                  <a:lnTo>
                    <a:pt x="718" y="267"/>
                  </a:lnTo>
                  <a:lnTo>
                    <a:pt x="716" y="270"/>
                  </a:lnTo>
                  <a:lnTo>
                    <a:pt x="716" y="271"/>
                  </a:lnTo>
                  <a:lnTo>
                    <a:pt x="714" y="270"/>
                  </a:lnTo>
                  <a:lnTo>
                    <a:pt x="712" y="268"/>
                  </a:lnTo>
                  <a:lnTo>
                    <a:pt x="710" y="268"/>
                  </a:lnTo>
                  <a:lnTo>
                    <a:pt x="708" y="264"/>
                  </a:lnTo>
                  <a:lnTo>
                    <a:pt x="707" y="264"/>
                  </a:lnTo>
                  <a:lnTo>
                    <a:pt x="706" y="266"/>
                  </a:lnTo>
                  <a:lnTo>
                    <a:pt x="706" y="268"/>
                  </a:lnTo>
                  <a:lnTo>
                    <a:pt x="705" y="270"/>
                  </a:lnTo>
                  <a:lnTo>
                    <a:pt x="703" y="268"/>
                  </a:lnTo>
                  <a:lnTo>
                    <a:pt x="702" y="270"/>
                  </a:lnTo>
                  <a:lnTo>
                    <a:pt x="699" y="270"/>
                  </a:lnTo>
                  <a:lnTo>
                    <a:pt x="698" y="271"/>
                  </a:lnTo>
                  <a:lnTo>
                    <a:pt x="697" y="271"/>
                  </a:lnTo>
                  <a:lnTo>
                    <a:pt x="695" y="272"/>
                  </a:lnTo>
                  <a:lnTo>
                    <a:pt x="693" y="271"/>
                  </a:lnTo>
                  <a:lnTo>
                    <a:pt x="690" y="271"/>
                  </a:lnTo>
                  <a:lnTo>
                    <a:pt x="690" y="270"/>
                  </a:lnTo>
                  <a:lnTo>
                    <a:pt x="687" y="267"/>
                  </a:lnTo>
                  <a:lnTo>
                    <a:pt x="686" y="267"/>
                  </a:lnTo>
                  <a:lnTo>
                    <a:pt x="685" y="266"/>
                  </a:lnTo>
                  <a:lnTo>
                    <a:pt x="683" y="260"/>
                  </a:lnTo>
                  <a:lnTo>
                    <a:pt x="683" y="258"/>
                  </a:lnTo>
                  <a:lnTo>
                    <a:pt x="686" y="256"/>
                  </a:lnTo>
                  <a:lnTo>
                    <a:pt x="686" y="255"/>
                  </a:lnTo>
                  <a:lnTo>
                    <a:pt x="687" y="252"/>
                  </a:lnTo>
                  <a:lnTo>
                    <a:pt x="690" y="252"/>
                  </a:lnTo>
                  <a:lnTo>
                    <a:pt x="691" y="251"/>
                  </a:lnTo>
                  <a:lnTo>
                    <a:pt x="693" y="251"/>
                  </a:lnTo>
                  <a:lnTo>
                    <a:pt x="694" y="251"/>
                  </a:lnTo>
                  <a:lnTo>
                    <a:pt x="695" y="249"/>
                  </a:lnTo>
                  <a:lnTo>
                    <a:pt x="694" y="247"/>
                  </a:lnTo>
                  <a:lnTo>
                    <a:pt x="694" y="246"/>
                  </a:lnTo>
                  <a:lnTo>
                    <a:pt x="694" y="246"/>
                  </a:lnTo>
                  <a:lnTo>
                    <a:pt x="695" y="246"/>
                  </a:lnTo>
                  <a:lnTo>
                    <a:pt x="695" y="245"/>
                  </a:lnTo>
                  <a:lnTo>
                    <a:pt x="695" y="243"/>
                  </a:lnTo>
                  <a:lnTo>
                    <a:pt x="697" y="243"/>
                  </a:lnTo>
                  <a:lnTo>
                    <a:pt x="699" y="246"/>
                  </a:lnTo>
                  <a:lnTo>
                    <a:pt x="702" y="247"/>
                  </a:lnTo>
                  <a:lnTo>
                    <a:pt x="703" y="249"/>
                  </a:lnTo>
                  <a:lnTo>
                    <a:pt x="706" y="250"/>
                  </a:lnTo>
                  <a:lnTo>
                    <a:pt x="707" y="251"/>
                  </a:lnTo>
                  <a:lnTo>
                    <a:pt x="710" y="252"/>
                  </a:lnTo>
                  <a:lnTo>
                    <a:pt x="711" y="251"/>
                  </a:lnTo>
                  <a:lnTo>
                    <a:pt x="712" y="251"/>
                  </a:lnTo>
                  <a:lnTo>
                    <a:pt x="714" y="252"/>
                  </a:lnTo>
                  <a:lnTo>
                    <a:pt x="715" y="252"/>
                  </a:lnTo>
                  <a:lnTo>
                    <a:pt x="718" y="252"/>
                  </a:lnTo>
                  <a:lnTo>
                    <a:pt x="719" y="251"/>
                  </a:lnTo>
                  <a:lnTo>
                    <a:pt x="720" y="249"/>
                  </a:lnTo>
                  <a:lnTo>
                    <a:pt x="723" y="249"/>
                  </a:lnTo>
                  <a:lnTo>
                    <a:pt x="723" y="250"/>
                  </a:lnTo>
                  <a:lnTo>
                    <a:pt x="723" y="250"/>
                  </a:lnTo>
                  <a:lnTo>
                    <a:pt x="724" y="251"/>
                  </a:lnTo>
                  <a:lnTo>
                    <a:pt x="727" y="250"/>
                  </a:lnTo>
                  <a:lnTo>
                    <a:pt x="727" y="247"/>
                  </a:lnTo>
                  <a:lnTo>
                    <a:pt x="730" y="246"/>
                  </a:lnTo>
                  <a:lnTo>
                    <a:pt x="731" y="247"/>
                  </a:lnTo>
                  <a:lnTo>
                    <a:pt x="731" y="251"/>
                  </a:lnTo>
                  <a:lnTo>
                    <a:pt x="731" y="252"/>
                  </a:lnTo>
                  <a:lnTo>
                    <a:pt x="732" y="250"/>
                  </a:lnTo>
                  <a:lnTo>
                    <a:pt x="733" y="250"/>
                  </a:lnTo>
                  <a:lnTo>
                    <a:pt x="733" y="250"/>
                  </a:lnTo>
                  <a:lnTo>
                    <a:pt x="735" y="249"/>
                  </a:lnTo>
                  <a:lnTo>
                    <a:pt x="735" y="243"/>
                  </a:lnTo>
                  <a:lnTo>
                    <a:pt x="732" y="239"/>
                  </a:lnTo>
                  <a:lnTo>
                    <a:pt x="732" y="238"/>
                  </a:lnTo>
                  <a:lnTo>
                    <a:pt x="731" y="235"/>
                  </a:lnTo>
                  <a:lnTo>
                    <a:pt x="732" y="233"/>
                  </a:lnTo>
                  <a:lnTo>
                    <a:pt x="732" y="231"/>
                  </a:lnTo>
                  <a:lnTo>
                    <a:pt x="733" y="231"/>
                  </a:lnTo>
                  <a:lnTo>
                    <a:pt x="737" y="229"/>
                  </a:lnTo>
                  <a:lnTo>
                    <a:pt x="741" y="226"/>
                  </a:lnTo>
                  <a:lnTo>
                    <a:pt x="743" y="226"/>
                  </a:lnTo>
                  <a:lnTo>
                    <a:pt x="745" y="222"/>
                  </a:lnTo>
                  <a:lnTo>
                    <a:pt x="747" y="222"/>
                  </a:lnTo>
                  <a:lnTo>
                    <a:pt x="748" y="224"/>
                  </a:lnTo>
                  <a:lnTo>
                    <a:pt x="751" y="224"/>
                  </a:lnTo>
                  <a:lnTo>
                    <a:pt x="751" y="224"/>
                  </a:lnTo>
                  <a:lnTo>
                    <a:pt x="748" y="221"/>
                  </a:lnTo>
                  <a:lnTo>
                    <a:pt x="748" y="220"/>
                  </a:lnTo>
                  <a:lnTo>
                    <a:pt x="752" y="217"/>
                  </a:lnTo>
                  <a:lnTo>
                    <a:pt x="753" y="214"/>
                  </a:lnTo>
                  <a:lnTo>
                    <a:pt x="755" y="214"/>
                  </a:lnTo>
                  <a:lnTo>
                    <a:pt x="757" y="214"/>
                  </a:lnTo>
                  <a:lnTo>
                    <a:pt x="761" y="213"/>
                  </a:lnTo>
                  <a:lnTo>
                    <a:pt x="761" y="212"/>
                  </a:lnTo>
                  <a:lnTo>
                    <a:pt x="760" y="209"/>
                  </a:lnTo>
                  <a:lnTo>
                    <a:pt x="761" y="208"/>
                  </a:lnTo>
                  <a:lnTo>
                    <a:pt x="762" y="204"/>
                  </a:lnTo>
                  <a:lnTo>
                    <a:pt x="762" y="202"/>
                  </a:lnTo>
                  <a:lnTo>
                    <a:pt x="761" y="202"/>
                  </a:lnTo>
                  <a:lnTo>
                    <a:pt x="761" y="200"/>
                  </a:lnTo>
                  <a:lnTo>
                    <a:pt x="762" y="199"/>
                  </a:lnTo>
                  <a:lnTo>
                    <a:pt x="762" y="196"/>
                  </a:lnTo>
                  <a:lnTo>
                    <a:pt x="761" y="196"/>
                  </a:lnTo>
                  <a:lnTo>
                    <a:pt x="761" y="195"/>
                  </a:lnTo>
                  <a:lnTo>
                    <a:pt x="762" y="191"/>
                  </a:lnTo>
                  <a:lnTo>
                    <a:pt x="764" y="191"/>
                  </a:lnTo>
                  <a:lnTo>
                    <a:pt x="764" y="189"/>
                  </a:lnTo>
                  <a:lnTo>
                    <a:pt x="765" y="187"/>
                  </a:lnTo>
                  <a:lnTo>
                    <a:pt x="765" y="185"/>
                  </a:lnTo>
                  <a:lnTo>
                    <a:pt x="764" y="187"/>
                  </a:lnTo>
                  <a:lnTo>
                    <a:pt x="762" y="188"/>
                  </a:lnTo>
                  <a:lnTo>
                    <a:pt x="762" y="189"/>
                  </a:lnTo>
                  <a:lnTo>
                    <a:pt x="761" y="189"/>
                  </a:lnTo>
                  <a:lnTo>
                    <a:pt x="761" y="188"/>
                  </a:lnTo>
                  <a:lnTo>
                    <a:pt x="761" y="185"/>
                  </a:lnTo>
                  <a:lnTo>
                    <a:pt x="761" y="185"/>
                  </a:lnTo>
                  <a:lnTo>
                    <a:pt x="756" y="185"/>
                  </a:lnTo>
                  <a:lnTo>
                    <a:pt x="755" y="184"/>
                  </a:lnTo>
                  <a:lnTo>
                    <a:pt x="755" y="183"/>
                  </a:lnTo>
                  <a:lnTo>
                    <a:pt x="759" y="181"/>
                  </a:lnTo>
                  <a:lnTo>
                    <a:pt x="759" y="180"/>
                  </a:lnTo>
                  <a:lnTo>
                    <a:pt x="756" y="179"/>
                  </a:lnTo>
                  <a:lnTo>
                    <a:pt x="757" y="177"/>
                  </a:lnTo>
                  <a:lnTo>
                    <a:pt x="757" y="175"/>
                  </a:lnTo>
                  <a:lnTo>
                    <a:pt x="755" y="174"/>
                  </a:lnTo>
                  <a:lnTo>
                    <a:pt x="755" y="174"/>
                  </a:lnTo>
                  <a:lnTo>
                    <a:pt x="753" y="175"/>
                  </a:lnTo>
                  <a:lnTo>
                    <a:pt x="755" y="176"/>
                  </a:lnTo>
                  <a:lnTo>
                    <a:pt x="755" y="177"/>
                  </a:lnTo>
                  <a:lnTo>
                    <a:pt x="751" y="179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49" y="174"/>
                  </a:lnTo>
                  <a:lnTo>
                    <a:pt x="751" y="172"/>
                  </a:lnTo>
                  <a:lnTo>
                    <a:pt x="751" y="170"/>
                  </a:lnTo>
                  <a:lnTo>
                    <a:pt x="747" y="171"/>
                  </a:lnTo>
                  <a:lnTo>
                    <a:pt x="748" y="170"/>
                  </a:lnTo>
                  <a:lnTo>
                    <a:pt x="749" y="168"/>
                  </a:lnTo>
                  <a:lnTo>
                    <a:pt x="751" y="168"/>
                  </a:lnTo>
                  <a:lnTo>
                    <a:pt x="749" y="167"/>
                  </a:lnTo>
                  <a:lnTo>
                    <a:pt x="751" y="167"/>
                  </a:lnTo>
                  <a:lnTo>
                    <a:pt x="752" y="166"/>
                  </a:lnTo>
                  <a:lnTo>
                    <a:pt x="752" y="164"/>
                  </a:lnTo>
                  <a:lnTo>
                    <a:pt x="751" y="163"/>
                  </a:lnTo>
                  <a:lnTo>
                    <a:pt x="748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4" y="168"/>
                  </a:lnTo>
                  <a:lnTo>
                    <a:pt x="744" y="166"/>
                  </a:lnTo>
                  <a:lnTo>
                    <a:pt x="743" y="166"/>
                  </a:lnTo>
                  <a:lnTo>
                    <a:pt x="741" y="168"/>
                  </a:lnTo>
                  <a:lnTo>
                    <a:pt x="740" y="168"/>
                  </a:lnTo>
                  <a:lnTo>
                    <a:pt x="739" y="170"/>
                  </a:lnTo>
                  <a:lnTo>
                    <a:pt x="736" y="170"/>
                  </a:lnTo>
                  <a:lnTo>
                    <a:pt x="735" y="170"/>
                  </a:lnTo>
                  <a:lnTo>
                    <a:pt x="735" y="171"/>
                  </a:lnTo>
                  <a:lnTo>
                    <a:pt x="733" y="171"/>
                  </a:lnTo>
                  <a:lnTo>
                    <a:pt x="733" y="170"/>
                  </a:lnTo>
                  <a:lnTo>
                    <a:pt x="735" y="168"/>
                  </a:lnTo>
                  <a:lnTo>
                    <a:pt x="735" y="167"/>
                  </a:lnTo>
                  <a:lnTo>
                    <a:pt x="733" y="166"/>
                  </a:lnTo>
                  <a:lnTo>
                    <a:pt x="735" y="164"/>
                  </a:lnTo>
                  <a:lnTo>
                    <a:pt x="736" y="163"/>
                  </a:lnTo>
                  <a:lnTo>
                    <a:pt x="737" y="164"/>
                  </a:lnTo>
                  <a:lnTo>
                    <a:pt x="739" y="164"/>
                  </a:lnTo>
                  <a:lnTo>
                    <a:pt x="740" y="164"/>
                  </a:lnTo>
                  <a:lnTo>
                    <a:pt x="741" y="164"/>
                  </a:lnTo>
                  <a:lnTo>
                    <a:pt x="743" y="162"/>
                  </a:lnTo>
                  <a:lnTo>
                    <a:pt x="744" y="160"/>
                  </a:lnTo>
                  <a:lnTo>
                    <a:pt x="743" y="159"/>
                  </a:lnTo>
                  <a:lnTo>
                    <a:pt x="741" y="158"/>
                  </a:lnTo>
                  <a:lnTo>
                    <a:pt x="740" y="156"/>
                  </a:lnTo>
                  <a:lnTo>
                    <a:pt x="739" y="155"/>
                  </a:lnTo>
                  <a:lnTo>
                    <a:pt x="739" y="154"/>
                  </a:lnTo>
                  <a:lnTo>
                    <a:pt x="737" y="152"/>
                  </a:lnTo>
                  <a:lnTo>
                    <a:pt x="737" y="151"/>
                  </a:lnTo>
                  <a:lnTo>
                    <a:pt x="736" y="151"/>
                  </a:lnTo>
                  <a:lnTo>
                    <a:pt x="735" y="150"/>
                  </a:lnTo>
                  <a:lnTo>
                    <a:pt x="733" y="150"/>
                  </a:lnTo>
                  <a:lnTo>
                    <a:pt x="733" y="149"/>
                  </a:lnTo>
                  <a:lnTo>
                    <a:pt x="735" y="147"/>
                  </a:lnTo>
                  <a:lnTo>
                    <a:pt x="736" y="149"/>
                  </a:lnTo>
                  <a:lnTo>
                    <a:pt x="737" y="147"/>
                  </a:lnTo>
                  <a:lnTo>
                    <a:pt x="737" y="146"/>
                  </a:lnTo>
                  <a:lnTo>
                    <a:pt x="739" y="146"/>
                  </a:lnTo>
                  <a:lnTo>
                    <a:pt x="736" y="145"/>
                  </a:lnTo>
                  <a:lnTo>
                    <a:pt x="735" y="143"/>
                  </a:lnTo>
                  <a:lnTo>
                    <a:pt x="733" y="143"/>
                  </a:lnTo>
                  <a:lnTo>
                    <a:pt x="733" y="142"/>
                  </a:lnTo>
                  <a:lnTo>
                    <a:pt x="731" y="142"/>
                  </a:lnTo>
                  <a:lnTo>
                    <a:pt x="731" y="145"/>
                  </a:lnTo>
                  <a:lnTo>
                    <a:pt x="730" y="145"/>
                  </a:lnTo>
                  <a:lnTo>
                    <a:pt x="730" y="143"/>
                  </a:lnTo>
                  <a:lnTo>
                    <a:pt x="731" y="139"/>
                  </a:lnTo>
                  <a:lnTo>
                    <a:pt x="733" y="137"/>
                  </a:lnTo>
                  <a:lnTo>
                    <a:pt x="733" y="135"/>
                  </a:lnTo>
                  <a:lnTo>
                    <a:pt x="735" y="133"/>
                  </a:lnTo>
                  <a:lnTo>
                    <a:pt x="735" y="130"/>
                  </a:lnTo>
                  <a:lnTo>
                    <a:pt x="736" y="129"/>
                  </a:lnTo>
                  <a:lnTo>
                    <a:pt x="735" y="127"/>
                  </a:lnTo>
                  <a:lnTo>
                    <a:pt x="732" y="129"/>
                  </a:lnTo>
                  <a:lnTo>
                    <a:pt x="731" y="127"/>
                  </a:lnTo>
                  <a:lnTo>
                    <a:pt x="731" y="127"/>
                  </a:lnTo>
                  <a:lnTo>
                    <a:pt x="731" y="129"/>
                  </a:lnTo>
                  <a:lnTo>
                    <a:pt x="730" y="129"/>
                  </a:lnTo>
                  <a:lnTo>
                    <a:pt x="727" y="126"/>
                  </a:lnTo>
                  <a:lnTo>
                    <a:pt x="726" y="125"/>
                  </a:lnTo>
                  <a:lnTo>
                    <a:pt x="726" y="124"/>
                  </a:lnTo>
                  <a:lnTo>
                    <a:pt x="724" y="122"/>
                  </a:lnTo>
                  <a:lnTo>
                    <a:pt x="724" y="120"/>
                  </a:lnTo>
                  <a:lnTo>
                    <a:pt x="727" y="118"/>
                  </a:lnTo>
                  <a:lnTo>
                    <a:pt x="727" y="118"/>
                  </a:lnTo>
                  <a:lnTo>
                    <a:pt x="727" y="117"/>
                  </a:lnTo>
                  <a:lnTo>
                    <a:pt x="726" y="114"/>
                  </a:lnTo>
                  <a:lnTo>
                    <a:pt x="724" y="114"/>
                  </a:lnTo>
                  <a:lnTo>
                    <a:pt x="723" y="116"/>
                  </a:lnTo>
                  <a:lnTo>
                    <a:pt x="723" y="120"/>
                  </a:lnTo>
                  <a:lnTo>
                    <a:pt x="722" y="121"/>
                  </a:lnTo>
                  <a:lnTo>
                    <a:pt x="722" y="120"/>
                  </a:lnTo>
                  <a:lnTo>
                    <a:pt x="720" y="118"/>
                  </a:lnTo>
                  <a:lnTo>
                    <a:pt x="720" y="118"/>
                  </a:lnTo>
                  <a:lnTo>
                    <a:pt x="720" y="120"/>
                  </a:lnTo>
                  <a:lnTo>
                    <a:pt x="719" y="121"/>
                  </a:lnTo>
                  <a:lnTo>
                    <a:pt x="718" y="122"/>
                  </a:lnTo>
                  <a:lnTo>
                    <a:pt x="720" y="125"/>
                  </a:lnTo>
                  <a:lnTo>
                    <a:pt x="722" y="125"/>
                  </a:lnTo>
                  <a:lnTo>
                    <a:pt x="723" y="129"/>
                  </a:lnTo>
                  <a:lnTo>
                    <a:pt x="724" y="130"/>
                  </a:lnTo>
                  <a:lnTo>
                    <a:pt x="724" y="133"/>
                  </a:lnTo>
                  <a:lnTo>
                    <a:pt x="723" y="135"/>
                  </a:lnTo>
                  <a:lnTo>
                    <a:pt x="722" y="137"/>
                  </a:lnTo>
                  <a:lnTo>
                    <a:pt x="720" y="138"/>
                  </a:lnTo>
                  <a:lnTo>
                    <a:pt x="715" y="138"/>
                  </a:lnTo>
                  <a:lnTo>
                    <a:pt x="715" y="138"/>
                  </a:lnTo>
                  <a:lnTo>
                    <a:pt x="712" y="138"/>
                  </a:lnTo>
                  <a:lnTo>
                    <a:pt x="710" y="137"/>
                  </a:lnTo>
                  <a:lnTo>
                    <a:pt x="711" y="135"/>
                  </a:lnTo>
                  <a:lnTo>
                    <a:pt x="711" y="133"/>
                  </a:lnTo>
                  <a:lnTo>
                    <a:pt x="707" y="133"/>
                  </a:lnTo>
                  <a:lnTo>
                    <a:pt x="703" y="131"/>
                  </a:lnTo>
                  <a:lnTo>
                    <a:pt x="699" y="131"/>
                  </a:lnTo>
                  <a:lnTo>
                    <a:pt x="702" y="135"/>
                  </a:lnTo>
                  <a:lnTo>
                    <a:pt x="702" y="138"/>
                  </a:lnTo>
                  <a:lnTo>
                    <a:pt x="702" y="138"/>
                  </a:lnTo>
                  <a:lnTo>
                    <a:pt x="701" y="138"/>
                  </a:lnTo>
                  <a:lnTo>
                    <a:pt x="699" y="137"/>
                  </a:lnTo>
                  <a:lnTo>
                    <a:pt x="697" y="134"/>
                  </a:lnTo>
                  <a:lnTo>
                    <a:pt x="697" y="134"/>
                  </a:lnTo>
                  <a:lnTo>
                    <a:pt x="695" y="131"/>
                  </a:lnTo>
                  <a:lnTo>
                    <a:pt x="694" y="130"/>
                  </a:lnTo>
                  <a:lnTo>
                    <a:pt x="691" y="127"/>
                  </a:lnTo>
                  <a:lnTo>
                    <a:pt x="691" y="126"/>
                  </a:lnTo>
                  <a:lnTo>
                    <a:pt x="690" y="126"/>
                  </a:lnTo>
                  <a:lnTo>
                    <a:pt x="687" y="124"/>
                  </a:lnTo>
                  <a:lnTo>
                    <a:pt x="686" y="122"/>
                  </a:lnTo>
                  <a:lnTo>
                    <a:pt x="686" y="122"/>
                  </a:lnTo>
                  <a:lnTo>
                    <a:pt x="683" y="121"/>
                  </a:lnTo>
                  <a:lnTo>
                    <a:pt x="685" y="122"/>
                  </a:lnTo>
                  <a:lnTo>
                    <a:pt x="689" y="126"/>
                  </a:lnTo>
                  <a:lnTo>
                    <a:pt x="690" y="127"/>
                  </a:lnTo>
                  <a:lnTo>
                    <a:pt x="691" y="130"/>
                  </a:lnTo>
                  <a:lnTo>
                    <a:pt x="693" y="131"/>
                  </a:lnTo>
                  <a:lnTo>
                    <a:pt x="694" y="133"/>
                  </a:lnTo>
                  <a:lnTo>
                    <a:pt x="693" y="134"/>
                  </a:lnTo>
                  <a:lnTo>
                    <a:pt x="691" y="134"/>
                  </a:lnTo>
                  <a:lnTo>
                    <a:pt x="690" y="135"/>
                  </a:lnTo>
                  <a:lnTo>
                    <a:pt x="687" y="133"/>
                  </a:lnTo>
                  <a:lnTo>
                    <a:pt x="686" y="133"/>
                  </a:lnTo>
                  <a:lnTo>
                    <a:pt x="685" y="131"/>
                  </a:lnTo>
                  <a:lnTo>
                    <a:pt x="682" y="130"/>
                  </a:lnTo>
                  <a:lnTo>
                    <a:pt x="682" y="129"/>
                  </a:lnTo>
                  <a:lnTo>
                    <a:pt x="678" y="129"/>
                  </a:lnTo>
                  <a:lnTo>
                    <a:pt x="676" y="130"/>
                  </a:lnTo>
                  <a:lnTo>
                    <a:pt x="674" y="129"/>
                  </a:lnTo>
                  <a:lnTo>
                    <a:pt x="672" y="129"/>
                  </a:lnTo>
                  <a:lnTo>
                    <a:pt x="670" y="129"/>
                  </a:lnTo>
                  <a:lnTo>
                    <a:pt x="669" y="126"/>
                  </a:lnTo>
                  <a:lnTo>
                    <a:pt x="666" y="125"/>
                  </a:lnTo>
                  <a:lnTo>
                    <a:pt x="666" y="124"/>
                  </a:lnTo>
                  <a:lnTo>
                    <a:pt x="669" y="121"/>
                  </a:lnTo>
                  <a:lnTo>
                    <a:pt x="670" y="120"/>
                  </a:lnTo>
                  <a:lnTo>
                    <a:pt x="670" y="118"/>
                  </a:lnTo>
                  <a:lnTo>
                    <a:pt x="669" y="120"/>
                  </a:lnTo>
                  <a:lnTo>
                    <a:pt x="666" y="121"/>
                  </a:lnTo>
                  <a:lnTo>
                    <a:pt x="665" y="124"/>
                  </a:lnTo>
                  <a:lnTo>
                    <a:pt x="664" y="124"/>
                  </a:lnTo>
                  <a:lnTo>
                    <a:pt x="662" y="122"/>
                  </a:lnTo>
                  <a:lnTo>
                    <a:pt x="660" y="121"/>
                  </a:lnTo>
                  <a:lnTo>
                    <a:pt x="658" y="122"/>
                  </a:lnTo>
                  <a:lnTo>
                    <a:pt x="661" y="124"/>
                  </a:lnTo>
                  <a:lnTo>
                    <a:pt x="660" y="124"/>
                  </a:lnTo>
                  <a:lnTo>
                    <a:pt x="657" y="124"/>
                  </a:lnTo>
                  <a:lnTo>
                    <a:pt x="653" y="121"/>
                  </a:lnTo>
                  <a:lnTo>
                    <a:pt x="653" y="118"/>
                  </a:lnTo>
                  <a:lnTo>
                    <a:pt x="652" y="117"/>
                  </a:lnTo>
                  <a:lnTo>
                    <a:pt x="652" y="114"/>
                  </a:lnTo>
                  <a:lnTo>
                    <a:pt x="656" y="113"/>
                  </a:lnTo>
                  <a:lnTo>
                    <a:pt x="657" y="112"/>
                  </a:lnTo>
                  <a:lnTo>
                    <a:pt x="656" y="110"/>
                  </a:lnTo>
                  <a:lnTo>
                    <a:pt x="654" y="112"/>
                  </a:lnTo>
                  <a:lnTo>
                    <a:pt x="651" y="113"/>
                  </a:lnTo>
                  <a:lnTo>
                    <a:pt x="651" y="114"/>
                  </a:lnTo>
                  <a:lnTo>
                    <a:pt x="649" y="116"/>
                  </a:lnTo>
                  <a:lnTo>
                    <a:pt x="648" y="113"/>
                  </a:lnTo>
                  <a:lnTo>
                    <a:pt x="649" y="112"/>
                  </a:lnTo>
                  <a:lnTo>
                    <a:pt x="648" y="110"/>
                  </a:lnTo>
                  <a:lnTo>
                    <a:pt x="647" y="110"/>
                  </a:lnTo>
                  <a:lnTo>
                    <a:pt x="647" y="113"/>
                  </a:lnTo>
                  <a:lnTo>
                    <a:pt x="647" y="114"/>
                  </a:lnTo>
                  <a:lnTo>
                    <a:pt x="647" y="114"/>
                  </a:lnTo>
                  <a:lnTo>
                    <a:pt x="644" y="114"/>
                  </a:lnTo>
                  <a:lnTo>
                    <a:pt x="643" y="113"/>
                  </a:lnTo>
                  <a:lnTo>
                    <a:pt x="641" y="113"/>
                  </a:lnTo>
                  <a:lnTo>
                    <a:pt x="640" y="113"/>
                  </a:lnTo>
                  <a:lnTo>
                    <a:pt x="640" y="114"/>
                  </a:lnTo>
                  <a:lnTo>
                    <a:pt x="639" y="114"/>
                  </a:lnTo>
                  <a:lnTo>
                    <a:pt x="636" y="113"/>
                  </a:lnTo>
                  <a:lnTo>
                    <a:pt x="636" y="110"/>
                  </a:lnTo>
                  <a:lnTo>
                    <a:pt x="637" y="110"/>
                  </a:lnTo>
                  <a:lnTo>
                    <a:pt x="637" y="112"/>
                  </a:lnTo>
                  <a:lnTo>
                    <a:pt x="637" y="110"/>
                  </a:lnTo>
                  <a:lnTo>
                    <a:pt x="636" y="109"/>
                  </a:lnTo>
                  <a:lnTo>
                    <a:pt x="633" y="106"/>
                  </a:lnTo>
                  <a:lnTo>
                    <a:pt x="632" y="105"/>
                  </a:lnTo>
                  <a:lnTo>
                    <a:pt x="633" y="102"/>
                  </a:lnTo>
                  <a:lnTo>
                    <a:pt x="632" y="100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3" y="95"/>
                  </a:lnTo>
                  <a:lnTo>
                    <a:pt x="633" y="93"/>
                  </a:lnTo>
                  <a:lnTo>
                    <a:pt x="633" y="91"/>
                  </a:lnTo>
                  <a:lnTo>
                    <a:pt x="633" y="89"/>
                  </a:lnTo>
                  <a:lnTo>
                    <a:pt x="635" y="89"/>
                  </a:lnTo>
                  <a:lnTo>
                    <a:pt x="636" y="91"/>
                  </a:lnTo>
                  <a:lnTo>
                    <a:pt x="640" y="92"/>
                  </a:lnTo>
                  <a:lnTo>
                    <a:pt x="643" y="93"/>
                  </a:lnTo>
                  <a:lnTo>
                    <a:pt x="643" y="95"/>
                  </a:lnTo>
                  <a:lnTo>
                    <a:pt x="647" y="97"/>
                  </a:lnTo>
                  <a:lnTo>
                    <a:pt x="651" y="97"/>
                  </a:lnTo>
                  <a:lnTo>
                    <a:pt x="652" y="96"/>
                  </a:lnTo>
                  <a:lnTo>
                    <a:pt x="656" y="96"/>
                  </a:lnTo>
                  <a:lnTo>
                    <a:pt x="653" y="95"/>
                  </a:lnTo>
                  <a:lnTo>
                    <a:pt x="653" y="93"/>
                  </a:lnTo>
                  <a:lnTo>
                    <a:pt x="651" y="92"/>
                  </a:lnTo>
                  <a:lnTo>
                    <a:pt x="651" y="88"/>
                  </a:lnTo>
                  <a:lnTo>
                    <a:pt x="647" y="88"/>
                  </a:lnTo>
                  <a:lnTo>
                    <a:pt x="644" y="87"/>
                  </a:lnTo>
                  <a:lnTo>
                    <a:pt x="643" y="87"/>
                  </a:lnTo>
                  <a:lnTo>
                    <a:pt x="640" y="85"/>
                  </a:lnTo>
                  <a:lnTo>
                    <a:pt x="637" y="85"/>
                  </a:lnTo>
                  <a:lnTo>
                    <a:pt x="633" y="83"/>
                  </a:lnTo>
                  <a:lnTo>
                    <a:pt x="632" y="80"/>
                  </a:lnTo>
                  <a:lnTo>
                    <a:pt x="633" y="76"/>
                  </a:lnTo>
                  <a:lnTo>
                    <a:pt x="635" y="75"/>
                  </a:lnTo>
                  <a:lnTo>
                    <a:pt x="635" y="74"/>
                  </a:lnTo>
                  <a:lnTo>
                    <a:pt x="636" y="71"/>
                  </a:lnTo>
                  <a:lnTo>
                    <a:pt x="637" y="71"/>
                  </a:lnTo>
                  <a:lnTo>
                    <a:pt x="639" y="68"/>
                  </a:lnTo>
                  <a:lnTo>
                    <a:pt x="639" y="64"/>
                  </a:lnTo>
                  <a:lnTo>
                    <a:pt x="640" y="63"/>
                  </a:lnTo>
                  <a:lnTo>
                    <a:pt x="641" y="62"/>
                  </a:lnTo>
                  <a:lnTo>
                    <a:pt x="641" y="60"/>
                  </a:lnTo>
                  <a:lnTo>
                    <a:pt x="645" y="59"/>
                  </a:lnTo>
                  <a:lnTo>
                    <a:pt x="647" y="58"/>
                  </a:lnTo>
                  <a:lnTo>
                    <a:pt x="648" y="56"/>
                  </a:lnTo>
                  <a:lnTo>
                    <a:pt x="647" y="56"/>
                  </a:lnTo>
                  <a:lnTo>
                    <a:pt x="645" y="58"/>
                  </a:lnTo>
                  <a:lnTo>
                    <a:pt x="645" y="55"/>
                  </a:lnTo>
                  <a:lnTo>
                    <a:pt x="648" y="51"/>
                  </a:lnTo>
                  <a:lnTo>
                    <a:pt x="649" y="49"/>
                  </a:lnTo>
                  <a:lnTo>
                    <a:pt x="651" y="47"/>
                  </a:lnTo>
                  <a:lnTo>
                    <a:pt x="652" y="45"/>
                  </a:lnTo>
                  <a:lnTo>
                    <a:pt x="653" y="45"/>
                  </a:lnTo>
                  <a:lnTo>
                    <a:pt x="654" y="46"/>
                  </a:lnTo>
                  <a:lnTo>
                    <a:pt x="656" y="42"/>
                  </a:lnTo>
                  <a:lnTo>
                    <a:pt x="657" y="42"/>
                  </a:lnTo>
                  <a:lnTo>
                    <a:pt x="657" y="43"/>
                  </a:lnTo>
                  <a:lnTo>
                    <a:pt x="658" y="42"/>
                  </a:lnTo>
                  <a:lnTo>
                    <a:pt x="658" y="41"/>
                  </a:lnTo>
                  <a:lnTo>
                    <a:pt x="661" y="37"/>
                  </a:lnTo>
                  <a:lnTo>
                    <a:pt x="662" y="37"/>
                  </a:lnTo>
                  <a:lnTo>
                    <a:pt x="662" y="34"/>
                  </a:lnTo>
                  <a:lnTo>
                    <a:pt x="664" y="31"/>
                  </a:lnTo>
                  <a:lnTo>
                    <a:pt x="666" y="31"/>
                  </a:lnTo>
                  <a:lnTo>
                    <a:pt x="668" y="29"/>
                  </a:lnTo>
                  <a:lnTo>
                    <a:pt x="670" y="30"/>
                  </a:lnTo>
                  <a:lnTo>
                    <a:pt x="672" y="30"/>
                  </a:lnTo>
                  <a:lnTo>
                    <a:pt x="670" y="27"/>
                  </a:lnTo>
                  <a:lnTo>
                    <a:pt x="672" y="26"/>
                  </a:lnTo>
                  <a:lnTo>
                    <a:pt x="676" y="24"/>
                  </a:lnTo>
                  <a:lnTo>
                    <a:pt x="679" y="21"/>
                  </a:lnTo>
                  <a:lnTo>
                    <a:pt x="686" y="18"/>
                  </a:lnTo>
                  <a:lnTo>
                    <a:pt x="690" y="18"/>
                  </a:lnTo>
                  <a:lnTo>
                    <a:pt x="691" y="17"/>
                  </a:lnTo>
                  <a:close/>
                  <a:moveTo>
                    <a:pt x="597" y="14"/>
                  </a:moveTo>
                  <a:lnTo>
                    <a:pt x="598" y="16"/>
                  </a:lnTo>
                  <a:lnTo>
                    <a:pt x="598" y="17"/>
                  </a:lnTo>
                  <a:lnTo>
                    <a:pt x="598" y="18"/>
                  </a:lnTo>
                  <a:lnTo>
                    <a:pt x="597" y="21"/>
                  </a:lnTo>
                  <a:lnTo>
                    <a:pt x="595" y="22"/>
                  </a:lnTo>
                  <a:lnTo>
                    <a:pt x="594" y="21"/>
                  </a:lnTo>
                  <a:lnTo>
                    <a:pt x="594" y="17"/>
                  </a:lnTo>
                  <a:lnTo>
                    <a:pt x="595" y="17"/>
                  </a:lnTo>
                  <a:lnTo>
                    <a:pt x="595" y="16"/>
                  </a:lnTo>
                  <a:lnTo>
                    <a:pt x="597" y="14"/>
                  </a:lnTo>
                  <a:close/>
                  <a:moveTo>
                    <a:pt x="597" y="12"/>
                  </a:moveTo>
                  <a:lnTo>
                    <a:pt x="598" y="12"/>
                  </a:lnTo>
                  <a:lnTo>
                    <a:pt x="598" y="13"/>
                  </a:lnTo>
                  <a:lnTo>
                    <a:pt x="597" y="13"/>
                  </a:lnTo>
                  <a:lnTo>
                    <a:pt x="597" y="12"/>
                  </a:lnTo>
                  <a:close/>
                  <a:moveTo>
                    <a:pt x="277" y="9"/>
                  </a:moveTo>
                  <a:lnTo>
                    <a:pt x="278" y="12"/>
                  </a:lnTo>
                  <a:lnTo>
                    <a:pt x="275" y="13"/>
                  </a:lnTo>
                  <a:lnTo>
                    <a:pt x="274" y="12"/>
                  </a:lnTo>
                  <a:lnTo>
                    <a:pt x="275" y="10"/>
                  </a:lnTo>
                  <a:lnTo>
                    <a:pt x="277" y="9"/>
                  </a:lnTo>
                  <a:close/>
                  <a:moveTo>
                    <a:pt x="157" y="8"/>
                  </a:moveTo>
                  <a:lnTo>
                    <a:pt x="158" y="8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58" y="10"/>
                  </a:lnTo>
                  <a:lnTo>
                    <a:pt x="157" y="12"/>
                  </a:lnTo>
                  <a:lnTo>
                    <a:pt x="154" y="8"/>
                  </a:lnTo>
                  <a:lnTo>
                    <a:pt x="157" y="8"/>
                  </a:lnTo>
                  <a:close/>
                  <a:moveTo>
                    <a:pt x="668" y="2"/>
                  </a:moveTo>
                  <a:lnTo>
                    <a:pt x="672" y="4"/>
                  </a:lnTo>
                  <a:lnTo>
                    <a:pt x="672" y="5"/>
                  </a:lnTo>
                  <a:lnTo>
                    <a:pt x="670" y="5"/>
                  </a:lnTo>
                  <a:lnTo>
                    <a:pt x="669" y="5"/>
                  </a:lnTo>
                  <a:lnTo>
                    <a:pt x="668" y="4"/>
                  </a:lnTo>
                  <a:lnTo>
                    <a:pt x="668" y="2"/>
                  </a:lnTo>
                  <a:close/>
                  <a:moveTo>
                    <a:pt x="137" y="0"/>
                  </a:moveTo>
                  <a:lnTo>
                    <a:pt x="138" y="1"/>
                  </a:lnTo>
                  <a:lnTo>
                    <a:pt x="140" y="1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50" y="8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4" y="10"/>
                  </a:lnTo>
                  <a:lnTo>
                    <a:pt x="154" y="13"/>
                  </a:lnTo>
                  <a:lnTo>
                    <a:pt x="157" y="16"/>
                  </a:lnTo>
                  <a:lnTo>
                    <a:pt x="157" y="17"/>
                  </a:lnTo>
                  <a:lnTo>
                    <a:pt x="157" y="18"/>
                  </a:lnTo>
                  <a:lnTo>
                    <a:pt x="155" y="21"/>
                  </a:lnTo>
                  <a:lnTo>
                    <a:pt x="157" y="24"/>
                  </a:lnTo>
                  <a:lnTo>
                    <a:pt x="158" y="24"/>
                  </a:lnTo>
                  <a:lnTo>
                    <a:pt x="158" y="22"/>
                  </a:lnTo>
                  <a:lnTo>
                    <a:pt x="159" y="24"/>
                  </a:lnTo>
                  <a:lnTo>
                    <a:pt x="159" y="26"/>
                  </a:lnTo>
                  <a:lnTo>
                    <a:pt x="161" y="30"/>
                  </a:lnTo>
                  <a:lnTo>
                    <a:pt x="165" y="34"/>
                  </a:lnTo>
                  <a:lnTo>
                    <a:pt x="166" y="35"/>
                  </a:lnTo>
                  <a:lnTo>
                    <a:pt x="167" y="35"/>
                  </a:lnTo>
                  <a:lnTo>
                    <a:pt x="169" y="37"/>
                  </a:lnTo>
                  <a:lnTo>
                    <a:pt x="169" y="38"/>
                  </a:lnTo>
                  <a:lnTo>
                    <a:pt x="170" y="39"/>
                  </a:lnTo>
                  <a:lnTo>
                    <a:pt x="171" y="38"/>
                  </a:lnTo>
                  <a:lnTo>
                    <a:pt x="174" y="42"/>
                  </a:lnTo>
                  <a:lnTo>
                    <a:pt x="174" y="46"/>
                  </a:lnTo>
                  <a:lnTo>
                    <a:pt x="175" y="46"/>
                  </a:lnTo>
                  <a:lnTo>
                    <a:pt x="176" y="47"/>
                  </a:lnTo>
                  <a:lnTo>
                    <a:pt x="178" y="47"/>
                  </a:lnTo>
                  <a:lnTo>
                    <a:pt x="180" y="51"/>
                  </a:lnTo>
                  <a:lnTo>
                    <a:pt x="180" y="52"/>
                  </a:lnTo>
                  <a:lnTo>
                    <a:pt x="182" y="54"/>
                  </a:lnTo>
                  <a:lnTo>
                    <a:pt x="182" y="55"/>
                  </a:lnTo>
                  <a:lnTo>
                    <a:pt x="179" y="58"/>
                  </a:lnTo>
                  <a:lnTo>
                    <a:pt x="178" y="60"/>
                  </a:lnTo>
                  <a:lnTo>
                    <a:pt x="183" y="56"/>
                  </a:lnTo>
                  <a:lnTo>
                    <a:pt x="184" y="55"/>
                  </a:lnTo>
                  <a:lnTo>
                    <a:pt x="186" y="55"/>
                  </a:lnTo>
                  <a:lnTo>
                    <a:pt x="186" y="52"/>
                  </a:lnTo>
                  <a:lnTo>
                    <a:pt x="186" y="46"/>
                  </a:lnTo>
                  <a:lnTo>
                    <a:pt x="186" y="42"/>
                  </a:lnTo>
                  <a:lnTo>
                    <a:pt x="187" y="39"/>
                  </a:lnTo>
                  <a:lnTo>
                    <a:pt x="191" y="38"/>
                  </a:lnTo>
                  <a:lnTo>
                    <a:pt x="194" y="37"/>
                  </a:lnTo>
                  <a:lnTo>
                    <a:pt x="196" y="35"/>
                  </a:lnTo>
                  <a:lnTo>
                    <a:pt x="198" y="34"/>
                  </a:lnTo>
                  <a:lnTo>
                    <a:pt x="199" y="33"/>
                  </a:lnTo>
                  <a:lnTo>
                    <a:pt x="202" y="33"/>
                  </a:lnTo>
                  <a:lnTo>
                    <a:pt x="203" y="31"/>
                  </a:lnTo>
                  <a:lnTo>
                    <a:pt x="205" y="31"/>
                  </a:lnTo>
                  <a:lnTo>
                    <a:pt x="205" y="31"/>
                  </a:lnTo>
                  <a:lnTo>
                    <a:pt x="208" y="31"/>
                  </a:lnTo>
                  <a:lnTo>
                    <a:pt x="209" y="33"/>
                  </a:lnTo>
                  <a:lnTo>
                    <a:pt x="212" y="30"/>
                  </a:lnTo>
                  <a:lnTo>
                    <a:pt x="213" y="27"/>
                  </a:lnTo>
                  <a:lnTo>
                    <a:pt x="215" y="26"/>
                  </a:lnTo>
                  <a:lnTo>
                    <a:pt x="217" y="27"/>
                  </a:lnTo>
                  <a:lnTo>
                    <a:pt x="219" y="26"/>
                  </a:lnTo>
                  <a:lnTo>
                    <a:pt x="217" y="25"/>
                  </a:lnTo>
                  <a:lnTo>
                    <a:pt x="220" y="25"/>
                  </a:lnTo>
                  <a:lnTo>
                    <a:pt x="221" y="26"/>
                  </a:lnTo>
                  <a:lnTo>
                    <a:pt x="228" y="26"/>
                  </a:lnTo>
                  <a:lnTo>
                    <a:pt x="233" y="25"/>
                  </a:lnTo>
                  <a:lnTo>
                    <a:pt x="236" y="24"/>
                  </a:lnTo>
                  <a:lnTo>
                    <a:pt x="236" y="22"/>
                  </a:lnTo>
                  <a:lnTo>
                    <a:pt x="237" y="25"/>
                  </a:lnTo>
                  <a:lnTo>
                    <a:pt x="238" y="24"/>
                  </a:lnTo>
                  <a:lnTo>
                    <a:pt x="240" y="21"/>
                  </a:lnTo>
                  <a:lnTo>
                    <a:pt x="244" y="20"/>
                  </a:lnTo>
                  <a:lnTo>
                    <a:pt x="246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49" y="22"/>
                  </a:lnTo>
                  <a:lnTo>
                    <a:pt x="250" y="21"/>
                  </a:lnTo>
                  <a:lnTo>
                    <a:pt x="250" y="20"/>
                  </a:lnTo>
                  <a:lnTo>
                    <a:pt x="252" y="18"/>
                  </a:lnTo>
                  <a:lnTo>
                    <a:pt x="253" y="20"/>
                  </a:lnTo>
                  <a:lnTo>
                    <a:pt x="253" y="22"/>
                  </a:lnTo>
                  <a:lnTo>
                    <a:pt x="254" y="24"/>
                  </a:lnTo>
                  <a:lnTo>
                    <a:pt x="253" y="24"/>
                  </a:lnTo>
                  <a:lnTo>
                    <a:pt x="253" y="24"/>
                  </a:lnTo>
                  <a:lnTo>
                    <a:pt x="252" y="26"/>
                  </a:lnTo>
                  <a:lnTo>
                    <a:pt x="246" y="27"/>
                  </a:lnTo>
                  <a:lnTo>
                    <a:pt x="242" y="29"/>
                  </a:lnTo>
                  <a:lnTo>
                    <a:pt x="240" y="31"/>
                  </a:lnTo>
                  <a:lnTo>
                    <a:pt x="237" y="31"/>
                  </a:lnTo>
                  <a:lnTo>
                    <a:pt x="236" y="31"/>
                  </a:lnTo>
                  <a:lnTo>
                    <a:pt x="234" y="33"/>
                  </a:lnTo>
                  <a:lnTo>
                    <a:pt x="233" y="33"/>
                  </a:lnTo>
                  <a:lnTo>
                    <a:pt x="232" y="31"/>
                  </a:lnTo>
                  <a:lnTo>
                    <a:pt x="228" y="33"/>
                  </a:lnTo>
                  <a:lnTo>
                    <a:pt x="225" y="33"/>
                  </a:lnTo>
                  <a:lnTo>
                    <a:pt x="224" y="34"/>
                  </a:lnTo>
                  <a:lnTo>
                    <a:pt x="220" y="34"/>
                  </a:lnTo>
                  <a:lnTo>
                    <a:pt x="217" y="34"/>
                  </a:lnTo>
                  <a:lnTo>
                    <a:pt x="216" y="37"/>
                  </a:lnTo>
                  <a:lnTo>
                    <a:pt x="209" y="39"/>
                  </a:lnTo>
                  <a:lnTo>
                    <a:pt x="209" y="38"/>
                  </a:lnTo>
                  <a:lnTo>
                    <a:pt x="207" y="41"/>
                  </a:lnTo>
                  <a:lnTo>
                    <a:pt x="207" y="42"/>
                  </a:lnTo>
                  <a:lnTo>
                    <a:pt x="204" y="43"/>
                  </a:lnTo>
                  <a:lnTo>
                    <a:pt x="203" y="42"/>
                  </a:lnTo>
                  <a:lnTo>
                    <a:pt x="202" y="43"/>
                  </a:lnTo>
                  <a:lnTo>
                    <a:pt x="200" y="46"/>
                  </a:lnTo>
                  <a:lnTo>
                    <a:pt x="198" y="46"/>
                  </a:lnTo>
                  <a:lnTo>
                    <a:pt x="196" y="49"/>
                  </a:lnTo>
                  <a:lnTo>
                    <a:pt x="199" y="51"/>
                  </a:lnTo>
                  <a:lnTo>
                    <a:pt x="202" y="52"/>
                  </a:lnTo>
                  <a:lnTo>
                    <a:pt x="199" y="50"/>
                  </a:lnTo>
                  <a:lnTo>
                    <a:pt x="199" y="49"/>
                  </a:lnTo>
                  <a:lnTo>
                    <a:pt x="202" y="49"/>
                  </a:lnTo>
                  <a:lnTo>
                    <a:pt x="203" y="49"/>
                  </a:lnTo>
                  <a:lnTo>
                    <a:pt x="204" y="49"/>
                  </a:lnTo>
                  <a:lnTo>
                    <a:pt x="204" y="47"/>
                  </a:lnTo>
                  <a:lnTo>
                    <a:pt x="207" y="43"/>
                  </a:lnTo>
                  <a:lnTo>
                    <a:pt x="211" y="43"/>
                  </a:lnTo>
                  <a:lnTo>
                    <a:pt x="213" y="43"/>
                  </a:lnTo>
                  <a:lnTo>
                    <a:pt x="219" y="39"/>
                  </a:lnTo>
                  <a:lnTo>
                    <a:pt x="220" y="37"/>
                  </a:lnTo>
                  <a:lnTo>
                    <a:pt x="221" y="37"/>
                  </a:lnTo>
                  <a:lnTo>
                    <a:pt x="223" y="38"/>
                  </a:lnTo>
                  <a:lnTo>
                    <a:pt x="224" y="37"/>
                  </a:lnTo>
                  <a:lnTo>
                    <a:pt x="227" y="37"/>
                  </a:lnTo>
                  <a:lnTo>
                    <a:pt x="227" y="38"/>
                  </a:lnTo>
                  <a:lnTo>
                    <a:pt x="230" y="35"/>
                  </a:lnTo>
                  <a:lnTo>
                    <a:pt x="230" y="37"/>
                  </a:lnTo>
                  <a:lnTo>
                    <a:pt x="228" y="41"/>
                  </a:lnTo>
                  <a:lnTo>
                    <a:pt x="228" y="42"/>
                  </a:lnTo>
                  <a:lnTo>
                    <a:pt x="230" y="38"/>
                  </a:lnTo>
                  <a:lnTo>
                    <a:pt x="234" y="38"/>
                  </a:lnTo>
                  <a:lnTo>
                    <a:pt x="241" y="33"/>
                  </a:lnTo>
                  <a:lnTo>
                    <a:pt x="245" y="33"/>
                  </a:lnTo>
                  <a:lnTo>
                    <a:pt x="248" y="30"/>
                  </a:lnTo>
                  <a:lnTo>
                    <a:pt x="252" y="30"/>
                  </a:lnTo>
                  <a:lnTo>
                    <a:pt x="254" y="29"/>
                  </a:lnTo>
                  <a:lnTo>
                    <a:pt x="257" y="29"/>
                  </a:lnTo>
                  <a:lnTo>
                    <a:pt x="255" y="31"/>
                  </a:lnTo>
                  <a:lnTo>
                    <a:pt x="253" y="33"/>
                  </a:lnTo>
                  <a:lnTo>
                    <a:pt x="253" y="34"/>
                  </a:lnTo>
                  <a:lnTo>
                    <a:pt x="254" y="35"/>
                  </a:lnTo>
                  <a:lnTo>
                    <a:pt x="257" y="33"/>
                  </a:lnTo>
                  <a:lnTo>
                    <a:pt x="263" y="30"/>
                  </a:lnTo>
                  <a:lnTo>
                    <a:pt x="263" y="30"/>
                  </a:lnTo>
                  <a:lnTo>
                    <a:pt x="263" y="29"/>
                  </a:lnTo>
                  <a:lnTo>
                    <a:pt x="266" y="27"/>
                  </a:lnTo>
                  <a:lnTo>
                    <a:pt x="267" y="27"/>
                  </a:lnTo>
                  <a:lnTo>
                    <a:pt x="269" y="26"/>
                  </a:lnTo>
                  <a:lnTo>
                    <a:pt x="269" y="25"/>
                  </a:lnTo>
                  <a:lnTo>
                    <a:pt x="270" y="26"/>
                  </a:lnTo>
                  <a:lnTo>
                    <a:pt x="273" y="26"/>
                  </a:lnTo>
                  <a:lnTo>
                    <a:pt x="273" y="24"/>
                  </a:lnTo>
                  <a:lnTo>
                    <a:pt x="271" y="21"/>
                  </a:lnTo>
                  <a:lnTo>
                    <a:pt x="273" y="20"/>
                  </a:lnTo>
                  <a:lnTo>
                    <a:pt x="271" y="17"/>
                  </a:lnTo>
                  <a:lnTo>
                    <a:pt x="274" y="14"/>
                  </a:lnTo>
                  <a:lnTo>
                    <a:pt x="277" y="13"/>
                  </a:lnTo>
                  <a:lnTo>
                    <a:pt x="277" y="16"/>
                  </a:lnTo>
                  <a:lnTo>
                    <a:pt x="278" y="25"/>
                  </a:lnTo>
                  <a:lnTo>
                    <a:pt x="277" y="27"/>
                  </a:lnTo>
                  <a:lnTo>
                    <a:pt x="277" y="35"/>
                  </a:lnTo>
                  <a:lnTo>
                    <a:pt x="274" y="39"/>
                  </a:lnTo>
                  <a:lnTo>
                    <a:pt x="274" y="50"/>
                  </a:lnTo>
                  <a:lnTo>
                    <a:pt x="275" y="52"/>
                  </a:lnTo>
                  <a:lnTo>
                    <a:pt x="278" y="54"/>
                  </a:lnTo>
                  <a:lnTo>
                    <a:pt x="279" y="58"/>
                  </a:lnTo>
                  <a:lnTo>
                    <a:pt x="283" y="55"/>
                  </a:lnTo>
                  <a:lnTo>
                    <a:pt x="282" y="54"/>
                  </a:lnTo>
                  <a:lnTo>
                    <a:pt x="281" y="54"/>
                  </a:lnTo>
                  <a:lnTo>
                    <a:pt x="279" y="52"/>
                  </a:lnTo>
                  <a:lnTo>
                    <a:pt x="282" y="51"/>
                  </a:lnTo>
                  <a:lnTo>
                    <a:pt x="283" y="51"/>
                  </a:lnTo>
                  <a:lnTo>
                    <a:pt x="284" y="49"/>
                  </a:lnTo>
                  <a:lnTo>
                    <a:pt x="283" y="49"/>
                  </a:lnTo>
                  <a:lnTo>
                    <a:pt x="286" y="46"/>
                  </a:lnTo>
                  <a:lnTo>
                    <a:pt x="288" y="46"/>
                  </a:lnTo>
                  <a:lnTo>
                    <a:pt x="288" y="49"/>
                  </a:lnTo>
                  <a:lnTo>
                    <a:pt x="291" y="47"/>
                  </a:lnTo>
                  <a:lnTo>
                    <a:pt x="288" y="42"/>
                  </a:lnTo>
                  <a:lnTo>
                    <a:pt x="291" y="42"/>
                  </a:lnTo>
                  <a:lnTo>
                    <a:pt x="295" y="39"/>
                  </a:lnTo>
                  <a:lnTo>
                    <a:pt x="295" y="38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42"/>
                  </a:lnTo>
                  <a:lnTo>
                    <a:pt x="296" y="43"/>
                  </a:lnTo>
                  <a:lnTo>
                    <a:pt x="296" y="45"/>
                  </a:lnTo>
                  <a:lnTo>
                    <a:pt x="294" y="47"/>
                  </a:lnTo>
                  <a:lnTo>
                    <a:pt x="294" y="49"/>
                  </a:lnTo>
                  <a:lnTo>
                    <a:pt x="295" y="50"/>
                  </a:lnTo>
                  <a:lnTo>
                    <a:pt x="296" y="49"/>
                  </a:lnTo>
                  <a:lnTo>
                    <a:pt x="296" y="50"/>
                  </a:lnTo>
                  <a:lnTo>
                    <a:pt x="296" y="51"/>
                  </a:lnTo>
                  <a:lnTo>
                    <a:pt x="295" y="52"/>
                  </a:lnTo>
                  <a:lnTo>
                    <a:pt x="292" y="54"/>
                  </a:lnTo>
                  <a:lnTo>
                    <a:pt x="291" y="54"/>
                  </a:lnTo>
                  <a:lnTo>
                    <a:pt x="290" y="55"/>
                  </a:lnTo>
                  <a:lnTo>
                    <a:pt x="288" y="58"/>
                  </a:lnTo>
                  <a:lnTo>
                    <a:pt x="290" y="59"/>
                  </a:lnTo>
                  <a:lnTo>
                    <a:pt x="294" y="59"/>
                  </a:lnTo>
                  <a:lnTo>
                    <a:pt x="295" y="60"/>
                  </a:lnTo>
                  <a:lnTo>
                    <a:pt x="298" y="60"/>
                  </a:lnTo>
                  <a:lnTo>
                    <a:pt x="299" y="58"/>
                  </a:lnTo>
                  <a:lnTo>
                    <a:pt x="302" y="58"/>
                  </a:lnTo>
                  <a:lnTo>
                    <a:pt x="304" y="54"/>
                  </a:lnTo>
                  <a:lnTo>
                    <a:pt x="307" y="51"/>
                  </a:lnTo>
                  <a:lnTo>
                    <a:pt x="309" y="50"/>
                  </a:lnTo>
                  <a:lnTo>
                    <a:pt x="311" y="51"/>
                  </a:lnTo>
                  <a:lnTo>
                    <a:pt x="313" y="51"/>
                  </a:lnTo>
                  <a:lnTo>
                    <a:pt x="315" y="54"/>
                  </a:lnTo>
                  <a:lnTo>
                    <a:pt x="317" y="54"/>
                  </a:lnTo>
                  <a:lnTo>
                    <a:pt x="320" y="55"/>
                  </a:lnTo>
                  <a:lnTo>
                    <a:pt x="323" y="55"/>
                  </a:lnTo>
                  <a:lnTo>
                    <a:pt x="323" y="58"/>
                  </a:lnTo>
                  <a:lnTo>
                    <a:pt x="324" y="63"/>
                  </a:lnTo>
                  <a:lnTo>
                    <a:pt x="324" y="67"/>
                  </a:lnTo>
                  <a:lnTo>
                    <a:pt x="327" y="71"/>
                  </a:lnTo>
                  <a:lnTo>
                    <a:pt x="337" y="76"/>
                  </a:lnTo>
                  <a:lnTo>
                    <a:pt x="337" y="79"/>
                  </a:lnTo>
                  <a:lnTo>
                    <a:pt x="341" y="80"/>
                  </a:lnTo>
                  <a:lnTo>
                    <a:pt x="344" y="84"/>
                  </a:lnTo>
                  <a:lnTo>
                    <a:pt x="345" y="84"/>
                  </a:lnTo>
                  <a:lnTo>
                    <a:pt x="348" y="85"/>
                  </a:lnTo>
                  <a:lnTo>
                    <a:pt x="349" y="88"/>
                  </a:lnTo>
                  <a:lnTo>
                    <a:pt x="350" y="89"/>
                  </a:lnTo>
                  <a:lnTo>
                    <a:pt x="352" y="88"/>
                  </a:lnTo>
                  <a:lnTo>
                    <a:pt x="352" y="89"/>
                  </a:lnTo>
                  <a:lnTo>
                    <a:pt x="356" y="92"/>
                  </a:lnTo>
                  <a:lnTo>
                    <a:pt x="357" y="92"/>
                  </a:lnTo>
                  <a:lnTo>
                    <a:pt x="357" y="93"/>
                  </a:lnTo>
                  <a:lnTo>
                    <a:pt x="360" y="96"/>
                  </a:lnTo>
                  <a:lnTo>
                    <a:pt x="360" y="93"/>
                  </a:lnTo>
                  <a:lnTo>
                    <a:pt x="358" y="92"/>
                  </a:lnTo>
                  <a:lnTo>
                    <a:pt x="360" y="91"/>
                  </a:lnTo>
                  <a:lnTo>
                    <a:pt x="357" y="89"/>
                  </a:lnTo>
                  <a:lnTo>
                    <a:pt x="357" y="88"/>
                  </a:lnTo>
                  <a:lnTo>
                    <a:pt x="361" y="89"/>
                  </a:lnTo>
                  <a:lnTo>
                    <a:pt x="361" y="92"/>
                  </a:lnTo>
                  <a:lnTo>
                    <a:pt x="362" y="92"/>
                  </a:lnTo>
                  <a:lnTo>
                    <a:pt x="363" y="89"/>
                  </a:lnTo>
                  <a:lnTo>
                    <a:pt x="363" y="89"/>
                  </a:lnTo>
                  <a:lnTo>
                    <a:pt x="367" y="92"/>
                  </a:lnTo>
                  <a:lnTo>
                    <a:pt x="367" y="95"/>
                  </a:lnTo>
                  <a:lnTo>
                    <a:pt x="369" y="95"/>
                  </a:lnTo>
                  <a:lnTo>
                    <a:pt x="370" y="97"/>
                  </a:lnTo>
                  <a:lnTo>
                    <a:pt x="371" y="100"/>
                  </a:lnTo>
                  <a:lnTo>
                    <a:pt x="371" y="102"/>
                  </a:lnTo>
                  <a:lnTo>
                    <a:pt x="373" y="105"/>
                  </a:lnTo>
                  <a:lnTo>
                    <a:pt x="371" y="108"/>
                  </a:lnTo>
                  <a:lnTo>
                    <a:pt x="371" y="110"/>
                  </a:lnTo>
                  <a:lnTo>
                    <a:pt x="370" y="113"/>
                  </a:lnTo>
                  <a:lnTo>
                    <a:pt x="365" y="110"/>
                  </a:lnTo>
                  <a:lnTo>
                    <a:pt x="361" y="110"/>
                  </a:lnTo>
                  <a:lnTo>
                    <a:pt x="362" y="112"/>
                  </a:lnTo>
                  <a:lnTo>
                    <a:pt x="361" y="113"/>
                  </a:lnTo>
                  <a:lnTo>
                    <a:pt x="357" y="112"/>
                  </a:lnTo>
                  <a:lnTo>
                    <a:pt x="356" y="112"/>
                  </a:lnTo>
                  <a:lnTo>
                    <a:pt x="356" y="113"/>
                  </a:lnTo>
                  <a:lnTo>
                    <a:pt x="354" y="114"/>
                  </a:lnTo>
                  <a:lnTo>
                    <a:pt x="354" y="117"/>
                  </a:lnTo>
                  <a:lnTo>
                    <a:pt x="352" y="117"/>
                  </a:lnTo>
                  <a:lnTo>
                    <a:pt x="349" y="117"/>
                  </a:lnTo>
                  <a:lnTo>
                    <a:pt x="350" y="118"/>
                  </a:lnTo>
                  <a:lnTo>
                    <a:pt x="353" y="120"/>
                  </a:lnTo>
                  <a:lnTo>
                    <a:pt x="353" y="122"/>
                  </a:lnTo>
                  <a:lnTo>
                    <a:pt x="356" y="124"/>
                  </a:lnTo>
                  <a:lnTo>
                    <a:pt x="357" y="122"/>
                  </a:lnTo>
                  <a:lnTo>
                    <a:pt x="360" y="125"/>
                  </a:lnTo>
                  <a:lnTo>
                    <a:pt x="360" y="127"/>
                  </a:lnTo>
                  <a:lnTo>
                    <a:pt x="362" y="127"/>
                  </a:lnTo>
                  <a:lnTo>
                    <a:pt x="366" y="129"/>
                  </a:lnTo>
                  <a:lnTo>
                    <a:pt x="370" y="130"/>
                  </a:lnTo>
                  <a:lnTo>
                    <a:pt x="375" y="131"/>
                  </a:lnTo>
                  <a:lnTo>
                    <a:pt x="378" y="131"/>
                  </a:lnTo>
                  <a:lnTo>
                    <a:pt x="378" y="130"/>
                  </a:lnTo>
                  <a:lnTo>
                    <a:pt x="379" y="130"/>
                  </a:lnTo>
                  <a:lnTo>
                    <a:pt x="382" y="131"/>
                  </a:lnTo>
                  <a:lnTo>
                    <a:pt x="382" y="134"/>
                  </a:lnTo>
                  <a:lnTo>
                    <a:pt x="385" y="130"/>
                  </a:lnTo>
                  <a:lnTo>
                    <a:pt x="386" y="133"/>
                  </a:lnTo>
                  <a:lnTo>
                    <a:pt x="387" y="131"/>
                  </a:lnTo>
                  <a:lnTo>
                    <a:pt x="388" y="130"/>
                  </a:lnTo>
                  <a:lnTo>
                    <a:pt x="390" y="130"/>
                  </a:lnTo>
                  <a:lnTo>
                    <a:pt x="390" y="131"/>
                  </a:lnTo>
                  <a:lnTo>
                    <a:pt x="391" y="131"/>
                  </a:lnTo>
                  <a:lnTo>
                    <a:pt x="395" y="130"/>
                  </a:lnTo>
                  <a:lnTo>
                    <a:pt x="402" y="127"/>
                  </a:lnTo>
                  <a:lnTo>
                    <a:pt x="403" y="127"/>
                  </a:lnTo>
                  <a:lnTo>
                    <a:pt x="403" y="129"/>
                  </a:lnTo>
                  <a:lnTo>
                    <a:pt x="403" y="130"/>
                  </a:lnTo>
                  <a:lnTo>
                    <a:pt x="403" y="131"/>
                  </a:lnTo>
                  <a:lnTo>
                    <a:pt x="404" y="131"/>
                  </a:lnTo>
                  <a:lnTo>
                    <a:pt x="404" y="134"/>
                  </a:lnTo>
                  <a:lnTo>
                    <a:pt x="404" y="135"/>
                  </a:lnTo>
                  <a:lnTo>
                    <a:pt x="404" y="137"/>
                  </a:lnTo>
                  <a:lnTo>
                    <a:pt x="406" y="138"/>
                  </a:lnTo>
                  <a:lnTo>
                    <a:pt x="407" y="135"/>
                  </a:lnTo>
                  <a:lnTo>
                    <a:pt x="408" y="137"/>
                  </a:lnTo>
                  <a:lnTo>
                    <a:pt x="408" y="139"/>
                  </a:lnTo>
                  <a:lnTo>
                    <a:pt x="406" y="143"/>
                  </a:lnTo>
                  <a:lnTo>
                    <a:pt x="407" y="146"/>
                  </a:lnTo>
                  <a:lnTo>
                    <a:pt x="407" y="146"/>
                  </a:lnTo>
                  <a:lnTo>
                    <a:pt x="410" y="145"/>
                  </a:lnTo>
                  <a:lnTo>
                    <a:pt x="410" y="142"/>
                  </a:lnTo>
                  <a:lnTo>
                    <a:pt x="410" y="139"/>
                  </a:lnTo>
                  <a:lnTo>
                    <a:pt x="411" y="139"/>
                  </a:lnTo>
                  <a:lnTo>
                    <a:pt x="411" y="143"/>
                  </a:lnTo>
                  <a:lnTo>
                    <a:pt x="410" y="147"/>
                  </a:lnTo>
                  <a:lnTo>
                    <a:pt x="407" y="150"/>
                  </a:lnTo>
                  <a:lnTo>
                    <a:pt x="407" y="154"/>
                  </a:lnTo>
                  <a:lnTo>
                    <a:pt x="408" y="156"/>
                  </a:lnTo>
                  <a:lnTo>
                    <a:pt x="408" y="160"/>
                  </a:lnTo>
                  <a:lnTo>
                    <a:pt x="408" y="163"/>
                  </a:lnTo>
                  <a:lnTo>
                    <a:pt x="411" y="166"/>
                  </a:lnTo>
                  <a:lnTo>
                    <a:pt x="411" y="167"/>
                  </a:lnTo>
                  <a:lnTo>
                    <a:pt x="410" y="168"/>
                  </a:lnTo>
                  <a:lnTo>
                    <a:pt x="411" y="170"/>
                  </a:lnTo>
                  <a:lnTo>
                    <a:pt x="412" y="174"/>
                  </a:lnTo>
                  <a:lnTo>
                    <a:pt x="412" y="180"/>
                  </a:lnTo>
                  <a:lnTo>
                    <a:pt x="412" y="174"/>
                  </a:lnTo>
                  <a:lnTo>
                    <a:pt x="411" y="167"/>
                  </a:lnTo>
                  <a:lnTo>
                    <a:pt x="412" y="162"/>
                  </a:lnTo>
                  <a:lnTo>
                    <a:pt x="415" y="158"/>
                  </a:lnTo>
                  <a:lnTo>
                    <a:pt x="416" y="158"/>
                  </a:lnTo>
                  <a:lnTo>
                    <a:pt x="416" y="159"/>
                  </a:lnTo>
                  <a:lnTo>
                    <a:pt x="415" y="160"/>
                  </a:lnTo>
                  <a:lnTo>
                    <a:pt x="415" y="162"/>
                  </a:lnTo>
                  <a:lnTo>
                    <a:pt x="416" y="162"/>
                  </a:lnTo>
                  <a:lnTo>
                    <a:pt x="417" y="162"/>
                  </a:lnTo>
                  <a:lnTo>
                    <a:pt x="417" y="162"/>
                  </a:lnTo>
                  <a:lnTo>
                    <a:pt x="419" y="162"/>
                  </a:lnTo>
                  <a:lnTo>
                    <a:pt x="419" y="159"/>
                  </a:lnTo>
                  <a:lnTo>
                    <a:pt x="417" y="156"/>
                  </a:lnTo>
                  <a:lnTo>
                    <a:pt x="417" y="155"/>
                  </a:lnTo>
                  <a:lnTo>
                    <a:pt x="420" y="155"/>
                  </a:lnTo>
                  <a:lnTo>
                    <a:pt x="420" y="154"/>
                  </a:lnTo>
                  <a:lnTo>
                    <a:pt x="417" y="151"/>
                  </a:lnTo>
                  <a:lnTo>
                    <a:pt x="419" y="150"/>
                  </a:lnTo>
                  <a:lnTo>
                    <a:pt x="419" y="146"/>
                  </a:lnTo>
                  <a:lnTo>
                    <a:pt x="421" y="139"/>
                  </a:lnTo>
                  <a:lnTo>
                    <a:pt x="421" y="138"/>
                  </a:lnTo>
                  <a:lnTo>
                    <a:pt x="421" y="135"/>
                  </a:lnTo>
                  <a:lnTo>
                    <a:pt x="423" y="134"/>
                  </a:lnTo>
                  <a:lnTo>
                    <a:pt x="425" y="134"/>
                  </a:lnTo>
                  <a:lnTo>
                    <a:pt x="425" y="134"/>
                  </a:lnTo>
                  <a:lnTo>
                    <a:pt x="427" y="133"/>
                  </a:lnTo>
                  <a:lnTo>
                    <a:pt x="428" y="131"/>
                  </a:lnTo>
                  <a:lnTo>
                    <a:pt x="429" y="133"/>
                  </a:lnTo>
                  <a:lnTo>
                    <a:pt x="432" y="133"/>
                  </a:lnTo>
                  <a:lnTo>
                    <a:pt x="433" y="130"/>
                  </a:lnTo>
                  <a:lnTo>
                    <a:pt x="433" y="130"/>
                  </a:lnTo>
                  <a:lnTo>
                    <a:pt x="433" y="131"/>
                  </a:lnTo>
                  <a:lnTo>
                    <a:pt x="435" y="131"/>
                  </a:lnTo>
                  <a:lnTo>
                    <a:pt x="437" y="131"/>
                  </a:lnTo>
                  <a:lnTo>
                    <a:pt x="439" y="129"/>
                  </a:lnTo>
                  <a:lnTo>
                    <a:pt x="440" y="129"/>
                  </a:lnTo>
                  <a:lnTo>
                    <a:pt x="441" y="130"/>
                  </a:lnTo>
                  <a:lnTo>
                    <a:pt x="442" y="130"/>
                  </a:lnTo>
                  <a:lnTo>
                    <a:pt x="442" y="134"/>
                  </a:lnTo>
                  <a:lnTo>
                    <a:pt x="442" y="130"/>
                  </a:lnTo>
                  <a:lnTo>
                    <a:pt x="442" y="127"/>
                  </a:lnTo>
                  <a:lnTo>
                    <a:pt x="444" y="125"/>
                  </a:lnTo>
                  <a:lnTo>
                    <a:pt x="445" y="125"/>
                  </a:lnTo>
                  <a:lnTo>
                    <a:pt x="446" y="125"/>
                  </a:lnTo>
                  <a:lnTo>
                    <a:pt x="448" y="125"/>
                  </a:lnTo>
                  <a:lnTo>
                    <a:pt x="449" y="125"/>
                  </a:lnTo>
                  <a:lnTo>
                    <a:pt x="452" y="125"/>
                  </a:lnTo>
                  <a:lnTo>
                    <a:pt x="454" y="122"/>
                  </a:lnTo>
                  <a:lnTo>
                    <a:pt x="453" y="121"/>
                  </a:lnTo>
                  <a:lnTo>
                    <a:pt x="454" y="120"/>
                  </a:lnTo>
                  <a:lnTo>
                    <a:pt x="452" y="120"/>
                  </a:lnTo>
                  <a:lnTo>
                    <a:pt x="452" y="118"/>
                  </a:lnTo>
                  <a:lnTo>
                    <a:pt x="450" y="118"/>
                  </a:lnTo>
                  <a:lnTo>
                    <a:pt x="445" y="121"/>
                  </a:lnTo>
                  <a:lnTo>
                    <a:pt x="444" y="120"/>
                  </a:lnTo>
                  <a:lnTo>
                    <a:pt x="444" y="122"/>
                  </a:lnTo>
                  <a:lnTo>
                    <a:pt x="441" y="122"/>
                  </a:lnTo>
                  <a:lnTo>
                    <a:pt x="441" y="124"/>
                  </a:lnTo>
                  <a:lnTo>
                    <a:pt x="441" y="125"/>
                  </a:lnTo>
                  <a:lnTo>
                    <a:pt x="439" y="122"/>
                  </a:lnTo>
                  <a:lnTo>
                    <a:pt x="440" y="121"/>
                  </a:lnTo>
                  <a:lnTo>
                    <a:pt x="437" y="121"/>
                  </a:lnTo>
                  <a:lnTo>
                    <a:pt x="437" y="124"/>
                  </a:lnTo>
                  <a:lnTo>
                    <a:pt x="436" y="125"/>
                  </a:lnTo>
                  <a:lnTo>
                    <a:pt x="433" y="122"/>
                  </a:lnTo>
                  <a:lnTo>
                    <a:pt x="432" y="122"/>
                  </a:lnTo>
                  <a:lnTo>
                    <a:pt x="432" y="122"/>
                  </a:lnTo>
                  <a:lnTo>
                    <a:pt x="429" y="122"/>
                  </a:lnTo>
                  <a:lnTo>
                    <a:pt x="429" y="124"/>
                  </a:lnTo>
                  <a:lnTo>
                    <a:pt x="431" y="125"/>
                  </a:lnTo>
                  <a:lnTo>
                    <a:pt x="431" y="126"/>
                  </a:lnTo>
                  <a:lnTo>
                    <a:pt x="429" y="127"/>
                  </a:lnTo>
                  <a:lnTo>
                    <a:pt x="428" y="126"/>
                  </a:lnTo>
                  <a:lnTo>
                    <a:pt x="425" y="126"/>
                  </a:lnTo>
                  <a:lnTo>
                    <a:pt x="424" y="125"/>
                  </a:lnTo>
                  <a:lnTo>
                    <a:pt x="425" y="124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2"/>
                  </a:lnTo>
                  <a:lnTo>
                    <a:pt x="423" y="121"/>
                  </a:lnTo>
                  <a:lnTo>
                    <a:pt x="424" y="120"/>
                  </a:lnTo>
                  <a:lnTo>
                    <a:pt x="425" y="118"/>
                  </a:lnTo>
                  <a:lnTo>
                    <a:pt x="428" y="113"/>
                  </a:lnTo>
                  <a:lnTo>
                    <a:pt x="431" y="113"/>
                  </a:lnTo>
                  <a:lnTo>
                    <a:pt x="433" y="114"/>
                  </a:lnTo>
                  <a:lnTo>
                    <a:pt x="442" y="114"/>
                  </a:lnTo>
                  <a:lnTo>
                    <a:pt x="448" y="112"/>
                  </a:lnTo>
                  <a:lnTo>
                    <a:pt x="449" y="112"/>
                  </a:lnTo>
                  <a:lnTo>
                    <a:pt x="453" y="112"/>
                  </a:lnTo>
                  <a:lnTo>
                    <a:pt x="453" y="113"/>
                  </a:lnTo>
                  <a:lnTo>
                    <a:pt x="456" y="114"/>
                  </a:lnTo>
                  <a:lnTo>
                    <a:pt x="456" y="114"/>
                  </a:lnTo>
                  <a:lnTo>
                    <a:pt x="457" y="116"/>
                  </a:lnTo>
                  <a:lnTo>
                    <a:pt x="457" y="121"/>
                  </a:lnTo>
                  <a:lnTo>
                    <a:pt x="456" y="122"/>
                  </a:lnTo>
                  <a:lnTo>
                    <a:pt x="457" y="124"/>
                  </a:lnTo>
                  <a:lnTo>
                    <a:pt x="457" y="124"/>
                  </a:lnTo>
                  <a:lnTo>
                    <a:pt x="454" y="125"/>
                  </a:lnTo>
                  <a:lnTo>
                    <a:pt x="454" y="126"/>
                  </a:lnTo>
                  <a:lnTo>
                    <a:pt x="456" y="127"/>
                  </a:lnTo>
                  <a:lnTo>
                    <a:pt x="457" y="131"/>
                  </a:lnTo>
                  <a:lnTo>
                    <a:pt x="458" y="131"/>
                  </a:lnTo>
                  <a:lnTo>
                    <a:pt x="460" y="133"/>
                  </a:lnTo>
                  <a:lnTo>
                    <a:pt x="460" y="134"/>
                  </a:lnTo>
                  <a:lnTo>
                    <a:pt x="458" y="135"/>
                  </a:lnTo>
                  <a:lnTo>
                    <a:pt x="457" y="137"/>
                  </a:lnTo>
                  <a:lnTo>
                    <a:pt x="457" y="138"/>
                  </a:lnTo>
                  <a:lnTo>
                    <a:pt x="460" y="138"/>
                  </a:lnTo>
                  <a:lnTo>
                    <a:pt x="461" y="139"/>
                  </a:lnTo>
                  <a:lnTo>
                    <a:pt x="461" y="139"/>
                  </a:lnTo>
                  <a:lnTo>
                    <a:pt x="462" y="139"/>
                  </a:lnTo>
                  <a:lnTo>
                    <a:pt x="464" y="142"/>
                  </a:lnTo>
                  <a:lnTo>
                    <a:pt x="466" y="142"/>
                  </a:lnTo>
                  <a:lnTo>
                    <a:pt x="469" y="141"/>
                  </a:lnTo>
                  <a:lnTo>
                    <a:pt x="470" y="141"/>
                  </a:lnTo>
                  <a:lnTo>
                    <a:pt x="469" y="142"/>
                  </a:lnTo>
                  <a:lnTo>
                    <a:pt x="470" y="143"/>
                  </a:lnTo>
                  <a:lnTo>
                    <a:pt x="471" y="143"/>
                  </a:lnTo>
                  <a:lnTo>
                    <a:pt x="473" y="145"/>
                  </a:lnTo>
                  <a:lnTo>
                    <a:pt x="471" y="145"/>
                  </a:lnTo>
                  <a:lnTo>
                    <a:pt x="471" y="147"/>
                  </a:lnTo>
                  <a:lnTo>
                    <a:pt x="473" y="147"/>
                  </a:lnTo>
                  <a:lnTo>
                    <a:pt x="473" y="149"/>
                  </a:lnTo>
                  <a:lnTo>
                    <a:pt x="477" y="151"/>
                  </a:lnTo>
                  <a:lnTo>
                    <a:pt x="477" y="154"/>
                  </a:lnTo>
                  <a:lnTo>
                    <a:pt x="479" y="151"/>
                  </a:lnTo>
                  <a:lnTo>
                    <a:pt x="479" y="152"/>
                  </a:lnTo>
                  <a:lnTo>
                    <a:pt x="481" y="154"/>
                  </a:lnTo>
                  <a:lnTo>
                    <a:pt x="481" y="155"/>
                  </a:lnTo>
                  <a:lnTo>
                    <a:pt x="483" y="156"/>
                  </a:lnTo>
                  <a:lnTo>
                    <a:pt x="486" y="155"/>
                  </a:lnTo>
                  <a:lnTo>
                    <a:pt x="490" y="155"/>
                  </a:lnTo>
                  <a:lnTo>
                    <a:pt x="491" y="154"/>
                  </a:lnTo>
                  <a:lnTo>
                    <a:pt x="494" y="151"/>
                  </a:lnTo>
                  <a:lnTo>
                    <a:pt x="495" y="151"/>
                  </a:lnTo>
                  <a:lnTo>
                    <a:pt x="495" y="152"/>
                  </a:lnTo>
                  <a:lnTo>
                    <a:pt x="500" y="152"/>
                  </a:lnTo>
                  <a:lnTo>
                    <a:pt x="504" y="156"/>
                  </a:lnTo>
                  <a:lnTo>
                    <a:pt x="506" y="156"/>
                  </a:lnTo>
                  <a:lnTo>
                    <a:pt x="507" y="158"/>
                  </a:lnTo>
                  <a:lnTo>
                    <a:pt x="508" y="158"/>
                  </a:lnTo>
                  <a:lnTo>
                    <a:pt x="512" y="156"/>
                  </a:lnTo>
                  <a:lnTo>
                    <a:pt x="515" y="158"/>
                  </a:lnTo>
                  <a:lnTo>
                    <a:pt x="515" y="158"/>
                  </a:lnTo>
                  <a:lnTo>
                    <a:pt x="515" y="155"/>
                  </a:lnTo>
                  <a:lnTo>
                    <a:pt x="514" y="152"/>
                  </a:lnTo>
                  <a:lnTo>
                    <a:pt x="512" y="150"/>
                  </a:lnTo>
                  <a:lnTo>
                    <a:pt x="514" y="149"/>
                  </a:lnTo>
                  <a:lnTo>
                    <a:pt x="515" y="149"/>
                  </a:lnTo>
                  <a:lnTo>
                    <a:pt x="516" y="152"/>
                  </a:lnTo>
                  <a:lnTo>
                    <a:pt x="516" y="156"/>
                  </a:lnTo>
                  <a:lnTo>
                    <a:pt x="520" y="160"/>
                  </a:lnTo>
                  <a:lnTo>
                    <a:pt x="521" y="162"/>
                  </a:lnTo>
                  <a:lnTo>
                    <a:pt x="523" y="164"/>
                  </a:lnTo>
                  <a:lnTo>
                    <a:pt x="523" y="159"/>
                  </a:lnTo>
                  <a:lnTo>
                    <a:pt x="521" y="158"/>
                  </a:lnTo>
                  <a:lnTo>
                    <a:pt x="519" y="156"/>
                  </a:lnTo>
                  <a:lnTo>
                    <a:pt x="518" y="152"/>
                  </a:lnTo>
                  <a:lnTo>
                    <a:pt x="516" y="147"/>
                  </a:lnTo>
                  <a:lnTo>
                    <a:pt x="516" y="146"/>
                  </a:lnTo>
                  <a:lnTo>
                    <a:pt x="518" y="146"/>
                  </a:lnTo>
                  <a:lnTo>
                    <a:pt x="518" y="149"/>
                  </a:lnTo>
                  <a:lnTo>
                    <a:pt x="519" y="149"/>
                  </a:lnTo>
                  <a:lnTo>
                    <a:pt x="520" y="149"/>
                  </a:lnTo>
                  <a:lnTo>
                    <a:pt x="520" y="146"/>
                  </a:lnTo>
                  <a:lnTo>
                    <a:pt x="519" y="145"/>
                  </a:lnTo>
                  <a:lnTo>
                    <a:pt x="520" y="143"/>
                  </a:lnTo>
                  <a:lnTo>
                    <a:pt x="519" y="142"/>
                  </a:lnTo>
                  <a:lnTo>
                    <a:pt x="520" y="141"/>
                  </a:lnTo>
                  <a:lnTo>
                    <a:pt x="521" y="141"/>
                  </a:lnTo>
                  <a:lnTo>
                    <a:pt x="523" y="142"/>
                  </a:lnTo>
                  <a:lnTo>
                    <a:pt x="523" y="143"/>
                  </a:lnTo>
                  <a:lnTo>
                    <a:pt x="524" y="145"/>
                  </a:lnTo>
                  <a:lnTo>
                    <a:pt x="524" y="143"/>
                  </a:lnTo>
                  <a:lnTo>
                    <a:pt x="527" y="142"/>
                  </a:lnTo>
                  <a:lnTo>
                    <a:pt x="527" y="139"/>
                  </a:lnTo>
                  <a:lnTo>
                    <a:pt x="529" y="139"/>
                  </a:lnTo>
                  <a:lnTo>
                    <a:pt x="531" y="142"/>
                  </a:lnTo>
                  <a:lnTo>
                    <a:pt x="529" y="143"/>
                  </a:lnTo>
                  <a:lnTo>
                    <a:pt x="529" y="145"/>
                  </a:lnTo>
                  <a:lnTo>
                    <a:pt x="531" y="143"/>
                  </a:lnTo>
                  <a:lnTo>
                    <a:pt x="532" y="142"/>
                  </a:lnTo>
                  <a:lnTo>
                    <a:pt x="533" y="145"/>
                  </a:lnTo>
                  <a:lnTo>
                    <a:pt x="533" y="147"/>
                  </a:lnTo>
                  <a:lnTo>
                    <a:pt x="532" y="149"/>
                  </a:lnTo>
                  <a:lnTo>
                    <a:pt x="533" y="150"/>
                  </a:lnTo>
                  <a:lnTo>
                    <a:pt x="536" y="150"/>
                  </a:lnTo>
                  <a:lnTo>
                    <a:pt x="537" y="150"/>
                  </a:lnTo>
                  <a:lnTo>
                    <a:pt x="536" y="152"/>
                  </a:lnTo>
                  <a:lnTo>
                    <a:pt x="533" y="152"/>
                  </a:lnTo>
                  <a:lnTo>
                    <a:pt x="533" y="154"/>
                  </a:lnTo>
                  <a:lnTo>
                    <a:pt x="535" y="155"/>
                  </a:lnTo>
                  <a:lnTo>
                    <a:pt x="537" y="152"/>
                  </a:lnTo>
                  <a:lnTo>
                    <a:pt x="539" y="151"/>
                  </a:lnTo>
                  <a:lnTo>
                    <a:pt x="541" y="150"/>
                  </a:lnTo>
                  <a:lnTo>
                    <a:pt x="544" y="150"/>
                  </a:lnTo>
                  <a:lnTo>
                    <a:pt x="544" y="151"/>
                  </a:lnTo>
                  <a:lnTo>
                    <a:pt x="543" y="151"/>
                  </a:lnTo>
                  <a:lnTo>
                    <a:pt x="541" y="152"/>
                  </a:lnTo>
                  <a:lnTo>
                    <a:pt x="541" y="155"/>
                  </a:lnTo>
                  <a:lnTo>
                    <a:pt x="537" y="158"/>
                  </a:lnTo>
                  <a:lnTo>
                    <a:pt x="537" y="159"/>
                  </a:lnTo>
                  <a:lnTo>
                    <a:pt x="533" y="162"/>
                  </a:lnTo>
                  <a:lnTo>
                    <a:pt x="533" y="164"/>
                  </a:lnTo>
                  <a:lnTo>
                    <a:pt x="532" y="166"/>
                  </a:lnTo>
                  <a:lnTo>
                    <a:pt x="532" y="163"/>
                  </a:lnTo>
                  <a:lnTo>
                    <a:pt x="531" y="166"/>
                  </a:lnTo>
                  <a:lnTo>
                    <a:pt x="529" y="170"/>
                  </a:lnTo>
                  <a:lnTo>
                    <a:pt x="529" y="171"/>
                  </a:lnTo>
                  <a:lnTo>
                    <a:pt x="532" y="170"/>
                  </a:lnTo>
                  <a:lnTo>
                    <a:pt x="533" y="170"/>
                  </a:lnTo>
                  <a:lnTo>
                    <a:pt x="533" y="172"/>
                  </a:lnTo>
                  <a:lnTo>
                    <a:pt x="531" y="174"/>
                  </a:lnTo>
                  <a:lnTo>
                    <a:pt x="531" y="175"/>
                  </a:lnTo>
                  <a:lnTo>
                    <a:pt x="533" y="174"/>
                  </a:lnTo>
                  <a:lnTo>
                    <a:pt x="535" y="172"/>
                  </a:lnTo>
                  <a:lnTo>
                    <a:pt x="537" y="172"/>
                  </a:lnTo>
                  <a:lnTo>
                    <a:pt x="536" y="175"/>
                  </a:lnTo>
                  <a:lnTo>
                    <a:pt x="533" y="176"/>
                  </a:lnTo>
                  <a:lnTo>
                    <a:pt x="535" y="176"/>
                  </a:lnTo>
                  <a:lnTo>
                    <a:pt x="537" y="176"/>
                  </a:lnTo>
                  <a:lnTo>
                    <a:pt x="536" y="179"/>
                  </a:lnTo>
                  <a:lnTo>
                    <a:pt x="536" y="180"/>
                  </a:lnTo>
                  <a:lnTo>
                    <a:pt x="535" y="181"/>
                  </a:lnTo>
                  <a:lnTo>
                    <a:pt x="532" y="181"/>
                  </a:lnTo>
                  <a:lnTo>
                    <a:pt x="531" y="179"/>
                  </a:lnTo>
                  <a:lnTo>
                    <a:pt x="528" y="180"/>
                  </a:lnTo>
                  <a:lnTo>
                    <a:pt x="527" y="177"/>
                  </a:lnTo>
                  <a:lnTo>
                    <a:pt x="525" y="177"/>
                  </a:lnTo>
                  <a:lnTo>
                    <a:pt x="525" y="180"/>
                  </a:lnTo>
                  <a:lnTo>
                    <a:pt x="527" y="183"/>
                  </a:lnTo>
                  <a:lnTo>
                    <a:pt x="528" y="185"/>
                  </a:lnTo>
                  <a:lnTo>
                    <a:pt x="527" y="191"/>
                  </a:lnTo>
                  <a:lnTo>
                    <a:pt x="528" y="187"/>
                  </a:lnTo>
                  <a:lnTo>
                    <a:pt x="528" y="183"/>
                  </a:lnTo>
                  <a:lnTo>
                    <a:pt x="529" y="181"/>
                  </a:lnTo>
                  <a:lnTo>
                    <a:pt x="531" y="183"/>
                  </a:lnTo>
                  <a:lnTo>
                    <a:pt x="533" y="183"/>
                  </a:lnTo>
                  <a:lnTo>
                    <a:pt x="536" y="184"/>
                  </a:lnTo>
                  <a:lnTo>
                    <a:pt x="537" y="183"/>
                  </a:lnTo>
                  <a:lnTo>
                    <a:pt x="537" y="180"/>
                  </a:lnTo>
                  <a:lnTo>
                    <a:pt x="540" y="179"/>
                  </a:lnTo>
                  <a:lnTo>
                    <a:pt x="543" y="177"/>
                  </a:lnTo>
                  <a:lnTo>
                    <a:pt x="545" y="177"/>
                  </a:lnTo>
                  <a:lnTo>
                    <a:pt x="547" y="175"/>
                  </a:lnTo>
                  <a:lnTo>
                    <a:pt x="544" y="176"/>
                  </a:lnTo>
                  <a:lnTo>
                    <a:pt x="543" y="176"/>
                  </a:lnTo>
                  <a:lnTo>
                    <a:pt x="541" y="177"/>
                  </a:lnTo>
                  <a:lnTo>
                    <a:pt x="540" y="179"/>
                  </a:lnTo>
                  <a:lnTo>
                    <a:pt x="539" y="179"/>
                  </a:lnTo>
                  <a:lnTo>
                    <a:pt x="540" y="176"/>
                  </a:lnTo>
                  <a:lnTo>
                    <a:pt x="541" y="175"/>
                  </a:lnTo>
                  <a:lnTo>
                    <a:pt x="540" y="174"/>
                  </a:lnTo>
                  <a:lnTo>
                    <a:pt x="540" y="171"/>
                  </a:lnTo>
                  <a:lnTo>
                    <a:pt x="541" y="168"/>
                  </a:lnTo>
                  <a:lnTo>
                    <a:pt x="541" y="166"/>
                  </a:lnTo>
                  <a:lnTo>
                    <a:pt x="540" y="164"/>
                  </a:lnTo>
                  <a:lnTo>
                    <a:pt x="541" y="164"/>
                  </a:lnTo>
                  <a:lnTo>
                    <a:pt x="543" y="160"/>
                  </a:lnTo>
                  <a:lnTo>
                    <a:pt x="544" y="158"/>
                  </a:lnTo>
                  <a:lnTo>
                    <a:pt x="547" y="156"/>
                  </a:lnTo>
                  <a:lnTo>
                    <a:pt x="547" y="156"/>
                  </a:lnTo>
                  <a:lnTo>
                    <a:pt x="547" y="158"/>
                  </a:lnTo>
                  <a:lnTo>
                    <a:pt x="548" y="158"/>
                  </a:lnTo>
                  <a:lnTo>
                    <a:pt x="549" y="155"/>
                  </a:lnTo>
                  <a:lnTo>
                    <a:pt x="549" y="156"/>
                  </a:lnTo>
                  <a:lnTo>
                    <a:pt x="550" y="156"/>
                  </a:lnTo>
                  <a:lnTo>
                    <a:pt x="552" y="158"/>
                  </a:lnTo>
                  <a:lnTo>
                    <a:pt x="553" y="158"/>
                  </a:lnTo>
                  <a:lnTo>
                    <a:pt x="554" y="155"/>
                  </a:lnTo>
                  <a:lnTo>
                    <a:pt x="560" y="154"/>
                  </a:lnTo>
                  <a:lnTo>
                    <a:pt x="561" y="151"/>
                  </a:lnTo>
                  <a:lnTo>
                    <a:pt x="561" y="150"/>
                  </a:lnTo>
                  <a:lnTo>
                    <a:pt x="562" y="150"/>
                  </a:lnTo>
                  <a:lnTo>
                    <a:pt x="565" y="147"/>
                  </a:lnTo>
                  <a:lnTo>
                    <a:pt x="569" y="147"/>
                  </a:lnTo>
                  <a:lnTo>
                    <a:pt x="570" y="145"/>
                  </a:lnTo>
                  <a:lnTo>
                    <a:pt x="570" y="143"/>
                  </a:lnTo>
                  <a:lnTo>
                    <a:pt x="570" y="141"/>
                  </a:lnTo>
                  <a:lnTo>
                    <a:pt x="572" y="138"/>
                  </a:lnTo>
                  <a:lnTo>
                    <a:pt x="573" y="135"/>
                  </a:lnTo>
                  <a:lnTo>
                    <a:pt x="572" y="134"/>
                  </a:lnTo>
                  <a:lnTo>
                    <a:pt x="570" y="135"/>
                  </a:lnTo>
                  <a:lnTo>
                    <a:pt x="569" y="135"/>
                  </a:lnTo>
                  <a:lnTo>
                    <a:pt x="569" y="137"/>
                  </a:lnTo>
                  <a:lnTo>
                    <a:pt x="568" y="139"/>
                  </a:lnTo>
                  <a:lnTo>
                    <a:pt x="565" y="139"/>
                  </a:lnTo>
                  <a:lnTo>
                    <a:pt x="564" y="138"/>
                  </a:lnTo>
                  <a:lnTo>
                    <a:pt x="562" y="138"/>
                  </a:lnTo>
                  <a:lnTo>
                    <a:pt x="562" y="137"/>
                  </a:lnTo>
                  <a:lnTo>
                    <a:pt x="564" y="134"/>
                  </a:lnTo>
                  <a:lnTo>
                    <a:pt x="565" y="134"/>
                  </a:lnTo>
                  <a:lnTo>
                    <a:pt x="566" y="133"/>
                  </a:lnTo>
                  <a:lnTo>
                    <a:pt x="570" y="131"/>
                  </a:lnTo>
                  <a:lnTo>
                    <a:pt x="570" y="130"/>
                  </a:lnTo>
                  <a:lnTo>
                    <a:pt x="569" y="129"/>
                  </a:lnTo>
                  <a:lnTo>
                    <a:pt x="570" y="126"/>
                  </a:lnTo>
                  <a:lnTo>
                    <a:pt x="573" y="125"/>
                  </a:lnTo>
                  <a:lnTo>
                    <a:pt x="575" y="126"/>
                  </a:lnTo>
                  <a:lnTo>
                    <a:pt x="574" y="127"/>
                  </a:lnTo>
                  <a:lnTo>
                    <a:pt x="574" y="130"/>
                  </a:lnTo>
                  <a:lnTo>
                    <a:pt x="574" y="130"/>
                  </a:lnTo>
                  <a:lnTo>
                    <a:pt x="577" y="129"/>
                  </a:lnTo>
                  <a:lnTo>
                    <a:pt x="579" y="125"/>
                  </a:lnTo>
                  <a:lnTo>
                    <a:pt x="579" y="124"/>
                  </a:lnTo>
                  <a:lnTo>
                    <a:pt x="577" y="122"/>
                  </a:lnTo>
                  <a:lnTo>
                    <a:pt x="574" y="122"/>
                  </a:lnTo>
                  <a:lnTo>
                    <a:pt x="573" y="121"/>
                  </a:lnTo>
                  <a:lnTo>
                    <a:pt x="570" y="121"/>
                  </a:lnTo>
                  <a:lnTo>
                    <a:pt x="569" y="117"/>
                  </a:lnTo>
                  <a:lnTo>
                    <a:pt x="569" y="114"/>
                  </a:lnTo>
                  <a:lnTo>
                    <a:pt x="568" y="117"/>
                  </a:lnTo>
                  <a:lnTo>
                    <a:pt x="566" y="117"/>
                  </a:lnTo>
                  <a:lnTo>
                    <a:pt x="565" y="114"/>
                  </a:lnTo>
                  <a:lnTo>
                    <a:pt x="562" y="113"/>
                  </a:lnTo>
                  <a:lnTo>
                    <a:pt x="562" y="110"/>
                  </a:lnTo>
                  <a:lnTo>
                    <a:pt x="561" y="110"/>
                  </a:lnTo>
                  <a:lnTo>
                    <a:pt x="560" y="110"/>
                  </a:lnTo>
                  <a:lnTo>
                    <a:pt x="558" y="109"/>
                  </a:lnTo>
                  <a:lnTo>
                    <a:pt x="558" y="108"/>
                  </a:lnTo>
                  <a:lnTo>
                    <a:pt x="560" y="106"/>
                  </a:lnTo>
                  <a:lnTo>
                    <a:pt x="558" y="104"/>
                  </a:lnTo>
                  <a:lnTo>
                    <a:pt x="558" y="101"/>
                  </a:lnTo>
                  <a:lnTo>
                    <a:pt x="558" y="96"/>
                  </a:lnTo>
                  <a:lnTo>
                    <a:pt x="560" y="95"/>
                  </a:lnTo>
                  <a:lnTo>
                    <a:pt x="564" y="91"/>
                  </a:lnTo>
                  <a:lnTo>
                    <a:pt x="566" y="89"/>
                  </a:lnTo>
                  <a:lnTo>
                    <a:pt x="568" y="89"/>
                  </a:lnTo>
                  <a:lnTo>
                    <a:pt x="569" y="89"/>
                  </a:lnTo>
                  <a:lnTo>
                    <a:pt x="570" y="88"/>
                  </a:lnTo>
                  <a:lnTo>
                    <a:pt x="570" y="85"/>
                  </a:lnTo>
                  <a:lnTo>
                    <a:pt x="569" y="87"/>
                  </a:lnTo>
                  <a:lnTo>
                    <a:pt x="568" y="87"/>
                  </a:lnTo>
                  <a:lnTo>
                    <a:pt x="566" y="87"/>
                  </a:lnTo>
                  <a:lnTo>
                    <a:pt x="566" y="85"/>
                  </a:lnTo>
                  <a:lnTo>
                    <a:pt x="565" y="83"/>
                  </a:lnTo>
                  <a:lnTo>
                    <a:pt x="566" y="80"/>
                  </a:lnTo>
                  <a:lnTo>
                    <a:pt x="569" y="77"/>
                  </a:lnTo>
                  <a:lnTo>
                    <a:pt x="570" y="72"/>
                  </a:lnTo>
                  <a:lnTo>
                    <a:pt x="572" y="72"/>
                  </a:lnTo>
                  <a:lnTo>
                    <a:pt x="574" y="70"/>
                  </a:lnTo>
                  <a:lnTo>
                    <a:pt x="575" y="70"/>
                  </a:lnTo>
                  <a:lnTo>
                    <a:pt x="577" y="67"/>
                  </a:lnTo>
                  <a:lnTo>
                    <a:pt x="579" y="66"/>
                  </a:lnTo>
                  <a:lnTo>
                    <a:pt x="581" y="67"/>
                  </a:lnTo>
                  <a:lnTo>
                    <a:pt x="581" y="70"/>
                  </a:lnTo>
                  <a:lnTo>
                    <a:pt x="582" y="71"/>
                  </a:lnTo>
                  <a:lnTo>
                    <a:pt x="581" y="72"/>
                  </a:lnTo>
                  <a:lnTo>
                    <a:pt x="583" y="71"/>
                  </a:lnTo>
                  <a:lnTo>
                    <a:pt x="583" y="70"/>
                  </a:lnTo>
                  <a:lnTo>
                    <a:pt x="586" y="66"/>
                  </a:lnTo>
                  <a:lnTo>
                    <a:pt x="586" y="64"/>
                  </a:lnTo>
                  <a:lnTo>
                    <a:pt x="585" y="64"/>
                  </a:lnTo>
                  <a:lnTo>
                    <a:pt x="583" y="63"/>
                  </a:lnTo>
                  <a:lnTo>
                    <a:pt x="581" y="60"/>
                  </a:lnTo>
                  <a:lnTo>
                    <a:pt x="583" y="59"/>
                  </a:lnTo>
                  <a:lnTo>
                    <a:pt x="586" y="59"/>
                  </a:lnTo>
                  <a:lnTo>
                    <a:pt x="587" y="58"/>
                  </a:lnTo>
                  <a:lnTo>
                    <a:pt x="590" y="55"/>
                  </a:lnTo>
                  <a:lnTo>
                    <a:pt x="590" y="54"/>
                  </a:lnTo>
                  <a:lnTo>
                    <a:pt x="593" y="52"/>
                  </a:lnTo>
                  <a:lnTo>
                    <a:pt x="595" y="54"/>
                  </a:lnTo>
                  <a:lnTo>
                    <a:pt x="599" y="55"/>
                  </a:lnTo>
                  <a:lnTo>
                    <a:pt x="599" y="56"/>
                  </a:lnTo>
                  <a:lnTo>
                    <a:pt x="598" y="58"/>
                  </a:lnTo>
                  <a:lnTo>
                    <a:pt x="600" y="58"/>
                  </a:lnTo>
                  <a:lnTo>
                    <a:pt x="602" y="60"/>
                  </a:lnTo>
                  <a:lnTo>
                    <a:pt x="603" y="62"/>
                  </a:lnTo>
                  <a:lnTo>
                    <a:pt x="603" y="64"/>
                  </a:lnTo>
                  <a:lnTo>
                    <a:pt x="602" y="64"/>
                  </a:lnTo>
                  <a:lnTo>
                    <a:pt x="602" y="67"/>
                  </a:lnTo>
                  <a:lnTo>
                    <a:pt x="602" y="68"/>
                  </a:lnTo>
                  <a:lnTo>
                    <a:pt x="603" y="70"/>
                  </a:lnTo>
                  <a:lnTo>
                    <a:pt x="604" y="72"/>
                  </a:lnTo>
                  <a:lnTo>
                    <a:pt x="604" y="76"/>
                  </a:lnTo>
                  <a:lnTo>
                    <a:pt x="606" y="77"/>
                  </a:lnTo>
                  <a:lnTo>
                    <a:pt x="606" y="77"/>
                  </a:lnTo>
                  <a:lnTo>
                    <a:pt x="603" y="80"/>
                  </a:lnTo>
                  <a:lnTo>
                    <a:pt x="603" y="83"/>
                  </a:lnTo>
                  <a:lnTo>
                    <a:pt x="602" y="85"/>
                  </a:lnTo>
                  <a:lnTo>
                    <a:pt x="602" y="88"/>
                  </a:lnTo>
                  <a:lnTo>
                    <a:pt x="600" y="88"/>
                  </a:lnTo>
                  <a:lnTo>
                    <a:pt x="602" y="91"/>
                  </a:lnTo>
                  <a:lnTo>
                    <a:pt x="600" y="93"/>
                  </a:lnTo>
                  <a:lnTo>
                    <a:pt x="603" y="96"/>
                  </a:lnTo>
                  <a:lnTo>
                    <a:pt x="603" y="97"/>
                  </a:lnTo>
                  <a:lnTo>
                    <a:pt x="602" y="99"/>
                  </a:lnTo>
                  <a:lnTo>
                    <a:pt x="603" y="101"/>
                  </a:lnTo>
                  <a:lnTo>
                    <a:pt x="602" y="102"/>
                  </a:lnTo>
                  <a:lnTo>
                    <a:pt x="602" y="104"/>
                  </a:lnTo>
                  <a:lnTo>
                    <a:pt x="604" y="105"/>
                  </a:lnTo>
                  <a:lnTo>
                    <a:pt x="606" y="106"/>
                  </a:lnTo>
                  <a:lnTo>
                    <a:pt x="606" y="109"/>
                  </a:lnTo>
                  <a:lnTo>
                    <a:pt x="603" y="110"/>
                  </a:lnTo>
                  <a:lnTo>
                    <a:pt x="602" y="109"/>
                  </a:lnTo>
                  <a:lnTo>
                    <a:pt x="600" y="110"/>
                  </a:lnTo>
                  <a:lnTo>
                    <a:pt x="599" y="108"/>
                  </a:lnTo>
                  <a:lnTo>
                    <a:pt x="599" y="105"/>
                  </a:lnTo>
                  <a:lnTo>
                    <a:pt x="597" y="106"/>
                  </a:lnTo>
                  <a:lnTo>
                    <a:pt x="595" y="109"/>
                  </a:lnTo>
                  <a:lnTo>
                    <a:pt x="594" y="110"/>
                  </a:lnTo>
                  <a:lnTo>
                    <a:pt x="594" y="110"/>
                  </a:lnTo>
                  <a:lnTo>
                    <a:pt x="597" y="110"/>
                  </a:lnTo>
                  <a:lnTo>
                    <a:pt x="598" y="112"/>
                  </a:lnTo>
                  <a:lnTo>
                    <a:pt x="598" y="113"/>
                  </a:lnTo>
                  <a:lnTo>
                    <a:pt x="591" y="117"/>
                  </a:lnTo>
                  <a:lnTo>
                    <a:pt x="590" y="117"/>
                  </a:lnTo>
                  <a:lnTo>
                    <a:pt x="590" y="118"/>
                  </a:lnTo>
                  <a:lnTo>
                    <a:pt x="589" y="120"/>
                  </a:lnTo>
                  <a:lnTo>
                    <a:pt x="587" y="122"/>
                  </a:lnTo>
                  <a:lnTo>
                    <a:pt x="589" y="124"/>
                  </a:lnTo>
                  <a:lnTo>
                    <a:pt x="591" y="122"/>
                  </a:lnTo>
                  <a:lnTo>
                    <a:pt x="593" y="124"/>
                  </a:lnTo>
                  <a:lnTo>
                    <a:pt x="593" y="125"/>
                  </a:lnTo>
                  <a:lnTo>
                    <a:pt x="595" y="127"/>
                  </a:lnTo>
                  <a:lnTo>
                    <a:pt x="598" y="126"/>
                  </a:lnTo>
                  <a:lnTo>
                    <a:pt x="598" y="125"/>
                  </a:lnTo>
                  <a:lnTo>
                    <a:pt x="600" y="125"/>
                  </a:lnTo>
                  <a:lnTo>
                    <a:pt x="600" y="125"/>
                  </a:lnTo>
                  <a:lnTo>
                    <a:pt x="599" y="126"/>
                  </a:lnTo>
                  <a:lnTo>
                    <a:pt x="599" y="126"/>
                  </a:lnTo>
                  <a:lnTo>
                    <a:pt x="602" y="127"/>
                  </a:lnTo>
                  <a:lnTo>
                    <a:pt x="603" y="129"/>
                  </a:lnTo>
                  <a:lnTo>
                    <a:pt x="606" y="127"/>
                  </a:lnTo>
                  <a:lnTo>
                    <a:pt x="607" y="129"/>
                  </a:lnTo>
                  <a:lnTo>
                    <a:pt x="606" y="130"/>
                  </a:lnTo>
                  <a:lnTo>
                    <a:pt x="603" y="130"/>
                  </a:lnTo>
                  <a:lnTo>
                    <a:pt x="600" y="133"/>
                  </a:lnTo>
                  <a:lnTo>
                    <a:pt x="600" y="134"/>
                  </a:lnTo>
                  <a:lnTo>
                    <a:pt x="599" y="131"/>
                  </a:lnTo>
                  <a:lnTo>
                    <a:pt x="598" y="131"/>
                  </a:lnTo>
                  <a:lnTo>
                    <a:pt x="598" y="130"/>
                  </a:lnTo>
                  <a:lnTo>
                    <a:pt x="598" y="131"/>
                  </a:lnTo>
                  <a:lnTo>
                    <a:pt x="599" y="134"/>
                  </a:lnTo>
                  <a:lnTo>
                    <a:pt x="599" y="135"/>
                  </a:lnTo>
                  <a:lnTo>
                    <a:pt x="600" y="139"/>
                  </a:lnTo>
                  <a:lnTo>
                    <a:pt x="600" y="142"/>
                  </a:lnTo>
                  <a:lnTo>
                    <a:pt x="600" y="142"/>
                  </a:lnTo>
                  <a:lnTo>
                    <a:pt x="600" y="145"/>
                  </a:lnTo>
                  <a:lnTo>
                    <a:pt x="599" y="146"/>
                  </a:lnTo>
                  <a:lnTo>
                    <a:pt x="599" y="149"/>
                  </a:lnTo>
                  <a:lnTo>
                    <a:pt x="599" y="150"/>
                  </a:lnTo>
                  <a:lnTo>
                    <a:pt x="597" y="154"/>
                  </a:lnTo>
                  <a:lnTo>
                    <a:pt x="597" y="154"/>
                  </a:lnTo>
                  <a:lnTo>
                    <a:pt x="597" y="156"/>
                  </a:lnTo>
                  <a:lnTo>
                    <a:pt x="595" y="158"/>
                  </a:lnTo>
                  <a:lnTo>
                    <a:pt x="595" y="159"/>
                  </a:lnTo>
                  <a:lnTo>
                    <a:pt x="598" y="159"/>
                  </a:lnTo>
                  <a:lnTo>
                    <a:pt x="599" y="156"/>
                  </a:lnTo>
                  <a:lnTo>
                    <a:pt x="600" y="155"/>
                  </a:lnTo>
                  <a:lnTo>
                    <a:pt x="603" y="154"/>
                  </a:lnTo>
                  <a:lnTo>
                    <a:pt x="603" y="152"/>
                  </a:lnTo>
                  <a:lnTo>
                    <a:pt x="603" y="152"/>
                  </a:lnTo>
                  <a:lnTo>
                    <a:pt x="604" y="151"/>
                  </a:lnTo>
                  <a:lnTo>
                    <a:pt x="606" y="151"/>
                  </a:lnTo>
                  <a:lnTo>
                    <a:pt x="607" y="151"/>
                  </a:lnTo>
                  <a:lnTo>
                    <a:pt x="607" y="146"/>
                  </a:lnTo>
                  <a:lnTo>
                    <a:pt x="607" y="145"/>
                  </a:lnTo>
                  <a:lnTo>
                    <a:pt x="611" y="142"/>
                  </a:lnTo>
                  <a:lnTo>
                    <a:pt x="614" y="138"/>
                  </a:lnTo>
                  <a:lnTo>
                    <a:pt x="614" y="135"/>
                  </a:lnTo>
                  <a:lnTo>
                    <a:pt x="615" y="135"/>
                  </a:lnTo>
                  <a:lnTo>
                    <a:pt x="616" y="135"/>
                  </a:lnTo>
                  <a:lnTo>
                    <a:pt x="616" y="138"/>
                  </a:lnTo>
                  <a:lnTo>
                    <a:pt x="619" y="142"/>
                  </a:lnTo>
                  <a:lnTo>
                    <a:pt x="619" y="145"/>
                  </a:lnTo>
                  <a:lnTo>
                    <a:pt x="620" y="147"/>
                  </a:lnTo>
                  <a:lnTo>
                    <a:pt x="620" y="150"/>
                  </a:lnTo>
                  <a:lnTo>
                    <a:pt x="620" y="152"/>
                  </a:lnTo>
                  <a:lnTo>
                    <a:pt x="620" y="158"/>
                  </a:lnTo>
                  <a:lnTo>
                    <a:pt x="619" y="160"/>
                  </a:lnTo>
                  <a:lnTo>
                    <a:pt x="618" y="160"/>
                  </a:lnTo>
                  <a:lnTo>
                    <a:pt x="616" y="159"/>
                  </a:lnTo>
                  <a:lnTo>
                    <a:pt x="615" y="160"/>
                  </a:lnTo>
                  <a:lnTo>
                    <a:pt x="614" y="163"/>
                  </a:lnTo>
                  <a:lnTo>
                    <a:pt x="615" y="166"/>
                  </a:lnTo>
                  <a:lnTo>
                    <a:pt x="612" y="167"/>
                  </a:lnTo>
                  <a:lnTo>
                    <a:pt x="612" y="170"/>
                  </a:lnTo>
                  <a:lnTo>
                    <a:pt x="612" y="172"/>
                  </a:lnTo>
                  <a:lnTo>
                    <a:pt x="612" y="176"/>
                  </a:lnTo>
                  <a:lnTo>
                    <a:pt x="615" y="184"/>
                  </a:lnTo>
                  <a:lnTo>
                    <a:pt x="616" y="187"/>
                  </a:lnTo>
                  <a:lnTo>
                    <a:pt x="615" y="189"/>
                  </a:lnTo>
                  <a:lnTo>
                    <a:pt x="618" y="191"/>
                  </a:lnTo>
                  <a:lnTo>
                    <a:pt x="619" y="191"/>
                  </a:lnTo>
                  <a:lnTo>
                    <a:pt x="619" y="188"/>
                  </a:lnTo>
                  <a:lnTo>
                    <a:pt x="618" y="188"/>
                  </a:lnTo>
                  <a:lnTo>
                    <a:pt x="619" y="185"/>
                  </a:lnTo>
                  <a:lnTo>
                    <a:pt x="622" y="185"/>
                  </a:lnTo>
                  <a:lnTo>
                    <a:pt x="622" y="188"/>
                  </a:lnTo>
                  <a:lnTo>
                    <a:pt x="623" y="188"/>
                  </a:lnTo>
                  <a:lnTo>
                    <a:pt x="624" y="185"/>
                  </a:lnTo>
                  <a:lnTo>
                    <a:pt x="626" y="184"/>
                  </a:lnTo>
                  <a:lnTo>
                    <a:pt x="626" y="180"/>
                  </a:lnTo>
                  <a:lnTo>
                    <a:pt x="628" y="179"/>
                  </a:lnTo>
                  <a:lnTo>
                    <a:pt x="629" y="176"/>
                  </a:lnTo>
                  <a:lnTo>
                    <a:pt x="631" y="176"/>
                  </a:lnTo>
                  <a:lnTo>
                    <a:pt x="632" y="174"/>
                  </a:lnTo>
                  <a:lnTo>
                    <a:pt x="636" y="171"/>
                  </a:lnTo>
                  <a:lnTo>
                    <a:pt x="639" y="166"/>
                  </a:lnTo>
                  <a:lnTo>
                    <a:pt x="641" y="160"/>
                  </a:lnTo>
                  <a:lnTo>
                    <a:pt x="643" y="156"/>
                  </a:lnTo>
                  <a:lnTo>
                    <a:pt x="645" y="155"/>
                  </a:lnTo>
                  <a:lnTo>
                    <a:pt x="647" y="158"/>
                  </a:lnTo>
                  <a:lnTo>
                    <a:pt x="649" y="156"/>
                  </a:lnTo>
                  <a:lnTo>
                    <a:pt x="649" y="158"/>
                  </a:lnTo>
                  <a:lnTo>
                    <a:pt x="652" y="156"/>
                  </a:lnTo>
                  <a:lnTo>
                    <a:pt x="652" y="155"/>
                  </a:lnTo>
                  <a:lnTo>
                    <a:pt x="651" y="155"/>
                  </a:lnTo>
                  <a:lnTo>
                    <a:pt x="649" y="154"/>
                  </a:lnTo>
                  <a:lnTo>
                    <a:pt x="649" y="152"/>
                  </a:lnTo>
                  <a:lnTo>
                    <a:pt x="652" y="151"/>
                  </a:lnTo>
                  <a:lnTo>
                    <a:pt x="653" y="152"/>
                  </a:lnTo>
                  <a:lnTo>
                    <a:pt x="654" y="152"/>
                  </a:lnTo>
                  <a:lnTo>
                    <a:pt x="656" y="152"/>
                  </a:lnTo>
                  <a:lnTo>
                    <a:pt x="657" y="151"/>
                  </a:lnTo>
                  <a:lnTo>
                    <a:pt x="656" y="150"/>
                  </a:lnTo>
                  <a:lnTo>
                    <a:pt x="656" y="149"/>
                  </a:lnTo>
                  <a:lnTo>
                    <a:pt x="654" y="147"/>
                  </a:lnTo>
                  <a:lnTo>
                    <a:pt x="653" y="147"/>
                  </a:lnTo>
                  <a:lnTo>
                    <a:pt x="653" y="143"/>
                  </a:lnTo>
                  <a:lnTo>
                    <a:pt x="654" y="142"/>
                  </a:lnTo>
                  <a:lnTo>
                    <a:pt x="654" y="139"/>
                  </a:lnTo>
                  <a:lnTo>
                    <a:pt x="656" y="139"/>
                  </a:lnTo>
                  <a:lnTo>
                    <a:pt x="654" y="138"/>
                  </a:lnTo>
                  <a:lnTo>
                    <a:pt x="656" y="137"/>
                  </a:lnTo>
                  <a:lnTo>
                    <a:pt x="657" y="134"/>
                  </a:lnTo>
                  <a:lnTo>
                    <a:pt x="656" y="134"/>
                  </a:lnTo>
                  <a:lnTo>
                    <a:pt x="656" y="133"/>
                  </a:lnTo>
                  <a:lnTo>
                    <a:pt x="658" y="133"/>
                  </a:lnTo>
                  <a:lnTo>
                    <a:pt x="658" y="131"/>
                  </a:lnTo>
                  <a:lnTo>
                    <a:pt x="657" y="130"/>
                  </a:lnTo>
                  <a:lnTo>
                    <a:pt x="657" y="129"/>
                  </a:lnTo>
                  <a:lnTo>
                    <a:pt x="658" y="129"/>
                  </a:lnTo>
                  <a:lnTo>
                    <a:pt x="660" y="130"/>
                  </a:lnTo>
                  <a:lnTo>
                    <a:pt x="662" y="131"/>
                  </a:lnTo>
                  <a:lnTo>
                    <a:pt x="664" y="130"/>
                  </a:lnTo>
                  <a:lnTo>
                    <a:pt x="668" y="130"/>
                  </a:lnTo>
                  <a:lnTo>
                    <a:pt x="670" y="133"/>
                  </a:lnTo>
                  <a:lnTo>
                    <a:pt x="670" y="134"/>
                  </a:lnTo>
                  <a:lnTo>
                    <a:pt x="672" y="135"/>
                  </a:lnTo>
                  <a:lnTo>
                    <a:pt x="676" y="137"/>
                  </a:lnTo>
                  <a:lnTo>
                    <a:pt x="678" y="135"/>
                  </a:lnTo>
                  <a:lnTo>
                    <a:pt x="681" y="138"/>
                  </a:lnTo>
                  <a:lnTo>
                    <a:pt x="683" y="139"/>
                  </a:lnTo>
                  <a:lnTo>
                    <a:pt x="683" y="141"/>
                  </a:lnTo>
                  <a:lnTo>
                    <a:pt x="682" y="141"/>
                  </a:lnTo>
                  <a:lnTo>
                    <a:pt x="683" y="142"/>
                  </a:lnTo>
                  <a:lnTo>
                    <a:pt x="682" y="143"/>
                  </a:lnTo>
                  <a:lnTo>
                    <a:pt x="681" y="142"/>
                  </a:lnTo>
                  <a:lnTo>
                    <a:pt x="678" y="142"/>
                  </a:lnTo>
                  <a:lnTo>
                    <a:pt x="679" y="143"/>
                  </a:lnTo>
                  <a:lnTo>
                    <a:pt x="683" y="146"/>
                  </a:lnTo>
                  <a:lnTo>
                    <a:pt x="685" y="149"/>
                  </a:lnTo>
                  <a:lnTo>
                    <a:pt x="682" y="149"/>
                  </a:lnTo>
                  <a:lnTo>
                    <a:pt x="683" y="150"/>
                  </a:lnTo>
                  <a:lnTo>
                    <a:pt x="686" y="149"/>
                  </a:lnTo>
                  <a:lnTo>
                    <a:pt x="689" y="150"/>
                  </a:lnTo>
                  <a:lnTo>
                    <a:pt x="690" y="151"/>
                  </a:lnTo>
                  <a:lnTo>
                    <a:pt x="691" y="151"/>
                  </a:lnTo>
                  <a:lnTo>
                    <a:pt x="691" y="152"/>
                  </a:lnTo>
                  <a:lnTo>
                    <a:pt x="690" y="155"/>
                  </a:lnTo>
                  <a:lnTo>
                    <a:pt x="686" y="158"/>
                  </a:lnTo>
                  <a:lnTo>
                    <a:pt x="685" y="159"/>
                  </a:lnTo>
                  <a:lnTo>
                    <a:pt x="682" y="159"/>
                  </a:lnTo>
                  <a:lnTo>
                    <a:pt x="686" y="159"/>
                  </a:lnTo>
                  <a:lnTo>
                    <a:pt x="687" y="160"/>
                  </a:lnTo>
                  <a:lnTo>
                    <a:pt x="687" y="162"/>
                  </a:lnTo>
                  <a:lnTo>
                    <a:pt x="687" y="162"/>
                  </a:lnTo>
                  <a:lnTo>
                    <a:pt x="689" y="163"/>
                  </a:lnTo>
                  <a:lnTo>
                    <a:pt x="687" y="164"/>
                  </a:lnTo>
                  <a:lnTo>
                    <a:pt x="689" y="166"/>
                  </a:lnTo>
                  <a:lnTo>
                    <a:pt x="685" y="167"/>
                  </a:lnTo>
                  <a:lnTo>
                    <a:pt x="682" y="168"/>
                  </a:lnTo>
                  <a:lnTo>
                    <a:pt x="681" y="168"/>
                  </a:lnTo>
                  <a:lnTo>
                    <a:pt x="679" y="170"/>
                  </a:lnTo>
                  <a:lnTo>
                    <a:pt x="677" y="170"/>
                  </a:lnTo>
                  <a:lnTo>
                    <a:pt x="676" y="167"/>
                  </a:lnTo>
                  <a:lnTo>
                    <a:pt x="673" y="167"/>
                  </a:lnTo>
                  <a:lnTo>
                    <a:pt x="673" y="166"/>
                  </a:lnTo>
                  <a:lnTo>
                    <a:pt x="672" y="166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2" y="168"/>
                  </a:lnTo>
                  <a:lnTo>
                    <a:pt x="674" y="170"/>
                  </a:lnTo>
                  <a:lnTo>
                    <a:pt x="673" y="171"/>
                  </a:lnTo>
                  <a:lnTo>
                    <a:pt x="672" y="174"/>
                  </a:lnTo>
                  <a:lnTo>
                    <a:pt x="673" y="174"/>
                  </a:lnTo>
                  <a:lnTo>
                    <a:pt x="672" y="175"/>
                  </a:lnTo>
                  <a:lnTo>
                    <a:pt x="673" y="176"/>
                  </a:lnTo>
                  <a:lnTo>
                    <a:pt x="673" y="176"/>
                  </a:lnTo>
                  <a:lnTo>
                    <a:pt x="674" y="175"/>
                  </a:lnTo>
                  <a:lnTo>
                    <a:pt x="676" y="175"/>
                  </a:lnTo>
                  <a:lnTo>
                    <a:pt x="674" y="177"/>
                  </a:lnTo>
                  <a:lnTo>
                    <a:pt x="672" y="179"/>
                  </a:lnTo>
                  <a:lnTo>
                    <a:pt x="670" y="180"/>
                  </a:lnTo>
                  <a:lnTo>
                    <a:pt x="672" y="183"/>
                  </a:lnTo>
                  <a:lnTo>
                    <a:pt x="674" y="185"/>
                  </a:lnTo>
                  <a:lnTo>
                    <a:pt x="674" y="187"/>
                  </a:lnTo>
                  <a:lnTo>
                    <a:pt x="676" y="192"/>
                  </a:lnTo>
                  <a:lnTo>
                    <a:pt x="676" y="195"/>
                  </a:lnTo>
                  <a:lnTo>
                    <a:pt x="676" y="195"/>
                  </a:lnTo>
                  <a:lnTo>
                    <a:pt x="674" y="197"/>
                  </a:lnTo>
                  <a:lnTo>
                    <a:pt x="672" y="200"/>
                  </a:lnTo>
                  <a:lnTo>
                    <a:pt x="672" y="201"/>
                  </a:lnTo>
                  <a:lnTo>
                    <a:pt x="670" y="204"/>
                  </a:lnTo>
                  <a:lnTo>
                    <a:pt x="669" y="202"/>
                  </a:lnTo>
                  <a:lnTo>
                    <a:pt x="665" y="202"/>
                  </a:lnTo>
                  <a:lnTo>
                    <a:pt x="664" y="204"/>
                  </a:lnTo>
                  <a:lnTo>
                    <a:pt x="662" y="206"/>
                  </a:lnTo>
                  <a:lnTo>
                    <a:pt x="661" y="208"/>
                  </a:lnTo>
                  <a:lnTo>
                    <a:pt x="660" y="209"/>
                  </a:lnTo>
                  <a:lnTo>
                    <a:pt x="657" y="209"/>
                  </a:lnTo>
                  <a:lnTo>
                    <a:pt x="654" y="213"/>
                  </a:lnTo>
                  <a:lnTo>
                    <a:pt x="653" y="213"/>
                  </a:lnTo>
                  <a:lnTo>
                    <a:pt x="652" y="213"/>
                  </a:lnTo>
                  <a:lnTo>
                    <a:pt x="651" y="214"/>
                  </a:lnTo>
                  <a:lnTo>
                    <a:pt x="644" y="217"/>
                  </a:lnTo>
                  <a:lnTo>
                    <a:pt x="643" y="216"/>
                  </a:lnTo>
                  <a:lnTo>
                    <a:pt x="644" y="214"/>
                  </a:lnTo>
                  <a:lnTo>
                    <a:pt x="643" y="212"/>
                  </a:lnTo>
                  <a:lnTo>
                    <a:pt x="641" y="209"/>
                  </a:lnTo>
                  <a:lnTo>
                    <a:pt x="641" y="208"/>
                  </a:lnTo>
                  <a:lnTo>
                    <a:pt x="643" y="208"/>
                  </a:lnTo>
                  <a:lnTo>
                    <a:pt x="643" y="205"/>
                  </a:lnTo>
                  <a:lnTo>
                    <a:pt x="645" y="202"/>
                  </a:lnTo>
                  <a:lnTo>
                    <a:pt x="643" y="205"/>
                  </a:lnTo>
                  <a:lnTo>
                    <a:pt x="641" y="205"/>
                  </a:lnTo>
                  <a:lnTo>
                    <a:pt x="641" y="200"/>
                  </a:lnTo>
                  <a:lnTo>
                    <a:pt x="640" y="200"/>
                  </a:lnTo>
                  <a:lnTo>
                    <a:pt x="639" y="197"/>
                  </a:lnTo>
                  <a:lnTo>
                    <a:pt x="637" y="199"/>
                  </a:lnTo>
                  <a:lnTo>
                    <a:pt x="636" y="199"/>
                  </a:lnTo>
                  <a:lnTo>
                    <a:pt x="633" y="199"/>
                  </a:lnTo>
                  <a:lnTo>
                    <a:pt x="632" y="201"/>
                  </a:lnTo>
                  <a:lnTo>
                    <a:pt x="633" y="201"/>
                  </a:lnTo>
                  <a:lnTo>
                    <a:pt x="636" y="200"/>
                  </a:lnTo>
                  <a:lnTo>
                    <a:pt x="637" y="200"/>
                  </a:lnTo>
                  <a:lnTo>
                    <a:pt x="637" y="202"/>
                  </a:lnTo>
                  <a:lnTo>
                    <a:pt x="639" y="204"/>
                  </a:lnTo>
                  <a:lnTo>
                    <a:pt x="640" y="206"/>
                  </a:lnTo>
                  <a:lnTo>
                    <a:pt x="640" y="210"/>
                  </a:lnTo>
                  <a:lnTo>
                    <a:pt x="641" y="210"/>
                  </a:lnTo>
                  <a:lnTo>
                    <a:pt x="641" y="214"/>
                  </a:lnTo>
                  <a:lnTo>
                    <a:pt x="640" y="216"/>
                  </a:lnTo>
                  <a:lnTo>
                    <a:pt x="641" y="217"/>
                  </a:lnTo>
                  <a:lnTo>
                    <a:pt x="641" y="218"/>
                  </a:lnTo>
                  <a:lnTo>
                    <a:pt x="640" y="218"/>
                  </a:lnTo>
                  <a:lnTo>
                    <a:pt x="636" y="216"/>
                  </a:lnTo>
                  <a:lnTo>
                    <a:pt x="636" y="213"/>
                  </a:lnTo>
                  <a:lnTo>
                    <a:pt x="635" y="213"/>
                  </a:lnTo>
                  <a:lnTo>
                    <a:pt x="633" y="210"/>
                  </a:lnTo>
                  <a:lnTo>
                    <a:pt x="632" y="213"/>
                  </a:lnTo>
                  <a:lnTo>
                    <a:pt x="635" y="214"/>
                  </a:lnTo>
                  <a:lnTo>
                    <a:pt x="633" y="217"/>
                  </a:lnTo>
                  <a:lnTo>
                    <a:pt x="631" y="216"/>
                  </a:lnTo>
                  <a:lnTo>
                    <a:pt x="629" y="214"/>
                  </a:lnTo>
                  <a:lnTo>
                    <a:pt x="629" y="213"/>
                  </a:lnTo>
                  <a:lnTo>
                    <a:pt x="628" y="214"/>
                  </a:lnTo>
                  <a:lnTo>
                    <a:pt x="627" y="213"/>
                  </a:lnTo>
                  <a:lnTo>
                    <a:pt x="628" y="209"/>
                  </a:lnTo>
                  <a:lnTo>
                    <a:pt x="629" y="209"/>
                  </a:lnTo>
                  <a:lnTo>
                    <a:pt x="628" y="208"/>
                  </a:lnTo>
                  <a:lnTo>
                    <a:pt x="628" y="206"/>
                  </a:lnTo>
                  <a:lnTo>
                    <a:pt x="624" y="209"/>
                  </a:lnTo>
                  <a:lnTo>
                    <a:pt x="622" y="209"/>
                  </a:lnTo>
                  <a:lnTo>
                    <a:pt x="619" y="206"/>
                  </a:lnTo>
                  <a:lnTo>
                    <a:pt x="618" y="208"/>
                  </a:lnTo>
                  <a:lnTo>
                    <a:pt x="615" y="205"/>
                  </a:lnTo>
                  <a:lnTo>
                    <a:pt x="615" y="208"/>
                  </a:lnTo>
                  <a:lnTo>
                    <a:pt x="615" y="209"/>
                  </a:lnTo>
                  <a:lnTo>
                    <a:pt x="614" y="209"/>
                  </a:lnTo>
                  <a:lnTo>
                    <a:pt x="615" y="212"/>
                  </a:lnTo>
                  <a:lnTo>
                    <a:pt x="615" y="213"/>
                  </a:lnTo>
                  <a:lnTo>
                    <a:pt x="619" y="214"/>
                  </a:lnTo>
                  <a:lnTo>
                    <a:pt x="620" y="216"/>
                  </a:lnTo>
                  <a:lnTo>
                    <a:pt x="618" y="220"/>
                  </a:lnTo>
                  <a:lnTo>
                    <a:pt x="616" y="220"/>
                  </a:lnTo>
                  <a:lnTo>
                    <a:pt x="611" y="224"/>
                  </a:lnTo>
                  <a:lnTo>
                    <a:pt x="608" y="227"/>
                  </a:lnTo>
                  <a:lnTo>
                    <a:pt x="606" y="230"/>
                  </a:lnTo>
                  <a:lnTo>
                    <a:pt x="604" y="230"/>
                  </a:lnTo>
                  <a:lnTo>
                    <a:pt x="602" y="231"/>
                  </a:lnTo>
                  <a:lnTo>
                    <a:pt x="600" y="234"/>
                  </a:lnTo>
                  <a:lnTo>
                    <a:pt x="599" y="234"/>
                  </a:lnTo>
                  <a:lnTo>
                    <a:pt x="591" y="233"/>
                  </a:lnTo>
                  <a:lnTo>
                    <a:pt x="590" y="231"/>
                  </a:lnTo>
                  <a:lnTo>
                    <a:pt x="589" y="229"/>
                  </a:lnTo>
                  <a:lnTo>
                    <a:pt x="585" y="226"/>
                  </a:lnTo>
                  <a:lnTo>
                    <a:pt x="586" y="225"/>
                  </a:lnTo>
                  <a:lnTo>
                    <a:pt x="586" y="225"/>
                  </a:lnTo>
                  <a:lnTo>
                    <a:pt x="587" y="225"/>
                  </a:lnTo>
                  <a:lnTo>
                    <a:pt x="586" y="224"/>
                  </a:lnTo>
                  <a:lnTo>
                    <a:pt x="585" y="222"/>
                  </a:lnTo>
                  <a:lnTo>
                    <a:pt x="582" y="218"/>
                  </a:lnTo>
                  <a:lnTo>
                    <a:pt x="578" y="216"/>
                  </a:lnTo>
                  <a:lnTo>
                    <a:pt x="574" y="216"/>
                  </a:lnTo>
                  <a:lnTo>
                    <a:pt x="570" y="214"/>
                  </a:lnTo>
                  <a:lnTo>
                    <a:pt x="565" y="213"/>
                  </a:lnTo>
                  <a:lnTo>
                    <a:pt x="562" y="213"/>
                  </a:lnTo>
                  <a:lnTo>
                    <a:pt x="562" y="214"/>
                  </a:lnTo>
                  <a:lnTo>
                    <a:pt x="564" y="216"/>
                  </a:lnTo>
                  <a:lnTo>
                    <a:pt x="565" y="214"/>
                  </a:lnTo>
                  <a:lnTo>
                    <a:pt x="566" y="214"/>
                  </a:lnTo>
                  <a:lnTo>
                    <a:pt x="572" y="217"/>
                  </a:lnTo>
                  <a:lnTo>
                    <a:pt x="577" y="217"/>
                  </a:lnTo>
                  <a:lnTo>
                    <a:pt x="578" y="217"/>
                  </a:lnTo>
                  <a:lnTo>
                    <a:pt x="578" y="218"/>
                  </a:lnTo>
                  <a:lnTo>
                    <a:pt x="577" y="218"/>
                  </a:lnTo>
                  <a:lnTo>
                    <a:pt x="575" y="220"/>
                  </a:lnTo>
                  <a:lnTo>
                    <a:pt x="577" y="221"/>
                  </a:lnTo>
                  <a:lnTo>
                    <a:pt x="577" y="225"/>
                  </a:lnTo>
                  <a:lnTo>
                    <a:pt x="578" y="225"/>
                  </a:lnTo>
                  <a:lnTo>
                    <a:pt x="581" y="229"/>
                  </a:lnTo>
                  <a:lnTo>
                    <a:pt x="582" y="233"/>
                  </a:lnTo>
                  <a:lnTo>
                    <a:pt x="586" y="234"/>
                  </a:lnTo>
                  <a:lnTo>
                    <a:pt x="591" y="235"/>
                  </a:lnTo>
                  <a:lnTo>
                    <a:pt x="599" y="238"/>
                  </a:lnTo>
                  <a:lnTo>
                    <a:pt x="600" y="241"/>
                  </a:lnTo>
                  <a:lnTo>
                    <a:pt x="599" y="241"/>
                  </a:lnTo>
                  <a:lnTo>
                    <a:pt x="597" y="243"/>
                  </a:lnTo>
                  <a:lnTo>
                    <a:pt x="594" y="245"/>
                  </a:lnTo>
                  <a:lnTo>
                    <a:pt x="591" y="249"/>
                  </a:lnTo>
                  <a:lnTo>
                    <a:pt x="590" y="247"/>
                  </a:lnTo>
                  <a:lnTo>
                    <a:pt x="589" y="249"/>
                  </a:lnTo>
                  <a:lnTo>
                    <a:pt x="589" y="250"/>
                  </a:lnTo>
                  <a:lnTo>
                    <a:pt x="581" y="258"/>
                  </a:lnTo>
                  <a:lnTo>
                    <a:pt x="578" y="259"/>
                  </a:lnTo>
                  <a:lnTo>
                    <a:pt x="577" y="263"/>
                  </a:lnTo>
                  <a:lnTo>
                    <a:pt x="574" y="263"/>
                  </a:lnTo>
                  <a:lnTo>
                    <a:pt x="573" y="262"/>
                  </a:lnTo>
                  <a:lnTo>
                    <a:pt x="572" y="262"/>
                  </a:lnTo>
                  <a:lnTo>
                    <a:pt x="572" y="263"/>
                  </a:lnTo>
                  <a:lnTo>
                    <a:pt x="569" y="260"/>
                  </a:lnTo>
                  <a:lnTo>
                    <a:pt x="566" y="259"/>
                  </a:lnTo>
                  <a:lnTo>
                    <a:pt x="565" y="260"/>
                  </a:lnTo>
                  <a:lnTo>
                    <a:pt x="565" y="259"/>
                  </a:lnTo>
                  <a:lnTo>
                    <a:pt x="564" y="259"/>
                  </a:lnTo>
                  <a:lnTo>
                    <a:pt x="565" y="256"/>
                  </a:lnTo>
                  <a:lnTo>
                    <a:pt x="565" y="256"/>
                  </a:lnTo>
                  <a:lnTo>
                    <a:pt x="564" y="255"/>
                  </a:lnTo>
                  <a:lnTo>
                    <a:pt x="562" y="256"/>
                  </a:lnTo>
                  <a:lnTo>
                    <a:pt x="560" y="260"/>
                  </a:lnTo>
                  <a:lnTo>
                    <a:pt x="560" y="259"/>
                  </a:lnTo>
                  <a:lnTo>
                    <a:pt x="558" y="255"/>
                  </a:lnTo>
                  <a:lnTo>
                    <a:pt x="557" y="258"/>
                  </a:lnTo>
                  <a:lnTo>
                    <a:pt x="558" y="259"/>
                  </a:lnTo>
                  <a:lnTo>
                    <a:pt x="558" y="264"/>
                  </a:lnTo>
                  <a:lnTo>
                    <a:pt x="556" y="268"/>
                  </a:lnTo>
                  <a:lnTo>
                    <a:pt x="554" y="267"/>
                  </a:lnTo>
                  <a:lnTo>
                    <a:pt x="553" y="266"/>
                  </a:lnTo>
                  <a:lnTo>
                    <a:pt x="552" y="263"/>
                  </a:lnTo>
                  <a:lnTo>
                    <a:pt x="552" y="266"/>
                  </a:lnTo>
                  <a:lnTo>
                    <a:pt x="553" y="267"/>
                  </a:lnTo>
                  <a:lnTo>
                    <a:pt x="550" y="268"/>
                  </a:lnTo>
                  <a:lnTo>
                    <a:pt x="550" y="271"/>
                  </a:lnTo>
                  <a:lnTo>
                    <a:pt x="549" y="270"/>
                  </a:lnTo>
                  <a:lnTo>
                    <a:pt x="547" y="268"/>
                  </a:lnTo>
                  <a:lnTo>
                    <a:pt x="547" y="267"/>
                  </a:lnTo>
                  <a:lnTo>
                    <a:pt x="544" y="266"/>
                  </a:lnTo>
                  <a:lnTo>
                    <a:pt x="543" y="263"/>
                  </a:lnTo>
                  <a:lnTo>
                    <a:pt x="537" y="262"/>
                  </a:lnTo>
                  <a:lnTo>
                    <a:pt x="533" y="259"/>
                  </a:lnTo>
                  <a:lnTo>
                    <a:pt x="532" y="255"/>
                  </a:lnTo>
                  <a:lnTo>
                    <a:pt x="529" y="254"/>
                  </a:lnTo>
                  <a:lnTo>
                    <a:pt x="527" y="252"/>
                  </a:lnTo>
                  <a:lnTo>
                    <a:pt x="525" y="250"/>
                  </a:lnTo>
                  <a:lnTo>
                    <a:pt x="525" y="254"/>
                  </a:lnTo>
                  <a:lnTo>
                    <a:pt x="523" y="252"/>
                  </a:lnTo>
                  <a:lnTo>
                    <a:pt x="524" y="256"/>
                  </a:lnTo>
                  <a:lnTo>
                    <a:pt x="527" y="258"/>
                  </a:lnTo>
                  <a:lnTo>
                    <a:pt x="527" y="258"/>
                  </a:lnTo>
                  <a:lnTo>
                    <a:pt x="527" y="255"/>
                  </a:lnTo>
                  <a:lnTo>
                    <a:pt x="527" y="255"/>
                  </a:lnTo>
                  <a:lnTo>
                    <a:pt x="528" y="255"/>
                  </a:lnTo>
                  <a:lnTo>
                    <a:pt x="532" y="259"/>
                  </a:lnTo>
                  <a:lnTo>
                    <a:pt x="537" y="262"/>
                  </a:lnTo>
                  <a:lnTo>
                    <a:pt x="537" y="263"/>
                  </a:lnTo>
                  <a:lnTo>
                    <a:pt x="535" y="266"/>
                  </a:lnTo>
                  <a:lnTo>
                    <a:pt x="532" y="266"/>
                  </a:lnTo>
                  <a:lnTo>
                    <a:pt x="529" y="266"/>
                  </a:lnTo>
                  <a:lnTo>
                    <a:pt x="531" y="267"/>
                  </a:lnTo>
                  <a:lnTo>
                    <a:pt x="531" y="267"/>
                  </a:lnTo>
                  <a:lnTo>
                    <a:pt x="532" y="267"/>
                  </a:lnTo>
                  <a:lnTo>
                    <a:pt x="536" y="267"/>
                  </a:lnTo>
                  <a:lnTo>
                    <a:pt x="539" y="264"/>
                  </a:lnTo>
                  <a:lnTo>
                    <a:pt x="540" y="264"/>
                  </a:lnTo>
                  <a:lnTo>
                    <a:pt x="541" y="266"/>
                  </a:lnTo>
                  <a:lnTo>
                    <a:pt x="541" y="268"/>
                  </a:lnTo>
                  <a:lnTo>
                    <a:pt x="547" y="274"/>
                  </a:lnTo>
                  <a:lnTo>
                    <a:pt x="545" y="279"/>
                  </a:lnTo>
                  <a:lnTo>
                    <a:pt x="543" y="283"/>
                  </a:lnTo>
                  <a:lnTo>
                    <a:pt x="541" y="283"/>
                  </a:lnTo>
                  <a:lnTo>
                    <a:pt x="540" y="284"/>
                  </a:lnTo>
                  <a:lnTo>
                    <a:pt x="537" y="283"/>
                  </a:lnTo>
                  <a:lnTo>
                    <a:pt x="535" y="281"/>
                  </a:lnTo>
                  <a:lnTo>
                    <a:pt x="529" y="281"/>
                  </a:lnTo>
                  <a:lnTo>
                    <a:pt x="527" y="277"/>
                  </a:lnTo>
                  <a:lnTo>
                    <a:pt x="525" y="274"/>
                  </a:lnTo>
                  <a:lnTo>
                    <a:pt x="524" y="271"/>
                  </a:lnTo>
                  <a:lnTo>
                    <a:pt x="523" y="272"/>
                  </a:lnTo>
                  <a:lnTo>
                    <a:pt x="523" y="274"/>
                  </a:lnTo>
                  <a:lnTo>
                    <a:pt x="523" y="276"/>
                  </a:lnTo>
                  <a:lnTo>
                    <a:pt x="525" y="279"/>
                  </a:lnTo>
                  <a:lnTo>
                    <a:pt x="527" y="284"/>
                  </a:lnTo>
                  <a:lnTo>
                    <a:pt x="529" y="288"/>
                  </a:lnTo>
                  <a:lnTo>
                    <a:pt x="528" y="289"/>
                  </a:lnTo>
                  <a:lnTo>
                    <a:pt x="527" y="288"/>
                  </a:lnTo>
                  <a:lnTo>
                    <a:pt x="524" y="288"/>
                  </a:lnTo>
                  <a:lnTo>
                    <a:pt x="524" y="285"/>
                  </a:lnTo>
                  <a:lnTo>
                    <a:pt x="523" y="287"/>
                  </a:lnTo>
                  <a:lnTo>
                    <a:pt x="523" y="288"/>
                  </a:lnTo>
                  <a:lnTo>
                    <a:pt x="523" y="289"/>
                  </a:lnTo>
                  <a:lnTo>
                    <a:pt x="525" y="291"/>
                  </a:lnTo>
                  <a:lnTo>
                    <a:pt x="525" y="292"/>
                  </a:lnTo>
                  <a:lnTo>
                    <a:pt x="521" y="291"/>
                  </a:lnTo>
                  <a:lnTo>
                    <a:pt x="520" y="289"/>
                  </a:lnTo>
                  <a:lnTo>
                    <a:pt x="520" y="292"/>
                  </a:lnTo>
                  <a:lnTo>
                    <a:pt x="521" y="293"/>
                  </a:lnTo>
                  <a:lnTo>
                    <a:pt x="521" y="295"/>
                  </a:lnTo>
                  <a:lnTo>
                    <a:pt x="520" y="297"/>
                  </a:lnTo>
                  <a:lnTo>
                    <a:pt x="519" y="295"/>
                  </a:lnTo>
                  <a:lnTo>
                    <a:pt x="518" y="295"/>
                  </a:lnTo>
                  <a:lnTo>
                    <a:pt x="519" y="295"/>
                  </a:lnTo>
                  <a:lnTo>
                    <a:pt x="519" y="297"/>
                  </a:lnTo>
                  <a:lnTo>
                    <a:pt x="518" y="296"/>
                  </a:lnTo>
                  <a:lnTo>
                    <a:pt x="515" y="296"/>
                  </a:lnTo>
                  <a:lnTo>
                    <a:pt x="514" y="297"/>
                  </a:lnTo>
                  <a:lnTo>
                    <a:pt x="510" y="299"/>
                  </a:lnTo>
                  <a:lnTo>
                    <a:pt x="512" y="300"/>
                  </a:lnTo>
                  <a:lnTo>
                    <a:pt x="512" y="301"/>
                  </a:lnTo>
                  <a:lnTo>
                    <a:pt x="511" y="302"/>
                  </a:lnTo>
                  <a:lnTo>
                    <a:pt x="511" y="301"/>
                  </a:lnTo>
                  <a:lnTo>
                    <a:pt x="508" y="299"/>
                  </a:lnTo>
                  <a:lnTo>
                    <a:pt x="507" y="299"/>
                  </a:lnTo>
                  <a:lnTo>
                    <a:pt x="506" y="300"/>
                  </a:lnTo>
                  <a:lnTo>
                    <a:pt x="506" y="301"/>
                  </a:lnTo>
                  <a:lnTo>
                    <a:pt x="508" y="302"/>
                  </a:lnTo>
                  <a:lnTo>
                    <a:pt x="507" y="304"/>
                  </a:lnTo>
                  <a:lnTo>
                    <a:pt x="507" y="305"/>
                  </a:lnTo>
                  <a:lnTo>
                    <a:pt x="504" y="305"/>
                  </a:lnTo>
                  <a:lnTo>
                    <a:pt x="503" y="309"/>
                  </a:lnTo>
                  <a:lnTo>
                    <a:pt x="500" y="310"/>
                  </a:lnTo>
                  <a:lnTo>
                    <a:pt x="500" y="312"/>
                  </a:lnTo>
                  <a:lnTo>
                    <a:pt x="500" y="313"/>
                  </a:lnTo>
                  <a:lnTo>
                    <a:pt x="499" y="313"/>
                  </a:lnTo>
                  <a:lnTo>
                    <a:pt x="498" y="314"/>
                  </a:lnTo>
                  <a:lnTo>
                    <a:pt x="498" y="317"/>
                  </a:lnTo>
                  <a:lnTo>
                    <a:pt x="496" y="318"/>
                  </a:lnTo>
                  <a:lnTo>
                    <a:pt x="493" y="321"/>
                  </a:lnTo>
                  <a:lnTo>
                    <a:pt x="490" y="322"/>
                  </a:lnTo>
                  <a:lnTo>
                    <a:pt x="490" y="325"/>
                  </a:lnTo>
                  <a:lnTo>
                    <a:pt x="487" y="326"/>
                  </a:lnTo>
                  <a:lnTo>
                    <a:pt x="485" y="325"/>
                  </a:lnTo>
                  <a:lnTo>
                    <a:pt x="485" y="326"/>
                  </a:lnTo>
                  <a:lnTo>
                    <a:pt x="486" y="329"/>
                  </a:lnTo>
                  <a:lnTo>
                    <a:pt x="483" y="331"/>
                  </a:lnTo>
                  <a:lnTo>
                    <a:pt x="483" y="335"/>
                  </a:lnTo>
                  <a:lnTo>
                    <a:pt x="482" y="338"/>
                  </a:lnTo>
                  <a:lnTo>
                    <a:pt x="481" y="341"/>
                  </a:lnTo>
                  <a:lnTo>
                    <a:pt x="478" y="342"/>
                  </a:lnTo>
                  <a:lnTo>
                    <a:pt x="477" y="346"/>
                  </a:lnTo>
                  <a:lnTo>
                    <a:pt x="478" y="347"/>
                  </a:lnTo>
                  <a:lnTo>
                    <a:pt x="478" y="351"/>
                  </a:lnTo>
                  <a:lnTo>
                    <a:pt x="475" y="355"/>
                  </a:lnTo>
                  <a:lnTo>
                    <a:pt x="475" y="356"/>
                  </a:lnTo>
                  <a:lnTo>
                    <a:pt x="473" y="358"/>
                  </a:lnTo>
                  <a:lnTo>
                    <a:pt x="471" y="359"/>
                  </a:lnTo>
                  <a:lnTo>
                    <a:pt x="474" y="359"/>
                  </a:lnTo>
                  <a:lnTo>
                    <a:pt x="474" y="360"/>
                  </a:lnTo>
                  <a:lnTo>
                    <a:pt x="474" y="363"/>
                  </a:lnTo>
                  <a:lnTo>
                    <a:pt x="475" y="364"/>
                  </a:lnTo>
                  <a:lnTo>
                    <a:pt x="475" y="367"/>
                  </a:lnTo>
                  <a:lnTo>
                    <a:pt x="475" y="368"/>
                  </a:lnTo>
                  <a:lnTo>
                    <a:pt x="474" y="374"/>
                  </a:lnTo>
                  <a:lnTo>
                    <a:pt x="470" y="376"/>
                  </a:lnTo>
                  <a:lnTo>
                    <a:pt x="465" y="377"/>
                  </a:lnTo>
                  <a:lnTo>
                    <a:pt x="464" y="380"/>
                  </a:lnTo>
                  <a:lnTo>
                    <a:pt x="466" y="377"/>
                  </a:lnTo>
                  <a:lnTo>
                    <a:pt x="471" y="377"/>
                  </a:lnTo>
                  <a:lnTo>
                    <a:pt x="477" y="372"/>
                  </a:lnTo>
                  <a:lnTo>
                    <a:pt x="479" y="366"/>
                  </a:lnTo>
                  <a:lnTo>
                    <a:pt x="486" y="366"/>
                  </a:lnTo>
                  <a:lnTo>
                    <a:pt x="489" y="367"/>
                  </a:lnTo>
                  <a:lnTo>
                    <a:pt x="489" y="368"/>
                  </a:lnTo>
                  <a:lnTo>
                    <a:pt x="487" y="371"/>
                  </a:lnTo>
                  <a:lnTo>
                    <a:pt x="487" y="375"/>
                  </a:lnTo>
                  <a:lnTo>
                    <a:pt x="489" y="377"/>
                  </a:lnTo>
                  <a:lnTo>
                    <a:pt x="489" y="383"/>
                  </a:lnTo>
                  <a:lnTo>
                    <a:pt x="487" y="387"/>
                  </a:lnTo>
                  <a:lnTo>
                    <a:pt x="489" y="389"/>
                  </a:lnTo>
                  <a:lnTo>
                    <a:pt x="489" y="393"/>
                  </a:lnTo>
                  <a:lnTo>
                    <a:pt x="489" y="396"/>
                  </a:lnTo>
                  <a:lnTo>
                    <a:pt x="481" y="402"/>
                  </a:lnTo>
                  <a:lnTo>
                    <a:pt x="477" y="404"/>
                  </a:lnTo>
                  <a:lnTo>
                    <a:pt x="474" y="404"/>
                  </a:lnTo>
                  <a:lnTo>
                    <a:pt x="477" y="405"/>
                  </a:lnTo>
                  <a:lnTo>
                    <a:pt x="481" y="405"/>
                  </a:lnTo>
                  <a:lnTo>
                    <a:pt x="490" y="402"/>
                  </a:lnTo>
                  <a:lnTo>
                    <a:pt x="498" y="399"/>
                  </a:lnTo>
                  <a:lnTo>
                    <a:pt x="502" y="399"/>
                  </a:lnTo>
                  <a:lnTo>
                    <a:pt x="507" y="402"/>
                  </a:lnTo>
                  <a:lnTo>
                    <a:pt x="511" y="405"/>
                  </a:lnTo>
                  <a:lnTo>
                    <a:pt x="516" y="406"/>
                  </a:lnTo>
                  <a:lnTo>
                    <a:pt x="518" y="408"/>
                  </a:lnTo>
                  <a:lnTo>
                    <a:pt x="520" y="409"/>
                  </a:lnTo>
                  <a:lnTo>
                    <a:pt x="523" y="413"/>
                  </a:lnTo>
                  <a:lnTo>
                    <a:pt x="525" y="413"/>
                  </a:lnTo>
                  <a:lnTo>
                    <a:pt x="527" y="417"/>
                  </a:lnTo>
                  <a:lnTo>
                    <a:pt x="529" y="418"/>
                  </a:lnTo>
                  <a:lnTo>
                    <a:pt x="529" y="420"/>
                  </a:lnTo>
                  <a:lnTo>
                    <a:pt x="531" y="422"/>
                  </a:lnTo>
                  <a:lnTo>
                    <a:pt x="532" y="426"/>
                  </a:lnTo>
                  <a:lnTo>
                    <a:pt x="532" y="427"/>
                  </a:lnTo>
                  <a:lnTo>
                    <a:pt x="533" y="426"/>
                  </a:lnTo>
                  <a:lnTo>
                    <a:pt x="535" y="427"/>
                  </a:lnTo>
                  <a:lnTo>
                    <a:pt x="540" y="431"/>
                  </a:lnTo>
                  <a:lnTo>
                    <a:pt x="541" y="431"/>
                  </a:lnTo>
                  <a:lnTo>
                    <a:pt x="545" y="434"/>
                  </a:lnTo>
                  <a:lnTo>
                    <a:pt x="547" y="434"/>
                  </a:lnTo>
                  <a:lnTo>
                    <a:pt x="550" y="438"/>
                  </a:lnTo>
                  <a:lnTo>
                    <a:pt x="552" y="439"/>
                  </a:lnTo>
                  <a:lnTo>
                    <a:pt x="554" y="442"/>
                  </a:lnTo>
                  <a:lnTo>
                    <a:pt x="554" y="443"/>
                  </a:lnTo>
                  <a:lnTo>
                    <a:pt x="554" y="445"/>
                  </a:lnTo>
                  <a:lnTo>
                    <a:pt x="558" y="445"/>
                  </a:lnTo>
                  <a:lnTo>
                    <a:pt x="560" y="445"/>
                  </a:lnTo>
                  <a:lnTo>
                    <a:pt x="562" y="445"/>
                  </a:lnTo>
                  <a:lnTo>
                    <a:pt x="568" y="445"/>
                  </a:lnTo>
                  <a:lnTo>
                    <a:pt x="569" y="446"/>
                  </a:lnTo>
                  <a:lnTo>
                    <a:pt x="569" y="446"/>
                  </a:lnTo>
                  <a:lnTo>
                    <a:pt x="573" y="447"/>
                  </a:lnTo>
                  <a:lnTo>
                    <a:pt x="577" y="447"/>
                  </a:lnTo>
                  <a:lnTo>
                    <a:pt x="579" y="446"/>
                  </a:lnTo>
                  <a:lnTo>
                    <a:pt x="582" y="446"/>
                  </a:lnTo>
                  <a:lnTo>
                    <a:pt x="582" y="447"/>
                  </a:lnTo>
                  <a:lnTo>
                    <a:pt x="582" y="447"/>
                  </a:lnTo>
                  <a:lnTo>
                    <a:pt x="583" y="447"/>
                  </a:lnTo>
                  <a:lnTo>
                    <a:pt x="583" y="450"/>
                  </a:lnTo>
                  <a:lnTo>
                    <a:pt x="581" y="456"/>
                  </a:lnTo>
                  <a:lnTo>
                    <a:pt x="581" y="458"/>
                  </a:lnTo>
                  <a:lnTo>
                    <a:pt x="579" y="460"/>
                  </a:lnTo>
                  <a:lnTo>
                    <a:pt x="577" y="463"/>
                  </a:lnTo>
                  <a:lnTo>
                    <a:pt x="578" y="466"/>
                  </a:lnTo>
                  <a:lnTo>
                    <a:pt x="578" y="467"/>
                  </a:lnTo>
                  <a:lnTo>
                    <a:pt x="578" y="472"/>
                  </a:lnTo>
                  <a:lnTo>
                    <a:pt x="575" y="477"/>
                  </a:lnTo>
                  <a:lnTo>
                    <a:pt x="575" y="479"/>
                  </a:lnTo>
                  <a:lnTo>
                    <a:pt x="574" y="481"/>
                  </a:lnTo>
                  <a:lnTo>
                    <a:pt x="573" y="484"/>
                  </a:lnTo>
                  <a:lnTo>
                    <a:pt x="572" y="488"/>
                  </a:lnTo>
                  <a:lnTo>
                    <a:pt x="572" y="491"/>
                  </a:lnTo>
                  <a:lnTo>
                    <a:pt x="574" y="492"/>
                  </a:lnTo>
                  <a:lnTo>
                    <a:pt x="574" y="496"/>
                  </a:lnTo>
                  <a:lnTo>
                    <a:pt x="577" y="496"/>
                  </a:lnTo>
                  <a:lnTo>
                    <a:pt x="578" y="499"/>
                  </a:lnTo>
                  <a:lnTo>
                    <a:pt x="577" y="500"/>
                  </a:lnTo>
                  <a:lnTo>
                    <a:pt x="577" y="501"/>
                  </a:lnTo>
                  <a:lnTo>
                    <a:pt x="577" y="502"/>
                  </a:lnTo>
                  <a:lnTo>
                    <a:pt x="579" y="504"/>
                  </a:lnTo>
                  <a:lnTo>
                    <a:pt x="582" y="505"/>
                  </a:lnTo>
                  <a:lnTo>
                    <a:pt x="583" y="505"/>
                  </a:lnTo>
                  <a:lnTo>
                    <a:pt x="583" y="506"/>
                  </a:lnTo>
                  <a:lnTo>
                    <a:pt x="585" y="509"/>
                  </a:lnTo>
                  <a:lnTo>
                    <a:pt x="585" y="513"/>
                  </a:lnTo>
                  <a:lnTo>
                    <a:pt x="586" y="514"/>
                  </a:lnTo>
                  <a:lnTo>
                    <a:pt x="585" y="517"/>
                  </a:lnTo>
                  <a:lnTo>
                    <a:pt x="581" y="521"/>
                  </a:lnTo>
                  <a:lnTo>
                    <a:pt x="583" y="520"/>
                  </a:lnTo>
                  <a:lnTo>
                    <a:pt x="586" y="517"/>
                  </a:lnTo>
                  <a:lnTo>
                    <a:pt x="590" y="518"/>
                  </a:lnTo>
                  <a:lnTo>
                    <a:pt x="591" y="521"/>
                  </a:lnTo>
                  <a:lnTo>
                    <a:pt x="594" y="521"/>
                  </a:lnTo>
                  <a:lnTo>
                    <a:pt x="594" y="518"/>
                  </a:lnTo>
                  <a:lnTo>
                    <a:pt x="594" y="517"/>
                  </a:lnTo>
                  <a:lnTo>
                    <a:pt x="598" y="512"/>
                  </a:lnTo>
                  <a:lnTo>
                    <a:pt x="599" y="512"/>
                  </a:lnTo>
                  <a:lnTo>
                    <a:pt x="599" y="514"/>
                  </a:lnTo>
                  <a:lnTo>
                    <a:pt x="599" y="516"/>
                  </a:lnTo>
                  <a:lnTo>
                    <a:pt x="600" y="516"/>
                  </a:lnTo>
                  <a:lnTo>
                    <a:pt x="602" y="520"/>
                  </a:lnTo>
                  <a:lnTo>
                    <a:pt x="600" y="522"/>
                  </a:lnTo>
                  <a:lnTo>
                    <a:pt x="603" y="525"/>
                  </a:lnTo>
                  <a:lnTo>
                    <a:pt x="607" y="525"/>
                  </a:lnTo>
                  <a:lnTo>
                    <a:pt x="606" y="525"/>
                  </a:lnTo>
                  <a:lnTo>
                    <a:pt x="603" y="522"/>
                  </a:lnTo>
                  <a:lnTo>
                    <a:pt x="603" y="520"/>
                  </a:lnTo>
                  <a:lnTo>
                    <a:pt x="603" y="516"/>
                  </a:lnTo>
                  <a:lnTo>
                    <a:pt x="604" y="514"/>
                  </a:lnTo>
                  <a:lnTo>
                    <a:pt x="603" y="512"/>
                  </a:lnTo>
                  <a:lnTo>
                    <a:pt x="603" y="510"/>
                  </a:lnTo>
                  <a:lnTo>
                    <a:pt x="604" y="510"/>
                  </a:lnTo>
                  <a:lnTo>
                    <a:pt x="606" y="510"/>
                  </a:lnTo>
                  <a:lnTo>
                    <a:pt x="607" y="506"/>
                  </a:lnTo>
                  <a:lnTo>
                    <a:pt x="610" y="504"/>
                  </a:lnTo>
                  <a:lnTo>
                    <a:pt x="608" y="502"/>
                  </a:lnTo>
                  <a:lnTo>
                    <a:pt x="608" y="500"/>
                  </a:lnTo>
                  <a:lnTo>
                    <a:pt x="607" y="499"/>
                  </a:lnTo>
                  <a:lnTo>
                    <a:pt x="607" y="496"/>
                  </a:lnTo>
                  <a:lnTo>
                    <a:pt x="608" y="493"/>
                  </a:lnTo>
                  <a:lnTo>
                    <a:pt x="608" y="492"/>
                  </a:lnTo>
                  <a:lnTo>
                    <a:pt x="608" y="491"/>
                  </a:lnTo>
                  <a:lnTo>
                    <a:pt x="607" y="491"/>
                  </a:lnTo>
                  <a:lnTo>
                    <a:pt x="607" y="489"/>
                  </a:lnTo>
                  <a:lnTo>
                    <a:pt x="608" y="483"/>
                  </a:lnTo>
                  <a:lnTo>
                    <a:pt x="608" y="480"/>
                  </a:lnTo>
                  <a:lnTo>
                    <a:pt x="608" y="477"/>
                  </a:lnTo>
                  <a:lnTo>
                    <a:pt x="610" y="476"/>
                  </a:lnTo>
                  <a:lnTo>
                    <a:pt x="610" y="474"/>
                  </a:lnTo>
                  <a:lnTo>
                    <a:pt x="610" y="472"/>
                  </a:lnTo>
                  <a:lnTo>
                    <a:pt x="610" y="471"/>
                  </a:lnTo>
                  <a:lnTo>
                    <a:pt x="611" y="470"/>
                  </a:lnTo>
                  <a:lnTo>
                    <a:pt x="610" y="470"/>
                  </a:lnTo>
                  <a:lnTo>
                    <a:pt x="608" y="468"/>
                  </a:lnTo>
                  <a:lnTo>
                    <a:pt x="610" y="467"/>
                  </a:lnTo>
                  <a:lnTo>
                    <a:pt x="610" y="466"/>
                  </a:lnTo>
                  <a:lnTo>
                    <a:pt x="610" y="463"/>
                  </a:lnTo>
                  <a:lnTo>
                    <a:pt x="608" y="462"/>
                  </a:lnTo>
                  <a:lnTo>
                    <a:pt x="608" y="459"/>
                  </a:lnTo>
                  <a:lnTo>
                    <a:pt x="607" y="458"/>
                  </a:lnTo>
                  <a:lnTo>
                    <a:pt x="610" y="456"/>
                  </a:lnTo>
                  <a:lnTo>
                    <a:pt x="615" y="455"/>
                  </a:lnTo>
                  <a:lnTo>
                    <a:pt x="618" y="454"/>
                  </a:lnTo>
                  <a:lnTo>
                    <a:pt x="620" y="454"/>
                  </a:lnTo>
                  <a:lnTo>
                    <a:pt x="622" y="452"/>
                  </a:lnTo>
                  <a:lnTo>
                    <a:pt x="626" y="450"/>
                  </a:lnTo>
                  <a:lnTo>
                    <a:pt x="633" y="447"/>
                  </a:lnTo>
                  <a:lnTo>
                    <a:pt x="633" y="447"/>
                  </a:lnTo>
                  <a:lnTo>
                    <a:pt x="635" y="446"/>
                  </a:lnTo>
                  <a:lnTo>
                    <a:pt x="640" y="443"/>
                  </a:lnTo>
                  <a:lnTo>
                    <a:pt x="641" y="441"/>
                  </a:lnTo>
                  <a:lnTo>
                    <a:pt x="644" y="439"/>
                  </a:lnTo>
                  <a:lnTo>
                    <a:pt x="647" y="434"/>
                  </a:lnTo>
                  <a:lnTo>
                    <a:pt x="648" y="434"/>
                  </a:lnTo>
                  <a:lnTo>
                    <a:pt x="649" y="435"/>
                  </a:lnTo>
                  <a:lnTo>
                    <a:pt x="652" y="435"/>
                  </a:lnTo>
                  <a:lnTo>
                    <a:pt x="653" y="434"/>
                  </a:lnTo>
                  <a:lnTo>
                    <a:pt x="652" y="431"/>
                  </a:lnTo>
                  <a:lnTo>
                    <a:pt x="651" y="427"/>
                  </a:lnTo>
                  <a:lnTo>
                    <a:pt x="649" y="429"/>
                  </a:lnTo>
                  <a:lnTo>
                    <a:pt x="649" y="431"/>
                  </a:lnTo>
                  <a:lnTo>
                    <a:pt x="648" y="431"/>
                  </a:lnTo>
                  <a:lnTo>
                    <a:pt x="649" y="429"/>
                  </a:lnTo>
                  <a:lnTo>
                    <a:pt x="651" y="424"/>
                  </a:lnTo>
                  <a:lnTo>
                    <a:pt x="652" y="422"/>
                  </a:lnTo>
                  <a:lnTo>
                    <a:pt x="652" y="418"/>
                  </a:lnTo>
                  <a:lnTo>
                    <a:pt x="652" y="416"/>
                  </a:lnTo>
                  <a:lnTo>
                    <a:pt x="651" y="412"/>
                  </a:lnTo>
                  <a:lnTo>
                    <a:pt x="651" y="404"/>
                  </a:lnTo>
                  <a:lnTo>
                    <a:pt x="651" y="399"/>
                  </a:lnTo>
                  <a:lnTo>
                    <a:pt x="647" y="392"/>
                  </a:lnTo>
                  <a:lnTo>
                    <a:pt x="644" y="391"/>
                  </a:lnTo>
                  <a:lnTo>
                    <a:pt x="643" y="388"/>
                  </a:lnTo>
                  <a:lnTo>
                    <a:pt x="641" y="388"/>
                  </a:lnTo>
                  <a:lnTo>
                    <a:pt x="640" y="385"/>
                  </a:lnTo>
                  <a:lnTo>
                    <a:pt x="641" y="381"/>
                  </a:lnTo>
                  <a:lnTo>
                    <a:pt x="644" y="380"/>
                  </a:lnTo>
                  <a:lnTo>
                    <a:pt x="651" y="374"/>
                  </a:lnTo>
                  <a:lnTo>
                    <a:pt x="652" y="374"/>
                  </a:lnTo>
                  <a:lnTo>
                    <a:pt x="653" y="372"/>
                  </a:lnTo>
                  <a:lnTo>
                    <a:pt x="653" y="370"/>
                  </a:lnTo>
                  <a:lnTo>
                    <a:pt x="653" y="370"/>
                  </a:lnTo>
                  <a:lnTo>
                    <a:pt x="652" y="368"/>
                  </a:lnTo>
                  <a:lnTo>
                    <a:pt x="654" y="366"/>
                  </a:lnTo>
                  <a:lnTo>
                    <a:pt x="656" y="366"/>
                  </a:lnTo>
                  <a:lnTo>
                    <a:pt x="657" y="368"/>
                  </a:lnTo>
                  <a:lnTo>
                    <a:pt x="660" y="368"/>
                  </a:lnTo>
                  <a:lnTo>
                    <a:pt x="658" y="368"/>
                  </a:lnTo>
                  <a:lnTo>
                    <a:pt x="658" y="364"/>
                  </a:lnTo>
                  <a:lnTo>
                    <a:pt x="661" y="364"/>
                  </a:lnTo>
                  <a:lnTo>
                    <a:pt x="664" y="359"/>
                  </a:lnTo>
                  <a:lnTo>
                    <a:pt x="664" y="358"/>
                  </a:lnTo>
                  <a:lnTo>
                    <a:pt x="660" y="358"/>
                  </a:lnTo>
                  <a:lnTo>
                    <a:pt x="660" y="356"/>
                  </a:lnTo>
                  <a:lnTo>
                    <a:pt x="662" y="354"/>
                  </a:lnTo>
                  <a:lnTo>
                    <a:pt x="661" y="352"/>
                  </a:lnTo>
                  <a:lnTo>
                    <a:pt x="660" y="351"/>
                  </a:lnTo>
                  <a:lnTo>
                    <a:pt x="661" y="350"/>
                  </a:lnTo>
                  <a:lnTo>
                    <a:pt x="664" y="349"/>
                  </a:lnTo>
                  <a:lnTo>
                    <a:pt x="661" y="349"/>
                  </a:lnTo>
                  <a:lnTo>
                    <a:pt x="661" y="347"/>
                  </a:lnTo>
                  <a:lnTo>
                    <a:pt x="662" y="343"/>
                  </a:lnTo>
                  <a:lnTo>
                    <a:pt x="664" y="342"/>
                  </a:lnTo>
                  <a:lnTo>
                    <a:pt x="662" y="342"/>
                  </a:lnTo>
                  <a:lnTo>
                    <a:pt x="658" y="342"/>
                  </a:lnTo>
                  <a:lnTo>
                    <a:pt x="657" y="342"/>
                  </a:lnTo>
                  <a:lnTo>
                    <a:pt x="657" y="341"/>
                  </a:lnTo>
                  <a:lnTo>
                    <a:pt x="662" y="337"/>
                  </a:lnTo>
                  <a:lnTo>
                    <a:pt x="666" y="331"/>
                  </a:lnTo>
                  <a:lnTo>
                    <a:pt x="666" y="329"/>
                  </a:lnTo>
                  <a:lnTo>
                    <a:pt x="668" y="329"/>
                  </a:lnTo>
                  <a:lnTo>
                    <a:pt x="669" y="327"/>
                  </a:lnTo>
                  <a:lnTo>
                    <a:pt x="669" y="325"/>
                  </a:lnTo>
                  <a:lnTo>
                    <a:pt x="668" y="325"/>
                  </a:lnTo>
                  <a:lnTo>
                    <a:pt x="668" y="324"/>
                  </a:lnTo>
                  <a:lnTo>
                    <a:pt x="666" y="324"/>
                  </a:lnTo>
                  <a:lnTo>
                    <a:pt x="665" y="321"/>
                  </a:lnTo>
                  <a:lnTo>
                    <a:pt x="665" y="317"/>
                  </a:lnTo>
                  <a:lnTo>
                    <a:pt x="666" y="313"/>
                  </a:lnTo>
                  <a:lnTo>
                    <a:pt x="666" y="310"/>
                  </a:lnTo>
                  <a:lnTo>
                    <a:pt x="669" y="309"/>
                  </a:lnTo>
                  <a:lnTo>
                    <a:pt x="669" y="310"/>
                  </a:lnTo>
                  <a:lnTo>
                    <a:pt x="670" y="310"/>
                  </a:lnTo>
                  <a:lnTo>
                    <a:pt x="670" y="308"/>
                  </a:lnTo>
                  <a:lnTo>
                    <a:pt x="673" y="306"/>
                  </a:lnTo>
                  <a:lnTo>
                    <a:pt x="674" y="306"/>
                  </a:lnTo>
                  <a:lnTo>
                    <a:pt x="676" y="306"/>
                  </a:lnTo>
                  <a:lnTo>
                    <a:pt x="677" y="306"/>
                  </a:lnTo>
                  <a:lnTo>
                    <a:pt x="681" y="308"/>
                  </a:lnTo>
                  <a:lnTo>
                    <a:pt x="685" y="309"/>
                  </a:lnTo>
                  <a:lnTo>
                    <a:pt x="690" y="312"/>
                  </a:lnTo>
                  <a:lnTo>
                    <a:pt x="693" y="312"/>
                  </a:lnTo>
                  <a:lnTo>
                    <a:pt x="693" y="314"/>
                  </a:lnTo>
                  <a:lnTo>
                    <a:pt x="689" y="316"/>
                  </a:lnTo>
                  <a:lnTo>
                    <a:pt x="693" y="316"/>
                  </a:lnTo>
                  <a:lnTo>
                    <a:pt x="697" y="313"/>
                  </a:lnTo>
                  <a:lnTo>
                    <a:pt x="698" y="313"/>
                  </a:lnTo>
                  <a:lnTo>
                    <a:pt x="699" y="314"/>
                  </a:lnTo>
                  <a:lnTo>
                    <a:pt x="702" y="314"/>
                  </a:lnTo>
                  <a:lnTo>
                    <a:pt x="703" y="317"/>
                  </a:lnTo>
                  <a:lnTo>
                    <a:pt x="703" y="314"/>
                  </a:lnTo>
                  <a:lnTo>
                    <a:pt x="706" y="316"/>
                  </a:lnTo>
                  <a:lnTo>
                    <a:pt x="707" y="314"/>
                  </a:lnTo>
                  <a:lnTo>
                    <a:pt x="708" y="314"/>
                  </a:lnTo>
                  <a:lnTo>
                    <a:pt x="712" y="312"/>
                  </a:lnTo>
                  <a:lnTo>
                    <a:pt x="716" y="316"/>
                  </a:lnTo>
                  <a:lnTo>
                    <a:pt x="716" y="318"/>
                  </a:lnTo>
                  <a:lnTo>
                    <a:pt x="719" y="320"/>
                  </a:lnTo>
                  <a:lnTo>
                    <a:pt x="720" y="320"/>
                  </a:lnTo>
                  <a:lnTo>
                    <a:pt x="720" y="324"/>
                  </a:lnTo>
                  <a:lnTo>
                    <a:pt x="719" y="326"/>
                  </a:lnTo>
                  <a:lnTo>
                    <a:pt x="719" y="327"/>
                  </a:lnTo>
                  <a:lnTo>
                    <a:pt x="720" y="326"/>
                  </a:lnTo>
                  <a:lnTo>
                    <a:pt x="723" y="329"/>
                  </a:lnTo>
                  <a:lnTo>
                    <a:pt x="724" y="331"/>
                  </a:lnTo>
                  <a:lnTo>
                    <a:pt x="723" y="331"/>
                  </a:lnTo>
                  <a:lnTo>
                    <a:pt x="724" y="333"/>
                  </a:lnTo>
                  <a:lnTo>
                    <a:pt x="727" y="331"/>
                  </a:lnTo>
                  <a:lnTo>
                    <a:pt x="728" y="334"/>
                  </a:lnTo>
                  <a:lnTo>
                    <a:pt x="728" y="337"/>
                  </a:lnTo>
                  <a:lnTo>
                    <a:pt x="727" y="334"/>
                  </a:lnTo>
                  <a:lnTo>
                    <a:pt x="726" y="337"/>
                  </a:lnTo>
                  <a:lnTo>
                    <a:pt x="723" y="337"/>
                  </a:lnTo>
                  <a:lnTo>
                    <a:pt x="726" y="339"/>
                  </a:lnTo>
                  <a:lnTo>
                    <a:pt x="726" y="342"/>
                  </a:lnTo>
                  <a:lnTo>
                    <a:pt x="728" y="341"/>
                  </a:lnTo>
                  <a:lnTo>
                    <a:pt x="728" y="342"/>
                  </a:lnTo>
                  <a:lnTo>
                    <a:pt x="730" y="341"/>
                  </a:lnTo>
                  <a:lnTo>
                    <a:pt x="733" y="343"/>
                  </a:lnTo>
                  <a:lnTo>
                    <a:pt x="735" y="343"/>
                  </a:lnTo>
                  <a:lnTo>
                    <a:pt x="736" y="345"/>
                  </a:lnTo>
                  <a:lnTo>
                    <a:pt x="739" y="343"/>
                  </a:lnTo>
                  <a:lnTo>
                    <a:pt x="741" y="345"/>
                  </a:lnTo>
                  <a:lnTo>
                    <a:pt x="741" y="349"/>
                  </a:lnTo>
                  <a:lnTo>
                    <a:pt x="743" y="351"/>
                  </a:lnTo>
                  <a:lnTo>
                    <a:pt x="745" y="349"/>
                  </a:lnTo>
                  <a:lnTo>
                    <a:pt x="745" y="345"/>
                  </a:lnTo>
                  <a:lnTo>
                    <a:pt x="748" y="345"/>
                  </a:lnTo>
                  <a:lnTo>
                    <a:pt x="748" y="349"/>
                  </a:lnTo>
                  <a:lnTo>
                    <a:pt x="747" y="352"/>
                  </a:lnTo>
                  <a:lnTo>
                    <a:pt x="744" y="354"/>
                  </a:lnTo>
                  <a:lnTo>
                    <a:pt x="741" y="356"/>
                  </a:lnTo>
                  <a:lnTo>
                    <a:pt x="743" y="363"/>
                  </a:lnTo>
                  <a:lnTo>
                    <a:pt x="741" y="364"/>
                  </a:lnTo>
                  <a:lnTo>
                    <a:pt x="740" y="362"/>
                  </a:lnTo>
                  <a:lnTo>
                    <a:pt x="740" y="363"/>
                  </a:lnTo>
                  <a:lnTo>
                    <a:pt x="739" y="367"/>
                  </a:lnTo>
                  <a:lnTo>
                    <a:pt x="733" y="366"/>
                  </a:lnTo>
                  <a:lnTo>
                    <a:pt x="728" y="364"/>
                  </a:lnTo>
                  <a:lnTo>
                    <a:pt x="733" y="367"/>
                  </a:lnTo>
                  <a:lnTo>
                    <a:pt x="737" y="368"/>
                  </a:lnTo>
                  <a:lnTo>
                    <a:pt x="741" y="371"/>
                  </a:lnTo>
                  <a:lnTo>
                    <a:pt x="740" y="375"/>
                  </a:lnTo>
                  <a:lnTo>
                    <a:pt x="739" y="377"/>
                  </a:lnTo>
                  <a:lnTo>
                    <a:pt x="737" y="379"/>
                  </a:lnTo>
                  <a:lnTo>
                    <a:pt x="736" y="383"/>
                  </a:lnTo>
                  <a:lnTo>
                    <a:pt x="736" y="383"/>
                  </a:lnTo>
                  <a:lnTo>
                    <a:pt x="739" y="387"/>
                  </a:lnTo>
                  <a:lnTo>
                    <a:pt x="741" y="388"/>
                  </a:lnTo>
                  <a:lnTo>
                    <a:pt x="740" y="388"/>
                  </a:lnTo>
                  <a:lnTo>
                    <a:pt x="736" y="387"/>
                  </a:lnTo>
                  <a:lnTo>
                    <a:pt x="739" y="391"/>
                  </a:lnTo>
                  <a:lnTo>
                    <a:pt x="741" y="392"/>
                  </a:lnTo>
                  <a:lnTo>
                    <a:pt x="741" y="392"/>
                  </a:lnTo>
                  <a:lnTo>
                    <a:pt x="741" y="389"/>
                  </a:lnTo>
                  <a:lnTo>
                    <a:pt x="743" y="389"/>
                  </a:lnTo>
                  <a:lnTo>
                    <a:pt x="745" y="392"/>
                  </a:lnTo>
                  <a:lnTo>
                    <a:pt x="747" y="393"/>
                  </a:lnTo>
                  <a:lnTo>
                    <a:pt x="747" y="396"/>
                  </a:lnTo>
                  <a:lnTo>
                    <a:pt x="747" y="399"/>
                  </a:lnTo>
                  <a:lnTo>
                    <a:pt x="744" y="402"/>
                  </a:lnTo>
                  <a:lnTo>
                    <a:pt x="743" y="405"/>
                  </a:lnTo>
                  <a:lnTo>
                    <a:pt x="741" y="408"/>
                  </a:lnTo>
                  <a:lnTo>
                    <a:pt x="744" y="406"/>
                  </a:lnTo>
                  <a:lnTo>
                    <a:pt x="747" y="400"/>
                  </a:lnTo>
                  <a:lnTo>
                    <a:pt x="751" y="397"/>
                  </a:lnTo>
                  <a:lnTo>
                    <a:pt x="751" y="397"/>
                  </a:lnTo>
                  <a:lnTo>
                    <a:pt x="751" y="400"/>
                  </a:lnTo>
                  <a:lnTo>
                    <a:pt x="751" y="405"/>
                  </a:lnTo>
                  <a:lnTo>
                    <a:pt x="751" y="405"/>
                  </a:lnTo>
                  <a:lnTo>
                    <a:pt x="751" y="408"/>
                  </a:lnTo>
                  <a:lnTo>
                    <a:pt x="749" y="409"/>
                  </a:lnTo>
                  <a:lnTo>
                    <a:pt x="752" y="406"/>
                  </a:lnTo>
                  <a:lnTo>
                    <a:pt x="752" y="404"/>
                  </a:lnTo>
                  <a:lnTo>
                    <a:pt x="755" y="402"/>
                  </a:lnTo>
                  <a:lnTo>
                    <a:pt x="757" y="401"/>
                  </a:lnTo>
                  <a:lnTo>
                    <a:pt x="759" y="400"/>
                  </a:lnTo>
                  <a:lnTo>
                    <a:pt x="761" y="400"/>
                  </a:lnTo>
                  <a:lnTo>
                    <a:pt x="761" y="401"/>
                  </a:lnTo>
                  <a:lnTo>
                    <a:pt x="762" y="400"/>
                  </a:lnTo>
                  <a:lnTo>
                    <a:pt x="764" y="400"/>
                  </a:lnTo>
                  <a:lnTo>
                    <a:pt x="765" y="397"/>
                  </a:lnTo>
                  <a:lnTo>
                    <a:pt x="766" y="395"/>
                  </a:lnTo>
                  <a:lnTo>
                    <a:pt x="769" y="393"/>
                  </a:lnTo>
                  <a:lnTo>
                    <a:pt x="770" y="395"/>
                  </a:lnTo>
                  <a:lnTo>
                    <a:pt x="772" y="397"/>
                  </a:lnTo>
                  <a:lnTo>
                    <a:pt x="770" y="400"/>
                  </a:lnTo>
                  <a:lnTo>
                    <a:pt x="773" y="397"/>
                  </a:lnTo>
                  <a:lnTo>
                    <a:pt x="773" y="393"/>
                  </a:lnTo>
                  <a:lnTo>
                    <a:pt x="773" y="393"/>
                  </a:lnTo>
                  <a:lnTo>
                    <a:pt x="773" y="392"/>
                  </a:lnTo>
                  <a:lnTo>
                    <a:pt x="774" y="389"/>
                  </a:lnTo>
                  <a:lnTo>
                    <a:pt x="777" y="389"/>
                  </a:lnTo>
                  <a:lnTo>
                    <a:pt x="777" y="387"/>
                  </a:lnTo>
                  <a:lnTo>
                    <a:pt x="778" y="385"/>
                  </a:lnTo>
                  <a:lnTo>
                    <a:pt x="781" y="383"/>
                  </a:lnTo>
                  <a:lnTo>
                    <a:pt x="781" y="381"/>
                  </a:lnTo>
                  <a:lnTo>
                    <a:pt x="782" y="381"/>
                  </a:lnTo>
                  <a:lnTo>
                    <a:pt x="785" y="383"/>
                  </a:lnTo>
                  <a:lnTo>
                    <a:pt x="785" y="381"/>
                  </a:lnTo>
                  <a:lnTo>
                    <a:pt x="784" y="380"/>
                  </a:lnTo>
                  <a:lnTo>
                    <a:pt x="781" y="380"/>
                  </a:lnTo>
                  <a:lnTo>
                    <a:pt x="781" y="379"/>
                  </a:lnTo>
                  <a:lnTo>
                    <a:pt x="784" y="375"/>
                  </a:lnTo>
                  <a:lnTo>
                    <a:pt x="784" y="375"/>
                  </a:lnTo>
                  <a:lnTo>
                    <a:pt x="785" y="376"/>
                  </a:lnTo>
                  <a:lnTo>
                    <a:pt x="785" y="374"/>
                  </a:lnTo>
                  <a:lnTo>
                    <a:pt x="786" y="372"/>
                  </a:lnTo>
                  <a:lnTo>
                    <a:pt x="787" y="371"/>
                  </a:lnTo>
                  <a:lnTo>
                    <a:pt x="790" y="368"/>
                  </a:lnTo>
                  <a:lnTo>
                    <a:pt x="790" y="366"/>
                  </a:lnTo>
                  <a:lnTo>
                    <a:pt x="790" y="364"/>
                  </a:lnTo>
                  <a:lnTo>
                    <a:pt x="793" y="362"/>
                  </a:lnTo>
                  <a:lnTo>
                    <a:pt x="794" y="360"/>
                  </a:lnTo>
                  <a:lnTo>
                    <a:pt x="795" y="362"/>
                  </a:lnTo>
                  <a:lnTo>
                    <a:pt x="794" y="363"/>
                  </a:lnTo>
                  <a:lnTo>
                    <a:pt x="795" y="363"/>
                  </a:lnTo>
                  <a:lnTo>
                    <a:pt x="797" y="363"/>
                  </a:lnTo>
                  <a:lnTo>
                    <a:pt x="795" y="364"/>
                  </a:lnTo>
                  <a:lnTo>
                    <a:pt x="795" y="366"/>
                  </a:lnTo>
                  <a:lnTo>
                    <a:pt x="797" y="367"/>
                  </a:lnTo>
                  <a:lnTo>
                    <a:pt x="795" y="370"/>
                  </a:lnTo>
                  <a:lnTo>
                    <a:pt x="794" y="370"/>
                  </a:lnTo>
                  <a:lnTo>
                    <a:pt x="794" y="370"/>
                  </a:lnTo>
                  <a:lnTo>
                    <a:pt x="795" y="371"/>
                  </a:lnTo>
                  <a:lnTo>
                    <a:pt x="797" y="371"/>
                  </a:lnTo>
                  <a:lnTo>
                    <a:pt x="795" y="372"/>
                  </a:lnTo>
                  <a:lnTo>
                    <a:pt x="795" y="374"/>
                  </a:lnTo>
                  <a:lnTo>
                    <a:pt x="797" y="374"/>
                  </a:lnTo>
                  <a:lnTo>
                    <a:pt x="797" y="375"/>
                  </a:lnTo>
                  <a:lnTo>
                    <a:pt x="795" y="376"/>
                  </a:lnTo>
                  <a:lnTo>
                    <a:pt x="795" y="379"/>
                  </a:lnTo>
                  <a:lnTo>
                    <a:pt x="798" y="380"/>
                  </a:lnTo>
                  <a:lnTo>
                    <a:pt x="798" y="384"/>
                  </a:lnTo>
                  <a:lnTo>
                    <a:pt x="798" y="384"/>
                  </a:lnTo>
                  <a:lnTo>
                    <a:pt x="797" y="384"/>
                  </a:lnTo>
                  <a:lnTo>
                    <a:pt x="794" y="384"/>
                  </a:lnTo>
                  <a:lnTo>
                    <a:pt x="797" y="385"/>
                  </a:lnTo>
                  <a:lnTo>
                    <a:pt x="797" y="387"/>
                  </a:lnTo>
                  <a:lnTo>
                    <a:pt x="798" y="387"/>
                  </a:lnTo>
                  <a:lnTo>
                    <a:pt x="799" y="385"/>
                  </a:lnTo>
                  <a:lnTo>
                    <a:pt x="799" y="387"/>
                  </a:lnTo>
                  <a:lnTo>
                    <a:pt x="801" y="388"/>
                  </a:lnTo>
                  <a:lnTo>
                    <a:pt x="799" y="391"/>
                  </a:lnTo>
                  <a:lnTo>
                    <a:pt x="797" y="392"/>
                  </a:lnTo>
                  <a:lnTo>
                    <a:pt x="795" y="391"/>
                  </a:lnTo>
                  <a:lnTo>
                    <a:pt x="794" y="393"/>
                  </a:lnTo>
                  <a:lnTo>
                    <a:pt x="795" y="393"/>
                  </a:lnTo>
                  <a:lnTo>
                    <a:pt x="801" y="392"/>
                  </a:lnTo>
                  <a:lnTo>
                    <a:pt x="802" y="393"/>
                  </a:lnTo>
                  <a:lnTo>
                    <a:pt x="802" y="395"/>
                  </a:lnTo>
                  <a:lnTo>
                    <a:pt x="799" y="397"/>
                  </a:lnTo>
                  <a:lnTo>
                    <a:pt x="802" y="399"/>
                  </a:lnTo>
                  <a:lnTo>
                    <a:pt x="803" y="397"/>
                  </a:lnTo>
                  <a:lnTo>
                    <a:pt x="803" y="400"/>
                  </a:lnTo>
                  <a:lnTo>
                    <a:pt x="802" y="402"/>
                  </a:lnTo>
                  <a:lnTo>
                    <a:pt x="798" y="402"/>
                  </a:lnTo>
                  <a:lnTo>
                    <a:pt x="797" y="401"/>
                  </a:lnTo>
                  <a:lnTo>
                    <a:pt x="795" y="402"/>
                  </a:lnTo>
                  <a:lnTo>
                    <a:pt x="795" y="404"/>
                  </a:lnTo>
                  <a:lnTo>
                    <a:pt x="795" y="406"/>
                  </a:lnTo>
                  <a:lnTo>
                    <a:pt x="798" y="405"/>
                  </a:lnTo>
                  <a:lnTo>
                    <a:pt x="802" y="405"/>
                  </a:lnTo>
                  <a:lnTo>
                    <a:pt x="805" y="404"/>
                  </a:lnTo>
                  <a:lnTo>
                    <a:pt x="805" y="404"/>
                  </a:lnTo>
                  <a:lnTo>
                    <a:pt x="803" y="405"/>
                  </a:lnTo>
                  <a:lnTo>
                    <a:pt x="803" y="406"/>
                  </a:lnTo>
                  <a:lnTo>
                    <a:pt x="802" y="408"/>
                  </a:lnTo>
                  <a:lnTo>
                    <a:pt x="799" y="408"/>
                  </a:lnTo>
                  <a:lnTo>
                    <a:pt x="795" y="412"/>
                  </a:lnTo>
                  <a:lnTo>
                    <a:pt x="799" y="410"/>
                  </a:lnTo>
                  <a:lnTo>
                    <a:pt x="802" y="410"/>
                  </a:lnTo>
                  <a:lnTo>
                    <a:pt x="805" y="410"/>
                  </a:lnTo>
                  <a:lnTo>
                    <a:pt x="806" y="410"/>
                  </a:lnTo>
                  <a:lnTo>
                    <a:pt x="806" y="413"/>
                  </a:lnTo>
                  <a:lnTo>
                    <a:pt x="805" y="413"/>
                  </a:lnTo>
                  <a:lnTo>
                    <a:pt x="802" y="414"/>
                  </a:lnTo>
                  <a:lnTo>
                    <a:pt x="801" y="417"/>
                  </a:lnTo>
                  <a:lnTo>
                    <a:pt x="802" y="416"/>
                  </a:lnTo>
                  <a:lnTo>
                    <a:pt x="805" y="416"/>
                  </a:lnTo>
                  <a:lnTo>
                    <a:pt x="806" y="414"/>
                  </a:lnTo>
                  <a:lnTo>
                    <a:pt x="809" y="417"/>
                  </a:lnTo>
                  <a:lnTo>
                    <a:pt x="810" y="421"/>
                  </a:lnTo>
                  <a:lnTo>
                    <a:pt x="807" y="422"/>
                  </a:lnTo>
                  <a:lnTo>
                    <a:pt x="806" y="422"/>
                  </a:lnTo>
                  <a:lnTo>
                    <a:pt x="805" y="422"/>
                  </a:lnTo>
                  <a:lnTo>
                    <a:pt x="802" y="422"/>
                  </a:lnTo>
                  <a:lnTo>
                    <a:pt x="803" y="425"/>
                  </a:lnTo>
                  <a:lnTo>
                    <a:pt x="805" y="424"/>
                  </a:lnTo>
                  <a:lnTo>
                    <a:pt x="806" y="425"/>
                  </a:lnTo>
                  <a:lnTo>
                    <a:pt x="809" y="425"/>
                  </a:lnTo>
                  <a:lnTo>
                    <a:pt x="810" y="426"/>
                  </a:lnTo>
                  <a:lnTo>
                    <a:pt x="809" y="427"/>
                  </a:lnTo>
                  <a:lnTo>
                    <a:pt x="807" y="429"/>
                  </a:lnTo>
                  <a:lnTo>
                    <a:pt x="810" y="430"/>
                  </a:lnTo>
                  <a:lnTo>
                    <a:pt x="811" y="429"/>
                  </a:lnTo>
                  <a:lnTo>
                    <a:pt x="814" y="431"/>
                  </a:lnTo>
                  <a:lnTo>
                    <a:pt x="812" y="433"/>
                  </a:lnTo>
                  <a:lnTo>
                    <a:pt x="811" y="434"/>
                  </a:lnTo>
                  <a:lnTo>
                    <a:pt x="809" y="437"/>
                  </a:lnTo>
                  <a:lnTo>
                    <a:pt x="807" y="435"/>
                  </a:lnTo>
                  <a:lnTo>
                    <a:pt x="806" y="437"/>
                  </a:lnTo>
                  <a:lnTo>
                    <a:pt x="809" y="438"/>
                  </a:lnTo>
                  <a:lnTo>
                    <a:pt x="809" y="439"/>
                  </a:lnTo>
                  <a:lnTo>
                    <a:pt x="806" y="439"/>
                  </a:lnTo>
                  <a:lnTo>
                    <a:pt x="803" y="438"/>
                  </a:lnTo>
                  <a:lnTo>
                    <a:pt x="799" y="438"/>
                  </a:lnTo>
                  <a:lnTo>
                    <a:pt x="802" y="439"/>
                  </a:lnTo>
                  <a:lnTo>
                    <a:pt x="802" y="442"/>
                  </a:lnTo>
                  <a:lnTo>
                    <a:pt x="805" y="445"/>
                  </a:lnTo>
                  <a:lnTo>
                    <a:pt x="806" y="446"/>
                  </a:lnTo>
                  <a:lnTo>
                    <a:pt x="806" y="446"/>
                  </a:lnTo>
                  <a:lnTo>
                    <a:pt x="803" y="447"/>
                  </a:lnTo>
                  <a:lnTo>
                    <a:pt x="802" y="449"/>
                  </a:lnTo>
                  <a:lnTo>
                    <a:pt x="799" y="449"/>
                  </a:lnTo>
                  <a:lnTo>
                    <a:pt x="803" y="449"/>
                  </a:lnTo>
                  <a:lnTo>
                    <a:pt x="805" y="449"/>
                  </a:lnTo>
                  <a:lnTo>
                    <a:pt x="805" y="449"/>
                  </a:lnTo>
                  <a:lnTo>
                    <a:pt x="809" y="447"/>
                  </a:lnTo>
                  <a:lnTo>
                    <a:pt x="810" y="447"/>
                  </a:lnTo>
                  <a:lnTo>
                    <a:pt x="810" y="449"/>
                  </a:lnTo>
                  <a:lnTo>
                    <a:pt x="810" y="450"/>
                  </a:lnTo>
                  <a:lnTo>
                    <a:pt x="809" y="451"/>
                  </a:lnTo>
                  <a:lnTo>
                    <a:pt x="811" y="451"/>
                  </a:lnTo>
                  <a:lnTo>
                    <a:pt x="811" y="452"/>
                  </a:lnTo>
                  <a:lnTo>
                    <a:pt x="811" y="454"/>
                  </a:lnTo>
                  <a:lnTo>
                    <a:pt x="811" y="455"/>
                  </a:lnTo>
                  <a:lnTo>
                    <a:pt x="814" y="454"/>
                  </a:lnTo>
                  <a:lnTo>
                    <a:pt x="814" y="454"/>
                  </a:lnTo>
                  <a:lnTo>
                    <a:pt x="815" y="454"/>
                  </a:lnTo>
                  <a:lnTo>
                    <a:pt x="815" y="458"/>
                  </a:lnTo>
                  <a:lnTo>
                    <a:pt x="815" y="459"/>
                  </a:lnTo>
                  <a:lnTo>
                    <a:pt x="815" y="459"/>
                  </a:lnTo>
                  <a:lnTo>
                    <a:pt x="816" y="459"/>
                  </a:lnTo>
                  <a:lnTo>
                    <a:pt x="818" y="456"/>
                  </a:lnTo>
                  <a:lnTo>
                    <a:pt x="819" y="456"/>
                  </a:lnTo>
                  <a:lnTo>
                    <a:pt x="818" y="459"/>
                  </a:lnTo>
                  <a:lnTo>
                    <a:pt x="819" y="460"/>
                  </a:lnTo>
                  <a:lnTo>
                    <a:pt x="816" y="462"/>
                  </a:lnTo>
                  <a:lnTo>
                    <a:pt x="814" y="467"/>
                  </a:lnTo>
                  <a:lnTo>
                    <a:pt x="811" y="468"/>
                  </a:lnTo>
                  <a:lnTo>
                    <a:pt x="809" y="467"/>
                  </a:lnTo>
                  <a:lnTo>
                    <a:pt x="811" y="468"/>
                  </a:lnTo>
                  <a:lnTo>
                    <a:pt x="812" y="468"/>
                  </a:lnTo>
                  <a:lnTo>
                    <a:pt x="818" y="464"/>
                  </a:lnTo>
                  <a:lnTo>
                    <a:pt x="819" y="464"/>
                  </a:lnTo>
                  <a:lnTo>
                    <a:pt x="819" y="466"/>
                  </a:lnTo>
                  <a:lnTo>
                    <a:pt x="818" y="467"/>
                  </a:lnTo>
                  <a:lnTo>
                    <a:pt x="816" y="470"/>
                  </a:lnTo>
                  <a:lnTo>
                    <a:pt x="818" y="470"/>
                  </a:lnTo>
                  <a:lnTo>
                    <a:pt x="820" y="467"/>
                  </a:lnTo>
                  <a:lnTo>
                    <a:pt x="822" y="464"/>
                  </a:lnTo>
                  <a:lnTo>
                    <a:pt x="824" y="464"/>
                  </a:lnTo>
                  <a:lnTo>
                    <a:pt x="824" y="464"/>
                  </a:lnTo>
                  <a:lnTo>
                    <a:pt x="823" y="466"/>
                  </a:lnTo>
                  <a:lnTo>
                    <a:pt x="822" y="467"/>
                  </a:lnTo>
                  <a:lnTo>
                    <a:pt x="822" y="467"/>
                  </a:lnTo>
                  <a:lnTo>
                    <a:pt x="826" y="466"/>
                  </a:lnTo>
                  <a:lnTo>
                    <a:pt x="827" y="467"/>
                  </a:lnTo>
                  <a:lnTo>
                    <a:pt x="823" y="470"/>
                  </a:lnTo>
                  <a:lnTo>
                    <a:pt x="822" y="471"/>
                  </a:lnTo>
                  <a:lnTo>
                    <a:pt x="823" y="472"/>
                  </a:lnTo>
                  <a:lnTo>
                    <a:pt x="824" y="470"/>
                  </a:lnTo>
                  <a:lnTo>
                    <a:pt x="830" y="466"/>
                  </a:lnTo>
                  <a:lnTo>
                    <a:pt x="830" y="467"/>
                  </a:lnTo>
                  <a:lnTo>
                    <a:pt x="828" y="468"/>
                  </a:lnTo>
                  <a:lnTo>
                    <a:pt x="828" y="468"/>
                  </a:lnTo>
                  <a:lnTo>
                    <a:pt x="832" y="467"/>
                  </a:lnTo>
                  <a:lnTo>
                    <a:pt x="831" y="468"/>
                  </a:lnTo>
                  <a:lnTo>
                    <a:pt x="831" y="471"/>
                  </a:lnTo>
                  <a:lnTo>
                    <a:pt x="830" y="472"/>
                  </a:lnTo>
                  <a:lnTo>
                    <a:pt x="830" y="474"/>
                  </a:lnTo>
                  <a:lnTo>
                    <a:pt x="832" y="474"/>
                  </a:lnTo>
                  <a:lnTo>
                    <a:pt x="835" y="475"/>
                  </a:lnTo>
                  <a:lnTo>
                    <a:pt x="838" y="472"/>
                  </a:lnTo>
                  <a:lnTo>
                    <a:pt x="840" y="472"/>
                  </a:lnTo>
                  <a:lnTo>
                    <a:pt x="843" y="472"/>
                  </a:lnTo>
                  <a:lnTo>
                    <a:pt x="841" y="475"/>
                  </a:lnTo>
                  <a:lnTo>
                    <a:pt x="840" y="475"/>
                  </a:lnTo>
                  <a:lnTo>
                    <a:pt x="839" y="475"/>
                  </a:lnTo>
                  <a:lnTo>
                    <a:pt x="844" y="477"/>
                  </a:lnTo>
                  <a:lnTo>
                    <a:pt x="847" y="479"/>
                  </a:lnTo>
                  <a:lnTo>
                    <a:pt x="843" y="480"/>
                  </a:lnTo>
                  <a:lnTo>
                    <a:pt x="843" y="480"/>
                  </a:lnTo>
                  <a:lnTo>
                    <a:pt x="839" y="481"/>
                  </a:lnTo>
                  <a:lnTo>
                    <a:pt x="838" y="480"/>
                  </a:lnTo>
                  <a:lnTo>
                    <a:pt x="834" y="481"/>
                  </a:lnTo>
                  <a:lnTo>
                    <a:pt x="832" y="484"/>
                  </a:lnTo>
                  <a:lnTo>
                    <a:pt x="827" y="484"/>
                  </a:lnTo>
                  <a:lnTo>
                    <a:pt x="820" y="485"/>
                  </a:lnTo>
                  <a:lnTo>
                    <a:pt x="820" y="487"/>
                  </a:lnTo>
                  <a:lnTo>
                    <a:pt x="826" y="485"/>
                  </a:lnTo>
                  <a:lnTo>
                    <a:pt x="830" y="484"/>
                  </a:lnTo>
                  <a:lnTo>
                    <a:pt x="831" y="485"/>
                  </a:lnTo>
                  <a:lnTo>
                    <a:pt x="832" y="485"/>
                  </a:lnTo>
                  <a:lnTo>
                    <a:pt x="827" y="487"/>
                  </a:lnTo>
                  <a:lnTo>
                    <a:pt x="823" y="488"/>
                  </a:lnTo>
                  <a:lnTo>
                    <a:pt x="819" y="489"/>
                  </a:lnTo>
                  <a:lnTo>
                    <a:pt x="818" y="491"/>
                  </a:lnTo>
                  <a:lnTo>
                    <a:pt x="815" y="491"/>
                  </a:lnTo>
                  <a:lnTo>
                    <a:pt x="814" y="493"/>
                  </a:lnTo>
                  <a:lnTo>
                    <a:pt x="814" y="495"/>
                  </a:lnTo>
                  <a:lnTo>
                    <a:pt x="809" y="492"/>
                  </a:lnTo>
                  <a:lnTo>
                    <a:pt x="807" y="487"/>
                  </a:lnTo>
                  <a:lnTo>
                    <a:pt x="807" y="489"/>
                  </a:lnTo>
                  <a:lnTo>
                    <a:pt x="806" y="491"/>
                  </a:lnTo>
                  <a:lnTo>
                    <a:pt x="807" y="491"/>
                  </a:lnTo>
                  <a:lnTo>
                    <a:pt x="809" y="492"/>
                  </a:lnTo>
                  <a:lnTo>
                    <a:pt x="812" y="496"/>
                  </a:lnTo>
                  <a:lnTo>
                    <a:pt x="812" y="497"/>
                  </a:lnTo>
                  <a:lnTo>
                    <a:pt x="811" y="497"/>
                  </a:lnTo>
                  <a:lnTo>
                    <a:pt x="810" y="499"/>
                  </a:lnTo>
                  <a:lnTo>
                    <a:pt x="810" y="500"/>
                  </a:lnTo>
                  <a:lnTo>
                    <a:pt x="811" y="501"/>
                  </a:lnTo>
                  <a:lnTo>
                    <a:pt x="812" y="500"/>
                  </a:lnTo>
                  <a:lnTo>
                    <a:pt x="814" y="500"/>
                  </a:lnTo>
                  <a:lnTo>
                    <a:pt x="816" y="496"/>
                  </a:lnTo>
                  <a:lnTo>
                    <a:pt x="819" y="496"/>
                  </a:lnTo>
                  <a:lnTo>
                    <a:pt x="822" y="493"/>
                  </a:lnTo>
                  <a:lnTo>
                    <a:pt x="823" y="493"/>
                  </a:lnTo>
                  <a:lnTo>
                    <a:pt x="824" y="491"/>
                  </a:lnTo>
                  <a:lnTo>
                    <a:pt x="827" y="489"/>
                  </a:lnTo>
                  <a:lnTo>
                    <a:pt x="830" y="488"/>
                  </a:lnTo>
                  <a:lnTo>
                    <a:pt x="834" y="487"/>
                  </a:lnTo>
                  <a:lnTo>
                    <a:pt x="836" y="487"/>
                  </a:lnTo>
                  <a:lnTo>
                    <a:pt x="839" y="487"/>
                  </a:lnTo>
                  <a:lnTo>
                    <a:pt x="838" y="487"/>
                  </a:lnTo>
                  <a:lnTo>
                    <a:pt x="835" y="487"/>
                  </a:lnTo>
                  <a:lnTo>
                    <a:pt x="835" y="485"/>
                  </a:lnTo>
                  <a:lnTo>
                    <a:pt x="836" y="485"/>
                  </a:lnTo>
                  <a:lnTo>
                    <a:pt x="841" y="484"/>
                  </a:lnTo>
                  <a:lnTo>
                    <a:pt x="845" y="485"/>
                  </a:lnTo>
                  <a:lnTo>
                    <a:pt x="847" y="489"/>
                  </a:lnTo>
                  <a:lnTo>
                    <a:pt x="847" y="491"/>
                  </a:lnTo>
                  <a:lnTo>
                    <a:pt x="844" y="493"/>
                  </a:lnTo>
                  <a:lnTo>
                    <a:pt x="843" y="493"/>
                  </a:lnTo>
                  <a:lnTo>
                    <a:pt x="841" y="496"/>
                  </a:lnTo>
                  <a:lnTo>
                    <a:pt x="844" y="496"/>
                  </a:lnTo>
                  <a:lnTo>
                    <a:pt x="844" y="497"/>
                  </a:lnTo>
                  <a:lnTo>
                    <a:pt x="845" y="496"/>
                  </a:lnTo>
                  <a:lnTo>
                    <a:pt x="847" y="495"/>
                  </a:lnTo>
                  <a:lnTo>
                    <a:pt x="851" y="493"/>
                  </a:lnTo>
                  <a:lnTo>
                    <a:pt x="852" y="493"/>
                  </a:lnTo>
                  <a:lnTo>
                    <a:pt x="853" y="493"/>
                  </a:lnTo>
                  <a:lnTo>
                    <a:pt x="852" y="495"/>
                  </a:lnTo>
                  <a:lnTo>
                    <a:pt x="852" y="496"/>
                  </a:lnTo>
                  <a:lnTo>
                    <a:pt x="855" y="496"/>
                  </a:lnTo>
                  <a:lnTo>
                    <a:pt x="859" y="497"/>
                  </a:lnTo>
                  <a:lnTo>
                    <a:pt x="859" y="499"/>
                  </a:lnTo>
                  <a:lnTo>
                    <a:pt x="856" y="497"/>
                  </a:lnTo>
                  <a:lnTo>
                    <a:pt x="856" y="497"/>
                  </a:lnTo>
                  <a:lnTo>
                    <a:pt x="856" y="500"/>
                  </a:lnTo>
                  <a:lnTo>
                    <a:pt x="859" y="501"/>
                  </a:lnTo>
                  <a:lnTo>
                    <a:pt x="860" y="502"/>
                  </a:lnTo>
                  <a:lnTo>
                    <a:pt x="857" y="504"/>
                  </a:lnTo>
                  <a:lnTo>
                    <a:pt x="856" y="504"/>
                  </a:lnTo>
                  <a:lnTo>
                    <a:pt x="855" y="505"/>
                  </a:lnTo>
                  <a:lnTo>
                    <a:pt x="857" y="506"/>
                  </a:lnTo>
                  <a:lnTo>
                    <a:pt x="857" y="509"/>
                  </a:lnTo>
                  <a:lnTo>
                    <a:pt x="855" y="509"/>
                  </a:lnTo>
                  <a:lnTo>
                    <a:pt x="855" y="512"/>
                  </a:lnTo>
                  <a:lnTo>
                    <a:pt x="852" y="512"/>
                  </a:lnTo>
                  <a:lnTo>
                    <a:pt x="849" y="510"/>
                  </a:lnTo>
                  <a:lnTo>
                    <a:pt x="851" y="512"/>
                  </a:lnTo>
                  <a:lnTo>
                    <a:pt x="855" y="514"/>
                  </a:lnTo>
                  <a:lnTo>
                    <a:pt x="856" y="513"/>
                  </a:lnTo>
                  <a:lnTo>
                    <a:pt x="857" y="516"/>
                  </a:lnTo>
                  <a:lnTo>
                    <a:pt x="856" y="516"/>
                  </a:lnTo>
                  <a:lnTo>
                    <a:pt x="853" y="516"/>
                  </a:lnTo>
                  <a:lnTo>
                    <a:pt x="853" y="516"/>
                  </a:lnTo>
                  <a:lnTo>
                    <a:pt x="855" y="517"/>
                  </a:lnTo>
                  <a:lnTo>
                    <a:pt x="856" y="517"/>
                  </a:lnTo>
                  <a:lnTo>
                    <a:pt x="857" y="517"/>
                  </a:lnTo>
                  <a:lnTo>
                    <a:pt x="856" y="520"/>
                  </a:lnTo>
                  <a:lnTo>
                    <a:pt x="856" y="522"/>
                  </a:lnTo>
                  <a:lnTo>
                    <a:pt x="855" y="522"/>
                  </a:lnTo>
                  <a:lnTo>
                    <a:pt x="853" y="524"/>
                  </a:lnTo>
                  <a:lnTo>
                    <a:pt x="851" y="526"/>
                  </a:lnTo>
                  <a:lnTo>
                    <a:pt x="848" y="526"/>
                  </a:lnTo>
                  <a:lnTo>
                    <a:pt x="845" y="529"/>
                  </a:lnTo>
                  <a:lnTo>
                    <a:pt x="844" y="529"/>
                  </a:lnTo>
                  <a:lnTo>
                    <a:pt x="843" y="530"/>
                  </a:lnTo>
                  <a:lnTo>
                    <a:pt x="841" y="530"/>
                  </a:lnTo>
                  <a:lnTo>
                    <a:pt x="841" y="531"/>
                  </a:lnTo>
                  <a:lnTo>
                    <a:pt x="839" y="531"/>
                  </a:lnTo>
                  <a:lnTo>
                    <a:pt x="838" y="530"/>
                  </a:lnTo>
                  <a:lnTo>
                    <a:pt x="836" y="531"/>
                  </a:lnTo>
                  <a:lnTo>
                    <a:pt x="834" y="531"/>
                  </a:lnTo>
                  <a:lnTo>
                    <a:pt x="834" y="530"/>
                  </a:lnTo>
                  <a:lnTo>
                    <a:pt x="831" y="533"/>
                  </a:lnTo>
                  <a:lnTo>
                    <a:pt x="828" y="531"/>
                  </a:lnTo>
                  <a:lnTo>
                    <a:pt x="827" y="530"/>
                  </a:lnTo>
                  <a:lnTo>
                    <a:pt x="827" y="530"/>
                  </a:lnTo>
                  <a:lnTo>
                    <a:pt x="827" y="533"/>
                  </a:lnTo>
                  <a:lnTo>
                    <a:pt x="824" y="533"/>
                  </a:lnTo>
                  <a:lnTo>
                    <a:pt x="822" y="533"/>
                  </a:lnTo>
                  <a:lnTo>
                    <a:pt x="822" y="534"/>
                  </a:lnTo>
                  <a:lnTo>
                    <a:pt x="822" y="534"/>
                  </a:lnTo>
                  <a:lnTo>
                    <a:pt x="822" y="535"/>
                  </a:lnTo>
                  <a:lnTo>
                    <a:pt x="820" y="537"/>
                  </a:lnTo>
                  <a:lnTo>
                    <a:pt x="819" y="537"/>
                  </a:lnTo>
                  <a:lnTo>
                    <a:pt x="819" y="538"/>
                  </a:lnTo>
                  <a:lnTo>
                    <a:pt x="816" y="542"/>
                  </a:lnTo>
                  <a:lnTo>
                    <a:pt x="815" y="542"/>
                  </a:lnTo>
                  <a:lnTo>
                    <a:pt x="814" y="543"/>
                  </a:lnTo>
                  <a:lnTo>
                    <a:pt x="812" y="543"/>
                  </a:lnTo>
                  <a:lnTo>
                    <a:pt x="811" y="546"/>
                  </a:lnTo>
                  <a:lnTo>
                    <a:pt x="810" y="546"/>
                  </a:lnTo>
                  <a:lnTo>
                    <a:pt x="809" y="547"/>
                  </a:lnTo>
                  <a:lnTo>
                    <a:pt x="806" y="546"/>
                  </a:lnTo>
                  <a:lnTo>
                    <a:pt x="806" y="549"/>
                  </a:lnTo>
                  <a:lnTo>
                    <a:pt x="803" y="549"/>
                  </a:lnTo>
                  <a:lnTo>
                    <a:pt x="802" y="549"/>
                  </a:lnTo>
                  <a:lnTo>
                    <a:pt x="798" y="549"/>
                  </a:lnTo>
                  <a:lnTo>
                    <a:pt x="797" y="547"/>
                  </a:lnTo>
                  <a:lnTo>
                    <a:pt x="794" y="549"/>
                  </a:lnTo>
                  <a:lnTo>
                    <a:pt x="793" y="549"/>
                  </a:lnTo>
                  <a:lnTo>
                    <a:pt x="787" y="550"/>
                  </a:lnTo>
                  <a:lnTo>
                    <a:pt x="786" y="550"/>
                  </a:lnTo>
                  <a:lnTo>
                    <a:pt x="786" y="549"/>
                  </a:lnTo>
                  <a:lnTo>
                    <a:pt x="785" y="547"/>
                  </a:lnTo>
                  <a:lnTo>
                    <a:pt x="782" y="549"/>
                  </a:lnTo>
                  <a:lnTo>
                    <a:pt x="781" y="549"/>
                  </a:lnTo>
                  <a:lnTo>
                    <a:pt x="777" y="547"/>
                  </a:lnTo>
                  <a:lnTo>
                    <a:pt x="776" y="547"/>
                  </a:lnTo>
                  <a:lnTo>
                    <a:pt x="773" y="547"/>
                  </a:lnTo>
                  <a:lnTo>
                    <a:pt x="772" y="546"/>
                  </a:lnTo>
                  <a:lnTo>
                    <a:pt x="770" y="546"/>
                  </a:lnTo>
                  <a:lnTo>
                    <a:pt x="769" y="547"/>
                  </a:lnTo>
                  <a:lnTo>
                    <a:pt x="765" y="546"/>
                  </a:lnTo>
                  <a:lnTo>
                    <a:pt x="762" y="545"/>
                  </a:lnTo>
                  <a:lnTo>
                    <a:pt x="760" y="546"/>
                  </a:lnTo>
                  <a:lnTo>
                    <a:pt x="759" y="546"/>
                  </a:lnTo>
                  <a:lnTo>
                    <a:pt x="756" y="545"/>
                  </a:lnTo>
                  <a:lnTo>
                    <a:pt x="753" y="546"/>
                  </a:lnTo>
                  <a:lnTo>
                    <a:pt x="752" y="546"/>
                  </a:lnTo>
                  <a:lnTo>
                    <a:pt x="751" y="546"/>
                  </a:lnTo>
                  <a:lnTo>
                    <a:pt x="747" y="545"/>
                  </a:lnTo>
                  <a:lnTo>
                    <a:pt x="743" y="545"/>
                  </a:lnTo>
                  <a:lnTo>
                    <a:pt x="740" y="545"/>
                  </a:lnTo>
                  <a:lnTo>
                    <a:pt x="737" y="542"/>
                  </a:lnTo>
                  <a:lnTo>
                    <a:pt x="736" y="543"/>
                  </a:lnTo>
                  <a:lnTo>
                    <a:pt x="735" y="545"/>
                  </a:lnTo>
                  <a:lnTo>
                    <a:pt x="735" y="546"/>
                  </a:lnTo>
                  <a:lnTo>
                    <a:pt x="735" y="546"/>
                  </a:lnTo>
                  <a:lnTo>
                    <a:pt x="732" y="547"/>
                  </a:lnTo>
                  <a:lnTo>
                    <a:pt x="728" y="551"/>
                  </a:lnTo>
                  <a:lnTo>
                    <a:pt x="726" y="552"/>
                  </a:lnTo>
                  <a:lnTo>
                    <a:pt x="726" y="554"/>
                  </a:lnTo>
                  <a:lnTo>
                    <a:pt x="724" y="555"/>
                  </a:lnTo>
                  <a:lnTo>
                    <a:pt x="724" y="558"/>
                  </a:lnTo>
                  <a:lnTo>
                    <a:pt x="723" y="560"/>
                  </a:lnTo>
                  <a:lnTo>
                    <a:pt x="719" y="560"/>
                  </a:lnTo>
                  <a:lnTo>
                    <a:pt x="716" y="560"/>
                  </a:lnTo>
                  <a:lnTo>
                    <a:pt x="712" y="562"/>
                  </a:lnTo>
                  <a:lnTo>
                    <a:pt x="711" y="564"/>
                  </a:lnTo>
                  <a:lnTo>
                    <a:pt x="710" y="564"/>
                  </a:lnTo>
                  <a:lnTo>
                    <a:pt x="708" y="563"/>
                  </a:lnTo>
                  <a:lnTo>
                    <a:pt x="707" y="564"/>
                  </a:lnTo>
                  <a:lnTo>
                    <a:pt x="706" y="567"/>
                  </a:lnTo>
                  <a:lnTo>
                    <a:pt x="703" y="567"/>
                  </a:lnTo>
                  <a:lnTo>
                    <a:pt x="701" y="570"/>
                  </a:lnTo>
                  <a:lnTo>
                    <a:pt x="701" y="571"/>
                  </a:lnTo>
                  <a:lnTo>
                    <a:pt x="699" y="571"/>
                  </a:lnTo>
                  <a:lnTo>
                    <a:pt x="697" y="575"/>
                  </a:lnTo>
                  <a:lnTo>
                    <a:pt x="691" y="577"/>
                  </a:lnTo>
                  <a:lnTo>
                    <a:pt x="690" y="581"/>
                  </a:lnTo>
                  <a:lnTo>
                    <a:pt x="687" y="583"/>
                  </a:lnTo>
                  <a:lnTo>
                    <a:pt x="685" y="585"/>
                  </a:lnTo>
                  <a:lnTo>
                    <a:pt x="682" y="587"/>
                  </a:lnTo>
                  <a:lnTo>
                    <a:pt x="681" y="589"/>
                  </a:lnTo>
                  <a:lnTo>
                    <a:pt x="679" y="592"/>
                  </a:lnTo>
                  <a:lnTo>
                    <a:pt x="674" y="595"/>
                  </a:lnTo>
                  <a:lnTo>
                    <a:pt x="674" y="597"/>
                  </a:lnTo>
                  <a:lnTo>
                    <a:pt x="668" y="600"/>
                  </a:lnTo>
                  <a:lnTo>
                    <a:pt x="664" y="600"/>
                  </a:lnTo>
                  <a:lnTo>
                    <a:pt x="666" y="601"/>
                  </a:lnTo>
                  <a:lnTo>
                    <a:pt x="673" y="599"/>
                  </a:lnTo>
                  <a:lnTo>
                    <a:pt x="678" y="596"/>
                  </a:lnTo>
                  <a:lnTo>
                    <a:pt x="682" y="593"/>
                  </a:lnTo>
                  <a:lnTo>
                    <a:pt x="686" y="589"/>
                  </a:lnTo>
                  <a:lnTo>
                    <a:pt x="689" y="587"/>
                  </a:lnTo>
                  <a:lnTo>
                    <a:pt x="690" y="585"/>
                  </a:lnTo>
                  <a:lnTo>
                    <a:pt x="695" y="580"/>
                  </a:lnTo>
                  <a:lnTo>
                    <a:pt x="705" y="574"/>
                  </a:lnTo>
                  <a:lnTo>
                    <a:pt x="710" y="571"/>
                  </a:lnTo>
                  <a:lnTo>
                    <a:pt x="712" y="571"/>
                  </a:lnTo>
                  <a:lnTo>
                    <a:pt x="716" y="568"/>
                  </a:lnTo>
                  <a:lnTo>
                    <a:pt x="722" y="567"/>
                  </a:lnTo>
                  <a:lnTo>
                    <a:pt x="730" y="564"/>
                  </a:lnTo>
                  <a:lnTo>
                    <a:pt x="732" y="564"/>
                  </a:lnTo>
                  <a:lnTo>
                    <a:pt x="733" y="563"/>
                  </a:lnTo>
                  <a:lnTo>
                    <a:pt x="741" y="563"/>
                  </a:lnTo>
                  <a:lnTo>
                    <a:pt x="747" y="566"/>
                  </a:lnTo>
                  <a:lnTo>
                    <a:pt x="751" y="568"/>
                  </a:lnTo>
                  <a:lnTo>
                    <a:pt x="751" y="570"/>
                  </a:lnTo>
                  <a:lnTo>
                    <a:pt x="748" y="568"/>
                  </a:lnTo>
                  <a:lnTo>
                    <a:pt x="748" y="570"/>
                  </a:lnTo>
                  <a:lnTo>
                    <a:pt x="747" y="570"/>
                  </a:lnTo>
                  <a:lnTo>
                    <a:pt x="749" y="570"/>
                  </a:lnTo>
                  <a:lnTo>
                    <a:pt x="752" y="571"/>
                  </a:lnTo>
                  <a:lnTo>
                    <a:pt x="753" y="572"/>
                  </a:lnTo>
                  <a:lnTo>
                    <a:pt x="751" y="572"/>
                  </a:lnTo>
                  <a:lnTo>
                    <a:pt x="752" y="574"/>
                  </a:lnTo>
                  <a:lnTo>
                    <a:pt x="751" y="577"/>
                  </a:lnTo>
                  <a:lnTo>
                    <a:pt x="748" y="579"/>
                  </a:lnTo>
                  <a:lnTo>
                    <a:pt x="745" y="580"/>
                  </a:lnTo>
                  <a:lnTo>
                    <a:pt x="744" y="580"/>
                  </a:lnTo>
                  <a:lnTo>
                    <a:pt x="740" y="583"/>
                  </a:lnTo>
                  <a:lnTo>
                    <a:pt x="737" y="583"/>
                  </a:lnTo>
                  <a:lnTo>
                    <a:pt x="736" y="581"/>
                  </a:lnTo>
                  <a:lnTo>
                    <a:pt x="733" y="580"/>
                  </a:lnTo>
                  <a:lnTo>
                    <a:pt x="732" y="581"/>
                  </a:lnTo>
                  <a:lnTo>
                    <a:pt x="730" y="581"/>
                  </a:lnTo>
                  <a:lnTo>
                    <a:pt x="727" y="581"/>
                  </a:lnTo>
                  <a:lnTo>
                    <a:pt x="723" y="583"/>
                  </a:lnTo>
                  <a:lnTo>
                    <a:pt x="727" y="583"/>
                  </a:lnTo>
                  <a:lnTo>
                    <a:pt x="730" y="583"/>
                  </a:lnTo>
                  <a:lnTo>
                    <a:pt x="735" y="584"/>
                  </a:lnTo>
                  <a:lnTo>
                    <a:pt x="735" y="587"/>
                  </a:lnTo>
                  <a:lnTo>
                    <a:pt x="736" y="588"/>
                  </a:lnTo>
                  <a:lnTo>
                    <a:pt x="739" y="587"/>
                  </a:lnTo>
                  <a:lnTo>
                    <a:pt x="741" y="585"/>
                  </a:lnTo>
                  <a:lnTo>
                    <a:pt x="744" y="585"/>
                  </a:lnTo>
                  <a:lnTo>
                    <a:pt x="744" y="585"/>
                  </a:lnTo>
                  <a:lnTo>
                    <a:pt x="745" y="585"/>
                  </a:lnTo>
                  <a:lnTo>
                    <a:pt x="747" y="587"/>
                  </a:lnTo>
                  <a:lnTo>
                    <a:pt x="744" y="589"/>
                  </a:lnTo>
                  <a:lnTo>
                    <a:pt x="741" y="595"/>
                  </a:lnTo>
                  <a:lnTo>
                    <a:pt x="740" y="596"/>
                  </a:lnTo>
                  <a:lnTo>
                    <a:pt x="739" y="597"/>
                  </a:lnTo>
                  <a:lnTo>
                    <a:pt x="743" y="597"/>
                  </a:lnTo>
                  <a:lnTo>
                    <a:pt x="743" y="599"/>
                  </a:lnTo>
                  <a:lnTo>
                    <a:pt x="741" y="600"/>
                  </a:lnTo>
                  <a:lnTo>
                    <a:pt x="743" y="601"/>
                  </a:lnTo>
                  <a:lnTo>
                    <a:pt x="743" y="604"/>
                  </a:lnTo>
                  <a:lnTo>
                    <a:pt x="743" y="608"/>
                  </a:lnTo>
                  <a:lnTo>
                    <a:pt x="744" y="608"/>
                  </a:lnTo>
                  <a:lnTo>
                    <a:pt x="745" y="610"/>
                  </a:lnTo>
                  <a:lnTo>
                    <a:pt x="748" y="610"/>
                  </a:lnTo>
                  <a:lnTo>
                    <a:pt x="748" y="612"/>
                  </a:lnTo>
                  <a:lnTo>
                    <a:pt x="752" y="612"/>
                  </a:lnTo>
                  <a:lnTo>
                    <a:pt x="752" y="614"/>
                  </a:lnTo>
                  <a:lnTo>
                    <a:pt x="749" y="614"/>
                  </a:lnTo>
                  <a:lnTo>
                    <a:pt x="752" y="617"/>
                  </a:lnTo>
                  <a:lnTo>
                    <a:pt x="756" y="617"/>
                  </a:lnTo>
                  <a:lnTo>
                    <a:pt x="759" y="618"/>
                  </a:lnTo>
                  <a:lnTo>
                    <a:pt x="759" y="617"/>
                  </a:lnTo>
                  <a:lnTo>
                    <a:pt x="762" y="618"/>
                  </a:lnTo>
                  <a:lnTo>
                    <a:pt x="762" y="620"/>
                  </a:lnTo>
                  <a:lnTo>
                    <a:pt x="766" y="621"/>
                  </a:lnTo>
                  <a:lnTo>
                    <a:pt x="768" y="620"/>
                  </a:lnTo>
                  <a:lnTo>
                    <a:pt x="770" y="617"/>
                  </a:lnTo>
                  <a:lnTo>
                    <a:pt x="772" y="618"/>
                  </a:lnTo>
                  <a:lnTo>
                    <a:pt x="770" y="620"/>
                  </a:lnTo>
                  <a:lnTo>
                    <a:pt x="773" y="620"/>
                  </a:lnTo>
                  <a:lnTo>
                    <a:pt x="777" y="622"/>
                  </a:lnTo>
                  <a:lnTo>
                    <a:pt x="778" y="624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7" y="625"/>
                  </a:lnTo>
                  <a:lnTo>
                    <a:pt x="780" y="625"/>
                  </a:lnTo>
                  <a:lnTo>
                    <a:pt x="781" y="626"/>
                  </a:lnTo>
                  <a:lnTo>
                    <a:pt x="778" y="627"/>
                  </a:lnTo>
                  <a:lnTo>
                    <a:pt x="777" y="626"/>
                  </a:lnTo>
                  <a:lnTo>
                    <a:pt x="776" y="627"/>
                  </a:lnTo>
                  <a:lnTo>
                    <a:pt x="772" y="627"/>
                  </a:lnTo>
                  <a:lnTo>
                    <a:pt x="766" y="631"/>
                  </a:lnTo>
                  <a:lnTo>
                    <a:pt x="764" y="631"/>
                  </a:lnTo>
                  <a:lnTo>
                    <a:pt x="760" y="633"/>
                  </a:lnTo>
                  <a:lnTo>
                    <a:pt x="756" y="633"/>
                  </a:lnTo>
                  <a:lnTo>
                    <a:pt x="753" y="635"/>
                  </a:lnTo>
                  <a:lnTo>
                    <a:pt x="751" y="635"/>
                  </a:lnTo>
                  <a:lnTo>
                    <a:pt x="751" y="637"/>
                  </a:lnTo>
                  <a:lnTo>
                    <a:pt x="748" y="635"/>
                  </a:lnTo>
                  <a:lnTo>
                    <a:pt x="747" y="633"/>
                  </a:lnTo>
                  <a:lnTo>
                    <a:pt x="745" y="633"/>
                  </a:lnTo>
                  <a:lnTo>
                    <a:pt x="745" y="634"/>
                  </a:lnTo>
                  <a:lnTo>
                    <a:pt x="744" y="634"/>
                  </a:lnTo>
                  <a:lnTo>
                    <a:pt x="741" y="637"/>
                  </a:lnTo>
                  <a:lnTo>
                    <a:pt x="743" y="638"/>
                  </a:lnTo>
                  <a:lnTo>
                    <a:pt x="739" y="641"/>
                  </a:lnTo>
                  <a:lnTo>
                    <a:pt x="736" y="646"/>
                  </a:lnTo>
                  <a:lnTo>
                    <a:pt x="733" y="646"/>
                  </a:lnTo>
                  <a:lnTo>
                    <a:pt x="731" y="647"/>
                  </a:lnTo>
                  <a:lnTo>
                    <a:pt x="730" y="647"/>
                  </a:lnTo>
                  <a:lnTo>
                    <a:pt x="728" y="649"/>
                  </a:lnTo>
                  <a:lnTo>
                    <a:pt x="728" y="650"/>
                  </a:lnTo>
                  <a:lnTo>
                    <a:pt x="727" y="651"/>
                  </a:lnTo>
                  <a:lnTo>
                    <a:pt x="726" y="650"/>
                  </a:lnTo>
                  <a:lnTo>
                    <a:pt x="726" y="651"/>
                  </a:lnTo>
                  <a:lnTo>
                    <a:pt x="723" y="650"/>
                  </a:lnTo>
                  <a:lnTo>
                    <a:pt x="723" y="647"/>
                  </a:lnTo>
                  <a:lnTo>
                    <a:pt x="722" y="646"/>
                  </a:lnTo>
                  <a:lnTo>
                    <a:pt x="720" y="647"/>
                  </a:lnTo>
                  <a:lnTo>
                    <a:pt x="720" y="645"/>
                  </a:lnTo>
                  <a:lnTo>
                    <a:pt x="719" y="642"/>
                  </a:lnTo>
                  <a:lnTo>
                    <a:pt x="719" y="639"/>
                  </a:lnTo>
                  <a:lnTo>
                    <a:pt x="722" y="635"/>
                  </a:lnTo>
                  <a:lnTo>
                    <a:pt x="724" y="634"/>
                  </a:lnTo>
                  <a:lnTo>
                    <a:pt x="724" y="631"/>
                  </a:lnTo>
                  <a:lnTo>
                    <a:pt x="730" y="629"/>
                  </a:lnTo>
                  <a:lnTo>
                    <a:pt x="733" y="627"/>
                  </a:lnTo>
                  <a:lnTo>
                    <a:pt x="737" y="625"/>
                  </a:lnTo>
                  <a:lnTo>
                    <a:pt x="741" y="625"/>
                  </a:lnTo>
                  <a:lnTo>
                    <a:pt x="743" y="625"/>
                  </a:lnTo>
                  <a:lnTo>
                    <a:pt x="744" y="627"/>
                  </a:lnTo>
                  <a:lnTo>
                    <a:pt x="745" y="629"/>
                  </a:lnTo>
                  <a:lnTo>
                    <a:pt x="745" y="627"/>
                  </a:lnTo>
                  <a:lnTo>
                    <a:pt x="745" y="626"/>
                  </a:lnTo>
                  <a:lnTo>
                    <a:pt x="748" y="625"/>
                  </a:lnTo>
                  <a:lnTo>
                    <a:pt x="751" y="625"/>
                  </a:lnTo>
                  <a:lnTo>
                    <a:pt x="753" y="624"/>
                  </a:lnTo>
                  <a:lnTo>
                    <a:pt x="749" y="624"/>
                  </a:lnTo>
                  <a:lnTo>
                    <a:pt x="745" y="624"/>
                  </a:lnTo>
                  <a:lnTo>
                    <a:pt x="743" y="622"/>
                  </a:lnTo>
                  <a:lnTo>
                    <a:pt x="741" y="622"/>
                  </a:lnTo>
                  <a:lnTo>
                    <a:pt x="739" y="625"/>
                  </a:lnTo>
                  <a:lnTo>
                    <a:pt x="736" y="624"/>
                  </a:lnTo>
                  <a:lnTo>
                    <a:pt x="739" y="621"/>
                  </a:lnTo>
                  <a:lnTo>
                    <a:pt x="741" y="620"/>
                  </a:lnTo>
                  <a:lnTo>
                    <a:pt x="744" y="617"/>
                  </a:lnTo>
                  <a:lnTo>
                    <a:pt x="744" y="616"/>
                  </a:lnTo>
                  <a:lnTo>
                    <a:pt x="743" y="617"/>
                  </a:lnTo>
                  <a:lnTo>
                    <a:pt x="741" y="616"/>
                  </a:lnTo>
                  <a:lnTo>
                    <a:pt x="740" y="620"/>
                  </a:lnTo>
                  <a:lnTo>
                    <a:pt x="737" y="620"/>
                  </a:lnTo>
                  <a:lnTo>
                    <a:pt x="735" y="622"/>
                  </a:lnTo>
                  <a:lnTo>
                    <a:pt x="732" y="622"/>
                  </a:lnTo>
                  <a:lnTo>
                    <a:pt x="731" y="624"/>
                  </a:lnTo>
                  <a:lnTo>
                    <a:pt x="726" y="625"/>
                  </a:lnTo>
                  <a:lnTo>
                    <a:pt x="726" y="625"/>
                  </a:lnTo>
                  <a:lnTo>
                    <a:pt x="726" y="624"/>
                  </a:lnTo>
                  <a:lnTo>
                    <a:pt x="724" y="624"/>
                  </a:lnTo>
                  <a:lnTo>
                    <a:pt x="726" y="621"/>
                  </a:lnTo>
                  <a:lnTo>
                    <a:pt x="724" y="624"/>
                  </a:lnTo>
                  <a:lnTo>
                    <a:pt x="723" y="626"/>
                  </a:lnTo>
                  <a:lnTo>
                    <a:pt x="720" y="626"/>
                  </a:lnTo>
                  <a:lnTo>
                    <a:pt x="718" y="625"/>
                  </a:lnTo>
                  <a:lnTo>
                    <a:pt x="718" y="627"/>
                  </a:lnTo>
                  <a:lnTo>
                    <a:pt x="716" y="626"/>
                  </a:lnTo>
                  <a:lnTo>
                    <a:pt x="715" y="625"/>
                  </a:lnTo>
                  <a:lnTo>
                    <a:pt x="712" y="625"/>
                  </a:lnTo>
                  <a:lnTo>
                    <a:pt x="710" y="625"/>
                  </a:lnTo>
                  <a:lnTo>
                    <a:pt x="708" y="625"/>
                  </a:lnTo>
                  <a:lnTo>
                    <a:pt x="708" y="624"/>
                  </a:lnTo>
                  <a:lnTo>
                    <a:pt x="708" y="622"/>
                  </a:lnTo>
                  <a:lnTo>
                    <a:pt x="708" y="622"/>
                  </a:lnTo>
                  <a:lnTo>
                    <a:pt x="708" y="621"/>
                  </a:lnTo>
                  <a:lnTo>
                    <a:pt x="708" y="618"/>
                  </a:lnTo>
                  <a:lnTo>
                    <a:pt x="708" y="617"/>
                  </a:lnTo>
                  <a:lnTo>
                    <a:pt x="707" y="616"/>
                  </a:lnTo>
                  <a:lnTo>
                    <a:pt x="706" y="616"/>
                  </a:lnTo>
                  <a:lnTo>
                    <a:pt x="707" y="614"/>
                  </a:lnTo>
                  <a:lnTo>
                    <a:pt x="710" y="599"/>
                  </a:lnTo>
                  <a:lnTo>
                    <a:pt x="710" y="595"/>
                  </a:lnTo>
                  <a:lnTo>
                    <a:pt x="705" y="591"/>
                  </a:lnTo>
                  <a:lnTo>
                    <a:pt x="703" y="592"/>
                  </a:lnTo>
                  <a:lnTo>
                    <a:pt x="701" y="591"/>
                  </a:lnTo>
                  <a:lnTo>
                    <a:pt x="698" y="592"/>
                  </a:lnTo>
                  <a:lnTo>
                    <a:pt x="697" y="589"/>
                  </a:lnTo>
                  <a:lnTo>
                    <a:pt x="695" y="589"/>
                  </a:lnTo>
                  <a:lnTo>
                    <a:pt x="694" y="589"/>
                  </a:lnTo>
                  <a:lnTo>
                    <a:pt x="693" y="591"/>
                  </a:lnTo>
                  <a:lnTo>
                    <a:pt x="691" y="593"/>
                  </a:lnTo>
                  <a:lnTo>
                    <a:pt x="687" y="597"/>
                  </a:lnTo>
                  <a:lnTo>
                    <a:pt x="685" y="600"/>
                  </a:lnTo>
                  <a:lnTo>
                    <a:pt x="685" y="602"/>
                  </a:lnTo>
                  <a:lnTo>
                    <a:pt x="682" y="604"/>
                  </a:lnTo>
                  <a:lnTo>
                    <a:pt x="682" y="606"/>
                  </a:lnTo>
                  <a:lnTo>
                    <a:pt x="681" y="609"/>
                  </a:lnTo>
                  <a:lnTo>
                    <a:pt x="678" y="613"/>
                  </a:lnTo>
                  <a:lnTo>
                    <a:pt x="676" y="613"/>
                  </a:lnTo>
                  <a:lnTo>
                    <a:pt x="673" y="617"/>
                  </a:lnTo>
                  <a:lnTo>
                    <a:pt x="672" y="620"/>
                  </a:lnTo>
                  <a:lnTo>
                    <a:pt x="670" y="620"/>
                  </a:lnTo>
                  <a:lnTo>
                    <a:pt x="668" y="620"/>
                  </a:lnTo>
                  <a:lnTo>
                    <a:pt x="666" y="620"/>
                  </a:lnTo>
                  <a:lnTo>
                    <a:pt x="665" y="621"/>
                  </a:lnTo>
                  <a:lnTo>
                    <a:pt x="665" y="621"/>
                  </a:lnTo>
                  <a:lnTo>
                    <a:pt x="662" y="624"/>
                  </a:lnTo>
                  <a:lnTo>
                    <a:pt x="627" y="622"/>
                  </a:lnTo>
                  <a:lnTo>
                    <a:pt x="623" y="624"/>
                  </a:lnTo>
                  <a:lnTo>
                    <a:pt x="622" y="625"/>
                  </a:lnTo>
                  <a:lnTo>
                    <a:pt x="619" y="626"/>
                  </a:lnTo>
                  <a:lnTo>
                    <a:pt x="616" y="629"/>
                  </a:lnTo>
                  <a:lnTo>
                    <a:pt x="611" y="634"/>
                  </a:lnTo>
                  <a:lnTo>
                    <a:pt x="607" y="634"/>
                  </a:lnTo>
                  <a:lnTo>
                    <a:pt x="606" y="635"/>
                  </a:lnTo>
                  <a:lnTo>
                    <a:pt x="595" y="643"/>
                  </a:lnTo>
                  <a:lnTo>
                    <a:pt x="573" y="650"/>
                  </a:lnTo>
                  <a:lnTo>
                    <a:pt x="572" y="655"/>
                  </a:lnTo>
                  <a:lnTo>
                    <a:pt x="568" y="656"/>
                  </a:lnTo>
                  <a:lnTo>
                    <a:pt x="527" y="668"/>
                  </a:lnTo>
                  <a:lnTo>
                    <a:pt x="524" y="664"/>
                  </a:lnTo>
                  <a:lnTo>
                    <a:pt x="527" y="662"/>
                  </a:lnTo>
                  <a:lnTo>
                    <a:pt x="531" y="659"/>
                  </a:lnTo>
                  <a:lnTo>
                    <a:pt x="533" y="656"/>
                  </a:lnTo>
                  <a:lnTo>
                    <a:pt x="535" y="654"/>
                  </a:lnTo>
                  <a:lnTo>
                    <a:pt x="536" y="651"/>
                  </a:lnTo>
                  <a:lnTo>
                    <a:pt x="536" y="635"/>
                  </a:lnTo>
                  <a:lnTo>
                    <a:pt x="528" y="600"/>
                  </a:lnTo>
                  <a:lnTo>
                    <a:pt x="521" y="593"/>
                  </a:lnTo>
                  <a:lnTo>
                    <a:pt x="519" y="589"/>
                  </a:lnTo>
                  <a:lnTo>
                    <a:pt x="471" y="567"/>
                  </a:lnTo>
                  <a:lnTo>
                    <a:pt x="469" y="566"/>
                  </a:lnTo>
                  <a:lnTo>
                    <a:pt x="466" y="566"/>
                  </a:lnTo>
                  <a:lnTo>
                    <a:pt x="465" y="564"/>
                  </a:lnTo>
                  <a:lnTo>
                    <a:pt x="460" y="564"/>
                  </a:lnTo>
                  <a:lnTo>
                    <a:pt x="458" y="562"/>
                  </a:lnTo>
                  <a:lnTo>
                    <a:pt x="457" y="562"/>
                  </a:lnTo>
                  <a:lnTo>
                    <a:pt x="456" y="562"/>
                  </a:lnTo>
                  <a:lnTo>
                    <a:pt x="452" y="563"/>
                  </a:lnTo>
                  <a:lnTo>
                    <a:pt x="450" y="562"/>
                  </a:lnTo>
                  <a:lnTo>
                    <a:pt x="448" y="560"/>
                  </a:lnTo>
                  <a:lnTo>
                    <a:pt x="446" y="559"/>
                  </a:lnTo>
                  <a:lnTo>
                    <a:pt x="442" y="558"/>
                  </a:lnTo>
                  <a:lnTo>
                    <a:pt x="441" y="555"/>
                  </a:lnTo>
                  <a:lnTo>
                    <a:pt x="440" y="555"/>
                  </a:lnTo>
                  <a:lnTo>
                    <a:pt x="436" y="552"/>
                  </a:lnTo>
                  <a:lnTo>
                    <a:pt x="435" y="554"/>
                  </a:lnTo>
                  <a:lnTo>
                    <a:pt x="432" y="552"/>
                  </a:lnTo>
                  <a:lnTo>
                    <a:pt x="431" y="554"/>
                  </a:lnTo>
                  <a:lnTo>
                    <a:pt x="429" y="554"/>
                  </a:lnTo>
                  <a:lnTo>
                    <a:pt x="428" y="552"/>
                  </a:lnTo>
                  <a:lnTo>
                    <a:pt x="425" y="551"/>
                  </a:lnTo>
                  <a:lnTo>
                    <a:pt x="425" y="551"/>
                  </a:lnTo>
                  <a:lnTo>
                    <a:pt x="423" y="550"/>
                  </a:lnTo>
                  <a:lnTo>
                    <a:pt x="423" y="550"/>
                  </a:lnTo>
                  <a:lnTo>
                    <a:pt x="421" y="547"/>
                  </a:lnTo>
                  <a:lnTo>
                    <a:pt x="420" y="547"/>
                  </a:lnTo>
                  <a:lnTo>
                    <a:pt x="417" y="545"/>
                  </a:lnTo>
                  <a:lnTo>
                    <a:pt x="415" y="545"/>
                  </a:lnTo>
                  <a:lnTo>
                    <a:pt x="414" y="545"/>
                  </a:lnTo>
                  <a:lnTo>
                    <a:pt x="105" y="514"/>
                  </a:lnTo>
                  <a:lnTo>
                    <a:pt x="105" y="514"/>
                  </a:lnTo>
                  <a:lnTo>
                    <a:pt x="104" y="513"/>
                  </a:lnTo>
                  <a:lnTo>
                    <a:pt x="103" y="509"/>
                  </a:lnTo>
                  <a:lnTo>
                    <a:pt x="105" y="505"/>
                  </a:lnTo>
                  <a:lnTo>
                    <a:pt x="105" y="501"/>
                  </a:lnTo>
                  <a:lnTo>
                    <a:pt x="104" y="502"/>
                  </a:lnTo>
                  <a:lnTo>
                    <a:pt x="101" y="504"/>
                  </a:lnTo>
                  <a:lnTo>
                    <a:pt x="99" y="505"/>
                  </a:lnTo>
                  <a:lnTo>
                    <a:pt x="96" y="502"/>
                  </a:lnTo>
                  <a:lnTo>
                    <a:pt x="96" y="500"/>
                  </a:lnTo>
                  <a:lnTo>
                    <a:pt x="97" y="500"/>
                  </a:lnTo>
                  <a:lnTo>
                    <a:pt x="99" y="502"/>
                  </a:lnTo>
                  <a:lnTo>
                    <a:pt x="100" y="502"/>
                  </a:lnTo>
                  <a:lnTo>
                    <a:pt x="100" y="501"/>
                  </a:lnTo>
                  <a:lnTo>
                    <a:pt x="99" y="500"/>
                  </a:lnTo>
                  <a:lnTo>
                    <a:pt x="99" y="497"/>
                  </a:lnTo>
                  <a:lnTo>
                    <a:pt x="96" y="497"/>
                  </a:lnTo>
                  <a:lnTo>
                    <a:pt x="95" y="499"/>
                  </a:lnTo>
                  <a:lnTo>
                    <a:pt x="92" y="497"/>
                  </a:lnTo>
                  <a:lnTo>
                    <a:pt x="91" y="495"/>
                  </a:lnTo>
                  <a:lnTo>
                    <a:pt x="91" y="493"/>
                  </a:lnTo>
                  <a:lnTo>
                    <a:pt x="94" y="491"/>
                  </a:lnTo>
                  <a:lnTo>
                    <a:pt x="95" y="488"/>
                  </a:lnTo>
                  <a:lnTo>
                    <a:pt x="96" y="487"/>
                  </a:lnTo>
                  <a:lnTo>
                    <a:pt x="96" y="485"/>
                  </a:lnTo>
                  <a:lnTo>
                    <a:pt x="94" y="487"/>
                  </a:lnTo>
                  <a:lnTo>
                    <a:pt x="91" y="487"/>
                  </a:lnTo>
                  <a:lnTo>
                    <a:pt x="91" y="485"/>
                  </a:lnTo>
                  <a:lnTo>
                    <a:pt x="92" y="484"/>
                  </a:lnTo>
                  <a:lnTo>
                    <a:pt x="95" y="480"/>
                  </a:lnTo>
                  <a:lnTo>
                    <a:pt x="95" y="477"/>
                  </a:lnTo>
                  <a:lnTo>
                    <a:pt x="95" y="476"/>
                  </a:lnTo>
                  <a:lnTo>
                    <a:pt x="95" y="475"/>
                  </a:lnTo>
                  <a:lnTo>
                    <a:pt x="94" y="475"/>
                  </a:lnTo>
                  <a:lnTo>
                    <a:pt x="94" y="477"/>
                  </a:lnTo>
                  <a:lnTo>
                    <a:pt x="92" y="481"/>
                  </a:lnTo>
                  <a:lnTo>
                    <a:pt x="90" y="485"/>
                  </a:lnTo>
                  <a:lnTo>
                    <a:pt x="88" y="485"/>
                  </a:lnTo>
                  <a:lnTo>
                    <a:pt x="87" y="484"/>
                  </a:lnTo>
                  <a:lnTo>
                    <a:pt x="86" y="484"/>
                  </a:lnTo>
                  <a:lnTo>
                    <a:pt x="86" y="483"/>
                  </a:lnTo>
                  <a:lnTo>
                    <a:pt x="87" y="481"/>
                  </a:lnTo>
                  <a:lnTo>
                    <a:pt x="87" y="480"/>
                  </a:lnTo>
                  <a:lnTo>
                    <a:pt x="84" y="481"/>
                  </a:lnTo>
                  <a:lnTo>
                    <a:pt x="84" y="483"/>
                  </a:lnTo>
                  <a:lnTo>
                    <a:pt x="83" y="483"/>
                  </a:lnTo>
                  <a:lnTo>
                    <a:pt x="83" y="481"/>
                  </a:lnTo>
                  <a:lnTo>
                    <a:pt x="82" y="483"/>
                  </a:lnTo>
                  <a:lnTo>
                    <a:pt x="80" y="483"/>
                  </a:lnTo>
                  <a:lnTo>
                    <a:pt x="78" y="483"/>
                  </a:lnTo>
                  <a:lnTo>
                    <a:pt x="78" y="481"/>
                  </a:lnTo>
                  <a:lnTo>
                    <a:pt x="80" y="480"/>
                  </a:lnTo>
                  <a:lnTo>
                    <a:pt x="82" y="480"/>
                  </a:lnTo>
                  <a:lnTo>
                    <a:pt x="84" y="479"/>
                  </a:lnTo>
                  <a:lnTo>
                    <a:pt x="88" y="476"/>
                  </a:lnTo>
                  <a:lnTo>
                    <a:pt x="88" y="475"/>
                  </a:lnTo>
                  <a:lnTo>
                    <a:pt x="88" y="472"/>
                  </a:lnTo>
                  <a:lnTo>
                    <a:pt x="88" y="474"/>
                  </a:lnTo>
                  <a:lnTo>
                    <a:pt x="86" y="475"/>
                  </a:lnTo>
                  <a:lnTo>
                    <a:pt x="84" y="477"/>
                  </a:lnTo>
                  <a:lnTo>
                    <a:pt x="83" y="479"/>
                  </a:lnTo>
                  <a:lnTo>
                    <a:pt x="80" y="477"/>
                  </a:lnTo>
                  <a:lnTo>
                    <a:pt x="79" y="476"/>
                  </a:lnTo>
                  <a:lnTo>
                    <a:pt x="78" y="476"/>
                  </a:lnTo>
                  <a:lnTo>
                    <a:pt x="78" y="475"/>
                  </a:lnTo>
                  <a:lnTo>
                    <a:pt x="79" y="474"/>
                  </a:lnTo>
                  <a:lnTo>
                    <a:pt x="79" y="474"/>
                  </a:lnTo>
                  <a:lnTo>
                    <a:pt x="75" y="474"/>
                  </a:lnTo>
                  <a:lnTo>
                    <a:pt x="74" y="472"/>
                  </a:lnTo>
                  <a:lnTo>
                    <a:pt x="72" y="474"/>
                  </a:lnTo>
                  <a:lnTo>
                    <a:pt x="71" y="475"/>
                  </a:lnTo>
                  <a:lnTo>
                    <a:pt x="69" y="474"/>
                  </a:lnTo>
                  <a:lnTo>
                    <a:pt x="67" y="471"/>
                  </a:lnTo>
                  <a:lnTo>
                    <a:pt x="69" y="470"/>
                  </a:lnTo>
                  <a:lnTo>
                    <a:pt x="70" y="471"/>
                  </a:lnTo>
                  <a:lnTo>
                    <a:pt x="72" y="471"/>
                  </a:lnTo>
                  <a:lnTo>
                    <a:pt x="75" y="471"/>
                  </a:lnTo>
                  <a:lnTo>
                    <a:pt x="75" y="470"/>
                  </a:lnTo>
                  <a:lnTo>
                    <a:pt x="74" y="470"/>
                  </a:lnTo>
                  <a:lnTo>
                    <a:pt x="71" y="470"/>
                  </a:lnTo>
                  <a:lnTo>
                    <a:pt x="70" y="470"/>
                  </a:lnTo>
                  <a:lnTo>
                    <a:pt x="71" y="468"/>
                  </a:lnTo>
                  <a:lnTo>
                    <a:pt x="72" y="470"/>
                  </a:lnTo>
                  <a:lnTo>
                    <a:pt x="75" y="468"/>
                  </a:lnTo>
                  <a:lnTo>
                    <a:pt x="75" y="468"/>
                  </a:lnTo>
                  <a:lnTo>
                    <a:pt x="72" y="468"/>
                  </a:lnTo>
                  <a:lnTo>
                    <a:pt x="71" y="467"/>
                  </a:lnTo>
                  <a:lnTo>
                    <a:pt x="69" y="467"/>
                  </a:lnTo>
                  <a:lnTo>
                    <a:pt x="67" y="467"/>
                  </a:lnTo>
                  <a:lnTo>
                    <a:pt x="66" y="467"/>
                  </a:lnTo>
                  <a:lnTo>
                    <a:pt x="66" y="464"/>
                  </a:lnTo>
                  <a:lnTo>
                    <a:pt x="69" y="464"/>
                  </a:lnTo>
                  <a:lnTo>
                    <a:pt x="70" y="466"/>
                  </a:lnTo>
                  <a:lnTo>
                    <a:pt x="72" y="466"/>
                  </a:lnTo>
                  <a:lnTo>
                    <a:pt x="74" y="464"/>
                  </a:lnTo>
                  <a:lnTo>
                    <a:pt x="71" y="464"/>
                  </a:lnTo>
                  <a:lnTo>
                    <a:pt x="70" y="463"/>
                  </a:lnTo>
                  <a:lnTo>
                    <a:pt x="67" y="463"/>
                  </a:lnTo>
                  <a:lnTo>
                    <a:pt x="67" y="462"/>
                  </a:lnTo>
                  <a:lnTo>
                    <a:pt x="70" y="462"/>
                  </a:lnTo>
                  <a:lnTo>
                    <a:pt x="71" y="462"/>
                  </a:lnTo>
                  <a:lnTo>
                    <a:pt x="72" y="462"/>
                  </a:lnTo>
                  <a:lnTo>
                    <a:pt x="72" y="460"/>
                  </a:lnTo>
                  <a:lnTo>
                    <a:pt x="72" y="459"/>
                  </a:lnTo>
                  <a:lnTo>
                    <a:pt x="74" y="458"/>
                  </a:lnTo>
                  <a:lnTo>
                    <a:pt x="76" y="458"/>
                  </a:lnTo>
                  <a:lnTo>
                    <a:pt x="79" y="458"/>
                  </a:lnTo>
                  <a:lnTo>
                    <a:pt x="79" y="458"/>
                  </a:lnTo>
                  <a:lnTo>
                    <a:pt x="76" y="456"/>
                  </a:lnTo>
                  <a:lnTo>
                    <a:pt x="75" y="456"/>
                  </a:lnTo>
                  <a:lnTo>
                    <a:pt x="74" y="455"/>
                  </a:lnTo>
                  <a:lnTo>
                    <a:pt x="72" y="458"/>
                  </a:lnTo>
                  <a:lnTo>
                    <a:pt x="70" y="458"/>
                  </a:lnTo>
                  <a:lnTo>
                    <a:pt x="69" y="459"/>
                  </a:lnTo>
                  <a:lnTo>
                    <a:pt x="69" y="459"/>
                  </a:lnTo>
                  <a:lnTo>
                    <a:pt x="69" y="456"/>
                  </a:lnTo>
                  <a:lnTo>
                    <a:pt x="69" y="455"/>
                  </a:lnTo>
                  <a:lnTo>
                    <a:pt x="69" y="454"/>
                  </a:lnTo>
                  <a:lnTo>
                    <a:pt x="71" y="452"/>
                  </a:lnTo>
                  <a:lnTo>
                    <a:pt x="72" y="450"/>
                  </a:lnTo>
                  <a:lnTo>
                    <a:pt x="79" y="446"/>
                  </a:lnTo>
                  <a:lnTo>
                    <a:pt x="80" y="446"/>
                  </a:lnTo>
                  <a:lnTo>
                    <a:pt x="82" y="447"/>
                  </a:lnTo>
                  <a:lnTo>
                    <a:pt x="82" y="450"/>
                  </a:lnTo>
                  <a:lnTo>
                    <a:pt x="83" y="452"/>
                  </a:lnTo>
                  <a:lnTo>
                    <a:pt x="83" y="451"/>
                  </a:lnTo>
                  <a:lnTo>
                    <a:pt x="83" y="449"/>
                  </a:lnTo>
                  <a:lnTo>
                    <a:pt x="83" y="445"/>
                  </a:lnTo>
                  <a:lnTo>
                    <a:pt x="84" y="445"/>
                  </a:lnTo>
                  <a:lnTo>
                    <a:pt x="87" y="445"/>
                  </a:lnTo>
                  <a:lnTo>
                    <a:pt x="86" y="443"/>
                  </a:lnTo>
                  <a:lnTo>
                    <a:pt x="83" y="443"/>
                  </a:lnTo>
                  <a:lnTo>
                    <a:pt x="80" y="445"/>
                  </a:lnTo>
                  <a:lnTo>
                    <a:pt x="80" y="443"/>
                  </a:lnTo>
                  <a:lnTo>
                    <a:pt x="80" y="441"/>
                  </a:lnTo>
                  <a:lnTo>
                    <a:pt x="83" y="441"/>
                  </a:lnTo>
                  <a:lnTo>
                    <a:pt x="86" y="438"/>
                  </a:lnTo>
                  <a:lnTo>
                    <a:pt x="87" y="435"/>
                  </a:lnTo>
                  <a:lnTo>
                    <a:pt x="87" y="434"/>
                  </a:lnTo>
                  <a:lnTo>
                    <a:pt x="86" y="434"/>
                  </a:lnTo>
                  <a:lnTo>
                    <a:pt x="86" y="437"/>
                  </a:lnTo>
                  <a:lnTo>
                    <a:pt x="83" y="438"/>
                  </a:lnTo>
                  <a:lnTo>
                    <a:pt x="80" y="438"/>
                  </a:lnTo>
                  <a:lnTo>
                    <a:pt x="79" y="441"/>
                  </a:lnTo>
                  <a:lnTo>
                    <a:pt x="75" y="443"/>
                  </a:lnTo>
                  <a:lnTo>
                    <a:pt x="71" y="445"/>
                  </a:lnTo>
                  <a:lnTo>
                    <a:pt x="70" y="443"/>
                  </a:lnTo>
                  <a:lnTo>
                    <a:pt x="71" y="442"/>
                  </a:lnTo>
                  <a:lnTo>
                    <a:pt x="72" y="441"/>
                  </a:lnTo>
                  <a:lnTo>
                    <a:pt x="71" y="441"/>
                  </a:lnTo>
                  <a:lnTo>
                    <a:pt x="67" y="442"/>
                  </a:lnTo>
                  <a:lnTo>
                    <a:pt x="66" y="441"/>
                  </a:lnTo>
                  <a:lnTo>
                    <a:pt x="67" y="439"/>
                  </a:lnTo>
                  <a:lnTo>
                    <a:pt x="70" y="438"/>
                  </a:lnTo>
                  <a:lnTo>
                    <a:pt x="71" y="437"/>
                  </a:lnTo>
                  <a:lnTo>
                    <a:pt x="74" y="437"/>
                  </a:lnTo>
                  <a:lnTo>
                    <a:pt x="74" y="437"/>
                  </a:lnTo>
                  <a:lnTo>
                    <a:pt x="74" y="435"/>
                  </a:lnTo>
                  <a:lnTo>
                    <a:pt x="72" y="434"/>
                  </a:lnTo>
                  <a:lnTo>
                    <a:pt x="74" y="433"/>
                  </a:lnTo>
                  <a:lnTo>
                    <a:pt x="75" y="433"/>
                  </a:lnTo>
                  <a:lnTo>
                    <a:pt x="74" y="431"/>
                  </a:lnTo>
                  <a:lnTo>
                    <a:pt x="71" y="433"/>
                  </a:lnTo>
                  <a:lnTo>
                    <a:pt x="71" y="433"/>
                  </a:lnTo>
                  <a:lnTo>
                    <a:pt x="70" y="430"/>
                  </a:lnTo>
                  <a:lnTo>
                    <a:pt x="70" y="426"/>
                  </a:lnTo>
                  <a:lnTo>
                    <a:pt x="69" y="424"/>
                  </a:lnTo>
                  <a:lnTo>
                    <a:pt x="69" y="422"/>
                  </a:lnTo>
                  <a:lnTo>
                    <a:pt x="69" y="421"/>
                  </a:lnTo>
                  <a:lnTo>
                    <a:pt x="72" y="421"/>
                  </a:lnTo>
                  <a:lnTo>
                    <a:pt x="74" y="422"/>
                  </a:lnTo>
                  <a:lnTo>
                    <a:pt x="78" y="421"/>
                  </a:lnTo>
                  <a:lnTo>
                    <a:pt x="79" y="422"/>
                  </a:lnTo>
                  <a:lnTo>
                    <a:pt x="79" y="421"/>
                  </a:lnTo>
                  <a:lnTo>
                    <a:pt x="76" y="421"/>
                  </a:lnTo>
                  <a:lnTo>
                    <a:pt x="75" y="421"/>
                  </a:lnTo>
                  <a:lnTo>
                    <a:pt x="74" y="420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72" y="414"/>
                  </a:lnTo>
                  <a:lnTo>
                    <a:pt x="74" y="413"/>
                  </a:lnTo>
                  <a:lnTo>
                    <a:pt x="75" y="412"/>
                  </a:lnTo>
                  <a:lnTo>
                    <a:pt x="75" y="409"/>
                  </a:lnTo>
                  <a:lnTo>
                    <a:pt x="74" y="409"/>
                  </a:lnTo>
                  <a:lnTo>
                    <a:pt x="71" y="412"/>
                  </a:lnTo>
                  <a:lnTo>
                    <a:pt x="70" y="413"/>
                  </a:lnTo>
                  <a:lnTo>
                    <a:pt x="66" y="414"/>
                  </a:lnTo>
                  <a:lnTo>
                    <a:pt x="65" y="416"/>
                  </a:lnTo>
                  <a:lnTo>
                    <a:pt x="63" y="418"/>
                  </a:lnTo>
                  <a:lnTo>
                    <a:pt x="62" y="418"/>
                  </a:lnTo>
                  <a:lnTo>
                    <a:pt x="61" y="414"/>
                  </a:lnTo>
                  <a:lnTo>
                    <a:pt x="59" y="410"/>
                  </a:lnTo>
                  <a:lnTo>
                    <a:pt x="61" y="405"/>
                  </a:lnTo>
                  <a:lnTo>
                    <a:pt x="61" y="401"/>
                  </a:lnTo>
                  <a:lnTo>
                    <a:pt x="61" y="400"/>
                  </a:lnTo>
                  <a:lnTo>
                    <a:pt x="59" y="399"/>
                  </a:lnTo>
                  <a:lnTo>
                    <a:pt x="58" y="396"/>
                  </a:lnTo>
                  <a:lnTo>
                    <a:pt x="61" y="395"/>
                  </a:lnTo>
                  <a:lnTo>
                    <a:pt x="62" y="396"/>
                  </a:lnTo>
                  <a:lnTo>
                    <a:pt x="63" y="396"/>
                  </a:lnTo>
                  <a:lnTo>
                    <a:pt x="62" y="393"/>
                  </a:lnTo>
                  <a:lnTo>
                    <a:pt x="65" y="392"/>
                  </a:lnTo>
                  <a:lnTo>
                    <a:pt x="66" y="389"/>
                  </a:lnTo>
                  <a:lnTo>
                    <a:pt x="67" y="388"/>
                  </a:lnTo>
                  <a:lnTo>
                    <a:pt x="70" y="389"/>
                  </a:lnTo>
                  <a:lnTo>
                    <a:pt x="71" y="388"/>
                  </a:lnTo>
                  <a:lnTo>
                    <a:pt x="70" y="388"/>
                  </a:lnTo>
                  <a:lnTo>
                    <a:pt x="70" y="387"/>
                  </a:lnTo>
                  <a:lnTo>
                    <a:pt x="72" y="383"/>
                  </a:lnTo>
                  <a:lnTo>
                    <a:pt x="74" y="381"/>
                  </a:lnTo>
                  <a:lnTo>
                    <a:pt x="78" y="379"/>
                  </a:lnTo>
                  <a:lnTo>
                    <a:pt x="78" y="377"/>
                  </a:lnTo>
                  <a:lnTo>
                    <a:pt x="76" y="377"/>
                  </a:lnTo>
                  <a:lnTo>
                    <a:pt x="75" y="376"/>
                  </a:lnTo>
                  <a:lnTo>
                    <a:pt x="72" y="379"/>
                  </a:lnTo>
                  <a:lnTo>
                    <a:pt x="72" y="381"/>
                  </a:lnTo>
                  <a:lnTo>
                    <a:pt x="69" y="385"/>
                  </a:lnTo>
                  <a:lnTo>
                    <a:pt x="67" y="385"/>
                  </a:lnTo>
                  <a:lnTo>
                    <a:pt x="69" y="384"/>
                  </a:lnTo>
                  <a:lnTo>
                    <a:pt x="70" y="381"/>
                  </a:lnTo>
                  <a:lnTo>
                    <a:pt x="71" y="377"/>
                  </a:lnTo>
                  <a:lnTo>
                    <a:pt x="74" y="371"/>
                  </a:lnTo>
                  <a:lnTo>
                    <a:pt x="75" y="368"/>
                  </a:lnTo>
                  <a:lnTo>
                    <a:pt x="74" y="368"/>
                  </a:lnTo>
                  <a:lnTo>
                    <a:pt x="75" y="367"/>
                  </a:lnTo>
                  <a:lnTo>
                    <a:pt x="75" y="366"/>
                  </a:lnTo>
                  <a:lnTo>
                    <a:pt x="75" y="366"/>
                  </a:lnTo>
                  <a:lnTo>
                    <a:pt x="75" y="364"/>
                  </a:lnTo>
                  <a:lnTo>
                    <a:pt x="75" y="363"/>
                  </a:lnTo>
                  <a:lnTo>
                    <a:pt x="75" y="362"/>
                  </a:lnTo>
                  <a:lnTo>
                    <a:pt x="74" y="362"/>
                  </a:lnTo>
                  <a:lnTo>
                    <a:pt x="74" y="359"/>
                  </a:lnTo>
                  <a:lnTo>
                    <a:pt x="72" y="356"/>
                  </a:lnTo>
                  <a:lnTo>
                    <a:pt x="70" y="355"/>
                  </a:lnTo>
                  <a:lnTo>
                    <a:pt x="69" y="354"/>
                  </a:lnTo>
                  <a:lnTo>
                    <a:pt x="69" y="352"/>
                  </a:lnTo>
                  <a:lnTo>
                    <a:pt x="66" y="350"/>
                  </a:lnTo>
                  <a:lnTo>
                    <a:pt x="65" y="349"/>
                  </a:lnTo>
                  <a:lnTo>
                    <a:pt x="62" y="349"/>
                  </a:lnTo>
                  <a:lnTo>
                    <a:pt x="62" y="347"/>
                  </a:lnTo>
                  <a:lnTo>
                    <a:pt x="63" y="347"/>
                  </a:lnTo>
                  <a:lnTo>
                    <a:pt x="63" y="345"/>
                  </a:lnTo>
                  <a:lnTo>
                    <a:pt x="62" y="343"/>
                  </a:lnTo>
                  <a:lnTo>
                    <a:pt x="61" y="342"/>
                  </a:lnTo>
                  <a:lnTo>
                    <a:pt x="62" y="342"/>
                  </a:lnTo>
                  <a:lnTo>
                    <a:pt x="63" y="341"/>
                  </a:lnTo>
                  <a:lnTo>
                    <a:pt x="63" y="341"/>
                  </a:lnTo>
                  <a:lnTo>
                    <a:pt x="62" y="339"/>
                  </a:lnTo>
                  <a:lnTo>
                    <a:pt x="61" y="339"/>
                  </a:lnTo>
                  <a:lnTo>
                    <a:pt x="61" y="338"/>
                  </a:lnTo>
                  <a:lnTo>
                    <a:pt x="62" y="337"/>
                  </a:lnTo>
                  <a:lnTo>
                    <a:pt x="62" y="327"/>
                  </a:lnTo>
                  <a:lnTo>
                    <a:pt x="62" y="320"/>
                  </a:lnTo>
                  <a:lnTo>
                    <a:pt x="63" y="313"/>
                  </a:lnTo>
                  <a:lnTo>
                    <a:pt x="62" y="310"/>
                  </a:lnTo>
                  <a:lnTo>
                    <a:pt x="62" y="308"/>
                  </a:lnTo>
                  <a:lnTo>
                    <a:pt x="63" y="306"/>
                  </a:lnTo>
                  <a:lnTo>
                    <a:pt x="62" y="304"/>
                  </a:lnTo>
                  <a:lnTo>
                    <a:pt x="62" y="302"/>
                  </a:lnTo>
                  <a:lnTo>
                    <a:pt x="61" y="299"/>
                  </a:lnTo>
                  <a:lnTo>
                    <a:pt x="58" y="295"/>
                  </a:lnTo>
                  <a:lnTo>
                    <a:pt x="58" y="291"/>
                  </a:lnTo>
                  <a:lnTo>
                    <a:pt x="58" y="288"/>
                  </a:lnTo>
                  <a:lnTo>
                    <a:pt x="55" y="281"/>
                  </a:lnTo>
                  <a:lnTo>
                    <a:pt x="57" y="280"/>
                  </a:lnTo>
                  <a:lnTo>
                    <a:pt x="58" y="277"/>
                  </a:lnTo>
                  <a:lnTo>
                    <a:pt x="58" y="275"/>
                  </a:lnTo>
                  <a:lnTo>
                    <a:pt x="57" y="274"/>
                  </a:lnTo>
                  <a:lnTo>
                    <a:pt x="55" y="271"/>
                  </a:lnTo>
                  <a:lnTo>
                    <a:pt x="51" y="271"/>
                  </a:lnTo>
                  <a:lnTo>
                    <a:pt x="47" y="272"/>
                  </a:lnTo>
                  <a:lnTo>
                    <a:pt x="46" y="274"/>
                  </a:lnTo>
                  <a:lnTo>
                    <a:pt x="42" y="275"/>
                  </a:lnTo>
                  <a:lnTo>
                    <a:pt x="40" y="277"/>
                  </a:lnTo>
                  <a:lnTo>
                    <a:pt x="36" y="281"/>
                  </a:lnTo>
                  <a:lnTo>
                    <a:pt x="33" y="284"/>
                  </a:lnTo>
                  <a:lnTo>
                    <a:pt x="29" y="284"/>
                  </a:lnTo>
                  <a:lnTo>
                    <a:pt x="25" y="285"/>
                  </a:lnTo>
                  <a:lnTo>
                    <a:pt x="24" y="285"/>
                  </a:lnTo>
                  <a:lnTo>
                    <a:pt x="24" y="283"/>
                  </a:lnTo>
                  <a:lnTo>
                    <a:pt x="26" y="280"/>
                  </a:lnTo>
                  <a:lnTo>
                    <a:pt x="25" y="277"/>
                  </a:lnTo>
                  <a:lnTo>
                    <a:pt x="21" y="263"/>
                  </a:lnTo>
                  <a:lnTo>
                    <a:pt x="20" y="258"/>
                  </a:lnTo>
                  <a:lnTo>
                    <a:pt x="18" y="254"/>
                  </a:lnTo>
                  <a:lnTo>
                    <a:pt x="21" y="249"/>
                  </a:lnTo>
                  <a:lnTo>
                    <a:pt x="15" y="249"/>
                  </a:lnTo>
                  <a:lnTo>
                    <a:pt x="11" y="251"/>
                  </a:lnTo>
                  <a:lnTo>
                    <a:pt x="8" y="250"/>
                  </a:lnTo>
                  <a:lnTo>
                    <a:pt x="0" y="250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rgbClr val="BC8F00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3" name="Freeform 506">
              <a:extLst>
                <a:ext uri="{FF2B5EF4-FFF2-40B4-BE49-F238E27FC236}">
                  <a16:creationId xmlns:a16="http://schemas.microsoft.com/office/drawing/2014/main" id="{2FFD75FB-7487-4E6D-8F76-5220B2B703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43653" y="3022221"/>
              <a:ext cx="106969" cy="87521"/>
            </a:xfrm>
            <a:custGeom>
              <a:avLst/>
              <a:gdLst>
                <a:gd name="T0" fmla="*/ 18 w 33"/>
                <a:gd name="T1" fmla="*/ 17 h 27"/>
                <a:gd name="T2" fmla="*/ 15 w 33"/>
                <a:gd name="T3" fmla="*/ 17 h 27"/>
                <a:gd name="T4" fmla="*/ 15 w 33"/>
                <a:gd name="T5" fmla="*/ 14 h 27"/>
                <a:gd name="T6" fmla="*/ 26 w 33"/>
                <a:gd name="T7" fmla="*/ 4 h 27"/>
                <a:gd name="T8" fmla="*/ 30 w 33"/>
                <a:gd name="T9" fmla="*/ 6 h 27"/>
                <a:gd name="T10" fmla="*/ 33 w 33"/>
                <a:gd name="T11" fmla="*/ 6 h 27"/>
                <a:gd name="T12" fmla="*/ 31 w 33"/>
                <a:gd name="T13" fmla="*/ 10 h 27"/>
                <a:gd name="T14" fmla="*/ 31 w 33"/>
                <a:gd name="T15" fmla="*/ 14 h 27"/>
                <a:gd name="T16" fmla="*/ 30 w 33"/>
                <a:gd name="T17" fmla="*/ 15 h 27"/>
                <a:gd name="T18" fmla="*/ 30 w 33"/>
                <a:gd name="T19" fmla="*/ 21 h 27"/>
                <a:gd name="T20" fmla="*/ 27 w 33"/>
                <a:gd name="T21" fmla="*/ 25 h 27"/>
                <a:gd name="T22" fmla="*/ 26 w 33"/>
                <a:gd name="T23" fmla="*/ 26 h 27"/>
                <a:gd name="T24" fmla="*/ 22 w 33"/>
                <a:gd name="T25" fmla="*/ 26 h 27"/>
                <a:gd name="T26" fmla="*/ 14 w 33"/>
                <a:gd name="T27" fmla="*/ 25 h 27"/>
                <a:gd name="T28" fmla="*/ 8 w 33"/>
                <a:gd name="T29" fmla="*/ 26 h 27"/>
                <a:gd name="T30" fmla="*/ 6 w 33"/>
                <a:gd name="T31" fmla="*/ 27 h 27"/>
                <a:gd name="T32" fmla="*/ 0 w 33"/>
                <a:gd name="T33" fmla="*/ 23 h 27"/>
                <a:gd name="T34" fmla="*/ 1 w 33"/>
                <a:gd name="T35" fmla="*/ 21 h 27"/>
                <a:gd name="T36" fmla="*/ 5 w 33"/>
                <a:gd name="T37" fmla="*/ 21 h 27"/>
                <a:gd name="T38" fmla="*/ 9 w 33"/>
                <a:gd name="T39" fmla="*/ 21 h 27"/>
                <a:gd name="T40" fmla="*/ 13 w 33"/>
                <a:gd name="T41" fmla="*/ 21 h 27"/>
                <a:gd name="T42" fmla="*/ 18 w 33"/>
                <a:gd name="T43" fmla="*/ 21 h 27"/>
                <a:gd name="T44" fmla="*/ 21 w 33"/>
                <a:gd name="T45" fmla="*/ 21 h 27"/>
                <a:gd name="T46" fmla="*/ 26 w 33"/>
                <a:gd name="T47" fmla="*/ 19 h 27"/>
                <a:gd name="T48" fmla="*/ 22 w 33"/>
                <a:gd name="T49" fmla="*/ 17 h 27"/>
                <a:gd name="T50" fmla="*/ 21 w 33"/>
                <a:gd name="T51" fmla="*/ 11 h 27"/>
                <a:gd name="T52" fmla="*/ 21 w 33"/>
                <a:gd name="T53" fmla="*/ 9 h 27"/>
                <a:gd name="T54" fmla="*/ 13 w 33"/>
                <a:gd name="T55" fmla="*/ 5 h 27"/>
                <a:gd name="T56" fmla="*/ 18 w 33"/>
                <a:gd name="T57" fmla="*/ 4 h 27"/>
                <a:gd name="T58" fmla="*/ 21 w 33"/>
                <a:gd name="T59" fmla="*/ 4 h 27"/>
                <a:gd name="T60" fmla="*/ 25 w 33"/>
                <a:gd name="T61" fmla="*/ 2 h 27"/>
                <a:gd name="T62" fmla="*/ 18 w 33"/>
                <a:gd name="T63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3" h="27">
                  <a:moveTo>
                    <a:pt x="15" y="14"/>
                  </a:moveTo>
                  <a:lnTo>
                    <a:pt x="18" y="17"/>
                  </a:lnTo>
                  <a:lnTo>
                    <a:pt x="19" y="18"/>
                  </a:lnTo>
                  <a:lnTo>
                    <a:pt x="15" y="17"/>
                  </a:lnTo>
                  <a:lnTo>
                    <a:pt x="14" y="15"/>
                  </a:lnTo>
                  <a:lnTo>
                    <a:pt x="15" y="14"/>
                  </a:lnTo>
                  <a:close/>
                  <a:moveTo>
                    <a:pt x="21" y="4"/>
                  </a:moveTo>
                  <a:lnTo>
                    <a:pt x="26" y="4"/>
                  </a:lnTo>
                  <a:lnTo>
                    <a:pt x="29" y="6"/>
                  </a:lnTo>
                  <a:lnTo>
                    <a:pt x="30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7"/>
                  </a:lnTo>
                  <a:lnTo>
                    <a:pt x="31" y="10"/>
                  </a:lnTo>
                  <a:lnTo>
                    <a:pt x="33" y="11"/>
                  </a:lnTo>
                  <a:lnTo>
                    <a:pt x="31" y="14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30" y="18"/>
                  </a:lnTo>
                  <a:lnTo>
                    <a:pt x="30" y="21"/>
                  </a:lnTo>
                  <a:lnTo>
                    <a:pt x="30" y="22"/>
                  </a:lnTo>
                  <a:lnTo>
                    <a:pt x="27" y="25"/>
                  </a:lnTo>
                  <a:lnTo>
                    <a:pt x="27" y="26"/>
                  </a:lnTo>
                  <a:lnTo>
                    <a:pt x="26" y="26"/>
                  </a:lnTo>
                  <a:lnTo>
                    <a:pt x="23" y="25"/>
                  </a:lnTo>
                  <a:lnTo>
                    <a:pt x="22" y="26"/>
                  </a:lnTo>
                  <a:lnTo>
                    <a:pt x="17" y="26"/>
                  </a:lnTo>
                  <a:lnTo>
                    <a:pt x="14" y="25"/>
                  </a:lnTo>
                  <a:lnTo>
                    <a:pt x="9" y="25"/>
                  </a:lnTo>
                  <a:lnTo>
                    <a:pt x="8" y="26"/>
                  </a:lnTo>
                  <a:lnTo>
                    <a:pt x="8" y="27"/>
                  </a:lnTo>
                  <a:lnTo>
                    <a:pt x="6" y="27"/>
                  </a:lnTo>
                  <a:lnTo>
                    <a:pt x="4" y="23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1" y="21"/>
                  </a:lnTo>
                  <a:lnTo>
                    <a:pt x="2" y="19"/>
                  </a:lnTo>
                  <a:lnTo>
                    <a:pt x="5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10" y="22"/>
                  </a:lnTo>
                  <a:lnTo>
                    <a:pt x="13" y="21"/>
                  </a:lnTo>
                  <a:lnTo>
                    <a:pt x="15" y="21"/>
                  </a:lnTo>
                  <a:lnTo>
                    <a:pt x="18" y="21"/>
                  </a:lnTo>
                  <a:lnTo>
                    <a:pt x="19" y="22"/>
                  </a:lnTo>
                  <a:lnTo>
                    <a:pt x="21" y="21"/>
                  </a:lnTo>
                  <a:lnTo>
                    <a:pt x="26" y="21"/>
                  </a:lnTo>
                  <a:lnTo>
                    <a:pt x="26" y="19"/>
                  </a:lnTo>
                  <a:lnTo>
                    <a:pt x="23" y="17"/>
                  </a:lnTo>
                  <a:lnTo>
                    <a:pt x="22" y="17"/>
                  </a:lnTo>
                  <a:lnTo>
                    <a:pt x="21" y="14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1" y="9"/>
                  </a:lnTo>
                  <a:lnTo>
                    <a:pt x="14" y="6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8" y="4"/>
                  </a:lnTo>
                  <a:lnTo>
                    <a:pt x="19" y="5"/>
                  </a:lnTo>
                  <a:lnTo>
                    <a:pt x="21" y="4"/>
                  </a:lnTo>
                  <a:close/>
                  <a:moveTo>
                    <a:pt x="21" y="0"/>
                  </a:moveTo>
                  <a:lnTo>
                    <a:pt x="25" y="2"/>
                  </a:lnTo>
                  <a:lnTo>
                    <a:pt x="21" y="2"/>
                  </a:lnTo>
                  <a:lnTo>
                    <a:pt x="18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rgbClr val="BC8F00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4" name="Freeform 507">
              <a:extLst>
                <a:ext uri="{FF2B5EF4-FFF2-40B4-BE49-F238E27FC236}">
                  <a16:creationId xmlns:a16="http://schemas.microsoft.com/office/drawing/2014/main" id="{D5DC259C-70A5-43A0-8F8E-4924375DB0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44952" y="2892562"/>
              <a:ext cx="411667" cy="145867"/>
            </a:xfrm>
            <a:custGeom>
              <a:avLst/>
              <a:gdLst>
                <a:gd name="T0" fmla="*/ 29 w 127"/>
                <a:gd name="T1" fmla="*/ 20 h 45"/>
                <a:gd name="T2" fmla="*/ 24 w 127"/>
                <a:gd name="T3" fmla="*/ 22 h 45"/>
                <a:gd name="T4" fmla="*/ 25 w 127"/>
                <a:gd name="T5" fmla="*/ 21 h 45"/>
                <a:gd name="T6" fmla="*/ 24 w 127"/>
                <a:gd name="T7" fmla="*/ 19 h 45"/>
                <a:gd name="T8" fmla="*/ 42 w 127"/>
                <a:gd name="T9" fmla="*/ 1 h 45"/>
                <a:gd name="T10" fmla="*/ 52 w 127"/>
                <a:gd name="T11" fmla="*/ 3 h 45"/>
                <a:gd name="T12" fmla="*/ 63 w 127"/>
                <a:gd name="T13" fmla="*/ 5 h 45"/>
                <a:gd name="T14" fmla="*/ 70 w 127"/>
                <a:gd name="T15" fmla="*/ 12 h 45"/>
                <a:gd name="T16" fmla="*/ 82 w 127"/>
                <a:gd name="T17" fmla="*/ 16 h 45"/>
                <a:gd name="T18" fmla="*/ 91 w 127"/>
                <a:gd name="T19" fmla="*/ 21 h 45"/>
                <a:gd name="T20" fmla="*/ 92 w 127"/>
                <a:gd name="T21" fmla="*/ 22 h 45"/>
                <a:gd name="T22" fmla="*/ 99 w 127"/>
                <a:gd name="T23" fmla="*/ 24 h 45"/>
                <a:gd name="T24" fmla="*/ 106 w 127"/>
                <a:gd name="T25" fmla="*/ 28 h 45"/>
                <a:gd name="T26" fmla="*/ 111 w 127"/>
                <a:gd name="T27" fmla="*/ 28 h 45"/>
                <a:gd name="T28" fmla="*/ 111 w 127"/>
                <a:gd name="T29" fmla="*/ 32 h 45"/>
                <a:gd name="T30" fmla="*/ 124 w 127"/>
                <a:gd name="T31" fmla="*/ 37 h 45"/>
                <a:gd name="T32" fmla="*/ 125 w 127"/>
                <a:gd name="T33" fmla="*/ 41 h 45"/>
                <a:gd name="T34" fmla="*/ 117 w 127"/>
                <a:gd name="T35" fmla="*/ 44 h 45"/>
                <a:gd name="T36" fmla="*/ 108 w 127"/>
                <a:gd name="T37" fmla="*/ 45 h 45"/>
                <a:gd name="T38" fmla="*/ 95 w 127"/>
                <a:gd name="T39" fmla="*/ 45 h 45"/>
                <a:gd name="T40" fmla="*/ 87 w 127"/>
                <a:gd name="T41" fmla="*/ 45 h 45"/>
                <a:gd name="T42" fmla="*/ 94 w 127"/>
                <a:gd name="T43" fmla="*/ 38 h 45"/>
                <a:gd name="T44" fmla="*/ 91 w 127"/>
                <a:gd name="T45" fmla="*/ 34 h 45"/>
                <a:gd name="T46" fmla="*/ 83 w 127"/>
                <a:gd name="T47" fmla="*/ 33 h 45"/>
                <a:gd name="T48" fmla="*/ 75 w 127"/>
                <a:gd name="T49" fmla="*/ 21 h 45"/>
                <a:gd name="T50" fmla="*/ 69 w 127"/>
                <a:gd name="T51" fmla="*/ 21 h 45"/>
                <a:gd name="T52" fmla="*/ 63 w 127"/>
                <a:gd name="T53" fmla="*/ 20 h 45"/>
                <a:gd name="T54" fmla="*/ 57 w 127"/>
                <a:gd name="T55" fmla="*/ 16 h 45"/>
                <a:gd name="T56" fmla="*/ 53 w 127"/>
                <a:gd name="T57" fmla="*/ 16 h 45"/>
                <a:gd name="T58" fmla="*/ 45 w 127"/>
                <a:gd name="T59" fmla="*/ 13 h 45"/>
                <a:gd name="T60" fmla="*/ 36 w 127"/>
                <a:gd name="T61" fmla="*/ 12 h 45"/>
                <a:gd name="T62" fmla="*/ 41 w 127"/>
                <a:gd name="T63" fmla="*/ 9 h 45"/>
                <a:gd name="T64" fmla="*/ 32 w 127"/>
                <a:gd name="T65" fmla="*/ 8 h 45"/>
                <a:gd name="T66" fmla="*/ 25 w 127"/>
                <a:gd name="T67" fmla="*/ 9 h 45"/>
                <a:gd name="T68" fmla="*/ 17 w 127"/>
                <a:gd name="T69" fmla="*/ 13 h 45"/>
                <a:gd name="T70" fmla="*/ 11 w 127"/>
                <a:gd name="T71" fmla="*/ 17 h 45"/>
                <a:gd name="T72" fmla="*/ 7 w 127"/>
                <a:gd name="T73" fmla="*/ 17 h 45"/>
                <a:gd name="T74" fmla="*/ 0 w 127"/>
                <a:gd name="T75" fmla="*/ 19 h 45"/>
                <a:gd name="T76" fmla="*/ 7 w 127"/>
                <a:gd name="T77" fmla="*/ 15 h 45"/>
                <a:gd name="T78" fmla="*/ 8 w 127"/>
                <a:gd name="T79" fmla="*/ 13 h 45"/>
                <a:gd name="T80" fmla="*/ 12 w 127"/>
                <a:gd name="T81" fmla="*/ 7 h 45"/>
                <a:gd name="T82" fmla="*/ 24 w 127"/>
                <a:gd name="T83" fmla="*/ 3 h 45"/>
                <a:gd name="T84" fmla="*/ 37 w 127"/>
                <a:gd name="T8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7" h="45">
                  <a:moveTo>
                    <a:pt x="25" y="17"/>
                  </a:moveTo>
                  <a:lnTo>
                    <a:pt x="28" y="17"/>
                  </a:lnTo>
                  <a:lnTo>
                    <a:pt x="29" y="20"/>
                  </a:lnTo>
                  <a:lnTo>
                    <a:pt x="29" y="22"/>
                  </a:lnTo>
                  <a:lnTo>
                    <a:pt x="27" y="22"/>
                  </a:lnTo>
                  <a:lnTo>
                    <a:pt x="24" y="22"/>
                  </a:lnTo>
                  <a:lnTo>
                    <a:pt x="23" y="21"/>
                  </a:lnTo>
                  <a:lnTo>
                    <a:pt x="24" y="21"/>
                  </a:lnTo>
                  <a:lnTo>
                    <a:pt x="25" y="21"/>
                  </a:lnTo>
                  <a:lnTo>
                    <a:pt x="27" y="21"/>
                  </a:lnTo>
                  <a:lnTo>
                    <a:pt x="25" y="20"/>
                  </a:lnTo>
                  <a:lnTo>
                    <a:pt x="24" y="19"/>
                  </a:lnTo>
                  <a:lnTo>
                    <a:pt x="25" y="17"/>
                  </a:lnTo>
                  <a:close/>
                  <a:moveTo>
                    <a:pt x="37" y="0"/>
                  </a:moveTo>
                  <a:lnTo>
                    <a:pt x="42" y="1"/>
                  </a:lnTo>
                  <a:lnTo>
                    <a:pt x="45" y="4"/>
                  </a:lnTo>
                  <a:lnTo>
                    <a:pt x="49" y="4"/>
                  </a:lnTo>
                  <a:lnTo>
                    <a:pt x="52" y="3"/>
                  </a:lnTo>
                  <a:lnTo>
                    <a:pt x="61" y="4"/>
                  </a:lnTo>
                  <a:lnTo>
                    <a:pt x="62" y="5"/>
                  </a:lnTo>
                  <a:lnTo>
                    <a:pt x="63" y="5"/>
                  </a:lnTo>
                  <a:lnTo>
                    <a:pt x="66" y="8"/>
                  </a:lnTo>
                  <a:lnTo>
                    <a:pt x="67" y="11"/>
                  </a:lnTo>
                  <a:lnTo>
                    <a:pt x="70" y="12"/>
                  </a:lnTo>
                  <a:lnTo>
                    <a:pt x="77" y="12"/>
                  </a:lnTo>
                  <a:lnTo>
                    <a:pt x="79" y="15"/>
                  </a:lnTo>
                  <a:lnTo>
                    <a:pt x="82" y="16"/>
                  </a:lnTo>
                  <a:lnTo>
                    <a:pt x="85" y="19"/>
                  </a:lnTo>
                  <a:lnTo>
                    <a:pt x="90" y="20"/>
                  </a:lnTo>
                  <a:lnTo>
                    <a:pt x="91" y="21"/>
                  </a:lnTo>
                  <a:lnTo>
                    <a:pt x="91" y="20"/>
                  </a:lnTo>
                  <a:lnTo>
                    <a:pt x="92" y="21"/>
                  </a:lnTo>
                  <a:lnTo>
                    <a:pt x="92" y="22"/>
                  </a:lnTo>
                  <a:lnTo>
                    <a:pt x="94" y="24"/>
                  </a:lnTo>
                  <a:lnTo>
                    <a:pt x="95" y="21"/>
                  </a:lnTo>
                  <a:lnTo>
                    <a:pt x="99" y="24"/>
                  </a:lnTo>
                  <a:lnTo>
                    <a:pt x="100" y="25"/>
                  </a:lnTo>
                  <a:lnTo>
                    <a:pt x="102" y="24"/>
                  </a:lnTo>
                  <a:lnTo>
                    <a:pt x="106" y="28"/>
                  </a:lnTo>
                  <a:lnTo>
                    <a:pt x="108" y="28"/>
                  </a:lnTo>
                  <a:lnTo>
                    <a:pt x="110" y="26"/>
                  </a:lnTo>
                  <a:lnTo>
                    <a:pt x="111" y="28"/>
                  </a:lnTo>
                  <a:lnTo>
                    <a:pt x="111" y="30"/>
                  </a:lnTo>
                  <a:lnTo>
                    <a:pt x="110" y="32"/>
                  </a:lnTo>
                  <a:lnTo>
                    <a:pt x="111" y="32"/>
                  </a:lnTo>
                  <a:lnTo>
                    <a:pt x="117" y="32"/>
                  </a:lnTo>
                  <a:lnTo>
                    <a:pt x="123" y="34"/>
                  </a:lnTo>
                  <a:lnTo>
                    <a:pt x="124" y="37"/>
                  </a:lnTo>
                  <a:lnTo>
                    <a:pt x="125" y="38"/>
                  </a:lnTo>
                  <a:lnTo>
                    <a:pt x="127" y="38"/>
                  </a:lnTo>
                  <a:lnTo>
                    <a:pt x="125" y="41"/>
                  </a:lnTo>
                  <a:lnTo>
                    <a:pt x="123" y="42"/>
                  </a:lnTo>
                  <a:lnTo>
                    <a:pt x="119" y="41"/>
                  </a:lnTo>
                  <a:lnTo>
                    <a:pt x="117" y="44"/>
                  </a:lnTo>
                  <a:lnTo>
                    <a:pt x="115" y="42"/>
                  </a:lnTo>
                  <a:lnTo>
                    <a:pt x="115" y="44"/>
                  </a:lnTo>
                  <a:lnTo>
                    <a:pt x="108" y="45"/>
                  </a:lnTo>
                  <a:lnTo>
                    <a:pt x="104" y="44"/>
                  </a:lnTo>
                  <a:lnTo>
                    <a:pt x="102" y="44"/>
                  </a:lnTo>
                  <a:lnTo>
                    <a:pt x="95" y="45"/>
                  </a:lnTo>
                  <a:lnTo>
                    <a:pt x="94" y="44"/>
                  </a:lnTo>
                  <a:lnTo>
                    <a:pt x="91" y="45"/>
                  </a:lnTo>
                  <a:lnTo>
                    <a:pt x="87" y="45"/>
                  </a:lnTo>
                  <a:lnTo>
                    <a:pt x="87" y="42"/>
                  </a:lnTo>
                  <a:lnTo>
                    <a:pt x="91" y="38"/>
                  </a:lnTo>
                  <a:lnTo>
                    <a:pt x="94" y="38"/>
                  </a:lnTo>
                  <a:lnTo>
                    <a:pt x="94" y="36"/>
                  </a:lnTo>
                  <a:lnTo>
                    <a:pt x="92" y="34"/>
                  </a:lnTo>
                  <a:lnTo>
                    <a:pt x="91" y="34"/>
                  </a:lnTo>
                  <a:lnTo>
                    <a:pt x="87" y="34"/>
                  </a:lnTo>
                  <a:lnTo>
                    <a:pt x="85" y="32"/>
                  </a:lnTo>
                  <a:lnTo>
                    <a:pt x="83" y="33"/>
                  </a:lnTo>
                  <a:lnTo>
                    <a:pt x="82" y="33"/>
                  </a:lnTo>
                  <a:lnTo>
                    <a:pt x="78" y="28"/>
                  </a:lnTo>
                  <a:lnTo>
                    <a:pt x="75" y="21"/>
                  </a:lnTo>
                  <a:lnTo>
                    <a:pt x="74" y="21"/>
                  </a:lnTo>
                  <a:lnTo>
                    <a:pt x="71" y="21"/>
                  </a:lnTo>
                  <a:lnTo>
                    <a:pt x="69" y="21"/>
                  </a:lnTo>
                  <a:lnTo>
                    <a:pt x="67" y="21"/>
                  </a:lnTo>
                  <a:lnTo>
                    <a:pt x="65" y="20"/>
                  </a:lnTo>
                  <a:lnTo>
                    <a:pt x="63" y="20"/>
                  </a:lnTo>
                  <a:lnTo>
                    <a:pt x="61" y="20"/>
                  </a:lnTo>
                  <a:lnTo>
                    <a:pt x="57" y="17"/>
                  </a:lnTo>
                  <a:lnTo>
                    <a:pt x="57" y="16"/>
                  </a:lnTo>
                  <a:lnTo>
                    <a:pt x="56" y="15"/>
                  </a:lnTo>
                  <a:lnTo>
                    <a:pt x="54" y="16"/>
                  </a:lnTo>
                  <a:lnTo>
                    <a:pt x="53" y="16"/>
                  </a:lnTo>
                  <a:lnTo>
                    <a:pt x="49" y="16"/>
                  </a:lnTo>
                  <a:lnTo>
                    <a:pt x="48" y="13"/>
                  </a:lnTo>
                  <a:lnTo>
                    <a:pt x="45" y="13"/>
                  </a:lnTo>
                  <a:lnTo>
                    <a:pt x="44" y="15"/>
                  </a:lnTo>
                  <a:lnTo>
                    <a:pt x="37" y="13"/>
                  </a:lnTo>
                  <a:lnTo>
                    <a:pt x="36" y="12"/>
                  </a:lnTo>
                  <a:lnTo>
                    <a:pt x="37" y="11"/>
                  </a:lnTo>
                  <a:lnTo>
                    <a:pt x="40" y="11"/>
                  </a:lnTo>
                  <a:lnTo>
                    <a:pt x="41" y="9"/>
                  </a:lnTo>
                  <a:lnTo>
                    <a:pt x="40" y="8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29" y="8"/>
                  </a:lnTo>
                  <a:lnTo>
                    <a:pt x="28" y="9"/>
                  </a:lnTo>
                  <a:lnTo>
                    <a:pt x="25" y="9"/>
                  </a:lnTo>
                  <a:lnTo>
                    <a:pt x="21" y="13"/>
                  </a:lnTo>
                  <a:lnTo>
                    <a:pt x="20" y="15"/>
                  </a:lnTo>
                  <a:lnTo>
                    <a:pt x="17" y="13"/>
                  </a:lnTo>
                  <a:lnTo>
                    <a:pt x="17" y="15"/>
                  </a:lnTo>
                  <a:lnTo>
                    <a:pt x="13" y="13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5" y="17"/>
                  </a:lnTo>
                  <a:lnTo>
                    <a:pt x="3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3" y="17"/>
                  </a:lnTo>
                  <a:lnTo>
                    <a:pt x="7" y="15"/>
                  </a:lnTo>
                  <a:lnTo>
                    <a:pt x="8" y="16"/>
                  </a:lnTo>
                  <a:lnTo>
                    <a:pt x="9" y="15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11" y="9"/>
                  </a:lnTo>
                  <a:lnTo>
                    <a:pt x="12" y="7"/>
                  </a:lnTo>
                  <a:lnTo>
                    <a:pt x="17" y="5"/>
                  </a:lnTo>
                  <a:lnTo>
                    <a:pt x="19" y="4"/>
                  </a:lnTo>
                  <a:lnTo>
                    <a:pt x="24" y="3"/>
                  </a:lnTo>
                  <a:lnTo>
                    <a:pt x="31" y="3"/>
                  </a:lnTo>
                  <a:lnTo>
                    <a:pt x="33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rgbClr val="BC8F00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5" name="Freeform 509">
              <a:extLst>
                <a:ext uri="{FF2B5EF4-FFF2-40B4-BE49-F238E27FC236}">
                  <a16:creationId xmlns:a16="http://schemas.microsoft.com/office/drawing/2014/main" id="{C07B5998-1DD3-457C-8582-401FE6B028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99744" y="1531146"/>
              <a:ext cx="2175025" cy="1280381"/>
            </a:xfrm>
            <a:custGeom>
              <a:avLst/>
              <a:gdLst>
                <a:gd name="T0" fmla="*/ 284 w 671"/>
                <a:gd name="T1" fmla="*/ 357 h 395"/>
                <a:gd name="T2" fmla="*/ 585 w 671"/>
                <a:gd name="T3" fmla="*/ 177 h 395"/>
                <a:gd name="T4" fmla="*/ 619 w 671"/>
                <a:gd name="T5" fmla="*/ 167 h 395"/>
                <a:gd name="T6" fmla="*/ 58 w 671"/>
                <a:gd name="T7" fmla="*/ 12 h 395"/>
                <a:gd name="T8" fmla="*/ 389 w 671"/>
                <a:gd name="T9" fmla="*/ 38 h 395"/>
                <a:gd name="T10" fmla="*/ 472 w 671"/>
                <a:gd name="T11" fmla="*/ 75 h 395"/>
                <a:gd name="T12" fmla="*/ 560 w 671"/>
                <a:gd name="T13" fmla="*/ 120 h 395"/>
                <a:gd name="T14" fmla="*/ 631 w 671"/>
                <a:gd name="T15" fmla="*/ 99 h 395"/>
                <a:gd name="T16" fmla="*/ 663 w 671"/>
                <a:gd name="T17" fmla="*/ 81 h 395"/>
                <a:gd name="T18" fmla="*/ 667 w 671"/>
                <a:gd name="T19" fmla="*/ 117 h 395"/>
                <a:gd name="T20" fmla="*/ 646 w 671"/>
                <a:gd name="T21" fmla="*/ 124 h 395"/>
                <a:gd name="T22" fmla="*/ 626 w 671"/>
                <a:gd name="T23" fmla="*/ 135 h 395"/>
                <a:gd name="T24" fmla="*/ 623 w 671"/>
                <a:gd name="T25" fmla="*/ 157 h 395"/>
                <a:gd name="T26" fmla="*/ 609 w 671"/>
                <a:gd name="T27" fmla="*/ 167 h 395"/>
                <a:gd name="T28" fmla="*/ 576 w 671"/>
                <a:gd name="T29" fmla="*/ 182 h 395"/>
                <a:gd name="T30" fmla="*/ 563 w 671"/>
                <a:gd name="T31" fmla="*/ 203 h 395"/>
                <a:gd name="T32" fmla="*/ 559 w 671"/>
                <a:gd name="T33" fmla="*/ 207 h 395"/>
                <a:gd name="T34" fmla="*/ 548 w 671"/>
                <a:gd name="T35" fmla="*/ 221 h 395"/>
                <a:gd name="T36" fmla="*/ 546 w 671"/>
                <a:gd name="T37" fmla="*/ 199 h 395"/>
                <a:gd name="T38" fmla="*/ 542 w 671"/>
                <a:gd name="T39" fmla="*/ 216 h 395"/>
                <a:gd name="T40" fmla="*/ 543 w 671"/>
                <a:gd name="T41" fmla="*/ 223 h 395"/>
                <a:gd name="T42" fmla="*/ 536 w 671"/>
                <a:gd name="T43" fmla="*/ 231 h 395"/>
                <a:gd name="T44" fmla="*/ 539 w 671"/>
                <a:gd name="T45" fmla="*/ 246 h 395"/>
                <a:gd name="T46" fmla="*/ 546 w 671"/>
                <a:gd name="T47" fmla="*/ 253 h 395"/>
                <a:gd name="T48" fmla="*/ 535 w 671"/>
                <a:gd name="T49" fmla="*/ 261 h 395"/>
                <a:gd name="T50" fmla="*/ 515 w 671"/>
                <a:gd name="T51" fmla="*/ 278 h 395"/>
                <a:gd name="T52" fmla="*/ 486 w 671"/>
                <a:gd name="T53" fmla="*/ 295 h 395"/>
                <a:gd name="T54" fmla="*/ 471 w 671"/>
                <a:gd name="T55" fmla="*/ 327 h 395"/>
                <a:gd name="T56" fmla="*/ 480 w 671"/>
                <a:gd name="T57" fmla="*/ 378 h 395"/>
                <a:gd name="T58" fmla="*/ 460 w 671"/>
                <a:gd name="T59" fmla="*/ 386 h 395"/>
                <a:gd name="T60" fmla="*/ 452 w 671"/>
                <a:gd name="T61" fmla="*/ 367 h 395"/>
                <a:gd name="T62" fmla="*/ 449 w 671"/>
                <a:gd name="T63" fmla="*/ 341 h 395"/>
                <a:gd name="T64" fmla="*/ 428 w 671"/>
                <a:gd name="T65" fmla="*/ 333 h 395"/>
                <a:gd name="T66" fmla="*/ 418 w 671"/>
                <a:gd name="T67" fmla="*/ 325 h 395"/>
                <a:gd name="T68" fmla="*/ 397 w 671"/>
                <a:gd name="T69" fmla="*/ 324 h 395"/>
                <a:gd name="T70" fmla="*/ 370 w 671"/>
                <a:gd name="T71" fmla="*/ 331 h 395"/>
                <a:gd name="T72" fmla="*/ 373 w 671"/>
                <a:gd name="T73" fmla="*/ 341 h 395"/>
                <a:gd name="T74" fmla="*/ 352 w 671"/>
                <a:gd name="T75" fmla="*/ 339 h 395"/>
                <a:gd name="T76" fmla="*/ 334 w 671"/>
                <a:gd name="T77" fmla="*/ 333 h 395"/>
                <a:gd name="T78" fmla="*/ 310 w 671"/>
                <a:gd name="T79" fmla="*/ 335 h 395"/>
                <a:gd name="T80" fmla="*/ 289 w 671"/>
                <a:gd name="T81" fmla="*/ 348 h 395"/>
                <a:gd name="T82" fmla="*/ 276 w 671"/>
                <a:gd name="T83" fmla="*/ 382 h 395"/>
                <a:gd name="T84" fmla="*/ 255 w 671"/>
                <a:gd name="T85" fmla="*/ 365 h 395"/>
                <a:gd name="T86" fmla="*/ 241 w 671"/>
                <a:gd name="T87" fmla="*/ 333 h 395"/>
                <a:gd name="T88" fmla="*/ 220 w 671"/>
                <a:gd name="T89" fmla="*/ 333 h 395"/>
                <a:gd name="T90" fmla="*/ 203 w 671"/>
                <a:gd name="T91" fmla="*/ 333 h 395"/>
                <a:gd name="T92" fmla="*/ 195 w 671"/>
                <a:gd name="T93" fmla="*/ 317 h 395"/>
                <a:gd name="T94" fmla="*/ 180 w 671"/>
                <a:gd name="T95" fmla="*/ 298 h 395"/>
                <a:gd name="T96" fmla="*/ 47 w 671"/>
                <a:gd name="T97" fmla="*/ 261 h 395"/>
                <a:gd name="T98" fmla="*/ 24 w 671"/>
                <a:gd name="T99" fmla="*/ 242 h 395"/>
                <a:gd name="T100" fmla="*/ 16 w 671"/>
                <a:gd name="T101" fmla="*/ 212 h 395"/>
                <a:gd name="T102" fmla="*/ 15 w 671"/>
                <a:gd name="T103" fmla="*/ 196 h 395"/>
                <a:gd name="T104" fmla="*/ 11 w 671"/>
                <a:gd name="T105" fmla="*/ 196 h 395"/>
                <a:gd name="T106" fmla="*/ 2 w 671"/>
                <a:gd name="T107" fmla="*/ 154 h 395"/>
                <a:gd name="T108" fmla="*/ 8 w 671"/>
                <a:gd name="T109" fmla="*/ 113 h 395"/>
                <a:gd name="T110" fmla="*/ 28 w 671"/>
                <a:gd name="T111" fmla="*/ 57 h 395"/>
                <a:gd name="T112" fmla="*/ 31 w 671"/>
                <a:gd name="T113" fmla="*/ 48 h 395"/>
                <a:gd name="T114" fmla="*/ 33 w 671"/>
                <a:gd name="T115" fmla="*/ 21 h 395"/>
                <a:gd name="T116" fmla="*/ 49 w 671"/>
                <a:gd name="T117" fmla="*/ 24 h 395"/>
                <a:gd name="T118" fmla="*/ 50 w 671"/>
                <a:gd name="T119" fmla="*/ 35 h 395"/>
                <a:gd name="T120" fmla="*/ 61 w 671"/>
                <a:gd name="T121" fmla="*/ 8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71" h="395">
                  <a:moveTo>
                    <a:pt x="280" y="365"/>
                  </a:moveTo>
                  <a:lnTo>
                    <a:pt x="278" y="370"/>
                  </a:lnTo>
                  <a:lnTo>
                    <a:pt x="278" y="375"/>
                  </a:lnTo>
                  <a:lnTo>
                    <a:pt x="280" y="379"/>
                  </a:lnTo>
                  <a:lnTo>
                    <a:pt x="277" y="375"/>
                  </a:lnTo>
                  <a:lnTo>
                    <a:pt x="278" y="370"/>
                  </a:lnTo>
                  <a:lnTo>
                    <a:pt x="280" y="365"/>
                  </a:lnTo>
                  <a:close/>
                  <a:moveTo>
                    <a:pt x="282" y="358"/>
                  </a:moveTo>
                  <a:lnTo>
                    <a:pt x="282" y="360"/>
                  </a:lnTo>
                  <a:lnTo>
                    <a:pt x="281" y="362"/>
                  </a:lnTo>
                  <a:lnTo>
                    <a:pt x="281" y="364"/>
                  </a:lnTo>
                  <a:lnTo>
                    <a:pt x="282" y="358"/>
                  </a:lnTo>
                  <a:close/>
                  <a:moveTo>
                    <a:pt x="289" y="352"/>
                  </a:moveTo>
                  <a:lnTo>
                    <a:pt x="286" y="353"/>
                  </a:lnTo>
                  <a:lnTo>
                    <a:pt x="284" y="357"/>
                  </a:lnTo>
                  <a:lnTo>
                    <a:pt x="284" y="357"/>
                  </a:lnTo>
                  <a:lnTo>
                    <a:pt x="286" y="353"/>
                  </a:lnTo>
                  <a:lnTo>
                    <a:pt x="289" y="352"/>
                  </a:lnTo>
                  <a:close/>
                  <a:moveTo>
                    <a:pt x="597" y="171"/>
                  </a:moveTo>
                  <a:lnTo>
                    <a:pt x="597" y="171"/>
                  </a:lnTo>
                  <a:lnTo>
                    <a:pt x="597" y="173"/>
                  </a:lnTo>
                  <a:lnTo>
                    <a:pt x="596" y="174"/>
                  </a:lnTo>
                  <a:lnTo>
                    <a:pt x="598" y="173"/>
                  </a:lnTo>
                  <a:lnTo>
                    <a:pt x="600" y="174"/>
                  </a:lnTo>
                  <a:lnTo>
                    <a:pt x="601" y="173"/>
                  </a:lnTo>
                  <a:lnTo>
                    <a:pt x="600" y="174"/>
                  </a:lnTo>
                  <a:lnTo>
                    <a:pt x="597" y="175"/>
                  </a:lnTo>
                  <a:lnTo>
                    <a:pt x="596" y="175"/>
                  </a:lnTo>
                  <a:lnTo>
                    <a:pt x="594" y="175"/>
                  </a:lnTo>
                  <a:lnTo>
                    <a:pt x="592" y="175"/>
                  </a:lnTo>
                  <a:lnTo>
                    <a:pt x="589" y="177"/>
                  </a:lnTo>
                  <a:lnTo>
                    <a:pt x="585" y="177"/>
                  </a:lnTo>
                  <a:lnTo>
                    <a:pt x="584" y="178"/>
                  </a:lnTo>
                  <a:lnTo>
                    <a:pt x="581" y="178"/>
                  </a:lnTo>
                  <a:lnTo>
                    <a:pt x="580" y="178"/>
                  </a:lnTo>
                  <a:lnTo>
                    <a:pt x="579" y="179"/>
                  </a:lnTo>
                  <a:lnTo>
                    <a:pt x="580" y="178"/>
                  </a:lnTo>
                  <a:lnTo>
                    <a:pt x="577" y="178"/>
                  </a:lnTo>
                  <a:lnTo>
                    <a:pt x="577" y="177"/>
                  </a:lnTo>
                  <a:lnTo>
                    <a:pt x="579" y="175"/>
                  </a:lnTo>
                  <a:lnTo>
                    <a:pt x="581" y="175"/>
                  </a:lnTo>
                  <a:lnTo>
                    <a:pt x="585" y="173"/>
                  </a:lnTo>
                  <a:lnTo>
                    <a:pt x="588" y="174"/>
                  </a:lnTo>
                  <a:lnTo>
                    <a:pt x="590" y="173"/>
                  </a:lnTo>
                  <a:lnTo>
                    <a:pt x="594" y="173"/>
                  </a:lnTo>
                  <a:lnTo>
                    <a:pt x="597" y="171"/>
                  </a:lnTo>
                  <a:close/>
                  <a:moveTo>
                    <a:pt x="618" y="167"/>
                  </a:moveTo>
                  <a:lnTo>
                    <a:pt x="619" y="167"/>
                  </a:lnTo>
                  <a:lnTo>
                    <a:pt x="618" y="167"/>
                  </a:lnTo>
                  <a:lnTo>
                    <a:pt x="617" y="169"/>
                  </a:lnTo>
                  <a:lnTo>
                    <a:pt x="615" y="169"/>
                  </a:lnTo>
                  <a:lnTo>
                    <a:pt x="615" y="169"/>
                  </a:lnTo>
                  <a:lnTo>
                    <a:pt x="617" y="167"/>
                  </a:lnTo>
                  <a:lnTo>
                    <a:pt x="617" y="167"/>
                  </a:lnTo>
                  <a:lnTo>
                    <a:pt x="618" y="167"/>
                  </a:lnTo>
                  <a:close/>
                  <a:moveTo>
                    <a:pt x="58" y="12"/>
                  </a:moveTo>
                  <a:lnTo>
                    <a:pt x="60" y="12"/>
                  </a:lnTo>
                  <a:lnTo>
                    <a:pt x="58" y="13"/>
                  </a:lnTo>
                  <a:lnTo>
                    <a:pt x="57" y="15"/>
                  </a:lnTo>
                  <a:lnTo>
                    <a:pt x="58" y="20"/>
                  </a:lnTo>
                  <a:lnTo>
                    <a:pt x="57" y="20"/>
                  </a:lnTo>
                  <a:lnTo>
                    <a:pt x="56" y="17"/>
                  </a:lnTo>
                  <a:lnTo>
                    <a:pt x="56" y="13"/>
                  </a:lnTo>
                  <a:lnTo>
                    <a:pt x="58" y="12"/>
                  </a:lnTo>
                  <a:close/>
                  <a:moveTo>
                    <a:pt x="58" y="0"/>
                  </a:moveTo>
                  <a:lnTo>
                    <a:pt x="367" y="31"/>
                  </a:lnTo>
                  <a:lnTo>
                    <a:pt x="368" y="31"/>
                  </a:lnTo>
                  <a:lnTo>
                    <a:pt x="370" y="31"/>
                  </a:lnTo>
                  <a:lnTo>
                    <a:pt x="373" y="33"/>
                  </a:lnTo>
                  <a:lnTo>
                    <a:pt x="374" y="33"/>
                  </a:lnTo>
                  <a:lnTo>
                    <a:pt x="376" y="36"/>
                  </a:lnTo>
                  <a:lnTo>
                    <a:pt x="376" y="36"/>
                  </a:lnTo>
                  <a:lnTo>
                    <a:pt x="378" y="37"/>
                  </a:lnTo>
                  <a:lnTo>
                    <a:pt x="378" y="37"/>
                  </a:lnTo>
                  <a:lnTo>
                    <a:pt x="381" y="38"/>
                  </a:lnTo>
                  <a:lnTo>
                    <a:pt x="382" y="40"/>
                  </a:lnTo>
                  <a:lnTo>
                    <a:pt x="384" y="40"/>
                  </a:lnTo>
                  <a:lnTo>
                    <a:pt x="385" y="38"/>
                  </a:lnTo>
                  <a:lnTo>
                    <a:pt x="388" y="40"/>
                  </a:lnTo>
                  <a:lnTo>
                    <a:pt x="389" y="38"/>
                  </a:lnTo>
                  <a:lnTo>
                    <a:pt x="393" y="41"/>
                  </a:lnTo>
                  <a:lnTo>
                    <a:pt x="394" y="41"/>
                  </a:lnTo>
                  <a:lnTo>
                    <a:pt x="395" y="44"/>
                  </a:lnTo>
                  <a:lnTo>
                    <a:pt x="399" y="45"/>
                  </a:lnTo>
                  <a:lnTo>
                    <a:pt x="401" y="46"/>
                  </a:lnTo>
                  <a:lnTo>
                    <a:pt x="403" y="48"/>
                  </a:lnTo>
                  <a:lnTo>
                    <a:pt x="405" y="49"/>
                  </a:lnTo>
                  <a:lnTo>
                    <a:pt x="409" y="48"/>
                  </a:lnTo>
                  <a:lnTo>
                    <a:pt x="410" y="48"/>
                  </a:lnTo>
                  <a:lnTo>
                    <a:pt x="411" y="48"/>
                  </a:lnTo>
                  <a:lnTo>
                    <a:pt x="413" y="50"/>
                  </a:lnTo>
                  <a:lnTo>
                    <a:pt x="418" y="50"/>
                  </a:lnTo>
                  <a:lnTo>
                    <a:pt x="419" y="52"/>
                  </a:lnTo>
                  <a:lnTo>
                    <a:pt x="422" y="52"/>
                  </a:lnTo>
                  <a:lnTo>
                    <a:pt x="424" y="53"/>
                  </a:lnTo>
                  <a:lnTo>
                    <a:pt x="472" y="75"/>
                  </a:lnTo>
                  <a:lnTo>
                    <a:pt x="474" y="79"/>
                  </a:lnTo>
                  <a:lnTo>
                    <a:pt x="481" y="86"/>
                  </a:lnTo>
                  <a:lnTo>
                    <a:pt x="489" y="121"/>
                  </a:lnTo>
                  <a:lnTo>
                    <a:pt x="489" y="137"/>
                  </a:lnTo>
                  <a:lnTo>
                    <a:pt x="488" y="140"/>
                  </a:lnTo>
                  <a:lnTo>
                    <a:pt x="486" y="142"/>
                  </a:lnTo>
                  <a:lnTo>
                    <a:pt x="484" y="145"/>
                  </a:lnTo>
                  <a:lnTo>
                    <a:pt x="480" y="148"/>
                  </a:lnTo>
                  <a:lnTo>
                    <a:pt x="477" y="150"/>
                  </a:lnTo>
                  <a:lnTo>
                    <a:pt x="480" y="154"/>
                  </a:lnTo>
                  <a:lnTo>
                    <a:pt x="521" y="142"/>
                  </a:lnTo>
                  <a:lnTo>
                    <a:pt x="525" y="141"/>
                  </a:lnTo>
                  <a:lnTo>
                    <a:pt x="526" y="136"/>
                  </a:lnTo>
                  <a:lnTo>
                    <a:pt x="548" y="129"/>
                  </a:lnTo>
                  <a:lnTo>
                    <a:pt x="559" y="121"/>
                  </a:lnTo>
                  <a:lnTo>
                    <a:pt x="560" y="120"/>
                  </a:lnTo>
                  <a:lnTo>
                    <a:pt x="564" y="120"/>
                  </a:lnTo>
                  <a:lnTo>
                    <a:pt x="569" y="115"/>
                  </a:lnTo>
                  <a:lnTo>
                    <a:pt x="572" y="112"/>
                  </a:lnTo>
                  <a:lnTo>
                    <a:pt x="575" y="111"/>
                  </a:lnTo>
                  <a:lnTo>
                    <a:pt x="576" y="110"/>
                  </a:lnTo>
                  <a:lnTo>
                    <a:pt x="580" y="108"/>
                  </a:lnTo>
                  <a:lnTo>
                    <a:pt x="615" y="110"/>
                  </a:lnTo>
                  <a:lnTo>
                    <a:pt x="618" y="107"/>
                  </a:lnTo>
                  <a:lnTo>
                    <a:pt x="618" y="107"/>
                  </a:lnTo>
                  <a:lnTo>
                    <a:pt x="619" y="106"/>
                  </a:lnTo>
                  <a:lnTo>
                    <a:pt x="621" y="106"/>
                  </a:lnTo>
                  <a:lnTo>
                    <a:pt x="623" y="106"/>
                  </a:lnTo>
                  <a:lnTo>
                    <a:pt x="625" y="106"/>
                  </a:lnTo>
                  <a:lnTo>
                    <a:pt x="626" y="103"/>
                  </a:lnTo>
                  <a:lnTo>
                    <a:pt x="629" y="99"/>
                  </a:lnTo>
                  <a:lnTo>
                    <a:pt x="631" y="99"/>
                  </a:lnTo>
                  <a:lnTo>
                    <a:pt x="634" y="95"/>
                  </a:lnTo>
                  <a:lnTo>
                    <a:pt x="635" y="92"/>
                  </a:lnTo>
                  <a:lnTo>
                    <a:pt x="635" y="90"/>
                  </a:lnTo>
                  <a:lnTo>
                    <a:pt x="638" y="88"/>
                  </a:lnTo>
                  <a:lnTo>
                    <a:pt x="638" y="86"/>
                  </a:lnTo>
                  <a:lnTo>
                    <a:pt x="640" y="83"/>
                  </a:lnTo>
                  <a:lnTo>
                    <a:pt x="644" y="79"/>
                  </a:lnTo>
                  <a:lnTo>
                    <a:pt x="646" y="77"/>
                  </a:lnTo>
                  <a:lnTo>
                    <a:pt x="647" y="75"/>
                  </a:lnTo>
                  <a:lnTo>
                    <a:pt x="648" y="75"/>
                  </a:lnTo>
                  <a:lnTo>
                    <a:pt x="650" y="75"/>
                  </a:lnTo>
                  <a:lnTo>
                    <a:pt x="651" y="78"/>
                  </a:lnTo>
                  <a:lnTo>
                    <a:pt x="654" y="77"/>
                  </a:lnTo>
                  <a:lnTo>
                    <a:pt x="656" y="78"/>
                  </a:lnTo>
                  <a:lnTo>
                    <a:pt x="658" y="77"/>
                  </a:lnTo>
                  <a:lnTo>
                    <a:pt x="663" y="81"/>
                  </a:lnTo>
                  <a:lnTo>
                    <a:pt x="663" y="85"/>
                  </a:lnTo>
                  <a:lnTo>
                    <a:pt x="660" y="100"/>
                  </a:lnTo>
                  <a:lnTo>
                    <a:pt x="659" y="102"/>
                  </a:lnTo>
                  <a:lnTo>
                    <a:pt x="660" y="102"/>
                  </a:lnTo>
                  <a:lnTo>
                    <a:pt x="661" y="103"/>
                  </a:lnTo>
                  <a:lnTo>
                    <a:pt x="661" y="104"/>
                  </a:lnTo>
                  <a:lnTo>
                    <a:pt x="661" y="107"/>
                  </a:lnTo>
                  <a:lnTo>
                    <a:pt x="661" y="108"/>
                  </a:lnTo>
                  <a:lnTo>
                    <a:pt x="661" y="108"/>
                  </a:lnTo>
                  <a:lnTo>
                    <a:pt x="661" y="110"/>
                  </a:lnTo>
                  <a:lnTo>
                    <a:pt x="661" y="111"/>
                  </a:lnTo>
                  <a:lnTo>
                    <a:pt x="663" y="111"/>
                  </a:lnTo>
                  <a:lnTo>
                    <a:pt x="661" y="111"/>
                  </a:lnTo>
                  <a:lnTo>
                    <a:pt x="667" y="113"/>
                  </a:lnTo>
                  <a:lnTo>
                    <a:pt x="665" y="116"/>
                  </a:lnTo>
                  <a:lnTo>
                    <a:pt x="667" y="117"/>
                  </a:lnTo>
                  <a:lnTo>
                    <a:pt x="668" y="116"/>
                  </a:lnTo>
                  <a:lnTo>
                    <a:pt x="671" y="117"/>
                  </a:lnTo>
                  <a:lnTo>
                    <a:pt x="669" y="119"/>
                  </a:lnTo>
                  <a:lnTo>
                    <a:pt x="667" y="120"/>
                  </a:lnTo>
                  <a:lnTo>
                    <a:pt x="667" y="117"/>
                  </a:lnTo>
                  <a:lnTo>
                    <a:pt x="663" y="120"/>
                  </a:lnTo>
                  <a:lnTo>
                    <a:pt x="661" y="120"/>
                  </a:lnTo>
                  <a:lnTo>
                    <a:pt x="659" y="121"/>
                  </a:lnTo>
                  <a:lnTo>
                    <a:pt x="658" y="121"/>
                  </a:lnTo>
                  <a:lnTo>
                    <a:pt x="656" y="121"/>
                  </a:lnTo>
                  <a:lnTo>
                    <a:pt x="655" y="124"/>
                  </a:lnTo>
                  <a:lnTo>
                    <a:pt x="652" y="124"/>
                  </a:lnTo>
                  <a:lnTo>
                    <a:pt x="652" y="121"/>
                  </a:lnTo>
                  <a:lnTo>
                    <a:pt x="650" y="121"/>
                  </a:lnTo>
                  <a:lnTo>
                    <a:pt x="647" y="123"/>
                  </a:lnTo>
                  <a:lnTo>
                    <a:pt x="646" y="124"/>
                  </a:lnTo>
                  <a:lnTo>
                    <a:pt x="644" y="121"/>
                  </a:lnTo>
                  <a:lnTo>
                    <a:pt x="646" y="119"/>
                  </a:lnTo>
                  <a:lnTo>
                    <a:pt x="642" y="123"/>
                  </a:lnTo>
                  <a:lnTo>
                    <a:pt x="640" y="127"/>
                  </a:lnTo>
                  <a:lnTo>
                    <a:pt x="639" y="128"/>
                  </a:lnTo>
                  <a:lnTo>
                    <a:pt x="638" y="127"/>
                  </a:lnTo>
                  <a:lnTo>
                    <a:pt x="636" y="129"/>
                  </a:lnTo>
                  <a:lnTo>
                    <a:pt x="635" y="129"/>
                  </a:lnTo>
                  <a:lnTo>
                    <a:pt x="635" y="127"/>
                  </a:lnTo>
                  <a:lnTo>
                    <a:pt x="634" y="129"/>
                  </a:lnTo>
                  <a:lnTo>
                    <a:pt x="632" y="131"/>
                  </a:lnTo>
                  <a:lnTo>
                    <a:pt x="631" y="131"/>
                  </a:lnTo>
                  <a:lnTo>
                    <a:pt x="631" y="128"/>
                  </a:lnTo>
                  <a:lnTo>
                    <a:pt x="630" y="131"/>
                  </a:lnTo>
                  <a:lnTo>
                    <a:pt x="629" y="131"/>
                  </a:lnTo>
                  <a:lnTo>
                    <a:pt x="626" y="135"/>
                  </a:lnTo>
                  <a:lnTo>
                    <a:pt x="622" y="137"/>
                  </a:lnTo>
                  <a:lnTo>
                    <a:pt x="621" y="141"/>
                  </a:lnTo>
                  <a:lnTo>
                    <a:pt x="619" y="144"/>
                  </a:lnTo>
                  <a:lnTo>
                    <a:pt x="618" y="145"/>
                  </a:lnTo>
                  <a:lnTo>
                    <a:pt x="618" y="146"/>
                  </a:lnTo>
                  <a:lnTo>
                    <a:pt x="617" y="148"/>
                  </a:lnTo>
                  <a:lnTo>
                    <a:pt x="619" y="148"/>
                  </a:lnTo>
                  <a:lnTo>
                    <a:pt x="619" y="149"/>
                  </a:lnTo>
                  <a:lnTo>
                    <a:pt x="614" y="153"/>
                  </a:lnTo>
                  <a:lnTo>
                    <a:pt x="614" y="154"/>
                  </a:lnTo>
                  <a:lnTo>
                    <a:pt x="618" y="156"/>
                  </a:lnTo>
                  <a:lnTo>
                    <a:pt x="619" y="160"/>
                  </a:lnTo>
                  <a:lnTo>
                    <a:pt x="619" y="161"/>
                  </a:lnTo>
                  <a:lnTo>
                    <a:pt x="623" y="161"/>
                  </a:lnTo>
                  <a:lnTo>
                    <a:pt x="623" y="158"/>
                  </a:lnTo>
                  <a:lnTo>
                    <a:pt x="623" y="157"/>
                  </a:lnTo>
                  <a:lnTo>
                    <a:pt x="625" y="157"/>
                  </a:lnTo>
                  <a:lnTo>
                    <a:pt x="626" y="161"/>
                  </a:lnTo>
                  <a:lnTo>
                    <a:pt x="625" y="163"/>
                  </a:lnTo>
                  <a:lnTo>
                    <a:pt x="618" y="166"/>
                  </a:lnTo>
                  <a:lnTo>
                    <a:pt x="617" y="165"/>
                  </a:lnTo>
                  <a:lnTo>
                    <a:pt x="617" y="163"/>
                  </a:lnTo>
                  <a:lnTo>
                    <a:pt x="617" y="161"/>
                  </a:lnTo>
                  <a:lnTo>
                    <a:pt x="614" y="165"/>
                  </a:lnTo>
                  <a:lnTo>
                    <a:pt x="611" y="167"/>
                  </a:lnTo>
                  <a:lnTo>
                    <a:pt x="610" y="167"/>
                  </a:lnTo>
                  <a:lnTo>
                    <a:pt x="610" y="166"/>
                  </a:lnTo>
                  <a:lnTo>
                    <a:pt x="610" y="163"/>
                  </a:lnTo>
                  <a:lnTo>
                    <a:pt x="609" y="161"/>
                  </a:lnTo>
                  <a:lnTo>
                    <a:pt x="609" y="163"/>
                  </a:lnTo>
                  <a:lnTo>
                    <a:pt x="607" y="166"/>
                  </a:lnTo>
                  <a:lnTo>
                    <a:pt x="609" y="167"/>
                  </a:lnTo>
                  <a:lnTo>
                    <a:pt x="607" y="169"/>
                  </a:lnTo>
                  <a:lnTo>
                    <a:pt x="602" y="169"/>
                  </a:lnTo>
                  <a:lnTo>
                    <a:pt x="600" y="169"/>
                  </a:lnTo>
                  <a:lnTo>
                    <a:pt x="597" y="169"/>
                  </a:lnTo>
                  <a:lnTo>
                    <a:pt x="593" y="169"/>
                  </a:lnTo>
                  <a:lnTo>
                    <a:pt x="592" y="169"/>
                  </a:lnTo>
                  <a:lnTo>
                    <a:pt x="590" y="169"/>
                  </a:lnTo>
                  <a:lnTo>
                    <a:pt x="586" y="171"/>
                  </a:lnTo>
                  <a:lnTo>
                    <a:pt x="584" y="171"/>
                  </a:lnTo>
                  <a:lnTo>
                    <a:pt x="580" y="173"/>
                  </a:lnTo>
                  <a:lnTo>
                    <a:pt x="579" y="174"/>
                  </a:lnTo>
                  <a:lnTo>
                    <a:pt x="576" y="175"/>
                  </a:lnTo>
                  <a:lnTo>
                    <a:pt x="576" y="177"/>
                  </a:lnTo>
                  <a:lnTo>
                    <a:pt x="573" y="179"/>
                  </a:lnTo>
                  <a:lnTo>
                    <a:pt x="575" y="181"/>
                  </a:lnTo>
                  <a:lnTo>
                    <a:pt x="576" y="182"/>
                  </a:lnTo>
                  <a:lnTo>
                    <a:pt x="576" y="183"/>
                  </a:lnTo>
                  <a:lnTo>
                    <a:pt x="575" y="185"/>
                  </a:lnTo>
                  <a:lnTo>
                    <a:pt x="575" y="186"/>
                  </a:lnTo>
                  <a:lnTo>
                    <a:pt x="573" y="187"/>
                  </a:lnTo>
                  <a:lnTo>
                    <a:pt x="575" y="188"/>
                  </a:lnTo>
                  <a:lnTo>
                    <a:pt x="573" y="190"/>
                  </a:lnTo>
                  <a:lnTo>
                    <a:pt x="572" y="192"/>
                  </a:lnTo>
                  <a:lnTo>
                    <a:pt x="571" y="192"/>
                  </a:lnTo>
                  <a:lnTo>
                    <a:pt x="569" y="194"/>
                  </a:lnTo>
                  <a:lnTo>
                    <a:pt x="569" y="198"/>
                  </a:lnTo>
                  <a:lnTo>
                    <a:pt x="567" y="198"/>
                  </a:lnTo>
                  <a:lnTo>
                    <a:pt x="567" y="199"/>
                  </a:lnTo>
                  <a:lnTo>
                    <a:pt x="565" y="199"/>
                  </a:lnTo>
                  <a:lnTo>
                    <a:pt x="565" y="202"/>
                  </a:lnTo>
                  <a:lnTo>
                    <a:pt x="563" y="203"/>
                  </a:lnTo>
                  <a:lnTo>
                    <a:pt x="563" y="203"/>
                  </a:lnTo>
                  <a:lnTo>
                    <a:pt x="561" y="204"/>
                  </a:lnTo>
                  <a:lnTo>
                    <a:pt x="563" y="200"/>
                  </a:lnTo>
                  <a:lnTo>
                    <a:pt x="561" y="200"/>
                  </a:lnTo>
                  <a:lnTo>
                    <a:pt x="560" y="200"/>
                  </a:lnTo>
                  <a:lnTo>
                    <a:pt x="557" y="198"/>
                  </a:lnTo>
                  <a:lnTo>
                    <a:pt x="556" y="196"/>
                  </a:lnTo>
                  <a:lnTo>
                    <a:pt x="557" y="194"/>
                  </a:lnTo>
                  <a:lnTo>
                    <a:pt x="560" y="190"/>
                  </a:lnTo>
                  <a:lnTo>
                    <a:pt x="557" y="191"/>
                  </a:lnTo>
                  <a:lnTo>
                    <a:pt x="556" y="194"/>
                  </a:lnTo>
                  <a:lnTo>
                    <a:pt x="555" y="195"/>
                  </a:lnTo>
                  <a:lnTo>
                    <a:pt x="555" y="198"/>
                  </a:lnTo>
                  <a:lnTo>
                    <a:pt x="556" y="199"/>
                  </a:lnTo>
                  <a:lnTo>
                    <a:pt x="556" y="202"/>
                  </a:lnTo>
                  <a:lnTo>
                    <a:pt x="557" y="203"/>
                  </a:lnTo>
                  <a:lnTo>
                    <a:pt x="559" y="207"/>
                  </a:lnTo>
                  <a:lnTo>
                    <a:pt x="559" y="211"/>
                  </a:lnTo>
                  <a:lnTo>
                    <a:pt x="557" y="215"/>
                  </a:lnTo>
                  <a:lnTo>
                    <a:pt x="555" y="216"/>
                  </a:lnTo>
                  <a:lnTo>
                    <a:pt x="552" y="221"/>
                  </a:lnTo>
                  <a:lnTo>
                    <a:pt x="551" y="223"/>
                  </a:lnTo>
                  <a:lnTo>
                    <a:pt x="551" y="225"/>
                  </a:lnTo>
                  <a:lnTo>
                    <a:pt x="551" y="225"/>
                  </a:lnTo>
                  <a:lnTo>
                    <a:pt x="551" y="225"/>
                  </a:lnTo>
                  <a:lnTo>
                    <a:pt x="550" y="224"/>
                  </a:lnTo>
                  <a:lnTo>
                    <a:pt x="548" y="228"/>
                  </a:lnTo>
                  <a:lnTo>
                    <a:pt x="547" y="229"/>
                  </a:lnTo>
                  <a:lnTo>
                    <a:pt x="547" y="231"/>
                  </a:lnTo>
                  <a:lnTo>
                    <a:pt x="547" y="228"/>
                  </a:lnTo>
                  <a:lnTo>
                    <a:pt x="547" y="225"/>
                  </a:lnTo>
                  <a:lnTo>
                    <a:pt x="548" y="223"/>
                  </a:lnTo>
                  <a:lnTo>
                    <a:pt x="548" y="221"/>
                  </a:lnTo>
                  <a:lnTo>
                    <a:pt x="550" y="220"/>
                  </a:lnTo>
                  <a:lnTo>
                    <a:pt x="550" y="219"/>
                  </a:lnTo>
                  <a:lnTo>
                    <a:pt x="551" y="217"/>
                  </a:lnTo>
                  <a:lnTo>
                    <a:pt x="548" y="217"/>
                  </a:lnTo>
                  <a:lnTo>
                    <a:pt x="548" y="216"/>
                  </a:lnTo>
                  <a:lnTo>
                    <a:pt x="548" y="215"/>
                  </a:lnTo>
                  <a:lnTo>
                    <a:pt x="548" y="215"/>
                  </a:lnTo>
                  <a:lnTo>
                    <a:pt x="547" y="215"/>
                  </a:lnTo>
                  <a:lnTo>
                    <a:pt x="547" y="213"/>
                  </a:lnTo>
                  <a:lnTo>
                    <a:pt x="546" y="215"/>
                  </a:lnTo>
                  <a:lnTo>
                    <a:pt x="544" y="212"/>
                  </a:lnTo>
                  <a:lnTo>
                    <a:pt x="544" y="210"/>
                  </a:lnTo>
                  <a:lnTo>
                    <a:pt x="546" y="208"/>
                  </a:lnTo>
                  <a:lnTo>
                    <a:pt x="547" y="204"/>
                  </a:lnTo>
                  <a:lnTo>
                    <a:pt x="544" y="202"/>
                  </a:lnTo>
                  <a:lnTo>
                    <a:pt x="546" y="199"/>
                  </a:lnTo>
                  <a:lnTo>
                    <a:pt x="548" y="198"/>
                  </a:lnTo>
                  <a:lnTo>
                    <a:pt x="547" y="196"/>
                  </a:lnTo>
                  <a:lnTo>
                    <a:pt x="548" y="195"/>
                  </a:lnTo>
                  <a:lnTo>
                    <a:pt x="547" y="194"/>
                  </a:lnTo>
                  <a:lnTo>
                    <a:pt x="547" y="194"/>
                  </a:lnTo>
                  <a:lnTo>
                    <a:pt x="547" y="196"/>
                  </a:lnTo>
                  <a:lnTo>
                    <a:pt x="544" y="199"/>
                  </a:lnTo>
                  <a:lnTo>
                    <a:pt x="543" y="199"/>
                  </a:lnTo>
                  <a:lnTo>
                    <a:pt x="542" y="199"/>
                  </a:lnTo>
                  <a:lnTo>
                    <a:pt x="543" y="202"/>
                  </a:lnTo>
                  <a:lnTo>
                    <a:pt x="543" y="203"/>
                  </a:lnTo>
                  <a:lnTo>
                    <a:pt x="542" y="206"/>
                  </a:lnTo>
                  <a:lnTo>
                    <a:pt x="543" y="207"/>
                  </a:lnTo>
                  <a:lnTo>
                    <a:pt x="542" y="208"/>
                  </a:lnTo>
                  <a:lnTo>
                    <a:pt x="543" y="211"/>
                  </a:lnTo>
                  <a:lnTo>
                    <a:pt x="542" y="216"/>
                  </a:lnTo>
                  <a:lnTo>
                    <a:pt x="542" y="216"/>
                  </a:lnTo>
                  <a:lnTo>
                    <a:pt x="539" y="212"/>
                  </a:lnTo>
                  <a:lnTo>
                    <a:pt x="536" y="212"/>
                  </a:lnTo>
                  <a:lnTo>
                    <a:pt x="535" y="210"/>
                  </a:lnTo>
                  <a:lnTo>
                    <a:pt x="534" y="210"/>
                  </a:lnTo>
                  <a:lnTo>
                    <a:pt x="534" y="208"/>
                  </a:lnTo>
                  <a:lnTo>
                    <a:pt x="535" y="206"/>
                  </a:lnTo>
                  <a:lnTo>
                    <a:pt x="532" y="208"/>
                  </a:lnTo>
                  <a:lnTo>
                    <a:pt x="532" y="210"/>
                  </a:lnTo>
                  <a:lnTo>
                    <a:pt x="535" y="211"/>
                  </a:lnTo>
                  <a:lnTo>
                    <a:pt x="536" y="213"/>
                  </a:lnTo>
                  <a:lnTo>
                    <a:pt x="539" y="215"/>
                  </a:lnTo>
                  <a:lnTo>
                    <a:pt x="542" y="217"/>
                  </a:lnTo>
                  <a:lnTo>
                    <a:pt x="543" y="219"/>
                  </a:lnTo>
                  <a:lnTo>
                    <a:pt x="543" y="220"/>
                  </a:lnTo>
                  <a:lnTo>
                    <a:pt x="543" y="223"/>
                  </a:lnTo>
                  <a:lnTo>
                    <a:pt x="540" y="223"/>
                  </a:lnTo>
                  <a:lnTo>
                    <a:pt x="540" y="221"/>
                  </a:lnTo>
                  <a:lnTo>
                    <a:pt x="539" y="220"/>
                  </a:lnTo>
                  <a:lnTo>
                    <a:pt x="540" y="223"/>
                  </a:lnTo>
                  <a:lnTo>
                    <a:pt x="543" y="225"/>
                  </a:lnTo>
                  <a:lnTo>
                    <a:pt x="543" y="227"/>
                  </a:lnTo>
                  <a:lnTo>
                    <a:pt x="543" y="227"/>
                  </a:lnTo>
                  <a:lnTo>
                    <a:pt x="542" y="228"/>
                  </a:lnTo>
                  <a:lnTo>
                    <a:pt x="540" y="228"/>
                  </a:lnTo>
                  <a:lnTo>
                    <a:pt x="543" y="231"/>
                  </a:lnTo>
                  <a:lnTo>
                    <a:pt x="542" y="232"/>
                  </a:lnTo>
                  <a:lnTo>
                    <a:pt x="540" y="231"/>
                  </a:lnTo>
                  <a:lnTo>
                    <a:pt x="539" y="229"/>
                  </a:lnTo>
                  <a:lnTo>
                    <a:pt x="536" y="229"/>
                  </a:lnTo>
                  <a:lnTo>
                    <a:pt x="534" y="228"/>
                  </a:lnTo>
                  <a:lnTo>
                    <a:pt x="536" y="231"/>
                  </a:lnTo>
                  <a:lnTo>
                    <a:pt x="538" y="231"/>
                  </a:lnTo>
                  <a:lnTo>
                    <a:pt x="539" y="231"/>
                  </a:lnTo>
                  <a:lnTo>
                    <a:pt x="540" y="233"/>
                  </a:lnTo>
                  <a:lnTo>
                    <a:pt x="542" y="235"/>
                  </a:lnTo>
                  <a:lnTo>
                    <a:pt x="544" y="233"/>
                  </a:lnTo>
                  <a:lnTo>
                    <a:pt x="544" y="235"/>
                  </a:lnTo>
                  <a:lnTo>
                    <a:pt x="546" y="237"/>
                  </a:lnTo>
                  <a:lnTo>
                    <a:pt x="544" y="238"/>
                  </a:lnTo>
                  <a:lnTo>
                    <a:pt x="543" y="238"/>
                  </a:lnTo>
                  <a:lnTo>
                    <a:pt x="543" y="240"/>
                  </a:lnTo>
                  <a:lnTo>
                    <a:pt x="544" y="241"/>
                  </a:lnTo>
                  <a:lnTo>
                    <a:pt x="544" y="244"/>
                  </a:lnTo>
                  <a:lnTo>
                    <a:pt x="544" y="245"/>
                  </a:lnTo>
                  <a:lnTo>
                    <a:pt x="543" y="245"/>
                  </a:lnTo>
                  <a:lnTo>
                    <a:pt x="542" y="245"/>
                  </a:lnTo>
                  <a:lnTo>
                    <a:pt x="539" y="246"/>
                  </a:lnTo>
                  <a:lnTo>
                    <a:pt x="538" y="246"/>
                  </a:lnTo>
                  <a:lnTo>
                    <a:pt x="536" y="246"/>
                  </a:lnTo>
                  <a:lnTo>
                    <a:pt x="535" y="244"/>
                  </a:lnTo>
                  <a:lnTo>
                    <a:pt x="534" y="245"/>
                  </a:lnTo>
                  <a:lnTo>
                    <a:pt x="534" y="248"/>
                  </a:lnTo>
                  <a:lnTo>
                    <a:pt x="534" y="249"/>
                  </a:lnTo>
                  <a:lnTo>
                    <a:pt x="536" y="249"/>
                  </a:lnTo>
                  <a:lnTo>
                    <a:pt x="540" y="248"/>
                  </a:lnTo>
                  <a:lnTo>
                    <a:pt x="542" y="249"/>
                  </a:lnTo>
                  <a:lnTo>
                    <a:pt x="542" y="252"/>
                  </a:lnTo>
                  <a:lnTo>
                    <a:pt x="543" y="253"/>
                  </a:lnTo>
                  <a:lnTo>
                    <a:pt x="543" y="250"/>
                  </a:lnTo>
                  <a:lnTo>
                    <a:pt x="544" y="249"/>
                  </a:lnTo>
                  <a:lnTo>
                    <a:pt x="546" y="249"/>
                  </a:lnTo>
                  <a:lnTo>
                    <a:pt x="546" y="250"/>
                  </a:lnTo>
                  <a:lnTo>
                    <a:pt x="546" y="253"/>
                  </a:lnTo>
                  <a:lnTo>
                    <a:pt x="544" y="253"/>
                  </a:lnTo>
                  <a:lnTo>
                    <a:pt x="542" y="256"/>
                  </a:lnTo>
                  <a:lnTo>
                    <a:pt x="542" y="257"/>
                  </a:lnTo>
                  <a:lnTo>
                    <a:pt x="540" y="258"/>
                  </a:lnTo>
                  <a:lnTo>
                    <a:pt x="539" y="257"/>
                  </a:lnTo>
                  <a:lnTo>
                    <a:pt x="538" y="257"/>
                  </a:lnTo>
                  <a:lnTo>
                    <a:pt x="536" y="254"/>
                  </a:lnTo>
                  <a:lnTo>
                    <a:pt x="536" y="256"/>
                  </a:lnTo>
                  <a:lnTo>
                    <a:pt x="534" y="257"/>
                  </a:lnTo>
                  <a:lnTo>
                    <a:pt x="532" y="256"/>
                  </a:lnTo>
                  <a:lnTo>
                    <a:pt x="531" y="256"/>
                  </a:lnTo>
                  <a:lnTo>
                    <a:pt x="532" y="257"/>
                  </a:lnTo>
                  <a:lnTo>
                    <a:pt x="535" y="258"/>
                  </a:lnTo>
                  <a:lnTo>
                    <a:pt x="536" y="260"/>
                  </a:lnTo>
                  <a:lnTo>
                    <a:pt x="535" y="260"/>
                  </a:lnTo>
                  <a:lnTo>
                    <a:pt x="535" y="261"/>
                  </a:lnTo>
                  <a:lnTo>
                    <a:pt x="532" y="262"/>
                  </a:lnTo>
                  <a:lnTo>
                    <a:pt x="530" y="261"/>
                  </a:lnTo>
                  <a:lnTo>
                    <a:pt x="531" y="264"/>
                  </a:lnTo>
                  <a:lnTo>
                    <a:pt x="535" y="264"/>
                  </a:lnTo>
                  <a:lnTo>
                    <a:pt x="536" y="261"/>
                  </a:lnTo>
                  <a:lnTo>
                    <a:pt x="538" y="262"/>
                  </a:lnTo>
                  <a:lnTo>
                    <a:pt x="538" y="262"/>
                  </a:lnTo>
                  <a:lnTo>
                    <a:pt x="536" y="265"/>
                  </a:lnTo>
                  <a:lnTo>
                    <a:pt x="534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31" y="265"/>
                  </a:lnTo>
                  <a:lnTo>
                    <a:pt x="528" y="266"/>
                  </a:lnTo>
                  <a:lnTo>
                    <a:pt x="523" y="269"/>
                  </a:lnTo>
                  <a:lnTo>
                    <a:pt x="517" y="274"/>
                  </a:lnTo>
                  <a:lnTo>
                    <a:pt x="515" y="278"/>
                  </a:lnTo>
                  <a:lnTo>
                    <a:pt x="514" y="278"/>
                  </a:lnTo>
                  <a:lnTo>
                    <a:pt x="513" y="277"/>
                  </a:lnTo>
                  <a:lnTo>
                    <a:pt x="510" y="277"/>
                  </a:lnTo>
                  <a:lnTo>
                    <a:pt x="507" y="279"/>
                  </a:lnTo>
                  <a:lnTo>
                    <a:pt x="502" y="285"/>
                  </a:lnTo>
                  <a:lnTo>
                    <a:pt x="502" y="286"/>
                  </a:lnTo>
                  <a:lnTo>
                    <a:pt x="501" y="289"/>
                  </a:lnTo>
                  <a:lnTo>
                    <a:pt x="500" y="289"/>
                  </a:lnTo>
                  <a:lnTo>
                    <a:pt x="500" y="290"/>
                  </a:lnTo>
                  <a:lnTo>
                    <a:pt x="497" y="292"/>
                  </a:lnTo>
                  <a:lnTo>
                    <a:pt x="496" y="291"/>
                  </a:lnTo>
                  <a:lnTo>
                    <a:pt x="494" y="291"/>
                  </a:lnTo>
                  <a:lnTo>
                    <a:pt x="494" y="292"/>
                  </a:lnTo>
                  <a:lnTo>
                    <a:pt x="492" y="292"/>
                  </a:lnTo>
                  <a:lnTo>
                    <a:pt x="490" y="294"/>
                  </a:lnTo>
                  <a:lnTo>
                    <a:pt x="486" y="295"/>
                  </a:lnTo>
                  <a:lnTo>
                    <a:pt x="486" y="296"/>
                  </a:lnTo>
                  <a:lnTo>
                    <a:pt x="484" y="295"/>
                  </a:lnTo>
                  <a:lnTo>
                    <a:pt x="484" y="298"/>
                  </a:lnTo>
                  <a:lnTo>
                    <a:pt x="481" y="298"/>
                  </a:lnTo>
                  <a:lnTo>
                    <a:pt x="480" y="298"/>
                  </a:lnTo>
                  <a:lnTo>
                    <a:pt x="481" y="299"/>
                  </a:lnTo>
                  <a:lnTo>
                    <a:pt x="481" y="300"/>
                  </a:lnTo>
                  <a:lnTo>
                    <a:pt x="478" y="303"/>
                  </a:lnTo>
                  <a:lnTo>
                    <a:pt x="478" y="303"/>
                  </a:lnTo>
                  <a:lnTo>
                    <a:pt x="477" y="304"/>
                  </a:lnTo>
                  <a:lnTo>
                    <a:pt x="474" y="304"/>
                  </a:lnTo>
                  <a:lnTo>
                    <a:pt x="473" y="308"/>
                  </a:lnTo>
                  <a:lnTo>
                    <a:pt x="472" y="311"/>
                  </a:lnTo>
                  <a:lnTo>
                    <a:pt x="472" y="316"/>
                  </a:lnTo>
                  <a:lnTo>
                    <a:pt x="471" y="323"/>
                  </a:lnTo>
                  <a:lnTo>
                    <a:pt x="471" y="327"/>
                  </a:lnTo>
                  <a:lnTo>
                    <a:pt x="471" y="332"/>
                  </a:lnTo>
                  <a:lnTo>
                    <a:pt x="472" y="335"/>
                  </a:lnTo>
                  <a:lnTo>
                    <a:pt x="472" y="340"/>
                  </a:lnTo>
                  <a:lnTo>
                    <a:pt x="473" y="341"/>
                  </a:lnTo>
                  <a:lnTo>
                    <a:pt x="474" y="348"/>
                  </a:lnTo>
                  <a:lnTo>
                    <a:pt x="476" y="349"/>
                  </a:lnTo>
                  <a:lnTo>
                    <a:pt x="477" y="352"/>
                  </a:lnTo>
                  <a:lnTo>
                    <a:pt x="476" y="354"/>
                  </a:lnTo>
                  <a:lnTo>
                    <a:pt x="476" y="358"/>
                  </a:lnTo>
                  <a:lnTo>
                    <a:pt x="476" y="360"/>
                  </a:lnTo>
                  <a:lnTo>
                    <a:pt x="477" y="366"/>
                  </a:lnTo>
                  <a:lnTo>
                    <a:pt x="480" y="369"/>
                  </a:lnTo>
                  <a:lnTo>
                    <a:pt x="481" y="371"/>
                  </a:lnTo>
                  <a:lnTo>
                    <a:pt x="480" y="373"/>
                  </a:lnTo>
                  <a:lnTo>
                    <a:pt x="480" y="374"/>
                  </a:lnTo>
                  <a:lnTo>
                    <a:pt x="480" y="378"/>
                  </a:lnTo>
                  <a:lnTo>
                    <a:pt x="478" y="379"/>
                  </a:lnTo>
                  <a:lnTo>
                    <a:pt x="478" y="382"/>
                  </a:lnTo>
                  <a:lnTo>
                    <a:pt x="477" y="386"/>
                  </a:lnTo>
                  <a:lnTo>
                    <a:pt x="476" y="389"/>
                  </a:lnTo>
                  <a:lnTo>
                    <a:pt x="474" y="390"/>
                  </a:lnTo>
                  <a:lnTo>
                    <a:pt x="474" y="394"/>
                  </a:lnTo>
                  <a:lnTo>
                    <a:pt x="472" y="394"/>
                  </a:lnTo>
                  <a:lnTo>
                    <a:pt x="471" y="395"/>
                  </a:lnTo>
                  <a:lnTo>
                    <a:pt x="468" y="394"/>
                  </a:lnTo>
                  <a:lnTo>
                    <a:pt x="467" y="392"/>
                  </a:lnTo>
                  <a:lnTo>
                    <a:pt x="464" y="392"/>
                  </a:lnTo>
                  <a:lnTo>
                    <a:pt x="465" y="391"/>
                  </a:lnTo>
                  <a:lnTo>
                    <a:pt x="463" y="390"/>
                  </a:lnTo>
                  <a:lnTo>
                    <a:pt x="463" y="387"/>
                  </a:lnTo>
                  <a:lnTo>
                    <a:pt x="463" y="386"/>
                  </a:lnTo>
                  <a:lnTo>
                    <a:pt x="460" y="386"/>
                  </a:lnTo>
                  <a:lnTo>
                    <a:pt x="459" y="385"/>
                  </a:lnTo>
                  <a:lnTo>
                    <a:pt x="459" y="382"/>
                  </a:lnTo>
                  <a:lnTo>
                    <a:pt x="459" y="379"/>
                  </a:lnTo>
                  <a:lnTo>
                    <a:pt x="456" y="377"/>
                  </a:lnTo>
                  <a:lnTo>
                    <a:pt x="456" y="375"/>
                  </a:lnTo>
                  <a:lnTo>
                    <a:pt x="457" y="374"/>
                  </a:lnTo>
                  <a:lnTo>
                    <a:pt x="457" y="373"/>
                  </a:lnTo>
                  <a:lnTo>
                    <a:pt x="459" y="371"/>
                  </a:lnTo>
                  <a:lnTo>
                    <a:pt x="457" y="371"/>
                  </a:lnTo>
                  <a:lnTo>
                    <a:pt x="456" y="370"/>
                  </a:lnTo>
                  <a:lnTo>
                    <a:pt x="456" y="371"/>
                  </a:lnTo>
                  <a:lnTo>
                    <a:pt x="455" y="373"/>
                  </a:lnTo>
                  <a:lnTo>
                    <a:pt x="455" y="370"/>
                  </a:lnTo>
                  <a:lnTo>
                    <a:pt x="453" y="371"/>
                  </a:lnTo>
                  <a:lnTo>
                    <a:pt x="453" y="370"/>
                  </a:lnTo>
                  <a:lnTo>
                    <a:pt x="452" y="367"/>
                  </a:lnTo>
                  <a:lnTo>
                    <a:pt x="451" y="366"/>
                  </a:lnTo>
                  <a:lnTo>
                    <a:pt x="451" y="365"/>
                  </a:lnTo>
                  <a:lnTo>
                    <a:pt x="453" y="360"/>
                  </a:lnTo>
                  <a:lnTo>
                    <a:pt x="453" y="358"/>
                  </a:lnTo>
                  <a:lnTo>
                    <a:pt x="452" y="357"/>
                  </a:lnTo>
                  <a:lnTo>
                    <a:pt x="451" y="358"/>
                  </a:lnTo>
                  <a:lnTo>
                    <a:pt x="451" y="360"/>
                  </a:lnTo>
                  <a:lnTo>
                    <a:pt x="449" y="361"/>
                  </a:lnTo>
                  <a:lnTo>
                    <a:pt x="449" y="361"/>
                  </a:lnTo>
                  <a:lnTo>
                    <a:pt x="448" y="360"/>
                  </a:lnTo>
                  <a:lnTo>
                    <a:pt x="448" y="357"/>
                  </a:lnTo>
                  <a:lnTo>
                    <a:pt x="451" y="353"/>
                  </a:lnTo>
                  <a:lnTo>
                    <a:pt x="452" y="348"/>
                  </a:lnTo>
                  <a:lnTo>
                    <a:pt x="452" y="345"/>
                  </a:lnTo>
                  <a:lnTo>
                    <a:pt x="451" y="341"/>
                  </a:lnTo>
                  <a:lnTo>
                    <a:pt x="449" y="341"/>
                  </a:lnTo>
                  <a:lnTo>
                    <a:pt x="448" y="340"/>
                  </a:lnTo>
                  <a:lnTo>
                    <a:pt x="448" y="339"/>
                  </a:lnTo>
                  <a:lnTo>
                    <a:pt x="447" y="339"/>
                  </a:lnTo>
                  <a:lnTo>
                    <a:pt x="446" y="337"/>
                  </a:lnTo>
                  <a:lnTo>
                    <a:pt x="444" y="336"/>
                  </a:lnTo>
                  <a:lnTo>
                    <a:pt x="444" y="335"/>
                  </a:lnTo>
                  <a:lnTo>
                    <a:pt x="443" y="333"/>
                  </a:lnTo>
                  <a:lnTo>
                    <a:pt x="442" y="329"/>
                  </a:lnTo>
                  <a:lnTo>
                    <a:pt x="439" y="329"/>
                  </a:lnTo>
                  <a:lnTo>
                    <a:pt x="438" y="328"/>
                  </a:lnTo>
                  <a:lnTo>
                    <a:pt x="435" y="328"/>
                  </a:lnTo>
                  <a:lnTo>
                    <a:pt x="434" y="329"/>
                  </a:lnTo>
                  <a:lnTo>
                    <a:pt x="434" y="331"/>
                  </a:lnTo>
                  <a:lnTo>
                    <a:pt x="432" y="331"/>
                  </a:lnTo>
                  <a:lnTo>
                    <a:pt x="432" y="331"/>
                  </a:lnTo>
                  <a:lnTo>
                    <a:pt x="428" y="333"/>
                  </a:lnTo>
                  <a:lnTo>
                    <a:pt x="427" y="333"/>
                  </a:lnTo>
                  <a:lnTo>
                    <a:pt x="423" y="333"/>
                  </a:lnTo>
                  <a:lnTo>
                    <a:pt x="423" y="333"/>
                  </a:lnTo>
                  <a:lnTo>
                    <a:pt x="423" y="332"/>
                  </a:lnTo>
                  <a:lnTo>
                    <a:pt x="423" y="333"/>
                  </a:lnTo>
                  <a:lnTo>
                    <a:pt x="424" y="332"/>
                  </a:lnTo>
                  <a:lnTo>
                    <a:pt x="423" y="332"/>
                  </a:lnTo>
                  <a:lnTo>
                    <a:pt x="422" y="329"/>
                  </a:lnTo>
                  <a:lnTo>
                    <a:pt x="419" y="328"/>
                  </a:lnTo>
                  <a:lnTo>
                    <a:pt x="419" y="328"/>
                  </a:lnTo>
                  <a:lnTo>
                    <a:pt x="422" y="328"/>
                  </a:lnTo>
                  <a:lnTo>
                    <a:pt x="422" y="328"/>
                  </a:lnTo>
                  <a:lnTo>
                    <a:pt x="419" y="327"/>
                  </a:lnTo>
                  <a:lnTo>
                    <a:pt x="419" y="325"/>
                  </a:lnTo>
                  <a:lnTo>
                    <a:pt x="418" y="324"/>
                  </a:lnTo>
                  <a:lnTo>
                    <a:pt x="418" y="325"/>
                  </a:lnTo>
                  <a:lnTo>
                    <a:pt x="419" y="327"/>
                  </a:lnTo>
                  <a:lnTo>
                    <a:pt x="417" y="327"/>
                  </a:lnTo>
                  <a:lnTo>
                    <a:pt x="415" y="324"/>
                  </a:lnTo>
                  <a:lnTo>
                    <a:pt x="413" y="324"/>
                  </a:lnTo>
                  <a:lnTo>
                    <a:pt x="409" y="324"/>
                  </a:lnTo>
                  <a:lnTo>
                    <a:pt x="410" y="324"/>
                  </a:lnTo>
                  <a:lnTo>
                    <a:pt x="413" y="324"/>
                  </a:lnTo>
                  <a:lnTo>
                    <a:pt x="414" y="323"/>
                  </a:lnTo>
                  <a:lnTo>
                    <a:pt x="413" y="323"/>
                  </a:lnTo>
                  <a:lnTo>
                    <a:pt x="410" y="323"/>
                  </a:lnTo>
                  <a:lnTo>
                    <a:pt x="409" y="324"/>
                  </a:lnTo>
                  <a:lnTo>
                    <a:pt x="407" y="324"/>
                  </a:lnTo>
                  <a:lnTo>
                    <a:pt x="403" y="324"/>
                  </a:lnTo>
                  <a:lnTo>
                    <a:pt x="402" y="323"/>
                  </a:lnTo>
                  <a:lnTo>
                    <a:pt x="401" y="324"/>
                  </a:lnTo>
                  <a:lnTo>
                    <a:pt x="397" y="324"/>
                  </a:lnTo>
                  <a:lnTo>
                    <a:pt x="395" y="324"/>
                  </a:lnTo>
                  <a:lnTo>
                    <a:pt x="393" y="323"/>
                  </a:lnTo>
                  <a:lnTo>
                    <a:pt x="393" y="321"/>
                  </a:lnTo>
                  <a:lnTo>
                    <a:pt x="393" y="320"/>
                  </a:lnTo>
                  <a:lnTo>
                    <a:pt x="392" y="320"/>
                  </a:lnTo>
                  <a:lnTo>
                    <a:pt x="390" y="321"/>
                  </a:lnTo>
                  <a:lnTo>
                    <a:pt x="389" y="323"/>
                  </a:lnTo>
                  <a:lnTo>
                    <a:pt x="388" y="323"/>
                  </a:lnTo>
                  <a:lnTo>
                    <a:pt x="386" y="324"/>
                  </a:lnTo>
                  <a:lnTo>
                    <a:pt x="384" y="323"/>
                  </a:lnTo>
                  <a:lnTo>
                    <a:pt x="377" y="324"/>
                  </a:lnTo>
                  <a:lnTo>
                    <a:pt x="374" y="327"/>
                  </a:lnTo>
                  <a:lnTo>
                    <a:pt x="370" y="328"/>
                  </a:lnTo>
                  <a:lnTo>
                    <a:pt x="369" y="329"/>
                  </a:lnTo>
                  <a:lnTo>
                    <a:pt x="369" y="332"/>
                  </a:lnTo>
                  <a:lnTo>
                    <a:pt x="370" y="331"/>
                  </a:lnTo>
                  <a:lnTo>
                    <a:pt x="372" y="329"/>
                  </a:lnTo>
                  <a:lnTo>
                    <a:pt x="372" y="329"/>
                  </a:lnTo>
                  <a:lnTo>
                    <a:pt x="373" y="331"/>
                  </a:lnTo>
                  <a:lnTo>
                    <a:pt x="376" y="332"/>
                  </a:lnTo>
                  <a:lnTo>
                    <a:pt x="374" y="332"/>
                  </a:lnTo>
                  <a:lnTo>
                    <a:pt x="370" y="335"/>
                  </a:lnTo>
                  <a:lnTo>
                    <a:pt x="370" y="336"/>
                  </a:lnTo>
                  <a:lnTo>
                    <a:pt x="372" y="337"/>
                  </a:lnTo>
                  <a:lnTo>
                    <a:pt x="376" y="339"/>
                  </a:lnTo>
                  <a:lnTo>
                    <a:pt x="378" y="341"/>
                  </a:lnTo>
                  <a:lnTo>
                    <a:pt x="378" y="342"/>
                  </a:lnTo>
                  <a:lnTo>
                    <a:pt x="376" y="342"/>
                  </a:lnTo>
                  <a:lnTo>
                    <a:pt x="376" y="344"/>
                  </a:lnTo>
                  <a:lnTo>
                    <a:pt x="376" y="341"/>
                  </a:lnTo>
                  <a:lnTo>
                    <a:pt x="374" y="341"/>
                  </a:lnTo>
                  <a:lnTo>
                    <a:pt x="373" y="341"/>
                  </a:lnTo>
                  <a:lnTo>
                    <a:pt x="372" y="340"/>
                  </a:lnTo>
                  <a:lnTo>
                    <a:pt x="369" y="339"/>
                  </a:lnTo>
                  <a:lnTo>
                    <a:pt x="368" y="336"/>
                  </a:lnTo>
                  <a:lnTo>
                    <a:pt x="367" y="336"/>
                  </a:lnTo>
                  <a:lnTo>
                    <a:pt x="367" y="339"/>
                  </a:lnTo>
                  <a:lnTo>
                    <a:pt x="367" y="341"/>
                  </a:lnTo>
                  <a:lnTo>
                    <a:pt x="365" y="342"/>
                  </a:lnTo>
                  <a:lnTo>
                    <a:pt x="364" y="341"/>
                  </a:lnTo>
                  <a:lnTo>
                    <a:pt x="363" y="340"/>
                  </a:lnTo>
                  <a:lnTo>
                    <a:pt x="360" y="341"/>
                  </a:lnTo>
                  <a:lnTo>
                    <a:pt x="359" y="342"/>
                  </a:lnTo>
                  <a:lnTo>
                    <a:pt x="356" y="341"/>
                  </a:lnTo>
                  <a:lnTo>
                    <a:pt x="355" y="340"/>
                  </a:lnTo>
                  <a:lnTo>
                    <a:pt x="352" y="340"/>
                  </a:lnTo>
                  <a:lnTo>
                    <a:pt x="352" y="340"/>
                  </a:lnTo>
                  <a:lnTo>
                    <a:pt x="352" y="339"/>
                  </a:lnTo>
                  <a:lnTo>
                    <a:pt x="353" y="337"/>
                  </a:lnTo>
                  <a:lnTo>
                    <a:pt x="353" y="336"/>
                  </a:lnTo>
                  <a:lnTo>
                    <a:pt x="351" y="336"/>
                  </a:lnTo>
                  <a:lnTo>
                    <a:pt x="349" y="336"/>
                  </a:lnTo>
                  <a:lnTo>
                    <a:pt x="349" y="333"/>
                  </a:lnTo>
                  <a:lnTo>
                    <a:pt x="349" y="333"/>
                  </a:lnTo>
                  <a:lnTo>
                    <a:pt x="348" y="333"/>
                  </a:lnTo>
                  <a:lnTo>
                    <a:pt x="347" y="333"/>
                  </a:lnTo>
                  <a:lnTo>
                    <a:pt x="347" y="332"/>
                  </a:lnTo>
                  <a:lnTo>
                    <a:pt x="345" y="331"/>
                  </a:lnTo>
                  <a:lnTo>
                    <a:pt x="344" y="332"/>
                  </a:lnTo>
                  <a:lnTo>
                    <a:pt x="343" y="333"/>
                  </a:lnTo>
                  <a:lnTo>
                    <a:pt x="344" y="335"/>
                  </a:lnTo>
                  <a:lnTo>
                    <a:pt x="341" y="335"/>
                  </a:lnTo>
                  <a:lnTo>
                    <a:pt x="335" y="335"/>
                  </a:lnTo>
                  <a:lnTo>
                    <a:pt x="334" y="333"/>
                  </a:lnTo>
                  <a:lnTo>
                    <a:pt x="328" y="332"/>
                  </a:lnTo>
                  <a:lnTo>
                    <a:pt x="326" y="332"/>
                  </a:lnTo>
                  <a:lnTo>
                    <a:pt x="322" y="333"/>
                  </a:lnTo>
                  <a:lnTo>
                    <a:pt x="319" y="333"/>
                  </a:lnTo>
                  <a:lnTo>
                    <a:pt x="318" y="335"/>
                  </a:lnTo>
                  <a:lnTo>
                    <a:pt x="316" y="337"/>
                  </a:lnTo>
                  <a:lnTo>
                    <a:pt x="314" y="337"/>
                  </a:lnTo>
                  <a:lnTo>
                    <a:pt x="314" y="335"/>
                  </a:lnTo>
                  <a:lnTo>
                    <a:pt x="313" y="333"/>
                  </a:lnTo>
                  <a:lnTo>
                    <a:pt x="315" y="332"/>
                  </a:lnTo>
                  <a:lnTo>
                    <a:pt x="314" y="329"/>
                  </a:lnTo>
                  <a:lnTo>
                    <a:pt x="314" y="331"/>
                  </a:lnTo>
                  <a:lnTo>
                    <a:pt x="311" y="332"/>
                  </a:lnTo>
                  <a:lnTo>
                    <a:pt x="310" y="332"/>
                  </a:lnTo>
                  <a:lnTo>
                    <a:pt x="309" y="331"/>
                  </a:lnTo>
                  <a:lnTo>
                    <a:pt x="310" y="335"/>
                  </a:lnTo>
                  <a:lnTo>
                    <a:pt x="310" y="336"/>
                  </a:lnTo>
                  <a:lnTo>
                    <a:pt x="310" y="339"/>
                  </a:lnTo>
                  <a:lnTo>
                    <a:pt x="309" y="340"/>
                  </a:lnTo>
                  <a:lnTo>
                    <a:pt x="307" y="340"/>
                  </a:lnTo>
                  <a:lnTo>
                    <a:pt x="303" y="344"/>
                  </a:lnTo>
                  <a:lnTo>
                    <a:pt x="298" y="346"/>
                  </a:lnTo>
                  <a:lnTo>
                    <a:pt x="297" y="346"/>
                  </a:lnTo>
                  <a:lnTo>
                    <a:pt x="295" y="348"/>
                  </a:lnTo>
                  <a:lnTo>
                    <a:pt x="293" y="348"/>
                  </a:lnTo>
                  <a:lnTo>
                    <a:pt x="295" y="346"/>
                  </a:lnTo>
                  <a:lnTo>
                    <a:pt x="294" y="345"/>
                  </a:lnTo>
                  <a:lnTo>
                    <a:pt x="293" y="345"/>
                  </a:lnTo>
                  <a:lnTo>
                    <a:pt x="291" y="345"/>
                  </a:lnTo>
                  <a:lnTo>
                    <a:pt x="289" y="346"/>
                  </a:lnTo>
                  <a:lnTo>
                    <a:pt x="290" y="348"/>
                  </a:lnTo>
                  <a:lnTo>
                    <a:pt x="289" y="348"/>
                  </a:lnTo>
                  <a:lnTo>
                    <a:pt x="288" y="348"/>
                  </a:lnTo>
                  <a:lnTo>
                    <a:pt x="288" y="350"/>
                  </a:lnTo>
                  <a:lnTo>
                    <a:pt x="285" y="352"/>
                  </a:lnTo>
                  <a:lnTo>
                    <a:pt x="284" y="350"/>
                  </a:lnTo>
                  <a:lnTo>
                    <a:pt x="282" y="353"/>
                  </a:lnTo>
                  <a:lnTo>
                    <a:pt x="284" y="354"/>
                  </a:lnTo>
                  <a:lnTo>
                    <a:pt x="281" y="357"/>
                  </a:lnTo>
                  <a:lnTo>
                    <a:pt x="278" y="357"/>
                  </a:lnTo>
                  <a:lnTo>
                    <a:pt x="280" y="362"/>
                  </a:lnTo>
                  <a:lnTo>
                    <a:pt x="278" y="364"/>
                  </a:lnTo>
                  <a:lnTo>
                    <a:pt x="277" y="367"/>
                  </a:lnTo>
                  <a:lnTo>
                    <a:pt x="276" y="370"/>
                  </a:lnTo>
                  <a:lnTo>
                    <a:pt x="277" y="373"/>
                  </a:lnTo>
                  <a:lnTo>
                    <a:pt x="277" y="378"/>
                  </a:lnTo>
                  <a:lnTo>
                    <a:pt x="277" y="379"/>
                  </a:lnTo>
                  <a:lnTo>
                    <a:pt x="276" y="382"/>
                  </a:lnTo>
                  <a:lnTo>
                    <a:pt x="276" y="385"/>
                  </a:lnTo>
                  <a:lnTo>
                    <a:pt x="274" y="385"/>
                  </a:lnTo>
                  <a:lnTo>
                    <a:pt x="273" y="383"/>
                  </a:lnTo>
                  <a:lnTo>
                    <a:pt x="272" y="382"/>
                  </a:lnTo>
                  <a:lnTo>
                    <a:pt x="269" y="382"/>
                  </a:lnTo>
                  <a:lnTo>
                    <a:pt x="265" y="381"/>
                  </a:lnTo>
                  <a:lnTo>
                    <a:pt x="262" y="378"/>
                  </a:lnTo>
                  <a:lnTo>
                    <a:pt x="261" y="378"/>
                  </a:lnTo>
                  <a:lnTo>
                    <a:pt x="260" y="378"/>
                  </a:lnTo>
                  <a:lnTo>
                    <a:pt x="259" y="377"/>
                  </a:lnTo>
                  <a:lnTo>
                    <a:pt x="259" y="377"/>
                  </a:lnTo>
                  <a:lnTo>
                    <a:pt x="257" y="375"/>
                  </a:lnTo>
                  <a:lnTo>
                    <a:pt x="257" y="373"/>
                  </a:lnTo>
                  <a:lnTo>
                    <a:pt x="255" y="366"/>
                  </a:lnTo>
                  <a:lnTo>
                    <a:pt x="255" y="365"/>
                  </a:lnTo>
                  <a:lnTo>
                    <a:pt x="255" y="365"/>
                  </a:lnTo>
                  <a:lnTo>
                    <a:pt x="255" y="362"/>
                  </a:lnTo>
                  <a:lnTo>
                    <a:pt x="256" y="360"/>
                  </a:lnTo>
                  <a:lnTo>
                    <a:pt x="253" y="358"/>
                  </a:lnTo>
                  <a:lnTo>
                    <a:pt x="252" y="356"/>
                  </a:lnTo>
                  <a:lnTo>
                    <a:pt x="252" y="353"/>
                  </a:lnTo>
                  <a:lnTo>
                    <a:pt x="249" y="353"/>
                  </a:lnTo>
                  <a:lnTo>
                    <a:pt x="249" y="352"/>
                  </a:lnTo>
                  <a:lnTo>
                    <a:pt x="248" y="350"/>
                  </a:lnTo>
                  <a:lnTo>
                    <a:pt x="247" y="346"/>
                  </a:lnTo>
                  <a:lnTo>
                    <a:pt x="247" y="345"/>
                  </a:lnTo>
                  <a:lnTo>
                    <a:pt x="245" y="344"/>
                  </a:lnTo>
                  <a:lnTo>
                    <a:pt x="245" y="341"/>
                  </a:lnTo>
                  <a:lnTo>
                    <a:pt x="244" y="340"/>
                  </a:lnTo>
                  <a:lnTo>
                    <a:pt x="244" y="339"/>
                  </a:lnTo>
                  <a:lnTo>
                    <a:pt x="243" y="336"/>
                  </a:lnTo>
                  <a:lnTo>
                    <a:pt x="241" y="333"/>
                  </a:lnTo>
                  <a:lnTo>
                    <a:pt x="239" y="331"/>
                  </a:lnTo>
                  <a:lnTo>
                    <a:pt x="237" y="329"/>
                  </a:lnTo>
                  <a:lnTo>
                    <a:pt x="236" y="328"/>
                  </a:lnTo>
                  <a:lnTo>
                    <a:pt x="235" y="329"/>
                  </a:lnTo>
                  <a:lnTo>
                    <a:pt x="235" y="328"/>
                  </a:lnTo>
                  <a:lnTo>
                    <a:pt x="234" y="328"/>
                  </a:lnTo>
                  <a:lnTo>
                    <a:pt x="231" y="328"/>
                  </a:lnTo>
                  <a:lnTo>
                    <a:pt x="230" y="328"/>
                  </a:lnTo>
                  <a:lnTo>
                    <a:pt x="227" y="328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4" y="328"/>
                  </a:lnTo>
                  <a:lnTo>
                    <a:pt x="223" y="329"/>
                  </a:lnTo>
                  <a:lnTo>
                    <a:pt x="222" y="331"/>
                  </a:lnTo>
                  <a:lnTo>
                    <a:pt x="220" y="333"/>
                  </a:lnTo>
                  <a:lnTo>
                    <a:pt x="219" y="335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8" y="337"/>
                  </a:lnTo>
                  <a:lnTo>
                    <a:pt x="216" y="339"/>
                  </a:lnTo>
                  <a:lnTo>
                    <a:pt x="215" y="339"/>
                  </a:lnTo>
                  <a:lnTo>
                    <a:pt x="215" y="340"/>
                  </a:lnTo>
                  <a:lnTo>
                    <a:pt x="214" y="339"/>
                  </a:lnTo>
                  <a:lnTo>
                    <a:pt x="212" y="339"/>
                  </a:lnTo>
                  <a:lnTo>
                    <a:pt x="211" y="337"/>
                  </a:lnTo>
                  <a:lnTo>
                    <a:pt x="208" y="336"/>
                  </a:lnTo>
                  <a:lnTo>
                    <a:pt x="208" y="336"/>
                  </a:lnTo>
                  <a:lnTo>
                    <a:pt x="206" y="335"/>
                  </a:lnTo>
                  <a:lnTo>
                    <a:pt x="205" y="335"/>
                  </a:lnTo>
                  <a:lnTo>
                    <a:pt x="203" y="333"/>
                  </a:lnTo>
                  <a:lnTo>
                    <a:pt x="203" y="333"/>
                  </a:lnTo>
                  <a:lnTo>
                    <a:pt x="203" y="332"/>
                  </a:lnTo>
                  <a:lnTo>
                    <a:pt x="202" y="332"/>
                  </a:lnTo>
                  <a:lnTo>
                    <a:pt x="201" y="332"/>
                  </a:lnTo>
                  <a:lnTo>
                    <a:pt x="201" y="331"/>
                  </a:lnTo>
                  <a:lnTo>
                    <a:pt x="199" y="331"/>
                  </a:lnTo>
                  <a:lnTo>
                    <a:pt x="199" y="329"/>
                  </a:lnTo>
                  <a:lnTo>
                    <a:pt x="199" y="328"/>
                  </a:lnTo>
                  <a:lnTo>
                    <a:pt x="198" y="327"/>
                  </a:lnTo>
                  <a:lnTo>
                    <a:pt x="195" y="324"/>
                  </a:lnTo>
                  <a:lnTo>
                    <a:pt x="195" y="323"/>
                  </a:lnTo>
                  <a:lnTo>
                    <a:pt x="197" y="323"/>
                  </a:lnTo>
                  <a:lnTo>
                    <a:pt x="198" y="323"/>
                  </a:lnTo>
                  <a:lnTo>
                    <a:pt x="198" y="320"/>
                  </a:lnTo>
                  <a:lnTo>
                    <a:pt x="195" y="319"/>
                  </a:lnTo>
                  <a:lnTo>
                    <a:pt x="195" y="319"/>
                  </a:lnTo>
                  <a:lnTo>
                    <a:pt x="195" y="317"/>
                  </a:lnTo>
                  <a:lnTo>
                    <a:pt x="194" y="317"/>
                  </a:lnTo>
                  <a:lnTo>
                    <a:pt x="194" y="315"/>
                  </a:lnTo>
                  <a:lnTo>
                    <a:pt x="193" y="312"/>
                  </a:lnTo>
                  <a:lnTo>
                    <a:pt x="191" y="312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0"/>
                  </a:lnTo>
                  <a:lnTo>
                    <a:pt x="189" y="308"/>
                  </a:lnTo>
                  <a:lnTo>
                    <a:pt x="187" y="307"/>
                  </a:lnTo>
                  <a:lnTo>
                    <a:pt x="187" y="306"/>
                  </a:lnTo>
                  <a:lnTo>
                    <a:pt x="186" y="304"/>
                  </a:lnTo>
                  <a:lnTo>
                    <a:pt x="185" y="304"/>
                  </a:lnTo>
                  <a:lnTo>
                    <a:pt x="185" y="303"/>
                  </a:lnTo>
                  <a:lnTo>
                    <a:pt x="183" y="302"/>
                  </a:lnTo>
                  <a:lnTo>
                    <a:pt x="182" y="299"/>
                  </a:lnTo>
                  <a:lnTo>
                    <a:pt x="180" y="298"/>
                  </a:lnTo>
                  <a:lnTo>
                    <a:pt x="160" y="298"/>
                  </a:lnTo>
                  <a:lnTo>
                    <a:pt x="160" y="302"/>
                  </a:lnTo>
                  <a:lnTo>
                    <a:pt x="127" y="300"/>
                  </a:lnTo>
                  <a:lnTo>
                    <a:pt x="86" y="282"/>
                  </a:lnTo>
                  <a:lnTo>
                    <a:pt x="86" y="282"/>
                  </a:lnTo>
                  <a:lnTo>
                    <a:pt x="86" y="281"/>
                  </a:lnTo>
                  <a:lnTo>
                    <a:pt x="57" y="281"/>
                  </a:lnTo>
                  <a:lnTo>
                    <a:pt x="57" y="279"/>
                  </a:lnTo>
                  <a:lnTo>
                    <a:pt x="58" y="275"/>
                  </a:lnTo>
                  <a:lnTo>
                    <a:pt x="57" y="273"/>
                  </a:lnTo>
                  <a:lnTo>
                    <a:pt x="53" y="266"/>
                  </a:lnTo>
                  <a:lnTo>
                    <a:pt x="50" y="264"/>
                  </a:lnTo>
                  <a:lnTo>
                    <a:pt x="49" y="264"/>
                  </a:lnTo>
                  <a:lnTo>
                    <a:pt x="48" y="264"/>
                  </a:lnTo>
                  <a:lnTo>
                    <a:pt x="47" y="264"/>
                  </a:lnTo>
                  <a:lnTo>
                    <a:pt x="47" y="261"/>
                  </a:lnTo>
                  <a:lnTo>
                    <a:pt x="47" y="260"/>
                  </a:lnTo>
                  <a:lnTo>
                    <a:pt x="44" y="260"/>
                  </a:lnTo>
                  <a:lnTo>
                    <a:pt x="41" y="260"/>
                  </a:lnTo>
                  <a:lnTo>
                    <a:pt x="39" y="257"/>
                  </a:lnTo>
                  <a:lnTo>
                    <a:pt x="39" y="256"/>
                  </a:lnTo>
                  <a:lnTo>
                    <a:pt x="37" y="254"/>
                  </a:lnTo>
                  <a:lnTo>
                    <a:pt x="33" y="254"/>
                  </a:lnTo>
                  <a:lnTo>
                    <a:pt x="32" y="253"/>
                  </a:lnTo>
                  <a:lnTo>
                    <a:pt x="31" y="252"/>
                  </a:lnTo>
                  <a:lnTo>
                    <a:pt x="28" y="252"/>
                  </a:lnTo>
                  <a:lnTo>
                    <a:pt x="24" y="252"/>
                  </a:lnTo>
                  <a:lnTo>
                    <a:pt x="23" y="250"/>
                  </a:lnTo>
                  <a:lnTo>
                    <a:pt x="22" y="249"/>
                  </a:lnTo>
                  <a:lnTo>
                    <a:pt x="23" y="249"/>
                  </a:lnTo>
                  <a:lnTo>
                    <a:pt x="23" y="246"/>
                  </a:lnTo>
                  <a:lnTo>
                    <a:pt x="24" y="242"/>
                  </a:lnTo>
                  <a:lnTo>
                    <a:pt x="23" y="241"/>
                  </a:lnTo>
                  <a:lnTo>
                    <a:pt x="22" y="238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6"/>
                  </a:lnTo>
                  <a:lnTo>
                    <a:pt x="19" y="233"/>
                  </a:lnTo>
                  <a:lnTo>
                    <a:pt x="16" y="228"/>
                  </a:lnTo>
                  <a:lnTo>
                    <a:pt x="16" y="224"/>
                  </a:lnTo>
                  <a:lnTo>
                    <a:pt x="14" y="223"/>
                  </a:lnTo>
                  <a:lnTo>
                    <a:pt x="14" y="221"/>
                  </a:lnTo>
                  <a:lnTo>
                    <a:pt x="14" y="219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5" y="216"/>
                  </a:lnTo>
                  <a:lnTo>
                    <a:pt x="16" y="215"/>
                  </a:lnTo>
                  <a:lnTo>
                    <a:pt x="16" y="212"/>
                  </a:lnTo>
                  <a:lnTo>
                    <a:pt x="15" y="211"/>
                  </a:lnTo>
                  <a:lnTo>
                    <a:pt x="12" y="210"/>
                  </a:lnTo>
                  <a:lnTo>
                    <a:pt x="12" y="208"/>
                  </a:lnTo>
                  <a:lnTo>
                    <a:pt x="11" y="207"/>
                  </a:lnTo>
                  <a:lnTo>
                    <a:pt x="11" y="206"/>
                  </a:lnTo>
                  <a:lnTo>
                    <a:pt x="11" y="203"/>
                  </a:lnTo>
                  <a:lnTo>
                    <a:pt x="11" y="202"/>
                  </a:lnTo>
                  <a:lnTo>
                    <a:pt x="12" y="200"/>
                  </a:lnTo>
                  <a:lnTo>
                    <a:pt x="12" y="199"/>
                  </a:lnTo>
                  <a:lnTo>
                    <a:pt x="12" y="198"/>
                  </a:lnTo>
                  <a:lnTo>
                    <a:pt x="14" y="199"/>
                  </a:lnTo>
                  <a:lnTo>
                    <a:pt x="15" y="202"/>
                  </a:lnTo>
                  <a:lnTo>
                    <a:pt x="18" y="202"/>
                  </a:lnTo>
                  <a:lnTo>
                    <a:pt x="16" y="202"/>
                  </a:lnTo>
                  <a:lnTo>
                    <a:pt x="15" y="199"/>
                  </a:lnTo>
                  <a:lnTo>
                    <a:pt x="15" y="196"/>
                  </a:lnTo>
                  <a:lnTo>
                    <a:pt x="14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6" y="195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18" y="194"/>
                  </a:lnTo>
                  <a:lnTo>
                    <a:pt x="16" y="192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4" y="192"/>
                  </a:lnTo>
                  <a:lnTo>
                    <a:pt x="12" y="191"/>
                  </a:lnTo>
                  <a:lnTo>
                    <a:pt x="12" y="194"/>
                  </a:lnTo>
                  <a:lnTo>
                    <a:pt x="12" y="196"/>
                  </a:lnTo>
                  <a:lnTo>
                    <a:pt x="12" y="195"/>
                  </a:lnTo>
                  <a:lnTo>
                    <a:pt x="11" y="196"/>
                  </a:lnTo>
                  <a:lnTo>
                    <a:pt x="11" y="195"/>
                  </a:lnTo>
                  <a:lnTo>
                    <a:pt x="8" y="192"/>
                  </a:lnTo>
                  <a:lnTo>
                    <a:pt x="7" y="190"/>
                  </a:lnTo>
                  <a:lnTo>
                    <a:pt x="8" y="188"/>
                  </a:lnTo>
                  <a:lnTo>
                    <a:pt x="7" y="187"/>
                  </a:lnTo>
                  <a:lnTo>
                    <a:pt x="3" y="179"/>
                  </a:lnTo>
                  <a:lnTo>
                    <a:pt x="2" y="178"/>
                  </a:lnTo>
                  <a:lnTo>
                    <a:pt x="2" y="177"/>
                  </a:lnTo>
                  <a:lnTo>
                    <a:pt x="3" y="174"/>
                  </a:lnTo>
                  <a:lnTo>
                    <a:pt x="3" y="171"/>
                  </a:lnTo>
                  <a:lnTo>
                    <a:pt x="2" y="170"/>
                  </a:lnTo>
                  <a:lnTo>
                    <a:pt x="2" y="169"/>
                  </a:lnTo>
                  <a:lnTo>
                    <a:pt x="3" y="166"/>
                  </a:lnTo>
                  <a:lnTo>
                    <a:pt x="4" y="163"/>
                  </a:lnTo>
                  <a:lnTo>
                    <a:pt x="4" y="160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49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6" y="141"/>
                  </a:lnTo>
                  <a:lnTo>
                    <a:pt x="6" y="141"/>
                  </a:lnTo>
                  <a:lnTo>
                    <a:pt x="4" y="138"/>
                  </a:lnTo>
                  <a:lnTo>
                    <a:pt x="6" y="137"/>
                  </a:lnTo>
                  <a:lnTo>
                    <a:pt x="7" y="135"/>
                  </a:lnTo>
                  <a:lnTo>
                    <a:pt x="8" y="131"/>
                  </a:lnTo>
                  <a:lnTo>
                    <a:pt x="7" y="128"/>
                  </a:lnTo>
                  <a:lnTo>
                    <a:pt x="7" y="125"/>
                  </a:lnTo>
                  <a:lnTo>
                    <a:pt x="8" y="124"/>
                  </a:lnTo>
                  <a:lnTo>
                    <a:pt x="7" y="121"/>
                  </a:lnTo>
                  <a:lnTo>
                    <a:pt x="7" y="119"/>
                  </a:lnTo>
                  <a:lnTo>
                    <a:pt x="8" y="113"/>
                  </a:lnTo>
                  <a:lnTo>
                    <a:pt x="7" y="110"/>
                  </a:lnTo>
                  <a:lnTo>
                    <a:pt x="8" y="107"/>
                  </a:lnTo>
                  <a:lnTo>
                    <a:pt x="11" y="103"/>
                  </a:lnTo>
                  <a:lnTo>
                    <a:pt x="12" y="102"/>
                  </a:lnTo>
                  <a:lnTo>
                    <a:pt x="14" y="100"/>
                  </a:lnTo>
                  <a:lnTo>
                    <a:pt x="15" y="96"/>
                  </a:lnTo>
                  <a:lnTo>
                    <a:pt x="16" y="94"/>
                  </a:lnTo>
                  <a:lnTo>
                    <a:pt x="19" y="90"/>
                  </a:lnTo>
                  <a:lnTo>
                    <a:pt x="19" y="85"/>
                  </a:lnTo>
                  <a:lnTo>
                    <a:pt x="22" y="78"/>
                  </a:lnTo>
                  <a:lnTo>
                    <a:pt x="23" y="73"/>
                  </a:lnTo>
                  <a:lnTo>
                    <a:pt x="25" y="66"/>
                  </a:lnTo>
                  <a:lnTo>
                    <a:pt x="27" y="63"/>
                  </a:lnTo>
                  <a:lnTo>
                    <a:pt x="29" y="60"/>
                  </a:lnTo>
                  <a:lnTo>
                    <a:pt x="28" y="58"/>
                  </a:lnTo>
                  <a:lnTo>
                    <a:pt x="28" y="57"/>
                  </a:lnTo>
                  <a:lnTo>
                    <a:pt x="31" y="53"/>
                  </a:lnTo>
                  <a:lnTo>
                    <a:pt x="31" y="52"/>
                  </a:lnTo>
                  <a:lnTo>
                    <a:pt x="32" y="52"/>
                  </a:lnTo>
                  <a:lnTo>
                    <a:pt x="33" y="52"/>
                  </a:lnTo>
                  <a:lnTo>
                    <a:pt x="37" y="52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3" y="54"/>
                  </a:lnTo>
                  <a:lnTo>
                    <a:pt x="44" y="57"/>
                  </a:lnTo>
                  <a:lnTo>
                    <a:pt x="43" y="54"/>
                  </a:lnTo>
                  <a:lnTo>
                    <a:pt x="41" y="53"/>
                  </a:lnTo>
                  <a:lnTo>
                    <a:pt x="40" y="52"/>
                  </a:lnTo>
                  <a:lnTo>
                    <a:pt x="37" y="50"/>
                  </a:lnTo>
                  <a:lnTo>
                    <a:pt x="35" y="50"/>
                  </a:lnTo>
                  <a:lnTo>
                    <a:pt x="31" y="49"/>
                  </a:lnTo>
                  <a:lnTo>
                    <a:pt x="31" y="48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3" y="46"/>
                  </a:lnTo>
                  <a:lnTo>
                    <a:pt x="33" y="44"/>
                  </a:lnTo>
                  <a:lnTo>
                    <a:pt x="35" y="42"/>
                  </a:lnTo>
                  <a:lnTo>
                    <a:pt x="32" y="41"/>
                  </a:lnTo>
                  <a:lnTo>
                    <a:pt x="32" y="40"/>
                  </a:lnTo>
                  <a:lnTo>
                    <a:pt x="32" y="38"/>
                  </a:lnTo>
                  <a:lnTo>
                    <a:pt x="33" y="38"/>
                  </a:lnTo>
                  <a:lnTo>
                    <a:pt x="35" y="37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5"/>
                  </a:lnTo>
                  <a:lnTo>
                    <a:pt x="33" y="31"/>
                  </a:lnTo>
                  <a:lnTo>
                    <a:pt x="32" y="28"/>
                  </a:lnTo>
                  <a:lnTo>
                    <a:pt x="33" y="21"/>
                  </a:lnTo>
                  <a:lnTo>
                    <a:pt x="32" y="17"/>
                  </a:lnTo>
                  <a:lnTo>
                    <a:pt x="32" y="16"/>
                  </a:lnTo>
                  <a:lnTo>
                    <a:pt x="35" y="11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41" y="13"/>
                  </a:lnTo>
                  <a:lnTo>
                    <a:pt x="44" y="15"/>
                  </a:lnTo>
                  <a:lnTo>
                    <a:pt x="49" y="16"/>
                  </a:lnTo>
                  <a:lnTo>
                    <a:pt x="50" y="16"/>
                  </a:lnTo>
                  <a:lnTo>
                    <a:pt x="52" y="19"/>
                  </a:lnTo>
                  <a:lnTo>
                    <a:pt x="53" y="19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2" y="21"/>
                  </a:lnTo>
                  <a:lnTo>
                    <a:pt x="49" y="24"/>
                  </a:lnTo>
                  <a:lnTo>
                    <a:pt x="49" y="25"/>
                  </a:lnTo>
                  <a:lnTo>
                    <a:pt x="52" y="25"/>
                  </a:lnTo>
                  <a:lnTo>
                    <a:pt x="52" y="24"/>
                  </a:lnTo>
                  <a:lnTo>
                    <a:pt x="54" y="21"/>
                  </a:lnTo>
                  <a:lnTo>
                    <a:pt x="56" y="21"/>
                  </a:lnTo>
                  <a:lnTo>
                    <a:pt x="56" y="24"/>
                  </a:lnTo>
                  <a:lnTo>
                    <a:pt x="54" y="25"/>
                  </a:lnTo>
                  <a:lnTo>
                    <a:pt x="53" y="28"/>
                  </a:lnTo>
                  <a:lnTo>
                    <a:pt x="53" y="31"/>
                  </a:lnTo>
                  <a:lnTo>
                    <a:pt x="52" y="32"/>
                  </a:lnTo>
                  <a:lnTo>
                    <a:pt x="52" y="29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48" y="32"/>
                  </a:lnTo>
                  <a:lnTo>
                    <a:pt x="49" y="33"/>
                  </a:lnTo>
                  <a:lnTo>
                    <a:pt x="50" y="35"/>
                  </a:lnTo>
                  <a:lnTo>
                    <a:pt x="53" y="33"/>
                  </a:lnTo>
                  <a:lnTo>
                    <a:pt x="54" y="31"/>
                  </a:lnTo>
                  <a:lnTo>
                    <a:pt x="56" y="29"/>
                  </a:lnTo>
                  <a:lnTo>
                    <a:pt x="56" y="27"/>
                  </a:lnTo>
                  <a:lnTo>
                    <a:pt x="57" y="25"/>
                  </a:lnTo>
                  <a:lnTo>
                    <a:pt x="57" y="23"/>
                  </a:lnTo>
                  <a:lnTo>
                    <a:pt x="60" y="21"/>
                  </a:lnTo>
                  <a:lnTo>
                    <a:pt x="61" y="19"/>
                  </a:lnTo>
                  <a:lnTo>
                    <a:pt x="60" y="17"/>
                  </a:lnTo>
                  <a:lnTo>
                    <a:pt x="60" y="16"/>
                  </a:lnTo>
                  <a:lnTo>
                    <a:pt x="60" y="15"/>
                  </a:lnTo>
                  <a:lnTo>
                    <a:pt x="61" y="13"/>
                  </a:lnTo>
                  <a:lnTo>
                    <a:pt x="61" y="12"/>
                  </a:lnTo>
                  <a:lnTo>
                    <a:pt x="60" y="11"/>
                  </a:lnTo>
                  <a:lnTo>
                    <a:pt x="60" y="10"/>
                  </a:lnTo>
                  <a:lnTo>
                    <a:pt x="61" y="8"/>
                  </a:lnTo>
                  <a:lnTo>
                    <a:pt x="62" y="6"/>
                  </a:lnTo>
                  <a:lnTo>
                    <a:pt x="60" y="4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rgbClr val="BC8F00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7" name="Freeform 518">
              <a:extLst>
                <a:ext uri="{FF2B5EF4-FFF2-40B4-BE49-F238E27FC236}">
                  <a16:creationId xmlns:a16="http://schemas.microsoft.com/office/drawing/2014/main" id="{0E4A96EC-D6BB-42BE-ADB9-FABB28D7D3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84506" y="2441999"/>
              <a:ext cx="1102099" cy="810367"/>
            </a:xfrm>
            <a:custGeom>
              <a:avLst/>
              <a:gdLst>
                <a:gd name="T0" fmla="*/ 215 w 340"/>
                <a:gd name="T1" fmla="*/ 117 h 250"/>
                <a:gd name="T2" fmla="*/ 61 w 340"/>
                <a:gd name="T3" fmla="*/ 109 h 250"/>
                <a:gd name="T4" fmla="*/ 70 w 340"/>
                <a:gd name="T5" fmla="*/ 19 h 250"/>
                <a:gd name="T6" fmla="*/ 130 w 340"/>
                <a:gd name="T7" fmla="*/ 26 h 250"/>
                <a:gd name="T8" fmla="*/ 138 w 340"/>
                <a:gd name="T9" fmla="*/ 38 h 250"/>
                <a:gd name="T10" fmla="*/ 142 w 340"/>
                <a:gd name="T11" fmla="*/ 50 h 250"/>
                <a:gd name="T12" fmla="*/ 151 w 340"/>
                <a:gd name="T13" fmla="*/ 55 h 250"/>
                <a:gd name="T14" fmla="*/ 162 w 340"/>
                <a:gd name="T15" fmla="*/ 54 h 250"/>
                <a:gd name="T16" fmla="*/ 174 w 340"/>
                <a:gd name="T17" fmla="*/ 47 h 250"/>
                <a:gd name="T18" fmla="*/ 187 w 340"/>
                <a:gd name="T19" fmla="*/ 59 h 250"/>
                <a:gd name="T20" fmla="*/ 196 w 340"/>
                <a:gd name="T21" fmla="*/ 77 h 250"/>
                <a:gd name="T22" fmla="*/ 203 w 340"/>
                <a:gd name="T23" fmla="*/ 97 h 250"/>
                <a:gd name="T24" fmla="*/ 220 w 340"/>
                <a:gd name="T25" fmla="*/ 105 h 250"/>
                <a:gd name="T26" fmla="*/ 216 w 340"/>
                <a:gd name="T27" fmla="*/ 111 h 250"/>
                <a:gd name="T28" fmla="*/ 213 w 340"/>
                <a:gd name="T29" fmla="*/ 125 h 250"/>
                <a:gd name="T30" fmla="*/ 213 w 340"/>
                <a:gd name="T31" fmla="*/ 159 h 250"/>
                <a:gd name="T32" fmla="*/ 213 w 340"/>
                <a:gd name="T33" fmla="*/ 171 h 250"/>
                <a:gd name="T34" fmla="*/ 236 w 340"/>
                <a:gd name="T35" fmla="*/ 197 h 250"/>
                <a:gd name="T36" fmla="*/ 258 w 340"/>
                <a:gd name="T37" fmla="*/ 201 h 250"/>
                <a:gd name="T38" fmla="*/ 277 w 340"/>
                <a:gd name="T39" fmla="*/ 202 h 250"/>
                <a:gd name="T40" fmla="*/ 287 w 340"/>
                <a:gd name="T41" fmla="*/ 192 h 250"/>
                <a:gd name="T42" fmla="*/ 315 w 340"/>
                <a:gd name="T43" fmla="*/ 164 h 250"/>
                <a:gd name="T44" fmla="*/ 336 w 340"/>
                <a:gd name="T45" fmla="*/ 159 h 250"/>
                <a:gd name="T46" fmla="*/ 327 w 340"/>
                <a:gd name="T47" fmla="*/ 186 h 250"/>
                <a:gd name="T48" fmla="*/ 324 w 340"/>
                <a:gd name="T49" fmla="*/ 205 h 250"/>
                <a:gd name="T50" fmla="*/ 315 w 340"/>
                <a:gd name="T51" fmla="*/ 202 h 250"/>
                <a:gd name="T52" fmla="*/ 308 w 340"/>
                <a:gd name="T53" fmla="*/ 208 h 250"/>
                <a:gd name="T54" fmla="*/ 286 w 340"/>
                <a:gd name="T55" fmla="*/ 222 h 250"/>
                <a:gd name="T56" fmla="*/ 269 w 340"/>
                <a:gd name="T57" fmla="*/ 242 h 250"/>
                <a:gd name="T58" fmla="*/ 266 w 340"/>
                <a:gd name="T59" fmla="*/ 248 h 250"/>
                <a:gd name="T60" fmla="*/ 244 w 340"/>
                <a:gd name="T61" fmla="*/ 229 h 250"/>
                <a:gd name="T62" fmla="*/ 240 w 340"/>
                <a:gd name="T63" fmla="*/ 230 h 250"/>
                <a:gd name="T64" fmla="*/ 236 w 340"/>
                <a:gd name="T65" fmla="*/ 230 h 250"/>
                <a:gd name="T66" fmla="*/ 212 w 340"/>
                <a:gd name="T67" fmla="*/ 234 h 250"/>
                <a:gd name="T68" fmla="*/ 188 w 340"/>
                <a:gd name="T69" fmla="*/ 226 h 250"/>
                <a:gd name="T70" fmla="*/ 154 w 340"/>
                <a:gd name="T71" fmla="*/ 206 h 250"/>
                <a:gd name="T72" fmla="*/ 136 w 340"/>
                <a:gd name="T73" fmla="*/ 198 h 250"/>
                <a:gd name="T74" fmla="*/ 120 w 340"/>
                <a:gd name="T75" fmla="*/ 189 h 250"/>
                <a:gd name="T76" fmla="*/ 117 w 340"/>
                <a:gd name="T77" fmla="*/ 171 h 250"/>
                <a:gd name="T78" fmla="*/ 116 w 340"/>
                <a:gd name="T79" fmla="*/ 147 h 250"/>
                <a:gd name="T80" fmla="*/ 91 w 340"/>
                <a:gd name="T81" fmla="*/ 118 h 250"/>
                <a:gd name="T82" fmla="*/ 80 w 340"/>
                <a:gd name="T83" fmla="*/ 104 h 250"/>
                <a:gd name="T84" fmla="*/ 83 w 340"/>
                <a:gd name="T85" fmla="*/ 92 h 250"/>
                <a:gd name="T86" fmla="*/ 70 w 340"/>
                <a:gd name="T87" fmla="*/ 83 h 250"/>
                <a:gd name="T88" fmla="*/ 59 w 340"/>
                <a:gd name="T89" fmla="*/ 68 h 250"/>
                <a:gd name="T90" fmla="*/ 49 w 340"/>
                <a:gd name="T91" fmla="*/ 51 h 250"/>
                <a:gd name="T92" fmla="*/ 44 w 340"/>
                <a:gd name="T93" fmla="*/ 27 h 250"/>
                <a:gd name="T94" fmla="*/ 33 w 340"/>
                <a:gd name="T95" fmla="*/ 18 h 250"/>
                <a:gd name="T96" fmla="*/ 25 w 340"/>
                <a:gd name="T97" fmla="*/ 38 h 250"/>
                <a:gd name="T98" fmla="*/ 36 w 340"/>
                <a:gd name="T99" fmla="*/ 56 h 250"/>
                <a:gd name="T100" fmla="*/ 47 w 340"/>
                <a:gd name="T101" fmla="*/ 76 h 250"/>
                <a:gd name="T102" fmla="*/ 53 w 340"/>
                <a:gd name="T103" fmla="*/ 85 h 250"/>
                <a:gd name="T104" fmla="*/ 59 w 340"/>
                <a:gd name="T105" fmla="*/ 106 h 250"/>
                <a:gd name="T106" fmla="*/ 65 w 340"/>
                <a:gd name="T107" fmla="*/ 123 h 250"/>
                <a:gd name="T108" fmla="*/ 74 w 340"/>
                <a:gd name="T109" fmla="*/ 133 h 250"/>
                <a:gd name="T110" fmla="*/ 61 w 340"/>
                <a:gd name="T111" fmla="*/ 130 h 250"/>
                <a:gd name="T112" fmla="*/ 42 w 340"/>
                <a:gd name="T113" fmla="*/ 111 h 250"/>
                <a:gd name="T114" fmla="*/ 36 w 340"/>
                <a:gd name="T115" fmla="*/ 83 h 250"/>
                <a:gd name="T116" fmla="*/ 24 w 340"/>
                <a:gd name="T117" fmla="*/ 80 h 250"/>
                <a:gd name="T118" fmla="*/ 25 w 340"/>
                <a:gd name="T119" fmla="*/ 72 h 250"/>
                <a:gd name="T120" fmla="*/ 28 w 340"/>
                <a:gd name="T121" fmla="*/ 61 h 250"/>
                <a:gd name="T122" fmla="*/ 12 w 340"/>
                <a:gd name="T123" fmla="*/ 39 h 250"/>
                <a:gd name="T124" fmla="*/ 8 w 340"/>
                <a:gd name="T125" fmla="*/ 22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0" h="250">
                  <a:moveTo>
                    <a:pt x="215" y="119"/>
                  </a:moveTo>
                  <a:lnTo>
                    <a:pt x="215" y="121"/>
                  </a:lnTo>
                  <a:lnTo>
                    <a:pt x="213" y="123"/>
                  </a:lnTo>
                  <a:lnTo>
                    <a:pt x="215" y="119"/>
                  </a:lnTo>
                  <a:close/>
                  <a:moveTo>
                    <a:pt x="65" y="118"/>
                  </a:moveTo>
                  <a:lnTo>
                    <a:pt x="65" y="119"/>
                  </a:lnTo>
                  <a:lnTo>
                    <a:pt x="65" y="121"/>
                  </a:lnTo>
                  <a:lnTo>
                    <a:pt x="63" y="121"/>
                  </a:lnTo>
                  <a:lnTo>
                    <a:pt x="65" y="118"/>
                  </a:lnTo>
                  <a:close/>
                  <a:moveTo>
                    <a:pt x="215" y="117"/>
                  </a:moveTo>
                  <a:lnTo>
                    <a:pt x="216" y="117"/>
                  </a:lnTo>
                  <a:lnTo>
                    <a:pt x="215" y="118"/>
                  </a:lnTo>
                  <a:lnTo>
                    <a:pt x="215" y="118"/>
                  </a:lnTo>
                  <a:lnTo>
                    <a:pt x="215" y="117"/>
                  </a:lnTo>
                  <a:close/>
                  <a:moveTo>
                    <a:pt x="216" y="114"/>
                  </a:moveTo>
                  <a:lnTo>
                    <a:pt x="216" y="115"/>
                  </a:lnTo>
                  <a:lnTo>
                    <a:pt x="216" y="115"/>
                  </a:lnTo>
                  <a:lnTo>
                    <a:pt x="216" y="114"/>
                  </a:lnTo>
                  <a:lnTo>
                    <a:pt x="216" y="114"/>
                  </a:lnTo>
                  <a:close/>
                  <a:moveTo>
                    <a:pt x="61" y="109"/>
                  </a:moveTo>
                  <a:lnTo>
                    <a:pt x="63" y="111"/>
                  </a:lnTo>
                  <a:lnTo>
                    <a:pt x="63" y="113"/>
                  </a:lnTo>
                  <a:lnTo>
                    <a:pt x="62" y="113"/>
                  </a:lnTo>
                  <a:lnTo>
                    <a:pt x="61" y="111"/>
                  </a:lnTo>
                  <a:lnTo>
                    <a:pt x="61" y="110"/>
                  </a:lnTo>
                  <a:lnTo>
                    <a:pt x="61" y="109"/>
                  </a:lnTo>
                  <a:close/>
                  <a:moveTo>
                    <a:pt x="29" y="0"/>
                  </a:moveTo>
                  <a:lnTo>
                    <a:pt x="29" y="1"/>
                  </a:lnTo>
                  <a:lnTo>
                    <a:pt x="29" y="1"/>
                  </a:lnTo>
                  <a:lnTo>
                    <a:pt x="70" y="19"/>
                  </a:lnTo>
                  <a:lnTo>
                    <a:pt x="103" y="21"/>
                  </a:lnTo>
                  <a:lnTo>
                    <a:pt x="103" y="17"/>
                  </a:lnTo>
                  <a:lnTo>
                    <a:pt x="123" y="17"/>
                  </a:lnTo>
                  <a:lnTo>
                    <a:pt x="125" y="18"/>
                  </a:lnTo>
                  <a:lnTo>
                    <a:pt x="126" y="21"/>
                  </a:lnTo>
                  <a:lnTo>
                    <a:pt x="128" y="22"/>
                  </a:lnTo>
                  <a:lnTo>
                    <a:pt x="128" y="23"/>
                  </a:lnTo>
                  <a:lnTo>
                    <a:pt x="129" y="23"/>
                  </a:lnTo>
                  <a:lnTo>
                    <a:pt x="130" y="25"/>
                  </a:lnTo>
                  <a:lnTo>
                    <a:pt x="130" y="26"/>
                  </a:lnTo>
                  <a:lnTo>
                    <a:pt x="132" y="27"/>
                  </a:lnTo>
                  <a:lnTo>
                    <a:pt x="133" y="29"/>
                  </a:lnTo>
                  <a:lnTo>
                    <a:pt x="133" y="30"/>
                  </a:lnTo>
                  <a:lnTo>
                    <a:pt x="133" y="30"/>
                  </a:lnTo>
                  <a:lnTo>
                    <a:pt x="134" y="31"/>
                  </a:lnTo>
                  <a:lnTo>
                    <a:pt x="136" y="31"/>
                  </a:lnTo>
                  <a:lnTo>
                    <a:pt x="137" y="34"/>
                  </a:lnTo>
                  <a:lnTo>
                    <a:pt x="137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1" y="39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8" y="42"/>
                  </a:lnTo>
                  <a:lnTo>
                    <a:pt x="138" y="43"/>
                  </a:lnTo>
                  <a:lnTo>
                    <a:pt x="141" y="46"/>
                  </a:lnTo>
                  <a:lnTo>
                    <a:pt x="142" y="47"/>
                  </a:lnTo>
                  <a:lnTo>
                    <a:pt x="142" y="48"/>
                  </a:lnTo>
                  <a:lnTo>
                    <a:pt x="142" y="50"/>
                  </a:lnTo>
                  <a:lnTo>
                    <a:pt x="144" y="50"/>
                  </a:lnTo>
                  <a:lnTo>
                    <a:pt x="144" y="51"/>
                  </a:lnTo>
                  <a:lnTo>
                    <a:pt x="145" y="51"/>
                  </a:lnTo>
                  <a:lnTo>
                    <a:pt x="146" y="51"/>
                  </a:lnTo>
                  <a:lnTo>
                    <a:pt x="146" y="52"/>
                  </a:lnTo>
                  <a:lnTo>
                    <a:pt x="146" y="52"/>
                  </a:lnTo>
                  <a:lnTo>
                    <a:pt x="148" y="54"/>
                  </a:lnTo>
                  <a:lnTo>
                    <a:pt x="149" y="54"/>
                  </a:lnTo>
                  <a:lnTo>
                    <a:pt x="151" y="55"/>
                  </a:lnTo>
                  <a:lnTo>
                    <a:pt x="151" y="55"/>
                  </a:lnTo>
                  <a:lnTo>
                    <a:pt x="154" y="56"/>
                  </a:lnTo>
                  <a:lnTo>
                    <a:pt x="155" y="58"/>
                  </a:lnTo>
                  <a:lnTo>
                    <a:pt x="157" y="58"/>
                  </a:lnTo>
                  <a:lnTo>
                    <a:pt x="158" y="59"/>
                  </a:lnTo>
                  <a:lnTo>
                    <a:pt x="158" y="58"/>
                  </a:lnTo>
                  <a:lnTo>
                    <a:pt x="159" y="58"/>
                  </a:lnTo>
                  <a:lnTo>
                    <a:pt x="161" y="56"/>
                  </a:lnTo>
                  <a:lnTo>
                    <a:pt x="162" y="55"/>
                  </a:lnTo>
                  <a:lnTo>
                    <a:pt x="162" y="55"/>
                  </a:lnTo>
                  <a:lnTo>
                    <a:pt x="162" y="54"/>
                  </a:lnTo>
                  <a:lnTo>
                    <a:pt x="163" y="52"/>
                  </a:lnTo>
                  <a:lnTo>
                    <a:pt x="165" y="50"/>
                  </a:lnTo>
                  <a:lnTo>
                    <a:pt x="166" y="48"/>
                  </a:lnTo>
                  <a:lnTo>
                    <a:pt x="167" y="47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70" y="47"/>
                  </a:lnTo>
                  <a:lnTo>
                    <a:pt x="173" y="47"/>
                  </a:lnTo>
                  <a:lnTo>
                    <a:pt x="174" y="47"/>
                  </a:lnTo>
                  <a:lnTo>
                    <a:pt x="177" y="47"/>
                  </a:lnTo>
                  <a:lnTo>
                    <a:pt x="178" y="47"/>
                  </a:lnTo>
                  <a:lnTo>
                    <a:pt x="178" y="48"/>
                  </a:lnTo>
                  <a:lnTo>
                    <a:pt x="179" y="47"/>
                  </a:lnTo>
                  <a:lnTo>
                    <a:pt x="180" y="48"/>
                  </a:lnTo>
                  <a:lnTo>
                    <a:pt x="182" y="50"/>
                  </a:lnTo>
                  <a:lnTo>
                    <a:pt x="184" y="52"/>
                  </a:lnTo>
                  <a:lnTo>
                    <a:pt x="186" y="55"/>
                  </a:lnTo>
                  <a:lnTo>
                    <a:pt x="187" y="58"/>
                  </a:lnTo>
                  <a:lnTo>
                    <a:pt x="187" y="59"/>
                  </a:lnTo>
                  <a:lnTo>
                    <a:pt x="188" y="60"/>
                  </a:lnTo>
                  <a:lnTo>
                    <a:pt x="188" y="63"/>
                  </a:lnTo>
                  <a:lnTo>
                    <a:pt x="190" y="64"/>
                  </a:lnTo>
                  <a:lnTo>
                    <a:pt x="190" y="65"/>
                  </a:lnTo>
                  <a:lnTo>
                    <a:pt x="191" y="69"/>
                  </a:lnTo>
                  <a:lnTo>
                    <a:pt x="192" y="71"/>
                  </a:lnTo>
                  <a:lnTo>
                    <a:pt x="192" y="72"/>
                  </a:lnTo>
                  <a:lnTo>
                    <a:pt x="195" y="72"/>
                  </a:lnTo>
                  <a:lnTo>
                    <a:pt x="195" y="75"/>
                  </a:lnTo>
                  <a:lnTo>
                    <a:pt x="196" y="77"/>
                  </a:lnTo>
                  <a:lnTo>
                    <a:pt x="199" y="79"/>
                  </a:lnTo>
                  <a:lnTo>
                    <a:pt x="198" y="81"/>
                  </a:lnTo>
                  <a:lnTo>
                    <a:pt x="198" y="84"/>
                  </a:lnTo>
                  <a:lnTo>
                    <a:pt x="198" y="84"/>
                  </a:lnTo>
                  <a:lnTo>
                    <a:pt x="198" y="85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2" y="96"/>
                  </a:lnTo>
                  <a:lnTo>
                    <a:pt x="202" y="96"/>
                  </a:lnTo>
                  <a:lnTo>
                    <a:pt x="203" y="97"/>
                  </a:lnTo>
                  <a:lnTo>
                    <a:pt x="204" y="97"/>
                  </a:lnTo>
                  <a:lnTo>
                    <a:pt x="205" y="97"/>
                  </a:lnTo>
                  <a:lnTo>
                    <a:pt x="208" y="100"/>
                  </a:lnTo>
                  <a:lnTo>
                    <a:pt x="212" y="101"/>
                  </a:lnTo>
                  <a:lnTo>
                    <a:pt x="215" y="101"/>
                  </a:lnTo>
                  <a:lnTo>
                    <a:pt x="216" y="102"/>
                  </a:lnTo>
                  <a:lnTo>
                    <a:pt x="217" y="104"/>
                  </a:lnTo>
                  <a:lnTo>
                    <a:pt x="219" y="104"/>
                  </a:lnTo>
                  <a:lnTo>
                    <a:pt x="217" y="106"/>
                  </a:lnTo>
                  <a:lnTo>
                    <a:pt x="220" y="105"/>
                  </a:lnTo>
                  <a:lnTo>
                    <a:pt x="220" y="101"/>
                  </a:lnTo>
                  <a:lnTo>
                    <a:pt x="221" y="100"/>
                  </a:lnTo>
                  <a:lnTo>
                    <a:pt x="221" y="101"/>
                  </a:lnTo>
                  <a:lnTo>
                    <a:pt x="221" y="104"/>
                  </a:lnTo>
                  <a:lnTo>
                    <a:pt x="220" y="105"/>
                  </a:lnTo>
                  <a:lnTo>
                    <a:pt x="220" y="108"/>
                  </a:lnTo>
                  <a:lnTo>
                    <a:pt x="217" y="110"/>
                  </a:lnTo>
                  <a:lnTo>
                    <a:pt x="217" y="111"/>
                  </a:lnTo>
                  <a:lnTo>
                    <a:pt x="216" y="113"/>
                  </a:lnTo>
                  <a:lnTo>
                    <a:pt x="216" y="111"/>
                  </a:lnTo>
                  <a:lnTo>
                    <a:pt x="217" y="109"/>
                  </a:lnTo>
                  <a:lnTo>
                    <a:pt x="215" y="109"/>
                  </a:lnTo>
                  <a:lnTo>
                    <a:pt x="215" y="111"/>
                  </a:lnTo>
                  <a:lnTo>
                    <a:pt x="213" y="114"/>
                  </a:lnTo>
                  <a:lnTo>
                    <a:pt x="215" y="115"/>
                  </a:lnTo>
                  <a:lnTo>
                    <a:pt x="215" y="117"/>
                  </a:lnTo>
                  <a:lnTo>
                    <a:pt x="213" y="119"/>
                  </a:lnTo>
                  <a:lnTo>
                    <a:pt x="212" y="121"/>
                  </a:lnTo>
                  <a:lnTo>
                    <a:pt x="212" y="123"/>
                  </a:lnTo>
                  <a:lnTo>
                    <a:pt x="213" y="125"/>
                  </a:lnTo>
                  <a:lnTo>
                    <a:pt x="212" y="126"/>
                  </a:lnTo>
                  <a:lnTo>
                    <a:pt x="212" y="127"/>
                  </a:lnTo>
                  <a:lnTo>
                    <a:pt x="211" y="134"/>
                  </a:lnTo>
                  <a:lnTo>
                    <a:pt x="212" y="138"/>
                  </a:lnTo>
                  <a:lnTo>
                    <a:pt x="211" y="143"/>
                  </a:lnTo>
                  <a:lnTo>
                    <a:pt x="209" y="146"/>
                  </a:lnTo>
                  <a:lnTo>
                    <a:pt x="209" y="147"/>
                  </a:lnTo>
                  <a:lnTo>
                    <a:pt x="211" y="152"/>
                  </a:lnTo>
                  <a:lnTo>
                    <a:pt x="211" y="155"/>
                  </a:lnTo>
                  <a:lnTo>
                    <a:pt x="213" y="159"/>
                  </a:lnTo>
                  <a:lnTo>
                    <a:pt x="213" y="163"/>
                  </a:lnTo>
                  <a:lnTo>
                    <a:pt x="212" y="164"/>
                  </a:lnTo>
                  <a:lnTo>
                    <a:pt x="212" y="159"/>
                  </a:lnTo>
                  <a:lnTo>
                    <a:pt x="209" y="156"/>
                  </a:lnTo>
                  <a:lnTo>
                    <a:pt x="209" y="159"/>
                  </a:lnTo>
                  <a:lnTo>
                    <a:pt x="211" y="160"/>
                  </a:lnTo>
                  <a:lnTo>
                    <a:pt x="212" y="165"/>
                  </a:lnTo>
                  <a:lnTo>
                    <a:pt x="213" y="167"/>
                  </a:lnTo>
                  <a:lnTo>
                    <a:pt x="212" y="168"/>
                  </a:lnTo>
                  <a:lnTo>
                    <a:pt x="213" y="171"/>
                  </a:lnTo>
                  <a:lnTo>
                    <a:pt x="215" y="172"/>
                  </a:lnTo>
                  <a:lnTo>
                    <a:pt x="220" y="180"/>
                  </a:lnTo>
                  <a:lnTo>
                    <a:pt x="221" y="183"/>
                  </a:lnTo>
                  <a:lnTo>
                    <a:pt x="224" y="185"/>
                  </a:lnTo>
                  <a:lnTo>
                    <a:pt x="224" y="188"/>
                  </a:lnTo>
                  <a:lnTo>
                    <a:pt x="224" y="189"/>
                  </a:lnTo>
                  <a:lnTo>
                    <a:pt x="229" y="194"/>
                  </a:lnTo>
                  <a:lnTo>
                    <a:pt x="231" y="197"/>
                  </a:lnTo>
                  <a:lnTo>
                    <a:pt x="232" y="197"/>
                  </a:lnTo>
                  <a:lnTo>
                    <a:pt x="236" y="197"/>
                  </a:lnTo>
                  <a:lnTo>
                    <a:pt x="236" y="197"/>
                  </a:lnTo>
                  <a:lnTo>
                    <a:pt x="240" y="198"/>
                  </a:lnTo>
                  <a:lnTo>
                    <a:pt x="242" y="202"/>
                  </a:lnTo>
                  <a:lnTo>
                    <a:pt x="242" y="205"/>
                  </a:lnTo>
                  <a:lnTo>
                    <a:pt x="246" y="204"/>
                  </a:lnTo>
                  <a:lnTo>
                    <a:pt x="250" y="204"/>
                  </a:lnTo>
                  <a:lnTo>
                    <a:pt x="250" y="205"/>
                  </a:lnTo>
                  <a:lnTo>
                    <a:pt x="253" y="205"/>
                  </a:lnTo>
                  <a:lnTo>
                    <a:pt x="257" y="202"/>
                  </a:lnTo>
                  <a:lnTo>
                    <a:pt x="258" y="201"/>
                  </a:lnTo>
                  <a:lnTo>
                    <a:pt x="262" y="201"/>
                  </a:lnTo>
                  <a:lnTo>
                    <a:pt x="265" y="200"/>
                  </a:lnTo>
                  <a:lnTo>
                    <a:pt x="267" y="198"/>
                  </a:lnTo>
                  <a:lnTo>
                    <a:pt x="270" y="198"/>
                  </a:lnTo>
                  <a:lnTo>
                    <a:pt x="273" y="200"/>
                  </a:lnTo>
                  <a:lnTo>
                    <a:pt x="274" y="198"/>
                  </a:lnTo>
                  <a:lnTo>
                    <a:pt x="277" y="198"/>
                  </a:lnTo>
                  <a:lnTo>
                    <a:pt x="275" y="200"/>
                  </a:lnTo>
                  <a:lnTo>
                    <a:pt x="274" y="201"/>
                  </a:lnTo>
                  <a:lnTo>
                    <a:pt x="277" y="202"/>
                  </a:lnTo>
                  <a:lnTo>
                    <a:pt x="278" y="204"/>
                  </a:lnTo>
                  <a:lnTo>
                    <a:pt x="279" y="202"/>
                  </a:lnTo>
                  <a:lnTo>
                    <a:pt x="281" y="202"/>
                  </a:lnTo>
                  <a:lnTo>
                    <a:pt x="282" y="200"/>
                  </a:lnTo>
                  <a:lnTo>
                    <a:pt x="282" y="197"/>
                  </a:lnTo>
                  <a:lnTo>
                    <a:pt x="283" y="194"/>
                  </a:lnTo>
                  <a:lnTo>
                    <a:pt x="281" y="196"/>
                  </a:lnTo>
                  <a:lnTo>
                    <a:pt x="281" y="196"/>
                  </a:lnTo>
                  <a:lnTo>
                    <a:pt x="286" y="193"/>
                  </a:lnTo>
                  <a:lnTo>
                    <a:pt x="287" y="192"/>
                  </a:lnTo>
                  <a:lnTo>
                    <a:pt x="290" y="189"/>
                  </a:lnTo>
                  <a:lnTo>
                    <a:pt x="290" y="185"/>
                  </a:lnTo>
                  <a:lnTo>
                    <a:pt x="294" y="181"/>
                  </a:lnTo>
                  <a:lnTo>
                    <a:pt x="294" y="180"/>
                  </a:lnTo>
                  <a:lnTo>
                    <a:pt x="294" y="172"/>
                  </a:lnTo>
                  <a:lnTo>
                    <a:pt x="299" y="168"/>
                  </a:lnTo>
                  <a:lnTo>
                    <a:pt x="296" y="168"/>
                  </a:lnTo>
                  <a:lnTo>
                    <a:pt x="296" y="165"/>
                  </a:lnTo>
                  <a:lnTo>
                    <a:pt x="304" y="164"/>
                  </a:lnTo>
                  <a:lnTo>
                    <a:pt x="315" y="164"/>
                  </a:lnTo>
                  <a:lnTo>
                    <a:pt x="316" y="161"/>
                  </a:lnTo>
                  <a:lnTo>
                    <a:pt x="319" y="161"/>
                  </a:lnTo>
                  <a:lnTo>
                    <a:pt x="320" y="163"/>
                  </a:lnTo>
                  <a:lnTo>
                    <a:pt x="323" y="161"/>
                  </a:lnTo>
                  <a:lnTo>
                    <a:pt x="323" y="160"/>
                  </a:lnTo>
                  <a:lnTo>
                    <a:pt x="327" y="160"/>
                  </a:lnTo>
                  <a:lnTo>
                    <a:pt x="333" y="161"/>
                  </a:lnTo>
                  <a:lnTo>
                    <a:pt x="335" y="160"/>
                  </a:lnTo>
                  <a:lnTo>
                    <a:pt x="333" y="159"/>
                  </a:lnTo>
                  <a:lnTo>
                    <a:pt x="336" y="159"/>
                  </a:lnTo>
                  <a:lnTo>
                    <a:pt x="340" y="163"/>
                  </a:lnTo>
                  <a:lnTo>
                    <a:pt x="340" y="165"/>
                  </a:lnTo>
                  <a:lnTo>
                    <a:pt x="337" y="169"/>
                  </a:lnTo>
                  <a:lnTo>
                    <a:pt x="335" y="173"/>
                  </a:lnTo>
                  <a:lnTo>
                    <a:pt x="329" y="179"/>
                  </a:lnTo>
                  <a:lnTo>
                    <a:pt x="329" y="180"/>
                  </a:lnTo>
                  <a:lnTo>
                    <a:pt x="328" y="183"/>
                  </a:lnTo>
                  <a:lnTo>
                    <a:pt x="327" y="184"/>
                  </a:lnTo>
                  <a:lnTo>
                    <a:pt x="325" y="185"/>
                  </a:lnTo>
                  <a:lnTo>
                    <a:pt x="327" y="186"/>
                  </a:lnTo>
                  <a:lnTo>
                    <a:pt x="329" y="186"/>
                  </a:lnTo>
                  <a:lnTo>
                    <a:pt x="328" y="188"/>
                  </a:lnTo>
                  <a:lnTo>
                    <a:pt x="325" y="190"/>
                  </a:lnTo>
                  <a:lnTo>
                    <a:pt x="325" y="192"/>
                  </a:lnTo>
                  <a:lnTo>
                    <a:pt x="327" y="193"/>
                  </a:lnTo>
                  <a:lnTo>
                    <a:pt x="328" y="192"/>
                  </a:lnTo>
                  <a:lnTo>
                    <a:pt x="329" y="192"/>
                  </a:lnTo>
                  <a:lnTo>
                    <a:pt x="328" y="193"/>
                  </a:lnTo>
                  <a:lnTo>
                    <a:pt x="327" y="201"/>
                  </a:lnTo>
                  <a:lnTo>
                    <a:pt x="324" y="205"/>
                  </a:lnTo>
                  <a:lnTo>
                    <a:pt x="323" y="205"/>
                  </a:lnTo>
                  <a:lnTo>
                    <a:pt x="323" y="202"/>
                  </a:lnTo>
                  <a:lnTo>
                    <a:pt x="320" y="201"/>
                  </a:lnTo>
                  <a:lnTo>
                    <a:pt x="320" y="200"/>
                  </a:lnTo>
                  <a:lnTo>
                    <a:pt x="321" y="200"/>
                  </a:lnTo>
                  <a:lnTo>
                    <a:pt x="321" y="197"/>
                  </a:lnTo>
                  <a:lnTo>
                    <a:pt x="320" y="197"/>
                  </a:lnTo>
                  <a:lnTo>
                    <a:pt x="317" y="200"/>
                  </a:lnTo>
                  <a:lnTo>
                    <a:pt x="315" y="202"/>
                  </a:lnTo>
                  <a:lnTo>
                    <a:pt x="315" y="202"/>
                  </a:lnTo>
                  <a:lnTo>
                    <a:pt x="315" y="202"/>
                  </a:lnTo>
                  <a:lnTo>
                    <a:pt x="312" y="202"/>
                  </a:lnTo>
                  <a:lnTo>
                    <a:pt x="312" y="204"/>
                  </a:lnTo>
                  <a:lnTo>
                    <a:pt x="312" y="205"/>
                  </a:lnTo>
                  <a:lnTo>
                    <a:pt x="311" y="208"/>
                  </a:lnTo>
                  <a:lnTo>
                    <a:pt x="311" y="208"/>
                  </a:lnTo>
                  <a:lnTo>
                    <a:pt x="310" y="208"/>
                  </a:lnTo>
                  <a:lnTo>
                    <a:pt x="308" y="209"/>
                  </a:lnTo>
                  <a:lnTo>
                    <a:pt x="308" y="209"/>
                  </a:lnTo>
                  <a:lnTo>
                    <a:pt x="308" y="208"/>
                  </a:lnTo>
                  <a:lnTo>
                    <a:pt x="307" y="208"/>
                  </a:lnTo>
                  <a:lnTo>
                    <a:pt x="306" y="208"/>
                  </a:lnTo>
                  <a:lnTo>
                    <a:pt x="306" y="210"/>
                  </a:lnTo>
                  <a:lnTo>
                    <a:pt x="284" y="209"/>
                  </a:lnTo>
                  <a:lnTo>
                    <a:pt x="284" y="215"/>
                  </a:lnTo>
                  <a:lnTo>
                    <a:pt x="279" y="217"/>
                  </a:lnTo>
                  <a:lnTo>
                    <a:pt x="281" y="218"/>
                  </a:lnTo>
                  <a:lnTo>
                    <a:pt x="282" y="219"/>
                  </a:lnTo>
                  <a:lnTo>
                    <a:pt x="283" y="221"/>
                  </a:lnTo>
                  <a:lnTo>
                    <a:pt x="286" y="222"/>
                  </a:lnTo>
                  <a:lnTo>
                    <a:pt x="287" y="222"/>
                  </a:lnTo>
                  <a:lnTo>
                    <a:pt x="287" y="223"/>
                  </a:lnTo>
                  <a:lnTo>
                    <a:pt x="287" y="226"/>
                  </a:lnTo>
                  <a:lnTo>
                    <a:pt x="288" y="226"/>
                  </a:lnTo>
                  <a:lnTo>
                    <a:pt x="291" y="227"/>
                  </a:lnTo>
                  <a:lnTo>
                    <a:pt x="292" y="227"/>
                  </a:lnTo>
                  <a:lnTo>
                    <a:pt x="292" y="229"/>
                  </a:lnTo>
                  <a:lnTo>
                    <a:pt x="291" y="230"/>
                  </a:lnTo>
                  <a:lnTo>
                    <a:pt x="275" y="230"/>
                  </a:lnTo>
                  <a:lnTo>
                    <a:pt x="269" y="242"/>
                  </a:lnTo>
                  <a:lnTo>
                    <a:pt x="269" y="243"/>
                  </a:lnTo>
                  <a:lnTo>
                    <a:pt x="269" y="244"/>
                  </a:lnTo>
                  <a:lnTo>
                    <a:pt x="269" y="246"/>
                  </a:lnTo>
                  <a:lnTo>
                    <a:pt x="269" y="246"/>
                  </a:lnTo>
                  <a:lnTo>
                    <a:pt x="270" y="247"/>
                  </a:lnTo>
                  <a:lnTo>
                    <a:pt x="269" y="247"/>
                  </a:lnTo>
                  <a:lnTo>
                    <a:pt x="269" y="248"/>
                  </a:lnTo>
                  <a:lnTo>
                    <a:pt x="267" y="250"/>
                  </a:lnTo>
                  <a:lnTo>
                    <a:pt x="267" y="250"/>
                  </a:lnTo>
                  <a:lnTo>
                    <a:pt x="266" y="248"/>
                  </a:lnTo>
                  <a:lnTo>
                    <a:pt x="262" y="246"/>
                  </a:lnTo>
                  <a:lnTo>
                    <a:pt x="262" y="244"/>
                  </a:lnTo>
                  <a:lnTo>
                    <a:pt x="259" y="243"/>
                  </a:lnTo>
                  <a:lnTo>
                    <a:pt x="252" y="236"/>
                  </a:lnTo>
                  <a:lnTo>
                    <a:pt x="250" y="235"/>
                  </a:lnTo>
                  <a:lnTo>
                    <a:pt x="250" y="234"/>
                  </a:lnTo>
                  <a:lnTo>
                    <a:pt x="248" y="231"/>
                  </a:lnTo>
                  <a:lnTo>
                    <a:pt x="246" y="230"/>
                  </a:lnTo>
                  <a:lnTo>
                    <a:pt x="244" y="229"/>
                  </a:lnTo>
                  <a:lnTo>
                    <a:pt x="244" y="229"/>
                  </a:lnTo>
                  <a:lnTo>
                    <a:pt x="242" y="229"/>
                  </a:lnTo>
                  <a:lnTo>
                    <a:pt x="242" y="230"/>
                  </a:lnTo>
                  <a:lnTo>
                    <a:pt x="246" y="231"/>
                  </a:lnTo>
                  <a:lnTo>
                    <a:pt x="249" y="234"/>
                  </a:lnTo>
                  <a:lnTo>
                    <a:pt x="249" y="235"/>
                  </a:lnTo>
                  <a:lnTo>
                    <a:pt x="248" y="233"/>
                  </a:lnTo>
                  <a:lnTo>
                    <a:pt x="244" y="231"/>
                  </a:lnTo>
                  <a:lnTo>
                    <a:pt x="242" y="230"/>
                  </a:lnTo>
                  <a:lnTo>
                    <a:pt x="240" y="230"/>
                  </a:lnTo>
                  <a:lnTo>
                    <a:pt x="240" y="230"/>
                  </a:lnTo>
                  <a:lnTo>
                    <a:pt x="240" y="229"/>
                  </a:lnTo>
                  <a:lnTo>
                    <a:pt x="241" y="229"/>
                  </a:lnTo>
                  <a:lnTo>
                    <a:pt x="241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7" y="227"/>
                  </a:lnTo>
                  <a:lnTo>
                    <a:pt x="234" y="229"/>
                  </a:lnTo>
                  <a:lnTo>
                    <a:pt x="234" y="230"/>
                  </a:lnTo>
                  <a:lnTo>
                    <a:pt x="236" y="230"/>
                  </a:lnTo>
                  <a:lnTo>
                    <a:pt x="238" y="230"/>
                  </a:lnTo>
                  <a:lnTo>
                    <a:pt x="238" y="231"/>
                  </a:lnTo>
                  <a:lnTo>
                    <a:pt x="237" y="231"/>
                  </a:lnTo>
                  <a:lnTo>
                    <a:pt x="234" y="231"/>
                  </a:lnTo>
                  <a:lnTo>
                    <a:pt x="232" y="231"/>
                  </a:lnTo>
                  <a:lnTo>
                    <a:pt x="229" y="234"/>
                  </a:lnTo>
                  <a:lnTo>
                    <a:pt x="227" y="234"/>
                  </a:lnTo>
                  <a:lnTo>
                    <a:pt x="220" y="236"/>
                  </a:lnTo>
                  <a:lnTo>
                    <a:pt x="217" y="236"/>
                  </a:lnTo>
                  <a:lnTo>
                    <a:pt x="212" y="234"/>
                  </a:lnTo>
                  <a:lnTo>
                    <a:pt x="209" y="233"/>
                  </a:lnTo>
                  <a:lnTo>
                    <a:pt x="204" y="233"/>
                  </a:lnTo>
                  <a:lnTo>
                    <a:pt x="200" y="231"/>
                  </a:lnTo>
                  <a:lnTo>
                    <a:pt x="198" y="230"/>
                  </a:lnTo>
                  <a:lnTo>
                    <a:pt x="198" y="230"/>
                  </a:lnTo>
                  <a:lnTo>
                    <a:pt x="195" y="230"/>
                  </a:lnTo>
                  <a:lnTo>
                    <a:pt x="192" y="229"/>
                  </a:lnTo>
                  <a:lnTo>
                    <a:pt x="191" y="226"/>
                  </a:lnTo>
                  <a:lnTo>
                    <a:pt x="190" y="225"/>
                  </a:lnTo>
                  <a:lnTo>
                    <a:pt x="188" y="226"/>
                  </a:lnTo>
                  <a:lnTo>
                    <a:pt x="186" y="225"/>
                  </a:lnTo>
                  <a:lnTo>
                    <a:pt x="182" y="225"/>
                  </a:lnTo>
                  <a:lnTo>
                    <a:pt x="180" y="222"/>
                  </a:lnTo>
                  <a:lnTo>
                    <a:pt x="178" y="221"/>
                  </a:lnTo>
                  <a:lnTo>
                    <a:pt x="171" y="219"/>
                  </a:lnTo>
                  <a:lnTo>
                    <a:pt x="166" y="217"/>
                  </a:lnTo>
                  <a:lnTo>
                    <a:pt x="163" y="214"/>
                  </a:lnTo>
                  <a:lnTo>
                    <a:pt x="162" y="214"/>
                  </a:lnTo>
                  <a:lnTo>
                    <a:pt x="155" y="208"/>
                  </a:lnTo>
                  <a:lnTo>
                    <a:pt x="154" y="206"/>
                  </a:lnTo>
                  <a:lnTo>
                    <a:pt x="153" y="206"/>
                  </a:lnTo>
                  <a:lnTo>
                    <a:pt x="153" y="208"/>
                  </a:lnTo>
                  <a:lnTo>
                    <a:pt x="151" y="208"/>
                  </a:lnTo>
                  <a:lnTo>
                    <a:pt x="146" y="206"/>
                  </a:lnTo>
                  <a:lnTo>
                    <a:pt x="145" y="205"/>
                  </a:lnTo>
                  <a:lnTo>
                    <a:pt x="142" y="205"/>
                  </a:lnTo>
                  <a:lnTo>
                    <a:pt x="142" y="205"/>
                  </a:lnTo>
                  <a:lnTo>
                    <a:pt x="140" y="204"/>
                  </a:lnTo>
                  <a:lnTo>
                    <a:pt x="137" y="201"/>
                  </a:lnTo>
                  <a:lnTo>
                    <a:pt x="136" y="198"/>
                  </a:lnTo>
                  <a:lnTo>
                    <a:pt x="133" y="196"/>
                  </a:lnTo>
                  <a:lnTo>
                    <a:pt x="129" y="194"/>
                  </a:lnTo>
                  <a:lnTo>
                    <a:pt x="129" y="193"/>
                  </a:lnTo>
                  <a:lnTo>
                    <a:pt x="130" y="192"/>
                  </a:lnTo>
                  <a:lnTo>
                    <a:pt x="129" y="192"/>
                  </a:lnTo>
                  <a:lnTo>
                    <a:pt x="126" y="192"/>
                  </a:lnTo>
                  <a:lnTo>
                    <a:pt x="123" y="192"/>
                  </a:lnTo>
                  <a:lnTo>
                    <a:pt x="123" y="189"/>
                  </a:lnTo>
                  <a:lnTo>
                    <a:pt x="120" y="189"/>
                  </a:lnTo>
                  <a:lnTo>
                    <a:pt x="120" y="189"/>
                  </a:lnTo>
                  <a:lnTo>
                    <a:pt x="119" y="186"/>
                  </a:lnTo>
                  <a:lnTo>
                    <a:pt x="116" y="183"/>
                  </a:lnTo>
                  <a:lnTo>
                    <a:pt x="116" y="181"/>
                  </a:lnTo>
                  <a:lnTo>
                    <a:pt x="115" y="180"/>
                  </a:lnTo>
                  <a:lnTo>
                    <a:pt x="113" y="176"/>
                  </a:lnTo>
                  <a:lnTo>
                    <a:pt x="113" y="175"/>
                  </a:lnTo>
                  <a:lnTo>
                    <a:pt x="115" y="173"/>
                  </a:lnTo>
                  <a:lnTo>
                    <a:pt x="117" y="173"/>
                  </a:lnTo>
                  <a:lnTo>
                    <a:pt x="119" y="172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6" y="169"/>
                  </a:lnTo>
                  <a:lnTo>
                    <a:pt x="119" y="167"/>
                  </a:lnTo>
                  <a:lnTo>
                    <a:pt x="120" y="165"/>
                  </a:lnTo>
                  <a:lnTo>
                    <a:pt x="120" y="163"/>
                  </a:lnTo>
                  <a:lnTo>
                    <a:pt x="117" y="156"/>
                  </a:lnTo>
                  <a:lnTo>
                    <a:pt x="116" y="152"/>
                  </a:lnTo>
                  <a:lnTo>
                    <a:pt x="116" y="151"/>
                  </a:lnTo>
                  <a:lnTo>
                    <a:pt x="116" y="148"/>
                  </a:lnTo>
                  <a:lnTo>
                    <a:pt x="116" y="147"/>
                  </a:lnTo>
                  <a:lnTo>
                    <a:pt x="112" y="140"/>
                  </a:lnTo>
                  <a:lnTo>
                    <a:pt x="111" y="139"/>
                  </a:lnTo>
                  <a:lnTo>
                    <a:pt x="108" y="135"/>
                  </a:lnTo>
                  <a:lnTo>
                    <a:pt x="105" y="130"/>
                  </a:lnTo>
                  <a:lnTo>
                    <a:pt x="101" y="125"/>
                  </a:lnTo>
                  <a:lnTo>
                    <a:pt x="98" y="122"/>
                  </a:lnTo>
                  <a:lnTo>
                    <a:pt x="98" y="122"/>
                  </a:lnTo>
                  <a:lnTo>
                    <a:pt x="96" y="121"/>
                  </a:lnTo>
                  <a:lnTo>
                    <a:pt x="94" y="119"/>
                  </a:lnTo>
                  <a:lnTo>
                    <a:pt x="91" y="118"/>
                  </a:lnTo>
                  <a:lnTo>
                    <a:pt x="91" y="117"/>
                  </a:lnTo>
                  <a:lnTo>
                    <a:pt x="92" y="117"/>
                  </a:lnTo>
                  <a:lnTo>
                    <a:pt x="94" y="114"/>
                  </a:lnTo>
                  <a:lnTo>
                    <a:pt x="92" y="113"/>
                  </a:lnTo>
                  <a:lnTo>
                    <a:pt x="92" y="110"/>
                  </a:lnTo>
                  <a:lnTo>
                    <a:pt x="91" y="109"/>
                  </a:lnTo>
                  <a:lnTo>
                    <a:pt x="90" y="109"/>
                  </a:lnTo>
                  <a:lnTo>
                    <a:pt x="87" y="109"/>
                  </a:lnTo>
                  <a:lnTo>
                    <a:pt x="82" y="105"/>
                  </a:lnTo>
                  <a:lnTo>
                    <a:pt x="80" y="104"/>
                  </a:lnTo>
                  <a:lnTo>
                    <a:pt x="79" y="104"/>
                  </a:lnTo>
                  <a:lnTo>
                    <a:pt x="76" y="102"/>
                  </a:lnTo>
                  <a:lnTo>
                    <a:pt x="76" y="100"/>
                  </a:lnTo>
                  <a:lnTo>
                    <a:pt x="78" y="97"/>
                  </a:lnTo>
                  <a:lnTo>
                    <a:pt x="79" y="94"/>
                  </a:lnTo>
                  <a:lnTo>
                    <a:pt x="82" y="93"/>
                  </a:lnTo>
                  <a:lnTo>
                    <a:pt x="83" y="94"/>
                  </a:lnTo>
                  <a:lnTo>
                    <a:pt x="83" y="94"/>
                  </a:lnTo>
                  <a:lnTo>
                    <a:pt x="83" y="92"/>
                  </a:lnTo>
                  <a:lnTo>
                    <a:pt x="83" y="92"/>
                  </a:lnTo>
                  <a:lnTo>
                    <a:pt x="82" y="92"/>
                  </a:lnTo>
                  <a:lnTo>
                    <a:pt x="80" y="92"/>
                  </a:lnTo>
                  <a:lnTo>
                    <a:pt x="79" y="89"/>
                  </a:lnTo>
                  <a:lnTo>
                    <a:pt x="78" y="86"/>
                  </a:lnTo>
                  <a:lnTo>
                    <a:pt x="76" y="88"/>
                  </a:lnTo>
                  <a:lnTo>
                    <a:pt x="74" y="86"/>
                  </a:lnTo>
                  <a:lnTo>
                    <a:pt x="72" y="85"/>
                  </a:lnTo>
                  <a:lnTo>
                    <a:pt x="74" y="83"/>
                  </a:lnTo>
                  <a:lnTo>
                    <a:pt x="71" y="83"/>
                  </a:lnTo>
                  <a:lnTo>
                    <a:pt x="70" y="83"/>
                  </a:lnTo>
                  <a:lnTo>
                    <a:pt x="66" y="79"/>
                  </a:lnTo>
                  <a:lnTo>
                    <a:pt x="66" y="76"/>
                  </a:lnTo>
                  <a:lnTo>
                    <a:pt x="67" y="75"/>
                  </a:lnTo>
                  <a:lnTo>
                    <a:pt x="67" y="71"/>
                  </a:lnTo>
                  <a:lnTo>
                    <a:pt x="66" y="71"/>
                  </a:lnTo>
                  <a:lnTo>
                    <a:pt x="65" y="71"/>
                  </a:lnTo>
                  <a:lnTo>
                    <a:pt x="63" y="71"/>
                  </a:lnTo>
                  <a:lnTo>
                    <a:pt x="62" y="71"/>
                  </a:lnTo>
                  <a:lnTo>
                    <a:pt x="61" y="69"/>
                  </a:lnTo>
                  <a:lnTo>
                    <a:pt x="59" y="68"/>
                  </a:lnTo>
                  <a:lnTo>
                    <a:pt x="59" y="65"/>
                  </a:lnTo>
                  <a:lnTo>
                    <a:pt x="58" y="63"/>
                  </a:lnTo>
                  <a:lnTo>
                    <a:pt x="55" y="63"/>
                  </a:lnTo>
                  <a:lnTo>
                    <a:pt x="55" y="61"/>
                  </a:lnTo>
                  <a:lnTo>
                    <a:pt x="55" y="59"/>
                  </a:lnTo>
                  <a:lnTo>
                    <a:pt x="54" y="58"/>
                  </a:lnTo>
                  <a:lnTo>
                    <a:pt x="53" y="56"/>
                  </a:lnTo>
                  <a:lnTo>
                    <a:pt x="51" y="52"/>
                  </a:lnTo>
                  <a:lnTo>
                    <a:pt x="50" y="51"/>
                  </a:lnTo>
                  <a:lnTo>
                    <a:pt x="49" y="51"/>
                  </a:lnTo>
                  <a:lnTo>
                    <a:pt x="49" y="50"/>
                  </a:lnTo>
                  <a:lnTo>
                    <a:pt x="49" y="48"/>
                  </a:lnTo>
                  <a:lnTo>
                    <a:pt x="50" y="47"/>
                  </a:lnTo>
                  <a:lnTo>
                    <a:pt x="46" y="43"/>
                  </a:lnTo>
                  <a:lnTo>
                    <a:pt x="46" y="40"/>
                  </a:lnTo>
                  <a:lnTo>
                    <a:pt x="46" y="39"/>
                  </a:lnTo>
                  <a:lnTo>
                    <a:pt x="46" y="36"/>
                  </a:lnTo>
                  <a:lnTo>
                    <a:pt x="45" y="35"/>
                  </a:lnTo>
                  <a:lnTo>
                    <a:pt x="45" y="31"/>
                  </a:lnTo>
                  <a:lnTo>
                    <a:pt x="44" y="27"/>
                  </a:lnTo>
                  <a:lnTo>
                    <a:pt x="44" y="26"/>
                  </a:lnTo>
                  <a:lnTo>
                    <a:pt x="45" y="23"/>
                  </a:lnTo>
                  <a:lnTo>
                    <a:pt x="45" y="23"/>
                  </a:lnTo>
                  <a:lnTo>
                    <a:pt x="42" y="22"/>
                  </a:lnTo>
                  <a:lnTo>
                    <a:pt x="40" y="21"/>
                  </a:lnTo>
                  <a:lnTo>
                    <a:pt x="40" y="19"/>
                  </a:lnTo>
                  <a:lnTo>
                    <a:pt x="37" y="18"/>
                  </a:lnTo>
                  <a:lnTo>
                    <a:pt x="36" y="19"/>
                  </a:lnTo>
                  <a:lnTo>
                    <a:pt x="34" y="19"/>
                  </a:lnTo>
                  <a:lnTo>
                    <a:pt x="33" y="18"/>
                  </a:lnTo>
                  <a:lnTo>
                    <a:pt x="30" y="14"/>
                  </a:lnTo>
                  <a:lnTo>
                    <a:pt x="28" y="13"/>
                  </a:lnTo>
                  <a:lnTo>
                    <a:pt x="26" y="10"/>
                  </a:lnTo>
                  <a:lnTo>
                    <a:pt x="26" y="13"/>
                  </a:lnTo>
                  <a:lnTo>
                    <a:pt x="28" y="15"/>
                  </a:lnTo>
                  <a:lnTo>
                    <a:pt x="26" y="19"/>
                  </a:lnTo>
                  <a:lnTo>
                    <a:pt x="25" y="22"/>
                  </a:lnTo>
                  <a:lnTo>
                    <a:pt x="25" y="27"/>
                  </a:lnTo>
                  <a:lnTo>
                    <a:pt x="26" y="35"/>
                  </a:lnTo>
                  <a:lnTo>
                    <a:pt x="25" y="38"/>
                  </a:lnTo>
                  <a:lnTo>
                    <a:pt x="26" y="39"/>
                  </a:lnTo>
                  <a:lnTo>
                    <a:pt x="28" y="42"/>
                  </a:lnTo>
                  <a:lnTo>
                    <a:pt x="28" y="44"/>
                  </a:lnTo>
                  <a:lnTo>
                    <a:pt x="29" y="44"/>
                  </a:lnTo>
                  <a:lnTo>
                    <a:pt x="30" y="47"/>
                  </a:lnTo>
                  <a:lnTo>
                    <a:pt x="33" y="48"/>
                  </a:lnTo>
                  <a:lnTo>
                    <a:pt x="34" y="52"/>
                  </a:lnTo>
                  <a:lnTo>
                    <a:pt x="34" y="54"/>
                  </a:lnTo>
                  <a:lnTo>
                    <a:pt x="34" y="55"/>
                  </a:lnTo>
                  <a:lnTo>
                    <a:pt x="36" y="56"/>
                  </a:lnTo>
                  <a:lnTo>
                    <a:pt x="38" y="58"/>
                  </a:lnTo>
                  <a:lnTo>
                    <a:pt x="38" y="60"/>
                  </a:lnTo>
                  <a:lnTo>
                    <a:pt x="40" y="61"/>
                  </a:lnTo>
                  <a:lnTo>
                    <a:pt x="41" y="61"/>
                  </a:lnTo>
                  <a:lnTo>
                    <a:pt x="42" y="65"/>
                  </a:lnTo>
                  <a:lnTo>
                    <a:pt x="42" y="68"/>
                  </a:lnTo>
                  <a:lnTo>
                    <a:pt x="42" y="71"/>
                  </a:lnTo>
                  <a:lnTo>
                    <a:pt x="45" y="72"/>
                  </a:lnTo>
                  <a:lnTo>
                    <a:pt x="45" y="72"/>
                  </a:lnTo>
                  <a:lnTo>
                    <a:pt x="47" y="76"/>
                  </a:lnTo>
                  <a:lnTo>
                    <a:pt x="47" y="81"/>
                  </a:lnTo>
                  <a:lnTo>
                    <a:pt x="49" y="81"/>
                  </a:lnTo>
                  <a:lnTo>
                    <a:pt x="50" y="81"/>
                  </a:lnTo>
                  <a:lnTo>
                    <a:pt x="49" y="84"/>
                  </a:lnTo>
                  <a:lnTo>
                    <a:pt x="49" y="85"/>
                  </a:lnTo>
                  <a:lnTo>
                    <a:pt x="51" y="88"/>
                  </a:lnTo>
                  <a:lnTo>
                    <a:pt x="53" y="88"/>
                  </a:lnTo>
                  <a:lnTo>
                    <a:pt x="51" y="86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54" y="86"/>
                  </a:lnTo>
                  <a:lnTo>
                    <a:pt x="55" y="89"/>
                  </a:lnTo>
                  <a:lnTo>
                    <a:pt x="55" y="94"/>
                  </a:lnTo>
                  <a:lnTo>
                    <a:pt x="55" y="96"/>
                  </a:lnTo>
                  <a:lnTo>
                    <a:pt x="55" y="98"/>
                  </a:lnTo>
                  <a:lnTo>
                    <a:pt x="57" y="100"/>
                  </a:lnTo>
                  <a:lnTo>
                    <a:pt x="57" y="102"/>
                  </a:lnTo>
                  <a:lnTo>
                    <a:pt x="58" y="104"/>
                  </a:lnTo>
                  <a:lnTo>
                    <a:pt x="58" y="105"/>
                  </a:lnTo>
                  <a:lnTo>
                    <a:pt x="59" y="106"/>
                  </a:lnTo>
                  <a:lnTo>
                    <a:pt x="59" y="108"/>
                  </a:lnTo>
                  <a:lnTo>
                    <a:pt x="58" y="110"/>
                  </a:lnTo>
                  <a:lnTo>
                    <a:pt x="61" y="111"/>
                  </a:lnTo>
                  <a:lnTo>
                    <a:pt x="61" y="114"/>
                  </a:lnTo>
                  <a:lnTo>
                    <a:pt x="59" y="117"/>
                  </a:lnTo>
                  <a:lnTo>
                    <a:pt x="59" y="118"/>
                  </a:lnTo>
                  <a:lnTo>
                    <a:pt x="61" y="121"/>
                  </a:lnTo>
                  <a:lnTo>
                    <a:pt x="63" y="122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2"/>
                  </a:lnTo>
                  <a:lnTo>
                    <a:pt x="65" y="121"/>
                  </a:lnTo>
                  <a:lnTo>
                    <a:pt x="66" y="122"/>
                  </a:lnTo>
                  <a:lnTo>
                    <a:pt x="67" y="123"/>
                  </a:lnTo>
                  <a:lnTo>
                    <a:pt x="69" y="125"/>
                  </a:lnTo>
                  <a:lnTo>
                    <a:pt x="70" y="126"/>
                  </a:lnTo>
                  <a:lnTo>
                    <a:pt x="70" y="129"/>
                  </a:lnTo>
                  <a:lnTo>
                    <a:pt x="71" y="129"/>
                  </a:lnTo>
                  <a:lnTo>
                    <a:pt x="72" y="131"/>
                  </a:lnTo>
                  <a:lnTo>
                    <a:pt x="74" y="133"/>
                  </a:lnTo>
                  <a:lnTo>
                    <a:pt x="74" y="135"/>
                  </a:lnTo>
                  <a:lnTo>
                    <a:pt x="71" y="139"/>
                  </a:lnTo>
                  <a:lnTo>
                    <a:pt x="67" y="140"/>
                  </a:lnTo>
                  <a:lnTo>
                    <a:pt x="66" y="139"/>
                  </a:lnTo>
                  <a:lnTo>
                    <a:pt x="66" y="138"/>
                  </a:lnTo>
                  <a:lnTo>
                    <a:pt x="65" y="135"/>
                  </a:lnTo>
                  <a:lnTo>
                    <a:pt x="63" y="134"/>
                  </a:lnTo>
                  <a:lnTo>
                    <a:pt x="63" y="131"/>
                  </a:lnTo>
                  <a:lnTo>
                    <a:pt x="62" y="130"/>
                  </a:lnTo>
                  <a:lnTo>
                    <a:pt x="61" y="130"/>
                  </a:lnTo>
                  <a:lnTo>
                    <a:pt x="58" y="127"/>
                  </a:lnTo>
                  <a:lnTo>
                    <a:pt x="58" y="126"/>
                  </a:lnTo>
                  <a:lnTo>
                    <a:pt x="55" y="125"/>
                  </a:lnTo>
                  <a:lnTo>
                    <a:pt x="50" y="119"/>
                  </a:lnTo>
                  <a:lnTo>
                    <a:pt x="49" y="117"/>
                  </a:lnTo>
                  <a:lnTo>
                    <a:pt x="47" y="117"/>
                  </a:lnTo>
                  <a:lnTo>
                    <a:pt x="46" y="115"/>
                  </a:lnTo>
                  <a:lnTo>
                    <a:pt x="46" y="115"/>
                  </a:lnTo>
                  <a:lnTo>
                    <a:pt x="44" y="113"/>
                  </a:lnTo>
                  <a:lnTo>
                    <a:pt x="42" y="111"/>
                  </a:lnTo>
                  <a:lnTo>
                    <a:pt x="45" y="108"/>
                  </a:lnTo>
                  <a:lnTo>
                    <a:pt x="46" y="105"/>
                  </a:lnTo>
                  <a:lnTo>
                    <a:pt x="45" y="100"/>
                  </a:lnTo>
                  <a:lnTo>
                    <a:pt x="44" y="94"/>
                  </a:lnTo>
                  <a:lnTo>
                    <a:pt x="42" y="93"/>
                  </a:lnTo>
                  <a:lnTo>
                    <a:pt x="41" y="93"/>
                  </a:lnTo>
                  <a:lnTo>
                    <a:pt x="40" y="93"/>
                  </a:lnTo>
                  <a:lnTo>
                    <a:pt x="36" y="89"/>
                  </a:lnTo>
                  <a:lnTo>
                    <a:pt x="36" y="85"/>
                  </a:lnTo>
                  <a:lnTo>
                    <a:pt x="36" y="83"/>
                  </a:lnTo>
                  <a:lnTo>
                    <a:pt x="34" y="83"/>
                  </a:lnTo>
                  <a:lnTo>
                    <a:pt x="33" y="85"/>
                  </a:lnTo>
                  <a:lnTo>
                    <a:pt x="32" y="85"/>
                  </a:lnTo>
                  <a:lnTo>
                    <a:pt x="30" y="86"/>
                  </a:lnTo>
                  <a:lnTo>
                    <a:pt x="29" y="84"/>
                  </a:lnTo>
                  <a:lnTo>
                    <a:pt x="29" y="84"/>
                  </a:lnTo>
                  <a:lnTo>
                    <a:pt x="28" y="83"/>
                  </a:lnTo>
                  <a:lnTo>
                    <a:pt x="26" y="83"/>
                  </a:lnTo>
                  <a:lnTo>
                    <a:pt x="26" y="81"/>
                  </a:lnTo>
                  <a:lnTo>
                    <a:pt x="24" y="80"/>
                  </a:lnTo>
                  <a:lnTo>
                    <a:pt x="21" y="80"/>
                  </a:lnTo>
                  <a:lnTo>
                    <a:pt x="20" y="77"/>
                  </a:lnTo>
                  <a:lnTo>
                    <a:pt x="20" y="76"/>
                  </a:lnTo>
                  <a:lnTo>
                    <a:pt x="19" y="75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4" y="72"/>
                  </a:lnTo>
                  <a:lnTo>
                    <a:pt x="25" y="72"/>
                  </a:lnTo>
                  <a:lnTo>
                    <a:pt x="26" y="71"/>
                  </a:lnTo>
                  <a:lnTo>
                    <a:pt x="26" y="69"/>
                  </a:lnTo>
                  <a:lnTo>
                    <a:pt x="25" y="69"/>
                  </a:lnTo>
                  <a:lnTo>
                    <a:pt x="24" y="69"/>
                  </a:lnTo>
                  <a:lnTo>
                    <a:pt x="25" y="68"/>
                  </a:lnTo>
                  <a:lnTo>
                    <a:pt x="26" y="68"/>
                  </a:lnTo>
                  <a:lnTo>
                    <a:pt x="28" y="67"/>
                  </a:lnTo>
                  <a:lnTo>
                    <a:pt x="26" y="65"/>
                  </a:lnTo>
                  <a:lnTo>
                    <a:pt x="26" y="64"/>
                  </a:lnTo>
                  <a:lnTo>
                    <a:pt x="28" y="61"/>
                  </a:lnTo>
                  <a:lnTo>
                    <a:pt x="26" y="59"/>
                  </a:lnTo>
                  <a:lnTo>
                    <a:pt x="25" y="59"/>
                  </a:lnTo>
                  <a:lnTo>
                    <a:pt x="24" y="55"/>
                  </a:lnTo>
                  <a:lnTo>
                    <a:pt x="21" y="52"/>
                  </a:lnTo>
                  <a:lnTo>
                    <a:pt x="21" y="51"/>
                  </a:lnTo>
                  <a:lnTo>
                    <a:pt x="20" y="48"/>
                  </a:lnTo>
                  <a:lnTo>
                    <a:pt x="16" y="44"/>
                  </a:lnTo>
                  <a:lnTo>
                    <a:pt x="15" y="44"/>
                  </a:lnTo>
                  <a:lnTo>
                    <a:pt x="12" y="43"/>
                  </a:lnTo>
                  <a:lnTo>
                    <a:pt x="12" y="39"/>
                  </a:lnTo>
                  <a:lnTo>
                    <a:pt x="12" y="35"/>
                  </a:lnTo>
                  <a:lnTo>
                    <a:pt x="11" y="34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9" y="27"/>
                  </a:lnTo>
                  <a:lnTo>
                    <a:pt x="8" y="25"/>
                  </a:lnTo>
                  <a:lnTo>
                    <a:pt x="7" y="23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4" y="18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5" y="13"/>
                  </a:lnTo>
                  <a:lnTo>
                    <a:pt x="4" y="11"/>
                  </a:lnTo>
                  <a:lnTo>
                    <a:pt x="3" y="9"/>
                  </a:lnTo>
                  <a:lnTo>
                    <a:pt x="1" y="2"/>
                  </a:lnTo>
                  <a:lnTo>
                    <a:pt x="0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rgbClr val="BC8F00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60660" y="-939110"/>
            <a:ext cx="8392671" cy="7419187"/>
            <a:chOff x="5252640" y="899069"/>
            <a:chExt cx="5141471" cy="4545100"/>
          </a:xfrm>
        </p:grpSpPr>
        <p:sp>
          <p:nvSpPr>
            <p:cNvPr id="3" name="Freeform 88"/>
            <p:cNvSpPr>
              <a:spLocks/>
            </p:cNvSpPr>
            <p:nvPr/>
          </p:nvSpPr>
          <p:spPr bwMode="auto">
            <a:xfrm>
              <a:off x="5849010" y="3287085"/>
              <a:ext cx="63444" cy="63444"/>
            </a:xfrm>
            <a:custGeom>
              <a:avLst/>
              <a:gdLst>
                <a:gd name="T0" fmla="*/ 14 w 25"/>
                <a:gd name="T1" fmla="*/ 0 h 25"/>
                <a:gd name="T2" fmla="*/ 18 w 25"/>
                <a:gd name="T3" fmla="*/ 1 h 25"/>
                <a:gd name="T4" fmla="*/ 20 w 25"/>
                <a:gd name="T5" fmla="*/ 3 h 25"/>
                <a:gd name="T6" fmla="*/ 23 w 25"/>
                <a:gd name="T7" fmla="*/ 5 h 25"/>
                <a:gd name="T8" fmla="*/ 25 w 25"/>
                <a:gd name="T9" fmla="*/ 9 h 25"/>
                <a:gd name="T10" fmla="*/ 25 w 25"/>
                <a:gd name="T11" fmla="*/ 13 h 25"/>
                <a:gd name="T12" fmla="*/ 25 w 25"/>
                <a:gd name="T13" fmla="*/ 17 h 25"/>
                <a:gd name="T14" fmla="*/ 23 w 25"/>
                <a:gd name="T15" fmla="*/ 21 h 25"/>
                <a:gd name="T16" fmla="*/ 20 w 25"/>
                <a:gd name="T17" fmla="*/ 24 h 25"/>
                <a:gd name="T18" fmla="*/ 18 w 25"/>
                <a:gd name="T19" fmla="*/ 25 h 25"/>
                <a:gd name="T20" fmla="*/ 14 w 25"/>
                <a:gd name="T21" fmla="*/ 25 h 25"/>
                <a:gd name="T22" fmla="*/ 8 w 25"/>
                <a:gd name="T23" fmla="*/ 25 h 25"/>
                <a:gd name="T24" fmla="*/ 6 w 25"/>
                <a:gd name="T25" fmla="*/ 24 h 25"/>
                <a:gd name="T26" fmla="*/ 3 w 25"/>
                <a:gd name="T27" fmla="*/ 21 h 25"/>
                <a:gd name="T28" fmla="*/ 0 w 25"/>
                <a:gd name="T29" fmla="*/ 17 h 25"/>
                <a:gd name="T30" fmla="*/ 0 w 25"/>
                <a:gd name="T31" fmla="*/ 13 h 25"/>
                <a:gd name="T32" fmla="*/ 0 w 25"/>
                <a:gd name="T33" fmla="*/ 9 h 25"/>
                <a:gd name="T34" fmla="*/ 3 w 25"/>
                <a:gd name="T35" fmla="*/ 5 h 25"/>
                <a:gd name="T36" fmla="*/ 6 w 25"/>
                <a:gd name="T37" fmla="*/ 3 h 25"/>
                <a:gd name="T38" fmla="*/ 8 w 25"/>
                <a:gd name="T39" fmla="*/ 1 h 25"/>
                <a:gd name="T40" fmla="*/ 14 w 25"/>
                <a:gd name="T4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18" y="1"/>
                  </a:lnTo>
                  <a:lnTo>
                    <a:pt x="20" y="3"/>
                  </a:lnTo>
                  <a:lnTo>
                    <a:pt x="23" y="5"/>
                  </a:lnTo>
                  <a:lnTo>
                    <a:pt x="25" y="9"/>
                  </a:lnTo>
                  <a:lnTo>
                    <a:pt x="25" y="13"/>
                  </a:lnTo>
                  <a:lnTo>
                    <a:pt x="25" y="17"/>
                  </a:lnTo>
                  <a:lnTo>
                    <a:pt x="23" y="21"/>
                  </a:lnTo>
                  <a:lnTo>
                    <a:pt x="20" y="24"/>
                  </a:lnTo>
                  <a:lnTo>
                    <a:pt x="18" y="25"/>
                  </a:lnTo>
                  <a:lnTo>
                    <a:pt x="14" y="25"/>
                  </a:lnTo>
                  <a:lnTo>
                    <a:pt x="8" y="25"/>
                  </a:lnTo>
                  <a:lnTo>
                    <a:pt x="6" y="24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3" y="5"/>
                  </a:lnTo>
                  <a:lnTo>
                    <a:pt x="6" y="3"/>
                  </a:lnTo>
                  <a:lnTo>
                    <a:pt x="8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" name="Freeform 89"/>
            <p:cNvSpPr>
              <a:spLocks noEditPoints="1"/>
            </p:cNvSpPr>
            <p:nvPr/>
          </p:nvSpPr>
          <p:spPr bwMode="auto">
            <a:xfrm>
              <a:off x="5816020" y="3256632"/>
              <a:ext cx="131963" cy="126887"/>
            </a:xfrm>
            <a:custGeom>
              <a:avLst/>
              <a:gdLst>
                <a:gd name="T0" fmla="*/ 27 w 52"/>
                <a:gd name="T1" fmla="*/ 12 h 50"/>
                <a:gd name="T2" fmla="*/ 21 w 52"/>
                <a:gd name="T3" fmla="*/ 13 h 50"/>
                <a:gd name="T4" fmla="*/ 19 w 52"/>
                <a:gd name="T5" fmla="*/ 15 h 50"/>
                <a:gd name="T6" fmla="*/ 16 w 52"/>
                <a:gd name="T7" fmla="*/ 17 h 50"/>
                <a:gd name="T8" fmla="*/ 13 w 52"/>
                <a:gd name="T9" fmla="*/ 21 h 50"/>
                <a:gd name="T10" fmla="*/ 13 w 52"/>
                <a:gd name="T11" fmla="*/ 25 h 50"/>
                <a:gd name="T12" fmla="*/ 13 w 52"/>
                <a:gd name="T13" fmla="*/ 29 h 50"/>
                <a:gd name="T14" fmla="*/ 16 w 52"/>
                <a:gd name="T15" fmla="*/ 33 h 50"/>
                <a:gd name="T16" fmla="*/ 19 w 52"/>
                <a:gd name="T17" fmla="*/ 36 h 50"/>
                <a:gd name="T18" fmla="*/ 21 w 52"/>
                <a:gd name="T19" fmla="*/ 37 h 50"/>
                <a:gd name="T20" fmla="*/ 27 w 52"/>
                <a:gd name="T21" fmla="*/ 37 h 50"/>
                <a:gd name="T22" fmla="*/ 31 w 52"/>
                <a:gd name="T23" fmla="*/ 37 h 50"/>
                <a:gd name="T24" fmla="*/ 33 w 52"/>
                <a:gd name="T25" fmla="*/ 36 h 50"/>
                <a:gd name="T26" fmla="*/ 36 w 52"/>
                <a:gd name="T27" fmla="*/ 33 h 50"/>
                <a:gd name="T28" fmla="*/ 38 w 52"/>
                <a:gd name="T29" fmla="*/ 29 h 50"/>
                <a:gd name="T30" fmla="*/ 38 w 52"/>
                <a:gd name="T31" fmla="*/ 25 h 50"/>
                <a:gd name="T32" fmla="*/ 38 w 52"/>
                <a:gd name="T33" fmla="*/ 21 h 50"/>
                <a:gd name="T34" fmla="*/ 36 w 52"/>
                <a:gd name="T35" fmla="*/ 17 h 50"/>
                <a:gd name="T36" fmla="*/ 33 w 52"/>
                <a:gd name="T37" fmla="*/ 15 h 50"/>
                <a:gd name="T38" fmla="*/ 31 w 52"/>
                <a:gd name="T39" fmla="*/ 13 h 50"/>
                <a:gd name="T40" fmla="*/ 27 w 52"/>
                <a:gd name="T41" fmla="*/ 12 h 50"/>
                <a:gd name="T42" fmla="*/ 27 w 52"/>
                <a:gd name="T43" fmla="*/ 0 h 50"/>
                <a:gd name="T44" fmla="*/ 38 w 52"/>
                <a:gd name="T45" fmla="*/ 3 h 50"/>
                <a:gd name="T46" fmla="*/ 48 w 52"/>
                <a:gd name="T47" fmla="*/ 12 h 50"/>
                <a:gd name="T48" fmla="*/ 52 w 52"/>
                <a:gd name="T49" fmla="*/ 25 h 50"/>
                <a:gd name="T50" fmla="*/ 48 w 52"/>
                <a:gd name="T51" fmla="*/ 38 h 50"/>
                <a:gd name="T52" fmla="*/ 38 w 52"/>
                <a:gd name="T53" fmla="*/ 46 h 50"/>
                <a:gd name="T54" fmla="*/ 27 w 52"/>
                <a:gd name="T55" fmla="*/ 50 h 50"/>
                <a:gd name="T56" fmla="*/ 13 w 52"/>
                <a:gd name="T57" fmla="*/ 46 h 50"/>
                <a:gd name="T58" fmla="*/ 4 w 52"/>
                <a:gd name="T59" fmla="*/ 38 h 50"/>
                <a:gd name="T60" fmla="*/ 0 w 52"/>
                <a:gd name="T61" fmla="*/ 25 h 50"/>
                <a:gd name="T62" fmla="*/ 4 w 52"/>
                <a:gd name="T63" fmla="*/ 12 h 50"/>
                <a:gd name="T64" fmla="*/ 13 w 52"/>
                <a:gd name="T65" fmla="*/ 3 h 50"/>
                <a:gd name="T66" fmla="*/ 27 w 52"/>
                <a:gd name="T6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0">
                  <a:moveTo>
                    <a:pt x="27" y="12"/>
                  </a:moveTo>
                  <a:lnTo>
                    <a:pt x="21" y="13"/>
                  </a:lnTo>
                  <a:lnTo>
                    <a:pt x="19" y="15"/>
                  </a:lnTo>
                  <a:lnTo>
                    <a:pt x="16" y="17"/>
                  </a:lnTo>
                  <a:lnTo>
                    <a:pt x="13" y="21"/>
                  </a:lnTo>
                  <a:lnTo>
                    <a:pt x="13" y="25"/>
                  </a:lnTo>
                  <a:lnTo>
                    <a:pt x="13" y="29"/>
                  </a:lnTo>
                  <a:lnTo>
                    <a:pt x="16" y="33"/>
                  </a:lnTo>
                  <a:lnTo>
                    <a:pt x="19" y="36"/>
                  </a:lnTo>
                  <a:lnTo>
                    <a:pt x="21" y="37"/>
                  </a:lnTo>
                  <a:lnTo>
                    <a:pt x="27" y="37"/>
                  </a:lnTo>
                  <a:lnTo>
                    <a:pt x="31" y="37"/>
                  </a:lnTo>
                  <a:lnTo>
                    <a:pt x="33" y="36"/>
                  </a:lnTo>
                  <a:lnTo>
                    <a:pt x="36" y="33"/>
                  </a:lnTo>
                  <a:lnTo>
                    <a:pt x="38" y="29"/>
                  </a:lnTo>
                  <a:lnTo>
                    <a:pt x="38" y="25"/>
                  </a:lnTo>
                  <a:lnTo>
                    <a:pt x="38" y="21"/>
                  </a:lnTo>
                  <a:lnTo>
                    <a:pt x="36" y="17"/>
                  </a:lnTo>
                  <a:lnTo>
                    <a:pt x="33" y="15"/>
                  </a:lnTo>
                  <a:lnTo>
                    <a:pt x="31" y="13"/>
                  </a:lnTo>
                  <a:lnTo>
                    <a:pt x="27" y="12"/>
                  </a:lnTo>
                  <a:close/>
                  <a:moveTo>
                    <a:pt x="27" y="0"/>
                  </a:moveTo>
                  <a:lnTo>
                    <a:pt x="38" y="3"/>
                  </a:lnTo>
                  <a:lnTo>
                    <a:pt x="48" y="12"/>
                  </a:lnTo>
                  <a:lnTo>
                    <a:pt x="52" y="25"/>
                  </a:lnTo>
                  <a:lnTo>
                    <a:pt x="48" y="38"/>
                  </a:lnTo>
                  <a:lnTo>
                    <a:pt x="38" y="46"/>
                  </a:lnTo>
                  <a:lnTo>
                    <a:pt x="27" y="50"/>
                  </a:lnTo>
                  <a:lnTo>
                    <a:pt x="13" y="46"/>
                  </a:lnTo>
                  <a:lnTo>
                    <a:pt x="4" y="38"/>
                  </a:lnTo>
                  <a:lnTo>
                    <a:pt x="0" y="25"/>
                  </a:lnTo>
                  <a:lnTo>
                    <a:pt x="4" y="12"/>
                  </a:lnTo>
                  <a:lnTo>
                    <a:pt x="13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" name="Freeform 90"/>
            <p:cNvSpPr>
              <a:spLocks noEditPoints="1"/>
            </p:cNvSpPr>
            <p:nvPr/>
          </p:nvSpPr>
          <p:spPr bwMode="auto">
            <a:xfrm>
              <a:off x="5783029" y="3223641"/>
              <a:ext cx="197944" cy="192869"/>
            </a:xfrm>
            <a:custGeom>
              <a:avLst/>
              <a:gdLst>
                <a:gd name="T0" fmla="*/ 40 w 78"/>
                <a:gd name="T1" fmla="*/ 13 h 76"/>
                <a:gd name="T2" fmla="*/ 26 w 78"/>
                <a:gd name="T3" fmla="*/ 16 h 76"/>
                <a:gd name="T4" fmla="*/ 17 w 78"/>
                <a:gd name="T5" fmla="*/ 25 h 76"/>
                <a:gd name="T6" fmla="*/ 13 w 78"/>
                <a:gd name="T7" fmla="*/ 38 h 76"/>
                <a:gd name="T8" fmla="*/ 17 w 78"/>
                <a:gd name="T9" fmla="*/ 51 h 76"/>
                <a:gd name="T10" fmla="*/ 26 w 78"/>
                <a:gd name="T11" fmla="*/ 59 h 76"/>
                <a:gd name="T12" fmla="*/ 40 w 78"/>
                <a:gd name="T13" fmla="*/ 63 h 76"/>
                <a:gd name="T14" fmla="*/ 51 w 78"/>
                <a:gd name="T15" fmla="*/ 59 h 76"/>
                <a:gd name="T16" fmla="*/ 61 w 78"/>
                <a:gd name="T17" fmla="*/ 51 h 76"/>
                <a:gd name="T18" fmla="*/ 65 w 78"/>
                <a:gd name="T19" fmla="*/ 38 h 76"/>
                <a:gd name="T20" fmla="*/ 61 w 78"/>
                <a:gd name="T21" fmla="*/ 25 h 76"/>
                <a:gd name="T22" fmla="*/ 51 w 78"/>
                <a:gd name="T23" fmla="*/ 16 h 76"/>
                <a:gd name="T24" fmla="*/ 40 w 78"/>
                <a:gd name="T25" fmla="*/ 13 h 76"/>
                <a:gd name="T26" fmla="*/ 40 w 78"/>
                <a:gd name="T27" fmla="*/ 0 h 76"/>
                <a:gd name="T28" fmla="*/ 54 w 78"/>
                <a:gd name="T29" fmla="*/ 3 h 76"/>
                <a:gd name="T30" fmla="*/ 66 w 78"/>
                <a:gd name="T31" fmla="*/ 10 h 76"/>
                <a:gd name="T32" fmla="*/ 74 w 78"/>
                <a:gd name="T33" fmla="*/ 24 h 76"/>
                <a:gd name="T34" fmla="*/ 78 w 78"/>
                <a:gd name="T35" fmla="*/ 38 h 76"/>
                <a:gd name="T36" fmla="*/ 74 w 78"/>
                <a:gd name="T37" fmla="*/ 53 h 76"/>
                <a:gd name="T38" fmla="*/ 66 w 78"/>
                <a:gd name="T39" fmla="*/ 64 h 76"/>
                <a:gd name="T40" fmla="*/ 54 w 78"/>
                <a:gd name="T41" fmla="*/ 72 h 76"/>
                <a:gd name="T42" fmla="*/ 40 w 78"/>
                <a:gd name="T43" fmla="*/ 76 h 76"/>
                <a:gd name="T44" fmla="*/ 24 w 78"/>
                <a:gd name="T45" fmla="*/ 72 h 76"/>
                <a:gd name="T46" fmla="*/ 12 w 78"/>
                <a:gd name="T47" fmla="*/ 64 h 76"/>
                <a:gd name="T48" fmla="*/ 4 w 78"/>
                <a:gd name="T49" fmla="*/ 53 h 76"/>
                <a:gd name="T50" fmla="*/ 0 w 78"/>
                <a:gd name="T51" fmla="*/ 38 h 76"/>
                <a:gd name="T52" fmla="*/ 4 w 78"/>
                <a:gd name="T53" fmla="*/ 24 h 76"/>
                <a:gd name="T54" fmla="*/ 12 w 78"/>
                <a:gd name="T55" fmla="*/ 10 h 76"/>
                <a:gd name="T56" fmla="*/ 24 w 78"/>
                <a:gd name="T57" fmla="*/ 3 h 76"/>
                <a:gd name="T58" fmla="*/ 40 w 78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8" h="76">
                  <a:moveTo>
                    <a:pt x="40" y="13"/>
                  </a:moveTo>
                  <a:lnTo>
                    <a:pt x="26" y="16"/>
                  </a:lnTo>
                  <a:lnTo>
                    <a:pt x="17" y="25"/>
                  </a:lnTo>
                  <a:lnTo>
                    <a:pt x="13" y="38"/>
                  </a:lnTo>
                  <a:lnTo>
                    <a:pt x="17" y="51"/>
                  </a:lnTo>
                  <a:lnTo>
                    <a:pt x="26" y="59"/>
                  </a:lnTo>
                  <a:lnTo>
                    <a:pt x="40" y="63"/>
                  </a:lnTo>
                  <a:lnTo>
                    <a:pt x="51" y="59"/>
                  </a:lnTo>
                  <a:lnTo>
                    <a:pt x="61" y="51"/>
                  </a:lnTo>
                  <a:lnTo>
                    <a:pt x="65" y="38"/>
                  </a:lnTo>
                  <a:lnTo>
                    <a:pt x="61" y="25"/>
                  </a:lnTo>
                  <a:lnTo>
                    <a:pt x="51" y="16"/>
                  </a:lnTo>
                  <a:lnTo>
                    <a:pt x="40" y="13"/>
                  </a:lnTo>
                  <a:close/>
                  <a:moveTo>
                    <a:pt x="40" y="0"/>
                  </a:moveTo>
                  <a:lnTo>
                    <a:pt x="54" y="3"/>
                  </a:lnTo>
                  <a:lnTo>
                    <a:pt x="66" y="10"/>
                  </a:lnTo>
                  <a:lnTo>
                    <a:pt x="74" y="24"/>
                  </a:lnTo>
                  <a:lnTo>
                    <a:pt x="78" y="38"/>
                  </a:lnTo>
                  <a:lnTo>
                    <a:pt x="74" y="53"/>
                  </a:lnTo>
                  <a:lnTo>
                    <a:pt x="66" y="64"/>
                  </a:lnTo>
                  <a:lnTo>
                    <a:pt x="54" y="72"/>
                  </a:lnTo>
                  <a:lnTo>
                    <a:pt x="40" y="76"/>
                  </a:lnTo>
                  <a:lnTo>
                    <a:pt x="24" y="72"/>
                  </a:lnTo>
                  <a:lnTo>
                    <a:pt x="12" y="64"/>
                  </a:lnTo>
                  <a:lnTo>
                    <a:pt x="4" y="53"/>
                  </a:lnTo>
                  <a:lnTo>
                    <a:pt x="0" y="38"/>
                  </a:lnTo>
                  <a:lnTo>
                    <a:pt x="4" y="24"/>
                  </a:lnTo>
                  <a:lnTo>
                    <a:pt x="12" y="10"/>
                  </a:lnTo>
                  <a:lnTo>
                    <a:pt x="24" y="3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" name="Freeform 335"/>
            <p:cNvSpPr>
              <a:spLocks/>
            </p:cNvSpPr>
            <p:nvPr/>
          </p:nvSpPr>
          <p:spPr bwMode="auto">
            <a:xfrm>
              <a:off x="7122958" y="4738675"/>
              <a:ext cx="10151" cy="15226"/>
            </a:xfrm>
            <a:custGeom>
              <a:avLst/>
              <a:gdLst>
                <a:gd name="T0" fmla="*/ 3 w 4"/>
                <a:gd name="T1" fmla="*/ 0 h 6"/>
                <a:gd name="T2" fmla="*/ 4 w 4"/>
                <a:gd name="T3" fmla="*/ 2 h 6"/>
                <a:gd name="T4" fmla="*/ 1 w 4"/>
                <a:gd name="T5" fmla="*/ 6 h 6"/>
                <a:gd name="T6" fmla="*/ 0 w 4"/>
                <a:gd name="T7" fmla="*/ 4 h 6"/>
                <a:gd name="T8" fmla="*/ 1 w 4"/>
                <a:gd name="T9" fmla="*/ 3 h 6"/>
                <a:gd name="T10" fmla="*/ 1 w 4"/>
                <a:gd name="T11" fmla="*/ 0 h 6"/>
                <a:gd name="T12" fmla="*/ 3 w 4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lnTo>
                    <a:pt x="4" y="2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" name="Freeform 336"/>
            <p:cNvSpPr>
              <a:spLocks noEditPoints="1"/>
            </p:cNvSpPr>
            <p:nvPr/>
          </p:nvSpPr>
          <p:spPr bwMode="auto">
            <a:xfrm>
              <a:off x="7067128" y="4695534"/>
              <a:ext cx="45679" cy="38067"/>
            </a:xfrm>
            <a:custGeom>
              <a:avLst/>
              <a:gdLst>
                <a:gd name="T0" fmla="*/ 4 w 18"/>
                <a:gd name="T1" fmla="*/ 13 h 15"/>
                <a:gd name="T2" fmla="*/ 5 w 18"/>
                <a:gd name="T3" fmla="*/ 13 h 15"/>
                <a:gd name="T4" fmla="*/ 6 w 18"/>
                <a:gd name="T5" fmla="*/ 15 h 15"/>
                <a:gd name="T6" fmla="*/ 5 w 18"/>
                <a:gd name="T7" fmla="*/ 15 h 15"/>
                <a:gd name="T8" fmla="*/ 4 w 18"/>
                <a:gd name="T9" fmla="*/ 13 h 15"/>
                <a:gd name="T10" fmla="*/ 4 w 18"/>
                <a:gd name="T11" fmla="*/ 13 h 15"/>
                <a:gd name="T12" fmla="*/ 17 w 18"/>
                <a:gd name="T13" fmla="*/ 11 h 15"/>
                <a:gd name="T14" fmla="*/ 18 w 18"/>
                <a:gd name="T15" fmla="*/ 13 h 15"/>
                <a:gd name="T16" fmla="*/ 17 w 18"/>
                <a:gd name="T17" fmla="*/ 15 h 15"/>
                <a:gd name="T18" fmla="*/ 16 w 18"/>
                <a:gd name="T19" fmla="*/ 13 h 15"/>
                <a:gd name="T20" fmla="*/ 13 w 18"/>
                <a:gd name="T21" fmla="*/ 12 h 15"/>
                <a:gd name="T22" fmla="*/ 16 w 18"/>
                <a:gd name="T23" fmla="*/ 12 h 15"/>
                <a:gd name="T24" fmla="*/ 17 w 18"/>
                <a:gd name="T25" fmla="*/ 11 h 15"/>
                <a:gd name="T26" fmla="*/ 1 w 18"/>
                <a:gd name="T27" fmla="*/ 0 h 15"/>
                <a:gd name="T28" fmla="*/ 2 w 18"/>
                <a:gd name="T29" fmla="*/ 1 h 15"/>
                <a:gd name="T30" fmla="*/ 4 w 18"/>
                <a:gd name="T31" fmla="*/ 3 h 15"/>
                <a:gd name="T32" fmla="*/ 4 w 18"/>
                <a:gd name="T33" fmla="*/ 4 h 15"/>
                <a:gd name="T34" fmla="*/ 4 w 18"/>
                <a:gd name="T35" fmla="*/ 7 h 15"/>
                <a:gd name="T36" fmla="*/ 2 w 18"/>
                <a:gd name="T37" fmla="*/ 8 h 15"/>
                <a:gd name="T38" fmla="*/ 2 w 18"/>
                <a:gd name="T39" fmla="*/ 8 h 15"/>
                <a:gd name="T40" fmla="*/ 1 w 18"/>
                <a:gd name="T41" fmla="*/ 8 h 15"/>
                <a:gd name="T42" fmla="*/ 1 w 18"/>
                <a:gd name="T43" fmla="*/ 5 h 15"/>
                <a:gd name="T44" fmla="*/ 0 w 18"/>
                <a:gd name="T45" fmla="*/ 4 h 15"/>
                <a:gd name="T46" fmla="*/ 1 w 18"/>
                <a:gd name="T4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5">
                  <a:moveTo>
                    <a:pt x="4" y="13"/>
                  </a:moveTo>
                  <a:lnTo>
                    <a:pt x="5" y="13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4" y="13"/>
                  </a:lnTo>
                  <a:lnTo>
                    <a:pt x="4" y="13"/>
                  </a:lnTo>
                  <a:close/>
                  <a:moveTo>
                    <a:pt x="17" y="11"/>
                  </a:moveTo>
                  <a:lnTo>
                    <a:pt x="18" y="13"/>
                  </a:lnTo>
                  <a:lnTo>
                    <a:pt x="17" y="15"/>
                  </a:lnTo>
                  <a:lnTo>
                    <a:pt x="16" y="13"/>
                  </a:lnTo>
                  <a:lnTo>
                    <a:pt x="13" y="12"/>
                  </a:lnTo>
                  <a:lnTo>
                    <a:pt x="16" y="12"/>
                  </a:lnTo>
                  <a:lnTo>
                    <a:pt x="17" y="11"/>
                  </a:lnTo>
                  <a:close/>
                  <a:moveTo>
                    <a:pt x="1" y="0"/>
                  </a:moveTo>
                  <a:lnTo>
                    <a:pt x="2" y="1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5"/>
                  </a:lnTo>
                  <a:lnTo>
                    <a:pt x="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" name="Freeform 337"/>
            <p:cNvSpPr>
              <a:spLocks noEditPoints="1"/>
            </p:cNvSpPr>
            <p:nvPr/>
          </p:nvSpPr>
          <p:spPr bwMode="auto">
            <a:xfrm>
              <a:off x="7163562" y="4495052"/>
              <a:ext cx="286766" cy="157340"/>
            </a:xfrm>
            <a:custGeom>
              <a:avLst/>
              <a:gdLst>
                <a:gd name="T0" fmla="*/ 4 w 113"/>
                <a:gd name="T1" fmla="*/ 61 h 62"/>
                <a:gd name="T2" fmla="*/ 4 w 113"/>
                <a:gd name="T3" fmla="*/ 62 h 62"/>
                <a:gd name="T4" fmla="*/ 4 w 113"/>
                <a:gd name="T5" fmla="*/ 61 h 62"/>
                <a:gd name="T6" fmla="*/ 4 w 113"/>
                <a:gd name="T7" fmla="*/ 61 h 62"/>
                <a:gd name="T8" fmla="*/ 1 w 113"/>
                <a:gd name="T9" fmla="*/ 55 h 62"/>
                <a:gd name="T10" fmla="*/ 4 w 113"/>
                <a:gd name="T11" fmla="*/ 57 h 62"/>
                <a:gd name="T12" fmla="*/ 4 w 113"/>
                <a:gd name="T13" fmla="*/ 57 h 62"/>
                <a:gd name="T14" fmla="*/ 4 w 113"/>
                <a:gd name="T15" fmla="*/ 57 h 62"/>
                <a:gd name="T16" fmla="*/ 1 w 113"/>
                <a:gd name="T17" fmla="*/ 58 h 62"/>
                <a:gd name="T18" fmla="*/ 0 w 113"/>
                <a:gd name="T19" fmla="*/ 57 h 62"/>
                <a:gd name="T20" fmla="*/ 1 w 113"/>
                <a:gd name="T21" fmla="*/ 55 h 62"/>
                <a:gd name="T22" fmla="*/ 110 w 113"/>
                <a:gd name="T23" fmla="*/ 0 h 62"/>
                <a:gd name="T24" fmla="*/ 113 w 113"/>
                <a:gd name="T25" fmla="*/ 2 h 62"/>
                <a:gd name="T26" fmla="*/ 113 w 113"/>
                <a:gd name="T27" fmla="*/ 3 h 62"/>
                <a:gd name="T28" fmla="*/ 110 w 113"/>
                <a:gd name="T29" fmla="*/ 4 h 62"/>
                <a:gd name="T30" fmla="*/ 109 w 113"/>
                <a:gd name="T31" fmla="*/ 2 h 62"/>
                <a:gd name="T32" fmla="*/ 110 w 113"/>
                <a:gd name="T3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62">
                  <a:moveTo>
                    <a:pt x="4" y="61"/>
                  </a:moveTo>
                  <a:lnTo>
                    <a:pt x="4" y="62"/>
                  </a:lnTo>
                  <a:lnTo>
                    <a:pt x="4" y="61"/>
                  </a:lnTo>
                  <a:lnTo>
                    <a:pt x="4" y="61"/>
                  </a:lnTo>
                  <a:close/>
                  <a:moveTo>
                    <a:pt x="1" y="55"/>
                  </a:move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1" y="58"/>
                  </a:lnTo>
                  <a:lnTo>
                    <a:pt x="0" y="57"/>
                  </a:lnTo>
                  <a:lnTo>
                    <a:pt x="1" y="55"/>
                  </a:lnTo>
                  <a:close/>
                  <a:moveTo>
                    <a:pt x="110" y="0"/>
                  </a:moveTo>
                  <a:lnTo>
                    <a:pt x="113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09" y="2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" name="Freeform 338"/>
            <p:cNvSpPr>
              <a:spLocks noEditPoints="1"/>
            </p:cNvSpPr>
            <p:nvPr/>
          </p:nvSpPr>
          <p:spPr bwMode="auto">
            <a:xfrm>
              <a:off x="8549171" y="3931672"/>
              <a:ext cx="63444" cy="220785"/>
            </a:xfrm>
            <a:custGeom>
              <a:avLst/>
              <a:gdLst>
                <a:gd name="T0" fmla="*/ 24 w 25"/>
                <a:gd name="T1" fmla="*/ 80 h 87"/>
                <a:gd name="T2" fmla="*/ 25 w 25"/>
                <a:gd name="T3" fmla="*/ 84 h 87"/>
                <a:gd name="T4" fmla="*/ 23 w 25"/>
                <a:gd name="T5" fmla="*/ 84 h 87"/>
                <a:gd name="T6" fmla="*/ 21 w 25"/>
                <a:gd name="T7" fmla="*/ 81 h 87"/>
                <a:gd name="T8" fmla="*/ 21 w 25"/>
                <a:gd name="T9" fmla="*/ 76 h 87"/>
                <a:gd name="T10" fmla="*/ 21 w 25"/>
                <a:gd name="T11" fmla="*/ 79 h 87"/>
                <a:gd name="T12" fmla="*/ 21 w 25"/>
                <a:gd name="T13" fmla="*/ 76 h 87"/>
                <a:gd name="T14" fmla="*/ 20 w 25"/>
                <a:gd name="T15" fmla="*/ 72 h 87"/>
                <a:gd name="T16" fmla="*/ 17 w 25"/>
                <a:gd name="T17" fmla="*/ 72 h 87"/>
                <a:gd name="T18" fmla="*/ 19 w 25"/>
                <a:gd name="T19" fmla="*/ 71 h 87"/>
                <a:gd name="T20" fmla="*/ 21 w 25"/>
                <a:gd name="T21" fmla="*/ 67 h 87"/>
                <a:gd name="T22" fmla="*/ 20 w 25"/>
                <a:gd name="T23" fmla="*/ 70 h 87"/>
                <a:gd name="T24" fmla="*/ 20 w 25"/>
                <a:gd name="T25" fmla="*/ 66 h 87"/>
                <a:gd name="T26" fmla="*/ 16 w 25"/>
                <a:gd name="T27" fmla="*/ 66 h 87"/>
                <a:gd name="T28" fmla="*/ 15 w 25"/>
                <a:gd name="T29" fmla="*/ 67 h 87"/>
                <a:gd name="T30" fmla="*/ 11 w 25"/>
                <a:gd name="T31" fmla="*/ 55 h 87"/>
                <a:gd name="T32" fmla="*/ 8 w 25"/>
                <a:gd name="T33" fmla="*/ 56 h 87"/>
                <a:gd name="T34" fmla="*/ 7 w 25"/>
                <a:gd name="T35" fmla="*/ 35 h 87"/>
                <a:gd name="T36" fmla="*/ 7 w 25"/>
                <a:gd name="T37" fmla="*/ 41 h 87"/>
                <a:gd name="T38" fmla="*/ 4 w 25"/>
                <a:gd name="T39" fmla="*/ 39 h 87"/>
                <a:gd name="T40" fmla="*/ 7 w 25"/>
                <a:gd name="T41" fmla="*/ 35 h 87"/>
                <a:gd name="T42" fmla="*/ 3 w 25"/>
                <a:gd name="T43" fmla="*/ 29 h 87"/>
                <a:gd name="T44" fmla="*/ 2 w 25"/>
                <a:gd name="T45" fmla="*/ 26 h 87"/>
                <a:gd name="T46" fmla="*/ 10 w 25"/>
                <a:gd name="T47" fmla="*/ 18 h 87"/>
                <a:gd name="T48" fmla="*/ 7 w 25"/>
                <a:gd name="T49" fmla="*/ 22 h 87"/>
                <a:gd name="T50" fmla="*/ 8 w 25"/>
                <a:gd name="T51" fmla="*/ 26 h 87"/>
                <a:gd name="T52" fmla="*/ 6 w 25"/>
                <a:gd name="T53" fmla="*/ 29 h 87"/>
                <a:gd name="T54" fmla="*/ 6 w 25"/>
                <a:gd name="T55" fmla="*/ 24 h 87"/>
                <a:gd name="T56" fmla="*/ 6 w 25"/>
                <a:gd name="T57" fmla="*/ 18 h 87"/>
                <a:gd name="T58" fmla="*/ 10 w 25"/>
                <a:gd name="T59" fmla="*/ 0 h 87"/>
                <a:gd name="T60" fmla="*/ 10 w 25"/>
                <a:gd name="T61" fmla="*/ 4 h 87"/>
                <a:gd name="T62" fmla="*/ 11 w 25"/>
                <a:gd name="T63" fmla="*/ 8 h 87"/>
                <a:gd name="T64" fmla="*/ 10 w 25"/>
                <a:gd name="T65" fmla="*/ 10 h 87"/>
                <a:gd name="T66" fmla="*/ 7 w 25"/>
                <a:gd name="T67" fmla="*/ 16 h 87"/>
                <a:gd name="T68" fmla="*/ 8 w 25"/>
                <a:gd name="T69" fmla="*/ 10 h 87"/>
                <a:gd name="T70" fmla="*/ 8 w 25"/>
                <a:gd name="T71" fmla="*/ 6 h 87"/>
                <a:gd name="T72" fmla="*/ 10 w 25"/>
                <a:gd name="T7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" h="87">
                  <a:moveTo>
                    <a:pt x="23" y="79"/>
                  </a:moveTo>
                  <a:lnTo>
                    <a:pt x="24" y="80"/>
                  </a:lnTo>
                  <a:lnTo>
                    <a:pt x="24" y="83"/>
                  </a:lnTo>
                  <a:lnTo>
                    <a:pt x="25" y="84"/>
                  </a:lnTo>
                  <a:lnTo>
                    <a:pt x="24" y="87"/>
                  </a:lnTo>
                  <a:lnTo>
                    <a:pt x="23" y="84"/>
                  </a:lnTo>
                  <a:lnTo>
                    <a:pt x="21" y="83"/>
                  </a:lnTo>
                  <a:lnTo>
                    <a:pt x="21" y="81"/>
                  </a:lnTo>
                  <a:lnTo>
                    <a:pt x="23" y="79"/>
                  </a:lnTo>
                  <a:close/>
                  <a:moveTo>
                    <a:pt x="21" y="76"/>
                  </a:moveTo>
                  <a:lnTo>
                    <a:pt x="23" y="76"/>
                  </a:lnTo>
                  <a:lnTo>
                    <a:pt x="21" y="79"/>
                  </a:lnTo>
                  <a:lnTo>
                    <a:pt x="20" y="77"/>
                  </a:lnTo>
                  <a:lnTo>
                    <a:pt x="21" y="76"/>
                  </a:lnTo>
                  <a:close/>
                  <a:moveTo>
                    <a:pt x="19" y="71"/>
                  </a:moveTo>
                  <a:lnTo>
                    <a:pt x="20" y="72"/>
                  </a:lnTo>
                  <a:lnTo>
                    <a:pt x="19" y="74"/>
                  </a:lnTo>
                  <a:lnTo>
                    <a:pt x="17" y="72"/>
                  </a:lnTo>
                  <a:lnTo>
                    <a:pt x="16" y="71"/>
                  </a:lnTo>
                  <a:lnTo>
                    <a:pt x="19" y="71"/>
                  </a:lnTo>
                  <a:close/>
                  <a:moveTo>
                    <a:pt x="20" y="66"/>
                  </a:moveTo>
                  <a:lnTo>
                    <a:pt x="21" y="67"/>
                  </a:lnTo>
                  <a:lnTo>
                    <a:pt x="21" y="68"/>
                  </a:lnTo>
                  <a:lnTo>
                    <a:pt x="20" y="70"/>
                  </a:lnTo>
                  <a:lnTo>
                    <a:pt x="19" y="68"/>
                  </a:lnTo>
                  <a:lnTo>
                    <a:pt x="20" y="66"/>
                  </a:lnTo>
                  <a:close/>
                  <a:moveTo>
                    <a:pt x="14" y="64"/>
                  </a:moveTo>
                  <a:lnTo>
                    <a:pt x="16" y="66"/>
                  </a:lnTo>
                  <a:lnTo>
                    <a:pt x="16" y="68"/>
                  </a:lnTo>
                  <a:lnTo>
                    <a:pt x="15" y="67"/>
                  </a:lnTo>
                  <a:lnTo>
                    <a:pt x="14" y="64"/>
                  </a:lnTo>
                  <a:close/>
                  <a:moveTo>
                    <a:pt x="11" y="55"/>
                  </a:moveTo>
                  <a:lnTo>
                    <a:pt x="11" y="56"/>
                  </a:lnTo>
                  <a:lnTo>
                    <a:pt x="8" y="56"/>
                  </a:lnTo>
                  <a:lnTo>
                    <a:pt x="11" y="55"/>
                  </a:lnTo>
                  <a:close/>
                  <a:moveTo>
                    <a:pt x="7" y="35"/>
                  </a:moveTo>
                  <a:lnTo>
                    <a:pt x="8" y="38"/>
                  </a:lnTo>
                  <a:lnTo>
                    <a:pt x="7" y="41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37"/>
                  </a:lnTo>
                  <a:lnTo>
                    <a:pt x="7" y="35"/>
                  </a:lnTo>
                  <a:close/>
                  <a:moveTo>
                    <a:pt x="2" y="26"/>
                  </a:moveTo>
                  <a:lnTo>
                    <a:pt x="3" y="29"/>
                  </a:lnTo>
                  <a:lnTo>
                    <a:pt x="0" y="27"/>
                  </a:lnTo>
                  <a:lnTo>
                    <a:pt x="2" y="26"/>
                  </a:lnTo>
                  <a:close/>
                  <a:moveTo>
                    <a:pt x="10" y="18"/>
                  </a:moveTo>
                  <a:lnTo>
                    <a:pt x="10" y="18"/>
                  </a:lnTo>
                  <a:lnTo>
                    <a:pt x="8" y="20"/>
                  </a:lnTo>
                  <a:lnTo>
                    <a:pt x="7" y="22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6" y="30"/>
                  </a:lnTo>
                  <a:lnTo>
                    <a:pt x="6" y="29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18"/>
                  </a:lnTo>
                  <a:lnTo>
                    <a:pt x="10" y="18"/>
                  </a:lnTo>
                  <a:close/>
                  <a:moveTo>
                    <a:pt x="10" y="0"/>
                  </a:moveTo>
                  <a:lnTo>
                    <a:pt x="11" y="2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8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8" y="10"/>
                  </a:lnTo>
                  <a:lnTo>
                    <a:pt x="7" y="9"/>
                  </a:lnTo>
                  <a:lnTo>
                    <a:pt x="8" y="6"/>
                  </a:lnTo>
                  <a:lnTo>
                    <a:pt x="8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" name="Freeform 339"/>
            <p:cNvSpPr>
              <a:spLocks noEditPoints="1"/>
            </p:cNvSpPr>
            <p:nvPr/>
          </p:nvSpPr>
          <p:spPr bwMode="auto">
            <a:xfrm>
              <a:off x="10125109" y="3868230"/>
              <a:ext cx="35528" cy="73595"/>
            </a:xfrm>
            <a:custGeom>
              <a:avLst/>
              <a:gdLst>
                <a:gd name="T0" fmla="*/ 3 w 14"/>
                <a:gd name="T1" fmla="*/ 24 h 29"/>
                <a:gd name="T2" fmla="*/ 5 w 14"/>
                <a:gd name="T3" fmla="*/ 24 h 29"/>
                <a:gd name="T4" fmla="*/ 2 w 14"/>
                <a:gd name="T5" fmla="*/ 27 h 29"/>
                <a:gd name="T6" fmla="*/ 1 w 14"/>
                <a:gd name="T7" fmla="*/ 29 h 29"/>
                <a:gd name="T8" fmla="*/ 0 w 14"/>
                <a:gd name="T9" fmla="*/ 27 h 29"/>
                <a:gd name="T10" fmla="*/ 1 w 14"/>
                <a:gd name="T11" fmla="*/ 26 h 29"/>
                <a:gd name="T12" fmla="*/ 1 w 14"/>
                <a:gd name="T13" fmla="*/ 24 h 29"/>
                <a:gd name="T14" fmla="*/ 3 w 14"/>
                <a:gd name="T15" fmla="*/ 24 h 29"/>
                <a:gd name="T16" fmla="*/ 9 w 14"/>
                <a:gd name="T17" fmla="*/ 16 h 29"/>
                <a:gd name="T18" fmla="*/ 10 w 14"/>
                <a:gd name="T19" fmla="*/ 17 h 29"/>
                <a:gd name="T20" fmla="*/ 9 w 14"/>
                <a:gd name="T21" fmla="*/ 17 h 29"/>
                <a:gd name="T22" fmla="*/ 6 w 14"/>
                <a:gd name="T23" fmla="*/ 17 h 29"/>
                <a:gd name="T24" fmla="*/ 9 w 14"/>
                <a:gd name="T25" fmla="*/ 16 h 29"/>
                <a:gd name="T26" fmla="*/ 13 w 14"/>
                <a:gd name="T27" fmla="*/ 0 h 29"/>
                <a:gd name="T28" fmla="*/ 14 w 14"/>
                <a:gd name="T29" fmla="*/ 1 h 29"/>
                <a:gd name="T30" fmla="*/ 13 w 14"/>
                <a:gd name="T31" fmla="*/ 2 h 29"/>
                <a:gd name="T32" fmla="*/ 13 w 14"/>
                <a:gd name="T33" fmla="*/ 5 h 29"/>
                <a:gd name="T34" fmla="*/ 11 w 14"/>
                <a:gd name="T35" fmla="*/ 1 h 29"/>
                <a:gd name="T36" fmla="*/ 13 w 14"/>
                <a:gd name="T3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" h="29">
                  <a:moveTo>
                    <a:pt x="3" y="24"/>
                  </a:moveTo>
                  <a:lnTo>
                    <a:pt x="5" y="24"/>
                  </a:lnTo>
                  <a:lnTo>
                    <a:pt x="2" y="27"/>
                  </a:lnTo>
                  <a:lnTo>
                    <a:pt x="1" y="29"/>
                  </a:ln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3" y="24"/>
                  </a:lnTo>
                  <a:close/>
                  <a:moveTo>
                    <a:pt x="9" y="16"/>
                  </a:moveTo>
                  <a:lnTo>
                    <a:pt x="10" y="17"/>
                  </a:lnTo>
                  <a:lnTo>
                    <a:pt x="9" y="17"/>
                  </a:lnTo>
                  <a:lnTo>
                    <a:pt x="6" y="17"/>
                  </a:lnTo>
                  <a:lnTo>
                    <a:pt x="9" y="16"/>
                  </a:lnTo>
                  <a:close/>
                  <a:moveTo>
                    <a:pt x="13" y="0"/>
                  </a:moveTo>
                  <a:lnTo>
                    <a:pt x="14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" name="Freeform 340"/>
            <p:cNvSpPr>
              <a:spLocks noEditPoints="1"/>
            </p:cNvSpPr>
            <p:nvPr/>
          </p:nvSpPr>
          <p:spPr bwMode="auto">
            <a:xfrm>
              <a:off x="6435229" y="899069"/>
              <a:ext cx="3958882" cy="2124093"/>
            </a:xfrm>
            <a:custGeom>
              <a:avLst/>
              <a:gdLst>
                <a:gd name="T0" fmla="*/ 1431 w 1560"/>
                <a:gd name="T1" fmla="*/ 645 h 837"/>
                <a:gd name="T2" fmla="*/ 1209 w 1560"/>
                <a:gd name="T3" fmla="*/ 533 h 837"/>
                <a:gd name="T4" fmla="*/ 1315 w 1560"/>
                <a:gd name="T5" fmla="*/ 646 h 837"/>
                <a:gd name="T6" fmla="*/ 1269 w 1560"/>
                <a:gd name="T7" fmla="*/ 526 h 837"/>
                <a:gd name="T8" fmla="*/ 83 w 1560"/>
                <a:gd name="T9" fmla="*/ 433 h 837"/>
                <a:gd name="T10" fmla="*/ 276 w 1560"/>
                <a:gd name="T11" fmla="*/ 337 h 837"/>
                <a:gd name="T12" fmla="*/ 280 w 1560"/>
                <a:gd name="T13" fmla="*/ 309 h 837"/>
                <a:gd name="T14" fmla="*/ 258 w 1560"/>
                <a:gd name="T15" fmla="*/ 287 h 837"/>
                <a:gd name="T16" fmla="*/ 205 w 1560"/>
                <a:gd name="T17" fmla="*/ 255 h 837"/>
                <a:gd name="T18" fmla="*/ 400 w 1560"/>
                <a:gd name="T19" fmla="*/ 197 h 837"/>
                <a:gd name="T20" fmla="*/ 469 w 1560"/>
                <a:gd name="T21" fmla="*/ 145 h 837"/>
                <a:gd name="T22" fmla="*/ 292 w 1560"/>
                <a:gd name="T23" fmla="*/ 100 h 837"/>
                <a:gd name="T24" fmla="*/ 229 w 1560"/>
                <a:gd name="T25" fmla="*/ 225 h 837"/>
                <a:gd name="T26" fmla="*/ 205 w 1560"/>
                <a:gd name="T27" fmla="*/ 171 h 837"/>
                <a:gd name="T28" fmla="*/ 974 w 1560"/>
                <a:gd name="T29" fmla="*/ 103 h 837"/>
                <a:gd name="T30" fmla="*/ 513 w 1560"/>
                <a:gd name="T31" fmla="*/ 58 h 837"/>
                <a:gd name="T32" fmla="*/ 1199 w 1560"/>
                <a:gd name="T33" fmla="*/ 42 h 837"/>
                <a:gd name="T34" fmla="*/ 956 w 1560"/>
                <a:gd name="T35" fmla="*/ 36 h 837"/>
                <a:gd name="T36" fmla="*/ 143 w 1560"/>
                <a:gd name="T37" fmla="*/ 4 h 837"/>
                <a:gd name="T38" fmla="*/ 600 w 1560"/>
                <a:gd name="T39" fmla="*/ 16 h 837"/>
                <a:gd name="T40" fmla="*/ 691 w 1560"/>
                <a:gd name="T41" fmla="*/ 55 h 837"/>
                <a:gd name="T42" fmla="*/ 710 w 1560"/>
                <a:gd name="T43" fmla="*/ 112 h 837"/>
                <a:gd name="T44" fmla="*/ 844 w 1560"/>
                <a:gd name="T45" fmla="*/ 82 h 837"/>
                <a:gd name="T46" fmla="*/ 926 w 1560"/>
                <a:gd name="T47" fmla="*/ 108 h 837"/>
                <a:gd name="T48" fmla="*/ 1022 w 1560"/>
                <a:gd name="T49" fmla="*/ 53 h 837"/>
                <a:gd name="T50" fmla="*/ 1188 w 1560"/>
                <a:gd name="T51" fmla="*/ 57 h 837"/>
                <a:gd name="T52" fmla="*/ 1314 w 1560"/>
                <a:gd name="T53" fmla="*/ 51 h 837"/>
                <a:gd name="T54" fmla="*/ 1472 w 1560"/>
                <a:gd name="T55" fmla="*/ 37 h 837"/>
                <a:gd name="T56" fmla="*/ 1544 w 1560"/>
                <a:gd name="T57" fmla="*/ 67 h 837"/>
                <a:gd name="T58" fmla="*/ 1486 w 1560"/>
                <a:gd name="T59" fmla="*/ 107 h 837"/>
                <a:gd name="T60" fmla="*/ 1509 w 1560"/>
                <a:gd name="T61" fmla="*/ 188 h 837"/>
                <a:gd name="T62" fmla="*/ 1484 w 1560"/>
                <a:gd name="T63" fmla="*/ 317 h 837"/>
                <a:gd name="T64" fmla="*/ 1454 w 1560"/>
                <a:gd name="T65" fmla="*/ 413 h 837"/>
                <a:gd name="T66" fmla="*/ 1435 w 1560"/>
                <a:gd name="T67" fmla="*/ 538 h 837"/>
                <a:gd name="T68" fmla="*/ 1397 w 1560"/>
                <a:gd name="T69" fmla="*/ 282 h 837"/>
                <a:gd name="T70" fmla="*/ 1342 w 1560"/>
                <a:gd name="T71" fmla="*/ 311 h 837"/>
                <a:gd name="T72" fmla="*/ 1288 w 1560"/>
                <a:gd name="T73" fmla="*/ 379 h 837"/>
                <a:gd name="T74" fmla="*/ 1193 w 1560"/>
                <a:gd name="T75" fmla="*/ 521 h 837"/>
                <a:gd name="T76" fmla="*/ 1278 w 1560"/>
                <a:gd name="T77" fmla="*/ 613 h 837"/>
                <a:gd name="T78" fmla="*/ 1211 w 1560"/>
                <a:gd name="T79" fmla="*/ 734 h 837"/>
                <a:gd name="T80" fmla="*/ 1186 w 1560"/>
                <a:gd name="T81" fmla="*/ 666 h 837"/>
                <a:gd name="T82" fmla="*/ 1098 w 1560"/>
                <a:gd name="T83" fmla="*/ 575 h 837"/>
                <a:gd name="T84" fmla="*/ 1019 w 1560"/>
                <a:gd name="T85" fmla="*/ 645 h 837"/>
                <a:gd name="T86" fmla="*/ 804 w 1560"/>
                <a:gd name="T87" fmla="*/ 626 h 837"/>
                <a:gd name="T88" fmla="*/ 663 w 1560"/>
                <a:gd name="T89" fmla="*/ 679 h 837"/>
                <a:gd name="T90" fmla="*/ 491 w 1560"/>
                <a:gd name="T91" fmla="*/ 604 h 837"/>
                <a:gd name="T92" fmla="*/ 400 w 1560"/>
                <a:gd name="T93" fmla="*/ 671 h 837"/>
                <a:gd name="T94" fmla="*/ 246 w 1560"/>
                <a:gd name="T95" fmla="*/ 712 h 837"/>
                <a:gd name="T96" fmla="*/ 241 w 1560"/>
                <a:gd name="T97" fmla="*/ 834 h 837"/>
                <a:gd name="T98" fmla="*/ 170 w 1560"/>
                <a:gd name="T99" fmla="*/ 717 h 837"/>
                <a:gd name="T100" fmla="*/ 22 w 1560"/>
                <a:gd name="T101" fmla="*/ 553 h 837"/>
                <a:gd name="T102" fmla="*/ 20 w 1560"/>
                <a:gd name="T103" fmla="*/ 340 h 837"/>
                <a:gd name="T104" fmla="*/ 118 w 1560"/>
                <a:gd name="T105" fmla="*/ 375 h 837"/>
                <a:gd name="T106" fmla="*/ 76 w 1560"/>
                <a:gd name="T107" fmla="*/ 447 h 837"/>
                <a:gd name="T108" fmla="*/ 153 w 1560"/>
                <a:gd name="T109" fmla="*/ 368 h 837"/>
                <a:gd name="T110" fmla="*/ 242 w 1560"/>
                <a:gd name="T111" fmla="*/ 345 h 837"/>
                <a:gd name="T112" fmla="*/ 353 w 1560"/>
                <a:gd name="T113" fmla="*/ 321 h 837"/>
                <a:gd name="T114" fmla="*/ 386 w 1560"/>
                <a:gd name="T115" fmla="*/ 249 h 837"/>
                <a:gd name="T116" fmla="*/ 437 w 1560"/>
                <a:gd name="T117" fmla="*/ 326 h 837"/>
                <a:gd name="T118" fmla="*/ 409 w 1560"/>
                <a:gd name="T119" fmla="*/ 234 h 837"/>
                <a:gd name="T120" fmla="*/ 496 w 1560"/>
                <a:gd name="T121" fmla="*/ 267 h 837"/>
                <a:gd name="T122" fmla="*/ 495 w 1560"/>
                <a:gd name="T123" fmla="*/ 166 h 837"/>
                <a:gd name="T124" fmla="*/ 530 w 1560"/>
                <a:gd name="T125" fmla="*/ 75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0" h="837">
                  <a:moveTo>
                    <a:pt x="241" y="834"/>
                  </a:moveTo>
                  <a:lnTo>
                    <a:pt x="243" y="837"/>
                  </a:lnTo>
                  <a:lnTo>
                    <a:pt x="241" y="834"/>
                  </a:lnTo>
                  <a:lnTo>
                    <a:pt x="241" y="834"/>
                  </a:lnTo>
                  <a:close/>
                  <a:moveTo>
                    <a:pt x="390" y="767"/>
                  </a:moveTo>
                  <a:lnTo>
                    <a:pt x="394" y="768"/>
                  </a:lnTo>
                  <a:lnTo>
                    <a:pt x="376" y="770"/>
                  </a:lnTo>
                  <a:lnTo>
                    <a:pt x="390" y="767"/>
                  </a:lnTo>
                  <a:close/>
                  <a:moveTo>
                    <a:pt x="1389" y="716"/>
                  </a:moveTo>
                  <a:lnTo>
                    <a:pt x="1389" y="718"/>
                  </a:lnTo>
                  <a:lnTo>
                    <a:pt x="1386" y="720"/>
                  </a:lnTo>
                  <a:lnTo>
                    <a:pt x="1385" y="718"/>
                  </a:lnTo>
                  <a:lnTo>
                    <a:pt x="1388" y="717"/>
                  </a:lnTo>
                  <a:lnTo>
                    <a:pt x="1389" y="716"/>
                  </a:lnTo>
                  <a:close/>
                  <a:moveTo>
                    <a:pt x="1376" y="707"/>
                  </a:moveTo>
                  <a:lnTo>
                    <a:pt x="1377" y="708"/>
                  </a:lnTo>
                  <a:lnTo>
                    <a:pt x="1378" y="708"/>
                  </a:lnTo>
                  <a:lnTo>
                    <a:pt x="1380" y="708"/>
                  </a:lnTo>
                  <a:lnTo>
                    <a:pt x="1381" y="708"/>
                  </a:lnTo>
                  <a:lnTo>
                    <a:pt x="1380" y="709"/>
                  </a:lnTo>
                  <a:lnTo>
                    <a:pt x="1377" y="713"/>
                  </a:lnTo>
                  <a:lnTo>
                    <a:pt x="1376" y="713"/>
                  </a:lnTo>
                  <a:lnTo>
                    <a:pt x="1376" y="718"/>
                  </a:lnTo>
                  <a:lnTo>
                    <a:pt x="1376" y="722"/>
                  </a:lnTo>
                  <a:lnTo>
                    <a:pt x="1373" y="720"/>
                  </a:lnTo>
                  <a:lnTo>
                    <a:pt x="1373" y="718"/>
                  </a:lnTo>
                  <a:lnTo>
                    <a:pt x="1373" y="716"/>
                  </a:lnTo>
                  <a:lnTo>
                    <a:pt x="1375" y="712"/>
                  </a:lnTo>
                  <a:lnTo>
                    <a:pt x="1375" y="709"/>
                  </a:lnTo>
                  <a:lnTo>
                    <a:pt x="1376" y="707"/>
                  </a:lnTo>
                  <a:lnTo>
                    <a:pt x="1376" y="707"/>
                  </a:lnTo>
                  <a:close/>
                  <a:moveTo>
                    <a:pt x="1401" y="682"/>
                  </a:moveTo>
                  <a:lnTo>
                    <a:pt x="1402" y="684"/>
                  </a:lnTo>
                  <a:lnTo>
                    <a:pt x="1402" y="687"/>
                  </a:lnTo>
                  <a:lnTo>
                    <a:pt x="1400" y="688"/>
                  </a:lnTo>
                  <a:lnTo>
                    <a:pt x="1397" y="688"/>
                  </a:lnTo>
                  <a:lnTo>
                    <a:pt x="1396" y="691"/>
                  </a:lnTo>
                  <a:lnTo>
                    <a:pt x="1393" y="695"/>
                  </a:lnTo>
                  <a:lnTo>
                    <a:pt x="1392" y="696"/>
                  </a:lnTo>
                  <a:lnTo>
                    <a:pt x="1390" y="696"/>
                  </a:lnTo>
                  <a:lnTo>
                    <a:pt x="1389" y="696"/>
                  </a:lnTo>
                  <a:lnTo>
                    <a:pt x="1389" y="697"/>
                  </a:lnTo>
                  <a:lnTo>
                    <a:pt x="1388" y="699"/>
                  </a:lnTo>
                  <a:lnTo>
                    <a:pt x="1389" y="701"/>
                  </a:lnTo>
                  <a:lnTo>
                    <a:pt x="1386" y="704"/>
                  </a:lnTo>
                  <a:lnTo>
                    <a:pt x="1386" y="705"/>
                  </a:lnTo>
                  <a:lnTo>
                    <a:pt x="1385" y="707"/>
                  </a:lnTo>
                  <a:lnTo>
                    <a:pt x="1385" y="704"/>
                  </a:lnTo>
                  <a:lnTo>
                    <a:pt x="1385" y="701"/>
                  </a:lnTo>
                  <a:lnTo>
                    <a:pt x="1386" y="701"/>
                  </a:lnTo>
                  <a:lnTo>
                    <a:pt x="1385" y="700"/>
                  </a:lnTo>
                  <a:lnTo>
                    <a:pt x="1385" y="699"/>
                  </a:lnTo>
                  <a:lnTo>
                    <a:pt x="1386" y="697"/>
                  </a:lnTo>
                  <a:lnTo>
                    <a:pt x="1388" y="695"/>
                  </a:lnTo>
                  <a:lnTo>
                    <a:pt x="1388" y="693"/>
                  </a:lnTo>
                  <a:lnTo>
                    <a:pt x="1388" y="693"/>
                  </a:lnTo>
                  <a:lnTo>
                    <a:pt x="1390" y="692"/>
                  </a:lnTo>
                  <a:lnTo>
                    <a:pt x="1390" y="690"/>
                  </a:lnTo>
                  <a:lnTo>
                    <a:pt x="1390" y="688"/>
                  </a:lnTo>
                  <a:lnTo>
                    <a:pt x="1390" y="687"/>
                  </a:lnTo>
                  <a:lnTo>
                    <a:pt x="1392" y="687"/>
                  </a:lnTo>
                  <a:lnTo>
                    <a:pt x="1392" y="688"/>
                  </a:lnTo>
                  <a:lnTo>
                    <a:pt x="1393" y="688"/>
                  </a:lnTo>
                  <a:lnTo>
                    <a:pt x="1396" y="687"/>
                  </a:lnTo>
                  <a:lnTo>
                    <a:pt x="1397" y="687"/>
                  </a:lnTo>
                  <a:lnTo>
                    <a:pt x="1397" y="686"/>
                  </a:lnTo>
                  <a:lnTo>
                    <a:pt x="1400" y="683"/>
                  </a:lnTo>
                  <a:lnTo>
                    <a:pt x="1401" y="682"/>
                  </a:lnTo>
                  <a:close/>
                  <a:moveTo>
                    <a:pt x="1418" y="666"/>
                  </a:moveTo>
                  <a:lnTo>
                    <a:pt x="1415" y="670"/>
                  </a:lnTo>
                  <a:lnTo>
                    <a:pt x="1414" y="672"/>
                  </a:lnTo>
                  <a:lnTo>
                    <a:pt x="1414" y="674"/>
                  </a:lnTo>
                  <a:lnTo>
                    <a:pt x="1413" y="675"/>
                  </a:lnTo>
                  <a:lnTo>
                    <a:pt x="1411" y="678"/>
                  </a:lnTo>
                  <a:lnTo>
                    <a:pt x="1409" y="680"/>
                  </a:lnTo>
                  <a:lnTo>
                    <a:pt x="1407" y="680"/>
                  </a:lnTo>
                  <a:lnTo>
                    <a:pt x="1407" y="676"/>
                  </a:lnTo>
                  <a:lnTo>
                    <a:pt x="1410" y="675"/>
                  </a:lnTo>
                  <a:lnTo>
                    <a:pt x="1410" y="674"/>
                  </a:lnTo>
                  <a:lnTo>
                    <a:pt x="1411" y="672"/>
                  </a:lnTo>
                  <a:lnTo>
                    <a:pt x="1411" y="671"/>
                  </a:lnTo>
                  <a:lnTo>
                    <a:pt x="1413" y="670"/>
                  </a:lnTo>
                  <a:lnTo>
                    <a:pt x="1414" y="667"/>
                  </a:lnTo>
                  <a:lnTo>
                    <a:pt x="1417" y="667"/>
                  </a:lnTo>
                  <a:lnTo>
                    <a:pt x="1418" y="666"/>
                  </a:lnTo>
                  <a:close/>
                  <a:moveTo>
                    <a:pt x="1429" y="649"/>
                  </a:moveTo>
                  <a:lnTo>
                    <a:pt x="1429" y="649"/>
                  </a:lnTo>
                  <a:lnTo>
                    <a:pt x="1429" y="653"/>
                  </a:lnTo>
                  <a:lnTo>
                    <a:pt x="1427" y="654"/>
                  </a:lnTo>
                  <a:lnTo>
                    <a:pt x="1427" y="653"/>
                  </a:lnTo>
                  <a:lnTo>
                    <a:pt x="1427" y="650"/>
                  </a:lnTo>
                  <a:lnTo>
                    <a:pt x="1429" y="649"/>
                  </a:lnTo>
                  <a:close/>
                  <a:moveTo>
                    <a:pt x="1430" y="643"/>
                  </a:moveTo>
                  <a:lnTo>
                    <a:pt x="1431" y="643"/>
                  </a:lnTo>
                  <a:lnTo>
                    <a:pt x="1431" y="645"/>
                  </a:lnTo>
                  <a:lnTo>
                    <a:pt x="1430" y="645"/>
                  </a:lnTo>
                  <a:lnTo>
                    <a:pt x="1430" y="643"/>
                  </a:lnTo>
                  <a:lnTo>
                    <a:pt x="1430" y="643"/>
                  </a:lnTo>
                  <a:close/>
                  <a:moveTo>
                    <a:pt x="1431" y="640"/>
                  </a:moveTo>
                  <a:lnTo>
                    <a:pt x="1432" y="640"/>
                  </a:lnTo>
                  <a:lnTo>
                    <a:pt x="1432" y="641"/>
                  </a:lnTo>
                  <a:lnTo>
                    <a:pt x="1431" y="640"/>
                  </a:lnTo>
                  <a:close/>
                  <a:moveTo>
                    <a:pt x="1432" y="634"/>
                  </a:moveTo>
                  <a:lnTo>
                    <a:pt x="1432" y="636"/>
                  </a:lnTo>
                  <a:lnTo>
                    <a:pt x="1432" y="638"/>
                  </a:lnTo>
                  <a:lnTo>
                    <a:pt x="1431" y="636"/>
                  </a:lnTo>
                  <a:lnTo>
                    <a:pt x="1432" y="634"/>
                  </a:lnTo>
                  <a:close/>
                  <a:moveTo>
                    <a:pt x="1432" y="628"/>
                  </a:moveTo>
                  <a:lnTo>
                    <a:pt x="1434" y="629"/>
                  </a:lnTo>
                  <a:lnTo>
                    <a:pt x="1432" y="629"/>
                  </a:lnTo>
                  <a:lnTo>
                    <a:pt x="1432" y="628"/>
                  </a:lnTo>
                  <a:lnTo>
                    <a:pt x="1432" y="628"/>
                  </a:lnTo>
                  <a:close/>
                  <a:moveTo>
                    <a:pt x="1438" y="611"/>
                  </a:moveTo>
                  <a:lnTo>
                    <a:pt x="1438" y="611"/>
                  </a:lnTo>
                  <a:lnTo>
                    <a:pt x="1438" y="613"/>
                  </a:lnTo>
                  <a:lnTo>
                    <a:pt x="1436" y="615"/>
                  </a:lnTo>
                  <a:lnTo>
                    <a:pt x="1436" y="615"/>
                  </a:lnTo>
                  <a:lnTo>
                    <a:pt x="1436" y="612"/>
                  </a:lnTo>
                  <a:lnTo>
                    <a:pt x="1438" y="611"/>
                  </a:lnTo>
                  <a:close/>
                  <a:moveTo>
                    <a:pt x="1434" y="608"/>
                  </a:moveTo>
                  <a:lnTo>
                    <a:pt x="1435" y="608"/>
                  </a:lnTo>
                  <a:lnTo>
                    <a:pt x="1435" y="609"/>
                  </a:lnTo>
                  <a:lnTo>
                    <a:pt x="1435" y="609"/>
                  </a:lnTo>
                  <a:lnTo>
                    <a:pt x="1434" y="609"/>
                  </a:lnTo>
                  <a:lnTo>
                    <a:pt x="1434" y="608"/>
                  </a:lnTo>
                  <a:close/>
                  <a:moveTo>
                    <a:pt x="1438" y="603"/>
                  </a:moveTo>
                  <a:lnTo>
                    <a:pt x="1439" y="604"/>
                  </a:lnTo>
                  <a:lnTo>
                    <a:pt x="1440" y="605"/>
                  </a:lnTo>
                  <a:lnTo>
                    <a:pt x="1439" y="605"/>
                  </a:lnTo>
                  <a:lnTo>
                    <a:pt x="1438" y="605"/>
                  </a:lnTo>
                  <a:lnTo>
                    <a:pt x="1438" y="604"/>
                  </a:lnTo>
                  <a:lnTo>
                    <a:pt x="1438" y="603"/>
                  </a:lnTo>
                  <a:close/>
                  <a:moveTo>
                    <a:pt x="1438" y="595"/>
                  </a:moveTo>
                  <a:lnTo>
                    <a:pt x="1438" y="596"/>
                  </a:lnTo>
                  <a:lnTo>
                    <a:pt x="1438" y="597"/>
                  </a:lnTo>
                  <a:lnTo>
                    <a:pt x="1439" y="600"/>
                  </a:lnTo>
                  <a:lnTo>
                    <a:pt x="1438" y="601"/>
                  </a:lnTo>
                  <a:lnTo>
                    <a:pt x="1436" y="600"/>
                  </a:lnTo>
                  <a:lnTo>
                    <a:pt x="1438" y="597"/>
                  </a:lnTo>
                  <a:lnTo>
                    <a:pt x="1438" y="595"/>
                  </a:lnTo>
                  <a:close/>
                  <a:moveTo>
                    <a:pt x="1442" y="568"/>
                  </a:moveTo>
                  <a:lnTo>
                    <a:pt x="1446" y="571"/>
                  </a:lnTo>
                  <a:lnTo>
                    <a:pt x="1447" y="574"/>
                  </a:lnTo>
                  <a:lnTo>
                    <a:pt x="1446" y="575"/>
                  </a:lnTo>
                  <a:lnTo>
                    <a:pt x="1444" y="576"/>
                  </a:lnTo>
                  <a:lnTo>
                    <a:pt x="1446" y="579"/>
                  </a:lnTo>
                  <a:lnTo>
                    <a:pt x="1443" y="582"/>
                  </a:lnTo>
                  <a:lnTo>
                    <a:pt x="1442" y="583"/>
                  </a:lnTo>
                  <a:lnTo>
                    <a:pt x="1442" y="584"/>
                  </a:lnTo>
                  <a:lnTo>
                    <a:pt x="1442" y="587"/>
                  </a:lnTo>
                  <a:lnTo>
                    <a:pt x="1440" y="587"/>
                  </a:lnTo>
                  <a:lnTo>
                    <a:pt x="1439" y="586"/>
                  </a:lnTo>
                  <a:lnTo>
                    <a:pt x="1438" y="586"/>
                  </a:lnTo>
                  <a:lnTo>
                    <a:pt x="1436" y="584"/>
                  </a:lnTo>
                  <a:lnTo>
                    <a:pt x="1438" y="584"/>
                  </a:lnTo>
                  <a:lnTo>
                    <a:pt x="1438" y="583"/>
                  </a:lnTo>
                  <a:lnTo>
                    <a:pt x="1436" y="580"/>
                  </a:lnTo>
                  <a:lnTo>
                    <a:pt x="1436" y="579"/>
                  </a:lnTo>
                  <a:lnTo>
                    <a:pt x="1438" y="579"/>
                  </a:lnTo>
                  <a:lnTo>
                    <a:pt x="1439" y="578"/>
                  </a:lnTo>
                  <a:lnTo>
                    <a:pt x="1442" y="576"/>
                  </a:lnTo>
                  <a:lnTo>
                    <a:pt x="1442" y="574"/>
                  </a:lnTo>
                  <a:lnTo>
                    <a:pt x="1442" y="570"/>
                  </a:lnTo>
                  <a:lnTo>
                    <a:pt x="1442" y="568"/>
                  </a:lnTo>
                  <a:close/>
                  <a:moveTo>
                    <a:pt x="1435" y="566"/>
                  </a:moveTo>
                  <a:lnTo>
                    <a:pt x="1438" y="568"/>
                  </a:lnTo>
                  <a:lnTo>
                    <a:pt x="1438" y="570"/>
                  </a:lnTo>
                  <a:lnTo>
                    <a:pt x="1435" y="570"/>
                  </a:lnTo>
                  <a:lnTo>
                    <a:pt x="1434" y="568"/>
                  </a:lnTo>
                  <a:lnTo>
                    <a:pt x="1434" y="567"/>
                  </a:lnTo>
                  <a:lnTo>
                    <a:pt x="1435" y="566"/>
                  </a:lnTo>
                  <a:close/>
                  <a:moveTo>
                    <a:pt x="1447" y="566"/>
                  </a:moveTo>
                  <a:lnTo>
                    <a:pt x="1448" y="567"/>
                  </a:lnTo>
                  <a:lnTo>
                    <a:pt x="1448" y="568"/>
                  </a:lnTo>
                  <a:lnTo>
                    <a:pt x="1447" y="570"/>
                  </a:lnTo>
                  <a:lnTo>
                    <a:pt x="1447" y="570"/>
                  </a:lnTo>
                  <a:lnTo>
                    <a:pt x="1444" y="568"/>
                  </a:lnTo>
                  <a:lnTo>
                    <a:pt x="1444" y="567"/>
                  </a:lnTo>
                  <a:lnTo>
                    <a:pt x="1447" y="566"/>
                  </a:lnTo>
                  <a:close/>
                  <a:moveTo>
                    <a:pt x="25" y="532"/>
                  </a:moveTo>
                  <a:lnTo>
                    <a:pt x="26" y="534"/>
                  </a:lnTo>
                  <a:lnTo>
                    <a:pt x="26" y="536"/>
                  </a:lnTo>
                  <a:lnTo>
                    <a:pt x="24" y="534"/>
                  </a:lnTo>
                  <a:lnTo>
                    <a:pt x="25" y="532"/>
                  </a:lnTo>
                  <a:close/>
                  <a:moveTo>
                    <a:pt x="1211" y="526"/>
                  </a:moveTo>
                  <a:lnTo>
                    <a:pt x="1211" y="528"/>
                  </a:lnTo>
                  <a:lnTo>
                    <a:pt x="1211" y="528"/>
                  </a:lnTo>
                  <a:lnTo>
                    <a:pt x="1211" y="530"/>
                  </a:lnTo>
                  <a:lnTo>
                    <a:pt x="1210" y="530"/>
                  </a:lnTo>
                  <a:lnTo>
                    <a:pt x="1209" y="533"/>
                  </a:lnTo>
                  <a:lnTo>
                    <a:pt x="1207" y="532"/>
                  </a:lnTo>
                  <a:lnTo>
                    <a:pt x="1206" y="529"/>
                  </a:lnTo>
                  <a:lnTo>
                    <a:pt x="1209" y="526"/>
                  </a:lnTo>
                  <a:lnTo>
                    <a:pt x="1211" y="526"/>
                  </a:lnTo>
                  <a:close/>
                  <a:moveTo>
                    <a:pt x="1211" y="521"/>
                  </a:moveTo>
                  <a:lnTo>
                    <a:pt x="1213" y="522"/>
                  </a:lnTo>
                  <a:lnTo>
                    <a:pt x="1213" y="524"/>
                  </a:lnTo>
                  <a:lnTo>
                    <a:pt x="1211" y="525"/>
                  </a:lnTo>
                  <a:lnTo>
                    <a:pt x="1210" y="524"/>
                  </a:lnTo>
                  <a:lnTo>
                    <a:pt x="1211" y="522"/>
                  </a:lnTo>
                  <a:lnTo>
                    <a:pt x="1211" y="522"/>
                  </a:lnTo>
                  <a:lnTo>
                    <a:pt x="1211" y="521"/>
                  </a:lnTo>
                  <a:close/>
                  <a:moveTo>
                    <a:pt x="1209" y="521"/>
                  </a:moveTo>
                  <a:lnTo>
                    <a:pt x="1209" y="521"/>
                  </a:lnTo>
                  <a:lnTo>
                    <a:pt x="1209" y="524"/>
                  </a:lnTo>
                  <a:lnTo>
                    <a:pt x="1209" y="525"/>
                  </a:lnTo>
                  <a:lnTo>
                    <a:pt x="1207" y="522"/>
                  </a:lnTo>
                  <a:lnTo>
                    <a:pt x="1207" y="521"/>
                  </a:lnTo>
                  <a:lnTo>
                    <a:pt x="1209" y="521"/>
                  </a:lnTo>
                  <a:close/>
                  <a:moveTo>
                    <a:pt x="1264" y="515"/>
                  </a:moveTo>
                  <a:lnTo>
                    <a:pt x="1265" y="516"/>
                  </a:lnTo>
                  <a:lnTo>
                    <a:pt x="1267" y="518"/>
                  </a:lnTo>
                  <a:lnTo>
                    <a:pt x="1271" y="520"/>
                  </a:lnTo>
                  <a:lnTo>
                    <a:pt x="1272" y="522"/>
                  </a:lnTo>
                  <a:lnTo>
                    <a:pt x="1272" y="526"/>
                  </a:lnTo>
                  <a:lnTo>
                    <a:pt x="1273" y="529"/>
                  </a:lnTo>
                  <a:lnTo>
                    <a:pt x="1278" y="532"/>
                  </a:lnTo>
                  <a:lnTo>
                    <a:pt x="1278" y="534"/>
                  </a:lnTo>
                  <a:lnTo>
                    <a:pt x="1280" y="534"/>
                  </a:lnTo>
                  <a:lnTo>
                    <a:pt x="1282" y="537"/>
                  </a:lnTo>
                  <a:lnTo>
                    <a:pt x="1285" y="541"/>
                  </a:lnTo>
                  <a:lnTo>
                    <a:pt x="1286" y="545"/>
                  </a:lnTo>
                  <a:lnTo>
                    <a:pt x="1284" y="541"/>
                  </a:lnTo>
                  <a:lnTo>
                    <a:pt x="1281" y="538"/>
                  </a:lnTo>
                  <a:lnTo>
                    <a:pt x="1281" y="540"/>
                  </a:lnTo>
                  <a:lnTo>
                    <a:pt x="1281" y="541"/>
                  </a:lnTo>
                  <a:lnTo>
                    <a:pt x="1282" y="541"/>
                  </a:lnTo>
                  <a:lnTo>
                    <a:pt x="1282" y="543"/>
                  </a:lnTo>
                  <a:lnTo>
                    <a:pt x="1285" y="546"/>
                  </a:lnTo>
                  <a:lnTo>
                    <a:pt x="1288" y="547"/>
                  </a:lnTo>
                  <a:lnTo>
                    <a:pt x="1288" y="550"/>
                  </a:lnTo>
                  <a:lnTo>
                    <a:pt x="1288" y="553"/>
                  </a:lnTo>
                  <a:lnTo>
                    <a:pt x="1289" y="557"/>
                  </a:lnTo>
                  <a:lnTo>
                    <a:pt x="1288" y="557"/>
                  </a:lnTo>
                  <a:lnTo>
                    <a:pt x="1288" y="558"/>
                  </a:lnTo>
                  <a:lnTo>
                    <a:pt x="1288" y="561"/>
                  </a:lnTo>
                  <a:lnTo>
                    <a:pt x="1289" y="562"/>
                  </a:lnTo>
                  <a:lnTo>
                    <a:pt x="1290" y="566"/>
                  </a:lnTo>
                  <a:lnTo>
                    <a:pt x="1293" y="568"/>
                  </a:lnTo>
                  <a:lnTo>
                    <a:pt x="1294" y="570"/>
                  </a:lnTo>
                  <a:lnTo>
                    <a:pt x="1296" y="571"/>
                  </a:lnTo>
                  <a:lnTo>
                    <a:pt x="1296" y="574"/>
                  </a:lnTo>
                  <a:lnTo>
                    <a:pt x="1296" y="574"/>
                  </a:lnTo>
                  <a:lnTo>
                    <a:pt x="1297" y="575"/>
                  </a:lnTo>
                  <a:lnTo>
                    <a:pt x="1297" y="574"/>
                  </a:lnTo>
                  <a:lnTo>
                    <a:pt x="1298" y="574"/>
                  </a:lnTo>
                  <a:lnTo>
                    <a:pt x="1299" y="576"/>
                  </a:lnTo>
                  <a:lnTo>
                    <a:pt x="1299" y="579"/>
                  </a:lnTo>
                  <a:lnTo>
                    <a:pt x="1302" y="580"/>
                  </a:lnTo>
                  <a:lnTo>
                    <a:pt x="1303" y="584"/>
                  </a:lnTo>
                  <a:lnTo>
                    <a:pt x="1307" y="590"/>
                  </a:lnTo>
                  <a:lnTo>
                    <a:pt x="1309" y="592"/>
                  </a:lnTo>
                  <a:lnTo>
                    <a:pt x="1311" y="599"/>
                  </a:lnTo>
                  <a:lnTo>
                    <a:pt x="1315" y="603"/>
                  </a:lnTo>
                  <a:lnTo>
                    <a:pt x="1315" y="605"/>
                  </a:lnTo>
                  <a:lnTo>
                    <a:pt x="1318" y="605"/>
                  </a:lnTo>
                  <a:lnTo>
                    <a:pt x="1318" y="608"/>
                  </a:lnTo>
                  <a:lnTo>
                    <a:pt x="1321" y="612"/>
                  </a:lnTo>
                  <a:lnTo>
                    <a:pt x="1322" y="613"/>
                  </a:lnTo>
                  <a:lnTo>
                    <a:pt x="1322" y="615"/>
                  </a:lnTo>
                  <a:lnTo>
                    <a:pt x="1325" y="618"/>
                  </a:lnTo>
                  <a:lnTo>
                    <a:pt x="1326" y="621"/>
                  </a:lnTo>
                  <a:lnTo>
                    <a:pt x="1330" y="624"/>
                  </a:lnTo>
                  <a:lnTo>
                    <a:pt x="1331" y="626"/>
                  </a:lnTo>
                  <a:lnTo>
                    <a:pt x="1332" y="630"/>
                  </a:lnTo>
                  <a:lnTo>
                    <a:pt x="1331" y="629"/>
                  </a:lnTo>
                  <a:lnTo>
                    <a:pt x="1330" y="626"/>
                  </a:lnTo>
                  <a:lnTo>
                    <a:pt x="1327" y="625"/>
                  </a:lnTo>
                  <a:lnTo>
                    <a:pt x="1325" y="624"/>
                  </a:lnTo>
                  <a:lnTo>
                    <a:pt x="1323" y="620"/>
                  </a:lnTo>
                  <a:lnTo>
                    <a:pt x="1321" y="618"/>
                  </a:lnTo>
                  <a:lnTo>
                    <a:pt x="1318" y="618"/>
                  </a:lnTo>
                  <a:lnTo>
                    <a:pt x="1315" y="618"/>
                  </a:lnTo>
                  <a:lnTo>
                    <a:pt x="1314" y="618"/>
                  </a:lnTo>
                  <a:lnTo>
                    <a:pt x="1313" y="618"/>
                  </a:lnTo>
                  <a:lnTo>
                    <a:pt x="1313" y="620"/>
                  </a:lnTo>
                  <a:lnTo>
                    <a:pt x="1313" y="622"/>
                  </a:lnTo>
                  <a:lnTo>
                    <a:pt x="1311" y="624"/>
                  </a:lnTo>
                  <a:lnTo>
                    <a:pt x="1313" y="626"/>
                  </a:lnTo>
                  <a:lnTo>
                    <a:pt x="1313" y="629"/>
                  </a:lnTo>
                  <a:lnTo>
                    <a:pt x="1313" y="633"/>
                  </a:lnTo>
                  <a:lnTo>
                    <a:pt x="1314" y="636"/>
                  </a:lnTo>
                  <a:lnTo>
                    <a:pt x="1314" y="640"/>
                  </a:lnTo>
                  <a:lnTo>
                    <a:pt x="1314" y="643"/>
                  </a:lnTo>
                  <a:lnTo>
                    <a:pt x="1315" y="646"/>
                  </a:lnTo>
                  <a:lnTo>
                    <a:pt x="1317" y="650"/>
                  </a:lnTo>
                  <a:lnTo>
                    <a:pt x="1318" y="654"/>
                  </a:lnTo>
                  <a:lnTo>
                    <a:pt x="1319" y="655"/>
                  </a:lnTo>
                  <a:lnTo>
                    <a:pt x="1322" y="657"/>
                  </a:lnTo>
                  <a:lnTo>
                    <a:pt x="1325" y="659"/>
                  </a:lnTo>
                  <a:lnTo>
                    <a:pt x="1326" y="662"/>
                  </a:lnTo>
                  <a:lnTo>
                    <a:pt x="1326" y="665"/>
                  </a:lnTo>
                  <a:lnTo>
                    <a:pt x="1330" y="667"/>
                  </a:lnTo>
                  <a:lnTo>
                    <a:pt x="1331" y="667"/>
                  </a:lnTo>
                  <a:lnTo>
                    <a:pt x="1332" y="666"/>
                  </a:lnTo>
                  <a:lnTo>
                    <a:pt x="1334" y="668"/>
                  </a:lnTo>
                  <a:lnTo>
                    <a:pt x="1335" y="671"/>
                  </a:lnTo>
                  <a:lnTo>
                    <a:pt x="1336" y="674"/>
                  </a:lnTo>
                  <a:lnTo>
                    <a:pt x="1336" y="676"/>
                  </a:lnTo>
                  <a:lnTo>
                    <a:pt x="1336" y="679"/>
                  </a:lnTo>
                  <a:lnTo>
                    <a:pt x="1336" y="680"/>
                  </a:lnTo>
                  <a:lnTo>
                    <a:pt x="1336" y="682"/>
                  </a:lnTo>
                  <a:lnTo>
                    <a:pt x="1335" y="680"/>
                  </a:lnTo>
                  <a:lnTo>
                    <a:pt x="1335" y="678"/>
                  </a:lnTo>
                  <a:lnTo>
                    <a:pt x="1332" y="675"/>
                  </a:lnTo>
                  <a:lnTo>
                    <a:pt x="1332" y="674"/>
                  </a:lnTo>
                  <a:lnTo>
                    <a:pt x="1334" y="672"/>
                  </a:lnTo>
                  <a:lnTo>
                    <a:pt x="1332" y="671"/>
                  </a:lnTo>
                  <a:lnTo>
                    <a:pt x="1331" y="671"/>
                  </a:lnTo>
                  <a:lnTo>
                    <a:pt x="1331" y="672"/>
                  </a:lnTo>
                  <a:lnTo>
                    <a:pt x="1326" y="672"/>
                  </a:lnTo>
                  <a:lnTo>
                    <a:pt x="1325" y="672"/>
                  </a:lnTo>
                  <a:lnTo>
                    <a:pt x="1325" y="670"/>
                  </a:lnTo>
                  <a:lnTo>
                    <a:pt x="1323" y="670"/>
                  </a:lnTo>
                  <a:lnTo>
                    <a:pt x="1322" y="672"/>
                  </a:lnTo>
                  <a:lnTo>
                    <a:pt x="1321" y="675"/>
                  </a:lnTo>
                  <a:lnTo>
                    <a:pt x="1322" y="679"/>
                  </a:lnTo>
                  <a:lnTo>
                    <a:pt x="1323" y="680"/>
                  </a:lnTo>
                  <a:lnTo>
                    <a:pt x="1322" y="683"/>
                  </a:lnTo>
                  <a:lnTo>
                    <a:pt x="1323" y="686"/>
                  </a:lnTo>
                  <a:lnTo>
                    <a:pt x="1319" y="684"/>
                  </a:lnTo>
                  <a:lnTo>
                    <a:pt x="1318" y="680"/>
                  </a:lnTo>
                  <a:lnTo>
                    <a:pt x="1315" y="679"/>
                  </a:lnTo>
                  <a:lnTo>
                    <a:pt x="1314" y="675"/>
                  </a:lnTo>
                  <a:lnTo>
                    <a:pt x="1315" y="671"/>
                  </a:lnTo>
                  <a:lnTo>
                    <a:pt x="1315" y="667"/>
                  </a:lnTo>
                  <a:lnTo>
                    <a:pt x="1315" y="665"/>
                  </a:lnTo>
                  <a:lnTo>
                    <a:pt x="1313" y="661"/>
                  </a:lnTo>
                  <a:lnTo>
                    <a:pt x="1311" y="658"/>
                  </a:lnTo>
                  <a:lnTo>
                    <a:pt x="1310" y="655"/>
                  </a:lnTo>
                  <a:lnTo>
                    <a:pt x="1309" y="651"/>
                  </a:lnTo>
                  <a:lnTo>
                    <a:pt x="1309" y="646"/>
                  </a:lnTo>
                  <a:lnTo>
                    <a:pt x="1307" y="642"/>
                  </a:lnTo>
                  <a:lnTo>
                    <a:pt x="1307" y="641"/>
                  </a:lnTo>
                  <a:lnTo>
                    <a:pt x="1303" y="636"/>
                  </a:lnTo>
                  <a:lnTo>
                    <a:pt x="1301" y="633"/>
                  </a:lnTo>
                  <a:lnTo>
                    <a:pt x="1301" y="630"/>
                  </a:lnTo>
                  <a:lnTo>
                    <a:pt x="1301" y="628"/>
                  </a:lnTo>
                  <a:lnTo>
                    <a:pt x="1299" y="624"/>
                  </a:lnTo>
                  <a:lnTo>
                    <a:pt x="1298" y="620"/>
                  </a:lnTo>
                  <a:lnTo>
                    <a:pt x="1299" y="617"/>
                  </a:lnTo>
                  <a:lnTo>
                    <a:pt x="1298" y="616"/>
                  </a:lnTo>
                  <a:lnTo>
                    <a:pt x="1298" y="612"/>
                  </a:lnTo>
                  <a:lnTo>
                    <a:pt x="1297" y="608"/>
                  </a:lnTo>
                  <a:lnTo>
                    <a:pt x="1296" y="605"/>
                  </a:lnTo>
                  <a:lnTo>
                    <a:pt x="1293" y="601"/>
                  </a:lnTo>
                  <a:lnTo>
                    <a:pt x="1293" y="600"/>
                  </a:lnTo>
                  <a:lnTo>
                    <a:pt x="1294" y="599"/>
                  </a:lnTo>
                  <a:lnTo>
                    <a:pt x="1292" y="596"/>
                  </a:lnTo>
                  <a:lnTo>
                    <a:pt x="1289" y="595"/>
                  </a:lnTo>
                  <a:lnTo>
                    <a:pt x="1289" y="592"/>
                  </a:lnTo>
                  <a:lnTo>
                    <a:pt x="1288" y="590"/>
                  </a:lnTo>
                  <a:lnTo>
                    <a:pt x="1288" y="587"/>
                  </a:lnTo>
                  <a:lnTo>
                    <a:pt x="1288" y="583"/>
                  </a:lnTo>
                  <a:lnTo>
                    <a:pt x="1285" y="579"/>
                  </a:lnTo>
                  <a:lnTo>
                    <a:pt x="1282" y="578"/>
                  </a:lnTo>
                  <a:lnTo>
                    <a:pt x="1277" y="572"/>
                  </a:lnTo>
                  <a:lnTo>
                    <a:pt x="1278" y="571"/>
                  </a:lnTo>
                  <a:lnTo>
                    <a:pt x="1277" y="570"/>
                  </a:lnTo>
                  <a:lnTo>
                    <a:pt x="1274" y="568"/>
                  </a:lnTo>
                  <a:lnTo>
                    <a:pt x="1273" y="565"/>
                  </a:lnTo>
                  <a:lnTo>
                    <a:pt x="1272" y="559"/>
                  </a:lnTo>
                  <a:lnTo>
                    <a:pt x="1271" y="555"/>
                  </a:lnTo>
                  <a:lnTo>
                    <a:pt x="1271" y="554"/>
                  </a:lnTo>
                  <a:lnTo>
                    <a:pt x="1271" y="550"/>
                  </a:lnTo>
                  <a:lnTo>
                    <a:pt x="1268" y="546"/>
                  </a:lnTo>
                  <a:lnTo>
                    <a:pt x="1265" y="543"/>
                  </a:lnTo>
                  <a:lnTo>
                    <a:pt x="1265" y="540"/>
                  </a:lnTo>
                  <a:lnTo>
                    <a:pt x="1263" y="538"/>
                  </a:lnTo>
                  <a:lnTo>
                    <a:pt x="1264" y="534"/>
                  </a:lnTo>
                  <a:lnTo>
                    <a:pt x="1265" y="533"/>
                  </a:lnTo>
                  <a:lnTo>
                    <a:pt x="1267" y="536"/>
                  </a:lnTo>
                  <a:lnTo>
                    <a:pt x="1269" y="536"/>
                  </a:lnTo>
                  <a:lnTo>
                    <a:pt x="1271" y="534"/>
                  </a:lnTo>
                  <a:lnTo>
                    <a:pt x="1271" y="532"/>
                  </a:lnTo>
                  <a:lnTo>
                    <a:pt x="1268" y="532"/>
                  </a:lnTo>
                  <a:lnTo>
                    <a:pt x="1268" y="530"/>
                  </a:lnTo>
                  <a:lnTo>
                    <a:pt x="1269" y="529"/>
                  </a:lnTo>
                  <a:lnTo>
                    <a:pt x="1271" y="529"/>
                  </a:lnTo>
                  <a:lnTo>
                    <a:pt x="1269" y="526"/>
                  </a:lnTo>
                  <a:lnTo>
                    <a:pt x="1268" y="528"/>
                  </a:lnTo>
                  <a:lnTo>
                    <a:pt x="1268" y="528"/>
                  </a:lnTo>
                  <a:lnTo>
                    <a:pt x="1268" y="525"/>
                  </a:lnTo>
                  <a:lnTo>
                    <a:pt x="1267" y="524"/>
                  </a:lnTo>
                  <a:lnTo>
                    <a:pt x="1263" y="521"/>
                  </a:lnTo>
                  <a:lnTo>
                    <a:pt x="1259" y="518"/>
                  </a:lnTo>
                  <a:lnTo>
                    <a:pt x="1261" y="517"/>
                  </a:lnTo>
                  <a:lnTo>
                    <a:pt x="1263" y="518"/>
                  </a:lnTo>
                  <a:lnTo>
                    <a:pt x="1264" y="518"/>
                  </a:lnTo>
                  <a:lnTo>
                    <a:pt x="1264" y="517"/>
                  </a:lnTo>
                  <a:lnTo>
                    <a:pt x="1264" y="516"/>
                  </a:lnTo>
                  <a:lnTo>
                    <a:pt x="1264" y="515"/>
                  </a:lnTo>
                  <a:close/>
                  <a:moveTo>
                    <a:pt x="1198" y="511"/>
                  </a:moveTo>
                  <a:lnTo>
                    <a:pt x="1198" y="512"/>
                  </a:lnTo>
                  <a:lnTo>
                    <a:pt x="1197" y="513"/>
                  </a:lnTo>
                  <a:lnTo>
                    <a:pt x="1198" y="515"/>
                  </a:lnTo>
                  <a:lnTo>
                    <a:pt x="1197" y="516"/>
                  </a:lnTo>
                  <a:lnTo>
                    <a:pt x="1195" y="515"/>
                  </a:lnTo>
                  <a:lnTo>
                    <a:pt x="1195" y="516"/>
                  </a:lnTo>
                  <a:lnTo>
                    <a:pt x="1195" y="516"/>
                  </a:lnTo>
                  <a:lnTo>
                    <a:pt x="1194" y="516"/>
                  </a:lnTo>
                  <a:lnTo>
                    <a:pt x="1193" y="515"/>
                  </a:lnTo>
                  <a:lnTo>
                    <a:pt x="1193" y="513"/>
                  </a:lnTo>
                  <a:lnTo>
                    <a:pt x="1195" y="512"/>
                  </a:lnTo>
                  <a:lnTo>
                    <a:pt x="1197" y="511"/>
                  </a:lnTo>
                  <a:lnTo>
                    <a:pt x="1198" y="511"/>
                  </a:lnTo>
                  <a:close/>
                  <a:moveTo>
                    <a:pt x="1203" y="509"/>
                  </a:moveTo>
                  <a:lnTo>
                    <a:pt x="1205" y="509"/>
                  </a:lnTo>
                  <a:lnTo>
                    <a:pt x="1207" y="509"/>
                  </a:lnTo>
                  <a:lnTo>
                    <a:pt x="1209" y="509"/>
                  </a:lnTo>
                  <a:lnTo>
                    <a:pt x="1209" y="511"/>
                  </a:lnTo>
                  <a:lnTo>
                    <a:pt x="1207" y="512"/>
                  </a:lnTo>
                  <a:lnTo>
                    <a:pt x="1207" y="513"/>
                  </a:lnTo>
                  <a:lnTo>
                    <a:pt x="1209" y="512"/>
                  </a:lnTo>
                  <a:lnTo>
                    <a:pt x="1209" y="511"/>
                  </a:lnTo>
                  <a:lnTo>
                    <a:pt x="1211" y="511"/>
                  </a:lnTo>
                  <a:lnTo>
                    <a:pt x="1211" y="512"/>
                  </a:lnTo>
                  <a:lnTo>
                    <a:pt x="1210" y="513"/>
                  </a:lnTo>
                  <a:lnTo>
                    <a:pt x="1210" y="515"/>
                  </a:lnTo>
                  <a:lnTo>
                    <a:pt x="1210" y="516"/>
                  </a:lnTo>
                  <a:lnTo>
                    <a:pt x="1210" y="517"/>
                  </a:lnTo>
                  <a:lnTo>
                    <a:pt x="1209" y="518"/>
                  </a:lnTo>
                  <a:lnTo>
                    <a:pt x="1206" y="518"/>
                  </a:lnTo>
                  <a:lnTo>
                    <a:pt x="1205" y="516"/>
                  </a:lnTo>
                  <a:lnTo>
                    <a:pt x="1203" y="516"/>
                  </a:lnTo>
                  <a:lnTo>
                    <a:pt x="1203" y="517"/>
                  </a:lnTo>
                  <a:lnTo>
                    <a:pt x="1202" y="518"/>
                  </a:lnTo>
                  <a:lnTo>
                    <a:pt x="1202" y="518"/>
                  </a:lnTo>
                  <a:lnTo>
                    <a:pt x="1199" y="515"/>
                  </a:lnTo>
                  <a:lnTo>
                    <a:pt x="1199" y="513"/>
                  </a:lnTo>
                  <a:lnTo>
                    <a:pt x="1202" y="512"/>
                  </a:lnTo>
                  <a:lnTo>
                    <a:pt x="1202" y="509"/>
                  </a:lnTo>
                  <a:lnTo>
                    <a:pt x="1203" y="509"/>
                  </a:lnTo>
                  <a:close/>
                  <a:moveTo>
                    <a:pt x="1530" y="453"/>
                  </a:moveTo>
                  <a:lnTo>
                    <a:pt x="1533" y="454"/>
                  </a:lnTo>
                  <a:lnTo>
                    <a:pt x="1535" y="455"/>
                  </a:lnTo>
                  <a:lnTo>
                    <a:pt x="1536" y="455"/>
                  </a:lnTo>
                  <a:lnTo>
                    <a:pt x="1539" y="457"/>
                  </a:lnTo>
                  <a:lnTo>
                    <a:pt x="1542" y="459"/>
                  </a:lnTo>
                  <a:lnTo>
                    <a:pt x="1543" y="459"/>
                  </a:lnTo>
                  <a:lnTo>
                    <a:pt x="1540" y="461"/>
                  </a:lnTo>
                  <a:lnTo>
                    <a:pt x="1539" y="459"/>
                  </a:lnTo>
                  <a:lnTo>
                    <a:pt x="1535" y="458"/>
                  </a:lnTo>
                  <a:lnTo>
                    <a:pt x="1533" y="455"/>
                  </a:lnTo>
                  <a:lnTo>
                    <a:pt x="1530" y="455"/>
                  </a:lnTo>
                  <a:lnTo>
                    <a:pt x="1529" y="454"/>
                  </a:lnTo>
                  <a:lnTo>
                    <a:pt x="1530" y="453"/>
                  </a:lnTo>
                  <a:close/>
                  <a:moveTo>
                    <a:pt x="1509" y="443"/>
                  </a:moveTo>
                  <a:lnTo>
                    <a:pt x="1511" y="445"/>
                  </a:lnTo>
                  <a:lnTo>
                    <a:pt x="1510" y="445"/>
                  </a:lnTo>
                  <a:lnTo>
                    <a:pt x="1510" y="446"/>
                  </a:lnTo>
                  <a:lnTo>
                    <a:pt x="1513" y="449"/>
                  </a:lnTo>
                  <a:lnTo>
                    <a:pt x="1515" y="450"/>
                  </a:lnTo>
                  <a:lnTo>
                    <a:pt x="1515" y="451"/>
                  </a:lnTo>
                  <a:lnTo>
                    <a:pt x="1519" y="454"/>
                  </a:lnTo>
                  <a:lnTo>
                    <a:pt x="1522" y="455"/>
                  </a:lnTo>
                  <a:lnTo>
                    <a:pt x="1523" y="458"/>
                  </a:lnTo>
                  <a:lnTo>
                    <a:pt x="1522" y="458"/>
                  </a:lnTo>
                  <a:lnTo>
                    <a:pt x="1519" y="458"/>
                  </a:lnTo>
                  <a:lnTo>
                    <a:pt x="1518" y="455"/>
                  </a:lnTo>
                  <a:lnTo>
                    <a:pt x="1517" y="457"/>
                  </a:lnTo>
                  <a:lnTo>
                    <a:pt x="1515" y="457"/>
                  </a:lnTo>
                  <a:lnTo>
                    <a:pt x="1514" y="454"/>
                  </a:lnTo>
                  <a:lnTo>
                    <a:pt x="1511" y="454"/>
                  </a:lnTo>
                  <a:lnTo>
                    <a:pt x="1510" y="451"/>
                  </a:lnTo>
                  <a:lnTo>
                    <a:pt x="1510" y="450"/>
                  </a:lnTo>
                  <a:lnTo>
                    <a:pt x="1509" y="449"/>
                  </a:lnTo>
                  <a:lnTo>
                    <a:pt x="1506" y="449"/>
                  </a:lnTo>
                  <a:lnTo>
                    <a:pt x="1505" y="447"/>
                  </a:lnTo>
                  <a:lnTo>
                    <a:pt x="1505" y="446"/>
                  </a:lnTo>
                  <a:lnTo>
                    <a:pt x="1506" y="445"/>
                  </a:lnTo>
                  <a:lnTo>
                    <a:pt x="1508" y="445"/>
                  </a:lnTo>
                  <a:lnTo>
                    <a:pt x="1509" y="443"/>
                  </a:lnTo>
                  <a:close/>
                  <a:moveTo>
                    <a:pt x="80" y="433"/>
                  </a:moveTo>
                  <a:lnTo>
                    <a:pt x="83" y="433"/>
                  </a:lnTo>
                  <a:lnTo>
                    <a:pt x="83" y="434"/>
                  </a:lnTo>
                  <a:lnTo>
                    <a:pt x="81" y="436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1" y="438"/>
                  </a:lnTo>
                  <a:lnTo>
                    <a:pt x="81" y="437"/>
                  </a:lnTo>
                  <a:lnTo>
                    <a:pt x="79" y="436"/>
                  </a:lnTo>
                  <a:lnTo>
                    <a:pt x="79" y="434"/>
                  </a:lnTo>
                  <a:lnTo>
                    <a:pt x="80" y="433"/>
                  </a:lnTo>
                  <a:close/>
                  <a:moveTo>
                    <a:pt x="143" y="395"/>
                  </a:moveTo>
                  <a:lnTo>
                    <a:pt x="145" y="397"/>
                  </a:lnTo>
                  <a:lnTo>
                    <a:pt x="146" y="399"/>
                  </a:lnTo>
                  <a:lnTo>
                    <a:pt x="145" y="399"/>
                  </a:lnTo>
                  <a:lnTo>
                    <a:pt x="143" y="397"/>
                  </a:lnTo>
                  <a:lnTo>
                    <a:pt x="143" y="396"/>
                  </a:lnTo>
                  <a:lnTo>
                    <a:pt x="143" y="395"/>
                  </a:lnTo>
                  <a:close/>
                  <a:moveTo>
                    <a:pt x="1302" y="390"/>
                  </a:moveTo>
                  <a:lnTo>
                    <a:pt x="1302" y="392"/>
                  </a:lnTo>
                  <a:lnTo>
                    <a:pt x="1301" y="393"/>
                  </a:lnTo>
                  <a:lnTo>
                    <a:pt x="1299" y="393"/>
                  </a:lnTo>
                  <a:lnTo>
                    <a:pt x="1299" y="392"/>
                  </a:lnTo>
                  <a:lnTo>
                    <a:pt x="1301" y="391"/>
                  </a:lnTo>
                  <a:lnTo>
                    <a:pt x="1302" y="390"/>
                  </a:lnTo>
                  <a:close/>
                  <a:moveTo>
                    <a:pt x="401" y="368"/>
                  </a:moveTo>
                  <a:lnTo>
                    <a:pt x="404" y="368"/>
                  </a:lnTo>
                  <a:lnTo>
                    <a:pt x="405" y="370"/>
                  </a:lnTo>
                  <a:lnTo>
                    <a:pt x="407" y="368"/>
                  </a:lnTo>
                  <a:lnTo>
                    <a:pt x="409" y="370"/>
                  </a:lnTo>
                  <a:lnTo>
                    <a:pt x="409" y="372"/>
                  </a:lnTo>
                  <a:lnTo>
                    <a:pt x="409" y="372"/>
                  </a:lnTo>
                  <a:lnTo>
                    <a:pt x="407" y="374"/>
                  </a:lnTo>
                  <a:lnTo>
                    <a:pt x="404" y="372"/>
                  </a:lnTo>
                  <a:lnTo>
                    <a:pt x="404" y="371"/>
                  </a:lnTo>
                  <a:lnTo>
                    <a:pt x="403" y="370"/>
                  </a:lnTo>
                  <a:lnTo>
                    <a:pt x="401" y="368"/>
                  </a:lnTo>
                  <a:close/>
                  <a:moveTo>
                    <a:pt x="1446" y="355"/>
                  </a:moveTo>
                  <a:lnTo>
                    <a:pt x="1447" y="355"/>
                  </a:lnTo>
                  <a:lnTo>
                    <a:pt x="1450" y="358"/>
                  </a:lnTo>
                  <a:lnTo>
                    <a:pt x="1451" y="362"/>
                  </a:lnTo>
                  <a:lnTo>
                    <a:pt x="1451" y="365"/>
                  </a:lnTo>
                  <a:lnTo>
                    <a:pt x="1450" y="365"/>
                  </a:lnTo>
                  <a:lnTo>
                    <a:pt x="1447" y="367"/>
                  </a:lnTo>
                  <a:lnTo>
                    <a:pt x="1446" y="368"/>
                  </a:lnTo>
                  <a:lnTo>
                    <a:pt x="1444" y="371"/>
                  </a:lnTo>
                  <a:lnTo>
                    <a:pt x="1444" y="374"/>
                  </a:lnTo>
                  <a:lnTo>
                    <a:pt x="1443" y="374"/>
                  </a:lnTo>
                  <a:lnTo>
                    <a:pt x="1444" y="376"/>
                  </a:lnTo>
                  <a:lnTo>
                    <a:pt x="1444" y="379"/>
                  </a:lnTo>
                  <a:lnTo>
                    <a:pt x="1444" y="379"/>
                  </a:lnTo>
                  <a:lnTo>
                    <a:pt x="1442" y="376"/>
                  </a:lnTo>
                  <a:lnTo>
                    <a:pt x="1442" y="375"/>
                  </a:lnTo>
                  <a:lnTo>
                    <a:pt x="1443" y="374"/>
                  </a:lnTo>
                  <a:lnTo>
                    <a:pt x="1442" y="371"/>
                  </a:lnTo>
                  <a:lnTo>
                    <a:pt x="1442" y="370"/>
                  </a:lnTo>
                  <a:lnTo>
                    <a:pt x="1440" y="366"/>
                  </a:lnTo>
                  <a:lnTo>
                    <a:pt x="1440" y="363"/>
                  </a:lnTo>
                  <a:lnTo>
                    <a:pt x="1440" y="363"/>
                  </a:lnTo>
                  <a:lnTo>
                    <a:pt x="1439" y="365"/>
                  </a:lnTo>
                  <a:lnTo>
                    <a:pt x="1438" y="365"/>
                  </a:lnTo>
                  <a:lnTo>
                    <a:pt x="1439" y="362"/>
                  </a:lnTo>
                  <a:lnTo>
                    <a:pt x="1439" y="362"/>
                  </a:lnTo>
                  <a:lnTo>
                    <a:pt x="1443" y="358"/>
                  </a:lnTo>
                  <a:lnTo>
                    <a:pt x="1443" y="358"/>
                  </a:lnTo>
                  <a:lnTo>
                    <a:pt x="1444" y="357"/>
                  </a:lnTo>
                  <a:lnTo>
                    <a:pt x="1446" y="355"/>
                  </a:lnTo>
                  <a:close/>
                  <a:moveTo>
                    <a:pt x="216" y="349"/>
                  </a:moveTo>
                  <a:lnTo>
                    <a:pt x="218" y="349"/>
                  </a:lnTo>
                  <a:lnTo>
                    <a:pt x="217" y="350"/>
                  </a:lnTo>
                  <a:lnTo>
                    <a:pt x="214" y="350"/>
                  </a:lnTo>
                  <a:lnTo>
                    <a:pt x="214" y="351"/>
                  </a:lnTo>
                  <a:lnTo>
                    <a:pt x="213" y="351"/>
                  </a:lnTo>
                  <a:lnTo>
                    <a:pt x="213" y="350"/>
                  </a:lnTo>
                  <a:lnTo>
                    <a:pt x="216" y="349"/>
                  </a:lnTo>
                  <a:close/>
                  <a:moveTo>
                    <a:pt x="245" y="349"/>
                  </a:moveTo>
                  <a:lnTo>
                    <a:pt x="246" y="350"/>
                  </a:lnTo>
                  <a:lnTo>
                    <a:pt x="245" y="351"/>
                  </a:lnTo>
                  <a:lnTo>
                    <a:pt x="242" y="351"/>
                  </a:lnTo>
                  <a:lnTo>
                    <a:pt x="243" y="349"/>
                  </a:lnTo>
                  <a:lnTo>
                    <a:pt x="245" y="349"/>
                  </a:lnTo>
                  <a:close/>
                  <a:moveTo>
                    <a:pt x="250" y="347"/>
                  </a:moveTo>
                  <a:lnTo>
                    <a:pt x="250" y="349"/>
                  </a:lnTo>
                  <a:lnTo>
                    <a:pt x="249" y="351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9" y="347"/>
                  </a:lnTo>
                  <a:lnTo>
                    <a:pt x="250" y="347"/>
                  </a:lnTo>
                  <a:close/>
                  <a:moveTo>
                    <a:pt x="261" y="336"/>
                  </a:moveTo>
                  <a:lnTo>
                    <a:pt x="262" y="337"/>
                  </a:lnTo>
                  <a:lnTo>
                    <a:pt x="262" y="338"/>
                  </a:lnTo>
                  <a:lnTo>
                    <a:pt x="261" y="338"/>
                  </a:lnTo>
                  <a:lnTo>
                    <a:pt x="259" y="337"/>
                  </a:lnTo>
                  <a:lnTo>
                    <a:pt x="261" y="336"/>
                  </a:lnTo>
                  <a:close/>
                  <a:moveTo>
                    <a:pt x="275" y="336"/>
                  </a:moveTo>
                  <a:lnTo>
                    <a:pt x="278" y="337"/>
                  </a:lnTo>
                  <a:lnTo>
                    <a:pt x="276" y="337"/>
                  </a:lnTo>
                  <a:lnTo>
                    <a:pt x="274" y="338"/>
                  </a:lnTo>
                  <a:lnTo>
                    <a:pt x="272" y="340"/>
                  </a:lnTo>
                  <a:lnTo>
                    <a:pt x="271" y="340"/>
                  </a:lnTo>
                  <a:lnTo>
                    <a:pt x="272" y="337"/>
                  </a:lnTo>
                  <a:lnTo>
                    <a:pt x="275" y="336"/>
                  </a:lnTo>
                  <a:close/>
                  <a:moveTo>
                    <a:pt x="250" y="336"/>
                  </a:moveTo>
                  <a:lnTo>
                    <a:pt x="251" y="336"/>
                  </a:lnTo>
                  <a:lnTo>
                    <a:pt x="250" y="337"/>
                  </a:lnTo>
                  <a:lnTo>
                    <a:pt x="249" y="337"/>
                  </a:lnTo>
                  <a:lnTo>
                    <a:pt x="249" y="337"/>
                  </a:lnTo>
                  <a:lnTo>
                    <a:pt x="250" y="336"/>
                  </a:lnTo>
                  <a:close/>
                  <a:moveTo>
                    <a:pt x="254" y="336"/>
                  </a:moveTo>
                  <a:lnTo>
                    <a:pt x="257" y="336"/>
                  </a:lnTo>
                  <a:lnTo>
                    <a:pt x="257" y="338"/>
                  </a:lnTo>
                  <a:lnTo>
                    <a:pt x="255" y="338"/>
                  </a:lnTo>
                  <a:lnTo>
                    <a:pt x="254" y="337"/>
                  </a:lnTo>
                  <a:lnTo>
                    <a:pt x="253" y="336"/>
                  </a:lnTo>
                  <a:lnTo>
                    <a:pt x="254" y="336"/>
                  </a:lnTo>
                  <a:close/>
                  <a:moveTo>
                    <a:pt x="188" y="329"/>
                  </a:moveTo>
                  <a:lnTo>
                    <a:pt x="192" y="329"/>
                  </a:lnTo>
                  <a:lnTo>
                    <a:pt x="201" y="333"/>
                  </a:lnTo>
                  <a:lnTo>
                    <a:pt x="203" y="336"/>
                  </a:lnTo>
                  <a:lnTo>
                    <a:pt x="203" y="338"/>
                  </a:lnTo>
                  <a:lnTo>
                    <a:pt x="201" y="341"/>
                  </a:lnTo>
                  <a:lnTo>
                    <a:pt x="203" y="338"/>
                  </a:lnTo>
                  <a:lnTo>
                    <a:pt x="201" y="336"/>
                  </a:lnTo>
                  <a:lnTo>
                    <a:pt x="200" y="337"/>
                  </a:lnTo>
                  <a:lnTo>
                    <a:pt x="200" y="341"/>
                  </a:lnTo>
                  <a:lnTo>
                    <a:pt x="197" y="343"/>
                  </a:lnTo>
                  <a:lnTo>
                    <a:pt x="195" y="346"/>
                  </a:lnTo>
                  <a:lnTo>
                    <a:pt x="192" y="347"/>
                  </a:lnTo>
                  <a:lnTo>
                    <a:pt x="191" y="349"/>
                  </a:lnTo>
                  <a:lnTo>
                    <a:pt x="188" y="349"/>
                  </a:lnTo>
                  <a:lnTo>
                    <a:pt x="189" y="347"/>
                  </a:lnTo>
                  <a:lnTo>
                    <a:pt x="187" y="346"/>
                  </a:lnTo>
                  <a:lnTo>
                    <a:pt x="187" y="346"/>
                  </a:lnTo>
                  <a:lnTo>
                    <a:pt x="186" y="343"/>
                  </a:lnTo>
                  <a:lnTo>
                    <a:pt x="184" y="341"/>
                  </a:lnTo>
                  <a:lnTo>
                    <a:pt x="184" y="336"/>
                  </a:lnTo>
                  <a:lnTo>
                    <a:pt x="186" y="330"/>
                  </a:lnTo>
                  <a:lnTo>
                    <a:pt x="188" y="329"/>
                  </a:lnTo>
                  <a:close/>
                  <a:moveTo>
                    <a:pt x="292" y="326"/>
                  </a:moveTo>
                  <a:lnTo>
                    <a:pt x="290" y="329"/>
                  </a:lnTo>
                  <a:lnTo>
                    <a:pt x="290" y="328"/>
                  </a:lnTo>
                  <a:lnTo>
                    <a:pt x="292" y="326"/>
                  </a:lnTo>
                  <a:close/>
                  <a:moveTo>
                    <a:pt x="283" y="318"/>
                  </a:moveTo>
                  <a:lnTo>
                    <a:pt x="284" y="321"/>
                  </a:lnTo>
                  <a:lnTo>
                    <a:pt x="288" y="322"/>
                  </a:lnTo>
                  <a:lnTo>
                    <a:pt x="288" y="325"/>
                  </a:lnTo>
                  <a:lnTo>
                    <a:pt x="284" y="322"/>
                  </a:lnTo>
                  <a:lnTo>
                    <a:pt x="282" y="320"/>
                  </a:lnTo>
                  <a:lnTo>
                    <a:pt x="283" y="318"/>
                  </a:lnTo>
                  <a:close/>
                  <a:moveTo>
                    <a:pt x="279" y="316"/>
                  </a:moveTo>
                  <a:lnTo>
                    <a:pt x="280" y="317"/>
                  </a:lnTo>
                  <a:lnTo>
                    <a:pt x="279" y="318"/>
                  </a:lnTo>
                  <a:lnTo>
                    <a:pt x="279" y="318"/>
                  </a:lnTo>
                  <a:lnTo>
                    <a:pt x="279" y="316"/>
                  </a:lnTo>
                  <a:close/>
                  <a:moveTo>
                    <a:pt x="359" y="309"/>
                  </a:moveTo>
                  <a:lnTo>
                    <a:pt x="361" y="311"/>
                  </a:lnTo>
                  <a:lnTo>
                    <a:pt x="361" y="313"/>
                  </a:lnTo>
                  <a:lnTo>
                    <a:pt x="359" y="315"/>
                  </a:lnTo>
                  <a:lnTo>
                    <a:pt x="358" y="313"/>
                  </a:lnTo>
                  <a:lnTo>
                    <a:pt x="358" y="313"/>
                  </a:lnTo>
                  <a:lnTo>
                    <a:pt x="358" y="312"/>
                  </a:lnTo>
                  <a:lnTo>
                    <a:pt x="358" y="311"/>
                  </a:lnTo>
                  <a:lnTo>
                    <a:pt x="359" y="309"/>
                  </a:lnTo>
                  <a:close/>
                  <a:moveTo>
                    <a:pt x="1398" y="297"/>
                  </a:moveTo>
                  <a:lnTo>
                    <a:pt x="1398" y="297"/>
                  </a:lnTo>
                  <a:lnTo>
                    <a:pt x="1398" y="299"/>
                  </a:lnTo>
                  <a:lnTo>
                    <a:pt x="1397" y="300"/>
                  </a:lnTo>
                  <a:lnTo>
                    <a:pt x="1397" y="299"/>
                  </a:lnTo>
                  <a:lnTo>
                    <a:pt x="1397" y="297"/>
                  </a:lnTo>
                  <a:lnTo>
                    <a:pt x="1398" y="297"/>
                  </a:lnTo>
                  <a:close/>
                  <a:moveTo>
                    <a:pt x="275" y="293"/>
                  </a:moveTo>
                  <a:lnTo>
                    <a:pt x="276" y="293"/>
                  </a:lnTo>
                  <a:lnTo>
                    <a:pt x="279" y="296"/>
                  </a:lnTo>
                  <a:lnTo>
                    <a:pt x="280" y="297"/>
                  </a:lnTo>
                  <a:lnTo>
                    <a:pt x="283" y="299"/>
                  </a:lnTo>
                  <a:lnTo>
                    <a:pt x="286" y="301"/>
                  </a:lnTo>
                  <a:lnTo>
                    <a:pt x="288" y="301"/>
                  </a:lnTo>
                  <a:lnTo>
                    <a:pt x="291" y="305"/>
                  </a:lnTo>
                  <a:lnTo>
                    <a:pt x="295" y="308"/>
                  </a:lnTo>
                  <a:lnTo>
                    <a:pt x="295" y="312"/>
                  </a:lnTo>
                  <a:lnTo>
                    <a:pt x="293" y="313"/>
                  </a:lnTo>
                  <a:lnTo>
                    <a:pt x="292" y="313"/>
                  </a:lnTo>
                  <a:lnTo>
                    <a:pt x="291" y="315"/>
                  </a:lnTo>
                  <a:lnTo>
                    <a:pt x="287" y="315"/>
                  </a:lnTo>
                  <a:lnTo>
                    <a:pt x="286" y="313"/>
                  </a:lnTo>
                  <a:lnTo>
                    <a:pt x="287" y="312"/>
                  </a:lnTo>
                  <a:lnTo>
                    <a:pt x="286" y="309"/>
                  </a:lnTo>
                  <a:lnTo>
                    <a:pt x="286" y="308"/>
                  </a:lnTo>
                  <a:lnTo>
                    <a:pt x="283" y="308"/>
                  </a:lnTo>
                  <a:lnTo>
                    <a:pt x="282" y="308"/>
                  </a:lnTo>
                  <a:lnTo>
                    <a:pt x="282" y="311"/>
                  </a:lnTo>
                  <a:lnTo>
                    <a:pt x="280" y="309"/>
                  </a:lnTo>
                  <a:lnTo>
                    <a:pt x="279" y="308"/>
                  </a:lnTo>
                  <a:lnTo>
                    <a:pt x="276" y="307"/>
                  </a:lnTo>
                  <a:lnTo>
                    <a:pt x="272" y="301"/>
                  </a:lnTo>
                  <a:lnTo>
                    <a:pt x="271" y="300"/>
                  </a:lnTo>
                  <a:lnTo>
                    <a:pt x="272" y="300"/>
                  </a:lnTo>
                  <a:lnTo>
                    <a:pt x="274" y="301"/>
                  </a:lnTo>
                  <a:lnTo>
                    <a:pt x="275" y="301"/>
                  </a:lnTo>
                  <a:lnTo>
                    <a:pt x="275" y="300"/>
                  </a:lnTo>
                  <a:lnTo>
                    <a:pt x="274" y="299"/>
                  </a:lnTo>
                  <a:lnTo>
                    <a:pt x="272" y="297"/>
                  </a:lnTo>
                  <a:lnTo>
                    <a:pt x="274" y="296"/>
                  </a:lnTo>
                  <a:lnTo>
                    <a:pt x="274" y="295"/>
                  </a:lnTo>
                  <a:lnTo>
                    <a:pt x="275" y="293"/>
                  </a:lnTo>
                  <a:close/>
                  <a:moveTo>
                    <a:pt x="1397" y="292"/>
                  </a:moveTo>
                  <a:lnTo>
                    <a:pt x="1398" y="293"/>
                  </a:lnTo>
                  <a:lnTo>
                    <a:pt x="1398" y="295"/>
                  </a:lnTo>
                  <a:lnTo>
                    <a:pt x="1397" y="296"/>
                  </a:lnTo>
                  <a:lnTo>
                    <a:pt x="1394" y="293"/>
                  </a:lnTo>
                  <a:lnTo>
                    <a:pt x="1394" y="292"/>
                  </a:lnTo>
                  <a:lnTo>
                    <a:pt x="1397" y="292"/>
                  </a:lnTo>
                  <a:close/>
                  <a:moveTo>
                    <a:pt x="214" y="280"/>
                  </a:moveTo>
                  <a:lnTo>
                    <a:pt x="216" y="282"/>
                  </a:lnTo>
                  <a:lnTo>
                    <a:pt x="216" y="283"/>
                  </a:lnTo>
                  <a:lnTo>
                    <a:pt x="218" y="283"/>
                  </a:lnTo>
                  <a:lnTo>
                    <a:pt x="220" y="286"/>
                  </a:lnTo>
                  <a:lnTo>
                    <a:pt x="218" y="287"/>
                  </a:lnTo>
                  <a:lnTo>
                    <a:pt x="220" y="288"/>
                  </a:lnTo>
                  <a:lnTo>
                    <a:pt x="220" y="290"/>
                  </a:lnTo>
                  <a:lnTo>
                    <a:pt x="218" y="290"/>
                  </a:lnTo>
                  <a:lnTo>
                    <a:pt x="217" y="287"/>
                  </a:lnTo>
                  <a:lnTo>
                    <a:pt x="214" y="287"/>
                  </a:lnTo>
                  <a:lnTo>
                    <a:pt x="214" y="284"/>
                  </a:lnTo>
                  <a:lnTo>
                    <a:pt x="213" y="284"/>
                  </a:lnTo>
                  <a:lnTo>
                    <a:pt x="212" y="284"/>
                  </a:lnTo>
                  <a:lnTo>
                    <a:pt x="211" y="283"/>
                  </a:lnTo>
                  <a:lnTo>
                    <a:pt x="209" y="282"/>
                  </a:lnTo>
                  <a:lnTo>
                    <a:pt x="212" y="280"/>
                  </a:lnTo>
                  <a:lnTo>
                    <a:pt x="214" y="280"/>
                  </a:lnTo>
                  <a:close/>
                  <a:moveTo>
                    <a:pt x="502" y="259"/>
                  </a:moveTo>
                  <a:lnTo>
                    <a:pt x="503" y="259"/>
                  </a:lnTo>
                  <a:lnTo>
                    <a:pt x="504" y="262"/>
                  </a:lnTo>
                  <a:lnTo>
                    <a:pt x="503" y="263"/>
                  </a:lnTo>
                  <a:lnTo>
                    <a:pt x="502" y="262"/>
                  </a:lnTo>
                  <a:lnTo>
                    <a:pt x="502" y="259"/>
                  </a:lnTo>
                  <a:close/>
                  <a:moveTo>
                    <a:pt x="498" y="253"/>
                  </a:moveTo>
                  <a:lnTo>
                    <a:pt x="500" y="255"/>
                  </a:lnTo>
                  <a:lnTo>
                    <a:pt x="500" y="262"/>
                  </a:lnTo>
                  <a:lnTo>
                    <a:pt x="499" y="263"/>
                  </a:lnTo>
                  <a:lnTo>
                    <a:pt x="499" y="263"/>
                  </a:lnTo>
                  <a:lnTo>
                    <a:pt x="499" y="259"/>
                  </a:lnTo>
                  <a:lnTo>
                    <a:pt x="498" y="257"/>
                  </a:lnTo>
                  <a:lnTo>
                    <a:pt x="498" y="253"/>
                  </a:lnTo>
                  <a:lnTo>
                    <a:pt x="498" y="253"/>
                  </a:lnTo>
                  <a:close/>
                  <a:moveTo>
                    <a:pt x="495" y="247"/>
                  </a:moveTo>
                  <a:lnTo>
                    <a:pt x="496" y="249"/>
                  </a:lnTo>
                  <a:lnTo>
                    <a:pt x="496" y="251"/>
                  </a:lnTo>
                  <a:lnTo>
                    <a:pt x="495" y="250"/>
                  </a:lnTo>
                  <a:lnTo>
                    <a:pt x="494" y="247"/>
                  </a:lnTo>
                  <a:lnTo>
                    <a:pt x="495" y="247"/>
                  </a:lnTo>
                  <a:close/>
                  <a:moveTo>
                    <a:pt x="216" y="224"/>
                  </a:moveTo>
                  <a:lnTo>
                    <a:pt x="218" y="224"/>
                  </a:lnTo>
                  <a:lnTo>
                    <a:pt x="220" y="225"/>
                  </a:lnTo>
                  <a:lnTo>
                    <a:pt x="226" y="226"/>
                  </a:lnTo>
                  <a:lnTo>
                    <a:pt x="230" y="226"/>
                  </a:lnTo>
                  <a:lnTo>
                    <a:pt x="232" y="228"/>
                  </a:lnTo>
                  <a:lnTo>
                    <a:pt x="230" y="229"/>
                  </a:lnTo>
                  <a:lnTo>
                    <a:pt x="228" y="230"/>
                  </a:lnTo>
                  <a:lnTo>
                    <a:pt x="226" y="230"/>
                  </a:lnTo>
                  <a:lnTo>
                    <a:pt x="229" y="230"/>
                  </a:lnTo>
                  <a:lnTo>
                    <a:pt x="230" y="230"/>
                  </a:lnTo>
                  <a:lnTo>
                    <a:pt x="232" y="232"/>
                  </a:lnTo>
                  <a:lnTo>
                    <a:pt x="230" y="237"/>
                  </a:lnTo>
                  <a:lnTo>
                    <a:pt x="228" y="238"/>
                  </a:lnTo>
                  <a:lnTo>
                    <a:pt x="225" y="238"/>
                  </a:lnTo>
                  <a:lnTo>
                    <a:pt x="225" y="238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40"/>
                  </a:lnTo>
                  <a:lnTo>
                    <a:pt x="230" y="241"/>
                  </a:lnTo>
                  <a:lnTo>
                    <a:pt x="229" y="242"/>
                  </a:lnTo>
                  <a:lnTo>
                    <a:pt x="229" y="245"/>
                  </a:lnTo>
                  <a:lnTo>
                    <a:pt x="230" y="251"/>
                  </a:lnTo>
                  <a:lnTo>
                    <a:pt x="232" y="254"/>
                  </a:lnTo>
                  <a:lnTo>
                    <a:pt x="233" y="261"/>
                  </a:lnTo>
                  <a:lnTo>
                    <a:pt x="234" y="263"/>
                  </a:lnTo>
                  <a:lnTo>
                    <a:pt x="236" y="268"/>
                  </a:lnTo>
                  <a:lnTo>
                    <a:pt x="241" y="274"/>
                  </a:lnTo>
                  <a:lnTo>
                    <a:pt x="243" y="279"/>
                  </a:lnTo>
                  <a:lnTo>
                    <a:pt x="246" y="279"/>
                  </a:lnTo>
                  <a:lnTo>
                    <a:pt x="247" y="282"/>
                  </a:lnTo>
                  <a:lnTo>
                    <a:pt x="251" y="284"/>
                  </a:lnTo>
                  <a:lnTo>
                    <a:pt x="254" y="284"/>
                  </a:lnTo>
                  <a:lnTo>
                    <a:pt x="255" y="287"/>
                  </a:lnTo>
                  <a:lnTo>
                    <a:pt x="257" y="288"/>
                  </a:lnTo>
                  <a:lnTo>
                    <a:pt x="258" y="287"/>
                  </a:lnTo>
                  <a:lnTo>
                    <a:pt x="261" y="290"/>
                  </a:lnTo>
                  <a:lnTo>
                    <a:pt x="261" y="291"/>
                  </a:lnTo>
                  <a:lnTo>
                    <a:pt x="261" y="292"/>
                  </a:lnTo>
                  <a:lnTo>
                    <a:pt x="259" y="293"/>
                  </a:lnTo>
                  <a:lnTo>
                    <a:pt x="258" y="293"/>
                  </a:lnTo>
                  <a:lnTo>
                    <a:pt x="257" y="293"/>
                  </a:lnTo>
                  <a:lnTo>
                    <a:pt x="257" y="295"/>
                  </a:lnTo>
                  <a:lnTo>
                    <a:pt x="257" y="295"/>
                  </a:lnTo>
                  <a:lnTo>
                    <a:pt x="259" y="295"/>
                  </a:lnTo>
                  <a:lnTo>
                    <a:pt x="259" y="297"/>
                  </a:lnTo>
                  <a:lnTo>
                    <a:pt x="259" y="299"/>
                  </a:lnTo>
                  <a:lnTo>
                    <a:pt x="258" y="300"/>
                  </a:lnTo>
                  <a:lnTo>
                    <a:pt x="257" y="299"/>
                  </a:lnTo>
                  <a:lnTo>
                    <a:pt x="255" y="296"/>
                  </a:lnTo>
                  <a:lnTo>
                    <a:pt x="255" y="296"/>
                  </a:lnTo>
                  <a:lnTo>
                    <a:pt x="254" y="295"/>
                  </a:lnTo>
                  <a:lnTo>
                    <a:pt x="251" y="293"/>
                  </a:lnTo>
                  <a:lnTo>
                    <a:pt x="251" y="295"/>
                  </a:lnTo>
                  <a:lnTo>
                    <a:pt x="251" y="295"/>
                  </a:lnTo>
                  <a:lnTo>
                    <a:pt x="253" y="297"/>
                  </a:lnTo>
                  <a:lnTo>
                    <a:pt x="253" y="299"/>
                  </a:lnTo>
                  <a:lnTo>
                    <a:pt x="251" y="299"/>
                  </a:lnTo>
                  <a:lnTo>
                    <a:pt x="249" y="297"/>
                  </a:lnTo>
                  <a:lnTo>
                    <a:pt x="247" y="295"/>
                  </a:lnTo>
                  <a:lnTo>
                    <a:pt x="246" y="296"/>
                  </a:lnTo>
                  <a:lnTo>
                    <a:pt x="246" y="297"/>
                  </a:lnTo>
                  <a:lnTo>
                    <a:pt x="245" y="297"/>
                  </a:lnTo>
                  <a:lnTo>
                    <a:pt x="243" y="295"/>
                  </a:lnTo>
                  <a:lnTo>
                    <a:pt x="243" y="293"/>
                  </a:lnTo>
                  <a:lnTo>
                    <a:pt x="241" y="292"/>
                  </a:lnTo>
                  <a:lnTo>
                    <a:pt x="238" y="292"/>
                  </a:lnTo>
                  <a:lnTo>
                    <a:pt x="238" y="292"/>
                  </a:lnTo>
                  <a:lnTo>
                    <a:pt x="238" y="293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1" y="299"/>
                  </a:lnTo>
                  <a:lnTo>
                    <a:pt x="239" y="299"/>
                  </a:lnTo>
                  <a:lnTo>
                    <a:pt x="237" y="297"/>
                  </a:lnTo>
                  <a:lnTo>
                    <a:pt x="237" y="295"/>
                  </a:lnTo>
                  <a:lnTo>
                    <a:pt x="236" y="293"/>
                  </a:lnTo>
                  <a:lnTo>
                    <a:pt x="234" y="292"/>
                  </a:lnTo>
                  <a:lnTo>
                    <a:pt x="234" y="295"/>
                  </a:lnTo>
                  <a:lnTo>
                    <a:pt x="232" y="293"/>
                  </a:lnTo>
                  <a:lnTo>
                    <a:pt x="229" y="293"/>
                  </a:lnTo>
                  <a:lnTo>
                    <a:pt x="226" y="293"/>
                  </a:lnTo>
                  <a:lnTo>
                    <a:pt x="224" y="292"/>
                  </a:lnTo>
                  <a:lnTo>
                    <a:pt x="222" y="291"/>
                  </a:lnTo>
                  <a:lnTo>
                    <a:pt x="222" y="290"/>
                  </a:lnTo>
                  <a:lnTo>
                    <a:pt x="224" y="291"/>
                  </a:lnTo>
                  <a:lnTo>
                    <a:pt x="225" y="290"/>
                  </a:lnTo>
                  <a:lnTo>
                    <a:pt x="225" y="288"/>
                  </a:lnTo>
                  <a:lnTo>
                    <a:pt x="222" y="287"/>
                  </a:lnTo>
                  <a:lnTo>
                    <a:pt x="222" y="286"/>
                  </a:lnTo>
                  <a:lnTo>
                    <a:pt x="224" y="284"/>
                  </a:lnTo>
                  <a:lnTo>
                    <a:pt x="225" y="283"/>
                  </a:lnTo>
                  <a:lnTo>
                    <a:pt x="226" y="283"/>
                  </a:lnTo>
                  <a:lnTo>
                    <a:pt x="226" y="282"/>
                  </a:lnTo>
                  <a:lnTo>
                    <a:pt x="226" y="282"/>
                  </a:lnTo>
                  <a:lnTo>
                    <a:pt x="224" y="282"/>
                  </a:lnTo>
                  <a:lnTo>
                    <a:pt x="222" y="283"/>
                  </a:lnTo>
                  <a:lnTo>
                    <a:pt x="220" y="280"/>
                  </a:lnTo>
                  <a:lnTo>
                    <a:pt x="217" y="278"/>
                  </a:lnTo>
                  <a:lnTo>
                    <a:pt x="217" y="275"/>
                  </a:lnTo>
                  <a:lnTo>
                    <a:pt x="217" y="274"/>
                  </a:lnTo>
                  <a:lnTo>
                    <a:pt x="217" y="272"/>
                  </a:lnTo>
                  <a:lnTo>
                    <a:pt x="216" y="275"/>
                  </a:lnTo>
                  <a:lnTo>
                    <a:pt x="216" y="276"/>
                  </a:lnTo>
                  <a:lnTo>
                    <a:pt x="214" y="278"/>
                  </a:lnTo>
                  <a:lnTo>
                    <a:pt x="213" y="278"/>
                  </a:lnTo>
                  <a:lnTo>
                    <a:pt x="212" y="275"/>
                  </a:lnTo>
                  <a:lnTo>
                    <a:pt x="211" y="272"/>
                  </a:lnTo>
                  <a:lnTo>
                    <a:pt x="211" y="271"/>
                  </a:lnTo>
                  <a:lnTo>
                    <a:pt x="212" y="268"/>
                  </a:lnTo>
                  <a:lnTo>
                    <a:pt x="211" y="271"/>
                  </a:lnTo>
                  <a:lnTo>
                    <a:pt x="211" y="272"/>
                  </a:lnTo>
                  <a:lnTo>
                    <a:pt x="211" y="276"/>
                  </a:lnTo>
                  <a:lnTo>
                    <a:pt x="209" y="279"/>
                  </a:lnTo>
                  <a:lnTo>
                    <a:pt x="207" y="279"/>
                  </a:lnTo>
                  <a:lnTo>
                    <a:pt x="205" y="280"/>
                  </a:lnTo>
                  <a:lnTo>
                    <a:pt x="204" y="279"/>
                  </a:lnTo>
                  <a:lnTo>
                    <a:pt x="200" y="276"/>
                  </a:lnTo>
                  <a:lnTo>
                    <a:pt x="200" y="275"/>
                  </a:lnTo>
                  <a:lnTo>
                    <a:pt x="197" y="272"/>
                  </a:lnTo>
                  <a:lnTo>
                    <a:pt x="196" y="271"/>
                  </a:lnTo>
                  <a:lnTo>
                    <a:pt x="197" y="268"/>
                  </a:lnTo>
                  <a:lnTo>
                    <a:pt x="196" y="265"/>
                  </a:lnTo>
                  <a:lnTo>
                    <a:pt x="196" y="263"/>
                  </a:lnTo>
                  <a:lnTo>
                    <a:pt x="199" y="261"/>
                  </a:lnTo>
                  <a:lnTo>
                    <a:pt x="200" y="259"/>
                  </a:lnTo>
                  <a:lnTo>
                    <a:pt x="201" y="261"/>
                  </a:lnTo>
                  <a:lnTo>
                    <a:pt x="204" y="261"/>
                  </a:lnTo>
                  <a:lnTo>
                    <a:pt x="205" y="261"/>
                  </a:lnTo>
                  <a:lnTo>
                    <a:pt x="207" y="261"/>
                  </a:lnTo>
                  <a:lnTo>
                    <a:pt x="205" y="258"/>
                  </a:lnTo>
                  <a:lnTo>
                    <a:pt x="205" y="255"/>
                  </a:lnTo>
                  <a:lnTo>
                    <a:pt x="207" y="254"/>
                  </a:lnTo>
                  <a:lnTo>
                    <a:pt x="208" y="254"/>
                  </a:lnTo>
                  <a:lnTo>
                    <a:pt x="209" y="254"/>
                  </a:lnTo>
                  <a:lnTo>
                    <a:pt x="207" y="254"/>
                  </a:lnTo>
                  <a:lnTo>
                    <a:pt x="205" y="251"/>
                  </a:lnTo>
                  <a:lnTo>
                    <a:pt x="205" y="250"/>
                  </a:lnTo>
                  <a:lnTo>
                    <a:pt x="208" y="249"/>
                  </a:lnTo>
                  <a:lnTo>
                    <a:pt x="207" y="247"/>
                  </a:lnTo>
                  <a:lnTo>
                    <a:pt x="205" y="247"/>
                  </a:lnTo>
                  <a:lnTo>
                    <a:pt x="204" y="250"/>
                  </a:lnTo>
                  <a:lnTo>
                    <a:pt x="203" y="250"/>
                  </a:lnTo>
                  <a:lnTo>
                    <a:pt x="203" y="247"/>
                  </a:lnTo>
                  <a:lnTo>
                    <a:pt x="205" y="246"/>
                  </a:lnTo>
                  <a:lnTo>
                    <a:pt x="205" y="245"/>
                  </a:lnTo>
                  <a:lnTo>
                    <a:pt x="201" y="246"/>
                  </a:lnTo>
                  <a:lnTo>
                    <a:pt x="200" y="247"/>
                  </a:lnTo>
                  <a:lnTo>
                    <a:pt x="199" y="246"/>
                  </a:lnTo>
                  <a:lnTo>
                    <a:pt x="199" y="243"/>
                  </a:lnTo>
                  <a:lnTo>
                    <a:pt x="201" y="240"/>
                  </a:lnTo>
                  <a:lnTo>
                    <a:pt x="203" y="240"/>
                  </a:lnTo>
                  <a:lnTo>
                    <a:pt x="205" y="240"/>
                  </a:lnTo>
                  <a:lnTo>
                    <a:pt x="205" y="238"/>
                  </a:lnTo>
                  <a:lnTo>
                    <a:pt x="205" y="237"/>
                  </a:lnTo>
                  <a:lnTo>
                    <a:pt x="203" y="237"/>
                  </a:lnTo>
                  <a:lnTo>
                    <a:pt x="203" y="234"/>
                  </a:lnTo>
                  <a:lnTo>
                    <a:pt x="203" y="233"/>
                  </a:lnTo>
                  <a:lnTo>
                    <a:pt x="204" y="230"/>
                  </a:lnTo>
                  <a:lnTo>
                    <a:pt x="207" y="228"/>
                  </a:lnTo>
                  <a:lnTo>
                    <a:pt x="208" y="226"/>
                  </a:lnTo>
                  <a:lnTo>
                    <a:pt x="212" y="226"/>
                  </a:lnTo>
                  <a:lnTo>
                    <a:pt x="216" y="224"/>
                  </a:lnTo>
                  <a:close/>
                  <a:moveTo>
                    <a:pt x="428" y="212"/>
                  </a:moveTo>
                  <a:lnTo>
                    <a:pt x="430" y="212"/>
                  </a:lnTo>
                  <a:lnTo>
                    <a:pt x="432" y="212"/>
                  </a:lnTo>
                  <a:lnTo>
                    <a:pt x="432" y="215"/>
                  </a:lnTo>
                  <a:lnTo>
                    <a:pt x="430" y="217"/>
                  </a:lnTo>
                  <a:lnTo>
                    <a:pt x="428" y="217"/>
                  </a:lnTo>
                  <a:lnTo>
                    <a:pt x="426" y="220"/>
                  </a:lnTo>
                  <a:lnTo>
                    <a:pt x="425" y="221"/>
                  </a:lnTo>
                  <a:lnTo>
                    <a:pt x="423" y="224"/>
                  </a:lnTo>
                  <a:lnTo>
                    <a:pt x="421" y="224"/>
                  </a:lnTo>
                  <a:lnTo>
                    <a:pt x="420" y="222"/>
                  </a:lnTo>
                  <a:lnTo>
                    <a:pt x="420" y="220"/>
                  </a:lnTo>
                  <a:lnTo>
                    <a:pt x="421" y="218"/>
                  </a:lnTo>
                  <a:lnTo>
                    <a:pt x="424" y="217"/>
                  </a:lnTo>
                  <a:lnTo>
                    <a:pt x="423" y="215"/>
                  </a:lnTo>
                  <a:lnTo>
                    <a:pt x="425" y="212"/>
                  </a:lnTo>
                  <a:lnTo>
                    <a:pt x="428" y="212"/>
                  </a:lnTo>
                  <a:close/>
                  <a:moveTo>
                    <a:pt x="391" y="204"/>
                  </a:moveTo>
                  <a:lnTo>
                    <a:pt x="392" y="204"/>
                  </a:lnTo>
                  <a:lnTo>
                    <a:pt x="394" y="205"/>
                  </a:lnTo>
                  <a:lnTo>
                    <a:pt x="392" y="207"/>
                  </a:lnTo>
                  <a:lnTo>
                    <a:pt x="392" y="208"/>
                  </a:lnTo>
                  <a:lnTo>
                    <a:pt x="394" y="209"/>
                  </a:lnTo>
                  <a:lnTo>
                    <a:pt x="394" y="212"/>
                  </a:lnTo>
                  <a:lnTo>
                    <a:pt x="392" y="212"/>
                  </a:lnTo>
                  <a:lnTo>
                    <a:pt x="391" y="211"/>
                  </a:lnTo>
                  <a:lnTo>
                    <a:pt x="390" y="211"/>
                  </a:lnTo>
                  <a:lnTo>
                    <a:pt x="388" y="208"/>
                  </a:lnTo>
                  <a:lnTo>
                    <a:pt x="388" y="204"/>
                  </a:lnTo>
                  <a:lnTo>
                    <a:pt x="391" y="204"/>
                  </a:lnTo>
                  <a:close/>
                  <a:moveTo>
                    <a:pt x="355" y="197"/>
                  </a:moveTo>
                  <a:lnTo>
                    <a:pt x="357" y="197"/>
                  </a:lnTo>
                  <a:lnTo>
                    <a:pt x="358" y="200"/>
                  </a:lnTo>
                  <a:lnTo>
                    <a:pt x="359" y="203"/>
                  </a:lnTo>
                  <a:lnTo>
                    <a:pt x="362" y="204"/>
                  </a:lnTo>
                  <a:lnTo>
                    <a:pt x="363" y="207"/>
                  </a:lnTo>
                  <a:lnTo>
                    <a:pt x="363" y="208"/>
                  </a:lnTo>
                  <a:lnTo>
                    <a:pt x="361" y="208"/>
                  </a:lnTo>
                  <a:lnTo>
                    <a:pt x="358" y="211"/>
                  </a:lnTo>
                  <a:lnTo>
                    <a:pt x="357" y="212"/>
                  </a:lnTo>
                  <a:lnTo>
                    <a:pt x="355" y="213"/>
                  </a:lnTo>
                  <a:lnTo>
                    <a:pt x="354" y="212"/>
                  </a:lnTo>
                  <a:lnTo>
                    <a:pt x="353" y="213"/>
                  </a:lnTo>
                  <a:lnTo>
                    <a:pt x="353" y="211"/>
                  </a:lnTo>
                  <a:lnTo>
                    <a:pt x="351" y="211"/>
                  </a:lnTo>
                  <a:lnTo>
                    <a:pt x="351" y="212"/>
                  </a:lnTo>
                  <a:lnTo>
                    <a:pt x="351" y="213"/>
                  </a:lnTo>
                  <a:lnTo>
                    <a:pt x="350" y="213"/>
                  </a:lnTo>
                  <a:lnTo>
                    <a:pt x="349" y="212"/>
                  </a:lnTo>
                  <a:lnTo>
                    <a:pt x="349" y="208"/>
                  </a:lnTo>
                  <a:lnTo>
                    <a:pt x="349" y="205"/>
                  </a:lnTo>
                  <a:lnTo>
                    <a:pt x="347" y="204"/>
                  </a:lnTo>
                  <a:lnTo>
                    <a:pt x="346" y="201"/>
                  </a:lnTo>
                  <a:lnTo>
                    <a:pt x="349" y="200"/>
                  </a:lnTo>
                  <a:lnTo>
                    <a:pt x="351" y="200"/>
                  </a:lnTo>
                  <a:lnTo>
                    <a:pt x="353" y="197"/>
                  </a:lnTo>
                  <a:lnTo>
                    <a:pt x="355" y="197"/>
                  </a:lnTo>
                  <a:close/>
                  <a:moveTo>
                    <a:pt x="401" y="197"/>
                  </a:moveTo>
                  <a:lnTo>
                    <a:pt x="404" y="197"/>
                  </a:lnTo>
                  <a:lnTo>
                    <a:pt x="407" y="199"/>
                  </a:lnTo>
                  <a:lnTo>
                    <a:pt x="407" y="200"/>
                  </a:lnTo>
                  <a:lnTo>
                    <a:pt x="405" y="200"/>
                  </a:lnTo>
                  <a:lnTo>
                    <a:pt x="403" y="200"/>
                  </a:lnTo>
                  <a:lnTo>
                    <a:pt x="400" y="197"/>
                  </a:lnTo>
                  <a:lnTo>
                    <a:pt x="401" y="197"/>
                  </a:lnTo>
                  <a:close/>
                  <a:moveTo>
                    <a:pt x="432" y="192"/>
                  </a:moveTo>
                  <a:lnTo>
                    <a:pt x="433" y="195"/>
                  </a:lnTo>
                  <a:lnTo>
                    <a:pt x="436" y="197"/>
                  </a:lnTo>
                  <a:lnTo>
                    <a:pt x="436" y="201"/>
                  </a:lnTo>
                  <a:lnTo>
                    <a:pt x="438" y="204"/>
                  </a:lnTo>
                  <a:lnTo>
                    <a:pt x="438" y="205"/>
                  </a:lnTo>
                  <a:lnTo>
                    <a:pt x="436" y="207"/>
                  </a:lnTo>
                  <a:lnTo>
                    <a:pt x="434" y="205"/>
                  </a:lnTo>
                  <a:lnTo>
                    <a:pt x="432" y="205"/>
                  </a:lnTo>
                  <a:lnTo>
                    <a:pt x="430" y="204"/>
                  </a:lnTo>
                  <a:lnTo>
                    <a:pt x="428" y="204"/>
                  </a:lnTo>
                  <a:lnTo>
                    <a:pt x="428" y="203"/>
                  </a:lnTo>
                  <a:lnTo>
                    <a:pt x="429" y="199"/>
                  </a:lnTo>
                  <a:lnTo>
                    <a:pt x="429" y="196"/>
                  </a:lnTo>
                  <a:lnTo>
                    <a:pt x="432" y="192"/>
                  </a:lnTo>
                  <a:close/>
                  <a:moveTo>
                    <a:pt x="396" y="188"/>
                  </a:moveTo>
                  <a:lnTo>
                    <a:pt x="396" y="188"/>
                  </a:lnTo>
                  <a:lnTo>
                    <a:pt x="395" y="190"/>
                  </a:lnTo>
                  <a:lnTo>
                    <a:pt x="395" y="191"/>
                  </a:lnTo>
                  <a:lnTo>
                    <a:pt x="396" y="192"/>
                  </a:lnTo>
                  <a:lnTo>
                    <a:pt x="394" y="193"/>
                  </a:lnTo>
                  <a:lnTo>
                    <a:pt x="392" y="192"/>
                  </a:lnTo>
                  <a:lnTo>
                    <a:pt x="390" y="195"/>
                  </a:lnTo>
                  <a:lnTo>
                    <a:pt x="390" y="193"/>
                  </a:lnTo>
                  <a:lnTo>
                    <a:pt x="391" y="190"/>
                  </a:lnTo>
                  <a:lnTo>
                    <a:pt x="395" y="188"/>
                  </a:lnTo>
                  <a:lnTo>
                    <a:pt x="396" y="188"/>
                  </a:lnTo>
                  <a:close/>
                  <a:moveTo>
                    <a:pt x="462" y="162"/>
                  </a:moveTo>
                  <a:lnTo>
                    <a:pt x="465" y="163"/>
                  </a:lnTo>
                  <a:lnTo>
                    <a:pt x="463" y="163"/>
                  </a:lnTo>
                  <a:lnTo>
                    <a:pt x="461" y="163"/>
                  </a:lnTo>
                  <a:lnTo>
                    <a:pt x="459" y="163"/>
                  </a:lnTo>
                  <a:lnTo>
                    <a:pt x="462" y="162"/>
                  </a:lnTo>
                  <a:close/>
                  <a:moveTo>
                    <a:pt x="446" y="161"/>
                  </a:moveTo>
                  <a:lnTo>
                    <a:pt x="448" y="162"/>
                  </a:lnTo>
                  <a:lnTo>
                    <a:pt x="446" y="165"/>
                  </a:lnTo>
                  <a:lnTo>
                    <a:pt x="444" y="163"/>
                  </a:lnTo>
                  <a:lnTo>
                    <a:pt x="444" y="162"/>
                  </a:lnTo>
                  <a:lnTo>
                    <a:pt x="445" y="161"/>
                  </a:lnTo>
                  <a:lnTo>
                    <a:pt x="446" y="161"/>
                  </a:lnTo>
                  <a:close/>
                  <a:moveTo>
                    <a:pt x="453" y="159"/>
                  </a:moveTo>
                  <a:lnTo>
                    <a:pt x="455" y="159"/>
                  </a:lnTo>
                  <a:lnTo>
                    <a:pt x="454" y="161"/>
                  </a:lnTo>
                  <a:lnTo>
                    <a:pt x="453" y="162"/>
                  </a:lnTo>
                  <a:lnTo>
                    <a:pt x="450" y="162"/>
                  </a:lnTo>
                  <a:lnTo>
                    <a:pt x="450" y="161"/>
                  </a:lnTo>
                  <a:lnTo>
                    <a:pt x="451" y="159"/>
                  </a:lnTo>
                  <a:lnTo>
                    <a:pt x="453" y="159"/>
                  </a:lnTo>
                  <a:close/>
                  <a:moveTo>
                    <a:pt x="480" y="158"/>
                  </a:moveTo>
                  <a:lnTo>
                    <a:pt x="482" y="159"/>
                  </a:lnTo>
                  <a:lnTo>
                    <a:pt x="484" y="161"/>
                  </a:lnTo>
                  <a:lnTo>
                    <a:pt x="483" y="162"/>
                  </a:lnTo>
                  <a:lnTo>
                    <a:pt x="482" y="162"/>
                  </a:lnTo>
                  <a:lnTo>
                    <a:pt x="480" y="158"/>
                  </a:lnTo>
                  <a:close/>
                  <a:moveTo>
                    <a:pt x="473" y="154"/>
                  </a:moveTo>
                  <a:lnTo>
                    <a:pt x="475" y="155"/>
                  </a:lnTo>
                  <a:lnTo>
                    <a:pt x="473" y="157"/>
                  </a:lnTo>
                  <a:lnTo>
                    <a:pt x="471" y="157"/>
                  </a:lnTo>
                  <a:lnTo>
                    <a:pt x="471" y="155"/>
                  </a:lnTo>
                  <a:lnTo>
                    <a:pt x="471" y="154"/>
                  </a:lnTo>
                  <a:lnTo>
                    <a:pt x="473" y="154"/>
                  </a:lnTo>
                  <a:close/>
                  <a:moveTo>
                    <a:pt x="413" y="149"/>
                  </a:moveTo>
                  <a:lnTo>
                    <a:pt x="415" y="150"/>
                  </a:lnTo>
                  <a:lnTo>
                    <a:pt x="415" y="151"/>
                  </a:lnTo>
                  <a:lnTo>
                    <a:pt x="416" y="153"/>
                  </a:lnTo>
                  <a:lnTo>
                    <a:pt x="413" y="154"/>
                  </a:lnTo>
                  <a:lnTo>
                    <a:pt x="412" y="153"/>
                  </a:lnTo>
                  <a:lnTo>
                    <a:pt x="412" y="151"/>
                  </a:lnTo>
                  <a:lnTo>
                    <a:pt x="411" y="151"/>
                  </a:lnTo>
                  <a:lnTo>
                    <a:pt x="411" y="150"/>
                  </a:lnTo>
                  <a:lnTo>
                    <a:pt x="413" y="149"/>
                  </a:lnTo>
                  <a:close/>
                  <a:moveTo>
                    <a:pt x="462" y="145"/>
                  </a:moveTo>
                  <a:lnTo>
                    <a:pt x="463" y="146"/>
                  </a:lnTo>
                  <a:lnTo>
                    <a:pt x="463" y="146"/>
                  </a:lnTo>
                  <a:lnTo>
                    <a:pt x="462" y="147"/>
                  </a:lnTo>
                  <a:lnTo>
                    <a:pt x="461" y="149"/>
                  </a:lnTo>
                  <a:lnTo>
                    <a:pt x="462" y="149"/>
                  </a:lnTo>
                  <a:lnTo>
                    <a:pt x="461" y="150"/>
                  </a:lnTo>
                  <a:lnTo>
                    <a:pt x="459" y="149"/>
                  </a:lnTo>
                  <a:lnTo>
                    <a:pt x="459" y="147"/>
                  </a:lnTo>
                  <a:lnTo>
                    <a:pt x="462" y="145"/>
                  </a:lnTo>
                  <a:close/>
                  <a:moveTo>
                    <a:pt x="226" y="143"/>
                  </a:moveTo>
                  <a:lnTo>
                    <a:pt x="228" y="145"/>
                  </a:lnTo>
                  <a:lnTo>
                    <a:pt x="228" y="146"/>
                  </a:lnTo>
                  <a:lnTo>
                    <a:pt x="224" y="147"/>
                  </a:lnTo>
                  <a:lnTo>
                    <a:pt x="224" y="149"/>
                  </a:lnTo>
                  <a:lnTo>
                    <a:pt x="222" y="150"/>
                  </a:lnTo>
                  <a:lnTo>
                    <a:pt x="221" y="147"/>
                  </a:lnTo>
                  <a:lnTo>
                    <a:pt x="222" y="146"/>
                  </a:lnTo>
                  <a:lnTo>
                    <a:pt x="224" y="146"/>
                  </a:lnTo>
                  <a:lnTo>
                    <a:pt x="226" y="143"/>
                  </a:lnTo>
                  <a:close/>
                  <a:moveTo>
                    <a:pt x="466" y="143"/>
                  </a:move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7" y="146"/>
                  </a:lnTo>
                  <a:lnTo>
                    <a:pt x="466" y="146"/>
                  </a:lnTo>
                  <a:lnTo>
                    <a:pt x="466" y="145"/>
                  </a:lnTo>
                  <a:lnTo>
                    <a:pt x="466" y="143"/>
                  </a:lnTo>
                  <a:close/>
                  <a:moveTo>
                    <a:pt x="473" y="142"/>
                  </a:moveTo>
                  <a:lnTo>
                    <a:pt x="474" y="143"/>
                  </a:lnTo>
                  <a:lnTo>
                    <a:pt x="474" y="145"/>
                  </a:lnTo>
                  <a:lnTo>
                    <a:pt x="471" y="146"/>
                  </a:lnTo>
                  <a:lnTo>
                    <a:pt x="471" y="146"/>
                  </a:lnTo>
                  <a:lnTo>
                    <a:pt x="470" y="146"/>
                  </a:lnTo>
                  <a:lnTo>
                    <a:pt x="471" y="145"/>
                  </a:lnTo>
                  <a:lnTo>
                    <a:pt x="470" y="143"/>
                  </a:lnTo>
                  <a:lnTo>
                    <a:pt x="471" y="142"/>
                  </a:lnTo>
                  <a:lnTo>
                    <a:pt x="473" y="142"/>
                  </a:lnTo>
                  <a:close/>
                  <a:moveTo>
                    <a:pt x="462" y="136"/>
                  </a:moveTo>
                  <a:lnTo>
                    <a:pt x="465" y="136"/>
                  </a:lnTo>
                  <a:lnTo>
                    <a:pt x="465" y="137"/>
                  </a:lnTo>
                  <a:lnTo>
                    <a:pt x="463" y="140"/>
                  </a:lnTo>
                  <a:lnTo>
                    <a:pt x="462" y="138"/>
                  </a:lnTo>
                  <a:lnTo>
                    <a:pt x="459" y="137"/>
                  </a:lnTo>
                  <a:lnTo>
                    <a:pt x="459" y="137"/>
                  </a:lnTo>
                  <a:lnTo>
                    <a:pt x="461" y="136"/>
                  </a:lnTo>
                  <a:lnTo>
                    <a:pt x="462" y="136"/>
                  </a:lnTo>
                  <a:close/>
                  <a:moveTo>
                    <a:pt x="471" y="128"/>
                  </a:moveTo>
                  <a:lnTo>
                    <a:pt x="475" y="128"/>
                  </a:lnTo>
                  <a:lnTo>
                    <a:pt x="477" y="129"/>
                  </a:lnTo>
                  <a:lnTo>
                    <a:pt x="477" y="130"/>
                  </a:lnTo>
                  <a:lnTo>
                    <a:pt x="474" y="130"/>
                  </a:lnTo>
                  <a:lnTo>
                    <a:pt x="475" y="132"/>
                  </a:lnTo>
                  <a:lnTo>
                    <a:pt x="475" y="133"/>
                  </a:lnTo>
                  <a:lnTo>
                    <a:pt x="474" y="133"/>
                  </a:lnTo>
                  <a:lnTo>
                    <a:pt x="473" y="133"/>
                  </a:lnTo>
                  <a:lnTo>
                    <a:pt x="470" y="132"/>
                  </a:lnTo>
                  <a:lnTo>
                    <a:pt x="469" y="132"/>
                  </a:lnTo>
                  <a:lnTo>
                    <a:pt x="467" y="129"/>
                  </a:lnTo>
                  <a:lnTo>
                    <a:pt x="469" y="129"/>
                  </a:lnTo>
                  <a:lnTo>
                    <a:pt x="470" y="130"/>
                  </a:lnTo>
                  <a:lnTo>
                    <a:pt x="471" y="130"/>
                  </a:lnTo>
                  <a:lnTo>
                    <a:pt x="470" y="128"/>
                  </a:lnTo>
                  <a:lnTo>
                    <a:pt x="471" y="128"/>
                  </a:lnTo>
                  <a:close/>
                  <a:moveTo>
                    <a:pt x="425" y="118"/>
                  </a:moveTo>
                  <a:lnTo>
                    <a:pt x="425" y="120"/>
                  </a:lnTo>
                  <a:lnTo>
                    <a:pt x="425" y="121"/>
                  </a:lnTo>
                  <a:lnTo>
                    <a:pt x="426" y="122"/>
                  </a:lnTo>
                  <a:lnTo>
                    <a:pt x="426" y="124"/>
                  </a:lnTo>
                  <a:lnTo>
                    <a:pt x="425" y="125"/>
                  </a:lnTo>
                  <a:lnTo>
                    <a:pt x="426" y="128"/>
                  </a:lnTo>
                  <a:lnTo>
                    <a:pt x="425" y="130"/>
                  </a:lnTo>
                  <a:lnTo>
                    <a:pt x="425" y="129"/>
                  </a:lnTo>
                  <a:lnTo>
                    <a:pt x="424" y="126"/>
                  </a:lnTo>
                  <a:lnTo>
                    <a:pt x="424" y="126"/>
                  </a:lnTo>
                  <a:lnTo>
                    <a:pt x="423" y="126"/>
                  </a:lnTo>
                  <a:lnTo>
                    <a:pt x="421" y="126"/>
                  </a:lnTo>
                  <a:lnTo>
                    <a:pt x="420" y="122"/>
                  </a:lnTo>
                  <a:lnTo>
                    <a:pt x="421" y="124"/>
                  </a:lnTo>
                  <a:lnTo>
                    <a:pt x="423" y="124"/>
                  </a:lnTo>
                  <a:lnTo>
                    <a:pt x="423" y="122"/>
                  </a:lnTo>
                  <a:lnTo>
                    <a:pt x="421" y="120"/>
                  </a:lnTo>
                  <a:lnTo>
                    <a:pt x="421" y="118"/>
                  </a:lnTo>
                  <a:lnTo>
                    <a:pt x="423" y="118"/>
                  </a:lnTo>
                  <a:lnTo>
                    <a:pt x="425" y="118"/>
                  </a:lnTo>
                  <a:close/>
                  <a:moveTo>
                    <a:pt x="413" y="107"/>
                  </a:moveTo>
                  <a:lnTo>
                    <a:pt x="415" y="108"/>
                  </a:lnTo>
                  <a:lnTo>
                    <a:pt x="416" y="109"/>
                  </a:lnTo>
                  <a:lnTo>
                    <a:pt x="419" y="109"/>
                  </a:lnTo>
                  <a:lnTo>
                    <a:pt x="417" y="111"/>
                  </a:lnTo>
                  <a:lnTo>
                    <a:pt x="416" y="111"/>
                  </a:lnTo>
                  <a:lnTo>
                    <a:pt x="413" y="109"/>
                  </a:lnTo>
                  <a:lnTo>
                    <a:pt x="412" y="108"/>
                  </a:lnTo>
                  <a:lnTo>
                    <a:pt x="413" y="107"/>
                  </a:lnTo>
                  <a:close/>
                  <a:moveTo>
                    <a:pt x="423" y="104"/>
                  </a:moveTo>
                  <a:lnTo>
                    <a:pt x="424" y="105"/>
                  </a:lnTo>
                  <a:lnTo>
                    <a:pt x="426" y="105"/>
                  </a:lnTo>
                  <a:lnTo>
                    <a:pt x="426" y="107"/>
                  </a:lnTo>
                  <a:lnTo>
                    <a:pt x="425" y="108"/>
                  </a:lnTo>
                  <a:lnTo>
                    <a:pt x="423" y="107"/>
                  </a:lnTo>
                  <a:lnTo>
                    <a:pt x="420" y="108"/>
                  </a:lnTo>
                  <a:lnTo>
                    <a:pt x="419" y="107"/>
                  </a:lnTo>
                  <a:lnTo>
                    <a:pt x="420" y="104"/>
                  </a:lnTo>
                  <a:lnTo>
                    <a:pt x="423" y="104"/>
                  </a:lnTo>
                  <a:close/>
                  <a:moveTo>
                    <a:pt x="786" y="103"/>
                  </a:moveTo>
                  <a:lnTo>
                    <a:pt x="787" y="103"/>
                  </a:lnTo>
                  <a:lnTo>
                    <a:pt x="790" y="105"/>
                  </a:lnTo>
                  <a:lnTo>
                    <a:pt x="791" y="107"/>
                  </a:lnTo>
                  <a:lnTo>
                    <a:pt x="791" y="108"/>
                  </a:lnTo>
                  <a:lnTo>
                    <a:pt x="790" y="107"/>
                  </a:lnTo>
                  <a:lnTo>
                    <a:pt x="790" y="108"/>
                  </a:lnTo>
                  <a:lnTo>
                    <a:pt x="786" y="108"/>
                  </a:lnTo>
                  <a:lnTo>
                    <a:pt x="786" y="107"/>
                  </a:lnTo>
                  <a:lnTo>
                    <a:pt x="785" y="105"/>
                  </a:lnTo>
                  <a:lnTo>
                    <a:pt x="785" y="104"/>
                  </a:lnTo>
                  <a:lnTo>
                    <a:pt x="786" y="103"/>
                  </a:lnTo>
                  <a:close/>
                  <a:moveTo>
                    <a:pt x="291" y="99"/>
                  </a:moveTo>
                  <a:lnTo>
                    <a:pt x="292" y="100"/>
                  </a:lnTo>
                  <a:lnTo>
                    <a:pt x="292" y="103"/>
                  </a:lnTo>
                  <a:lnTo>
                    <a:pt x="293" y="104"/>
                  </a:lnTo>
                  <a:lnTo>
                    <a:pt x="295" y="104"/>
                  </a:lnTo>
                  <a:lnTo>
                    <a:pt x="296" y="105"/>
                  </a:lnTo>
                  <a:lnTo>
                    <a:pt x="299" y="105"/>
                  </a:lnTo>
                  <a:lnTo>
                    <a:pt x="300" y="107"/>
                  </a:lnTo>
                  <a:lnTo>
                    <a:pt x="299" y="109"/>
                  </a:lnTo>
                  <a:lnTo>
                    <a:pt x="299" y="113"/>
                  </a:lnTo>
                  <a:lnTo>
                    <a:pt x="300" y="113"/>
                  </a:lnTo>
                  <a:lnTo>
                    <a:pt x="301" y="113"/>
                  </a:lnTo>
                  <a:lnTo>
                    <a:pt x="301" y="117"/>
                  </a:lnTo>
                  <a:lnTo>
                    <a:pt x="301" y="118"/>
                  </a:lnTo>
                  <a:lnTo>
                    <a:pt x="300" y="121"/>
                  </a:lnTo>
                  <a:lnTo>
                    <a:pt x="301" y="122"/>
                  </a:lnTo>
                  <a:lnTo>
                    <a:pt x="301" y="124"/>
                  </a:lnTo>
                  <a:lnTo>
                    <a:pt x="299" y="125"/>
                  </a:lnTo>
                  <a:lnTo>
                    <a:pt x="297" y="124"/>
                  </a:lnTo>
                  <a:lnTo>
                    <a:pt x="296" y="125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87" y="133"/>
                  </a:lnTo>
                  <a:lnTo>
                    <a:pt x="283" y="136"/>
                  </a:lnTo>
                  <a:lnTo>
                    <a:pt x="282" y="136"/>
                  </a:lnTo>
                  <a:lnTo>
                    <a:pt x="278" y="138"/>
                  </a:lnTo>
                  <a:lnTo>
                    <a:pt x="274" y="143"/>
                  </a:lnTo>
                  <a:lnTo>
                    <a:pt x="268" y="147"/>
                  </a:lnTo>
                  <a:lnTo>
                    <a:pt x="267" y="147"/>
                  </a:lnTo>
                  <a:lnTo>
                    <a:pt x="266" y="151"/>
                  </a:lnTo>
                  <a:lnTo>
                    <a:pt x="265" y="155"/>
                  </a:lnTo>
                  <a:lnTo>
                    <a:pt x="261" y="157"/>
                  </a:lnTo>
                  <a:lnTo>
                    <a:pt x="261" y="161"/>
                  </a:lnTo>
                  <a:lnTo>
                    <a:pt x="259" y="162"/>
                  </a:lnTo>
                  <a:lnTo>
                    <a:pt x="258" y="165"/>
                  </a:lnTo>
                  <a:lnTo>
                    <a:pt x="254" y="168"/>
                  </a:lnTo>
                  <a:lnTo>
                    <a:pt x="253" y="170"/>
                  </a:lnTo>
                  <a:lnTo>
                    <a:pt x="253" y="167"/>
                  </a:lnTo>
                  <a:lnTo>
                    <a:pt x="251" y="170"/>
                  </a:lnTo>
                  <a:lnTo>
                    <a:pt x="251" y="171"/>
                  </a:lnTo>
                  <a:lnTo>
                    <a:pt x="254" y="172"/>
                  </a:lnTo>
                  <a:lnTo>
                    <a:pt x="253" y="174"/>
                  </a:lnTo>
                  <a:lnTo>
                    <a:pt x="250" y="175"/>
                  </a:lnTo>
                  <a:lnTo>
                    <a:pt x="250" y="176"/>
                  </a:lnTo>
                  <a:lnTo>
                    <a:pt x="250" y="178"/>
                  </a:lnTo>
                  <a:lnTo>
                    <a:pt x="250" y="180"/>
                  </a:lnTo>
                  <a:lnTo>
                    <a:pt x="249" y="182"/>
                  </a:lnTo>
                  <a:lnTo>
                    <a:pt x="247" y="180"/>
                  </a:lnTo>
                  <a:lnTo>
                    <a:pt x="245" y="180"/>
                  </a:lnTo>
                  <a:lnTo>
                    <a:pt x="246" y="182"/>
                  </a:lnTo>
                  <a:lnTo>
                    <a:pt x="247" y="183"/>
                  </a:lnTo>
                  <a:lnTo>
                    <a:pt x="246" y="184"/>
                  </a:lnTo>
                  <a:lnTo>
                    <a:pt x="243" y="183"/>
                  </a:lnTo>
                  <a:lnTo>
                    <a:pt x="241" y="182"/>
                  </a:lnTo>
                  <a:lnTo>
                    <a:pt x="239" y="182"/>
                  </a:lnTo>
                  <a:lnTo>
                    <a:pt x="239" y="186"/>
                  </a:lnTo>
                  <a:lnTo>
                    <a:pt x="241" y="186"/>
                  </a:lnTo>
                  <a:lnTo>
                    <a:pt x="242" y="186"/>
                  </a:lnTo>
                  <a:lnTo>
                    <a:pt x="241" y="188"/>
                  </a:lnTo>
                  <a:lnTo>
                    <a:pt x="239" y="188"/>
                  </a:lnTo>
                  <a:lnTo>
                    <a:pt x="237" y="187"/>
                  </a:lnTo>
                  <a:lnTo>
                    <a:pt x="236" y="187"/>
                  </a:lnTo>
                  <a:lnTo>
                    <a:pt x="238" y="191"/>
                  </a:lnTo>
                  <a:lnTo>
                    <a:pt x="239" y="192"/>
                  </a:lnTo>
                  <a:lnTo>
                    <a:pt x="239" y="195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9" y="200"/>
                  </a:lnTo>
                  <a:lnTo>
                    <a:pt x="239" y="201"/>
                  </a:lnTo>
                  <a:lnTo>
                    <a:pt x="239" y="203"/>
                  </a:lnTo>
                  <a:lnTo>
                    <a:pt x="237" y="201"/>
                  </a:lnTo>
                  <a:lnTo>
                    <a:pt x="236" y="201"/>
                  </a:lnTo>
                  <a:lnTo>
                    <a:pt x="234" y="199"/>
                  </a:lnTo>
                  <a:lnTo>
                    <a:pt x="233" y="197"/>
                  </a:lnTo>
                  <a:lnTo>
                    <a:pt x="233" y="199"/>
                  </a:lnTo>
                  <a:lnTo>
                    <a:pt x="234" y="201"/>
                  </a:lnTo>
                  <a:lnTo>
                    <a:pt x="237" y="205"/>
                  </a:lnTo>
                  <a:lnTo>
                    <a:pt x="238" y="209"/>
                  </a:lnTo>
                  <a:lnTo>
                    <a:pt x="237" y="211"/>
                  </a:lnTo>
                  <a:lnTo>
                    <a:pt x="236" y="209"/>
                  </a:lnTo>
                  <a:lnTo>
                    <a:pt x="236" y="208"/>
                  </a:lnTo>
                  <a:lnTo>
                    <a:pt x="234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0" y="207"/>
                  </a:lnTo>
                  <a:lnTo>
                    <a:pt x="230" y="208"/>
                  </a:lnTo>
                  <a:lnTo>
                    <a:pt x="232" y="208"/>
                  </a:lnTo>
                  <a:lnTo>
                    <a:pt x="234" y="208"/>
                  </a:lnTo>
                  <a:lnTo>
                    <a:pt x="236" y="212"/>
                  </a:lnTo>
                  <a:lnTo>
                    <a:pt x="237" y="213"/>
                  </a:lnTo>
                  <a:lnTo>
                    <a:pt x="237" y="215"/>
                  </a:lnTo>
                  <a:lnTo>
                    <a:pt x="236" y="217"/>
                  </a:lnTo>
                  <a:lnTo>
                    <a:pt x="236" y="220"/>
                  </a:lnTo>
                  <a:lnTo>
                    <a:pt x="234" y="222"/>
                  </a:lnTo>
                  <a:lnTo>
                    <a:pt x="233" y="224"/>
                  </a:lnTo>
                  <a:lnTo>
                    <a:pt x="232" y="225"/>
                  </a:lnTo>
                  <a:lnTo>
                    <a:pt x="229" y="225"/>
                  </a:lnTo>
                  <a:lnTo>
                    <a:pt x="226" y="224"/>
                  </a:lnTo>
                  <a:lnTo>
                    <a:pt x="225" y="221"/>
                  </a:lnTo>
                  <a:lnTo>
                    <a:pt x="225" y="221"/>
                  </a:lnTo>
                  <a:lnTo>
                    <a:pt x="224" y="222"/>
                  </a:lnTo>
                  <a:lnTo>
                    <a:pt x="225" y="224"/>
                  </a:lnTo>
                  <a:lnTo>
                    <a:pt x="224" y="225"/>
                  </a:lnTo>
                  <a:lnTo>
                    <a:pt x="221" y="224"/>
                  </a:lnTo>
                  <a:lnTo>
                    <a:pt x="220" y="222"/>
                  </a:lnTo>
                  <a:lnTo>
                    <a:pt x="217" y="222"/>
                  </a:lnTo>
                  <a:lnTo>
                    <a:pt x="214" y="224"/>
                  </a:lnTo>
                  <a:lnTo>
                    <a:pt x="212" y="225"/>
                  </a:lnTo>
                  <a:lnTo>
                    <a:pt x="208" y="225"/>
                  </a:lnTo>
                  <a:lnTo>
                    <a:pt x="208" y="224"/>
                  </a:lnTo>
                  <a:lnTo>
                    <a:pt x="208" y="224"/>
                  </a:lnTo>
                  <a:lnTo>
                    <a:pt x="208" y="221"/>
                  </a:lnTo>
                  <a:lnTo>
                    <a:pt x="208" y="220"/>
                  </a:lnTo>
                  <a:lnTo>
                    <a:pt x="209" y="217"/>
                  </a:lnTo>
                  <a:lnTo>
                    <a:pt x="213" y="216"/>
                  </a:lnTo>
                  <a:lnTo>
                    <a:pt x="213" y="215"/>
                  </a:lnTo>
                  <a:lnTo>
                    <a:pt x="214" y="215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7" y="215"/>
                  </a:lnTo>
                  <a:lnTo>
                    <a:pt x="216" y="213"/>
                  </a:lnTo>
                  <a:lnTo>
                    <a:pt x="214" y="213"/>
                  </a:lnTo>
                  <a:lnTo>
                    <a:pt x="212" y="213"/>
                  </a:lnTo>
                  <a:lnTo>
                    <a:pt x="208" y="216"/>
                  </a:lnTo>
                  <a:lnTo>
                    <a:pt x="207" y="217"/>
                  </a:lnTo>
                  <a:lnTo>
                    <a:pt x="207" y="218"/>
                  </a:lnTo>
                  <a:lnTo>
                    <a:pt x="205" y="218"/>
                  </a:lnTo>
                  <a:lnTo>
                    <a:pt x="203" y="218"/>
                  </a:lnTo>
                  <a:lnTo>
                    <a:pt x="200" y="216"/>
                  </a:lnTo>
                  <a:lnTo>
                    <a:pt x="201" y="215"/>
                  </a:lnTo>
                  <a:lnTo>
                    <a:pt x="203" y="215"/>
                  </a:lnTo>
                  <a:lnTo>
                    <a:pt x="204" y="213"/>
                  </a:lnTo>
                  <a:lnTo>
                    <a:pt x="203" y="212"/>
                  </a:lnTo>
                  <a:lnTo>
                    <a:pt x="204" y="211"/>
                  </a:lnTo>
                  <a:lnTo>
                    <a:pt x="205" y="208"/>
                  </a:lnTo>
                  <a:lnTo>
                    <a:pt x="207" y="209"/>
                  </a:lnTo>
                  <a:lnTo>
                    <a:pt x="207" y="208"/>
                  </a:lnTo>
                  <a:lnTo>
                    <a:pt x="208" y="208"/>
                  </a:lnTo>
                  <a:lnTo>
                    <a:pt x="207" y="207"/>
                  </a:lnTo>
                  <a:lnTo>
                    <a:pt x="207" y="205"/>
                  </a:lnTo>
                  <a:lnTo>
                    <a:pt x="208" y="204"/>
                  </a:lnTo>
                  <a:lnTo>
                    <a:pt x="208" y="203"/>
                  </a:lnTo>
                  <a:lnTo>
                    <a:pt x="209" y="201"/>
                  </a:lnTo>
                  <a:lnTo>
                    <a:pt x="212" y="201"/>
                  </a:lnTo>
                  <a:lnTo>
                    <a:pt x="213" y="203"/>
                  </a:lnTo>
                  <a:lnTo>
                    <a:pt x="216" y="203"/>
                  </a:lnTo>
                  <a:lnTo>
                    <a:pt x="217" y="204"/>
                  </a:lnTo>
                  <a:lnTo>
                    <a:pt x="220" y="205"/>
                  </a:lnTo>
                  <a:lnTo>
                    <a:pt x="218" y="204"/>
                  </a:lnTo>
                  <a:lnTo>
                    <a:pt x="218" y="203"/>
                  </a:lnTo>
                  <a:lnTo>
                    <a:pt x="217" y="203"/>
                  </a:lnTo>
                  <a:lnTo>
                    <a:pt x="214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1" y="199"/>
                  </a:lnTo>
                  <a:lnTo>
                    <a:pt x="212" y="197"/>
                  </a:lnTo>
                  <a:lnTo>
                    <a:pt x="214" y="197"/>
                  </a:lnTo>
                  <a:lnTo>
                    <a:pt x="214" y="196"/>
                  </a:lnTo>
                  <a:lnTo>
                    <a:pt x="212" y="196"/>
                  </a:lnTo>
                  <a:lnTo>
                    <a:pt x="209" y="196"/>
                  </a:lnTo>
                  <a:lnTo>
                    <a:pt x="208" y="196"/>
                  </a:lnTo>
                  <a:lnTo>
                    <a:pt x="209" y="195"/>
                  </a:lnTo>
                  <a:lnTo>
                    <a:pt x="211" y="193"/>
                  </a:lnTo>
                  <a:lnTo>
                    <a:pt x="213" y="193"/>
                  </a:lnTo>
                  <a:lnTo>
                    <a:pt x="216" y="192"/>
                  </a:lnTo>
                  <a:lnTo>
                    <a:pt x="216" y="192"/>
                  </a:lnTo>
                  <a:lnTo>
                    <a:pt x="216" y="191"/>
                  </a:lnTo>
                  <a:lnTo>
                    <a:pt x="213" y="192"/>
                  </a:lnTo>
                  <a:lnTo>
                    <a:pt x="212" y="191"/>
                  </a:lnTo>
                  <a:lnTo>
                    <a:pt x="211" y="191"/>
                  </a:lnTo>
                  <a:lnTo>
                    <a:pt x="209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3" y="186"/>
                  </a:lnTo>
                  <a:lnTo>
                    <a:pt x="216" y="186"/>
                  </a:lnTo>
                  <a:lnTo>
                    <a:pt x="217" y="186"/>
                  </a:lnTo>
                  <a:lnTo>
                    <a:pt x="218" y="183"/>
                  </a:lnTo>
                  <a:lnTo>
                    <a:pt x="217" y="183"/>
                  </a:lnTo>
                  <a:lnTo>
                    <a:pt x="216" y="184"/>
                  </a:lnTo>
                  <a:lnTo>
                    <a:pt x="213" y="184"/>
                  </a:lnTo>
                  <a:lnTo>
                    <a:pt x="213" y="183"/>
                  </a:lnTo>
                  <a:lnTo>
                    <a:pt x="212" y="183"/>
                  </a:lnTo>
                  <a:lnTo>
                    <a:pt x="211" y="184"/>
                  </a:lnTo>
                  <a:lnTo>
                    <a:pt x="209" y="184"/>
                  </a:lnTo>
                  <a:lnTo>
                    <a:pt x="209" y="183"/>
                  </a:lnTo>
                  <a:lnTo>
                    <a:pt x="209" y="180"/>
                  </a:lnTo>
                  <a:lnTo>
                    <a:pt x="209" y="179"/>
                  </a:lnTo>
                  <a:lnTo>
                    <a:pt x="209" y="179"/>
                  </a:lnTo>
                  <a:lnTo>
                    <a:pt x="208" y="179"/>
                  </a:lnTo>
                  <a:lnTo>
                    <a:pt x="205" y="178"/>
                  </a:lnTo>
                  <a:lnTo>
                    <a:pt x="205" y="175"/>
                  </a:lnTo>
                  <a:lnTo>
                    <a:pt x="205" y="171"/>
                  </a:lnTo>
                  <a:lnTo>
                    <a:pt x="207" y="171"/>
                  </a:lnTo>
                  <a:lnTo>
                    <a:pt x="207" y="172"/>
                  </a:lnTo>
                  <a:lnTo>
                    <a:pt x="208" y="174"/>
                  </a:lnTo>
                  <a:lnTo>
                    <a:pt x="211" y="175"/>
                  </a:lnTo>
                  <a:lnTo>
                    <a:pt x="212" y="174"/>
                  </a:lnTo>
                  <a:lnTo>
                    <a:pt x="213" y="171"/>
                  </a:lnTo>
                  <a:lnTo>
                    <a:pt x="213" y="170"/>
                  </a:lnTo>
                  <a:lnTo>
                    <a:pt x="213" y="168"/>
                  </a:lnTo>
                  <a:lnTo>
                    <a:pt x="216" y="167"/>
                  </a:lnTo>
                  <a:lnTo>
                    <a:pt x="218" y="167"/>
                  </a:lnTo>
                  <a:lnTo>
                    <a:pt x="221" y="168"/>
                  </a:lnTo>
                  <a:lnTo>
                    <a:pt x="222" y="167"/>
                  </a:lnTo>
                  <a:lnTo>
                    <a:pt x="222" y="165"/>
                  </a:lnTo>
                  <a:lnTo>
                    <a:pt x="222" y="163"/>
                  </a:lnTo>
                  <a:lnTo>
                    <a:pt x="221" y="162"/>
                  </a:lnTo>
                  <a:lnTo>
                    <a:pt x="220" y="163"/>
                  </a:lnTo>
                  <a:lnTo>
                    <a:pt x="218" y="163"/>
                  </a:lnTo>
                  <a:lnTo>
                    <a:pt x="218" y="161"/>
                  </a:lnTo>
                  <a:lnTo>
                    <a:pt x="218" y="158"/>
                  </a:lnTo>
                  <a:lnTo>
                    <a:pt x="220" y="157"/>
                  </a:lnTo>
                  <a:lnTo>
                    <a:pt x="224" y="157"/>
                  </a:lnTo>
                  <a:lnTo>
                    <a:pt x="225" y="155"/>
                  </a:lnTo>
                  <a:lnTo>
                    <a:pt x="224" y="155"/>
                  </a:lnTo>
                  <a:lnTo>
                    <a:pt x="224" y="154"/>
                  </a:lnTo>
                  <a:lnTo>
                    <a:pt x="224" y="151"/>
                  </a:lnTo>
                  <a:lnTo>
                    <a:pt x="225" y="150"/>
                  </a:lnTo>
                  <a:lnTo>
                    <a:pt x="228" y="149"/>
                  </a:lnTo>
                  <a:lnTo>
                    <a:pt x="228" y="147"/>
                  </a:lnTo>
                  <a:lnTo>
                    <a:pt x="229" y="146"/>
                  </a:lnTo>
                  <a:lnTo>
                    <a:pt x="232" y="146"/>
                  </a:lnTo>
                  <a:lnTo>
                    <a:pt x="233" y="145"/>
                  </a:lnTo>
                  <a:lnTo>
                    <a:pt x="234" y="143"/>
                  </a:lnTo>
                  <a:lnTo>
                    <a:pt x="232" y="142"/>
                  </a:lnTo>
                  <a:lnTo>
                    <a:pt x="232" y="141"/>
                  </a:lnTo>
                  <a:lnTo>
                    <a:pt x="234" y="140"/>
                  </a:lnTo>
                  <a:lnTo>
                    <a:pt x="236" y="137"/>
                  </a:lnTo>
                  <a:lnTo>
                    <a:pt x="237" y="137"/>
                  </a:lnTo>
                  <a:lnTo>
                    <a:pt x="237" y="138"/>
                  </a:lnTo>
                  <a:lnTo>
                    <a:pt x="237" y="140"/>
                  </a:lnTo>
                  <a:lnTo>
                    <a:pt x="237" y="141"/>
                  </a:lnTo>
                  <a:lnTo>
                    <a:pt x="237" y="141"/>
                  </a:lnTo>
                  <a:lnTo>
                    <a:pt x="238" y="140"/>
                  </a:lnTo>
                  <a:lnTo>
                    <a:pt x="239" y="138"/>
                  </a:lnTo>
                  <a:lnTo>
                    <a:pt x="239" y="138"/>
                  </a:lnTo>
                  <a:lnTo>
                    <a:pt x="239" y="137"/>
                  </a:lnTo>
                  <a:lnTo>
                    <a:pt x="238" y="134"/>
                  </a:lnTo>
                  <a:lnTo>
                    <a:pt x="238" y="133"/>
                  </a:lnTo>
                  <a:lnTo>
                    <a:pt x="239" y="132"/>
                  </a:lnTo>
                  <a:lnTo>
                    <a:pt x="241" y="132"/>
                  </a:lnTo>
                  <a:lnTo>
                    <a:pt x="245" y="130"/>
                  </a:lnTo>
                  <a:lnTo>
                    <a:pt x="249" y="130"/>
                  </a:lnTo>
                  <a:lnTo>
                    <a:pt x="250" y="132"/>
                  </a:lnTo>
                  <a:lnTo>
                    <a:pt x="251" y="134"/>
                  </a:lnTo>
                  <a:lnTo>
                    <a:pt x="251" y="133"/>
                  </a:lnTo>
                  <a:lnTo>
                    <a:pt x="251" y="130"/>
                  </a:lnTo>
                  <a:lnTo>
                    <a:pt x="251" y="129"/>
                  </a:lnTo>
                  <a:lnTo>
                    <a:pt x="253" y="129"/>
                  </a:lnTo>
                  <a:lnTo>
                    <a:pt x="253" y="130"/>
                  </a:lnTo>
                  <a:lnTo>
                    <a:pt x="254" y="132"/>
                  </a:lnTo>
                  <a:lnTo>
                    <a:pt x="257" y="130"/>
                  </a:lnTo>
                  <a:lnTo>
                    <a:pt x="258" y="126"/>
                  </a:lnTo>
                  <a:lnTo>
                    <a:pt x="259" y="125"/>
                  </a:lnTo>
                  <a:lnTo>
                    <a:pt x="262" y="126"/>
                  </a:lnTo>
                  <a:lnTo>
                    <a:pt x="263" y="126"/>
                  </a:lnTo>
                  <a:lnTo>
                    <a:pt x="265" y="125"/>
                  </a:lnTo>
                  <a:lnTo>
                    <a:pt x="268" y="122"/>
                  </a:lnTo>
                  <a:lnTo>
                    <a:pt x="270" y="121"/>
                  </a:lnTo>
                  <a:lnTo>
                    <a:pt x="271" y="120"/>
                  </a:lnTo>
                  <a:lnTo>
                    <a:pt x="271" y="118"/>
                  </a:lnTo>
                  <a:lnTo>
                    <a:pt x="271" y="117"/>
                  </a:lnTo>
                  <a:lnTo>
                    <a:pt x="274" y="117"/>
                  </a:lnTo>
                  <a:lnTo>
                    <a:pt x="274" y="116"/>
                  </a:lnTo>
                  <a:lnTo>
                    <a:pt x="272" y="113"/>
                  </a:lnTo>
                  <a:lnTo>
                    <a:pt x="272" y="112"/>
                  </a:lnTo>
                  <a:lnTo>
                    <a:pt x="274" y="109"/>
                  </a:lnTo>
                  <a:lnTo>
                    <a:pt x="275" y="108"/>
                  </a:lnTo>
                  <a:lnTo>
                    <a:pt x="276" y="107"/>
                  </a:lnTo>
                  <a:lnTo>
                    <a:pt x="278" y="107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3" y="101"/>
                  </a:lnTo>
                  <a:lnTo>
                    <a:pt x="284" y="100"/>
                  </a:lnTo>
                  <a:lnTo>
                    <a:pt x="287" y="101"/>
                  </a:lnTo>
                  <a:lnTo>
                    <a:pt x="288" y="103"/>
                  </a:lnTo>
                  <a:lnTo>
                    <a:pt x="288" y="101"/>
                  </a:lnTo>
                  <a:lnTo>
                    <a:pt x="291" y="99"/>
                  </a:lnTo>
                  <a:close/>
                  <a:moveTo>
                    <a:pt x="977" y="99"/>
                  </a:moveTo>
                  <a:lnTo>
                    <a:pt x="978" y="101"/>
                  </a:lnTo>
                  <a:lnTo>
                    <a:pt x="980" y="103"/>
                  </a:lnTo>
                  <a:lnTo>
                    <a:pt x="978" y="104"/>
                  </a:lnTo>
                  <a:lnTo>
                    <a:pt x="976" y="105"/>
                  </a:lnTo>
                  <a:lnTo>
                    <a:pt x="976" y="105"/>
                  </a:lnTo>
                  <a:lnTo>
                    <a:pt x="973" y="105"/>
                  </a:lnTo>
                  <a:lnTo>
                    <a:pt x="972" y="103"/>
                  </a:lnTo>
                  <a:lnTo>
                    <a:pt x="974" y="103"/>
                  </a:lnTo>
                  <a:lnTo>
                    <a:pt x="976" y="101"/>
                  </a:lnTo>
                  <a:lnTo>
                    <a:pt x="977" y="99"/>
                  </a:lnTo>
                  <a:lnTo>
                    <a:pt x="977" y="99"/>
                  </a:lnTo>
                  <a:close/>
                  <a:moveTo>
                    <a:pt x="1232" y="84"/>
                  </a:moveTo>
                  <a:lnTo>
                    <a:pt x="1235" y="86"/>
                  </a:lnTo>
                  <a:lnTo>
                    <a:pt x="1235" y="88"/>
                  </a:lnTo>
                  <a:lnTo>
                    <a:pt x="1235" y="90"/>
                  </a:lnTo>
                  <a:lnTo>
                    <a:pt x="1234" y="88"/>
                  </a:lnTo>
                  <a:lnTo>
                    <a:pt x="1232" y="86"/>
                  </a:lnTo>
                  <a:lnTo>
                    <a:pt x="1232" y="84"/>
                  </a:lnTo>
                  <a:lnTo>
                    <a:pt x="1232" y="84"/>
                  </a:lnTo>
                  <a:close/>
                  <a:moveTo>
                    <a:pt x="1228" y="82"/>
                  </a:moveTo>
                  <a:lnTo>
                    <a:pt x="1230" y="83"/>
                  </a:lnTo>
                  <a:lnTo>
                    <a:pt x="1230" y="86"/>
                  </a:lnTo>
                  <a:lnTo>
                    <a:pt x="1230" y="86"/>
                  </a:lnTo>
                  <a:lnTo>
                    <a:pt x="1228" y="87"/>
                  </a:lnTo>
                  <a:lnTo>
                    <a:pt x="1227" y="86"/>
                  </a:lnTo>
                  <a:lnTo>
                    <a:pt x="1226" y="83"/>
                  </a:lnTo>
                  <a:lnTo>
                    <a:pt x="1227" y="83"/>
                  </a:lnTo>
                  <a:lnTo>
                    <a:pt x="1228" y="82"/>
                  </a:lnTo>
                  <a:close/>
                  <a:moveTo>
                    <a:pt x="1232" y="80"/>
                  </a:moveTo>
                  <a:lnTo>
                    <a:pt x="1234" y="80"/>
                  </a:lnTo>
                  <a:lnTo>
                    <a:pt x="1235" y="83"/>
                  </a:lnTo>
                  <a:lnTo>
                    <a:pt x="1235" y="84"/>
                  </a:lnTo>
                  <a:lnTo>
                    <a:pt x="1234" y="84"/>
                  </a:lnTo>
                  <a:lnTo>
                    <a:pt x="1232" y="82"/>
                  </a:lnTo>
                  <a:lnTo>
                    <a:pt x="1232" y="80"/>
                  </a:lnTo>
                  <a:close/>
                  <a:moveTo>
                    <a:pt x="706" y="78"/>
                  </a:moveTo>
                  <a:lnTo>
                    <a:pt x="707" y="79"/>
                  </a:lnTo>
                  <a:lnTo>
                    <a:pt x="707" y="80"/>
                  </a:lnTo>
                  <a:lnTo>
                    <a:pt x="708" y="83"/>
                  </a:lnTo>
                  <a:lnTo>
                    <a:pt x="710" y="84"/>
                  </a:lnTo>
                  <a:lnTo>
                    <a:pt x="710" y="88"/>
                  </a:lnTo>
                  <a:lnTo>
                    <a:pt x="711" y="90"/>
                  </a:lnTo>
                  <a:lnTo>
                    <a:pt x="711" y="91"/>
                  </a:lnTo>
                  <a:lnTo>
                    <a:pt x="710" y="92"/>
                  </a:lnTo>
                  <a:lnTo>
                    <a:pt x="710" y="93"/>
                  </a:lnTo>
                  <a:lnTo>
                    <a:pt x="708" y="95"/>
                  </a:lnTo>
                  <a:lnTo>
                    <a:pt x="707" y="93"/>
                  </a:lnTo>
                  <a:lnTo>
                    <a:pt x="704" y="93"/>
                  </a:lnTo>
                  <a:lnTo>
                    <a:pt x="698" y="92"/>
                  </a:lnTo>
                  <a:lnTo>
                    <a:pt x="695" y="92"/>
                  </a:lnTo>
                  <a:lnTo>
                    <a:pt x="694" y="91"/>
                  </a:lnTo>
                  <a:lnTo>
                    <a:pt x="694" y="90"/>
                  </a:lnTo>
                  <a:lnTo>
                    <a:pt x="696" y="90"/>
                  </a:lnTo>
                  <a:lnTo>
                    <a:pt x="698" y="88"/>
                  </a:lnTo>
                  <a:lnTo>
                    <a:pt x="696" y="87"/>
                  </a:lnTo>
                  <a:lnTo>
                    <a:pt x="695" y="86"/>
                  </a:lnTo>
                  <a:lnTo>
                    <a:pt x="694" y="83"/>
                  </a:lnTo>
                  <a:lnTo>
                    <a:pt x="695" y="82"/>
                  </a:lnTo>
                  <a:lnTo>
                    <a:pt x="698" y="82"/>
                  </a:lnTo>
                  <a:lnTo>
                    <a:pt x="702" y="79"/>
                  </a:lnTo>
                  <a:lnTo>
                    <a:pt x="706" y="78"/>
                  </a:lnTo>
                  <a:close/>
                  <a:moveTo>
                    <a:pt x="1235" y="78"/>
                  </a:moveTo>
                  <a:lnTo>
                    <a:pt x="1236" y="78"/>
                  </a:lnTo>
                  <a:lnTo>
                    <a:pt x="1236" y="80"/>
                  </a:lnTo>
                  <a:lnTo>
                    <a:pt x="1236" y="82"/>
                  </a:lnTo>
                  <a:lnTo>
                    <a:pt x="1235" y="82"/>
                  </a:lnTo>
                  <a:lnTo>
                    <a:pt x="1235" y="79"/>
                  </a:lnTo>
                  <a:lnTo>
                    <a:pt x="1235" y="78"/>
                  </a:lnTo>
                  <a:close/>
                  <a:moveTo>
                    <a:pt x="818" y="70"/>
                  </a:moveTo>
                  <a:lnTo>
                    <a:pt x="818" y="72"/>
                  </a:lnTo>
                  <a:lnTo>
                    <a:pt x="818" y="75"/>
                  </a:lnTo>
                  <a:lnTo>
                    <a:pt x="816" y="75"/>
                  </a:lnTo>
                  <a:lnTo>
                    <a:pt x="815" y="74"/>
                  </a:lnTo>
                  <a:lnTo>
                    <a:pt x="814" y="74"/>
                  </a:lnTo>
                  <a:lnTo>
                    <a:pt x="814" y="72"/>
                  </a:lnTo>
                  <a:lnTo>
                    <a:pt x="814" y="71"/>
                  </a:lnTo>
                  <a:lnTo>
                    <a:pt x="818" y="70"/>
                  </a:lnTo>
                  <a:close/>
                  <a:moveTo>
                    <a:pt x="534" y="67"/>
                  </a:moveTo>
                  <a:lnTo>
                    <a:pt x="536" y="70"/>
                  </a:lnTo>
                  <a:lnTo>
                    <a:pt x="536" y="70"/>
                  </a:lnTo>
                  <a:lnTo>
                    <a:pt x="536" y="71"/>
                  </a:lnTo>
                  <a:lnTo>
                    <a:pt x="536" y="71"/>
                  </a:lnTo>
                  <a:lnTo>
                    <a:pt x="534" y="72"/>
                  </a:lnTo>
                  <a:lnTo>
                    <a:pt x="533" y="74"/>
                  </a:lnTo>
                  <a:lnTo>
                    <a:pt x="530" y="74"/>
                  </a:lnTo>
                  <a:lnTo>
                    <a:pt x="529" y="74"/>
                  </a:lnTo>
                  <a:lnTo>
                    <a:pt x="527" y="74"/>
                  </a:lnTo>
                  <a:lnTo>
                    <a:pt x="527" y="72"/>
                  </a:lnTo>
                  <a:lnTo>
                    <a:pt x="524" y="72"/>
                  </a:lnTo>
                  <a:lnTo>
                    <a:pt x="524" y="72"/>
                  </a:lnTo>
                  <a:lnTo>
                    <a:pt x="524" y="70"/>
                  </a:lnTo>
                  <a:lnTo>
                    <a:pt x="527" y="71"/>
                  </a:lnTo>
                  <a:lnTo>
                    <a:pt x="528" y="70"/>
                  </a:lnTo>
                  <a:lnTo>
                    <a:pt x="528" y="68"/>
                  </a:lnTo>
                  <a:lnTo>
                    <a:pt x="529" y="68"/>
                  </a:lnTo>
                  <a:lnTo>
                    <a:pt x="530" y="70"/>
                  </a:lnTo>
                  <a:lnTo>
                    <a:pt x="532" y="70"/>
                  </a:lnTo>
                  <a:lnTo>
                    <a:pt x="532" y="70"/>
                  </a:lnTo>
                  <a:lnTo>
                    <a:pt x="532" y="68"/>
                  </a:lnTo>
                  <a:lnTo>
                    <a:pt x="533" y="67"/>
                  </a:lnTo>
                  <a:lnTo>
                    <a:pt x="534" y="67"/>
                  </a:lnTo>
                  <a:close/>
                  <a:moveTo>
                    <a:pt x="512" y="58"/>
                  </a:moveTo>
                  <a:lnTo>
                    <a:pt x="513" y="58"/>
                  </a:lnTo>
                  <a:lnTo>
                    <a:pt x="513" y="59"/>
                  </a:lnTo>
                  <a:lnTo>
                    <a:pt x="511" y="61"/>
                  </a:lnTo>
                  <a:lnTo>
                    <a:pt x="509" y="61"/>
                  </a:lnTo>
                  <a:lnTo>
                    <a:pt x="508" y="61"/>
                  </a:lnTo>
                  <a:lnTo>
                    <a:pt x="511" y="59"/>
                  </a:lnTo>
                  <a:lnTo>
                    <a:pt x="512" y="58"/>
                  </a:lnTo>
                  <a:close/>
                  <a:moveTo>
                    <a:pt x="523" y="55"/>
                  </a:moveTo>
                  <a:lnTo>
                    <a:pt x="524" y="55"/>
                  </a:lnTo>
                  <a:lnTo>
                    <a:pt x="524" y="58"/>
                  </a:lnTo>
                  <a:lnTo>
                    <a:pt x="524" y="58"/>
                  </a:lnTo>
                  <a:lnTo>
                    <a:pt x="524" y="61"/>
                  </a:lnTo>
                  <a:lnTo>
                    <a:pt x="523" y="61"/>
                  </a:lnTo>
                  <a:lnTo>
                    <a:pt x="523" y="59"/>
                  </a:lnTo>
                  <a:lnTo>
                    <a:pt x="521" y="58"/>
                  </a:lnTo>
                  <a:lnTo>
                    <a:pt x="520" y="59"/>
                  </a:lnTo>
                  <a:lnTo>
                    <a:pt x="519" y="61"/>
                  </a:lnTo>
                  <a:lnTo>
                    <a:pt x="519" y="59"/>
                  </a:lnTo>
                  <a:lnTo>
                    <a:pt x="520" y="58"/>
                  </a:lnTo>
                  <a:lnTo>
                    <a:pt x="521" y="55"/>
                  </a:lnTo>
                  <a:lnTo>
                    <a:pt x="523" y="55"/>
                  </a:lnTo>
                  <a:close/>
                  <a:moveTo>
                    <a:pt x="530" y="50"/>
                  </a:moveTo>
                  <a:lnTo>
                    <a:pt x="532" y="51"/>
                  </a:lnTo>
                  <a:lnTo>
                    <a:pt x="532" y="53"/>
                  </a:lnTo>
                  <a:lnTo>
                    <a:pt x="534" y="53"/>
                  </a:lnTo>
                  <a:lnTo>
                    <a:pt x="534" y="54"/>
                  </a:lnTo>
                  <a:lnTo>
                    <a:pt x="533" y="55"/>
                  </a:lnTo>
                  <a:lnTo>
                    <a:pt x="532" y="55"/>
                  </a:lnTo>
                  <a:lnTo>
                    <a:pt x="532" y="53"/>
                  </a:lnTo>
                  <a:lnTo>
                    <a:pt x="530" y="51"/>
                  </a:lnTo>
                  <a:lnTo>
                    <a:pt x="530" y="50"/>
                  </a:lnTo>
                  <a:close/>
                  <a:moveTo>
                    <a:pt x="1309" y="47"/>
                  </a:moveTo>
                  <a:lnTo>
                    <a:pt x="1307" y="50"/>
                  </a:lnTo>
                  <a:lnTo>
                    <a:pt x="1306" y="51"/>
                  </a:lnTo>
                  <a:lnTo>
                    <a:pt x="1306" y="50"/>
                  </a:lnTo>
                  <a:lnTo>
                    <a:pt x="1306" y="49"/>
                  </a:lnTo>
                  <a:lnTo>
                    <a:pt x="1309" y="47"/>
                  </a:lnTo>
                  <a:close/>
                  <a:moveTo>
                    <a:pt x="530" y="47"/>
                  </a:moveTo>
                  <a:lnTo>
                    <a:pt x="532" y="47"/>
                  </a:lnTo>
                  <a:lnTo>
                    <a:pt x="530" y="50"/>
                  </a:lnTo>
                  <a:lnTo>
                    <a:pt x="528" y="50"/>
                  </a:lnTo>
                  <a:lnTo>
                    <a:pt x="528" y="49"/>
                  </a:lnTo>
                  <a:lnTo>
                    <a:pt x="528" y="47"/>
                  </a:lnTo>
                  <a:lnTo>
                    <a:pt x="530" y="47"/>
                  </a:lnTo>
                  <a:close/>
                  <a:moveTo>
                    <a:pt x="454" y="47"/>
                  </a:moveTo>
                  <a:lnTo>
                    <a:pt x="455" y="47"/>
                  </a:lnTo>
                  <a:lnTo>
                    <a:pt x="457" y="49"/>
                  </a:lnTo>
                  <a:lnTo>
                    <a:pt x="457" y="51"/>
                  </a:lnTo>
                  <a:lnTo>
                    <a:pt x="457" y="53"/>
                  </a:lnTo>
                  <a:lnTo>
                    <a:pt x="454" y="54"/>
                  </a:lnTo>
                  <a:lnTo>
                    <a:pt x="453" y="54"/>
                  </a:lnTo>
                  <a:lnTo>
                    <a:pt x="453" y="53"/>
                  </a:lnTo>
                  <a:lnTo>
                    <a:pt x="453" y="50"/>
                  </a:lnTo>
                  <a:lnTo>
                    <a:pt x="453" y="47"/>
                  </a:lnTo>
                  <a:lnTo>
                    <a:pt x="454" y="47"/>
                  </a:lnTo>
                  <a:close/>
                  <a:moveTo>
                    <a:pt x="1286" y="45"/>
                  </a:moveTo>
                  <a:lnTo>
                    <a:pt x="1289" y="45"/>
                  </a:lnTo>
                  <a:lnTo>
                    <a:pt x="1292" y="46"/>
                  </a:lnTo>
                  <a:lnTo>
                    <a:pt x="1293" y="46"/>
                  </a:lnTo>
                  <a:lnTo>
                    <a:pt x="1293" y="45"/>
                  </a:lnTo>
                  <a:lnTo>
                    <a:pt x="1296" y="47"/>
                  </a:lnTo>
                  <a:lnTo>
                    <a:pt x="1297" y="49"/>
                  </a:lnTo>
                  <a:lnTo>
                    <a:pt x="1296" y="50"/>
                  </a:lnTo>
                  <a:lnTo>
                    <a:pt x="1298" y="53"/>
                  </a:lnTo>
                  <a:lnTo>
                    <a:pt x="1298" y="55"/>
                  </a:lnTo>
                  <a:lnTo>
                    <a:pt x="1297" y="57"/>
                  </a:lnTo>
                  <a:lnTo>
                    <a:pt x="1294" y="58"/>
                  </a:lnTo>
                  <a:lnTo>
                    <a:pt x="1292" y="57"/>
                  </a:lnTo>
                  <a:lnTo>
                    <a:pt x="1289" y="54"/>
                  </a:lnTo>
                  <a:lnTo>
                    <a:pt x="1286" y="54"/>
                  </a:lnTo>
                  <a:lnTo>
                    <a:pt x="1284" y="54"/>
                  </a:lnTo>
                  <a:lnTo>
                    <a:pt x="1282" y="53"/>
                  </a:lnTo>
                  <a:lnTo>
                    <a:pt x="1282" y="49"/>
                  </a:lnTo>
                  <a:lnTo>
                    <a:pt x="1284" y="47"/>
                  </a:lnTo>
                  <a:lnTo>
                    <a:pt x="1285" y="47"/>
                  </a:lnTo>
                  <a:lnTo>
                    <a:pt x="1285" y="46"/>
                  </a:lnTo>
                  <a:lnTo>
                    <a:pt x="1286" y="46"/>
                  </a:lnTo>
                  <a:lnTo>
                    <a:pt x="1286" y="45"/>
                  </a:lnTo>
                  <a:close/>
                  <a:moveTo>
                    <a:pt x="1192" y="43"/>
                  </a:moveTo>
                  <a:lnTo>
                    <a:pt x="1193" y="43"/>
                  </a:lnTo>
                  <a:lnTo>
                    <a:pt x="1194" y="46"/>
                  </a:lnTo>
                  <a:lnTo>
                    <a:pt x="1193" y="46"/>
                  </a:lnTo>
                  <a:lnTo>
                    <a:pt x="1192" y="46"/>
                  </a:lnTo>
                  <a:lnTo>
                    <a:pt x="1190" y="45"/>
                  </a:lnTo>
                  <a:lnTo>
                    <a:pt x="1192" y="43"/>
                  </a:lnTo>
                  <a:close/>
                  <a:moveTo>
                    <a:pt x="1210" y="42"/>
                  </a:moveTo>
                  <a:lnTo>
                    <a:pt x="1211" y="43"/>
                  </a:lnTo>
                  <a:lnTo>
                    <a:pt x="1211" y="45"/>
                  </a:lnTo>
                  <a:lnTo>
                    <a:pt x="1210" y="45"/>
                  </a:lnTo>
                  <a:lnTo>
                    <a:pt x="1209" y="43"/>
                  </a:lnTo>
                  <a:lnTo>
                    <a:pt x="1210" y="42"/>
                  </a:lnTo>
                  <a:close/>
                  <a:moveTo>
                    <a:pt x="1201" y="41"/>
                  </a:moveTo>
                  <a:lnTo>
                    <a:pt x="1203" y="42"/>
                  </a:lnTo>
                  <a:lnTo>
                    <a:pt x="1202" y="43"/>
                  </a:lnTo>
                  <a:lnTo>
                    <a:pt x="1201" y="43"/>
                  </a:lnTo>
                  <a:lnTo>
                    <a:pt x="1199" y="42"/>
                  </a:lnTo>
                  <a:lnTo>
                    <a:pt x="1201" y="41"/>
                  </a:lnTo>
                  <a:close/>
                  <a:moveTo>
                    <a:pt x="516" y="37"/>
                  </a:moveTo>
                  <a:lnTo>
                    <a:pt x="516" y="38"/>
                  </a:lnTo>
                  <a:lnTo>
                    <a:pt x="516" y="41"/>
                  </a:lnTo>
                  <a:lnTo>
                    <a:pt x="515" y="42"/>
                  </a:lnTo>
                  <a:lnTo>
                    <a:pt x="515" y="43"/>
                  </a:lnTo>
                  <a:lnTo>
                    <a:pt x="513" y="46"/>
                  </a:lnTo>
                  <a:lnTo>
                    <a:pt x="511" y="47"/>
                  </a:lnTo>
                  <a:lnTo>
                    <a:pt x="511" y="46"/>
                  </a:lnTo>
                  <a:lnTo>
                    <a:pt x="511" y="45"/>
                  </a:lnTo>
                  <a:lnTo>
                    <a:pt x="509" y="46"/>
                  </a:lnTo>
                  <a:lnTo>
                    <a:pt x="508" y="47"/>
                  </a:lnTo>
                  <a:lnTo>
                    <a:pt x="507" y="49"/>
                  </a:lnTo>
                  <a:lnTo>
                    <a:pt x="505" y="49"/>
                  </a:lnTo>
                  <a:lnTo>
                    <a:pt x="505" y="46"/>
                  </a:lnTo>
                  <a:lnTo>
                    <a:pt x="508" y="42"/>
                  </a:lnTo>
                  <a:lnTo>
                    <a:pt x="511" y="41"/>
                  </a:lnTo>
                  <a:lnTo>
                    <a:pt x="513" y="39"/>
                  </a:lnTo>
                  <a:lnTo>
                    <a:pt x="515" y="38"/>
                  </a:lnTo>
                  <a:lnTo>
                    <a:pt x="516" y="37"/>
                  </a:lnTo>
                  <a:close/>
                  <a:moveTo>
                    <a:pt x="465" y="29"/>
                  </a:moveTo>
                  <a:lnTo>
                    <a:pt x="467" y="30"/>
                  </a:lnTo>
                  <a:lnTo>
                    <a:pt x="467" y="32"/>
                  </a:lnTo>
                  <a:lnTo>
                    <a:pt x="466" y="32"/>
                  </a:lnTo>
                  <a:lnTo>
                    <a:pt x="465" y="30"/>
                  </a:lnTo>
                  <a:lnTo>
                    <a:pt x="465" y="29"/>
                  </a:lnTo>
                  <a:close/>
                  <a:moveTo>
                    <a:pt x="897" y="26"/>
                  </a:moveTo>
                  <a:lnTo>
                    <a:pt x="898" y="28"/>
                  </a:lnTo>
                  <a:lnTo>
                    <a:pt x="901" y="30"/>
                  </a:lnTo>
                  <a:lnTo>
                    <a:pt x="903" y="30"/>
                  </a:lnTo>
                  <a:lnTo>
                    <a:pt x="906" y="30"/>
                  </a:lnTo>
                  <a:lnTo>
                    <a:pt x="910" y="34"/>
                  </a:lnTo>
                  <a:lnTo>
                    <a:pt x="910" y="36"/>
                  </a:lnTo>
                  <a:lnTo>
                    <a:pt x="908" y="36"/>
                  </a:lnTo>
                  <a:lnTo>
                    <a:pt x="906" y="33"/>
                  </a:lnTo>
                  <a:lnTo>
                    <a:pt x="903" y="33"/>
                  </a:lnTo>
                  <a:lnTo>
                    <a:pt x="901" y="32"/>
                  </a:lnTo>
                  <a:lnTo>
                    <a:pt x="898" y="32"/>
                  </a:lnTo>
                  <a:lnTo>
                    <a:pt x="897" y="30"/>
                  </a:lnTo>
                  <a:lnTo>
                    <a:pt x="895" y="28"/>
                  </a:lnTo>
                  <a:lnTo>
                    <a:pt x="897" y="26"/>
                  </a:lnTo>
                  <a:close/>
                  <a:moveTo>
                    <a:pt x="113" y="21"/>
                  </a:moveTo>
                  <a:lnTo>
                    <a:pt x="116" y="25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18" y="29"/>
                  </a:lnTo>
                  <a:lnTo>
                    <a:pt x="118" y="32"/>
                  </a:lnTo>
                  <a:lnTo>
                    <a:pt x="114" y="30"/>
                  </a:lnTo>
                  <a:lnTo>
                    <a:pt x="113" y="32"/>
                  </a:lnTo>
                  <a:lnTo>
                    <a:pt x="110" y="32"/>
                  </a:lnTo>
                  <a:lnTo>
                    <a:pt x="110" y="30"/>
                  </a:lnTo>
                  <a:lnTo>
                    <a:pt x="108" y="29"/>
                  </a:lnTo>
                  <a:lnTo>
                    <a:pt x="109" y="28"/>
                  </a:lnTo>
                  <a:lnTo>
                    <a:pt x="112" y="28"/>
                  </a:lnTo>
                  <a:lnTo>
                    <a:pt x="112" y="26"/>
                  </a:lnTo>
                  <a:lnTo>
                    <a:pt x="112" y="22"/>
                  </a:lnTo>
                  <a:lnTo>
                    <a:pt x="113" y="21"/>
                  </a:lnTo>
                  <a:close/>
                  <a:moveTo>
                    <a:pt x="172" y="20"/>
                  </a:moveTo>
                  <a:lnTo>
                    <a:pt x="174" y="20"/>
                  </a:lnTo>
                  <a:lnTo>
                    <a:pt x="176" y="22"/>
                  </a:lnTo>
                  <a:lnTo>
                    <a:pt x="175" y="24"/>
                  </a:lnTo>
                  <a:lnTo>
                    <a:pt x="174" y="22"/>
                  </a:lnTo>
                  <a:lnTo>
                    <a:pt x="171" y="22"/>
                  </a:lnTo>
                  <a:lnTo>
                    <a:pt x="172" y="20"/>
                  </a:lnTo>
                  <a:close/>
                  <a:moveTo>
                    <a:pt x="104" y="17"/>
                  </a:moveTo>
                  <a:lnTo>
                    <a:pt x="106" y="18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08" y="24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3" y="22"/>
                  </a:lnTo>
                  <a:lnTo>
                    <a:pt x="104" y="21"/>
                  </a:lnTo>
                  <a:lnTo>
                    <a:pt x="104" y="17"/>
                  </a:lnTo>
                  <a:close/>
                  <a:moveTo>
                    <a:pt x="958" y="16"/>
                  </a:moveTo>
                  <a:lnTo>
                    <a:pt x="960" y="16"/>
                  </a:lnTo>
                  <a:lnTo>
                    <a:pt x="964" y="17"/>
                  </a:lnTo>
                  <a:lnTo>
                    <a:pt x="965" y="16"/>
                  </a:lnTo>
                  <a:lnTo>
                    <a:pt x="968" y="16"/>
                  </a:lnTo>
                  <a:lnTo>
                    <a:pt x="969" y="18"/>
                  </a:lnTo>
                  <a:lnTo>
                    <a:pt x="973" y="18"/>
                  </a:lnTo>
                  <a:lnTo>
                    <a:pt x="976" y="20"/>
                  </a:lnTo>
                  <a:lnTo>
                    <a:pt x="981" y="22"/>
                  </a:lnTo>
                  <a:lnTo>
                    <a:pt x="983" y="26"/>
                  </a:lnTo>
                  <a:lnTo>
                    <a:pt x="985" y="29"/>
                  </a:lnTo>
                  <a:lnTo>
                    <a:pt x="986" y="30"/>
                  </a:lnTo>
                  <a:lnTo>
                    <a:pt x="985" y="33"/>
                  </a:lnTo>
                  <a:lnTo>
                    <a:pt x="982" y="32"/>
                  </a:lnTo>
                  <a:lnTo>
                    <a:pt x="978" y="33"/>
                  </a:lnTo>
                  <a:lnTo>
                    <a:pt x="976" y="34"/>
                  </a:lnTo>
                  <a:lnTo>
                    <a:pt x="970" y="34"/>
                  </a:lnTo>
                  <a:lnTo>
                    <a:pt x="968" y="34"/>
                  </a:lnTo>
                  <a:lnTo>
                    <a:pt x="962" y="34"/>
                  </a:lnTo>
                  <a:lnTo>
                    <a:pt x="960" y="33"/>
                  </a:lnTo>
                  <a:lnTo>
                    <a:pt x="956" y="36"/>
                  </a:lnTo>
                  <a:lnTo>
                    <a:pt x="953" y="38"/>
                  </a:lnTo>
                  <a:lnTo>
                    <a:pt x="952" y="39"/>
                  </a:lnTo>
                  <a:lnTo>
                    <a:pt x="951" y="39"/>
                  </a:lnTo>
                  <a:lnTo>
                    <a:pt x="951" y="37"/>
                  </a:lnTo>
                  <a:lnTo>
                    <a:pt x="953" y="34"/>
                  </a:lnTo>
                  <a:lnTo>
                    <a:pt x="954" y="29"/>
                  </a:lnTo>
                  <a:lnTo>
                    <a:pt x="954" y="24"/>
                  </a:lnTo>
                  <a:lnTo>
                    <a:pt x="954" y="22"/>
                  </a:lnTo>
                  <a:lnTo>
                    <a:pt x="957" y="18"/>
                  </a:lnTo>
                  <a:lnTo>
                    <a:pt x="958" y="16"/>
                  </a:lnTo>
                  <a:close/>
                  <a:moveTo>
                    <a:pt x="179" y="13"/>
                  </a:moveTo>
                  <a:lnTo>
                    <a:pt x="182" y="13"/>
                  </a:lnTo>
                  <a:lnTo>
                    <a:pt x="182" y="17"/>
                  </a:lnTo>
                  <a:lnTo>
                    <a:pt x="180" y="21"/>
                  </a:lnTo>
                  <a:lnTo>
                    <a:pt x="178" y="20"/>
                  </a:lnTo>
                  <a:lnTo>
                    <a:pt x="175" y="18"/>
                  </a:lnTo>
                  <a:lnTo>
                    <a:pt x="172" y="17"/>
                  </a:lnTo>
                  <a:lnTo>
                    <a:pt x="172" y="16"/>
                  </a:lnTo>
                  <a:lnTo>
                    <a:pt x="176" y="13"/>
                  </a:lnTo>
                  <a:lnTo>
                    <a:pt x="179" y="13"/>
                  </a:lnTo>
                  <a:close/>
                  <a:moveTo>
                    <a:pt x="135" y="12"/>
                  </a:moveTo>
                  <a:lnTo>
                    <a:pt x="137" y="13"/>
                  </a:lnTo>
                  <a:lnTo>
                    <a:pt x="137" y="14"/>
                  </a:lnTo>
                  <a:lnTo>
                    <a:pt x="137" y="17"/>
                  </a:lnTo>
                  <a:lnTo>
                    <a:pt x="135" y="16"/>
                  </a:lnTo>
                  <a:lnTo>
                    <a:pt x="135" y="14"/>
                  </a:lnTo>
                  <a:lnTo>
                    <a:pt x="135" y="12"/>
                  </a:lnTo>
                  <a:close/>
                  <a:moveTo>
                    <a:pt x="129" y="12"/>
                  </a:moveTo>
                  <a:lnTo>
                    <a:pt x="132" y="14"/>
                  </a:lnTo>
                  <a:lnTo>
                    <a:pt x="133" y="14"/>
                  </a:lnTo>
                  <a:lnTo>
                    <a:pt x="133" y="16"/>
                  </a:lnTo>
                  <a:lnTo>
                    <a:pt x="132" y="18"/>
                  </a:lnTo>
                  <a:lnTo>
                    <a:pt x="130" y="21"/>
                  </a:lnTo>
                  <a:lnTo>
                    <a:pt x="126" y="20"/>
                  </a:lnTo>
                  <a:lnTo>
                    <a:pt x="125" y="18"/>
                  </a:lnTo>
                  <a:lnTo>
                    <a:pt x="128" y="17"/>
                  </a:lnTo>
                  <a:lnTo>
                    <a:pt x="128" y="16"/>
                  </a:lnTo>
                  <a:lnTo>
                    <a:pt x="126" y="13"/>
                  </a:lnTo>
                  <a:lnTo>
                    <a:pt x="128" y="12"/>
                  </a:lnTo>
                  <a:lnTo>
                    <a:pt x="129" y="12"/>
                  </a:lnTo>
                  <a:close/>
                  <a:moveTo>
                    <a:pt x="143" y="9"/>
                  </a:moveTo>
                  <a:lnTo>
                    <a:pt x="145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3" y="14"/>
                  </a:lnTo>
                  <a:lnTo>
                    <a:pt x="141" y="13"/>
                  </a:lnTo>
                  <a:lnTo>
                    <a:pt x="139" y="12"/>
                  </a:lnTo>
                  <a:lnTo>
                    <a:pt x="141" y="11"/>
                  </a:lnTo>
                  <a:lnTo>
                    <a:pt x="142" y="9"/>
                  </a:lnTo>
                  <a:lnTo>
                    <a:pt x="143" y="9"/>
                  </a:lnTo>
                  <a:close/>
                  <a:moveTo>
                    <a:pt x="941" y="7"/>
                  </a:moveTo>
                  <a:lnTo>
                    <a:pt x="943" y="7"/>
                  </a:lnTo>
                  <a:lnTo>
                    <a:pt x="944" y="11"/>
                  </a:lnTo>
                  <a:lnTo>
                    <a:pt x="948" y="13"/>
                  </a:lnTo>
                  <a:lnTo>
                    <a:pt x="948" y="16"/>
                  </a:lnTo>
                  <a:lnTo>
                    <a:pt x="947" y="17"/>
                  </a:lnTo>
                  <a:lnTo>
                    <a:pt x="945" y="20"/>
                  </a:lnTo>
                  <a:lnTo>
                    <a:pt x="947" y="21"/>
                  </a:lnTo>
                  <a:lnTo>
                    <a:pt x="945" y="21"/>
                  </a:lnTo>
                  <a:lnTo>
                    <a:pt x="943" y="21"/>
                  </a:lnTo>
                  <a:lnTo>
                    <a:pt x="941" y="17"/>
                  </a:lnTo>
                  <a:lnTo>
                    <a:pt x="939" y="17"/>
                  </a:lnTo>
                  <a:lnTo>
                    <a:pt x="939" y="16"/>
                  </a:lnTo>
                  <a:lnTo>
                    <a:pt x="939" y="14"/>
                  </a:lnTo>
                  <a:lnTo>
                    <a:pt x="937" y="12"/>
                  </a:lnTo>
                  <a:lnTo>
                    <a:pt x="936" y="9"/>
                  </a:lnTo>
                  <a:lnTo>
                    <a:pt x="939" y="8"/>
                  </a:lnTo>
                  <a:lnTo>
                    <a:pt x="941" y="7"/>
                  </a:lnTo>
                  <a:close/>
                  <a:moveTo>
                    <a:pt x="135" y="5"/>
                  </a:moveTo>
                  <a:lnTo>
                    <a:pt x="138" y="5"/>
                  </a:lnTo>
                  <a:lnTo>
                    <a:pt x="138" y="7"/>
                  </a:lnTo>
                  <a:lnTo>
                    <a:pt x="137" y="9"/>
                  </a:lnTo>
                  <a:lnTo>
                    <a:pt x="135" y="11"/>
                  </a:lnTo>
                  <a:lnTo>
                    <a:pt x="134" y="9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5" y="5"/>
                  </a:lnTo>
                  <a:close/>
                  <a:moveTo>
                    <a:pt x="154" y="5"/>
                  </a:moveTo>
                  <a:lnTo>
                    <a:pt x="157" y="7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3"/>
                  </a:lnTo>
                  <a:lnTo>
                    <a:pt x="159" y="16"/>
                  </a:lnTo>
                  <a:lnTo>
                    <a:pt x="159" y="17"/>
                  </a:lnTo>
                  <a:lnTo>
                    <a:pt x="157" y="17"/>
                  </a:lnTo>
                  <a:lnTo>
                    <a:pt x="153" y="18"/>
                  </a:lnTo>
                  <a:lnTo>
                    <a:pt x="151" y="18"/>
                  </a:lnTo>
                  <a:lnTo>
                    <a:pt x="150" y="16"/>
                  </a:lnTo>
                  <a:lnTo>
                    <a:pt x="149" y="13"/>
                  </a:lnTo>
                  <a:lnTo>
                    <a:pt x="147" y="9"/>
                  </a:lnTo>
                  <a:lnTo>
                    <a:pt x="147" y="8"/>
                  </a:lnTo>
                  <a:lnTo>
                    <a:pt x="150" y="7"/>
                  </a:lnTo>
                  <a:lnTo>
                    <a:pt x="153" y="5"/>
                  </a:lnTo>
                  <a:lnTo>
                    <a:pt x="154" y="5"/>
                  </a:lnTo>
                  <a:close/>
                  <a:moveTo>
                    <a:pt x="143" y="4"/>
                  </a:moveTo>
                  <a:lnTo>
                    <a:pt x="142" y="5"/>
                  </a:lnTo>
                  <a:lnTo>
                    <a:pt x="142" y="7"/>
                  </a:lnTo>
                  <a:lnTo>
                    <a:pt x="141" y="8"/>
                  </a:lnTo>
                  <a:lnTo>
                    <a:pt x="141" y="5"/>
                  </a:lnTo>
                  <a:lnTo>
                    <a:pt x="143" y="4"/>
                  </a:lnTo>
                  <a:close/>
                  <a:moveTo>
                    <a:pt x="147" y="4"/>
                  </a:moveTo>
                  <a:lnTo>
                    <a:pt x="149" y="5"/>
                  </a:lnTo>
                  <a:lnTo>
                    <a:pt x="147" y="7"/>
                  </a:lnTo>
                  <a:lnTo>
                    <a:pt x="146" y="7"/>
                  </a:lnTo>
                  <a:lnTo>
                    <a:pt x="145" y="7"/>
                  </a:lnTo>
                  <a:lnTo>
                    <a:pt x="145" y="5"/>
                  </a:lnTo>
                  <a:lnTo>
                    <a:pt x="146" y="5"/>
                  </a:lnTo>
                  <a:lnTo>
                    <a:pt x="146" y="4"/>
                  </a:lnTo>
                  <a:lnTo>
                    <a:pt x="147" y="4"/>
                  </a:lnTo>
                  <a:close/>
                  <a:moveTo>
                    <a:pt x="596" y="3"/>
                  </a:moveTo>
                  <a:lnTo>
                    <a:pt x="599" y="4"/>
                  </a:lnTo>
                  <a:lnTo>
                    <a:pt x="600" y="7"/>
                  </a:lnTo>
                  <a:lnTo>
                    <a:pt x="599" y="9"/>
                  </a:lnTo>
                  <a:lnTo>
                    <a:pt x="598" y="11"/>
                  </a:lnTo>
                  <a:lnTo>
                    <a:pt x="596" y="9"/>
                  </a:lnTo>
                  <a:lnTo>
                    <a:pt x="598" y="8"/>
                  </a:lnTo>
                  <a:lnTo>
                    <a:pt x="595" y="5"/>
                  </a:lnTo>
                  <a:lnTo>
                    <a:pt x="595" y="4"/>
                  </a:lnTo>
                  <a:lnTo>
                    <a:pt x="596" y="3"/>
                  </a:lnTo>
                  <a:close/>
                  <a:moveTo>
                    <a:pt x="128" y="1"/>
                  </a:moveTo>
                  <a:lnTo>
                    <a:pt x="129" y="3"/>
                  </a:lnTo>
                  <a:lnTo>
                    <a:pt x="129" y="5"/>
                  </a:lnTo>
                  <a:lnTo>
                    <a:pt x="130" y="8"/>
                  </a:lnTo>
                  <a:lnTo>
                    <a:pt x="129" y="8"/>
                  </a:lnTo>
                  <a:lnTo>
                    <a:pt x="126" y="8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8" y="1"/>
                  </a:lnTo>
                  <a:close/>
                  <a:moveTo>
                    <a:pt x="135" y="1"/>
                  </a:moveTo>
                  <a:lnTo>
                    <a:pt x="138" y="1"/>
                  </a:lnTo>
                  <a:lnTo>
                    <a:pt x="139" y="4"/>
                  </a:lnTo>
                  <a:lnTo>
                    <a:pt x="139" y="5"/>
                  </a:lnTo>
                  <a:lnTo>
                    <a:pt x="137" y="4"/>
                  </a:lnTo>
                  <a:lnTo>
                    <a:pt x="135" y="3"/>
                  </a:lnTo>
                  <a:lnTo>
                    <a:pt x="135" y="1"/>
                  </a:lnTo>
                  <a:close/>
                  <a:moveTo>
                    <a:pt x="132" y="1"/>
                  </a:moveTo>
                  <a:lnTo>
                    <a:pt x="133" y="4"/>
                  </a:lnTo>
                  <a:lnTo>
                    <a:pt x="134" y="5"/>
                  </a:lnTo>
                  <a:lnTo>
                    <a:pt x="133" y="7"/>
                  </a:lnTo>
                  <a:lnTo>
                    <a:pt x="132" y="7"/>
                  </a:lnTo>
                  <a:lnTo>
                    <a:pt x="130" y="4"/>
                  </a:lnTo>
                  <a:lnTo>
                    <a:pt x="130" y="1"/>
                  </a:lnTo>
                  <a:lnTo>
                    <a:pt x="132" y="1"/>
                  </a:lnTo>
                  <a:close/>
                  <a:moveTo>
                    <a:pt x="313" y="0"/>
                  </a:moveTo>
                  <a:lnTo>
                    <a:pt x="315" y="1"/>
                  </a:lnTo>
                  <a:lnTo>
                    <a:pt x="316" y="3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0" y="3"/>
                  </a:lnTo>
                  <a:lnTo>
                    <a:pt x="317" y="5"/>
                  </a:lnTo>
                  <a:lnTo>
                    <a:pt x="316" y="5"/>
                  </a:lnTo>
                  <a:lnTo>
                    <a:pt x="315" y="4"/>
                  </a:lnTo>
                  <a:lnTo>
                    <a:pt x="312" y="3"/>
                  </a:lnTo>
                  <a:lnTo>
                    <a:pt x="311" y="3"/>
                  </a:lnTo>
                  <a:lnTo>
                    <a:pt x="312" y="1"/>
                  </a:lnTo>
                  <a:lnTo>
                    <a:pt x="313" y="0"/>
                  </a:lnTo>
                  <a:close/>
                  <a:moveTo>
                    <a:pt x="563" y="0"/>
                  </a:moveTo>
                  <a:lnTo>
                    <a:pt x="566" y="0"/>
                  </a:lnTo>
                  <a:lnTo>
                    <a:pt x="569" y="3"/>
                  </a:lnTo>
                  <a:lnTo>
                    <a:pt x="571" y="1"/>
                  </a:lnTo>
                  <a:lnTo>
                    <a:pt x="573" y="1"/>
                  </a:lnTo>
                  <a:lnTo>
                    <a:pt x="574" y="4"/>
                  </a:lnTo>
                  <a:lnTo>
                    <a:pt x="577" y="5"/>
                  </a:lnTo>
                  <a:lnTo>
                    <a:pt x="581" y="3"/>
                  </a:lnTo>
                  <a:lnTo>
                    <a:pt x="582" y="3"/>
                  </a:lnTo>
                  <a:lnTo>
                    <a:pt x="582" y="5"/>
                  </a:lnTo>
                  <a:lnTo>
                    <a:pt x="583" y="7"/>
                  </a:lnTo>
                  <a:lnTo>
                    <a:pt x="586" y="8"/>
                  </a:lnTo>
                  <a:lnTo>
                    <a:pt x="586" y="9"/>
                  </a:lnTo>
                  <a:lnTo>
                    <a:pt x="584" y="11"/>
                  </a:lnTo>
                  <a:lnTo>
                    <a:pt x="584" y="12"/>
                  </a:lnTo>
                  <a:lnTo>
                    <a:pt x="583" y="13"/>
                  </a:lnTo>
                  <a:lnTo>
                    <a:pt x="583" y="16"/>
                  </a:lnTo>
                  <a:lnTo>
                    <a:pt x="581" y="20"/>
                  </a:lnTo>
                  <a:lnTo>
                    <a:pt x="578" y="20"/>
                  </a:lnTo>
                  <a:lnTo>
                    <a:pt x="577" y="24"/>
                  </a:lnTo>
                  <a:lnTo>
                    <a:pt x="578" y="24"/>
                  </a:lnTo>
                  <a:lnTo>
                    <a:pt x="584" y="21"/>
                  </a:lnTo>
                  <a:lnTo>
                    <a:pt x="587" y="16"/>
                  </a:lnTo>
                  <a:lnTo>
                    <a:pt x="590" y="16"/>
                  </a:lnTo>
                  <a:lnTo>
                    <a:pt x="590" y="18"/>
                  </a:lnTo>
                  <a:lnTo>
                    <a:pt x="588" y="21"/>
                  </a:lnTo>
                  <a:lnTo>
                    <a:pt x="588" y="22"/>
                  </a:lnTo>
                  <a:lnTo>
                    <a:pt x="590" y="22"/>
                  </a:lnTo>
                  <a:lnTo>
                    <a:pt x="592" y="18"/>
                  </a:lnTo>
                  <a:lnTo>
                    <a:pt x="595" y="18"/>
                  </a:lnTo>
                  <a:lnTo>
                    <a:pt x="596" y="18"/>
                  </a:lnTo>
                  <a:lnTo>
                    <a:pt x="599" y="18"/>
                  </a:lnTo>
                  <a:lnTo>
                    <a:pt x="599" y="16"/>
                  </a:lnTo>
                  <a:lnTo>
                    <a:pt x="600" y="16"/>
                  </a:lnTo>
                  <a:lnTo>
                    <a:pt x="603" y="17"/>
                  </a:lnTo>
                  <a:lnTo>
                    <a:pt x="604" y="16"/>
                  </a:lnTo>
                  <a:lnTo>
                    <a:pt x="607" y="18"/>
                  </a:lnTo>
                  <a:lnTo>
                    <a:pt x="607" y="21"/>
                  </a:lnTo>
                  <a:lnTo>
                    <a:pt x="608" y="25"/>
                  </a:lnTo>
                  <a:lnTo>
                    <a:pt x="608" y="26"/>
                  </a:lnTo>
                  <a:lnTo>
                    <a:pt x="608" y="29"/>
                  </a:lnTo>
                  <a:lnTo>
                    <a:pt x="606" y="32"/>
                  </a:lnTo>
                  <a:lnTo>
                    <a:pt x="609" y="37"/>
                  </a:lnTo>
                  <a:lnTo>
                    <a:pt x="608" y="39"/>
                  </a:lnTo>
                  <a:lnTo>
                    <a:pt x="607" y="39"/>
                  </a:lnTo>
                  <a:lnTo>
                    <a:pt x="604" y="42"/>
                  </a:lnTo>
                  <a:lnTo>
                    <a:pt x="607" y="42"/>
                  </a:lnTo>
                  <a:lnTo>
                    <a:pt x="611" y="41"/>
                  </a:lnTo>
                  <a:lnTo>
                    <a:pt x="613" y="38"/>
                  </a:lnTo>
                  <a:lnTo>
                    <a:pt x="617" y="38"/>
                  </a:lnTo>
                  <a:lnTo>
                    <a:pt x="619" y="34"/>
                  </a:lnTo>
                  <a:lnTo>
                    <a:pt x="619" y="30"/>
                  </a:lnTo>
                  <a:lnTo>
                    <a:pt x="617" y="28"/>
                  </a:lnTo>
                  <a:lnTo>
                    <a:pt x="616" y="28"/>
                  </a:lnTo>
                  <a:lnTo>
                    <a:pt x="615" y="26"/>
                  </a:lnTo>
                  <a:lnTo>
                    <a:pt x="615" y="24"/>
                  </a:lnTo>
                  <a:lnTo>
                    <a:pt x="615" y="24"/>
                  </a:lnTo>
                  <a:lnTo>
                    <a:pt x="617" y="24"/>
                  </a:lnTo>
                  <a:lnTo>
                    <a:pt x="619" y="24"/>
                  </a:lnTo>
                  <a:lnTo>
                    <a:pt x="620" y="24"/>
                  </a:lnTo>
                  <a:lnTo>
                    <a:pt x="624" y="22"/>
                  </a:lnTo>
                  <a:lnTo>
                    <a:pt x="627" y="20"/>
                  </a:lnTo>
                  <a:lnTo>
                    <a:pt x="628" y="20"/>
                  </a:lnTo>
                  <a:lnTo>
                    <a:pt x="632" y="20"/>
                  </a:lnTo>
                  <a:lnTo>
                    <a:pt x="632" y="17"/>
                  </a:lnTo>
                  <a:lnTo>
                    <a:pt x="635" y="16"/>
                  </a:lnTo>
                  <a:lnTo>
                    <a:pt x="636" y="16"/>
                  </a:lnTo>
                  <a:lnTo>
                    <a:pt x="637" y="14"/>
                  </a:lnTo>
                  <a:lnTo>
                    <a:pt x="640" y="13"/>
                  </a:lnTo>
                  <a:lnTo>
                    <a:pt x="641" y="14"/>
                  </a:lnTo>
                  <a:lnTo>
                    <a:pt x="644" y="14"/>
                  </a:lnTo>
                  <a:lnTo>
                    <a:pt x="644" y="16"/>
                  </a:lnTo>
                  <a:lnTo>
                    <a:pt x="642" y="17"/>
                  </a:lnTo>
                  <a:lnTo>
                    <a:pt x="644" y="18"/>
                  </a:lnTo>
                  <a:lnTo>
                    <a:pt x="649" y="18"/>
                  </a:lnTo>
                  <a:lnTo>
                    <a:pt x="649" y="20"/>
                  </a:lnTo>
                  <a:lnTo>
                    <a:pt x="652" y="20"/>
                  </a:lnTo>
                  <a:lnTo>
                    <a:pt x="661" y="25"/>
                  </a:lnTo>
                  <a:lnTo>
                    <a:pt x="662" y="25"/>
                  </a:lnTo>
                  <a:lnTo>
                    <a:pt x="663" y="28"/>
                  </a:lnTo>
                  <a:lnTo>
                    <a:pt x="663" y="30"/>
                  </a:lnTo>
                  <a:lnTo>
                    <a:pt x="667" y="34"/>
                  </a:lnTo>
                  <a:lnTo>
                    <a:pt x="669" y="34"/>
                  </a:lnTo>
                  <a:lnTo>
                    <a:pt x="669" y="33"/>
                  </a:lnTo>
                  <a:lnTo>
                    <a:pt x="670" y="32"/>
                  </a:lnTo>
                  <a:lnTo>
                    <a:pt x="670" y="30"/>
                  </a:lnTo>
                  <a:lnTo>
                    <a:pt x="669" y="29"/>
                  </a:lnTo>
                  <a:lnTo>
                    <a:pt x="666" y="29"/>
                  </a:lnTo>
                  <a:lnTo>
                    <a:pt x="666" y="26"/>
                  </a:lnTo>
                  <a:lnTo>
                    <a:pt x="669" y="25"/>
                  </a:lnTo>
                  <a:lnTo>
                    <a:pt x="670" y="25"/>
                  </a:lnTo>
                  <a:lnTo>
                    <a:pt x="671" y="28"/>
                  </a:lnTo>
                  <a:lnTo>
                    <a:pt x="673" y="29"/>
                  </a:lnTo>
                  <a:lnTo>
                    <a:pt x="673" y="30"/>
                  </a:lnTo>
                  <a:lnTo>
                    <a:pt x="677" y="34"/>
                  </a:lnTo>
                  <a:lnTo>
                    <a:pt x="677" y="37"/>
                  </a:lnTo>
                  <a:lnTo>
                    <a:pt x="679" y="37"/>
                  </a:lnTo>
                  <a:lnTo>
                    <a:pt x="681" y="37"/>
                  </a:lnTo>
                  <a:lnTo>
                    <a:pt x="681" y="37"/>
                  </a:lnTo>
                  <a:lnTo>
                    <a:pt x="682" y="37"/>
                  </a:lnTo>
                  <a:lnTo>
                    <a:pt x="685" y="39"/>
                  </a:lnTo>
                  <a:lnTo>
                    <a:pt x="685" y="42"/>
                  </a:lnTo>
                  <a:lnTo>
                    <a:pt x="686" y="45"/>
                  </a:lnTo>
                  <a:lnTo>
                    <a:pt x="686" y="46"/>
                  </a:lnTo>
                  <a:lnTo>
                    <a:pt x="685" y="46"/>
                  </a:lnTo>
                  <a:lnTo>
                    <a:pt x="685" y="45"/>
                  </a:lnTo>
                  <a:lnTo>
                    <a:pt x="683" y="43"/>
                  </a:lnTo>
                  <a:lnTo>
                    <a:pt x="683" y="43"/>
                  </a:lnTo>
                  <a:lnTo>
                    <a:pt x="682" y="45"/>
                  </a:lnTo>
                  <a:lnTo>
                    <a:pt x="679" y="43"/>
                  </a:lnTo>
                  <a:lnTo>
                    <a:pt x="675" y="41"/>
                  </a:lnTo>
                  <a:lnTo>
                    <a:pt x="673" y="41"/>
                  </a:lnTo>
                  <a:lnTo>
                    <a:pt x="673" y="42"/>
                  </a:lnTo>
                  <a:lnTo>
                    <a:pt x="674" y="45"/>
                  </a:lnTo>
                  <a:lnTo>
                    <a:pt x="677" y="45"/>
                  </a:lnTo>
                  <a:lnTo>
                    <a:pt x="678" y="45"/>
                  </a:lnTo>
                  <a:lnTo>
                    <a:pt x="678" y="46"/>
                  </a:lnTo>
                  <a:lnTo>
                    <a:pt x="679" y="49"/>
                  </a:lnTo>
                  <a:lnTo>
                    <a:pt x="681" y="50"/>
                  </a:lnTo>
                  <a:lnTo>
                    <a:pt x="681" y="49"/>
                  </a:lnTo>
                  <a:lnTo>
                    <a:pt x="682" y="46"/>
                  </a:lnTo>
                  <a:lnTo>
                    <a:pt x="683" y="46"/>
                  </a:lnTo>
                  <a:lnTo>
                    <a:pt x="685" y="49"/>
                  </a:lnTo>
                  <a:lnTo>
                    <a:pt x="686" y="49"/>
                  </a:lnTo>
                  <a:lnTo>
                    <a:pt x="687" y="49"/>
                  </a:lnTo>
                  <a:lnTo>
                    <a:pt x="689" y="49"/>
                  </a:lnTo>
                  <a:lnTo>
                    <a:pt x="689" y="50"/>
                  </a:lnTo>
                  <a:lnTo>
                    <a:pt x="689" y="51"/>
                  </a:lnTo>
                  <a:lnTo>
                    <a:pt x="691" y="55"/>
                  </a:lnTo>
                  <a:lnTo>
                    <a:pt x="691" y="59"/>
                  </a:lnTo>
                  <a:lnTo>
                    <a:pt x="691" y="65"/>
                  </a:lnTo>
                  <a:lnTo>
                    <a:pt x="690" y="68"/>
                  </a:lnTo>
                  <a:lnTo>
                    <a:pt x="689" y="68"/>
                  </a:lnTo>
                  <a:lnTo>
                    <a:pt x="687" y="70"/>
                  </a:lnTo>
                  <a:lnTo>
                    <a:pt x="689" y="72"/>
                  </a:lnTo>
                  <a:lnTo>
                    <a:pt x="686" y="75"/>
                  </a:lnTo>
                  <a:lnTo>
                    <a:pt x="687" y="76"/>
                  </a:lnTo>
                  <a:lnTo>
                    <a:pt x="689" y="78"/>
                  </a:lnTo>
                  <a:lnTo>
                    <a:pt x="689" y="80"/>
                  </a:lnTo>
                  <a:lnTo>
                    <a:pt x="686" y="82"/>
                  </a:lnTo>
                  <a:lnTo>
                    <a:pt x="685" y="84"/>
                  </a:lnTo>
                  <a:lnTo>
                    <a:pt x="685" y="86"/>
                  </a:lnTo>
                  <a:lnTo>
                    <a:pt x="683" y="88"/>
                  </a:lnTo>
                  <a:lnTo>
                    <a:pt x="682" y="91"/>
                  </a:lnTo>
                  <a:lnTo>
                    <a:pt x="682" y="92"/>
                  </a:lnTo>
                  <a:lnTo>
                    <a:pt x="681" y="93"/>
                  </a:lnTo>
                  <a:lnTo>
                    <a:pt x="679" y="95"/>
                  </a:lnTo>
                  <a:lnTo>
                    <a:pt x="677" y="97"/>
                  </a:lnTo>
                  <a:lnTo>
                    <a:pt x="674" y="97"/>
                  </a:lnTo>
                  <a:lnTo>
                    <a:pt x="677" y="99"/>
                  </a:lnTo>
                  <a:lnTo>
                    <a:pt x="678" y="99"/>
                  </a:lnTo>
                  <a:lnTo>
                    <a:pt x="679" y="96"/>
                  </a:lnTo>
                  <a:lnTo>
                    <a:pt x="681" y="96"/>
                  </a:lnTo>
                  <a:lnTo>
                    <a:pt x="682" y="100"/>
                  </a:lnTo>
                  <a:lnTo>
                    <a:pt x="679" y="104"/>
                  </a:lnTo>
                  <a:lnTo>
                    <a:pt x="678" y="107"/>
                  </a:lnTo>
                  <a:lnTo>
                    <a:pt x="677" y="112"/>
                  </a:lnTo>
                  <a:lnTo>
                    <a:pt x="678" y="115"/>
                  </a:lnTo>
                  <a:lnTo>
                    <a:pt x="678" y="117"/>
                  </a:lnTo>
                  <a:lnTo>
                    <a:pt x="677" y="122"/>
                  </a:lnTo>
                  <a:lnTo>
                    <a:pt x="673" y="122"/>
                  </a:lnTo>
                  <a:lnTo>
                    <a:pt x="673" y="122"/>
                  </a:lnTo>
                  <a:lnTo>
                    <a:pt x="670" y="122"/>
                  </a:lnTo>
                  <a:lnTo>
                    <a:pt x="670" y="124"/>
                  </a:lnTo>
                  <a:lnTo>
                    <a:pt x="670" y="125"/>
                  </a:lnTo>
                  <a:lnTo>
                    <a:pt x="671" y="130"/>
                  </a:lnTo>
                  <a:lnTo>
                    <a:pt x="671" y="133"/>
                  </a:lnTo>
                  <a:lnTo>
                    <a:pt x="669" y="134"/>
                  </a:lnTo>
                  <a:lnTo>
                    <a:pt x="667" y="137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7" y="145"/>
                  </a:lnTo>
                  <a:lnTo>
                    <a:pt x="667" y="146"/>
                  </a:lnTo>
                  <a:lnTo>
                    <a:pt x="670" y="147"/>
                  </a:lnTo>
                  <a:lnTo>
                    <a:pt x="667" y="154"/>
                  </a:lnTo>
                  <a:lnTo>
                    <a:pt x="666" y="155"/>
                  </a:lnTo>
                  <a:lnTo>
                    <a:pt x="666" y="158"/>
                  </a:lnTo>
                  <a:lnTo>
                    <a:pt x="666" y="155"/>
                  </a:lnTo>
                  <a:lnTo>
                    <a:pt x="669" y="155"/>
                  </a:lnTo>
                  <a:lnTo>
                    <a:pt x="671" y="154"/>
                  </a:lnTo>
                  <a:lnTo>
                    <a:pt x="671" y="151"/>
                  </a:lnTo>
                  <a:lnTo>
                    <a:pt x="671" y="150"/>
                  </a:lnTo>
                  <a:lnTo>
                    <a:pt x="673" y="149"/>
                  </a:lnTo>
                  <a:lnTo>
                    <a:pt x="675" y="149"/>
                  </a:lnTo>
                  <a:lnTo>
                    <a:pt x="677" y="147"/>
                  </a:lnTo>
                  <a:lnTo>
                    <a:pt x="675" y="147"/>
                  </a:lnTo>
                  <a:lnTo>
                    <a:pt x="671" y="143"/>
                  </a:lnTo>
                  <a:lnTo>
                    <a:pt x="670" y="141"/>
                  </a:lnTo>
                  <a:lnTo>
                    <a:pt x="671" y="138"/>
                  </a:lnTo>
                  <a:lnTo>
                    <a:pt x="675" y="137"/>
                  </a:lnTo>
                  <a:lnTo>
                    <a:pt x="679" y="137"/>
                  </a:lnTo>
                  <a:lnTo>
                    <a:pt x="683" y="134"/>
                  </a:lnTo>
                  <a:lnTo>
                    <a:pt x="685" y="134"/>
                  </a:lnTo>
                  <a:lnTo>
                    <a:pt x="686" y="133"/>
                  </a:lnTo>
                  <a:lnTo>
                    <a:pt x="685" y="130"/>
                  </a:lnTo>
                  <a:lnTo>
                    <a:pt x="689" y="128"/>
                  </a:lnTo>
                  <a:lnTo>
                    <a:pt x="690" y="125"/>
                  </a:lnTo>
                  <a:lnTo>
                    <a:pt x="689" y="122"/>
                  </a:lnTo>
                  <a:lnTo>
                    <a:pt x="689" y="121"/>
                  </a:lnTo>
                  <a:lnTo>
                    <a:pt x="691" y="122"/>
                  </a:lnTo>
                  <a:lnTo>
                    <a:pt x="694" y="122"/>
                  </a:lnTo>
                  <a:lnTo>
                    <a:pt x="696" y="120"/>
                  </a:lnTo>
                  <a:lnTo>
                    <a:pt x="695" y="117"/>
                  </a:lnTo>
                  <a:lnTo>
                    <a:pt x="699" y="115"/>
                  </a:lnTo>
                  <a:lnTo>
                    <a:pt x="699" y="112"/>
                  </a:lnTo>
                  <a:lnTo>
                    <a:pt x="698" y="111"/>
                  </a:lnTo>
                  <a:lnTo>
                    <a:pt x="694" y="112"/>
                  </a:lnTo>
                  <a:lnTo>
                    <a:pt x="694" y="115"/>
                  </a:lnTo>
                  <a:lnTo>
                    <a:pt x="690" y="117"/>
                  </a:lnTo>
                  <a:lnTo>
                    <a:pt x="687" y="116"/>
                  </a:lnTo>
                  <a:lnTo>
                    <a:pt x="686" y="112"/>
                  </a:lnTo>
                  <a:lnTo>
                    <a:pt x="687" y="109"/>
                  </a:lnTo>
                  <a:lnTo>
                    <a:pt x="687" y="105"/>
                  </a:lnTo>
                  <a:lnTo>
                    <a:pt x="690" y="104"/>
                  </a:lnTo>
                  <a:lnTo>
                    <a:pt x="692" y="104"/>
                  </a:lnTo>
                  <a:lnTo>
                    <a:pt x="696" y="107"/>
                  </a:lnTo>
                  <a:lnTo>
                    <a:pt x="698" y="104"/>
                  </a:lnTo>
                  <a:lnTo>
                    <a:pt x="698" y="101"/>
                  </a:lnTo>
                  <a:lnTo>
                    <a:pt x="702" y="100"/>
                  </a:lnTo>
                  <a:lnTo>
                    <a:pt x="702" y="103"/>
                  </a:lnTo>
                  <a:lnTo>
                    <a:pt x="700" y="104"/>
                  </a:lnTo>
                  <a:lnTo>
                    <a:pt x="700" y="107"/>
                  </a:lnTo>
                  <a:lnTo>
                    <a:pt x="707" y="112"/>
                  </a:lnTo>
                  <a:lnTo>
                    <a:pt x="710" y="112"/>
                  </a:lnTo>
                  <a:lnTo>
                    <a:pt x="712" y="111"/>
                  </a:lnTo>
                  <a:lnTo>
                    <a:pt x="716" y="109"/>
                  </a:lnTo>
                  <a:lnTo>
                    <a:pt x="719" y="108"/>
                  </a:lnTo>
                  <a:lnTo>
                    <a:pt x="717" y="105"/>
                  </a:lnTo>
                  <a:lnTo>
                    <a:pt x="714" y="101"/>
                  </a:lnTo>
                  <a:lnTo>
                    <a:pt x="714" y="100"/>
                  </a:lnTo>
                  <a:lnTo>
                    <a:pt x="715" y="100"/>
                  </a:lnTo>
                  <a:lnTo>
                    <a:pt x="720" y="104"/>
                  </a:lnTo>
                  <a:lnTo>
                    <a:pt x="721" y="104"/>
                  </a:lnTo>
                  <a:lnTo>
                    <a:pt x="724" y="107"/>
                  </a:lnTo>
                  <a:lnTo>
                    <a:pt x="724" y="108"/>
                  </a:lnTo>
                  <a:lnTo>
                    <a:pt x="724" y="111"/>
                  </a:lnTo>
                  <a:lnTo>
                    <a:pt x="727" y="113"/>
                  </a:lnTo>
                  <a:lnTo>
                    <a:pt x="728" y="117"/>
                  </a:lnTo>
                  <a:lnTo>
                    <a:pt x="728" y="118"/>
                  </a:lnTo>
                  <a:lnTo>
                    <a:pt x="728" y="117"/>
                  </a:lnTo>
                  <a:lnTo>
                    <a:pt x="731" y="115"/>
                  </a:lnTo>
                  <a:lnTo>
                    <a:pt x="732" y="115"/>
                  </a:lnTo>
                  <a:lnTo>
                    <a:pt x="733" y="112"/>
                  </a:lnTo>
                  <a:lnTo>
                    <a:pt x="732" y="112"/>
                  </a:lnTo>
                  <a:lnTo>
                    <a:pt x="731" y="113"/>
                  </a:lnTo>
                  <a:lnTo>
                    <a:pt x="728" y="112"/>
                  </a:lnTo>
                  <a:lnTo>
                    <a:pt x="727" y="109"/>
                  </a:lnTo>
                  <a:lnTo>
                    <a:pt x="729" y="107"/>
                  </a:lnTo>
                  <a:lnTo>
                    <a:pt x="732" y="105"/>
                  </a:lnTo>
                  <a:lnTo>
                    <a:pt x="733" y="103"/>
                  </a:lnTo>
                  <a:lnTo>
                    <a:pt x="735" y="103"/>
                  </a:lnTo>
                  <a:lnTo>
                    <a:pt x="736" y="101"/>
                  </a:lnTo>
                  <a:lnTo>
                    <a:pt x="741" y="100"/>
                  </a:lnTo>
                  <a:lnTo>
                    <a:pt x="749" y="99"/>
                  </a:lnTo>
                  <a:lnTo>
                    <a:pt x="758" y="99"/>
                  </a:lnTo>
                  <a:lnTo>
                    <a:pt x="765" y="95"/>
                  </a:lnTo>
                  <a:lnTo>
                    <a:pt x="769" y="95"/>
                  </a:lnTo>
                  <a:lnTo>
                    <a:pt x="773" y="96"/>
                  </a:lnTo>
                  <a:lnTo>
                    <a:pt x="771" y="97"/>
                  </a:lnTo>
                  <a:lnTo>
                    <a:pt x="771" y="99"/>
                  </a:lnTo>
                  <a:lnTo>
                    <a:pt x="770" y="101"/>
                  </a:lnTo>
                  <a:lnTo>
                    <a:pt x="771" y="105"/>
                  </a:lnTo>
                  <a:lnTo>
                    <a:pt x="774" y="108"/>
                  </a:lnTo>
                  <a:lnTo>
                    <a:pt x="785" y="109"/>
                  </a:lnTo>
                  <a:lnTo>
                    <a:pt x="787" y="109"/>
                  </a:lnTo>
                  <a:lnTo>
                    <a:pt x="787" y="109"/>
                  </a:lnTo>
                  <a:lnTo>
                    <a:pt x="791" y="109"/>
                  </a:lnTo>
                  <a:lnTo>
                    <a:pt x="794" y="109"/>
                  </a:lnTo>
                  <a:lnTo>
                    <a:pt x="802" y="109"/>
                  </a:lnTo>
                  <a:lnTo>
                    <a:pt x="807" y="105"/>
                  </a:lnTo>
                  <a:lnTo>
                    <a:pt x="808" y="107"/>
                  </a:lnTo>
                  <a:lnTo>
                    <a:pt x="811" y="107"/>
                  </a:lnTo>
                  <a:lnTo>
                    <a:pt x="812" y="104"/>
                  </a:lnTo>
                  <a:lnTo>
                    <a:pt x="811" y="103"/>
                  </a:lnTo>
                  <a:lnTo>
                    <a:pt x="814" y="101"/>
                  </a:lnTo>
                  <a:lnTo>
                    <a:pt x="816" y="103"/>
                  </a:lnTo>
                  <a:lnTo>
                    <a:pt x="819" y="101"/>
                  </a:lnTo>
                  <a:lnTo>
                    <a:pt x="820" y="103"/>
                  </a:lnTo>
                  <a:lnTo>
                    <a:pt x="821" y="104"/>
                  </a:lnTo>
                  <a:lnTo>
                    <a:pt x="823" y="101"/>
                  </a:lnTo>
                  <a:lnTo>
                    <a:pt x="821" y="100"/>
                  </a:lnTo>
                  <a:lnTo>
                    <a:pt x="820" y="97"/>
                  </a:lnTo>
                  <a:lnTo>
                    <a:pt x="820" y="95"/>
                  </a:lnTo>
                  <a:lnTo>
                    <a:pt x="819" y="93"/>
                  </a:lnTo>
                  <a:lnTo>
                    <a:pt x="816" y="93"/>
                  </a:lnTo>
                  <a:lnTo>
                    <a:pt x="816" y="90"/>
                  </a:lnTo>
                  <a:lnTo>
                    <a:pt x="815" y="90"/>
                  </a:lnTo>
                  <a:lnTo>
                    <a:pt x="814" y="87"/>
                  </a:lnTo>
                  <a:lnTo>
                    <a:pt x="812" y="86"/>
                  </a:lnTo>
                  <a:lnTo>
                    <a:pt x="812" y="82"/>
                  </a:lnTo>
                  <a:lnTo>
                    <a:pt x="814" y="80"/>
                  </a:lnTo>
                  <a:lnTo>
                    <a:pt x="814" y="82"/>
                  </a:lnTo>
                  <a:lnTo>
                    <a:pt x="815" y="82"/>
                  </a:lnTo>
                  <a:lnTo>
                    <a:pt x="818" y="80"/>
                  </a:lnTo>
                  <a:lnTo>
                    <a:pt x="816" y="79"/>
                  </a:lnTo>
                  <a:lnTo>
                    <a:pt x="816" y="76"/>
                  </a:lnTo>
                  <a:lnTo>
                    <a:pt x="818" y="76"/>
                  </a:lnTo>
                  <a:lnTo>
                    <a:pt x="821" y="79"/>
                  </a:lnTo>
                  <a:lnTo>
                    <a:pt x="823" y="78"/>
                  </a:lnTo>
                  <a:lnTo>
                    <a:pt x="823" y="76"/>
                  </a:lnTo>
                  <a:lnTo>
                    <a:pt x="824" y="78"/>
                  </a:lnTo>
                  <a:lnTo>
                    <a:pt x="827" y="78"/>
                  </a:lnTo>
                  <a:lnTo>
                    <a:pt x="828" y="76"/>
                  </a:lnTo>
                  <a:lnTo>
                    <a:pt x="829" y="75"/>
                  </a:lnTo>
                  <a:lnTo>
                    <a:pt x="832" y="78"/>
                  </a:lnTo>
                  <a:lnTo>
                    <a:pt x="833" y="78"/>
                  </a:lnTo>
                  <a:lnTo>
                    <a:pt x="835" y="80"/>
                  </a:lnTo>
                  <a:lnTo>
                    <a:pt x="836" y="79"/>
                  </a:lnTo>
                  <a:lnTo>
                    <a:pt x="836" y="76"/>
                  </a:lnTo>
                  <a:lnTo>
                    <a:pt x="839" y="78"/>
                  </a:lnTo>
                  <a:lnTo>
                    <a:pt x="840" y="79"/>
                  </a:lnTo>
                  <a:lnTo>
                    <a:pt x="839" y="80"/>
                  </a:lnTo>
                  <a:lnTo>
                    <a:pt x="837" y="83"/>
                  </a:lnTo>
                  <a:lnTo>
                    <a:pt x="839" y="83"/>
                  </a:lnTo>
                  <a:lnTo>
                    <a:pt x="841" y="83"/>
                  </a:lnTo>
                  <a:lnTo>
                    <a:pt x="841" y="83"/>
                  </a:lnTo>
                  <a:lnTo>
                    <a:pt x="841" y="82"/>
                  </a:lnTo>
                  <a:lnTo>
                    <a:pt x="843" y="82"/>
                  </a:lnTo>
                  <a:lnTo>
                    <a:pt x="844" y="82"/>
                  </a:lnTo>
                  <a:lnTo>
                    <a:pt x="844" y="79"/>
                  </a:lnTo>
                  <a:lnTo>
                    <a:pt x="843" y="78"/>
                  </a:lnTo>
                  <a:lnTo>
                    <a:pt x="843" y="76"/>
                  </a:lnTo>
                  <a:lnTo>
                    <a:pt x="845" y="76"/>
                  </a:lnTo>
                  <a:lnTo>
                    <a:pt x="848" y="76"/>
                  </a:lnTo>
                  <a:lnTo>
                    <a:pt x="849" y="76"/>
                  </a:lnTo>
                  <a:lnTo>
                    <a:pt x="850" y="76"/>
                  </a:lnTo>
                  <a:lnTo>
                    <a:pt x="854" y="76"/>
                  </a:lnTo>
                  <a:lnTo>
                    <a:pt x="854" y="78"/>
                  </a:lnTo>
                  <a:lnTo>
                    <a:pt x="854" y="82"/>
                  </a:lnTo>
                  <a:lnTo>
                    <a:pt x="856" y="79"/>
                  </a:lnTo>
                  <a:lnTo>
                    <a:pt x="856" y="79"/>
                  </a:lnTo>
                  <a:lnTo>
                    <a:pt x="858" y="78"/>
                  </a:lnTo>
                  <a:lnTo>
                    <a:pt x="860" y="80"/>
                  </a:lnTo>
                  <a:lnTo>
                    <a:pt x="861" y="80"/>
                  </a:lnTo>
                  <a:lnTo>
                    <a:pt x="862" y="79"/>
                  </a:lnTo>
                  <a:lnTo>
                    <a:pt x="865" y="82"/>
                  </a:lnTo>
                  <a:lnTo>
                    <a:pt x="866" y="86"/>
                  </a:lnTo>
                  <a:lnTo>
                    <a:pt x="868" y="83"/>
                  </a:lnTo>
                  <a:lnTo>
                    <a:pt x="869" y="82"/>
                  </a:lnTo>
                  <a:lnTo>
                    <a:pt x="870" y="83"/>
                  </a:lnTo>
                  <a:lnTo>
                    <a:pt x="869" y="86"/>
                  </a:lnTo>
                  <a:lnTo>
                    <a:pt x="870" y="87"/>
                  </a:lnTo>
                  <a:lnTo>
                    <a:pt x="872" y="88"/>
                  </a:lnTo>
                  <a:lnTo>
                    <a:pt x="873" y="88"/>
                  </a:lnTo>
                  <a:lnTo>
                    <a:pt x="874" y="91"/>
                  </a:lnTo>
                  <a:lnTo>
                    <a:pt x="875" y="90"/>
                  </a:lnTo>
                  <a:lnTo>
                    <a:pt x="875" y="90"/>
                  </a:lnTo>
                  <a:lnTo>
                    <a:pt x="877" y="92"/>
                  </a:lnTo>
                  <a:lnTo>
                    <a:pt x="875" y="93"/>
                  </a:lnTo>
                  <a:lnTo>
                    <a:pt x="875" y="96"/>
                  </a:lnTo>
                  <a:lnTo>
                    <a:pt x="878" y="93"/>
                  </a:lnTo>
                  <a:lnTo>
                    <a:pt x="881" y="93"/>
                  </a:lnTo>
                  <a:lnTo>
                    <a:pt x="881" y="95"/>
                  </a:lnTo>
                  <a:lnTo>
                    <a:pt x="877" y="99"/>
                  </a:lnTo>
                  <a:lnTo>
                    <a:pt x="877" y="103"/>
                  </a:lnTo>
                  <a:lnTo>
                    <a:pt x="881" y="103"/>
                  </a:lnTo>
                  <a:lnTo>
                    <a:pt x="882" y="101"/>
                  </a:lnTo>
                  <a:lnTo>
                    <a:pt x="883" y="100"/>
                  </a:lnTo>
                  <a:lnTo>
                    <a:pt x="885" y="101"/>
                  </a:lnTo>
                  <a:lnTo>
                    <a:pt x="885" y="104"/>
                  </a:lnTo>
                  <a:lnTo>
                    <a:pt x="886" y="103"/>
                  </a:lnTo>
                  <a:lnTo>
                    <a:pt x="889" y="105"/>
                  </a:lnTo>
                  <a:lnTo>
                    <a:pt x="889" y="109"/>
                  </a:lnTo>
                  <a:lnTo>
                    <a:pt x="891" y="108"/>
                  </a:lnTo>
                  <a:lnTo>
                    <a:pt x="891" y="111"/>
                  </a:lnTo>
                  <a:lnTo>
                    <a:pt x="893" y="109"/>
                  </a:lnTo>
                  <a:lnTo>
                    <a:pt x="894" y="111"/>
                  </a:lnTo>
                  <a:lnTo>
                    <a:pt x="891" y="115"/>
                  </a:lnTo>
                  <a:lnTo>
                    <a:pt x="889" y="116"/>
                  </a:lnTo>
                  <a:lnTo>
                    <a:pt x="886" y="115"/>
                  </a:lnTo>
                  <a:lnTo>
                    <a:pt x="882" y="113"/>
                  </a:lnTo>
                  <a:lnTo>
                    <a:pt x="877" y="113"/>
                  </a:lnTo>
                  <a:lnTo>
                    <a:pt x="879" y="115"/>
                  </a:lnTo>
                  <a:lnTo>
                    <a:pt x="879" y="117"/>
                  </a:lnTo>
                  <a:lnTo>
                    <a:pt x="885" y="117"/>
                  </a:lnTo>
                  <a:lnTo>
                    <a:pt x="885" y="120"/>
                  </a:lnTo>
                  <a:lnTo>
                    <a:pt x="890" y="122"/>
                  </a:lnTo>
                  <a:lnTo>
                    <a:pt x="894" y="124"/>
                  </a:lnTo>
                  <a:lnTo>
                    <a:pt x="897" y="122"/>
                  </a:lnTo>
                  <a:lnTo>
                    <a:pt x="897" y="120"/>
                  </a:lnTo>
                  <a:lnTo>
                    <a:pt x="895" y="117"/>
                  </a:lnTo>
                  <a:lnTo>
                    <a:pt x="894" y="116"/>
                  </a:lnTo>
                  <a:lnTo>
                    <a:pt x="895" y="116"/>
                  </a:lnTo>
                  <a:lnTo>
                    <a:pt x="898" y="118"/>
                  </a:lnTo>
                  <a:lnTo>
                    <a:pt x="901" y="120"/>
                  </a:lnTo>
                  <a:lnTo>
                    <a:pt x="902" y="121"/>
                  </a:lnTo>
                  <a:lnTo>
                    <a:pt x="899" y="121"/>
                  </a:lnTo>
                  <a:lnTo>
                    <a:pt x="895" y="125"/>
                  </a:lnTo>
                  <a:lnTo>
                    <a:pt x="897" y="126"/>
                  </a:lnTo>
                  <a:lnTo>
                    <a:pt x="898" y="126"/>
                  </a:lnTo>
                  <a:lnTo>
                    <a:pt x="899" y="125"/>
                  </a:lnTo>
                  <a:lnTo>
                    <a:pt x="902" y="125"/>
                  </a:lnTo>
                  <a:lnTo>
                    <a:pt x="908" y="133"/>
                  </a:lnTo>
                  <a:lnTo>
                    <a:pt x="911" y="133"/>
                  </a:lnTo>
                  <a:lnTo>
                    <a:pt x="914" y="137"/>
                  </a:lnTo>
                  <a:lnTo>
                    <a:pt x="919" y="137"/>
                  </a:lnTo>
                  <a:lnTo>
                    <a:pt x="923" y="141"/>
                  </a:lnTo>
                  <a:lnTo>
                    <a:pt x="926" y="142"/>
                  </a:lnTo>
                  <a:lnTo>
                    <a:pt x="927" y="141"/>
                  </a:lnTo>
                  <a:lnTo>
                    <a:pt x="926" y="138"/>
                  </a:lnTo>
                  <a:lnTo>
                    <a:pt x="927" y="138"/>
                  </a:lnTo>
                  <a:lnTo>
                    <a:pt x="929" y="140"/>
                  </a:lnTo>
                  <a:lnTo>
                    <a:pt x="929" y="142"/>
                  </a:lnTo>
                  <a:lnTo>
                    <a:pt x="931" y="143"/>
                  </a:lnTo>
                  <a:lnTo>
                    <a:pt x="932" y="143"/>
                  </a:lnTo>
                  <a:lnTo>
                    <a:pt x="933" y="141"/>
                  </a:lnTo>
                  <a:lnTo>
                    <a:pt x="931" y="129"/>
                  </a:lnTo>
                  <a:lnTo>
                    <a:pt x="928" y="124"/>
                  </a:lnTo>
                  <a:lnTo>
                    <a:pt x="926" y="116"/>
                  </a:lnTo>
                  <a:lnTo>
                    <a:pt x="924" y="109"/>
                  </a:lnTo>
                  <a:lnTo>
                    <a:pt x="923" y="107"/>
                  </a:lnTo>
                  <a:lnTo>
                    <a:pt x="922" y="104"/>
                  </a:lnTo>
                  <a:lnTo>
                    <a:pt x="924" y="105"/>
                  </a:lnTo>
                  <a:lnTo>
                    <a:pt x="926" y="108"/>
                  </a:lnTo>
                  <a:lnTo>
                    <a:pt x="928" y="111"/>
                  </a:lnTo>
                  <a:lnTo>
                    <a:pt x="931" y="112"/>
                  </a:lnTo>
                  <a:lnTo>
                    <a:pt x="933" y="115"/>
                  </a:lnTo>
                  <a:lnTo>
                    <a:pt x="939" y="115"/>
                  </a:lnTo>
                  <a:lnTo>
                    <a:pt x="948" y="113"/>
                  </a:lnTo>
                  <a:lnTo>
                    <a:pt x="949" y="115"/>
                  </a:lnTo>
                  <a:lnTo>
                    <a:pt x="952" y="113"/>
                  </a:lnTo>
                  <a:lnTo>
                    <a:pt x="953" y="116"/>
                  </a:lnTo>
                  <a:lnTo>
                    <a:pt x="954" y="115"/>
                  </a:lnTo>
                  <a:lnTo>
                    <a:pt x="952" y="112"/>
                  </a:lnTo>
                  <a:lnTo>
                    <a:pt x="953" y="111"/>
                  </a:lnTo>
                  <a:lnTo>
                    <a:pt x="951" y="109"/>
                  </a:lnTo>
                  <a:lnTo>
                    <a:pt x="952" y="108"/>
                  </a:lnTo>
                  <a:lnTo>
                    <a:pt x="952" y="105"/>
                  </a:lnTo>
                  <a:lnTo>
                    <a:pt x="960" y="103"/>
                  </a:lnTo>
                  <a:lnTo>
                    <a:pt x="961" y="103"/>
                  </a:lnTo>
                  <a:lnTo>
                    <a:pt x="964" y="103"/>
                  </a:lnTo>
                  <a:lnTo>
                    <a:pt x="966" y="104"/>
                  </a:lnTo>
                  <a:lnTo>
                    <a:pt x="970" y="104"/>
                  </a:lnTo>
                  <a:lnTo>
                    <a:pt x="973" y="107"/>
                  </a:lnTo>
                  <a:lnTo>
                    <a:pt x="976" y="108"/>
                  </a:lnTo>
                  <a:lnTo>
                    <a:pt x="977" y="111"/>
                  </a:lnTo>
                  <a:lnTo>
                    <a:pt x="981" y="111"/>
                  </a:lnTo>
                  <a:lnTo>
                    <a:pt x="982" y="113"/>
                  </a:lnTo>
                  <a:lnTo>
                    <a:pt x="987" y="113"/>
                  </a:lnTo>
                  <a:lnTo>
                    <a:pt x="983" y="111"/>
                  </a:lnTo>
                  <a:lnTo>
                    <a:pt x="983" y="109"/>
                  </a:lnTo>
                  <a:lnTo>
                    <a:pt x="987" y="111"/>
                  </a:lnTo>
                  <a:lnTo>
                    <a:pt x="989" y="109"/>
                  </a:lnTo>
                  <a:lnTo>
                    <a:pt x="986" y="108"/>
                  </a:lnTo>
                  <a:lnTo>
                    <a:pt x="989" y="105"/>
                  </a:lnTo>
                  <a:lnTo>
                    <a:pt x="986" y="104"/>
                  </a:lnTo>
                  <a:lnTo>
                    <a:pt x="983" y="105"/>
                  </a:lnTo>
                  <a:lnTo>
                    <a:pt x="981" y="104"/>
                  </a:lnTo>
                  <a:lnTo>
                    <a:pt x="981" y="101"/>
                  </a:lnTo>
                  <a:lnTo>
                    <a:pt x="980" y="99"/>
                  </a:lnTo>
                  <a:lnTo>
                    <a:pt x="981" y="97"/>
                  </a:lnTo>
                  <a:lnTo>
                    <a:pt x="982" y="99"/>
                  </a:lnTo>
                  <a:lnTo>
                    <a:pt x="985" y="97"/>
                  </a:lnTo>
                  <a:lnTo>
                    <a:pt x="983" y="95"/>
                  </a:lnTo>
                  <a:lnTo>
                    <a:pt x="985" y="95"/>
                  </a:lnTo>
                  <a:lnTo>
                    <a:pt x="989" y="97"/>
                  </a:lnTo>
                  <a:lnTo>
                    <a:pt x="989" y="100"/>
                  </a:lnTo>
                  <a:lnTo>
                    <a:pt x="991" y="99"/>
                  </a:lnTo>
                  <a:lnTo>
                    <a:pt x="993" y="100"/>
                  </a:lnTo>
                  <a:lnTo>
                    <a:pt x="994" y="100"/>
                  </a:lnTo>
                  <a:lnTo>
                    <a:pt x="993" y="97"/>
                  </a:lnTo>
                  <a:lnTo>
                    <a:pt x="995" y="96"/>
                  </a:lnTo>
                  <a:lnTo>
                    <a:pt x="997" y="97"/>
                  </a:lnTo>
                  <a:lnTo>
                    <a:pt x="998" y="95"/>
                  </a:lnTo>
                  <a:lnTo>
                    <a:pt x="994" y="91"/>
                  </a:lnTo>
                  <a:lnTo>
                    <a:pt x="991" y="91"/>
                  </a:lnTo>
                  <a:lnTo>
                    <a:pt x="989" y="87"/>
                  </a:lnTo>
                  <a:lnTo>
                    <a:pt x="989" y="84"/>
                  </a:lnTo>
                  <a:lnTo>
                    <a:pt x="987" y="83"/>
                  </a:lnTo>
                  <a:lnTo>
                    <a:pt x="985" y="84"/>
                  </a:lnTo>
                  <a:lnTo>
                    <a:pt x="982" y="83"/>
                  </a:lnTo>
                  <a:lnTo>
                    <a:pt x="986" y="82"/>
                  </a:lnTo>
                  <a:lnTo>
                    <a:pt x="985" y="79"/>
                  </a:lnTo>
                  <a:lnTo>
                    <a:pt x="985" y="79"/>
                  </a:lnTo>
                  <a:lnTo>
                    <a:pt x="983" y="76"/>
                  </a:lnTo>
                  <a:lnTo>
                    <a:pt x="987" y="76"/>
                  </a:lnTo>
                  <a:lnTo>
                    <a:pt x="989" y="71"/>
                  </a:lnTo>
                  <a:lnTo>
                    <a:pt x="983" y="72"/>
                  </a:lnTo>
                  <a:lnTo>
                    <a:pt x="981" y="75"/>
                  </a:lnTo>
                  <a:lnTo>
                    <a:pt x="981" y="78"/>
                  </a:lnTo>
                  <a:lnTo>
                    <a:pt x="977" y="76"/>
                  </a:lnTo>
                  <a:lnTo>
                    <a:pt x="974" y="72"/>
                  </a:lnTo>
                  <a:lnTo>
                    <a:pt x="976" y="70"/>
                  </a:lnTo>
                  <a:lnTo>
                    <a:pt x="976" y="67"/>
                  </a:lnTo>
                  <a:lnTo>
                    <a:pt x="980" y="66"/>
                  </a:lnTo>
                  <a:lnTo>
                    <a:pt x="982" y="66"/>
                  </a:lnTo>
                  <a:lnTo>
                    <a:pt x="986" y="62"/>
                  </a:lnTo>
                  <a:lnTo>
                    <a:pt x="986" y="61"/>
                  </a:lnTo>
                  <a:lnTo>
                    <a:pt x="985" y="58"/>
                  </a:lnTo>
                  <a:lnTo>
                    <a:pt x="982" y="58"/>
                  </a:lnTo>
                  <a:lnTo>
                    <a:pt x="980" y="57"/>
                  </a:lnTo>
                  <a:lnTo>
                    <a:pt x="976" y="57"/>
                  </a:lnTo>
                  <a:lnTo>
                    <a:pt x="973" y="54"/>
                  </a:lnTo>
                  <a:lnTo>
                    <a:pt x="977" y="53"/>
                  </a:lnTo>
                  <a:lnTo>
                    <a:pt x="981" y="51"/>
                  </a:lnTo>
                  <a:lnTo>
                    <a:pt x="986" y="54"/>
                  </a:lnTo>
                  <a:lnTo>
                    <a:pt x="991" y="53"/>
                  </a:lnTo>
                  <a:lnTo>
                    <a:pt x="999" y="53"/>
                  </a:lnTo>
                  <a:lnTo>
                    <a:pt x="1014" y="51"/>
                  </a:lnTo>
                  <a:lnTo>
                    <a:pt x="1015" y="50"/>
                  </a:lnTo>
                  <a:lnTo>
                    <a:pt x="1026" y="50"/>
                  </a:lnTo>
                  <a:lnTo>
                    <a:pt x="1030" y="51"/>
                  </a:lnTo>
                  <a:lnTo>
                    <a:pt x="1033" y="50"/>
                  </a:lnTo>
                  <a:lnTo>
                    <a:pt x="1039" y="50"/>
                  </a:lnTo>
                  <a:lnTo>
                    <a:pt x="1036" y="51"/>
                  </a:lnTo>
                  <a:lnTo>
                    <a:pt x="1028" y="55"/>
                  </a:lnTo>
                  <a:lnTo>
                    <a:pt x="1026" y="54"/>
                  </a:lnTo>
                  <a:lnTo>
                    <a:pt x="1024" y="54"/>
                  </a:lnTo>
                  <a:lnTo>
                    <a:pt x="1022" y="53"/>
                  </a:lnTo>
                  <a:lnTo>
                    <a:pt x="1020" y="58"/>
                  </a:lnTo>
                  <a:lnTo>
                    <a:pt x="1023" y="61"/>
                  </a:lnTo>
                  <a:lnTo>
                    <a:pt x="1020" y="62"/>
                  </a:lnTo>
                  <a:lnTo>
                    <a:pt x="1020" y="63"/>
                  </a:lnTo>
                  <a:lnTo>
                    <a:pt x="1023" y="65"/>
                  </a:lnTo>
                  <a:lnTo>
                    <a:pt x="1026" y="62"/>
                  </a:lnTo>
                  <a:lnTo>
                    <a:pt x="1027" y="59"/>
                  </a:lnTo>
                  <a:lnTo>
                    <a:pt x="1032" y="55"/>
                  </a:lnTo>
                  <a:lnTo>
                    <a:pt x="1040" y="53"/>
                  </a:lnTo>
                  <a:lnTo>
                    <a:pt x="1041" y="57"/>
                  </a:lnTo>
                  <a:lnTo>
                    <a:pt x="1041" y="63"/>
                  </a:lnTo>
                  <a:lnTo>
                    <a:pt x="1041" y="65"/>
                  </a:lnTo>
                  <a:lnTo>
                    <a:pt x="1040" y="61"/>
                  </a:lnTo>
                  <a:lnTo>
                    <a:pt x="1037" y="58"/>
                  </a:lnTo>
                  <a:lnTo>
                    <a:pt x="1037" y="55"/>
                  </a:lnTo>
                  <a:lnTo>
                    <a:pt x="1035" y="58"/>
                  </a:lnTo>
                  <a:lnTo>
                    <a:pt x="1033" y="57"/>
                  </a:lnTo>
                  <a:lnTo>
                    <a:pt x="1035" y="61"/>
                  </a:lnTo>
                  <a:lnTo>
                    <a:pt x="1037" y="62"/>
                  </a:lnTo>
                  <a:lnTo>
                    <a:pt x="1039" y="67"/>
                  </a:lnTo>
                  <a:lnTo>
                    <a:pt x="1036" y="71"/>
                  </a:lnTo>
                  <a:lnTo>
                    <a:pt x="1035" y="70"/>
                  </a:lnTo>
                  <a:lnTo>
                    <a:pt x="1033" y="71"/>
                  </a:lnTo>
                  <a:lnTo>
                    <a:pt x="1036" y="74"/>
                  </a:lnTo>
                  <a:lnTo>
                    <a:pt x="1036" y="75"/>
                  </a:lnTo>
                  <a:lnTo>
                    <a:pt x="1037" y="76"/>
                  </a:lnTo>
                  <a:lnTo>
                    <a:pt x="1039" y="76"/>
                  </a:lnTo>
                  <a:lnTo>
                    <a:pt x="1041" y="74"/>
                  </a:lnTo>
                  <a:lnTo>
                    <a:pt x="1041" y="71"/>
                  </a:lnTo>
                  <a:lnTo>
                    <a:pt x="1044" y="67"/>
                  </a:lnTo>
                  <a:lnTo>
                    <a:pt x="1043" y="65"/>
                  </a:lnTo>
                  <a:lnTo>
                    <a:pt x="1044" y="62"/>
                  </a:lnTo>
                  <a:lnTo>
                    <a:pt x="1043" y="50"/>
                  </a:lnTo>
                  <a:lnTo>
                    <a:pt x="1047" y="46"/>
                  </a:lnTo>
                  <a:lnTo>
                    <a:pt x="1053" y="45"/>
                  </a:lnTo>
                  <a:lnTo>
                    <a:pt x="1060" y="43"/>
                  </a:lnTo>
                  <a:lnTo>
                    <a:pt x="1066" y="43"/>
                  </a:lnTo>
                  <a:lnTo>
                    <a:pt x="1074" y="46"/>
                  </a:lnTo>
                  <a:lnTo>
                    <a:pt x="1078" y="51"/>
                  </a:lnTo>
                  <a:lnTo>
                    <a:pt x="1078" y="54"/>
                  </a:lnTo>
                  <a:lnTo>
                    <a:pt x="1076" y="55"/>
                  </a:lnTo>
                  <a:lnTo>
                    <a:pt x="1072" y="53"/>
                  </a:lnTo>
                  <a:lnTo>
                    <a:pt x="1072" y="54"/>
                  </a:lnTo>
                  <a:lnTo>
                    <a:pt x="1072" y="55"/>
                  </a:lnTo>
                  <a:lnTo>
                    <a:pt x="1072" y="58"/>
                  </a:lnTo>
                  <a:lnTo>
                    <a:pt x="1072" y="61"/>
                  </a:lnTo>
                  <a:lnTo>
                    <a:pt x="1070" y="62"/>
                  </a:lnTo>
                  <a:lnTo>
                    <a:pt x="1072" y="63"/>
                  </a:lnTo>
                  <a:lnTo>
                    <a:pt x="1074" y="61"/>
                  </a:lnTo>
                  <a:lnTo>
                    <a:pt x="1078" y="61"/>
                  </a:lnTo>
                  <a:lnTo>
                    <a:pt x="1081" y="58"/>
                  </a:lnTo>
                  <a:lnTo>
                    <a:pt x="1082" y="62"/>
                  </a:lnTo>
                  <a:lnTo>
                    <a:pt x="1084" y="65"/>
                  </a:lnTo>
                  <a:lnTo>
                    <a:pt x="1084" y="67"/>
                  </a:lnTo>
                  <a:lnTo>
                    <a:pt x="1085" y="68"/>
                  </a:lnTo>
                  <a:lnTo>
                    <a:pt x="1086" y="66"/>
                  </a:lnTo>
                  <a:lnTo>
                    <a:pt x="1086" y="65"/>
                  </a:lnTo>
                  <a:lnTo>
                    <a:pt x="1089" y="62"/>
                  </a:lnTo>
                  <a:lnTo>
                    <a:pt x="1091" y="63"/>
                  </a:lnTo>
                  <a:lnTo>
                    <a:pt x="1093" y="67"/>
                  </a:lnTo>
                  <a:lnTo>
                    <a:pt x="1091" y="68"/>
                  </a:lnTo>
                  <a:lnTo>
                    <a:pt x="1091" y="71"/>
                  </a:lnTo>
                  <a:lnTo>
                    <a:pt x="1091" y="72"/>
                  </a:lnTo>
                  <a:lnTo>
                    <a:pt x="1094" y="71"/>
                  </a:lnTo>
                  <a:lnTo>
                    <a:pt x="1095" y="68"/>
                  </a:lnTo>
                  <a:lnTo>
                    <a:pt x="1095" y="68"/>
                  </a:lnTo>
                  <a:lnTo>
                    <a:pt x="1097" y="70"/>
                  </a:lnTo>
                  <a:lnTo>
                    <a:pt x="1097" y="67"/>
                  </a:lnTo>
                  <a:lnTo>
                    <a:pt x="1099" y="63"/>
                  </a:lnTo>
                  <a:lnTo>
                    <a:pt x="1101" y="62"/>
                  </a:lnTo>
                  <a:lnTo>
                    <a:pt x="1102" y="62"/>
                  </a:lnTo>
                  <a:lnTo>
                    <a:pt x="1107" y="66"/>
                  </a:lnTo>
                  <a:lnTo>
                    <a:pt x="1114" y="67"/>
                  </a:lnTo>
                  <a:lnTo>
                    <a:pt x="1116" y="71"/>
                  </a:lnTo>
                  <a:lnTo>
                    <a:pt x="1116" y="74"/>
                  </a:lnTo>
                  <a:lnTo>
                    <a:pt x="1113" y="76"/>
                  </a:lnTo>
                  <a:lnTo>
                    <a:pt x="1110" y="79"/>
                  </a:lnTo>
                  <a:lnTo>
                    <a:pt x="1114" y="76"/>
                  </a:lnTo>
                  <a:lnTo>
                    <a:pt x="1118" y="76"/>
                  </a:lnTo>
                  <a:lnTo>
                    <a:pt x="1122" y="78"/>
                  </a:lnTo>
                  <a:lnTo>
                    <a:pt x="1126" y="76"/>
                  </a:lnTo>
                  <a:lnTo>
                    <a:pt x="1128" y="74"/>
                  </a:lnTo>
                  <a:lnTo>
                    <a:pt x="1131" y="72"/>
                  </a:lnTo>
                  <a:lnTo>
                    <a:pt x="1136" y="68"/>
                  </a:lnTo>
                  <a:lnTo>
                    <a:pt x="1139" y="67"/>
                  </a:lnTo>
                  <a:lnTo>
                    <a:pt x="1141" y="63"/>
                  </a:lnTo>
                  <a:lnTo>
                    <a:pt x="1145" y="63"/>
                  </a:lnTo>
                  <a:lnTo>
                    <a:pt x="1155" y="58"/>
                  </a:lnTo>
                  <a:lnTo>
                    <a:pt x="1159" y="57"/>
                  </a:lnTo>
                  <a:lnTo>
                    <a:pt x="1161" y="58"/>
                  </a:lnTo>
                  <a:lnTo>
                    <a:pt x="1161" y="57"/>
                  </a:lnTo>
                  <a:lnTo>
                    <a:pt x="1166" y="53"/>
                  </a:lnTo>
                  <a:lnTo>
                    <a:pt x="1169" y="53"/>
                  </a:lnTo>
                  <a:lnTo>
                    <a:pt x="1176" y="53"/>
                  </a:lnTo>
                  <a:lnTo>
                    <a:pt x="1188" y="57"/>
                  </a:lnTo>
                  <a:lnTo>
                    <a:pt x="1192" y="62"/>
                  </a:lnTo>
                  <a:lnTo>
                    <a:pt x="1197" y="65"/>
                  </a:lnTo>
                  <a:lnTo>
                    <a:pt x="1201" y="68"/>
                  </a:lnTo>
                  <a:lnTo>
                    <a:pt x="1203" y="74"/>
                  </a:lnTo>
                  <a:lnTo>
                    <a:pt x="1203" y="75"/>
                  </a:lnTo>
                  <a:lnTo>
                    <a:pt x="1205" y="76"/>
                  </a:lnTo>
                  <a:lnTo>
                    <a:pt x="1205" y="80"/>
                  </a:lnTo>
                  <a:lnTo>
                    <a:pt x="1207" y="84"/>
                  </a:lnTo>
                  <a:lnTo>
                    <a:pt x="1207" y="87"/>
                  </a:lnTo>
                  <a:lnTo>
                    <a:pt x="1206" y="90"/>
                  </a:lnTo>
                  <a:lnTo>
                    <a:pt x="1209" y="90"/>
                  </a:lnTo>
                  <a:lnTo>
                    <a:pt x="1211" y="86"/>
                  </a:lnTo>
                  <a:lnTo>
                    <a:pt x="1214" y="86"/>
                  </a:lnTo>
                  <a:lnTo>
                    <a:pt x="1215" y="87"/>
                  </a:lnTo>
                  <a:lnTo>
                    <a:pt x="1215" y="86"/>
                  </a:lnTo>
                  <a:lnTo>
                    <a:pt x="1219" y="86"/>
                  </a:lnTo>
                  <a:lnTo>
                    <a:pt x="1222" y="87"/>
                  </a:lnTo>
                  <a:lnTo>
                    <a:pt x="1223" y="90"/>
                  </a:lnTo>
                  <a:lnTo>
                    <a:pt x="1223" y="87"/>
                  </a:lnTo>
                  <a:lnTo>
                    <a:pt x="1222" y="83"/>
                  </a:lnTo>
                  <a:lnTo>
                    <a:pt x="1224" y="83"/>
                  </a:lnTo>
                  <a:lnTo>
                    <a:pt x="1226" y="87"/>
                  </a:lnTo>
                  <a:lnTo>
                    <a:pt x="1230" y="90"/>
                  </a:lnTo>
                  <a:lnTo>
                    <a:pt x="1231" y="95"/>
                  </a:lnTo>
                  <a:lnTo>
                    <a:pt x="1232" y="95"/>
                  </a:lnTo>
                  <a:lnTo>
                    <a:pt x="1236" y="99"/>
                  </a:lnTo>
                  <a:lnTo>
                    <a:pt x="1236" y="97"/>
                  </a:lnTo>
                  <a:lnTo>
                    <a:pt x="1235" y="93"/>
                  </a:lnTo>
                  <a:lnTo>
                    <a:pt x="1232" y="92"/>
                  </a:lnTo>
                  <a:lnTo>
                    <a:pt x="1232" y="91"/>
                  </a:lnTo>
                  <a:lnTo>
                    <a:pt x="1235" y="92"/>
                  </a:lnTo>
                  <a:lnTo>
                    <a:pt x="1236" y="92"/>
                  </a:lnTo>
                  <a:lnTo>
                    <a:pt x="1239" y="93"/>
                  </a:lnTo>
                  <a:lnTo>
                    <a:pt x="1243" y="99"/>
                  </a:lnTo>
                  <a:lnTo>
                    <a:pt x="1242" y="95"/>
                  </a:lnTo>
                  <a:lnTo>
                    <a:pt x="1238" y="88"/>
                  </a:lnTo>
                  <a:lnTo>
                    <a:pt x="1238" y="83"/>
                  </a:lnTo>
                  <a:lnTo>
                    <a:pt x="1238" y="79"/>
                  </a:lnTo>
                  <a:lnTo>
                    <a:pt x="1240" y="75"/>
                  </a:lnTo>
                  <a:lnTo>
                    <a:pt x="1245" y="75"/>
                  </a:lnTo>
                  <a:lnTo>
                    <a:pt x="1247" y="74"/>
                  </a:lnTo>
                  <a:lnTo>
                    <a:pt x="1252" y="71"/>
                  </a:lnTo>
                  <a:lnTo>
                    <a:pt x="1251" y="70"/>
                  </a:lnTo>
                  <a:lnTo>
                    <a:pt x="1252" y="68"/>
                  </a:lnTo>
                  <a:lnTo>
                    <a:pt x="1253" y="68"/>
                  </a:lnTo>
                  <a:lnTo>
                    <a:pt x="1256" y="71"/>
                  </a:lnTo>
                  <a:lnTo>
                    <a:pt x="1259" y="72"/>
                  </a:lnTo>
                  <a:lnTo>
                    <a:pt x="1261" y="71"/>
                  </a:lnTo>
                  <a:lnTo>
                    <a:pt x="1265" y="68"/>
                  </a:lnTo>
                  <a:lnTo>
                    <a:pt x="1267" y="70"/>
                  </a:lnTo>
                  <a:lnTo>
                    <a:pt x="1271" y="67"/>
                  </a:lnTo>
                  <a:lnTo>
                    <a:pt x="1276" y="68"/>
                  </a:lnTo>
                  <a:lnTo>
                    <a:pt x="1278" y="67"/>
                  </a:lnTo>
                  <a:lnTo>
                    <a:pt x="1278" y="66"/>
                  </a:lnTo>
                  <a:lnTo>
                    <a:pt x="1280" y="68"/>
                  </a:lnTo>
                  <a:lnTo>
                    <a:pt x="1281" y="70"/>
                  </a:lnTo>
                  <a:lnTo>
                    <a:pt x="1282" y="67"/>
                  </a:lnTo>
                  <a:lnTo>
                    <a:pt x="1285" y="63"/>
                  </a:lnTo>
                  <a:lnTo>
                    <a:pt x="1284" y="62"/>
                  </a:lnTo>
                  <a:lnTo>
                    <a:pt x="1284" y="58"/>
                  </a:lnTo>
                  <a:lnTo>
                    <a:pt x="1284" y="55"/>
                  </a:lnTo>
                  <a:lnTo>
                    <a:pt x="1285" y="54"/>
                  </a:lnTo>
                  <a:lnTo>
                    <a:pt x="1289" y="55"/>
                  </a:lnTo>
                  <a:lnTo>
                    <a:pt x="1290" y="58"/>
                  </a:lnTo>
                  <a:lnTo>
                    <a:pt x="1292" y="59"/>
                  </a:lnTo>
                  <a:lnTo>
                    <a:pt x="1294" y="59"/>
                  </a:lnTo>
                  <a:lnTo>
                    <a:pt x="1297" y="62"/>
                  </a:lnTo>
                  <a:lnTo>
                    <a:pt x="1297" y="65"/>
                  </a:lnTo>
                  <a:lnTo>
                    <a:pt x="1299" y="68"/>
                  </a:lnTo>
                  <a:lnTo>
                    <a:pt x="1301" y="70"/>
                  </a:lnTo>
                  <a:lnTo>
                    <a:pt x="1305" y="68"/>
                  </a:lnTo>
                  <a:lnTo>
                    <a:pt x="1310" y="70"/>
                  </a:lnTo>
                  <a:lnTo>
                    <a:pt x="1311" y="70"/>
                  </a:lnTo>
                  <a:lnTo>
                    <a:pt x="1313" y="70"/>
                  </a:lnTo>
                  <a:lnTo>
                    <a:pt x="1317" y="75"/>
                  </a:lnTo>
                  <a:lnTo>
                    <a:pt x="1317" y="78"/>
                  </a:lnTo>
                  <a:lnTo>
                    <a:pt x="1318" y="79"/>
                  </a:lnTo>
                  <a:lnTo>
                    <a:pt x="1322" y="79"/>
                  </a:lnTo>
                  <a:lnTo>
                    <a:pt x="1325" y="78"/>
                  </a:lnTo>
                  <a:lnTo>
                    <a:pt x="1327" y="78"/>
                  </a:lnTo>
                  <a:lnTo>
                    <a:pt x="1327" y="76"/>
                  </a:lnTo>
                  <a:lnTo>
                    <a:pt x="1330" y="74"/>
                  </a:lnTo>
                  <a:lnTo>
                    <a:pt x="1331" y="75"/>
                  </a:lnTo>
                  <a:lnTo>
                    <a:pt x="1332" y="74"/>
                  </a:lnTo>
                  <a:lnTo>
                    <a:pt x="1331" y="71"/>
                  </a:lnTo>
                  <a:lnTo>
                    <a:pt x="1332" y="71"/>
                  </a:lnTo>
                  <a:lnTo>
                    <a:pt x="1331" y="68"/>
                  </a:lnTo>
                  <a:lnTo>
                    <a:pt x="1331" y="67"/>
                  </a:lnTo>
                  <a:lnTo>
                    <a:pt x="1328" y="65"/>
                  </a:lnTo>
                  <a:lnTo>
                    <a:pt x="1326" y="63"/>
                  </a:lnTo>
                  <a:lnTo>
                    <a:pt x="1325" y="59"/>
                  </a:lnTo>
                  <a:lnTo>
                    <a:pt x="1321" y="55"/>
                  </a:lnTo>
                  <a:lnTo>
                    <a:pt x="1319" y="55"/>
                  </a:lnTo>
                  <a:lnTo>
                    <a:pt x="1318" y="53"/>
                  </a:lnTo>
                  <a:lnTo>
                    <a:pt x="1314" y="51"/>
                  </a:lnTo>
                  <a:lnTo>
                    <a:pt x="1311" y="53"/>
                  </a:lnTo>
                  <a:lnTo>
                    <a:pt x="1310" y="53"/>
                  </a:lnTo>
                  <a:lnTo>
                    <a:pt x="1310" y="50"/>
                  </a:lnTo>
                  <a:lnTo>
                    <a:pt x="1311" y="49"/>
                  </a:lnTo>
                  <a:lnTo>
                    <a:pt x="1309" y="45"/>
                  </a:lnTo>
                  <a:lnTo>
                    <a:pt x="1309" y="42"/>
                  </a:lnTo>
                  <a:lnTo>
                    <a:pt x="1307" y="41"/>
                  </a:lnTo>
                  <a:lnTo>
                    <a:pt x="1306" y="38"/>
                  </a:lnTo>
                  <a:lnTo>
                    <a:pt x="1302" y="36"/>
                  </a:lnTo>
                  <a:lnTo>
                    <a:pt x="1302" y="34"/>
                  </a:lnTo>
                  <a:lnTo>
                    <a:pt x="1307" y="34"/>
                  </a:lnTo>
                  <a:lnTo>
                    <a:pt x="1310" y="34"/>
                  </a:lnTo>
                  <a:lnTo>
                    <a:pt x="1317" y="34"/>
                  </a:lnTo>
                  <a:lnTo>
                    <a:pt x="1322" y="34"/>
                  </a:lnTo>
                  <a:lnTo>
                    <a:pt x="1322" y="33"/>
                  </a:lnTo>
                  <a:lnTo>
                    <a:pt x="1325" y="32"/>
                  </a:lnTo>
                  <a:lnTo>
                    <a:pt x="1327" y="33"/>
                  </a:lnTo>
                  <a:lnTo>
                    <a:pt x="1330" y="33"/>
                  </a:lnTo>
                  <a:lnTo>
                    <a:pt x="1331" y="33"/>
                  </a:lnTo>
                  <a:lnTo>
                    <a:pt x="1331" y="30"/>
                  </a:lnTo>
                  <a:lnTo>
                    <a:pt x="1334" y="30"/>
                  </a:lnTo>
                  <a:lnTo>
                    <a:pt x="1335" y="32"/>
                  </a:lnTo>
                  <a:lnTo>
                    <a:pt x="1336" y="32"/>
                  </a:lnTo>
                  <a:lnTo>
                    <a:pt x="1338" y="29"/>
                  </a:lnTo>
                  <a:lnTo>
                    <a:pt x="1339" y="30"/>
                  </a:lnTo>
                  <a:lnTo>
                    <a:pt x="1340" y="28"/>
                  </a:lnTo>
                  <a:lnTo>
                    <a:pt x="1350" y="25"/>
                  </a:lnTo>
                  <a:lnTo>
                    <a:pt x="1351" y="28"/>
                  </a:lnTo>
                  <a:lnTo>
                    <a:pt x="1351" y="25"/>
                  </a:lnTo>
                  <a:lnTo>
                    <a:pt x="1352" y="24"/>
                  </a:lnTo>
                  <a:lnTo>
                    <a:pt x="1353" y="24"/>
                  </a:lnTo>
                  <a:lnTo>
                    <a:pt x="1356" y="24"/>
                  </a:lnTo>
                  <a:lnTo>
                    <a:pt x="1359" y="24"/>
                  </a:lnTo>
                  <a:lnTo>
                    <a:pt x="1360" y="25"/>
                  </a:lnTo>
                  <a:lnTo>
                    <a:pt x="1365" y="25"/>
                  </a:lnTo>
                  <a:lnTo>
                    <a:pt x="1367" y="24"/>
                  </a:lnTo>
                  <a:lnTo>
                    <a:pt x="1368" y="25"/>
                  </a:lnTo>
                  <a:lnTo>
                    <a:pt x="1369" y="26"/>
                  </a:lnTo>
                  <a:lnTo>
                    <a:pt x="1372" y="25"/>
                  </a:lnTo>
                  <a:lnTo>
                    <a:pt x="1375" y="24"/>
                  </a:lnTo>
                  <a:lnTo>
                    <a:pt x="1382" y="26"/>
                  </a:lnTo>
                  <a:lnTo>
                    <a:pt x="1385" y="28"/>
                  </a:lnTo>
                  <a:lnTo>
                    <a:pt x="1386" y="28"/>
                  </a:lnTo>
                  <a:lnTo>
                    <a:pt x="1386" y="26"/>
                  </a:lnTo>
                  <a:lnTo>
                    <a:pt x="1389" y="26"/>
                  </a:lnTo>
                  <a:lnTo>
                    <a:pt x="1390" y="28"/>
                  </a:lnTo>
                  <a:lnTo>
                    <a:pt x="1389" y="29"/>
                  </a:lnTo>
                  <a:lnTo>
                    <a:pt x="1390" y="29"/>
                  </a:lnTo>
                  <a:lnTo>
                    <a:pt x="1394" y="29"/>
                  </a:lnTo>
                  <a:lnTo>
                    <a:pt x="1402" y="29"/>
                  </a:lnTo>
                  <a:lnTo>
                    <a:pt x="1409" y="34"/>
                  </a:lnTo>
                  <a:lnTo>
                    <a:pt x="1409" y="36"/>
                  </a:lnTo>
                  <a:lnTo>
                    <a:pt x="1406" y="34"/>
                  </a:lnTo>
                  <a:lnTo>
                    <a:pt x="1402" y="33"/>
                  </a:lnTo>
                  <a:lnTo>
                    <a:pt x="1402" y="33"/>
                  </a:lnTo>
                  <a:lnTo>
                    <a:pt x="1409" y="36"/>
                  </a:lnTo>
                  <a:lnTo>
                    <a:pt x="1413" y="36"/>
                  </a:lnTo>
                  <a:lnTo>
                    <a:pt x="1413" y="34"/>
                  </a:lnTo>
                  <a:lnTo>
                    <a:pt x="1417" y="34"/>
                  </a:lnTo>
                  <a:lnTo>
                    <a:pt x="1419" y="34"/>
                  </a:lnTo>
                  <a:lnTo>
                    <a:pt x="1419" y="32"/>
                  </a:lnTo>
                  <a:lnTo>
                    <a:pt x="1421" y="32"/>
                  </a:lnTo>
                  <a:lnTo>
                    <a:pt x="1423" y="33"/>
                  </a:lnTo>
                  <a:lnTo>
                    <a:pt x="1425" y="34"/>
                  </a:lnTo>
                  <a:lnTo>
                    <a:pt x="1426" y="34"/>
                  </a:lnTo>
                  <a:lnTo>
                    <a:pt x="1426" y="33"/>
                  </a:lnTo>
                  <a:lnTo>
                    <a:pt x="1427" y="33"/>
                  </a:lnTo>
                  <a:lnTo>
                    <a:pt x="1430" y="34"/>
                  </a:lnTo>
                  <a:lnTo>
                    <a:pt x="1430" y="36"/>
                  </a:lnTo>
                  <a:lnTo>
                    <a:pt x="1434" y="37"/>
                  </a:lnTo>
                  <a:lnTo>
                    <a:pt x="1436" y="36"/>
                  </a:lnTo>
                  <a:lnTo>
                    <a:pt x="1447" y="37"/>
                  </a:lnTo>
                  <a:lnTo>
                    <a:pt x="1446" y="36"/>
                  </a:lnTo>
                  <a:lnTo>
                    <a:pt x="1450" y="36"/>
                  </a:lnTo>
                  <a:lnTo>
                    <a:pt x="1451" y="37"/>
                  </a:lnTo>
                  <a:lnTo>
                    <a:pt x="1452" y="38"/>
                  </a:lnTo>
                  <a:lnTo>
                    <a:pt x="1452" y="36"/>
                  </a:lnTo>
                  <a:lnTo>
                    <a:pt x="1452" y="36"/>
                  </a:lnTo>
                  <a:lnTo>
                    <a:pt x="1456" y="37"/>
                  </a:lnTo>
                  <a:lnTo>
                    <a:pt x="1456" y="37"/>
                  </a:lnTo>
                  <a:lnTo>
                    <a:pt x="1457" y="39"/>
                  </a:lnTo>
                  <a:lnTo>
                    <a:pt x="1461" y="38"/>
                  </a:lnTo>
                  <a:lnTo>
                    <a:pt x="1461" y="38"/>
                  </a:lnTo>
                  <a:lnTo>
                    <a:pt x="1460" y="37"/>
                  </a:lnTo>
                  <a:lnTo>
                    <a:pt x="1464" y="37"/>
                  </a:lnTo>
                  <a:lnTo>
                    <a:pt x="1465" y="38"/>
                  </a:lnTo>
                  <a:lnTo>
                    <a:pt x="1464" y="39"/>
                  </a:lnTo>
                  <a:lnTo>
                    <a:pt x="1467" y="42"/>
                  </a:lnTo>
                  <a:lnTo>
                    <a:pt x="1471" y="43"/>
                  </a:lnTo>
                  <a:lnTo>
                    <a:pt x="1473" y="42"/>
                  </a:lnTo>
                  <a:lnTo>
                    <a:pt x="1469" y="41"/>
                  </a:lnTo>
                  <a:lnTo>
                    <a:pt x="1467" y="39"/>
                  </a:lnTo>
                  <a:lnTo>
                    <a:pt x="1467" y="38"/>
                  </a:lnTo>
                  <a:lnTo>
                    <a:pt x="1469" y="37"/>
                  </a:lnTo>
                  <a:lnTo>
                    <a:pt x="1472" y="37"/>
                  </a:lnTo>
                  <a:lnTo>
                    <a:pt x="1477" y="39"/>
                  </a:lnTo>
                  <a:lnTo>
                    <a:pt x="1477" y="42"/>
                  </a:lnTo>
                  <a:lnTo>
                    <a:pt x="1479" y="43"/>
                  </a:lnTo>
                  <a:lnTo>
                    <a:pt x="1480" y="41"/>
                  </a:lnTo>
                  <a:lnTo>
                    <a:pt x="1479" y="41"/>
                  </a:lnTo>
                  <a:lnTo>
                    <a:pt x="1481" y="41"/>
                  </a:lnTo>
                  <a:lnTo>
                    <a:pt x="1483" y="42"/>
                  </a:lnTo>
                  <a:lnTo>
                    <a:pt x="1481" y="43"/>
                  </a:lnTo>
                  <a:lnTo>
                    <a:pt x="1484" y="46"/>
                  </a:lnTo>
                  <a:lnTo>
                    <a:pt x="1488" y="53"/>
                  </a:lnTo>
                  <a:lnTo>
                    <a:pt x="1492" y="54"/>
                  </a:lnTo>
                  <a:lnTo>
                    <a:pt x="1493" y="57"/>
                  </a:lnTo>
                  <a:lnTo>
                    <a:pt x="1494" y="59"/>
                  </a:lnTo>
                  <a:lnTo>
                    <a:pt x="1496" y="61"/>
                  </a:lnTo>
                  <a:lnTo>
                    <a:pt x="1496" y="62"/>
                  </a:lnTo>
                  <a:lnTo>
                    <a:pt x="1496" y="65"/>
                  </a:lnTo>
                  <a:lnTo>
                    <a:pt x="1498" y="66"/>
                  </a:lnTo>
                  <a:lnTo>
                    <a:pt x="1500" y="63"/>
                  </a:lnTo>
                  <a:lnTo>
                    <a:pt x="1504" y="65"/>
                  </a:lnTo>
                  <a:lnTo>
                    <a:pt x="1505" y="67"/>
                  </a:lnTo>
                  <a:lnTo>
                    <a:pt x="1508" y="68"/>
                  </a:lnTo>
                  <a:lnTo>
                    <a:pt x="1508" y="67"/>
                  </a:lnTo>
                  <a:lnTo>
                    <a:pt x="1506" y="66"/>
                  </a:lnTo>
                  <a:lnTo>
                    <a:pt x="1506" y="65"/>
                  </a:lnTo>
                  <a:lnTo>
                    <a:pt x="1508" y="62"/>
                  </a:lnTo>
                  <a:lnTo>
                    <a:pt x="1509" y="63"/>
                  </a:lnTo>
                  <a:lnTo>
                    <a:pt x="1510" y="66"/>
                  </a:lnTo>
                  <a:lnTo>
                    <a:pt x="1513" y="68"/>
                  </a:lnTo>
                  <a:lnTo>
                    <a:pt x="1511" y="67"/>
                  </a:lnTo>
                  <a:lnTo>
                    <a:pt x="1510" y="63"/>
                  </a:lnTo>
                  <a:lnTo>
                    <a:pt x="1510" y="61"/>
                  </a:lnTo>
                  <a:lnTo>
                    <a:pt x="1509" y="59"/>
                  </a:lnTo>
                  <a:lnTo>
                    <a:pt x="1506" y="61"/>
                  </a:lnTo>
                  <a:lnTo>
                    <a:pt x="1502" y="61"/>
                  </a:lnTo>
                  <a:lnTo>
                    <a:pt x="1502" y="59"/>
                  </a:lnTo>
                  <a:lnTo>
                    <a:pt x="1504" y="58"/>
                  </a:lnTo>
                  <a:lnTo>
                    <a:pt x="1504" y="55"/>
                  </a:lnTo>
                  <a:lnTo>
                    <a:pt x="1498" y="51"/>
                  </a:lnTo>
                  <a:lnTo>
                    <a:pt x="1497" y="50"/>
                  </a:lnTo>
                  <a:lnTo>
                    <a:pt x="1496" y="47"/>
                  </a:lnTo>
                  <a:lnTo>
                    <a:pt x="1494" y="47"/>
                  </a:lnTo>
                  <a:lnTo>
                    <a:pt x="1490" y="50"/>
                  </a:lnTo>
                  <a:lnTo>
                    <a:pt x="1490" y="49"/>
                  </a:lnTo>
                  <a:lnTo>
                    <a:pt x="1493" y="46"/>
                  </a:lnTo>
                  <a:lnTo>
                    <a:pt x="1494" y="43"/>
                  </a:lnTo>
                  <a:lnTo>
                    <a:pt x="1497" y="38"/>
                  </a:lnTo>
                  <a:lnTo>
                    <a:pt x="1500" y="38"/>
                  </a:lnTo>
                  <a:lnTo>
                    <a:pt x="1498" y="39"/>
                  </a:lnTo>
                  <a:lnTo>
                    <a:pt x="1501" y="43"/>
                  </a:lnTo>
                  <a:lnTo>
                    <a:pt x="1504" y="45"/>
                  </a:lnTo>
                  <a:lnTo>
                    <a:pt x="1504" y="43"/>
                  </a:lnTo>
                  <a:lnTo>
                    <a:pt x="1501" y="42"/>
                  </a:lnTo>
                  <a:lnTo>
                    <a:pt x="1501" y="39"/>
                  </a:lnTo>
                  <a:lnTo>
                    <a:pt x="1502" y="39"/>
                  </a:lnTo>
                  <a:lnTo>
                    <a:pt x="1505" y="38"/>
                  </a:lnTo>
                  <a:lnTo>
                    <a:pt x="1505" y="36"/>
                  </a:lnTo>
                  <a:lnTo>
                    <a:pt x="1502" y="36"/>
                  </a:lnTo>
                  <a:lnTo>
                    <a:pt x="1504" y="36"/>
                  </a:lnTo>
                  <a:lnTo>
                    <a:pt x="1505" y="34"/>
                  </a:lnTo>
                  <a:lnTo>
                    <a:pt x="1508" y="34"/>
                  </a:lnTo>
                  <a:lnTo>
                    <a:pt x="1509" y="30"/>
                  </a:lnTo>
                  <a:lnTo>
                    <a:pt x="1511" y="30"/>
                  </a:lnTo>
                  <a:lnTo>
                    <a:pt x="1513" y="33"/>
                  </a:lnTo>
                  <a:lnTo>
                    <a:pt x="1514" y="32"/>
                  </a:lnTo>
                  <a:lnTo>
                    <a:pt x="1515" y="33"/>
                  </a:lnTo>
                  <a:lnTo>
                    <a:pt x="1515" y="33"/>
                  </a:lnTo>
                  <a:lnTo>
                    <a:pt x="1518" y="36"/>
                  </a:lnTo>
                  <a:lnTo>
                    <a:pt x="1522" y="36"/>
                  </a:lnTo>
                  <a:lnTo>
                    <a:pt x="1523" y="36"/>
                  </a:lnTo>
                  <a:lnTo>
                    <a:pt x="1530" y="37"/>
                  </a:lnTo>
                  <a:lnTo>
                    <a:pt x="1530" y="39"/>
                  </a:lnTo>
                  <a:lnTo>
                    <a:pt x="1530" y="41"/>
                  </a:lnTo>
                  <a:lnTo>
                    <a:pt x="1531" y="39"/>
                  </a:lnTo>
                  <a:lnTo>
                    <a:pt x="1533" y="38"/>
                  </a:lnTo>
                  <a:lnTo>
                    <a:pt x="1534" y="38"/>
                  </a:lnTo>
                  <a:lnTo>
                    <a:pt x="1534" y="41"/>
                  </a:lnTo>
                  <a:lnTo>
                    <a:pt x="1536" y="39"/>
                  </a:lnTo>
                  <a:lnTo>
                    <a:pt x="1538" y="37"/>
                  </a:lnTo>
                  <a:lnTo>
                    <a:pt x="1540" y="38"/>
                  </a:lnTo>
                  <a:lnTo>
                    <a:pt x="1540" y="39"/>
                  </a:lnTo>
                  <a:lnTo>
                    <a:pt x="1539" y="41"/>
                  </a:lnTo>
                  <a:lnTo>
                    <a:pt x="1539" y="42"/>
                  </a:lnTo>
                  <a:lnTo>
                    <a:pt x="1540" y="49"/>
                  </a:lnTo>
                  <a:lnTo>
                    <a:pt x="1540" y="53"/>
                  </a:lnTo>
                  <a:lnTo>
                    <a:pt x="1540" y="54"/>
                  </a:lnTo>
                  <a:lnTo>
                    <a:pt x="1543" y="53"/>
                  </a:lnTo>
                  <a:lnTo>
                    <a:pt x="1544" y="55"/>
                  </a:lnTo>
                  <a:lnTo>
                    <a:pt x="1547" y="57"/>
                  </a:lnTo>
                  <a:lnTo>
                    <a:pt x="1547" y="59"/>
                  </a:lnTo>
                  <a:lnTo>
                    <a:pt x="1546" y="61"/>
                  </a:lnTo>
                  <a:lnTo>
                    <a:pt x="1543" y="61"/>
                  </a:lnTo>
                  <a:lnTo>
                    <a:pt x="1538" y="61"/>
                  </a:lnTo>
                  <a:lnTo>
                    <a:pt x="1544" y="62"/>
                  </a:lnTo>
                  <a:lnTo>
                    <a:pt x="1546" y="65"/>
                  </a:lnTo>
                  <a:lnTo>
                    <a:pt x="1544" y="67"/>
                  </a:lnTo>
                  <a:lnTo>
                    <a:pt x="1542" y="67"/>
                  </a:lnTo>
                  <a:lnTo>
                    <a:pt x="1539" y="71"/>
                  </a:lnTo>
                  <a:lnTo>
                    <a:pt x="1539" y="70"/>
                  </a:lnTo>
                  <a:lnTo>
                    <a:pt x="1536" y="72"/>
                  </a:lnTo>
                  <a:lnTo>
                    <a:pt x="1533" y="72"/>
                  </a:lnTo>
                  <a:lnTo>
                    <a:pt x="1530" y="74"/>
                  </a:lnTo>
                  <a:lnTo>
                    <a:pt x="1534" y="74"/>
                  </a:lnTo>
                  <a:lnTo>
                    <a:pt x="1535" y="75"/>
                  </a:lnTo>
                  <a:lnTo>
                    <a:pt x="1536" y="76"/>
                  </a:lnTo>
                  <a:lnTo>
                    <a:pt x="1539" y="75"/>
                  </a:lnTo>
                  <a:lnTo>
                    <a:pt x="1539" y="75"/>
                  </a:lnTo>
                  <a:lnTo>
                    <a:pt x="1540" y="76"/>
                  </a:lnTo>
                  <a:lnTo>
                    <a:pt x="1542" y="80"/>
                  </a:lnTo>
                  <a:lnTo>
                    <a:pt x="1540" y="82"/>
                  </a:lnTo>
                  <a:lnTo>
                    <a:pt x="1539" y="84"/>
                  </a:lnTo>
                  <a:lnTo>
                    <a:pt x="1543" y="82"/>
                  </a:lnTo>
                  <a:lnTo>
                    <a:pt x="1546" y="82"/>
                  </a:lnTo>
                  <a:lnTo>
                    <a:pt x="1548" y="84"/>
                  </a:lnTo>
                  <a:lnTo>
                    <a:pt x="1548" y="86"/>
                  </a:lnTo>
                  <a:lnTo>
                    <a:pt x="1550" y="90"/>
                  </a:lnTo>
                  <a:lnTo>
                    <a:pt x="1547" y="91"/>
                  </a:lnTo>
                  <a:lnTo>
                    <a:pt x="1548" y="92"/>
                  </a:lnTo>
                  <a:lnTo>
                    <a:pt x="1550" y="95"/>
                  </a:lnTo>
                  <a:lnTo>
                    <a:pt x="1547" y="96"/>
                  </a:lnTo>
                  <a:lnTo>
                    <a:pt x="1547" y="97"/>
                  </a:lnTo>
                  <a:lnTo>
                    <a:pt x="1547" y="100"/>
                  </a:lnTo>
                  <a:lnTo>
                    <a:pt x="1547" y="97"/>
                  </a:lnTo>
                  <a:lnTo>
                    <a:pt x="1550" y="97"/>
                  </a:lnTo>
                  <a:lnTo>
                    <a:pt x="1551" y="99"/>
                  </a:lnTo>
                  <a:lnTo>
                    <a:pt x="1551" y="101"/>
                  </a:lnTo>
                  <a:lnTo>
                    <a:pt x="1554" y="101"/>
                  </a:lnTo>
                  <a:lnTo>
                    <a:pt x="1554" y="103"/>
                  </a:lnTo>
                  <a:lnTo>
                    <a:pt x="1555" y="101"/>
                  </a:lnTo>
                  <a:lnTo>
                    <a:pt x="1556" y="100"/>
                  </a:lnTo>
                  <a:lnTo>
                    <a:pt x="1558" y="100"/>
                  </a:lnTo>
                  <a:lnTo>
                    <a:pt x="1560" y="101"/>
                  </a:lnTo>
                  <a:lnTo>
                    <a:pt x="1560" y="104"/>
                  </a:lnTo>
                  <a:lnTo>
                    <a:pt x="1558" y="104"/>
                  </a:lnTo>
                  <a:lnTo>
                    <a:pt x="1556" y="103"/>
                  </a:lnTo>
                  <a:lnTo>
                    <a:pt x="1555" y="105"/>
                  </a:lnTo>
                  <a:lnTo>
                    <a:pt x="1558" y="107"/>
                  </a:lnTo>
                  <a:lnTo>
                    <a:pt x="1559" y="107"/>
                  </a:lnTo>
                  <a:lnTo>
                    <a:pt x="1560" y="109"/>
                  </a:lnTo>
                  <a:lnTo>
                    <a:pt x="1560" y="112"/>
                  </a:lnTo>
                  <a:lnTo>
                    <a:pt x="1558" y="113"/>
                  </a:lnTo>
                  <a:lnTo>
                    <a:pt x="1555" y="109"/>
                  </a:lnTo>
                  <a:lnTo>
                    <a:pt x="1554" y="108"/>
                  </a:lnTo>
                  <a:lnTo>
                    <a:pt x="1555" y="113"/>
                  </a:lnTo>
                  <a:lnTo>
                    <a:pt x="1554" y="115"/>
                  </a:lnTo>
                  <a:lnTo>
                    <a:pt x="1552" y="115"/>
                  </a:lnTo>
                  <a:lnTo>
                    <a:pt x="1552" y="113"/>
                  </a:lnTo>
                  <a:lnTo>
                    <a:pt x="1550" y="113"/>
                  </a:lnTo>
                  <a:lnTo>
                    <a:pt x="1548" y="113"/>
                  </a:lnTo>
                  <a:lnTo>
                    <a:pt x="1543" y="112"/>
                  </a:lnTo>
                  <a:lnTo>
                    <a:pt x="1540" y="113"/>
                  </a:lnTo>
                  <a:lnTo>
                    <a:pt x="1538" y="113"/>
                  </a:lnTo>
                  <a:lnTo>
                    <a:pt x="1539" y="112"/>
                  </a:lnTo>
                  <a:lnTo>
                    <a:pt x="1538" y="111"/>
                  </a:lnTo>
                  <a:lnTo>
                    <a:pt x="1536" y="109"/>
                  </a:lnTo>
                  <a:lnTo>
                    <a:pt x="1536" y="113"/>
                  </a:lnTo>
                  <a:lnTo>
                    <a:pt x="1535" y="113"/>
                  </a:lnTo>
                  <a:lnTo>
                    <a:pt x="1535" y="113"/>
                  </a:lnTo>
                  <a:lnTo>
                    <a:pt x="1536" y="116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4" y="117"/>
                  </a:lnTo>
                  <a:lnTo>
                    <a:pt x="1533" y="116"/>
                  </a:lnTo>
                  <a:lnTo>
                    <a:pt x="1527" y="117"/>
                  </a:lnTo>
                  <a:lnTo>
                    <a:pt x="1526" y="116"/>
                  </a:lnTo>
                  <a:lnTo>
                    <a:pt x="1526" y="115"/>
                  </a:lnTo>
                  <a:lnTo>
                    <a:pt x="1526" y="112"/>
                  </a:lnTo>
                  <a:lnTo>
                    <a:pt x="1525" y="112"/>
                  </a:lnTo>
                  <a:lnTo>
                    <a:pt x="1519" y="108"/>
                  </a:lnTo>
                  <a:lnTo>
                    <a:pt x="1518" y="107"/>
                  </a:lnTo>
                  <a:lnTo>
                    <a:pt x="1519" y="105"/>
                  </a:lnTo>
                  <a:lnTo>
                    <a:pt x="1515" y="104"/>
                  </a:lnTo>
                  <a:lnTo>
                    <a:pt x="1514" y="107"/>
                  </a:lnTo>
                  <a:lnTo>
                    <a:pt x="1510" y="108"/>
                  </a:lnTo>
                  <a:lnTo>
                    <a:pt x="1509" y="109"/>
                  </a:lnTo>
                  <a:lnTo>
                    <a:pt x="1508" y="111"/>
                  </a:lnTo>
                  <a:lnTo>
                    <a:pt x="1506" y="107"/>
                  </a:lnTo>
                  <a:lnTo>
                    <a:pt x="1505" y="105"/>
                  </a:lnTo>
                  <a:lnTo>
                    <a:pt x="1506" y="107"/>
                  </a:lnTo>
                  <a:lnTo>
                    <a:pt x="1506" y="112"/>
                  </a:lnTo>
                  <a:lnTo>
                    <a:pt x="1506" y="115"/>
                  </a:lnTo>
                  <a:lnTo>
                    <a:pt x="1506" y="117"/>
                  </a:lnTo>
                  <a:lnTo>
                    <a:pt x="1501" y="124"/>
                  </a:lnTo>
                  <a:lnTo>
                    <a:pt x="1500" y="124"/>
                  </a:lnTo>
                  <a:lnTo>
                    <a:pt x="1500" y="118"/>
                  </a:lnTo>
                  <a:lnTo>
                    <a:pt x="1497" y="118"/>
                  </a:lnTo>
                  <a:lnTo>
                    <a:pt x="1494" y="120"/>
                  </a:lnTo>
                  <a:lnTo>
                    <a:pt x="1489" y="115"/>
                  </a:lnTo>
                  <a:lnTo>
                    <a:pt x="1489" y="113"/>
                  </a:lnTo>
                  <a:lnTo>
                    <a:pt x="1488" y="108"/>
                  </a:lnTo>
                  <a:lnTo>
                    <a:pt x="1486" y="107"/>
                  </a:lnTo>
                  <a:lnTo>
                    <a:pt x="1485" y="105"/>
                  </a:lnTo>
                  <a:lnTo>
                    <a:pt x="1484" y="104"/>
                  </a:lnTo>
                  <a:lnTo>
                    <a:pt x="1483" y="104"/>
                  </a:lnTo>
                  <a:lnTo>
                    <a:pt x="1484" y="107"/>
                  </a:lnTo>
                  <a:lnTo>
                    <a:pt x="1484" y="108"/>
                  </a:lnTo>
                  <a:lnTo>
                    <a:pt x="1485" y="111"/>
                  </a:lnTo>
                  <a:lnTo>
                    <a:pt x="1484" y="112"/>
                  </a:lnTo>
                  <a:lnTo>
                    <a:pt x="1480" y="109"/>
                  </a:lnTo>
                  <a:lnTo>
                    <a:pt x="1477" y="107"/>
                  </a:lnTo>
                  <a:lnTo>
                    <a:pt x="1477" y="107"/>
                  </a:lnTo>
                  <a:lnTo>
                    <a:pt x="1479" y="109"/>
                  </a:lnTo>
                  <a:lnTo>
                    <a:pt x="1477" y="111"/>
                  </a:lnTo>
                  <a:lnTo>
                    <a:pt x="1479" y="112"/>
                  </a:lnTo>
                  <a:lnTo>
                    <a:pt x="1481" y="112"/>
                  </a:lnTo>
                  <a:lnTo>
                    <a:pt x="1483" y="113"/>
                  </a:lnTo>
                  <a:lnTo>
                    <a:pt x="1481" y="116"/>
                  </a:lnTo>
                  <a:lnTo>
                    <a:pt x="1479" y="117"/>
                  </a:lnTo>
                  <a:lnTo>
                    <a:pt x="1477" y="118"/>
                  </a:lnTo>
                  <a:lnTo>
                    <a:pt x="1480" y="118"/>
                  </a:lnTo>
                  <a:lnTo>
                    <a:pt x="1486" y="126"/>
                  </a:lnTo>
                  <a:lnTo>
                    <a:pt x="1490" y="128"/>
                  </a:lnTo>
                  <a:lnTo>
                    <a:pt x="1493" y="126"/>
                  </a:lnTo>
                  <a:lnTo>
                    <a:pt x="1496" y="128"/>
                  </a:lnTo>
                  <a:lnTo>
                    <a:pt x="1497" y="132"/>
                  </a:lnTo>
                  <a:lnTo>
                    <a:pt x="1497" y="132"/>
                  </a:lnTo>
                  <a:lnTo>
                    <a:pt x="1494" y="129"/>
                  </a:lnTo>
                  <a:lnTo>
                    <a:pt x="1493" y="129"/>
                  </a:lnTo>
                  <a:lnTo>
                    <a:pt x="1494" y="133"/>
                  </a:lnTo>
                  <a:lnTo>
                    <a:pt x="1498" y="134"/>
                  </a:lnTo>
                  <a:lnTo>
                    <a:pt x="1500" y="138"/>
                  </a:lnTo>
                  <a:lnTo>
                    <a:pt x="1501" y="141"/>
                  </a:lnTo>
                  <a:lnTo>
                    <a:pt x="1501" y="146"/>
                  </a:lnTo>
                  <a:lnTo>
                    <a:pt x="1500" y="153"/>
                  </a:lnTo>
                  <a:lnTo>
                    <a:pt x="1501" y="158"/>
                  </a:lnTo>
                  <a:lnTo>
                    <a:pt x="1501" y="161"/>
                  </a:lnTo>
                  <a:lnTo>
                    <a:pt x="1501" y="163"/>
                  </a:lnTo>
                  <a:lnTo>
                    <a:pt x="1498" y="167"/>
                  </a:lnTo>
                  <a:lnTo>
                    <a:pt x="1498" y="170"/>
                  </a:lnTo>
                  <a:lnTo>
                    <a:pt x="1497" y="171"/>
                  </a:lnTo>
                  <a:lnTo>
                    <a:pt x="1497" y="170"/>
                  </a:lnTo>
                  <a:lnTo>
                    <a:pt x="1497" y="168"/>
                  </a:lnTo>
                  <a:lnTo>
                    <a:pt x="1490" y="172"/>
                  </a:lnTo>
                  <a:lnTo>
                    <a:pt x="1489" y="171"/>
                  </a:lnTo>
                  <a:lnTo>
                    <a:pt x="1486" y="172"/>
                  </a:lnTo>
                  <a:lnTo>
                    <a:pt x="1485" y="172"/>
                  </a:lnTo>
                  <a:lnTo>
                    <a:pt x="1484" y="170"/>
                  </a:lnTo>
                  <a:lnTo>
                    <a:pt x="1481" y="170"/>
                  </a:lnTo>
                  <a:lnTo>
                    <a:pt x="1479" y="166"/>
                  </a:lnTo>
                  <a:lnTo>
                    <a:pt x="1476" y="165"/>
                  </a:lnTo>
                  <a:lnTo>
                    <a:pt x="1472" y="163"/>
                  </a:lnTo>
                  <a:lnTo>
                    <a:pt x="1471" y="162"/>
                  </a:lnTo>
                  <a:lnTo>
                    <a:pt x="1468" y="163"/>
                  </a:lnTo>
                  <a:lnTo>
                    <a:pt x="1467" y="166"/>
                  </a:lnTo>
                  <a:lnTo>
                    <a:pt x="1464" y="166"/>
                  </a:lnTo>
                  <a:lnTo>
                    <a:pt x="1467" y="167"/>
                  </a:lnTo>
                  <a:lnTo>
                    <a:pt x="1469" y="167"/>
                  </a:lnTo>
                  <a:lnTo>
                    <a:pt x="1471" y="165"/>
                  </a:lnTo>
                  <a:lnTo>
                    <a:pt x="1477" y="167"/>
                  </a:lnTo>
                  <a:lnTo>
                    <a:pt x="1479" y="170"/>
                  </a:lnTo>
                  <a:lnTo>
                    <a:pt x="1476" y="171"/>
                  </a:lnTo>
                  <a:lnTo>
                    <a:pt x="1473" y="170"/>
                  </a:lnTo>
                  <a:lnTo>
                    <a:pt x="1471" y="170"/>
                  </a:lnTo>
                  <a:lnTo>
                    <a:pt x="1471" y="172"/>
                  </a:lnTo>
                  <a:lnTo>
                    <a:pt x="1468" y="170"/>
                  </a:lnTo>
                  <a:lnTo>
                    <a:pt x="1467" y="171"/>
                  </a:lnTo>
                  <a:lnTo>
                    <a:pt x="1467" y="171"/>
                  </a:lnTo>
                  <a:lnTo>
                    <a:pt x="1468" y="174"/>
                  </a:lnTo>
                  <a:lnTo>
                    <a:pt x="1472" y="175"/>
                  </a:lnTo>
                  <a:lnTo>
                    <a:pt x="1471" y="179"/>
                  </a:lnTo>
                  <a:lnTo>
                    <a:pt x="1472" y="183"/>
                  </a:lnTo>
                  <a:lnTo>
                    <a:pt x="1475" y="184"/>
                  </a:lnTo>
                  <a:lnTo>
                    <a:pt x="1473" y="183"/>
                  </a:lnTo>
                  <a:lnTo>
                    <a:pt x="1473" y="178"/>
                  </a:lnTo>
                  <a:lnTo>
                    <a:pt x="1475" y="178"/>
                  </a:lnTo>
                  <a:lnTo>
                    <a:pt x="1477" y="178"/>
                  </a:lnTo>
                  <a:lnTo>
                    <a:pt x="1477" y="176"/>
                  </a:lnTo>
                  <a:lnTo>
                    <a:pt x="1481" y="172"/>
                  </a:lnTo>
                  <a:lnTo>
                    <a:pt x="1483" y="172"/>
                  </a:lnTo>
                  <a:lnTo>
                    <a:pt x="1484" y="174"/>
                  </a:lnTo>
                  <a:lnTo>
                    <a:pt x="1484" y="175"/>
                  </a:lnTo>
                  <a:lnTo>
                    <a:pt x="1488" y="180"/>
                  </a:lnTo>
                  <a:lnTo>
                    <a:pt x="1490" y="180"/>
                  </a:lnTo>
                  <a:lnTo>
                    <a:pt x="1493" y="183"/>
                  </a:lnTo>
                  <a:lnTo>
                    <a:pt x="1497" y="183"/>
                  </a:lnTo>
                  <a:lnTo>
                    <a:pt x="1497" y="180"/>
                  </a:lnTo>
                  <a:lnTo>
                    <a:pt x="1497" y="179"/>
                  </a:lnTo>
                  <a:lnTo>
                    <a:pt x="1498" y="179"/>
                  </a:lnTo>
                  <a:lnTo>
                    <a:pt x="1504" y="184"/>
                  </a:lnTo>
                  <a:lnTo>
                    <a:pt x="1505" y="187"/>
                  </a:lnTo>
                  <a:lnTo>
                    <a:pt x="1504" y="186"/>
                  </a:lnTo>
                  <a:lnTo>
                    <a:pt x="1502" y="188"/>
                  </a:lnTo>
                  <a:lnTo>
                    <a:pt x="1508" y="192"/>
                  </a:lnTo>
                  <a:lnTo>
                    <a:pt x="1509" y="192"/>
                  </a:lnTo>
                  <a:lnTo>
                    <a:pt x="1509" y="191"/>
                  </a:lnTo>
                  <a:lnTo>
                    <a:pt x="1509" y="188"/>
                  </a:lnTo>
                  <a:lnTo>
                    <a:pt x="1511" y="191"/>
                  </a:lnTo>
                  <a:lnTo>
                    <a:pt x="1517" y="197"/>
                  </a:lnTo>
                  <a:lnTo>
                    <a:pt x="1515" y="196"/>
                  </a:lnTo>
                  <a:lnTo>
                    <a:pt x="1514" y="196"/>
                  </a:lnTo>
                  <a:lnTo>
                    <a:pt x="1513" y="197"/>
                  </a:lnTo>
                  <a:lnTo>
                    <a:pt x="1514" y="200"/>
                  </a:lnTo>
                  <a:lnTo>
                    <a:pt x="1513" y="201"/>
                  </a:lnTo>
                  <a:lnTo>
                    <a:pt x="1511" y="204"/>
                  </a:lnTo>
                  <a:lnTo>
                    <a:pt x="1513" y="205"/>
                  </a:lnTo>
                  <a:lnTo>
                    <a:pt x="1515" y="204"/>
                  </a:lnTo>
                  <a:lnTo>
                    <a:pt x="1515" y="201"/>
                  </a:lnTo>
                  <a:lnTo>
                    <a:pt x="1517" y="201"/>
                  </a:lnTo>
                  <a:lnTo>
                    <a:pt x="1518" y="201"/>
                  </a:lnTo>
                  <a:lnTo>
                    <a:pt x="1519" y="200"/>
                  </a:lnTo>
                  <a:lnTo>
                    <a:pt x="1521" y="203"/>
                  </a:lnTo>
                  <a:lnTo>
                    <a:pt x="1526" y="207"/>
                  </a:lnTo>
                  <a:lnTo>
                    <a:pt x="1531" y="208"/>
                  </a:lnTo>
                  <a:lnTo>
                    <a:pt x="1535" y="211"/>
                  </a:lnTo>
                  <a:lnTo>
                    <a:pt x="1533" y="212"/>
                  </a:lnTo>
                  <a:lnTo>
                    <a:pt x="1536" y="217"/>
                  </a:lnTo>
                  <a:lnTo>
                    <a:pt x="1539" y="217"/>
                  </a:lnTo>
                  <a:lnTo>
                    <a:pt x="1542" y="222"/>
                  </a:lnTo>
                  <a:lnTo>
                    <a:pt x="1542" y="229"/>
                  </a:lnTo>
                  <a:lnTo>
                    <a:pt x="1540" y="230"/>
                  </a:lnTo>
                  <a:lnTo>
                    <a:pt x="1540" y="232"/>
                  </a:lnTo>
                  <a:lnTo>
                    <a:pt x="1543" y="233"/>
                  </a:lnTo>
                  <a:lnTo>
                    <a:pt x="1544" y="236"/>
                  </a:lnTo>
                  <a:lnTo>
                    <a:pt x="1543" y="236"/>
                  </a:lnTo>
                  <a:lnTo>
                    <a:pt x="1542" y="234"/>
                  </a:lnTo>
                  <a:lnTo>
                    <a:pt x="1533" y="234"/>
                  </a:lnTo>
                  <a:lnTo>
                    <a:pt x="1530" y="233"/>
                  </a:lnTo>
                  <a:lnTo>
                    <a:pt x="1529" y="234"/>
                  </a:lnTo>
                  <a:lnTo>
                    <a:pt x="1526" y="233"/>
                  </a:lnTo>
                  <a:lnTo>
                    <a:pt x="1526" y="232"/>
                  </a:lnTo>
                  <a:lnTo>
                    <a:pt x="1525" y="230"/>
                  </a:lnTo>
                  <a:lnTo>
                    <a:pt x="1523" y="232"/>
                  </a:lnTo>
                  <a:lnTo>
                    <a:pt x="1525" y="233"/>
                  </a:lnTo>
                  <a:lnTo>
                    <a:pt x="1521" y="236"/>
                  </a:lnTo>
                  <a:lnTo>
                    <a:pt x="1518" y="236"/>
                  </a:lnTo>
                  <a:lnTo>
                    <a:pt x="1517" y="237"/>
                  </a:lnTo>
                  <a:lnTo>
                    <a:pt x="1519" y="237"/>
                  </a:lnTo>
                  <a:lnTo>
                    <a:pt x="1515" y="241"/>
                  </a:lnTo>
                  <a:lnTo>
                    <a:pt x="1513" y="241"/>
                  </a:lnTo>
                  <a:lnTo>
                    <a:pt x="1513" y="243"/>
                  </a:lnTo>
                  <a:lnTo>
                    <a:pt x="1514" y="243"/>
                  </a:lnTo>
                  <a:lnTo>
                    <a:pt x="1510" y="249"/>
                  </a:lnTo>
                  <a:lnTo>
                    <a:pt x="1509" y="250"/>
                  </a:lnTo>
                  <a:lnTo>
                    <a:pt x="1509" y="249"/>
                  </a:lnTo>
                  <a:lnTo>
                    <a:pt x="1508" y="249"/>
                  </a:lnTo>
                  <a:lnTo>
                    <a:pt x="1508" y="253"/>
                  </a:lnTo>
                  <a:lnTo>
                    <a:pt x="1509" y="255"/>
                  </a:lnTo>
                  <a:lnTo>
                    <a:pt x="1506" y="258"/>
                  </a:lnTo>
                  <a:lnTo>
                    <a:pt x="1505" y="257"/>
                  </a:lnTo>
                  <a:lnTo>
                    <a:pt x="1505" y="259"/>
                  </a:lnTo>
                  <a:lnTo>
                    <a:pt x="1505" y="261"/>
                  </a:lnTo>
                  <a:lnTo>
                    <a:pt x="1502" y="263"/>
                  </a:lnTo>
                  <a:lnTo>
                    <a:pt x="1501" y="265"/>
                  </a:lnTo>
                  <a:lnTo>
                    <a:pt x="1502" y="266"/>
                  </a:lnTo>
                  <a:lnTo>
                    <a:pt x="1501" y="267"/>
                  </a:lnTo>
                  <a:lnTo>
                    <a:pt x="1501" y="268"/>
                  </a:lnTo>
                  <a:lnTo>
                    <a:pt x="1500" y="268"/>
                  </a:lnTo>
                  <a:lnTo>
                    <a:pt x="1497" y="268"/>
                  </a:lnTo>
                  <a:lnTo>
                    <a:pt x="1498" y="271"/>
                  </a:lnTo>
                  <a:lnTo>
                    <a:pt x="1498" y="272"/>
                  </a:lnTo>
                  <a:lnTo>
                    <a:pt x="1497" y="275"/>
                  </a:lnTo>
                  <a:lnTo>
                    <a:pt x="1497" y="276"/>
                  </a:lnTo>
                  <a:lnTo>
                    <a:pt x="1497" y="278"/>
                  </a:lnTo>
                  <a:lnTo>
                    <a:pt x="1496" y="279"/>
                  </a:lnTo>
                  <a:lnTo>
                    <a:pt x="1494" y="278"/>
                  </a:lnTo>
                  <a:lnTo>
                    <a:pt x="1493" y="278"/>
                  </a:lnTo>
                  <a:lnTo>
                    <a:pt x="1494" y="279"/>
                  </a:lnTo>
                  <a:lnTo>
                    <a:pt x="1497" y="282"/>
                  </a:lnTo>
                  <a:lnTo>
                    <a:pt x="1496" y="284"/>
                  </a:lnTo>
                  <a:lnTo>
                    <a:pt x="1493" y="284"/>
                  </a:lnTo>
                  <a:lnTo>
                    <a:pt x="1493" y="286"/>
                  </a:lnTo>
                  <a:lnTo>
                    <a:pt x="1494" y="286"/>
                  </a:lnTo>
                  <a:lnTo>
                    <a:pt x="1496" y="290"/>
                  </a:lnTo>
                  <a:lnTo>
                    <a:pt x="1494" y="291"/>
                  </a:lnTo>
                  <a:lnTo>
                    <a:pt x="1496" y="292"/>
                  </a:lnTo>
                  <a:lnTo>
                    <a:pt x="1493" y="296"/>
                  </a:lnTo>
                  <a:lnTo>
                    <a:pt x="1494" y="299"/>
                  </a:lnTo>
                  <a:lnTo>
                    <a:pt x="1492" y="303"/>
                  </a:lnTo>
                  <a:lnTo>
                    <a:pt x="1492" y="308"/>
                  </a:lnTo>
                  <a:lnTo>
                    <a:pt x="1490" y="311"/>
                  </a:lnTo>
                  <a:lnTo>
                    <a:pt x="1490" y="312"/>
                  </a:lnTo>
                  <a:lnTo>
                    <a:pt x="1492" y="313"/>
                  </a:lnTo>
                  <a:lnTo>
                    <a:pt x="1492" y="315"/>
                  </a:lnTo>
                  <a:lnTo>
                    <a:pt x="1492" y="316"/>
                  </a:lnTo>
                  <a:lnTo>
                    <a:pt x="1494" y="320"/>
                  </a:lnTo>
                  <a:lnTo>
                    <a:pt x="1494" y="322"/>
                  </a:lnTo>
                  <a:lnTo>
                    <a:pt x="1493" y="321"/>
                  </a:lnTo>
                  <a:lnTo>
                    <a:pt x="1490" y="322"/>
                  </a:lnTo>
                  <a:lnTo>
                    <a:pt x="1488" y="320"/>
                  </a:lnTo>
                  <a:lnTo>
                    <a:pt x="1486" y="321"/>
                  </a:lnTo>
                  <a:lnTo>
                    <a:pt x="1484" y="317"/>
                  </a:lnTo>
                  <a:lnTo>
                    <a:pt x="1484" y="316"/>
                  </a:lnTo>
                  <a:lnTo>
                    <a:pt x="1484" y="316"/>
                  </a:lnTo>
                  <a:lnTo>
                    <a:pt x="1481" y="316"/>
                  </a:lnTo>
                  <a:lnTo>
                    <a:pt x="1480" y="316"/>
                  </a:lnTo>
                  <a:lnTo>
                    <a:pt x="1479" y="313"/>
                  </a:lnTo>
                  <a:lnTo>
                    <a:pt x="1473" y="311"/>
                  </a:lnTo>
                  <a:lnTo>
                    <a:pt x="1469" y="309"/>
                  </a:lnTo>
                  <a:lnTo>
                    <a:pt x="1465" y="312"/>
                  </a:lnTo>
                  <a:lnTo>
                    <a:pt x="1464" y="311"/>
                  </a:lnTo>
                  <a:lnTo>
                    <a:pt x="1461" y="312"/>
                  </a:lnTo>
                  <a:lnTo>
                    <a:pt x="1459" y="315"/>
                  </a:lnTo>
                  <a:lnTo>
                    <a:pt x="1456" y="315"/>
                  </a:lnTo>
                  <a:lnTo>
                    <a:pt x="1456" y="320"/>
                  </a:lnTo>
                  <a:lnTo>
                    <a:pt x="1454" y="321"/>
                  </a:lnTo>
                  <a:lnTo>
                    <a:pt x="1452" y="320"/>
                  </a:lnTo>
                  <a:lnTo>
                    <a:pt x="1454" y="322"/>
                  </a:lnTo>
                  <a:lnTo>
                    <a:pt x="1452" y="325"/>
                  </a:lnTo>
                  <a:lnTo>
                    <a:pt x="1452" y="328"/>
                  </a:lnTo>
                  <a:lnTo>
                    <a:pt x="1452" y="329"/>
                  </a:lnTo>
                  <a:lnTo>
                    <a:pt x="1451" y="336"/>
                  </a:lnTo>
                  <a:lnTo>
                    <a:pt x="1450" y="337"/>
                  </a:lnTo>
                  <a:lnTo>
                    <a:pt x="1448" y="336"/>
                  </a:lnTo>
                  <a:lnTo>
                    <a:pt x="1446" y="328"/>
                  </a:lnTo>
                  <a:lnTo>
                    <a:pt x="1446" y="325"/>
                  </a:lnTo>
                  <a:lnTo>
                    <a:pt x="1443" y="324"/>
                  </a:lnTo>
                  <a:lnTo>
                    <a:pt x="1442" y="321"/>
                  </a:lnTo>
                  <a:lnTo>
                    <a:pt x="1442" y="324"/>
                  </a:lnTo>
                  <a:lnTo>
                    <a:pt x="1438" y="329"/>
                  </a:lnTo>
                  <a:lnTo>
                    <a:pt x="1436" y="330"/>
                  </a:lnTo>
                  <a:lnTo>
                    <a:pt x="1436" y="333"/>
                  </a:lnTo>
                  <a:lnTo>
                    <a:pt x="1439" y="333"/>
                  </a:lnTo>
                  <a:lnTo>
                    <a:pt x="1436" y="338"/>
                  </a:lnTo>
                  <a:lnTo>
                    <a:pt x="1434" y="336"/>
                  </a:lnTo>
                  <a:lnTo>
                    <a:pt x="1432" y="336"/>
                  </a:lnTo>
                  <a:lnTo>
                    <a:pt x="1431" y="334"/>
                  </a:lnTo>
                  <a:lnTo>
                    <a:pt x="1430" y="334"/>
                  </a:lnTo>
                  <a:lnTo>
                    <a:pt x="1429" y="338"/>
                  </a:lnTo>
                  <a:lnTo>
                    <a:pt x="1427" y="338"/>
                  </a:lnTo>
                  <a:lnTo>
                    <a:pt x="1426" y="337"/>
                  </a:lnTo>
                  <a:lnTo>
                    <a:pt x="1423" y="337"/>
                  </a:lnTo>
                  <a:lnTo>
                    <a:pt x="1423" y="338"/>
                  </a:lnTo>
                  <a:lnTo>
                    <a:pt x="1425" y="341"/>
                  </a:lnTo>
                  <a:lnTo>
                    <a:pt x="1423" y="342"/>
                  </a:lnTo>
                  <a:lnTo>
                    <a:pt x="1423" y="343"/>
                  </a:lnTo>
                  <a:lnTo>
                    <a:pt x="1422" y="346"/>
                  </a:lnTo>
                  <a:lnTo>
                    <a:pt x="1425" y="349"/>
                  </a:lnTo>
                  <a:lnTo>
                    <a:pt x="1426" y="351"/>
                  </a:lnTo>
                  <a:lnTo>
                    <a:pt x="1425" y="351"/>
                  </a:lnTo>
                  <a:lnTo>
                    <a:pt x="1425" y="353"/>
                  </a:lnTo>
                  <a:lnTo>
                    <a:pt x="1427" y="354"/>
                  </a:lnTo>
                  <a:lnTo>
                    <a:pt x="1429" y="355"/>
                  </a:lnTo>
                  <a:lnTo>
                    <a:pt x="1430" y="358"/>
                  </a:lnTo>
                  <a:lnTo>
                    <a:pt x="1429" y="358"/>
                  </a:lnTo>
                  <a:lnTo>
                    <a:pt x="1427" y="359"/>
                  </a:lnTo>
                  <a:lnTo>
                    <a:pt x="1430" y="361"/>
                  </a:lnTo>
                  <a:lnTo>
                    <a:pt x="1431" y="362"/>
                  </a:lnTo>
                  <a:lnTo>
                    <a:pt x="1431" y="363"/>
                  </a:lnTo>
                  <a:lnTo>
                    <a:pt x="1429" y="362"/>
                  </a:lnTo>
                  <a:lnTo>
                    <a:pt x="1427" y="362"/>
                  </a:lnTo>
                  <a:lnTo>
                    <a:pt x="1427" y="363"/>
                  </a:lnTo>
                  <a:lnTo>
                    <a:pt x="1430" y="366"/>
                  </a:lnTo>
                  <a:lnTo>
                    <a:pt x="1431" y="365"/>
                  </a:lnTo>
                  <a:lnTo>
                    <a:pt x="1431" y="367"/>
                  </a:lnTo>
                  <a:lnTo>
                    <a:pt x="1430" y="370"/>
                  </a:lnTo>
                  <a:lnTo>
                    <a:pt x="1430" y="372"/>
                  </a:lnTo>
                  <a:lnTo>
                    <a:pt x="1429" y="374"/>
                  </a:lnTo>
                  <a:lnTo>
                    <a:pt x="1430" y="378"/>
                  </a:lnTo>
                  <a:lnTo>
                    <a:pt x="1429" y="379"/>
                  </a:lnTo>
                  <a:lnTo>
                    <a:pt x="1430" y="382"/>
                  </a:lnTo>
                  <a:lnTo>
                    <a:pt x="1430" y="383"/>
                  </a:lnTo>
                  <a:lnTo>
                    <a:pt x="1430" y="386"/>
                  </a:lnTo>
                  <a:lnTo>
                    <a:pt x="1432" y="390"/>
                  </a:lnTo>
                  <a:lnTo>
                    <a:pt x="1431" y="391"/>
                  </a:lnTo>
                  <a:lnTo>
                    <a:pt x="1432" y="392"/>
                  </a:lnTo>
                  <a:lnTo>
                    <a:pt x="1435" y="395"/>
                  </a:lnTo>
                  <a:lnTo>
                    <a:pt x="1439" y="399"/>
                  </a:lnTo>
                  <a:lnTo>
                    <a:pt x="1442" y="400"/>
                  </a:lnTo>
                  <a:lnTo>
                    <a:pt x="1442" y="399"/>
                  </a:lnTo>
                  <a:lnTo>
                    <a:pt x="1443" y="397"/>
                  </a:lnTo>
                  <a:lnTo>
                    <a:pt x="1440" y="393"/>
                  </a:lnTo>
                  <a:lnTo>
                    <a:pt x="1439" y="392"/>
                  </a:lnTo>
                  <a:lnTo>
                    <a:pt x="1442" y="391"/>
                  </a:lnTo>
                  <a:lnTo>
                    <a:pt x="1444" y="391"/>
                  </a:lnTo>
                  <a:lnTo>
                    <a:pt x="1448" y="393"/>
                  </a:lnTo>
                  <a:lnTo>
                    <a:pt x="1450" y="393"/>
                  </a:lnTo>
                  <a:lnTo>
                    <a:pt x="1451" y="395"/>
                  </a:lnTo>
                  <a:lnTo>
                    <a:pt x="1451" y="396"/>
                  </a:lnTo>
                  <a:lnTo>
                    <a:pt x="1451" y="397"/>
                  </a:lnTo>
                  <a:lnTo>
                    <a:pt x="1452" y="400"/>
                  </a:lnTo>
                  <a:lnTo>
                    <a:pt x="1451" y="401"/>
                  </a:lnTo>
                  <a:lnTo>
                    <a:pt x="1452" y="404"/>
                  </a:lnTo>
                  <a:lnTo>
                    <a:pt x="1451" y="404"/>
                  </a:lnTo>
                  <a:lnTo>
                    <a:pt x="1450" y="407"/>
                  </a:lnTo>
                  <a:lnTo>
                    <a:pt x="1451" y="411"/>
                  </a:lnTo>
                  <a:lnTo>
                    <a:pt x="1454" y="413"/>
                  </a:lnTo>
                  <a:lnTo>
                    <a:pt x="1452" y="417"/>
                  </a:lnTo>
                  <a:lnTo>
                    <a:pt x="1455" y="420"/>
                  </a:lnTo>
                  <a:lnTo>
                    <a:pt x="1456" y="418"/>
                  </a:lnTo>
                  <a:lnTo>
                    <a:pt x="1456" y="417"/>
                  </a:lnTo>
                  <a:lnTo>
                    <a:pt x="1459" y="416"/>
                  </a:lnTo>
                  <a:lnTo>
                    <a:pt x="1459" y="415"/>
                  </a:lnTo>
                  <a:lnTo>
                    <a:pt x="1460" y="416"/>
                  </a:lnTo>
                  <a:lnTo>
                    <a:pt x="1463" y="417"/>
                  </a:lnTo>
                  <a:lnTo>
                    <a:pt x="1461" y="422"/>
                  </a:lnTo>
                  <a:lnTo>
                    <a:pt x="1467" y="426"/>
                  </a:lnTo>
                  <a:lnTo>
                    <a:pt x="1469" y="430"/>
                  </a:lnTo>
                  <a:lnTo>
                    <a:pt x="1468" y="433"/>
                  </a:lnTo>
                  <a:lnTo>
                    <a:pt x="1468" y="436"/>
                  </a:lnTo>
                  <a:lnTo>
                    <a:pt x="1467" y="436"/>
                  </a:lnTo>
                  <a:lnTo>
                    <a:pt x="1463" y="434"/>
                  </a:lnTo>
                  <a:lnTo>
                    <a:pt x="1460" y="433"/>
                  </a:lnTo>
                  <a:lnTo>
                    <a:pt x="1460" y="429"/>
                  </a:lnTo>
                  <a:lnTo>
                    <a:pt x="1460" y="426"/>
                  </a:lnTo>
                  <a:lnTo>
                    <a:pt x="1461" y="424"/>
                  </a:lnTo>
                  <a:lnTo>
                    <a:pt x="1460" y="421"/>
                  </a:lnTo>
                  <a:lnTo>
                    <a:pt x="1459" y="422"/>
                  </a:lnTo>
                  <a:lnTo>
                    <a:pt x="1460" y="424"/>
                  </a:lnTo>
                  <a:lnTo>
                    <a:pt x="1460" y="425"/>
                  </a:lnTo>
                  <a:lnTo>
                    <a:pt x="1457" y="426"/>
                  </a:lnTo>
                  <a:lnTo>
                    <a:pt x="1455" y="429"/>
                  </a:lnTo>
                  <a:lnTo>
                    <a:pt x="1456" y="430"/>
                  </a:lnTo>
                  <a:lnTo>
                    <a:pt x="1459" y="430"/>
                  </a:lnTo>
                  <a:lnTo>
                    <a:pt x="1459" y="433"/>
                  </a:lnTo>
                  <a:lnTo>
                    <a:pt x="1456" y="436"/>
                  </a:lnTo>
                  <a:lnTo>
                    <a:pt x="1457" y="440"/>
                  </a:lnTo>
                  <a:lnTo>
                    <a:pt x="1457" y="440"/>
                  </a:lnTo>
                  <a:lnTo>
                    <a:pt x="1457" y="449"/>
                  </a:lnTo>
                  <a:lnTo>
                    <a:pt x="1459" y="450"/>
                  </a:lnTo>
                  <a:lnTo>
                    <a:pt x="1459" y="453"/>
                  </a:lnTo>
                  <a:lnTo>
                    <a:pt x="1465" y="461"/>
                  </a:lnTo>
                  <a:lnTo>
                    <a:pt x="1467" y="461"/>
                  </a:lnTo>
                  <a:lnTo>
                    <a:pt x="1471" y="467"/>
                  </a:lnTo>
                  <a:lnTo>
                    <a:pt x="1473" y="468"/>
                  </a:lnTo>
                  <a:lnTo>
                    <a:pt x="1472" y="470"/>
                  </a:lnTo>
                  <a:lnTo>
                    <a:pt x="1472" y="474"/>
                  </a:lnTo>
                  <a:lnTo>
                    <a:pt x="1465" y="476"/>
                  </a:lnTo>
                  <a:lnTo>
                    <a:pt x="1464" y="475"/>
                  </a:lnTo>
                  <a:lnTo>
                    <a:pt x="1460" y="478"/>
                  </a:lnTo>
                  <a:lnTo>
                    <a:pt x="1459" y="476"/>
                  </a:lnTo>
                  <a:lnTo>
                    <a:pt x="1460" y="478"/>
                  </a:lnTo>
                  <a:lnTo>
                    <a:pt x="1457" y="483"/>
                  </a:lnTo>
                  <a:lnTo>
                    <a:pt x="1457" y="486"/>
                  </a:lnTo>
                  <a:lnTo>
                    <a:pt x="1456" y="487"/>
                  </a:lnTo>
                  <a:lnTo>
                    <a:pt x="1457" y="490"/>
                  </a:lnTo>
                  <a:lnTo>
                    <a:pt x="1456" y="495"/>
                  </a:lnTo>
                  <a:lnTo>
                    <a:pt x="1459" y="501"/>
                  </a:lnTo>
                  <a:lnTo>
                    <a:pt x="1461" y="504"/>
                  </a:lnTo>
                  <a:lnTo>
                    <a:pt x="1461" y="507"/>
                  </a:lnTo>
                  <a:lnTo>
                    <a:pt x="1465" y="508"/>
                  </a:lnTo>
                  <a:lnTo>
                    <a:pt x="1467" y="511"/>
                  </a:lnTo>
                  <a:lnTo>
                    <a:pt x="1464" y="511"/>
                  </a:lnTo>
                  <a:lnTo>
                    <a:pt x="1463" y="509"/>
                  </a:lnTo>
                  <a:lnTo>
                    <a:pt x="1461" y="511"/>
                  </a:lnTo>
                  <a:lnTo>
                    <a:pt x="1459" y="513"/>
                  </a:lnTo>
                  <a:lnTo>
                    <a:pt x="1457" y="512"/>
                  </a:lnTo>
                  <a:lnTo>
                    <a:pt x="1454" y="516"/>
                  </a:lnTo>
                  <a:lnTo>
                    <a:pt x="1451" y="513"/>
                  </a:lnTo>
                  <a:lnTo>
                    <a:pt x="1450" y="516"/>
                  </a:lnTo>
                  <a:lnTo>
                    <a:pt x="1452" y="517"/>
                  </a:lnTo>
                  <a:lnTo>
                    <a:pt x="1454" y="517"/>
                  </a:lnTo>
                  <a:lnTo>
                    <a:pt x="1454" y="520"/>
                  </a:lnTo>
                  <a:lnTo>
                    <a:pt x="1454" y="521"/>
                  </a:lnTo>
                  <a:lnTo>
                    <a:pt x="1455" y="524"/>
                  </a:lnTo>
                  <a:lnTo>
                    <a:pt x="1455" y="525"/>
                  </a:lnTo>
                  <a:lnTo>
                    <a:pt x="1454" y="525"/>
                  </a:lnTo>
                  <a:lnTo>
                    <a:pt x="1455" y="528"/>
                  </a:lnTo>
                  <a:lnTo>
                    <a:pt x="1454" y="529"/>
                  </a:lnTo>
                  <a:lnTo>
                    <a:pt x="1455" y="530"/>
                  </a:lnTo>
                  <a:lnTo>
                    <a:pt x="1456" y="529"/>
                  </a:lnTo>
                  <a:lnTo>
                    <a:pt x="1459" y="532"/>
                  </a:lnTo>
                  <a:lnTo>
                    <a:pt x="1457" y="533"/>
                  </a:lnTo>
                  <a:lnTo>
                    <a:pt x="1456" y="537"/>
                  </a:lnTo>
                  <a:lnTo>
                    <a:pt x="1457" y="540"/>
                  </a:lnTo>
                  <a:lnTo>
                    <a:pt x="1457" y="543"/>
                  </a:lnTo>
                  <a:lnTo>
                    <a:pt x="1456" y="546"/>
                  </a:lnTo>
                  <a:lnTo>
                    <a:pt x="1456" y="547"/>
                  </a:lnTo>
                  <a:lnTo>
                    <a:pt x="1456" y="549"/>
                  </a:lnTo>
                  <a:lnTo>
                    <a:pt x="1454" y="551"/>
                  </a:lnTo>
                  <a:lnTo>
                    <a:pt x="1454" y="554"/>
                  </a:lnTo>
                  <a:lnTo>
                    <a:pt x="1452" y="554"/>
                  </a:lnTo>
                  <a:lnTo>
                    <a:pt x="1451" y="559"/>
                  </a:lnTo>
                  <a:lnTo>
                    <a:pt x="1448" y="566"/>
                  </a:lnTo>
                  <a:lnTo>
                    <a:pt x="1450" y="563"/>
                  </a:lnTo>
                  <a:lnTo>
                    <a:pt x="1448" y="561"/>
                  </a:lnTo>
                  <a:lnTo>
                    <a:pt x="1448" y="558"/>
                  </a:lnTo>
                  <a:lnTo>
                    <a:pt x="1448" y="557"/>
                  </a:lnTo>
                  <a:lnTo>
                    <a:pt x="1443" y="557"/>
                  </a:lnTo>
                  <a:lnTo>
                    <a:pt x="1440" y="553"/>
                  </a:lnTo>
                  <a:lnTo>
                    <a:pt x="1440" y="549"/>
                  </a:lnTo>
                  <a:lnTo>
                    <a:pt x="1435" y="538"/>
                  </a:lnTo>
                  <a:lnTo>
                    <a:pt x="1432" y="533"/>
                  </a:lnTo>
                  <a:lnTo>
                    <a:pt x="1434" y="534"/>
                  </a:lnTo>
                  <a:lnTo>
                    <a:pt x="1436" y="533"/>
                  </a:lnTo>
                  <a:lnTo>
                    <a:pt x="1436" y="530"/>
                  </a:lnTo>
                  <a:lnTo>
                    <a:pt x="1435" y="532"/>
                  </a:lnTo>
                  <a:lnTo>
                    <a:pt x="1432" y="532"/>
                  </a:lnTo>
                  <a:lnTo>
                    <a:pt x="1427" y="529"/>
                  </a:lnTo>
                  <a:lnTo>
                    <a:pt x="1419" y="513"/>
                  </a:lnTo>
                  <a:lnTo>
                    <a:pt x="1410" y="503"/>
                  </a:lnTo>
                  <a:lnTo>
                    <a:pt x="1410" y="500"/>
                  </a:lnTo>
                  <a:lnTo>
                    <a:pt x="1407" y="496"/>
                  </a:lnTo>
                  <a:lnTo>
                    <a:pt x="1401" y="486"/>
                  </a:lnTo>
                  <a:lnTo>
                    <a:pt x="1394" y="474"/>
                  </a:lnTo>
                  <a:lnTo>
                    <a:pt x="1389" y="462"/>
                  </a:lnTo>
                  <a:lnTo>
                    <a:pt x="1389" y="457"/>
                  </a:lnTo>
                  <a:lnTo>
                    <a:pt x="1386" y="451"/>
                  </a:lnTo>
                  <a:lnTo>
                    <a:pt x="1385" y="443"/>
                  </a:lnTo>
                  <a:lnTo>
                    <a:pt x="1382" y="440"/>
                  </a:lnTo>
                  <a:lnTo>
                    <a:pt x="1384" y="434"/>
                  </a:lnTo>
                  <a:lnTo>
                    <a:pt x="1386" y="432"/>
                  </a:lnTo>
                  <a:lnTo>
                    <a:pt x="1386" y="428"/>
                  </a:lnTo>
                  <a:lnTo>
                    <a:pt x="1389" y="426"/>
                  </a:lnTo>
                  <a:lnTo>
                    <a:pt x="1388" y="425"/>
                  </a:lnTo>
                  <a:lnTo>
                    <a:pt x="1388" y="424"/>
                  </a:lnTo>
                  <a:lnTo>
                    <a:pt x="1388" y="418"/>
                  </a:lnTo>
                  <a:lnTo>
                    <a:pt x="1384" y="412"/>
                  </a:lnTo>
                  <a:lnTo>
                    <a:pt x="1381" y="412"/>
                  </a:lnTo>
                  <a:lnTo>
                    <a:pt x="1381" y="411"/>
                  </a:lnTo>
                  <a:lnTo>
                    <a:pt x="1382" y="408"/>
                  </a:lnTo>
                  <a:lnTo>
                    <a:pt x="1388" y="411"/>
                  </a:lnTo>
                  <a:lnTo>
                    <a:pt x="1390" y="408"/>
                  </a:lnTo>
                  <a:lnTo>
                    <a:pt x="1389" y="405"/>
                  </a:lnTo>
                  <a:lnTo>
                    <a:pt x="1389" y="401"/>
                  </a:lnTo>
                  <a:lnTo>
                    <a:pt x="1394" y="400"/>
                  </a:lnTo>
                  <a:lnTo>
                    <a:pt x="1396" y="401"/>
                  </a:lnTo>
                  <a:lnTo>
                    <a:pt x="1394" y="399"/>
                  </a:lnTo>
                  <a:lnTo>
                    <a:pt x="1397" y="391"/>
                  </a:lnTo>
                  <a:lnTo>
                    <a:pt x="1396" y="387"/>
                  </a:lnTo>
                  <a:lnTo>
                    <a:pt x="1396" y="382"/>
                  </a:lnTo>
                  <a:lnTo>
                    <a:pt x="1394" y="379"/>
                  </a:lnTo>
                  <a:lnTo>
                    <a:pt x="1397" y="378"/>
                  </a:lnTo>
                  <a:lnTo>
                    <a:pt x="1397" y="375"/>
                  </a:lnTo>
                  <a:lnTo>
                    <a:pt x="1396" y="374"/>
                  </a:lnTo>
                  <a:lnTo>
                    <a:pt x="1397" y="370"/>
                  </a:lnTo>
                  <a:lnTo>
                    <a:pt x="1398" y="370"/>
                  </a:lnTo>
                  <a:lnTo>
                    <a:pt x="1396" y="367"/>
                  </a:lnTo>
                  <a:lnTo>
                    <a:pt x="1396" y="365"/>
                  </a:lnTo>
                  <a:lnTo>
                    <a:pt x="1397" y="365"/>
                  </a:lnTo>
                  <a:lnTo>
                    <a:pt x="1397" y="359"/>
                  </a:lnTo>
                  <a:lnTo>
                    <a:pt x="1396" y="358"/>
                  </a:lnTo>
                  <a:lnTo>
                    <a:pt x="1397" y="357"/>
                  </a:lnTo>
                  <a:lnTo>
                    <a:pt x="1400" y="355"/>
                  </a:lnTo>
                  <a:lnTo>
                    <a:pt x="1401" y="354"/>
                  </a:lnTo>
                  <a:lnTo>
                    <a:pt x="1400" y="350"/>
                  </a:lnTo>
                  <a:lnTo>
                    <a:pt x="1401" y="345"/>
                  </a:lnTo>
                  <a:lnTo>
                    <a:pt x="1400" y="343"/>
                  </a:lnTo>
                  <a:lnTo>
                    <a:pt x="1398" y="342"/>
                  </a:lnTo>
                  <a:lnTo>
                    <a:pt x="1401" y="338"/>
                  </a:lnTo>
                  <a:lnTo>
                    <a:pt x="1401" y="336"/>
                  </a:lnTo>
                  <a:lnTo>
                    <a:pt x="1400" y="336"/>
                  </a:lnTo>
                  <a:lnTo>
                    <a:pt x="1398" y="333"/>
                  </a:lnTo>
                  <a:lnTo>
                    <a:pt x="1400" y="332"/>
                  </a:lnTo>
                  <a:lnTo>
                    <a:pt x="1400" y="329"/>
                  </a:lnTo>
                  <a:lnTo>
                    <a:pt x="1402" y="328"/>
                  </a:lnTo>
                  <a:lnTo>
                    <a:pt x="1402" y="328"/>
                  </a:lnTo>
                  <a:lnTo>
                    <a:pt x="1405" y="325"/>
                  </a:lnTo>
                  <a:lnTo>
                    <a:pt x="1405" y="324"/>
                  </a:lnTo>
                  <a:lnTo>
                    <a:pt x="1407" y="320"/>
                  </a:lnTo>
                  <a:lnTo>
                    <a:pt x="1409" y="321"/>
                  </a:lnTo>
                  <a:lnTo>
                    <a:pt x="1411" y="318"/>
                  </a:lnTo>
                  <a:lnTo>
                    <a:pt x="1413" y="318"/>
                  </a:lnTo>
                  <a:lnTo>
                    <a:pt x="1413" y="317"/>
                  </a:lnTo>
                  <a:lnTo>
                    <a:pt x="1413" y="316"/>
                  </a:lnTo>
                  <a:lnTo>
                    <a:pt x="1410" y="316"/>
                  </a:lnTo>
                  <a:lnTo>
                    <a:pt x="1409" y="317"/>
                  </a:lnTo>
                  <a:lnTo>
                    <a:pt x="1406" y="316"/>
                  </a:lnTo>
                  <a:lnTo>
                    <a:pt x="1407" y="311"/>
                  </a:lnTo>
                  <a:lnTo>
                    <a:pt x="1409" y="308"/>
                  </a:lnTo>
                  <a:lnTo>
                    <a:pt x="1407" y="307"/>
                  </a:lnTo>
                  <a:lnTo>
                    <a:pt x="1406" y="304"/>
                  </a:lnTo>
                  <a:lnTo>
                    <a:pt x="1405" y="304"/>
                  </a:lnTo>
                  <a:lnTo>
                    <a:pt x="1405" y="305"/>
                  </a:lnTo>
                  <a:lnTo>
                    <a:pt x="1404" y="305"/>
                  </a:lnTo>
                  <a:lnTo>
                    <a:pt x="1404" y="299"/>
                  </a:lnTo>
                  <a:lnTo>
                    <a:pt x="1404" y="297"/>
                  </a:lnTo>
                  <a:lnTo>
                    <a:pt x="1404" y="296"/>
                  </a:lnTo>
                  <a:lnTo>
                    <a:pt x="1404" y="293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2"/>
                  </a:lnTo>
                  <a:lnTo>
                    <a:pt x="1401" y="291"/>
                  </a:lnTo>
                  <a:lnTo>
                    <a:pt x="1398" y="287"/>
                  </a:lnTo>
                  <a:lnTo>
                    <a:pt x="1398" y="286"/>
                  </a:lnTo>
                  <a:lnTo>
                    <a:pt x="1397" y="284"/>
                  </a:lnTo>
                  <a:lnTo>
                    <a:pt x="1397" y="282"/>
                  </a:lnTo>
                  <a:lnTo>
                    <a:pt x="1396" y="279"/>
                  </a:lnTo>
                  <a:lnTo>
                    <a:pt x="1396" y="276"/>
                  </a:lnTo>
                  <a:lnTo>
                    <a:pt x="1398" y="274"/>
                  </a:lnTo>
                  <a:lnTo>
                    <a:pt x="1401" y="274"/>
                  </a:lnTo>
                  <a:lnTo>
                    <a:pt x="1404" y="274"/>
                  </a:lnTo>
                  <a:lnTo>
                    <a:pt x="1402" y="272"/>
                  </a:lnTo>
                  <a:lnTo>
                    <a:pt x="1405" y="271"/>
                  </a:lnTo>
                  <a:lnTo>
                    <a:pt x="1404" y="271"/>
                  </a:lnTo>
                  <a:lnTo>
                    <a:pt x="1401" y="271"/>
                  </a:lnTo>
                  <a:lnTo>
                    <a:pt x="1400" y="270"/>
                  </a:lnTo>
                  <a:lnTo>
                    <a:pt x="1397" y="270"/>
                  </a:lnTo>
                  <a:lnTo>
                    <a:pt x="1393" y="267"/>
                  </a:lnTo>
                  <a:lnTo>
                    <a:pt x="1393" y="268"/>
                  </a:lnTo>
                  <a:lnTo>
                    <a:pt x="1389" y="268"/>
                  </a:lnTo>
                  <a:lnTo>
                    <a:pt x="1388" y="271"/>
                  </a:lnTo>
                  <a:lnTo>
                    <a:pt x="1385" y="271"/>
                  </a:lnTo>
                  <a:lnTo>
                    <a:pt x="1381" y="274"/>
                  </a:lnTo>
                  <a:lnTo>
                    <a:pt x="1382" y="275"/>
                  </a:lnTo>
                  <a:lnTo>
                    <a:pt x="1382" y="276"/>
                  </a:lnTo>
                  <a:lnTo>
                    <a:pt x="1385" y="279"/>
                  </a:lnTo>
                  <a:lnTo>
                    <a:pt x="1385" y="282"/>
                  </a:lnTo>
                  <a:lnTo>
                    <a:pt x="1385" y="283"/>
                  </a:lnTo>
                  <a:lnTo>
                    <a:pt x="1385" y="286"/>
                  </a:lnTo>
                  <a:lnTo>
                    <a:pt x="1388" y="287"/>
                  </a:lnTo>
                  <a:lnTo>
                    <a:pt x="1388" y="288"/>
                  </a:lnTo>
                  <a:lnTo>
                    <a:pt x="1389" y="290"/>
                  </a:lnTo>
                  <a:lnTo>
                    <a:pt x="1390" y="295"/>
                  </a:lnTo>
                  <a:lnTo>
                    <a:pt x="1394" y="296"/>
                  </a:lnTo>
                  <a:lnTo>
                    <a:pt x="1393" y="299"/>
                  </a:lnTo>
                  <a:lnTo>
                    <a:pt x="1396" y="300"/>
                  </a:lnTo>
                  <a:lnTo>
                    <a:pt x="1394" y="301"/>
                  </a:lnTo>
                  <a:lnTo>
                    <a:pt x="1393" y="300"/>
                  </a:lnTo>
                  <a:lnTo>
                    <a:pt x="1392" y="299"/>
                  </a:lnTo>
                  <a:lnTo>
                    <a:pt x="1388" y="299"/>
                  </a:lnTo>
                  <a:lnTo>
                    <a:pt x="1386" y="300"/>
                  </a:lnTo>
                  <a:lnTo>
                    <a:pt x="1385" y="304"/>
                  </a:lnTo>
                  <a:lnTo>
                    <a:pt x="1386" y="305"/>
                  </a:lnTo>
                  <a:lnTo>
                    <a:pt x="1386" y="309"/>
                  </a:lnTo>
                  <a:lnTo>
                    <a:pt x="1385" y="309"/>
                  </a:lnTo>
                  <a:lnTo>
                    <a:pt x="1385" y="311"/>
                  </a:lnTo>
                  <a:lnTo>
                    <a:pt x="1386" y="311"/>
                  </a:lnTo>
                  <a:lnTo>
                    <a:pt x="1386" y="313"/>
                  </a:lnTo>
                  <a:lnTo>
                    <a:pt x="1384" y="315"/>
                  </a:lnTo>
                  <a:lnTo>
                    <a:pt x="1385" y="316"/>
                  </a:lnTo>
                  <a:lnTo>
                    <a:pt x="1384" y="318"/>
                  </a:lnTo>
                  <a:lnTo>
                    <a:pt x="1384" y="324"/>
                  </a:lnTo>
                  <a:lnTo>
                    <a:pt x="1382" y="325"/>
                  </a:lnTo>
                  <a:lnTo>
                    <a:pt x="1382" y="326"/>
                  </a:lnTo>
                  <a:lnTo>
                    <a:pt x="1381" y="328"/>
                  </a:lnTo>
                  <a:lnTo>
                    <a:pt x="1380" y="332"/>
                  </a:lnTo>
                  <a:lnTo>
                    <a:pt x="1378" y="329"/>
                  </a:lnTo>
                  <a:lnTo>
                    <a:pt x="1377" y="326"/>
                  </a:lnTo>
                  <a:lnTo>
                    <a:pt x="1378" y="324"/>
                  </a:lnTo>
                  <a:lnTo>
                    <a:pt x="1377" y="322"/>
                  </a:lnTo>
                  <a:lnTo>
                    <a:pt x="1376" y="322"/>
                  </a:lnTo>
                  <a:lnTo>
                    <a:pt x="1375" y="324"/>
                  </a:lnTo>
                  <a:lnTo>
                    <a:pt x="1375" y="326"/>
                  </a:lnTo>
                  <a:lnTo>
                    <a:pt x="1373" y="326"/>
                  </a:lnTo>
                  <a:lnTo>
                    <a:pt x="1372" y="322"/>
                  </a:lnTo>
                  <a:lnTo>
                    <a:pt x="1371" y="322"/>
                  </a:lnTo>
                  <a:lnTo>
                    <a:pt x="1369" y="320"/>
                  </a:lnTo>
                  <a:lnTo>
                    <a:pt x="1367" y="322"/>
                  </a:lnTo>
                  <a:lnTo>
                    <a:pt x="1367" y="321"/>
                  </a:lnTo>
                  <a:lnTo>
                    <a:pt x="1367" y="320"/>
                  </a:lnTo>
                  <a:lnTo>
                    <a:pt x="1368" y="318"/>
                  </a:lnTo>
                  <a:lnTo>
                    <a:pt x="1368" y="317"/>
                  </a:lnTo>
                  <a:lnTo>
                    <a:pt x="1368" y="316"/>
                  </a:lnTo>
                  <a:lnTo>
                    <a:pt x="1368" y="316"/>
                  </a:lnTo>
                  <a:lnTo>
                    <a:pt x="1368" y="313"/>
                  </a:lnTo>
                  <a:lnTo>
                    <a:pt x="1367" y="312"/>
                  </a:lnTo>
                  <a:lnTo>
                    <a:pt x="1368" y="311"/>
                  </a:lnTo>
                  <a:lnTo>
                    <a:pt x="1367" y="308"/>
                  </a:lnTo>
                  <a:lnTo>
                    <a:pt x="1367" y="308"/>
                  </a:lnTo>
                  <a:lnTo>
                    <a:pt x="1367" y="307"/>
                  </a:lnTo>
                  <a:lnTo>
                    <a:pt x="1367" y="304"/>
                  </a:lnTo>
                  <a:lnTo>
                    <a:pt x="1364" y="301"/>
                  </a:lnTo>
                  <a:lnTo>
                    <a:pt x="1364" y="300"/>
                  </a:lnTo>
                  <a:lnTo>
                    <a:pt x="1363" y="300"/>
                  </a:lnTo>
                  <a:lnTo>
                    <a:pt x="1361" y="303"/>
                  </a:lnTo>
                  <a:lnTo>
                    <a:pt x="1360" y="303"/>
                  </a:lnTo>
                  <a:lnTo>
                    <a:pt x="1360" y="307"/>
                  </a:lnTo>
                  <a:lnTo>
                    <a:pt x="1359" y="309"/>
                  </a:lnTo>
                  <a:lnTo>
                    <a:pt x="1357" y="309"/>
                  </a:lnTo>
                  <a:lnTo>
                    <a:pt x="1356" y="305"/>
                  </a:lnTo>
                  <a:lnTo>
                    <a:pt x="1356" y="305"/>
                  </a:lnTo>
                  <a:lnTo>
                    <a:pt x="1355" y="307"/>
                  </a:lnTo>
                  <a:lnTo>
                    <a:pt x="1353" y="304"/>
                  </a:lnTo>
                  <a:lnTo>
                    <a:pt x="1351" y="304"/>
                  </a:lnTo>
                  <a:lnTo>
                    <a:pt x="1351" y="305"/>
                  </a:lnTo>
                  <a:lnTo>
                    <a:pt x="1350" y="305"/>
                  </a:lnTo>
                  <a:lnTo>
                    <a:pt x="1348" y="307"/>
                  </a:lnTo>
                  <a:lnTo>
                    <a:pt x="1347" y="308"/>
                  </a:lnTo>
                  <a:lnTo>
                    <a:pt x="1347" y="309"/>
                  </a:lnTo>
                  <a:lnTo>
                    <a:pt x="1343" y="309"/>
                  </a:lnTo>
                  <a:lnTo>
                    <a:pt x="1342" y="311"/>
                  </a:lnTo>
                  <a:lnTo>
                    <a:pt x="1339" y="311"/>
                  </a:lnTo>
                  <a:lnTo>
                    <a:pt x="1338" y="312"/>
                  </a:lnTo>
                  <a:lnTo>
                    <a:pt x="1335" y="311"/>
                  </a:lnTo>
                  <a:lnTo>
                    <a:pt x="1332" y="315"/>
                  </a:lnTo>
                  <a:lnTo>
                    <a:pt x="1331" y="316"/>
                  </a:lnTo>
                  <a:lnTo>
                    <a:pt x="1331" y="318"/>
                  </a:lnTo>
                  <a:lnTo>
                    <a:pt x="1330" y="321"/>
                  </a:lnTo>
                  <a:lnTo>
                    <a:pt x="1330" y="322"/>
                  </a:lnTo>
                  <a:lnTo>
                    <a:pt x="1331" y="322"/>
                  </a:lnTo>
                  <a:lnTo>
                    <a:pt x="1331" y="326"/>
                  </a:lnTo>
                  <a:lnTo>
                    <a:pt x="1334" y="329"/>
                  </a:lnTo>
                  <a:lnTo>
                    <a:pt x="1332" y="332"/>
                  </a:lnTo>
                  <a:lnTo>
                    <a:pt x="1331" y="340"/>
                  </a:lnTo>
                  <a:lnTo>
                    <a:pt x="1334" y="342"/>
                  </a:lnTo>
                  <a:lnTo>
                    <a:pt x="1331" y="343"/>
                  </a:lnTo>
                  <a:lnTo>
                    <a:pt x="1332" y="343"/>
                  </a:lnTo>
                  <a:lnTo>
                    <a:pt x="1332" y="346"/>
                  </a:lnTo>
                  <a:lnTo>
                    <a:pt x="1330" y="349"/>
                  </a:lnTo>
                  <a:lnTo>
                    <a:pt x="1330" y="353"/>
                  </a:lnTo>
                  <a:lnTo>
                    <a:pt x="1327" y="355"/>
                  </a:lnTo>
                  <a:lnTo>
                    <a:pt x="1327" y="358"/>
                  </a:lnTo>
                  <a:lnTo>
                    <a:pt x="1326" y="362"/>
                  </a:lnTo>
                  <a:lnTo>
                    <a:pt x="1328" y="365"/>
                  </a:lnTo>
                  <a:lnTo>
                    <a:pt x="1327" y="366"/>
                  </a:lnTo>
                  <a:lnTo>
                    <a:pt x="1330" y="370"/>
                  </a:lnTo>
                  <a:lnTo>
                    <a:pt x="1328" y="371"/>
                  </a:lnTo>
                  <a:lnTo>
                    <a:pt x="1328" y="374"/>
                  </a:lnTo>
                  <a:lnTo>
                    <a:pt x="1330" y="374"/>
                  </a:lnTo>
                  <a:lnTo>
                    <a:pt x="1331" y="374"/>
                  </a:lnTo>
                  <a:lnTo>
                    <a:pt x="1334" y="374"/>
                  </a:lnTo>
                  <a:lnTo>
                    <a:pt x="1332" y="372"/>
                  </a:lnTo>
                  <a:lnTo>
                    <a:pt x="1334" y="371"/>
                  </a:lnTo>
                  <a:lnTo>
                    <a:pt x="1336" y="372"/>
                  </a:lnTo>
                  <a:lnTo>
                    <a:pt x="1338" y="372"/>
                  </a:lnTo>
                  <a:lnTo>
                    <a:pt x="1336" y="372"/>
                  </a:lnTo>
                  <a:lnTo>
                    <a:pt x="1338" y="371"/>
                  </a:lnTo>
                  <a:lnTo>
                    <a:pt x="1339" y="372"/>
                  </a:lnTo>
                  <a:lnTo>
                    <a:pt x="1340" y="374"/>
                  </a:lnTo>
                  <a:lnTo>
                    <a:pt x="1342" y="375"/>
                  </a:lnTo>
                  <a:lnTo>
                    <a:pt x="1340" y="375"/>
                  </a:lnTo>
                  <a:lnTo>
                    <a:pt x="1343" y="378"/>
                  </a:lnTo>
                  <a:lnTo>
                    <a:pt x="1342" y="379"/>
                  </a:lnTo>
                  <a:lnTo>
                    <a:pt x="1340" y="379"/>
                  </a:lnTo>
                  <a:lnTo>
                    <a:pt x="1339" y="379"/>
                  </a:lnTo>
                  <a:lnTo>
                    <a:pt x="1338" y="379"/>
                  </a:lnTo>
                  <a:lnTo>
                    <a:pt x="1336" y="380"/>
                  </a:lnTo>
                  <a:lnTo>
                    <a:pt x="1335" y="380"/>
                  </a:lnTo>
                  <a:lnTo>
                    <a:pt x="1336" y="382"/>
                  </a:lnTo>
                  <a:lnTo>
                    <a:pt x="1334" y="386"/>
                  </a:lnTo>
                  <a:lnTo>
                    <a:pt x="1332" y="384"/>
                  </a:lnTo>
                  <a:lnTo>
                    <a:pt x="1332" y="383"/>
                  </a:lnTo>
                  <a:lnTo>
                    <a:pt x="1331" y="382"/>
                  </a:lnTo>
                  <a:lnTo>
                    <a:pt x="1328" y="382"/>
                  </a:lnTo>
                  <a:lnTo>
                    <a:pt x="1327" y="382"/>
                  </a:lnTo>
                  <a:lnTo>
                    <a:pt x="1326" y="382"/>
                  </a:lnTo>
                  <a:lnTo>
                    <a:pt x="1326" y="383"/>
                  </a:lnTo>
                  <a:lnTo>
                    <a:pt x="1326" y="386"/>
                  </a:lnTo>
                  <a:lnTo>
                    <a:pt x="1326" y="386"/>
                  </a:lnTo>
                  <a:lnTo>
                    <a:pt x="1325" y="387"/>
                  </a:lnTo>
                  <a:lnTo>
                    <a:pt x="1323" y="388"/>
                  </a:lnTo>
                  <a:lnTo>
                    <a:pt x="1325" y="390"/>
                  </a:lnTo>
                  <a:lnTo>
                    <a:pt x="1323" y="391"/>
                  </a:lnTo>
                  <a:lnTo>
                    <a:pt x="1321" y="391"/>
                  </a:lnTo>
                  <a:lnTo>
                    <a:pt x="1318" y="387"/>
                  </a:lnTo>
                  <a:lnTo>
                    <a:pt x="1317" y="387"/>
                  </a:lnTo>
                  <a:lnTo>
                    <a:pt x="1318" y="390"/>
                  </a:lnTo>
                  <a:lnTo>
                    <a:pt x="1317" y="391"/>
                  </a:lnTo>
                  <a:lnTo>
                    <a:pt x="1317" y="392"/>
                  </a:lnTo>
                  <a:lnTo>
                    <a:pt x="1315" y="393"/>
                  </a:lnTo>
                  <a:lnTo>
                    <a:pt x="1311" y="395"/>
                  </a:lnTo>
                  <a:lnTo>
                    <a:pt x="1310" y="396"/>
                  </a:lnTo>
                  <a:lnTo>
                    <a:pt x="1307" y="392"/>
                  </a:lnTo>
                  <a:lnTo>
                    <a:pt x="1306" y="392"/>
                  </a:lnTo>
                  <a:lnTo>
                    <a:pt x="1305" y="391"/>
                  </a:lnTo>
                  <a:lnTo>
                    <a:pt x="1305" y="390"/>
                  </a:lnTo>
                  <a:lnTo>
                    <a:pt x="1307" y="390"/>
                  </a:lnTo>
                  <a:lnTo>
                    <a:pt x="1307" y="388"/>
                  </a:lnTo>
                  <a:lnTo>
                    <a:pt x="1307" y="387"/>
                  </a:lnTo>
                  <a:lnTo>
                    <a:pt x="1311" y="387"/>
                  </a:lnTo>
                  <a:lnTo>
                    <a:pt x="1315" y="383"/>
                  </a:lnTo>
                  <a:lnTo>
                    <a:pt x="1315" y="382"/>
                  </a:lnTo>
                  <a:lnTo>
                    <a:pt x="1313" y="382"/>
                  </a:lnTo>
                  <a:lnTo>
                    <a:pt x="1311" y="384"/>
                  </a:lnTo>
                  <a:lnTo>
                    <a:pt x="1309" y="383"/>
                  </a:lnTo>
                  <a:lnTo>
                    <a:pt x="1307" y="382"/>
                  </a:lnTo>
                  <a:lnTo>
                    <a:pt x="1306" y="380"/>
                  </a:lnTo>
                  <a:lnTo>
                    <a:pt x="1303" y="380"/>
                  </a:lnTo>
                  <a:lnTo>
                    <a:pt x="1299" y="379"/>
                  </a:lnTo>
                  <a:lnTo>
                    <a:pt x="1297" y="379"/>
                  </a:lnTo>
                  <a:lnTo>
                    <a:pt x="1298" y="382"/>
                  </a:lnTo>
                  <a:lnTo>
                    <a:pt x="1296" y="382"/>
                  </a:lnTo>
                  <a:lnTo>
                    <a:pt x="1294" y="380"/>
                  </a:lnTo>
                  <a:lnTo>
                    <a:pt x="1294" y="379"/>
                  </a:lnTo>
                  <a:lnTo>
                    <a:pt x="1292" y="380"/>
                  </a:lnTo>
                  <a:lnTo>
                    <a:pt x="1288" y="379"/>
                  </a:lnTo>
                  <a:lnTo>
                    <a:pt x="1285" y="380"/>
                  </a:lnTo>
                  <a:lnTo>
                    <a:pt x="1284" y="378"/>
                  </a:lnTo>
                  <a:lnTo>
                    <a:pt x="1280" y="378"/>
                  </a:lnTo>
                  <a:lnTo>
                    <a:pt x="1277" y="382"/>
                  </a:lnTo>
                  <a:lnTo>
                    <a:pt x="1276" y="382"/>
                  </a:lnTo>
                  <a:lnTo>
                    <a:pt x="1276" y="383"/>
                  </a:lnTo>
                  <a:lnTo>
                    <a:pt x="1278" y="386"/>
                  </a:lnTo>
                  <a:lnTo>
                    <a:pt x="1276" y="387"/>
                  </a:lnTo>
                  <a:lnTo>
                    <a:pt x="1274" y="386"/>
                  </a:lnTo>
                  <a:lnTo>
                    <a:pt x="1273" y="388"/>
                  </a:lnTo>
                  <a:lnTo>
                    <a:pt x="1276" y="390"/>
                  </a:lnTo>
                  <a:lnTo>
                    <a:pt x="1277" y="388"/>
                  </a:lnTo>
                  <a:lnTo>
                    <a:pt x="1278" y="390"/>
                  </a:lnTo>
                  <a:lnTo>
                    <a:pt x="1278" y="391"/>
                  </a:lnTo>
                  <a:lnTo>
                    <a:pt x="1273" y="393"/>
                  </a:lnTo>
                  <a:lnTo>
                    <a:pt x="1272" y="391"/>
                  </a:lnTo>
                  <a:lnTo>
                    <a:pt x="1268" y="391"/>
                  </a:lnTo>
                  <a:lnTo>
                    <a:pt x="1267" y="392"/>
                  </a:lnTo>
                  <a:lnTo>
                    <a:pt x="1268" y="393"/>
                  </a:lnTo>
                  <a:lnTo>
                    <a:pt x="1265" y="393"/>
                  </a:lnTo>
                  <a:lnTo>
                    <a:pt x="1264" y="395"/>
                  </a:lnTo>
                  <a:lnTo>
                    <a:pt x="1263" y="395"/>
                  </a:lnTo>
                  <a:lnTo>
                    <a:pt x="1263" y="393"/>
                  </a:lnTo>
                  <a:lnTo>
                    <a:pt x="1257" y="393"/>
                  </a:lnTo>
                  <a:lnTo>
                    <a:pt x="1256" y="395"/>
                  </a:lnTo>
                  <a:lnTo>
                    <a:pt x="1251" y="393"/>
                  </a:lnTo>
                  <a:lnTo>
                    <a:pt x="1248" y="395"/>
                  </a:lnTo>
                  <a:lnTo>
                    <a:pt x="1248" y="396"/>
                  </a:lnTo>
                  <a:lnTo>
                    <a:pt x="1252" y="399"/>
                  </a:lnTo>
                  <a:lnTo>
                    <a:pt x="1249" y="400"/>
                  </a:lnTo>
                  <a:lnTo>
                    <a:pt x="1248" y="403"/>
                  </a:lnTo>
                  <a:lnTo>
                    <a:pt x="1247" y="400"/>
                  </a:lnTo>
                  <a:lnTo>
                    <a:pt x="1244" y="400"/>
                  </a:lnTo>
                  <a:lnTo>
                    <a:pt x="1245" y="397"/>
                  </a:lnTo>
                  <a:lnTo>
                    <a:pt x="1244" y="396"/>
                  </a:lnTo>
                  <a:lnTo>
                    <a:pt x="1243" y="397"/>
                  </a:lnTo>
                  <a:lnTo>
                    <a:pt x="1240" y="399"/>
                  </a:lnTo>
                  <a:lnTo>
                    <a:pt x="1239" y="399"/>
                  </a:lnTo>
                  <a:lnTo>
                    <a:pt x="1236" y="400"/>
                  </a:lnTo>
                  <a:lnTo>
                    <a:pt x="1234" y="400"/>
                  </a:lnTo>
                  <a:lnTo>
                    <a:pt x="1230" y="401"/>
                  </a:lnTo>
                  <a:lnTo>
                    <a:pt x="1227" y="401"/>
                  </a:lnTo>
                  <a:lnTo>
                    <a:pt x="1223" y="405"/>
                  </a:lnTo>
                  <a:lnTo>
                    <a:pt x="1220" y="405"/>
                  </a:lnTo>
                  <a:lnTo>
                    <a:pt x="1218" y="404"/>
                  </a:lnTo>
                  <a:lnTo>
                    <a:pt x="1217" y="404"/>
                  </a:lnTo>
                  <a:lnTo>
                    <a:pt x="1217" y="407"/>
                  </a:lnTo>
                  <a:lnTo>
                    <a:pt x="1213" y="409"/>
                  </a:lnTo>
                  <a:lnTo>
                    <a:pt x="1211" y="412"/>
                  </a:lnTo>
                  <a:lnTo>
                    <a:pt x="1209" y="415"/>
                  </a:lnTo>
                  <a:lnTo>
                    <a:pt x="1209" y="417"/>
                  </a:lnTo>
                  <a:lnTo>
                    <a:pt x="1211" y="421"/>
                  </a:lnTo>
                  <a:lnTo>
                    <a:pt x="1211" y="426"/>
                  </a:lnTo>
                  <a:lnTo>
                    <a:pt x="1207" y="430"/>
                  </a:lnTo>
                  <a:lnTo>
                    <a:pt x="1206" y="434"/>
                  </a:lnTo>
                  <a:lnTo>
                    <a:pt x="1206" y="437"/>
                  </a:lnTo>
                  <a:lnTo>
                    <a:pt x="1206" y="442"/>
                  </a:lnTo>
                  <a:lnTo>
                    <a:pt x="1207" y="443"/>
                  </a:lnTo>
                  <a:lnTo>
                    <a:pt x="1207" y="446"/>
                  </a:lnTo>
                  <a:lnTo>
                    <a:pt x="1206" y="446"/>
                  </a:lnTo>
                  <a:lnTo>
                    <a:pt x="1205" y="447"/>
                  </a:lnTo>
                  <a:lnTo>
                    <a:pt x="1205" y="450"/>
                  </a:lnTo>
                  <a:lnTo>
                    <a:pt x="1203" y="450"/>
                  </a:lnTo>
                  <a:lnTo>
                    <a:pt x="1205" y="454"/>
                  </a:lnTo>
                  <a:lnTo>
                    <a:pt x="1202" y="457"/>
                  </a:lnTo>
                  <a:lnTo>
                    <a:pt x="1202" y="459"/>
                  </a:lnTo>
                  <a:lnTo>
                    <a:pt x="1199" y="463"/>
                  </a:lnTo>
                  <a:lnTo>
                    <a:pt x="1199" y="466"/>
                  </a:lnTo>
                  <a:lnTo>
                    <a:pt x="1198" y="467"/>
                  </a:lnTo>
                  <a:lnTo>
                    <a:pt x="1197" y="471"/>
                  </a:lnTo>
                  <a:lnTo>
                    <a:pt x="1197" y="471"/>
                  </a:lnTo>
                  <a:lnTo>
                    <a:pt x="1194" y="476"/>
                  </a:lnTo>
                  <a:lnTo>
                    <a:pt x="1195" y="482"/>
                  </a:lnTo>
                  <a:lnTo>
                    <a:pt x="1194" y="483"/>
                  </a:lnTo>
                  <a:lnTo>
                    <a:pt x="1195" y="486"/>
                  </a:lnTo>
                  <a:lnTo>
                    <a:pt x="1193" y="488"/>
                  </a:lnTo>
                  <a:lnTo>
                    <a:pt x="1193" y="491"/>
                  </a:lnTo>
                  <a:lnTo>
                    <a:pt x="1190" y="493"/>
                  </a:lnTo>
                  <a:lnTo>
                    <a:pt x="1192" y="495"/>
                  </a:lnTo>
                  <a:lnTo>
                    <a:pt x="1190" y="496"/>
                  </a:lnTo>
                  <a:lnTo>
                    <a:pt x="1190" y="499"/>
                  </a:lnTo>
                  <a:lnTo>
                    <a:pt x="1186" y="501"/>
                  </a:lnTo>
                  <a:lnTo>
                    <a:pt x="1186" y="505"/>
                  </a:lnTo>
                  <a:lnTo>
                    <a:pt x="1182" y="509"/>
                  </a:lnTo>
                  <a:lnTo>
                    <a:pt x="1182" y="511"/>
                  </a:lnTo>
                  <a:lnTo>
                    <a:pt x="1181" y="515"/>
                  </a:lnTo>
                  <a:lnTo>
                    <a:pt x="1180" y="517"/>
                  </a:lnTo>
                  <a:lnTo>
                    <a:pt x="1178" y="518"/>
                  </a:lnTo>
                  <a:lnTo>
                    <a:pt x="1180" y="521"/>
                  </a:lnTo>
                  <a:lnTo>
                    <a:pt x="1182" y="522"/>
                  </a:lnTo>
                  <a:lnTo>
                    <a:pt x="1184" y="521"/>
                  </a:lnTo>
                  <a:lnTo>
                    <a:pt x="1186" y="524"/>
                  </a:lnTo>
                  <a:lnTo>
                    <a:pt x="1189" y="524"/>
                  </a:lnTo>
                  <a:lnTo>
                    <a:pt x="1192" y="521"/>
                  </a:lnTo>
                  <a:lnTo>
                    <a:pt x="1193" y="521"/>
                  </a:lnTo>
                  <a:lnTo>
                    <a:pt x="1195" y="520"/>
                  </a:lnTo>
                  <a:lnTo>
                    <a:pt x="1197" y="520"/>
                  </a:lnTo>
                  <a:lnTo>
                    <a:pt x="1199" y="518"/>
                  </a:lnTo>
                  <a:lnTo>
                    <a:pt x="1199" y="525"/>
                  </a:lnTo>
                  <a:lnTo>
                    <a:pt x="1202" y="529"/>
                  </a:lnTo>
                  <a:lnTo>
                    <a:pt x="1202" y="532"/>
                  </a:lnTo>
                  <a:lnTo>
                    <a:pt x="1202" y="536"/>
                  </a:lnTo>
                  <a:lnTo>
                    <a:pt x="1205" y="538"/>
                  </a:lnTo>
                  <a:lnTo>
                    <a:pt x="1207" y="536"/>
                  </a:lnTo>
                  <a:lnTo>
                    <a:pt x="1207" y="536"/>
                  </a:lnTo>
                  <a:lnTo>
                    <a:pt x="1209" y="536"/>
                  </a:lnTo>
                  <a:lnTo>
                    <a:pt x="1210" y="533"/>
                  </a:lnTo>
                  <a:lnTo>
                    <a:pt x="1211" y="532"/>
                  </a:lnTo>
                  <a:lnTo>
                    <a:pt x="1213" y="533"/>
                  </a:lnTo>
                  <a:lnTo>
                    <a:pt x="1214" y="532"/>
                  </a:lnTo>
                  <a:lnTo>
                    <a:pt x="1217" y="533"/>
                  </a:lnTo>
                  <a:lnTo>
                    <a:pt x="1215" y="533"/>
                  </a:lnTo>
                  <a:lnTo>
                    <a:pt x="1214" y="536"/>
                  </a:lnTo>
                  <a:lnTo>
                    <a:pt x="1215" y="538"/>
                  </a:lnTo>
                  <a:lnTo>
                    <a:pt x="1214" y="538"/>
                  </a:lnTo>
                  <a:lnTo>
                    <a:pt x="1211" y="541"/>
                  </a:lnTo>
                  <a:lnTo>
                    <a:pt x="1213" y="542"/>
                  </a:lnTo>
                  <a:lnTo>
                    <a:pt x="1218" y="541"/>
                  </a:lnTo>
                  <a:lnTo>
                    <a:pt x="1220" y="540"/>
                  </a:lnTo>
                  <a:lnTo>
                    <a:pt x="1220" y="536"/>
                  </a:lnTo>
                  <a:lnTo>
                    <a:pt x="1220" y="533"/>
                  </a:lnTo>
                  <a:lnTo>
                    <a:pt x="1222" y="532"/>
                  </a:lnTo>
                  <a:lnTo>
                    <a:pt x="1223" y="534"/>
                  </a:lnTo>
                  <a:lnTo>
                    <a:pt x="1223" y="538"/>
                  </a:lnTo>
                  <a:lnTo>
                    <a:pt x="1223" y="541"/>
                  </a:lnTo>
                  <a:lnTo>
                    <a:pt x="1224" y="540"/>
                  </a:lnTo>
                  <a:lnTo>
                    <a:pt x="1226" y="537"/>
                  </a:lnTo>
                  <a:lnTo>
                    <a:pt x="1224" y="533"/>
                  </a:lnTo>
                  <a:lnTo>
                    <a:pt x="1224" y="530"/>
                  </a:lnTo>
                  <a:lnTo>
                    <a:pt x="1223" y="528"/>
                  </a:lnTo>
                  <a:lnTo>
                    <a:pt x="1222" y="524"/>
                  </a:lnTo>
                  <a:lnTo>
                    <a:pt x="1224" y="524"/>
                  </a:lnTo>
                  <a:lnTo>
                    <a:pt x="1226" y="525"/>
                  </a:lnTo>
                  <a:lnTo>
                    <a:pt x="1226" y="526"/>
                  </a:lnTo>
                  <a:lnTo>
                    <a:pt x="1227" y="528"/>
                  </a:lnTo>
                  <a:lnTo>
                    <a:pt x="1228" y="528"/>
                  </a:lnTo>
                  <a:lnTo>
                    <a:pt x="1230" y="526"/>
                  </a:lnTo>
                  <a:lnTo>
                    <a:pt x="1231" y="526"/>
                  </a:lnTo>
                  <a:lnTo>
                    <a:pt x="1234" y="524"/>
                  </a:lnTo>
                  <a:lnTo>
                    <a:pt x="1238" y="526"/>
                  </a:lnTo>
                  <a:lnTo>
                    <a:pt x="1240" y="526"/>
                  </a:lnTo>
                  <a:lnTo>
                    <a:pt x="1242" y="528"/>
                  </a:lnTo>
                  <a:lnTo>
                    <a:pt x="1243" y="530"/>
                  </a:lnTo>
                  <a:lnTo>
                    <a:pt x="1244" y="532"/>
                  </a:lnTo>
                  <a:lnTo>
                    <a:pt x="1247" y="532"/>
                  </a:lnTo>
                  <a:lnTo>
                    <a:pt x="1248" y="533"/>
                  </a:lnTo>
                  <a:lnTo>
                    <a:pt x="1253" y="536"/>
                  </a:lnTo>
                  <a:lnTo>
                    <a:pt x="1255" y="537"/>
                  </a:lnTo>
                  <a:lnTo>
                    <a:pt x="1256" y="537"/>
                  </a:lnTo>
                  <a:lnTo>
                    <a:pt x="1257" y="540"/>
                  </a:lnTo>
                  <a:lnTo>
                    <a:pt x="1259" y="540"/>
                  </a:lnTo>
                  <a:lnTo>
                    <a:pt x="1261" y="543"/>
                  </a:lnTo>
                  <a:lnTo>
                    <a:pt x="1260" y="545"/>
                  </a:lnTo>
                  <a:lnTo>
                    <a:pt x="1260" y="547"/>
                  </a:lnTo>
                  <a:lnTo>
                    <a:pt x="1259" y="547"/>
                  </a:lnTo>
                  <a:lnTo>
                    <a:pt x="1260" y="550"/>
                  </a:lnTo>
                  <a:lnTo>
                    <a:pt x="1263" y="550"/>
                  </a:lnTo>
                  <a:lnTo>
                    <a:pt x="1265" y="554"/>
                  </a:lnTo>
                  <a:lnTo>
                    <a:pt x="1265" y="557"/>
                  </a:lnTo>
                  <a:lnTo>
                    <a:pt x="1264" y="558"/>
                  </a:lnTo>
                  <a:lnTo>
                    <a:pt x="1264" y="561"/>
                  </a:lnTo>
                  <a:lnTo>
                    <a:pt x="1267" y="563"/>
                  </a:lnTo>
                  <a:lnTo>
                    <a:pt x="1268" y="563"/>
                  </a:lnTo>
                  <a:lnTo>
                    <a:pt x="1271" y="562"/>
                  </a:lnTo>
                  <a:lnTo>
                    <a:pt x="1271" y="565"/>
                  </a:lnTo>
                  <a:lnTo>
                    <a:pt x="1269" y="566"/>
                  </a:lnTo>
                  <a:lnTo>
                    <a:pt x="1269" y="568"/>
                  </a:lnTo>
                  <a:lnTo>
                    <a:pt x="1272" y="570"/>
                  </a:lnTo>
                  <a:lnTo>
                    <a:pt x="1271" y="571"/>
                  </a:lnTo>
                  <a:lnTo>
                    <a:pt x="1271" y="572"/>
                  </a:lnTo>
                  <a:lnTo>
                    <a:pt x="1271" y="575"/>
                  </a:lnTo>
                  <a:lnTo>
                    <a:pt x="1269" y="578"/>
                  </a:lnTo>
                  <a:lnTo>
                    <a:pt x="1271" y="578"/>
                  </a:lnTo>
                  <a:lnTo>
                    <a:pt x="1271" y="580"/>
                  </a:lnTo>
                  <a:lnTo>
                    <a:pt x="1271" y="580"/>
                  </a:lnTo>
                  <a:lnTo>
                    <a:pt x="1272" y="582"/>
                  </a:lnTo>
                  <a:lnTo>
                    <a:pt x="1269" y="583"/>
                  </a:lnTo>
                  <a:lnTo>
                    <a:pt x="1272" y="590"/>
                  </a:lnTo>
                  <a:lnTo>
                    <a:pt x="1271" y="591"/>
                  </a:lnTo>
                  <a:lnTo>
                    <a:pt x="1272" y="595"/>
                  </a:lnTo>
                  <a:lnTo>
                    <a:pt x="1272" y="596"/>
                  </a:lnTo>
                  <a:lnTo>
                    <a:pt x="1272" y="599"/>
                  </a:lnTo>
                  <a:lnTo>
                    <a:pt x="1274" y="607"/>
                  </a:lnTo>
                  <a:lnTo>
                    <a:pt x="1276" y="607"/>
                  </a:lnTo>
                  <a:lnTo>
                    <a:pt x="1278" y="605"/>
                  </a:lnTo>
                  <a:lnTo>
                    <a:pt x="1278" y="607"/>
                  </a:lnTo>
                  <a:lnTo>
                    <a:pt x="1277" y="609"/>
                  </a:lnTo>
                  <a:lnTo>
                    <a:pt x="1276" y="611"/>
                  </a:lnTo>
                  <a:lnTo>
                    <a:pt x="1277" y="613"/>
                  </a:lnTo>
                  <a:lnTo>
                    <a:pt x="1278" y="613"/>
                  </a:lnTo>
                  <a:lnTo>
                    <a:pt x="1281" y="616"/>
                  </a:lnTo>
                  <a:lnTo>
                    <a:pt x="1281" y="621"/>
                  </a:lnTo>
                  <a:lnTo>
                    <a:pt x="1281" y="622"/>
                  </a:lnTo>
                  <a:lnTo>
                    <a:pt x="1281" y="624"/>
                  </a:lnTo>
                  <a:lnTo>
                    <a:pt x="1282" y="629"/>
                  </a:lnTo>
                  <a:lnTo>
                    <a:pt x="1284" y="629"/>
                  </a:lnTo>
                  <a:lnTo>
                    <a:pt x="1284" y="632"/>
                  </a:lnTo>
                  <a:lnTo>
                    <a:pt x="1284" y="633"/>
                  </a:lnTo>
                  <a:lnTo>
                    <a:pt x="1284" y="637"/>
                  </a:lnTo>
                  <a:lnTo>
                    <a:pt x="1285" y="640"/>
                  </a:lnTo>
                  <a:lnTo>
                    <a:pt x="1285" y="642"/>
                  </a:lnTo>
                  <a:lnTo>
                    <a:pt x="1281" y="646"/>
                  </a:lnTo>
                  <a:lnTo>
                    <a:pt x="1281" y="649"/>
                  </a:lnTo>
                  <a:lnTo>
                    <a:pt x="1280" y="653"/>
                  </a:lnTo>
                  <a:lnTo>
                    <a:pt x="1280" y="657"/>
                  </a:lnTo>
                  <a:lnTo>
                    <a:pt x="1281" y="657"/>
                  </a:lnTo>
                  <a:lnTo>
                    <a:pt x="1280" y="661"/>
                  </a:lnTo>
                  <a:lnTo>
                    <a:pt x="1278" y="663"/>
                  </a:lnTo>
                  <a:lnTo>
                    <a:pt x="1278" y="666"/>
                  </a:lnTo>
                  <a:lnTo>
                    <a:pt x="1276" y="670"/>
                  </a:lnTo>
                  <a:lnTo>
                    <a:pt x="1277" y="670"/>
                  </a:lnTo>
                  <a:lnTo>
                    <a:pt x="1277" y="671"/>
                  </a:lnTo>
                  <a:lnTo>
                    <a:pt x="1276" y="674"/>
                  </a:lnTo>
                  <a:lnTo>
                    <a:pt x="1277" y="679"/>
                  </a:lnTo>
                  <a:lnTo>
                    <a:pt x="1274" y="682"/>
                  </a:lnTo>
                  <a:lnTo>
                    <a:pt x="1274" y="686"/>
                  </a:lnTo>
                  <a:lnTo>
                    <a:pt x="1276" y="686"/>
                  </a:lnTo>
                  <a:lnTo>
                    <a:pt x="1276" y="688"/>
                  </a:lnTo>
                  <a:lnTo>
                    <a:pt x="1273" y="691"/>
                  </a:lnTo>
                  <a:lnTo>
                    <a:pt x="1273" y="693"/>
                  </a:lnTo>
                  <a:lnTo>
                    <a:pt x="1271" y="696"/>
                  </a:lnTo>
                  <a:lnTo>
                    <a:pt x="1271" y="699"/>
                  </a:lnTo>
                  <a:lnTo>
                    <a:pt x="1268" y="701"/>
                  </a:lnTo>
                  <a:lnTo>
                    <a:pt x="1265" y="712"/>
                  </a:lnTo>
                  <a:lnTo>
                    <a:pt x="1264" y="712"/>
                  </a:lnTo>
                  <a:lnTo>
                    <a:pt x="1264" y="715"/>
                  </a:lnTo>
                  <a:lnTo>
                    <a:pt x="1264" y="716"/>
                  </a:lnTo>
                  <a:lnTo>
                    <a:pt x="1264" y="717"/>
                  </a:lnTo>
                  <a:lnTo>
                    <a:pt x="1261" y="720"/>
                  </a:lnTo>
                  <a:lnTo>
                    <a:pt x="1261" y="721"/>
                  </a:lnTo>
                  <a:lnTo>
                    <a:pt x="1259" y="722"/>
                  </a:lnTo>
                  <a:lnTo>
                    <a:pt x="1259" y="726"/>
                  </a:lnTo>
                  <a:lnTo>
                    <a:pt x="1257" y="726"/>
                  </a:lnTo>
                  <a:lnTo>
                    <a:pt x="1259" y="729"/>
                  </a:lnTo>
                  <a:lnTo>
                    <a:pt x="1256" y="733"/>
                  </a:lnTo>
                  <a:lnTo>
                    <a:pt x="1256" y="733"/>
                  </a:lnTo>
                  <a:lnTo>
                    <a:pt x="1255" y="732"/>
                  </a:lnTo>
                  <a:lnTo>
                    <a:pt x="1255" y="734"/>
                  </a:lnTo>
                  <a:lnTo>
                    <a:pt x="1255" y="737"/>
                  </a:lnTo>
                  <a:lnTo>
                    <a:pt x="1252" y="738"/>
                  </a:lnTo>
                  <a:lnTo>
                    <a:pt x="1253" y="740"/>
                  </a:lnTo>
                  <a:lnTo>
                    <a:pt x="1249" y="745"/>
                  </a:lnTo>
                  <a:lnTo>
                    <a:pt x="1247" y="747"/>
                  </a:lnTo>
                  <a:lnTo>
                    <a:pt x="1245" y="747"/>
                  </a:lnTo>
                  <a:lnTo>
                    <a:pt x="1245" y="749"/>
                  </a:lnTo>
                  <a:lnTo>
                    <a:pt x="1242" y="750"/>
                  </a:lnTo>
                  <a:lnTo>
                    <a:pt x="1239" y="753"/>
                  </a:lnTo>
                  <a:lnTo>
                    <a:pt x="1238" y="751"/>
                  </a:lnTo>
                  <a:lnTo>
                    <a:pt x="1236" y="753"/>
                  </a:lnTo>
                  <a:lnTo>
                    <a:pt x="1232" y="750"/>
                  </a:lnTo>
                  <a:lnTo>
                    <a:pt x="1228" y="749"/>
                  </a:lnTo>
                  <a:lnTo>
                    <a:pt x="1228" y="745"/>
                  </a:lnTo>
                  <a:lnTo>
                    <a:pt x="1227" y="743"/>
                  </a:lnTo>
                  <a:lnTo>
                    <a:pt x="1224" y="745"/>
                  </a:lnTo>
                  <a:lnTo>
                    <a:pt x="1222" y="743"/>
                  </a:lnTo>
                  <a:lnTo>
                    <a:pt x="1222" y="745"/>
                  </a:lnTo>
                  <a:lnTo>
                    <a:pt x="1222" y="747"/>
                  </a:lnTo>
                  <a:lnTo>
                    <a:pt x="1219" y="749"/>
                  </a:lnTo>
                  <a:lnTo>
                    <a:pt x="1219" y="753"/>
                  </a:lnTo>
                  <a:lnTo>
                    <a:pt x="1218" y="754"/>
                  </a:lnTo>
                  <a:lnTo>
                    <a:pt x="1217" y="758"/>
                  </a:lnTo>
                  <a:lnTo>
                    <a:pt x="1215" y="757"/>
                  </a:lnTo>
                  <a:lnTo>
                    <a:pt x="1213" y="758"/>
                  </a:lnTo>
                  <a:lnTo>
                    <a:pt x="1211" y="761"/>
                  </a:lnTo>
                  <a:lnTo>
                    <a:pt x="1211" y="761"/>
                  </a:lnTo>
                  <a:lnTo>
                    <a:pt x="1210" y="761"/>
                  </a:lnTo>
                  <a:lnTo>
                    <a:pt x="1209" y="758"/>
                  </a:lnTo>
                  <a:lnTo>
                    <a:pt x="1209" y="758"/>
                  </a:lnTo>
                  <a:lnTo>
                    <a:pt x="1209" y="757"/>
                  </a:lnTo>
                  <a:lnTo>
                    <a:pt x="1209" y="755"/>
                  </a:lnTo>
                  <a:lnTo>
                    <a:pt x="1209" y="755"/>
                  </a:lnTo>
                  <a:lnTo>
                    <a:pt x="1207" y="753"/>
                  </a:lnTo>
                  <a:lnTo>
                    <a:pt x="1207" y="753"/>
                  </a:lnTo>
                  <a:lnTo>
                    <a:pt x="1209" y="751"/>
                  </a:lnTo>
                  <a:lnTo>
                    <a:pt x="1213" y="751"/>
                  </a:lnTo>
                  <a:lnTo>
                    <a:pt x="1213" y="751"/>
                  </a:lnTo>
                  <a:lnTo>
                    <a:pt x="1213" y="750"/>
                  </a:lnTo>
                  <a:lnTo>
                    <a:pt x="1213" y="749"/>
                  </a:lnTo>
                  <a:lnTo>
                    <a:pt x="1213" y="747"/>
                  </a:lnTo>
                  <a:lnTo>
                    <a:pt x="1214" y="746"/>
                  </a:lnTo>
                  <a:lnTo>
                    <a:pt x="1213" y="743"/>
                  </a:lnTo>
                  <a:lnTo>
                    <a:pt x="1213" y="741"/>
                  </a:lnTo>
                  <a:lnTo>
                    <a:pt x="1211" y="741"/>
                  </a:lnTo>
                  <a:lnTo>
                    <a:pt x="1211" y="737"/>
                  </a:lnTo>
                  <a:lnTo>
                    <a:pt x="1211" y="734"/>
                  </a:lnTo>
                  <a:lnTo>
                    <a:pt x="1211" y="732"/>
                  </a:lnTo>
                  <a:lnTo>
                    <a:pt x="1211" y="729"/>
                  </a:lnTo>
                  <a:lnTo>
                    <a:pt x="1210" y="728"/>
                  </a:lnTo>
                  <a:lnTo>
                    <a:pt x="1209" y="726"/>
                  </a:lnTo>
                  <a:lnTo>
                    <a:pt x="1209" y="724"/>
                  </a:lnTo>
                  <a:lnTo>
                    <a:pt x="1206" y="720"/>
                  </a:lnTo>
                  <a:lnTo>
                    <a:pt x="1205" y="718"/>
                  </a:lnTo>
                  <a:lnTo>
                    <a:pt x="1205" y="717"/>
                  </a:lnTo>
                  <a:lnTo>
                    <a:pt x="1207" y="716"/>
                  </a:lnTo>
                  <a:lnTo>
                    <a:pt x="1209" y="716"/>
                  </a:lnTo>
                  <a:lnTo>
                    <a:pt x="1209" y="715"/>
                  </a:lnTo>
                  <a:lnTo>
                    <a:pt x="1210" y="713"/>
                  </a:lnTo>
                  <a:lnTo>
                    <a:pt x="1211" y="709"/>
                  </a:lnTo>
                  <a:lnTo>
                    <a:pt x="1213" y="709"/>
                  </a:lnTo>
                  <a:lnTo>
                    <a:pt x="1215" y="709"/>
                  </a:lnTo>
                  <a:lnTo>
                    <a:pt x="1217" y="711"/>
                  </a:lnTo>
                  <a:lnTo>
                    <a:pt x="1223" y="712"/>
                  </a:lnTo>
                  <a:lnTo>
                    <a:pt x="1224" y="712"/>
                  </a:lnTo>
                  <a:lnTo>
                    <a:pt x="1226" y="712"/>
                  </a:lnTo>
                  <a:lnTo>
                    <a:pt x="1227" y="711"/>
                  </a:lnTo>
                  <a:lnTo>
                    <a:pt x="1227" y="709"/>
                  </a:lnTo>
                  <a:lnTo>
                    <a:pt x="1226" y="708"/>
                  </a:lnTo>
                  <a:lnTo>
                    <a:pt x="1226" y="707"/>
                  </a:lnTo>
                  <a:lnTo>
                    <a:pt x="1226" y="705"/>
                  </a:lnTo>
                  <a:lnTo>
                    <a:pt x="1226" y="704"/>
                  </a:lnTo>
                  <a:lnTo>
                    <a:pt x="1226" y="703"/>
                  </a:lnTo>
                  <a:lnTo>
                    <a:pt x="1227" y="700"/>
                  </a:lnTo>
                  <a:lnTo>
                    <a:pt x="1227" y="700"/>
                  </a:lnTo>
                  <a:lnTo>
                    <a:pt x="1227" y="697"/>
                  </a:lnTo>
                  <a:lnTo>
                    <a:pt x="1226" y="696"/>
                  </a:lnTo>
                  <a:lnTo>
                    <a:pt x="1227" y="696"/>
                  </a:lnTo>
                  <a:lnTo>
                    <a:pt x="1228" y="695"/>
                  </a:lnTo>
                  <a:lnTo>
                    <a:pt x="1227" y="693"/>
                  </a:lnTo>
                  <a:lnTo>
                    <a:pt x="1227" y="692"/>
                  </a:lnTo>
                  <a:lnTo>
                    <a:pt x="1227" y="691"/>
                  </a:lnTo>
                  <a:lnTo>
                    <a:pt x="1227" y="690"/>
                  </a:lnTo>
                  <a:lnTo>
                    <a:pt x="1228" y="690"/>
                  </a:lnTo>
                  <a:lnTo>
                    <a:pt x="1228" y="688"/>
                  </a:lnTo>
                  <a:lnTo>
                    <a:pt x="1228" y="687"/>
                  </a:lnTo>
                  <a:lnTo>
                    <a:pt x="1227" y="684"/>
                  </a:lnTo>
                  <a:lnTo>
                    <a:pt x="1227" y="682"/>
                  </a:lnTo>
                  <a:lnTo>
                    <a:pt x="1227" y="682"/>
                  </a:lnTo>
                  <a:lnTo>
                    <a:pt x="1228" y="680"/>
                  </a:lnTo>
                  <a:lnTo>
                    <a:pt x="1228" y="680"/>
                  </a:lnTo>
                  <a:lnTo>
                    <a:pt x="1227" y="679"/>
                  </a:lnTo>
                  <a:lnTo>
                    <a:pt x="1227" y="678"/>
                  </a:lnTo>
                  <a:lnTo>
                    <a:pt x="1227" y="678"/>
                  </a:lnTo>
                  <a:lnTo>
                    <a:pt x="1226" y="676"/>
                  </a:lnTo>
                  <a:lnTo>
                    <a:pt x="1227" y="674"/>
                  </a:lnTo>
                  <a:lnTo>
                    <a:pt x="1227" y="672"/>
                  </a:lnTo>
                  <a:lnTo>
                    <a:pt x="1226" y="671"/>
                  </a:lnTo>
                  <a:lnTo>
                    <a:pt x="1226" y="670"/>
                  </a:lnTo>
                  <a:lnTo>
                    <a:pt x="1226" y="670"/>
                  </a:lnTo>
                  <a:lnTo>
                    <a:pt x="1227" y="667"/>
                  </a:lnTo>
                  <a:lnTo>
                    <a:pt x="1228" y="667"/>
                  </a:lnTo>
                  <a:lnTo>
                    <a:pt x="1230" y="666"/>
                  </a:lnTo>
                  <a:lnTo>
                    <a:pt x="1230" y="665"/>
                  </a:lnTo>
                  <a:lnTo>
                    <a:pt x="1230" y="662"/>
                  </a:lnTo>
                  <a:lnTo>
                    <a:pt x="1228" y="661"/>
                  </a:lnTo>
                  <a:lnTo>
                    <a:pt x="1227" y="659"/>
                  </a:lnTo>
                  <a:lnTo>
                    <a:pt x="1227" y="658"/>
                  </a:lnTo>
                  <a:lnTo>
                    <a:pt x="1224" y="655"/>
                  </a:lnTo>
                  <a:lnTo>
                    <a:pt x="1224" y="654"/>
                  </a:lnTo>
                  <a:lnTo>
                    <a:pt x="1226" y="653"/>
                  </a:lnTo>
                  <a:lnTo>
                    <a:pt x="1224" y="651"/>
                  </a:lnTo>
                  <a:lnTo>
                    <a:pt x="1223" y="650"/>
                  </a:lnTo>
                  <a:lnTo>
                    <a:pt x="1222" y="650"/>
                  </a:lnTo>
                  <a:lnTo>
                    <a:pt x="1220" y="649"/>
                  </a:lnTo>
                  <a:lnTo>
                    <a:pt x="1218" y="647"/>
                  </a:lnTo>
                  <a:lnTo>
                    <a:pt x="1217" y="649"/>
                  </a:lnTo>
                  <a:lnTo>
                    <a:pt x="1215" y="649"/>
                  </a:lnTo>
                  <a:lnTo>
                    <a:pt x="1214" y="650"/>
                  </a:lnTo>
                  <a:lnTo>
                    <a:pt x="1214" y="653"/>
                  </a:lnTo>
                  <a:lnTo>
                    <a:pt x="1213" y="653"/>
                  </a:lnTo>
                  <a:lnTo>
                    <a:pt x="1211" y="653"/>
                  </a:lnTo>
                  <a:lnTo>
                    <a:pt x="1210" y="655"/>
                  </a:lnTo>
                  <a:lnTo>
                    <a:pt x="1209" y="655"/>
                  </a:lnTo>
                  <a:lnTo>
                    <a:pt x="1206" y="655"/>
                  </a:lnTo>
                  <a:lnTo>
                    <a:pt x="1206" y="657"/>
                  </a:lnTo>
                  <a:lnTo>
                    <a:pt x="1206" y="659"/>
                  </a:lnTo>
                  <a:lnTo>
                    <a:pt x="1205" y="661"/>
                  </a:lnTo>
                  <a:lnTo>
                    <a:pt x="1203" y="662"/>
                  </a:lnTo>
                  <a:lnTo>
                    <a:pt x="1203" y="663"/>
                  </a:lnTo>
                  <a:lnTo>
                    <a:pt x="1202" y="665"/>
                  </a:lnTo>
                  <a:lnTo>
                    <a:pt x="1201" y="666"/>
                  </a:lnTo>
                  <a:lnTo>
                    <a:pt x="1198" y="666"/>
                  </a:lnTo>
                  <a:lnTo>
                    <a:pt x="1197" y="666"/>
                  </a:lnTo>
                  <a:lnTo>
                    <a:pt x="1195" y="666"/>
                  </a:lnTo>
                  <a:lnTo>
                    <a:pt x="1194" y="667"/>
                  </a:lnTo>
                  <a:lnTo>
                    <a:pt x="1193" y="667"/>
                  </a:lnTo>
                  <a:lnTo>
                    <a:pt x="1192" y="666"/>
                  </a:lnTo>
                  <a:lnTo>
                    <a:pt x="1192" y="665"/>
                  </a:lnTo>
                  <a:lnTo>
                    <a:pt x="1189" y="665"/>
                  </a:lnTo>
                  <a:lnTo>
                    <a:pt x="1188" y="666"/>
                  </a:lnTo>
                  <a:lnTo>
                    <a:pt x="1186" y="666"/>
                  </a:lnTo>
                  <a:lnTo>
                    <a:pt x="1185" y="665"/>
                  </a:lnTo>
                  <a:lnTo>
                    <a:pt x="1184" y="662"/>
                  </a:lnTo>
                  <a:lnTo>
                    <a:pt x="1182" y="662"/>
                  </a:lnTo>
                  <a:lnTo>
                    <a:pt x="1180" y="659"/>
                  </a:lnTo>
                  <a:lnTo>
                    <a:pt x="1180" y="657"/>
                  </a:lnTo>
                  <a:lnTo>
                    <a:pt x="1181" y="657"/>
                  </a:lnTo>
                  <a:lnTo>
                    <a:pt x="1181" y="654"/>
                  </a:lnTo>
                  <a:lnTo>
                    <a:pt x="1180" y="653"/>
                  </a:lnTo>
                  <a:lnTo>
                    <a:pt x="1180" y="650"/>
                  </a:lnTo>
                  <a:lnTo>
                    <a:pt x="1178" y="650"/>
                  </a:lnTo>
                  <a:lnTo>
                    <a:pt x="1177" y="649"/>
                  </a:lnTo>
                  <a:lnTo>
                    <a:pt x="1177" y="647"/>
                  </a:lnTo>
                  <a:lnTo>
                    <a:pt x="1178" y="646"/>
                  </a:lnTo>
                  <a:lnTo>
                    <a:pt x="1178" y="645"/>
                  </a:lnTo>
                  <a:lnTo>
                    <a:pt x="1178" y="643"/>
                  </a:lnTo>
                  <a:lnTo>
                    <a:pt x="1177" y="645"/>
                  </a:lnTo>
                  <a:lnTo>
                    <a:pt x="1176" y="645"/>
                  </a:lnTo>
                  <a:lnTo>
                    <a:pt x="1174" y="645"/>
                  </a:lnTo>
                  <a:lnTo>
                    <a:pt x="1173" y="646"/>
                  </a:lnTo>
                  <a:lnTo>
                    <a:pt x="1172" y="645"/>
                  </a:lnTo>
                  <a:lnTo>
                    <a:pt x="1170" y="645"/>
                  </a:lnTo>
                  <a:lnTo>
                    <a:pt x="1169" y="645"/>
                  </a:lnTo>
                  <a:lnTo>
                    <a:pt x="1169" y="643"/>
                  </a:lnTo>
                  <a:lnTo>
                    <a:pt x="1166" y="642"/>
                  </a:lnTo>
                  <a:lnTo>
                    <a:pt x="1165" y="641"/>
                  </a:lnTo>
                  <a:lnTo>
                    <a:pt x="1165" y="641"/>
                  </a:lnTo>
                  <a:lnTo>
                    <a:pt x="1164" y="641"/>
                  </a:lnTo>
                  <a:lnTo>
                    <a:pt x="1163" y="640"/>
                  </a:lnTo>
                  <a:lnTo>
                    <a:pt x="1163" y="638"/>
                  </a:lnTo>
                  <a:lnTo>
                    <a:pt x="1161" y="638"/>
                  </a:lnTo>
                  <a:lnTo>
                    <a:pt x="1160" y="637"/>
                  </a:lnTo>
                  <a:lnTo>
                    <a:pt x="1160" y="636"/>
                  </a:lnTo>
                  <a:lnTo>
                    <a:pt x="1159" y="634"/>
                  </a:lnTo>
                  <a:lnTo>
                    <a:pt x="1157" y="634"/>
                  </a:lnTo>
                  <a:lnTo>
                    <a:pt x="1157" y="636"/>
                  </a:lnTo>
                  <a:lnTo>
                    <a:pt x="1156" y="636"/>
                  </a:lnTo>
                  <a:lnTo>
                    <a:pt x="1155" y="636"/>
                  </a:lnTo>
                  <a:lnTo>
                    <a:pt x="1155" y="637"/>
                  </a:lnTo>
                  <a:lnTo>
                    <a:pt x="1152" y="636"/>
                  </a:lnTo>
                  <a:lnTo>
                    <a:pt x="1152" y="636"/>
                  </a:lnTo>
                  <a:lnTo>
                    <a:pt x="1151" y="634"/>
                  </a:lnTo>
                  <a:lnTo>
                    <a:pt x="1148" y="634"/>
                  </a:lnTo>
                  <a:lnTo>
                    <a:pt x="1147" y="634"/>
                  </a:lnTo>
                  <a:lnTo>
                    <a:pt x="1148" y="633"/>
                  </a:lnTo>
                  <a:lnTo>
                    <a:pt x="1148" y="632"/>
                  </a:lnTo>
                  <a:lnTo>
                    <a:pt x="1147" y="632"/>
                  </a:lnTo>
                  <a:lnTo>
                    <a:pt x="1145" y="633"/>
                  </a:lnTo>
                  <a:lnTo>
                    <a:pt x="1143" y="633"/>
                  </a:lnTo>
                  <a:lnTo>
                    <a:pt x="1141" y="633"/>
                  </a:lnTo>
                  <a:lnTo>
                    <a:pt x="1140" y="633"/>
                  </a:lnTo>
                  <a:lnTo>
                    <a:pt x="1139" y="633"/>
                  </a:lnTo>
                  <a:lnTo>
                    <a:pt x="1138" y="633"/>
                  </a:lnTo>
                  <a:lnTo>
                    <a:pt x="1138" y="632"/>
                  </a:lnTo>
                  <a:lnTo>
                    <a:pt x="1135" y="630"/>
                  </a:lnTo>
                  <a:lnTo>
                    <a:pt x="1132" y="628"/>
                  </a:lnTo>
                  <a:lnTo>
                    <a:pt x="1131" y="625"/>
                  </a:lnTo>
                  <a:lnTo>
                    <a:pt x="1131" y="624"/>
                  </a:lnTo>
                  <a:lnTo>
                    <a:pt x="1131" y="622"/>
                  </a:lnTo>
                  <a:lnTo>
                    <a:pt x="1130" y="621"/>
                  </a:lnTo>
                  <a:lnTo>
                    <a:pt x="1128" y="621"/>
                  </a:lnTo>
                  <a:lnTo>
                    <a:pt x="1128" y="618"/>
                  </a:lnTo>
                  <a:lnTo>
                    <a:pt x="1127" y="617"/>
                  </a:lnTo>
                  <a:lnTo>
                    <a:pt x="1127" y="616"/>
                  </a:lnTo>
                  <a:lnTo>
                    <a:pt x="1126" y="613"/>
                  </a:lnTo>
                  <a:lnTo>
                    <a:pt x="1122" y="611"/>
                  </a:lnTo>
                  <a:lnTo>
                    <a:pt x="1119" y="607"/>
                  </a:lnTo>
                  <a:lnTo>
                    <a:pt x="1119" y="605"/>
                  </a:lnTo>
                  <a:lnTo>
                    <a:pt x="1118" y="604"/>
                  </a:lnTo>
                  <a:lnTo>
                    <a:pt x="1116" y="604"/>
                  </a:lnTo>
                  <a:lnTo>
                    <a:pt x="1116" y="604"/>
                  </a:lnTo>
                  <a:lnTo>
                    <a:pt x="1116" y="603"/>
                  </a:lnTo>
                  <a:lnTo>
                    <a:pt x="1116" y="601"/>
                  </a:lnTo>
                  <a:lnTo>
                    <a:pt x="1115" y="600"/>
                  </a:lnTo>
                  <a:lnTo>
                    <a:pt x="1114" y="599"/>
                  </a:lnTo>
                  <a:lnTo>
                    <a:pt x="1114" y="599"/>
                  </a:lnTo>
                  <a:lnTo>
                    <a:pt x="1113" y="596"/>
                  </a:lnTo>
                  <a:lnTo>
                    <a:pt x="1111" y="595"/>
                  </a:lnTo>
                  <a:lnTo>
                    <a:pt x="1110" y="592"/>
                  </a:lnTo>
                  <a:lnTo>
                    <a:pt x="1107" y="591"/>
                  </a:lnTo>
                  <a:lnTo>
                    <a:pt x="1107" y="590"/>
                  </a:lnTo>
                  <a:lnTo>
                    <a:pt x="1109" y="588"/>
                  </a:lnTo>
                  <a:lnTo>
                    <a:pt x="1107" y="587"/>
                  </a:lnTo>
                  <a:lnTo>
                    <a:pt x="1105" y="587"/>
                  </a:lnTo>
                  <a:lnTo>
                    <a:pt x="1105" y="586"/>
                  </a:lnTo>
                  <a:lnTo>
                    <a:pt x="1105" y="584"/>
                  </a:lnTo>
                  <a:lnTo>
                    <a:pt x="1103" y="583"/>
                  </a:lnTo>
                  <a:lnTo>
                    <a:pt x="1103" y="582"/>
                  </a:lnTo>
                  <a:lnTo>
                    <a:pt x="1103" y="580"/>
                  </a:lnTo>
                  <a:lnTo>
                    <a:pt x="1102" y="579"/>
                  </a:lnTo>
                  <a:lnTo>
                    <a:pt x="1102" y="579"/>
                  </a:lnTo>
                  <a:lnTo>
                    <a:pt x="1101" y="578"/>
                  </a:lnTo>
                  <a:lnTo>
                    <a:pt x="1099" y="578"/>
                  </a:lnTo>
                  <a:lnTo>
                    <a:pt x="1098" y="578"/>
                  </a:lnTo>
                  <a:lnTo>
                    <a:pt x="1097" y="576"/>
                  </a:lnTo>
                  <a:lnTo>
                    <a:pt x="1098" y="575"/>
                  </a:lnTo>
                  <a:lnTo>
                    <a:pt x="1097" y="574"/>
                  </a:lnTo>
                  <a:lnTo>
                    <a:pt x="1095" y="574"/>
                  </a:lnTo>
                  <a:lnTo>
                    <a:pt x="1094" y="575"/>
                  </a:lnTo>
                  <a:lnTo>
                    <a:pt x="1094" y="574"/>
                  </a:lnTo>
                  <a:lnTo>
                    <a:pt x="1093" y="574"/>
                  </a:lnTo>
                  <a:lnTo>
                    <a:pt x="1093" y="572"/>
                  </a:lnTo>
                  <a:lnTo>
                    <a:pt x="1093" y="571"/>
                  </a:lnTo>
                  <a:lnTo>
                    <a:pt x="1091" y="570"/>
                  </a:lnTo>
                  <a:lnTo>
                    <a:pt x="1090" y="570"/>
                  </a:lnTo>
                  <a:lnTo>
                    <a:pt x="1089" y="570"/>
                  </a:lnTo>
                  <a:lnTo>
                    <a:pt x="1087" y="568"/>
                  </a:lnTo>
                  <a:lnTo>
                    <a:pt x="1087" y="568"/>
                  </a:lnTo>
                  <a:lnTo>
                    <a:pt x="1085" y="568"/>
                  </a:lnTo>
                  <a:lnTo>
                    <a:pt x="1085" y="568"/>
                  </a:lnTo>
                  <a:lnTo>
                    <a:pt x="1084" y="568"/>
                  </a:lnTo>
                  <a:lnTo>
                    <a:pt x="1084" y="571"/>
                  </a:lnTo>
                  <a:lnTo>
                    <a:pt x="1082" y="571"/>
                  </a:lnTo>
                  <a:lnTo>
                    <a:pt x="1080" y="570"/>
                  </a:lnTo>
                  <a:lnTo>
                    <a:pt x="1080" y="570"/>
                  </a:lnTo>
                  <a:lnTo>
                    <a:pt x="1078" y="570"/>
                  </a:lnTo>
                  <a:lnTo>
                    <a:pt x="1076" y="570"/>
                  </a:lnTo>
                  <a:lnTo>
                    <a:pt x="1074" y="568"/>
                  </a:lnTo>
                  <a:lnTo>
                    <a:pt x="1073" y="567"/>
                  </a:lnTo>
                  <a:lnTo>
                    <a:pt x="1069" y="567"/>
                  </a:lnTo>
                  <a:lnTo>
                    <a:pt x="1068" y="566"/>
                  </a:lnTo>
                  <a:lnTo>
                    <a:pt x="1066" y="566"/>
                  </a:lnTo>
                  <a:lnTo>
                    <a:pt x="1065" y="566"/>
                  </a:lnTo>
                  <a:lnTo>
                    <a:pt x="1064" y="566"/>
                  </a:lnTo>
                  <a:lnTo>
                    <a:pt x="1061" y="566"/>
                  </a:lnTo>
                  <a:lnTo>
                    <a:pt x="1060" y="568"/>
                  </a:lnTo>
                  <a:lnTo>
                    <a:pt x="1059" y="568"/>
                  </a:lnTo>
                  <a:lnTo>
                    <a:pt x="1059" y="568"/>
                  </a:lnTo>
                  <a:lnTo>
                    <a:pt x="1056" y="568"/>
                  </a:lnTo>
                  <a:lnTo>
                    <a:pt x="1055" y="568"/>
                  </a:lnTo>
                  <a:lnTo>
                    <a:pt x="1052" y="568"/>
                  </a:lnTo>
                  <a:lnTo>
                    <a:pt x="1051" y="570"/>
                  </a:lnTo>
                  <a:lnTo>
                    <a:pt x="1048" y="570"/>
                  </a:lnTo>
                  <a:lnTo>
                    <a:pt x="1047" y="572"/>
                  </a:lnTo>
                  <a:lnTo>
                    <a:pt x="1045" y="572"/>
                  </a:lnTo>
                  <a:lnTo>
                    <a:pt x="1044" y="572"/>
                  </a:lnTo>
                  <a:lnTo>
                    <a:pt x="1043" y="572"/>
                  </a:lnTo>
                  <a:lnTo>
                    <a:pt x="1041" y="572"/>
                  </a:lnTo>
                  <a:lnTo>
                    <a:pt x="1040" y="574"/>
                  </a:lnTo>
                  <a:lnTo>
                    <a:pt x="1037" y="574"/>
                  </a:lnTo>
                  <a:lnTo>
                    <a:pt x="1036" y="575"/>
                  </a:lnTo>
                  <a:lnTo>
                    <a:pt x="1036" y="576"/>
                  </a:lnTo>
                  <a:lnTo>
                    <a:pt x="1033" y="579"/>
                  </a:lnTo>
                  <a:lnTo>
                    <a:pt x="1033" y="580"/>
                  </a:lnTo>
                  <a:lnTo>
                    <a:pt x="1032" y="582"/>
                  </a:lnTo>
                  <a:lnTo>
                    <a:pt x="1032" y="583"/>
                  </a:lnTo>
                  <a:lnTo>
                    <a:pt x="1032" y="584"/>
                  </a:lnTo>
                  <a:lnTo>
                    <a:pt x="1032" y="587"/>
                  </a:lnTo>
                  <a:lnTo>
                    <a:pt x="1032" y="588"/>
                  </a:lnTo>
                  <a:lnTo>
                    <a:pt x="1033" y="588"/>
                  </a:lnTo>
                  <a:lnTo>
                    <a:pt x="1036" y="587"/>
                  </a:lnTo>
                  <a:lnTo>
                    <a:pt x="1037" y="586"/>
                  </a:lnTo>
                  <a:lnTo>
                    <a:pt x="1040" y="586"/>
                  </a:lnTo>
                  <a:lnTo>
                    <a:pt x="1041" y="590"/>
                  </a:lnTo>
                  <a:lnTo>
                    <a:pt x="1043" y="591"/>
                  </a:lnTo>
                  <a:lnTo>
                    <a:pt x="1044" y="592"/>
                  </a:lnTo>
                  <a:lnTo>
                    <a:pt x="1044" y="595"/>
                  </a:lnTo>
                  <a:lnTo>
                    <a:pt x="1044" y="596"/>
                  </a:lnTo>
                  <a:lnTo>
                    <a:pt x="1044" y="599"/>
                  </a:lnTo>
                  <a:lnTo>
                    <a:pt x="1043" y="600"/>
                  </a:lnTo>
                  <a:lnTo>
                    <a:pt x="1041" y="601"/>
                  </a:lnTo>
                  <a:lnTo>
                    <a:pt x="1040" y="604"/>
                  </a:lnTo>
                  <a:lnTo>
                    <a:pt x="1039" y="605"/>
                  </a:lnTo>
                  <a:lnTo>
                    <a:pt x="1037" y="608"/>
                  </a:lnTo>
                  <a:lnTo>
                    <a:pt x="1037" y="611"/>
                  </a:lnTo>
                  <a:lnTo>
                    <a:pt x="1039" y="612"/>
                  </a:lnTo>
                  <a:lnTo>
                    <a:pt x="1039" y="613"/>
                  </a:lnTo>
                  <a:lnTo>
                    <a:pt x="1039" y="616"/>
                  </a:lnTo>
                  <a:lnTo>
                    <a:pt x="1040" y="617"/>
                  </a:lnTo>
                  <a:lnTo>
                    <a:pt x="1040" y="620"/>
                  </a:lnTo>
                  <a:lnTo>
                    <a:pt x="1039" y="621"/>
                  </a:lnTo>
                  <a:lnTo>
                    <a:pt x="1037" y="622"/>
                  </a:lnTo>
                  <a:lnTo>
                    <a:pt x="1039" y="624"/>
                  </a:lnTo>
                  <a:lnTo>
                    <a:pt x="1039" y="628"/>
                  </a:lnTo>
                  <a:lnTo>
                    <a:pt x="1039" y="629"/>
                  </a:lnTo>
                  <a:lnTo>
                    <a:pt x="1039" y="632"/>
                  </a:lnTo>
                  <a:lnTo>
                    <a:pt x="1040" y="632"/>
                  </a:lnTo>
                  <a:lnTo>
                    <a:pt x="1040" y="633"/>
                  </a:lnTo>
                  <a:lnTo>
                    <a:pt x="1041" y="632"/>
                  </a:lnTo>
                  <a:lnTo>
                    <a:pt x="1043" y="633"/>
                  </a:lnTo>
                  <a:lnTo>
                    <a:pt x="1043" y="634"/>
                  </a:lnTo>
                  <a:lnTo>
                    <a:pt x="1043" y="637"/>
                  </a:lnTo>
                  <a:lnTo>
                    <a:pt x="1040" y="640"/>
                  </a:lnTo>
                  <a:lnTo>
                    <a:pt x="1036" y="640"/>
                  </a:lnTo>
                  <a:lnTo>
                    <a:pt x="1033" y="642"/>
                  </a:lnTo>
                  <a:lnTo>
                    <a:pt x="1028" y="647"/>
                  </a:lnTo>
                  <a:lnTo>
                    <a:pt x="1027" y="647"/>
                  </a:lnTo>
                  <a:lnTo>
                    <a:pt x="1024" y="646"/>
                  </a:lnTo>
                  <a:lnTo>
                    <a:pt x="1022" y="645"/>
                  </a:lnTo>
                  <a:lnTo>
                    <a:pt x="1019" y="646"/>
                  </a:lnTo>
                  <a:lnTo>
                    <a:pt x="1019" y="645"/>
                  </a:lnTo>
                  <a:lnTo>
                    <a:pt x="1018" y="645"/>
                  </a:lnTo>
                  <a:lnTo>
                    <a:pt x="1016" y="645"/>
                  </a:lnTo>
                  <a:lnTo>
                    <a:pt x="1015" y="643"/>
                  </a:lnTo>
                  <a:lnTo>
                    <a:pt x="1010" y="642"/>
                  </a:lnTo>
                  <a:lnTo>
                    <a:pt x="1006" y="643"/>
                  </a:lnTo>
                  <a:lnTo>
                    <a:pt x="1006" y="645"/>
                  </a:lnTo>
                  <a:lnTo>
                    <a:pt x="1003" y="646"/>
                  </a:lnTo>
                  <a:lnTo>
                    <a:pt x="1002" y="646"/>
                  </a:lnTo>
                  <a:lnTo>
                    <a:pt x="1001" y="645"/>
                  </a:lnTo>
                  <a:lnTo>
                    <a:pt x="998" y="646"/>
                  </a:lnTo>
                  <a:lnTo>
                    <a:pt x="997" y="645"/>
                  </a:lnTo>
                  <a:lnTo>
                    <a:pt x="995" y="643"/>
                  </a:lnTo>
                  <a:lnTo>
                    <a:pt x="993" y="642"/>
                  </a:lnTo>
                  <a:lnTo>
                    <a:pt x="990" y="641"/>
                  </a:lnTo>
                  <a:lnTo>
                    <a:pt x="986" y="642"/>
                  </a:lnTo>
                  <a:lnTo>
                    <a:pt x="986" y="642"/>
                  </a:lnTo>
                  <a:lnTo>
                    <a:pt x="983" y="642"/>
                  </a:lnTo>
                  <a:lnTo>
                    <a:pt x="982" y="643"/>
                  </a:lnTo>
                  <a:lnTo>
                    <a:pt x="981" y="646"/>
                  </a:lnTo>
                  <a:lnTo>
                    <a:pt x="980" y="647"/>
                  </a:lnTo>
                  <a:lnTo>
                    <a:pt x="977" y="649"/>
                  </a:lnTo>
                  <a:lnTo>
                    <a:pt x="976" y="651"/>
                  </a:lnTo>
                  <a:lnTo>
                    <a:pt x="976" y="653"/>
                  </a:lnTo>
                  <a:lnTo>
                    <a:pt x="974" y="654"/>
                  </a:lnTo>
                  <a:lnTo>
                    <a:pt x="972" y="657"/>
                  </a:lnTo>
                  <a:lnTo>
                    <a:pt x="966" y="657"/>
                  </a:lnTo>
                  <a:lnTo>
                    <a:pt x="965" y="657"/>
                  </a:lnTo>
                  <a:lnTo>
                    <a:pt x="962" y="659"/>
                  </a:lnTo>
                  <a:lnTo>
                    <a:pt x="960" y="659"/>
                  </a:lnTo>
                  <a:lnTo>
                    <a:pt x="956" y="662"/>
                  </a:lnTo>
                  <a:lnTo>
                    <a:pt x="953" y="665"/>
                  </a:lnTo>
                  <a:lnTo>
                    <a:pt x="952" y="665"/>
                  </a:lnTo>
                  <a:lnTo>
                    <a:pt x="951" y="663"/>
                  </a:lnTo>
                  <a:lnTo>
                    <a:pt x="948" y="663"/>
                  </a:lnTo>
                  <a:lnTo>
                    <a:pt x="947" y="665"/>
                  </a:lnTo>
                  <a:lnTo>
                    <a:pt x="944" y="665"/>
                  </a:lnTo>
                  <a:lnTo>
                    <a:pt x="936" y="665"/>
                  </a:lnTo>
                  <a:lnTo>
                    <a:pt x="932" y="663"/>
                  </a:lnTo>
                  <a:lnTo>
                    <a:pt x="927" y="663"/>
                  </a:lnTo>
                  <a:lnTo>
                    <a:pt x="924" y="663"/>
                  </a:lnTo>
                  <a:lnTo>
                    <a:pt x="923" y="662"/>
                  </a:lnTo>
                  <a:lnTo>
                    <a:pt x="920" y="661"/>
                  </a:lnTo>
                  <a:lnTo>
                    <a:pt x="919" y="661"/>
                  </a:lnTo>
                  <a:lnTo>
                    <a:pt x="918" y="659"/>
                  </a:lnTo>
                  <a:lnTo>
                    <a:pt x="916" y="655"/>
                  </a:lnTo>
                  <a:lnTo>
                    <a:pt x="915" y="654"/>
                  </a:lnTo>
                  <a:lnTo>
                    <a:pt x="912" y="654"/>
                  </a:lnTo>
                  <a:lnTo>
                    <a:pt x="908" y="654"/>
                  </a:lnTo>
                  <a:lnTo>
                    <a:pt x="904" y="653"/>
                  </a:lnTo>
                  <a:lnTo>
                    <a:pt x="902" y="650"/>
                  </a:lnTo>
                  <a:lnTo>
                    <a:pt x="898" y="650"/>
                  </a:lnTo>
                  <a:lnTo>
                    <a:pt x="894" y="649"/>
                  </a:lnTo>
                  <a:lnTo>
                    <a:pt x="891" y="647"/>
                  </a:lnTo>
                  <a:lnTo>
                    <a:pt x="889" y="649"/>
                  </a:lnTo>
                  <a:lnTo>
                    <a:pt x="885" y="649"/>
                  </a:lnTo>
                  <a:lnTo>
                    <a:pt x="883" y="650"/>
                  </a:lnTo>
                  <a:lnTo>
                    <a:pt x="878" y="650"/>
                  </a:lnTo>
                  <a:lnTo>
                    <a:pt x="874" y="651"/>
                  </a:lnTo>
                  <a:lnTo>
                    <a:pt x="873" y="654"/>
                  </a:lnTo>
                  <a:lnTo>
                    <a:pt x="872" y="654"/>
                  </a:lnTo>
                  <a:lnTo>
                    <a:pt x="870" y="654"/>
                  </a:lnTo>
                  <a:lnTo>
                    <a:pt x="868" y="654"/>
                  </a:lnTo>
                  <a:lnTo>
                    <a:pt x="866" y="655"/>
                  </a:lnTo>
                  <a:lnTo>
                    <a:pt x="862" y="654"/>
                  </a:lnTo>
                  <a:lnTo>
                    <a:pt x="862" y="655"/>
                  </a:lnTo>
                  <a:lnTo>
                    <a:pt x="860" y="655"/>
                  </a:lnTo>
                  <a:lnTo>
                    <a:pt x="857" y="654"/>
                  </a:lnTo>
                  <a:lnTo>
                    <a:pt x="853" y="653"/>
                  </a:lnTo>
                  <a:lnTo>
                    <a:pt x="852" y="651"/>
                  </a:lnTo>
                  <a:lnTo>
                    <a:pt x="850" y="649"/>
                  </a:lnTo>
                  <a:lnTo>
                    <a:pt x="849" y="649"/>
                  </a:lnTo>
                  <a:lnTo>
                    <a:pt x="847" y="647"/>
                  </a:lnTo>
                  <a:lnTo>
                    <a:pt x="848" y="646"/>
                  </a:lnTo>
                  <a:lnTo>
                    <a:pt x="847" y="643"/>
                  </a:lnTo>
                  <a:lnTo>
                    <a:pt x="845" y="642"/>
                  </a:lnTo>
                  <a:lnTo>
                    <a:pt x="845" y="640"/>
                  </a:lnTo>
                  <a:lnTo>
                    <a:pt x="844" y="638"/>
                  </a:lnTo>
                  <a:lnTo>
                    <a:pt x="844" y="637"/>
                  </a:lnTo>
                  <a:lnTo>
                    <a:pt x="843" y="636"/>
                  </a:lnTo>
                  <a:lnTo>
                    <a:pt x="841" y="634"/>
                  </a:lnTo>
                  <a:lnTo>
                    <a:pt x="836" y="634"/>
                  </a:lnTo>
                  <a:lnTo>
                    <a:pt x="833" y="634"/>
                  </a:lnTo>
                  <a:lnTo>
                    <a:pt x="832" y="633"/>
                  </a:lnTo>
                  <a:lnTo>
                    <a:pt x="829" y="633"/>
                  </a:lnTo>
                  <a:lnTo>
                    <a:pt x="828" y="632"/>
                  </a:lnTo>
                  <a:lnTo>
                    <a:pt x="827" y="630"/>
                  </a:lnTo>
                  <a:lnTo>
                    <a:pt x="823" y="630"/>
                  </a:lnTo>
                  <a:lnTo>
                    <a:pt x="819" y="630"/>
                  </a:lnTo>
                  <a:lnTo>
                    <a:pt x="816" y="630"/>
                  </a:lnTo>
                  <a:lnTo>
                    <a:pt x="816" y="629"/>
                  </a:lnTo>
                  <a:lnTo>
                    <a:pt x="812" y="628"/>
                  </a:lnTo>
                  <a:lnTo>
                    <a:pt x="810" y="626"/>
                  </a:lnTo>
                  <a:lnTo>
                    <a:pt x="808" y="625"/>
                  </a:lnTo>
                  <a:lnTo>
                    <a:pt x="806" y="625"/>
                  </a:lnTo>
                  <a:lnTo>
                    <a:pt x="804" y="626"/>
                  </a:lnTo>
                  <a:lnTo>
                    <a:pt x="804" y="629"/>
                  </a:lnTo>
                  <a:lnTo>
                    <a:pt x="804" y="630"/>
                  </a:lnTo>
                  <a:lnTo>
                    <a:pt x="804" y="633"/>
                  </a:lnTo>
                  <a:lnTo>
                    <a:pt x="803" y="632"/>
                  </a:lnTo>
                  <a:lnTo>
                    <a:pt x="800" y="633"/>
                  </a:lnTo>
                  <a:lnTo>
                    <a:pt x="799" y="634"/>
                  </a:lnTo>
                  <a:lnTo>
                    <a:pt x="799" y="637"/>
                  </a:lnTo>
                  <a:lnTo>
                    <a:pt x="798" y="640"/>
                  </a:lnTo>
                  <a:lnTo>
                    <a:pt x="796" y="645"/>
                  </a:lnTo>
                  <a:lnTo>
                    <a:pt x="798" y="647"/>
                  </a:lnTo>
                  <a:lnTo>
                    <a:pt x="802" y="649"/>
                  </a:lnTo>
                  <a:lnTo>
                    <a:pt x="803" y="650"/>
                  </a:lnTo>
                  <a:lnTo>
                    <a:pt x="804" y="651"/>
                  </a:lnTo>
                  <a:lnTo>
                    <a:pt x="806" y="653"/>
                  </a:lnTo>
                  <a:lnTo>
                    <a:pt x="804" y="657"/>
                  </a:lnTo>
                  <a:lnTo>
                    <a:pt x="804" y="661"/>
                  </a:lnTo>
                  <a:lnTo>
                    <a:pt x="807" y="662"/>
                  </a:lnTo>
                  <a:lnTo>
                    <a:pt x="808" y="663"/>
                  </a:lnTo>
                  <a:lnTo>
                    <a:pt x="806" y="667"/>
                  </a:lnTo>
                  <a:lnTo>
                    <a:pt x="802" y="667"/>
                  </a:lnTo>
                  <a:lnTo>
                    <a:pt x="799" y="667"/>
                  </a:lnTo>
                  <a:lnTo>
                    <a:pt x="799" y="667"/>
                  </a:lnTo>
                  <a:lnTo>
                    <a:pt x="796" y="667"/>
                  </a:lnTo>
                  <a:lnTo>
                    <a:pt x="795" y="667"/>
                  </a:lnTo>
                  <a:lnTo>
                    <a:pt x="790" y="667"/>
                  </a:lnTo>
                  <a:lnTo>
                    <a:pt x="789" y="667"/>
                  </a:lnTo>
                  <a:lnTo>
                    <a:pt x="786" y="666"/>
                  </a:lnTo>
                  <a:lnTo>
                    <a:pt x="785" y="666"/>
                  </a:lnTo>
                  <a:lnTo>
                    <a:pt x="782" y="666"/>
                  </a:lnTo>
                  <a:lnTo>
                    <a:pt x="779" y="667"/>
                  </a:lnTo>
                  <a:lnTo>
                    <a:pt x="777" y="668"/>
                  </a:lnTo>
                  <a:lnTo>
                    <a:pt x="775" y="670"/>
                  </a:lnTo>
                  <a:lnTo>
                    <a:pt x="771" y="667"/>
                  </a:lnTo>
                  <a:lnTo>
                    <a:pt x="769" y="666"/>
                  </a:lnTo>
                  <a:lnTo>
                    <a:pt x="764" y="662"/>
                  </a:lnTo>
                  <a:lnTo>
                    <a:pt x="762" y="661"/>
                  </a:lnTo>
                  <a:lnTo>
                    <a:pt x="762" y="659"/>
                  </a:lnTo>
                  <a:lnTo>
                    <a:pt x="761" y="657"/>
                  </a:lnTo>
                  <a:lnTo>
                    <a:pt x="757" y="657"/>
                  </a:lnTo>
                  <a:lnTo>
                    <a:pt x="756" y="658"/>
                  </a:lnTo>
                  <a:lnTo>
                    <a:pt x="753" y="658"/>
                  </a:lnTo>
                  <a:lnTo>
                    <a:pt x="753" y="658"/>
                  </a:lnTo>
                  <a:lnTo>
                    <a:pt x="750" y="659"/>
                  </a:lnTo>
                  <a:lnTo>
                    <a:pt x="749" y="657"/>
                  </a:lnTo>
                  <a:lnTo>
                    <a:pt x="748" y="655"/>
                  </a:lnTo>
                  <a:lnTo>
                    <a:pt x="746" y="654"/>
                  </a:lnTo>
                  <a:lnTo>
                    <a:pt x="746" y="654"/>
                  </a:lnTo>
                  <a:lnTo>
                    <a:pt x="744" y="655"/>
                  </a:lnTo>
                  <a:lnTo>
                    <a:pt x="741" y="655"/>
                  </a:lnTo>
                  <a:lnTo>
                    <a:pt x="740" y="655"/>
                  </a:lnTo>
                  <a:lnTo>
                    <a:pt x="737" y="655"/>
                  </a:lnTo>
                  <a:lnTo>
                    <a:pt x="733" y="657"/>
                  </a:lnTo>
                  <a:lnTo>
                    <a:pt x="732" y="657"/>
                  </a:lnTo>
                  <a:lnTo>
                    <a:pt x="731" y="659"/>
                  </a:lnTo>
                  <a:lnTo>
                    <a:pt x="728" y="661"/>
                  </a:lnTo>
                  <a:lnTo>
                    <a:pt x="724" y="659"/>
                  </a:lnTo>
                  <a:lnTo>
                    <a:pt x="724" y="661"/>
                  </a:lnTo>
                  <a:lnTo>
                    <a:pt x="724" y="662"/>
                  </a:lnTo>
                  <a:lnTo>
                    <a:pt x="725" y="663"/>
                  </a:lnTo>
                  <a:lnTo>
                    <a:pt x="724" y="665"/>
                  </a:lnTo>
                  <a:lnTo>
                    <a:pt x="723" y="666"/>
                  </a:lnTo>
                  <a:lnTo>
                    <a:pt x="720" y="667"/>
                  </a:lnTo>
                  <a:lnTo>
                    <a:pt x="719" y="668"/>
                  </a:lnTo>
                  <a:lnTo>
                    <a:pt x="719" y="671"/>
                  </a:lnTo>
                  <a:lnTo>
                    <a:pt x="716" y="672"/>
                  </a:lnTo>
                  <a:lnTo>
                    <a:pt x="715" y="674"/>
                  </a:lnTo>
                  <a:lnTo>
                    <a:pt x="715" y="676"/>
                  </a:lnTo>
                  <a:lnTo>
                    <a:pt x="711" y="678"/>
                  </a:lnTo>
                  <a:lnTo>
                    <a:pt x="708" y="680"/>
                  </a:lnTo>
                  <a:lnTo>
                    <a:pt x="708" y="682"/>
                  </a:lnTo>
                  <a:lnTo>
                    <a:pt x="703" y="682"/>
                  </a:lnTo>
                  <a:lnTo>
                    <a:pt x="700" y="683"/>
                  </a:lnTo>
                  <a:lnTo>
                    <a:pt x="699" y="687"/>
                  </a:lnTo>
                  <a:lnTo>
                    <a:pt x="699" y="687"/>
                  </a:lnTo>
                  <a:lnTo>
                    <a:pt x="698" y="687"/>
                  </a:lnTo>
                  <a:lnTo>
                    <a:pt x="695" y="686"/>
                  </a:lnTo>
                  <a:lnTo>
                    <a:pt x="694" y="686"/>
                  </a:lnTo>
                  <a:lnTo>
                    <a:pt x="692" y="686"/>
                  </a:lnTo>
                  <a:lnTo>
                    <a:pt x="690" y="684"/>
                  </a:lnTo>
                  <a:lnTo>
                    <a:pt x="687" y="682"/>
                  </a:lnTo>
                  <a:lnTo>
                    <a:pt x="686" y="682"/>
                  </a:lnTo>
                  <a:lnTo>
                    <a:pt x="685" y="679"/>
                  </a:lnTo>
                  <a:lnTo>
                    <a:pt x="686" y="676"/>
                  </a:lnTo>
                  <a:lnTo>
                    <a:pt x="685" y="676"/>
                  </a:lnTo>
                  <a:lnTo>
                    <a:pt x="682" y="678"/>
                  </a:lnTo>
                  <a:lnTo>
                    <a:pt x="681" y="679"/>
                  </a:lnTo>
                  <a:lnTo>
                    <a:pt x="678" y="680"/>
                  </a:lnTo>
                  <a:lnTo>
                    <a:pt x="673" y="680"/>
                  </a:lnTo>
                  <a:lnTo>
                    <a:pt x="671" y="682"/>
                  </a:lnTo>
                  <a:lnTo>
                    <a:pt x="670" y="683"/>
                  </a:lnTo>
                  <a:lnTo>
                    <a:pt x="669" y="682"/>
                  </a:lnTo>
                  <a:lnTo>
                    <a:pt x="666" y="680"/>
                  </a:lnTo>
                  <a:lnTo>
                    <a:pt x="665" y="680"/>
                  </a:lnTo>
                  <a:lnTo>
                    <a:pt x="665" y="680"/>
                  </a:lnTo>
                  <a:lnTo>
                    <a:pt x="663" y="679"/>
                  </a:lnTo>
                  <a:lnTo>
                    <a:pt x="662" y="678"/>
                  </a:lnTo>
                  <a:lnTo>
                    <a:pt x="662" y="675"/>
                  </a:lnTo>
                  <a:lnTo>
                    <a:pt x="663" y="675"/>
                  </a:lnTo>
                  <a:lnTo>
                    <a:pt x="663" y="674"/>
                  </a:lnTo>
                  <a:lnTo>
                    <a:pt x="661" y="672"/>
                  </a:lnTo>
                  <a:lnTo>
                    <a:pt x="661" y="672"/>
                  </a:lnTo>
                  <a:lnTo>
                    <a:pt x="657" y="671"/>
                  </a:lnTo>
                  <a:lnTo>
                    <a:pt x="656" y="670"/>
                  </a:lnTo>
                  <a:lnTo>
                    <a:pt x="654" y="670"/>
                  </a:lnTo>
                  <a:lnTo>
                    <a:pt x="653" y="667"/>
                  </a:lnTo>
                  <a:lnTo>
                    <a:pt x="650" y="663"/>
                  </a:lnTo>
                  <a:lnTo>
                    <a:pt x="648" y="661"/>
                  </a:lnTo>
                  <a:lnTo>
                    <a:pt x="644" y="661"/>
                  </a:lnTo>
                  <a:lnTo>
                    <a:pt x="640" y="661"/>
                  </a:lnTo>
                  <a:lnTo>
                    <a:pt x="636" y="661"/>
                  </a:lnTo>
                  <a:lnTo>
                    <a:pt x="635" y="662"/>
                  </a:lnTo>
                  <a:lnTo>
                    <a:pt x="636" y="663"/>
                  </a:lnTo>
                  <a:lnTo>
                    <a:pt x="635" y="665"/>
                  </a:lnTo>
                  <a:lnTo>
                    <a:pt x="633" y="665"/>
                  </a:lnTo>
                  <a:lnTo>
                    <a:pt x="631" y="665"/>
                  </a:lnTo>
                  <a:lnTo>
                    <a:pt x="628" y="666"/>
                  </a:lnTo>
                  <a:lnTo>
                    <a:pt x="625" y="665"/>
                  </a:lnTo>
                  <a:lnTo>
                    <a:pt x="624" y="665"/>
                  </a:lnTo>
                  <a:lnTo>
                    <a:pt x="621" y="666"/>
                  </a:lnTo>
                  <a:lnTo>
                    <a:pt x="620" y="666"/>
                  </a:lnTo>
                  <a:lnTo>
                    <a:pt x="617" y="663"/>
                  </a:lnTo>
                  <a:lnTo>
                    <a:pt x="615" y="663"/>
                  </a:lnTo>
                  <a:lnTo>
                    <a:pt x="615" y="662"/>
                  </a:lnTo>
                  <a:lnTo>
                    <a:pt x="615" y="659"/>
                  </a:lnTo>
                  <a:lnTo>
                    <a:pt x="612" y="658"/>
                  </a:lnTo>
                  <a:lnTo>
                    <a:pt x="609" y="659"/>
                  </a:lnTo>
                  <a:lnTo>
                    <a:pt x="611" y="662"/>
                  </a:lnTo>
                  <a:lnTo>
                    <a:pt x="611" y="662"/>
                  </a:lnTo>
                  <a:lnTo>
                    <a:pt x="611" y="663"/>
                  </a:lnTo>
                  <a:lnTo>
                    <a:pt x="608" y="665"/>
                  </a:lnTo>
                  <a:lnTo>
                    <a:pt x="606" y="666"/>
                  </a:lnTo>
                  <a:lnTo>
                    <a:pt x="577" y="629"/>
                  </a:lnTo>
                  <a:lnTo>
                    <a:pt x="556" y="613"/>
                  </a:lnTo>
                  <a:lnTo>
                    <a:pt x="554" y="611"/>
                  </a:lnTo>
                  <a:lnTo>
                    <a:pt x="556" y="611"/>
                  </a:lnTo>
                  <a:lnTo>
                    <a:pt x="558" y="608"/>
                  </a:lnTo>
                  <a:lnTo>
                    <a:pt x="558" y="607"/>
                  </a:lnTo>
                  <a:lnTo>
                    <a:pt x="557" y="605"/>
                  </a:lnTo>
                  <a:lnTo>
                    <a:pt x="554" y="607"/>
                  </a:lnTo>
                  <a:lnTo>
                    <a:pt x="552" y="607"/>
                  </a:lnTo>
                  <a:lnTo>
                    <a:pt x="549" y="609"/>
                  </a:lnTo>
                  <a:lnTo>
                    <a:pt x="548" y="609"/>
                  </a:lnTo>
                  <a:lnTo>
                    <a:pt x="545" y="612"/>
                  </a:lnTo>
                  <a:lnTo>
                    <a:pt x="545" y="615"/>
                  </a:lnTo>
                  <a:lnTo>
                    <a:pt x="542" y="616"/>
                  </a:lnTo>
                  <a:lnTo>
                    <a:pt x="542" y="617"/>
                  </a:lnTo>
                  <a:lnTo>
                    <a:pt x="540" y="620"/>
                  </a:lnTo>
                  <a:lnTo>
                    <a:pt x="536" y="620"/>
                  </a:lnTo>
                  <a:lnTo>
                    <a:pt x="534" y="621"/>
                  </a:lnTo>
                  <a:lnTo>
                    <a:pt x="534" y="624"/>
                  </a:lnTo>
                  <a:lnTo>
                    <a:pt x="533" y="624"/>
                  </a:lnTo>
                  <a:lnTo>
                    <a:pt x="532" y="624"/>
                  </a:lnTo>
                  <a:lnTo>
                    <a:pt x="527" y="622"/>
                  </a:lnTo>
                  <a:lnTo>
                    <a:pt x="524" y="622"/>
                  </a:lnTo>
                  <a:lnTo>
                    <a:pt x="523" y="625"/>
                  </a:lnTo>
                  <a:lnTo>
                    <a:pt x="521" y="625"/>
                  </a:lnTo>
                  <a:lnTo>
                    <a:pt x="520" y="622"/>
                  </a:lnTo>
                  <a:lnTo>
                    <a:pt x="520" y="620"/>
                  </a:lnTo>
                  <a:lnTo>
                    <a:pt x="521" y="618"/>
                  </a:lnTo>
                  <a:lnTo>
                    <a:pt x="523" y="616"/>
                  </a:lnTo>
                  <a:lnTo>
                    <a:pt x="521" y="616"/>
                  </a:lnTo>
                  <a:lnTo>
                    <a:pt x="519" y="617"/>
                  </a:lnTo>
                  <a:lnTo>
                    <a:pt x="517" y="617"/>
                  </a:lnTo>
                  <a:lnTo>
                    <a:pt x="513" y="615"/>
                  </a:lnTo>
                  <a:lnTo>
                    <a:pt x="511" y="615"/>
                  </a:lnTo>
                  <a:lnTo>
                    <a:pt x="511" y="616"/>
                  </a:lnTo>
                  <a:lnTo>
                    <a:pt x="512" y="617"/>
                  </a:lnTo>
                  <a:lnTo>
                    <a:pt x="511" y="618"/>
                  </a:lnTo>
                  <a:lnTo>
                    <a:pt x="509" y="618"/>
                  </a:lnTo>
                  <a:lnTo>
                    <a:pt x="508" y="616"/>
                  </a:lnTo>
                  <a:lnTo>
                    <a:pt x="507" y="612"/>
                  </a:lnTo>
                  <a:lnTo>
                    <a:pt x="503" y="609"/>
                  </a:lnTo>
                  <a:lnTo>
                    <a:pt x="503" y="609"/>
                  </a:lnTo>
                  <a:lnTo>
                    <a:pt x="503" y="612"/>
                  </a:lnTo>
                  <a:lnTo>
                    <a:pt x="503" y="615"/>
                  </a:lnTo>
                  <a:lnTo>
                    <a:pt x="502" y="615"/>
                  </a:lnTo>
                  <a:lnTo>
                    <a:pt x="502" y="612"/>
                  </a:lnTo>
                  <a:lnTo>
                    <a:pt x="499" y="612"/>
                  </a:lnTo>
                  <a:lnTo>
                    <a:pt x="499" y="615"/>
                  </a:lnTo>
                  <a:lnTo>
                    <a:pt x="498" y="615"/>
                  </a:lnTo>
                  <a:lnTo>
                    <a:pt x="496" y="613"/>
                  </a:lnTo>
                  <a:lnTo>
                    <a:pt x="494" y="615"/>
                  </a:lnTo>
                  <a:lnTo>
                    <a:pt x="492" y="615"/>
                  </a:lnTo>
                  <a:lnTo>
                    <a:pt x="491" y="612"/>
                  </a:lnTo>
                  <a:lnTo>
                    <a:pt x="492" y="612"/>
                  </a:lnTo>
                  <a:lnTo>
                    <a:pt x="492" y="611"/>
                  </a:lnTo>
                  <a:lnTo>
                    <a:pt x="492" y="608"/>
                  </a:lnTo>
                  <a:lnTo>
                    <a:pt x="492" y="607"/>
                  </a:lnTo>
                  <a:lnTo>
                    <a:pt x="492" y="605"/>
                  </a:lnTo>
                  <a:lnTo>
                    <a:pt x="491" y="604"/>
                  </a:lnTo>
                  <a:lnTo>
                    <a:pt x="490" y="601"/>
                  </a:lnTo>
                  <a:lnTo>
                    <a:pt x="488" y="600"/>
                  </a:lnTo>
                  <a:lnTo>
                    <a:pt x="487" y="599"/>
                  </a:lnTo>
                  <a:lnTo>
                    <a:pt x="487" y="596"/>
                  </a:lnTo>
                  <a:lnTo>
                    <a:pt x="484" y="596"/>
                  </a:lnTo>
                  <a:lnTo>
                    <a:pt x="482" y="597"/>
                  </a:lnTo>
                  <a:lnTo>
                    <a:pt x="479" y="597"/>
                  </a:lnTo>
                  <a:lnTo>
                    <a:pt x="477" y="595"/>
                  </a:lnTo>
                  <a:lnTo>
                    <a:pt x="473" y="595"/>
                  </a:lnTo>
                  <a:lnTo>
                    <a:pt x="470" y="593"/>
                  </a:lnTo>
                  <a:lnTo>
                    <a:pt x="469" y="595"/>
                  </a:lnTo>
                  <a:lnTo>
                    <a:pt x="466" y="595"/>
                  </a:lnTo>
                  <a:lnTo>
                    <a:pt x="465" y="596"/>
                  </a:lnTo>
                  <a:lnTo>
                    <a:pt x="463" y="597"/>
                  </a:lnTo>
                  <a:lnTo>
                    <a:pt x="461" y="599"/>
                  </a:lnTo>
                  <a:lnTo>
                    <a:pt x="459" y="599"/>
                  </a:lnTo>
                  <a:lnTo>
                    <a:pt x="461" y="600"/>
                  </a:lnTo>
                  <a:lnTo>
                    <a:pt x="461" y="603"/>
                  </a:lnTo>
                  <a:lnTo>
                    <a:pt x="457" y="603"/>
                  </a:lnTo>
                  <a:lnTo>
                    <a:pt x="455" y="603"/>
                  </a:lnTo>
                  <a:lnTo>
                    <a:pt x="454" y="604"/>
                  </a:lnTo>
                  <a:lnTo>
                    <a:pt x="451" y="605"/>
                  </a:lnTo>
                  <a:lnTo>
                    <a:pt x="450" y="605"/>
                  </a:lnTo>
                  <a:lnTo>
                    <a:pt x="449" y="605"/>
                  </a:lnTo>
                  <a:lnTo>
                    <a:pt x="444" y="609"/>
                  </a:lnTo>
                  <a:lnTo>
                    <a:pt x="441" y="611"/>
                  </a:lnTo>
                  <a:lnTo>
                    <a:pt x="440" y="612"/>
                  </a:lnTo>
                  <a:lnTo>
                    <a:pt x="437" y="611"/>
                  </a:lnTo>
                  <a:lnTo>
                    <a:pt x="436" y="611"/>
                  </a:lnTo>
                  <a:lnTo>
                    <a:pt x="434" y="611"/>
                  </a:lnTo>
                  <a:lnTo>
                    <a:pt x="434" y="613"/>
                  </a:lnTo>
                  <a:lnTo>
                    <a:pt x="432" y="613"/>
                  </a:lnTo>
                  <a:lnTo>
                    <a:pt x="430" y="615"/>
                  </a:lnTo>
                  <a:lnTo>
                    <a:pt x="430" y="616"/>
                  </a:lnTo>
                  <a:lnTo>
                    <a:pt x="429" y="617"/>
                  </a:lnTo>
                  <a:lnTo>
                    <a:pt x="428" y="617"/>
                  </a:lnTo>
                  <a:lnTo>
                    <a:pt x="426" y="617"/>
                  </a:lnTo>
                  <a:lnTo>
                    <a:pt x="424" y="618"/>
                  </a:lnTo>
                  <a:lnTo>
                    <a:pt x="421" y="618"/>
                  </a:lnTo>
                  <a:lnTo>
                    <a:pt x="419" y="620"/>
                  </a:lnTo>
                  <a:lnTo>
                    <a:pt x="417" y="621"/>
                  </a:lnTo>
                  <a:lnTo>
                    <a:pt x="415" y="621"/>
                  </a:lnTo>
                  <a:lnTo>
                    <a:pt x="412" y="622"/>
                  </a:lnTo>
                  <a:lnTo>
                    <a:pt x="409" y="622"/>
                  </a:lnTo>
                  <a:lnTo>
                    <a:pt x="405" y="624"/>
                  </a:lnTo>
                  <a:lnTo>
                    <a:pt x="404" y="626"/>
                  </a:lnTo>
                  <a:lnTo>
                    <a:pt x="403" y="628"/>
                  </a:lnTo>
                  <a:lnTo>
                    <a:pt x="401" y="625"/>
                  </a:lnTo>
                  <a:lnTo>
                    <a:pt x="400" y="625"/>
                  </a:lnTo>
                  <a:lnTo>
                    <a:pt x="397" y="626"/>
                  </a:lnTo>
                  <a:lnTo>
                    <a:pt x="397" y="628"/>
                  </a:lnTo>
                  <a:lnTo>
                    <a:pt x="397" y="629"/>
                  </a:lnTo>
                  <a:lnTo>
                    <a:pt x="395" y="628"/>
                  </a:lnTo>
                  <a:lnTo>
                    <a:pt x="392" y="628"/>
                  </a:lnTo>
                  <a:lnTo>
                    <a:pt x="391" y="626"/>
                  </a:lnTo>
                  <a:lnTo>
                    <a:pt x="390" y="626"/>
                  </a:lnTo>
                  <a:lnTo>
                    <a:pt x="388" y="628"/>
                  </a:lnTo>
                  <a:lnTo>
                    <a:pt x="386" y="629"/>
                  </a:lnTo>
                  <a:lnTo>
                    <a:pt x="384" y="629"/>
                  </a:lnTo>
                  <a:lnTo>
                    <a:pt x="386" y="632"/>
                  </a:lnTo>
                  <a:lnTo>
                    <a:pt x="386" y="633"/>
                  </a:lnTo>
                  <a:lnTo>
                    <a:pt x="387" y="634"/>
                  </a:lnTo>
                  <a:lnTo>
                    <a:pt x="390" y="633"/>
                  </a:lnTo>
                  <a:lnTo>
                    <a:pt x="391" y="636"/>
                  </a:lnTo>
                  <a:lnTo>
                    <a:pt x="388" y="636"/>
                  </a:lnTo>
                  <a:lnTo>
                    <a:pt x="387" y="637"/>
                  </a:lnTo>
                  <a:lnTo>
                    <a:pt x="387" y="638"/>
                  </a:lnTo>
                  <a:lnTo>
                    <a:pt x="390" y="638"/>
                  </a:lnTo>
                  <a:lnTo>
                    <a:pt x="392" y="640"/>
                  </a:lnTo>
                  <a:lnTo>
                    <a:pt x="394" y="638"/>
                  </a:lnTo>
                  <a:lnTo>
                    <a:pt x="396" y="638"/>
                  </a:lnTo>
                  <a:lnTo>
                    <a:pt x="397" y="641"/>
                  </a:lnTo>
                  <a:lnTo>
                    <a:pt x="400" y="641"/>
                  </a:lnTo>
                  <a:lnTo>
                    <a:pt x="400" y="643"/>
                  </a:lnTo>
                  <a:lnTo>
                    <a:pt x="399" y="645"/>
                  </a:lnTo>
                  <a:lnTo>
                    <a:pt x="396" y="643"/>
                  </a:lnTo>
                  <a:lnTo>
                    <a:pt x="392" y="643"/>
                  </a:lnTo>
                  <a:lnTo>
                    <a:pt x="390" y="646"/>
                  </a:lnTo>
                  <a:lnTo>
                    <a:pt x="387" y="650"/>
                  </a:lnTo>
                  <a:lnTo>
                    <a:pt x="387" y="653"/>
                  </a:lnTo>
                  <a:lnTo>
                    <a:pt x="388" y="653"/>
                  </a:lnTo>
                  <a:lnTo>
                    <a:pt x="390" y="655"/>
                  </a:lnTo>
                  <a:lnTo>
                    <a:pt x="387" y="658"/>
                  </a:lnTo>
                  <a:lnTo>
                    <a:pt x="387" y="661"/>
                  </a:lnTo>
                  <a:lnTo>
                    <a:pt x="384" y="661"/>
                  </a:lnTo>
                  <a:lnTo>
                    <a:pt x="384" y="662"/>
                  </a:lnTo>
                  <a:lnTo>
                    <a:pt x="386" y="663"/>
                  </a:lnTo>
                  <a:lnTo>
                    <a:pt x="386" y="665"/>
                  </a:lnTo>
                  <a:lnTo>
                    <a:pt x="388" y="665"/>
                  </a:lnTo>
                  <a:lnTo>
                    <a:pt x="390" y="666"/>
                  </a:lnTo>
                  <a:lnTo>
                    <a:pt x="392" y="667"/>
                  </a:lnTo>
                  <a:lnTo>
                    <a:pt x="392" y="668"/>
                  </a:lnTo>
                  <a:lnTo>
                    <a:pt x="395" y="670"/>
                  </a:lnTo>
                  <a:lnTo>
                    <a:pt x="399" y="670"/>
                  </a:lnTo>
                  <a:lnTo>
                    <a:pt x="400" y="671"/>
                  </a:lnTo>
                  <a:lnTo>
                    <a:pt x="400" y="680"/>
                  </a:lnTo>
                  <a:lnTo>
                    <a:pt x="399" y="683"/>
                  </a:lnTo>
                  <a:lnTo>
                    <a:pt x="395" y="684"/>
                  </a:lnTo>
                  <a:lnTo>
                    <a:pt x="392" y="683"/>
                  </a:lnTo>
                  <a:lnTo>
                    <a:pt x="388" y="682"/>
                  </a:lnTo>
                  <a:lnTo>
                    <a:pt x="387" y="682"/>
                  </a:lnTo>
                  <a:lnTo>
                    <a:pt x="387" y="684"/>
                  </a:lnTo>
                  <a:lnTo>
                    <a:pt x="386" y="687"/>
                  </a:lnTo>
                  <a:lnTo>
                    <a:pt x="383" y="687"/>
                  </a:lnTo>
                  <a:lnTo>
                    <a:pt x="379" y="686"/>
                  </a:lnTo>
                  <a:lnTo>
                    <a:pt x="375" y="686"/>
                  </a:lnTo>
                  <a:lnTo>
                    <a:pt x="374" y="684"/>
                  </a:lnTo>
                  <a:lnTo>
                    <a:pt x="372" y="686"/>
                  </a:lnTo>
                  <a:lnTo>
                    <a:pt x="370" y="684"/>
                  </a:lnTo>
                  <a:lnTo>
                    <a:pt x="369" y="682"/>
                  </a:lnTo>
                  <a:lnTo>
                    <a:pt x="370" y="680"/>
                  </a:lnTo>
                  <a:lnTo>
                    <a:pt x="371" y="679"/>
                  </a:lnTo>
                  <a:lnTo>
                    <a:pt x="369" y="678"/>
                  </a:lnTo>
                  <a:lnTo>
                    <a:pt x="366" y="676"/>
                  </a:lnTo>
                  <a:lnTo>
                    <a:pt x="365" y="679"/>
                  </a:lnTo>
                  <a:lnTo>
                    <a:pt x="362" y="678"/>
                  </a:lnTo>
                  <a:lnTo>
                    <a:pt x="361" y="679"/>
                  </a:lnTo>
                  <a:lnTo>
                    <a:pt x="361" y="682"/>
                  </a:lnTo>
                  <a:lnTo>
                    <a:pt x="357" y="682"/>
                  </a:lnTo>
                  <a:lnTo>
                    <a:pt x="357" y="680"/>
                  </a:lnTo>
                  <a:lnTo>
                    <a:pt x="353" y="678"/>
                  </a:lnTo>
                  <a:lnTo>
                    <a:pt x="350" y="678"/>
                  </a:lnTo>
                  <a:lnTo>
                    <a:pt x="350" y="680"/>
                  </a:lnTo>
                  <a:lnTo>
                    <a:pt x="347" y="678"/>
                  </a:lnTo>
                  <a:lnTo>
                    <a:pt x="346" y="679"/>
                  </a:lnTo>
                  <a:lnTo>
                    <a:pt x="346" y="680"/>
                  </a:lnTo>
                  <a:lnTo>
                    <a:pt x="344" y="682"/>
                  </a:lnTo>
                  <a:lnTo>
                    <a:pt x="344" y="686"/>
                  </a:lnTo>
                  <a:lnTo>
                    <a:pt x="341" y="688"/>
                  </a:lnTo>
                  <a:lnTo>
                    <a:pt x="338" y="687"/>
                  </a:lnTo>
                  <a:lnTo>
                    <a:pt x="337" y="684"/>
                  </a:lnTo>
                  <a:lnTo>
                    <a:pt x="333" y="684"/>
                  </a:lnTo>
                  <a:lnTo>
                    <a:pt x="332" y="682"/>
                  </a:lnTo>
                  <a:lnTo>
                    <a:pt x="329" y="683"/>
                  </a:lnTo>
                  <a:lnTo>
                    <a:pt x="329" y="687"/>
                  </a:lnTo>
                  <a:lnTo>
                    <a:pt x="328" y="688"/>
                  </a:lnTo>
                  <a:lnTo>
                    <a:pt x="326" y="688"/>
                  </a:lnTo>
                  <a:lnTo>
                    <a:pt x="326" y="686"/>
                  </a:lnTo>
                  <a:lnTo>
                    <a:pt x="325" y="684"/>
                  </a:lnTo>
                  <a:lnTo>
                    <a:pt x="322" y="684"/>
                  </a:lnTo>
                  <a:lnTo>
                    <a:pt x="320" y="682"/>
                  </a:lnTo>
                  <a:lnTo>
                    <a:pt x="318" y="679"/>
                  </a:lnTo>
                  <a:lnTo>
                    <a:pt x="316" y="679"/>
                  </a:lnTo>
                  <a:lnTo>
                    <a:pt x="313" y="675"/>
                  </a:lnTo>
                  <a:lnTo>
                    <a:pt x="312" y="675"/>
                  </a:lnTo>
                  <a:lnTo>
                    <a:pt x="311" y="674"/>
                  </a:lnTo>
                  <a:lnTo>
                    <a:pt x="308" y="674"/>
                  </a:lnTo>
                  <a:lnTo>
                    <a:pt x="304" y="675"/>
                  </a:lnTo>
                  <a:lnTo>
                    <a:pt x="301" y="674"/>
                  </a:lnTo>
                  <a:lnTo>
                    <a:pt x="300" y="670"/>
                  </a:lnTo>
                  <a:lnTo>
                    <a:pt x="297" y="670"/>
                  </a:lnTo>
                  <a:lnTo>
                    <a:pt x="296" y="672"/>
                  </a:lnTo>
                  <a:lnTo>
                    <a:pt x="293" y="672"/>
                  </a:lnTo>
                  <a:lnTo>
                    <a:pt x="293" y="674"/>
                  </a:lnTo>
                  <a:lnTo>
                    <a:pt x="291" y="675"/>
                  </a:lnTo>
                  <a:lnTo>
                    <a:pt x="291" y="674"/>
                  </a:lnTo>
                  <a:lnTo>
                    <a:pt x="290" y="674"/>
                  </a:lnTo>
                  <a:lnTo>
                    <a:pt x="290" y="676"/>
                  </a:lnTo>
                  <a:lnTo>
                    <a:pt x="287" y="678"/>
                  </a:lnTo>
                  <a:lnTo>
                    <a:pt x="286" y="676"/>
                  </a:lnTo>
                  <a:lnTo>
                    <a:pt x="287" y="674"/>
                  </a:lnTo>
                  <a:lnTo>
                    <a:pt x="288" y="672"/>
                  </a:lnTo>
                  <a:lnTo>
                    <a:pt x="284" y="671"/>
                  </a:lnTo>
                  <a:lnTo>
                    <a:pt x="282" y="670"/>
                  </a:lnTo>
                  <a:lnTo>
                    <a:pt x="280" y="671"/>
                  </a:lnTo>
                  <a:lnTo>
                    <a:pt x="282" y="672"/>
                  </a:lnTo>
                  <a:lnTo>
                    <a:pt x="282" y="675"/>
                  </a:lnTo>
                  <a:lnTo>
                    <a:pt x="279" y="675"/>
                  </a:lnTo>
                  <a:lnTo>
                    <a:pt x="276" y="676"/>
                  </a:lnTo>
                  <a:lnTo>
                    <a:pt x="275" y="679"/>
                  </a:lnTo>
                  <a:lnTo>
                    <a:pt x="274" y="679"/>
                  </a:lnTo>
                  <a:lnTo>
                    <a:pt x="271" y="682"/>
                  </a:lnTo>
                  <a:lnTo>
                    <a:pt x="270" y="684"/>
                  </a:lnTo>
                  <a:lnTo>
                    <a:pt x="271" y="686"/>
                  </a:lnTo>
                  <a:lnTo>
                    <a:pt x="271" y="690"/>
                  </a:lnTo>
                  <a:lnTo>
                    <a:pt x="267" y="690"/>
                  </a:lnTo>
                  <a:lnTo>
                    <a:pt x="265" y="690"/>
                  </a:lnTo>
                  <a:lnTo>
                    <a:pt x="267" y="699"/>
                  </a:lnTo>
                  <a:lnTo>
                    <a:pt x="266" y="700"/>
                  </a:lnTo>
                  <a:lnTo>
                    <a:pt x="266" y="704"/>
                  </a:lnTo>
                  <a:lnTo>
                    <a:pt x="262" y="704"/>
                  </a:lnTo>
                  <a:lnTo>
                    <a:pt x="258" y="701"/>
                  </a:lnTo>
                  <a:lnTo>
                    <a:pt x="258" y="700"/>
                  </a:lnTo>
                  <a:lnTo>
                    <a:pt x="251" y="693"/>
                  </a:lnTo>
                  <a:lnTo>
                    <a:pt x="250" y="696"/>
                  </a:lnTo>
                  <a:lnTo>
                    <a:pt x="250" y="699"/>
                  </a:lnTo>
                  <a:lnTo>
                    <a:pt x="246" y="703"/>
                  </a:lnTo>
                  <a:lnTo>
                    <a:pt x="245" y="704"/>
                  </a:lnTo>
                  <a:lnTo>
                    <a:pt x="245" y="709"/>
                  </a:lnTo>
                  <a:lnTo>
                    <a:pt x="246" y="712"/>
                  </a:lnTo>
                  <a:lnTo>
                    <a:pt x="246" y="718"/>
                  </a:lnTo>
                  <a:lnTo>
                    <a:pt x="243" y="724"/>
                  </a:lnTo>
                  <a:lnTo>
                    <a:pt x="249" y="725"/>
                  </a:lnTo>
                  <a:lnTo>
                    <a:pt x="250" y="728"/>
                  </a:lnTo>
                  <a:lnTo>
                    <a:pt x="250" y="730"/>
                  </a:lnTo>
                  <a:lnTo>
                    <a:pt x="254" y="733"/>
                  </a:lnTo>
                  <a:lnTo>
                    <a:pt x="255" y="732"/>
                  </a:lnTo>
                  <a:lnTo>
                    <a:pt x="262" y="734"/>
                  </a:lnTo>
                  <a:lnTo>
                    <a:pt x="267" y="738"/>
                  </a:lnTo>
                  <a:lnTo>
                    <a:pt x="272" y="747"/>
                  </a:lnTo>
                  <a:lnTo>
                    <a:pt x="268" y="747"/>
                  </a:lnTo>
                  <a:lnTo>
                    <a:pt x="267" y="749"/>
                  </a:lnTo>
                  <a:lnTo>
                    <a:pt x="272" y="751"/>
                  </a:lnTo>
                  <a:lnTo>
                    <a:pt x="275" y="750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3"/>
                  </a:lnTo>
                  <a:lnTo>
                    <a:pt x="278" y="754"/>
                  </a:lnTo>
                  <a:lnTo>
                    <a:pt x="278" y="755"/>
                  </a:lnTo>
                  <a:lnTo>
                    <a:pt x="276" y="755"/>
                  </a:lnTo>
                  <a:lnTo>
                    <a:pt x="276" y="755"/>
                  </a:lnTo>
                  <a:lnTo>
                    <a:pt x="278" y="757"/>
                  </a:lnTo>
                  <a:lnTo>
                    <a:pt x="276" y="758"/>
                  </a:lnTo>
                  <a:lnTo>
                    <a:pt x="276" y="758"/>
                  </a:lnTo>
                  <a:lnTo>
                    <a:pt x="276" y="759"/>
                  </a:lnTo>
                  <a:lnTo>
                    <a:pt x="275" y="759"/>
                  </a:lnTo>
                  <a:lnTo>
                    <a:pt x="274" y="759"/>
                  </a:lnTo>
                  <a:lnTo>
                    <a:pt x="272" y="759"/>
                  </a:lnTo>
                  <a:lnTo>
                    <a:pt x="270" y="759"/>
                  </a:lnTo>
                  <a:lnTo>
                    <a:pt x="274" y="761"/>
                  </a:lnTo>
                  <a:lnTo>
                    <a:pt x="274" y="762"/>
                  </a:lnTo>
                  <a:lnTo>
                    <a:pt x="274" y="763"/>
                  </a:lnTo>
                  <a:lnTo>
                    <a:pt x="272" y="762"/>
                  </a:lnTo>
                  <a:lnTo>
                    <a:pt x="271" y="762"/>
                  </a:lnTo>
                  <a:lnTo>
                    <a:pt x="270" y="762"/>
                  </a:lnTo>
                  <a:lnTo>
                    <a:pt x="268" y="762"/>
                  </a:lnTo>
                  <a:lnTo>
                    <a:pt x="270" y="763"/>
                  </a:lnTo>
                  <a:lnTo>
                    <a:pt x="270" y="763"/>
                  </a:lnTo>
                  <a:lnTo>
                    <a:pt x="268" y="765"/>
                  </a:lnTo>
                  <a:lnTo>
                    <a:pt x="267" y="765"/>
                  </a:lnTo>
                  <a:lnTo>
                    <a:pt x="266" y="766"/>
                  </a:lnTo>
                  <a:lnTo>
                    <a:pt x="265" y="765"/>
                  </a:lnTo>
                  <a:lnTo>
                    <a:pt x="265" y="766"/>
                  </a:lnTo>
                  <a:lnTo>
                    <a:pt x="263" y="767"/>
                  </a:lnTo>
                  <a:lnTo>
                    <a:pt x="262" y="766"/>
                  </a:lnTo>
                  <a:lnTo>
                    <a:pt x="262" y="766"/>
                  </a:lnTo>
                  <a:lnTo>
                    <a:pt x="261" y="767"/>
                  </a:lnTo>
                  <a:lnTo>
                    <a:pt x="261" y="768"/>
                  </a:lnTo>
                  <a:lnTo>
                    <a:pt x="259" y="771"/>
                  </a:lnTo>
                  <a:lnTo>
                    <a:pt x="258" y="772"/>
                  </a:lnTo>
                  <a:lnTo>
                    <a:pt x="258" y="775"/>
                  </a:lnTo>
                  <a:lnTo>
                    <a:pt x="257" y="776"/>
                  </a:lnTo>
                  <a:lnTo>
                    <a:pt x="257" y="780"/>
                  </a:lnTo>
                  <a:lnTo>
                    <a:pt x="255" y="782"/>
                  </a:lnTo>
                  <a:lnTo>
                    <a:pt x="254" y="784"/>
                  </a:lnTo>
                  <a:lnTo>
                    <a:pt x="255" y="788"/>
                  </a:lnTo>
                  <a:lnTo>
                    <a:pt x="258" y="788"/>
                  </a:lnTo>
                  <a:lnTo>
                    <a:pt x="259" y="788"/>
                  </a:lnTo>
                  <a:lnTo>
                    <a:pt x="261" y="790"/>
                  </a:lnTo>
                  <a:lnTo>
                    <a:pt x="263" y="791"/>
                  </a:lnTo>
                  <a:lnTo>
                    <a:pt x="263" y="795"/>
                  </a:lnTo>
                  <a:lnTo>
                    <a:pt x="266" y="796"/>
                  </a:lnTo>
                  <a:lnTo>
                    <a:pt x="267" y="795"/>
                  </a:lnTo>
                  <a:lnTo>
                    <a:pt x="268" y="795"/>
                  </a:lnTo>
                  <a:lnTo>
                    <a:pt x="267" y="797"/>
                  </a:lnTo>
                  <a:lnTo>
                    <a:pt x="267" y="799"/>
                  </a:lnTo>
                  <a:lnTo>
                    <a:pt x="266" y="799"/>
                  </a:lnTo>
                  <a:lnTo>
                    <a:pt x="265" y="800"/>
                  </a:lnTo>
                  <a:lnTo>
                    <a:pt x="267" y="800"/>
                  </a:lnTo>
                  <a:lnTo>
                    <a:pt x="267" y="801"/>
                  </a:lnTo>
                  <a:lnTo>
                    <a:pt x="267" y="804"/>
                  </a:lnTo>
                  <a:lnTo>
                    <a:pt x="268" y="807"/>
                  </a:lnTo>
                  <a:lnTo>
                    <a:pt x="270" y="809"/>
                  </a:lnTo>
                  <a:lnTo>
                    <a:pt x="271" y="812"/>
                  </a:lnTo>
                  <a:lnTo>
                    <a:pt x="275" y="818"/>
                  </a:lnTo>
                  <a:lnTo>
                    <a:pt x="282" y="822"/>
                  </a:lnTo>
                  <a:lnTo>
                    <a:pt x="283" y="824"/>
                  </a:lnTo>
                  <a:lnTo>
                    <a:pt x="283" y="824"/>
                  </a:lnTo>
                  <a:lnTo>
                    <a:pt x="278" y="829"/>
                  </a:lnTo>
                  <a:lnTo>
                    <a:pt x="275" y="830"/>
                  </a:lnTo>
                  <a:lnTo>
                    <a:pt x="274" y="833"/>
                  </a:lnTo>
                  <a:lnTo>
                    <a:pt x="268" y="832"/>
                  </a:lnTo>
                  <a:lnTo>
                    <a:pt x="267" y="829"/>
                  </a:lnTo>
                  <a:lnTo>
                    <a:pt x="262" y="825"/>
                  </a:lnTo>
                  <a:lnTo>
                    <a:pt x="258" y="825"/>
                  </a:lnTo>
                  <a:lnTo>
                    <a:pt x="257" y="829"/>
                  </a:lnTo>
                  <a:lnTo>
                    <a:pt x="259" y="830"/>
                  </a:lnTo>
                  <a:lnTo>
                    <a:pt x="262" y="833"/>
                  </a:lnTo>
                  <a:lnTo>
                    <a:pt x="261" y="837"/>
                  </a:lnTo>
                  <a:lnTo>
                    <a:pt x="257" y="836"/>
                  </a:lnTo>
                  <a:lnTo>
                    <a:pt x="253" y="836"/>
                  </a:lnTo>
                  <a:lnTo>
                    <a:pt x="246" y="832"/>
                  </a:lnTo>
                  <a:lnTo>
                    <a:pt x="241" y="833"/>
                  </a:lnTo>
                  <a:lnTo>
                    <a:pt x="241" y="834"/>
                  </a:lnTo>
                  <a:lnTo>
                    <a:pt x="241" y="834"/>
                  </a:lnTo>
                  <a:lnTo>
                    <a:pt x="233" y="834"/>
                  </a:lnTo>
                  <a:lnTo>
                    <a:pt x="232" y="834"/>
                  </a:lnTo>
                  <a:lnTo>
                    <a:pt x="226" y="836"/>
                  </a:lnTo>
                  <a:lnTo>
                    <a:pt x="222" y="837"/>
                  </a:lnTo>
                  <a:lnTo>
                    <a:pt x="222" y="837"/>
                  </a:lnTo>
                  <a:lnTo>
                    <a:pt x="221" y="836"/>
                  </a:lnTo>
                  <a:lnTo>
                    <a:pt x="216" y="832"/>
                  </a:lnTo>
                  <a:lnTo>
                    <a:pt x="213" y="832"/>
                  </a:lnTo>
                  <a:lnTo>
                    <a:pt x="212" y="833"/>
                  </a:lnTo>
                  <a:lnTo>
                    <a:pt x="211" y="833"/>
                  </a:lnTo>
                  <a:lnTo>
                    <a:pt x="208" y="832"/>
                  </a:lnTo>
                  <a:lnTo>
                    <a:pt x="207" y="833"/>
                  </a:lnTo>
                  <a:lnTo>
                    <a:pt x="205" y="833"/>
                  </a:lnTo>
                  <a:lnTo>
                    <a:pt x="204" y="830"/>
                  </a:lnTo>
                  <a:lnTo>
                    <a:pt x="203" y="830"/>
                  </a:lnTo>
                  <a:lnTo>
                    <a:pt x="203" y="830"/>
                  </a:lnTo>
                  <a:lnTo>
                    <a:pt x="204" y="830"/>
                  </a:lnTo>
                  <a:lnTo>
                    <a:pt x="203" y="828"/>
                  </a:lnTo>
                  <a:lnTo>
                    <a:pt x="204" y="826"/>
                  </a:lnTo>
                  <a:lnTo>
                    <a:pt x="201" y="822"/>
                  </a:lnTo>
                  <a:lnTo>
                    <a:pt x="201" y="817"/>
                  </a:lnTo>
                  <a:lnTo>
                    <a:pt x="200" y="816"/>
                  </a:lnTo>
                  <a:lnTo>
                    <a:pt x="197" y="812"/>
                  </a:lnTo>
                  <a:lnTo>
                    <a:pt x="195" y="812"/>
                  </a:lnTo>
                  <a:lnTo>
                    <a:pt x="193" y="811"/>
                  </a:lnTo>
                  <a:lnTo>
                    <a:pt x="191" y="808"/>
                  </a:lnTo>
                  <a:lnTo>
                    <a:pt x="189" y="808"/>
                  </a:lnTo>
                  <a:lnTo>
                    <a:pt x="188" y="808"/>
                  </a:lnTo>
                  <a:lnTo>
                    <a:pt x="187" y="808"/>
                  </a:lnTo>
                  <a:lnTo>
                    <a:pt x="184" y="804"/>
                  </a:lnTo>
                  <a:lnTo>
                    <a:pt x="183" y="804"/>
                  </a:lnTo>
                  <a:lnTo>
                    <a:pt x="180" y="804"/>
                  </a:lnTo>
                  <a:lnTo>
                    <a:pt x="180" y="803"/>
                  </a:lnTo>
                  <a:lnTo>
                    <a:pt x="178" y="801"/>
                  </a:lnTo>
                  <a:lnTo>
                    <a:pt x="176" y="800"/>
                  </a:lnTo>
                  <a:lnTo>
                    <a:pt x="176" y="799"/>
                  </a:lnTo>
                  <a:lnTo>
                    <a:pt x="174" y="799"/>
                  </a:lnTo>
                  <a:lnTo>
                    <a:pt x="172" y="795"/>
                  </a:lnTo>
                  <a:lnTo>
                    <a:pt x="164" y="790"/>
                  </a:lnTo>
                  <a:lnTo>
                    <a:pt x="162" y="790"/>
                  </a:lnTo>
                  <a:lnTo>
                    <a:pt x="157" y="786"/>
                  </a:lnTo>
                  <a:lnTo>
                    <a:pt x="153" y="787"/>
                  </a:lnTo>
                  <a:lnTo>
                    <a:pt x="150" y="784"/>
                  </a:lnTo>
                  <a:lnTo>
                    <a:pt x="150" y="782"/>
                  </a:lnTo>
                  <a:lnTo>
                    <a:pt x="146" y="779"/>
                  </a:lnTo>
                  <a:lnTo>
                    <a:pt x="145" y="779"/>
                  </a:lnTo>
                  <a:lnTo>
                    <a:pt x="142" y="779"/>
                  </a:lnTo>
                  <a:lnTo>
                    <a:pt x="143" y="778"/>
                  </a:lnTo>
                  <a:lnTo>
                    <a:pt x="146" y="776"/>
                  </a:lnTo>
                  <a:lnTo>
                    <a:pt x="145" y="775"/>
                  </a:lnTo>
                  <a:lnTo>
                    <a:pt x="145" y="774"/>
                  </a:lnTo>
                  <a:lnTo>
                    <a:pt x="147" y="775"/>
                  </a:lnTo>
                  <a:lnTo>
                    <a:pt x="149" y="776"/>
                  </a:lnTo>
                  <a:lnTo>
                    <a:pt x="150" y="776"/>
                  </a:lnTo>
                  <a:lnTo>
                    <a:pt x="153" y="776"/>
                  </a:lnTo>
                  <a:lnTo>
                    <a:pt x="153" y="772"/>
                  </a:lnTo>
                  <a:lnTo>
                    <a:pt x="151" y="772"/>
                  </a:lnTo>
                  <a:lnTo>
                    <a:pt x="151" y="770"/>
                  </a:lnTo>
                  <a:lnTo>
                    <a:pt x="154" y="767"/>
                  </a:lnTo>
                  <a:lnTo>
                    <a:pt x="154" y="766"/>
                  </a:lnTo>
                  <a:lnTo>
                    <a:pt x="155" y="766"/>
                  </a:lnTo>
                  <a:lnTo>
                    <a:pt x="157" y="766"/>
                  </a:lnTo>
                  <a:lnTo>
                    <a:pt x="158" y="765"/>
                  </a:lnTo>
                  <a:lnTo>
                    <a:pt x="159" y="763"/>
                  </a:lnTo>
                  <a:lnTo>
                    <a:pt x="159" y="763"/>
                  </a:lnTo>
                  <a:lnTo>
                    <a:pt x="157" y="762"/>
                  </a:lnTo>
                  <a:lnTo>
                    <a:pt x="157" y="761"/>
                  </a:lnTo>
                  <a:lnTo>
                    <a:pt x="155" y="762"/>
                  </a:lnTo>
                  <a:lnTo>
                    <a:pt x="153" y="761"/>
                  </a:lnTo>
                  <a:lnTo>
                    <a:pt x="151" y="757"/>
                  </a:lnTo>
                  <a:lnTo>
                    <a:pt x="155" y="757"/>
                  </a:lnTo>
                  <a:lnTo>
                    <a:pt x="158" y="757"/>
                  </a:lnTo>
                  <a:lnTo>
                    <a:pt x="160" y="755"/>
                  </a:lnTo>
                  <a:lnTo>
                    <a:pt x="158" y="755"/>
                  </a:lnTo>
                  <a:lnTo>
                    <a:pt x="158" y="754"/>
                  </a:lnTo>
                  <a:lnTo>
                    <a:pt x="159" y="753"/>
                  </a:lnTo>
                  <a:lnTo>
                    <a:pt x="166" y="749"/>
                  </a:lnTo>
                  <a:lnTo>
                    <a:pt x="167" y="747"/>
                  </a:lnTo>
                  <a:lnTo>
                    <a:pt x="166" y="746"/>
                  </a:lnTo>
                  <a:lnTo>
                    <a:pt x="163" y="746"/>
                  </a:lnTo>
                  <a:lnTo>
                    <a:pt x="160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7"/>
                  </a:lnTo>
                  <a:lnTo>
                    <a:pt x="158" y="742"/>
                  </a:lnTo>
                  <a:lnTo>
                    <a:pt x="159" y="742"/>
                  </a:lnTo>
                  <a:lnTo>
                    <a:pt x="162" y="737"/>
                  </a:lnTo>
                  <a:lnTo>
                    <a:pt x="167" y="737"/>
                  </a:lnTo>
                  <a:lnTo>
                    <a:pt x="170" y="736"/>
                  </a:lnTo>
                  <a:lnTo>
                    <a:pt x="170" y="733"/>
                  </a:lnTo>
                  <a:lnTo>
                    <a:pt x="171" y="728"/>
                  </a:lnTo>
                  <a:lnTo>
                    <a:pt x="170" y="725"/>
                  </a:lnTo>
                  <a:lnTo>
                    <a:pt x="167" y="722"/>
                  </a:lnTo>
                  <a:lnTo>
                    <a:pt x="167" y="717"/>
                  </a:lnTo>
                  <a:lnTo>
                    <a:pt x="170" y="717"/>
                  </a:lnTo>
                  <a:lnTo>
                    <a:pt x="172" y="715"/>
                  </a:lnTo>
                  <a:lnTo>
                    <a:pt x="172" y="711"/>
                  </a:lnTo>
                  <a:lnTo>
                    <a:pt x="171" y="711"/>
                  </a:lnTo>
                  <a:lnTo>
                    <a:pt x="170" y="708"/>
                  </a:lnTo>
                  <a:lnTo>
                    <a:pt x="167" y="709"/>
                  </a:lnTo>
                  <a:lnTo>
                    <a:pt x="164" y="708"/>
                  </a:lnTo>
                  <a:lnTo>
                    <a:pt x="160" y="707"/>
                  </a:lnTo>
                  <a:lnTo>
                    <a:pt x="158" y="707"/>
                  </a:lnTo>
                  <a:lnTo>
                    <a:pt x="157" y="705"/>
                  </a:lnTo>
                  <a:lnTo>
                    <a:pt x="153" y="705"/>
                  </a:lnTo>
                  <a:lnTo>
                    <a:pt x="149" y="704"/>
                  </a:lnTo>
                  <a:lnTo>
                    <a:pt x="147" y="707"/>
                  </a:lnTo>
                  <a:lnTo>
                    <a:pt x="146" y="704"/>
                  </a:lnTo>
                  <a:lnTo>
                    <a:pt x="142" y="701"/>
                  </a:lnTo>
                  <a:lnTo>
                    <a:pt x="139" y="696"/>
                  </a:lnTo>
                  <a:lnTo>
                    <a:pt x="138" y="696"/>
                  </a:lnTo>
                  <a:lnTo>
                    <a:pt x="134" y="699"/>
                  </a:lnTo>
                  <a:lnTo>
                    <a:pt x="132" y="699"/>
                  </a:lnTo>
                  <a:lnTo>
                    <a:pt x="129" y="699"/>
                  </a:lnTo>
                  <a:lnTo>
                    <a:pt x="125" y="697"/>
                  </a:lnTo>
                  <a:lnTo>
                    <a:pt x="124" y="700"/>
                  </a:lnTo>
                  <a:lnTo>
                    <a:pt x="118" y="695"/>
                  </a:lnTo>
                  <a:lnTo>
                    <a:pt x="117" y="691"/>
                  </a:lnTo>
                  <a:lnTo>
                    <a:pt x="117" y="688"/>
                  </a:lnTo>
                  <a:lnTo>
                    <a:pt x="114" y="687"/>
                  </a:lnTo>
                  <a:lnTo>
                    <a:pt x="114" y="684"/>
                  </a:lnTo>
                  <a:lnTo>
                    <a:pt x="112" y="683"/>
                  </a:lnTo>
                  <a:lnTo>
                    <a:pt x="105" y="684"/>
                  </a:lnTo>
                  <a:lnTo>
                    <a:pt x="101" y="679"/>
                  </a:lnTo>
                  <a:lnTo>
                    <a:pt x="103" y="676"/>
                  </a:lnTo>
                  <a:lnTo>
                    <a:pt x="100" y="675"/>
                  </a:lnTo>
                  <a:lnTo>
                    <a:pt x="99" y="670"/>
                  </a:lnTo>
                  <a:lnTo>
                    <a:pt x="96" y="670"/>
                  </a:lnTo>
                  <a:lnTo>
                    <a:pt x="93" y="671"/>
                  </a:lnTo>
                  <a:lnTo>
                    <a:pt x="87" y="671"/>
                  </a:lnTo>
                  <a:lnTo>
                    <a:pt x="81" y="668"/>
                  </a:lnTo>
                  <a:lnTo>
                    <a:pt x="79" y="671"/>
                  </a:lnTo>
                  <a:lnTo>
                    <a:pt x="80" y="672"/>
                  </a:lnTo>
                  <a:lnTo>
                    <a:pt x="76" y="674"/>
                  </a:lnTo>
                  <a:lnTo>
                    <a:pt x="75" y="674"/>
                  </a:lnTo>
                  <a:lnTo>
                    <a:pt x="75" y="670"/>
                  </a:lnTo>
                  <a:lnTo>
                    <a:pt x="72" y="667"/>
                  </a:lnTo>
                  <a:lnTo>
                    <a:pt x="72" y="663"/>
                  </a:lnTo>
                  <a:lnTo>
                    <a:pt x="70" y="661"/>
                  </a:lnTo>
                  <a:lnTo>
                    <a:pt x="70" y="657"/>
                  </a:lnTo>
                  <a:lnTo>
                    <a:pt x="71" y="655"/>
                  </a:lnTo>
                  <a:lnTo>
                    <a:pt x="74" y="658"/>
                  </a:lnTo>
                  <a:lnTo>
                    <a:pt x="80" y="657"/>
                  </a:lnTo>
                  <a:lnTo>
                    <a:pt x="81" y="653"/>
                  </a:lnTo>
                  <a:lnTo>
                    <a:pt x="83" y="651"/>
                  </a:lnTo>
                  <a:lnTo>
                    <a:pt x="80" y="650"/>
                  </a:lnTo>
                  <a:lnTo>
                    <a:pt x="80" y="647"/>
                  </a:lnTo>
                  <a:lnTo>
                    <a:pt x="76" y="643"/>
                  </a:lnTo>
                  <a:lnTo>
                    <a:pt x="72" y="642"/>
                  </a:lnTo>
                  <a:lnTo>
                    <a:pt x="71" y="638"/>
                  </a:lnTo>
                  <a:lnTo>
                    <a:pt x="68" y="637"/>
                  </a:lnTo>
                  <a:lnTo>
                    <a:pt x="66" y="633"/>
                  </a:lnTo>
                  <a:lnTo>
                    <a:pt x="64" y="629"/>
                  </a:lnTo>
                  <a:lnTo>
                    <a:pt x="62" y="626"/>
                  </a:lnTo>
                  <a:lnTo>
                    <a:pt x="62" y="622"/>
                  </a:lnTo>
                  <a:lnTo>
                    <a:pt x="59" y="620"/>
                  </a:lnTo>
                  <a:lnTo>
                    <a:pt x="60" y="617"/>
                  </a:lnTo>
                  <a:lnTo>
                    <a:pt x="59" y="615"/>
                  </a:lnTo>
                  <a:lnTo>
                    <a:pt x="54" y="613"/>
                  </a:lnTo>
                  <a:lnTo>
                    <a:pt x="53" y="613"/>
                  </a:lnTo>
                  <a:lnTo>
                    <a:pt x="51" y="611"/>
                  </a:lnTo>
                  <a:lnTo>
                    <a:pt x="47" y="612"/>
                  </a:lnTo>
                  <a:lnTo>
                    <a:pt x="45" y="615"/>
                  </a:lnTo>
                  <a:lnTo>
                    <a:pt x="42" y="611"/>
                  </a:lnTo>
                  <a:lnTo>
                    <a:pt x="39" y="611"/>
                  </a:lnTo>
                  <a:lnTo>
                    <a:pt x="37" y="612"/>
                  </a:lnTo>
                  <a:lnTo>
                    <a:pt x="34" y="608"/>
                  </a:lnTo>
                  <a:lnTo>
                    <a:pt x="31" y="609"/>
                  </a:lnTo>
                  <a:lnTo>
                    <a:pt x="30" y="608"/>
                  </a:lnTo>
                  <a:lnTo>
                    <a:pt x="29" y="608"/>
                  </a:lnTo>
                  <a:lnTo>
                    <a:pt x="29" y="605"/>
                  </a:lnTo>
                  <a:lnTo>
                    <a:pt x="26" y="603"/>
                  </a:lnTo>
                  <a:lnTo>
                    <a:pt x="26" y="599"/>
                  </a:lnTo>
                  <a:lnTo>
                    <a:pt x="25" y="599"/>
                  </a:lnTo>
                  <a:lnTo>
                    <a:pt x="24" y="595"/>
                  </a:lnTo>
                  <a:lnTo>
                    <a:pt x="24" y="593"/>
                  </a:lnTo>
                  <a:lnTo>
                    <a:pt x="24" y="592"/>
                  </a:lnTo>
                  <a:lnTo>
                    <a:pt x="22" y="591"/>
                  </a:lnTo>
                  <a:lnTo>
                    <a:pt x="22" y="590"/>
                  </a:lnTo>
                  <a:lnTo>
                    <a:pt x="22" y="588"/>
                  </a:lnTo>
                  <a:lnTo>
                    <a:pt x="20" y="587"/>
                  </a:lnTo>
                  <a:lnTo>
                    <a:pt x="21" y="584"/>
                  </a:lnTo>
                  <a:lnTo>
                    <a:pt x="21" y="583"/>
                  </a:lnTo>
                  <a:lnTo>
                    <a:pt x="24" y="580"/>
                  </a:lnTo>
                  <a:lnTo>
                    <a:pt x="24" y="579"/>
                  </a:lnTo>
                  <a:lnTo>
                    <a:pt x="17" y="568"/>
                  </a:lnTo>
                  <a:lnTo>
                    <a:pt x="18" y="559"/>
                  </a:lnTo>
                  <a:lnTo>
                    <a:pt x="20" y="559"/>
                  </a:lnTo>
                  <a:lnTo>
                    <a:pt x="21" y="555"/>
                  </a:lnTo>
                  <a:lnTo>
                    <a:pt x="22" y="553"/>
                  </a:lnTo>
                  <a:lnTo>
                    <a:pt x="22" y="553"/>
                  </a:lnTo>
                  <a:lnTo>
                    <a:pt x="22" y="551"/>
                  </a:lnTo>
                  <a:lnTo>
                    <a:pt x="21" y="550"/>
                  </a:lnTo>
                  <a:lnTo>
                    <a:pt x="21" y="550"/>
                  </a:lnTo>
                  <a:lnTo>
                    <a:pt x="22" y="547"/>
                  </a:lnTo>
                  <a:lnTo>
                    <a:pt x="21" y="545"/>
                  </a:lnTo>
                  <a:lnTo>
                    <a:pt x="21" y="543"/>
                  </a:lnTo>
                  <a:lnTo>
                    <a:pt x="22" y="543"/>
                  </a:lnTo>
                  <a:lnTo>
                    <a:pt x="24" y="546"/>
                  </a:lnTo>
                  <a:lnTo>
                    <a:pt x="25" y="545"/>
                  </a:lnTo>
                  <a:lnTo>
                    <a:pt x="25" y="542"/>
                  </a:lnTo>
                  <a:lnTo>
                    <a:pt x="26" y="542"/>
                  </a:lnTo>
                  <a:lnTo>
                    <a:pt x="29" y="543"/>
                  </a:lnTo>
                  <a:lnTo>
                    <a:pt x="31" y="541"/>
                  </a:lnTo>
                  <a:lnTo>
                    <a:pt x="33" y="538"/>
                  </a:lnTo>
                  <a:lnTo>
                    <a:pt x="34" y="538"/>
                  </a:lnTo>
                  <a:lnTo>
                    <a:pt x="37" y="540"/>
                  </a:lnTo>
                  <a:lnTo>
                    <a:pt x="39" y="538"/>
                  </a:lnTo>
                  <a:lnTo>
                    <a:pt x="37" y="534"/>
                  </a:lnTo>
                  <a:lnTo>
                    <a:pt x="35" y="534"/>
                  </a:lnTo>
                  <a:lnTo>
                    <a:pt x="34" y="536"/>
                  </a:lnTo>
                  <a:lnTo>
                    <a:pt x="31" y="536"/>
                  </a:lnTo>
                  <a:lnTo>
                    <a:pt x="30" y="533"/>
                  </a:lnTo>
                  <a:lnTo>
                    <a:pt x="26" y="533"/>
                  </a:lnTo>
                  <a:lnTo>
                    <a:pt x="24" y="529"/>
                  </a:lnTo>
                  <a:lnTo>
                    <a:pt x="25" y="528"/>
                  </a:lnTo>
                  <a:lnTo>
                    <a:pt x="27" y="530"/>
                  </a:lnTo>
                  <a:lnTo>
                    <a:pt x="27" y="528"/>
                  </a:lnTo>
                  <a:lnTo>
                    <a:pt x="26" y="526"/>
                  </a:lnTo>
                  <a:lnTo>
                    <a:pt x="27" y="525"/>
                  </a:lnTo>
                  <a:lnTo>
                    <a:pt x="25" y="525"/>
                  </a:lnTo>
                  <a:lnTo>
                    <a:pt x="25" y="526"/>
                  </a:lnTo>
                  <a:lnTo>
                    <a:pt x="24" y="526"/>
                  </a:lnTo>
                  <a:lnTo>
                    <a:pt x="22" y="528"/>
                  </a:lnTo>
                  <a:lnTo>
                    <a:pt x="22" y="528"/>
                  </a:lnTo>
                  <a:lnTo>
                    <a:pt x="21" y="528"/>
                  </a:lnTo>
                  <a:lnTo>
                    <a:pt x="21" y="528"/>
                  </a:lnTo>
                  <a:lnTo>
                    <a:pt x="21" y="525"/>
                  </a:lnTo>
                  <a:lnTo>
                    <a:pt x="26" y="520"/>
                  </a:lnTo>
                  <a:lnTo>
                    <a:pt x="29" y="518"/>
                  </a:lnTo>
                  <a:lnTo>
                    <a:pt x="33" y="513"/>
                  </a:lnTo>
                  <a:lnTo>
                    <a:pt x="35" y="508"/>
                  </a:lnTo>
                  <a:lnTo>
                    <a:pt x="38" y="501"/>
                  </a:lnTo>
                  <a:lnTo>
                    <a:pt x="43" y="493"/>
                  </a:lnTo>
                  <a:lnTo>
                    <a:pt x="46" y="486"/>
                  </a:lnTo>
                  <a:lnTo>
                    <a:pt x="46" y="482"/>
                  </a:lnTo>
                  <a:lnTo>
                    <a:pt x="41" y="476"/>
                  </a:lnTo>
                  <a:lnTo>
                    <a:pt x="38" y="475"/>
                  </a:lnTo>
                  <a:lnTo>
                    <a:pt x="31" y="467"/>
                  </a:lnTo>
                  <a:lnTo>
                    <a:pt x="33" y="463"/>
                  </a:lnTo>
                  <a:lnTo>
                    <a:pt x="35" y="461"/>
                  </a:lnTo>
                  <a:lnTo>
                    <a:pt x="35" y="457"/>
                  </a:lnTo>
                  <a:lnTo>
                    <a:pt x="31" y="454"/>
                  </a:lnTo>
                  <a:lnTo>
                    <a:pt x="30" y="451"/>
                  </a:lnTo>
                  <a:lnTo>
                    <a:pt x="30" y="447"/>
                  </a:lnTo>
                  <a:lnTo>
                    <a:pt x="30" y="446"/>
                  </a:lnTo>
                  <a:lnTo>
                    <a:pt x="30" y="445"/>
                  </a:lnTo>
                  <a:lnTo>
                    <a:pt x="26" y="443"/>
                  </a:lnTo>
                  <a:lnTo>
                    <a:pt x="25" y="442"/>
                  </a:lnTo>
                  <a:lnTo>
                    <a:pt x="25" y="438"/>
                  </a:lnTo>
                  <a:lnTo>
                    <a:pt x="27" y="436"/>
                  </a:lnTo>
                  <a:lnTo>
                    <a:pt x="25" y="436"/>
                  </a:lnTo>
                  <a:lnTo>
                    <a:pt x="25" y="433"/>
                  </a:lnTo>
                  <a:lnTo>
                    <a:pt x="25" y="425"/>
                  </a:lnTo>
                  <a:lnTo>
                    <a:pt x="27" y="425"/>
                  </a:lnTo>
                  <a:lnTo>
                    <a:pt x="22" y="412"/>
                  </a:lnTo>
                  <a:lnTo>
                    <a:pt x="17" y="404"/>
                  </a:lnTo>
                  <a:lnTo>
                    <a:pt x="16" y="400"/>
                  </a:lnTo>
                  <a:lnTo>
                    <a:pt x="13" y="397"/>
                  </a:lnTo>
                  <a:lnTo>
                    <a:pt x="16" y="392"/>
                  </a:lnTo>
                  <a:lnTo>
                    <a:pt x="17" y="388"/>
                  </a:lnTo>
                  <a:lnTo>
                    <a:pt x="18" y="384"/>
                  </a:lnTo>
                  <a:lnTo>
                    <a:pt x="17" y="383"/>
                  </a:lnTo>
                  <a:lnTo>
                    <a:pt x="12" y="379"/>
                  </a:lnTo>
                  <a:lnTo>
                    <a:pt x="10" y="378"/>
                  </a:lnTo>
                  <a:lnTo>
                    <a:pt x="9" y="375"/>
                  </a:lnTo>
                  <a:lnTo>
                    <a:pt x="6" y="372"/>
                  </a:lnTo>
                  <a:lnTo>
                    <a:pt x="4" y="372"/>
                  </a:lnTo>
                  <a:lnTo>
                    <a:pt x="2" y="367"/>
                  </a:lnTo>
                  <a:lnTo>
                    <a:pt x="1" y="365"/>
                  </a:lnTo>
                  <a:lnTo>
                    <a:pt x="1" y="361"/>
                  </a:lnTo>
                  <a:lnTo>
                    <a:pt x="2" y="358"/>
                  </a:lnTo>
                  <a:lnTo>
                    <a:pt x="0" y="358"/>
                  </a:lnTo>
                  <a:lnTo>
                    <a:pt x="2" y="357"/>
                  </a:lnTo>
                  <a:lnTo>
                    <a:pt x="5" y="355"/>
                  </a:lnTo>
                  <a:lnTo>
                    <a:pt x="5" y="355"/>
                  </a:lnTo>
                  <a:lnTo>
                    <a:pt x="6" y="354"/>
                  </a:lnTo>
                  <a:lnTo>
                    <a:pt x="6" y="350"/>
                  </a:lnTo>
                  <a:lnTo>
                    <a:pt x="9" y="347"/>
                  </a:lnTo>
                  <a:lnTo>
                    <a:pt x="13" y="347"/>
                  </a:lnTo>
                  <a:lnTo>
                    <a:pt x="14" y="345"/>
                  </a:lnTo>
                  <a:lnTo>
                    <a:pt x="14" y="341"/>
                  </a:lnTo>
                  <a:lnTo>
                    <a:pt x="16" y="341"/>
                  </a:lnTo>
                  <a:lnTo>
                    <a:pt x="18" y="342"/>
                  </a:lnTo>
                  <a:lnTo>
                    <a:pt x="20" y="340"/>
                  </a:lnTo>
                  <a:lnTo>
                    <a:pt x="20" y="337"/>
                  </a:lnTo>
                  <a:lnTo>
                    <a:pt x="20" y="337"/>
                  </a:lnTo>
                  <a:lnTo>
                    <a:pt x="22" y="338"/>
                  </a:lnTo>
                  <a:lnTo>
                    <a:pt x="24" y="338"/>
                  </a:lnTo>
                  <a:lnTo>
                    <a:pt x="24" y="341"/>
                  </a:lnTo>
                  <a:lnTo>
                    <a:pt x="25" y="342"/>
                  </a:lnTo>
                  <a:lnTo>
                    <a:pt x="25" y="340"/>
                  </a:lnTo>
                  <a:lnTo>
                    <a:pt x="26" y="338"/>
                  </a:lnTo>
                  <a:lnTo>
                    <a:pt x="27" y="338"/>
                  </a:lnTo>
                  <a:lnTo>
                    <a:pt x="29" y="338"/>
                  </a:lnTo>
                  <a:lnTo>
                    <a:pt x="26" y="336"/>
                  </a:lnTo>
                  <a:lnTo>
                    <a:pt x="26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4"/>
                  </a:lnTo>
                  <a:lnTo>
                    <a:pt x="29" y="334"/>
                  </a:lnTo>
                  <a:lnTo>
                    <a:pt x="27" y="333"/>
                  </a:lnTo>
                  <a:lnTo>
                    <a:pt x="27" y="332"/>
                  </a:lnTo>
                  <a:lnTo>
                    <a:pt x="30" y="332"/>
                  </a:lnTo>
                  <a:lnTo>
                    <a:pt x="33" y="333"/>
                  </a:lnTo>
                  <a:lnTo>
                    <a:pt x="34" y="336"/>
                  </a:lnTo>
                  <a:lnTo>
                    <a:pt x="35" y="336"/>
                  </a:lnTo>
                  <a:lnTo>
                    <a:pt x="37" y="336"/>
                  </a:lnTo>
                  <a:lnTo>
                    <a:pt x="38" y="336"/>
                  </a:lnTo>
                  <a:lnTo>
                    <a:pt x="38" y="337"/>
                  </a:lnTo>
                  <a:lnTo>
                    <a:pt x="39" y="338"/>
                  </a:lnTo>
                  <a:lnTo>
                    <a:pt x="41" y="340"/>
                  </a:lnTo>
                  <a:lnTo>
                    <a:pt x="38" y="341"/>
                  </a:lnTo>
                  <a:lnTo>
                    <a:pt x="37" y="340"/>
                  </a:lnTo>
                  <a:lnTo>
                    <a:pt x="34" y="341"/>
                  </a:lnTo>
                  <a:lnTo>
                    <a:pt x="31" y="338"/>
                  </a:lnTo>
                  <a:lnTo>
                    <a:pt x="31" y="337"/>
                  </a:lnTo>
                  <a:lnTo>
                    <a:pt x="30" y="338"/>
                  </a:lnTo>
                  <a:lnTo>
                    <a:pt x="30" y="341"/>
                  </a:lnTo>
                  <a:lnTo>
                    <a:pt x="31" y="343"/>
                  </a:lnTo>
                  <a:lnTo>
                    <a:pt x="33" y="342"/>
                  </a:lnTo>
                  <a:lnTo>
                    <a:pt x="34" y="342"/>
                  </a:lnTo>
                  <a:lnTo>
                    <a:pt x="34" y="345"/>
                  </a:lnTo>
                  <a:lnTo>
                    <a:pt x="35" y="343"/>
                  </a:lnTo>
                  <a:lnTo>
                    <a:pt x="38" y="343"/>
                  </a:lnTo>
                  <a:lnTo>
                    <a:pt x="38" y="345"/>
                  </a:lnTo>
                  <a:lnTo>
                    <a:pt x="39" y="345"/>
                  </a:lnTo>
                  <a:lnTo>
                    <a:pt x="39" y="343"/>
                  </a:lnTo>
                  <a:lnTo>
                    <a:pt x="41" y="345"/>
                  </a:lnTo>
                  <a:lnTo>
                    <a:pt x="41" y="345"/>
                  </a:lnTo>
                  <a:lnTo>
                    <a:pt x="41" y="346"/>
                  </a:lnTo>
                  <a:lnTo>
                    <a:pt x="42" y="345"/>
                  </a:lnTo>
                  <a:lnTo>
                    <a:pt x="43" y="343"/>
                  </a:lnTo>
                  <a:lnTo>
                    <a:pt x="45" y="343"/>
                  </a:lnTo>
                  <a:lnTo>
                    <a:pt x="43" y="345"/>
                  </a:lnTo>
                  <a:lnTo>
                    <a:pt x="43" y="346"/>
                  </a:lnTo>
                  <a:lnTo>
                    <a:pt x="45" y="346"/>
                  </a:lnTo>
                  <a:lnTo>
                    <a:pt x="46" y="347"/>
                  </a:lnTo>
                  <a:lnTo>
                    <a:pt x="45" y="347"/>
                  </a:lnTo>
                  <a:lnTo>
                    <a:pt x="43" y="350"/>
                  </a:lnTo>
                  <a:lnTo>
                    <a:pt x="46" y="350"/>
                  </a:lnTo>
                  <a:lnTo>
                    <a:pt x="47" y="347"/>
                  </a:lnTo>
                  <a:lnTo>
                    <a:pt x="46" y="345"/>
                  </a:lnTo>
                  <a:lnTo>
                    <a:pt x="47" y="345"/>
                  </a:lnTo>
                  <a:lnTo>
                    <a:pt x="50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0" y="342"/>
                  </a:lnTo>
                  <a:lnTo>
                    <a:pt x="50" y="342"/>
                  </a:lnTo>
                  <a:lnTo>
                    <a:pt x="53" y="343"/>
                  </a:lnTo>
                  <a:lnTo>
                    <a:pt x="54" y="345"/>
                  </a:lnTo>
                  <a:lnTo>
                    <a:pt x="58" y="345"/>
                  </a:lnTo>
                  <a:lnTo>
                    <a:pt x="60" y="346"/>
                  </a:lnTo>
                  <a:lnTo>
                    <a:pt x="62" y="345"/>
                  </a:lnTo>
                  <a:lnTo>
                    <a:pt x="62" y="343"/>
                  </a:lnTo>
                  <a:lnTo>
                    <a:pt x="64" y="345"/>
                  </a:lnTo>
                  <a:lnTo>
                    <a:pt x="67" y="346"/>
                  </a:lnTo>
                  <a:lnTo>
                    <a:pt x="67" y="345"/>
                  </a:lnTo>
                  <a:lnTo>
                    <a:pt x="70" y="346"/>
                  </a:lnTo>
                  <a:lnTo>
                    <a:pt x="81" y="353"/>
                  </a:lnTo>
                  <a:lnTo>
                    <a:pt x="91" y="358"/>
                  </a:lnTo>
                  <a:lnTo>
                    <a:pt x="92" y="361"/>
                  </a:lnTo>
                  <a:lnTo>
                    <a:pt x="95" y="361"/>
                  </a:lnTo>
                  <a:lnTo>
                    <a:pt x="97" y="365"/>
                  </a:lnTo>
                  <a:lnTo>
                    <a:pt x="99" y="366"/>
                  </a:lnTo>
                  <a:lnTo>
                    <a:pt x="99" y="365"/>
                  </a:lnTo>
                  <a:lnTo>
                    <a:pt x="99" y="363"/>
                  </a:lnTo>
                  <a:lnTo>
                    <a:pt x="100" y="363"/>
                  </a:lnTo>
                  <a:lnTo>
                    <a:pt x="103" y="366"/>
                  </a:lnTo>
                  <a:lnTo>
                    <a:pt x="105" y="366"/>
                  </a:lnTo>
                  <a:lnTo>
                    <a:pt x="108" y="368"/>
                  </a:lnTo>
                  <a:lnTo>
                    <a:pt x="109" y="368"/>
                  </a:lnTo>
                  <a:lnTo>
                    <a:pt x="108" y="366"/>
                  </a:lnTo>
                  <a:lnTo>
                    <a:pt x="106" y="365"/>
                  </a:lnTo>
                  <a:lnTo>
                    <a:pt x="108" y="365"/>
                  </a:lnTo>
                  <a:lnTo>
                    <a:pt x="110" y="367"/>
                  </a:lnTo>
                  <a:lnTo>
                    <a:pt x="110" y="370"/>
                  </a:lnTo>
                  <a:lnTo>
                    <a:pt x="116" y="372"/>
                  </a:lnTo>
                  <a:lnTo>
                    <a:pt x="116" y="374"/>
                  </a:lnTo>
                  <a:lnTo>
                    <a:pt x="118" y="375"/>
                  </a:lnTo>
                  <a:lnTo>
                    <a:pt x="118" y="374"/>
                  </a:lnTo>
                  <a:lnTo>
                    <a:pt x="121" y="375"/>
                  </a:lnTo>
                  <a:lnTo>
                    <a:pt x="122" y="378"/>
                  </a:lnTo>
                  <a:lnTo>
                    <a:pt x="124" y="380"/>
                  </a:lnTo>
                  <a:lnTo>
                    <a:pt x="125" y="382"/>
                  </a:lnTo>
                  <a:lnTo>
                    <a:pt x="128" y="384"/>
                  </a:lnTo>
                  <a:lnTo>
                    <a:pt x="128" y="384"/>
                  </a:lnTo>
                  <a:lnTo>
                    <a:pt x="129" y="384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9" y="393"/>
                  </a:lnTo>
                  <a:lnTo>
                    <a:pt x="128" y="396"/>
                  </a:lnTo>
                  <a:lnTo>
                    <a:pt x="128" y="397"/>
                  </a:lnTo>
                  <a:lnTo>
                    <a:pt x="125" y="400"/>
                  </a:lnTo>
                  <a:lnTo>
                    <a:pt x="125" y="403"/>
                  </a:lnTo>
                  <a:lnTo>
                    <a:pt x="120" y="408"/>
                  </a:lnTo>
                  <a:lnTo>
                    <a:pt x="117" y="411"/>
                  </a:lnTo>
                  <a:lnTo>
                    <a:pt x="113" y="411"/>
                  </a:lnTo>
                  <a:lnTo>
                    <a:pt x="112" y="412"/>
                  </a:lnTo>
                  <a:lnTo>
                    <a:pt x="108" y="412"/>
                  </a:lnTo>
                  <a:lnTo>
                    <a:pt x="106" y="413"/>
                  </a:lnTo>
                  <a:lnTo>
                    <a:pt x="101" y="413"/>
                  </a:lnTo>
                  <a:lnTo>
                    <a:pt x="95" y="413"/>
                  </a:lnTo>
                  <a:lnTo>
                    <a:pt x="91" y="412"/>
                  </a:lnTo>
                  <a:lnTo>
                    <a:pt x="88" y="411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1" y="411"/>
                  </a:lnTo>
                  <a:lnTo>
                    <a:pt x="80" y="409"/>
                  </a:lnTo>
                  <a:lnTo>
                    <a:pt x="79" y="409"/>
                  </a:lnTo>
                  <a:lnTo>
                    <a:pt x="78" y="411"/>
                  </a:lnTo>
                  <a:lnTo>
                    <a:pt x="74" y="408"/>
                  </a:lnTo>
                  <a:lnTo>
                    <a:pt x="74" y="405"/>
                  </a:lnTo>
                  <a:lnTo>
                    <a:pt x="72" y="407"/>
                  </a:lnTo>
                  <a:lnTo>
                    <a:pt x="70" y="407"/>
                  </a:lnTo>
                  <a:lnTo>
                    <a:pt x="71" y="405"/>
                  </a:lnTo>
                  <a:lnTo>
                    <a:pt x="67" y="405"/>
                  </a:lnTo>
                  <a:lnTo>
                    <a:pt x="66" y="407"/>
                  </a:lnTo>
                  <a:lnTo>
                    <a:pt x="63" y="407"/>
                  </a:lnTo>
                  <a:lnTo>
                    <a:pt x="63" y="405"/>
                  </a:lnTo>
                  <a:lnTo>
                    <a:pt x="63" y="404"/>
                  </a:lnTo>
                  <a:lnTo>
                    <a:pt x="64" y="404"/>
                  </a:lnTo>
                  <a:lnTo>
                    <a:pt x="63" y="401"/>
                  </a:lnTo>
                  <a:lnTo>
                    <a:pt x="62" y="403"/>
                  </a:lnTo>
                  <a:lnTo>
                    <a:pt x="58" y="403"/>
                  </a:lnTo>
                  <a:lnTo>
                    <a:pt x="56" y="401"/>
                  </a:lnTo>
                  <a:lnTo>
                    <a:pt x="55" y="401"/>
                  </a:lnTo>
                  <a:lnTo>
                    <a:pt x="54" y="401"/>
                  </a:lnTo>
                  <a:lnTo>
                    <a:pt x="49" y="397"/>
                  </a:lnTo>
                  <a:lnTo>
                    <a:pt x="49" y="395"/>
                  </a:lnTo>
                  <a:lnTo>
                    <a:pt x="45" y="395"/>
                  </a:lnTo>
                  <a:lnTo>
                    <a:pt x="45" y="395"/>
                  </a:lnTo>
                  <a:lnTo>
                    <a:pt x="42" y="395"/>
                  </a:lnTo>
                  <a:lnTo>
                    <a:pt x="42" y="395"/>
                  </a:lnTo>
                  <a:lnTo>
                    <a:pt x="45" y="396"/>
                  </a:lnTo>
                  <a:lnTo>
                    <a:pt x="45" y="400"/>
                  </a:lnTo>
                  <a:lnTo>
                    <a:pt x="47" y="401"/>
                  </a:lnTo>
                  <a:lnTo>
                    <a:pt x="49" y="404"/>
                  </a:lnTo>
                  <a:lnTo>
                    <a:pt x="53" y="404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49" y="408"/>
                  </a:lnTo>
                  <a:lnTo>
                    <a:pt x="50" y="408"/>
                  </a:lnTo>
                  <a:lnTo>
                    <a:pt x="54" y="408"/>
                  </a:lnTo>
                  <a:lnTo>
                    <a:pt x="55" y="407"/>
                  </a:lnTo>
                  <a:lnTo>
                    <a:pt x="56" y="408"/>
                  </a:lnTo>
                  <a:lnTo>
                    <a:pt x="55" y="408"/>
                  </a:lnTo>
                  <a:lnTo>
                    <a:pt x="55" y="409"/>
                  </a:lnTo>
                  <a:lnTo>
                    <a:pt x="58" y="409"/>
                  </a:lnTo>
                  <a:lnTo>
                    <a:pt x="56" y="411"/>
                  </a:lnTo>
                  <a:lnTo>
                    <a:pt x="55" y="412"/>
                  </a:lnTo>
                  <a:lnTo>
                    <a:pt x="54" y="413"/>
                  </a:lnTo>
                  <a:lnTo>
                    <a:pt x="56" y="413"/>
                  </a:lnTo>
                  <a:lnTo>
                    <a:pt x="58" y="412"/>
                  </a:lnTo>
                  <a:lnTo>
                    <a:pt x="59" y="412"/>
                  </a:lnTo>
                  <a:lnTo>
                    <a:pt x="60" y="413"/>
                  </a:lnTo>
                  <a:lnTo>
                    <a:pt x="62" y="413"/>
                  </a:lnTo>
                  <a:lnTo>
                    <a:pt x="67" y="415"/>
                  </a:lnTo>
                  <a:lnTo>
                    <a:pt x="70" y="418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0" y="422"/>
                  </a:lnTo>
                  <a:lnTo>
                    <a:pt x="71" y="422"/>
                  </a:lnTo>
                  <a:lnTo>
                    <a:pt x="71" y="425"/>
                  </a:lnTo>
                  <a:lnTo>
                    <a:pt x="71" y="428"/>
                  </a:lnTo>
                  <a:lnTo>
                    <a:pt x="70" y="429"/>
                  </a:lnTo>
                  <a:lnTo>
                    <a:pt x="68" y="430"/>
                  </a:lnTo>
                  <a:lnTo>
                    <a:pt x="71" y="432"/>
                  </a:lnTo>
                  <a:lnTo>
                    <a:pt x="71" y="434"/>
                  </a:lnTo>
                  <a:lnTo>
                    <a:pt x="74" y="437"/>
                  </a:lnTo>
                  <a:lnTo>
                    <a:pt x="74" y="440"/>
                  </a:lnTo>
                  <a:lnTo>
                    <a:pt x="76" y="441"/>
                  </a:lnTo>
                  <a:lnTo>
                    <a:pt x="76" y="443"/>
                  </a:lnTo>
                  <a:lnTo>
                    <a:pt x="76" y="446"/>
                  </a:lnTo>
                  <a:lnTo>
                    <a:pt x="76" y="447"/>
                  </a:lnTo>
                  <a:lnTo>
                    <a:pt x="76" y="449"/>
                  </a:lnTo>
                  <a:lnTo>
                    <a:pt x="78" y="451"/>
                  </a:lnTo>
                  <a:lnTo>
                    <a:pt x="83" y="453"/>
                  </a:lnTo>
                  <a:lnTo>
                    <a:pt x="84" y="451"/>
                  </a:lnTo>
                  <a:lnTo>
                    <a:pt x="85" y="451"/>
                  </a:lnTo>
                  <a:lnTo>
                    <a:pt x="87" y="453"/>
                  </a:lnTo>
                  <a:lnTo>
                    <a:pt x="89" y="454"/>
                  </a:lnTo>
                  <a:lnTo>
                    <a:pt x="89" y="458"/>
                  </a:lnTo>
                  <a:lnTo>
                    <a:pt x="91" y="458"/>
                  </a:lnTo>
                  <a:lnTo>
                    <a:pt x="95" y="458"/>
                  </a:lnTo>
                  <a:lnTo>
                    <a:pt x="96" y="459"/>
                  </a:lnTo>
                  <a:lnTo>
                    <a:pt x="100" y="459"/>
                  </a:lnTo>
                  <a:lnTo>
                    <a:pt x="101" y="462"/>
                  </a:lnTo>
                  <a:lnTo>
                    <a:pt x="103" y="462"/>
                  </a:lnTo>
                  <a:lnTo>
                    <a:pt x="105" y="459"/>
                  </a:lnTo>
                  <a:lnTo>
                    <a:pt x="108" y="459"/>
                  </a:lnTo>
                  <a:lnTo>
                    <a:pt x="109" y="458"/>
                  </a:lnTo>
                  <a:lnTo>
                    <a:pt x="109" y="454"/>
                  </a:lnTo>
                  <a:lnTo>
                    <a:pt x="106" y="453"/>
                  </a:lnTo>
                  <a:lnTo>
                    <a:pt x="108" y="451"/>
                  </a:lnTo>
                  <a:lnTo>
                    <a:pt x="108" y="451"/>
                  </a:lnTo>
                  <a:lnTo>
                    <a:pt x="105" y="450"/>
                  </a:lnTo>
                  <a:lnTo>
                    <a:pt x="105" y="447"/>
                  </a:lnTo>
                  <a:lnTo>
                    <a:pt x="103" y="449"/>
                  </a:lnTo>
                  <a:lnTo>
                    <a:pt x="101" y="449"/>
                  </a:lnTo>
                  <a:lnTo>
                    <a:pt x="100" y="450"/>
                  </a:lnTo>
                  <a:lnTo>
                    <a:pt x="96" y="449"/>
                  </a:lnTo>
                  <a:lnTo>
                    <a:pt x="95" y="446"/>
                  </a:lnTo>
                  <a:lnTo>
                    <a:pt x="91" y="445"/>
                  </a:lnTo>
                  <a:lnTo>
                    <a:pt x="91" y="442"/>
                  </a:lnTo>
                  <a:lnTo>
                    <a:pt x="89" y="438"/>
                  </a:lnTo>
                  <a:lnTo>
                    <a:pt x="91" y="438"/>
                  </a:lnTo>
                  <a:lnTo>
                    <a:pt x="93" y="437"/>
                  </a:lnTo>
                  <a:lnTo>
                    <a:pt x="92" y="436"/>
                  </a:lnTo>
                  <a:lnTo>
                    <a:pt x="92" y="434"/>
                  </a:lnTo>
                  <a:lnTo>
                    <a:pt x="92" y="433"/>
                  </a:lnTo>
                  <a:lnTo>
                    <a:pt x="92" y="432"/>
                  </a:lnTo>
                  <a:lnTo>
                    <a:pt x="95" y="432"/>
                  </a:lnTo>
                  <a:lnTo>
                    <a:pt x="97" y="433"/>
                  </a:lnTo>
                  <a:lnTo>
                    <a:pt x="101" y="434"/>
                  </a:lnTo>
                  <a:lnTo>
                    <a:pt x="103" y="437"/>
                  </a:lnTo>
                  <a:lnTo>
                    <a:pt x="105" y="438"/>
                  </a:lnTo>
                  <a:lnTo>
                    <a:pt x="109" y="438"/>
                  </a:lnTo>
                  <a:lnTo>
                    <a:pt x="109" y="440"/>
                  </a:lnTo>
                  <a:lnTo>
                    <a:pt x="112" y="441"/>
                  </a:lnTo>
                  <a:lnTo>
                    <a:pt x="120" y="443"/>
                  </a:lnTo>
                  <a:lnTo>
                    <a:pt x="122" y="447"/>
                  </a:lnTo>
                  <a:lnTo>
                    <a:pt x="124" y="445"/>
                  </a:lnTo>
                  <a:lnTo>
                    <a:pt x="126" y="443"/>
                  </a:lnTo>
                  <a:lnTo>
                    <a:pt x="126" y="441"/>
                  </a:lnTo>
                  <a:lnTo>
                    <a:pt x="128" y="441"/>
                  </a:lnTo>
                  <a:lnTo>
                    <a:pt x="130" y="438"/>
                  </a:lnTo>
                  <a:lnTo>
                    <a:pt x="126" y="434"/>
                  </a:lnTo>
                  <a:lnTo>
                    <a:pt x="121" y="429"/>
                  </a:lnTo>
                  <a:lnTo>
                    <a:pt x="120" y="425"/>
                  </a:lnTo>
                  <a:lnTo>
                    <a:pt x="121" y="422"/>
                  </a:lnTo>
                  <a:lnTo>
                    <a:pt x="124" y="420"/>
                  </a:lnTo>
                  <a:lnTo>
                    <a:pt x="126" y="417"/>
                  </a:lnTo>
                  <a:lnTo>
                    <a:pt x="128" y="413"/>
                  </a:lnTo>
                  <a:lnTo>
                    <a:pt x="129" y="412"/>
                  </a:lnTo>
                  <a:lnTo>
                    <a:pt x="132" y="412"/>
                  </a:lnTo>
                  <a:lnTo>
                    <a:pt x="135" y="408"/>
                  </a:lnTo>
                  <a:lnTo>
                    <a:pt x="138" y="403"/>
                  </a:lnTo>
                  <a:lnTo>
                    <a:pt x="139" y="401"/>
                  </a:lnTo>
                  <a:lnTo>
                    <a:pt x="143" y="401"/>
                  </a:lnTo>
                  <a:lnTo>
                    <a:pt x="145" y="404"/>
                  </a:lnTo>
                  <a:lnTo>
                    <a:pt x="149" y="403"/>
                  </a:lnTo>
                  <a:lnTo>
                    <a:pt x="153" y="404"/>
                  </a:lnTo>
                  <a:lnTo>
                    <a:pt x="154" y="405"/>
                  </a:lnTo>
                  <a:lnTo>
                    <a:pt x="153" y="408"/>
                  </a:lnTo>
                  <a:lnTo>
                    <a:pt x="157" y="405"/>
                  </a:lnTo>
                  <a:lnTo>
                    <a:pt x="159" y="407"/>
                  </a:lnTo>
                  <a:lnTo>
                    <a:pt x="159" y="411"/>
                  </a:lnTo>
                  <a:lnTo>
                    <a:pt x="162" y="412"/>
                  </a:lnTo>
                  <a:lnTo>
                    <a:pt x="160" y="407"/>
                  </a:lnTo>
                  <a:lnTo>
                    <a:pt x="159" y="404"/>
                  </a:lnTo>
                  <a:lnTo>
                    <a:pt x="160" y="403"/>
                  </a:lnTo>
                  <a:lnTo>
                    <a:pt x="160" y="397"/>
                  </a:lnTo>
                  <a:lnTo>
                    <a:pt x="160" y="396"/>
                  </a:lnTo>
                  <a:lnTo>
                    <a:pt x="160" y="395"/>
                  </a:lnTo>
                  <a:lnTo>
                    <a:pt x="160" y="393"/>
                  </a:lnTo>
                  <a:lnTo>
                    <a:pt x="160" y="392"/>
                  </a:lnTo>
                  <a:lnTo>
                    <a:pt x="160" y="391"/>
                  </a:lnTo>
                  <a:lnTo>
                    <a:pt x="160" y="390"/>
                  </a:lnTo>
                  <a:lnTo>
                    <a:pt x="159" y="388"/>
                  </a:lnTo>
                  <a:lnTo>
                    <a:pt x="157" y="386"/>
                  </a:lnTo>
                  <a:lnTo>
                    <a:pt x="153" y="387"/>
                  </a:lnTo>
                  <a:lnTo>
                    <a:pt x="151" y="383"/>
                  </a:lnTo>
                  <a:lnTo>
                    <a:pt x="153" y="380"/>
                  </a:lnTo>
                  <a:lnTo>
                    <a:pt x="153" y="375"/>
                  </a:lnTo>
                  <a:lnTo>
                    <a:pt x="154" y="374"/>
                  </a:lnTo>
                  <a:lnTo>
                    <a:pt x="153" y="372"/>
                  </a:lnTo>
                  <a:lnTo>
                    <a:pt x="153" y="370"/>
                  </a:lnTo>
                  <a:lnTo>
                    <a:pt x="154" y="370"/>
                  </a:lnTo>
                  <a:lnTo>
                    <a:pt x="153" y="368"/>
                  </a:lnTo>
                  <a:lnTo>
                    <a:pt x="153" y="366"/>
                  </a:lnTo>
                  <a:lnTo>
                    <a:pt x="151" y="361"/>
                  </a:lnTo>
                  <a:lnTo>
                    <a:pt x="147" y="358"/>
                  </a:lnTo>
                  <a:lnTo>
                    <a:pt x="142" y="353"/>
                  </a:lnTo>
                  <a:lnTo>
                    <a:pt x="142" y="351"/>
                  </a:lnTo>
                  <a:lnTo>
                    <a:pt x="145" y="351"/>
                  </a:lnTo>
                  <a:lnTo>
                    <a:pt x="149" y="355"/>
                  </a:lnTo>
                  <a:lnTo>
                    <a:pt x="151" y="355"/>
                  </a:lnTo>
                  <a:lnTo>
                    <a:pt x="154" y="354"/>
                  </a:lnTo>
                  <a:lnTo>
                    <a:pt x="158" y="354"/>
                  </a:lnTo>
                  <a:lnTo>
                    <a:pt x="164" y="354"/>
                  </a:lnTo>
                  <a:lnTo>
                    <a:pt x="167" y="357"/>
                  </a:lnTo>
                  <a:lnTo>
                    <a:pt x="167" y="358"/>
                  </a:lnTo>
                  <a:lnTo>
                    <a:pt x="170" y="361"/>
                  </a:lnTo>
                  <a:lnTo>
                    <a:pt x="172" y="362"/>
                  </a:lnTo>
                  <a:lnTo>
                    <a:pt x="174" y="363"/>
                  </a:lnTo>
                  <a:lnTo>
                    <a:pt x="176" y="367"/>
                  </a:lnTo>
                  <a:lnTo>
                    <a:pt x="176" y="370"/>
                  </a:lnTo>
                  <a:lnTo>
                    <a:pt x="172" y="370"/>
                  </a:lnTo>
                  <a:lnTo>
                    <a:pt x="171" y="371"/>
                  </a:lnTo>
                  <a:lnTo>
                    <a:pt x="167" y="371"/>
                  </a:lnTo>
                  <a:lnTo>
                    <a:pt x="166" y="372"/>
                  </a:lnTo>
                  <a:lnTo>
                    <a:pt x="166" y="374"/>
                  </a:lnTo>
                  <a:lnTo>
                    <a:pt x="166" y="375"/>
                  </a:lnTo>
                  <a:lnTo>
                    <a:pt x="164" y="375"/>
                  </a:lnTo>
                  <a:lnTo>
                    <a:pt x="163" y="376"/>
                  </a:lnTo>
                  <a:lnTo>
                    <a:pt x="163" y="379"/>
                  </a:lnTo>
                  <a:lnTo>
                    <a:pt x="164" y="380"/>
                  </a:lnTo>
                  <a:lnTo>
                    <a:pt x="170" y="384"/>
                  </a:lnTo>
                  <a:lnTo>
                    <a:pt x="175" y="391"/>
                  </a:lnTo>
                  <a:lnTo>
                    <a:pt x="176" y="391"/>
                  </a:lnTo>
                  <a:lnTo>
                    <a:pt x="180" y="388"/>
                  </a:lnTo>
                  <a:lnTo>
                    <a:pt x="182" y="391"/>
                  </a:lnTo>
                  <a:lnTo>
                    <a:pt x="183" y="390"/>
                  </a:lnTo>
                  <a:lnTo>
                    <a:pt x="184" y="390"/>
                  </a:lnTo>
                  <a:lnTo>
                    <a:pt x="186" y="388"/>
                  </a:lnTo>
                  <a:lnTo>
                    <a:pt x="189" y="387"/>
                  </a:lnTo>
                  <a:lnTo>
                    <a:pt x="191" y="384"/>
                  </a:lnTo>
                  <a:lnTo>
                    <a:pt x="189" y="380"/>
                  </a:lnTo>
                  <a:lnTo>
                    <a:pt x="191" y="378"/>
                  </a:lnTo>
                  <a:lnTo>
                    <a:pt x="191" y="375"/>
                  </a:lnTo>
                  <a:lnTo>
                    <a:pt x="189" y="374"/>
                  </a:lnTo>
                  <a:lnTo>
                    <a:pt x="191" y="372"/>
                  </a:lnTo>
                  <a:lnTo>
                    <a:pt x="196" y="371"/>
                  </a:lnTo>
                  <a:lnTo>
                    <a:pt x="197" y="370"/>
                  </a:lnTo>
                  <a:lnTo>
                    <a:pt x="201" y="371"/>
                  </a:lnTo>
                  <a:lnTo>
                    <a:pt x="201" y="370"/>
                  </a:lnTo>
                  <a:lnTo>
                    <a:pt x="197" y="367"/>
                  </a:lnTo>
                  <a:lnTo>
                    <a:pt x="197" y="366"/>
                  </a:lnTo>
                  <a:lnTo>
                    <a:pt x="197" y="366"/>
                  </a:lnTo>
                  <a:lnTo>
                    <a:pt x="200" y="367"/>
                  </a:lnTo>
                  <a:lnTo>
                    <a:pt x="201" y="366"/>
                  </a:lnTo>
                  <a:lnTo>
                    <a:pt x="207" y="361"/>
                  </a:lnTo>
                  <a:lnTo>
                    <a:pt x="208" y="361"/>
                  </a:lnTo>
                  <a:lnTo>
                    <a:pt x="212" y="354"/>
                  </a:lnTo>
                  <a:lnTo>
                    <a:pt x="212" y="353"/>
                  </a:lnTo>
                  <a:lnTo>
                    <a:pt x="213" y="353"/>
                  </a:lnTo>
                  <a:lnTo>
                    <a:pt x="216" y="353"/>
                  </a:lnTo>
                  <a:lnTo>
                    <a:pt x="220" y="351"/>
                  </a:lnTo>
                  <a:lnTo>
                    <a:pt x="220" y="350"/>
                  </a:lnTo>
                  <a:lnTo>
                    <a:pt x="225" y="349"/>
                  </a:lnTo>
                  <a:lnTo>
                    <a:pt x="225" y="350"/>
                  </a:lnTo>
                  <a:lnTo>
                    <a:pt x="226" y="350"/>
                  </a:lnTo>
                  <a:lnTo>
                    <a:pt x="226" y="351"/>
                  </a:lnTo>
                  <a:lnTo>
                    <a:pt x="225" y="353"/>
                  </a:lnTo>
                  <a:lnTo>
                    <a:pt x="226" y="354"/>
                  </a:lnTo>
                  <a:lnTo>
                    <a:pt x="229" y="351"/>
                  </a:lnTo>
                  <a:lnTo>
                    <a:pt x="230" y="350"/>
                  </a:lnTo>
                  <a:lnTo>
                    <a:pt x="229" y="349"/>
                  </a:lnTo>
                  <a:lnTo>
                    <a:pt x="226" y="347"/>
                  </a:lnTo>
                  <a:lnTo>
                    <a:pt x="226" y="346"/>
                  </a:lnTo>
                  <a:lnTo>
                    <a:pt x="230" y="342"/>
                  </a:lnTo>
                  <a:lnTo>
                    <a:pt x="232" y="342"/>
                  </a:lnTo>
                  <a:lnTo>
                    <a:pt x="232" y="343"/>
                  </a:lnTo>
                  <a:lnTo>
                    <a:pt x="232" y="343"/>
                  </a:lnTo>
                  <a:lnTo>
                    <a:pt x="230" y="345"/>
                  </a:lnTo>
                  <a:lnTo>
                    <a:pt x="233" y="347"/>
                  </a:lnTo>
                  <a:lnTo>
                    <a:pt x="234" y="347"/>
                  </a:lnTo>
                  <a:lnTo>
                    <a:pt x="236" y="345"/>
                  </a:lnTo>
                  <a:lnTo>
                    <a:pt x="234" y="343"/>
                  </a:lnTo>
                  <a:lnTo>
                    <a:pt x="234" y="342"/>
                  </a:lnTo>
                  <a:lnTo>
                    <a:pt x="233" y="341"/>
                  </a:lnTo>
                  <a:lnTo>
                    <a:pt x="234" y="340"/>
                  </a:lnTo>
                  <a:lnTo>
                    <a:pt x="241" y="337"/>
                  </a:lnTo>
                  <a:lnTo>
                    <a:pt x="245" y="336"/>
                  </a:lnTo>
                  <a:lnTo>
                    <a:pt x="246" y="337"/>
                  </a:lnTo>
                  <a:lnTo>
                    <a:pt x="243" y="338"/>
                  </a:lnTo>
                  <a:lnTo>
                    <a:pt x="241" y="338"/>
                  </a:lnTo>
                  <a:lnTo>
                    <a:pt x="237" y="340"/>
                  </a:lnTo>
                  <a:lnTo>
                    <a:pt x="238" y="341"/>
                  </a:lnTo>
                  <a:lnTo>
                    <a:pt x="239" y="342"/>
                  </a:lnTo>
                  <a:lnTo>
                    <a:pt x="241" y="341"/>
                  </a:lnTo>
                  <a:lnTo>
                    <a:pt x="243" y="343"/>
                  </a:lnTo>
                  <a:lnTo>
                    <a:pt x="242" y="345"/>
                  </a:lnTo>
                  <a:lnTo>
                    <a:pt x="242" y="345"/>
                  </a:lnTo>
                  <a:lnTo>
                    <a:pt x="243" y="347"/>
                  </a:lnTo>
                  <a:lnTo>
                    <a:pt x="242" y="349"/>
                  </a:lnTo>
                  <a:lnTo>
                    <a:pt x="239" y="350"/>
                  </a:lnTo>
                  <a:lnTo>
                    <a:pt x="237" y="351"/>
                  </a:lnTo>
                  <a:lnTo>
                    <a:pt x="238" y="354"/>
                  </a:lnTo>
                  <a:lnTo>
                    <a:pt x="239" y="354"/>
                  </a:lnTo>
                  <a:lnTo>
                    <a:pt x="241" y="354"/>
                  </a:lnTo>
                  <a:lnTo>
                    <a:pt x="243" y="354"/>
                  </a:lnTo>
                  <a:lnTo>
                    <a:pt x="245" y="353"/>
                  </a:lnTo>
                  <a:lnTo>
                    <a:pt x="247" y="354"/>
                  </a:lnTo>
                  <a:lnTo>
                    <a:pt x="247" y="357"/>
                  </a:lnTo>
                  <a:lnTo>
                    <a:pt x="249" y="354"/>
                  </a:lnTo>
                  <a:lnTo>
                    <a:pt x="250" y="350"/>
                  </a:lnTo>
                  <a:lnTo>
                    <a:pt x="251" y="350"/>
                  </a:lnTo>
                  <a:lnTo>
                    <a:pt x="253" y="351"/>
                  </a:lnTo>
                  <a:lnTo>
                    <a:pt x="255" y="354"/>
                  </a:lnTo>
                  <a:lnTo>
                    <a:pt x="255" y="353"/>
                  </a:lnTo>
                  <a:lnTo>
                    <a:pt x="255" y="351"/>
                  </a:lnTo>
                  <a:lnTo>
                    <a:pt x="255" y="350"/>
                  </a:lnTo>
                  <a:lnTo>
                    <a:pt x="254" y="349"/>
                  </a:lnTo>
                  <a:lnTo>
                    <a:pt x="254" y="347"/>
                  </a:lnTo>
                  <a:lnTo>
                    <a:pt x="255" y="345"/>
                  </a:lnTo>
                  <a:lnTo>
                    <a:pt x="258" y="345"/>
                  </a:lnTo>
                  <a:lnTo>
                    <a:pt x="259" y="343"/>
                  </a:lnTo>
                  <a:lnTo>
                    <a:pt x="262" y="341"/>
                  </a:lnTo>
                  <a:lnTo>
                    <a:pt x="263" y="342"/>
                  </a:lnTo>
                  <a:lnTo>
                    <a:pt x="265" y="342"/>
                  </a:lnTo>
                  <a:lnTo>
                    <a:pt x="266" y="342"/>
                  </a:lnTo>
                  <a:lnTo>
                    <a:pt x="267" y="342"/>
                  </a:lnTo>
                  <a:lnTo>
                    <a:pt x="272" y="342"/>
                  </a:lnTo>
                  <a:lnTo>
                    <a:pt x="275" y="341"/>
                  </a:lnTo>
                  <a:lnTo>
                    <a:pt x="275" y="340"/>
                  </a:lnTo>
                  <a:lnTo>
                    <a:pt x="276" y="338"/>
                  </a:lnTo>
                  <a:lnTo>
                    <a:pt x="279" y="338"/>
                  </a:lnTo>
                  <a:lnTo>
                    <a:pt x="279" y="337"/>
                  </a:lnTo>
                  <a:lnTo>
                    <a:pt x="282" y="336"/>
                  </a:lnTo>
                  <a:lnTo>
                    <a:pt x="283" y="334"/>
                  </a:lnTo>
                  <a:lnTo>
                    <a:pt x="287" y="332"/>
                  </a:lnTo>
                  <a:lnTo>
                    <a:pt x="288" y="332"/>
                  </a:lnTo>
                  <a:lnTo>
                    <a:pt x="290" y="330"/>
                  </a:lnTo>
                  <a:lnTo>
                    <a:pt x="290" y="332"/>
                  </a:lnTo>
                  <a:lnTo>
                    <a:pt x="288" y="333"/>
                  </a:lnTo>
                  <a:lnTo>
                    <a:pt x="290" y="334"/>
                  </a:lnTo>
                  <a:lnTo>
                    <a:pt x="292" y="337"/>
                  </a:lnTo>
                  <a:lnTo>
                    <a:pt x="292" y="338"/>
                  </a:lnTo>
                  <a:lnTo>
                    <a:pt x="291" y="340"/>
                  </a:lnTo>
                  <a:lnTo>
                    <a:pt x="291" y="342"/>
                  </a:lnTo>
                  <a:lnTo>
                    <a:pt x="291" y="343"/>
                  </a:lnTo>
                  <a:lnTo>
                    <a:pt x="292" y="345"/>
                  </a:lnTo>
                  <a:lnTo>
                    <a:pt x="299" y="346"/>
                  </a:lnTo>
                  <a:lnTo>
                    <a:pt x="300" y="345"/>
                  </a:lnTo>
                  <a:lnTo>
                    <a:pt x="300" y="343"/>
                  </a:lnTo>
                  <a:lnTo>
                    <a:pt x="299" y="342"/>
                  </a:lnTo>
                  <a:lnTo>
                    <a:pt x="296" y="340"/>
                  </a:lnTo>
                  <a:lnTo>
                    <a:pt x="296" y="338"/>
                  </a:lnTo>
                  <a:lnTo>
                    <a:pt x="299" y="337"/>
                  </a:lnTo>
                  <a:lnTo>
                    <a:pt x="301" y="338"/>
                  </a:lnTo>
                  <a:lnTo>
                    <a:pt x="304" y="337"/>
                  </a:lnTo>
                  <a:lnTo>
                    <a:pt x="304" y="333"/>
                  </a:lnTo>
                  <a:lnTo>
                    <a:pt x="307" y="332"/>
                  </a:lnTo>
                  <a:lnTo>
                    <a:pt x="308" y="333"/>
                  </a:lnTo>
                  <a:lnTo>
                    <a:pt x="311" y="334"/>
                  </a:lnTo>
                  <a:lnTo>
                    <a:pt x="308" y="330"/>
                  </a:lnTo>
                  <a:lnTo>
                    <a:pt x="304" y="329"/>
                  </a:lnTo>
                  <a:lnTo>
                    <a:pt x="304" y="328"/>
                  </a:lnTo>
                  <a:lnTo>
                    <a:pt x="303" y="324"/>
                  </a:lnTo>
                  <a:lnTo>
                    <a:pt x="301" y="324"/>
                  </a:lnTo>
                  <a:lnTo>
                    <a:pt x="300" y="325"/>
                  </a:lnTo>
                  <a:lnTo>
                    <a:pt x="299" y="324"/>
                  </a:lnTo>
                  <a:lnTo>
                    <a:pt x="299" y="318"/>
                  </a:lnTo>
                  <a:lnTo>
                    <a:pt x="296" y="318"/>
                  </a:lnTo>
                  <a:lnTo>
                    <a:pt x="295" y="316"/>
                  </a:lnTo>
                  <a:lnTo>
                    <a:pt x="295" y="315"/>
                  </a:lnTo>
                  <a:lnTo>
                    <a:pt x="297" y="313"/>
                  </a:lnTo>
                  <a:lnTo>
                    <a:pt x="297" y="312"/>
                  </a:lnTo>
                  <a:lnTo>
                    <a:pt x="296" y="309"/>
                  </a:lnTo>
                  <a:lnTo>
                    <a:pt x="297" y="308"/>
                  </a:lnTo>
                  <a:lnTo>
                    <a:pt x="300" y="308"/>
                  </a:lnTo>
                  <a:lnTo>
                    <a:pt x="300" y="308"/>
                  </a:lnTo>
                  <a:lnTo>
                    <a:pt x="303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16" y="308"/>
                  </a:lnTo>
                  <a:lnTo>
                    <a:pt x="328" y="309"/>
                  </a:lnTo>
                  <a:lnTo>
                    <a:pt x="330" y="311"/>
                  </a:lnTo>
                  <a:lnTo>
                    <a:pt x="338" y="315"/>
                  </a:lnTo>
                  <a:lnTo>
                    <a:pt x="340" y="316"/>
                  </a:lnTo>
                  <a:lnTo>
                    <a:pt x="338" y="317"/>
                  </a:lnTo>
                  <a:lnTo>
                    <a:pt x="340" y="320"/>
                  </a:lnTo>
                  <a:lnTo>
                    <a:pt x="341" y="317"/>
                  </a:lnTo>
                  <a:lnTo>
                    <a:pt x="345" y="316"/>
                  </a:lnTo>
                  <a:lnTo>
                    <a:pt x="347" y="318"/>
                  </a:lnTo>
                  <a:lnTo>
                    <a:pt x="349" y="318"/>
                  </a:lnTo>
                  <a:lnTo>
                    <a:pt x="349" y="320"/>
                  </a:lnTo>
                  <a:lnTo>
                    <a:pt x="353" y="321"/>
                  </a:lnTo>
                  <a:lnTo>
                    <a:pt x="359" y="325"/>
                  </a:lnTo>
                  <a:lnTo>
                    <a:pt x="366" y="325"/>
                  </a:lnTo>
                  <a:lnTo>
                    <a:pt x="369" y="328"/>
                  </a:lnTo>
                  <a:lnTo>
                    <a:pt x="370" y="330"/>
                  </a:lnTo>
                  <a:lnTo>
                    <a:pt x="374" y="332"/>
                  </a:lnTo>
                  <a:lnTo>
                    <a:pt x="376" y="334"/>
                  </a:lnTo>
                  <a:lnTo>
                    <a:pt x="379" y="340"/>
                  </a:lnTo>
                  <a:lnTo>
                    <a:pt x="382" y="340"/>
                  </a:lnTo>
                  <a:lnTo>
                    <a:pt x="382" y="338"/>
                  </a:lnTo>
                  <a:lnTo>
                    <a:pt x="382" y="334"/>
                  </a:lnTo>
                  <a:lnTo>
                    <a:pt x="383" y="334"/>
                  </a:lnTo>
                  <a:lnTo>
                    <a:pt x="383" y="333"/>
                  </a:lnTo>
                  <a:lnTo>
                    <a:pt x="382" y="330"/>
                  </a:lnTo>
                  <a:lnTo>
                    <a:pt x="383" y="329"/>
                  </a:lnTo>
                  <a:lnTo>
                    <a:pt x="383" y="322"/>
                  </a:lnTo>
                  <a:lnTo>
                    <a:pt x="384" y="321"/>
                  </a:lnTo>
                  <a:lnTo>
                    <a:pt x="383" y="321"/>
                  </a:lnTo>
                  <a:lnTo>
                    <a:pt x="382" y="320"/>
                  </a:lnTo>
                  <a:lnTo>
                    <a:pt x="380" y="320"/>
                  </a:lnTo>
                  <a:lnTo>
                    <a:pt x="378" y="321"/>
                  </a:lnTo>
                  <a:lnTo>
                    <a:pt x="376" y="321"/>
                  </a:lnTo>
                  <a:lnTo>
                    <a:pt x="371" y="315"/>
                  </a:lnTo>
                  <a:lnTo>
                    <a:pt x="370" y="315"/>
                  </a:lnTo>
                  <a:lnTo>
                    <a:pt x="367" y="313"/>
                  </a:lnTo>
                  <a:lnTo>
                    <a:pt x="367" y="308"/>
                  </a:lnTo>
                  <a:lnTo>
                    <a:pt x="367" y="307"/>
                  </a:lnTo>
                  <a:lnTo>
                    <a:pt x="365" y="311"/>
                  </a:lnTo>
                  <a:lnTo>
                    <a:pt x="362" y="309"/>
                  </a:lnTo>
                  <a:lnTo>
                    <a:pt x="359" y="308"/>
                  </a:lnTo>
                  <a:lnTo>
                    <a:pt x="357" y="307"/>
                  </a:lnTo>
                  <a:lnTo>
                    <a:pt x="355" y="309"/>
                  </a:lnTo>
                  <a:lnTo>
                    <a:pt x="355" y="305"/>
                  </a:lnTo>
                  <a:lnTo>
                    <a:pt x="353" y="304"/>
                  </a:lnTo>
                  <a:lnTo>
                    <a:pt x="351" y="299"/>
                  </a:lnTo>
                  <a:lnTo>
                    <a:pt x="351" y="296"/>
                  </a:lnTo>
                  <a:lnTo>
                    <a:pt x="353" y="297"/>
                  </a:lnTo>
                  <a:lnTo>
                    <a:pt x="354" y="296"/>
                  </a:lnTo>
                  <a:lnTo>
                    <a:pt x="354" y="293"/>
                  </a:lnTo>
                  <a:lnTo>
                    <a:pt x="351" y="291"/>
                  </a:lnTo>
                  <a:lnTo>
                    <a:pt x="351" y="288"/>
                  </a:lnTo>
                  <a:lnTo>
                    <a:pt x="353" y="286"/>
                  </a:lnTo>
                  <a:lnTo>
                    <a:pt x="354" y="286"/>
                  </a:lnTo>
                  <a:lnTo>
                    <a:pt x="353" y="284"/>
                  </a:lnTo>
                  <a:lnTo>
                    <a:pt x="349" y="284"/>
                  </a:lnTo>
                  <a:lnTo>
                    <a:pt x="347" y="279"/>
                  </a:lnTo>
                  <a:lnTo>
                    <a:pt x="346" y="278"/>
                  </a:lnTo>
                  <a:lnTo>
                    <a:pt x="345" y="279"/>
                  </a:lnTo>
                  <a:lnTo>
                    <a:pt x="342" y="276"/>
                  </a:lnTo>
                  <a:lnTo>
                    <a:pt x="342" y="272"/>
                  </a:lnTo>
                  <a:lnTo>
                    <a:pt x="344" y="270"/>
                  </a:lnTo>
                  <a:lnTo>
                    <a:pt x="342" y="268"/>
                  </a:lnTo>
                  <a:lnTo>
                    <a:pt x="341" y="266"/>
                  </a:lnTo>
                  <a:lnTo>
                    <a:pt x="344" y="265"/>
                  </a:lnTo>
                  <a:lnTo>
                    <a:pt x="347" y="258"/>
                  </a:lnTo>
                  <a:lnTo>
                    <a:pt x="350" y="257"/>
                  </a:lnTo>
                  <a:lnTo>
                    <a:pt x="350" y="255"/>
                  </a:lnTo>
                  <a:lnTo>
                    <a:pt x="349" y="253"/>
                  </a:lnTo>
                  <a:lnTo>
                    <a:pt x="349" y="250"/>
                  </a:lnTo>
                  <a:lnTo>
                    <a:pt x="351" y="247"/>
                  </a:lnTo>
                  <a:lnTo>
                    <a:pt x="349" y="245"/>
                  </a:lnTo>
                  <a:lnTo>
                    <a:pt x="349" y="241"/>
                  </a:lnTo>
                  <a:lnTo>
                    <a:pt x="350" y="240"/>
                  </a:lnTo>
                  <a:lnTo>
                    <a:pt x="349" y="237"/>
                  </a:lnTo>
                  <a:lnTo>
                    <a:pt x="349" y="234"/>
                  </a:lnTo>
                  <a:lnTo>
                    <a:pt x="347" y="233"/>
                  </a:lnTo>
                  <a:lnTo>
                    <a:pt x="349" y="229"/>
                  </a:lnTo>
                  <a:lnTo>
                    <a:pt x="349" y="228"/>
                  </a:lnTo>
                  <a:lnTo>
                    <a:pt x="347" y="225"/>
                  </a:lnTo>
                  <a:lnTo>
                    <a:pt x="347" y="221"/>
                  </a:lnTo>
                  <a:lnTo>
                    <a:pt x="347" y="216"/>
                  </a:lnTo>
                  <a:lnTo>
                    <a:pt x="350" y="216"/>
                  </a:lnTo>
                  <a:lnTo>
                    <a:pt x="351" y="216"/>
                  </a:lnTo>
                  <a:lnTo>
                    <a:pt x="351" y="217"/>
                  </a:lnTo>
                  <a:lnTo>
                    <a:pt x="351" y="218"/>
                  </a:lnTo>
                  <a:lnTo>
                    <a:pt x="354" y="217"/>
                  </a:lnTo>
                  <a:lnTo>
                    <a:pt x="358" y="217"/>
                  </a:lnTo>
                  <a:lnTo>
                    <a:pt x="361" y="216"/>
                  </a:lnTo>
                  <a:lnTo>
                    <a:pt x="362" y="216"/>
                  </a:lnTo>
                  <a:lnTo>
                    <a:pt x="365" y="217"/>
                  </a:lnTo>
                  <a:lnTo>
                    <a:pt x="366" y="216"/>
                  </a:lnTo>
                  <a:lnTo>
                    <a:pt x="369" y="216"/>
                  </a:lnTo>
                  <a:lnTo>
                    <a:pt x="376" y="218"/>
                  </a:lnTo>
                  <a:lnTo>
                    <a:pt x="379" y="218"/>
                  </a:lnTo>
                  <a:lnTo>
                    <a:pt x="382" y="220"/>
                  </a:lnTo>
                  <a:lnTo>
                    <a:pt x="383" y="221"/>
                  </a:lnTo>
                  <a:lnTo>
                    <a:pt x="380" y="222"/>
                  </a:lnTo>
                  <a:lnTo>
                    <a:pt x="382" y="225"/>
                  </a:lnTo>
                  <a:lnTo>
                    <a:pt x="382" y="228"/>
                  </a:lnTo>
                  <a:lnTo>
                    <a:pt x="383" y="229"/>
                  </a:lnTo>
                  <a:lnTo>
                    <a:pt x="383" y="233"/>
                  </a:lnTo>
                  <a:lnTo>
                    <a:pt x="384" y="237"/>
                  </a:lnTo>
                  <a:lnTo>
                    <a:pt x="384" y="243"/>
                  </a:lnTo>
                  <a:lnTo>
                    <a:pt x="386" y="245"/>
                  </a:lnTo>
                  <a:lnTo>
                    <a:pt x="384" y="247"/>
                  </a:lnTo>
                  <a:lnTo>
                    <a:pt x="386" y="249"/>
                  </a:lnTo>
                  <a:lnTo>
                    <a:pt x="386" y="251"/>
                  </a:lnTo>
                  <a:lnTo>
                    <a:pt x="383" y="251"/>
                  </a:lnTo>
                  <a:lnTo>
                    <a:pt x="384" y="254"/>
                  </a:lnTo>
                  <a:lnTo>
                    <a:pt x="387" y="257"/>
                  </a:lnTo>
                  <a:lnTo>
                    <a:pt x="388" y="261"/>
                  </a:lnTo>
                  <a:lnTo>
                    <a:pt x="391" y="261"/>
                  </a:lnTo>
                  <a:lnTo>
                    <a:pt x="391" y="262"/>
                  </a:lnTo>
                  <a:lnTo>
                    <a:pt x="394" y="261"/>
                  </a:lnTo>
                  <a:lnTo>
                    <a:pt x="395" y="262"/>
                  </a:lnTo>
                  <a:lnTo>
                    <a:pt x="395" y="266"/>
                  </a:lnTo>
                  <a:lnTo>
                    <a:pt x="399" y="268"/>
                  </a:lnTo>
                  <a:lnTo>
                    <a:pt x="400" y="271"/>
                  </a:lnTo>
                  <a:lnTo>
                    <a:pt x="400" y="278"/>
                  </a:lnTo>
                  <a:lnTo>
                    <a:pt x="403" y="280"/>
                  </a:lnTo>
                  <a:lnTo>
                    <a:pt x="403" y="282"/>
                  </a:lnTo>
                  <a:lnTo>
                    <a:pt x="401" y="283"/>
                  </a:lnTo>
                  <a:lnTo>
                    <a:pt x="404" y="286"/>
                  </a:lnTo>
                  <a:lnTo>
                    <a:pt x="404" y="290"/>
                  </a:lnTo>
                  <a:lnTo>
                    <a:pt x="408" y="295"/>
                  </a:lnTo>
                  <a:lnTo>
                    <a:pt x="407" y="297"/>
                  </a:lnTo>
                  <a:lnTo>
                    <a:pt x="408" y="300"/>
                  </a:lnTo>
                  <a:lnTo>
                    <a:pt x="411" y="303"/>
                  </a:lnTo>
                  <a:lnTo>
                    <a:pt x="409" y="304"/>
                  </a:lnTo>
                  <a:lnTo>
                    <a:pt x="411" y="305"/>
                  </a:lnTo>
                  <a:lnTo>
                    <a:pt x="412" y="311"/>
                  </a:lnTo>
                  <a:lnTo>
                    <a:pt x="417" y="317"/>
                  </a:lnTo>
                  <a:lnTo>
                    <a:pt x="421" y="318"/>
                  </a:lnTo>
                  <a:lnTo>
                    <a:pt x="423" y="320"/>
                  </a:lnTo>
                  <a:lnTo>
                    <a:pt x="424" y="320"/>
                  </a:lnTo>
                  <a:lnTo>
                    <a:pt x="428" y="324"/>
                  </a:lnTo>
                  <a:lnTo>
                    <a:pt x="428" y="325"/>
                  </a:lnTo>
                  <a:lnTo>
                    <a:pt x="426" y="325"/>
                  </a:lnTo>
                  <a:lnTo>
                    <a:pt x="426" y="328"/>
                  </a:lnTo>
                  <a:lnTo>
                    <a:pt x="425" y="330"/>
                  </a:lnTo>
                  <a:lnTo>
                    <a:pt x="428" y="336"/>
                  </a:lnTo>
                  <a:lnTo>
                    <a:pt x="430" y="338"/>
                  </a:lnTo>
                  <a:lnTo>
                    <a:pt x="430" y="342"/>
                  </a:lnTo>
                  <a:lnTo>
                    <a:pt x="428" y="343"/>
                  </a:lnTo>
                  <a:lnTo>
                    <a:pt x="428" y="345"/>
                  </a:lnTo>
                  <a:lnTo>
                    <a:pt x="426" y="346"/>
                  </a:lnTo>
                  <a:lnTo>
                    <a:pt x="428" y="349"/>
                  </a:lnTo>
                  <a:lnTo>
                    <a:pt x="428" y="353"/>
                  </a:lnTo>
                  <a:lnTo>
                    <a:pt x="425" y="354"/>
                  </a:lnTo>
                  <a:lnTo>
                    <a:pt x="425" y="355"/>
                  </a:lnTo>
                  <a:lnTo>
                    <a:pt x="428" y="355"/>
                  </a:lnTo>
                  <a:lnTo>
                    <a:pt x="428" y="357"/>
                  </a:lnTo>
                  <a:lnTo>
                    <a:pt x="425" y="358"/>
                  </a:lnTo>
                  <a:lnTo>
                    <a:pt x="425" y="363"/>
                  </a:lnTo>
                  <a:lnTo>
                    <a:pt x="424" y="365"/>
                  </a:lnTo>
                  <a:lnTo>
                    <a:pt x="421" y="363"/>
                  </a:lnTo>
                  <a:lnTo>
                    <a:pt x="421" y="365"/>
                  </a:lnTo>
                  <a:lnTo>
                    <a:pt x="423" y="367"/>
                  </a:lnTo>
                  <a:lnTo>
                    <a:pt x="424" y="370"/>
                  </a:lnTo>
                  <a:lnTo>
                    <a:pt x="421" y="370"/>
                  </a:lnTo>
                  <a:lnTo>
                    <a:pt x="419" y="372"/>
                  </a:lnTo>
                  <a:lnTo>
                    <a:pt x="415" y="372"/>
                  </a:lnTo>
                  <a:lnTo>
                    <a:pt x="412" y="371"/>
                  </a:lnTo>
                  <a:lnTo>
                    <a:pt x="416" y="368"/>
                  </a:lnTo>
                  <a:lnTo>
                    <a:pt x="416" y="367"/>
                  </a:lnTo>
                  <a:lnTo>
                    <a:pt x="413" y="367"/>
                  </a:lnTo>
                  <a:lnTo>
                    <a:pt x="413" y="368"/>
                  </a:lnTo>
                  <a:lnTo>
                    <a:pt x="411" y="368"/>
                  </a:lnTo>
                  <a:lnTo>
                    <a:pt x="405" y="366"/>
                  </a:lnTo>
                  <a:lnTo>
                    <a:pt x="405" y="367"/>
                  </a:lnTo>
                  <a:lnTo>
                    <a:pt x="397" y="368"/>
                  </a:lnTo>
                  <a:lnTo>
                    <a:pt x="395" y="368"/>
                  </a:lnTo>
                  <a:lnTo>
                    <a:pt x="392" y="371"/>
                  </a:lnTo>
                  <a:lnTo>
                    <a:pt x="395" y="372"/>
                  </a:lnTo>
                  <a:lnTo>
                    <a:pt x="395" y="372"/>
                  </a:lnTo>
                  <a:lnTo>
                    <a:pt x="396" y="371"/>
                  </a:lnTo>
                  <a:lnTo>
                    <a:pt x="400" y="370"/>
                  </a:lnTo>
                  <a:lnTo>
                    <a:pt x="401" y="372"/>
                  </a:lnTo>
                  <a:lnTo>
                    <a:pt x="404" y="375"/>
                  </a:lnTo>
                  <a:lnTo>
                    <a:pt x="413" y="376"/>
                  </a:lnTo>
                  <a:lnTo>
                    <a:pt x="417" y="378"/>
                  </a:lnTo>
                  <a:lnTo>
                    <a:pt x="421" y="376"/>
                  </a:lnTo>
                  <a:lnTo>
                    <a:pt x="425" y="376"/>
                  </a:lnTo>
                  <a:lnTo>
                    <a:pt x="426" y="378"/>
                  </a:lnTo>
                  <a:lnTo>
                    <a:pt x="430" y="379"/>
                  </a:lnTo>
                  <a:lnTo>
                    <a:pt x="434" y="378"/>
                  </a:lnTo>
                  <a:lnTo>
                    <a:pt x="434" y="375"/>
                  </a:lnTo>
                  <a:lnTo>
                    <a:pt x="433" y="372"/>
                  </a:lnTo>
                  <a:lnTo>
                    <a:pt x="433" y="370"/>
                  </a:lnTo>
                  <a:lnTo>
                    <a:pt x="434" y="368"/>
                  </a:lnTo>
                  <a:lnTo>
                    <a:pt x="437" y="367"/>
                  </a:lnTo>
                  <a:lnTo>
                    <a:pt x="437" y="366"/>
                  </a:lnTo>
                  <a:lnTo>
                    <a:pt x="440" y="362"/>
                  </a:lnTo>
                  <a:lnTo>
                    <a:pt x="441" y="359"/>
                  </a:lnTo>
                  <a:lnTo>
                    <a:pt x="442" y="354"/>
                  </a:lnTo>
                  <a:lnTo>
                    <a:pt x="441" y="351"/>
                  </a:lnTo>
                  <a:lnTo>
                    <a:pt x="441" y="347"/>
                  </a:lnTo>
                  <a:lnTo>
                    <a:pt x="445" y="341"/>
                  </a:lnTo>
                  <a:lnTo>
                    <a:pt x="445" y="338"/>
                  </a:lnTo>
                  <a:lnTo>
                    <a:pt x="441" y="329"/>
                  </a:lnTo>
                  <a:lnTo>
                    <a:pt x="437" y="326"/>
                  </a:lnTo>
                  <a:lnTo>
                    <a:pt x="436" y="325"/>
                  </a:lnTo>
                  <a:lnTo>
                    <a:pt x="434" y="318"/>
                  </a:lnTo>
                  <a:lnTo>
                    <a:pt x="438" y="315"/>
                  </a:lnTo>
                  <a:lnTo>
                    <a:pt x="441" y="312"/>
                  </a:lnTo>
                  <a:lnTo>
                    <a:pt x="444" y="312"/>
                  </a:lnTo>
                  <a:lnTo>
                    <a:pt x="449" y="307"/>
                  </a:lnTo>
                  <a:lnTo>
                    <a:pt x="451" y="307"/>
                  </a:lnTo>
                  <a:lnTo>
                    <a:pt x="455" y="311"/>
                  </a:lnTo>
                  <a:lnTo>
                    <a:pt x="455" y="313"/>
                  </a:lnTo>
                  <a:lnTo>
                    <a:pt x="459" y="316"/>
                  </a:lnTo>
                  <a:lnTo>
                    <a:pt x="461" y="317"/>
                  </a:lnTo>
                  <a:lnTo>
                    <a:pt x="461" y="317"/>
                  </a:lnTo>
                  <a:lnTo>
                    <a:pt x="465" y="321"/>
                  </a:lnTo>
                  <a:lnTo>
                    <a:pt x="463" y="324"/>
                  </a:lnTo>
                  <a:lnTo>
                    <a:pt x="466" y="325"/>
                  </a:lnTo>
                  <a:lnTo>
                    <a:pt x="466" y="328"/>
                  </a:lnTo>
                  <a:lnTo>
                    <a:pt x="469" y="330"/>
                  </a:lnTo>
                  <a:lnTo>
                    <a:pt x="469" y="334"/>
                  </a:lnTo>
                  <a:lnTo>
                    <a:pt x="469" y="334"/>
                  </a:lnTo>
                  <a:lnTo>
                    <a:pt x="470" y="337"/>
                  </a:lnTo>
                  <a:lnTo>
                    <a:pt x="473" y="338"/>
                  </a:lnTo>
                  <a:lnTo>
                    <a:pt x="475" y="340"/>
                  </a:lnTo>
                  <a:lnTo>
                    <a:pt x="479" y="340"/>
                  </a:lnTo>
                  <a:lnTo>
                    <a:pt x="480" y="338"/>
                  </a:lnTo>
                  <a:lnTo>
                    <a:pt x="484" y="338"/>
                  </a:lnTo>
                  <a:lnTo>
                    <a:pt x="486" y="337"/>
                  </a:lnTo>
                  <a:lnTo>
                    <a:pt x="487" y="336"/>
                  </a:lnTo>
                  <a:lnTo>
                    <a:pt x="486" y="336"/>
                  </a:lnTo>
                  <a:lnTo>
                    <a:pt x="483" y="336"/>
                  </a:lnTo>
                  <a:lnTo>
                    <a:pt x="482" y="334"/>
                  </a:lnTo>
                  <a:lnTo>
                    <a:pt x="480" y="337"/>
                  </a:lnTo>
                  <a:lnTo>
                    <a:pt x="477" y="337"/>
                  </a:lnTo>
                  <a:lnTo>
                    <a:pt x="475" y="336"/>
                  </a:lnTo>
                  <a:lnTo>
                    <a:pt x="473" y="336"/>
                  </a:lnTo>
                  <a:lnTo>
                    <a:pt x="471" y="333"/>
                  </a:lnTo>
                  <a:lnTo>
                    <a:pt x="473" y="332"/>
                  </a:lnTo>
                  <a:lnTo>
                    <a:pt x="470" y="330"/>
                  </a:lnTo>
                  <a:lnTo>
                    <a:pt x="469" y="326"/>
                  </a:lnTo>
                  <a:lnTo>
                    <a:pt x="469" y="322"/>
                  </a:lnTo>
                  <a:lnTo>
                    <a:pt x="471" y="322"/>
                  </a:lnTo>
                  <a:lnTo>
                    <a:pt x="474" y="321"/>
                  </a:lnTo>
                  <a:lnTo>
                    <a:pt x="471" y="320"/>
                  </a:lnTo>
                  <a:lnTo>
                    <a:pt x="471" y="317"/>
                  </a:lnTo>
                  <a:lnTo>
                    <a:pt x="470" y="317"/>
                  </a:lnTo>
                  <a:lnTo>
                    <a:pt x="470" y="315"/>
                  </a:lnTo>
                  <a:lnTo>
                    <a:pt x="466" y="313"/>
                  </a:lnTo>
                  <a:lnTo>
                    <a:pt x="466" y="311"/>
                  </a:lnTo>
                  <a:lnTo>
                    <a:pt x="463" y="308"/>
                  </a:lnTo>
                  <a:lnTo>
                    <a:pt x="459" y="308"/>
                  </a:lnTo>
                  <a:lnTo>
                    <a:pt x="453" y="305"/>
                  </a:lnTo>
                  <a:lnTo>
                    <a:pt x="451" y="303"/>
                  </a:lnTo>
                  <a:lnTo>
                    <a:pt x="449" y="304"/>
                  </a:lnTo>
                  <a:lnTo>
                    <a:pt x="445" y="301"/>
                  </a:lnTo>
                  <a:lnTo>
                    <a:pt x="444" y="301"/>
                  </a:lnTo>
                  <a:lnTo>
                    <a:pt x="440" y="301"/>
                  </a:lnTo>
                  <a:lnTo>
                    <a:pt x="437" y="304"/>
                  </a:lnTo>
                  <a:lnTo>
                    <a:pt x="437" y="307"/>
                  </a:lnTo>
                  <a:lnTo>
                    <a:pt x="434" y="308"/>
                  </a:lnTo>
                  <a:lnTo>
                    <a:pt x="430" y="307"/>
                  </a:lnTo>
                  <a:lnTo>
                    <a:pt x="428" y="309"/>
                  </a:lnTo>
                  <a:lnTo>
                    <a:pt x="424" y="308"/>
                  </a:lnTo>
                  <a:lnTo>
                    <a:pt x="423" y="307"/>
                  </a:lnTo>
                  <a:lnTo>
                    <a:pt x="423" y="304"/>
                  </a:lnTo>
                  <a:lnTo>
                    <a:pt x="423" y="301"/>
                  </a:lnTo>
                  <a:lnTo>
                    <a:pt x="419" y="296"/>
                  </a:lnTo>
                  <a:lnTo>
                    <a:pt x="417" y="293"/>
                  </a:lnTo>
                  <a:lnTo>
                    <a:pt x="417" y="288"/>
                  </a:lnTo>
                  <a:lnTo>
                    <a:pt x="415" y="284"/>
                  </a:lnTo>
                  <a:lnTo>
                    <a:pt x="415" y="282"/>
                  </a:lnTo>
                  <a:lnTo>
                    <a:pt x="416" y="274"/>
                  </a:lnTo>
                  <a:lnTo>
                    <a:pt x="413" y="268"/>
                  </a:lnTo>
                  <a:lnTo>
                    <a:pt x="411" y="266"/>
                  </a:lnTo>
                  <a:lnTo>
                    <a:pt x="408" y="266"/>
                  </a:lnTo>
                  <a:lnTo>
                    <a:pt x="407" y="263"/>
                  </a:lnTo>
                  <a:lnTo>
                    <a:pt x="401" y="258"/>
                  </a:lnTo>
                  <a:lnTo>
                    <a:pt x="397" y="255"/>
                  </a:lnTo>
                  <a:lnTo>
                    <a:pt x="396" y="253"/>
                  </a:lnTo>
                  <a:lnTo>
                    <a:pt x="399" y="247"/>
                  </a:lnTo>
                  <a:lnTo>
                    <a:pt x="397" y="245"/>
                  </a:lnTo>
                  <a:lnTo>
                    <a:pt x="396" y="242"/>
                  </a:lnTo>
                  <a:lnTo>
                    <a:pt x="396" y="241"/>
                  </a:lnTo>
                  <a:lnTo>
                    <a:pt x="399" y="238"/>
                  </a:lnTo>
                  <a:lnTo>
                    <a:pt x="403" y="234"/>
                  </a:lnTo>
                  <a:lnTo>
                    <a:pt x="404" y="229"/>
                  </a:lnTo>
                  <a:lnTo>
                    <a:pt x="401" y="222"/>
                  </a:lnTo>
                  <a:lnTo>
                    <a:pt x="397" y="213"/>
                  </a:lnTo>
                  <a:lnTo>
                    <a:pt x="399" y="212"/>
                  </a:lnTo>
                  <a:lnTo>
                    <a:pt x="401" y="215"/>
                  </a:lnTo>
                  <a:lnTo>
                    <a:pt x="403" y="217"/>
                  </a:lnTo>
                  <a:lnTo>
                    <a:pt x="404" y="218"/>
                  </a:lnTo>
                  <a:lnTo>
                    <a:pt x="405" y="220"/>
                  </a:lnTo>
                  <a:lnTo>
                    <a:pt x="405" y="224"/>
                  </a:lnTo>
                  <a:lnTo>
                    <a:pt x="408" y="225"/>
                  </a:lnTo>
                  <a:lnTo>
                    <a:pt x="408" y="230"/>
                  </a:lnTo>
                  <a:lnTo>
                    <a:pt x="409" y="234"/>
                  </a:lnTo>
                  <a:lnTo>
                    <a:pt x="408" y="237"/>
                  </a:lnTo>
                  <a:lnTo>
                    <a:pt x="409" y="240"/>
                  </a:lnTo>
                  <a:lnTo>
                    <a:pt x="413" y="242"/>
                  </a:lnTo>
                  <a:lnTo>
                    <a:pt x="413" y="245"/>
                  </a:lnTo>
                  <a:lnTo>
                    <a:pt x="416" y="246"/>
                  </a:lnTo>
                  <a:lnTo>
                    <a:pt x="416" y="249"/>
                  </a:lnTo>
                  <a:lnTo>
                    <a:pt x="413" y="250"/>
                  </a:lnTo>
                  <a:lnTo>
                    <a:pt x="415" y="251"/>
                  </a:lnTo>
                  <a:lnTo>
                    <a:pt x="417" y="251"/>
                  </a:lnTo>
                  <a:lnTo>
                    <a:pt x="421" y="253"/>
                  </a:lnTo>
                  <a:lnTo>
                    <a:pt x="425" y="253"/>
                  </a:lnTo>
                  <a:lnTo>
                    <a:pt x="428" y="251"/>
                  </a:lnTo>
                  <a:lnTo>
                    <a:pt x="429" y="254"/>
                  </a:lnTo>
                  <a:lnTo>
                    <a:pt x="430" y="255"/>
                  </a:lnTo>
                  <a:lnTo>
                    <a:pt x="432" y="253"/>
                  </a:lnTo>
                  <a:lnTo>
                    <a:pt x="436" y="253"/>
                  </a:lnTo>
                  <a:lnTo>
                    <a:pt x="437" y="251"/>
                  </a:lnTo>
                  <a:lnTo>
                    <a:pt x="440" y="251"/>
                  </a:lnTo>
                  <a:lnTo>
                    <a:pt x="442" y="255"/>
                  </a:lnTo>
                  <a:lnTo>
                    <a:pt x="445" y="255"/>
                  </a:lnTo>
                  <a:lnTo>
                    <a:pt x="448" y="258"/>
                  </a:lnTo>
                  <a:lnTo>
                    <a:pt x="453" y="257"/>
                  </a:lnTo>
                  <a:lnTo>
                    <a:pt x="454" y="254"/>
                  </a:lnTo>
                  <a:lnTo>
                    <a:pt x="453" y="255"/>
                  </a:lnTo>
                  <a:lnTo>
                    <a:pt x="448" y="255"/>
                  </a:lnTo>
                  <a:lnTo>
                    <a:pt x="448" y="253"/>
                  </a:lnTo>
                  <a:lnTo>
                    <a:pt x="445" y="253"/>
                  </a:lnTo>
                  <a:lnTo>
                    <a:pt x="444" y="249"/>
                  </a:lnTo>
                  <a:lnTo>
                    <a:pt x="440" y="249"/>
                  </a:lnTo>
                  <a:lnTo>
                    <a:pt x="440" y="247"/>
                  </a:lnTo>
                  <a:lnTo>
                    <a:pt x="438" y="247"/>
                  </a:lnTo>
                  <a:lnTo>
                    <a:pt x="437" y="249"/>
                  </a:lnTo>
                  <a:lnTo>
                    <a:pt x="432" y="249"/>
                  </a:lnTo>
                  <a:lnTo>
                    <a:pt x="429" y="246"/>
                  </a:lnTo>
                  <a:lnTo>
                    <a:pt x="425" y="246"/>
                  </a:lnTo>
                  <a:lnTo>
                    <a:pt x="421" y="242"/>
                  </a:lnTo>
                  <a:lnTo>
                    <a:pt x="420" y="240"/>
                  </a:lnTo>
                  <a:lnTo>
                    <a:pt x="419" y="240"/>
                  </a:lnTo>
                  <a:lnTo>
                    <a:pt x="415" y="234"/>
                  </a:lnTo>
                  <a:lnTo>
                    <a:pt x="417" y="233"/>
                  </a:lnTo>
                  <a:lnTo>
                    <a:pt x="419" y="232"/>
                  </a:lnTo>
                  <a:lnTo>
                    <a:pt x="421" y="230"/>
                  </a:lnTo>
                  <a:lnTo>
                    <a:pt x="423" y="230"/>
                  </a:lnTo>
                  <a:lnTo>
                    <a:pt x="426" y="233"/>
                  </a:lnTo>
                  <a:lnTo>
                    <a:pt x="432" y="236"/>
                  </a:lnTo>
                  <a:lnTo>
                    <a:pt x="434" y="236"/>
                  </a:lnTo>
                  <a:lnTo>
                    <a:pt x="437" y="230"/>
                  </a:lnTo>
                  <a:lnTo>
                    <a:pt x="436" y="226"/>
                  </a:lnTo>
                  <a:lnTo>
                    <a:pt x="430" y="225"/>
                  </a:lnTo>
                  <a:lnTo>
                    <a:pt x="426" y="228"/>
                  </a:lnTo>
                  <a:lnTo>
                    <a:pt x="425" y="225"/>
                  </a:lnTo>
                  <a:lnTo>
                    <a:pt x="426" y="224"/>
                  </a:lnTo>
                  <a:lnTo>
                    <a:pt x="428" y="225"/>
                  </a:lnTo>
                  <a:lnTo>
                    <a:pt x="429" y="224"/>
                  </a:lnTo>
                  <a:lnTo>
                    <a:pt x="429" y="221"/>
                  </a:lnTo>
                  <a:lnTo>
                    <a:pt x="432" y="217"/>
                  </a:lnTo>
                  <a:lnTo>
                    <a:pt x="434" y="216"/>
                  </a:lnTo>
                  <a:lnTo>
                    <a:pt x="437" y="216"/>
                  </a:lnTo>
                  <a:lnTo>
                    <a:pt x="445" y="216"/>
                  </a:lnTo>
                  <a:lnTo>
                    <a:pt x="448" y="220"/>
                  </a:lnTo>
                  <a:lnTo>
                    <a:pt x="451" y="221"/>
                  </a:lnTo>
                  <a:lnTo>
                    <a:pt x="458" y="222"/>
                  </a:lnTo>
                  <a:lnTo>
                    <a:pt x="458" y="225"/>
                  </a:lnTo>
                  <a:lnTo>
                    <a:pt x="461" y="226"/>
                  </a:lnTo>
                  <a:lnTo>
                    <a:pt x="466" y="230"/>
                  </a:lnTo>
                  <a:lnTo>
                    <a:pt x="470" y="232"/>
                  </a:lnTo>
                  <a:lnTo>
                    <a:pt x="475" y="230"/>
                  </a:lnTo>
                  <a:lnTo>
                    <a:pt x="480" y="228"/>
                  </a:lnTo>
                  <a:lnTo>
                    <a:pt x="483" y="229"/>
                  </a:lnTo>
                  <a:lnTo>
                    <a:pt x="483" y="229"/>
                  </a:lnTo>
                  <a:lnTo>
                    <a:pt x="486" y="229"/>
                  </a:lnTo>
                  <a:lnTo>
                    <a:pt x="486" y="233"/>
                  </a:lnTo>
                  <a:lnTo>
                    <a:pt x="486" y="236"/>
                  </a:lnTo>
                  <a:lnTo>
                    <a:pt x="486" y="237"/>
                  </a:lnTo>
                  <a:lnTo>
                    <a:pt x="483" y="240"/>
                  </a:lnTo>
                  <a:lnTo>
                    <a:pt x="482" y="242"/>
                  </a:lnTo>
                  <a:lnTo>
                    <a:pt x="484" y="245"/>
                  </a:lnTo>
                  <a:lnTo>
                    <a:pt x="484" y="249"/>
                  </a:lnTo>
                  <a:lnTo>
                    <a:pt x="488" y="253"/>
                  </a:lnTo>
                  <a:lnTo>
                    <a:pt x="488" y="255"/>
                  </a:lnTo>
                  <a:lnTo>
                    <a:pt x="487" y="257"/>
                  </a:lnTo>
                  <a:lnTo>
                    <a:pt x="487" y="265"/>
                  </a:lnTo>
                  <a:lnTo>
                    <a:pt x="490" y="265"/>
                  </a:lnTo>
                  <a:lnTo>
                    <a:pt x="490" y="262"/>
                  </a:lnTo>
                  <a:lnTo>
                    <a:pt x="490" y="261"/>
                  </a:lnTo>
                  <a:lnTo>
                    <a:pt x="491" y="258"/>
                  </a:lnTo>
                  <a:lnTo>
                    <a:pt x="490" y="255"/>
                  </a:lnTo>
                  <a:lnTo>
                    <a:pt x="492" y="254"/>
                  </a:lnTo>
                  <a:lnTo>
                    <a:pt x="494" y="251"/>
                  </a:lnTo>
                  <a:lnTo>
                    <a:pt x="495" y="253"/>
                  </a:lnTo>
                  <a:lnTo>
                    <a:pt x="496" y="257"/>
                  </a:lnTo>
                  <a:lnTo>
                    <a:pt x="498" y="262"/>
                  </a:lnTo>
                  <a:lnTo>
                    <a:pt x="498" y="263"/>
                  </a:lnTo>
                  <a:lnTo>
                    <a:pt x="496" y="265"/>
                  </a:lnTo>
                  <a:lnTo>
                    <a:pt x="496" y="267"/>
                  </a:lnTo>
                  <a:lnTo>
                    <a:pt x="495" y="268"/>
                  </a:lnTo>
                  <a:lnTo>
                    <a:pt x="499" y="271"/>
                  </a:lnTo>
                  <a:lnTo>
                    <a:pt x="503" y="271"/>
                  </a:lnTo>
                  <a:lnTo>
                    <a:pt x="507" y="272"/>
                  </a:lnTo>
                  <a:lnTo>
                    <a:pt x="509" y="275"/>
                  </a:lnTo>
                  <a:lnTo>
                    <a:pt x="508" y="278"/>
                  </a:lnTo>
                  <a:lnTo>
                    <a:pt x="511" y="279"/>
                  </a:lnTo>
                  <a:lnTo>
                    <a:pt x="516" y="279"/>
                  </a:lnTo>
                  <a:lnTo>
                    <a:pt x="521" y="284"/>
                  </a:lnTo>
                  <a:lnTo>
                    <a:pt x="520" y="283"/>
                  </a:lnTo>
                  <a:lnTo>
                    <a:pt x="520" y="279"/>
                  </a:lnTo>
                  <a:lnTo>
                    <a:pt x="524" y="275"/>
                  </a:lnTo>
                  <a:lnTo>
                    <a:pt x="527" y="275"/>
                  </a:lnTo>
                  <a:lnTo>
                    <a:pt x="532" y="279"/>
                  </a:lnTo>
                  <a:lnTo>
                    <a:pt x="536" y="279"/>
                  </a:lnTo>
                  <a:lnTo>
                    <a:pt x="537" y="282"/>
                  </a:lnTo>
                  <a:lnTo>
                    <a:pt x="538" y="287"/>
                  </a:lnTo>
                  <a:lnTo>
                    <a:pt x="538" y="282"/>
                  </a:lnTo>
                  <a:lnTo>
                    <a:pt x="537" y="279"/>
                  </a:lnTo>
                  <a:lnTo>
                    <a:pt x="534" y="279"/>
                  </a:lnTo>
                  <a:lnTo>
                    <a:pt x="530" y="278"/>
                  </a:lnTo>
                  <a:lnTo>
                    <a:pt x="527" y="274"/>
                  </a:lnTo>
                  <a:lnTo>
                    <a:pt x="523" y="275"/>
                  </a:lnTo>
                  <a:lnTo>
                    <a:pt x="519" y="278"/>
                  </a:lnTo>
                  <a:lnTo>
                    <a:pt x="517" y="278"/>
                  </a:lnTo>
                  <a:lnTo>
                    <a:pt x="516" y="278"/>
                  </a:lnTo>
                  <a:lnTo>
                    <a:pt x="512" y="276"/>
                  </a:lnTo>
                  <a:lnTo>
                    <a:pt x="508" y="271"/>
                  </a:lnTo>
                  <a:lnTo>
                    <a:pt x="505" y="270"/>
                  </a:lnTo>
                  <a:lnTo>
                    <a:pt x="502" y="270"/>
                  </a:lnTo>
                  <a:lnTo>
                    <a:pt x="499" y="266"/>
                  </a:lnTo>
                  <a:lnTo>
                    <a:pt x="502" y="267"/>
                  </a:lnTo>
                  <a:lnTo>
                    <a:pt x="503" y="266"/>
                  </a:lnTo>
                  <a:lnTo>
                    <a:pt x="505" y="261"/>
                  </a:lnTo>
                  <a:lnTo>
                    <a:pt x="504" y="259"/>
                  </a:lnTo>
                  <a:lnTo>
                    <a:pt x="502" y="255"/>
                  </a:lnTo>
                  <a:lnTo>
                    <a:pt x="500" y="250"/>
                  </a:lnTo>
                  <a:lnTo>
                    <a:pt x="496" y="245"/>
                  </a:lnTo>
                  <a:lnTo>
                    <a:pt x="494" y="243"/>
                  </a:lnTo>
                  <a:lnTo>
                    <a:pt x="491" y="241"/>
                  </a:lnTo>
                  <a:lnTo>
                    <a:pt x="492" y="238"/>
                  </a:lnTo>
                  <a:lnTo>
                    <a:pt x="491" y="236"/>
                  </a:lnTo>
                  <a:lnTo>
                    <a:pt x="491" y="229"/>
                  </a:lnTo>
                  <a:lnTo>
                    <a:pt x="488" y="226"/>
                  </a:lnTo>
                  <a:lnTo>
                    <a:pt x="487" y="226"/>
                  </a:lnTo>
                  <a:lnTo>
                    <a:pt x="482" y="224"/>
                  </a:lnTo>
                  <a:lnTo>
                    <a:pt x="477" y="224"/>
                  </a:lnTo>
                  <a:lnTo>
                    <a:pt x="474" y="220"/>
                  </a:lnTo>
                  <a:lnTo>
                    <a:pt x="471" y="218"/>
                  </a:lnTo>
                  <a:lnTo>
                    <a:pt x="471" y="215"/>
                  </a:lnTo>
                  <a:lnTo>
                    <a:pt x="470" y="213"/>
                  </a:lnTo>
                  <a:lnTo>
                    <a:pt x="470" y="212"/>
                  </a:lnTo>
                  <a:lnTo>
                    <a:pt x="467" y="213"/>
                  </a:lnTo>
                  <a:lnTo>
                    <a:pt x="458" y="213"/>
                  </a:lnTo>
                  <a:lnTo>
                    <a:pt x="455" y="213"/>
                  </a:lnTo>
                  <a:lnTo>
                    <a:pt x="453" y="211"/>
                  </a:lnTo>
                  <a:lnTo>
                    <a:pt x="451" y="208"/>
                  </a:lnTo>
                  <a:lnTo>
                    <a:pt x="451" y="208"/>
                  </a:lnTo>
                  <a:lnTo>
                    <a:pt x="450" y="205"/>
                  </a:lnTo>
                  <a:lnTo>
                    <a:pt x="450" y="201"/>
                  </a:lnTo>
                  <a:lnTo>
                    <a:pt x="448" y="196"/>
                  </a:lnTo>
                  <a:lnTo>
                    <a:pt x="444" y="193"/>
                  </a:lnTo>
                  <a:lnTo>
                    <a:pt x="444" y="192"/>
                  </a:lnTo>
                  <a:lnTo>
                    <a:pt x="444" y="191"/>
                  </a:lnTo>
                  <a:lnTo>
                    <a:pt x="441" y="190"/>
                  </a:lnTo>
                  <a:lnTo>
                    <a:pt x="440" y="188"/>
                  </a:lnTo>
                  <a:lnTo>
                    <a:pt x="441" y="186"/>
                  </a:lnTo>
                  <a:lnTo>
                    <a:pt x="441" y="183"/>
                  </a:lnTo>
                  <a:lnTo>
                    <a:pt x="438" y="182"/>
                  </a:lnTo>
                  <a:lnTo>
                    <a:pt x="440" y="180"/>
                  </a:lnTo>
                  <a:lnTo>
                    <a:pt x="444" y="180"/>
                  </a:lnTo>
                  <a:lnTo>
                    <a:pt x="446" y="176"/>
                  </a:lnTo>
                  <a:lnTo>
                    <a:pt x="449" y="176"/>
                  </a:lnTo>
                  <a:lnTo>
                    <a:pt x="455" y="175"/>
                  </a:lnTo>
                  <a:lnTo>
                    <a:pt x="465" y="172"/>
                  </a:lnTo>
                  <a:lnTo>
                    <a:pt x="467" y="170"/>
                  </a:lnTo>
                  <a:lnTo>
                    <a:pt x="471" y="168"/>
                  </a:lnTo>
                  <a:lnTo>
                    <a:pt x="473" y="170"/>
                  </a:lnTo>
                  <a:lnTo>
                    <a:pt x="477" y="168"/>
                  </a:lnTo>
                  <a:lnTo>
                    <a:pt x="478" y="166"/>
                  </a:lnTo>
                  <a:lnTo>
                    <a:pt x="482" y="165"/>
                  </a:lnTo>
                  <a:lnTo>
                    <a:pt x="490" y="161"/>
                  </a:lnTo>
                  <a:lnTo>
                    <a:pt x="491" y="162"/>
                  </a:lnTo>
                  <a:lnTo>
                    <a:pt x="490" y="165"/>
                  </a:lnTo>
                  <a:lnTo>
                    <a:pt x="490" y="166"/>
                  </a:lnTo>
                  <a:lnTo>
                    <a:pt x="488" y="167"/>
                  </a:lnTo>
                  <a:lnTo>
                    <a:pt x="486" y="172"/>
                  </a:lnTo>
                  <a:lnTo>
                    <a:pt x="486" y="174"/>
                  </a:lnTo>
                  <a:lnTo>
                    <a:pt x="491" y="178"/>
                  </a:lnTo>
                  <a:lnTo>
                    <a:pt x="495" y="178"/>
                  </a:lnTo>
                  <a:lnTo>
                    <a:pt x="492" y="178"/>
                  </a:lnTo>
                  <a:lnTo>
                    <a:pt x="488" y="172"/>
                  </a:lnTo>
                  <a:lnTo>
                    <a:pt x="488" y="171"/>
                  </a:lnTo>
                  <a:lnTo>
                    <a:pt x="490" y="168"/>
                  </a:lnTo>
                  <a:lnTo>
                    <a:pt x="495" y="166"/>
                  </a:lnTo>
                  <a:lnTo>
                    <a:pt x="496" y="162"/>
                  </a:lnTo>
                  <a:lnTo>
                    <a:pt x="495" y="158"/>
                  </a:lnTo>
                  <a:lnTo>
                    <a:pt x="492" y="158"/>
                  </a:lnTo>
                  <a:lnTo>
                    <a:pt x="488" y="155"/>
                  </a:lnTo>
                  <a:lnTo>
                    <a:pt x="490" y="154"/>
                  </a:lnTo>
                  <a:lnTo>
                    <a:pt x="486" y="154"/>
                  </a:lnTo>
                  <a:lnTo>
                    <a:pt x="484" y="155"/>
                  </a:lnTo>
                  <a:lnTo>
                    <a:pt x="483" y="154"/>
                  </a:lnTo>
                  <a:lnTo>
                    <a:pt x="482" y="150"/>
                  </a:lnTo>
                  <a:lnTo>
                    <a:pt x="478" y="151"/>
                  </a:lnTo>
                  <a:lnTo>
                    <a:pt x="477" y="151"/>
                  </a:lnTo>
                  <a:lnTo>
                    <a:pt x="473" y="149"/>
                  </a:lnTo>
                  <a:lnTo>
                    <a:pt x="474" y="147"/>
                  </a:lnTo>
                  <a:lnTo>
                    <a:pt x="475" y="146"/>
                  </a:lnTo>
                  <a:lnTo>
                    <a:pt x="477" y="145"/>
                  </a:lnTo>
                  <a:lnTo>
                    <a:pt x="478" y="147"/>
                  </a:lnTo>
                  <a:lnTo>
                    <a:pt x="480" y="147"/>
                  </a:lnTo>
                  <a:lnTo>
                    <a:pt x="483" y="146"/>
                  </a:lnTo>
                  <a:lnTo>
                    <a:pt x="483" y="145"/>
                  </a:lnTo>
                  <a:lnTo>
                    <a:pt x="482" y="145"/>
                  </a:lnTo>
                  <a:lnTo>
                    <a:pt x="479" y="146"/>
                  </a:lnTo>
                  <a:lnTo>
                    <a:pt x="477" y="143"/>
                  </a:lnTo>
                  <a:lnTo>
                    <a:pt x="477" y="141"/>
                  </a:lnTo>
                  <a:lnTo>
                    <a:pt x="474" y="141"/>
                  </a:lnTo>
                  <a:lnTo>
                    <a:pt x="470" y="140"/>
                  </a:lnTo>
                  <a:lnTo>
                    <a:pt x="467" y="141"/>
                  </a:lnTo>
                  <a:lnTo>
                    <a:pt x="466" y="138"/>
                  </a:lnTo>
                  <a:lnTo>
                    <a:pt x="467" y="137"/>
                  </a:lnTo>
                  <a:lnTo>
                    <a:pt x="467" y="134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3"/>
                  </a:lnTo>
                  <a:lnTo>
                    <a:pt x="470" y="137"/>
                  </a:lnTo>
                  <a:lnTo>
                    <a:pt x="473" y="136"/>
                  </a:lnTo>
                  <a:lnTo>
                    <a:pt x="475" y="140"/>
                  </a:lnTo>
                  <a:lnTo>
                    <a:pt x="475" y="137"/>
                  </a:lnTo>
                  <a:lnTo>
                    <a:pt x="475" y="136"/>
                  </a:lnTo>
                  <a:lnTo>
                    <a:pt x="478" y="134"/>
                  </a:lnTo>
                  <a:lnTo>
                    <a:pt x="478" y="129"/>
                  </a:lnTo>
                  <a:lnTo>
                    <a:pt x="477" y="128"/>
                  </a:lnTo>
                  <a:lnTo>
                    <a:pt x="477" y="126"/>
                  </a:lnTo>
                  <a:lnTo>
                    <a:pt x="479" y="128"/>
                  </a:lnTo>
                  <a:lnTo>
                    <a:pt x="480" y="125"/>
                  </a:lnTo>
                  <a:lnTo>
                    <a:pt x="475" y="124"/>
                  </a:lnTo>
                  <a:lnTo>
                    <a:pt x="474" y="126"/>
                  </a:lnTo>
                  <a:lnTo>
                    <a:pt x="471" y="126"/>
                  </a:lnTo>
                  <a:lnTo>
                    <a:pt x="471" y="124"/>
                  </a:lnTo>
                  <a:lnTo>
                    <a:pt x="474" y="121"/>
                  </a:lnTo>
                  <a:lnTo>
                    <a:pt x="478" y="121"/>
                  </a:lnTo>
                  <a:lnTo>
                    <a:pt x="480" y="120"/>
                  </a:lnTo>
                  <a:lnTo>
                    <a:pt x="480" y="118"/>
                  </a:lnTo>
                  <a:lnTo>
                    <a:pt x="483" y="116"/>
                  </a:lnTo>
                  <a:lnTo>
                    <a:pt x="483" y="113"/>
                  </a:lnTo>
                  <a:lnTo>
                    <a:pt x="483" y="112"/>
                  </a:lnTo>
                  <a:lnTo>
                    <a:pt x="483" y="112"/>
                  </a:lnTo>
                  <a:lnTo>
                    <a:pt x="486" y="108"/>
                  </a:lnTo>
                  <a:lnTo>
                    <a:pt x="487" y="108"/>
                  </a:lnTo>
                  <a:lnTo>
                    <a:pt x="487" y="109"/>
                  </a:lnTo>
                  <a:lnTo>
                    <a:pt x="488" y="109"/>
                  </a:lnTo>
                  <a:lnTo>
                    <a:pt x="490" y="107"/>
                  </a:lnTo>
                  <a:lnTo>
                    <a:pt x="491" y="107"/>
                  </a:lnTo>
                  <a:lnTo>
                    <a:pt x="490" y="105"/>
                  </a:lnTo>
                  <a:lnTo>
                    <a:pt x="490" y="104"/>
                  </a:lnTo>
                  <a:lnTo>
                    <a:pt x="494" y="103"/>
                  </a:lnTo>
                  <a:lnTo>
                    <a:pt x="495" y="101"/>
                  </a:lnTo>
                  <a:lnTo>
                    <a:pt x="495" y="100"/>
                  </a:lnTo>
                  <a:lnTo>
                    <a:pt x="496" y="100"/>
                  </a:lnTo>
                  <a:lnTo>
                    <a:pt x="499" y="100"/>
                  </a:lnTo>
                  <a:lnTo>
                    <a:pt x="503" y="100"/>
                  </a:lnTo>
                  <a:lnTo>
                    <a:pt x="502" y="97"/>
                  </a:lnTo>
                  <a:lnTo>
                    <a:pt x="502" y="96"/>
                  </a:lnTo>
                  <a:lnTo>
                    <a:pt x="507" y="95"/>
                  </a:lnTo>
                  <a:lnTo>
                    <a:pt x="509" y="93"/>
                  </a:lnTo>
                  <a:lnTo>
                    <a:pt x="511" y="91"/>
                  </a:lnTo>
                  <a:lnTo>
                    <a:pt x="517" y="88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3" y="88"/>
                  </a:lnTo>
                  <a:lnTo>
                    <a:pt x="512" y="87"/>
                  </a:lnTo>
                  <a:lnTo>
                    <a:pt x="509" y="90"/>
                  </a:lnTo>
                  <a:lnTo>
                    <a:pt x="507" y="88"/>
                  </a:lnTo>
                  <a:lnTo>
                    <a:pt x="507" y="83"/>
                  </a:lnTo>
                  <a:lnTo>
                    <a:pt x="509" y="82"/>
                  </a:lnTo>
                  <a:lnTo>
                    <a:pt x="509" y="80"/>
                  </a:lnTo>
                  <a:lnTo>
                    <a:pt x="511" y="80"/>
                  </a:lnTo>
                  <a:lnTo>
                    <a:pt x="511" y="82"/>
                  </a:lnTo>
                  <a:lnTo>
                    <a:pt x="512" y="82"/>
                  </a:lnTo>
                  <a:lnTo>
                    <a:pt x="513" y="80"/>
                  </a:lnTo>
                  <a:lnTo>
                    <a:pt x="511" y="78"/>
                  </a:lnTo>
                  <a:lnTo>
                    <a:pt x="513" y="78"/>
                  </a:lnTo>
                  <a:lnTo>
                    <a:pt x="516" y="79"/>
                  </a:lnTo>
                  <a:lnTo>
                    <a:pt x="519" y="79"/>
                  </a:lnTo>
                  <a:lnTo>
                    <a:pt x="521" y="76"/>
                  </a:lnTo>
                  <a:lnTo>
                    <a:pt x="524" y="78"/>
                  </a:lnTo>
                  <a:lnTo>
                    <a:pt x="530" y="75"/>
                  </a:lnTo>
                  <a:lnTo>
                    <a:pt x="533" y="75"/>
                  </a:lnTo>
                  <a:lnTo>
                    <a:pt x="533" y="78"/>
                  </a:lnTo>
                  <a:lnTo>
                    <a:pt x="532" y="83"/>
                  </a:lnTo>
                  <a:lnTo>
                    <a:pt x="532" y="84"/>
                  </a:lnTo>
                  <a:lnTo>
                    <a:pt x="533" y="86"/>
                  </a:lnTo>
                  <a:lnTo>
                    <a:pt x="534" y="83"/>
                  </a:lnTo>
                  <a:lnTo>
                    <a:pt x="537" y="79"/>
                  </a:lnTo>
                  <a:lnTo>
                    <a:pt x="536" y="76"/>
                  </a:lnTo>
                  <a:lnTo>
                    <a:pt x="537" y="76"/>
                  </a:lnTo>
                  <a:lnTo>
                    <a:pt x="538" y="78"/>
                  </a:lnTo>
                  <a:lnTo>
                    <a:pt x="540" y="82"/>
                  </a:lnTo>
                  <a:lnTo>
                    <a:pt x="541" y="82"/>
                  </a:lnTo>
                  <a:lnTo>
                    <a:pt x="542" y="79"/>
                  </a:lnTo>
                  <a:lnTo>
                    <a:pt x="541" y="76"/>
                  </a:lnTo>
                  <a:lnTo>
                    <a:pt x="542" y="75"/>
                  </a:lnTo>
                  <a:lnTo>
                    <a:pt x="544" y="75"/>
                  </a:lnTo>
                  <a:lnTo>
                    <a:pt x="544" y="78"/>
                  </a:lnTo>
                  <a:lnTo>
                    <a:pt x="548" y="75"/>
                  </a:lnTo>
                  <a:lnTo>
                    <a:pt x="548" y="74"/>
                  </a:lnTo>
                  <a:lnTo>
                    <a:pt x="546" y="72"/>
                  </a:lnTo>
                  <a:lnTo>
                    <a:pt x="549" y="72"/>
                  </a:lnTo>
                  <a:lnTo>
                    <a:pt x="550" y="71"/>
                  </a:lnTo>
                  <a:lnTo>
                    <a:pt x="548" y="70"/>
                  </a:lnTo>
                  <a:lnTo>
                    <a:pt x="550" y="67"/>
                  </a:lnTo>
                  <a:lnTo>
                    <a:pt x="554" y="67"/>
                  </a:lnTo>
                  <a:lnTo>
                    <a:pt x="556" y="66"/>
                  </a:lnTo>
                  <a:lnTo>
                    <a:pt x="557" y="66"/>
                  </a:lnTo>
                  <a:lnTo>
                    <a:pt x="557" y="67"/>
                  </a:lnTo>
                  <a:lnTo>
                    <a:pt x="558" y="68"/>
                  </a:lnTo>
                  <a:lnTo>
                    <a:pt x="562" y="68"/>
                  </a:lnTo>
                  <a:lnTo>
                    <a:pt x="562" y="72"/>
                  </a:lnTo>
                  <a:lnTo>
                    <a:pt x="563" y="74"/>
                  </a:lnTo>
                  <a:lnTo>
                    <a:pt x="561" y="79"/>
                  </a:lnTo>
                  <a:lnTo>
                    <a:pt x="565" y="78"/>
                  </a:lnTo>
                  <a:lnTo>
                    <a:pt x="567" y="72"/>
                  </a:lnTo>
                  <a:lnTo>
                    <a:pt x="565" y="67"/>
                  </a:lnTo>
                  <a:lnTo>
                    <a:pt x="561" y="66"/>
                  </a:lnTo>
                  <a:lnTo>
                    <a:pt x="559" y="63"/>
                  </a:lnTo>
                  <a:lnTo>
                    <a:pt x="557" y="65"/>
                  </a:lnTo>
                  <a:lnTo>
                    <a:pt x="556" y="63"/>
                  </a:lnTo>
                  <a:lnTo>
                    <a:pt x="553" y="63"/>
                  </a:lnTo>
                  <a:lnTo>
                    <a:pt x="552" y="62"/>
                  </a:lnTo>
                  <a:lnTo>
                    <a:pt x="549" y="61"/>
                  </a:lnTo>
                  <a:lnTo>
                    <a:pt x="549" y="61"/>
                  </a:lnTo>
                  <a:lnTo>
                    <a:pt x="550" y="58"/>
                  </a:lnTo>
                  <a:lnTo>
                    <a:pt x="556" y="58"/>
                  </a:lnTo>
                  <a:lnTo>
                    <a:pt x="557" y="57"/>
                  </a:lnTo>
                  <a:lnTo>
                    <a:pt x="559" y="57"/>
                  </a:lnTo>
                  <a:lnTo>
                    <a:pt x="562" y="57"/>
                  </a:lnTo>
                  <a:lnTo>
                    <a:pt x="563" y="55"/>
                  </a:lnTo>
                  <a:lnTo>
                    <a:pt x="566" y="57"/>
                  </a:lnTo>
                  <a:lnTo>
                    <a:pt x="571" y="55"/>
                  </a:lnTo>
                  <a:lnTo>
                    <a:pt x="574" y="57"/>
                  </a:lnTo>
                  <a:lnTo>
                    <a:pt x="575" y="55"/>
                  </a:lnTo>
                  <a:lnTo>
                    <a:pt x="578" y="57"/>
                  </a:lnTo>
                  <a:lnTo>
                    <a:pt x="579" y="55"/>
                  </a:lnTo>
                  <a:lnTo>
                    <a:pt x="579" y="54"/>
                  </a:lnTo>
                  <a:lnTo>
                    <a:pt x="575" y="53"/>
                  </a:lnTo>
                  <a:lnTo>
                    <a:pt x="571" y="51"/>
                  </a:lnTo>
                  <a:lnTo>
                    <a:pt x="569" y="53"/>
                  </a:lnTo>
                  <a:lnTo>
                    <a:pt x="563" y="53"/>
                  </a:lnTo>
                  <a:lnTo>
                    <a:pt x="563" y="51"/>
                  </a:lnTo>
                  <a:lnTo>
                    <a:pt x="563" y="47"/>
                  </a:lnTo>
                  <a:lnTo>
                    <a:pt x="566" y="46"/>
                  </a:lnTo>
                  <a:lnTo>
                    <a:pt x="563" y="45"/>
                  </a:lnTo>
                  <a:lnTo>
                    <a:pt x="561" y="41"/>
                  </a:lnTo>
                  <a:lnTo>
                    <a:pt x="558" y="42"/>
                  </a:lnTo>
                  <a:lnTo>
                    <a:pt x="556" y="38"/>
                  </a:lnTo>
                  <a:lnTo>
                    <a:pt x="556" y="36"/>
                  </a:lnTo>
                  <a:lnTo>
                    <a:pt x="558" y="36"/>
                  </a:lnTo>
                  <a:lnTo>
                    <a:pt x="558" y="33"/>
                  </a:lnTo>
                  <a:lnTo>
                    <a:pt x="554" y="30"/>
                  </a:lnTo>
                  <a:lnTo>
                    <a:pt x="556" y="20"/>
                  </a:lnTo>
                  <a:lnTo>
                    <a:pt x="558" y="17"/>
                  </a:lnTo>
                  <a:lnTo>
                    <a:pt x="557" y="13"/>
                  </a:lnTo>
                  <a:lnTo>
                    <a:pt x="557" y="9"/>
                  </a:lnTo>
                  <a:lnTo>
                    <a:pt x="559" y="8"/>
                  </a:lnTo>
                  <a:lnTo>
                    <a:pt x="558" y="5"/>
                  </a:lnTo>
                  <a:lnTo>
                    <a:pt x="559" y="4"/>
                  </a:lnTo>
                  <a:lnTo>
                    <a:pt x="561" y="3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" name="Freeform 342"/>
            <p:cNvSpPr>
              <a:spLocks noEditPoints="1"/>
            </p:cNvSpPr>
            <p:nvPr/>
          </p:nvSpPr>
          <p:spPr bwMode="auto">
            <a:xfrm>
              <a:off x="7597516" y="2335432"/>
              <a:ext cx="1959139" cy="1446514"/>
            </a:xfrm>
            <a:custGeom>
              <a:avLst/>
              <a:gdLst>
                <a:gd name="T0" fmla="*/ 578 w 772"/>
                <a:gd name="T1" fmla="*/ 566 h 570"/>
                <a:gd name="T2" fmla="*/ 573 w 772"/>
                <a:gd name="T3" fmla="*/ 547 h 570"/>
                <a:gd name="T4" fmla="*/ 658 w 772"/>
                <a:gd name="T5" fmla="*/ 497 h 570"/>
                <a:gd name="T6" fmla="*/ 708 w 772"/>
                <a:gd name="T7" fmla="*/ 488 h 570"/>
                <a:gd name="T8" fmla="*/ 702 w 772"/>
                <a:gd name="T9" fmla="*/ 514 h 570"/>
                <a:gd name="T10" fmla="*/ 697 w 772"/>
                <a:gd name="T11" fmla="*/ 483 h 570"/>
                <a:gd name="T12" fmla="*/ 701 w 772"/>
                <a:gd name="T13" fmla="*/ 400 h 570"/>
                <a:gd name="T14" fmla="*/ 687 w 772"/>
                <a:gd name="T15" fmla="*/ 378 h 570"/>
                <a:gd name="T16" fmla="*/ 627 w 772"/>
                <a:gd name="T17" fmla="*/ 2 h 570"/>
                <a:gd name="T18" fmla="*/ 639 w 772"/>
                <a:gd name="T19" fmla="*/ 10 h 570"/>
                <a:gd name="T20" fmla="*/ 649 w 772"/>
                <a:gd name="T21" fmla="*/ 25 h 570"/>
                <a:gd name="T22" fmla="*/ 668 w 772"/>
                <a:gd name="T23" fmla="*/ 47 h 570"/>
                <a:gd name="T24" fmla="*/ 683 w 772"/>
                <a:gd name="T25" fmla="*/ 67 h 570"/>
                <a:gd name="T26" fmla="*/ 699 w 772"/>
                <a:gd name="T27" fmla="*/ 68 h 570"/>
                <a:gd name="T28" fmla="*/ 715 w 772"/>
                <a:gd name="T29" fmla="*/ 80 h 570"/>
                <a:gd name="T30" fmla="*/ 722 w 772"/>
                <a:gd name="T31" fmla="*/ 93 h 570"/>
                <a:gd name="T32" fmla="*/ 744 w 772"/>
                <a:gd name="T33" fmla="*/ 99 h 570"/>
                <a:gd name="T34" fmla="*/ 760 w 772"/>
                <a:gd name="T35" fmla="*/ 81 h 570"/>
                <a:gd name="T36" fmla="*/ 769 w 772"/>
                <a:gd name="T37" fmla="*/ 101 h 570"/>
                <a:gd name="T38" fmla="*/ 770 w 772"/>
                <a:gd name="T39" fmla="*/ 121 h 570"/>
                <a:gd name="T40" fmla="*/ 768 w 772"/>
                <a:gd name="T41" fmla="*/ 139 h 570"/>
                <a:gd name="T42" fmla="*/ 749 w 772"/>
                <a:gd name="T43" fmla="*/ 150 h 570"/>
                <a:gd name="T44" fmla="*/ 755 w 772"/>
                <a:gd name="T45" fmla="*/ 181 h 570"/>
                <a:gd name="T46" fmla="*/ 697 w 772"/>
                <a:gd name="T47" fmla="*/ 246 h 570"/>
                <a:gd name="T48" fmla="*/ 669 w 772"/>
                <a:gd name="T49" fmla="*/ 262 h 570"/>
                <a:gd name="T50" fmla="*/ 669 w 772"/>
                <a:gd name="T51" fmla="*/ 256 h 570"/>
                <a:gd name="T52" fmla="*/ 669 w 772"/>
                <a:gd name="T53" fmla="*/ 237 h 570"/>
                <a:gd name="T54" fmla="*/ 643 w 772"/>
                <a:gd name="T55" fmla="*/ 246 h 570"/>
                <a:gd name="T56" fmla="*/ 622 w 772"/>
                <a:gd name="T57" fmla="*/ 267 h 570"/>
                <a:gd name="T58" fmla="*/ 639 w 772"/>
                <a:gd name="T59" fmla="*/ 283 h 570"/>
                <a:gd name="T60" fmla="*/ 657 w 772"/>
                <a:gd name="T61" fmla="*/ 283 h 570"/>
                <a:gd name="T62" fmla="*/ 685 w 772"/>
                <a:gd name="T63" fmla="*/ 288 h 570"/>
                <a:gd name="T64" fmla="*/ 669 w 772"/>
                <a:gd name="T65" fmla="*/ 300 h 570"/>
                <a:gd name="T66" fmla="*/ 655 w 772"/>
                <a:gd name="T67" fmla="*/ 317 h 570"/>
                <a:gd name="T68" fmla="*/ 674 w 772"/>
                <a:gd name="T69" fmla="*/ 354 h 570"/>
                <a:gd name="T70" fmla="*/ 681 w 772"/>
                <a:gd name="T71" fmla="*/ 374 h 570"/>
                <a:gd name="T72" fmla="*/ 660 w 772"/>
                <a:gd name="T73" fmla="*/ 371 h 570"/>
                <a:gd name="T74" fmla="*/ 690 w 772"/>
                <a:gd name="T75" fmla="*/ 393 h 570"/>
                <a:gd name="T76" fmla="*/ 689 w 772"/>
                <a:gd name="T77" fmla="*/ 399 h 570"/>
                <a:gd name="T78" fmla="*/ 699 w 772"/>
                <a:gd name="T79" fmla="*/ 408 h 570"/>
                <a:gd name="T80" fmla="*/ 697 w 772"/>
                <a:gd name="T81" fmla="*/ 420 h 570"/>
                <a:gd name="T82" fmla="*/ 691 w 772"/>
                <a:gd name="T83" fmla="*/ 433 h 570"/>
                <a:gd name="T84" fmla="*/ 689 w 772"/>
                <a:gd name="T85" fmla="*/ 447 h 570"/>
                <a:gd name="T86" fmla="*/ 681 w 772"/>
                <a:gd name="T87" fmla="*/ 458 h 570"/>
                <a:gd name="T88" fmla="*/ 681 w 772"/>
                <a:gd name="T89" fmla="*/ 471 h 570"/>
                <a:gd name="T90" fmla="*/ 673 w 772"/>
                <a:gd name="T91" fmla="*/ 475 h 570"/>
                <a:gd name="T92" fmla="*/ 665 w 772"/>
                <a:gd name="T93" fmla="*/ 487 h 570"/>
                <a:gd name="T94" fmla="*/ 656 w 772"/>
                <a:gd name="T95" fmla="*/ 495 h 570"/>
                <a:gd name="T96" fmla="*/ 641 w 772"/>
                <a:gd name="T97" fmla="*/ 508 h 570"/>
                <a:gd name="T98" fmla="*/ 624 w 772"/>
                <a:gd name="T99" fmla="*/ 513 h 570"/>
                <a:gd name="T100" fmla="*/ 612 w 772"/>
                <a:gd name="T101" fmla="*/ 517 h 570"/>
                <a:gd name="T102" fmla="*/ 590 w 772"/>
                <a:gd name="T103" fmla="*/ 526 h 570"/>
                <a:gd name="T104" fmla="*/ 581 w 772"/>
                <a:gd name="T105" fmla="*/ 530 h 570"/>
                <a:gd name="T106" fmla="*/ 577 w 772"/>
                <a:gd name="T107" fmla="*/ 539 h 570"/>
                <a:gd name="T108" fmla="*/ 564 w 772"/>
                <a:gd name="T109" fmla="*/ 525 h 570"/>
                <a:gd name="T110" fmla="*/ 474 w 772"/>
                <a:gd name="T111" fmla="*/ 537 h 570"/>
                <a:gd name="T112" fmla="*/ 554 w 772"/>
                <a:gd name="T113" fmla="*/ 80 h 570"/>
                <a:gd name="T114" fmla="*/ 582 w 772"/>
                <a:gd name="T115" fmla="*/ 67 h 570"/>
                <a:gd name="T116" fmla="*/ 581 w 772"/>
                <a:gd name="T117" fmla="*/ 39 h 570"/>
                <a:gd name="T118" fmla="*/ 574 w 772"/>
                <a:gd name="T119" fmla="*/ 21 h 570"/>
                <a:gd name="T120" fmla="*/ 590 w 772"/>
                <a:gd name="T121" fmla="*/ 4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72" h="570">
                  <a:moveTo>
                    <a:pt x="586" y="545"/>
                  </a:moveTo>
                  <a:lnTo>
                    <a:pt x="589" y="545"/>
                  </a:lnTo>
                  <a:lnTo>
                    <a:pt x="590" y="547"/>
                  </a:lnTo>
                  <a:lnTo>
                    <a:pt x="591" y="550"/>
                  </a:lnTo>
                  <a:lnTo>
                    <a:pt x="590" y="553"/>
                  </a:lnTo>
                  <a:lnTo>
                    <a:pt x="589" y="554"/>
                  </a:lnTo>
                  <a:lnTo>
                    <a:pt x="589" y="555"/>
                  </a:lnTo>
                  <a:lnTo>
                    <a:pt x="587" y="559"/>
                  </a:lnTo>
                  <a:lnTo>
                    <a:pt x="587" y="560"/>
                  </a:lnTo>
                  <a:lnTo>
                    <a:pt x="586" y="563"/>
                  </a:lnTo>
                  <a:lnTo>
                    <a:pt x="583" y="563"/>
                  </a:lnTo>
                  <a:lnTo>
                    <a:pt x="583" y="564"/>
                  </a:lnTo>
                  <a:lnTo>
                    <a:pt x="582" y="567"/>
                  </a:lnTo>
                  <a:lnTo>
                    <a:pt x="579" y="566"/>
                  </a:lnTo>
                  <a:lnTo>
                    <a:pt x="578" y="566"/>
                  </a:lnTo>
                  <a:lnTo>
                    <a:pt x="577" y="568"/>
                  </a:lnTo>
                  <a:lnTo>
                    <a:pt x="575" y="570"/>
                  </a:lnTo>
                  <a:lnTo>
                    <a:pt x="574" y="568"/>
                  </a:lnTo>
                  <a:lnTo>
                    <a:pt x="572" y="568"/>
                  </a:lnTo>
                  <a:lnTo>
                    <a:pt x="570" y="567"/>
                  </a:lnTo>
                  <a:lnTo>
                    <a:pt x="568" y="567"/>
                  </a:lnTo>
                  <a:lnTo>
                    <a:pt x="566" y="564"/>
                  </a:lnTo>
                  <a:lnTo>
                    <a:pt x="566" y="563"/>
                  </a:lnTo>
                  <a:lnTo>
                    <a:pt x="565" y="560"/>
                  </a:lnTo>
                  <a:lnTo>
                    <a:pt x="565" y="556"/>
                  </a:lnTo>
                  <a:lnTo>
                    <a:pt x="564" y="555"/>
                  </a:lnTo>
                  <a:lnTo>
                    <a:pt x="566" y="551"/>
                  </a:lnTo>
                  <a:lnTo>
                    <a:pt x="570" y="550"/>
                  </a:lnTo>
                  <a:lnTo>
                    <a:pt x="570" y="547"/>
                  </a:lnTo>
                  <a:lnTo>
                    <a:pt x="573" y="547"/>
                  </a:lnTo>
                  <a:lnTo>
                    <a:pt x="575" y="546"/>
                  </a:lnTo>
                  <a:lnTo>
                    <a:pt x="577" y="546"/>
                  </a:lnTo>
                  <a:lnTo>
                    <a:pt x="579" y="545"/>
                  </a:lnTo>
                  <a:lnTo>
                    <a:pt x="579" y="545"/>
                  </a:lnTo>
                  <a:lnTo>
                    <a:pt x="582" y="545"/>
                  </a:lnTo>
                  <a:lnTo>
                    <a:pt x="583" y="546"/>
                  </a:lnTo>
                  <a:lnTo>
                    <a:pt x="586" y="545"/>
                  </a:lnTo>
                  <a:close/>
                  <a:moveTo>
                    <a:pt x="585" y="531"/>
                  </a:moveTo>
                  <a:lnTo>
                    <a:pt x="587" y="533"/>
                  </a:lnTo>
                  <a:lnTo>
                    <a:pt x="587" y="534"/>
                  </a:lnTo>
                  <a:lnTo>
                    <a:pt x="585" y="533"/>
                  </a:lnTo>
                  <a:lnTo>
                    <a:pt x="583" y="534"/>
                  </a:lnTo>
                  <a:lnTo>
                    <a:pt x="582" y="533"/>
                  </a:lnTo>
                  <a:lnTo>
                    <a:pt x="585" y="531"/>
                  </a:lnTo>
                  <a:close/>
                  <a:moveTo>
                    <a:pt x="658" y="497"/>
                  </a:moveTo>
                  <a:lnTo>
                    <a:pt x="660" y="499"/>
                  </a:lnTo>
                  <a:lnTo>
                    <a:pt x="658" y="500"/>
                  </a:lnTo>
                  <a:lnTo>
                    <a:pt x="657" y="500"/>
                  </a:lnTo>
                  <a:lnTo>
                    <a:pt x="656" y="499"/>
                  </a:lnTo>
                  <a:lnTo>
                    <a:pt x="658" y="497"/>
                  </a:lnTo>
                  <a:close/>
                  <a:moveTo>
                    <a:pt x="706" y="470"/>
                  </a:moveTo>
                  <a:lnTo>
                    <a:pt x="708" y="470"/>
                  </a:lnTo>
                  <a:lnTo>
                    <a:pt x="710" y="472"/>
                  </a:lnTo>
                  <a:lnTo>
                    <a:pt x="710" y="472"/>
                  </a:lnTo>
                  <a:lnTo>
                    <a:pt x="712" y="475"/>
                  </a:lnTo>
                  <a:lnTo>
                    <a:pt x="712" y="476"/>
                  </a:lnTo>
                  <a:lnTo>
                    <a:pt x="711" y="476"/>
                  </a:lnTo>
                  <a:lnTo>
                    <a:pt x="711" y="480"/>
                  </a:lnTo>
                  <a:lnTo>
                    <a:pt x="710" y="485"/>
                  </a:lnTo>
                  <a:lnTo>
                    <a:pt x="708" y="488"/>
                  </a:lnTo>
                  <a:lnTo>
                    <a:pt x="710" y="492"/>
                  </a:lnTo>
                  <a:lnTo>
                    <a:pt x="710" y="495"/>
                  </a:lnTo>
                  <a:lnTo>
                    <a:pt x="708" y="500"/>
                  </a:lnTo>
                  <a:lnTo>
                    <a:pt x="710" y="500"/>
                  </a:lnTo>
                  <a:lnTo>
                    <a:pt x="708" y="501"/>
                  </a:lnTo>
                  <a:lnTo>
                    <a:pt x="708" y="504"/>
                  </a:lnTo>
                  <a:lnTo>
                    <a:pt x="706" y="508"/>
                  </a:lnTo>
                  <a:lnTo>
                    <a:pt x="703" y="510"/>
                  </a:lnTo>
                  <a:lnTo>
                    <a:pt x="705" y="514"/>
                  </a:lnTo>
                  <a:lnTo>
                    <a:pt x="705" y="517"/>
                  </a:lnTo>
                  <a:lnTo>
                    <a:pt x="705" y="520"/>
                  </a:lnTo>
                  <a:lnTo>
                    <a:pt x="703" y="518"/>
                  </a:lnTo>
                  <a:lnTo>
                    <a:pt x="702" y="520"/>
                  </a:lnTo>
                  <a:lnTo>
                    <a:pt x="702" y="517"/>
                  </a:lnTo>
                  <a:lnTo>
                    <a:pt x="702" y="514"/>
                  </a:lnTo>
                  <a:lnTo>
                    <a:pt x="699" y="512"/>
                  </a:lnTo>
                  <a:lnTo>
                    <a:pt x="697" y="510"/>
                  </a:lnTo>
                  <a:lnTo>
                    <a:pt x="697" y="509"/>
                  </a:lnTo>
                  <a:lnTo>
                    <a:pt x="695" y="509"/>
                  </a:lnTo>
                  <a:lnTo>
                    <a:pt x="694" y="508"/>
                  </a:lnTo>
                  <a:lnTo>
                    <a:pt x="694" y="505"/>
                  </a:lnTo>
                  <a:lnTo>
                    <a:pt x="694" y="505"/>
                  </a:lnTo>
                  <a:lnTo>
                    <a:pt x="694" y="504"/>
                  </a:lnTo>
                  <a:lnTo>
                    <a:pt x="693" y="504"/>
                  </a:lnTo>
                  <a:lnTo>
                    <a:pt x="693" y="499"/>
                  </a:lnTo>
                  <a:lnTo>
                    <a:pt x="693" y="495"/>
                  </a:lnTo>
                  <a:lnTo>
                    <a:pt x="691" y="493"/>
                  </a:lnTo>
                  <a:lnTo>
                    <a:pt x="693" y="492"/>
                  </a:lnTo>
                  <a:lnTo>
                    <a:pt x="694" y="488"/>
                  </a:lnTo>
                  <a:lnTo>
                    <a:pt x="697" y="483"/>
                  </a:lnTo>
                  <a:lnTo>
                    <a:pt x="697" y="483"/>
                  </a:lnTo>
                  <a:lnTo>
                    <a:pt x="698" y="480"/>
                  </a:lnTo>
                  <a:lnTo>
                    <a:pt x="697" y="479"/>
                  </a:lnTo>
                  <a:lnTo>
                    <a:pt x="699" y="475"/>
                  </a:lnTo>
                  <a:lnTo>
                    <a:pt x="702" y="472"/>
                  </a:lnTo>
                  <a:lnTo>
                    <a:pt x="705" y="472"/>
                  </a:lnTo>
                  <a:lnTo>
                    <a:pt x="703" y="470"/>
                  </a:lnTo>
                  <a:lnTo>
                    <a:pt x="706" y="470"/>
                  </a:lnTo>
                  <a:close/>
                  <a:moveTo>
                    <a:pt x="682" y="467"/>
                  </a:moveTo>
                  <a:lnTo>
                    <a:pt x="683" y="468"/>
                  </a:lnTo>
                  <a:lnTo>
                    <a:pt x="683" y="470"/>
                  </a:lnTo>
                  <a:lnTo>
                    <a:pt x="682" y="471"/>
                  </a:lnTo>
                  <a:lnTo>
                    <a:pt x="682" y="468"/>
                  </a:lnTo>
                  <a:lnTo>
                    <a:pt x="682" y="467"/>
                  </a:lnTo>
                  <a:close/>
                  <a:moveTo>
                    <a:pt x="701" y="400"/>
                  </a:moveTo>
                  <a:lnTo>
                    <a:pt x="701" y="400"/>
                  </a:lnTo>
                  <a:lnTo>
                    <a:pt x="702" y="400"/>
                  </a:lnTo>
                  <a:lnTo>
                    <a:pt x="705" y="401"/>
                  </a:lnTo>
                  <a:lnTo>
                    <a:pt x="705" y="403"/>
                  </a:lnTo>
                  <a:lnTo>
                    <a:pt x="703" y="403"/>
                  </a:lnTo>
                  <a:lnTo>
                    <a:pt x="701" y="401"/>
                  </a:lnTo>
                  <a:lnTo>
                    <a:pt x="701" y="400"/>
                  </a:lnTo>
                  <a:close/>
                  <a:moveTo>
                    <a:pt x="687" y="376"/>
                  </a:moveTo>
                  <a:lnTo>
                    <a:pt x="690" y="376"/>
                  </a:lnTo>
                  <a:lnTo>
                    <a:pt x="691" y="378"/>
                  </a:lnTo>
                  <a:lnTo>
                    <a:pt x="693" y="378"/>
                  </a:lnTo>
                  <a:lnTo>
                    <a:pt x="693" y="380"/>
                  </a:lnTo>
                  <a:lnTo>
                    <a:pt x="690" y="379"/>
                  </a:lnTo>
                  <a:lnTo>
                    <a:pt x="689" y="379"/>
                  </a:lnTo>
                  <a:lnTo>
                    <a:pt x="687" y="378"/>
                  </a:lnTo>
                  <a:lnTo>
                    <a:pt x="687" y="376"/>
                  </a:lnTo>
                  <a:close/>
                  <a:moveTo>
                    <a:pt x="607" y="0"/>
                  </a:moveTo>
                  <a:lnTo>
                    <a:pt x="608" y="0"/>
                  </a:lnTo>
                  <a:lnTo>
                    <a:pt x="610" y="0"/>
                  </a:lnTo>
                  <a:lnTo>
                    <a:pt x="611" y="1"/>
                  </a:lnTo>
                  <a:lnTo>
                    <a:pt x="615" y="1"/>
                  </a:lnTo>
                  <a:lnTo>
                    <a:pt x="616" y="2"/>
                  </a:lnTo>
                  <a:lnTo>
                    <a:pt x="618" y="4"/>
                  </a:lnTo>
                  <a:lnTo>
                    <a:pt x="620" y="4"/>
                  </a:lnTo>
                  <a:lnTo>
                    <a:pt x="622" y="4"/>
                  </a:lnTo>
                  <a:lnTo>
                    <a:pt x="622" y="4"/>
                  </a:lnTo>
                  <a:lnTo>
                    <a:pt x="624" y="5"/>
                  </a:lnTo>
                  <a:lnTo>
                    <a:pt x="626" y="5"/>
                  </a:lnTo>
                  <a:lnTo>
                    <a:pt x="626" y="2"/>
                  </a:lnTo>
                  <a:lnTo>
                    <a:pt x="627" y="2"/>
                  </a:lnTo>
                  <a:lnTo>
                    <a:pt x="627" y="2"/>
                  </a:lnTo>
                  <a:lnTo>
                    <a:pt x="629" y="2"/>
                  </a:lnTo>
                  <a:lnTo>
                    <a:pt x="629" y="2"/>
                  </a:lnTo>
                  <a:lnTo>
                    <a:pt x="631" y="4"/>
                  </a:lnTo>
                  <a:lnTo>
                    <a:pt x="632" y="4"/>
                  </a:lnTo>
                  <a:lnTo>
                    <a:pt x="633" y="4"/>
                  </a:lnTo>
                  <a:lnTo>
                    <a:pt x="635" y="5"/>
                  </a:lnTo>
                  <a:lnTo>
                    <a:pt x="635" y="6"/>
                  </a:lnTo>
                  <a:lnTo>
                    <a:pt x="635" y="8"/>
                  </a:lnTo>
                  <a:lnTo>
                    <a:pt x="636" y="8"/>
                  </a:lnTo>
                  <a:lnTo>
                    <a:pt x="636" y="9"/>
                  </a:lnTo>
                  <a:lnTo>
                    <a:pt x="637" y="8"/>
                  </a:lnTo>
                  <a:lnTo>
                    <a:pt x="639" y="8"/>
                  </a:lnTo>
                  <a:lnTo>
                    <a:pt x="640" y="9"/>
                  </a:lnTo>
                  <a:lnTo>
                    <a:pt x="639" y="10"/>
                  </a:lnTo>
                  <a:lnTo>
                    <a:pt x="640" y="12"/>
                  </a:lnTo>
                  <a:lnTo>
                    <a:pt x="641" y="12"/>
                  </a:lnTo>
                  <a:lnTo>
                    <a:pt x="643" y="12"/>
                  </a:lnTo>
                  <a:lnTo>
                    <a:pt x="644" y="13"/>
                  </a:lnTo>
                  <a:lnTo>
                    <a:pt x="644" y="13"/>
                  </a:lnTo>
                  <a:lnTo>
                    <a:pt x="645" y="14"/>
                  </a:lnTo>
                  <a:lnTo>
                    <a:pt x="645" y="16"/>
                  </a:lnTo>
                  <a:lnTo>
                    <a:pt x="645" y="17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1"/>
                  </a:lnTo>
                  <a:lnTo>
                    <a:pt x="649" y="21"/>
                  </a:lnTo>
                  <a:lnTo>
                    <a:pt x="651" y="22"/>
                  </a:lnTo>
                  <a:lnTo>
                    <a:pt x="649" y="24"/>
                  </a:lnTo>
                  <a:lnTo>
                    <a:pt x="649" y="25"/>
                  </a:lnTo>
                  <a:lnTo>
                    <a:pt x="652" y="26"/>
                  </a:lnTo>
                  <a:lnTo>
                    <a:pt x="653" y="29"/>
                  </a:lnTo>
                  <a:lnTo>
                    <a:pt x="655" y="30"/>
                  </a:lnTo>
                  <a:lnTo>
                    <a:pt x="656" y="33"/>
                  </a:lnTo>
                  <a:lnTo>
                    <a:pt x="656" y="33"/>
                  </a:lnTo>
                  <a:lnTo>
                    <a:pt x="657" y="34"/>
                  </a:lnTo>
                  <a:lnTo>
                    <a:pt x="658" y="35"/>
                  </a:lnTo>
                  <a:lnTo>
                    <a:pt x="658" y="37"/>
                  </a:lnTo>
                  <a:lnTo>
                    <a:pt x="658" y="38"/>
                  </a:lnTo>
                  <a:lnTo>
                    <a:pt x="658" y="38"/>
                  </a:lnTo>
                  <a:lnTo>
                    <a:pt x="660" y="38"/>
                  </a:lnTo>
                  <a:lnTo>
                    <a:pt x="661" y="39"/>
                  </a:lnTo>
                  <a:lnTo>
                    <a:pt x="661" y="41"/>
                  </a:lnTo>
                  <a:lnTo>
                    <a:pt x="664" y="45"/>
                  </a:lnTo>
                  <a:lnTo>
                    <a:pt x="668" y="47"/>
                  </a:lnTo>
                  <a:lnTo>
                    <a:pt x="669" y="50"/>
                  </a:lnTo>
                  <a:lnTo>
                    <a:pt x="669" y="51"/>
                  </a:lnTo>
                  <a:lnTo>
                    <a:pt x="670" y="52"/>
                  </a:lnTo>
                  <a:lnTo>
                    <a:pt x="670" y="55"/>
                  </a:lnTo>
                  <a:lnTo>
                    <a:pt x="672" y="55"/>
                  </a:lnTo>
                  <a:lnTo>
                    <a:pt x="673" y="56"/>
                  </a:lnTo>
                  <a:lnTo>
                    <a:pt x="673" y="58"/>
                  </a:lnTo>
                  <a:lnTo>
                    <a:pt x="673" y="59"/>
                  </a:lnTo>
                  <a:lnTo>
                    <a:pt x="674" y="62"/>
                  </a:lnTo>
                  <a:lnTo>
                    <a:pt x="677" y="64"/>
                  </a:lnTo>
                  <a:lnTo>
                    <a:pt x="680" y="66"/>
                  </a:lnTo>
                  <a:lnTo>
                    <a:pt x="680" y="67"/>
                  </a:lnTo>
                  <a:lnTo>
                    <a:pt x="681" y="67"/>
                  </a:lnTo>
                  <a:lnTo>
                    <a:pt x="682" y="67"/>
                  </a:lnTo>
                  <a:lnTo>
                    <a:pt x="683" y="67"/>
                  </a:lnTo>
                  <a:lnTo>
                    <a:pt x="685" y="67"/>
                  </a:lnTo>
                  <a:lnTo>
                    <a:pt x="687" y="67"/>
                  </a:lnTo>
                  <a:lnTo>
                    <a:pt x="689" y="66"/>
                  </a:lnTo>
                  <a:lnTo>
                    <a:pt x="690" y="66"/>
                  </a:lnTo>
                  <a:lnTo>
                    <a:pt x="690" y="67"/>
                  </a:lnTo>
                  <a:lnTo>
                    <a:pt x="689" y="68"/>
                  </a:lnTo>
                  <a:lnTo>
                    <a:pt x="690" y="68"/>
                  </a:lnTo>
                  <a:lnTo>
                    <a:pt x="693" y="68"/>
                  </a:lnTo>
                  <a:lnTo>
                    <a:pt x="694" y="70"/>
                  </a:lnTo>
                  <a:lnTo>
                    <a:pt x="694" y="70"/>
                  </a:lnTo>
                  <a:lnTo>
                    <a:pt x="697" y="71"/>
                  </a:lnTo>
                  <a:lnTo>
                    <a:pt x="697" y="70"/>
                  </a:lnTo>
                  <a:lnTo>
                    <a:pt x="698" y="70"/>
                  </a:lnTo>
                  <a:lnTo>
                    <a:pt x="699" y="70"/>
                  </a:lnTo>
                  <a:lnTo>
                    <a:pt x="699" y="68"/>
                  </a:lnTo>
                  <a:lnTo>
                    <a:pt x="701" y="68"/>
                  </a:lnTo>
                  <a:lnTo>
                    <a:pt x="702" y="70"/>
                  </a:lnTo>
                  <a:lnTo>
                    <a:pt x="702" y="71"/>
                  </a:lnTo>
                  <a:lnTo>
                    <a:pt x="703" y="72"/>
                  </a:lnTo>
                  <a:lnTo>
                    <a:pt x="705" y="72"/>
                  </a:lnTo>
                  <a:lnTo>
                    <a:pt x="705" y="74"/>
                  </a:lnTo>
                  <a:lnTo>
                    <a:pt x="706" y="75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8" y="76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2" y="79"/>
                  </a:lnTo>
                  <a:lnTo>
                    <a:pt x="714" y="79"/>
                  </a:lnTo>
                  <a:lnTo>
                    <a:pt x="715" y="80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9" y="79"/>
                  </a:lnTo>
                  <a:lnTo>
                    <a:pt x="720" y="77"/>
                  </a:lnTo>
                  <a:lnTo>
                    <a:pt x="720" y="79"/>
                  </a:lnTo>
                  <a:lnTo>
                    <a:pt x="720" y="80"/>
                  </a:lnTo>
                  <a:lnTo>
                    <a:pt x="719" y="81"/>
                  </a:lnTo>
                  <a:lnTo>
                    <a:pt x="719" y="83"/>
                  </a:lnTo>
                  <a:lnTo>
                    <a:pt x="720" y="84"/>
                  </a:lnTo>
                  <a:lnTo>
                    <a:pt x="722" y="84"/>
                  </a:lnTo>
                  <a:lnTo>
                    <a:pt x="722" y="87"/>
                  </a:lnTo>
                  <a:lnTo>
                    <a:pt x="723" y="88"/>
                  </a:lnTo>
                  <a:lnTo>
                    <a:pt x="723" y="91"/>
                  </a:lnTo>
                  <a:lnTo>
                    <a:pt x="722" y="91"/>
                  </a:lnTo>
                  <a:lnTo>
                    <a:pt x="722" y="93"/>
                  </a:lnTo>
                  <a:lnTo>
                    <a:pt x="724" y="96"/>
                  </a:lnTo>
                  <a:lnTo>
                    <a:pt x="726" y="96"/>
                  </a:lnTo>
                  <a:lnTo>
                    <a:pt x="727" y="99"/>
                  </a:lnTo>
                  <a:lnTo>
                    <a:pt x="728" y="100"/>
                  </a:lnTo>
                  <a:lnTo>
                    <a:pt x="730" y="100"/>
                  </a:lnTo>
                  <a:lnTo>
                    <a:pt x="731" y="99"/>
                  </a:lnTo>
                  <a:lnTo>
                    <a:pt x="734" y="99"/>
                  </a:lnTo>
                  <a:lnTo>
                    <a:pt x="734" y="100"/>
                  </a:lnTo>
                  <a:lnTo>
                    <a:pt x="735" y="101"/>
                  </a:lnTo>
                  <a:lnTo>
                    <a:pt x="736" y="101"/>
                  </a:lnTo>
                  <a:lnTo>
                    <a:pt x="737" y="100"/>
                  </a:lnTo>
                  <a:lnTo>
                    <a:pt x="739" y="100"/>
                  </a:lnTo>
                  <a:lnTo>
                    <a:pt x="740" y="100"/>
                  </a:lnTo>
                  <a:lnTo>
                    <a:pt x="743" y="100"/>
                  </a:lnTo>
                  <a:lnTo>
                    <a:pt x="744" y="99"/>
                  </a:lnTo>
                  <a:lnTo>
                    <a:pt x="745" y="97"/>
                  </a:lnTo>
                  <a:lnTo>
                    <a:pt x="745" y="96"/>
                  </a:lnTo>
                  <a:lnTo>
                    <a:pt x="747" y="95"/>
                  </a:lnTo>
                  <a:lnTo>
                    <a:pt x="748" y="93"/>
                  </a:lnTo>
                  <a:lnTo>
                    <a:pt x="748" y="91"/>
                  </a:lnTo>
                  <a:lnTo>
                    <a:pt x="748" y="89"/>
                  </a:lnTo>
                  <a:lnTo>
                    <a:pt x="751" y="89"/>
                  </a:lnTo>
                  <a:lnTo>
                    <a:pt x="752" y="89"/>
                  </a:lnTo>
                  <a:lnTo>
                    <a:pt x="753" y="87"/>
                  </a:lnTo>
                  <a:lnTo>
                    <a:pt x="755" y="87"/>
                  </a:lnTo>
                  <a:lnTo>
                    <a:pt x="756" y="87"/>
                  </a:lnTo>
                  <a:lnTo>
                    <a:pt x="756" y="84"/>
                  </a:lnTo>
                  <a:lnTo>
                    <a:pt x="757" y="83"/>
                  </a:lnTo>
                  <a:lnTo>
                    <a:pt x="759" y="83"/>
                  </a:lnTo>
                  <a:lnTo>
                    <a:pt x="760" y="81"/>
                  </a:lnTo>
                  <a:lnTo>
                    <a:pt x="762" y="83"/>
                  </a:lnTo>
                  <a:lnTo>
                    <a:pt x="764" y="84"/>
                  </a:lnTo>
                  <a:lnTo>
                    <a:pt x="765" y="84"/>
                  </a:lnTo>
                  <a:lnTo>
                    <a:pt x="766" y="85"/>
                  </a:lnTo>
                  <a:lnTo>
                    <a:pt x="768" y="87"/>
                  </a:lnTo>
                  <a:lnTo>
                    <a:pt x="766" y="88"/>
                  </a:lnTo>
                  <a:lnTo>
                    <a:pt x="766" y="89"/>
                  </a:lnTo>
                  <a:lnTo>
                    <a:pt x="769" y="92"/>
                  </a:lnTo>
                  <a:lnTo>
                    <a:pt x="769" y="93"/>
                  </a:lnTo>
                  <a:lnTo>
                    <a:pt x="770" y="95"/>
                  </a:lnTo>
                  <a:lnTo>
                    <a:pt x="772" y="96"/>
                  </a:lnTo>
                  <a:lnTo>
                    <a:pt x="772" y="99"/>
                  </a:lnTo>
                  <a:lnTo>
                    <a:pt x="772" y="100"/>
                  </a:lnTo>
                  <a:lnTo>
                    <a:pt x="770" y="101"/>
                  </a:lnTo>
                  <a:lnTo>
                    <a:pt x="769" y="101"/>
                  </a:lnTo>
                  <a:lnTo>
                    <a:pt x="768" y="104"/>
                  </a:lnTo>
                  <a:lnTo>
                    <a:pt x="768" y="104"/>
                  </a:lnTo>
                  <a:lnTo>
                    <a:pt x="768" y="105"/>
                  </a:lnTo>
                  <a:lnTo>
                    <a:pt x="769" y="106"/>
                  </a:lnTo>
                  <a:lnTo>
                    <a:pt x="769" y="108"/>
                  </a:lnTo>
                  <a:lnTo>
                    <a:pt x="768" y="110"/>
                  </a:lnTo>
                  <a:lnTo>
                    <a:pt x="769" y="112"/>
                  </a:lnTo>
                  <a:lnTo>
                    <a:pt x="769" y="112"/>
                  </a:lnTo>
                  <a:lnTo>
                    <a:pt x="769" y="113"/>
                  </a:lnTo>
                  <a:lnTo>
                    <a:pt x="770" y="114"/>
                  </a:lnTo>
                  <a:lnTo>
                    <a:pt x="770" y="114"/>
                  </a:lnTo>
                  <a:lnTo>
                    <a:pt x="769" y="116"/>
                  </a:lnTo>
                  <a:lnTo>
                    <a:pt x="769" y="116"/>
                  </a:lnTo>
                  <a:lnTo>
                    <a:pt x="769" y="118"/>
                  </a:lnTo>
                  <a:lnTo>
                    <a:pt x="770" y="121"/>
                  </a:lnTo>
                  <a:lnTo>
                    <a:pt x="770" y="122"/>
                  </a:lnTo>
                  <a:lnTo>
                    <a:pt x="770" y="124"/>
                  </a:lnTo>
                  <a:lnTo>
                    <a:pt x="769" y="124"/>
                  </a:lnTo>
                  <a:lnTo>
                    <a:pt x="769" y="125"/>
                  </a:lnTo>
                  <a:lnTo>
                    <a:pt x="769" y="126"/>
                  </a:lnTo>
                  <a:lnTo>
                    <a:pt x="769" y="127"/>
                  </a:lnTo>
                  <a:lnTo>
                    <a:pt x="770" y="129"/>
                  </a:lnTo>
                  <a:lnTo>
                    <a:pt x="769" y="130"/>
                  </a:lnTo>
                  <a:lnTo>
                    <a:pt x="768" y="130"/>
                  </a:lnTo>
                  <a:lnTo>
                    <a:pt x="769" y="131"/>
                  </a:lnTo>
                  <a:lnTo>
                    <a:pt x="769" y="134"/>
                  </a:lnTo>
                  <a:lnTo>
                    <a:pt x="769" y="134"/>
                  </a:lnTo>
                  <a:lnTo>
                    <a:pt x="768" y="137"/>
                  </a:lnTo>
                  <a:lnTo>
                    <a:pt x="768" y="138"/>
                  </a:lnTo>
                  <a:lnTo>
                    <a:pt x="768" y="139"/>
                  </a:lnTo>
                  <a:lnTo>
                    <a:pt x="768" y="141"/>
                  </a:lnTo>
                  <a:lnTo>
                    <a:pt x="768" y="142"/>
                  </a:lnTo>
                  <a:lnTo>
                    <a:pt x="769" y="143"/>
                  </a:lnTo>
                  <a:lnTo>
                    <a:pt x="769" y="145"/>
                  </a:lnTo>
                  <a:lnTo>
                    <a:pt x="768" y="146"/>
                  </a:lnTo>
                  <a:lnTo>
                    <a:pt x="766" y="146"/>
                  </a:lnTo>
                  <a:lnTo>
                    <a:pt x="765" y="146"/>
                  </a:lnTo>
                  <a:lnTo>
                    <a:pt x="759" y="145"/>
                  </a:lnTo>
                  <a:lnTo>
                    <a:pt x="757" y="143"/>
                  </a:lnTo>
                  <a:lnTo>
                    <a:pt x="755" y="143"/>
                  </a:lnTo>
                  <a:lnTo>
                    <a:pt x="753" y="143"/>
                  </a:lnTo>
                  <a:lnTo>
                    <a:pt x="752" y="147"/>
                  </a:lnTo>
                  <a:lnTo>
                    <a:pt x="751" y="149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7" y="151"/>
                  </a:lnTo>
                  <a:lnTo>
                    <a:pt x="747" y="152"/>
                  </a:lnTo>
                  <a:lnTo>
                    <a:pt x="748" y="154"/>
                  </a:lnTo>
                  <a:lnTo>
                    <a:pt x="751" y="158"/>
                  </a:lnTo>
                  <a:lnTo>
                    <a:pt x="751" y="160"/>
                  </a:lnTo>
                  <a:lnTo>
                    <a:pt x="752" y="162"/>
                  </a:lnTo>
                  <a:lnTo>
                    <a:pt x="753" y="163"/>
                  </a:lnTo>
                  <a:lnTo>
                    <a:pt x="753" y="166"/>
                  </a:lnTo>
                  <a:lnTo>
                    <a:pt x="753" y="168"/>
                  </a:lnTo>
                  <a:lnTo>
                    <a:pt x="753" y="171"/>
                  </a:lnTo>
                  <a:lnTo>
                    <a:pt x="753" y="175"/>
                  </a:lnTo>
                  <a:lnTo>
                    <a:pt x="755" y="175"/>
                  </a:lnTo>
                  <a:lnTo>
                    <a:pt x="755" y="177"/>
                  </a:lnTo>
                  <a:lnTo>
                    <a:pt x="756" y="180"/>
                  </a:lnTo>
                  <a:lnTo>
                    <a:pt x="755" y="181"/>
                  </a:lnTo>
                  <a:lnTo>
                    <a:pt x="755" y="183"/>
                  </a:lnTo>
                  <a:lnTo>
                    <a:pt x="755" y="184"/>
                  </a:lnTo>
                  <a:lnTo>
                    <a:pt x="755" y="185"/>
                  </a:lnTo>
                  <a:lnTo>
                    <a:pt x="755" y="185"/>
                  </a:lnTo>
                  <a:lnTo>
                    <a:pt x="751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91"/>
                  </a:lnTo>
                  <a:lnTo>
                    <a:pt x="751" y="192"/>
                  </a:lnTo>
                  <a:lnTo>
                    <a:pt x="740" y="201"/>
                  </a:lnTo>
                  <a:lnTo>
                    <a:pt x="737" y="218"/>
                  </a:lnTo>
                  <a:lnTo>
                    <a:pt x="703" y="243"/>
                  </a:lnTo>
                  <a:lnTo>
                    <a:pt x="697" y="246"/>
                  </a:lnTo>
                  <a:lnTo>
                    <a:pt x="697" y="246"/>
                  </a:lnTo>
                  <a:lnTo>
                    <a:pt x="695" y="243"/>
                  </a:lnTo>
                  <a:lnTo>
                    <a:pt x="693" y="247"/>
                  </a:lnTo>
                  <a:lnTo>
                    <a:pt x="690" y="247"/>
                  </a:lnTo>
                  <a:lnTo>
                    <a:pt x="689" y="249"/>
                  </a:lnTo>
                  <a:lnTo>
                    <a:pt x="687" y="247"/>
                  </a:lnTo>
                  <a:lnTo>
                    <a:pt x="683" y="250"/>
                  </a:lnTo>
                  <a:lnTo>
                    <a:pt x="681" y="250"/>
                  </a:lnTo>
                  <a:lnTo>
                    <a:pt x="681" y="251"/>
                  </a:lnTo>
                  <a:lnTo>
                    <a:pt x="680" y="251"/>
                  </a:lnTo>
                  <a:lnTo>
                    <a:pt x="674" y="255"/>
                  </a:lnTo>
                  <a:lnTo>
                    <a:pt x="672" y="258"/>
                  </a:lnTo>
                  <a:lnTo>
                    <a:pt x="672" y="260"/>
                  </a:lnTo>
                  <a:lnTo>
                    <a:pt x="672" y="260"/>
                  </a:lnTo>
                  <a:lnTo>
                    <a:pt x="669" y="262"/>
                  </a:lnTo>
                  <a:lnTo>
                    <a:pt x="666" y="266"/>
                  </a:lnTo>
                  <a:lnTo>
                    <a:pt x="665" y="266"/>
                  </a:lnTo>
                  <a:lnTo>
                    <a:pt x="664" y="267"/>
                  </a:lnTo>
                  <a:lnTo>
                    <a:pt x="662" y="267"/>
                  </a:lnTo>
                  <a:lnTo>
                    <a:pt x="662" y="266"/>
                  </a:lnTo>
                  <a:lnTo>
                    <a:pt x="660" y="264"/>
                  </a:lnTo>
                  <a:lnTo>
                    <a:pt x="661" y="262"/>
                  </a:lnTo>
                  <a:lnTo>
                    <a:pt x="662" y="262"/>
                  </a:lnTo>
                  <a:lnTo>
                    <a:pt x="664" y="260"/>
                  </a:lnTo>
                  <a:lnTo>
                    <a:pt x="666" y="260"/>
                  </a:lnTo>
                  <a:lnTo>
                    <a:pt x="668" y="260"/>
                  </a:lnTo>
                  <a:lnTo>
                    <a:pt x="668" y="259"/>
                  </a:lnTo>
                  <a:lnTo>
                    <a:pt x="666" y="259"/>
                  </a:lnTo>
                  <a:lnTo>
                    <a:pt x="666" y="258"/>
                  </a:lnTo>
                  <a:lnTo>
                    <a:pt x="669" y="256"/>
                  </a:lnTo>
                  <a:lnTo>
                    <a:pt x="670" y="254"/>
                  </a:lnTo>
                  <a:lnTo>
                    <a:pt x="668" y="256"/>
                  </a:lnTo>
                  <a:lnTo>
                    <a:pt x="665" y="256"/>
                  </a:lnTo>
                  <a:lnTo>
                    <a:pt x="664" y="255"/>
                  </a:lnTo>
                  <a:lnTo>
                    <a:pt x="664" y="254"/>
                  </a:lnTo>
                  <a:lnTo>
                    <a:pt x="665" y="254"/>
                  </a:lnTo>
                  <a:lnTo>
                    <a:pt x="665" y="252"/>
                  </a:lnTo>
                  <a:lnTo>
                    <a:pt x="662" y="250"/>
                  </a:lnTo>
                  <a:lnTo>
                    <a:pt x="662" y="246"/>
                  </a:lnTo>
                  <a:lnTo>
                    <a:pt x="662" y="246"/>
                  </a:lnTo>
                  <a:lnTo>
                    <a:pt x="665" y="246"/>
                  </a:lnTo>
                  <a:lnTo>
                    <a:pt x="665" y="242"/>
                  </a:lnTo>
                  <a:lnTo>
                    <a:pt x="668" y="239"/>
                  </a:lnTo>
                  <a:lnTo>
                    <a:pt x="668" y="238"/>
                  </a:lnTo>
                  <a:lnTo>
                    <a:pt x="669" y="237"/>
                  </a:lnTo>
                  <a:lnTo>
                    <a:pt x="669" y="235"/>
                  </a:lnTo>
                  <a:lnTo>
                    <a:pt x="664" y="231"/>
                  </a:lnTo>
                  <a:lnTo>
                    <a:pt x="660" y="227"/>
                  </a:lnTo>
                  <a:lnTo>
                    <a:pt x="660" y="230"/>
                  </a:lnTo>
                  <a:lnTo>
                    <a:pt x="657" y="230"/>
                  </a:lnTo>
                  <a:lnTo>
                    <a:pt x="656" y="229"/>
                  </a:lnTo>
                  <a:lnTo>
                    <a:pt x="653" y="229"/>
                  </a:lnTo>
                  <a:lnTo>
                    <a:pt x="652" y="231"/>
                  </a:lnTo>
                  <a:lnTo>
                    <a:pt x="651" y="233"/>
                  </a:lnTo>
                  <a:lnTo>
                    <a:pt x="651" y="235"/>
                  </a:lnTo>
                  <a:lnTo>
                    <a:pt x="648" y="238"/>
                  </a:lnTo>
                  <a:lnTo>
                    <a:pt x="648" y="242"/>
                  </a:lnTo>
                  <a:lnTo>
                    <a:pt x="647" y="242"/>
                  </a:lnTo>
                  <a:lnTo>
                    <a:pt x="644" y="246"/>
                  </a:lnTo>
                  <a:lnTo>
                    <a:pt x="643" y="246"/>
                  </a:lnTo>
                  <a:lnTo>
                    <a:pt x="637" y="249"/>
                  </a:lnTo>
                  <a:lnTo>
                    <a:pt x="636" y="254"/>
                  </a:lnTo>
                  <a:lnTo>
                    <a:pt x="636" y="255"/>
                  </a:lnTo>
                  <a:lnTo>
                    <a:pt x="636" y="256"/>
                  </a:lnTo>
                  <a:lnTo>
                    <a:pt x="637" y="259"/>
                  </a:lnTo>
                  <a:lnTo>
                    <a:pt x="635" y="259"/>
                  </a:lnTo>
                  <a:lnTo>
                    <a:pt x="636" y="260"/>
                  </a:lnTo>
                  <a:lnTo>
                    <a:pt x="635" y="263"/>
                  </a:lnTo>
                  <a:lnTo>
                    <a:pt x="632" y="263"/>
                  </a:lnTo>
                  <a:lnTo>
                    <a:pt x="628" y="263"/>
                  </a:lnTo>
                  <a:lnTo>
                    <a:pt x="623" y="262"/>
                  </a:lnTo>
                  <a:lnTo>
                    <a:pt x="623" y="263"/>
                  </a:lnTo>
                  <a:lnTo>
                    <a:pt x="622" y="263"/>
                  </a:lnTo>
                  <a:lnTo>
                    <a:pt x="622" y="266"/>
                  </a:lnTo>
                  <a:lnTo>
                    <a:pt x="622" y="267"/>
                  </a:lnTo>
                  <a:lnTo>
                    <a:pt x="622" y="268"/>
                  </a:lnTo>
                  <a:lnTo>
                    <a:pt x="620" y="270"/>
                  </a:lnTo>
                  <a:lnTo>
                    <a:pt x="622" y="272"/>
                  </a:lnTo>
                  <a:lnTo>
                    <a:pt x="622" y="275"/>
                  </a:lnTo>
                  <a:lnTo>
                    <a:pt x="624" y="276"/>
                  </a:lnTo>
                  <a:lnTo>
                    <a:pt x="628" y="279"/>
                  </a:lnTo>
                  <a:lnTo>
                    <a:pt x="628" y="280"/>
                  </a:lnTo>
                  <a:lnTo>
                    <a:pt x="631" y="284"/>
                  </a:lnTo>
                  <a:lnTo>
                    <a:pt x="631" y="283"/>
                  </a:lnTo>
                  <a:lnTo>
                    <a:pt x="631" y="284"/>
                  </a:lnTo>
                  <a:lnTo>
                    <a:pt x="632" y="283"/>
                  </a:lnTo>
                  <a:lnTo>
                    <a:pt x="633" y="283"/>
                  </a:lnTo>
                  <a:lnTo>
                    <a:pt x="633" y="283"/>
                  </a:lnTo>
                  <a:lnTo>
                    <a:pt x="635" y="283"/>
                  </a:lnTo>
                  <a:lnTo>
                    <a:pt x="639" y="283"/>
                  </a:lnTo>
                  <a:lnTo>
                    <a:pt x="639" y="285"/>
                  </a:lnTo>
                  <a:lnTo>
                    <a:pt x="639" y="288"/>
                  </a:lnTo>
                  <a:lnTo>
                    <a:pt x="641" y="295"/>
                  </a:lnTo>
                  <a:lnTo>
                    <a:pt x="645" y="295"/>
                  </a:lnTo>
                  <a:lnTo>
                    <a:pt x="647" y="293"/>
                  </a:lnTo>
                  <a:lnTo>
                    <a:pt x="649" y="293"/>
                  </a:lnTo>
                  <a:lnTo>
                    <a:pt x="651" y="293"/>
                  </a:lnTo>
                  <a:lnTo>
                    <a:pt x="652" y="291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53" y="288"/>
                  </a:lnTo>
                  <a:lnTo>
                    <a:pt x="655" y="287"/>
                  </a:lnTo>
                  <a:lnTo>
                    <a:pt x="655" y="284"/>
                  </a:lnTo>
                  <a:lnTo>
                    <a:pt x="655" y="283"/>
                  </a:lnTo>
                  <a:lnTo>
                    <a:pt x="657" y="283"/>
                  </a:lnTo>
                  <a:lnTo>
                    <a:pt x="662" y="280"/>
                  </a:lnTo>
                  <a:lnTo>
                    <a:pt x="664" y="281"/>
                  </a:lnTo>
                  <a:lnTo>
                    <a:pt x="665" y="283"/>
                  </a:lnTo>
                  <a:lnTo>
                    <a:pt x="666" y="284"/>
                  </a:lnTo>
                  <a:lnTo>
                    <a:pt x="668" y="285"/>
                  </a:lnTo>
                  <a:lnTo>
                    <a:pt x="669" y="287"/>
                  </a:lnTo>
                  <a:lnTo>
                    <a:pt x="677" y="285"/>
                  </a:lnTo>
                  <a:lnTo>
                    <a:pt x="677" y="285"/>
                  </a:lnTo>
                  <a:lnTo>
                    <a:pt x="680" y="285"/>
                  </a:lnTo>
                  <a:lnTo>
                    <a:pt x="680" y="285"/>
                  </a:lnTo>
                  <a:lnTo>
                    <a:pt x="683" y="285"/>
                  </a:lnTo>
                  <a:lnTo>
                    <a:pt x="686" y="285"/>
                  </a:lnTo>
                  <a:lnTo>
                    <a:pt x="687" y="285"/>
                  </a:lnTo>
                  <a:lnTo>
                    <a:pt x="685" y="287"/>
                  </a:lnTo>
                  <a:lnTo>
                    <a:pt x="685" y="288"/>
                  </a:lnTo>
                  <a:lnTo>
                    <a:pt x="686" y="291"/>
                  </a:lnTo>
                  <a:lnTo>
                    <a:pt x="685" y="291"/>
                  </a:lnTo>
                  <a:lnTo>
                    <a:pt x="683" y="292"/>
                  </a:lnTo>
                  <a:lnTo>
                    <a:pt x="683" y="295"/>
                  </a:lnTo>
                  <a:lnTo>
                    <a:pt x="686" y="295"/>
                  </a:lnTo>
                  <a:lnTo>
                    <a:pt x="686" y="296"/>
                  </a:lnTo>
                  <a:lnTo>
                    <a:pt x="683" y="299"/>
                  </a:lnTo>
                  <a:lnTo>
                    <a:pt x="680" y="296"/>
                  </a:lnTo>
                  <a:lnTo>
                    <a:pt x="680" y="295"/>
                  </a:lnTo>
                  <a:lnTo>
                    <a:pt x="678" y="296"/>
                  </a:lnTo>
                  <a:lnTo>
                    <a:pt x="678" y="295"/>
                  </a:lnTo>
                  <a:lnTo>
                    <a:pt x="676" y="299"/>
                  </a:lnTo>
                  <a:lnTo>
                    <a:pt x="674" y="299"/>
                  </a:lnTo>
                  <a:lnTo>
                    <a:pt x="672" y="300"/>
                  </a:lnTo>
                  <a:lnTo>
                    <a:pt x="669" y="300"/>
                  </a:lnTo>
                  <a:lnTo>
                    <a:pt x="669" y="301"/>
                  </a:lnTo>
                  <a:lnTo>
                    <a:pt x="666" y="300"/>
                  </a:lnTo>
                  <a:lnTo>
                    <a:pt x="664" y="300"/>
                  </a:lnTo>
                  <a:lnTo>
                    <a:pt x="666" y="301"/>
                  </a:lnTo>
                  <a:lnTo>
                    <a:pt x="668" y="304"/>
                  </a:lnTo>
                  <a:lnTo>
                    <a:pt x="664" y="304"/>
                  </a:lnTo>
                  <a:lnTo>
                    <a:pt x="664" y="306"/>
                  </a:lnTo>
                  <a:lnTo>
                    <a:pt x="661" y="306"/>
                  </a:lnTo>
                  <a:lnTo>
                    <a:pt x="658" y="309"/>
                  </a:lnTo>
                  <a:lnTo>
                    <a:pt x="660" y="310"/>
                  </a:lnTo>
                  <a:lnTo>
                    <a:pt x="662" y="312"/>
                  </a:lnTo>
                  <a:lnTo>
                    <a:pt x="660" y="314"/>
                  </a:lnTo>
                  <a:lnTo>
                    <a:pt x="658" y="313"/>
                  </a:lnTo>
                  <a:lnTo>
                    <a:pt x="657" y="317"/>
                  </a:lnTo>
                  <a:lnTo>
                    <a:pt x="655" y="317"/>
                  </a:lnTo>
                  <a:lnTo>
                    <a:pt x="655" y="317"/>
                  </a:lnTo>
                  <a:lnTo>
                    <a:pt x="653" y="320"/>
                  </a:lnTo>
                  <a:lnTo>
                    <a:pt x="655" y="322"/>
                  </a:lnTo>
                  <a:lnTo>
                    <a:pt x="653" y="326"/>
                  </a:lnTo>
                  <a:lnTo>
                    <a:pt x="653" y="333"/>
                  </a:lnTo>
                  <a:lnTo>
                    <a:pt x="655" y="333"/>
                  </a:lnTo>
                  <a:lnTo>
                    <a:pt x="661" y="335"/>
                  </a:lnTo>
                  <a:lnTo>
                    <a:pt x="661" y="337"/>
                  </a:lnTo>
                  <a:lnTo>
                    <a:pt x="662" y="337"/>
                  </a:lnTo>
                  <a:lnTo>
                    <a:pt x="669" y="339"/>
                  </a:lnTo>
                  <a:lnTo>
                    <a:pt x="673" y="347"/>
                  </a:lnTo>
                  <a:lnTo>
                    <a:pt x="673" y="347"/>
                  </a:lnTo>
                  <a:lnTo>
                    <a:pt x="672" y="350"/>
                  </a:lnTo>
                  <a:lnTo>
                    <a:pt x="674" y="351"/>
                  </a:lnTo>
                  <a:lnTo>
                    <a:pt x="674" y="354"/>
                  </a:lnTo>
                  <a:lnTo>
                    <a:pt x="680" y="358"/>
                  </a:lnTo>
                  <a:lnTo>
                    <a:pt x="680" y="360"/>
                  </a:lnTo>
                  <a:lnTo>
                    <a:pt x="682" y="366"/>
                  </a:lnTo>
                  <a:lnTo>
                    <a:pt x="685" y="366"/>
                  </a:lnTo>
                  <a:lnTo>
                    <a:pt x="687" y="366"/>
                  </a:lnTo>
                  <a:lnTo>
                    <a:pt x="689" y="367"/>
                  </a:lnTo>
                  <a:lnTo>
                    <a:pt x="689" y="368"/>
                  </a:lnTo>
                  <a:lnTo>
                    <a:pt x="691" y="371"/>
                  </a:lnTo>
                  <a:lnTo>
                    <a:pt x="693" y="372"/>
                  </a:lnTo>
                  <a:lnTo>
                    <a:pt x="694" y="375"/>
                  </a:lnTo>
                  <a:lnTo>
                    <a:pt x="693" y="376"/>
                  </a:lnTo>
                  <a:lnTo>
                    <a:pt x="687" y="375"/>
                  </a:lnTo>
                  <a:lnTo>
                    <a:pt x="685" y="376"/>
                  </a:lnTo>
                  <a:lnTo>
                    <a:pt x="682" y="374"/>
                  </a:lnTo>
                  <a:lnTo>
                    <a:pt x="681" y="374"/>
                  </a:lnTo>
                  <a:lnTo>
                    <a:pt x="678" y="372"/>
                  </a:lnTo>
                  <a:lnTo>
                    <a:pt x="674" y="372"/>
                  </a:lnTo>
                  <a:lnTo>
                    <a:pt x="673" y="374"/>
                  </a:lnTo>
                  <a:lnTo>
                    <a:pt x="670" y="374"/>
                  </a:lnTo>
                  <a:lnTo>
                    <a:pt x="669" y="372"/>
                  </a:lnTo>
                  <a:lnTo>
                    <a:pt x="668" y="368"/>
                  </a:lnTo>
                  <a:lnTo>
                    <a:pt x="664" y="370"/>
                  </a:lnTo>
                  <a:lnTo>
                    <a:pt x="662" y="370"/>
                  </a:lnTo>
                  <a:lnTo>
                    <a:pt x="661" y="370"/>
                  </a:lnTo>
                  <a:lnTo>
                    <a:pt x="660" y="370"/>
                  </a:lnTo>
                  <a:lnTo>
                    <a:pt x="658" y="370"/>
                  </a:lnTo>
                  <a:lnTo>
                    <a:pt x="657" y="371"/>
                  </a:lnTo>
                  <a:lnTo>
                    <a:pt x="655" y="376"/>
                  </a:lnTo>
                  <a:lnTo>
                    <a:pt x="657" y="372"/>
                  </a:lnTo>
                  <a:lnTo>
                    <a:pt x="660" y="371"/>
                  </a:lnTo>
                  <a:lnTo>
                    <a:pt x="662" y="371"/>
                  </a:lnTo>
                  <a:lnTo>
                    <a:pt x="665" y="371"/>
                  </a:lnTo>
                  <a:lnTo>
                    <a:pt x="666" y="371"/>
                  </a:lnTo>
                  <a:lnTo>
                    <a:pt x="666" y="372"/>
                  </a:lnTo>
                  <a:lnTo>
                    <a:pt x="670" y="375"/>
                  </a:lnTo>
                  <a:lnTo>
                    <a:pt x="672" y="375"/>
                  </a:lnTo>
                  <a:lnTo>
                    <a:pt x="676" y="372"/>
                  </a:lnTo>
                  <a:lnTo>
                    <a:pt x="678" y="372"/>
                  </a:lnTo>
                  <a:lnTo>
                    <a:pt x="682" y="378"/>
                  </a:lnTo>
                  <a:lnTo>
                    <a:pt x="686" y="380"/>
                  </a:lnTo>
                  <a:lnTo>
                    <a:pt x="693" y="384"/>
                  </a:lnTo>
                  <a:lnTo>
                    <a:pt x="695" y="388"/>
                  </a:lnTo>
                  <a:lnTo>
                    <a:pt x="695" y="389"/>
                  </a:lnTo>
                  <a:lnTo>
                    <a:pt x="693" y="391"/>
                  </a:lnTo>
                  <a:lnTo>
                    <a:pt x="690" y="393"/>
                  </a:lnTo>
                  <a:lnTo>
                    <a:pt x="687" y="393"/>
                  </a:lnTo>
                  <a:lnTo>
                    <a:pt x="687" y="395"/>
                  </a:lnTo>
                  <a:lnTo>
                    <a:pt x="686" y="396"/>
                  </a:lnTo>
                  <a:lnTo>
                    <a:pt x="685" y="397"/>
                  </a:lnTo>
                  <a:lnTo>
                    <a:pt x="682" y="396"/>
                  </a:lnTo>
                  <a:lnTo>
                    <a:pt x="681" y="397"/>
                  </a:lnTo>
                  <a:lnTo>
                    <a:pt x="678" y="397"/>
                  </a:lnTo>
                  <a:lnTo>
                    <a:pt x="676" y="400"/>
                  </a:lnTo>
                  <a:lnTo>
                    <a:pt x="676" y="403"/>
                  </a:lnTo>
                  <a:lnTo>
                    <a:pt x="677" y="400"/>
                  </a:lnTo>
                  <a:lnTo>
                    <a:pt x="678" y="399"/>
                  </a:lnTo>
                  <a:lnTo>
                    <a:pt x="681" y="397"/>
                  </a:lnTo>
                  <a:lnTo>
                    <a:pt x="683" y="401"/>
                  </a:lnTo>
                  <a:lnTo>
                    <a:pt x="686" y="401"/>
                  </a:lnTo>
                  <a:lnTo>
                    <a:pt x="689" y="399"/>
                  </a:lnTo>
                  <a:lnTo>
                    <a:pt x="691" y="399"/>
                  </a:lnTo>
                  <a:lnTo>
                    <a:pt x="695" y="404"/>
                  </a:lnTo>
                  <a:lnTo>
                    <a:pt x="697" y="403"/>
                  </a:lnTo>
                  <a:lnTo>
                    <a:pt x="698" y="404"/>
                  </a:lnTo>
                  <a:lnTo>
                    <a:pt x="699" y="404"/>
                  </a:lnTo>
                  <a:lnTo>
                    <a:pt x="701" y="405"/>
                  </a:lnTo>
                  <a:lnTo>
                    <a:pt x="695" y="409"/>
                  </a:lnTo>
                  <a:lnTo>
                    <a:pt x="691" y="410"/>
                  </a:lnTo>
                  <a:lnTo>
                    <a:pt x="691" y="413"/>
                  </a:lnTo>
                  <a:lnTo>
                    <a:pt x="693" y="413"/>
                  </a:lnTo>
                  <a:lnTo>
                    <a:pt x="697" y="410"/>
                  </a:lnTo>
                  <a:lnTo>
                    <a:pt x="699" y="410"/>
                  </a:lnTo>
                  <a:lnTo>
                    <a:pt x="699" y="409"/>
                  </a:lnTo>
                  <a:lnTo>
                    <a:pt x="698" y="409"/>
                  </a:lnTo>
                  <a:lnTo>
                    <a:pt x="699" y="408"/>
                  </a:lnTo>
                  <a:lnTo>
                    <a:pt x="701" y="408"/>
                  </a:lnTo>
                  <a:lnTo>
                    <a:pt x="702" y="412"/>
                  </a:lnTo>
                  <a:lnTo>
                    <a:pt x="702" y="413"/>
                  </a:lnTo>
                  <a:lnTo>
                    <a:pt x="701" y="414"/>
                  </a:lnTo>
                  <a:lnTo>
                    <a:pt x="701" y="413"/>
                  </a:lnTo>
                  <a:lnTo>
                    <a:pt x="699" y="413"/>
                  </a:lnTo>
                  <a:lnTo>
                    <a:pt x="699" y="414"/>
                  </a:lnTo>
                  <a:lnTo>
                    <a:pt x="698" y="414"/>
                  </a:lnTo>
                  <a:lnTo>
                    <a:pt x="695" y="414"/>
                  </a:lnTo>
                  <a:lnTo>
                    <a:pt x="693" y="416"/>
                  </a:lnTo>
                  <a:lnTo>
                    <a:pt x="693" y="417"/>
                  </a:lnTo>
                  <a:lnTo>
                    <a:pt x="697" y="417"/>
                  </a:lnTo>
                  <a:lnTo>
                    <a:pt x="698" y="418"/>
                  </a:lnTo>
                  <a:lnTo>
                    <a:pt x="698" y="420"/>
                  </a:lnTo>
                  <a:lnTo>
                    <a:pt x="697" y="420"/>
                  </a:lnTo>
                  <a:lnTo>
                    <a:pt x="695" y="421"/>
                  </a:lnTo>
                  <a:lnTo>
                    <a:pt x="697" y="421"/>
                  </a:lnTo>
                  <a:lnTo>
                    <a:pt x="698" y="422"/>
                  </a:lnTo>
                  <a:lnTo>
                    <a:pt x="697" y="424"/>
                  </a:lnTo>
                  <a:lnTo>
                    <a:pt x="695" y="424"/>
                  </a:lnTo>
                  <a:lnTo>
                    <a:pt x="694" y="424"/>
                  </a:lnTo>
                  <a:lnTo>
                    <a:pt x="695" y="425"/>
                  </a:lnTo>
                  <a:lnTo>
                    <a:pt x="698" y="425"/>
                  </a:lnTo>
                  <a:lnTo>
                    <a:pt x="699" y="428"/>
                  </a:lnTo>
                  <a:lnTo>
                    <a:pt x="697" y="429"/>
                  </a:lnTo>
                  <a:lnTo>
                    <a:pt x="697" y="431"/>
                  </a:lnTo>
                  <a:lnTo>
                    <a:pt x="695" y="430"/>
                  </a:lnTo>
                  <a:lnTo>
                    <a:pt x="695" y="429"/>
                  </a:lnTo>
                  <a:lnTo>
                    <a:pt x="694" y="429"/>
                  </a:lnTo>
                  <a:lnTo>
                    <a:pt x="691" y="433"/>
                  </a:lnTo>
                  <a:lnTo>
                    <a:pt x="690" y="434"/>
                  </a:lnTo>
                  <a:lnTo>
                    <a:pt x="687" y="433"/>
                  </a:lnTo>
                  <a:lnTo>
                    <a:pt x="690" y="434"/>
                  </a:lnTo>
                  <a:lnTo>
                    <a:pt x="690" y="435"/>
                  </a:lnTo>
                  <a:lnTo>
                    <a:pt x="690" y="437"/>
                  </a:lnTo>
                  <a:lnTo>
                    <a:pt x="689" y="438"/>
                  </a:lnTo>
                  <a:lnTo>
                    <a:pt x="689" y="439"/>
                  </a:lnTo>
                  <a:lnTo>
                    <a:pt x="690" y="441"/>
                  </a:lnTo>
                  <a:lnTo>
                    <a:pt x="689" y="442"/>
                  </a:lnTo>
                  <a:lnTo>
                    <a:pt x="689" y="443"/>
                  </a:lnTo>
                  <a:lnTo>
                    <a:pt x="687" y="445"/>
                  </a:lnTo>
                  <a:lnTo>
                    <a:pt x="686" y="443"/>
                  </a:lnTo>
                  <a:lnTo>
                    <a:pt x="685" y="445"/>
                  </a:lnTo>
                  <a:lnTo>
                    <a:pt x="687" y="445"/>
                  </a:lnTo>
                  <a:lnTo>
                    <a:pt x="689" y="447"/>
                  </a:lnTo>
                  <a:lnTo>
                    <a:pt x="686" y="447"/>
                  </a:lnTo>
                  <a:lnTo>
                    <a:pt x="686" y="449"/>
                  </a:lnTo>
                  <a:lnTo>
                    <a:pt x="682" y="451"/>
                  </a:lnTo>
                  <a:lnTo>
                    <a:pt x="681" y="451"/>
                  </a:lnTo>
                  <a:lnTo>
                    <a:pt x="681" y="449"/>
                  </a:lnTo>
                  <a:lnTo>
                    <a:pt x="680" y="449"/>
                  </a:lnTo>
                  <a:lnTo>
                    <a:pt x="680" y="449"/>
                  </a:lnTo>
                  <a:lnTo>
                    <a:pt x="678" y="451"/>
                  </a:lnTo>
                  <a:lnTo>
                    <a:pt x="677" y="451"/>
                  </a:lnTo>
                  <a:lnTo>
                    <a:pt x="678" y="453"/>
                  </a:lnTo>
                  <a:lnTo>
                    <a:pt x="677" y="453"/>
                  </a:lnTo>
                  <a:lnTo>
                    <a:pt x="680" y="453"/>
                  </a:lnTo>
                  <a:lnTo>
                    <a:pt x="681" y="455"/>
                  </a:lnTo>
                  <a:lnTo>
                    <a:pt x="678" y="455"/>
                  </a:lnTo>
                  <a:lnTo>
                    <a:pt x="681" y="458"/>
                  </a:lnTo>
                  <a:lnTo>
                    <a:pt x="682" y="456"/>
                  </a:lnTo>
                  <a:lnTo>
                    <a:pt x="683" y="458"/>
                  </a:lnTo>
                  <a:lnTo>
                    <a:pt x="680" y="459"/>
                  </a:lnTo>
                  <a:lnTo>
                    <a:pt x="677" y="462"/>
                  </a:lnTo>
                  <a:lnTo>
                    <a:pt x="677" y="463"/>
                  </a:lnTo>
                  <a:lnTo>
                    <a:pt x="678" y="462"/>
                  </a:lnTo>
                  <a:lnTo>
                    <a:pt x="680" y="462"/>
                  </a:lnTo>
                  <a:lnTo>
                    <a:pt x="681" y="463"/>
                  </a:lnTo>
                  <a:lnTo>
                    <a:pt x="678" y="466"/>
                  </a:lnTo>
                  <a:lnTo>
                    <a:pt x="680" y="466"/>
                  </a:lnTo>
                  <a:lnTo>
                    <a:pt x="680" y="468"/>
                  </a:lnTo>
                  <a:lnTo>
                    <a:pt x="678" y="468"/>
                  </a:lnTo>
                  <a:lnTo>
                    <a:pt x="678" y="470"/>
                  </a:lnTo>
                  <a:lnTo>
                    <a:pt x="680" y="470"/>
                  </a:lnTo>
                  <a:lnTo>
                    <a:pt x="681" y="471"/>
                  </a:lnTo>
                  <a:lnTo>
                    <a:pt x="681" y="474"/>
                  </a:lnTo>
                  <a:lnTo>
                    <a:pt x="680" y="472"/>
                  </a:lnTo>
                  <a:lnTo>
                    <a:pt x="678" y="472"/>
                  </a:lnTo>
                  <a:lnTo>
                    <a:pt x="678" y="471"/>
                  </a:lnTo>
                  <a:lnTo>
                    <a:pt x="677" y="470"/>
                  </a:lnTo>
                  <a:lnTo>
                    <a:pt x="676" y="471"/>
                  </a:lnTo>
                  <a:lnTo>
                    <a:pt x="674" y="471"/>
                  </a:lnTo>
                  <a:lnTo>
                    <a:pt x="674" y="472"/>
                  </a:lnTo>
                  <a:lnTo>
                    <a:pt x="676" y="474"/>
                  </a:lnTo>
                  <a:lnTo>
                    <a:pt x="676" y="476"/>
                  </a:lnTo>
                  <a:lnTo>
                    <a:pt x="676" y="475"/>
                  </a:lnTo>
                  <a:lnTo>
                    <a:pt x="674" y="475"/>
                  </a:lnTo>
                  <a:lnTo>
                    <a:pt x="673" y="474"/>
                  </a:lnTo>
                  <a:lnTo>
                    <a:pt x="672" y="474"/>
                  </a:lnTo>
                  <a:lnTo>
                    <a:pt x="673" y="475"/>
                  </a:lnTo>
                  <a:lnTo>
                    <a:pt x="673" y="478"/>
                  </a:lnTo>
                  <a:lnTo>
                    <a:pt x="674" y="478"/>
                  </a:lnTo>
                  <a:lnTo>
                    <a:pt x="674" y="478"/>
                  </a:lnTo>
                  <a:lnTo>
                    <a:pt x="673" y="479"/>
                  </a:lnTo>
                  <a:lnTo>
                    <a:pt x="672" y="478"/>
                  </a:lnTo>
                  <a:lnTo>
                    <a:pt x="670" y="479"/>
                  </a:lnTo>
                  <a:lnTo>
                    <a:pt x="672" y="480"/>
                  </a:lnTo>
                  <a:lnTo>
                    <a:pt x="673" y="481"/>
                  </a:lnTo>
                  <a:lnTo>
                    <a:pt x="673" y="483"/>
                  </a:lnTo>
                  <a:lnTo>
                    <a:pt x="669" y="481"/>
                  </a:lnTo>
                  <a:lnTo>
                    <a:pt x="668" y="483"/>
                  </a:lnTo>
                  <a:lnTo>
                    <a:pt x="668" y="481"/>
                  </a:lnTo>
                  <a:lnTo>
                    <a:pt x="665" y="484"/>
                  </a:lnTo>
                  <a:lnTo>
                    <a:pt x="661" y="484"/>
                  </a:lnTo>
                  <a:lnTo>
                    <a:pt x="665" y="487"/>
                  </a:lnTo>
                  <a:lnTo>
                    <a:pt x="666" y="485"/>
                  </a:lnTo>
                  <a:lnTo>
                    <a:pt x="668" y="487"/>
                  </a:lnTo>
                  <a:lnTo>
                    <a:pt x="668" y="488"/>
                  </a:lnTo>
                  <a:lnTo>
                    <a:pt x="666" y="488"/>
                  </a:lnTo>
                  <a:lnTo>
                    <a:pt x="665" y="491"/>
                  </a:lnTo>
                  <a:lnTo>
                    <a:pt x="664" y="489"/>
                  </a:lnTo>
                  <a:lnTo>
                    <a:pt x="662" y="492"/>
                  </a:lnTo>
                  <a:lnTo>
                    <a:pt x="662" y="492"/>
                  </a:lnTo>
                  <a:lnTo>
                    <a:pt x="662" y="491"/>
                  </a:lnTo>
                  <a:lnTo>
                    <a:pt x="661" y="491"/>
                  </a:lnTo>
                  <a:lnTo>
                    <a:pt x="661" y="493"/>
                  </a:lnTo>
                  <a:lnTo>
                    <a:pt x="660" y="493"/>
                  </a:lnTo>
                  <a:lnTo>
                    <a:pt x="658" y="496"/>
                  </a:lnTo>
                  <a:lnTo>
                    <a:pt x="657" y="496"/>
                  </a:lnTo>
                  <a:lnTo>
                    <a:pt x="656" y="495"/>
                  </a:lnTo>
                  <a:lnTo>
                    <a:pt x="653" y="495"/>
                  </a:lnTo>
                  <a:lnTo>
                    <a:pt x="653" y="496"/>
                  </a:lnTo>
                  <a:lnTo>
                    <a:pt x="652" y="496"/>
                  </a:lnTo>
                  <a:lnTo>
                    <a:pt x="652" y="499"/>
                  </a:lnTo>
                  <a:lnTo>
                    <a:pt x="652" y="501"/>
                  </a:lnTo>
                  <a:lnTo>
                    <a:pt x="651" y="503"/>
                  </a:lnTo>
                  <a:lnTo>
                    <a:pt x="652" y="504"/>
                  </a:lnTo>
                  <a:lnTo>
                    <a:pt x="649" y="505"/>
                  </a:lnTo>
                  <a:lnTo>
                    <a:pt x="648" y="504"/>
                  </a:lnTo>
                  <a:lnTo>
                    <a:pt x="648" y="505"/>
                  </a:lnTo>
                  <a:lnTo>
                    <a:pt x="648" y="504"/>
                  </a:lnTo>
                  <a:lnTo>
                    <a:pt x="647" y="505"/>
                  </a:lnTo>
                  <a:lnTo>
                    <a:pt x="645" y="506"/>
                  </a:lnTo>
                  <a:lnTo>
                    <a:pt x="643" y="506"/>
                  </a:lnTo>
                  <a:lnTo>
                    <a:pt x="641" y="508"/>
                  </a:lnTo>
                  <a:lnTo>
                    <a:pt x="640" y="508"/>
                  </a:lnTo>
                  <a:lnTo>
                    <a:pt x="640" y="508"/>
                  </a:lnTo>
                  <a:lnTo>
                    <a:pt x="639" y="508"/>
                  </a:lnTo>
                  <a:lnTo>
                    <a:pt x="639" y="509"/>
                  </a:lnTo>
                  <a:lnTo>
                    <a:pt x="637" y="510"/>
                  </a:lnTo>
                  <a:lnTo>
                    <a:pt x="635" y="508"/>
                  </a:lnTo>
                  <a:lnTo>
                    <a:pt x="635" y="506"/>
                  </a:lnTo>
                  <a:lnTo>
                    <a:pt x="633" y="508"/>
                  </a:lnTo>
                  <a:lnTo>
                    <a:pt x="632" y="509"/>
                  </a:lnTo>
                  <a:lnTo>
                    <a:pt x="632" y="510"/>
                  </a:lnTo>
                  <a:lnTo>
                    <a:pt x="629" y="510"/>
                  </a:lnTo>
                  <a:lnTo>
                    <a:pt x="628" y="509"/>
                  </a:lnTo>
                  <a:lnTo>
                    <a:pt x="627" y="510"/>
                  </a:lnTo>
                  <a:lnTo>
                    <a:pt x="624" y="512"/>
                  </a:lnTo>
                  <a:lnTo>
                    <a:pt x="624" y="513"/>
                  </a:lnTo>
                  <a:lnTo>
                    <a:pt x="620" y="516"/>
                  </a:lnTo>
                  <a:lnTo>
                    <a:pt x="620" y="514"/>
                  </a:lnTo>
                  <a:lnTo>
                    <a:pt x="622" y="514"/>
                  </a:lnTo>
                  <a:lnTo>
                    <a:pt x="623" y="512"/>
                  </a:lnTo>
                  <a:lnTo>
                    <a:pt x="622" y="513"/>
                  </a:lnTo>
                  <a:lnTo>
                    <a:pt x="619" y="510"/>
                  </a:lnTo>
                  <a:lnTo>
                    <a:pt x="618" y="509"/>
                  </a:lnTo>
                  <a:lnTo>
                    <a:pt x="615" y="508"/>
                  </a:lnTo>
                  <a:lnTo>
                    <a:pt x="614" y="506"/>
                  </a:lnTo>
                  <a:lnTo>
                    <a:pt x="615" y="508"/>
                  </a:lnTo>
                  <a:lnTo>
                    <a:pt x="615" y="509"/>
                  </a:lnTo>
                  <a:lnTo>
                    <a:pt x="615" y="512"/>
                  </a:lnTo>
                  <a:lnTo>
                    <a:pt x="615" y="514"/>
                  </a:lnTo>
                  <a:lnTo>
                    <a:pt x="614" y="516"/>
                  </a:lnTo>
                  <a:lnTo>
                    <a:pt x="612" y="517"/>
                  </a:lnTo>
                  <a:lnTo>
                    <a:pt x="611" y="518"/>
                  </a:lnTo>
                  <a:lnTo>
                    <a:pt x="611" y="517"/>
                  </a:lnTo>
                  <a:lnTo>
                    <a:pt x="610" y="517"/>
                  </a:lnTo>
                  <a:lnTo>
                    <a:pt x="610" y="517"/>
                  </a:lnTo>
                  <a:lnTo>
                    <a:pt x="608" y="520"/>
                  </a:lnTo>
                  <a:lnTo>
                    <a:pt x="606" y="522"/>
                  </a:lnTo>
                  <a:lnTo>
                    <a:pt x="603" y="524"/>
                  </a:lnTo>
                  <a:lnTo>
                    <a:pt x="602" y="524"/>
                  </a:lnTo>
                  <a:lnTo>
                    <a:pt x="599" y="522"/>
                  </a:lnTo>
                  <a:lnTo>
                    <a:pt x="597" y="524"/>
                  </a:lnTo>
                  <a:lnTo>
                    <a:pt x="595" y="524"/>
                  </a:lnTo>
                  <a:lnTo>
                    <a:pt x="597" y="525"/>
                  </a:lnTo>
                  <a:lnTo>
                    <a:pt x="594" y="526"/>
                  </a:lnTo>
                  <a:lnTo>
                    <a:pt x="591" y="526"/>
                  </a:lnTo>
                  <a:lnTo>
                    <a:pt x="590" y="526"/>
                  </a:lnTo>
                  <a:lnTo>
                    <a:pt x="589" y="528"/>
                  </a:lnTo>
                  <a:lnTo>
                    <a:pt x="586" y="529"/>
                  </a:lnTo>
                  <a:lnTo>
                    <a:pt x="585" y="530"/>
                  </a:lnTo>
                  <a:lnTo>
                    <a:pt x="585" y="529"/>
                  </a:lnTo>
                  <a:lnTo>
                    <a:pt x="585" y="529"/>
                  </a:lnTo>
                  <a:lnTo>
                    <a:pt x="583" y="529"/>
                  </a:lnTo>
                  <a:lnTo>
                    <a:pt x="583" y="528"/>
                  </a:lnTo>
                  <a:lnTo>
                    <a:pt x="585" y="528"/>
                  </a:lnTo>
                  <a:lnTo>
                    <a:pt x="583" y="528"/>
                  </a:lnTo>
                  <a:lnTo>
                    <a:pt x="583" y="526"/>
                  </a:lnTo>
                  <a:lnTo>
                    <a:pt x="582" y="526"/>
                  </a:lnTo>
                  <a:lnTo>
                    <a:pt x="582" y="528"/>
                  </a:lnTo>
                  <a:lnTo>
                    <a:pt x="581" y="528"/>
                  </a:lnTo>
                  <a:lnTo>
                    <a:pt x="582" y="529"/>
                  </a:lnTo>
                  <a:lnTo>
                    <a:pt x="581" y="530"/>
                  </a:lnTo>
                  <a:lnTo>
                    <a:pt x="579" y="531"/>
                  </a:lnTo>
                  <a:lnTo>
                    <a:pt x="579" y="533"/>
                  </a:lnTo>
                  <a:lnTo>
                    <a:pt x="579" y="534"/>
                  </a:lnTo>
                  <a:lnTo>
                    <a:pt x="581" y="534"/>
                  </a:lnTo>
                  <a:lnTo>
                    <a:pt x="582" y="537"/>
                  </a:lnTo>
                  <a:lnTo>
                    <a:pt x="582" y="538"/>
                  </a:lnTo>
                  <a:lnTo>
                    <a:pt x="583" y="538"/>
                  </a:lnTo>
                  <a:lnTo>
                    <a:pt x="585" y="539"/>
                  </a:lnTo>
                  <a:lnTo>
                    <a:pt x="582" y="541"/>
                  </a:lnTo>
                  <a:lnTo>
                    <a:pt x="581" y="541"/>
                  </a:lnTo>
                  <a:lnTo>
                    <a:pt x="581" y="541"/>
                  </a:lnTo>
                  <a:lnTo>
                    <a:pt x="578" y="541"/>
                  </a:lnTo>
                  <a:lnTo>
                    <a:pt x="577" y="542"/>
                  </a:lnTo>
                  <a:lnTo>
                    <a:pt x="577" y="542"/>
                  </a:lnTo>
                  <a:lnTo>
                    <a:pt x="577" y="539"/>
                  </a:lnTo>
                  <a:lnTo>
                    <a:pt x="577" y="538"/>
                  </a:lnTo>
                  <a:lnTo>
                    <a:pt x="574" y="538"/>
                  </a:lnTo>
                  <a:lnTo>
                    <a:pt x="572" y="534"/>
                  </a:lnTo>
                  <a:lnTo>
                    <a:pt x="572" y="533"/>
                  </a:lnTo>
                  <a:lnTo>
                    <a:pt x="574" y="530"/>
                  </a:lnTo>
                  <a:lnTo>
                    <a:pt x="574" y="528"/>
                  </a:lnTo>
                  <a:lnTo>
                    <a:pt x="575" y="528"/>
                  </a:lnTo>
                  <a:lnTo>
                    <a:pt x="575" y="528"/>
                  </a:lnTo>
                  <a:lnTo>
                    <a:pt x="574" y="526"/>
                  </a:lnTo>
                  <a:lnTo>
                    <a:pt x="573" y="528"/>
                  </a:lnTo>
                  <a:lnTo>
                    <a:pt x="572" y="525"/>
                  </a:lnTo>
                  <a:lnTo>
                    <a:pt x="570" y="528"/>
                  </a:lnTo>
                  <a:lnTo>
                    <a:pt x="568" y="528"/>
                  </a:lnTo>
                  <a:lnTo>
                    <a:pt x="566" y="528"/>
                  </a:lnTo>
                  <a:lnTo>
                    <a:pt x="564" y="525"/>
                  </a:lnTo>
                  <a:lnTo>
                    <a:pt x="562" y="526"/>
                  </a:lnTo>
                  <a:lnTo>
                    <a:pt x="561" y="524"/>
                  </a:lnTo>
                  <a:lnTo>
                    <a:pt x="560" y="521"/>
                  </a:lnTo>
                  <a:lnTo>
                    <a:pt x="558" y="524"/>
                  </a:lnTo>
                  <a:lnTo>
                    <a:pt x="558" y="525"/>
                  </a:lnTo>
                  <a:lnTo>
                    <a:pt x="557" y="526"/>
                  </a:lnTo>
                  <a:lnTo>
                    <a:pt x="556" y="525"/>
                  </a:lnTo>
                  <a:lnTo>
                    <a:pt x="554" y="526"/>
                  </a:lnTo>
                  <a:lnTo>
                    <a:pt x="554" y="525"/>
                  </a:lnTo>
                  <a:lnTo>
                    <a:pt x="554" y="526"/>
                  </a:lnTo>
                  <a:lnTo>
                    <a:pt x="553" y="525"/>
                  </a:lnTo>
                  <a:lnTo>
                    <a:pt x="552" y="525"/>
                  </a:lnTo>
                  <a:lnTo>
                    <a:pt x="540" y="526"/>
                  </a:lnTo>
                  <a:lnTo>
                    <a:pt x="515" y="517"/>
                  </a:lnTo>
                  <a:lnTo>
                    <a:pt x="474" y="537"/>
                  </a:lnTo>
                  <a:lnTo>
                    <a:pt x="444" y="528"/>
                  </a:lnTo>
                  <a:lnTo>
                    <a:pt x="375" y="476"/>
                  </a:lnTo>
                  <a:lnTo>
                    <a:pt x="228" y="463"/>
                  </a:lnTo>
                  <a:lnTo>
                    <a:pt x="150" y="389"/>
                  </a:lnTo>
                  <a:lnTo>
                    <a:pt x="0" y="325"/>
                  </a:lnTo>
                  <a:lnTo>
                    <a:pt x="12" y="199"/>
                  </a:lnTo>
                  <a:lnTo>
                    <a:pt x="111" y="146"/>
                  </a:lnTo>
                  <a:lnTo>
                    <a:pt x="224" y="122"/>
                  </a:lnTo>
                  <a:lnTo>
                    <a:pt x="233" y="120"/>
                  </a:lnTo>
                  <a:lnTo>
                    <a:pt x="237" y="120"/>
                  </a:lnTo>
                  <a:lnTo>
                    <a:pt x="240" y="121"/>
                  </a:lnTo>
                  <a:lnTo>
                    <a:pt x="241" y="121"/>
                  </a:lnTo>
                  <a:lnTo>
                    <a:pt x="346" y="124"/>
                  </a:lnTo>
                  <a:lnTo>
                    <a:pt x="532" y="104"/>
                  </a:lnTo>
                  <a:lnTo>
                    <a:pt x="554" y="80"/>
                  </a:lnTo>
                  <a:lnTo>
                    <a:pt x="560" y="79"/>
                  </a:lnTo>
                  <a:lnTo>
                    <a:pt x="561" y="79"/>
                  </a:lnTo>
                  <a:lnTo>
                    <a:pt x="561" y="80"/>
                  </a:lnTo>
                  <a:lnTo>
                    <a:pt x="564" y="79"/>
                  </a:lnTo>
                  <a:lnTo>
                    <a:pt x="566" y="80"/>
                  </a:lnTo>
                  <a:lnTo>
                    <a:pt x="569" y="81"/>
                  </a:lnTo>
                  <a:lnTo>
                    <a:pt x="570" y="81"/>
                  </a:lnTo>
                  <a:lnTo>
                    <a:pt x="575" y="76"/>
                  </a:lnTo>
                  <a:lnTo>
                    <a:pt x="578" y="74"/>
                  </a:lnTo>
                  <a:lnTo>
                    <a:pt x="582" y="74"/>
                  </a:lnTo>
                  <a:lnTo>
                    <a:pt x="585" y="71"/>
                  </a:lnTo>
                  <a:lnTo>
                    <a:pt x="585" y="68"/>
                  </a:lnTo>
                  <a:lnTo>
                    <a:pt x="585" y="67"/>
                  </a:lnTo>
                  <a:lnTo>
                    <a:pt x="583" y="66"/>
                  </a:lnTo>
                  <a:lnTo>
                    <a:pt x="582" y="67"/>
                  </a:lnTo>
                  <a:lnTo>
                    <a:pt x="582" y="66"/>
                  </a:lnTo>
                  <a:lnTo>
                    <a:pt x="581" y="66"/>
                  </a:lnTo>
                  <a:lnTo>
                    <a:pt x="581" y="63"/>
                  </a:lnTo>
                  <a:lnTo>
                    <a:pt x="581" y="62"/>
                  </a:lnTo>
                  <a:lnTo>
                    <a:pt x="581" y="58"/>
                  </a:lnTo>
                  <a:lnTo>
                    <a:pt x="579" y="56"/>
                  </a:lnTo>
                  <a:lnTo>
                    <a:pt x="581" y="55"/>
                  </a:lnTo>
                  <a:lnTo>
                    <a:pt x="582" y="54"/>
                  </a:lnTo>
                  <a:lnTo>
                    <a:pt x="582" y="51"/>
                  </a:lnTo>
                  <a:lnTo>
                    <a:pt x="581" y="50"/>
                  </a:lnTo>
                  <a:lnTo>
                    <a:pt x="581" y="47"/>
                  </a:lnTo>
                  <a:lnTo>
                    <a:pt x="581" y="46"/>
                  </a:lnTo>
                  <a:lnTo>
                    <a:pt x="579" y="45"/>
                  </a:lnTo>
                  <a:lnTo>
                    <a:pt x="579" y="42"/>
                  </a:lnTo>
                  <a:lnTo>
                    <a:pt x="581" y="39"/>
                  </a:lnTo>
                  <a:lnTo>
                    <a:pt x="582" y="38"/>
                  </a:lnTo>
                  <a:lnTo>
                    <a:pt x="583" y="35"/>
                  </a:lnTo>
                  <a:lnTo>
                    <a:pt x="585" y="34"/>
                  </a:lnTo>
                  <a:lnTo>
                    <a:pt x="586" y="33"/>
                  </a:lnTo>
                  <a:lnTo>
                    <a:pt x="586" y="30"/>
                  </a:lnTo>
                  <a:lnTo>
                    <a:pt x="586" y="29"/>
                  </a:lnTo>
                  <a:lnTo>
                    <a:pt x="586" y="26"/>
                  </a:lnTo>
                  <a:lnTo>
                    <a:pt x="585" y="25"/>
                  </a:lnTo>
                  <a:lnTo>
                    <a:pt x="583" y="24"/>
                  </a:lnTo>
                  <a:lnTo>
                    <a:pt x="582" y="20"/>
                  </a:lnTo>
                  <a:lnTo>
                    <a:pt x="579" y="20"/>
                  </a:lnTo>
                  <a:lnTo>
                    <a:pt x="578" y="21"/>
                  </a:lnTo>
                  <a:lnTo>
                    <a:pt x="575" y="22"/>
                  </a:lnTo>
                  <a:lnTo>
                    <a:pt x="574" y="22"/>
                  </a:lnTo>
                  <a:lnTo>
                    <a:pt x="574" y="21"/>
                  </a:lnTo>
                  <a:lnTo>
                    <a:pt x="574" y="18"/>
                  </a:lnTo>
                  <a:lnTo>
                    <a:pt x="574" y="17"/>
                  </a:lnTo>
                  <a:lnTo>
                    <a:pt x="574" y="16"/>
                  </a:lnTo>
                  <a:lnTo>
                    <a:pt x="575" y="14"/>
                  </a:lnTo>
                  <a:lnTo>
                    <a:pt x="575" y="13"/>
                  </a:lnTo>
                  <a:lnTo>
                    <a:pt x="578" y="10"/>
                  </a:lnTo>
                  <a:lnTo>
                    <a:pt x="578" y="9"/>
                  </a:lnTo>
                  <a:lnTo>
                    <a:pt x="579" y="8"/>
                  </a:lnTo>
                  <a:lnTo>
                    <a:pt x="582" y="8"/>
                  </a:lnTo>
                  <a:lnTo>
                    <a:pt x="583" y="6"/>
                  </a:lnTo>
                  <a:lnTo>
                    <a:pt x="585" y="6"/>
                  </a:lnTo>
                  <a:lnTo>
                    <a:pt x="586" y="6"/>
                  </a:lnTo>
                  <a:lnTo>
                    <a:pt x="587" y="6"/>
                  </a:lnTo>
                  <a:lnTo>
                    <a:pt x="589" y="6"/>
                  </a:lnTo>
                  <a:lnTo>
                    <a:pt x="590" y="4"/>
                  </a:lnTo>
                  <a:lnTo>
                    <a:pt x="593" y="4"/>
                  </a:lnTo>
                  <a:lnTo>
                    <a:pt x="594" y="2"/>
                  </a:lnTo>
                  <a:lnTo>
                    <a:pt x="597" y="2"/>
                  </a:lnTo>
                  <a:lnTo>
                    <a:pt x="598" y="2"/>
                  </a:lnTo>
                  <a:lnTo>
                    <a:pt x="601" y="2"/>
                  </a:lnTo>
                  <a:lnTo>
                    <a:pt x="601" y="2"/>
                  </a:lnTo>
                  <a:lnTo>
                    <a:pt x="602" y="2"/>
                  </a:lnTo>
                  <a:lnTo>
                    <a:pt x="603" y="0"/>
                  </a:lnTo>
                  <a:lnTo>
                    <a:pt x="606" y="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" name="Freeform 344"/>
            <p:cNvSpPr>
              <a:spLocks noEditPoints="1"/>
            </p:cNvSpPr>
            <p:nvPr/>
          </p:nvSpPr>
          <p:spPr bwMode="auto">
            <a:xfrm>
              <a:off x="9462759" y="2657725"/>
              <a:ext cx="474559" cy="913588"/>
            </a:xfrm>
            <a:custGeom>
              <a:avLst/>
              <a:gdLst>
                <a:gd name="T0" fmla="*/ 4 w 187"/>
                <a:gd name="T1" fmla="*/ 357 h 360"/>
                <a:gd name="T2" fmla="*/ 46 w 187"/>
                <a:gd name="T3" fmla="*/ 324 h 360"/>
                <a:gd name="T4" fmla="*/ 54 w 187"/>
                <a:gd name="T5" fmla="*/ 306 h 360"/>
                <a:gd name="T6" fmla="*/ 55 w 187"/>
                <a:gd name="T7" fmla="*/ 299 h 360"/>
                <a:gd name="T8" fmla="*/ 67 w 187"/>
                <a:gd name="T9" fmla="*/ 266 h 360"/>
                <a:gd name="T10" fmla="*/ 70 w 187"/>
                <a:gd name="T11" fmla="*/ 264 h 360"/>
                <a:gd name="T12" fmla="*/ 54 w 187"/>
                <a:gd name="T13" fmla="*/ 233 h 360"/>
                <a:gd name="T14" fmla="*/ 51 w 187"/>
                <a:gd name="T15" fmla="*/ 232 h 360"/>
                <a:gd name="T16" fmla="*/ 39 w 187"/>
                <a:gd name="T17" fmla="*/ 227 h 360"/>
                <a:gd name="T18" fmla="*/ 42 w 187"/>
                <a:gd name="T19" fmla="*/ 222 h 360"/>
                <a:gd name="T20" fmla="*/ 103 w 187"/>
                <a:gd name="T21" fmla="*/ 207 h 360"/>
                <a:gd name="T22" fmla="*/ 85 w 187"/>
                <a:gd name="T23" fmla="*/ 220 h 360"/>
                <a:gd name="T24" fmla="*/ 79 w 187"/>
                <a:gd name="T25" fmla="*/ 220 h 360"/>
                <a:gd name="T26" fmla="*/ 87 w 187"/>
                <a:gd name="T27" fmla="*/ 208 h 360"/>
                <a:gd name="T28" fmla="*/ 103 w 187"/>
                <a:gd name="T29" fmla="*/ 198 h 360"/>
                <a:gd name="T30" fmla="*/ 76 w 187"/>
                <a:gd name="T31" fmla="*/ 174 h 360"/>
                <a:gd name="T32" fmla="*/ 129 w 187"/>
                <a:gd name="T33" fmla="*/ 133 h 360"/>
                <a:gd name="T34" fmla="*/ 128 w 187"/>
                <a:gd name="T35" fmla="*/ 139 h 360"/>
                <a:gd name="T36" fmla="*/ 147 w 187"/>
                <a:gd name="T37" fmla="*/ 79 h 360"/>
                <a:gd name="T38" fmla="*/ 163 w 187"/>
                <a:gd name="T39" fmla="*/ 111 h 360"/>
                <a:gd name="T40" fmla="*/ 164 w 187"/>
                <a:gd name="T41" fmla="*/ 129 h 360"/>
                <a:gd name="T42" fmla="*/ 162 w 187"/>
                <a:gd name="T43" fmla="*/ 166 h 360"/>
                <a:gd name="T44" fmla="*/ 158 w 187"/>
                <a:gd name="T45" fmla="*/ 189 h 360"/>
                <a:gd name="T46" fmla="*/ 153 w 187"/>
                <a:gd name="T47" fmla="*/ 181 h 360"/>
                <a:gd name="T48" fmla="*/ 141 w 187"/>
                <a:gd name="T49" fmla="*/ 190 h 360"/>
                <a:gd name="T50" fmla="*/ 129 w 187"/>
                <a:gd name="T51" fmla="*/ 193 h 360"/>
                <a:gd name="T52" fmla="*/ 120 w 187"/>
                <a:gd name="T53" fmla="*/ 194 h 360"/>
                <a:gd name="T54" fmla="*/ 118 w 187"/>
                <a:gd name="T55" fmla="*/ 207 h 360"/>
                <a:gd name="T56" fmla="*/ 105 w 187"/>
                <a:gd name="T57" fmla="*/ 202 h 360"/>
                <a:gd name="T58" fmla="*/ 92 w 187"/>
                <a:gd name="T59" fmla="*/ 200 h 360"/>
                <a:gd name="T60" fmla="*/ 74 w 187"/>
                <a:gd name="T61" fmla="*/ 206 h 360"/>
                <a:gd name="T62" fmla="*/ 66 w 187"/>
                <a:gd name="T63" fmla="*/ 214 h 360"/>
                <a:gd name="T64" fmla="*/ 74 w 187"/>
                <a:gd name="T65" fmla="*/ 224 h 360"/>
                <a:gd name="T66" fmla="*/ 68 w 187"/>
                <a:gd name="T67" fmla="*/ 248 h 360"/>
                <a:gd name="T68" fmla="*/ 64 w 187"/>
                <a:gd name="T69" fmla="*/ 245 h 360"/>
                <a:gd name="T70" fmla="*/ 59 w 187"/>
                <a:gd name="T71" fmla="*/ 249 h 360"/>
                <a:gd name="T72" fmla="*/ 52 w 187"/>
                <a:gd name="T73" fmla="*/ 222 h 360"/>
                <a:gd name="T74" fmla="*/ 51 w 187"/>
                <a:gd name="T75" fmla="*/ 228 h 360"/>
                <a:gd name="T76" fmla="*/ 49 w 187"/>
                <a:gd name="T77" fmla="*/ 227 h 360"/>
                <a:gd name="T78" fmla="*/ 56 w 187"/>
                <a:gd name="T79" fmla="*/ 211 h 360"/>
                <a:gd name="T80" fmla="*/ 67 w 187"/>
                <a:gd name="T81" fmla="*/ 195 h 360"/>
                <a:gd name="T82" fmla="*/ 92 w 187"/>
                <a:gd name="T83" fmla="*/ 181 h 360"/>
                <a:gd name="T84" fmla="*/ 108 w 187"/>
                <a:gd name="T85" fmla="*/ 179 h 360"/>
                <a:gd name="T86" fmla="*/ 113 w 187"/>
                <a:gd name="T87" fmla="*/ 161 h 360"/>
                <a:gd name="T88" fmla="*/ 114 w 187"/>
                <a:gd name="T89" fmla="*/ 153 h 360"/>
                <a:gd name="T90" fmla="*/ 135 w 187"/>
                <a:gd name="T91" fmla="*/ 139 h 360"/>
                <a:gd name="T92" fmla="*/ 133 w 187"/>
                <a:gd name="T93" fmla="*/ 102 h 360"/>
                <a:gd name="T94" fmla="*/ 135 w 187"/>
                <a:gd name="T95" fmla="*/ 82 h 360"/>
                <a:gd name="T96" fmla="*/ 145 w 187"/>
                <a:gd name="T97" fmla="*/ 83 h 360"/>
                <a:gd name="T98" fmla="*/ 120 w 187"/>
                <a:gd name="T99" fmla="*/ 62 h 360"/>
                <a:gd name="T100" fmla="*/ 139 w 187"/>
                <a:gd name="T101" fmla="*/ 6 h 360"/>
                <a:gd name="T102" fmla="*/ 167 w 187"/>
                <a:gd name="T103" fmla="*/ 25 h 360"/>
                <a:gd name="T104" fmla="*/ 179 w 187"/>
                <a:gd name="T105" fmla="*/ 31 h 360"/>
                <a:gd name="T106" fmla="*/ 184 w 187"/>
                <a:gd name="T107" fmla="*/ 37 h 360"/>
                <a:gd name="T108" fmla="*/ 166 w 187"/>
                <a:gd name="T109" fmla="*/ 48 h 360"/>
                <a:gd name="T110" fmla="*/ 149 w 187"/>
                <a:gd name="T111" fmla="*/ 53 h 360"/>
                <a:gd name="T112" fmla="*/ 129 w 187"/>
                <a:gd name="T113" fmla="*/ 58 h 360"/>
                <a:gd name="T114" fmla="*/ 137 w 187"/>
                <a:gd name="T115" fmla="*/ 69 h 360"/>
                <a:gd name="T116" fmla="*/ 124 w 187"/>
                <a:gd name="T117" fmla="*/ 62 h 360"/>
                <a:gd name="T118" fmla="*/ 128 w 187"/>
                <a:gd name="T119" fmla="*/ 47 h 360"/>
                <a:gd name="T120" fmla="*/ 135 w 187"/>
                <a:gd name="T121" fmla="*/ 39 h 360"/>
                <a:gd name="T122" fmla="*/ 133 w 187"/>
                <a:gd name="T123" fmla="*/ 18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360">
                  <a:moveTo>
                    <a:pt x="2" y="358"/>
                  </a:moveTo>
                  <a:lnTo>
                    <a:pt x="2" y="360"/>
                  </a:lnTo>
                  <a:lnTo>
                    <a:pt x="2" y="360"/>
                  </a:lnTo>
                  <a:lnTo>
                    <a:pt x="0" y="360"/>
                  </a:lnTo>
                  <a:lnTo>
                    <a:pt x="1" y="358"/>
                  </a:lnTo>
                  <a:lnTo>
                    <a:pt x="2" y="358"/>
                  </a:lnTo>
                  <a:close/>
                  <a:moveTo>
                    <a:pt x="5" y="356"/>
                  </a:moveTo>
                  <a:lnTo>
                    <a:pt x="6" y="357"/>
                  </a:lnTo>
                  <a:lnTo>
                    <a:pt x="6" y="360"/>
                  </a:lnTo>
                  <a:lnTo>
                    <a:pt x="5" y="358"/>
                  </a:lnTo>
                  <a:lnTo>
                    <a:pt x="4" y="357"/>
                  </a:lnTo>
                  <a:lnTo>
                    <a:pt x="5" y="356"/>
                  </a:lnTo>
                  <a:close/>
                  <a:moveTo>
                    <a:pt x="16" y="349"/>
                  </a:moveTo>
                  <a:lnTo>
                    <a:pt x="18" y="351"/>
                  </a:lnTo>
                  <a:lnTo>
                    <a:pt x="18" y="353"/>
                  </a:lnTo>
                  <a:lnTo>
                    <a:pt x="16" y="353"/>
                  </a:lnTo>
                  <a:lnTo>
                    <a:pt x="16" y="352"/>
                  </a:lnTo>
                  <a:lnTo>
                    <a:pt x="16" y="349"/>
                  </a:lnTo>
                  <a:close/>
                  <a:moveTo>
                    <a:pt x="46" y="319"/>
                  </a:moveTo>
                  <a:lnTo>
                    <a:pt x="46" y="320"/>
                  </a:lnTo>
                  <a:lnTo>
                    <a:pt x="46" y="323"/>
                  </a:lnTo>
                  <a:lnTo>
                    <a:pt x="46" y="324"/>
                  </a:lnTo>
                  <a:lnTo>
                    <a:pt x="42" y="326"/>
                  </a:lnTo>
                  <a:lnTo>
                    <a:pt x="42" y="328"/>
                  </a:lnTo>
                  <a:lnTo>
                    <a:pt x="41" y="328"/>
                  </a:lnTo>
                  <a:lnTo>
                    <a:pt x="41" y="326"/>
                  </a:lnTo>
                  <a:lnTo>
                    <a:pt x="42" y="324"/>
                  </a:lnTo>
                  <a:lnTo>
                    <a:pt x="43" y="323"/>
                  </a:lnTo>
                  <a:lnTo>
                    <a:pt x="42" y="322"/>
                  </a:lnTo>
                  <a:lnTo>
                    <a:pt x="45" y="320"/>
                  </a:lnTo>
                  <a:lnTo>
                    <a:pt x="46" y="319"/>
                  </a:lnTo>
                  <a:close/>
                  <a:moveTo>
                    <a:pt x="52" y="304"/>
                  </a:moveTo>
                  <a:lnTo>
                    <a:pt x="54" y="306"/>
                  </a:lnTo>
                  <a:lnTo>
                    <a:pt x="54" y="308"/>
                  </a:lnTo>
                  <a:lnTo>
                    <a:pt x="52" y="308"/>
                  </a:lnTo>
                  <a:lnTo>
                    <a:pt x="51" y="307"/>
                  </a:lnTo>
                  <a:lnTo>
                    <a:pt x="51" y="306"/>
                  </a:lnTo>
                  <a:lnTo>
                    <a:pt x="52" y="304"/>
                  </a:lnTo>
                  <a:close/>
                  <a:moveTo>
                    <a:pt x="60" y="294"/>
                  </a:moveTo>
                  <a:lnTo>
                    <a:pt x="59" y="297"/>
                  </a:lnTo>
                  <a:lnTo>
                    <a:pt x="58" y="298"/>
                  </a:lnTo>
                  <a:lnTo>
                    <a:pt x="58" y="299"/>
                  </a:lnTo>
                  <a:lnTo>
                    <a:pt x="56" y="301"/>
                  </a:lnTo>
                  <a:lnTo>
                    <a:pt x="55" y="299"/>
                  </a:lnTo>
                  <a:lnTo>
                    <a:pt x="54" y="299"/>
                  </a:lnTo>
                  <a:lnTo>
                    <a:pt x="54" y="299"/>
                  </a:lnTo>
                  <a:lnTo>
                    <a:pt x="54" y="298"/>
                  </a:lnTo>
                  <a:lnTo>
                    <a:pt x="56" y="297"/>
                  </a:lnTo>
                  <a:lnTo>
                    <a:pt x="56" y="297"/>
                  </a:lnTo>
                  <a:lnTo>
                    <a:pt x="58" y="295"/>
                  </a:lnTo>
                  <a:lnTo>
                    <a:pt x="59" y="295"/>
                  </a:lnTo>
                  <a:lnTo>
                    <a:pt x="59" y="295"/>
                  </a:lnTo>
                  <a:lnTo>
                    <a:pt x="60" y="294"/>
                  </a:lnTo>
                  <a:close/>
                  <a:moveTo>
                    <a:pt x="66" y="264"/>
                  </a:moveTo>
                  <a:lnTo>
                    <a:pt x="67" y="266"/>
                  </a:lnTo>
                  <a:lnTo>
                    <a:pt x="68" y="268"/>
                  </a:lnTo>
                  <a:lnTo>
                    <a:pt x="67" y="269"/>
                  </a:lnTo>
                  <a:lnTo>
                    <a:pt x="66" y="268"/>
                  </a:lnTo>
                  <a:lnTo>
                    <a:pt x="64" y="266"/>
                  </a:lnTo>
                  <a:lnTo>
                    <a:pt x="64" y="265"/>
                  </a:lnTo>
                  <a:lnTo>
                    <a:pt x="66" y="264"/>
                  </a:lnTo>
                  <a:close/>
                  <a:moveTo>
                    <a:pt x="70" y="258"/>
                  </a:moveTo>
                  <a:lnTo>
                    <a:pt x="71" y="258"/>
                  </a:lnTo>
                  <a:lnTo>
                    <a:pt x="71" y="261"/>
                  </a:lnTo>
                  <a:lnTo>
                    <a:pt x="70" y="262"/>
                  </a:lnTo>
                  <a:lnTo>
                    <a:pt x="70" y="264"/>
                  </a:lnTo>
                  <a:lnTo>
                    <a:pt x="70" y="260"/>
                  </a:lnTo>
                  <a:lnTo>
                    <a:pt x="70" y="258"/>
                  </a:lnTo>
                  <a:close/>
                  <a:moveTo>
                    <a:pt x="52" y="237"/>
                  </a:moveTo>
                  <a:lnTo>
                    <a:pt x="54" y="237"/>
                  </a:lnTo>
                  <a:lnTo>
                    <a:pt x="52" y="239"/>
                  </a:lnTo>
                  <a:lnTo>
                    <a:pt x="52" y="237"/>
                  </a:lnTo>
                  <a:lnTo>
                    <a:pt x="52" y="237"/>
                  </a:lnTo>
                  <a:close/>
                  <a:moveTo>
                    <a:pt x="55" y="232"/>
                  </a:moveTo>
                  <a:lnTo>
                    <a:pt x="55" y="232"/>
                  </a:lnTo>
                  <a:lnTo>
                    <a:pt x="55" y="233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5" y="232"/>
                  </a:lnTo>
                  <a:close/>
                  <a:moveTo>
                    <a:pt x="51" y="232"/>
                  </a:moveTo>
                  <a:lnTo>
                    <a:pt x="51" y="232"/>
                  </a:lnTo>
                  <a:lnTo>
                    <a:pt x="51" y="232"/>
                  </a:lnTo>
                  <a:lnTo>
                    <a:pt x="52" y="235"/>
                  </a:lnTo>
                  <a:lnTo>
                    <a:pt x="52" y="236"/>
                  </a:lnTo>
                  <a:lnTo>
                    <a:pt x="51" y="236"/>
                  </a:lnTo>
                  <a:lnTo>
                    <a:pt x="51" y="235"/>
                  </a:lnTo>
                  <a:lnTo>
                    <a:pt x="50" y="232"/>
                  </a:lnTo>
                  <a:lnTo>
                    <a:pt x="51" y="232"/>
                  </a:lnTo>
                  <a:close/>
                  <a:moveTo>
                    <a:pt x="37" y="228"/>
                  </a:moveTo>
                  <a:lnTo>
                    <a:pt x="37" y="229"/>
                  </a:lnTo>
                  <a:lnTo>
                    <a:pt x="38" y="229"/>
                  </a:lnTo>
                  <a:lnTo>
                    <a:pt x="39" y="232"/>
                  </a:lnTo>
                  <a:lnTo>
                    <a:pt x="38" y="233"/>
                  </a:lnTo>
                  <a:lnTo>
                    <a:pt x="37" y="232"/>
                  </a:lnTo>
                  <a:lnTo>
                    <a:pt x="35" y="229"/>
                  </a:lnTo>
                  <a:lnTo>
                    <a:pt x="35" y="228"/>
                  </a:lnTo>
                  <a:lnTo>
                    <a:pt x="37" y="228"/>
                  </a:lnTo>
                  <a:close/>
                  <a:moveTo>
                    <a:pt x="38" y="227"/>
                  </a:moveTo>
                  <a:lnTo>
                    <a:pt x="39" y="227"/>
                  </a:lnTo>
                  <a:lnTo>
                    <a:pt x="38" y="228"/>
                  </a:lnTo>
                  <a:lnTo>
                    <a:pt x="38" y="227"/>
                  </a:lnTo>
                  <a:close/>
                  <a:moveTo>
                    <a:pt x="41" y="226"/>
                  </a:moveTo>
                  <a:lnTo>
                    <a:pt x="41" y="226"/>
                  </a:lnTo>
                  <a:lnTo>
                    <a:pt x="39" y="226"/>
                  </a:lnTo>
                  <a:lnTo>
                    <a:pt x="41" y="226"/>
                  </a:lnTo>
                  <a:close/>
                  <a:moveTo>
                    <a:pt x="41" y="224"/>
                  </a:moveTo>
                  <a:lnTo>
                    <a:pt x="42" y="224"/>
                  </a:lnTo>
                  <a:lnTo>
                    <a:pt x="41" y="224"/>
                  </a:lnTo>
                  <a:lnTo>
                    <a:pt x="41" y="224"/>
                  </a:lnTo>
                  <a:close/>
                  <a:moveTo>
                    <a:pt x="42" y="222"/>
                  </a:moveTo>
                  <a:lnTo>
                    <a:pt x="43" y="223"/>
                  </a:lnTo>
                  <a:lnTo>
                    <a:pt x="42" y="223"/>
                  </a:lnTo>
                  <a:lnTo>
                    <a:pt x="41" y="223"/>
                  </a:lnTo>
                  <a:lnTo>
                    <a:pt x="41" y="222"/>
                  </a:lnTo>
                  <a:lnTo>
                    <a:pt x="42" y="222"/>
                  </a:lnTo>
                  <a:close/>
                  <a:moveTo>
                    <a:pt x="92" y="203"/>
                  </a:moveTo>
                  <a:lnTo>
                    <a:pt x="96" y="203"/>
                  </a:lnTo>
                  <a:lnTo>
                    <a:pt x="97" y="204"/>
                  </a:lnTo>
                  <a:lnTo>
                    <a:pt x="99" y="204"/>
                  </a:lnTo>
                  <a:lnTo>
                    <a:pt x="101" y="206"/>
                  </a:lnTo>
                  <a:lnTo>
                    <a:pt x="103" y="207"/>
                  </a:lnTo>
                  <a:lnTo>
                    <a:pt x="103" y="208"/>
                  </a:lnTo>
                  <a:lnTo>
                    <a:pt x="103" y="210"/>
                  </a:lnTo>
                  <a:lnTo>
                    <a:pt x="100" y="212"/>
                  </a:lnTo>
                  <a:lnTo>
                    <a:pt x="99" y="216"/>
                  </a:lnTo>
                  <a:lnTo>
                    <a:pt x="97" y="218"/>
                  </a:lnTo>
                  <a:lnTo>
                    <a:pt x="96" y="216"/>
                  </a:lnTo>
                  <a:lnTo>
                    <a:pt x="93" y="214"/>
                  </a:lnTo>
                  <a:lnTo>
                    <a:pt x="91" y="214"/>
                  </a:lnTo>
                  <a:lnTo>
                    <a:pt x="89" y="215"/>
                  </a:lnTo>
                  <a:lnTo>
                    <a:pt x="87" y="216"/>
                  </a:lnTo>
                  <a:lnTo>
                    <a:pt x="85" y="220"/>
                  </a:lnTo>
                  <a:lnTo>
                    <a:pt x="85" y="222"/>
                  </a:lnTo>
                  <a:lnTo>
                    <a:pt x="87" y="224"/>
                  </a:lnTo>
                  <a:lnTo>
                    <a:pt x="87" y="226"/>
                  </a:lnTo>
                  <a:lnTo>
                    <a:pt x="87" y="226"/>
                  </a:lnTo>
                  <a:lnTo>
                    <a:pt x="84" y="226"/>
                  </a:lnTo>
                  <a:lnTo>
                    <a:pt x="84" y="227"/>
                  </a:lnTo>
                  <a:lnTo>
                    <a:pt x="83" y="226"/>
                  </a:lnTo>
                  <a:lnTo>
                    <a:pt x="83" y="224"/>
                  </a:lnTo>
                  <a:lnTo>
                    <a:pt x="80" y="224"/>
                  </a:lnTo>
                  <a:lnTo>
                    <a:pt x="79" y="222"/>
                  </a:lnTo>
                  <a:lnTo>
                    <a:pt x="79" y="220"/>
                  </a:lnTo>
                  <a:lnTo>
                    <a:pt x="79" y="219"/>
                  </a:lnTo>
                  <a:lnTo>
                    <a:pt x="79" y="218"/>
                  </a:lnTo>
                  <a:lnTo>
                    <a:pt x="75" y="216"/>
                  </a:lnTo>
                  <a:lnTo>
                    <a:pt x="76" y="214"/>
                  </a:lnTo>
                  <a:lnTo>
                    <a:pt x="78" y="211"/>
                  </a:lnTo>
                  <a:lnTo>
                    <a:pt x="78" y="210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3" y="210"/>
                  </a:lnTo>
                  <a:lnTo>
                    <a:pt x="84" y="210"/>
                  </a:lnTo>
                  <a:lnTo>
                    <a:pt x="87" y="208"/>
                  </a:lnTo>
                  <a:lnTo>
                    <a:pt x="88" y="208"/>
                  </a:lnTo>
                  <a:lnTo>
                    <a:pt x="89" y="206"/>
                  </a:lnTo>
                  <a:lnTo>
                    <a:pt x="89" y="204"/>
                  </a:lnTo>
                  <a:lnTo>
                    <a:pt x="92" y="203"/>
                  </a:lnTo>
                  <a:close/>
                  <a:moveTo>
                    <a:pt x="96" y="199"/>
                  </a:moveTo>
                  <a:lnTo>
                    <a:pt x="97" y="199"/>
                  </a:lnTo>
                  <a:lnTo>
                    <a:pt x="97" y="200"/>
                  </a:lnTo>
                  <a:lnTo>
                    <a:pt x="96" y="202"/>
                  </a:lnTo>
                  <a:lnTo>
                    <a:pt x="93" y="200"/>
                  </a:lnTo>
                  <a:lnTo>
                    <a:pt x="96" y="199"/>
                  </a:lnTo>
                  <a:close/>
                  <a:moveTo>
                    <a:pt x="103" y="198"/>
                  </a:moveTo>
                  <a:lnTo>
                    <a:pt x="104" y="199"/>
                  </a:lnTo>
                  <a:lnTo>
                    <a:pt x="104" y="200"/>
                  </a:lnTo>
                  <a:lnTo>
                    <a:pt x="104" y="202"/>
                  </a:lnTo>
                  <a:lnTo>
                    <a:pt x="104" y="203"/>
                  </a:lnTo>
                  <a:lnTo>
                    <a:pt x="103" y="203"/>
                  </a:lnTo>
                  <a:lnTo>
                    <a:pt x="101" y="200"/>
                  </a:lnTo>
                  <a:lnTo>
                    <a:pt x="101" y="199"/>
                  </a:lnTo>
                  <a:lnTo>
                    <a:pt x="103" y="198"/>
                  </a:lnTo>
                  <a:lnTo>
                    <a:pt x="103" y="198"/>
                  </a:lnTo>
                  <a:close/>
                  <a:moveTo>
                    <a:pt x="75" y="173"/>
                  </a:moveTo>
                  <a:lnTo>
                    <a:pt x="76" y="174"/>
                  </a:lnTo>
                  <a:lnTo>
                    <a:pt x="75" y="175"/>
                  </a:lnTo>
                  <a:lnTo>
                    <a:pt x="75" y="174"/>
                  </a:lnTo>
                  <a:lnTo>
                    <a:pt x="75" y="173"/>
                  </a:lnTo>
                  <a:close/>
                  <a:moveTo>
                    <a:pt x="79" y="170"/>
                  </a:moveTo>
                  <a:lnTo>
                    <a:pt x="79" y="173"/>
                  </a:lnTo>
                  <a:lnTo>
                    <a:pt x="78" y="173"/>
                  </a:lnTo>
                  <a:lnTo>
                    <a:pt x="78" y="173"/>
                  </a:lnTo>
                  <a:lnTo>
                    <a:pt x="76" y="173"/>
                  </a:lnTo>
                  <a:lnTo>
                    <a:pt x="78" y="172"/>
                  </a:lnTo>
                  <a:lnTo>
                    <a:pt x="79" y="170"/>
                  </a:lnTo>
                  <a:close/>
                  <a:moveTo>
                    <a:pt x="129" y="133"/>
                  </a:moveTo>
                  <a:lnTo>
                    <a:pt x="129" y="135"/>
                  </a:lnTo>
                  <a:lnTo>
                    <a:pt x="129" y="136"/>
                  </a:lnTo>
                  <a:lnTo>
                    <a:pt x="132" y="137"/>
                  </a:lnTo>
                  <a:lnTo>
                    <a:pt x="132" y="139"/>
                  </a:lnTo>
                  <a:lnTo>
                    <a:pt x="130" y="141"/>
                  </a:lnTo>
                  <a:lnTo>
                    <a:pt x="129" y="143"/>
                  </a:lnTo>
                  <a:lnTo>
                    <a:pt x="129" y="143"/>
                  </a:lnTo>
                  <a:lnTo>
                    <a:pt x="129" y="140"/>
                  </a:lnTo>
                  <a:lnTo>
                    <a:pt x="129" y="139"/>
                  </a:lnTo>
                  <a:lnTo>
                    <a:pt x="129" y="139"/>
                  </a:lnTo>
                  <a:lnTo>
                    <a:pt x="128" y="139"/>
                  </a:lnTo>
                  <a:lnTo>
                    <a:pt x="128" y="137"/>
                  </a:lnTo>
                  <a:lnTo>
                    <a:pt x="129" y="133"/>
                  </a:lnTo>
                  <a:lnTo>
                    <a:pt x="129" y="133"/>
                  </a:lnTo>
                  <a:close/>
                  <a:moveTo>
                    <a:pt x="141" y="74"/>
                  </a:moveTo>
                  <a:lnTo>
                    <a:pt x="142" y="74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6" y="75"/>
                  </a:lnTo>
                  <a:lnTo>
                    <a:pt x="147" y="75"/>
                  </a:lnTo>
                  <a:lnTo>
                    <a:pt x="147" y="77"/>
                  </a:lnTo>
                  <a:lnTo>
                    <a:pt x="147" y="79"/>
                  </a:lnTo>
                  <a:lnTo>
                    <a:pt x="149" y="83"/>
                  </a:lnTo>
                  <a:lnTo>
                    <a:pt x="150" y="86"/>
                  </a:lnTo>
                  <a:lnTo>
                    <a:pt x="155" y="91"/>
                  </a:lnTo>
                  <a:lnTo>
                    <a:pt x="157" y="94"/>
                  </a:lnTo>
                  <a:lnTo>
                    <a:pt x="158" y="98"/>
                  </a:lnTo>
                  <a:lnTo>
                    <a:pt x="158" y="99"/>
                  </a:lnTo>
                  <a:lnTo>
                    <a:pt x="159" y="99"/>
                  </a:lnTo>
                  <a:lnTo>
                    <a:pt x="162" y="103"/>
                  </a:lnTo>
                  <a:lnTo>
                    <a:pt x="163" y="107"/>
                  </a:lnTo>
                  <a:lnTo>
                    <a:pt x="163" y="110"/>
                  </a:lnTo>
                  <a:lnTo>
                    <a:pt x="163" y="111"/>
                  </a:lnTo>
                  <a:lnTo>
                    <a:pt x="163" y="114"/>
                  </a:lnTo>
                  <a:lnTo>
                    <a:pt x="164" y="115"/>
                  </a:lnTo>
                  <a:lnTo>
                    <a:pt x="163" y="116"/>
                  </a:lnTo>
                  <a:lnTo>
                    <a:pt x="163" y="118"/>
                  </a:lnTo>
                  <a:lnTo>
                    <a:pt x="163" y="119"/>
                  </a:lnTo>
                  <a:lnTo>
                    <a:pt x="163" y="120"/>
                  </a:lnTo>
                  <a:lnTo>
                    <a:pt x="163" y="122"/>
                  </a:lnTo>
                  <a:lnTo>
                    <a:pt x="163" y="124"/>
                  </a:lnTo>
                  <a:lnTo>
                    <a:pt x="164" y="124"/>
                  </a:lnTo>
                  <a:lnTo>
                    <a:pt x="164" y="127"/>
                  </a:lnTo>
                  <a:lnTo>
                    <a:pt x="164" y="129"/>
                  </a:lnTo>
                  <a:lnTo>
                    <a:pt x="164" y="131"/>
                  </a:lnTo>
                  <a:lnTo>
                    <a:pt x="163" y="128"/>
                  </a:lnTo>
                  <a:lnTo>
                    <a:pt x="162" y="128"/>
                  </a:lnTo>
                  <a:lnTo>
                    <a:pt x="158" y="131"/>
                  </a:lnTo>
                  <a:lnTo>
                    <a:pt x="158" y="135"/>
                  </a:lnTo>
                  <a:lnTo>
                    <a:pt x="158" y="137"/>
                  </a:lnTo>
                  <a:lnTo>
                    <a:pt x="160" y="141"/>
                  </a:lnTo>
                  <a:lnTo>
                    <a:pt x="162" y="149"/>
                  </a:lnTo>
                  <a:lnTo>
                    <a:pt x="162" y="154"/>
                  </a:lnTo>
                  <a:lnTo>
                    <a:pt x="162" y="161"/>
                  </a:lnTo>
                  <a:lnTo>
                    <a:pt x="162" y="166"/>
                  </a:lnTo>
                  <a:lnTo>
                    <a:pt x="163" y="169"/>
                  </a:lnTo>
                  <a:lnTo>
                    <a:pt x="166" y="173"/>
                  </a:lnTo>
                  <a:lnTo>
                    <a:pt x="167" y="174"/>
                  </a:lnTo>
                  <a:lnTo>
                    <a:pt x="167" y="175"/>
                  </a:lnTo>
                  <a:lnTo>
                    <a:pt x="164" y="178"/>
                  </a:lnTo>
                  <a:lnTo>
                    <a:pt x="166" y="179"/>
                  </a:lnTo>
                  <a:lnTo>
                    <a:pt x="164" y="183"/>
                  </a:lnTo>
                  <a:lnTo>
                    <a:pt x="162" y="186"/>
                  </a:lnTo>
                  <a:lnTo>
                    <a:pt x="160" y="186"/>
                  </a:lnTo>
                  <a:lnTo>
                    <a:pt x="159" y="187"/>
                  </a:lnTo>
                  <a:lnTo>
                    <a:pt x="158" y="189"/>
                  </a:lnTo>
                  <a:lnTo>
                    <a:pt x="157" y="189"/>
                  </a:lnTo>
                  <a:lnTo>
                    <a:pt x="157" y="182"/>
                  </a:lnTo>
                  <a:lnTo>
                    <a:pt x="157" y="178"/>
                  </a:lnTo>
                  <a:lnTo>
                    <a:pt x="158" y="177"/>
                  </a:lnTo>
                  <a:lnTo>
                    <a:pt x="158" y="175"/>
                  </a:lnTo>
                  <a:lnTo>
                    <a:pt x="155" y="175"/>
                  </a:lnTo>
                  <a:lnTo>
                    <a:pt x="154" y="175"/>
                  </a:lnTo>
                  <a:lnTo>
                    <a:pt x="153" y="178"/>
                  </a:lnTo>
                  <a:lnTo>
                    <a:pt x="154" y="179"/>
                  </a:lnTo>
                  <a:lnTo>
                    <a:pt x="154" y="181"/>
                  </a:lnTo>
                  <a:lnTo>
                    <a:pt x="153" y="181"/>
                  </a:lnTo>
                  <a:lnTo>
                    <a:pt x="149" y="183"/>
                  </a:lnTo>
                  <a:lnTo>
                    <a:pt x="149" y="186"/>
                  </a:lnTo>
                  <a:lnTo>
                    <a:pt x="150" y="190"/>
                  </a:lnTo>
                  <a:lnTo>
                    <a:pt x="147" y="193"/>
                  </a:lnTo>
                  <a:lnTo>
                    <a:pt x="146" y="193"/>
                  </a:lnTo>
                  <a:lnTo>
                    <a:pt x="145" y="191"/>
                  </a:lnTo>
                  <a:lnTo>
                    <a:pt x="146" y="189"/>
                  </a:lnTo>
                  <a:lnTo>
                    <a:pt x="146" y="186"/>
                  </a:lnTo>
                  <a:lnTo>
                    <a:pt x="143" y="186"/>
                  </a:lnTo>
                  <a:lnTo>
                    <a:pt x="141" y="187"/>
                  </a:lnTo>
                  <a:lnTo>
                    <a:pt x="141" y="190"/>
                  </a:lnTo>
                  <a:lnTo>
                    <a:pt x="141" y="193"/>
                  </a:lnTo>
                  <a:lnTo>
                    <a:pt x="142" y="194"/>
                  </a:lnTo>
                  <a:lnTo>
                    <a:pt x="138" y="194"/>
                  </a:lnTo>
                  <a:lnTo>
                    <a:pt x="133" y="193"/>
                  </a:lnTo>
                  <a:lnTo>
                    <a:pt x="130" y="195"/>
                  </a:lnTo>
                  <a:lnTo>
                    <a:pt x="128" y="195"/>
                  </a:lnTo>
                  <a:lnTo>
                    <a:pt x="128" y="195"/>
                  </a:lnTo>
                  <a:lnTo>
                    <a:pt x="128" y="194"/>
                  </a:lnTo>
                  <a:lnTo>
                    <a:pt x="130" y="194"/>
                  </a:lnTo>
                  <a:lnTo>
                    <a:pt x="130" y="193"/>
                  </a:lnTo>
                  <a:lnTo>
                    <a:pt x="129" y="193"/>
                  </a:lnTo>
                  <a:lnTo>
                    <a:pt x="128" y="193"/>
                  </a:lnTo>
                  <a:lnTo>
                    <a:pt x="126" y="193"/>
                  </a:lnTo>
                  <a:lnTo>
                    <a:pt x="125" y="191"/>
                  </a:lnTo>
                  <a:lnTo>
                    <a:pt x="125" y="193"/>
                  </a:lnTo>
                  <a:lnTo>
                    <a:pt x="124" y="193"/>
                  </a:lnTo>
                  <a:lnTo>
                    <a:pt x="122" y="193"/>
                  </a:lnTo>
                  <a:lnTo>
                    <a:pt x="122" y="190"/>
                  </a:lnTo>
                  <a:lnTo>
                    <a:pt x="124" y="189"/>
                  </a:lnTo>
                  <a:lnTo>
                    <a:pt x="122" y="189"/>
                  </a:lnTo>
                  <a:lnTo>
                    <a:pt x="121" y="190"/>
                  </a:lnTo>
                  <a:lnTo>
                    <a:pt x="120" y="194"/>
                  </a:lnTo>
                  <a:lnTo>
                    <a:pt x="121" y="195"/>
                  </a:lnTo>
                  <a:lnTo>
                    <a:pt x="125" y="197"/>
                  </a:lnTo>
                  <a:lnTo>
                    <a:pt x="125" y="199"/>
                  </a:lnTo>
                  <a:lnTo>
                    <a:pt x="126" y="199"/>
                  </a:lnTo>
                  <a:lnTo>
                    <a:pt x="125" y="200"/>
                  </a:lnTo>
                  <a:lnTo>
                    <a:pt x="124" y="200"/>
                  </a:lnTo>
                  <a:lnTo>
                    <a:pt x="121" y="202"/>
                  </a:lnTo>
                  <a:lnTo>
                    <a:pt x="120" y="204"/>
                  </a:lnTo>
                  <a:lnTo>
                    <a:pt x="120" y="206"/>
                  </a:lnTo>
                  <a:lnTo>
                    <a:pt x="120" y="207"/>
                  </a:lnTo>
                  <a:lnTo>
                    <a:pt x="118" y="207"/>
                  </a:lnTo>
                  <a:lnTo>
                    <a:pt x="118" y="210"/>
                  </a:lnTo>
                  <a:lnTo>
                    <a:pt x="116" y="214"/>
                  </a:lnTo>
                  <a:lnTo>
                    <a:pt x="114" y="214"/>
                  </a:lnTo>
                  <a:lnTo>
                    <a:pt x="112" y="214"/>
                  </a:lnTo>
                  <a:lnTo>
                    <a:pt x="109" y="211"/>
                  </a:lnTo>
                  <a:lnTo>
                    <a:pt x="106" y="210"/>
                  </a:lnTo>
                  <a:lnTo>
                    <a:pt x="106" y="207"/>
                  </a:lnTo>
                  <a:lnTo>
                    <a:pt x="106" y="206"/>
                  </a:lnTo>
                  <a:lnTo>
                    <a:pt x="106" y="204"/>
                  </a:lnTo>
                  <a:lnTo>
                    <a:pt x="106" y="202"/>
                  </a:lnTo>
                  <a:lnTo>
                    <a:pt x="105" y="202"/>
                  </a:lnTo>
                  <a:lnTo>
                    <a:pt x="105" y="199"/>
                  </a:lnTo>
                  <a:lnTo>
                    <a:pt x="106" y="197"/>
                  </a:lnTo>
                  <a:lnTo>
                    <a:pt x="106" y="195"/>
                  </a:lnTo>
                  <a:lnTo>
                    <a:pt x="106" y="194"/>
                  </a:lnTo>
                  <a:lnTo>
                    <a:pt x="104" y="194"/>
                  </a:lnTo>
                  <a:lnTo>
                    <a:pt x="101" y="194"/>
                  </a:lnTo>
                  <a:lnTo>
                    <a:pt x="97" y="195"/>
                  </a:lnTo>
                  <a:lnTo>
                    <a:pt x="95" y="197"/>
                  </a:lnTo>
                  <a:lnTo>
                    <a:pt x="95" y="198"/>
                  </a:lnTo>
                  <a:lnTo>
                    <a:pt x="92" y="199"/>
                  </a:lnTo>
                  <a:lnTo>
                    <a:pt x="92" y="200"/>
                  </a:lnTo>
                  <a:lnTo>
                    <a:pt x="91" y="200"/>
                  </a:lnTo>
                  <a:lnTo>
                    <a:pt x="89" y="200"/>
                  </a:lnTo>
                  <a:lnTo>
                    <a:pt x="87" y="200"/>
                  </a:lnTo>
                  <a:lnTo>
                    <a:pt x="84" y="202"/>
                  </a:lnTo>
                  <a:lnTo>
                    <a:pt x="80" y="203"/>
                  </a:lnTo>
                  <a:lnTo>
                    <a:pt x="78" y="203"/>
                  </a:lnTo>
                  <a:lnTo>
                    <a:pt x="76" y="203"/>
                  </a:lnTo>
                  <a:lnTo>
                    <a:pt x="75" y="202"/>
                  </a:lnTo>
                  <a:lnTo>
                    <a:pt x="74" y="202"/>
                  </a:lnTo>
                  <a:lnTo>
                    <a:pt x="72" y="203"/>
                  </a:lnTo>
                  <a:lnTo>
                    <a:pt x="74" y="206"/>
                  </a:lnTo>
                  <a:lnTo>
                    <a:pt x="74" y="207"/>
                  </a:lnTo>
                  <a:lnTo>
                    <a:pt x="74" y="210"/>
                  </a:lnTo>
                  <a:lnTo>
                    <a:pt x="72" y="210"/>
                  </a:lnTo>
                  <a:lnTo>
                    <a:pt x="71" y="210"/>
                  </a:lnTo>
                  <a:lnTo>
                    <a:pt x="67" y="208"/>
                  </a:lnTo>
                  <a:lnTo>
                    <a:pt x="64" y="208"/>
                  </a:lnTo>
                  <a:lnTo>
                    <a:pt x="60" y="211"/>
                  </a:lnTo>
                  <a:lnTo>
                    <a:pt x="60" y="211"/>
                  </a:lnTo>
                  <a:lnTo>
                    <a:pt x="63" y="215"/>
                  </a:lnTo>
                  <a:lnTo>
                    <a:pt x="64" y="215"/>
                  </a:lnTo>
                  <a:lnTo>
                    <a:pt x="66" y="214"/>
                  </a:lnTo>
                  <a:lnTo>
                    <a:pt x="66" y="214"/>
                  </a:lnTo>
                  <a:lnTo>
                    <a:pt x="68" y="214"/>
                  </a:lnTo>
                  <a:lnTo>
                    <a:pt x="70" y="214"/>
                  </a:lnTo>
                  <a:lnTo>
                    <a:pt x="70" y="218"/>
                  </a:lnTo>
                  <a:lnTo>
                    <a:pt x="70" y="219"/>
                  </a:lnTo>
                  <a:lnTo>
                    <a:pt x="67" y="220"/>
                  </a:lnTo>
                  <a:lnTo>
                    <a:pt x="68" y="220"/>
                  </a:lnTo>
                  <a:lnTo>
                    <a:pt x="72" y="220"/>
                  </a:lnTo>
                  <a:lnTo>
                    <a:pt x="72" y="222"/>
                  </a:lnTo>
                  <a:lnTo>
                    <a:pt x="74" y="223"/>
                  </a:lnTo>
                  <a:lnTo>
                    <a:pt x="74" y="224"/>
                  </a:lnTo>
                  <a:lnTo>
                    <a:pt x="74" y="226"/>
                  </a:lnTo>
                  <a:lnTo>
                    <a:pt x="75" y="227"/>
                  </a:lnTo>
                  <a:lnTo>
                    <a:pt x="72" y="229"/>
                  </a:lnTo>
                  <a:lnTo>
                    <a:pt x="71" y="231"/>
                  </a:lnTo>
                  <a:lnTo>
                    <a:pt x="71" y="235"/>
                  </a:lnTo>
                  <a:lnTo>
                    <a:pt x="71" y="241"/>
                  </a:lnTo>
                  <a:lnTo>
                    <a:pt x="72" y="243"/>
                  </a:lnTo>
                  <a:lnTo>
                    <a:pt x="72" y="247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68" y="248"/>
                  </a:lnTo>
                  <a:lnTo>
                    <a:pt x="67" y="249"/>
                  </a:lnTo>
                  <a:lnTo>
                    <a:pt x="68" y="251"/>
                  </a:lnTo>
                  <a:lnTo>
                    <a:pt x="70" y="252"/>
                  </a:lnTo>
                  <a:lnTo>
                    <a:pt x="67" y="256"/>
                  </a:lnTo>
                  <a:lnTo>
                    <a:pt x="66" y="257"/>
                  </a:lnTo>
                  <a:lnTo>
                    <a:pt x="66" y="254"/>
                  </a:lnTo>
                  <a:lnTo>
                    <a:pt x="66" y="253"/>
                  </a:lnTo>
                  <a:lnTo>
                    <a:pt x="64" y="251"/>
                  </a:lnTo>
                  <a:lnTo>
                    <a:pt x="63" y="248"/>
                  </a:lnTo>
                  <a:lnTo>
                    <a:pt x="63" y="247"/>
                  </a:lnTo>
                  <a:lnTo>
                    <a:pt x="64" y="245"/>
                  </a:lnTo>
                  <a:lnTo>
                    <a:pt x="63" y="245"/>
                  </a:lnTo>
                  <a:lnTo>
                    <a:pt x="62" y="247"/>
                  </a:lnTo>
                  <a:lnTo>
                    <a:pt x="62" y="251"/>
                  </a:lnTo>
                  <a:lnTo>
                    <a:pt x="63" y="253"/>
                  </a:lnTo>
                  <a:lnTo>
                    <a:pt x="63" y="254"/>
                  </a:lnTo>
                  <a:lnTo>
                    <a:pt x="63" y="254"/>
                  </a:lnTo>
                  <a:lnTo>
                    <a:pt x="60" y="254"/>
                  </a:lnTo>
                  <a:lnTo>
                    <a:pt x="59" y="254"/>
                  </a:lnTo>
                  <a:lnTo>
                    <a:pt x="58" y="252"/>
                  </a:lnTo>
                  <a:lnTo>
                    <a:pt x="59" y="251"/>
                  </a:lnTo>
                  <a:lnTo>
                    <a:pt x="59" y="249"/>
                  </a:lnTo>
                  <a:lnTo>
                    <a:pt x="56" y="247"/>
                  </a:lnTo>
                  <a:lnTo>
                    <a:pt x="56" y="243"/>
                  </a:lnTo>
                  <a:lnTo>
                    <a:pt x="54" y="240"/>
                  </a:lnTo>
                  <a:lnTo>
                    <a:pt x="54" y="239"/>
                  </a:lnTo>
                  <a:lnTo>
                    <a:pt x="55" y="237"/>
                  </a:lnTo>
                  <a:lnTo>
                    <a:pt x="58" y="235"/>
                  </a:lnTo>
                  <a:lnTo>
                    <a:pt x="58" y="229"/>
                  </a:lnTo>
                  <a:lnTo>
                    <a:pt x="56" y="229"/>
                  </a:lnTo>
                  <a:lnTo>
                    <a:pt x="56" y="227"/>
                  </a:lnTo>
                  <a:lnTo>
                    <a:pt x="54" y="223"/>
                  </a:lnTo>
                  <a:lnTo>
                    <a:pt x="52" y="222"/>
                  </a:lnTo>
                  <a:lnTo>
                    <a:pt x="51" y="223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7"/>
                  </a:lnTo>
                  <a:lnTo>
                    <a:pt x="52" y="227"/>
                  </a:lnTo>
                  <a:lnTo>
                    <a:pt x="54" y="228"/>
                  </a:lnTo>
                  <a:lnTo>
                    <a:pt x="54" y="229"/>
                  </a:lnTo>
                  <a:lnTo>
                    <a:pt x="52" y="231"/>
                  </a:lnTo>
                  <a:lnTo>
                    <a:pt x="51" y="229"/>
                  </a:lnTo>
                  <a:lnTo>
                    <a:pt x="52" y="229"/>
                  </a:lnTo>
                  <a:lnTo>
                    <a:pt x="51" y="228"/>
                  </a:lnTo>
                  <a:lnTo>
                    <a:pt x="50" y="229"/>
                  </a:lnTo>
                  <a:lnTo>
                    <a:pt x="49" y="231"/>
                  </a:lnTo>
                  <a:lnTo>
                    <a:pt x="47" y="231"/>
                  </a:lnTo>
                  <a:lnTo>
                    <a:pt x="49" y="229"/>
                  </a:lnTo>
                  <a:lnTo>
                    <a:pt x="49" y="228"/>
                  </a:lnTo>
                  <a:lnTo>
                    <a:pt x="47" y="228"/>
                  </a:lnTo>
                  <a:lnTo>
                    <a:pt x="46" y="226"/>
                  </a:lnTo>
                  <a:lnTo>
                    <a:pt x="47" y="224"/>
                  </a:lnTo>
                  <a:lnTo>
                    <a:pt x="47" y="226"/>
                  </a:lnTo>
                  <a:lnTo>
                    <a:pt x="49" y="227"/>
                  </a:lnTo>
                  <a:lnTo>
                    <a:pt x="49" y="227"/>
                  </a:lnTo>
                  <a:lnTo>
                    <a:pt x="47" y="223"/>
                  </a:lnTo>
                  <a:lnTo>
                    <a:pt x="47" y="222"/>
                  </a:lnTo>
                  <a:lnTo>
                    <a:pt x="46" y="222"/>
                  </a:lnTo>
                  <a:lnTo>
                    <a:pt x="45" y="222"/>
                  </a:lnTo>
                  <a:lnTo>
                    <a:pt x="47" y="220"/>
                  </a:lnTo>
                  <a:lnTo>
                    <a:pt x="49" y="220"/>
                  </a:lnTo>
                  <a:lnTo>
                    <a:pt x="50" y="218"/>
                  </a:lnTo>
                  <a:lnTo>
                    <a:pt x="52" y="216"/>
                  </a:lnTo>
                  <a:lnTo>
                    <a:pt x="54" y="215"/>
                  </a:lnTo>
                  <a:lnTo>
                    <a:pt x="54" y="214"/>
                  </a:lnTo>
                  <a:lnTo>
                    <a:pt x="56" y="211"/>
                  </a:lnTo>
                  <a:lnTo>
                    <a:pt x="59" y="211"/>
                  </a:lnTo>
                  <a:lnTo>
                    <a:pt x="59" y="210"/>
                  </a:lnTo>
                  <a:lnTo>
                    <a:pt x="59" y="208"/>
                  </a:lnTo>
                  <a:lnTo>
                    <a:pt x="58" y="208"/>
                  </a:lnTo>
                  <a:lnTo>
                    <a:pt x="56" y="204"/>
                  </a:lnTo>
                  <a:lnTo>
                    <a:pt x="58" y="203"/>
                  </a:lnTo>
                  <a:lnTo>
                    <a:pt x="62" y="202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6" y="197"/>
                  </a:lnTo>
                  <a:lnTo>
                    <a:pt x="67" y="195"/>
                  </a:lnTo>
                  <a:lnTo>
                    <a:pt x="71" y="191"/>
                  </a:lnTo>
                  <a:lnTo>
                    <a:pt x="71" y="190"/>
                  </a:lnTo>
                  <a:lnTo>
                    <a:pt x="72" y="189"/>
                  </a:lnTo>
                  <a:lnTo>
                    <a:pt x="74" y="186"/>
                  </a:lnTo>
                  <a:lnTo>
                    <a:pt x="78" y="183"/>
                  </a:lnTo>
                  <a:lnTo>
                    <a:pt x="80" y="183"/>
                  </a:lnTo>
                  <a:lnTo>
                    <a:pt x="81" y="183"/>
                  </a:lnTo>
                  <a:lnTo>
                    <a:pt x="84" y="182"/>
                  </a:lnTo>
                  <a:lnTo>
                    <a:pt x="87" y="182"/>
                  </a:lnTo>
                  <a:lnTo>
                    <a:pt x="89" y="181"/>
                  </a:lnTo>
                  <a:lnTo>
                    <a:pt x="92" y="181"/>
                  </a:lnTo>
                  <a:lnTo>
                    <a:pt x="97" y="178"/>
                  </a:lnTo>
                  <a:lnTo>
                    <a:pt x="99" y="179"/>
                  </a:lnTo>
                  <a:lnTo>
                    <a:pt x="100" y="179"/>
                  </a:lnTo>
                  <a:lnTo>
                    <a:pt x="101" y="178"/>
                  </a:lnTo>
                  <a:lnTo>
                    <a:pt x="103" y="178"/>
                  </a:lnTo>
                  <a:lnTo>
                    <a:pt x="103" y="181"/>
                  </a:lnTo>
                  <a:lnTo>
                    <a:pt x="104" y="181"/>
                  </a:lnTo>
                  <a:lnTo>
                    <a:pt x="105" y="179"/>
                  </a:lnTo>
                  <a:lnTo>
                    <a:pt x="106" y="181"/>
                  </a:lnTo>
                  <a:lnTo>
                    <a:pt x="108" y="179"/>
                  </a:lnTo>
                  <a:lnTo>
                    <a:pt x="108" y="179"/>
                  </a:lnTo>
                  <a:lnTo>
                    <a:pt x="109" y="179"/>
                  </a:lnTo>
                  <a:lnTo>
                    <a:pt x="109" y="177"/>
                  </a:lnTo>
                  <a:lnTo>
                    <a:pt x="109" y="177"/>
                  </a:lnTo>
                  <a:lnTo>
                    <a:pt x="109" y="175"/>
                  </a:lnTo>
                  <a:lnTo>
                    <a:pt x="109" y="174"/>
                  </a:lnTo>
                  <a:lnTo>
                    <a:pt x="108" y="173"/>
                  </a:lnTo>
                  <a:lnTo>
                    <a:pt x="109" y="169"/>
                  </a:lnTo>
                  <a:lnTo>
                    <a:pt x="109" y="168"/>
                  </a:lnTo>
                  <a:lnTo>
                    <a:pt x="109" y="166"/>
                  </a:lnTo>
                  <a:lnTo>
                    <a:pt x="112" y="164"/>
                  </a:lnTo>
                  <a:lnTo>
                    <a:pt x="113" y="161"/>
                  </a:lnTo>
                  <a:lnTo>
                    <a:pt x="112" y="156"/>
                  </a:lnTo>
                  <a:lnTo>
                    <a:pt x="110" y="153"/>
                  </a:lnTo>
                  <a:lnTo>
                    <a:pt x="112" y="150"/>
                  </a:lnTo>
                  <a:lnTo>
                    <a:pt x="113" y="149"/>
                  </a:lnTo>
                  <a:lnTo>
                    <a:pt x="116" y="148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9"/>
                  </a:lnTo>
                  <a:lnTo>
                    <a:pt x="117" y="150"/>
                  </a:lnTo>
                  <a:lnTo>
                    <a:pt x="116" y="152"/>
                  </a:lnTo>
                  <a:lnTo>
                    <a:pt x="114" y="153"/>
                  </a:lnTo>
                  <a:lnTo>
                    <a:pt x="114" y="154"/>
                  </a:lnTo>
                  <a:lnTo>
                    <a:pt x="117" y="157"/>
                  </a:lnTo>
                  <a:lnTo>
                    <a:pt x="121" y="160"/>
                  </a:lnTo>
                  <a:lnTo>
                    <a:pt x="121" y="157"/>
                  </a:lnTo>
                  <a:lnTo>
                    <a:pt x="124" y="156"/>
                  </a:lnTo>
                  <a:lnTo>
                    <a:pt x="129" y="153"/>
                  </a:lnTo>
                  <a:lnTo>
                    <a:pt x="133" y="150"/>
                  </a:lnTo>
                  <a:lnTo>
                    <a:pt x="133" y="148"/>
                  </a:lnTo>
                  <a:lnTo>
                    <a:pt x="134" y="145"/>
                  </a:lnTo>
                  <a:lnTo>
                    <a:pt x="134" y="141"/>
                  </a:lnTo>
                  <a:lnTo>
                    <a:pt x="135" y="139"/>
                  </a:lnTo>
                  <a:lnTo>
                    <a:pt x="138" y="136"/>
                  </a:lnTo>
                  <a:lnTo>
                    <a:pt x="139" y="133"/>
                  </a:lnTo>
                  <a:lnTo>
                    <a:pt x="138" y="129"/>
                  </a:lnTo>
                  <a:lnTo>
                    <a:pt x="141" y="122"/>
                  </a:lnTo>
                  <a:lnTo>
                    <a:pt x="141" y="116"/>
                  </a:lnTo>
                  <a:lnTo>
                    <a:pt x="141" y="112"/>
                  </a:lnTo>
                  <a:lnTo>
                    <a:pt x="139" y="107"/>
                  </a:lnTo>
                  <a:lnTo>
                    <a:pt x="138" y="102"/>
                  </a:lnTo>
                  <a:lnTo>
                    <a:pt x="135" y="103"/>
                  </a:lnTo>
                  <a:lnTo>
                    <a:pt x="134" y="104"/>
                  </a:lnTo>
                  <a:lnTo>
                    <a:pt x="133" y="102"/>
                  </a:lnTo>
                  <a:lnTo>
                    <a:pt x="133" y="100"/>
                  </a:lnTo>
                  <a:lnTo>
                    <a:pt x="134" y="100"/>
                  </a:lnTo>
                  <a:lnTo>
                    <a:pt x="137" y="100"/>
                  </a:lnTo>
                  <a:lnTo>
                    <a:pt x="137" y="97"/>
                  </a:lnTo>
                  <a:lnTo>
                    <a:pt x="137" y="95"/>
                  </a:lnTo>
                  <a:lnTo>
                    <a:pt x="133" y="93"/>
                  </a:lnTo>
                  <a:lnTo>
                    <a:pt x="133" y="90"/>
                  </a:lnTo>
                  <a:lnTo>
                    <a:pt x="135" y="89"/>
                  </a:lnTo>
                  <a:lnTo>
                    <a:pt x="137" y="87"/>
                  </a:lnTo>
                  <a:lnTo>
                    <a:pt x="137" y="86"/>
                  </a:lnTo>
                  <a:lnTo>
                    <a:pt x="135" y="82"/>
                  </a:lnTo>
                  <a:lnTo>
                    <a:pt x="135" y="81"/>
                  </a:lnTo>
                  <a:lnTo>
                    <a:pt x="137" y="81"/>
                  </a:lnTo>
                  <a:lnTo>
                    <a:pt x="138" y="81"/>
                  </a:lnTo>
                  <a:lnTo>
                    <a:pt x="139" y="82"/>
                  </a:lnTo>
                  <a:lnTo>
                    <a:pt x="139" y="85"/>
                  </a:lnTo>
                  <a:lnTo>
                    <a:pt x="139" y="86"/>
                  </a:lnTo>
                  <a:lnTo>
                    <a:pt x="142" y="87"/>
                  </a:lnTo>
                  <a:lnTo>
                    <a:pt x="143" y="86"/>
                  </a:lnTo>
                  <a:lnTo>
                    <a:pt x="142" y="83"/>
                  </a:lnTo>
                  <a:lnTo>
                    <a:pt x="142" y="83"/>
                  </a:lnTo>
                  <a:lnTo>
                    <a:pt x="145" y="83"/>
                  </a:lnTo>
                  <a:lnTo>
                    <a:pt x="146" y="83"/>
                  </a:lnTo>
                  <a:lnTo>
                    <a:pt x="146" y="81"/>
                  </a:lnTo>
                  <a:lnTo>
                    <a:pt x="145" y="78"/>
                  </a:lnTo>
                  <a:lnTo>
                    <a:pt x="142" y="81"/>
                  </a:lnTo>
                  <a:lnTo>
                    <a:pt x="142" y="81"/>
                  </a:lnTo>
                  <a:lnTo>
                    <a:pt x="141" y="79"/>
                  </a:lnTo>
                  <a:lnTo>
                    <a:pt x="141" y="78"/>
                  </a:lnTo>
                  <a:lnTo>
                    <a:pt x="142" y="75"/>
                  </a:lnTo>
                  <a:lnTo>
                    <a:pt x="141" y="74"/>
                  </a:lnTo>
                  <a:close/>
                  <a:moveTo>
                    <a:pt x="120" y="60"/>
                  </a:moveTo>
                  <a:lnTo>
                    <a:pt x="120" y="62"/>
                  </a:lnTo>
                  <a:lnTo>
                    <a:pt x="120" y="64"/>
                  </a:lnTo>
                  <a:lnTo>
                    <a:pt x="118" y="65"/>
                  </a:lnTo>
                  <a:lnTo>
                    <a:pt x="117" y="64"/>
                  </a:lnTo>
                  <a:lnTo>
                    <a:pt x="117" y="62"/>
                  </a:lnTo>
                  <a:lnTo>
                    <a:pt x="118" y="61"/>
                  </a:lnTo>
                  <a:lnTo>
                    <a:pt x="120" y="60"/>
                  </a:lnTo>
                  <a:close/>
                  <a:moveTo>
                    <a:pt x="129" y="0"/>
                  </a:moveTo>
                  <a:lnTo>
                    <a:pt x="132" y="0"/>
                  </a:lnTo>
                  <a:lnTo>
                    <a:pt x="133" y="3"/>
                  </a:lnTo>
                  <a:lnTo>
                    <a:pt x="137" y="6"/>
                  </a:lnTo>
                  <a:lnTo>
                    <a:pt x="139" y="6"/>
                  </a:lnTo>
                  <a:lnTo>
                    <a:pt x="142" y="10"/>
                  </a:lnTo>
                  <a:lnTo>
                    <a:pt x="147" y="15"/>
                  </a:lnTo>
                  <a:lnTo>
                    <a:pt x="150" y="16"/>
                  </a:lnTo>
                  <a:lnTo>
                    <a:pt x="151" y="19"/>
                  </a:lnTo>
                  <a:lnTo>
                    <a:pt x="153" y="19"/>
                  </a:lnTo>
                  <a:lnTo>
                    <a:pt x="155" y="22"/>
                  </a:lnTo>
                  <a:lnTo>
                    <a:pt x="159" y="23"/>
                  </a:lnTo>
                  <a:lnTo>
                    <a:pt x="162" y="23"/>
                  </a:lnTo>
                  <a:lnTo>
                    <a:pt x="164" y="25"/>
                  </a:lnTo>
                  <a:lnTo>
                    <a:pt x="166" y="25"/>
                  </a:lnTo>
                  <a:lnTo>
                    <a:pt x="167" y="25"/>
                  </a:lnTo>
                  <a:lnTo>
                    <a:pt x="170" y="25"/>
                  </a:lnTo>
                  <a:lnTo>
                    <a:pt x="174" y="23"/>
                  </a:lnTo>
                  <a:lnTo>
                    <a:pt x="175" y="20"/>
                  </a:lnTo>
                  <a:lnTo>
                    <a:pt x="176" y="18"/>
                  </a:lnTo>
                  <a:lnTo>
                    <a:pt x="176" y="18"/>
                  </a:lnTo>
                  <a:lnTo>
                    <a:pt x="176" y="19"/>
                  </a:lnTo>
                  <a:lnTo>
                    <a:pt x="176" y="20"/>
                  </a:lnTo>
                  <a:lnTo>
                    <a:pt x="176" y="24"/>
                  </a:lnTo>
                  <a:lnTo>
                    <a:pt x="176" y="27"/>
                  </a:lnTo>
                  <a:lnTo>
                    <a:pt x="176" y="28"/>
                  </a:lnTo>
                  <a:lnTo>
                    <a:pt x="179" y="31"/>
                  </a:lnTo>
                  <a:lnTo>
                    <a:pt x="182" y="32"/>
                  </a:lnTo>
                  <a:lnTo>
                    <a:pt x="182" y="35"/>
                  </a:lnTo>
                  <a:lnTo>
                    <a:pt x="182" y="36"/>
                  </a:lnTo>
                  <a:lnTo>
                    <a:pt x="183" y="36"/>
                  </a:lnTo>
                  <a:lnTo>
                    <a:pt x="184" y="33"/>
                  </a:lnTo>
                  <a:lnTo>
                    <a:pt x="185" y="32"/>
                  </a:lnTo>
                  <a:lnTo>
                    <a:pt x="187" y="32"/>
                  </a:lnTo>
                  <a:lnTo>
                    <a:pt x="187" y="33"/>
                  </a:lnTo>
                  <a:lnTo>
                    <a:pt x="185" y="35"/>
                  </a:lnTo>
                  <a:lnTo>
                    <a:pt x="185" y="36"/>
                  </a:lnTo>
                  <a:lnTo>
                    <a:pt x="184" y="37"/>
                  </a:lnTo>
                  <a:lnTo>
                    <a:pt x="182" y="39"/>
                  </a:lnTo>
                  <a:lnTo>
                    <a:pt x="182" y="40"/>
                  </a:lnTo>
                  <a:lnTo>
                    <a:pt x="180" y="41"/>
                  </a:lnTo>
                  <a:lnTo>
                    <a:pt x="179" y="41"/>
                  </a:lnTo>
                  <a:lnTo>
                    <a:pt x="178" y="41"/>
                  </a:lnTo>
                  <a:lnTo>
                    <a:pt x="176" y="43"/>
                  </a:lnTo>
                  <a:lnTo>
                    <a:pt x="176" y="44"/>
                  </a:lnTo>
                  <a:lnTo>
                    <a:pt x="174" y="44"/>
                  </a:lnTo>
                  <a:lnTo>
                    <a:pt x="171" y="43"/>
                  </a:lnTo>
                  <a:lnTo>
                    <a:pt x="170" y="44"/>
                  </a:lnTo>
                  <a:lnTo>
                    <a:pt x="166" y="48"/>
                  </a:lnTo>
                  <a:lnTo>
                    <a:pt x="164" y="53"/>
                  </a:lnTo>
                  <a:lnTo>
                    <a:pt x="164" y="57"/>
                  </a:lnTo>
                  <a:lnTo>
                    <a:pt x="164" y="60"/>
                  </a:lnTo>
                  <a:lnTo>
                    <a:pt x="164" y="61"/>
                  </a:lnTo>
                  <a:lnTo>
                    <a:pt x="164" y="64"/>
                  </a:lnTo>
                  <a:lnTo>
                    <a:pt x="163" y="62"/>
                  </a:lnTo>
                  <a:lnTo>
                    <a:pt x="162" y="61"/>
                  </a:lnTo>
                  <a:lnTo>
                    <a:pt x="158" y="60"/>
                  </a:lnTo>
                  <a:lnTo>
                    <a:pt x="154" y="58"/>
                  </a:lnTo>
                  <a:lnTo>
                    <a:pt x="151" y="54"/>
                  </a:lnTo>
                  <a:lnTo>
                    <a:pt x="149" y="53"/>
                  </a:lnTo>
                  <a:lnTo>
                    <a:pt x="147" y="53"/>
                  </a:lnTo>
                  <a:lnTo>
                    <a:pt x="145" y="53"/>
                  </a:lnTo>
                  <a:lnTo>
                    <a:pt x="145" y="52"/>
                  </a:lnTo>
                  <a:lnTo>
                    <a:pt x="142" y="52"/>
                  </a:lnTo>
                  <a:lnTo>
                    <a:pt x="139" y="53"/>
                  </a:lnTo>
                  <a:lnTo>
                    <a:pt x="137" y="57"/>
                  </a:lnTo>
                  <a:lnTo>
                    <a:pt x="135" y="57"/>
                  </a:lnTo>
                  <a:lnTo>
                    <a:pt x="133" y="54"/>
                  </a:lnTo>
                  <a:lnTo>
                    <a:pt x="130" y="54"/>
                  </a:lnTo>
                  <a:lnTo>
                    <a:pt x="129" y="56"/>
                  </a:lnTo>
                  <a:lnTo>
                    <a:pt x="129" y="58"/>
                  </a:lnTo>
                  <a:lnTo>
                    <a:pt x="130" y="61"/>
                  </a:lnTo>
                  <a:lnTo>
                    <a:pt x="133" y="62"/>
                  </a:lnTo>
                  <a:lnTo>
                    <a:pt x="135" y="61"/>
                  </a:lnTo>
                  <a:lnTo>
                    <a:pt x="138" y="65"/>
                  </a:lnTo>
                  <a:lnTo>
                    <a:pt x="141" y="65"/>
                  </a:lnTo>
                  <a:lnTo>
                    <a:pt x="143" y="65"/>
                  </a:lnTo>
                  <a:lnTo>
                    <a:pt x="145" y="66"/>
                  </a:lnTo>
                  <a:lnTo>
                    <a:pt x="142" y="69"/>
                  </a:lnTo>
                  <a:lnTo>
                    <a:pt x="142" y="70"/>
                  </a:lnTo>
                  <a:lnTo>
                    <a:pt x="141" y="69"/>
                  </a:lnTo>
                  <a:lnTo>
                    <a:pt x="137" y="69"/>
                  </a:lnTo>
                  <a:lnTo>
                    <a:pt x="135" y="70"/>
                  </a:lnTo>
                  <a:lnTo>
                    <a:pt x="135" y="72"/>
                  </a:lnTo>
                  <a:lnTo>
                    <a:pt x="135" y="74"/>
                  </a:lnTo>
                  <a:lnTo>
                    <a:pt x="133" y="77"/>
                  </a:lnTo>
                  <a:lnTo>
                    <a:pt x="130" y="75"/>
                  </a:lnTo>
                  <a:lnTo>
                    <a:pt x="129" y="74"/>
                  </a:lnTo>
                  <a:lnTo>
                    <a:pt x="130" y="73"/>
                  </a:lnTo>
                  <a:lnTo>
                    <a:pt x="129" y="69"/>
                  </a:lnTo>
                  <a:lnTo>
                    <a:pt x="128" y="65"/>
                  </a:lnTo>
                  <a:lnTo>
                    <a:pt x="126" y="64"/>
                  </a:lnTo>
                  <a:lnTo>
                    <a:pt x="124" y="62"/>
                  </a:lnTo>
                  <a:lnTo>
                    <a:pt x="122" y="62"/>
                  </a:lnTo>
                  <a:lnTo>
                    <a:pt x="122" y="60"/>
                  </a:lnTo>
                  <a:lnTo>
                    <a:pt x="122" y="57"/>
                  </a:lnTo>
                  <a:lnTo>
                    <a:pt x="122" y="54"/>
                  </a:lnTo>
                  <a:lnTo>
                    <a:pt x="124" y="53"/>
                  </a:lnTo>
                  <a:lnTo>
                    <a:pt x="125" y="52"/>
                  </a:lnTo>
                  <a:lnTo>
                    <a:pt x="125" y="50"/>
                  </a:lnTo>
                  <a:lnTo>
                    <a:pt x="126" y="50"/>
                  </a:lnTo>
                  <a:lnTo>
                    <a:pt x="128" y="48"/>
                  </a:lnTo>
                  <a:lnTo>
                    <a:pt x="129" y="47"/>
                  </a:lnTo>
                  <a:lnTo>
                    <a:pt x="128" y="47"/>
                  </a:lnTo>
                  <a:lnTo>
                    <a:pt x="126" y="44"/>
                  </a:lnTo>
                  <a:lnTo>
                    <a:pt x="125" y="44"/>
                  </a:lnTo>
                  <a:lnTo>
                    <a:pt x="124" y="44"/>
                  </a:lnTo>
                  <a:lnTo>
                    <a:pt x="125" y="41"/>
                  </a:lnTo>
                  <a:lnTo>
                    <a:pt x="126" y="41"/>
                  </a:lnTo>
                  <a:lnTo>
                    <a:pt x="130" y="43"/>
                  </a:lnTo>
                  <a:lnTo>
                    <a:pt x="134" y="44"/>
                  </a:lnTo>
                  <a:lnTo>
                    <a:pt x="135" y="43"/>
                  </a:lnTo>
                  <a:lnTo>
                    <a:pt x="135" y="41"/>
                  </a:lnTo>
                  <a:lnTo>
                    <a:pt x="137" y="40"/>
                  </a:lnTo>
                  <a:lnTo>
                    <a:pt x="135" y="39"/>
                  </a:lnTo>
                  <a:lnTo>
                    <a:pt x="134" y="37"/>
                  </a:lnTo>
                  <a:lnTo>
                    <a:pt x="134" y="37"/>
                  </a:lnTo>
                  <a:lnTo>
                    <a:pt x="133" y="35"/>
                  </a:lnTo>
                  <a:lnTo>
                    <a:pt x="133" y="32"/>
                  </a:lnTo>
                  <a:lnTo>
                    <a:pt x="134" y="31"/>
                  </a:lnTo>
                  <a:lnTo>
                    <a:pt x="135" y="31"/>
                  </a:lnTo>
                  <a:lnTo>
                    <a:pt x="135" y="29"/>
                  </a:lnTo>
                  <a:lnTo>
                    <a:pt x="134" y="27"/>
                  </a:lnTo>
                  <a:lnTo>
                    <a:pt x="133" y="23"/>
                  </a:lnTo>
                  <a:lnTo>
                    <a:pt x="134" y="22"/>
                  </a:lnTo>
                  <a:lnTo>
                    <a:pt x="133" y="18"/>
                  </a:lnTo>
                  <a:lnTo>
                    <a:pt x="133" y="15"/>
                  </a:lnTo>
                  <a:lnTo>
                    <a:pt x="129" y="8"/>
                  </a:lnTo>
                  <a:lnTo>
                    <a:pt x="128" y="6"/>
                  </a:lnTo>
                  <a:lnTo>
                    <a:pt x="126" y="4"/>
                  </a:lnTo>
                  <a:lnTo>
                    <a:pt x="128" y="3"/>
                  </a:lnTo>
                  <a:lnTo>
                    <a:pt x="129" y="3"/>
                  </a:lnTo>
                  <a:lnTo>
                    <a:pt x="130" y="2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" name="Freeform 345"/>
            <p:cNvSpPr>
              <a:spLocks noEditPoints="1"/>
            </p:cNvSpPr>
            <p:nvPr/>
          </p:nvSpPr>
          <p:spPr bwMode="auto">
            <a:xfrm>
              <a:off x="9424692" y="3005396"/>
              <a:ext cx="137038" cy="218246"/>
            </a:xfrm>
            <a:custGeom>
              <a:avLst/>
              <a:gdLst>
                <a:gd name="T0" fmla="*/ 28 w 54"/>
                <a:gd name="T1" fmla="*/ 81 h 86"/>
                <a:gd name="T2" fmla="*/ 27 w 54"/>
                <a:gd name="T3" fmla="*/ 85 h 86"/>
                <a:gd name="T4" fmla="*/ 20 w 54"/>
                <a:gd name="T5" fmla="*/ 86 h 86"/>
                <a:gd name="T6" fmla="*/ 20 w 54"/>
                <a:gd name="T7" fmla="*/ 82 h 86"/>
                <a:gd name="T8" fmla="*/ 52 w 54"/>
                <a:gd name="T9" fmla="*/ 70 h 86"/>
                <a:gd name="T10" fmla="*/ 53 w 54"/>
                <a:gd name="T11" fmla="*/ 71 h 86"/>
                <a:gd name="T12" fmla="*/ 52 w 54"/>
                <a:gd name="T13" fmla="*/ 73 h 86"/>
                <a:gd name="T14" fmla="*/ 52 w 54"/>
                <a:gd name="T15" fmla="*/ 70 h 86"/>
                <a:gd name="T16" fmla="*/ 19 w 54"/>
                <a:gd name="T17" fmla="*/ 67 h 86"/>
                <a:gd name="T18" fmla="*/ 17 w 54"/>
                <a:gd name="T19" fmla="*/ 69 h 86"/>
                <a:gd name="T20" fmla="*/ 16 w 54"/>
                <a:gd name="T21" fmla="*/ 69 h 86"/>
                <a:gd name="T22" fmla="*/ 17 w 54"/>
                <a:gd name="T23" fmla="*/ 67 h 86"/>
                <a:gd name="T24" fmla="*/ 54 w 54"/>
                <a:gd name="T25" fmla="*/ 63 h 86"/>
                <a:gd name="T26" fmla="*/ 54 w 54"/>
                <a:gd name="T27" fmla="*/ 66 h 86"/>
                <a:gd name="T28" fmla="*/ 53 w 54"/>
                <a:gd name="T29" fmla="*/ 69 h 86"/>
                <a:gd name="T30" fmla="*/ 52 w 54"/>
                <a:gd name="T31" fmla="*/ 65 h 86"/>
                <a:gd name="T32" fmla="*/ 54 w 54"/>
                <a:gd name="T33" fmla="*/ 63 h 86"/>
                <a:gd name="T34" fmla="*/ 36 w 54"/>
                <a:gd name="T35" fmla="*/ 62 h 86"/>
                <a:gd name="T36" fmla="*/ 33 w 54"/>
                <a:gd name="T37" fmla="*/ 61 h 86"/>
                <a:gd name="T38" fmla="*/ 44 w 54"/>
                <a:gd name="T39" fmla="*/ 57 h 86"/>
                <a:gd name="T40" fmla="*/ 45 w 54"/>
                <a:gd name="T41" fmla="*/ 60 h 86"/>
                <a:gd name="T42" fmla="*/ 42 w 54"/>
                <a:gd name="T43" fmla="*/ 62 h 86"/>
                <a:gd name="T44" fmla="*/ 42 w 54"/>
                <a:gd name="T45" fmla="*/ 58 h 86"/>
                <a:gd name="T46" fmla="*/ 27 w 54"/>
                <a:gd name="T47" fmla="*/ 0 h 86"/>
                <a:gd name="T48" fmla="*/ 37 w 54"/>
                <a:gd name="T49" fmla="*/ 15 h 86"/>
                <a:gd name="T50" fmla="*/ 44 w 54"/>
                <a:gd name="T51" fmla="*/ 28 h 86"/>
                <a:gd name="T52" fmla="*/ 48 w 54"/>
                <a:gd name="T53" fmla="*/ 38 h 86"/>
                <a:gd name="T54" fmla="*/ 49 w 54"/>
                <a:gd name="T55" fmla="*/ 41 h 86"/>
                <a:gd name="T56" fmla="*/ 50 w 54"/>
                <a:gd name="T57" fmla="*/ 49 h 86"/>
                <a:gd name="T58" fmla="*/ 49 w 54"/>
                <a:gd name="T59" fmla="*/ 52 h 86"/>
                <a:gd name="T60" fmla="*/ 44 w 54"/>
                <a:gd name="T61" fmla="*/ 56 h 86"/>
                <a:gd name="T62" fmla="*/ 41 w 54"/>
                <a:gd name="T63" fmla="*/ 60 h 86"/>
                <a:gd name="T64" fmla="*/ 39 w 54"/>
                <a:gd name="T65" fmla="*/ 60 h 86"/>
                <a:gd name="T66" fmla="*/ 36 w 54"/>
                <a:gd name="T67" fmla="*/ 58 h 86"/>
                <a:gd name="T68" fmla="*/ 33 w 54"/>
                <a:gd name="T69" fmla="*/ 60 h 86"/>
                <a:gd name="T70" fmla="*/ 31 w 54"/>
                <a:gd name="T71" fmla="*/ 60 h 86"/>
                <a:gd name="T72" fmla="*/ 23 w 54"/>
                <a:gd name="T73" fmla="*/ 66 h 86"/>
                <a:gd name="T74" fmla="*/ 23 w 54"/>
                <a:gd name="T75" fmla="*/ 67 h 86"/>
                <a:gd name="T76" fmla="*/ 20 w 54"/>
                <a:gd name="T77" fmla="*/ 67 h 86"/>
                <a:gd name="T78" fmla="*/ 19 w 54"/>
                <a:gd name="T79" fmla="*/ 63 h 86"/>
                <a:gd name="T80" fmla="*/ 15 w 54"/>
                <a:gd name="T81" fmla="*/ 58 h 86"/>
                <a:gd name="T82" fmla="*/ 15 w 54"/>
                <a:gd name="T83" fmla="*/ 56 h 86"/>
                <a:gd name="T84" fmla="*/ 16 w 54"/>
                <a:gd name="T85" fmla="*/ 53 h 86"/>
                <a:gd name="T86" fmla="*/ 15 w 54"/>
                <a:gd name="T87" fmla="*/ 49 h 86"/>
                <a:gd name="T88" fmla="*/ 19 w 54"/>
                <a:gd name="T89" fmla="*/ 45 h 86"/>
                <a:gd name="T90" fmla="*/ 16 w 54"/>
                <a:gd name="T91" fmla="*/ 42 h 86"/>
                <a:gd name="T92" fmla="*/ 14 w 54"/>
                <a:gd name="T93" fmla="*/ 36 h 86"/>
                <a:gd name="T94" fmla="*/ 12 w 54"/>
                <a:gd name="T95" fmla="*/ 33 h 86"/>
                <a:gd name="T96" fmla="*/ 8 w 54"/>
                <a:gd name="T97" fmla="*/ 28 h 86"/>
                <a:gd name="T98" fmla="*/ 11 w 54"/>
                <a:gd name="T99" fmla="*/ 27 h 86"/>
                <a:gd name="T100" fmla="*/ 16 w 54"/>
                <a:gd name="T101" fmla="*/ 29 h 86"/>
                <a:gd name="T102" fmla="*/ 14 w 54"/>
                <a:gd name="T103" fmla="*/ 24 h 86"/>
                <a:gd name="T104" fmla="*/ 12 w 54"/>
                <a:gd name="T105" fmla="*/ 23 h 86"/>
                <a:gd name="T106" fmla="*/ 4 w 54"/>
                <a:gd name="T107" fmla="*/ 15 h 86"/>
                <a:gd name="T108" fmla="*/ 3 w 54"/>
                <a:gd name="T109" fmla="*/ 13 h 86"/>
                <a:gd name="T110" fmla="*/ 0 w 54"/>
                <a:gd name="T111" fmla="*/ 15 h 86"/>
                <a:gd name="T112" fmla="*/ 6 w 54"/>
                <a:gd name="T113" fmla="*/ 8 h 86"/>
                <a:gd name="T114" fmla="*/ 14 w 54"/>
                <a:gd name="T115" fmla="*/ 3 h 86"/>
                <a:gd name="T116" fmla="*/ 27 w 54"/>
                <a:gd name="T1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" h="86">
                  <a:moveTo>
                    <a:pt x="25" y="81"/>
                  </a:moveTo>
                  <a:lnTo>
                    <a:pt x="28" y="81"/>
                  </a:lnTo>
                  <a:lnTo>
                    <a:pt x="28" y="82"/>
                  </a:lnTo>
                  <a:lnTo>
                    <a:pt x="27" y="85"/>
                  </a:lnTo>
                  <a:lnTo>
                    <a:pt x="21" y="86"/>
                  </a:lnTo>
                  <a:lnTo>
                    <a:pt x="20" y="86"/>
                  </a:lnTo>
                  <a:lnTo>
                    <a:pt x="19" y="83"/>
                  </a:lnTo>
                  <a:lnTo>
                    <a:pt x="20" y="82"/>
                  </a:lnTo>
                  <a:lnTo>
                    <a:pt x="25" y="81"/>
                  </a:lnTo>
                  <a:close/>
                  <a:moveTo>
                    <a:pt x="52" y="70"/>
                  </a:moveTo>
                  <a:lnTo>
                    <a:pt x="54" y="70"/>
                  </a:lnTo>
                  <a:lnTo>
                    <a:pt x="53" y="71"/>
                  </a:lnTo>
                  <a:lnTo>
                    <a:pt x="53" y="73"/>
                  </a:lnTo>
                  <a:lnTo>
                    <a:pt x="52" y="73"/>
                  </a:lnTo>
                  <a:lnTo>
                    <a:pt x="52" y="71"/>
                  </a:lnTo>
                  <a:lnTo>
                    <a:pt x="52" y="70"/>
                  </a:lnTo>
                  <a:close/>
                  <a:moveTo>
                    <a:pt x="17" y="66"/>
                  </a:moveTo>
                  <a:lnTo>
                    <a:pt x="19" y="67"/>
                  </a:lnTo>
                  <a:lnTo>
                    <a:pt x="19" y="69"/>
                  </a:lnTo>
                  <a:lnTo>
                    <a:pt x="17" y="69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6" y="67"/>
                  </a:lnTo>
                  <a:lnTo>
                    <a:pt x="17" y="67"/>
                  </a:lnTo>
                  <a:lnTo>
                    <a:pt x="17" y="66"/>
                  </a:lnTo>
                  <a:close/>
                  <a:moveTo>
                    <a:pt x="54" y="63"/>
                  </a:moveTo>
                  <a:lnTo>
                    <a:pt x="54" y="63"/>
                  </a:lnTo>
                  <a:lnTo>
                    <a:pt x="54" y="66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2" y="67"/>
                  </a:lnTo>
                  <a:lnTo>
                    <a:pt x="52" y="65"/>
                  </a:lnTo>
                  <a:lnTo>
                    <a:pt x="53" y="63"/>
                  </a:lnTo>
                  <a:lnTo>
                    <a:pt x="54" y="63"/>
                  </a:lnTo>
                  <a:close/>
                  <a:moveTo>
                    <a:pt x="35" y="61"/>
                  </a:moveTo>
                  <a:lnTo>
                    <a:pt x="36" y="62"/>
                  </a:lnTo>
                  <a:lnTo>
                    <a:pt x="35" y="62"/>
                  </a:lnTo>
                  <a:lnTo>
                    <a:pt x="33" y="61"/>
                  </a:lnTo>
                  <a:lnTo>
                    <a:pt x="35" y="61"/>
                  </a:lnTo>
                  <a:close/>
                  <a:moveTo>
                    <a:pt x="44" y="57"/>
                  </a:moveTo>
                  <a:lnTo>
                    <a:pt x="45" y="58"/>
                  </a:lnTo>
                  <a:lnTo>
                    <a:pt x="45" y="60"/>
                  </a:lnTo>
                  <a:lnTo>
                    <a:pt x="44" y="61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2" y="58"/>
                  </a:lnTo>
                  <a:lnTo>
                    <a:pt x="44" y="57"/>
                  </a:lnTo>
                  <a:close/>
                  <a:moveTo>
                    <a:pt x="27" y="0"/>
                  </a:moveTo>
                  <a:lnTo>
                    <a:pt x="31" y="8"/>
                  </a:lnTo>
                  <a:lnTo>
                    <a:pt x="37" y="15"/>
                  </a:lnTo>
                  <a:lnTo>
                    <a:pt x="44" y="23"/>
                  </a:lnTo>
                  <a:lnTo>
                    <a:pt x="44" y="28"/>
                  </a:lnTo>
                  <a:lnTo>
                    <a:pt x="46" y="31"/>
                  </a:lnTo>
                  <a:lnTo>
                    <a:pt x="48" y="38"/>
                  </a:lnTo>
                  <a:lnTo>
                    <a:pt x="48" y="41"/>
                  </a:lnTo>
                  <a:lnTo>
                    <a:pt x="49" y="41"/>
                  </a:lnTo>
                  <a:lnTo>
                    <a:pt x="49" y="41"/>
                  </a:lnTo>
                  <a:lnTo>
                    <a:pt x="50" y="49"/>
                  </a:lnTo>
                  <a:lnTo>
                    <a:pt x="48" y="50"/>
                  </a:lnTo>
                  <a:lnTo>
                    <a:pt x="49" y="52"/>
                  </a:lnTo>
                  <a:lnTo>
                    <a:pt x="46" y="56"/>
                  </a:lnTo>
                  <a:lnTo>
                    <a:pt x="44" y="56"/>
                  </a:lnTo>
                  <a:lnTo>
                    <a:pt x="40" y="58"/>
                  </a:lnTo>
                  <a:lnTo>
                    <a:pt x="41" y="60"/>
                  </a:lnTo>
                  <a:lnTo>
                    <a:pt x="40" y="61"/>
                  </a:lnTo>
                  <a:lnTo>
                    <a:pt x="39" y="60"/>
                  </a:lnTo>
                  <a:lnTo>
                    <a:pt x="37" y="61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3" y="60"/>
                  </a:lnTo>
                  <a:lnTo>
                    <a:pt x="32" y="58"/>
                  </a:lnTo>
                  <a:lnTo>
                    <a:pt x="31" y="60"/>
                  </a:lnTo>
                  <a:lnTo>
                    <a:pt x="25" y="63"/>
                  </a:lnTo>
                  <a:lnTo>
                    <a:pt x="23" y="66"/>
                  </a:lnTo>
                  <a:lnTo>
                    <a:pt x="23" y="65"/>
                  </a:lnTo>
                  <a:lnTo>
                    <a:pt x="23" y="67"/>
                  </a:lnTo>
                  <a:lnTo>
                    <a:pt x="20" y="69"/>
                  </a:lnTo>
                  <a:lnTo>
                    <a:pt x="20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7" y="63"/>
                  </a:lnTo>
                  <a:lnTo>
                    <a:pt x="15" y="58"/>
                  </a:lnTo>
                  <a:lnTo>
                    <a:pt x="16" y="58"/>
                  </a:lnTo>
                  <a:lnTo>
                    <a:pt x="15" y="56"/>
                  </a:lnTo>
                  <a:lnTo>
                    <a:pt x="15" y="53"/>
                  </a:lnTo>
                  <a:lnTo>
                    <a:pt x="16" y="53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9" y="45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4" y="41"/>
                  </a:lnTo>
                  <a:lnTo>
                    <a:pt x="14" y="36"/>
                  </a:lnTo>
                  <a:lnTo>
                    <a:pt x="14" y="33"/>
                  </a:lnTo>
                  <a:lnTo>
                    <a:pt x="12" y="33"/>
                  </a:lnTo>
                  <a:lnTo>
                    <a:pt x="7" y="32"/>
                  </a:lnTo>
                  <a:lnTo>
                    <a:pt x="8" y="28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2" y="28"/>
                  </a:lnTo>
                  <a:lnTo>
                    <a:pt x="16" y="29"/>
                  </a:lnTo>
                  <a:lnTo>
                    <a:pt x="15" y="27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2" y="23"/>
                  </a:lnTo>
                  <a:lnTo>
                    <a:pt x="10" y="19"/>
                  </a:lnTo>
                  <a:lnTo>
                    <a:pt x="4" y="15"/>
                  </a:lnTo>
                  <a:lnTo>
                    <a:pt x="7" y="13"/>
                  </a:lnTo>
                  <a:lnTo>
                    <a:pt x="3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6" y="8"/>
                  </a:lnTo>
                  <a:lnTo>
                    <a:pt x="10" y="7"/>
                  </a:lnTo>
                  <a:lnTo>
                    <a:pt x="14" y="3"/>
                  </a:lnTo>
                  <a:lnTo>
                    <a:pt x="21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5" name="Freeform 346"/>
            <p:cNvSpPr>
              <a:spLocks/>
            </p:cNvSpPr>
            <p:nvPr/>
          </p:nvSpPr>
          <p:spPr bwMode="auto">
            <a:xfrm>
              <a:off x="9366324" y="2804914"/>
              <a:ext cx="142114" cy="243623"/>
            </a:xfrm>
            <a:custGeom>
              <a:avLst/>
              <a:gdLst>
                <a:gd name="T0" fmla="*/ 48 w 56"/>
                <a:gd name="T1" fmla="*/ 2 h 96"/>
                <a:gd name="T2" fmla="*/ 50 w 56"/>
                <a:gd name="T3" fmla="*/ 6 h 96"/>
                <a:gd name="T4" fmla="*/ 56 w 56"/>
                <a:gd name="T5" fmla="*/ 10 h 96"/>
                <a:gd name="T6" fmla="*/ 51 w 56"/>
                <a:gd name="T7" fmla="*/ 14 h 96"/>
                <a:gd name="T8" fmla="*/ 50 w 56"/>
                <a:gd name="T9" fmla="*/ 16 h 96"/>
                <a:gd name="T10" fmla="*/ 48 w 56"/>
                <a:gd name="T11" fmla="*/ 25 h 96"/>
                <a:gd name="T12" fmla="*/ 51 w 56"/>
                <a:gd name="T13" fmla="*/ 35 h 96"/>
                <a:gd name="T14" fmla="*/ 52 w 56"/>
                <a:gd name="T15" fmla="*/ 39 h 96"/>
                <a:gd name="T16" fmla="*/ 50 w 56"/>
                <a:gd name="T17" fmla="*/ 41 h 96"/>
                <a:gd name="T18" fmla="*/ 44 w 56"/>
                <a:gd name="T19" fmla="*/ 49 h 96"/>
                <a:gd name="T20" fmla="*/ 42 w 56"/>
                <a:gd name="T21" fmla="*/ 53 h 96"/>
                <a:gd name="T22" fmla="*/ 38 w 56"/>
                <a:gd name="T23" fmla="*/ 54 h 96"/>
                <a:gd name="T24" fmla="*/ 34 w 56"/>
                <a:gd name="T25" fmla="*/ 58 h 96"/>
                <a:gd name="T26" fmla="*/ 34 w 56"/>
                <a:gd name="T27" fmla="*/ 64 h 96"/>
                <a:gd name="T28" fmla="*/ 34 w 56"/>
                <a:gd name="T29" fmla="*/ 69 h 96"/>
                <a:gd name="T30" fmla="*/ 39 w 56"/>
                <a:gd name="T31" fmla="*/ 71 h 96"/>
                <a:gd name="T32" fmla="*/ 50 w 56"/>
                <a:gd name="T33" fmla="*/ 79 h 96"/>
                <a:gd name="T34" fmla="*/ 37 w 56"/>
                <a:gd name="T35" fmla="*/ 82 h 96"/>
                <a:gd name="T36" fmla="*/ 29 w 56"/>
                <a:gd name="T37" fmla="*/ 87 h 96"/>
                <a:gd name="T38" fmla="*/ 23 w 56"/>
                <a:gd name="T39" fmla="*/ 94 h 96"/>
                <a:gd name="T40" fmla="*/ 19 w 56"/>
                <a:gd name="T41" fmla="*/ 91 h 96"/>
                <a:gd name="T42" fmla="*/ 18 w 56"/>
                <a:gd name="T43" fmla="*/ 95 h 96"/>
                <a:gd name="T44" fmla="*/ 14 w 56"/>
                <a:gd name="T45" fmla="*/ 96 h 96"/>
                <a:gd name="T46" fmla="*/ 15 w 56"/>
                <a:gd name="T47" fmla="*/ 91 h 96"/>
                <a:gd name="T48" fmla="*/ 11 w 56"/>
                <a:gd name="T49" fmla="*/ 92 h 96"/>
                <a:gd name="T50" fmla="*/ 10 w 56"/>
                <a:gd name="T51" fmla="*/ 90 h 96"/>
                <a:gd name="T52" fmla="*/ 13 w 56"/>
                <a:gd name="T53" fmla="*/ 81 h 96"/>
                <a:gd name="T54" fmla="*/ 18 w 56"/>
                <a:gd name="T55" fmla="*/ 79 h 96"/>
                <a:gd name="T56" fmla="*/ 11 w 56"/>
                <a:gd name="T57" fmla="*/ 79 h 96"/>
                <a:gd name="T58" fmla="*/ 10 w 56"/>
                <a:gd name="T59" fmla="*/ 73 h 96"/>
                <a:gd name="T60" fmla="*/ 11 w 56"/>
                <a:gd name="T61" fmla="*/ 66 h 96"/>
                <a:gd name="T62" fmla="*/ 14 w 56"/>
                <a:gd name="T63" fmla="*/ 64 h 96"/>
                <a:gd name="T64" fmla="*/ 11 w 56"/>
                <a:gd name="T65" fmla="*/ 65 h 96"/>
                <a:gd name="T66" fmla="*/ 6 w 56"/>
                <a:gd name="T67" fmla="*/ 64 h 96"/>
                <a:gd name="T68" fmla="*/ 4 w 56"/>
                <a:gd name="T69" fmla="*/ 65 h 96"/>
                <a:gd name="T70" fmla="*/ 1 w 56"/>
                <a:gd name="T71" fmla="*/ 61 h 96"/>
                <a:gd name="T72" fmla="*/ 0 w 56"/>
                <a:gd name="T73" fmla="*/ 61 h 96"/>
                <a:gd name="T74" fmla="*/ 2 w 56"/>
                <a:gd name="T75" fmla="*/ 52 h 96"/>
                <a:gd name="T76" fmla="*/ 4 w 56"/>
                <a:gd name="T77" fmla="*/ 46 h 96"/>
                <a:gd name="T78" fmla="*/ 9 w 56"/>
                <a:gd name="T79" fmla="*/ 40 h 96"/>
                <a:gd name="T80" fmla="*/ 13 w 56"/>
                <a:gd name="T81" fmla="*/ 33 h 96"/>
                <a:gd name="T82" fmla="*/ 14 w 56"/>
                <a:gd name="T83" fmla="*/ 31 h 96"/>
                <a:gd name="T84" fmla="*/ 17 w 56"/>
                <a:gd name="T85" fmla="*/ 24 h 96"/>
                <a:gd name="T86" fmla="*/ 21 w 56"/>
                <a:gd name="T87" fmla="*/ 28 h 96"/>
                <a:gd name="T88" fmla="*/ 25 w 56"/>
                <a:gd name="T89" fmla="*/ 28 h 96"/>
                <a:gd name="T90" fmla="*/ 31 w 56"/>
                <a:gd name="T91" fmla="*/ 29 h 96"/>
                <a:gd name="T92" fmla="*/ 37 w 56"/>
                <a:gd name="T93" fmla="*/ 27 h 96"/>
                <a:gd name="T94" fmla="*/ 34 w 56"/>
                <a:gd name="T95" fmla="*/ 23 h 96"/>
                <a:gd name="T96" fmla="*/ 33 w 56"/>
                <a:gd name="T97" fmla="*/ 19 h 96"/>
                <a:gd name="T98" fmla="*/ 40 w 56"/>
                <a:gd name="T99" fmla="*/ 15 h 96"/>
                <a:gd name="T100" fmla="*/ 42 w 56"/>
                <a:gd name="T101" fmla="*/ 10 h 96"/>
                <a:gd name="T102" fmla="*/ 46 w 56"/>
                <a:gd name="T103" fmla="*/ 7 h 96"/>
                <a:gd name="T104" fmla="*/ 44 w 56"/>
                <a:gd name="T105" fmla="*/ 3 h 96"/>
                <a:gd name="T106" fmla="*/ 47 w 56"/>
                <a:gd name="T10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96">
                  <a:moveTo>
                    <a:pt x="47" y="0"/>
                  </a:moveTo>
                  <a:lnTo>
                    <a:pt x="48" y="2"/>
                  </a:lnTo>
                  <a:lnTo>
                    <a:pt x="48" y="4"/>
                  </a:lnTo>
                  <a:lnTo>
                    <a:pt x="50" y="6"/>
                  </a:lnTo>
                  <a:lnTo>
                    <a:pt x="54" y="6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1" y="14"/>
                  </a:lnTo>
                  <a:lnTo>
                    <a:pt x="50" y="14"/>
                  </a:lnTo>
                  <a:lnTo>
                    <a:pt x="50" y="16"/>
                  </a:lnTo>
                  <a:lnTo>
                    <a:pt x="48" y="23"/>
                  </a:lnTo>
                  <a:lnTo>
                    <a:pt x="48" y="25"/>
                  </a:lnTo>
                  <a:lnTo>
                    <a:pt x="51" y="28"/>
                  </a:lnTo>
                  <a:lnTo>
                    <a:pt x="51" y="35"/>
                  </a:lnTo>
                  <a:lnTo>
                    <a:pt x="54" y="36"/>
                  </a:lnTo>
                  <a:lnTo>
                    <a:pt x="52" y="39"/>
                  </a:lnTo>
                  <a:lnTo>
                    <a:pt x="48" y="41"/>
                  </a:lnTo>
                  <a:lnTo>
                    <a:pt x="50" y="41"/>
                  </a:lnTo>
                  <a:lnTo>
                    <a:pt x="43" y="48"/>
                  </a:lnTo>
                  <a:lnTo>
                    <a:pt x="44" y="49"/>
                  </a:lnTo>
                  <a:lnTo>
                    <a:pt x="43" y="52"/>
                  </a:lnTo>
                  <a:lnTo>
                    <a:pt x="42" y="53"/>
                  </a:lnTo>
                  <a:lnTo>
                    <a:pt x="39" y="53"/>
                  </a:lnTo>
                  <a:lnTo>
                    <a:pt x="38" y="54"/>
                  </a:lnTo>
                  <a:lnTo>
                    <a:pt x="37" y="57"/>
                  </a:lnTo>
                  <a:lnTo>
                    <a:pt x="34" y="58"/>
                  </a:lnTo>
                  <a:lnTo>
                    <a:pt x="34" y="61"/>
                  </a:lnTo>
                  <a:lnTo>
                    <a:pt x="34" y="64"/>
                  </a:lnTo>
                  <a:lnTo>
                    <a:pt x="33" y="65"/>
                  </a:lnTo>
                  <a:lnTo>
                    <a:pt x="34" y="69"/>
                  </a:lnTo>
                  <a:lnTo>
                    <a:pt x="38" y="69"/>
                  </a:lnTo>
                  <a:lnTo>
                    <a:pt x="39" y="71"/>
                  </a:lnTo>
                  <a:lnTo>
                    <a:pt x="48" y="77"/>
                  </a:lnTo>
                  <a:lnTo>
                    <a:pt x="50" y="79"/>
                  </a:lnTo>
                  <a:lnTo>
                    <a:pt x="44" y="82"/>
                  </a:lnTo>
                  <a:lnTo>
                    <a:pt x="37" y="82"/>
                  </a:lnTo>
                  <a:lnTo>
                    <a:pt x="33" y="86"/>
                  </a:lnTo>
                  <a:lnTo>
                    <a:pt x="29" y="87"/>
                  </a:lnTo>
                  <a:lnTo>
                    <a:pt x="25" y="91"/>
                  </a:lnTo>
                  <a:lnTo>
                    <a:pt x="23" y="94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21" y="92"/>
                  </a:lnTo>
                  <a:lnTo>
                    <a:pt x="18" y="95"/>
                  </a:lnTo>
                  <a:lnTo>
                    <a:pt x="17" y="95"/>
                  </a:lnTo>
                  <a:lnTo>
                    <a:pt x="14" y="96"/>
                  </a:lnTo>
                  <a:lnTo>
                    <a:pt x="13" y="95"/>
                  </a:lnTo>
                  <a:lnTo>
                    <a:pt x="15" y="91"/>
                  </a:lnTo>
                  <a:lnTo>
                    <a:pt x="13" y="91"/>
                  </a:lnTo>
                  <a:lnTo>
                    <a:pt x="11" y="92"/>
                  </a:lnTo>
                  <a:lnTo>
                    <a:pt x="10" y="91"/>
                  </a:lnTo>
                  <a:lnTo>
                    <a:pt x="10" y="90"/>
                  </a:lnTo>
                  <a:lnTo>
                    <a:pt x="10" y="85"/>
                  </a:lnTo>
                  <a:lnTo>
                    <a:pt x="13" y="81"/>
                  </a:lnTo>
                  <a:lnTo>
                    <a:pt x="15" y="81"/>
                  </a:lnTo>
                  <a:lnTo>
                    <a:pt x="18" y="79"/>
                  </a:lnTo>
                  <a:lnTo>
                    <a:pt x="15" y="79"/>
                  </a:lnTo>
                  <a:lnTo>
                    <a:pt x="11" y="79"/>
                  </a:lnTo>
                  <a:lnTo>
                    <a:pt x="10" y="79"/>
                  </a:lnTo>
                  <a:lnTo>
                    <a:pt x="10" y="73"/>
                  </a:lnTo>
                  <a:lnTo>
                    <a:pt x="13" y="69"/>
                  </a:lnTo>
                  <a:lnTo>
                    <a:pt x="11" y="66"/>
                  </a:lnTo>
                  <a:lnTo>
                    <a:pt x="13" y="65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1" y="65"/>
                  </a:lnTo>
                  <a:lnTo>
                    <a:pt x="8" y="65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4" y="65"/>
                  </a:lnTo>
                  <a:lnTo>
                    <a:pt x="1" y="65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2" y="52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8" y="44"/>
                  </a:lnTo>
                  <a:lnTo>
                    <a:pt x="9" y="40"/>
                  </a:lnTo>
                  <a:lnTo>
                    <a:pt x="11" y="39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4" y="27"/>
                  </a:lnTo>
                  <a:lnTo>
                    <a:pt x="17" y="24"/>
                  </a:lnTo>
                  <a:lnTo>
                    <a:pt x="18" y="27"/>
                  </a:lnTo>
                  <a:lnTo>
                    <a:pt x="21" y="28"/>
                  </a:lnTo>
                  <a:lnTo>
                    <a:pt x="22" y="29"/>
                  </a:lnTo>
                  <a:lnTo>
                    <a:pt x="25" y="28"/>
                  </a:lnTo>
                  <a:lnTo>
                    <a:pt x="27" y="29"/>
                  </a:lnTo>
                  <a:lnTo>
                    <a:pt x="31" y="29"/>
                  </a:lnTo>
                  <a:lnTo>
                    <a:pt x="35" y="29"/>
                  </a:lnTo>
                  <a:lnTo>
                    <a:pt x="37" y="27"/>
                  </a:lnTo>
                  <a:lnTo>
                    <a:pt x="37" y="24"/>
                  </a:lnTo>
                  <a:lnTo>
                    <a:pt x="34" y="23"/>
                  </a:lnTo>
                  <a:lnTo>
                    <a:pt x="31" y="20"/>
                  </a:lnTo>
                  <a:lnTo>
                    <a:pt x="33" y="19"/>
                  </a:lnTo>
                  <a:lnTo>
                    <a:pt x="35" y="19"/>
                  </a:lnTo>
                  <a:lnTo>
                    <a:pt x="40" y="15"/>
                  </a:lnTo>
                  <a:lnTo>
                    <a:pt x="40" y="12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7"/>
                  </a:lnTo>
                  <a:lnTo>
                    <a:pt x="44" y="6"/>
                  </a:lnTo>
                  <a:lnTo>
                    <a:pt x="44" y="3"/>
                  </a:lnTo>
                  <a:lnTo>
                    <a:pt x="44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6" name="Freeform 347"/>
            <p:cNvSpPr>
              <a:spLocks/>
            </p:cNvSpPr>
            <p:nvPr/>
          </p:nvSpPr>
          <p:spPr bwMode="auto">
            <a:xfrm>
              <a:off x="8209113" y="2485158"/>
              <a:ext cx="926278" cy="436492"/>
            </a:xfrm>
            <a:custGeom>
              <a:avLst/>
              <a:gdLst>
                <a:gd name="T0" fmla="*/ 117 w 365"/>
                <a:gd name="T1" fmla="*/ 5 h 172"/>
                <a:gd name="T2" fmla="*/ 133 w 365"/>
                <a:gd name="T3" fmla="*/ 8 h 172"/>
                <a:gd name="T4" fmla="*/ 145 w 365"/>
                <a:gd name="T5" fmla="*/ 13 h 172"/>
                <a:gd name="T6" fmla="*/ 150 w 365"/>
                <a:gd name="T7" fmla="*/ 24 h 172"/>
                <a:gd name="T8" fmla="*/ 163 w 365"/>
                <a:gd name="T9" fmla="*/ 30 h 172"/>
                <a:gd name="T10" fmla="*/ 174 w 365"/>
                <a:gd name="T11" fmla="*/ 29 h 172"/>
                <a:gd name="T12" fmla="*/ 192 w 365"/>
                <a:gd name="T13" fmla="*/ 22 h 172"/>
                <a:gd name="T14" fmla="*/ 213 w 365"/>
                <a:gd name="T15" fmla="*/ 29 h 172"/>
                <a:gd name="T16" fmla="*/ 224 w 365"/>
                <a:gd name="T17" fmla="*/ 37 h 172"/>
                <a:gd name="T18" fmla="*/ 248 w 365"/>
                <a:gd name="T19" fmla="*/ 40 h 172"/>
                <a:gd name="T20" fmla="*/ 261 w 365"/>
                <a:gd name="T21" fmla="*/ 34 h 172"/>
                <a:gd name="T22" fmla="*/ 277 w 365"/>
                <a:gd name="T23" fmla="*/ 28 h 172"/>
                <a:gd name="T24" fmla="*/ 284 w 365"/>
                <a:gd name="T25" fmla="*/ 17 h 172"/>
                <a:gd name="T26" fmla="*/ 298 w 365"/>
                <a:gd name="T27" fmla="*/ 20 h 172"/>
                <a:gd name="T28" fmla="*/ 307 w 365"/>
                <a:gd name="T29" fmla="*/ 18 h 172"/>
                <a:gd name="T30" fmla="*/ 313 w 365"/>
                <a:gd name="T31" fmla="*/ 46 h 172"/>
                <a:gd name="T32" fmla="*/ 329 w 365"/>
                <a:gd name="T33" fmla="*/ 57 h 172"/>
                <a:gd name="T34" fmla="*/ 342 w 365"/>
                <a:gd name="T35" fmla="*/ 50 h 172"/>
                <a:gd name="T36" fmla="*/ 363 w 365"/>
                <a:gd name="T37" fmla="*/ 66 h 172"/>
                <a:gd name="T38" fmla="*/ 363 w 365"/>
                <a:gd name="T39" fmla="*/ 75 h 172"/>
                <a:gd name="T40" fmla="*/ 350 w 365"/>
                <a:gd name="T41" fmla="*/ 74 h 172"/>
                <a:gd name="T42" fmla="*/ 340 w 365"/>
                <a:gd name="T43" fmla="*/ 82 h 172"/>
                <a:gd name="T44" fmla="*/ 333 w 365"/>
                <a:gd name="T45" fmla="*/ 91 h 172"/>
                <a:gd name="T46" fmla="*/ 319 w 365"/>
                <a:gd name="T47" fmla="*/ 99 h 172"/>
                <a:gd name="T48" fmla="*/ 308 w 365"/>
                <a:gd name="T49" fmla="*/ 112 h 172"/>
                <a:gd name="T50" fmla="*/ 292 w 365"/>
                <a:gd name="T51" fmla="*/ 107 h 172"/>
                <a:gd name="T52" fmla="*/ 283 w 365"/>
                <a:gd name="T53" fmla="*/ 121 h 172"/>
                <a:gd name="T54" fmla="*/ 284 w 365"/>
                <a:gd name="T55" fmla="*/ 140 h 172"/>
                <a:gd name="T56" fmla="*/ 269 w 365"/>
                <a:gd name="T57" fmla="*/ 153 h 172"/>
                <a:gd name="T58" fmla="*/ 241 w 365"/>
                <a:gd name="T59" fmla="*/ 161 h 172"/>
                <a:gd name="T60" fmla="*/ 217 w 365"/>
                <a:gd name="T61" fmla="*/ 171 h 172"/>
                <a:gd name="T62" fmla="*/ 200 w 365"/>
                <a:gd name="T63" fmla="*/ 168 h 172"/>
                <a:gd name="T64" fmla="*/ 163 w 365"/>
                <a:gd name="T65" fmla="*/ 157 h 172"/>
                <a:gd name="T66" fmla="*/ 140 w 365"/>
                <a:gd name="T67" fmla="*/ 161 h 172"/>
                <a:gd name="T68" fmla="*/ 115 w 365"/>
                <a:gd name="T69" fmla="*/ 155 h 172"/>
                <a:gd name="T70" fmla="*/ 107 w 365"/>
                <a:gd name="T71" fmla="*/ 140 h 172"/>
                <a:gd name="T72" fmla="*/ 101 w 365"/>
                <a:gd name="T73" fmla="*/ 136 h 172"/>
                <a:gd name="T74" fmla="*/ 86 w 365"/>
                <a:gd name="T75" fmla="*/ 130 h 172"/>
                <a:gd name="T76" fmla="*/ 69 w 365"/>
                <a:gd name="T77" fmla="*/ 125 h 172"/>
                <a:gd name="T78" fmla="*/ 46 w 365"/>
                <a:gd name="T79" fmla="*/ 115 h 172"/>
                <a:gd name="T80" fmla="*/ 47 w 365"/>
                <a:gd name="T81" fmla="*/ 104 h 172"/>
                <a:gd name="T82" fmla="*/ 41 w 365"/>
                <a:gd name="T83" fmla="*/ 92 h 172"/>
                <a:gd name="T84" fmla="*/ 33 w 365"/>
                <a:gd name="T85" fmla="*/ 83 h 172"/>
                <a:gd name="T86" fmla="*/ 25 w 365"/>
                <a:gd name="T87" fmla="*/ 82 h 172"/>
                <a:gd name="T88" fmla="*/ 16 w 365"/>
                <a:gd name="T89" fmla="*/ 83 h 172"/>
                <a:gd name="T90" fmla="*/ 8 w 365"/>
                <a:gd name="T91" fmla="*/ 75 h 172"/>
                <a:gd name="T92" fmla="*/ 3 w 365"/>
                <a:gd name="T93" fmla="*/ 67 h 172"/>
                <a:gd name="T94" fmla="*/ 0 w 365"/>
                <a:gd name="T95" fmla="*/ 63 h 172"/>
                <a:gd name="T96" fmla="*/ 12 w 365"/>
                <a:gd name="T97" fmla="*/ 53 h 172"/>
                <a:gd name="T98" fmla="*/ 21 w 365"/>
                <a:gd name="T99" fmla="*/ 42 h 172"/>
                <a:gd name="T100" fmla="*/ 25 w 365"/>
                <a:gd name="T101" fmla="*/ 34 h 172"/>
                <a:gd name="T102" fmla="*/ 41 w 365"/>
                <a:gd name="T103" fmla="*/ 30 h 172"/>
                <a:gd name="T104" fmla="*/ 50 w 365"/>
                <a:gd name="T105" fmla="*/ 32 h 172"/>
                <a:gd name="T106" fmla="*/ 62 w 365"/>
                <a:gd name="T107" fmla="*/ 32 h 172"/>
                <a:gd name="T108" fmla="*/ 76 w 365"/>
                <a:gd name="T109" fmla="*/ 45 h 172"/>
                <a:gd name="T110" fmla="*/ 90 w 365"/>
                <a:gd name="T111" fmla="*/ 42 h 172"/>
                <a:gd name="T112" fmla="*/ 103 w 365"/>
                <a:gd name="T113" fmla="*/ 42 h 172"/>
                <a:gd name="T114" fmla="*/ 107 w 365"/>
                <a:gd name="T115" fmla="*/ 28 h 172"/>
                <a:gd name="T116" fmla="*/ 99 w 365"/>
                <a:gd name="T117" fmla="*/ 15 h 172"/>
                <a:gd name="T118" fmla="*/ 105 w 365"/>
                <a:gd name="T119" fmla="*/ 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5" h="172">
                  <a:moveTo>
                    <a:pt x="107" y="0"/>
                  </a:moveTo>
                  <a:lnTo>
                    <a:pt x="109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7" y="4"/>
                  </a:lnTo>
                  <a:lnTo>
                    <a:pt x="117" y="5"/>
                  </a:lnTo>
                  <a:lnTo>
                    <a:pt x="120" y="5"/>
                  </a:lnTo>
                  <a:lnTo>
                    <a:pt x="124" y="5"/>
                  </a:lnTo>
                  <a:lnTo>
                    <a:pt x="128" y="5"/>
                  </a:lnTo>
                  <a:lnTo>
                    <a:pt x="129" y="7"/>
                  </a:lnTo>
                  <a:lnTo>
                    <a:pt x="130" y="8"/>
                  </a:lnTo>
                  <a:lnTo>
                    <a:pt x="133" y="8"/>
                  </a:lnTo>
                  <a:lnTo>
                    <a:pt x="134" y="9"/>
                  </a:lnTo>
                  <a:lnTo>
                    <a:pt x="137" y="9"/>
                  </a:lnTo>
                  <a:lnTo>
                    <a:pt x="142" y="9"/>
                  </a:lnTo>
                  <a:lnTo>
                    <a:pt x="144" y="11"/>
                  </a:lnTo>
                  <a:lnTo>
                    <a:pt x="145" y="12"/>
                  </a:lnTo>
                  <a:lnTo>
                    <a:pt x="145" y="13"/>
                  </a:lnTo>
                  <a:lnTo>
                    <a:pt x="146" y="15"/>
                  </a:lnTo>
                  <a:lnTo>
                    <a:pt x="146" y="17"/>
                  </a:lnTo>
                  <a:lnTo>
                    <a:pt x="148" y="18"/>
                  </a:lnTo>
                  <a:lnTo>
                    <a:pt x="149" y="21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3" y="26"/>
                  </a:lnTo>
                  <a:lnTo>
                    <a:pt x="154" y="28"/>
                  </a:lnTo>
                  <a:lnTo>
                    <a:pt x="158" y="29"/>
                  </a:lnTo>
                  <a:lnTo>
                    <a:pt x="161" y="30"/>
                  </a:lnTo>
                  <a:lnTo>
                    <a:pt x="163" y="30"/>
                  </a:lnTo>
                  <a:lnTo>
                    <a:pt x="163" y="29"/>
                  </a:lnTo>
                  <a:lnTo>
                    <a:pt x="167" y="30"/>
                  </a:lnTo>
                  <a:lnTo>
                    <a:pt x="169" y="29"/>
                  </a:lnTo>
                  <a:lnTo>
                    <a:pt x="171" y="29"/>
                  </a:lnTo>
                  <a:lnTo>
                    <a:pt x="173" y="29"/>
                  </a:lnTo>
                  <a:lnTo>
                    <a:pt x="174" y="29"/>
                  </a:lnTo>
                  <a:lnTo>
                    <a:pt x="175" y="26"/>
                  </a:lnTo>
                  <a:lnTo>
                    <a:pt x="179" y="25"/>
                  </a:lnTo>
                  <a:lnTo>
                    <a:pt x="184" y="25"/>
                  </a:lnTo>
                  <a:lnTo>
                    <a:pt x="186" y="24"/>
                  </a:lnTo>
                  <a:lnTo>
                    <a:pt x="190" y="24"/>
                  </a:lnTo>
                  <a:lnTo>
                    <a:pt x="192" y="22"/>
                  </a:lnTo>
                  <a:lnTo>
                    <a:pt x="195" y="24"/>
                  </a:lnTo>
                  <a:lnTo>
                    <a:pt x="199" y="25"/>
                  </a:lnTo>
                  <a:lnTo>
                    <a:pt x="203" y="25"/>
                  </a:lnTo>
                  <a:lnTo>
                    <a:pt x="205" y="28"/>
                  </a:lnTo>
                  <a:lnTo>
                    <a:pt x="209" y="29"/>
                  </a:lnTo>
                  <a:lnTo>
                    <a:pt x="213" y="29"/>
                  </a:lnTo>
                  <a:lnTo>
                    <a:pt x="216" y="29"/>
                  </a:lnTo>
                  <a:lnTo>
                    <a:pt x="217" y="30"/>
                  </a:lnTo>
                  <a:lnTo>
                    <a:pt x="219" y="34"/>
                  </a:lnTo>
                  <a:lnTo>
                    <a:pt x="220" y="36"/>
                  </a:lnTo>
                  <a:lnTo>
                    <a:pt x="221" y="36"/>
                  </a:lnTo>
                  <a:lnTo>
                    <a:pt x="224" y="37"/>
                  </a:lnTo>
                  <a:lnTo>
                    <a:pt x="225" y="38"/>
                  </a:lnTo>
                  <a:lnTo>
                    <a:pt x="228" y="38"/>
                  </a:lnTo>
                  <a:lnTo>
                    <a:pt x="233" y="38"/>
                  </a:lnTo>
                  <a:lnTo>
                    <a:pt x="237" y="40"/>
                  </a:lnTo>
                  <a:lnTo>
                    <a:pt x="245" y="40"/>
                  </a:lnTo>
                  <a:lnTo>
                    <a:pt x="248" y="40"/>
                  </a:lnTo>
                  <a:lnTo>
                    <a:pt x="249" y="38"/>
                  </a:lnTo>
                  <a:lnTo>
                    <a:pt x="252" y="38"/>
                  </a:lnTo>
                  <a:lnTo>
                    <a:pt x="253" y="40"/>
                  </a:lnTo>
                  <a:lnTo>
                    <a:pt x="254" y="40"/>
                  </a:lnTo>
                  <a:lnTo>
                    <a:pt x="257" y="37"/>
                  </a:lnTo>
                  <a:lnTo>
                    <a:pt x="261" y="34"/>
                  </a:lnTo>
                  <a:lnTo>
                    <a:pt x="263" y="34"/>
                  </a:lnTo>
                  <a:lnTo>
                    <a:pt x="266" y="32"/>
                  </a:lnTo>
                  <a:lnTo>
                    <a:pt x="267" y="32"/>
                  </a:lnTo>
                  <a:lnTo>
                    <a:pt x="273" y="32"/>
                  </a:lnTo>
                  <a:lnTo>
                    <a:pt x="275" y="29"/>
                  </a:lnTo>
                  <a:lnTo>
                    <a:pt x="277" y="28"/>
                  </a:lnTo>
                  <a:lnTo>
                    <a:pt x="277" y="26"/>
                  </a:lnTo>
                  <a:lnTo>
                    <a:pt x="278" y="24"/>
                  </a:lnTo>
                  <a:lnTo>
                    <a:pt x="281" y="22"/>
                  </a:lnTo>
                  <a:lnTo>
                    <a:pt x="282" y="21"/>
                  </a:lnTo>
                  <a:lnTo>
                    <a:pt x="283" y="18"/>
                  </a:lnTo>
                  <a:lnTo>
                    <a:pt x="284" y="17"/>
                  </a:lnTo>
                  <a:lnTo>
                    <a:pt x="287" y="17"/>
                  </a:lnTo>
                  <a:lnTo>
                    <a:pt x="287" y="17"/>
                  </a:lnTo>
                  <a:lnTo>
                    <a:pt x="291" y="16"/>
                  </a:lnTo>
                  <a:lnTo>
                    <a:pt x="294" y="17"/>
                  </a:lnTo>
                  <a:lnTo>
                    <a:pt x="296" y="18"/>
                  </a:lnTo>
                  <a:lnTo>
                    <a:pt x="298" y="20"/>
                  </a:lnTo>
                  <a:lnTo>
                    <a:pt x="299" y="21"/>
                  </a:lnTo>
                  <a:lnTo>
                    <a:pt x="302" y="20"/>
                  </a:lnTo>
                  <a:lnTo>
                    <a:pt x="303" y="21"/>
                  </a:lnTo>
                  <a:lnTo>
                    <a:pt x="304" y="21"/>
                  </a:lnTo>
                  <a:lnTo>
                    <a:pt x="307" y="20"/>
                  </a:lnTo>
                  <a:lnTo>
                    <a:pt x="307" y="18"/>
                  </a:lnTo>
                  <a:lnTo>
                    <a:pt x="311" y="17"/>
                  </a:lnTo>
                  <a:lnTo>
                    <a:pt x="316" y="18"/>
                  </a:lnTo>
                  <a:lnTo>
                    <a:pt x="317" y="20"/>
                  </a:lnTo>
                  <a:lnTo>
                    <a:pt x="315" y="38"/>
                  </a:lnTo>
                  <a:lnTo>
                    <a:pt x="315" y="42"/>
                  </a:lnTo>
                  <a:lnTo>
                    <a:pt x="313" y="46"/>
                  </a:lnTo>
                  <a:lnTo>
                    <a:pt x="315" y="49"/>
                  </a:lnTo>
                  <a:lnTo>
                    <a:pt x="312" y="53"/>
                  </a:lnTo>
                  <a:lnTo>
                    <a:pt x="315" y="57"/>
                  </a:lnTo>
                  <a:lnTo>
                    <a:pt x="320" y="59"/>
                  </a:lnTo>
                  <a:lnTo>
                    <a:pt x="324" y="57"/>
                  </a:lnTo>
                  <a:lnTo>
                    <a:pt x="329" y="57"/>
                  </a:lnTo>
                  <a:lnTo>
                    <a:pt x="334" y="58"/>
                  </a:lnTo>
                  <a:lnTo>
                    <a:pt x="336" y="61"/>
                  </a:lnTo>
                  <a:lnTo>
                    <a:pt x="340" y="55"/>
                  </a:lnTo>
                  <a:lnTo>
                    <a:pt x="338" y="53"/>
                  </a:lnTo>
                  <a:lnTo>
                    <a:pt x="338" y="51"/>
                  </a:lnTo>
                  <a:lnTo>
                    <a:pt x="342" y="50"/>
                  </a:lnTo>
                  <a:lnTo>
                    <a:pt x="344" y="49"/>
                  </a:lnTo>
                  <a:lnTo>
                    <a:pt x="349" y="50"/>
                  </a:lnTo>
                  <a:lnTo>
                    <a:pt x="352" y="54"/>
                  </a:lnTo>
                  <a:lnTo>
                    <a:pt x="356" y="58"/>
                  </a:lnTo>
                  <a:lnTo>
                    <a:pt x="360" y="62"/>
                  </a:lnTo>
                  <a:lnTo>
                    <a:pt x="363" y="66"/>
                  </a:lnTo>
                  <a:lnTo>
                    <a:pt x="363" y="67"/>
                  </a:lnTo>
                  <a:lnTo>
                    <a:pt x="365" y="68"/>
                  </a:lnTo>
                  <a:lnTo>
                    <a:pt x="365" y="71"/>
                  </a:lnTo>
                  <a:lnTo>
                    <a:pt x="363" y="72"/>
                  </a:lnTo>
                  <a:lnTo>
                    <a:pt x="363" y="74"/>
                  </a:lnTo>
                  <a:lnTo>
                    <a:pt x="363" y="75"/>
                  </a:lnTo>
                  <a:lnTo>
                    <a:pt x="361" y="75"/>
                  </a:lnTo>
                  <a:lnTo>
                    <a:pt x="360" y="74"/>
                  </a:lnTo>
                  <a:lnTo>
                    <a:pt x="357" y="74"/>
                  </a:lnTo>
                  <a:lnTo>
                    <a:pt x="356" y="75"/>
                  </a:lnTo>
                  <a:lnTo>
                    <a:pt x="353" y="74"/>
                  </a:lnTo>
                  <a:lnTo>
                    <a:pt x="350" y="74"/>
                  </a:lnTo>
                  <a:lnTo>
                    <a:pt x="349" y="78"/>
                  </a:lnTo>
                  <a:lnTo>
                    <a:pt x="345" y="80"/>
                  </a:lnTo>
                  <a:lnTo>
                    <a:pt x="344" y="80"/>
                  </a:lnTo>
                  <a:lnTo>
                    <a:pt x="341" y="79"/>
                  </a:lnTo>
                  <a:lnTo>
                    <a:pt x="341" y="80"/>
                  </a:lnTo>
                  <a:lnTo>
                    <a:pt x="340" y="82"/>
                  </a:lnTo>
                  <a:lnTo>
                    <a:pt x="340" y="83"/>
                  </a:lnTo>
                  <a:lnTo>
                    <a:pt x="338" y="83"/>
                  </a:lnTo>
                  <a:lnTo>
                    <a:pt x="337" y="83"/>
                  </a:lnTo>
                  <a:lnTo>
                    <a:pt x="336" y="84"/>
                  </a:lnTo>
                  <a:lnTo>
                    <a:pt x="333" y="88"/>
                  </a:lnTo>
                  <a:lnTo>
                    <a:pt x="333" y="91"/>
                  </a:lnTo>
                  <a:lnTo>
                    <a:pt x="333" y="93"/>
                  </a:lnTo>
                  <a:lnTo>
                    <a:pt x="332" y="95"/>
                  </a:lnTo>
                  <a:lnTo>
                    <a:pt x="329" y="96"/>
                  </a:lnTo>
                  <a:lnTo>
                    <a:pt x="324" y="100"/>
                  </a:lnTo>
                  <a:lnTo>
                    <a:pt x="321" y="100"/>
                  </a:lnTo>
                  <a:lnTo>
                    <a:pt x="319" y="99"/>
                  </a:lnTo>
                  <a:lnTo>
                    <a:pt x="317" y="100"/>
                  </a:lnTo>
                  <a:lnTo>
                    <a:pt x="315" y="105"/>
                  </a:lnTo>
                  <a:lnTo>
                    <a:pt x="312" y="107"/>
                  </a:lnTo>
                  <a:lnTo>
                    <a:pt x="309" y="108"/>
                  </a:lnTo>
                  <a:lnTo>
                    <a:pt x="308" y="111"/>
                  </a:lnTo>
                  <a:lnTo>
                    <a:pt x="308" y="112"/>
                  </a:lnTo>
                  <a:lnTo>
                    <a:pt x="307" y="112"/>
                  </a:lnTo>
                  <a:lnTo>
                    <a:pt x="304" y="111"/>
                  </a:lnTo>
                  <a:lnTo>
                    <a:pt x="302" y="111"/>
                  </a:lnTo>
                  <a:lnTo>
                    <a:pt x="298" y="109"/>
                  </a:lnTo>
                  <a:lnTo>
                    <a:pt x="295" y="107"/>
                  </a:lnTo>
                  <a:lnTo>
                    <a:pt x="292" y="107"/>
                  </a:lnTo>
                  <a:lnTo>
                    <a:pt x="287" y="108"/>
                  </a:lnTo>
                  <a:lnTo>
                    <a:pt x="284" y="109"/>
                  </a:lnTo>
                  <a:lnTo>
                    <a:pt x="283" y="112"/>
                  </a:lnTo>
                  <a:lnTo>
                    <a:pt x="283" y="117"/>
                  </a:lnTo>
                  <a:lnTo>
                    <a:pt x="283" y="120"/>
                  </a:lnTo>
                  <a:lnTo>
                    <a:pt x="283" y="121"/>
                  </a:lnTo>
                  <a:lnTo>
                    <a:pt x="288" y="125"/>
                  </a:lnTo>
                  <a:lnTo>
                    <a:pt x="292" y="128"/>
                  </a:lnTo>
                  <a:lnTo>
                    <a:pt x="292" y="129"/>
                  </a:lnTo>
                  <a:lnTo>
                    <a:pt x="291" y="132"/>
                  </a:lnTo>
                  <a:lnTo>
                    <a:pt x="290" y="134"/>
                  </a:lnTo>
                  <a:lnTo>
                    <a:pt x="284" y="140"/>
                  </a:lnTo>
                  <a:lnTo>
                    <a:pt x="282" y="145"/>
                  </a:lnTo>
                  <a:lnTo>
                    <a:pt x="281" y="149"/>
                  </a:lnTo>
                  <a:lnTo>
                    <a:pt x="278" y="149"/>
                  </a:lnTo>
                  <a:lnTo>
                    <a:pt x="274" y="150"/>
                  </a:lnTo>
                  <a:lnTo>
                    <a:pt x="271" y="150"/>
                  </a:lnTo>
                  <a:lnTo>
                    <a:pt x="269" y="153"/>
                  </a:lnTo>
                  <a:lnTo>
                    <a:pt x="265" y="155"/>
                  </a:lnTo>
                  <a:lnTo>
                    <a:pt x="262" y="155"/>
                  </a:lnTo>
                  <a:lnTo>
                    <a:pt x="257" y="155"/>
                  </a:lnTo>
                  <a:lnTo>
                    <a:pt x="254" y="157"/>
                  </a:lnTo>
                  <a:lnTo>
                    <a:pt x="250" y="158"/>
                  </a:lnTo>
                  <a:lnTo>
                    <a:pt x="241" y="161"/>
                  </a:lnTo>
                  <a:lnTo>
                    <a:pt x="234" y="163"/>
                  </a:lnTo>
                  <a:lnTo>
                    <a:pt x="232" y="167"/>
                  </a:lnTo>
                  <a:lnTo>
                    <a:pt x="227" y="171"/>
                  </a:lnTo>
                  <a:lnTo>
                    <a:pt x="224" y="172"/>
                  </a:lnTo>
                  <a:lnTo>
                    <a:pt x="221" y="172"/>
                  </a:lnTo>
                  <a:lnTo>
                    <a:pt x="217" y="171"/>
                  </a:lnTo>
                  <a:lnTo>
                    <a:pt x="217" y="170"/>
                  </a:lnTo>
                  <a:lnTo>
                    <a:pt x="217" y="168"/>
                  </a:lnTo>
                  <a:lnTo>
                    <a:pt x="212" y="170"/>
                  </a:lnTo>
                  <a:lnTo>
                    <a:pt x="208" y="171"/>
                  </a:lnTo>
                  <a:lnTo>
                    <a:pt x="204" y="168"/>
                  </a:lnTo>
                  <a:lnTo>
                    <a:pt x="200" y="168"/>
                  </a:lnTo>
                  <a:lnTo>
                    <a:pt x="194" y="166"/>
                  </a:lnTo>
                  <a:lnTo>
                    <a:pt x="186" y="162"/>
                  </a:lnTo>
                  <a:lnTo>
                    <a:pt x="182" y="158"/>
                  </a:lnTo>
                  <a:lnTo>
                    <a:pt x="179" y="158"/>
                  </a:lnTo>
                  <a:lnTo>
                    <a:pt x="170" y="157"/>
                  </a:lnTo>
                  <a:lnTo>
                    <a:pt x="163" y="157"/>
                  </a:lnTo>
                  <a:lnTo>
                    <a:pt x="161" y="157"/>
                  </a:lnTo>
                  <a:lnTo>
                    <a:pt x="159" y="158"/>
                  </a:lnTo>
                  <a:lnTo>
                    <a:pt x="159" y="159"/>
                  </a:lnTo>
                  <a:lnTo>
                    <a:pt x="155" y="161"/>
                  </a:lnTo>
                  <a:lnTo>
                    <a:pt x="149" y="161"/>
                  </a:lnTo>
                  <a:lnTo>
                    <a:pt x="140" y="161"/>
                  </a:lnTo>
                  <a:lnTo>
                    <a:pt x="133" y="161"/>
                  </a:lnTo>
                  <a:lnTo>
                    <a:pt x="126" y="161"/>
                  </a:lnTo>
                  <a:lnTo>
                    <a:pt x="122" y="161"/>
                  </a:lnTo>
                  <a:lnTo>
                    <a:pt x="120" y="161"/>
                  </a:lnTo>
                  <a:lnTo>
                    <a:pt x="119" y="161"/>
                  </a:lnTo>
                  <a:lnTo>
                    <a:pt x="115" y="155"/>
                  </a:lnTo>
                  <a:lnTo>
                    <a:pt x="115" y="153"/>
                  </a:lnTo>
                  <a:lnTo>
                    <a:pt x="112" y="149"/>
                  </a:lnTo>
                  <a:lnTo>
                    <a:pt x="109" y="146"/>
                  </a:lnTo>
                  <a:lnTo>
                    <a:pt x="108" y="143"/>
                  </a:lnTo>
                  <a:lnTo>
                    <a:pt x="108" y="141"/>
                  </a:lnTo>
                  <a:lnTo>
                    <a:pt x="107" y="140"/>
                  </a:lnTo>
                  <a:lnTo>
                    <a:pt x="104" y="140"/>
                  </a:lnTo>
                  <a:lnTo>
                    <a:pt x="104" y="138"/>
                  </a:lnTo>
                  <a:lnTo>
                    <a:pt x="103" y="137"/>
                  </a:lnTo>
                  <a:lnTo>
                    <a:pt x="103" y="136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97" y="136"/>
                  </a:lnTo>
                  <a:lnTo>
                    <a:pt x="95" y="134"/>
                  </a:lnTo>
                  <a:lnTo>
                    <a:pt x="91" y="130"/>
                  </a:lnTo>
                  <a:lnTo>
                    <a:pt x="88" y="130"/>
                  </a:lnTo>
                  <a:lnTo>
                    <a:pt x="88" y="130"/>
                  </a:lnTo>
                  <a:lnTo>
                    <a:pt x="86" y="130"/>
                  </a:lnTo>
                  <a:lnTo>
                    <a:pt x="84" y="129"/>
                  </a:lnTo>
                  <a:lnTo>
                    <a:pt x="80" y="126"/>
                  </a:lnTo>
                  <a:lnTo>
                    <a:pt x="72" y="124"/>
                  </a:lnTo>
                  <a:lnTo>
                    <a:pt x="72" y="125"/>
                  </a:lnTo>
                  <a:lnTo>
                    <a:pt x="71" y="125"/>
                  </a:lnTo>
                  <a:lnTo>
                    <a:pt x="69" y="125"/>
                  </a:lnTo>
                  <a:lnTo>
                    <a:pt x="63" y="126"/>
                  </a:lnTo>
                  <a:lnTo>
                    <a:pt x="51" y="124"/>
                  </a:lnTo>
                  <a:lnTo>
                    <a:pt x="49" y="122"/>
                  </a:lnTo>
                  <a:lnTo>
                    <a:pt x="46" y="117"/>
                  </a:lnTo>
                  <a:lnTo>
                    <a:pt x="46" y="116"/>
                  </a:lnTo>
                  <a:lnTo>
                    <a:pt x="46" y="115"/>
                  </a:lnTo>
                  <a:lnTo>
                    <a:pt x="46" y="113"/>
                  </a:lnTo>
                  <a:lnTo>
                    <a:pt x="47" y="112"/>
                  </a:lnTo>
                  <a:lnTo>
                    <a:pt x="49" y="109"/>
                  </a:lnTo>
                  <a:lnTo>
                    <a:pt x="47" y="108"/>
                  </a:lnTo>
                  <a:lnTo>
                    <a:pt x="46" y="105"/>
                  </a:lnTo>
                  <a:lnTo>
                    <a:pt x="47" y="104"/>
                  </a:lnTo>
                  <a:lnTo>
                    <a:pt x="47" y="101"/>
                  </a:lnTo>
                  <a:lnTo>
                    <a:pt x="46" y="100"/>
                  </a:lnTo>
                  <a:lnTo>
                    <a:pt x="45" y="97"/>
                  </a:lnTo>
                  <a:lnTo>
                    <a:pt x="43" y="96"/>
                  </a:lnTo>
                  <a:lnTo>
                    <a:pt x="41" y="95"/>
                  </a:lnTo>
                  <a:lnTo>
                    <a:pt x="41" y="92"/>
                  </a:lnTo>
                  <a:lnTo>
                    <a:pt x="40" y="91"/>
                  </a:lnTo>
                  <a:lnTo>
                    <a:pt x="38" y="88"/>
                  </a:lnTo>
                  <a:lnTo>
                    <a:pt x="38" y="87"/>
                  </a:lnTo>
                  <a:lnTo>
                    <a:pt x="37" y="86"/>
                  </a:lnTo>
                  <a:lnTo>
                    <a:pt x="34" y="83"/>
                  </a:lnTo>
                  <a:lnTo>
                    <a:pt x="33" y="83"/>
                  </a:lnTo>
                  <a:lnTo>
                    <a:pt x="32" y="82"/>
                  </a:lnTo>
                  <a:lnTo>
                    <a:pt x="30" y="80"/>
                  </a:lnTo>
                  <a:lnTo>
                    <a:pt x="29" y="80"/>
                  </a:lnTo>
                  <a:lnTo>
                    <a:pt x="28" y="82"/>
                  </a:lnTo>
                  <a:lnTo>
                    <a:pt x="26" y="83"/>
                  </a:lnTo>
                  <a:lnTo>
                    <a:pt x="25" y="82"/>
                  </a:lnTo>
                  <a:lnTo>
                    <a:pt x="22" y="80"/>
                  </a:lnTo>
                  <a:lnTo>
                    <a:pt x="22" y="79"/>
                  </a:lnTo>
                  <a:lnTo>
                    <a:pt x="20" y="79"/>
                  </a:lnTo>
                  <a:lnTo>
                    <a:pt x="17" y="80"/>
                  </a:lnTo>
                  <a:lnTo>
                    <a:pt x="17" y="82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6"/>
                  </a:lnTo>
                  <a:lnTo>
                    <a:pt x="8" y="75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0" y="62"/>
                  </a:lnTo>
                  <a:lnTo>
                    <a:pt x="1" y="58"/>
                  </a:lnTo>
                  <a:lnTo>
                    <a:pt x="4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12" y="53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7" y="47"/>
                  </a:lnTo>
                  <a:lnTo>
                    <a:pt x="20" y="46"/>
                  </a:lnTo>
                  <a:lnTo>
                    <a:pt x="20" y="43"/>
                  </a:lnTo>
                  <a:lnTo>
                    <a:pt x="21" y="42"/>
                  </a:lnTo>
                  <a:lnTo>
                    <a:pt x="24" y="41"/>
                  </a:lnTo>
                  <a:lnTo>
                    <a:pt x="25" y="40"/>
                  </a:lnTo>
                  <a:lnTo>
                    <a:pt x="26" y="38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9" y="36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8" y="30"/>
                  </a:lnTo>
                  <a:lnTo>
                    <a:pt x="41" y="30"/>
                  </a:lnTo>
                  <a:lnTo>
                    <a:pt x="42" y="30"/>
                  </a:lnTo>
                  <a:lnTo>
                    <a:pt x="45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9" y="30"/>
                  </a:lnTo>
                  <a:lnTo>
                    <a:pt x="50" y="32"/>
                  </a:lnTo>
                  <a:lnTo>
                    <a:pt x="51" y="34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7" y="33"/>
                  </a:lnTo>
                  <a:lnTo>
                    <a:pt x="58" y="32"/>
                  </a:lnTo>
                  <a:lnTo>
                    <a:pt x="62" y="32"/>
                  </a:lnTo>
                  <a:lnTo>
                    <a:pt x="63" y="34"/>
                  </a:lnTo>
                  <a:lnTo>
                    <a:pt x="63" y="36"/>
                  </a:lnTo>
                  <a:lnTo>
                    <a:pt x="65" y="37"/>
                  </a:lnTo>
                  <a:lnTo>
                    <a:pt x="70" y="41"/>
                  </a:lnTo>
                  <a:lnTo>
                    <a:pt x="72" y="42"/>
                  </a:lnTo>
                  <a:lnTo>
                    <a:pt x="76" y="45"/>
                  </a:lnTo>
                  <a:lnTo>
                    <a:pt x="78" y="43"/>
                  </a:lnTo>
                  <a:lnTo>
                    <a:pt x="80" y="42"/>
                  </a:lnTo>
                  <a:lnTo>
                    <a:pt x="83" y="41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90" y="42"/>
                  </a:lnTo>
                  <a:lnTo>
                    <a:pt x="91" y="42"/>
                  </a:lnTo>
                  <a:lnTo>
                    <a:pt x="96" y="42"/>
                  </a:lnTo>
                  <a:lnTo>
                    <a:pt x="97" y="4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103" y="42"/>
                  </a:lnTo>
                  <a:lnTo>
                    <a:pt x="107" y="42"/>
                  </a:lnTo>
                  <a:lnTo>
                    <a:pt x="109" y="38"/>
                  </a:lnTo>
                  <a:lnTo>
                    <a:pt x="108" y="37"/>
                  </a:lnTo>
                  <a:lnTo>
                    <a:pt x="105" y="36"/>
                  </a:lnTo>
                  <a:lnTo>
                    <a:pt x="105" y="32"/>
                  </a:lnTo>
                  <a:lnTo>
                    <a:pt x="107" y="28"/>
                  </a:lnTo>
                  <a:lnTo>
                    <a:pt x="105" y="26"/>
                  </a:lnTo>
                  <a:lnTo>
                    <a:pt x="104" y="25"/>
                  </a:lnTo>
                  <a:lnTo>
                    <a:pt x="103" y="24"/>
                  </a:lnTo>
                  <a:lnTo>
                    <a:pt x="99" y="22"/>
                  </a:lnTo>
                  <a:lnTo>
                    <a:pt x="97" y="20"/>
                  </a:lnTo>
                  <a:lnTo>
                    <a:pt x="99" y="15"/>
                  </a:lnTo>
                  <a:lnTo>
                    <a:pt x="100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4" y="7"/>
                  </a:lnTo>
                  <a:lnTo>
                    <a:pt x="105" y="8"/>
                  </a:lnTo>
                  <a:lnTo>
                    <a:pt x="105" y="5"/>
                  </a:lnTo>
                  <a:lnTo>
                    <a:pt x="105" y="4"/>
                  </a:lnTo>
                  <a:lnTo>
                    <a:pt x="105" y="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7" name="Freeform 348"/>
            <p:cNvSpPr>
              <a:spLocks/>
            </p:cNvSpPr>
            <p:nvPr/>
          </p:nvSpPr>
          <p:spPr bwMode="auto">
            <a:xfrm>
              <a:off x="7051901" y="2403950"/>
              <a:ext cx="1144524" cy="601446"/>
            </a:xfrm>
            <a:custGeom>
              <a:avLst/>
              <a:gdLst>
                <a:gd name="T0" fmla="*/ 245 w 451"/>
                <a:gd name="T1" fmla="*/ 7 h 237"/>
                <a:gd name="T2" fmla="*/ 249 w 451"/>
                <a:gd name="T3" fmla="*/ 22 h 237"/>
                <a:gd name="T4" fmla="*/ 260 w 451"/>
                <a:gd name="T5" fmla="*/ 19 h 237"/>
                <a:gd name="T6" fmla="*/ 268 w 451"/>
                <a:gd name="T7" fmla="*/ 22 h 237"/>
                <a:gd name="T8" fmla="*/ 278 w 451"/>
                <a:gd name="T9" fmla="*/ 32 h 237"/>
                <a:gd name="T10" fmla="*/ 297 w 451"/>
                <a:gd name="T11" fmla="*/ 27 h 237"/>
                <a:gd name="T12" fmla="*/ 314 w 451"/>
                <a:gd name="T13" fmla="*/ 12 h 237"/>
                <a:gd name="T14" fmla="*/ 368 w 451"/>
                <a:gd name="T15" fmla="*/ 70 h 237"/>
                <a:gd name="T16" fmla="*/ 377 w 451"/>
                <a:gd name="T17" fmla="*/ 73 h 237"/>
                <a:gd name="T18" fmla="*/ 392 w 451"/>
                <a:gd name="T19" fmla="*/ 69 h 237"/>
                <a:gd name="T20" fmla="*/ 414 w 451"/>
                <a:gd name="T21" fmla="*/ 78 h 237"/>
                <a:gd name="T22" fmla="*/ 422 w 451"/>
                <a:gd name="T23" fmla="*/ 87 h 237"/>
                <a:gd name="T24" fmla="*/ 442 w 451"/>
                <a:gd name="T25" fmla="*/ 83 h 237"/>
                <a:gd name="T26" fmla="*/ 447 w 451"/>
                <a:gd name="T27" fmla="*/ 97 h 237"/>
                <a:gd name="T28" fmla="*/ 439 w 451"/>
                <a:gd name="T29" fmla="*/ 122 h 237"/>
                <a:gd name="T30" fmla="*/ 428 w 451"/>
                <a:gd name="T31" fmla="*/ 131 h 237"/>
                <a:gd name="T32" fmla="*/ 409 w 451"/>
                <a:gd name="T33" fmla="*/ 148 h 237"/>
                <a:gd name="T34" fmla="*/ 406 w 451"/>
                <a:gd name="T35" fmla="*/ 162 h 237"/>
                <a:gd name="T36" fmla="*/ 384 w 451"/>
                <a:gd name="T37" fmla="*/ 168 h 237"/>
                <a:gd name="T38" fmla="*/ 393 w 451"/>
                <a:gd name="T39" fmla="*/ 181 h 237"/>
                <a:gd name="T40" fmla="*/ 398 w 451"/>
                <a:gd name="T41" fmla="*/ 202 h 237"/>
                <a:gd name="T42" fmla="*/ 369 w 451"/>
                <a:gd name="T43" fmla="*/ 199 h 237"/>
                <a:gd name="T44" fmla="*/ 332 w 451"/>
                <a:gd name="T45" fmla="*/ 200 h 237"/>
                <a:gd name="T46" fmla="*/ 319 w 451"/>
                <a:gd name="T47" fmla="*/ 208 h 237"/>
                <a:gd name="T48" fmla="*/ 289 w 451"/>
                <a:gd name="T49" fmla="*/ 214 h 237"/>
                <a:gd name="T50" fmla="*/ 268 w 451"/>
                <a:gd name="T51" fmla="*/ 236 h 237"/>
                <a:gd name="T52" fmla="*/ 230 w 451"/>
                <a:gd name="T53" fmla="*/ 206 h 237"/>
                <a:gd name="T54" fmla="*/ 126 w 451"/>
                <a:gd name="T55" fmla="*/ 236 h 237"/>
                <a:gd name="T56" fmla="*/ 81 w 451"/>
                <a:gd name="T57" fmla="*/ 225 h 237"/>
                <a:gd name="T58" fmla="*/ 74 w 451"/>
                <a:gd name="T59" fmla="*/ 216 h 237"/>
                <a:gd name="T60" fmla="*/ 65 w 451"/>
                <a:gd name="T61" fmla="*/ 208 h 237"/>
                <a:gd name="T62" fmla="*/ 53 w 451"/>
                <a:gd name="T63" fmla="*/ 194 h 237"/>
                <a:gd name="T64" fmla="*/ 62 w 451"/>
                <a:gd name="T65" fmla="*/ 190 h 237"/>
                <a:gd name="T66" fmla="*/ 60 w 451"/>
                <a:gd name="T67" fmla="*/ 182 h 237"/>
                <a:gd name="T68" fmla="*/ 73 w 451"/>
                <a:gd name="T69" fmla="*/ 175 h 237"/>
                <a:gd name="T70" fmla="*/ 79 w 451"/>
                <a:gd name="T71" fmla="*/ 174 h 237"/>
                <a:gd name="T72" fmla="*/ 79 w 451"/>
                <a:gd name="T73" fmla="*/ 160 h 237"/>
                <a:gd name="T74" fmla="*/ 70 w 451"/>
                <a:gd name="T75" fmla="*/ 152 h 237"/>
                <a:gd name="T76" fmla="*/ 62 w 451"/>
                <a:gd name="T77" fmla="*/ 154 h 237"/>
                <a:gd name="T78" fmla="*/ 52 w 451"/>
                <a:gd name="T79" fmla="*/ 154 h 237"/>
                <a:gd name="T80" fmla="*/ 41 w 451"/>
                <a:gd name="T81" fmla="*/ 160 h 237"/>
                <a:gd name="T82" fmla="*/ 29 w 451"/>
                <a:gd name="T83" fmla="*/ 158 h 237"/>
                <a:gd name="T84" fmla="*/ 7 w 451"/>
                <a:gd name="T85" fmla="*/ 135 h 237"/>
                <a:gd name="T86" fmla="*/ 7 w 451"/>
                <a:gd name="T87" fmla="*/ 103 h 237"/>
                <a:gd name="T88" fmla="*/ 24 w 451"/>
                <a:gd name="T89" fmla="*/ 97 h 237"/>
                <a:gd name="T90" fmla="*/ 39 w 451"/>
                <a:gd name="T91" fmla="*/ 82 h 237"/>
                <a:gd name="T92" fmla="*/ 47 w 451"/>
                <a:gd name="T93" fmla="*/ 83 h 237"/>
                <a:gd name="T94" fmla="*/ 58 w 451"/>
                <a:gd name="T95" fmla="*/ 81 h 237"/>
                <a:gd name="T96" fmla="*/ 79 w 451"/>
                <a:gd name="T97" fmla="*/ 91 h 237"/>
                <a:gd name="T98" fmla="*/ 94 w 451"/>
                <a:gd name="T99" fmla="*/ 91 h 237"/>
                <a:gd name="T100" fmla="*/ 107 w 451"/>
                <a:gd name="T101" fmla="*/ 85 h 237"/>
                <a:gd name="T102" fmla="*/ 126 w 451"/>
                <a:gd name="T103" fmla="*/ 85 h 237"/>
                <a:gd name="T104" fmla="*/ 140 w 451"/>
                <a:gd name="T105" fmla="*/ 94 h 237"/>
                <a:gd name="T106" fmla="*/ 157 w 451"/>
                <a:gd name="T107" fmla="*/ 78 h 237"/>
                <a:gd name="T108" fmla="*/ 141 w 451"/>
                <a:gd name="T109" fmla="*/ 69 h 237"/>
                <a:gd name="T110" fmla="*/ 149 w 451"/>
                <a:gd name="T111" fmla="*/ 50 h 237"/>
                <a:gd name="T112" fmla="*/ 147 w 451"/>
                <a:gd name="T113" fmla="*/ 45 h 237"/>
                <a:gd name="T114" fmla="*/ 141 w 451"/>
                <a:gd name="T115" fmla="*/ 36 h 237"/>
                <a:gd name="T116" fmla="*/ 154 w 451"/>
                <a:gd name="T117" fmla="*/ 33 h 237"/>
                <a:gd name="T118" fmla="*/ 174 w 451"/>
                <a:gd name="T119" fmla="*/ 28 h 237"/>
                <a:gd name="T120" fmla="*/ 189 w 451"/>
                <a:gd name="T121" fmla="*/ 20 h 237"/>
                <a:gd name="T122" fmla="*/ 207 w 451"/>
                <a:gd name="T123" fmla="*/ 12 h 237"/>
                <a:gd name="T124" fmla="*/ 220 w 451"/>
                <a:gd name="T125" fmla="*/ 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1" h="237">
                  <a:moveTo>
                    <a:pt x="227" y="0"/>
                  </a:moveTo>
                  <a:lnTo>
                    <a:pt x="230" y="2"/>
                  </a:lnTo>
                  <a:lnTo>
                    <a:pt x="234" y="2"/>
                  </a:lnTo>
                  <a:lnTo>
                    <a:pt x="236" y="4"/>
                  </a:lnTo>
                  <a:lnTo>
                    <a:pt x="239" y="4"/>
                  </a:lnTo>
                  <a:lnTo>
                    <a:pt x="241" y="3"/>
                  </a:lnTo>
                  <a:lnTo>
                    <a:pt x="244" y="3"/>
                  </a:lnTo>
                  <a:lnTo>
                    <a:pt x="244" y="6"/>
                  </a:lnTo>
                  <a:lnTo>
                    <a:pt x="245" y="7"/>
                  </a:lnTo>
                  <a:lnTo>
                    <a:pt x="247" y="8"/>
                  </a:lnTo>
                  <a:lnTo>
                    <a:pt x="248" y="11"/>
                  </a:lnTo>
                  <a:lnTo>
                    <a:pt x="249" y="12"/>
                  </a:lnTo>
                  <a:lnTo>
                    <a:pt x="249" y="14"/>
                  </a:lnTo>
                  <a:lnTo>
                    <a:pt x="249" y="15"/>
                  </a:lnTo>
                  <a:lnTo>
                    <a:pt x="249" y="18"/>
                  </a:lnTo>
                  <a:lnTo>
                    <a:pt x="249" y="19"/>
                  </a:lnTo>
                  <a:lnTo>
                    <a:pt x="248" y="19"/>
                  </a:lnTo>
                  <a:lnTo>
                    <a:pt x="249" y="22"/>
                  </a:lnTo>
                  <a:lnTo>
                    <a:pt x="251" y="22"/>
                  </a:lnTo>
                  <a:lnTo>
                    <a:pt x="253" y="20"/>
                  </a:lnTo>
                  <a:lnTo>
                    <a:pt x="255" y="22"/>
                  </a:lnTo>
                  <a:lnTo>
                    <a:pt x="256" y="22"/>
                  </a:lnTo>
                  <a:lnTo>
                    <a:pt x="256" y="19"/>
                  </a:lnTo>
                  <a:lnTo>
                    <a:pt x="259" y="19"/>
                  </a:lnTo>
                  <a:lnTo>
                    <a:pt x="259" y="22"/>
                  </a:lnTo>
                  <a:lnTo>
                    <a:pt x="260" y="22"/>
                  </a:lnTo>
                  <a:lnTo>
                    <a:pt x="260" y="19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4" y="19"/>
                  </a:lnTo>
                  <a:lnTo>
                    <a:pt x="265" y="23"/>
                  </a:lnTo>
                  <a:lnTo>
                    <a:pt x="266" y="25"/>
                  </a:lnTo>
                  <a:lnTo>
                    <a:pt x="268" y="25"/>
                  </a:lnTo>
                  <a:lnTo>
                    <a:pt x="269" y="24"/>
                  </a:lnTo>
                  <a:lnTo>
                    <a:pt x="268" y="23"/>
                  </a:lnTo>
                  <a:lnTo>
                    <a:pt x="268" y="22"/>
                  </a:lnTo>
                  <a:lnTo>
                    <a:pt x="270" y="22"/>
                  </a:lnTo>
                  <a:lnTo>
                    <a:pt x="274" y="24"/>
                  </a:lnTo>
                  <a:lnTo>
                    <a:pt x="276" y="24"/>
                  </a:lnTo>
                  <a:lnTo>
                    <a:pt x="278" y="23"/>
                  </a:lnTo>
                  <a:lnTo>
                    <a:pt x="280" y="23"/>
                  </a:lnTo>
                  <a:lnTo>
                    <a:pt x="278" y="25"/>
                  </a:lnTo>
                  <a:lnTo>
                    <a:pt x="277" y="27"/>
                  </a:lnTo>
                  <a:lnTo>
                    <a:pt x="277" y="29"/>
                  </a:lnTo>
                  <a:lnTo>
                    <a:pt x="278" y="32"/>
                  </a:lnTo>
                  <a:lnTo>
                    <a:pt x="280" y="32"/>
                  </a:lnTo>
                  <a:lnTo>
                    <a:pt x="281" y="29"/>
                  </a:lnTo>
                  <a:lnTo>
                    <a:pt x="284" y="29"/>
                  </a:lnTo>
                  <a:lnTo>
                    <a:pt x="289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28"/>
                  </a:lnTo>
                  <a:lnTo>
                    <a:pt x="293" y="27"/>
                  </a:lnTo>
                  <a:lnTo>
                    <a:pt x="297" y="27"/>
                  </a:lnTo>
                  <a:lnTo>
                    <a:pt x="299" y="24"/>
                  </a:lnTo>
                  <a:lnTo>
                    <a:pt x="299" y="23"/>
                  </a:lnTo>
                  <a:lnTo>
                    <a:pt x="302" y="22"/>
                  </a:lnTo>
                  <a:lnTo>
                    <a:pt x="302" y="19"/>
                  </a:lnTo>
                  <a:lnTo>
                    <a:pt x="305" y="16"/>
                  </a:lnTo>
                  <a:lnTo>
                    <a:pt x="306" y="16"/>
                  </a:lnTo>
                  <a:lnTo>
                    <a:pt x="309" y="14"/>
                  </a:lnTo>
                  <a:lnTo>
                    <a:pt x="311" y="14"/>
                  </a:lnTo>
                  <a:lnTo>
                    <a:pt x="314" y="12"/>
                  </a:lnTo>
                  <a:lnTo>
                    <a:pt x="315" y="14"/>
                  </a:lnTo>
                  <a:lnTo>
                    <a:pt x="315" y="15"/>
                  </a:lnTo>
                  <a:lnTo>
                    <a:pt x="313" y="18"/>
                  </a:lnTo>
                  <a:lnTo>
                    <a:pt x="311" y="18"/>
                  </a:lnTo>
                  <a:lnTo>
                    <a:pt x="313" y="20"/>
                  </a:lnTo>
                  <a:lnTo>
                    <a:pt x="334" y="36"/>
                  </a:lnTo>
                  <a:lnTo>
                    <a:pt x="363" y="73"/>
                  </a:lnTo>
                  <a:lnTo>
                    <a:pt x="365" y="72"/>
                  </a:lnTo>
                  <a:lnTo>
                    <a:pt x="368" y="70"/>
                  </a:lnTo>
                  <a:lnTo>
                    <a:pt x="368" y="69"/>
                  </a:lnTo>
                  <a:lnTo>
                    <a:pt x="368" y="69"/>
                  </a:lnTo>
                  <a:lnTo>
                    <a:pt x="366" y="66"/>
                  </a:lnTo>
                  <a:lnTo>
                    <a:pt x="369" y="65"/>
                  </a:lnTo>
                  <a:lnTo>
                    <a:pt x="372" y="66"/>
                  </a:lnTo>
                  <a:lnTo>
                    <a:pt x="372" y="69"/>
                  </a:lnTo>
                  <a:lnTo>
                    <a:pt x="372" y="70"/>
                  </a:lnTo>
                  <a:lnTo>
                    <a:pt x="374" y="70"/>
                  </a:lnTo>
                  <a:lnTo>
                    <a:pt x="377" y="73"/>
                  </a:lnTo>
                  <a:lnTo>
                    <a:pt x="378" y="73"/>
                  </a:lnTo>
                  <a:lnTo>
                    <a:pt x="381" y="72"/>
                  </a:lnTo>
                  <a:lnTo>
                    <a:pt x="382" y="72"/>
                  </a:lnTo>
                  <a:lnTo>
                    <a:pt x="385" y="73"/>
                  </a:lnTo>
                  <a:lnTo>
                    <a:pt x="388" y="72"/>
                  </a:lnTo>
                  <a:lnTo>
                    <a:pt x="390" y="72"/>
                  </a:lnTo>
                  <a:lnTo>
                    <a:pt x="392" y="72"/>
                  </a:lnTo>
                  <a:lnTo>
                    <a:pt x="393" y="70"/>
                  </a:lnTo>
                  <a:lnTo>
                    <a:pt x="392" y="69"/>
                  </a:lnTo>
                  <a:lnTo>
                    <a:pt x="393" y="68"/>
                  </a:lnTo>
                  <a:lnTo>
                    <a:pt x="397" y="68"/>
                  </a:lnTo>
                  <a:lnTo>
                    <a:pt x="401" y="68"/>
                  </a:lnTo>
                  <a:lnTo>
                    <a:pt x="405" y="68"/>
                  </a:lnTo>
                  <a:lnTo>
                    <a:pt x="407" y="70"/>
                  </a:lnTo>
                  <a:lnTo>
                    <a:pt x="410" y="74"/>
                  </a:lnTo>
                  <a:lnTo>
                    <a:pt x="411" y="77"/>
                  </a:lnTo>
                  <a:lnTo>
                    <a:pt x="413" y="77"/>
                  </a:lnTo>
                  <a:lnTo>
                    <a:pt x="414" y="78"/>
                  </a:lnTo>
                  <a:lnTo>
                    <a:pt x="418" y="79"/>
                  </a:lnTo>
                  <a:lnTo>
                    <a:pt x="418" y="79"/>
                  </a:lnTo>
                  <a:lnTo>
                    <a:pt x="420" y="81"/>
                  </a:lnTo>
                  <a:lnTo>
                    <a:pt x="420" y="82"/>
                  </a:lnTo>
                  <a:lnTo>
                    <a:pt x="419" y="82"/>
                  </a:lnTo>
                  <a:lnTo>
                    <a:pt x="419" y="85"/>
                  </a:lnTo>
                  <a:lnTo>
                    <a:pt x="420" y="86"/>
                  </a:lnTo>
                  <a:lnTo>
                    <a:pt x="422" y="87"/>
                  </a:lnTo>
                  <a:lnTo>
                    <a:pt x="422" y="87"/>
                  </a:lnTo>
                  <a:lnTo>
                    <a:pt x="423" y="87"/>
                  </a:lnTo>
                  <a:lnTo>
                    <a:pt x="426" y="89"/>
                  </a:lnTo>
                  <a:lnTo>
                    <a:pt x="427" y="90"/>
                  </a:lnTo>
                  <a:lnTo>
                    <a:pt x="428" y="89"/>
                  </a:lnTo>
                  <a:lnTo>
                    <a:pt x="430" y="87"/>
                  </a:lnTo>
                  <a:lnTo>
                    <a:pt x="435" y="87"/>
                  </a:lnTo>
                  <a:lnTo>
                    <a:pt x="438" y="86"/>
                  </a:lnTo>
                  <a:lnTo>
                    <a:pt x="439" y="85"/>
                  </a:lnTo>
                  <a:lnTo>
                    <a:pt x="442" y="83"/>
                  </a:lnTo>
                  <a:lnTo>
                    <a:pt x="443" y="83"/>
                  </a:lnTo>
                  <a:lnTo>
                    <a:pt x="442" y="86"/>
                  </a:lnTo>
                  <a:lnTo>
                    <a:pt x="443" y="89"/>
                  </a:lnTo>
                  <a:lnTo>
                    <a:pt x="444" y="89"/>
                  </a:lnTo>
                  <a:lnTo>
                    <a:pt x="447" y="91"/>
                  </a:lnTo>
                  <a:lnTo>
                    <a:pt x="449" y="93"/>
                  </a:lnTo>
                  <a:lnTo>
                    <a:pt x="451" y="94"/>
                  </a:lnTo>
                  <a:lnTo>
                    <a:pt x="448" y="95"/>
                  </a:lnTo>
                  <a:lnTo>
                    <a:pt x="447" y="97"/>
                  </a:lnTo>
                  <a:lnTo>
                    <a:pt x="444" y="100"/>
                  </a:lnTo>
                  <a:lnTo>
                    <a:pt x="444" y="102"/>
                  </a:lnTo>
                  <a:lnTo>
                    <a:pt x="444" y="103"/>
                  </a:lnTo>
                  <a:lnTo>
                    <a:pt x="443" y="106"/>
                  </a:lnTo>
                  <a:lnTo>
                    <a:pt x="439" y="107"/>
                  </a:lnTo>
                  <a:lnTo>
                    <a:pt x="438" y="108"/>
                  </a:lnTo>
                  <a:lnTo>
                    <a:pt x="436" y="111"/>
                  </a:lnTo>
                  <a:lnTo>
                    <a:pt x="438" y="116"/>
                  </a:lnTo>
                  <a:lnTo>
                    <a:pt x="439" y="122"/>
                  </a:lnTo>
                  <a:lnTo>
                    <a:pt x="442" y="124"/>
                  </a:lnTo>
                  <a:lnTo>
                    <a:pt x="442" y="125"/>
                  </a:lnTo>
                  <a:lnTo>
                    <a:pt x="438" y="129"/>
                  </a:lnTo>
                  <a:lnTo>
                    <a:pt x="436" y="129"/>
                  </a:lnTo>
                  <a:lnTo>
                    <a:pt x="434" y="132"/>
                  </a:lnTo>
                  <a:lnTo>
                    <a:pt x="432" y="133"/>
                  </a:lnTo>
                  <a:lnTo>
                    <a:pt x="431" y="132"/>
                  </a:lnTo>
                  <a:lnTo>
                    <a:pt x="430" y="131"/>
                  </a:lnTo>
                  <a:lnTo>
                    <a:pt x="428" y="131"/>
                  </a:lnTo>
                  <a:lnTo>
                    <a:pt x="423" y="132"/>
                  </a:lnTo>
                  <a:lnTo>
                    <a:pt x="420" y="132"/>
                  </a:lnTo>
                  <a:lnTo>
                    <a:pt x="415" y="131"/>
                  </a:lnTo>
                  <a:lnTo>
                    <a:pt x="413" y="129"/>
                  </a:lnTo>
                  <a:lnTo>
                    <a:pt x="411" y="131"/>
                  </a:lnTo>
                  <a:lnTo>
                    <a:pt x="411" y="136"/>
                  </a:lnTo>
                  <a:lnTo>
                    <a:pt x="410" y="139"/>
                  </a:lnTo>
                  <a:lnTo>
                    <a:pt x="410" y="141"/>
                  </a:lnTo>
                  <a:lnTo>
                    <a:pt x="409" y="148"/>
                  </a:lnTo>
                  <a:lnTo>
                    <a:pt x="409" y="153"/>
                  </a:lnTo>
                  <a:lnTo>
                    <a:pt x="407" y="156"/>
                  </a:lnTo>
                  <a:lnTo>
                    <a:pt x="409" y="157"/>
                  </a:lnTo>
                  <a:lnTo>
                    <a:pt x="411" y="157"/>
                  </a:lnTo>
                  <a:lnTo>
                    <a:pt x="411" y="160"/>
                  </a:lnTo>
                  <a:lnTo>
                    <a:pt x="410" y="162"/>
                  </a:lnTo>
                  <a:lnTo>
                    <a:pt x="409" y="162"/>
                  </a:lnTo>
                  <a:lnTo>
                    <a:pt x="407" y="162"/>
                  </a:lnTo>
                  <a:lnTo>
                    <a:pt x="406" y="162"/>
                  </a:lnTo>
                  <a:lnTo>
                    <a:pt x="405" y="161"/>
                  </a:lnTo>
                  <a:lnTo>
                    <a:pt x="403" y="162"/>
                  </a:lnTo>
                  <a:lnTo>
                    <a:pt x="399" y="162"/>
                  </a:lnTo>
                  <a:lnTo>
                    <a:pt x="394" y="164"/>
                  </a:lnTo>
                  <a:lnTo>
                    <a:pt x="392" y="165"/>
                  </a:lnTo>
                  <a:lnTo>
                    <a:pt x="389" y="165"/>
                  </a:lnTo>
                  <a:lnTo>
                    <a:pt x="388" y="165"/>
                  </a:lnTo>
                  <a:lnTo>
                    <a:pt x="386" y="165"/>
                  </a:lnTo>
                  <a:lnTo>
                    <a:pt x="384" y="168"/>
                  </a:lnTo>
                  <a:lnTo>
                    <a:pt x="384" y="169"/>
                  </a:lnTo>
                  <a:lnTo>
                    <a:pt x="386" y="170"/>
                  </a:lnTo>
                  <a:lnTo>
                    <a:pt x="389" y="170"/>
                  </a:lnTo>
                  <a:lnTo>
                    <a:pt x="392" y="170"/>
                  </a:lnTo>
                  <a:lnTo>
                    <a:pt x="392" y="172"/>
                  </a:lnTo>
                  <a:lnTo>
                    <a:pt x="390" y="174"/>
                  </a:lnTo>
                  <a:lnTo>
                    <a:pt x="392" y="177"/>
                  </a:lnTo>
                  <a:lnTo>
                    <a:pt x="392" y="179"/>
                  </a:lnTo>
                  <a:lnTo>
                    <a:pt x="393" y="181"/>
                  </a:lnTo>
                  <a:lnTo>
                    <a:pt x="393" y="183"/>
                  </a:lnTo>
                  <a:lnTo>
                    <a:pt x="395" y="186"/>
                  </a:lnTo>
                  <a:lnTo>
                    <a:pt x="395" y="189"/>
                  </a:lnTo>
                  <a:lnTo>
                    <a:pt x="398" y="190"/>
                  </a:lnTo>
                  <a:lnTo>
                    <a:pt x="399" y="195"/>
                  </a:lnTo>
                  <a:lnTo>
                    <a:pt x="398" y="197"/>
                  </a:lnTo>
                  <a:lnTo>
                    <a:pt x="397" y="199"/>
                  </a:lnTo>
                  <a:lnTo>
                    <a:pt x="399" y="200"/>
                  </a:lnTo>
                  <a:lnTo>
                    <a:pt x="398" y="202"/>
                  </a:lnTo>
                  <a:lnTo>
                    <a:pt x="398" y="203"/>
                  </a:lnTo>
                  <a:lnTo>
                    <a:pt x="395" y="204"/>
                  </a:lnTo>
                  <a:lnTo>
                    <a:pt x="395" y="207"/>
                  </a:lnTo>
                  <a:lnTo>
                    <a:pt x="393" y="208"/>
                  </a:lnTo>
                  <a:lnTo>
                    <a:pt x="388" y="207"/>
                  </a:lnTo>
                  <a:lnTo>
                    <a:pt x="382" y="202"/>
                  </a:lnTo>
                  <a:lnTo>
                    <a:pt x="381" y="202"/>
                  </a:lnTo>
                  <a:lnTo>
                    <a:pt x="376" y="200"/>
                  </a:lnTo>
                  <a:lnTo>
                    <a:pt x="369" y="199"/>
                  </a:lnTo>
                  <a:lnTo>
                    <a:pt x="365" y="200"/>
                  </a:lnTo>
                  <a:lnTo>
                    <a:pt x="359" y="199"/>
                  </a:lnTo>
                  <a:lnTo>
                    <a:pt x="353" y="200"/>
                  </a:lnTo>
                  <a:lnTo>
                    <a:pt x="351" y="200"/>
                  </a:lnTo>
                  <a:lnTo>
                    <a:pt x="348" y="200"/>
                  </a:lnTo>
                  <a:lnTo>
                    <a:pt x="345" y="202"/>
                  </a:lnTo>
                  <a:lnTo>
                    <a:pt x="343" y="203"/>
                  </a:lnTo>
                  <a:lnTo>
                    <a:pt x="336" y="202"/>
                  </a:lnTo>
                  <a:lnTo>
                    <a:pt x="332" y="200"/>
                  </a:lnTo>
                  <a:lnTo>
                    <a:pt x="330" y="199"/>
                  </a:lnTo>
                  <a:lnTo>
                    <a:pt x="326" y="199"/>
                  </a:lnTo>
                  <a:lnTo>
                    <a:pt x="324" y="200"/>
                  </a:lnTo>
                  <a:lnTo>
                    <a:pt x="322" y="200"/>
                  </a:lnTo>
                  <a:lnTo>
                    <a:pt x="319" y="199"/>
                  </a:lnTo>
                  <a:lnTo>
                    <a:pt x="318" y="200"/>
                  </a:lnTo>
                  <a:lnTo>
                    <a:pt x="318" y="203"/>
                  </a:lnTo>
                  <a:lnTo>
                    <a:pt x="319" y="206"/>
                  </a:lnTo>
                  <a:lnTo>
                    <a:pt x="319" y="208"/>
                  </a:lnTo>
                  <a:lnTo>
                    <a:pt x="315" y="210"/>
                  </a:lnTo>
                  <a:lnTo>
                    <a:pt x="309" y="210"/>
                  </a:lnTo>
                  <a:lnTo>
                    <a:pt x="299" y="208"/>
                  </a:lnTo>
                  <a:lnTo>
                    <a:pt x="297" y="207"/>
                  </a:lnTo>
                  <a:lnTo>
                    <a:pt x="293" y="207"/>
                  </a:lnTo>
                  <a:lnTo>
                    <a:pt x="291" y="210"/>
                  </a:lnTo>
                  <a:lnTo>
                    <a:pt x="291" y="211"/>
                  </a:lnTo>
                  <a:lnTo>
                    <a:pt x="289" y="212"/>
                  </a:lnTo>
                  <a:lnTo>
                    <a:pt x="289" y="214"/>
                  </a:lnTo>
                  <a:lnTo>
                    <a:pt x="289" y="214"/>
                  </a:lnTo>
                  <a:lnTo>
                    <a:pt x="286" y="216"/>
                  </a:lnTo>
                  <a:lnTo>
                    <a:pt x="284" y="218"/>
                  </a:lnTo>
                  <a:lnTo>
                    <a:pt x="280" y="223"/>
                  </a:lnTo>
                  <a:lnTo>
                    <a:pt x="278" y="225"/>
                  </a:lnTo>
                  <a:lnTo>
                    <a:pt x="276" y="228"/>
                  </a:lnTo>
                  <a:lnTo>
                    <a:pt x="274" y="232"/>
                  </a:lnTo>
                  <a:lnTo>
                    <a:pt x="269" y="236"/>
                  </a:lnTo>
                  <a:lnTo>
                    <a:pt x="268" y="236"/>
                  </a:lnTo>
                  <a:lnTo>
                    <a:pt x="262" y="233"/>
                  </a:lnTo>
                  <a:lnTo>
                    <a:pt x="259" y="232"/>
                  </a:lnTo>
                  <a:lnTo>
                    <a:pt x="255" y="233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3" y="222"/>
                  </a:lnTo>
                  <a:lnTo>
                    <a:pt x="234" y="222"/>
                  </a:lnTo>
                  <a:lnTo>
                    <a:pt x="234" y="204"/>
                  </a:lnTo>
                  <a:lnTo>
                    <a:pt x="230" y="206"/>
                  </a:lnTo>
                  <a:lnTo>
                    <a:pt x="227" y="198"/>
                  </a:lnTo>
                  <a:lnTo>
                    <a:pt x="220" y="194"/>
                  </a:lnTo>
                  <a:lnTo>
                    <a:pt x="201" y="194"/>
                  </a:lnTo>
                  <a:lnTo>
                    <a:pt x="183" y="195"/>
                  </a:lnTo>
                  <a:lnTo>
                    <a:pt x="173" y="190"/>
                  </a:lnTo>
                  <a:lnTo>
                    <a:pt x="166" y="187"/>
                  </a:lnTo>
                  <a:lnTo>
                    <a:pt x="147" y="174"/>
                  </a:lnTo>
                  <a:lnTo>
                    <a:pt x="116" y="179"/>
                  </a:lnTo>
                  <a:lnTo>
                    <a:pt x="126" y="236"/>
                  </a:lnTo>
                  <a:lnTo>
                    <a:pt x="124" y="236"/>
                  </a:lnTo>
                  <a:lnTo>
                    <a:pt x="119" y="237"/>
                  </a:lnTo>
                  <a:lnTo>
                    <a:pt x="111" y="228"/>
                  </a:lnTo>
                  <a:lnTo>
                    <a:pt x="103" y="224"/>
                  </a:lnTo>
                  <a:lnTo>
                    <a:pt x="95" y="223"/>
                  </a:lnTo>
                  <a:lnTo>
                    <a:pt x="90" y="224"/>
                  </a:lnTo>
                  <a:lnTo>
                    <a:pt x="82" y="231"/>
                  </a:lnTo>
                  <a:lnTo>
                    <a:pt x="82" y="228"/>
                  </a:lnTo>
                  <a:lnTo>
                    <a:pt x="81" y="225"/>
                  </a:lnTo>
                  <a:lnTo>
                    <a:pt x="82" y="222"/>
                  </a:lnTo>
                  <a:lnTo>
                    <a:pt x="83" y="219"/>
                  </a:lnTo>
                  <a:lnTo>
                    <a:pt x="83" y="218"/>
                  </a:lnTo>
                  <a:lnTo>
                    <a:pt x="83" y="216"/>
                  </a:lnTo>
                  <a:lnTo>
                    <a:pt x="82" y="216"/>
                  </a:lnTo>
                  <a:lnTo>
                    <a:pt x="79" y="216"/>
                  </a:lnTo>
                  <a:lnTo>
                    <a:pt x="78" y="215"/>
                  </a:lnTo>
                  <a:lnTo>
                    <a:pt x="75" y="215"/>
                  </a:lnTo>
                  <a:lnTo>
                    <a:pt x="74" y="216"/>
                  </a:lnTo>
                  <a:lnTo>
                    <a:pt x="73" y="215"/>
                  </a:lnTo>
                  <a:lnTo>
                    <a:pt x="72" y="214"/>
                  </a:lnTo>
                  <a:lnTo>
                    <a:pt x="72" y="212"/>
                  </a:lnTo>
                  <a:lnTo>
                    <a:pt x="70" y="211"/>
                  </a:lnTo>
                  <a:lnTo>
                    <a:pt x="69" y="210"/>
                  </a:lnTo>
                  <a:lnTo>
                    <a:pt x="69" y="210"/>
                  </a:lnTo>
                  <a:lnTo>
                    <a:pt x="66" y="211"/>
                  </a:lnTo>
                  <a:lnTo>
                    <a:pt x="65" y="211"/>
                  </a:lnTo>
                  <a:lnTo>
                    <a:pt x="65" y="208"/>
                  </a:lnTo>
                  <a:lnTo>
                    <a:pt x="65" y="206"/>
                  </a:lnTo>
                  <a:lnTo>
                    <a:pt x="62" y="202"/>
                  </a:lnTo>
                  <a:lnTo>
                    <a:pt x="61" y="200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58" y="197"/>
                  </a:lnTo>
                  <a:lnTo>
                    <a:pt x="57" y="195"/>
                  </a:lnTo>
                  <a:lnTo>
                    <a:pt x="56" y="194"/>
                  </a:lnTo>
                  <a:lnTo>
                    <a:pt x="53" y="194"/>
                  </a:lnTo>
                  <a:lnTo>
                    <a:pt x="52" y="193"/>
                  </a:lnTo>
                  <a:lnTo>
                    <a:pt x="52" y="191"/>
                  </a:lnTo>
                  <a:lnTo>
                    <a:pt x="53" y="190"/>
                  </a:lnTo>
                  <a:lnTo>
                    <a:pt x="54" y="190"/>
                  </a:lnTo>
                  <a:lnTo>
                    <a:pt x="57" y="190"/>
                  </a:lnTo>
                  <a:lnTo>
                    <a:pt x="58" y="190"/>
                  </a:lnTo>
                  <a:lnTo>
                    <a:pt x="60" y="190"/>
                  </a:lnTo>
                  <a:lnTo>
                    <a:pt x="61" y="191"/>
                  </a:lnTo>
                  <a:lnTo>
                    <a:pt x="62" y="190"/>
                  </a:lnTo>
                  <a:lnTo>
                    <a:pt x="64" y="189"/>
                  </a:lnTo>
                  <a:lnTo>
                    <a:pt x="65" y="190"/>
                  </a:lnTo>
                  <a:lnTo>
                    <a:pt x="66" y="190"/>
                  </a:lnTo>
                  <a:lnTo>
                    <a:pt x="65" y="189"/>
                  </a:lnTo>
                  <a:lnTo>
                    <a:pt x="64" y="189"/>
                  </a:lnTo>
                  <a:lnTo>
                    <a:pt x="62" y="189"/>
                  </a:lnTo>
                  <a:lnTo>
                    <a:pt x="62" y="186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1" y="182"/>
                  </a:lnTo>
                  <a:lnTo>
                    <a:pt x="61" y="179"/>
                  </a:lnTo>
                  <a:lnTo>
                    <a:pt x="61" y="178"/>
                  </a:lnTo>
                  <a:lnTo>
                    <a:pt x="62" y="177"/>
                  </a:lnTo>
                  <a:lnTo>
                    <a:pt x="65" y="177"/>
                  </a:lnTo>
                  <a:lnTo>
                    <a:pt x="66" y="175"/>
                  </a:lnTo>
                  <a:lnTo>
                    <a:pt x="69" y="177"/>
                  </a:lnTo>
                  <a:lnTo>
                    <a:pt x="70" y="175"/>
                  </a:lnTo>
                  <a:lnTo>
                    <a:pt x="73" y="175"/>
                  </a:lnTo>
                  <a:lnTo>
                    <a:pt x="74" y="177"/>
                  </a:lnTo>
                  <a:lnTo>
                    <a:pt x="74" y="175"/>
                  </a:lnTo>
                  <a:lnTo>
                    <a:pt x="77" y="175"/>
                  </a:lnTo>
                  <a:lnTo>
                    <a:pt x="78" y="178"/>
                  </a:lnTo>
                  <a:lnTo>
                    <a:pt x="81" y="178"/>
                  </a:lnTo>
                  <a:lnTo>
                    <a:pt x="82" y="177"/>
                  </a:lnTo>
                  <a:lnTo>
                    <a:pt x="83" y="175"/>
                  </a:lnTo>
                  <a:lnTo>
                    <a:pt x="81" y="175"/>
                  </a:lnTo>
                  <a:lnTo>
                    <a:pt x="79" y="174"/>
                  </a:lnTo>
                  <a:lnTo>
                    <a:pt x="78" y="172"/>
                  </a:lnTo>
                  <a:lnTo>
                    <a:pt x="78" y="169"/>
                  </a:lnTo>
                  <a:lnTo>
                    <a:pt x="79" y="168"/>
                  </a:lnTo>
                  <a:lnTo>
                    <a:pt x="81" y="168"/>
                  </a:lnTo>
                  <a:lnTo>
                    <a:pt x="79" y="166"/>
                  </a:lnTo>
                  <a:lnTo>
                    <a:pt x="79" y="165"/>
                  </a:lnTo>
                  <a:lnTo>
                    <a:pt x="78" y="164"/>
                  </a:lnTo>
                  <a:lnTo>
                    <a:pt x="79" y="162"/>
                  </a:lnTo>
                  <a:lnTo>
                    <a:pt x="79" y="160"/>
                  </a:lnTo>
                  <a:lnTo>
                    <a:pt x="78" y="158"/>
                  </a:lnTo>
                  <a:lnTo>
                    <a:pt x="78" y="157"/>
                  </a:lnTo>
                  <a:lnTo>
                    <a:pt x="78" y="156"/>
                  </a:lnTo>
                  <a:lnTo>
                    <a:pt x="78" y="154"/>
                  </a:lnTo>
                  <a:lnTo>
                    <a:pt x="77" y="154"/>
                  </a:lnTo>
                  <a:lnTo>
                    <a:pt x="75" y="153"/>
                  </a:lnTo>
                  <a:lnTo>
                    <a:pt x="75" y="152"/>
                  </a:lnTo>
                  <a:lnTo>
                    <a:pt x="72" y="152"/>
                  </a:lnTo>
                  <a:lnTo>
                    <a:pt x="70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8" y="153"/>
                  </a:lnTo>
                  <a:lnTo>
                    <a:pt x="68" y="154"/>
                  </a:lnTo>
                  <a:lnTo>
                    <a:pt x="66" y="154"/>
                  </a:lnTo>
                  <a:lnTo>
                    <a:pt x="64" y="154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4"/>
                  </a:lnTo>
                  <a:lnTo>
                    <a:pt x="61" y="153"/>
                  </a:lnTo>
                  <a:lnTo>
                    <a:pt x="61" y="150"/>
                  </a:lnTo>
                  <a:lnTo>
                    <a:pt x="60" y="150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7" y="150"/>
                  </a:lnTo>
                  <a:lnTo>
                    <a:pt x="53" y="150"/>
                  </a:lnTo>
                  <a:lnTo>
                    <a:pt x="52" y="152"/>
                  </a:lnTo>
                  <a:lnTo>
                    <a:pt x="52" y="154"/>
                  </a:lnTo>
                  <a:lnTo>
                    <a:pt x="50" y="154"/>
                  </a:lnTo>
                  <a:lnTo>
                    <a:pt x="50" y="153"/>
                  </a:lnTo>
                  <a:lnTo>
                    <a:pt x="49" y="153"/>
                  </a:lnTo>
                  <a:lnTo>
                    <a:pt x="48" y="156"/>
                  </a:lnTo>
                  <a:lnTo>
                    <a:pt x="47" y="156"/>
                  </a:lnTo>
                  <a:lnTo>
                    <a:pt x="45" y="157"/>
                  </a:lnTo>
                  <a:lnTo>
                    <a:pt x="44" y="158"/>
                  </a:lnTo>
                  <a:lnTo>
                    <a:pt x="43" y="158"/>
                  </a:lnTo>
                  <a:lnTo>
                    <a:pt x="41" y="160"/>
                  </a:lnTo>
                  <a:lnTo>
                    <a:pt x="41" y="161"/>
                  </a:lnTo>
                  <a:lnTo>
                    <a:pt x="40" y="160"/>
                  </a:lnTo>
                  <a:lnTo>
                    <a:pt x="39" y="160"/>
                  </a:lnTo>
                  <a:lnTo>
                    <a:pt x="39" y="161"/>
                  </a:lnTo>
                  <a:lnTo>
                    <a:pt x="36" y="161"/>
                  </a:lnTo>
                  <a:lnTo>
                    <a:pt x="36" y="160"/>
                  </a:lnTo>
                  <a:lnTo>
                    <a:pt x="35" y="160"/>
                  </a:lnTo>
                  <a:lnTo>
                    <a:pt x="32" y="157"/>
                  </a:lnTo>
                  <a:lnTo>
                    <a:pt x="29" y="158"/>
                  </a:lnTo>
                  <a:lnTo>
                    <a:pt x="24" y="156"/>
                  </a:lnTo>
                  <a:lnTo>
                    <a:pt x="25" y="154"/>
                  </a:lnTo>
                  <a:lnTo>
                    <a:pt x="29" y="154"/>
                  </a:lnTo>
                  <a:lnTo>
                    <a:pt x="24" y="145"/>
                  </a:lnTo>
                  <a:lnTo>
                    <a:pt x="19" y="141"/>
                  </a:lnTo>
                  <a:lnTo>
                    <a:pt x="12" y="139"/>
                  </a:lnTo>
                  <a:lnTo>
                    <a:pt x="11" y="140"/>
                  </a:lnTo>
                  <a:lnTo>
                    <a:pt x="7" y="137"/>
                  </a:lnTo>
                  <a:lnTo>
                    <a:pt x="7" y="135"/>
                  </a:lnTo>
                  <a:lnTo>
                    <a:pt x="6" y="132"/>
                  </a:lnTo>
                  <a:lnTo>
                    <a:pt x="0" y="131"/>
                  </a:lnTo>
                  <a:lnTo>
                    <a:pt x="3" y="125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2" y="111"/>
                  </a:lnTo>
                  <a:lnTo>
                    <a:pt x="3" y="110"/>
                  </a:lnTo>
                  <a:lnTo>
                    <a:pt x="7" y="106"/>
                  </a:lnTo>
                  <a:lnTo>
                    <a:pt x="7" y="103"/>
                  </a:lnTo>
                  <a:lnTo>
                    <a:pt x="8" y="100"/>
                  </a:lnTo>
                  <a:lnTo>
                    <a:pt x="15" y="107"/>
                  </a:lnTo>
                  <a:lnTo>
                    <a:pt x="15" y="108"/>
                  </a:lnTo>
                  <a:lnTo>
                    <a:pt x="19" y="111"/>
                  </a:lnTo>
                  <a:lnTo>
                    <a:pt x="23" y="111"/>
                  </a:lnTo>
                  <a:lnTo>
                    <a:pt x="23" y="107"/>
                  </a:lnTo>
                  <a:lnTo>
                    <a:pt x="24" y="106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8" y="97"/>
                  </a:lnTo>
                  <a:lnTo>
                    <a:pt x="28" y="93"/>
                  </a:lnTo>
                  <a:lnTo>
                    <a:pt x="27" y="91"/>
                  </a:lnTo>
                  <a:lnTo>
                    <a:pt x="28" y="89"/>
                  </a:lnTo>
                  <a:lnTo>
                    <a:pt x="31" y="86"/>
                  </a:lnTo>
                  <a:lnTo>
                    <a:pt x="32" y="86"/>
                  </a:lnTo>
                  <a:lnTo>
                    <a:pt x="33" y="83"/>
                  </a:lnTo>
                  <a:lnTo>
                    <a:pt x="36" y="82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7" y="78"/>
                  </a:lnTo>
                  <a:lnTo>
                    <a:pt x="39" y="77"/>
                  </a:lnTo>
                  <a:lnTo>
                    <a:pt x="41" y="78"/>
                  </a:lnTo>
                  <a:lnTo>
                    <a:pt x="45" y="79"/>
                  </a:lnTo>
                  <a:lnTo>
                    <a:pt x="44" y="81"/>
                  </a:lnTo>
                  <a:lnTo>
                    <a:pt x="43" y="83"/>
                  </a:lnTo>
                  <a:lnTo>
                    <a:pt x="44" y="85"/>
                  </a:lnTo>
                  <a:lnTo>
                    <a:pt x="47" y="83"/>
                  </a:lnTo>
                  <a:lnTo>
                    <a:pt x="47" y="81"/>
                  </a:lnTo>
                  <a:lnTo>
                    <a:pt x="48" y="81"/>
                  </a:lnTo>
                  <a:lnTo>
                    <a:pt x="48" y="82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4" y="77"/>
                  </a:lnTo>
                  <a:lnTo>
                    <a:pt x="57" y="77"/>
                  </a:lnTo>
                  <a:lnTo>
                    <a:pt x="58" y="81"/>
                  </a:lnTo>
                  <a:lnTo>
                    <a:pt x="61" y="82"/>
                  </a:lnTo>
                  <a:lnTo>
                    <a:pt x="65" y="81"/>
                  </a:lnTo>
                  <a:lnTo>
                    <a:pt x="68" y="81"/>
                  </a:lnTo>
                  <a:lnTo>
                    <a:pt x="69" y="82"/>
                  </a:lnTo>
                  <a:lnTo>
                    <a:pt x="70" y="82"/>
                  </a:lnTo>
                  <a:lnTo>
                    <a:pt x="73" y="86"/>
                  </a:lnTo>
                  <a:lnTo>
                    <a:pt x="75" y="86"/>
                  </a:lnTo>
                  <a:lnTo>
                    <a:pt x="77" y="89"/>
                  </a:lnTo>
                  <a:lnTo>
                    <a:pt x="79" y="91"/>
                  </a:lnTo>
                  <a:lnTo>
                    <a:pt x="82" y="91"/>
                  </a:lnTo>
                  <a:lnTo>
                    <a:pt x="83" y="93"/>
                  </a:lnTo>
                  <a:lnTo>
                    <a:pt x="83" y="95"/>
                  </a:lnTo>
                  <a:lnTo>
                    <a:pt x="85" y="95"/>
                  </a:lnTo>
                  <a:lnTo>
                    <a:pt x="86" y="94"/>
                  </a:lnTo>
                  <a:lnTo>
                    <a:pt x="86" y="90"/>
                  </a:lnTo>
                  <a:lnTo>
                    <a:pt x="89" y="89"/>
                  </a:lnTo>
                  <a:lnTo>
                    <a:pt x="90" y="91"/>
                  </a:lnTo>
                  <a:lnTo>
                    <a:pt x="94" y="91"/>
                  </a:lnTo>
                  <a:lnTo>
                    <a:pt x="95" y="94"/>
                  </a:lnTo>
                  <a:lnTo>
                    <a:pt x="98" y="95"/>
                  </a:lnTo>
                  <a:lnTo>
                    <a:pt x="101" y="93"/>
                  </a:lnTo>
                  <a:lnTo>
                    <a:pt x="101" y="89"/>
                  </a:lnTo>
                  <a:lnTo>
                    <a:pt x="103" y="87"/>
                  </a:lnTo>
                  <a:lnTo>
                    <a:pt x="103" y="86"/>
                  </a:lnTo>
                  <a:lnTo>
                    <a:pt x="104" y="85"/>
                  </a:lnTo>
                  <a:lnTo>
                    <a:pt x="107" y="87"/>
                  </a:lnTo>
                  <a:lnTo>
                    <a:pt x="107" y="85"/>
                  </a:lnTo>
                  <a:lnTo>
                    <a:pt x="110" y="85"/>
                  </a:lnTo>
                  <a:lnTo>
                    <a:pt x="114" y="87"/>
                  </a:lnTo>
                  <a:lnTo>
                    <a:pt x="114" y="89"/>
                  </a:lnTo>
                  <a:lnTo>
                    <a:pt x="118" y="89"/>
                  </a:lnTo>
                  <a:lnTo>
                    <a:pt x="118" y="86"/>
                  </a:lnTo>
                  <a:lnTo>
                    <a:pt x="119" y="85"/>
                  </a:lnTo>
                  <a:lnTo>
                    <a:pt x="122" y="86"/>
                  </a:lnTo>
                  <a:lnTo>
                    <a:pt x="123" y="83"/>
                  </a:lnTo>
                  <a:lnTo>
                    <a:pt x="126" y="85"/>
                  </a:lnTo>
                  <a:lnTo>
                    <a:pt x="128" y="86"/>
                  </a:lnTo>
                  <a:lnTo>
                    <a:pt x="127" y="87"/>
                  </a:lnTo>
                  <a:lnTo>
                    <a:pt x="126" y="89"/>
                  </a:lnTo>
                  <a:lnTo>
                    <a:pt x="127" y="91"/>
                  </a:lnTo>
                  <a:lnTo>
                    <a:pt x="129" y="93"/>
                  </a:lnTo>
                  <a:lnTo>
                    <a:pt x="131" y="91"/>
                  </a:lnTo>
                  <a:lnTo>
                    <a:pt x="132" y="93"/>
                  </a:lnTo>
                  <a:lnTo>
                    <a:pt x="136" y="93"/>
                  </a:lnTo>
                  <a:lnTo>
                    <a:pt x="140" y="94"/>
                  </a:lnTo>
                  <a:lnTo>
                    <a:pt x="143" y="94"/>
                  </a:lnTo>
                  <a:lnTo>
                    <a:pt x="144" y="91"/>
                  </a:lnTo>
                  <a:lnTo>
                    <a:pt x="144" y="89"/>
                  </a:lnTo>
                  <a:lnTo>
                    <a:pt x="145" y="89"/>
                  </a:lnTo>
                  <a:lnTo>
                    <a:pt x="149" y="90"/>
                  </a:lnTo>
                  <a:lnTo>
                    <a:pt x="152" y="91"/>
                  </a:lnTo>
                  <a:lnTo>
                    <a:pt x="156" y="90"/>
                  </a:lnTo>
                  <a:lnTo>
                    <a:pt x="157" y="87"/>
                  </a:lnTo>
                  <a:lnTo>
                    <a:pt x="157" y="78"/>
                  </a:lnTo>
                  <a:lnTo>
                    <a:pt x="156" y="77"/>
                  </a:lnTo>
                  <a:lnTo>
                    <a:pt x="152" y="77"/>
                  </a:lnTo>
                  <a:lnTo>
                    <a:pt x="149" y="75"/>
                  </a:lnTo>
                  <a:lnTo>
                    <a:pt x="149" y="74"/>
                  </a:lnTo>
                  <a:lnTo>
                    <a:pt x="147" y="73"/>
                  </a:lnTo>
                  <a:lnTo>
                    <a:pt x="145" y="72"/>
                  </a:lnTo>
                  <a:lnTo>
                    <a:pt x="143" y="72"/>
                  </a:lnTo>
                  <a:lnTo>
                    <a:pt x="143" y="70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44" y="68"/>
                  </a:lnTo>
                  <a:lnTo>
                    <a:pt x="144" y="65"/>
                  </a:lnTo>
                  <a:lnTo>
                    <a:pt x="147" y="62"/>
                  </a:lnTo>
                  <a:lnTo>
                    <a:pt x="145" y="60"/>
                  </a:lnTo>
                  <a:lnTo>
                    <a:pt x="144" y="60"/>
                  </a:lnTo>
                  <a:lnTo>
                    <a:pt x="144" y="57"/>
                  </a:lnTo>
                  <a:lnTo>
                    <a:pt x="147" y="53"/>
                  </a:lnTo>
                  <a:lnTo>
                    <a:pt x="149" y="50"/>
                  </a:lnTo>
                  <a:lnTo>
                    <a:pt x="153" y="50"/>
                  </a:lnTo>
                  <a:lnTo>
                    <a:pt x="156" y="52"/>
                  </a:lnTo>
                  <a:lnTo>
                    <a:pt x="157" y="50"/>
                  </a:lnTo>
                  <a:lnTo>
                    <a:pt x="157" y="48"/>
                  </a:lnTo>
                  <a:lnTo>
                    <a:pt x="154" y="48"/>
                  </a:lnTo>
                  <a:lnTo>
                    <a:pt x="153" y="45"/>
                  </a:lnTo>
                  <a:lnTo>
                    <a:pt x="151" y="45"/>
                  </a:lnTo>
                  <a:lnTo>
                    <a:pt x="149" y="47"/>
                  </a:lnTo>
                  <a:lnTo>
                    <a:pt x="147" y="45"/>
                  </a:lnTo>
                  <a:lnTo>
                    <a:pt x="144" y="45"/>
                  </a:lnTo>
                  <a:lnTo>
                    <a:pt x="144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47" y="40"/>
                  </a:lnTo>
                  <a:lnTo>
                    <a:pt x="144" y="41"/>
                  </a:lnTo>
                  <a:lnTo>
                    <a:pt x="143" y="40"/>
                  </a:lnTo>
                  <a:lnTo>
                    <a:pt x="143" y="39"/>
                  </a:lnTo>
                  <a:lnTo>
                    <a:pt x="141" y="36"/>
                  </a:lnTo>
                  <a:lnTo>
                    <a:pt x="143" y="36"/>
                  </a:lnTo>
                  <a:lnTo>
                    <a:pt x="145" y="35"/>
                  </a:lnTo>
                  <a:lnTo>
                    <a:pt x="147" y="33"/>
                  </a:lnTo>
                  <a:lnTo>
                    <a:pt x="148" y="33"/>
                  </a:lnTo>
                  <a:lnTo>
                    <a:pt x="149" y="35"/>
                  </a:lnTo>
                  <a:lnTo>
                    <a:pt x="152" y="35"/>
                  </a:lnTo>
                  <a:lnTo>
                    <a:pt x="154" y="36"/>
                  </a:lnTo>
                  <a:lnTo>
                    <a:pt x="154" y="35"/>
                  </a:lnTo>
                  <a:lnTo>
                    <a:pt x="154" y="33"/>
                  </a:lnTo>
                  <a:lnTo>
                    <a:pt x="157" y="32"/>
                  </a:lnTo>
                  <a:lnTo>
                    <a:pt x="158" y="32"/>
                  </a:lnTo>
                  <a:lnTo>
                    <a:pt x="160" y="35"/>
                  </a:lnTo>
                  <a:lnTo>
                    <a:pt x="161" y="33"/>
                  </a:lnTo>
                  <a:lnTo>
                    <a:pt x="162" y="31"/>
                  </a:lnTo>
                  <a:lnTo>
                    <a:pt x="166" y="29"/>
                  </a:lnTo>
                  <a:lnTo>
                    <a:pt x="169" y="29"/>
                  </a:lnTo>
                  <a:lnTo>
                    <a:pt x="172" y="28"/>
                  </a:lnTo>
                  <a:lnTo>
                    <a:pt x="174" y="28"/>
                  </a:lnTo>
                  <a:lnTo>
                    <a:pt x="176" y="27"/>
                  </a:lnTo>
                  <a:lnTo>
                    <a:pt x="178" y="25"/>
                  </a:lnTo>
                  <a:lnTo>
                    <a:pt x="181" y="25"/>
                  </a:lnTo>
                  <a:lnTo>
                    <a:pt x="183" y="24"/>
                  </a:lnTo>
                  <a:lnTo>
                    <a:pt x="185" y="24"/>
                  </a:lnTo>
                  <a:lnTo>
                    <a:pt x="186" y="24"/>
                  </a:lnTo>
                  <a:lnTo>
                    <a:pt x="187" y="23"/>
                  </a:lnTo>
                  <a:lnTo>
                    <a:pt x="187" y="22"/>
                  </a:lnTo>
                  <a:lnTo>
                    <a:pt x="189" y="20"/>
                  </a:lnTo>
                  <a:lnTo>
                    <a:pt x="191" y="20"/>
                  </a:lnTo>
                  <a:lnTo>
                    <a:pt x="191" y="18"/>
                  </a:lnTo>
                  <a:lnTo>
                    <a:pt x="193" y="18"/>
                  </a:lnTo>
                  <a:lnTo>
                    <a:pt x="194" y="18"/>
                  </a:lnTo>
                  <a:lnTo>
                    <a:pt x="197" y="19"/>
                  </a:lnTo>
                  <a:lnTo>
                    <a:pt x="198" y="18"/>
                  </a:lnTo>
                  <a:lnTo>
                    <a:pt x="201" y="16"/>
                  </a:lnTo>
                  <a:lnTo>
                    <a:pt x="206" y="12"/>
                  </a:lnTo>
                  <a:lnTo>
                    <a:pt x="207" y="12"/>
                  </a:lnTo>
                  <a:lnTo>
                    <a:pt x="208" y="12"/>
                  </a:lnTo>
                  <a:lnTo>
                    <a:pt x="211" y="11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8" y="10"/>
                  </a:lnTo>
                  <a:lnTo>
                    <a:pt x="218" y="7"/>
                  </a:lnTo>
                  <a:lnTo>
                    <a:pt x="216" y="6"/>
                  </a:lnTo>
                  <a:lnTo>
                    <a:pt x="218" y="6"/>
                  </a:lnTo>
                  <a:lnTo>
                    <a:pt x="220" y="4"/>
                  </a:lnTo>
                  <a:lnTo>
                    <a:pt x="222" y="3"/>
                  </a:lnTo>
                  <a:lnTo>
                    <a:pt x="223" y="2"/>
                  </a:lnTo>
                  <a:lnTo>
                    <a:pt x="226" y="2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8" name="Freeform 349"/>
            <p:cNvSpPr>
              <a:spLocks/>
            </p:cNvSpPr>
            <p:nvPr/>
          </p:nvSpPr>
          <p:spPr bwMode="auto">
            <a:xfrm>
              <a:off x="7346280" y="2845518"/>
              <a:ext cx="484710" cy="301992"/>
            </a:xfrm>
            <a:custGeom>
              <a:avLst/>
              <a:gdLst>
                <a:gd name="T0" fmla="*/ 50 w 191"/>
                <a:gd name="T1" fmla="*/ 13 h 119"/>
                <a:gd name="T2" fmla="*/ 67 w 191"/>
                <a:gd name="T3" fmla="*/ 21 h 119"/>
                <a:gd name="T4" fmla="*/ 104 w 191"/>
                <a:gd name="T5" fmla="*/ 20 h 119"/>
                <a:gd name="T6" fmla="*/ 114 w 191"/>
                <a:gd name="T7" fmla="*/ 32 h 119"/>
                <a:gd name="T8" fmla="*/ 118 w 191"/>
                <a:gd name="T9" fmla="*/ 48 h 119"/>
                <a:gd name="T10" fmla="*/ 131 w 191"/>
                <a:gd name="T11" fmla="*/ 62 h 119"/>
                <a:gd name="T12" fmla="*/ 139 w 191"/>
                <a:gd name="T13" fmla="*/ 59 h 119"/>
                <a:gd name="T14" fmla="*/ 146 w 191"/>
                <a:gd name="T15" fmla="*/ 59 h 119"/>
                <a:gd name="T16" fmla="*/ 153 w 191"/>
                <a:gd name="T17" fmla="*/ 62 h 119"/>
                <a:gd name="T18" fmla="*/ 160 w 191"/>
                <a:gd name="T19" fmla="*/ 54 h 119"/>
                <a:gd name="T20" fmla="*/ 164 w 191"/>
                <a:gd name="T21" fmla="*/ 49 h 119"/>
                <a:gd name="T22" fmla="*/ 170 w 191"/>
                <a:gd name="T23" fmla="*/ 42 h 119"/>
                <a:gd name="T24" fmla="*/ 174 w 191"/>
                <a:gd name="T25" fmla="*/ 40 h 119"/>
                <a:gd name="T26" fmla="*/ 170 w 191"/>
                <a:gd name="T27" fmla="*/ 48 h 119"/>
                <a:gd name="T28" fmla="*/ 171 w 191"/>
                <a:gd name="T29" fmla="*/ 53 h 119"/>
                <a:gd name="T30" fmla="*/ 178 w 191"/>
                <a:gd name="T31" fmla="*/ 55 h 119"/>
                <a:gd name="T32" fmla="*/ 183 w 191"/>
                <a:gd name="T33" fmla="*/ 54 h 119"/>
                <a:gd name="T34" fmla="*/ 185 w 191"/>
                <a:gd name="T35" fmla="*/ 51 h 119"/>
                <a:gd name="T36" fmla="*/ 191 w 191"/>
                <a:gd name="T37" fmla="*/ 58 h 119"/>
                <a:gd name="T38" fmla="*/ 183 w 191"/>
                <a:gd name="T39" fmla="*/ 62 h 119"/>
                <a:gd name="T40" fmla="*/ 177 w 191"/>
                <a:gd name="T41" fmla="*/ 61 h 119"/>
                <a:gd name="T42" fmla="*/ 170 w 191"/>
                <a:gd name="T43" fmla="*/ 62 h 119"/>
                <a:gd name="T44" fmla="*/ 165 w 191"/>
                <a:gd name="T45" fmla="*/ 65 h 119"/>
                <a:gd name="T46" fmla="*/ 162 w 191"/>
                <a:gd name="T47" fmla="*/ 69 h 119"/>
                <a:gd name="T48" fmla="*/ 165 w 191"/>
                <a:gd name="T49" fmla="*/ 73 h 119"/>
                <a:gd name="T50" fmla="*/ 156 w 191"/>
                <a:gd name="T51" fmla="*/ 75 h 119"/>
                <a:gd name="T52" fmla="*/ 158 w 191"/>
                <a:gd name="T53" fmla="*/ 78 h 119"/>
                <a:gd name="T54" fmla="*/ 153 w 191"/>
                <a:gd name="T55" fmla="*/ 83 h 119"/>
                <a:gd name="T56" fmla="*/ 145 w 191"/>
                <a:gd name="T57" fmla="*/ 82 h 119"/>
                <a:gd name="T58" fmla="*/ 144 w 191"/>
                <a:gd name="T59" fmla="*/ 88 h 119"/>
                <a:gd name="T60" fmla="*/ 149 w 191"/>
                <a:gd name="T61" fmla="*/ 91 h 119"/>
                <a:gd name="T62" fmla="*/ 153 w 191"/>
                <a:gd name="T63" fmla="*/ 94 h 119"/>
                <a:gd name="T64" fmla="*/ 153 w 191"/>
                <a:gd name="T65" fmla="*/ 99 h 119"/>
                <a:gd name="T66" fmla="*/ 156 w 191"/>
                <a:gd name="T67" fmla="*/ 104 h 119"/>
                <a:gd name="T68" fmla="*/ 152 w 191"/>
                <a:gd name="T69" fmla="*/ 111 h 119"/>
                <a:gd name="T70" fmla="*/ 150 w 191"/>
                <a:gd name="T71" fmla="*/ 117 h 119"/>
                <a:gd name="T72" fmla="*/ 146 w 191"/>
                <a:gd name="T73" fmla="*/ 119 h 119"/>
                <a:gd name="T74" fmla="*/ 143 w 191"/>
                <a:gd name="T75" fmla="*/ 116 h 119"/>
                <a:gd name="T76" fmla="*/ 137 w 191"/>
                <a:gd name="T77" fmla="*/ 116 h 119"/>
                <a:gd name="T78" fmla="*/ 136 w 191"/>
                <a:gd name="T79" fmla="*/ 108 h 119"/>
                <a:gd name="T80" fmla="*/ 131 w 191"/>
                <a:gd name="T81" fmla="*/ 105 h 119"/>
                <a:gd name="T82" fmla="*/ 123 w 191"/>
                <a:gd name="T83" fmla="*/ 103 h 119"/>
                <a:gd name="T84" fmla="*/ 106 w 191"/>
                <a:gd name="T85" fmla="*/ 94 h 119"/>
                <a:gd name="T86" fmla="*/ 90 w 191"/>
                <a:gd name="T87" fmla="*/ 82 h 119"/>
                <a:gd name="T88" fmla="*/ 83 w 191"/>
                <a:gd name="T89" fmla="*/ 75 h 119"/>
                <a:gd name="T90" fmla="*/ 79 w 191"/>
                <a:gd name="T91" fmla="*/ 71 h 119"/>
                <a:gd name="T92" fmla="*/ 73 w 191"/>
                <a:gd name="T93" fmla="*/ 61 h 119"/>
                <a:gd name="T94" fmla="*/ 69 w 191"/>
                <a:gd name="T95" fmla="*/ 61 h 119"/>
                <a:gd name="T96" fmla="*/ 53 w 191"/>
                <a:gd name="T97" fmla="*/ 53 h 119"/>
                <a:gd name="T98" fmla="*/ 45 w 191"/>
                <a:gd name="T99" fmla="*/ 46 h 119"/>
                <a:gd name="T100" fmla="*/ 31 w 191"/>
                <a:gd name="T101" fmla="*/ 41 h 119"/>
                <a:gd name="T102" fmla="*/ 32 w 191"/>
                <a:gd name="T103" fmla="*/ 45 h 119"/>
                <a:gd name="T104" fmla="*/ 27 w 191"/>
                <a:gd name="T105" fmla="*/ 45 h 119"/>
                <a:gd name="T106" fmla="*/ 21 w 191"/>
                <a:gd name="T107" fmla="*/ 49 h 119"/>
                <a:gd name="T108" fmla="*/ 19 w 191"/>
                <a:gd name="T109" fmla="*/ 58 h 119"/>
                <a:gd name="T110" fmla="*/ 20 w 191"/>
                <a:gd name="T111" fmla="*/ 62 h 119"/>
                <a:gd name="T112" fmla="*/ 10 w 191"/>
                <a:gd name="T113" fmla="*/ 62 h 119"/>
                <a:gd name="T114" fmla="*/ 31 w 191"/>
                <a:gd name="T11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1" h="119">
                  <a:moveTo>
                    <a:pt x="31" y="0"/>
                  </a:moveTo>
                  <a:lnTo>
                    <a:pt x="50" y="13"/>
                  </a:lnTo>
                  <a:lnTo>
                    <a:pt x="57" y="16"/>
                  </a:lnTo>
                  <a:lnTo>
                    <a:pt x="67" y="21"/>
                  </a:lnTo>
                  <a:lnTo>
                    <a:pt x="85" y="20"/>
                  </a:lnTo>
                  <a:lnTo>
                    <a:pt x="104" y="20"/>
                  </a:lnTo>
                  <a:lnTo>
                    <a:pt x="111" y="24"/>
                  </a:lnTo>
                  <a:lnTo>
                    <a:pt x="114" y="32"/>
                  </a:lnTo>
                  <a:lnTo>
                    <a:pt x="118" y="30"/>
                  </a:lnTo>
                  <a:lnTo>
                    <a:pt x="118" y="48"/>
                  </a:lnTo>
                  <a:lnTo>
                    <a:pt x="127" y="48"/>
                  </a:lnTo>
                  <a:lnTo>
                    <a:pt x="131" y="62"/>
                  </a:lnTo>
                  <a:lnTo>
                    <a:pt x="133" y="62"/>
                  </a:lnTo>
                  <a:lnTo>
                    <a:pt x="139" y="59"/>
                  </a:lnTo>
                  <a:lnTo>
                    <a:pt x="143" y="58"/>
                  </a:lnTo>
                  <a:lnTo>
                    <a:pt x="146" y="59"/>
                  </a:lnTo>
                  <a:lnTo>
                    <a:pt x="152" y="62"/>
                  </a:lnTo>
                  <a:lnTo>
                    <a:pt x="153" y="62"/>
                  </a:lnTo>
                  <a:lnTo>
                    <a:pt x="158" y="58"/>
                  </a:lnTo>
                  <a:lnTo>
                    <a:pt x="160" y="54"/>
                  </a:lnTo>
                  <a:lnTo>
                    <a:pt x="162" y="51"/>
                  </a:lnTo>
                  <a:lnTo>
                    <a:pt x="164" y="49"/>
                  </a:lnTo>
                  <a:lnTo>
                    <a:pt x="168" y="44"/>
                  </a:lnTo>
                  <a:lnTo>
                    <a:pt x="170" y="42"/>
                  </a:lnTo>
                  <a:lnTo>
                    <a:pt x="173" y="40"/>
                  </a:lnTo>
                  <a:lnTo>
                    <a:pt x="174" y="40"/>
                  </a:lnTo>
                  <a:lnTo>
                    <a:pt x="174" y="42"/>
                  </a:lnTo>
                  <a:lnTo>
                    <a:pt x="170" y="48"/>
                  </a:lnTo>
                  <a:lnTo>
                    <a:pt x="169" y="51"/>
                  </a:lnTo>
                  <a:lnTo>
                    <a:pt x="171" y="53"/>
                  </a:lnTo>
                  <a:lnTo>
                    <a:pt x="177" y="54"/>
                  </a:lnTo>
                  <a:lnTo>
                    <a:pt x="178" y="55"/>
                  </a:lnTo>
                  <a:lnTo>
                    <a:pt x="181" y="57"/>
                  </a:lnTo>
                  <a:lnTo>
                    <a:pt x="183" y="54"/>
                  </a:lnTo>
                  <a:lnTo>
                    <a:pt x="183" y="51"/>
                  </a:lnTo>
                  <a:lnTo>
                    <a:pt x="185" y="51"/>
                  </a:lnTo>
                  <a:lnTo>
                    <a:pt x="190" y="55"/>
                  </a:lnTo>
                  <a:lnTo>
                    <a:pt x="191" y="58"/>
                  </a:lnTo>
                  <a:lnTo>
                    <a:pt x="187" y="62"/>
                  </a:lnTo>
                  <a:lnTo>
                    <a:pt x="183" y="62"/>
                  </a:lnTo>
                  <a:lnTo>
                    <a:pt x="178" y="63"/>
                  </a:lnTo>
                  <a:lnTo>
                    <a:pt x="177" y="61"/>
                  </a:lnTo>
                  <a:lnTo>
                    <a:pt x="174" y="58"/>
                  </a:lnTo>
                  <a:lnTo>
                    <a:pt x="170" y="62"/>
                  </a:lnTo>
                  <a:lnTo>
                    <a:pt x="168" y="62"/>
                  </a:lnTo>
                  <a:lnTo>
                    <a:pt x="165" y="65"/>
                  </a:lnTo>
                  <a:lnTo>
                    <a:pt x="162" y="66"/>
                  </a:lnTo>
                  <a:lnTo>
                    <a:pt x="162" y="69"/>
                  </a:lnTo>
                  <a:lnTo>
                    <a:pt x="165" y="70"/>
                  </a:lnTo>
                  <a:lnTo>
                    <a:pt x="165" y="73"/>
                  </a:lnTo>
                  <a:lnTo>
                    <a:pt x="161" y="74"/>
                  </a:lnTo>
                  <a:lnTo>
                    <a:pt x="156" y="75"/>
                  </a:lnTo>
                  <a:lnTo>
                    <a:pt x="157" y="76"/>
                  </a:lnTo>
                  <a:lnTo>
                    <a:pt x="158" y="78"/>
                  </a:lnTo>
                  <a:lnTo>
                    <a:pt x="153" y="79"/>
                  </a:lnTo>
                  <a:lnTo>
                    <a:pt x="153" y="83"/>
                  </a:lnTo>
                  <a:lnTo>
                    <a:pt x="150" y="83"/>
                  </a:lnTo>
                  <a:lnTo>
                    <a:pt x="145" y="82"/>
                  </a:lnTo>
                  <a:lnTo>
                    <a:pt x="144" y="84"/>
                  </a:lnTo>
                  <a:lnTo>
                    <a:pt x="144" y="88"/>
                  </a:lnTo>
                  <a:lnTo>
                    <a:pt x="146" y="92"/>
                  </a:lnTo>
                  <a:lnTo>
                    <a:pt x="149" y="91"/>
                  </a:lnTo>
                  <a:lnTo>
                    <a:pt x="152" y="91"/>
                  </a:lnTo>
                  <a:lnTo>
                    <a:pt x="153" y="94"/>
                  </a:lnTo>
                  <a:lnTo>
                    <a:pt x="152" y="96"/>
                  </a:lnTo>
                  <a:lnTo>
                    <a:pt x="153" y="99"/>
                  </a:lnTo>
                  <a:lnTo>
                    <a:pt x="154" y="100"/>
                  </a:lnTo>
                  <a:lnTo>
                    <a:pt x="156" y="104"/>
                  </a:lnTo>
                  <a:lnTo>
                    <a:pt x="154" y="105"/>
                  </a:lnTo>
                  <a:lnTo>
                    <a:pt x="152" y="111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48" y="117"/>
                  </a:lnTo>
                  <a:lnTo>
                    <a:pt x="146" y="119"/>
                  </a:lnTo>
                  <a:lnTo>
                    <a:pt x="144" y="119"/>
                  </a:lnTo>
                  <a:lnTo>
                    <a:pt x="143" y="116"/>
                  </a:lnTo>
                  <a:lnTo>
                    <a:pt x="140" y="115"/>
                  </a:lnTo>
                  <a:lnTo>
                    <a:pt x="137" y="116"/>
                  </a:lnTo>
                  <a:lnTo>
                    <a:pt x="136" y="111"/>
                  </a:lnTo>
                  <a:lnTo>
                    <a:pt x="136" y="108"/>
                  </a:lnTo>
                  <a:lnTo>
                    <a:pt x="132" y="104"/>
                  </a:lnTo>
                  <a:lnTo>
                    <a:pt x="131" y="105"/>
                  </a:lnTo>
                  <a:lnTo>
                    <a:pt x="128" y="103"/>
                  </a:lnTo>
                  <a:lnTo>
                    <a:pt x="123" y="103"/>
                  </a:lnTo>
                  <a:lnTo>
                    <a:pt x="115" y="98"/>
                  </a:lnTo>
                  <a:lnTo>
                    <a:pt x="106" y="94"/>
                  </a:lnTo>
                  <a:lnTo>
                    <a:pt x="98" y="87"/>
                  </a:lnTo>
                  <a:lnTo>
                    <a:pt x="90" y="82"/>
                  </a:lnTo>
                  <a:lnTo>
                    <a:pt x="86" y="80"/>
                  </a:lnTo>
                  <a:lnTo>
                    <a:pt x="83" y="75"/>
                  </a:lnTo>
                  <a:lnTo>
                    <a:pt x="82" y="73"/>
                  </a:lnTo>
                  <a:lnTo>
                    <a:pt x="79" y="71"/>
                  </a:lnTo>
                  <a:lnTo>
                    <a:pt x="78" y="63"/>
                  </a:lnTo>
                  <a:lnTo>
                    <a:pt x="73" y="61"/>
                  </a:lnTo>
                  <a:lnTo>
                    <a:pt x="70" y="59"/>
                  </a:lnTo>
                  <a:lnTo>
                    <a:pt x="69" y="61"/>
                  </a:lnTo>
                  <a:lnTo>
                    <a:pt x="61" y="57"/>
                  </a:lnTo>
                  <a:lnTo>
                    <a:pt x="53" y="53"/>
                  </a:lnTo>
                  <a:lnTo>
                    <a:pt x="52" y="50"/>
                  </a:lnTo>
                  <a:lnTo>
                    <a:pt x="45" y="46"/>
                  </a:lnTo>
                  <a:lnTo>
                    <a:pt x="37" y="42"/>
                  </a:lnTo>
                  <a:lnTo>
                    <a:pt x="31" y="41"/>
                  </a:lnTo>
                  <a:lnTo>
                    <a:pt x="33" y="44"/>
                  </a:lnTo>
                  <a:lnTo>
                    <a:pt x="32" y="45"/>
                  </a:lnTo>
                  <a:lnTo>
                    <a:pt x="29" y="44"/>
                  </a:lnTo>
                  <a:lnTo>
                    <a:pt x="27" y="45"/>
                  </a:lnTo>
                  <a:lnTo>
                    <a:pt x="24" y="48"/>
                  </a:lnTo>
                  <a:lnTo>
                    <a:pt x="21" y="49"/>
                  </a:lnTo>
                  <a:lnTo>
                    <a:pt x="19" y="53"/>
                  </a:lnTo>
                  <a:lnTo>
                    <a:pt x="19" y="58"/>
                  </a:lnTo>
                  <a:lnTo>
                    <a:pt x="21" y="59"/>
                  </a:lnTo>
                  <a:lnTo>
                    <a:pt x="20" y="62"/>
                  </a:lnTo>
                  <a:lnTo>
                    <a:pt x="15" y="62"/>
                  </a:lnTo>
                  <a:lnTo>
                    <a:pt x="10" y="62"/>
                  </a:lnTo>
                  <a:lnTo>
                    <a:pt x="0" y="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9" name="Freeform 350"/>
            <p:cNvSpPr>
              <a:spLocks/>
            </p:cNvSpPr>
            <p:nvPr/>
          </p:nvSpPr>
          <p:spPr bwMode="auto">
            <a:xfrm>
              <a:off x="7259996" y="2949566"/>
              <a:ext cx="433955" cy="274076"/>
            </a:xfrm>
            <a:custGeom>
              <a:avLst/>
              <a:gdLst>
                <a:gd name="T0" fmla="*/ 79 w 171"/>
                <a:gd name="T1" fmla="*/ 5 h 108"/>
                <a:gd name="T2" fmla="*/ 95 w 171"/>
                <a:gd name="T3" fmla="*/ 16 h 108"/>
                <a:gd name="T4" fmla="*/ 107 w 171"/>
                <a:gd name="T5" fmla="*/ 20 h 108"/>
                <a:gd name="T6" fmla="*/ 116 w 171"/>
                <a:gd name="T7" fmla="*/ 32 h 108"/>
                <a:gd name="T8" fmla="*/ 124 w 171"/>
                <a:gd name="T9" fmla="*/ 41 h 108"/>
                <a:gd name="T10" fmla="*/ 149 w 171"/>
                <a:gd name="T11" fmla="*/ 57 h 108"/>
                <a:gd name="T12" fmla="*/ 165 w 171"/>
                <a:gd name="T13" fmla="*/ 64 h 108"/>
                <a:gd name="T14" fmla="*/ 170 w 171"/>
                <a:gd name="T15" fmla="*/ 70 h 108"/>
                <a:gd name="T16" fmla="*/ 170 w 171"/>
                <a:gd name="T17" fmla="*/ 75 h 108"/>
                <a:gd name="T18" fmla="*/ 162 w 171"/>
                <a:gd name="T19" fmla="*/ 75 h 108"/>
                <a:gd name="T20" fmla="*/ 154 w 171"/>
                <a:gd name="T21" fmla="*/ 78 h 108"/>
                <a:gd name="T22" fmla="*/ 152 w 171"/>
                <a:gd name="T23" fmla="*/ 80 h 108"/>
                <a:gd name="T24" fmla="*/ 150 w 171"/>
                <a:gd name="T25" fmla="*/ 87 h 108"/>
                <a:gd name="T26" fmla="*/ 148 w 171"/>
                <a:gd name="T27" fmla="*/ 93 h 108"/>
                <a:gd name="T28" fmla="*/ 141 w 171"/>
                <a:gd name="T29" fmla="*/ 96 h 108"/>
                <a:gd name="T30" fmla="*/ 136 w 171"/>
                <a:gd name="T31" fmla="*/ 103 h 108"/>
                <a:gd name="T32" fmla="*/ 130 w 171"/>
                <a:gd name="T33" fmla="*/ 107 h 108"/>
                <a:gd name="T34" fmla="*/ 128 w 171"/>
                <a:gd name="T35" fmla="*/ 105 h 108"/>
                <a:gd name="T36" fmla="*/ 121 w 171"/>
                <a:gd name="T37" fmla="*/ 104 h 108"/>
                <a:gd name="T38" fmla="*/ 115 w 171"/>
                <a:gd name="T39" fmla="*/ 103 h 108"/>
                <a:gd name="T40" fmla="*/ 112 w 171"/>
                <a:gd name="T41" fmla="*/ 99 h 108"/>
                <a:gd name="T42" fmla="*/ 111 w 171"/>
                <a:gd name="T43" fmla="*/ 91 h 108"/>
                <a:gd name="T44" fmla="*/ 98 w 171"/>
                <a:gd name="T45" fmla="*/ 83 h 108"/>
                <a:gd name="T46" fmla="*/ 90 w 171"/>
                <a:gd name="T47" fmla="*/ 82 h 108"/>
                <a:gd name="T48" fmla="*/ 82 w 171"/>
                <a:gd name="T49" fmla="*/ 75 h 108"/>
                <a:gd name="T50" fmla="*/ 71 w 171"/>
                <a:gd name="T51" fmla="*/ 72 h 108"/>
                <a:gd name="T52" fmla="*/ 61 w 171"/>
                <a:gd name="T53" fmla="*/ 68 h 108"/>
                <a:gd name="T54" fmla="*/ 55 w 171"/>
                <a:gd name="T55" fmla="*/ 71 h 108"/>
                <a:gd name="T56" fmla="*/ 41 w 171"/>
                <a:gd name="T57" fmla="*/ 75 h 108"/>
                <a:gd name="T58" fmla="*/ 36 w 171"/>
                <a:gd name="T59" fmla="*/ 80 h 108"/>
                <a:gd name="T60" fmla="*/ 25 w 171"/>
                <a:gd name="T61" fmla="*/ 76 h 108"/>
                <a:gd name="T62" fmla="*/ 24 w 171"/>
                <a:gd name="T63" fmla="*/ 63 h 108"/>
                <a:gd name="T64" fmla="*/ 20 w 171"/>
                <a:gd name="T65" fmla="*/ 57 h 108"/>
                <a:gd name="T66" fmla="*/ 16 w 171"/>
                <a:gd name="T67" fmla="*/ 53 h 108"/>
                <a:gd name="T68" fmla="*/ 13 w 171"/>
                <a:gd name="T69" fmla="*/ 54 h 108"/>
                <a:gd name="T70" fmla="*/ 17 w 171"/>
                <a:gd name="T71" fmla="*/ 51 h 108"/>
                <a:gd name="T72" fmla="*/ 21 w 171"/>
                <a:gd name="T73" fmla="*/ 50 h 108"/>
                <a:gd name="T74" fmla="*/ 17 w 171"/>
                <a:gd name="T75" fmla="*/ 46 h 108"/>
                <a:gd name="T76" fmla="*/ 16 w 171"/>
                <a:gd name="T77" fmla="*/ 45 h 108"/>
                <a:gd name="T78" fmla="*/ 12 w 171"/>
                <a:gd name="T79" fmla="*/ 46 h 108"/>
                <a:gd name="T80" fmla="*/ 8 w 171"/>
                <a:gd name="T81" fmla="*/ 42 h 108"/>
                <a:gd name="T82" fmla="*/ 8 w 171"/>
                <a:gd name="T83" fmla="*/ 32 h 108"/>
                <a:gd name="T84" fmla="*/ 5 w 171"/>
                <a:gd name="T85" fmla="*/ 22 h 108"/>
                <a:gd name="T86" fmla="*/ 0 w 171"/>
                <a:gd name="T87" fmla="*/ 17 h 108"/>
                <a:gd name="T88" fmla="*/ 13 w 171"/>
                <a:gd name="T89" fmla="*/ 8 h 108"/>
                <a:gd name="T90" fmla="*/ 37 w 171"/>
                <a:gd name="T91" fmla="*/ 22 h 108"/>
                <a:gd name="T92" fmla="*/ 54 w 171"/>
                <a:gd name="T93" fmla="*/ 21 h 108"/>
                <a:gd name="T94" fmla="*/ 53 w 171"/>
                <a:gd name="T95" fmla="*/ 12 h 108"/>
                <a:gd name="T96" fmla="*/ 61 w 171"/>
                <a:gd name="T97" fmla="*/ 4 h 108"/>
                <a:gd name="T98" fmla="*/ 67 w 171"/>
                <a:gd name="T99" fmla="*/ 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71" h="108">
                  <a:moveTo>
                    <a:pt x="65" y="0"/>
                  </a:moveTo>
                  <a:lnTo>
                    <a:pt x="71" y="1"/>
                  </a:lnTo>
                  <a:lnTo>
                    <a:pt x="79" y="5"/>
                  </a:lnTo>
                  <a:lnTo>
                    <a:pt x="86" y="9"/>
                  </a:lnTo>
                  <a:lnTo>
                    <a:pt x="87" y="12"/>
                  </a:lnTo>
                  <a:lnTo>
                    <a:pt x="95" y="16"/>
                  </a:lnTo>
                  <a:lnTo>
                    <a:pt x="103" y="20"/>
                  </a:lnTo>
                  <a:lnTo>
                    <a:pt x="104" y="18"/>
                  </a:lnTo>
                  <a:lnTo>
                    <a:pt x="107" y="20"/>
                  </a:lnTo>
                  <a:lnTo>
                    <a:pt x="112" y="22"/>
                  </a:lnTo>
                  <a:lnTo>
                    <a:pt x="113" y="30"/>
                  </a:lnTo>
                  <a:lnTo>
                    <a:pt x="116" y="32"/>
                  </a:lnTo>
                  <a:lnTo>
                    <a:pt x="117" y="34"/>
                  </a:lnTo>
                  <a:lnTo>
                    <a:pt x="120" y="39"/>
                  </a:lnTo>
                  <a:lnTo>
                    <a:pt x="124" y="41"/>
                  </a:lnTo>
                  <a:lnTo>
                    <a:pt x="132" y="46"/>
                  </a:lnTo>
                  <a:lnTo>
                    <a:pt x="140" y="53"/>
                  </a:lnTo>
                  <a:lnTo>
                    <a:pt x="149" y="57"/>
                  </a:lnTo>
                  <a:lnTo>
                    <a:pt x="157" y="62"/>
                  </a:lnTo>
                  <a:lnTo>
                    <a:pt x="162" y="62"/>
                  </a:lnTo>
                  <a:lnTo>
                    <a:pt x="165" y="64"/>
                  </a:lnTo>
                  <a:lnTo>
                    <a:pt x="166" y="63"/>
                  </a:lnTo>
                  <a:lnTo>
                    <a:pt x="170" y="67"/>
                  </a:lnTo>
                  <a:lnTo>
                    <a:pt x="170" y="70"/>
                  </a:lnTo>
                  <a:lnTo>
                    <a:pt x="171" y="75"/>
                  </a:lnTo>
                  <a:lnTo>
                    <a:pt x="170" y="75"/>
                  </a:lnTo>
                  <a:lnTo>
                    <a:pt x="170" y="75"/>
                  </a:lnTo>
                  <a:lnTo>
                    <a:pt x="167" y="75"/>
                  </a:lnTo>
                  <a:lnTo>
                    <a:pt x="165" y="74"/>
                  </a:lnTo>
                  <a:lnTo>
                    <a:pt x="162" y="75"/>
                  </a:lnTo>
                  <a:lnTo>
                    <a:pt x="158" y="78"/>
                  </a:lnTo>
                  <a:lnTo>
                    <a:pt x="157" y="76"/>
                  </a:lnTo>
                  <a:lnTo>
                    <a:pt x="154" y="78"/>
                  </a:lnTo>
                  <a:lnTo>
                    <a:pt x="153" y="79"/>
                  </a:lnTo>
                  <a:lnTo>
                    <a:pt x="152" y="79"/>
                  </a:lnTo>
                  <a:lnTo>
                    <a:pt x="152" y="80"/>
                  </a:lnTo>
                  <a:lnTo>
                    <a:pt x="153" y="82"/>
                  </a:lnTo>
                  <a:lnTo>
                    <a:pt x="153" y="84"/>
                  </a:lnTo>
                  <a:lnTo>
                    <a:pt x="150" y="87"/>
                  </a:lnTo>
                  <a:lnTo>
                    <a:pt x="150" y="89"/>
                  </a:lnTo>
                  <a:lnTo>
                    <a:pt x="149" y="93"/>
                  </a:lnTo>
                  <a:lnTo>
                    <a:pt x="148" y="93"/>
                  </a:lnTo>
                  <a:lnTo>
                    <a:pt x="145" y="95"/>
                  </a:lnTo>
                  <a:lnTo>
                    <a:pt x="145" y="96"/>
                  </a:lnTo>
                  <a:lnTo>
                    <a:pt x="141" y="96"/>
                  </a:lnTo>
                  <a:lnTo>
                    <a:pt x="137" y="99"/>
                  </a:lnTo>
                  <a:lnTo>
                    <a:pt x="137" y="101"/>
                  </a:lnTo>
                  <a:lnTo>
                    <a:pt x="136" y="103"/>
                  </a:lnTo>
                  <a:lnTo>
                    <a:pt x="136" y="104"/>
                  </a:lnTo>
                  <a:lnTo>
                    <a:pt x="133" y="105"/>
                  </a:lnTo>
                  <a:lnTo>
                    <a:pt x="130" y="107"/>
                  </a:lnTo>
                  <a:lnTo>
                    <a:pt x="129" y="108"/>
                  </a:lnTo>
                  <a:lnTo>
                    <a:pt x="128" y="107"/>
                  </a:lnTo>
                  <a:lnTo>
                    <a:pt x="128" y="105"/>
                  </a:lnTo>
                  <a:lnTo>
                    <a:pt x="125" y="103"/>
                  </a:lnTo>
                  <a:lnTo>
                    <a:pt x="123" y="103"/>
                  </a:lnTo>
                  <a:lnTo>
                    <a:pt x="121" y="104"/>
                  </a:lnTo>
                  <a:lnTo>
                    <a:pt x="119" y="104"/>
                  </a:lnTo>
                  <a:lnTo>
                    <a:pt x="117" y="103"/>
                  </a:lnTo>
                  <a:lnTo>
                    <a:pt x="115" y="103"/>
                  </a:lnTo>
                  <a:lnTo>
                    <a:pt x="113" y="103"/>
                  </a:lnTo>
                  <a:lnTo>
                    <a:pt x="112" y="100"/>
                  </a:lnTo>
                  <a:lnTo>
                    <a:pt x="112" y="99"/>
                  </a:lnTo>
                  <a:lnTo>
                    <a:pt x="112" y="96"/>
                  </a:lnTo>
                  <a:lnTo>
                    <a:pt x="112" y="95"/>
                  </a:lnTo>
                  <a:lnTo>
                    <a:pt x="111" y="91"/>
                  </a:lnTo>
                  <a:lnTo>
                    <a:pt x="108" y="89"/>
                  </a:lnTo>
                  <a:lnTo>
                    <a:pt x="103" y="89"/>
                  </a:lnTo>
                  <a:lnTo>
                    <a:pt x="98" y="83"/>
                  </a:lnTo>
                  <a:lnTo>
                    <a:pt x="94" y="82"/>
                  </a:lnTo>
                  <a:lnTo>
                    <a:pt x="91" y="82"/>
                  </a:lnTo>
                  <a:lnTo>
                    <a:pt x="90" y="82"/>
                  </a:lnTo>
                  <a:lnTo>
                    <a:pt x="88" y="78"/>
                  </a:lnTo>
                  <a:lnTo>
                    <a:pt x="87" y="78"/>
                  </a:lnTo>
                  <a:lnTo>
                    <a:pt x="82" y="75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1" y="72"/>
                  </a:lnTo>
                  <a:lnTo>
                    <a:pt x="67" y="71"/>
                  </a:lnTo>
                  <a:lnTo>
                    <a:pt x="63" y="68"/>
                  </a:lnTo>
                  <a:lnTo>
                    <a:pt x="61" y="68"/>
                  </a:lnTo>
                  <a:lnTo>
                    <a:pt x="58" y="67"/>
                  </a:lnTo>
                  <a:lnTo>
                    <a:pt x="55" y="67"/>
                  </a:lnTo>
                  <a:lnTo>
                    <a:pt x="55" y="71"/>
                  </a:lnTo>
                  <a:lnTo>
                    <a:pt x="50" y="70"/>
                  </a:lnTo>
                  <a:lnTo>
                    <a:pt x="45" y="71"/>
                  </a:lnTo>
                  <a:lnTo>
                    <a:pt x="41" y="75"/>
                  </a:lnTo>
                  <a:lnTo>
                    <a:pt x="38" y="75"/>
                  </a:lnTo>
                  <a:lnTo>
                    <a:pt x="37" y="76"/>
                  </a:lnTo>
                  <a:lnTo>
                    <a:pt x="36" y="80"/>
                  </a:lnTo>
                  <a:lnTo>
                    <a:pt x="30" y="80"/>
                  </a:lnTo>
                  <a:lnTo>
                    <a:pt x="28" y="82"/>
                  </a:lnTo>
                  <a:lnTo>
                    <a:pt x="25" y="76"/>
                  </a:lnTo>
                  <a:lnTo>
                    <a:pt x="24" y="71"/>
                  </a:lnTo>
                  <a:lnTo>
                    <a:pt x="25" y="66"/>
                  </a:lnTo>
                  <a:lnTo>
                    <a:pt x="24" y="63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0" y="57"/>
                  </a:lnTo>
                  <a:lnTo>
                    <a:pt x="19" y="54"/>
                  </a:lnTo>
                  <a:lnTo>
                    <a:pt x="17" y="54"/>
                  </a:lnTo>
                  <a:lnTo>
                    <a:pt x="16" y="53"/>
                  </a:lnTo>
                  <a:lnTo>
                    <a:pt x="15" y="54"/>
                  </a:lnTo>
                  <a:lnTo>
                    <a:pt x="15" y="57"/>
                  </a:lnTo>
                  <a:lnTo>
                    <a:pt x="13" y="54"/>
                  </a:lnTo>
                  <a:lnTo>
                    <a:pt x="13" y="53"/>
                  </a:lnTo>
                  <a:lnTo>
                    <a:pt x="16" y="50"/>
                  </a:lnTo>
                  <a:lnTo>
                    <a:pt x="17" y="51"/>
                  </a:lnTo>
                  <a:lnTo>
                    <a:pt x="19" y="51"/>
                  </a:lnTo>
                  <a:lnTo>
                    <a:pt x="20" y="51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7" y="46"/>
                  </a:lnTo>
                  <a:lnTo>
                    <a:pt x="19" y="45"/>
                  </a:lnTo>
                  <a:lnTo>
                    <a:pt x="17" y="43"/>
                  </a:lnTo>
                  <a:lnTo>
                    <a:pt x="16" y="45"/>
                  </a:lnTo>
                  <a:lnTo>
                    <a:pt x="12" y="43"/>
                  </a:lnTo>
                  <a:lnTo>
                    <a:pt x="11" y="45"/>
                  </a:lnTo>
                  <a:lnTo>
                    <a:pt x="12" y="46"/>
                  </a:lnTo>
                  <a:lnTo>
                    <a:pt x="13" y="47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4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8" y="9"/>
                  </a:lnTo>
                  <a:lnTo>
                    <a:pt x="13" y="8"/>
                  </a:lnTo>
                  <a:lnTo>
                    <a:pt x="21" y="9"/>
                  </a:lnTo>
                  <a:lnTo>
                    <a:pt x="29" y="13"/>
                  </a:lnTo>
                  <a:lnTo>
                    <a:pt x="37" y="22"/>
                  </a:lnTo>
                  <a:lnTo>
                    <a:pt x="42" y="21"/>
                  </a:lnTo>
                  <a:lnTo>
                    <a:pt x="49" y="21"/>
                  </a:lnTo>
                  <a:lnTo>
                    <a:pt x="54" y="21"/>
                  </a:lnTo>
                  <a:lnTo>
                    <a:pt x="55" y="18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5" y="8"/>
                  </a:lnTo>
                  <a:lnTo>
                    <a:pt x="58" y="7"/>
                  </a:lnTo>
                  <a:lnTo>
                    <a:pt x="61" y="4"/>
                  </a:lnTo>
                  <a:lnTo>
                    <a:pt x="63" y="3"/>
                  </a:lnTo>
                  <a:lnTo>
                    <a:pt x="66" y="4"/>
                  </a:lnTo>
                  <a:lnTo>
                    <a:pt x="67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0" name="Freeform 355"/>
            <p:cNvSpPr>
              <a:spLocks noEditPoints="1"/>
            </p:cNvSpPr>
            <p:nvPr/>
          </p:nvSpPr>
          <p:spPr bwMode="auto">
            <a:xfrm>
              <a:off x="9302880" y="3733728"/>
              <a:ext cx="296917" cy="451718"/>
            </a:xfrm>
            <a:custGeom>
              <a:avLst/>
              <a:gdLst>
                <a:gd name="T0" fmla="*/ 1 w 117"/>
                <a:gd name="T1" fmla="*/ 146 h 178"/>
                <a:gd name="T2" fmla="*/ 5 w 117"/>
                <a:gd name="T3" fmla="*/ 144 h 178"/>
                <a:gd name="T4" fmla="*/ 80 w 117"/>
                <a:gd name="T5" fmla="*/ 132 h 178"/>
                <a:gd name="T6" fmla="*/ 108 w 117"/>
                <a:gd name="T7" fmla="*/ 127 h 178"/>
                <a:gd name="T8" fmla="*/ 112 w 117"/>
                <a:gd name="T9" fmla="*/ 138 h 178"/>
                <a:gd name="T10" fmla="*/ 117 w 117"/>
                <a:gd name="T11" fmla="*/ 158 h 178"/>
                <a:gd name="T12" fmla="*/ 112 w 117"/>
                <a:gd name="T13" fmla="*/ 165 h 178"/>
                <a:gd name="T14" fmla="*/ 108 w 117"/>
                <a:gd name="T15" fmla="*/ 173 h 178"/>
                <a:gd name="T16" fmla="*/ 93 w 117"/>
                <a:gd name="T17" fmla="*/ 173 h 178"/>
                <a:gd name="T18" fmla="*/ 89 w 117"/>
                <a:gd name="T19" fmla="*/ 159 h 178"/>
                <a:gd name="T20" fmla="*/ 79 w 117"/>
                <a:gd name="T21" fmla="*/ 155 h 178"/>
                <a:gd name="T22" fmla="*/ 69 w 117"/>
                <a:gd name="T23" fmla="*/ 152 h 178"/>
                <a:gd name="T24" fmla="*/ 67 w 117"/>
                <a:gd name="T25" fmla="*/ 148 h 178"/>
                <a:gd name="T26" fmla="*/ 80 w 117"/>
                <a:gd name="T27" fmla="*/ 149 h 178"/>
                <a:gd name="T28" fmla="*/ 97 w 117"/>
                <a:gd name="T29" fmla="*/ 136 h 178"/>
                <a:gd name="T30" fmla="*/ 100 w 117"/>
                <a:gd name="T31" fmla="*/ 125 h 178"/>
                <a:gd name="T32" fmla="*/ 90 w 117"/>
                <a:gd name="T33" fmla="*/ 121 h 178"/>
                <a:gd name="T34" fmla="*/ 105 w 117"/>
                <a:gd name="T35" fmla="*/ 117 h 178"/>
                <a:gd name="T36" fmla="*/ 34 w 117"/>
                <a:gd name="T37" fmla="*/ 115 h 178"/>
                <a:gd name="T38" fmla="*/ 68 w 117"/>
                <a:gd name="T39" fmla="*/ 116 h 178"/>
                <a:gd name="T40" fmla="*/ 105 w 117"/>
                <a:gd name="T41" fmla="*/ 115 h 178"/>
                <a:gd name="T42" fmla="*/ 76 w 117"/>
                <a:gd name="T43" fmla="*/ 130 h 178"/>
                <a:gd name="T44" fmla="*/ 71 w 117"/>
                <a:gd name="T45" fmla="*/ 120 h 178"/>
                <a:gd name="T46" fmla="*/ 84 w 117"/>
                <a:gd name="T47" fmla="*/ 112 h 178"/>
                <a:gd name="T48" fmla="*/ 80 w 117"/>
                <a:gd name="T49" fmla="*/ 116 h 178"/>
                <a:gd name="T50" fmla="*/ 98 w 117"/>
                <a:gd name="T51" fmla="*/ 117 h 178"/>
                <a:gd name="T52" fmla="*/ 88 w 117"/>
                <a:gd name="T53" fmla="*/ 111 h 178"/>
                <a:gd name="T54" fmla="*/ 26 w 117"/>
                <a:gd name="T55" fmla="*/ 120 h 178"/>
                <a:gd name="T56" fmla="*/ 8 w 117"/>
                <a:gd name="T57" fmla="*/ 140 h 178"/>
                <a:gd name="T58" fmla="*/ 21 w 117"/>
                <a:gd name="T59" fmla="*/ 123 h 178"/>
                <a:gd name="T60" fmla="*/ 90 w 117"/>
                <a:gd name="T61" fmla="*/ 102 h 178"/>
                <a:gd name="T62" fmla="*/ 31 w 117"/>
                <a:gd name="T63" fmla="*/ 102 h 178"/>
                <a:gd name="T64" fmla="*/ 71 w 117"/>
                <a:gd name="T65" fmla="*/ 103 h 178"/>
                <a:gd name="T66" fmla="*/ 62 w 117"/>
                <a:gd name="T67" fmla="*/ 115 h 178"/>
                <a:gd name="T68" fmla="*/ 59 w 117"/>
                <a:gd name="T69" fmla="*/ 98 h 178"/>
                <a:gd name="T70" fmla="*/ 31 w 117"/>
                <a:gd name="T71" fmla="*/ 92 h 178"/>
                <a:gd name="T72" fmla="*/ 77 w 117"/>
                <a:gd name="T73" fmla="*/ 92 h 178"/>
                <a:gd name="T74" fmla="*/ 72 w 117"/>
                <a:gd name="T75" fmla="*/ 95 h 178"/>
                <a:gd name="T76" fmla="*/ 94 w 117"/>
                <a:gd name="T77" fmla="*/ 90 h 178"/>
                <a:gd name="T78" fmla="*/ 104 w 117"/>
                <a:gd name="T79" fmla="*/ 108 h 178"/>
                <a:gd name="T80" fmla="*/ 94 w 117"/>
                <a:gd name="T81" fmla="*/ 103 h 178"/>
                <a:gd name="T82" fmla="*/ 93 w 117"/>
                <a:gd name="T83" fmla="*/ 90 h 178"/>
                <a:gd name="T84" fmla="*/ 72 w 117"/>
                <a:gd name="T85" fmla="*/ 84 h 178"/>
                <a:gd name="T86" fmla="*/ 51 w 117"/>
                <a:gd name="T87" fmla="*/ 84 h 178"/>
                <a:gd name="T88" fmla="*/ 42 w 117"/>
                <a:gd name="T89" fmla="*/ 84 h 178"/>
                <a:gd name="T90" fmla="*/ 58 w 117"/>
                <a:gd name="T91" fmla="*/ 82 h 178"/>
                <a:gd name="T92" fmla="*/ 85 w 117"/>
                <a:gd name="T93" fmla="*/ 73 h 178"/>
                <a:gd name="T94" fmla="*/ 58 w 117"/>
                <a:gd name="T95" fmla="*/ 70 h 178"/>
                <a:gd name="T96" fmla="*/ 56 w 117"/>
                <a:gd name="T97" fmla="*/ 57 h 178"/>
                <a:gd name="T98" fmla="*/ 55 w 117"/>
                <a:gd name="T99" fmla="*/ 16 h 178"/>
                <a:gd name="T100" fmla="*/ 55 w 117"/>
                <a:gd name="T101" fmla="*/ 45 h 178"/>
                <a:gd name="T102" fmla="*/ 51 w 117"/>
                <a:gd name="T103" fmla="*/ 63 h 178"/>
                <a:gd name="T104" fmla="*/ 69 w 117"/>
                <a:gd name="T105" fmla="*/ 74 h 178"/>
                <a:gd name="T106" fmla="*/ 76 w 117"/>
                <a:gd name="T107" fmla="*/ 75 h 178"/>
                <a:gd name="T108" fmla="*/ 81 w 117"/>
                <a:gd name="T109" fmla="*/ 91 h 178"/>
                <a:gd name="T110" fmla="*/ 68 w 117"/>
                <a:gd name="T111" fmla="*/ 78 h 178"/>
                <a:gd name="T112" fmla="*/ 59 w 117"/>
                <a:gd name="T113" fmla="*/ 74 h 178"/>
                <a:gd name="T114" fmla="*/ 40 w 117"/>
                <a:gd name="T115" fmla="*/ 73 h 178"/>
                <a:gd name="T116" fmla="*/ 38 w 117"/>
                <a:gd name="T117" fmla="*/ 66 h 178"/>
                <a:gd name="T118" fmla="*/ 29 w 117"/>
                <a:gd name="T119" fmla="*/ 46 h 178"/>
                <a:gd name="T120" fmla="*/ 33 w 117"/>
                <a:gd name="T121" fmla="*/ 24 h 178"/>
                <a:gd name="T122" fmla="*/ 50 w 117"/>
                <a:gd name="T123" fmla="*/ 9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" h="178">
                  <a:moveTo>
                    <a:pt x="63" y="163"/>
                  </a:moveTo>
                  <a:lnTo>
                    <a:pt x="64" y="165"/>
                  </a:lnTo>
                  <a:lnTo>
                    <a:pt x="65" y="165"/>
                  </a:lnTo>
                  <a:lnTo>
                    <a:pt x="65" y="166"/>
                  </a:lnTo>
                  <a:lnTo>
                    <a:pt x="62" y="169"/>
                  </a:lnTo>
                  <a:lnTo>
                    <a:pt x="60" y="169"/>
                  </a:lnTo>
                  <a:lnTo>
                    <a:pt x="59" y="166"/>
                  </a:lnTo>
                  <a:lnTo>
                    <a:pt x="59" y="165"/>
                  </a:lnTo>
                  <a:lnTo>
                    <a:pt x="62" y="165"/>
                  </a:lnTo>
                  <a:lnTo>
                    <a:pt x="63" y="163"/>
                  </a:lnTo>
                  <a:close/>
                  <a:moveTo>
                    <a:pt x="1" y="146"/>
                  </a:moveTo>
                  <a:lnTo>
                    <a:pt x="2" y="148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1" y="152"/>
                  </a:lnTo>
                  <a:lnTo>
                    <a:pt x="0" y="149"/>
                  </a:lnTo>
                  <a:lnTo>
                    <a:pt x="0" y="148"/>
                  </a:lnTo>
                  <a:lnTo>
                    <a:pt x="1" y="146"/>
                  </a:lnTo>
                  <a:close/>
                  <a:moveTo>
                    <a:pt x="5" y="144"/>
                  </a:moveTo>
                  <a:lnTo>
                    <a:pt x="5" y="145"/>
                  </a:lnTo>
                  <a:lnTo>
                    <a:pt x="4" y="145"/>
                  </a:lnTo>
                  <a:lnTo>
                    <a:pt x="5" y="144"/>
                  </a:lnTo>
                  <a:close/>
                  <a:moveTo>
                    <a:pt x="4" y="144"/>
                  </a:moveTo>
                  <a:lnTo>
                    <a:pt x="4" y="145"/>
                  </a:lnTo>
                  <a:lnTo>
                    <a:pt x="2" y="145"/>
                  </a:lnTo>
                  <a:lnTo>
                    <a:pt x="4" y="144"/>
                  </a:lnTo>
                  <a:close/>
                  <a:moveTo>
                    <a:pt x="80" y="132"/>
                  </a:moveTo>
                  <a:lnTo>
                    <a:pt x="81" y="132"/>
                  </a:lnTo>
                  <a:lnTo>
                    <a:pt x="81" y="133"/>
                  </a:lnTo>
                  <a:lnTo>
                    <a:pt x="79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0" y="132"/>
                  </a:lnTo>
                  <a:close/>
                  <a:moveTo>
                    <a:pt x="92" y="130"/>
                  </a:moveTo>
                  <a:lnTo>
                    <a:pt x="94" y="132"/>
                  </a:lnTo>
                  <a:lnTo>
                    <a:pt x="93" y="134"/>
                  </a:lnTo>
                  <a:lnTo>
                    <a:pt x="92" y="133"/>
                  </a:lnTo>
                  <a:lnTo>
                    <a:pt x="92" y="132"/>
                  </a:lnTo>
                  <a:lnTo>
                    <a:pt x="92" y="130"/>
                  </a:lnTo>
                  <a:close/>
                  <a:moveTo>
                    <a:pt x="108" y="127"/>
                  </a:moveTo>
                  <a:lnTo>
                    <a:pt x="109" y="127"/>
                  </a:lnTo>
                  <a:lnTo>
                    <a:pt x="108" y="128"/>
                  </a:lnTo>
                  <a:lnTo>
                    <a:pt x="106" y="128"/>
                  </a:lnTo>
                  <a:lnTo>
                    <a:pt x="108" y="127"/>
                  </a:lnTo>
                  <a:close/>
                  <a:moveTo>
                    <a:pt x="101" y="125"/>
                  </a:moveTo>
                  <a:lnTo>
                    <a:pt x="102" y="125"/>
                  </a:lnTo>
                  <a:lnTo>
                    <a:pt x="104" y="125"/>
                  </a:lnTo>
                  <a:lnTo>
                    <a:pt x="104" y="128"/>
                  </a:lnTo>
                  <a:lnTo>
                    <a:pt x="108" y="130"/>
                  </a:lnTo>
                  <a:lnTo>
                    <a:pt x="109" y="133"/>
                  </a:lnTo>
                  <a:lnTo>
                    <a:pt x="112" y="132"/>
                  </a:lnTo>
                  <a:lnTo>
                    <a:pt x="112" y="133"/>
                  </a:lnTo>
                  <a:lnTo>
                    <a:pt x="113" y="136"/>
                  </a:lnTo>
                  <a:lnTo>
                    <a:pt x="113" y="138"/>
                  </a:lnTo>
                  <a:lnTo>
                    <a:pt x="112" y="138"/>
                  </a:lnTo>
                  <a:lnTo>
                    <a:pt x="110" y="140"/>
                  </a:lnTo>
                  <a:lnTo>
                    <a:pt x="112" y="141"/>
                  </a:lnTo>
                  <a:lnTo>
                    <a:pt x="113" y="141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4" y="144"/>
                  </a:lnTo>
                  <a:lnTo>
                    <a:pt x="114" y="148"/>
                  </a:lnTo>
                  <a:lnTo>
                    <a:pt x="114" y="150"/>
                  </a:lnTo>
                  <a:lnTo>
                    <a:pt x="115" y="152"/>
                  </a:lnTo>
                  <a:lnTo>
                    <a:pt x="117" y="154"/>
                  </a:lnTo>
                  <a:lnTo>
                    <a:pt x="117" y="158"/>
                  </a:lnTo>
                  <a:lnTo>
                    <a:pt x="115" y="161"/>
                  </a:lnTo>
                  <a:lnTo>
                    <a:pt x="115" y="161"/>
                  </a:lnTo>
                  <a:lnTo>
                    <a:pt x="115" y="162"/>
                  </a:lnTo>
                  <a:lnTo>
                    <a:pt x="114" y="161"/>
                  </a:lnTo>
                  <a:lnTo>
                    <a:pt x="113" y="161"/>
                  </a:lnTo>
                  <a:lnTo>
                    <a:pt x="113" y="162"/>
                  </a:lnTo>
                  <a:lnTo>
                    <a:pt x="113" y="166"/>
                  </a:lnTo>
                  <a:lnTo>
                    <a:pt x="113" y="169"/>
                  </a:lnTo>
                  <a:lnTo>
                    <a:pt x="113" y="170"/>
                  </a:lnTo>
                  <a:lnTo>
                    <a:pt x="112" y="169"/>
                  </a:lnTo>
                  <a:lnTo>
                    <a:pt x="112" y="165"/>
                  </a:lnTo>
                  <a:lnTo>
                    <a:pt x="112" y="162"/>
                  </a:lnTo>
                  <a:lnTo>
                    <a:pt x="110" y="161"/>
                  </a:lnTo>
                  <a:lnTo>
                    <a:pt x="109" y="158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4" y="162"/>
                  </a:lnTo>
                  <a:lnTo>
                    <a:pt x="102" y="165"/>
                  </a:lnTo>
                  <a:lnTo>
                    <a:pt x="105" y="166"/>
                  </a:lnTo>
                  <a:lnTo>
                    <a:pt x="106" y="169"/>
                  </a:lnTo>
                  <a:lnTo>
                    <a:pt x="108" y="170"/>
                  </a:lnTo>
                  <a:lnTo>
                    <a:pt x="108" y="173"/>
                  </a:lnTo>
                  <a:lnTo>
                    <a:pt x="104" y="177"/>
                  </a:lnTo>
                  <a:lnTo>
                    <a:pt x="102" y="178"/>
                  </a:lnTo>
                  <a:lnTo>
                    <a:pt x="101" y="177"/>
                  </a:lnTo>
                  <a:lnTo>
                    <a:pt x="101" y="175"/>
                  </a:lnTo>
                  <a:lnTo>
                    <a:pt x="101" y="174"/>
                  </a:lnTo>
                  <a:lnTo>
                    <a:pt x="101" y="173"/>
                  </a:lnTo>
                  <a:lnTo>
                    <a:pt x="100" y="174"/>
                  </a:lnTo>
                  <a:lnTo>
                    <a:pt x="100" y="175"/>
                  </a:lnTo>
                  <a:lnTo>
                    <a:pt x="97" y="175"/>
                  </a:lnTo>
                  <a:lnTo>
                    <a:pt x="94" y="175"/>
                  </a:lnTo>
                  <a:lnTo>
                    <a:pt x="93" y="173"/>
                  </a:lnTo>
                  <a:lnTo>
                    <a:pt x="90" y="173"/>
                  </a:lnTo>
                  <a:lnTo>
                    <a:pt x="88" y="170"/>
                  </a:lnTo>
                  <a:lnTo>
                    <a:pt x="88" y="169"/>
                  </a:lnTo>
                  <a:lnTo>
                    <a:pt x="87" y="166"/>
                  </a:lnTo>
                  <a:lnTo>
                    <a:pt x="87" y="165"/>
                  </a:lnTo>
                  <a:lnTo>
                    <a:pt x="87" y="163"/>
                  </a:lnTo>
                  <a:lnTo>
                    <a:pt x="85" y="162"/>
                  </a:lnTo>
                  <a:lnTo>
                    <a:pt x="87" y="161"/>
                  </a:lnTo>
                  <a:lnTo>
                    <a:pt x="87" y="159"/>
                  </a:lnTo>
                  <a:lnTo>
                    <a:pt x="87" y="158"/>
                  </a:lnTo>
                  <a:lnTo>
                    <a:pt x="89" y="159"/>
                  </a:lnTo>
                  <a:lnTo>
                    <a:pt x="87" y="157"/>
                  </a:lnTo>
                  <a:lnTo>
                    <a:pt x="87" y="155"/>
                  </a:lnTo>
                  <a:lnTo>
                    <a:pt x="84" y="154"/>
                  </a:lnTo>
                  <a:lnTo>
                    <a:pt x="83" y="153"/>
                  </a:lnTo>
                  <a:lnTo>
                    <a:pt x="80" y="152"/>
                  </a:lnTo>
                  <a:lnTo>
                    <a:pt x="79" y="152"/>
                  </a:lnTo>
                  <a:lnTo>
                    <a:pt x="79" y="152"/>
                  </a:lnTo>
                  <a:lnTo>
                    <a:pt x="79" y="153"/>
                  </a:lnTo>
                  <a:lnTo>
                    <a:pt x="77" y="154"/>
                  </a:lnTo>
                  <a:lnTo>
                    <a:pt x="79" y="155"/>
                  </a:lnTo>
                  <a:lnTo>
                    <a:pt x="79" y="155"/>
                  </a:lnTo>
                  <a:lnTo>
                    <a:pt x="76" y="154"/>
                  </a:lnTo>
                  <a:lnTo>
                    <a:pt x="75" y="154"/>
                  </a:lnTo>
                  <a:lnTo>
                    <a:pt x="76" y="153"/>
                  </a:lnTo>
                  <a:lnTo>
                    <a:pt x="75" y="153"/>
                  </a:lnTo>
                  <a:lnTo>
                    <a:pt x="73" y="154"/>
                  </a:lnTo>
                  <a:lnTo>
                    <a:pt x="73" y="155"/>
                  </a:lnTo>
                  <a:lnTo>
                    <a:pt x="72" y="155"/>
                  </a:lnTo>
                  <a:lnTo>
                    <a:pt x="71" y="155"/>
                  </a:lnTo>
                  <a:lnTo>
                    <a:pt x="71" y="155"/>
                  </a:lnTo>
                  <a:lnTo>
                    <a:pt x="71" y="153"/>
                  </a:lnTo>
                  <a:lnTo>
                    <a:pt x="69" y="152"/>
                  </a:lnTo>
                  <a:lnTo>
                    <a:pt x="68" y="152"/>
                  </a:lnTo>
                  <a:lnTo>
                    <a:pt x="67" y="154"/>
                  </a:lnTo>
                  <a:lnTo>
                    <a:pt x="65" y="155"/>
                  </a:lnTo>
                  <a:lnTo>
                    <a:pt x="64" y="161"/>
                  </a:lnTo>
                  <a:lnTo>
                    <a:pt x="63" y="162"/>
                  </a:lnTo>
                  <a:lnTo>
                    <a:pt x="60" y="159"/>
                  </a:lnTo>
                  <a:lnTo>
                    <a:pt x="62" y="157"/>
                  </a:lnTo>
                  <a:lnTo>
                    <a:pt x="63" y="153"/>
                  </a:lnTo>
                  <a:lnTo>
                    <a:pt x="62" y="152"/>
                  </a:lnTo>
                  <a:lnTo>
                    <a:pt x="64" y="149"/>
                  </a:lnTo>
                  <a:lnTo>
                    <a:pt x="67" y="148"/>
                  </a:lnTo>
                  <a:lnTo>
                    <a:pt x="68" y="146"/>
                  </a:lnTo>
                  <a:lnTo>
                    <a:pt x="71" y="146"/>
                  </a:lnTo>
                  <a:lnTo>
                    <a:pt x="73" y="146"/>
                  </a:lnTo>
                  <a:lnTo>
                    <a:pt x="72" y="144"/>
                  </a:lnTo>
                  <a:lnTo>
                    <a:pt x="73" y="142"/>
                  </a:lnTo>
                  <a:lnTo>
                    <a:pt x="76" y="141"/>
                  </a:lnTo>
                  <a:lnTo>
                    <a:pt x="77" y="138"/>
                  </a:lnTo>
                  <a:lnTo>
                    <a:pt x="80" y="138"/>
                  </a:lnTo>
                  <a:lnTo>
                    <a:pt x="83" y="141"/>
                  </a:lnTo>
                  <a:lnTo>
                    <a:pt x="83" y="145"/>
                  </a:lnTo>
                  <a:lnTo>
                    <a:pt x="80" y="149"/>
                  </a:lnTo>
                  <a:lnTo>
                    <a:pt x="83" y="146"/>
                  </a:lnTo>
                  <a:lnTo>
                    <a:pt x="85" y="146"/>
                  </a:lnTo>
                  <a:lnTo>
                    <a:pt x="88" y="145"/>
                  </a:lnTo>
                  <a:lnTo>
                    <a:pt x="89" y="141"/>
                  </a:lnTo>
                  <a:lnTo>
                    <a:pt x="92" y="140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0"/>
                  </a:lnTo>
                  <a:lnTo>
                    <a:pt x="93" y="140"/>
                  </a:lnTo>
                  <a:lnTo>
                    <a:pt x="94" y="134"/>
                  </a:lnTo>
                  <a:lnTo>
                    <a:pt x="97" y="136"/>
                  </a:lnTo>
                  <a:lnTo>
                    <a:pt x="98" y="137"/>
                  </a:lnTo>
                  <a:lnTo>
                    <a:pt x="98" y="136"/>
                  </a:lnTo>
                  <a:lnTo>
                    <a:pt x="98" y="133"/>
                  </a:lnTo>
                  <a:lnTo>
                    <a:pt x="100" y="133"/>
                  </a:lnTo>
                  <a:lnTo>
                    <a:pt x="101" y="134"/>
                  </a:lnTo>
                  <a:lnTo>
                    <a:pt x="102" y="133"/>
                  </a:lnTo>
                  <a:lnTo>
                    <a:pt x="101" y="128"/>
                  </a:lnTo>
                  <a:lnTo>
                    <a:pt x="101" y="125"/>
                  </a:lnTo>
                  <a:close/>
                  <a:moveTo>
                    <a:pt x="98" y="121"/>
                  </a:moveTo>
                  <a:lnTo>
                    <a:pt x="100" y="123"/>
                  </a:lnTo>
                  <a:lnTo>
                    <a:pt x="100" y="125"/>
                  </a:lnTo>
                  <a:lnTo>
                    <a:pt x="98" y="123"/>
                  </a:lnTo>
                  <a:lnTo>
                    <a:pt x="98" y="121"/>
                  </a:lnTo>
                  <a:close/>
                  <a:moveTo>
                    <a:pt x="109" y="121"/>
                  </a:moveTo>
                  <a:lnTo>
                    <a:pt x="110" y="123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8" y="124"/>
                  </a:lnTo>
                  <a:lnTo>
                    <a:pt x="109" y="124"/>
                  </a:lnTo>
                  <a:lnTo>
                    <a:pt x="109" y="121"/>
                  </a:lnTo>
                  <a:close/>
                  <a:moveTo>
                    <a:pt x="89" y="120"/>
                  </a:moveTo>
                  <a:lnTo>
                    <a:pt x="90" y="121"/>
                  </a:lnTo>
                  <a:lnTo>
                    <a:pt x="90" y="124"/>
                  </a:lnTo>
                  <a:lnTo>
                    <a:pt x="89" y="125"/>
                  </a:lnTo>
                  <a:lnTo>
                    <a:pt x="87" y="128"/>
                  </a:lnTo>
                  <a:lnTo>
                    <a:pt x="83" y="128"/>
                  </a:lnTo>
                  <a:lnTo>
                    <a:pt x="84" y="127"/>
                  </a:lnTo>
                  <a:lnTo>
                    <a:pt x="83" y="125"/>
                  </a:lnTo>
                  <a:lnTo>
                    <a:pt x="84" y="123"/>
                  </a:lnTo>
                  <a:lnTo>
                    <a:pt x="88" y="120"/>
                  </a:lnTo>
                  <a:lnTo>
                    <a:pt x="89" y="120"/>
                  </a:lnTo>
                  <a:close/>
                  <a:moveTo>
                    <a:pt x="104" y="116"/>
                  </a:moveTo>
                  <a:lnTo>
                    <a:pt x="105" y="117"/>
                  </a:lnTo>
                  <a:lnTo>
                    <a:pt x="104" y="119"/>
                  </a:lnTo>
                  <a:lnTo>
                    <a:pt x="104" y="120"/>
                  </a:lnTo>
                  <a:lnTo>
                    <a:pt x="105" y="123"/>
                  </a:lnTo>
                  <a:lnTo>
                    <a:pt x="105" y="125"/>
                  </a:lnTo>
                  <a:lnTo>
                    <a:pt x="104" y="125"/>
                  </a:lnTo>
                  <a:lnTo>
                    <a:pt x="104" y="124"/>
                  </a:lnTo>
                  <a:lnTo>
                    <a:pt x="104" y="123"/>
                  </a:lnTo>
                  <a:lnTo>
                    <a:pt x="102" y="120"/>
                  </a:lnTo>
                  <a:lnTo>
                    <a:pt x="102" y="117"/>
                  </a:lnTo>
                  <a:lnTo>
                    <a:pt x="104" y="116"/>
                  </a:lnTo>
                  <a:close/>
                  <a:moveTo>
                    <a:pt x="34" y="115"/>
                  </a:moveTo>
                  <a:lnTo>
                    <a:pt x="34" y="115"/>
                  </a:lnTo>
                  <a:lnTo>
                    <a:pt x="35" y="116"/>
                  </a:lnTo>
                  <a:lnTo>
                    <a:pt x="35" y="117"/>
                  </a:lnTo>
                  <a:lnTo>
                    <a:pt x="33" y="117"/>
                  </a:lnTo>
                  <a:lnTo>
                    <a:pt x="31" y="117"/>
                  </a:lnTo>
                  <a:lnTo>
                    <a:pt x="33" y="116"/>
                  </a:lnTo>
                  <a:lnTo>
                    <a:pt x="33" y="115"/>
                  </a:lnTo>
                  <a:lnTo>
                    <a:pt x="34" y="115"/>
                  </a:lnTo>
                  <a:close/>
                  <a:moveTo>
                    <a:pt x="67" y="113"/>
                  </a:moveTo>
                  <a:lnTo>
                    <a:pt x="68" y="115"/>
                  </a:lnTo>
                  <a:lnTo>
                    <a:pt x="68" y="116"/>
                  </a:lnTo>
                  <a:lnTo>
                    <a:pt x="65" y="117"/>
                  </a:lnTo>
                  <a:lnTo>
                    <a:pt x="64" y="116"/>
                  </a:lnTo>
                  <a:lnTo>
                    <a:pt x="65" y="115"/>
                  </a:lnTo>
                  <a:lnTo>
                    <a:pt x="67" y="113"/>
                  </a:lnTo>
                  <a:close/>
                  <a:moveTo>
                    <a:pt x="88" y="113"/>
                  </a:moveTo>
                  <a:lnTo>
                    <a:pt x="87" y="115"/>
                  </a:lnTo>
                  <a:lnTo>
                    <a:pt x="87" y="115"/>
                  </a:lnTo>
                  <a:lnTo>
                    <a:pt x="88" y="113"/>
                  </a:lnTo>
                  <a:close/>
                  <a:moveTo>
                    <a:pt x="104" y="113"/>
                  </a:moveTo>
                  <a:lnTo>
                    <a:pt x="105" y="113"/>
                  </a:lnTo>
                  <a:lnTo>
                    <a:pt x="105" y="115"/>
                  </a:lnTo>
                  <a:lnTo>
                    <a:pt x="104" y="115"/>
                  </a:lnTo>
                  <a:lnTo>
                    <a:pt x="104" y="113"/>
                  </a:lnTo>
                  <a:close/>
                  <a:moveTo>
                    <a:pt x="73" y="111"/>
                  </a:moveTo>
                  <a:lnTo>
                    <a:pt x="75" y="112"/>
                  </a:lnTo>
                  <a:lnTo>
                    <a:pt x="76" y="111"/>
                  </a:lnTo>
                  <a:lnTo>
                    <a:pt x="77" y="112"/>
                  </a:lnTo>
                  <a:lnTo>
                    <a:pt x="77" y="115"/>
                  </a:lnTo>
                  <a:lnTo>
                    <a:pt x="76" y="116"/>
                  </a:lnTo>
                  <a:lnTo>
                    <a:pt x="73" y="123"/>
                  </a:lnTo>
                  <a:lnTo>
                    <a:pt x="75" y="128"/>
                  </a:lnTo>
                  <a:lnTo>
                    <a:pt x="76" y="130"/>
                  </a:lnTo>
                  <a:lnTo>
                    <a:pt x="76" y="133"/>
                  </a:lnTo>
                  <a:lnTo>
                    <a:pt x="73" y="134"/>
                  </a:lnTo>
                  <a:lnTo>
                    <a:pt x="72" y="133"/>
                  </a:lnTo>
                  <a:lnTo>
                    <a:pt x="72" y="130"/>
                  </a:lnTo>
                  <a:lnTo>
                    <a:pt x="69" y="130"/>
                  </a:lnTo>
                  <a:lnTo>
                    <a:pt x="67" y="128"/>
                  </a:lnTo>
                  <a:lnTo>
                    <a:pt x="65" y="128"/>
                  </a:lnTo>
                  <a:lnTo>
                    <a:pt x="64" y="124"/>
                  </a:lnTo>
                  <a:lnTo>
                    <a:pt x="65" y="123"/>
                  </a:lnTo>
                  <a:lnTo>
                    <a:pt x="69" y="123"/>
                  </a:lnTo>
                  <a:lnTo>
                    <a:pt x="71" y="120"/>
                  </a:lnTo>
                  <a:lnTo>
                    <a:pt x="69" y="116"/>
                  </a:lnTo>
                  <a:lnTo>
                    <a:pt x="71" y="115"/>
                  </a:lnTo>
                  <a:lnTo>
                    <a:pt x="71" y="112"/>
                  </a:lnTo>
                  <a:lnTo>
                    <a:pt x="73" y="111"/>
                  </a:lnTo>
                  <a:close/>
                  <a:moveTo>
                    <a:pt x="105" y="111"/>
                  </a:moveTo>
                  <a:lnTo>
                    <a:pt x="106" y="111"/>
                  </a:lnTo>
                  <a:lnTo>
                    <a:pt x="105" y="112"/>
                  </a:lnTo>
                  <a:lnTo>
                    <a:pt x="104" y="111"/>
                  </a:lnTo>
                  <a:lnTo>
                    <a:pt x="105" y="111"/>
                  </a:lnTo>
                  <a:close/>
                  <a:moveTo>
                    <a:pt x="84" y="108"/>
                  </a:moveTo>
                  <a:lnTo>
                    <a:pt x="84" y="112"/>
                  </a:lnTo>
                  <a:lnTo>
                    <a:pt x="83" y="113"/>
                  </a:lnTo>
                  <a:lnTo>
                    <a:pt x="84" y="116"/>
                  </a:lnTo>
                  <a:lnTo>
                    <a:pt x="83" y="119"/>
                  </a:lnTo>
                  <a:lnTo>
                    <a:pt x="80" y="121"/>
                  </a:lnTo>
                  <a:lnTo>
                    <a:pt x="79" y="127"/>
                  </a:lnTo>
                  <a:lnTo>
                    <a:pt x="77" y="129"/>
                  </a:lnTo>
                  <a:lnTo>
                    <a:pt x="76" y="127"/>
                  </a:lnTo>
                  <a:lnTo>
                    <a:pt x="76" y="124"/>
                  </a:lnTo>
                  <a:lnTo>
                    <a:pt x="79" y="123"/>
                  </a:lnTo>
                  <a:lnTo>
                    <a:pt x="79" y="119"/>
                  </a:lnTo>
                  <a:lnTo>
                    <a:pt x="80" y="116"/>
                  </a:lnTo>
                  <a:lnTo>
                    <a:pt x="81" y="112"/>
                  </a:lnTo>
                  <a:lnTo>
                    <a:pt x="83" y="108"/>
                  </a:lnTo>
                  <a:lnTo>
                    <a:pt x="84" y="108"/>
                  </a:lnTo>
                  <a:close/>
                  <a:moveTo>
                    <a:pt x="88" y="105"/>
                  </a:moveTo>
                  <a:lnTo>
                    <a:pt x="90" y="107"/>
                  </a:lnTo>
                  <a:lnTo>
                    <a:pt x="93" y="105"/>
                  </a:lnTo>
                  <a:lnTo>
                    <a:pt x="93" y="107"/>
                  </a:lnTo>
                  <a:lnTo>
                    <a:pt x="94" y="109"/>
                  </a:lnTo>
                  <a:lnTo>
                    <a:pt x="96" y="113"/>
                  </a:lnTo>
                  <a:lnTo>
                    <a:pt x="97" y="115"/>
                  </a:lnTo>
                  <a:lnTo>
                    <a:pt x="98" y="117"/>
                  </a:lnTo>
                  <a:lnTo>
                    <a:pt x="98" y="120"/>
                  </a:lnTo>
                  <a:lnTo>
                    <a:pt x="97" y="120"/>
                  </a:lnTo>
                  <a:lnTo>
                    <a:pt x="96" y="119"/>
                  </a:lnTo>
                  <a:lnTo>
                    <a:pt x="96" y="121"/>
                  </a:lnTo>
                  <a:lnTo>
                    <a:pt x="93" y="120"/>
                  </a:lnTo>
                  <a:lnTo>
                    <a:pt x="93" y="117"/>
                  </a:lnTo>
                  <a:lnTo>
                    <a:pt x="92" y="115"/>
                  </a:lnTo>
                  <a:lnTo>
                    <a:pt x="92" y="112"/>
                  </a:lnTo>
                  <a:lnTo>
                    <a:pt x="90" y="111"/>
                  </a:lnTo>
                  <a:lnTo>
                    <a:pt x="89" y="112"/>
                  </a:lnTo>
                  <a:lnTo>
                    <a:pt x="88" y="111"/>
                  </a:lnTo>
                  <a:lnTo>
                    <a:pt x="88" y="108"/>
                  </a:lnTo>
                  <a:lnTo>
                    <a:pt x="87" y="105"/>
                  </a:lnTo>
                  <a:lnTo>
                    <a:pt x="88" y="105"/>
                  </a:lnTo>
                  <a:close/>
                  <a:moveTo>
                    <a:pt x="27" y="105"/>
                  </a:moveTo>
                  <a:lnTo>
                    <a:pt x="27" y="108"/>
                  </a:lnTo>
                  <a:lnTo>
                    <a:pt x="27" y="111"/>
                  </a:lnTo>
                  <a:lnTo>
                    <a:pt x="30" y="113"/>
                  </a:lnTo>
                  <a:lnTo>
                    <a:pt x="31" y="116"/>
                  </a:lnTo>
                  <a:lnTo>
                    <a:pt x="30" y="117"/>
                  </a:lnTo>
                  <a:lnTo>
                    <a:pt x="27" y="119"/>
                  </a:lnTo>
                  <a:lnTo>
                    <a:pt x="26" y="120"/>
                  </a:lnTo>
                  <a:lnTo>
                    <a:pt x="25" y="123"/>
                  </a:lnTo>
                  <a:lnTo>
                    <a:pt x="22" y="123"/>
                  </a:lnTo>
                  <a:lnTo>
                    <a:pt x="21" y="124"/>
                  </a:lnTo>
                  <a:lnTo>
                    <a:pt x="21" y="128"/>
                  </a:lnTo>
                  <a:lnTo>
                    <a:pt x="18" y="129"/>
                  </a:lnTo>
                  <a:lnTo>
                    <a:pt x="18" y="130"/>
                  </a:lnTo>
                  <a:lnTo>
                    <a:pt x="17" y="133"/>
                  </a:lnTo>
                  <a:lnTo>
                    <a:pt x="14" y="133"/>
                  </a:lnTo>
                  <a:lnTo>
                    <a:pt x="11" y="137"/>
                  </a:lnTo>
                  <a:lnTo>
                    <a:pt x="9" y="138"/>
                  </a:lnTo>
                  <a:lnTo>
                    <a:pt x="8" y="140"/>
                  </a:lnTo>
                  <a:lnTo>
                    <a:pt x="5" y="141"/>
                  </a:lnTo>
                  <a:lnTo>
                    <a:pt x="4" y="142"/>
                  </a:lnTo>
                  <a:lnTo>
                    <a:pt x="4" y="141"/>
                  </a:lnTo>
                  <a:lnTo>
                    <a:pt x="4" y="140"/>
                  </a:lnTo>
                  <a:lnTo>
                    <a:pt x="8" y="136"/>
                  </a:lnTo>
                  <a:lnTo>
                    <a:pt x="9" y="136"/>
                  </a:lnTo>
                  <a:lnTo>
                    <a:pt x="10" y="132"/>
                  </a:lnTo>
                  <a:lnTo>
                    <a:pt x="11" y="132"/>
                  </a:lnTo>
                  <a:lnTo>
                    <a:pt x="15" y="128"/>
                  </a:lnTo>
                  <a:lnTo>
                    <a:pt x="18" y="124"/>
                  </a:lnTo>
                  <a:lnTo>
                    <a:pt x="21" y="123"/>
                  </a:lnTo>
                  <a:lnTo>
                    <a:pt x="21" y="120"/>
                  </a:lnTo>
                  <a:lnTo>
                    <a:pt x="22" y="117"/>
                  </a:lnTo>
                  <a:lnTo>
                    <a:pt x="23" y="119"/>
                  </a:lnTo>
                  <a:lnTo>
                    <a:pt x="26" y="116"/>
                  </a:lnTo>
                  <a:lnTo>
                    <a:pt x="26" y="113"/>
                  </a:lnTo>
                  <a:lnTo>
                    <a:pt x="25" y="112"/>
                  </a:lnTo>
                  <a:lnTo>
                    <a:pt x="26" y="113"/>
                  </a:lnTo>
                  <a:lnTo>
                    <a:pt x="26" y="109"/>
                  </a:lnTo>
                  <a:lnTo>
                    <a:pt x="26" y="105"/>
                  </a:lnTo>
                  <a:lnTo>
                    <a:pt x="27" y="105"/>
                  </a:lnTo>
                  <a:close/>
                  <a:moveTo>
                    <a:pt x="90" y="102"/>
                  </a:moveTo>
                  <a:lnTo>
                    <a:pt x="89" y="104"/>
                  </a:lnTo>
                  <a:lnTo>
                    <a:pt x="88" y="104"/>
                  </a:lnTo>
                  <a:lnTo>
                    <a:pt x="87" y="103"/>
                  </a:lnTo>
                  <a:lnTo>
                    <a:pt x="88" y="103"/>
                  </a:lnTo>
                  <a:lnTo>
                    <a:pt x="90" y="102"/>
                  </a:lnTo>
                  <a:close/>
                  <a:moveTo>
                    <a:pt x="31" y="98"/>
                  </a:moveTo>
                  <a:lnTo>
                    <a:pt x="33" y="99"/>
                  </a:lnTo>
                  <a:lnTo>
                    <a:pt x="34" y="100"/>
                  </a:lnTo>
                  <a:lnTo>
                    <a:pt x="33" y="102"/>
                  </a:lnTo>
                  <a:lnTo>
                    <a:pt x="33" y="102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31" y="98"/>
                  </a:lnTo>
                  <a:close/>
                  <a:moveTo>
                    <a:pt x="59" y="98"/>
                  </a:moveTo>
                  <a:lnTo>
                    <a:pt x="62" y="100"/>
                  </a:lnTo>
                  <a:lnTo>
                    <a:pt x="63" y="100"/>
                  </a:lnTo>
                  <a:lnTo>
                    <a:pt x="63" y="102"/>
                  </a:lnTo>
                  <a:lnTo>
                    <a:pt x="64" y="102"/>
                  </a:lnTo>
                  <a:lnTo>
                    <a:pt x="67" y="102"/>
                  </a:lnTo>
                  <a:lnTo>
                    <a:pt x="68" y="103"/>
                  </a:lnTo>
                  <a:lnTo>
                    <a:pt x="69" y="104"/>
                  </a:lnTo>
                  <a:lnTo>
                    <a:pt x="71" y="103"/>
                  </a:lnTo>
                  <a:lnTo>
                    <a:pt x="72" y="102"/>
                  </a:lnTo>
                  <a:lnTo>
                    <a:pt x="73" y="103"/>
                  </a:lnTo>
                  <a:lnTo>
                    <a:pt x="73" y="105"/>
                  </a:lnTo>
                  <a:lnTo>
                    <a:pt x="72" y="107"/>
                  </a:lnTo>
                  <a:lnTo>
                    <a:pt x="71" y="109"/>
                  </a:lnTo>
                  <a:lnTo>
                    <a:pt x="68" y="111"/>
                  </a:lnTo>
                  <a:lnTo>
                    <a:pt x="67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4" y="113"/>
                  </a:lnTo>
                  <a:lnTo>
                    <a:pt x="62" y="115"/>
                  </a:lnTo>
                  <a:lnTo>
                    <a:pt x="60" y="116"/>
                  </a:lnTo>
                  <a:lnTo>
                    <a:pt x="59" y="116"/>
                  </a:lnTo>
                  <a:lnTo>
                    <a:pt x="59" y="112"/>
                  </a:lnTo>
                  <a:lnTo>
                    <a:pt x="59" y="109"/>
                  </a:lnTo>
                  <a:lnTo>
                    <a:pt x="59" y="105"/>
                  </a:lnTo>
                  <a:lnTo>
                    <a:pt x="60" y="103"/>
                  </a:lnTo>
                  <a:lnTo>
                    <a:pt x="60" y="102"/>
                  </a:lnTo>
                  <a:lnTo>
                    <a:pt x="59" y="100"/>
                  </a:lnTo>
                  <a:lnTo>
                    <a:pt x="56" y="100"/>
                  </a:lnTo>
                  <a:lnTo>
                    <a:pt x="56" y="99"/>
                  </a:lnTo>
                  <a:lnTo>
                    <a:pt x="59" y="98"/>
                  </a:lnTo>
                  <a:close/>
                  <a:moveTo>
                    <a:pt x="31" y="92"/>
                  </a:moveTo>
                  <a:lnTo>
                    <a:pt x="33" y="94"/>
                  </a:lnTo>
                  <a:lnTo>
                    <a:pt x="34" y="95"/>
                  </a:lnTo>
                  <a:lnTo>
                    <a:pt x="36" y="95"/>
                  </a:lnTo>
                  <a:lnTo>
                    <a:pt x="36" y="96"/>
                  </a:lnTo>
                  <a:lnTo>
                    <a:pt x="36" y="98"/>
                  </a:lnTo>
                  <a:lnTo>
                    <a:pt x="35" y="98"/>
                  </a:lnTo>
                  <a:lnTo>
                    <a:pt x="33" y="96"/>
                  </a:lnTo>
                  <a:lnTo>
                    <a:pt x="31" y="96"/>
                  </a:lnTo>
                  <a:lnTo>
                    <a:pt x="30" y="94"/>
                  </a:lnTo>
                  <a:lnTo>
                    <a:pt x="31" y="92"/>
                  </a:lnTo>
                  <a:close/>
                  <a:moveTo>
                    <a:pt x="65" y="91"/>
                  </a:moveTo>
                  <a:lnTo>
                    <a:pt x="67" y="91"/>
                  </a:lnTo>
                  <a:lnTo>
                    <a:pt x="67" y="92"/>
                  </a:lnTo>
                  <a:lnTo>
                    <a:pt x="64" y="92"/>
                  </a:lnTo>
                  <a:lnTo>
                    <a:pt x="64" y="91"/>
                  </a:lnTo>
                  <a:lnTo>
                    <a:pt x="65" y="91"/>
                  </a:lnTo>
                  <a:close/>
                  <a:moveTo>
                    <a:pt x="73" y="90"/>
                  </a:moveTo>
                  <a:lnTo>
                    <a:pt x="75" y="90"/>
                  </a:lnTo>
                  <a:lnTo>
                    <a:pt x="75" y="91"/>
                  </a:lnTo>
                  <a:lnTo>
                    <a:pt x="75" y="91"/>
                  </a:lnTo>
                  <a:lnTo>
                    <a:pt x="77" y="92"/>
                  </a:lnTo>
                  <a:lnTo>
                    <a:pt x="79" y="94"/>
                  </a:lnTo>
                  <a:lnTo>
                    <a:pt x="83" y="95"/>
                  </a:lnTo>
                  <a:lnTo>
                    <a:pt x="84" y="98"/>
                  </a:lnTo>
                  <a:lnTo>
                    <a:pt x="84" y="99"/>
                  </a:lnTo>
                  <a:lnTo>
                    <a:pt x="83" y="99"/>
                  </a:lnTo>
                  <a:lnTo>
                    <a:pt x="79" y="98"/>
                  </a:lnTo>
                  <a:lnTo>
                    <a:pt x="76" y="95"/>
                  </a:lnTo>
                  <a:lnTo>
                    <a:pt x="75" y="95"/>
                  </a:lnTo>
                  <a:lnTo>
                    <a:pt x="73" y="98"/>
                  </a:lnTo>
                  <a:lnTo>
                    <a:pt x="72" y="96"/>
                  </a:lnTo>
                  <a:lnTo>
                    <a:pt x="72" y="95"/>
                  </a:lnTo>
                  <a:lnTo>
                    <a:pt x="73" y="94"/>
                  </a:lnTo>
                  <a:lnTo>
                    <a:pt x="73" y="92"/>
                  </a:lnTo>
                  <a:lnTo>
                    <a:pt x="73" y="90"/>
                  </a:lnTo>
                  <a:close/>
                  <a:moveTo>
                    <a:pt x="77" y="90"/>
                  </a:moveTo>
                  <a:lnTo>
                    <a:pt x="79" y="90"/>
                  </a:lnTo>
                  <a:lnTo>
                    <a:pt x="80" y="92"/>
                  </a:lnTo>
                  <a:lnTo>
                    <a:pt x="80" y="92"/>
                  </a:lnTo>
                  <a:lnTo>
                    <a:pt x="77" y="91"/>
                  </a:lnTo>
                  <a:lnTo>
                    <a:pt x="77" y="90"/>
                  </a:lnTo>
                  <a:close/>
                  <a:moveTo>
                    <a:pt x="93" y="90"/>
                  </a:moveTo>
                  <a:lnTo>
                    <a:pt x="94" y="90"/>
                  </a:lnTo>
                  <a:lnTo>
                    <a:pt x="94" y="90"/>
                  </a:lnTo>
                  <a:lnTo>
                    <a:pt x="96" y="90"/>
                  </a:lnTo>
                  <a:lnTo>
                    <a:pt x="97" y="91"/>
                  </a:lnTo>
                  <a:lnTo>
                    <a:pt x="100" y="94"/>
                  </a:lnTo>
                  <a:lnTo>
                    <a:pt x="101" y="95"/>
                  </a:lnTo>
                  <a:lnTo>
                    <a:pt x="100" y="96"/>
                  </a:lnTo>
                  <a:lnTo>
                    <a:pt x="101" y="100"/>
                  </a:lnTo>
                  <a:lnTo>
                    <a:pt x="101" y="104"/>
                  </a:lnTo>
                  <a:lnTo>
                    <a:pt x="102" y="105"/>
                  </a:lnTo>
                  <a:lnTo>
                    <a:pt x="102" y="107"/>
                  </a:lnTo>
                  <a:lnTo>
                    <a:pt x="104" y="108"/>
                  </a:lnTo>
                  <a:lnTo>
                    <a:pt x="102" y="108"/>
                  </a:lnTo>
                  <a:lnTo>
                    <a:pt x="102" y="108"/>
                  </a:lnTo>
                  <a:lnTo>
                    <a:pt x="101" y="108"/>
                  </a:lnTo>
                  <a:lnTo>
                    <a:pt x="97" y="108"/>
                  </a:lnTo>
                  <a:lnTo>
                    <a:pt x="97" y="107"/>
                  </a:lnTo>
                  <a:lnTo>
                    <a:pt x="94" y="105"/>
                  </a:lnTo>
                  <a:lnTo>
                    <a:pt x="94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4" y="103"/>
                  </a:lnTo>
                  <a:lnTo>
                    <a:pt x="94" y="102"/>
                  </a:lnTo>
                  <a:lnTo>
                    <a:pt x="93" y="100"/>
                  </a:lnTo>
                  <a:lnTo>
                    <a:pt x="90" y="98"/>
                  </a:lnTo>
                  <a:lnTo>
                    <a:pt x="88" y="95"/>
                  </a:lnTo>
                  <a:lnTo>
                    <a:pt x="85" y="91"/>
                  </a:lnTo>
                  <a:lnTo>
                    <a:pt x="85" y="90"/>
                  </a:lnTo>
                  <a:lnTo>
                    <a:pt x="87" y="90"/>
                  </a:lnTo>
                  <a:lnTo>
                    <a:pt x="89" y="90"/>
                  </a:lnTo>
                  <a:lnTo>
                    <a:pt x="90" y="90"/>
                  </a:lnTo>
                  <a:lnTo>
                    <a:pt x="92" y="90"/>
                  </a:lnTo>
                  <a:lnTo>
                    <a:pt x="93" y="90"/>
                  </a:lnTo>
                  <a:close/>
                  <a:moveTo>
                    <a:pt x="60" y="88"/>
                  </a:moveTo>
                  <a:lnTo>
                    <a:pt x="60" y="91"/>
                  </a:lnTo>
                  <a:lnTo>
                    <a:pt x="60" y="92"/>
                  </a:lnTo>
                  <a:lnTo>
                    <a:pt x="60" y="96"/>
                  </a:lnTo>
                  <a:lnTo>
                    <a:pt x="58" y="96"/>
                  </a:lnTo>
                  <a:lnTo>
                    <a:pt x="58" y="94"/>
                  </a:lnTo>
                  <a:lnTo>
                    <a:pt x="59" y="91"/>
                  </a:lnTo>
                  <a:lnTo>
                    <a:pt x="59" y="88"/>
                  </a:lnTo>
                  <a:lnTo>
                    <a:pt x="60" y="88"/>
                  </a:lnTo>
                  <a:close/>
                  <a:moveTo>
                    <a:pt x="69" y="82"/>
                  </a:moveTo>
                  <a:lnTo>
                    <a:pt x="72" y="84"/>
                  </a:lnTo>
                  <a:lnTo>
                    <a:pt x="72" y="86"/>
                  </a:lnTo>
                  <a:lnTo>
                    <a:pt x="72" y="87"/>
                  </a:lnTo>
                  <a:lnTo>
                    <a:pt x="69" y="84"/>
                  </a:lnTo>
                  <a:lnTo>
                    <a:pt x="69" y="83"/>
                  </a:lnTo>
                  <a:lnTo>
                    <a:pt x="69" y="82"/>
                  </a:lnTo>
                  <a:close/>
                  <a:moveTo>
                    <a:pt x="39" y="78"/>
                  </a:moveTo>
                  <a:lnTo>
                    <a:pt x="42" y="78"/>
                  </a:lnTo>
                  <a:lnTo>
                    <a:pt x="44" y="78"/>
                  </a:lnTo>
                  <a:lnTo>
                    <a:pt x="50" y="82"/>
                  </a:lnTo>
                  <a:lnTo>
                    <a:pt x="51" y="83"/>
                  </a:lnTo>
                  <a:lnTo>
                    <a:pt x="51" y="84"/>
                  </a:lnTo>
                  <a:lnTo>
                    <a:pt x="51" y="87"/>
                  </a:lnTo>
                  <a:lnTo>
                    <a:pt x="52" y="88"/>
                  </a:lnTo>
                  <a:lnTo>
                    <a:pt x="52" y="91"/>
                  </a:lnTo>
                  <a:lnTo>
                    <a:pt x="51" y="91"/>
                  </a:lnTo>
                  <a:lnTo>
                    <a:pt x="51" y="94"/>
                  </a:lnTo>
                  <a:lnTo>
                    <a:pt x="48" y="95"/>
                  </a:lnTo>
                  <a:lnTo>
                    <a:pt x="47" y="95"/>
                  </a:lnTo>
                  <a:lnTo>
                    <a:pt x="44" y="92"/>
                  </a:lnTo>
                  <a:lnTo>
                    <a:pt x="44" y="90"/>
                  </a:lnTo>
                  <a:lnTo>
                    <a:pt x="42" y="88"/>
                  </a:lnTo>
                  <a:lnTo>
                    <a:pt x="42" y="84"/>
                  </a:lnTo>
                  <a:lnTo>
                    <a:pt x="40" y="83"/>
                  </a:lnTo>
                  <a:lnTo>
                    <a:pt x="39" y="82"/>
                  </a:lnTo>
                  <a:lnTo>
                    <a:pt x="39" y="79"/>
                  </a:lnTo>
                  <a:lnTo>
                    <a:pt x="36" y="79"/>
                  </a:lnTo>
                  <a:lnTo>
                    <a:pt x="36" y="78"/>
                  </a:lnTo>
                  <a:lnTo>
                    <a:pt x="39" y="78"/>
                  </a:lnTo>
                  <a:close/>
                  <a:moveTo>
                    <a:pt x="56" y="77"/>
                  </a:moveTo>
                  <a:lnTo>
                    <a:pt x="58" y="78"/>
                  </a:lnTo>
                  <a:lnTo>
                    <a:pt x="59" y="79"/>
                  </a:lnTo>
                  <a:lnTo>
                    <a:pt x="58" y="80"/>
                  </a:lnTo>
                  <a:lnTo>
                    <a:pt x="58" y="82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6" y="77"/>
                  </a:lnTo>
                  <a:close/>
                  <a:moveTo>
                    <a:pt x="33" y="74"/>
                  </a:moveTo>
                  <a:lnTo>
                    <a:pt x="34" y="74"/>
                  </a:lnTo>
                  <a:lnTo>
                    <a:pt x="36" y="75"/>
                  </a:lnTo>
                  <a:lnTo>
                    <a:pt x="35" y="77"/>
                  </a:lnTo>
                  <a:lnTo>
                    <a:pt x="33" y="75"/>
                  </a:lnTo>
                  <a:lnTo>
                    <a:pt x="33" y="74"/>
                  </a:lnTo>
                  <a:close/>
                  <a:moveTo>
                    <a:pt x="84" y="70"/>
                  </a:moveTo>
                  <a:lnTo>
                    <a:pt x="85" y="73"/>
                  </a:lnTo>
                  <a:lnTo>
                    <a:pt x="87" y="74"/>
                  </a:lnTo>
                  <a:lnTo>
                    <a:pt x="85" y="77"/>
                  </a:lnTo>
                  <a:lnTo>
                    <a:pt x="83" y="78"/>
                  </a:lnTo>
                  <a:lnTo>
                    <a:pt x="81" y="77"/>
                  </a:lnTo>
                  <a:lnTo>
                    <a:pt x="83" y="75"/>
                  </a:lnTo>
                  <a:lnTo>
                    <a:pt x="83" y="74"/>
                  </a:lnTo>
                  <a:lnTo>
                    <a:pt x="83" y="71"/>
                  </a:lnTo>
                  <a:lnTo>
                    <a:pt x="84" y="70"/>
                  </a:lnTo>
                  <a:close/>
                  <a:moveTo>
                    <a:pt x="55" y="67"/>
                  </a:moveTo>
                  <a:lnTo>
                    <a:pt x="58" y="69"/>
                  </a:lnTo>
                  <a:lnTo>
                    <a:pt x="58" y="70"/>
                  </a:lnTo>
                  <a:lnTo>
                    <a:pt x="56" y="69"/>
                  </a:lnTo>
                  <a:lnTo>
                    <a:pt x="55" y="67"/>
                  </a:lnTo>
                  <a:close/>
                  <a:moveTo>
                    <a:pt x="56" y="57"/>
                  </a:moveTo>
                  <a:lnTo>
                    <a:pt x="58" y="58"/>
                  </a:lnTo>
                  <a:lnTo>
                    <a:pt x="56" y="59"/>
                  </a:lnTo>
                  <a:lnTo>
                    <a:pt x="56" y="62"/>
                  </a:lnTo>
                  <a:lnTo>
                    <a:pt x="55" y="65"/>
                  </a:lnTo>
                  <a:lnTo>
                    <a:pt x="54" y="62"/>
                  </a:lnTo>
                  <a:lnTo>
                    <a:pt x="55" y="62"/>
                  </a:lnTo>
                  <a:lnTo>
                    <a:pt x="54" y="58"/>
                  </a:lnTo>
                  <a:lnTo>
                    <a:pt x="56" y="57"/>
                  </a:lnTo>
                  <a:close/>
                  <a:moveTo>
                    <a:pt x="39" y="12"/>
                  </a:moveTo>
                  <a:lnTo>
                    <a:pt x="43" y="13"/>
                  </a:lnTo>
                  <a:lnTo>
                    <a:pt x="46" y="15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51" y="15"/>
                  </a:lnTo>
                  <a:lnTo>
                    <a:pt x="52" y="13"/>
                  </a:lnTo>
                  <a:lnTo>
                    <a:pt x="52" y="12"/>
                  </a:lnTo>
                  <a:lnTo>
                    <a:pt x="54" y="12"/>
                  </a:lnTo>
                  <a:lnTo>
                    <a:pt x="55" y="15"/>
                  </a:lnTo>
                  <a:lnTo>
                    <a:pt x="55" y="16"/>
                  </a:lnTo>
                  <a:lnTo>
                    <a:pt x="54" y="17"/>
                  </a:lnTo>
                  <a:lnTo>
                    <a:pt x="54" y="23"/>
                  </a:lnTo>
                  <a:lnTo>
                    <a:pt x="55" y="27"/>
                  </a:lnTo>
                  <a:lnTo>
                    <a:pt x="56" y="27"/>
                  </a:lnTo>
                  <a:lnTo>
                    <a:pt x="58" y="29"/>
                  </a:lnTo>
                  <a:lnTo>
                    <a:pt x="59" y="30"/>
                  </a:lnTo>
                  <a:lnTo>
                    <a:pt x="58" y="36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5" y="46"/>
                  </a:lnTo>
                  <a:lnTo>
                    <a:pt x="55" y="45"/>
                  </a:lnTo>
                  <a:lnTo>
                    <a:pt x="55" y="42"/>
                  </a:lnTo>
                  <a:lnTo>
                    <a:pt x="54" y="44"/>
                  </a:lnTo>
                  <a:lnTo>
                    <a:pt x="50" y="48"/>
                  </a:lnTo>
                  <a:lnTo>
                    <a:pt x="50" y="49"/>
                  </a:lnTo>
                  <a:lnTo>
                    <a:pt x="50" y="52"/>
                  </a:lnTo>
                  <a:lnTo>
                    <a:pt x="48" y="54"/>
                  </a:lnTo>
                  <a:lnTo>
                    <a:pt x="48" y="57"/>
                  </a:lnTo>
                  <a:lnTo>
                    <a:pt x="50" y="58"/>
                  </a:lnTo>
                  <a:lnTo>
                    <a:pt x="51" y="61"/>
                  </a:lnTo>
                  <a:lnTo>
                    <a:pt x="52" y="62"/>
                  </a:lnTo>
                  <a:lnTo>
                    <a:pt x="51" y="63"/>
                  </a:lnTo>
                  <a:lnTo>
                    <a:pt x="51" y="66"/>
                  </a:lnTo>
                  <a:lnTo>
                    <a:pt x="52" y="67"/>
                  </a:lnTo>
                  <a:lnTo>
                    <a:pt x="54" y="70"/>
                  </a:lnTo>
                  <a:lnTo>
                    <a:pt x="56" y="71"/>
                  </a:lnTo>
                  <a:lnTo>
                    <a:pt x="59" y="70"/>
                  </a:lnTo>
                  <a:lnTo>
                    <a:pt x="59" y="69"/>
                  </a:lnTo>
                  <a:lnTo>
                    <a:pt x="63" y="66"/>
                  </a:lnTo>
                  <a:lnTo>
                    <a:pt x="64" y="66"/>
                  </a:lnTo>
                  <a:lnTo>
                    <a:pt x="68" y="69"/>
                  </a:lnTo>
                  <a:lnTo>
                    <a:pt x="69" y="71"/>
                  </a:lnTo>
                  <a:lnTo>
                    <a:pt x="69" y="74"/>
                  </a:lnTo>
                  <a:lnTo>
                    <a:pt x="71" y="75"/>
                  </a:lnTo>
                  <a:lnTo>
                    <a:pt x="72" y="74"/>
                  </a:lnTo>
                  <a:lnTo>
                    <a:pt x="72" y="71"/>
                  </a:lnTo>
                  <a:lnTo>
                    <a:pt x="73" y="70"/>
                  </a:lnTo>
                  <a:lnTo>
                    <a:pt x="75" y="73"/>
                  </a:lnTo>
                  <a:lnTo>
                    <a:pt x="77" y="73"/>
                  </a:lnTo>
                  <a:lnTo>
                    <a:pt x="79" y="74"/>
                  </a:lnTo>
                  <a:lnTo>
                    <a:pt x="80" y="75"/>
                  </a:lnTo>
                  <a:lnTo>
                    <a:pt x="79" y="75"/>
                  </a:lnTo>
                  <a:lnTo>
                    <a:pt x="77" y="75"/>
                  </a:lnTo>
                  <a:lnTo>
                    <a:pt x="76" y="75"/>
                  </a:lnTo>
                  <a:lnTo>
                    <a:pt x="76" y="78"/>
                  </a:lnTo>
                  <a:lnTo>
                    <a:pt x="77" y="82"/>
                  </a:lnTo>
                  <a:lnTo>
                    <a:pt x="77" y="83"/>
                  </a:lnTo>
                  <a:lnTo>
                    <a:pt x="80" y="83"/>
                  </a:lnTo>
                  <a:lnTo>
                    <a:pt x="81" y="84"/>
                  </a:lnTo>
                  <a:lnTo>
                    <a:pt x="84" y="84"/>
                  </a:lnTo>
                  <a:lnTo>
                    <a:pt x="85" y="86"/>
                  </a:lnTo>
                  <a:lnTo>
                    <a:pt x="84" y="87"/>
                  </a:lnTo>
                  <a:lnTo>
                    <a:pt x="84" y="88"/>
                  </a:lnTo>
                  <a:lnTo>
                    <a:pt x="83" y="91"/>
                  </a:lnTo>
                  <a:lnTo>
                    <a:pt x="81" y="91"/>
                  </a:lnTo>
                  <a:lnTo>
                    <a:pt x="79" y="88"/>
                  </a:lnTo>
                  <a:lnTo>
                    <a:pt x="81" y="87"/>
                  </a:lnTo>
                  <a:lnTo>
                    <a:pt x="81" y="86"/>
                  </a:lnTo>
                  <a:lnTo>
                    <a:pt x="79" y="86"/>
                  </a:lnTo>
                  <a:lnTo>
                    <a:pt x="79" y="86"/>
                  </a:lnTo>
                  <a:lnTo>
                    <a:pt x="77" y="87"/>
                  </a:lnTo>
                  <a:lnTo>
                    <a:pt x="75" y="84"/>
                  </a:lnTo>
                  <a:lnTo>
                    <a:pt x="73" y="83"/>
                  </a:lnTo>
                  <a:lnTo>
                    <a:pt x="73" y="80"/>
                  </a:lnTo>
                  <a:lnTo>
                    <a:pt x="72" y="79"/>
                  </a:lnTo>
                  <a:lnTo>
                    <a:pt x="68" y="78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4" y="73"/>
                  </a:lnTo>
                  <a:lnTo>
                    <a:pt x="63" y="73"/>
                  </a:lnTo>
                  <a:lnTo>
                    <a:pt x="63" y="74"/>
                  </a:lnTo>
                  <a:lnTo>
                    <a:pt x="64" y="78"/>
                  </a:lnTo>
                  <a:lnTo>
                    <a:pt x="65" y="82"/>
                  </a:lnTo>
                  <a:lnTo>
                    <a:pt x="64" y="82"/>
                  </a:lnTo>
                  <a:lnTo>
                    <a:pt x="63" y="78"/>
                  </a:lnTo>
                  <a:lnTo>
                    <a:pt x="60" y="77"/>
                  </a:lnTo>
                  <a:lnTo>
                    <a:pt x="59" y="74"/>
                  </a:lnTo>
                  <a:lnTo>
                    <a:pt x="54" y="73"/>
                  </a:lnTo>
                  <a:lnTo>
                    <a:pt x="51" y="73"/>
                  </a:lnTo>
                  <a:lnTo>
                    <a:pt x="50" y="74"/>
                  </a:lnTo>
                  <a:lnTo>
                    <a:pt x="51" y="75"/>
                  </a:lnTo>
                  <a:lnTo>
                    <a:pt x="48" y="77"/>
                  </a:lnTo>
                  <a:lnTo>
                    <a:pt x="46" y="74"/>
                  </a:lnTo>
                  <a:lnTo>
                    <a:pt x="44" y="75"/>
                  </a:lnTo>
                  <a:lnTo>
                    <a:pt x="42" y="77"/>
                  </a:lnTo>
                  <a:lnTo>
                    <a:pt x="43" y="74"/>
                  </a:lnTo>
                  <a:lnTo>
                    <a:pt x="42" y="73"/>
                  </a:lnTo>
                  <a:lnTo>
                    <a:pt x="40" y="73"/>
                  </a:lnTo>
                  <a:lnTo>
                    <a:pt x="40" y="75"/>
                  </a:lnTo>
                  <a:lnTo>
                    <a:pt x="39" y="73"/>
                  </a:lnTo>
                  <a:lnTo>
                    <a:pt x="39" y="70"/>
                  </a:lnTo>
                  <a:lnTo>
                    <a:pt x="39" y="69"/>
                  </a:lnTo>
                  <a:lnTo>
                    <a:pt x="40" y="66"/>
                  </a:lnTo>
                  <a:lnTo>
                    <a:pt x="43" y="63"/>
                  </a:lnTo>
                  <a:lnTo>
                    <a:pt x="40" y="62"/>
                  </a:lnTo>
                  <a:lnTo>
                    <a:pt x="38" y="62"/>
                  </a:lnTo>
                  <a:lnTo>
                    <a:pt x="38" y="63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6" y="66"/>
                  </a:lnTo>
                  <a:lnTo>
                    <a:pt x="34" y="63"/>
                  </a:lnTo>
                  <a:lnTo>
                    <a:pt x="34" y="61"/>
                  </a:lnTo>
                  <a:lnTo>
                    <a:pt x="33" y="61"/>
                  </a:lnTo>
                  <a:lnTo>
                    <a:pt x="33" y="61"/>
                  </a:lnTo>
                  <a:lnTo>
                    <a:pt x="31" y="61"/>
                  </a:lnTo>
                  <a:lnTo>
                    <a:pt x="31" y="55"/>
                  </a:lnTo>
                  <a:lnTo>
                    <a:pt x="29" y="53"/>
                  </a:lnTo>
                  <a:lnTo>
                    <a:pt x="29" y="49"/>
                  </a:lnTo>
                  <a:lnTo>
                    <a:pt x="29" y="48"/>
                  </a:lnTo>
                  <a:lnTo>
                    <a:pt x="29" y="46"/>
                  </a:lnTo>
                  <a:lnTo>
                    <a:pt x="27" y="46"/>
                  </a:lnTo>
                  <a:lnTo>
                    <a:pt x="27" y="44"/>
                  </a:lnTo>
                  <a:lnTo>
                    <a:pt x="27" y="41"/>
                  </a:lnTo>
                  <a:lnTo>
                    <a:pt x="29" y="44"/>
                  </a:lnTo>
                  <a:lnTo>
                    <a:pt x="31" y="44"/>
                  </a:lnTo>
                  <a:lnTo>
                    <a:pt x="33" y="42"/>
                  </a:lnTo>
                  <a:lnTo>
                    <a:pt x="33" y="41"/>
                  </a:lnTo>
                  <a:lnTo>
                    <a:pt x="31" y="37"/>
                  </a:lnTo>
                  <a:lnTo>
                    <a:pt x="31" y="34"/>
                  </a:lnTo>
                  <a:lnTo>
                    <a:pt x="33" y="29"/>
                  </a:lnTo>
                  <a:lnTo>
                    <a:pt x="33" y="24"/>
                  </a:lnTo>
                  <a:lnTo>
                    <a:pt x="33" y="21"/>
                  </a:lnTo>
                  <a:lnTo>
                    <a:pt x="35" y="16"/>
                  </a:lnTo>
                  <a:lnTo>
                    <a:pt x="35" y="13"/>
                  </a:lnTo>
                  <a:lnTo>
                    <a:pt x="39" y="12"/>
                  </a:lnTo>
                  <a:close/>
                  <a:moveTo>
                    <a:pt x="42" y="8"/>
                  </a:moveTo>
                  <a:lnTo>
                    <a:pt x="44" y="8"/>
                  </a:lnTo>
                  <a:lnTo>
                    <a:pt x="43" y="9"/>
                  </a:lnTo>
                  <a:lnTo>
                    <a:pt x="42" y="8"/>
                  </a:lnTo>
                  <a:close/>
                  <a:moveTo>
                    <a:pt x="50" y="7"/>
                  </a:moveTo>
                  <a:lnTo>
                    <a:pt x="51" y="7"/>
                  </a:lnTo>
                  <a:lnTo>
                    <a:pt x="50" y="9"/>
                  </a:lnTo>
                  <a:lnTo>
                    <a:pt x="48" y="8"/>
                  </a:lnTo>
                  <a:lnTo>
                    <a:pt x="50" y="7"/>
                  </a:lnTo>
                  <a:close/>
                  <a:moveTo>
                    <a:pt x="40" y="4"/>
                  </a:moveTo>
                  <a:lnTo>
                    <a:pt x="42" y="5"/>
                  </a:lnTo>
                  <a:lnTo>
                    <a:pt x="39" y="5"/>
                  </a:lnTo>
                  <a:lnTo>
                    <a:pt x="40" y="4"/>
                  </a:lnTo>
                  <a:close/>
                  <a:moveTo>
                    <a:pt x="44" y="0"/>
                  </a:moveTo>
                  <a:lnTo>
                    <a:pt x="44" y="3"/>
                  </a:lnTo>
                  <a:lnTo>
                    <a:pt x="43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1" name="Freeform 356"/>
            <p:cNvSpPr>
              <a:spLocks noEditPoints="1"/>
            </p:cNvSpPr>
            <p:nvPr/>
          </p:nvSpPr>
          <p:spPr bwMode="auto">
            <a:xfrm>
              <a:off x="8653217" y="4185447"/>
              <a:ext cx="1383072" cy="520238"/>
            </a:xfrm>
            <a:custGeom>
              <a:avLst/>
              <a:gdLst>
                <a:gd name="T0" fmla="*/ 294 w 545"/>
                <a:gd name="T1" fmla="*/ 196 h 205"/>
                <a:gd name="T2" fmla="*/ 341 w 545"/>
                <a:gd name="T3" fmla="*/ 187 h 205"/>
                <a:gd name="T4" fmla="*/ 343 w 545"/>
                <a:gd name="T5" fmla="*/ 174 h 205"/>
                <a:gd name="T6" fmla="*/ 398 w 545"/>
                <a:gd name="T7" fmla="*/ 172 h 205"/>
                <a:gd name="T8" fmla="*/ 274 w 545"/>
                <a:gd name="T9" fmla="*/ 171 h 205"/>
                <a:gd name="T10" fmla="*/ 264 w 545"/>
                <a:gd name="T11" fmla="*/ 175 h 205"/>
                <a:gd name="T12" fmla="*/ 239 w 545"/>
                <a:gd name="T13" fmla="*/ 170 h 205"/>
                <a:gd name="T14" fmla="*/ 296 w 545"/>
                <a:gd name="T15" fmla="*/ 179 h 205"/>
                <a:gd name="T16" fmla="*/ 370 w 545"/>
                <a:gd name="T17" fmla="*/ 167 h 205"/>
                <a:gd name="T18" fmla="*/ 516 w 545"/>
                <a:gd name="T19" fmla="*/ 168 h 205"/>
                <a:gd name="T20" fmla="*/ 433 w 545"/>
                <a:gd name="T21" fmla="*/ 156 h 205"/>
                <a:gd name="T22" fmla="*/ 236 w 545"/>
                <a:gd name="T23" fmla="*/ 154 h 205"/>
                <a:gd name="T24" fmla="*/ 465 w 545"/>
                <a:gd name="T25" fmla="*/ 149 h 205"/>
                <a:gd name="T26" fmla="*/ 468 w 545"/>
                <a:gd name="T27" fmla="*/ 146 h 205"/>
                <a:gd name="T28" fmla="*/ 202 w 545"/>
                <a:gd name="T29" fmla="*/ 154 h 205"/>
                <a:gd name="T30" fmla="*/ 185 w 545"/>
                <a:gd name="T31" fmla="*/ 172 h 205"/>
                <a:gd name="T32" fmla="*/ 127 w 545"/>
                <a:gd name="T33" fmla="*/ 149 h 205"/>
                <a:gd name="T34" fmla="*/ 464 w 545"/>
                <a:gd name="T35" fmla="*/ 141 h 205"/>
                <a:gd name="T36" fmla="*/ 325 w 545"/>
                <a:gd name="T37" fmla="*/ 127 h 205"/>
                <a:gd name="T38" fmla="*/ 329 w 545"/>
                <a:gd name="T39" fmla="*/ 129 h 205"/>
                <a:gd name="T40" fmla="*/ 246 w 545"/>
                <a:gd name="T41" fmla="*/ 116 h 205"/>
                <a:gd name="T42" fmla="*/ 61 w 545"/>
                <a:gd name="T43" fmla="*/ 105 h 205"/>
                <a:gd name="T44" fmla="*/ 397 w 545"/>
                <a:gd name="T45" fmla="*/ 105 h 205"/>
                <a:gd name="T46" fmla="*/ 365 w 545"/>
                <a:gd name="T47" fmla="*/ 97 h 205"/>
                <a:gd name="T48" fmla="*/ 411 w 545"/>
                <a:gd name="T49" fmla="*/ 93 h 205"/>
                <a:gd name="T50" fmla="*/ 491 w 545"/>
                <a:gd name="T51" fmla="*/ 91 h 205"/>
                <a:gd name="T52" fmla="*/ 127 w 545"/>
                <a:gd name="T53" fmla="*/ 92 h 205"/>
                <a:gd name="T54" fmla="*/ 175 w 545"/>
                <a:gd name="T55" fmla="*/ 85 h 205"/>
                <a:gd name="T56" fmla="*/ 170 w 545"/>
                <a:gd name="T57" fmla="*/ 83 h 205"/>
                <a:gd name="T58" fmla="*/ 478 w 545"/>
                <a:gd name="T59" fmla="*/ 77 h 205"/>
                <a:gd name="T60" fmla="*/ 169 w 545"/>
                <a:gd name="T61" fmla="*/ 77 h 205"/>
                <a:gd name="T62" fmla="*/ 470 w 545"/>
                <a:gd name="T63" fmla="*/ 101 h 205"/>
                <a:gd name="T64" fmla="*/ 532 w 545"/>
                <a:gd name="T65" fmla="*/ 97 h 205"/>
                <a:gd name="T66" fmla="*/ 518 w 545"/>
                <a:gd name="T67" fmla="*/ 168 h 205"/>
                <a:gd name="T68" fmla="*/ 507 w 545"/>
                <a:gd name="T69" fmla="*/ 134 h 205"/>
                <a:gd name="T70" fmla="*/ 458 w 545"/>
                <a:gd name="T71" fmla="*/ 109 h 205"/>
                <a:gd name="T72" fmla="*/ 458 w 545"/>
                <a:gd name="T73" fmla="*/ 101 h 205"/>
                <a:gd name="T74" fmla="*/ 441 w 545"/>
                <a:gd name="T75" fmla="*/ 74 h 205"/>
                <a:gd name="T76" fmla="*/ 404 w 545"/>
                <a:gd name="T77" fmla="*/ 70 h 205"/>
                <a:gd name="T78" fmla="*/ 28 w 545"/>
                <a:gd name="T79" fmla="*/ 52 h 205"/>
                <a:gd name="T80" fmla="*/ 333 w 545"/>
                <a:gd name="T81" fmla="*/ 66 h 205"/>
                <a:gd name="T82" fmla="*/ 335 w 545"/>
                <a:gd name="T83" fmla="*/ 77 h 205"/>
                <a:gd name="T84" fmla="*/ 320 w 545"/>
                <a:gd name="T85" fmla="*/ 114 h 205"/>
                <a:gd name="T86" fmla="*/ 307 w 545"/>
                <a:gd name="T87" fmla="*/ 117 h 205"/>
                <a:gd name="T88" fmla="*/ 286 w 545"/>
                <a:gd name="T89" fmla="*/ 129 h 205"/>
                <a:gd name="T90" fmla="*/ 291 w 545"/>
                <a:gd name="T91" fmla="*/ 70 h 205"/>
                <a:gd name="T92" fmla="*/ 78 w 545"/>
                <a:gd name="T93" fmla="*/ 45 h 205"/>
                <a:gd name="T94" fmla="*/ 393 w 545"/>
                <a:gd name="T95" fmla="*/ 60 h 205"/>
                <a:gd name="T96" fmla="*/ 385 w 545"/>
                <a:gd name="T97" fmla="*/ 50 h 205"/>
                <a:gd name="T98" fmla="*/ 132 w 545"/>
                <a:gd name="T99" fmla="*/ 29 h 205"/>
                <a:gd name="T100" fmla="*/ 266 w 545"/>
                <a:gd name="T101" fmla="*/ 20 h 205"/>
                <a:gd name="T102" fmla="*/ 265 w 545"/>
                <a:gd name="T103" fmla="*/ 33 h 205"/>
                <a:gd name="T104" fmla="*/ 257 w 545"/>
                <a:gd name="T105" fmla="*/ 85 h 205"/>
                <a:gd name="T106" fmla="*/ 229 w 545"/>
                <a:gd name="T107" fmla="*/ 121 h 205"/>
                <a:gd name="T108" fmla="*/ 196 w 545"/>
                <a:gd name="T109" fmla="*/ 106 h 205"/>
                <a:gd name="T110" fmla="*/ 166 w 545"/>
                <a:gd name="T111" fmla="*/ 72 h 205"/>
                <a:gd name="T112" fmla="*/ 231 w 545"/>
                <a:gd name="T113" fmla="*/ 50 h 205"/>
                <a:gd name="T114" fmla="*/ 17 w 545"/>
                <a:gd name="T115" fmla="*/ 4 h 205"/>
                <a:gd name="T116" fmla="*/ 84 w 545"/>
                <a:gd name="T117" fmla="*/ 58 h 205"/>
                <a:gd name="T118" fmla="*/ 113 w 545"/>
                <a:gd name="T119" fmla="*/ 93 h 205"/>
                <a:gd name="T120" fmla="*/ 109 w 545"/>
                <a:gd name="T121" fmla="*/ 139 h 205"/>
                <a:gd name="T122" fmla="*/ 40 w 545"/>
                <a:gd name="T123" fmla="*/ 49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5" h="205">
                  <a:moveTo>
                    <a:pt x="331" y="199"/>
                  </a:moveTo>
                  <a:lnTo>
                    <a:pt x="331" y="200"/>
                  </a:lnTo>
                  <a:lnTo>
                    <a:pt x="329" y="202"/>
                  </a:lnTo>
                  <a:lnTo>
                    <a:pt x="324" y="205"/>
                  </a:lnTo>
                  <a:lnTo>
                    <a:pt x="323" y="204"/>
                  </a:lnTo>
                  <a:lnTo>
                    <a:pt x="324" y="202"/>
                  </a:lnTo>
                  <a:lnTo>
                    <a:pt x="328" y="200"/>
                  </a:lnTo>
                  <a:lnTo>
                    <a:pt x="328" y="200"/>
                  </a:lnTo>
                  <a:lnTo>
                    <a:pt x="331" y="199"/>
                  </a:lnTo>
                  <a:close/>
                  <a:moveTo>
                    <a:pt x="312" y="199"/>
                  </a:moveTo>
                  <a:lnTo>
                    <a:pt x="314" y="200"/>
                  </a:lnTo>
                  <a:lnTo>
                    <a:pt x="314" y="201"/>
                  </a:lnTo>
                  <a:lnTo>
                    <a:pt x="312" y="201"/>
                  </a:lnTo>
                  <a:lnTo>
                    <a:pt x="311" y="201"/>
                  </a:lnTo>
                  <a:lnTo>
                    <a:pt x="312" y="200"/>
                  </a:lnTo>
                  <a:lnTo>
                    <a:pt x="312" y="199"/>
                  </a:lnTo>
                  <a:close/>
                  <a:moveTo>
                    <a:pt x="329" y="195"/>
                  </a:moveTo>
                  <a:lnTo>
                    <a:pt x="331" y="195"/>
                  </a:lnTo>
                  <a:lnTo>
                    <a:pt x="329" y="197"/>
                  </a:lnTo>
                  <a:lnTo>
                    <a:pt x="328" y="197"/>
                  </a:lnTo>
                  <a:lnTo>
                    <a:pt x="329" y="195"/>
                  </a:lnTo>
                  <a:close/>
                  <a:moveTo>
                    <a:pt x="283" y="183"/>
                  </a:moveTo>
                  <a:lnTo>
                    <a:pt x="287" y="185"/>
                  </a:lnTo>
                  <a:lnTo>
                    <a:pt x="289" y="185"/>
                  </a:lnTo>
                  <a:lnTo>
                    <a:pt x="291" y="184"/>
                  </a:lnTo>
                  <a:lnTo>
                    <a:pt x="294" y="185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9" y="191"/>
                  </a:lnTo>
                  <a:lnTo>
                    <a:pt x="300" y="193"/>
                  </a:lnTo>
                  <a:lnTo>
                    <a:pt x="300" y="195"/>
                  </a:lnTo>
                  <a:lnTo>
                    <a:pt x="298" y="196"/>
                  </a:lnTo>
                  <a:lnTo>
                    <a:pt x="294" y="196"/>
                  </a:lnTo>
                  <a:lnTo>
                    <a:pt x="291" y="195"/>
                  </a:lnTo>
                  <a:lnTo>
                    <a:pt x="290" y="192"/>
                  </a:lnTo>
                  <a:lnTo>
                    <a:pt x="287" y="192"/>
                  </a:lnTo>
                  <a:lnTo>
                    <a:pt x="286" y="189"/>
                  </a:lnTo>
                  <a:lnTo>
                    <a:pt x="283" y="189"/>
                  </a:lnTo>
                  <a:lnTo>
                    <a:pt x="281" y="189"/>
                  </a:lnTo>
                  <a:lnTo>
                    <a:pt x="278" y="188"/>
                  </a:lnTo>
                  <a:lnTo>
                    <a:pt x="278" y="185"/>
                  </a:lnTo>
                  <a:lnTo>
                    <a:pt x="283" y="183"/>
                  </a:lnTo>
                  <a:close/>
                  <a:moveTo>
                    <a:pt x="349" y="180"/>
                  </a:moveTo>
                  <a:lnTo>
                    <a:pt x="352" y="184"/>
                  </a:lnTo>
                  <a:lnTo>
                    <a:pt x="354" y="187"/>
                  </a:lnTo>
                  <a:lnTo>
                    <a:pt x="353" y="187"/>
                  </a:lnTo>
                  <a:lnTo>
                    <a:pt x="352" y="188"/>
                  </a:lnTo>
                  <a:lnTo>
                    <a:pt x="348" y="192"/>
                  </a:lnTo>
                  <a:lnTo>
                    <a:pt x="346" y="193"/>
                  </a:lnTo>
                  <a:lnTo>
                    <a:pt x="344" y="195"/>
                  </a:lnTo>
                  <a:lnTo>
                    <a:pt x="343" y="195"/>
                  </a:lnTo>
                  <a:lnTo>
                    <a:pt x="340" y="196"/>
                  </a:lnTo>
                  <a:lnTo>
                    <a:pt x="336" y="199"/>
                  </a:lnTo>
                  <a:lnTo>
                    <a:pt x="333" y="199"/>
                  </a:lnTo>
                  <a:lnTo>
                    <a:pt x="332" y="197"/>
                  </a:lnTo>
                  <a:lnTo>
                    <a:pt x="332" y="195"/>
                  </a:lnTo>
                  <a:lnTo>
                    <a:pt x="333" y="196"/>
                  </a:lnTo>
                  <a:lnTo>
                    <a:pt x="335" y="196"/>
                  </a:lnTo>
                  <a:lnTo>
                    <a:pt x="335" y="195"/>
                  </a:lnTo>
                  <a:lnTo>
                    <a:pt x="333" y="193"/>
                  </a:lnTo>
                  <a:lnTo>
                    <a:pt x="333" y="192"/>
                  </a:lnTo>
                  <a:lnTo>
                    <a:pt x="336" y="189"/>
                  </a:lnTo>
                  <a:lnTo>
                    <a:pt x="336" y="187"/>
                  </a:lnTo>
                  <a:lnTo>
                    <a:pt x="339" y="185"/>
                  </a:lnTo>
                  <a:lnTo>
                    <a:pt x="340" y="184"/>
                  </a:lnTo>
                  <a:lnTo>
                    <a:pt x="341" y="187"/>
                  </a:lnTo>
                  <a:lnTo>
                    <a:pt x="344" y="185"/>
                  </a:lnTo>
                  <a:lnTo>
                    <a:pt x="346" y="185"/>
                  </a:lnTo>
                  <a:lnTo>
                    <a:pt x="346" y="181"/>
                  </a:lnTo>
                  <a:lnTo>
                    <a:pt x="348" y="181"/>
                  </a:lnTo>
                  <a:lnTo>
                    <a:pt x="349" y="180"/>
                  </a:lnTo>
                  <a:close/>
                  <a:moveTo>
                    <a:pt x="287" y="176"/>
                  </a:moveTo>
                  <a:lnTo>
                    <a:pt x="289" y="176"/>
                  </a:lnTo>
                  <a:lnTo>
                    <a:pt x="289" y="177"/>
                  </a:lnTo>
                  <a:lnTo>
                    <a:pt x="286" y="177"/>
                  </a:lnTo>
                  <a:lnTo>
                    <a:pt x="287" y="176"/>
                  </a:lnTo>
                  <a:close/>
                  <a:moveTo>
                    <a:pt x="239" y="176"/>
                  </a:moveTo>
                  <a:lnTo>
                    <a:pt x="240" y="177"/>
                  </a:lnTo>
                  <a:lnTo>
                    <a:pt x="239" y="177"/>
                  </a:lnTo>
                  <a:lnTo>
                    <a:pt x="237" y="177"/>
                  </a:lnTo>
                  <a:lnTo>
                    <a:pt x="239" y="176"/>
                  </a:lnTo>
                  <a:close/>
                  <a:moveTo>
                    <a:pt x="329" y="175"/>
                  </a:moveTo>
                  <a:lnTo>
                    <a:pt x="328" y="175"/>
                  </a:lnTo>
                  <a:lnTo>
                    <a:pt x="327" y="176"/>
                  </a:lnTo>
                  <a:lnTo>
                    <a:pt x="327" y="175"/>
                  </a:lnTo>
                  <a:lnTo>
                    <a:pt x="329" y="175"/>
                  </a:lnTo>
                  <a:close/>
                  <a:moveTo>
                    <a:pt x="285" y="174"/>
                  </a:moveTo>
                  <a:lnTo>
                    <a:pt x="286" y="175"/>
                  </a:lnTo>
                  <a:lnTo>
                    <a:pt x="285" y="175"/>
                  </a:lnTo>
                  <a:lnTo>
                    <a:pt x="285" y="179"/>
                  </a:lnTo>
                  <a:lnTo>
                    <a:pt x="283" y="176"/>
                  </a:lnTo>
                  <a:lnTo>
                    <a:pt x="285" y="174"/>
                  </a:lnTo>
                  <a:close/>
                  <a:moveTo>
                    <a:pt x="344" y="172"/>
                  </a:moveTo>
                  <a:lnTo>
                    <a:pt x="344" y="174"/>
                  </a:lnTo>
                  <a:lnTo>
                    <a:pt x="341" y="176"/>
                  </a:lnTo>
                  <a:lnTo>
                    <a:pt x="340" y="175"/>
                  </a:lnTo>
                  <a:lnTo>
                    <a:pt x="339" y="175"/>
                  </a:lnTo>
                  <a:lnTo>
                    <a:pt x="340" y="174"/>
                  </a:lnTo>
                  <a:lnTo>
                    <a:pt x="343" y="174"/>
                  </a:lnTo>
                  <a:lnTo>
                    <a:pt x="344" y="172"/>
                  </a:lnTo>
                  <a:close/>
                  <a:moveTo>
                    <a:pt x="248" y="171"/>
                  </a:moveTo>
                  <a:lnTo>
                    <a:pt x="252" y="172"/>
                  </a:lnTo>
                  <a:lnTo>
                    <a:pt x="252" y="175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6" y="179"/>
                  </a:lnTo>
                  <a:lnTo>
                    <a:pt x="242" y="177"/>
                  </a:lnTo>
                  <a:lnTo>
                    <a:pt x="241" y="177"/>
                  </a:lnTo>
                  <a:lnTo>
                    <a:pt x="242" y="176"/>
                  </a:lnTo>
                  <a:lnTo>
                    <a:pt x="245" y="176"/>
                  </a:lnTo>
                  <a:lnTo>
                    <a:pt x="245" y="174"/>
                  </a:lnTo>
                  <a:lnTo>
                    <a:pt x="248" y="171"/>
                  </a:lnTo>
                  <a:close/>
                  <a:moveTo>
                    <a:pt x="337" y="171"/>
                  </a:moveTo>
                  <a:lnTo>
                    <a:pt x="339" y="172"/>
                  </a:lnTo>
                  <a:lnTo>
                    <a:pt x="336" y="174"/>
                  </a:lnTo>
                  <a:lnTo>
                    <a:pt x="335" y="175"/>
                  </a:lnTo>
                  <a:lnTo>
                    <a:pt x="332" y="176"/>
                  </a:lnTo>
                  <a:lnTo>
                    <a:pt x="332" y="175"/>
                  </a:lnTo>
                  <a:lnTo>
                    <a:pt x="333" y="174"/>
                  </a:lnTo>
                  <a:lnTo>
                    <a:pt x="333" y="172"/>
                  </a:lnTo>
                  <a:lnTo>
                    <a:pt x="335" y="172"/>
                  </a:lnTo>
                  <a:lnTo>
                    <a:pt x="336" y="172"/>
                  </a:lnTo>
                  <a:lnTo>
                    <a:pt x="337" y="171"/>
                  </a:lnTo>
                  <a:close/>
                  <a:moveTo>
                    <a:pt x="331" y="171"/>
                  </a:moveTo>
                  <a:lnTo>
                    <a:pt x="331" y="172"/>
                  </a:lnTo>
                  <a:lnTo>
                    <a:pt x="331" y="174"/>
                  </a:lnTo>
                  <a:lnTo>
                    <a:pt x="329" y="172"/>
                  </a:lnTo>
                  <a:lnTo>
                    <a:pt x="331" y="171"/>
                  </a:lnTo>
                  <a:close/>
                  <a:moveTo>
                    <a:pt x="399" y="171"/>
                  </a:moveTo>
                  <a:lnTo>
                    <a:pt x="400" y="171"/>
                  </a:lnTo>
                  <a:lnTo>
                    <a:pt x="398" y="172"/>
                  </a:lnTo>
                  <a:lnTo>
                    <a:pt x="397" y="171"/>
                  </a:lnTo>
                  <a:lnTo>
                    <a:pt x="399" y="171"/>
                  </a:lnTo>
                  <a:close/>
                  <a:moveTo>
                    <a:pt x="358" y="171"/>
                  </a:moveTo>
                  <a:lnTo>
                    <a:pt x="358" y="171"/>
                  </a:lnTo>
                  <a:lnTo>
                    <a:pt x="358" y="172"/>
                  </a:lnTo>
                  <a:lnTo>
                    <a:pt x="357" y="171"/>
                  </a:lnTo>
                  <a:lnTo>
                    <a:pt x="358" y="171"/>
                  </a:lnTo>
                  <a:close/>
                  <a:moveTo>
                    <a:pt x="383" y="170"/>
                  </a:moveTo>
                  <a:lnTo>
                    <a:pt x="383" y="171"/>
                  </a:lnTo>
                  <a:lnTo>
                    <a:pt x="382" y="171"/>
                  </a:lnTo>
                  <a:lnTo>
                    <a:pt x="383" y="170"/>
                  </a:lnTo>
                  <a:close/>
                  <a:moveTo>
                    <a:pt x="348" y="170"/>
                  </a:moveTo>
                  <a:lnTo>
                    <a:pt x="349" y="171"/>
                  </a:lnTo>
                  <a:lnTo>
                    <a:pt x="352" y="171"/>
                  </a:lnTo>
                  <a:lnTo>
                    <a:pt x="353" y="171"/>
                  </a:lnTo>
                  <a:lnTo>
                    <a:pt x="352" y="172"/>
                  </a:lnTo>
                  <a:lnTo>
                    <a:pt x="348" y="174"/>
                  </a:lnTo>
                  <a:lnTo>
                    <a:pt x="345" y="174"/>
                  </a:lnTo>
                  <a:lnTo>
                    <a:pt x="345" y="172"/>
                  </a:lnTo>
                  <a:lnTo>
                    <a:pt x="346" y="172"/>
                  </a:lnTo>
                  <a:lnTo>
                    <a:pt x="345" y="171"/>
                  </a:lnTo>
                  <a:lnTo>
                    <a:pt x="348" y="170"/>
                  </a:lnTo>
                  <a:close/>
                  <a:moveTo>
                    <a:pt x="391" y="170"/>
                  </a:moveTo>
                  <a:lnTo>
                    <a:pt x="391" y="171"/>
                  </a:lnTo>
                  <a:lnTo>
                    <a:pt x="387" y="172"/>
                  </a:lnTo>
                  <a:lnTo>
                    <a:pt x="386" y="171"/>
                  </a:lnTo>
                  <a:lnTo>
                    <a:pt x="385" y="170"/>
                  </a:lnTo>
                  <a:lnTo>
                    <a:pt x="389" y="170"/>
                  </a:lnTo>
                  <a:lnTo>
                    <a:pt x="391" y="170"/>
                  </a:lnTo>
                  <a:close/>
                  <a:moveTo>
                    <a:pt x="267" y="170"/>
                  </a:moveTo>
                  <a:lnTo>
                    <a:pt x="270" y="170"/>
                  </a:lnTo>
                  <a:lnTo>
                    <a:pt x="271" y="171"/>
                  </a:lnTo>
                  <a:lnTo>
                    <a:pt x="274" y="171"/>
                  </a:lnTo>
                  <a:lnTo>
                    <a:pt x="277" y="172"/>
                  </a:lnTo>
                  <a:lnTo>
                    <a:pt x="277" y="174"/>
                  </a:lnTo>
                  <a:lnTo>
                    <a:pt x="278" y="174"/>
                  </a:lnTo>
                  <a:lnTo>
                    <a:pt x="278" y="171"/>
                  </a:lnTo>
                  <a:lnTo>
                    <a:pt x="281" y="172"/>
                  </a:lnTo>
                  <a:lnTo>
                    <a:pt x="279" y="174"/>
                  </a:lnTo>
                  <a:lnTo>
                    <a:pt x="281" y="176"/>
                  </a:lnTo>
                  <a:lnTo>
                    <a:pt x="282" y="175"/>
                  </a:lnTo>
                  <a:lnTo>
                    <a:pt x="281" y="177"/>
                  </a:lnTo>
                  <a:lnTo>
                    <a:pt x="278" y="177"/>
                  </a:lnTo>
                  <a:lnTo>
                    <a:pt x="279" y="179"/>
                  </a:lnTo>
                  <a:lnTo>
                    <a:pt x="277" y="179"/>
                  </a:lnTo>
                  <a:lnTo>
                    <a:pt x="274" y="179"/>
                  </a:lnTo>
                  <a:lnTo>
                    <a:pt x="273" y="177"/>
                  </a:lnTo>
                  <a:lnTo>
                    <a:pt x="270" y="180"/>
                  </a:lnTo>
                  <a:lnTo>
                    <a:pt x="269" y="179"/>
                  </a:lnTo>
                  <a:lnTo>
                    <a:pt x="266" y="180"/>
                  </a:lnTo>
                  <a:lnTo>
                    <a:pt x="264" y="179"/>
                  </a:lnTo>
                  <a:lnTo>
                    <a:pt x="262" y="180"/>
                  </a:lnTo>
                  <a:lnTo>
                    <a:pt x="260" y="181"/>
                  </a:lnTo>
                  <a:lnTo>
                    <a:pt x="258" y="181"/>
                  </a:lnTo>
                  <a:lnTo>
                    <a:pt x="256" y="181"/>
                  </a:lnTo>
                  <a:lnTo>
                    <a:pt x="253" y="180"/>
                  </a:lnTo>
                  <a:lnTo>
                    <a:pt x="252" y="179"/>
                  </a:lnTo>
                  <a:lnTo>
                    <a:pt x="253" y="179"/>
                  </a:lnTo>
                  <a:lnTo>
                    <a:pt x="252" y="177"/>
                  </a:lnTo>
                  <a:lnTo>
                    <a:pt x="252" y="176"/>
                  </a:lnTo>
                  <a:lnTo>
                    <a:pt x="254" y="175"/>
                  </a:lnTo>
                  <a:lnTo>
                    <a:pt x="257" y="174"/>
                  </a:lnTo>
                  <a:lnTo>
                    <a:pt x="260" y="174"/>
                  </a:lnTo>
                  <a:lnTo>
                    <a:pt x="261" y="174"/>
                  </a:lnTo>
                  <a:lnTo>
                    <a:pt x="264" y="174"/>
                  </a:lnTo>
                  <a:lnTo>
                    <a:pt x="264" y="175"/>
                  </a:lnTo>
                  <a:lnTo>
                    <a:pt x="266" y="177"/>
                  </a:lnTo>
                  <a:lnTo>
                    <a:pt x="269" y="176"/>
                  </a:lnTo>
                  <a:lnTo>
                    <a:pt x="271" y="176"/>
                  </a:lnTo>
                  <a:lnTo>
                    <a:pt x="270" y="174"/>
                  </a:lnTo>
                  <a:lnTo>
                    <a:pt x="265" y="172"/>
                  </a:lnTo>
                  <a:lnTo>
                    <a:pt x="265" y="171"/>
                  </a:lnTo>
                  <a:lnTo>
                    <a:pt x="267" y="170"/>
                  </a:lnTo>
                  <a:close/>
                  <a:moveTo>
                    <a:pt x="378" y="170"/>
                  </a:moveTo>
                  <a:lnTo>
                    <a:pt x="379" y="170"/>
                  </a:lnTo>
                  <a:lnTo>
                    <a:pt x="378" y="171"/>
                  </a:lnTo>
                  <a:lnTo>
                    <a:pt x="377" y="170"/>
                  </a:lnTo>
                  <a:lnTo>
                    <a:pt x="378" y="170"/>
                  </a:lnTo>
                  <a:close/>
                  <a:moveTo>
                    <a:pt x="411" y="168"/>
                  </a:moveTo>
                  <a:lnTo>
                    <a:pt x="410" y="170"/>
                  </a:lnTo>
                  <a:lnTo>
                    <a:pt x="408" y="170"/>
                  </a:lnTo>
                  <a:lnTo>
                    <a:pt x="411" y="168"/>
                  </a:lnTo>
                  <a:close/>
                  <a:moveTo>
                    <a:pt x="516" y="168"/>
                  </a:moveTo>
                  <a:lnTo>
                    <a:pt x="518" y="168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5" y="171"/>
                  </a:lnTo>
                  <a:lnTo>
                    <a:pt x="514" y="171"/>
                  </a:lnTo>
                  <a:lnTo>
                    <a:pt x="515" y="170"/>
                  </a:lnTo>
                  <a:lnTo>
                    <a:pt x="516" y="168"/>
                  </a:lnTo>
                  <a:close/>
                  <a:moveTo>
                    <a:pt x="425" y="168"/>
                  </a:moveTo>
                  <a:lnTo>
                    <a:pt x="427" y="168"/>
                  </a:lnTo>
                  <a:lnTo>
                    <a:pt x="425" y="170"/>
                  </a:lnTo>
                  <a:lnTo>
                    <a:pt x="424" y="171"/>
                  </a:lnTo>
                  <a:lnTo>
                    <a:pt x="423" y="171"/>
                  </a:lnTo>
                  <a:lnTo>
                    <a:pt x="423" y="170"/>
                  </a:lnTo>
                  <a:lnTo>
                    <a:pt x="425" y="168"/>
                  </a:lnTo>
                  <a:close/>
                  <a:moveTo>
                    <a:pt x="235" y="168"/>
                  </a:moveTo>
                  <a:lnTo>
                    <a:pt x="239" y="170"/>
                  </a:lnTo>
                  <a:lnTo>
                    <a:pt x="241" y="172"/>
                  </a:lnTo>
                  <a:lnTo>
                    <a:pt x="240" y="174"/>
                  </a:lnTo>
                  <a:lnTo>
                    <a:pt x="239" y="174"/>
                  </a:lnTo>
                  <a:lnTo>
                    <a:pt x="237" y="175"/>
                  </a:lnTo>
                  <a:lnTo>
                    <a:pt x="236" y="176"/>
                  </a:lnTo>
                  <a:lnTo>
                    <a:pt x="235" y="177"/>
                  </a:lnTo>
                  <a:lnTo>
                    <a:pt x="233" y="176"/>
                  </a:lnTo>
                  <a:lnTo>
                    <a:pt x="231" y="174"/>
                  </a:lnTo>
                  <a:lnTo>
                    <a:pt x="228" y="174"/>
                  </a:lnTo>
                  <a:lnTo>
                    <a:pt x="227" y="171"/>
                  </a:lnTo>
                  <a:lnTo>
                    <a:pt x="227" y="170"/>
                  </a:lnTo>
                  <a:lnTo>
                    <a:pt x="229" y="168"/>
                  </a:lnTo>
                  <a:lnTo>
                    <a:pt x="232" y="170"/>
                  </a:lnTo>
                  <a:lnTo>
                    <a:pt x="235" y="168"/>
                  </a:lnTo>
                  <a:close/>
                  <a:moveTo>
                    <a:pt x="325" y="168"/>
                  </a:moveTo>
                  <a:lnTo>
                    <a:pt x="328" y="170"/>
                  </a:lnTo>
                  <a:lnTo>
                    <a:pt x="328" y="171"/>
                  </a:lnTo>
                  <a:lnTo>
                    <a:pt x="327" y="174"/>
                  </a:lnTo>
                  <a:lnTo>
                    <a:pt x="325" y="174"/>
                  </a:lnTo>
                  <a:lnTo>
                    <a:pt x="324" y="176"/>
                  </a:lnTo>
                  <a:lnTo>
                    <a:pt x="321" y="176"/>
                  </a:lnTo>
                  <a:lnTo>
                    <a:pt x="320" y="177"/>
                  </a:lnTo>
                  <a:lnTo>
                    <a:pt x="319" y="177"/>
                  </a:lnTo>
                  <a:lnTo>
                    <a:pt x="315" y="177"/>
                  </a:lnTo>
                  <a:lnTo>
                    <a:pt x="312" y="179"/>
                  </a:lnTo>
                  <a:lnTo>
                    <a:pt x="308" y="177"/>
                  </a:lnTo>
                  <a:lnTo>
                    <a:pt x="306" y="179"/>
                  </a:lnTo>
                  <a:lnTo>
                    <a:pt x="304" y="180"/>
                  </a:lnTo>
                  <a:lnTo>
                    <a:pt x="303" y="180"/>
                  </a:lnTo>
                  <a:lnTo>
                    <a:pt x="302" y="179"/>
                  </a:lnTo>
                  <a:lnTo>
                    <a:pt x="299" y="180"/>
                  </a:lnTo>
                  <a:lnTo>
                    <a:pt x="298" y="179"/>
                  </a:lnTo>
                  <a:lnTo>
                    <a:pt x="296" y="179"/>
                  </a:lnTo>
                  <a:lnTo>
                    <a:pt x="295" y="179"/>
                  </a:lnTo>
                  <a:lnTo>
                    <a:pt x="292" y="179"/>
                  </a:lnTo>
                  <a:lnTo>
                    <a:pt x="291" y="179"/>
                  </a:lnTo>
                  <a:lnTo>
                    <a:pt x="290" y="177"/>
                  </a:lnTo>
                  <a:lnTo>
                    <a:pt x="289" y="176"/>
                  </a:lnTo>
                  <a:lnTo>
                    <a:pt x="290" y="174"/>
                  </a:lnTo>
                  <a:lnTo>
                    <a:pt x="292" y="172"/>
                  </a:lnTo>
                  <a:lnTo>
                    <a:pt x="299" y="171"/>
                  </a:lnTo>
                  <a:lnTo>
                    <a:pt x="302" y="172"/>
                  </a:lnTo>
                  <a:lnTo>
                    <a:pt x="303" y="171"/>
                  </a:lnTo>
                  <a:lnTo>
                    <a:pt x="307" y="172"/>
                  </a:lnTo>
                  <a:lnTo>
                    <a:pt x="310" y="175"/>
                  </a:lnTo>
                  <a:lnTo>
                    <a:pt x="312" y="174"/>
                  </a:lnTo>
                  <a:lnTo>
                    <a:pt x="315" y="174"/>
                  </a:lnTo>
                  <a:lnTo>
                    <a:pt x="318" y="175"/>
                  </a:lnTo>
                  <a:lnTo>
                    <a:pt x="320" y="175"/>
                  </a:lnTo>
                  <a:lnTo>
                    <a:pt x="321" y="172"/>
                  </a:lnTo>
                  <a:lnTo>
                    <a:pt x="323" y="172"/>
                  </a:lnTo>
                  <a:lnTo>
                    <a:pt x="324" y="170"/>
                  </a:lnTo>
                  <a:lnTo>
                    <a:pt x="324" y="170"/>
                  </a:lnTo>
                  <a:lnTo>
                    <a:pt x="325" y="168"/>
                  </a:lnTo>
                  <a:close/>
                  <a:moveTo>
                    <a:pt x="408" y="164"/>
                  </a:moveTo>
                  <a:lnTo>
                    <a:pt x="410" y="166"/>
                  </a:lnTo>
                  <a:lnTo>
                    <a:pt x="411" y="167"/>
                  </a:lnTo>
                  <a:lnTo>
                    <a:pt x="408" y="168"/>
                  </a:lnTo>
                  <a:lnTo>
                    <a:pt x="407" y="167"/>
                  </a:lnTo>
                  <a:lnTo>
                    <a:pt x="407" y="166"/>
                  </a:lnTo>
                  <a:lnTo>
                    <a:pt x="408" y="164"/>
                  </a:lnTo>
                  <a:close/>
                  <a:moveTo>
                    <a:pt x="371" y="162"/>
                  </a:moveTo>
                  <a:lnTo>
                    <a:pt x="373" y="163"/>
                  </a:lnTo>
                  <a:lnTo>
                    <a:pt x="374" y="164"/>
                  </a:lnTo>
                  <a:lnTo>
                    <a:pt x="371" y="166"/>
                  </a:lnTo>
                  <a:lnTo>
                    <a:pt x="370" y="167"/>
                  </a:lnTo>
                  <a:lnTo>
                    <a:pt x="370" y="167"/>
                  </a:lnTo>
                  <a:lnTo>
                    <a:pt x="369" y="167"/>
                  </a:lnTo>
                  <a:lnTo>
                    <a:pt x="365" y="166"/>
                  </a:lnTo>
                  <a:lnTo>
                    <a:pt x="362" y="167"/>
                  </a:lnTo>
                  <a:lnTo>
                    <a:pt x="362" y="166"/>
                  </a:lnTo>
                  <a:lnTo>
                    <a:pt x="362" y="163"/>
                  </a:lnTo>
                  <a:lnTo>
                    <a:pt x="365" y="163"/>
                  </a:lnTo>
                  <a:lnTo>
                    <a:pt x="366" y="164"/>
                  </a:lnTo>
                  <a:lnTo>
                    <a:pt x="370" y="163"/>
                  </a:lnTo>
                  <a:lnTo>
                    <a:pt x="371" y="162"/>
                  </a:lnTo>
                  <a:close/>
                  <a:moveTo>
                    <a:pt x="423" y="162"/>
                  </a:moveTo>
                  <a:lnTo>
                    <a:pt x="423" y="162"/>
                  </a:lnTo>
                  <a:lnTo>
                    <a:pt x="422" y="162"/>
                  </a:lnTo>
                  <a:lnTo>
                    <a:pt x="423" y="162"/>
                  </a:lnTo>
                  <a:close/>
                  <a:moveTo>
                    <a:pt x="379" y="160"/>
                  </a:moveTo>
                  <a:lnTo>
                    <a:pt x="381" y="162"/>
                  </a:lnTo>
                  <a:lnTo>
                    <a:pt x="379" y="163"/>
                  </a:lnTo>
                  <a:lnTo>
                    <a:pt x="379" y="162"/>
                  </a:lnTo>
                  <a:lnTo>
                    <a:pt x="379" y="160"/>
                  </a:lnTo>
                  <a:close/>
                  <a:moveTo>
                    <a:pt x="427" y="160"/>
                  </a:moveTo>
                  <a:lnTo>
                    <a:pt x="425" y="160"/>
                  </a:lnTo>
                  <a:lnTo>
                    <a:pt x="424" y="160"/>
                  </a:lnTo>
                  <a:lnTo>
                    <a:pt x="423" y="160"/>
                  </a:lnTo>
                  <a:lnTo>
                    <a:pt x="427" y="160"/>
                  </a:lnTo>
                  <a:close/>
                  <a:moveTo>
                    <a:pt x="512" y="160"/>
                  </a:moveTo>
                  <a:lnTo>
                    <a:pt x="516" y="160"/>
                  </a:lnTo>
                  <a:lnTo>
                    <a:pt x="518" y="160"/>
                  </a:lnTo>
                  <a:lnTo>
                    <a:pt x="519" y="162"/>
                  </a:lnTo>
                  <a:lnTo>
                    <a:pt x="519" y="163"/>
                  </a:lnTo>
                  <a:lnTo>
                    <a:pt x="518" y="166"/>
                  </a:lnTo>
                  <a:lnTo>
                    <a:pt x="518" y="166"/>
                  </a:lnTo>
                  <a:lnTo>
                    <a:pt x="518" y="167"/>
                  </a:lnTo>
                  <a:lnTo>
                    <a:pt x="516" y="168"/>
                  </a:lnTo>
                  <a:lnTo>
                    <a:pt x="515" y="168"/>
                  </a:lnTo>
                  <a:lnTo>
                    <a:pt x="512" y="171"/>
                  </a:lnTo>
                  <a:lnTo>
                    <a:pt x="511" y="172"/>
                  </a:lnTo>
                  <a:lnTo>
                    <a:pt x="508" y="171"/>
                  </a:lnTo>
                  <a:lnTo>
                    <a:pt x="506" y="171"/>
                  </a:lnTo>
                  <a:lnTo>
                    <a:pt x="502" y="172"/>
                  </a:lnTo>
                  <a:lnTo>
                    <a:pt x="507" y="167"/>
                  </a:lnTo>
                  <a:lnTo>
                    <a:pt x="508" y="164"/>
                  </a:lnTo>
                  <a:lnTo>
                    <a:pt x="510" y="162"/>
                  </a:lnTo>
                  <a:lnTo>
                    <a:pt x="512" y="160"/>
                  </a:lnTo>
                  <a:close/>
                  <a:moveTo>
                    <a:pt x="244" y="159"/>
                  </a:moveTo>
                  <a:lnTo>
                    <a:pt x="244" y="159"/>
                  </a:lnTo>
                  <a:lnTo>
                    <a:pt x="242" y="159"/>
                  </a:lnTo>
                  <a:lnTo>
                    <a:pt x="241" y="159"/>
                  </a:lnTo>
                  <a:lnTo>
                    <a:pt x="244" y="159"/>
                  </a:lnTo>
                  <a:lnTo>
                    <a:pt x="244" y="159"/>
                  </a:lnTo>
                  <a:close/>
                  <a:moveTo>
                    <a:pt x="431" y="158"/>
                  </a:moveTo>
                  <a:lnTo>
                    <a:pt x="432" y="158"/>
                  </a:lnTo>
                  <a:lnTo>
                    <a:pt x="433" y="158"/>
                  </a:lnTo>
                  <a:lnTo>
                    <a:pt x="432" y="159"/>
                  </a:lnTo>
                  <a:lnTo>
                    <a:pt x="433" y="162"/>
                  </a:lnTo>
                  <a:lnTo>
                    <a:pt x="432" y="164"/>
                  </a:lnTo>
                  <a:lnTo>
                    <a:pt x="429" y="167"/>
                  </a:lnTo>
                  <a:lnTo>
                    <a:pt x="428" y="168"/>
                  </a:lnTo>
                  <a:lnTo>
                    <a:pt x="425" y="167"/>
                  </a:lnTo>
                  <a:lnTo>
                    <a:pt x="425" y="164"/>
                  </a:lnTo>
                  <a:lnTo>
                    <a:pt x="427" y="164"/>
                  </a:lnTo>
                  <a:lnTo>
                    <a:pt x="427" y="163"/>
                  </a:lnTo>
                  <a:lnTo>
                    <a:pt x="427" y="162"/>
                  </a:lnTo>
                  <a:lnTo>
                    <a:pt x="431" y="159"/>
                  </a:lnTo>
                  <a:lnTo>
                    <a:pt x="431" y="158"/>
                  </a:lnTo>
                  <a:lnTo>
                    <a:pt x="431" y="158"/>
                  </a:lnTo>
                  <a:close/>
                  <a:moveTo>
                    <a:pt x="433" y="156"/>
                  </a:moveTo>
                  <a:lnTo>
                    <a:pt x="436" y="156"/>
                  </a:lnTo>
                  <a:lnTo>
                    <a:pt x="436" y="158"/>
                  </a:lnTo>
                  <a:lnTo>
                    <a:pt x="433" y="156"/>
                  </a:lnTo>
                  <a:close/>
                  <a:moveTo>
                    <a:pt x="395" y="156"/>
                  </a:moveTo>
                  <a:lnTo>
                    <a:pt x="397" y="158"/>
                  </a:lnTo>
                  <a:lnTo>
                    <a:pt x="397" y="158"/>
                  </a:lnTo>
                  <a:lnTo>
                    <a:pt x="395" y="158"/>
                  </a:lnTo>
                  <a:lnTo>
                    <a:pt x="394" y="158"/>
                  </a:lnTo>
                  <a:lnTo>
                    <a:pt x="395" y="156"/>
                  </a:lnTo>
                  <a:close/>
                  <a:moveTo>
                    <a:pt x="300" y="156"/>
                  </a:moveTo>
                  <a:lnTo>
                    <a:pt x="302" y="158"/>
                  </a:lnTo>
                  <a:lnTo>
                    <a:pt x="300" y="158"/>
                  </a:lnTo>
                  <a:lnTo>
                    <a:pt x="299" y="158"/>
                  </a:lnTo>
                  <a:lnTo>
                    <a:pt x="300" y="156"/>
                  </a:lnTo>
                  <a:close/>
                  <a:moveTo>
                    <a:pt x="437" y="154"/>
                  </a:moveTo>
                  <a:lnTo>
                    <a:pt x="437" y="154"/>
                  </a:lnTo>
                  <a:lnTo>
                    <a:pt x="436" y="155"/>
                  </a:lnTo>
                  <a:lnTo>
                    <a:pt x="437" y="154"/>
                  </a:lnTo>
                  <a:close/>
                  <a:moveTo>
                    <a:pt x="208" y="154"/>
                  </a:moveTo>
                  <a:lnTo>
                    <a:pt x="210" y="155"/>
                  </a:lnTo>
                  <a:lnTo>
                    <a:pt x="216" y="155"/>
                  </a:lnTo>
                  <a:lnTo>
                    <a:pt x="217" y="155"/>
                  </a:lnTo>
                  <a:lnTo>
                    <a:pt x="221" y="155"/>
                  </a:lnTo>
                  <a:lnTo>
                    <a:pt x="223" y="155"/>
                  </a:lnTo>
                  <a:lnTo>
                    <a:pt x="221" y="156"/>
                  </a:lnTo>
                  <a:lnTo>
                    <a:pt x="219" y="158"/>
                  </a:lnTo>
                  <a:lnTo>
                    <a:pt x="216" y="158"/>
                  </a:lnTo>
                  <a:lnTo>
                    <a:pt x="212" y="158"/>
                  </a:lnTo>
                  <a:lnTo>
                    <a:pt x="211" y="159"/>
                  </a:lnTo>
                  <a:lnTo>
                    <a:pt x="210" y="159"/>
                  </a:lnTo>
                  <a:lnTo>
                    <a:pt x="207" y="156"/>
                  </a:lnTo>
                  <a:lnTo>
                    <a:pt x="208" y="154"/>
                  </a:lnTo>
                  <a:close/>
                  <a:moveTo>
                    <a:pt x="236" y="154"/>
                  </a:moveTo>
                  <a:lnTo>
                    <a:pt x="239" y="154"/>
                  </a:lnTo>
                  <a:lnTo>
                    <a:pt x="240" y="155"/>
                  </a:lnTo>
                  <a:lnTo>
                    <a:pt x="240" y="155"/>
                  </a:lnTo>
                  <a:lnTo>
                    <a:pt x="239" y="155"/>
                  </a:lnTo>
                  <a:lnTo>
                    <a:pt x="239" y="155"/>
                  </a:lnTo>
                  <a:lnTo>
                    <a:pt x="236" y="156"/>
                  </a:lnTo>
                  <a:lnTo>
                    <a:pt x="235" y="155"/>
                  </a:lnTo>
                  <a:lnTo>
                    <a:pt x="235" y="155"/>
                  </a:lnTo>
                  <a:lnTo>
                    <a:pt x="236" y="154"/>
                  </a:lnTo>
                  <a:close/>
                  <a:moveTo>
                    <a:pt x="407" y="151"/>
                  </a:moveTo>
                  <a:lnTo>
                    <a:pt x="407" y="152"/>
                  </a:lnTo>
                  <a:lnTo>
                    <a:pt x="406" y="151"/>
                  </a:lnTo>
                  <a:lnTo>
                    <a:pt x="407" y="151"/>
                  </a:lnTo>
                  <a:close/>
                  <a:moveTo>
                    <a:pt x="469" y="151"/>
                  </a:moveTo>
                  <a:lnTo>
                    <a:pt x="469" y="151"/>
                  </a:lnTo>
                  <a:lnTo>
                    <a:pt x="469" y="152"/>
                  </a:lnTo>
                  <a:lnTo>
                    <a:pt x="469" y="151"/>
                  </a:lnTo>
                  <a:lnTo>
                    <a:pt x="469" y="151"/>
                  </a:lnTo>
                  <a:close/>
                  <a:moveTo>
                    <a:pt x="119" y="150"/>
                  </a:moveTo>
                  <a:lnTo>
                    <a:pt x="120" y="150"/>
                  </a:lnTo>
                  <a:lnTo>
                    <a:pt x="120" y="151"/>
                  </a:lnTo>
                  <a:lnTo>
                    <a:pt x="120" y="151"/>
                  </a:lnTo>
                  <a:lnTo>
                    <a:pt x="119" y="150"/>
                  </a:lnTo>
                  <a:close/>
                  <a:moveTo>
                    <a:pt x="466" y="147"/>
                  </a:moveTo>
                  <a:lnTo>
                    <a:pt x="468" y="149"/>
                  </a:lnTo>
                  <a:lnTo>
                    <a:pt x="468" y="150"/>
                  </a:lnTo>
                  <a:lnTo>
                    <a:pt x="468" y="150"/>
                  </a:lnTo>
                  <a:lnTo>
                    <a:pt x="466" y="149"/>
                  </a:lnTo>
                  <a:lnTo>
                    <a:pt x="466" y="147"/>
                  </a:lnTo>
                  <a:lnTo>
                    <a:pt x="466" y="147"/>
                  </a:lnTo>
                  <a:close/>
                  <a:moveTo>
                    <a:pt x="461" y="146"/>
                  </a:moveTo>
                  <a:lnTo>
                    <a:pt x="462" y="146"/>
                  </a:lnTo>
                  <a:lnTo>
                    <a:pt x="465" y="149"/>
                  </a:lnTo>
                  <a:lnTo>
                    <a:pt x="465" y="150"/>
                  </a:lnTo>
                  <a:lnTo>
                    <a:pt x="466" y="151"/>
                  </a:lnTo>
                  <a:lnTo>
                    <a:pt x="466" y="151"/>
                  </a:lnTo>
                  <a:lnTo>
                    <a:pt x="464" y="154"/>
                  </a:lnTo>
                  <a:lnTo>
                    <a:pt x="462" y="154"/>
                  </a:lnTo>
                  <a:lnTo>
                    <a:pt x="461" y="152"/>
                  </a:lnTo>
                  <a:lnTo>
                    <a:pt x="461" y="151"/>
                  </a:lnTo>
                  <a:lnTo>
                    <a:pt x="462" y="151"/>
                  </a:lnTo>
                  <a:lnTo>
                    <a:pt x="464" y="151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7"/>
                  </a:lnTo>
                  <a:lnTo>
                    <a:pt x="461" y="146"/>
                  </a:lnTo>
                  <a:close/>
                  <a:moveTo>
                    <a:pt x="412" y="146"/>
                  </a:moveTo>
                  <a:lnTo>
                    <a:pt x="414" y="146"/>
                  </a:lnTo>
                  <a:lnTo>
                    <a:pt x="412" y="147"/>
                  </a:lnTo>
                  <a:lnTo>
                    <a:pt x="412" y="146"/>
                  </a:lnTo>
                  <a:close/>
                  <a:moveTo>
                    <a:pt x="462" y="143"/>
                  </a:moveTo>
                  <a:lnTo>
                    <a:pt x="464" y="143"/>
                  </a:lnTo>
                  <a:lnTo>
                    <a:pt x="464" y="145"/>
                  </a:lnTo>
                  <a:lnTo>
                    <a:pt x="466" y="147"/>
                  </a:lnTo>
                  <a:lnTo>
                    <a:pt x="465" y="147"/>
                  </a:lnTo>
                  <a:lnTo>
                    <a:pt x="464" y="147"/>
                  </a:lnTo>
                  <a:lnTo>
                    <a:pt x="462" y="145"/>
                  </a:lnTo>
                  <a:lnTo>
                    <a:pt x="462" y="143"/>
                  </a:lnTo>
                  <a:close/>
                  <a:moveTo>
                    <a:pt x="468" y="142"/>
                  </a:moveTo>
                  <a:lnTo>
                    <a:pt x="469" y="142"/>
                  </a:lnTo>
                  <a:lnTo>
                    <a:pt x="469" y="143"/>
                  </a:lnTo>
                  <a:lnTo>
                    <a:pt x="469" y="143"/>
                  </a:lnTo>
                  <a:lnTo>
                    <a:pt x="469" y="145"/>
                  </a:lnTo>
                  <a:lnTo>
                    <a:pt x="469" y="146"/>
                  </a:lnTo>
                  <a:lnTo>
                    <a:pt x="468" y="147"/>
                  </a:lnTo>
                  <a:lnTo>
                    <a:pt x="468" y="146"/>
                  </a:lnTo>
                  <a:lnTo>
                    <a:pt x="465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8" y="142"/>
                  </a:lnTo>
                  <a:close/>
                  <a:moveTo>
                    <a:pt x="129" y="142"/>
                  </a:moveTo>
                  <a:lnTo>
                    <a:pt x="131" y="142"/>
                  </a:lnTo>
                  <a:lnTo>
                    <a:pt x="133" y="142"/>
                  </a:lnTo>
                  <a:lnTo>
                    <a:pt x="137" y="14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1" y="142"/>
                  </a:lnTo>
                  <a:lnTo>
                    <a:pt x="145" y="143"/>
                  </a:lnTo>
                  <a:lnTo>
                    <a:pt x="148" y="145"/>
                  </a:lnTo>
                  <a:lnTo>
                    <a:pt x="152" y="146"/>
                  </a:lnTo>
                  <a:lnTo>
                    <a:pt x="157" y="146"/>
                  </a:lnTo>
                  <a:lnTo>
                    <a:pt x="158" y="149"/>
                  </a:lnTo>
                  <a:lnTo>
                    <a:pt x="157" y="151"/>
                  </a:lnTo>
                  <a:lnTo>
                    <a:pt x="158" y="152"/>
                  </a:lnTo>
                  <a:lnTo>
                    <a:pt x="162" y="154"/>
                  </a:lnTo>
                  <a:lnTo>
                    <a:pt x="170" y="154"/>
                  </a:lnTo>
                  <a:lnTo>
                    <a:pt x="175" y="155"/>
                  </a:lnTo>
                  <a:lnTo>
                    <a:pt x="182" y="154"/>
                  </a:lnTo>
                  <a:lnTo>
                    <a:pt x="183" y="151"/>
                  </a:lnTo>
                  <a:lnTo>
                    <a:pt x="183" y="147"/>
                  </a:lnTo>
                  <a:lnTo>
                    <a:pt x="186" y="147"/>
                  </a:lnTo>
                  <a:lnTo>
                    <a:pt x="188" y="150"/>
                  </a:lnTo>
                  <a:lnTo>
                    <a:pt x="190" y="150"/>
                  </a:lnTo>
                  <a:lnTo>
                    <a:pt x="192" y="150"/>
                  </a:lnTo>
                  <a:lnTo>
                    <a:pt x="194" y="151"/>
                  </a:lnTo>
                  <a:lnTo>
                    <a:pt x="196" y="152"/>
                  </a:lnTo>
                  <a:lnTo>
                    <a:pt x="199" y="152"/>
                  </a:lnTo>
                  <a:lnTo>
                    <a:pt x="200" y="155"/>
                  </a:lnTo>
                  <a:lnTo>
                    <a:pt x="202" y="154"/>
                  </a:lnTo>
                  <a:lnTo>
                    <a:pt x="206" y="154"/>
                  </a:lnTo>
                  <a:lnTo>
                    <a:pt x="206" y="156"/>
                  </a:lnTo>
                  <a:lnTo>
                    <a:pt x="207" y="160"/>
                  </a:lnTo>
                  <a:lnTo>
                    <a:pt x="208" y="162"/>
                  </a:lnTo>
                  <a:lnTo>
                    <a:pt x="210" y="163"/>
                  </a:lnTo>
                  <a:lnTo>
                    <a:pt x="212" y="164"/>
                  </a:lnTo>
                  <a:lnTo>
                    <a:pt x="215" y="164"/>
                  </a:lnTo>
                  <a:lnTo>
                    <a:pt x="216" y="166"/>
                  </a:lnTo>
                  <a:lnTo>
                    <a:pt x="219" y="164"/>
                  </a:lnTo>
                  <a:lnTo>
                    <a:pt x="220" y="164"/>
                  </a:lnTo>
                  <a:lnTo>
                    <a:pt x="221" y="164"/>
                  </a:lnTo>
                  <a:lnTo>
                    <a:pt x="223" y="164"/>
                  </a:lnTo>
                  <a:lnTo>
                    <a:pt x="224" y="166"/>
                  </a:lnTo>
                  <a:lnTo>
                    <a:pt x="225" y="167"/>
                  </a:lnTo>
                  <a:lnTo>
                    <a:pt x="225" y="172"/>
                  </a:lnTo>
                  <a:lnTo>
                    <a:pt x="224" y="174"/>
                  </a:lnTo>
                  <a:lnTo>
                    <a:pt x="225" y="174"/>
                  </a:lnTo>
                  <a:lnTo>
                    <a:pt x="225" y="177"/>
                  </a:lnTo>
                  <a:lnTo>
                    <a:pt x="224" y="177"/>
                  </a:lnTo>
                  <a:lnTo>
                    <a:pt x="223" y="176"/>
                  </a:lnTo>
                  <a:lnTo>
                    <a:pt x="220" y="176"/>
                  </a:lnTo>
                  <a:lnTo>
                    <a:pt x="217" y="174"/>
                  </a:lnTo>
                  <a:lnTo>
                    <a:pt x="215" y="174"/>
                  </a:lnTo>
                  <a:lnTo>
                    <a:pt x="212" y="171"/>
                  </a:lnTo>
                  <a:lnTo>
                    <a:pt x="211" y="171"/>
                  </a:lnTo>
                  <a:lnTo>
                    <a:pt x="207" y="172"/>
                  </a:lnTo>
                  <a:lnTo>
                    <a:pt x="203" y="172"/>
                  </a:lnTo>
                  <a:lnTo>
                    <a:pt x="200" y="171"/>
                  </a:lnTo>
                  <a:lnTo>
                    <a:pt x="198" y="171"/>
                  </a:lnTo>
                  <a:lnTo>
                    <a:pt x="195" y="172"/>
                  </a:lnTo>
                  <a:lnTo>
                    <a:pt x="191" y="171"/>
                  </a:lnTo>
                  <a:lnTo>
                    <a:pt x="187" y="171"/>
                  </a:lnTo>
                  <a:lnTo>
                    <a:pt x="185" y="172"/>
                  </a:lnTo>
                  <a:lnTo>
                    <a:pt x="179" y="170"/>
                  </a:lnTo>
                  <a:lnTo>
                    <a:pt x="173" y="166"/>
                  </a:lnTo>
                  <a:lnTo>
                    <a:pt x="169" y="166"/>
                  </a:lnTo>
                  <a:lnTo>
                    <a:pt x="166" y="164"/>
                  </a:lnTo>
                  <a:lnTo>
                    <a:pt x="165" y="164"/>
                  </a:lnTo>
                  <a:lnTo>
                    <a:pt x="163" y="166"/>
                  </a:lnTo>
                  <a:lnTo>
                    <a:pt x="161" y="166"/>
                  </a:lnTo>
                  <a:lnTo>
                    <a:pt x="159" y="163"/>
                  </a:lnTo>
                  <a:lnTo>
                    <a:pt x="158" y="163"/>
                  </a:lnTo>
                  <a:lnTo>
                    <a:pt x="156" y="166"/>
                  </a:lnTo>
                  <a:lnTo>
                    <a:pt x="150" y="164"/>
                  </a:lnTo>
                  <a:lnTo>
                    <a:pt x="146" y="162"/>
                  </a:lnTo>
                  <a:lnTo>
                    <a:pt x="142" y="162"/>
                  </a:lnTo>
                  <a:lnTo>
                    <a:pt x="141" y="160"/>
                  </a:lnTo>
                  <a:lnTo>
                    <a:pt x="140" y="162"/>
                  </a:lnTo>
                  <a:lnTo>
                    <a:pt x="136" y="160"/>
                  </a:lnTo>
                  <a:lnTo>
                    <a:pt x="133" y="160"/>
                  </a:lnTo>
                  <a:lnTo>
                    <a:pt x="132" y="159"/>
                  </a:lnTo>
                  <a:lnTo>
                    <a:pt x="133" y="156"/>
                  </a:lnTo>
                  <a:lnTo>
                    <a:pt x="134" y="155"/>
                  </a:lnTo>
                  <a:lnTo>
                    <a:pt x="133" y="155"/>
                  </a:lnTo>
                  <a:lnTo>
                    <a:pt x="132" y="156"/>
                  </a:lnTo>
                  <a:lnTo>
                    <a:pt x="131" y="155"/>
                  </a:lnTo>
                  <a:lnTo>
                    <a:pt x="129" y="152"/>
                  </a:lnTo>
                  <a:lnTo>
                    <a:pt x="127" y="154"/>
                  </a:lnTo>
                  <a:lnTo>
                    <a:pt x="121" y="154"/>
                  </a:lnTo>
                  <a:lnTo>
                    <a:pt x="120" y="152"/>
                  </a:lnTo>
                  <a:lnTo>
                    <a:pt x="120" y="151"/>
                  </a:lnTo>
                  <a:lnTo>
                    <a:pt x="121" y="151"/>
                  </a:lnTo>
                  <a:lnTo>
                    <a:pt x="121" y="152"/>
                  </a:lnTo>
                  <a:lnTo>
                    <a:pt x="124" y="152"/>
                  </a:lnTo>
                  <a:lnTo>
                    <a:pt x="124" y="150"/>
                  </a:lnTo>
                  <a:lnTo>
                    <a:pt x="127" y="149"/>
                  </a:lnTo>
                  <a:lnTo>
                    <a:pt x="128" y="147"/>
                  </a:lnTo>
                  <a:lnTo>
                    <a:pt x="128" y="145"/>
                  </a:lnTo>
                  <a:lnTo>
                    <a:pt x="129" y="142"/>
                  </a:lnTo>
                  <a:close/>
                  <a:moveTo>
                    <a:pt x="299" y="141"/>
                  </a:moveTo>
                  <a:lnTo>
                    <a:pt x="300" y="145"/>
                  </a:lnTo>
                  <a:lnTo>
                    <a:pt x="300" y="146"/>
                  </a:lnTo>
                  <a:lnTo>
                    <a:pt x="299" y="149"/>
                  </a:lnTo>
                  <a:lnTo>
                    <a:pt x="299" y="147"/>
                  </a:lnTo>
                  <a:lnTo>
                    <a:pt x="298" y="146"/>
                  </a:lnTo>
                  <a:lnTo>
                    <a:pt x="298" y="143"/>
                  </a:lnTo>
                  <a:lnTo>
                    <a:pt x="299" y="142"/>
                  </a:lnTo>
                  <a:lnTo>
                    <a:pt x="299" y="141"/>
                  </a:lnTo>
                  <a:close/>
                  <a:moveTo>
                    <a:pt x="464" y="139"/>
                  </a:moveTo>
                  <a:lnTo>
                    <a:pt x="464" y="141"/>
                  </a:lnTo>
                  <a:lnTo>
                    <a:pt x="462" y="141"/>
                  </a:lnTo>
                  <a:lnTo>
                    <a:pt x="462" y="139"/>
                  </a:lnTo>
                  <a:lnTo>
                    <a:pt x="464" y="139"/>
                  </a:lnTo>
                  <a:close/>
                  <a:moveTo>
                    <a:pt x="444" y="137"/>
                  </a:moveTo>
                  <a:lnTo>
                    <a:pt x="447" y="139"/>
                  </a:lnTo>
                  <a:lnTo>
                    <a:pt x="447" y="142"/>
                  </a:lnTo>
                  <a:lnTo>
                    <a:pt x="445" y="142"/>
                  </a:lnTo>
                  <a:lnTo>
                    <a:pt x="445" y="139"/>
                  </a:lnTo>
                  <a:lnTo>
                    <a:pt x="444" y="137"/>
                  </a:lnTo>
                  <a:close/>
                  <a:moveTo>
                    <a:pt x="465" y="137"/>
                  </a:moveTo>
                  <a:lnTo>
                    <a:pt x="466" y="137"/>
                  </a:lnTo>
                  <a:lnTo>
                    <a:pt x="468" y="138"/>
                  </a:lnTo>
                  <a:lnTo>
                    <a:pt x="469" y="138"/>
                  </a:lnTo>
                  <a:lnTo>
                    <a:pt x="469" y="141"/>
                  </a:lnTo>
                  <a:lnTo>
                    <a:pt x="469" y="141"/>
                  </a:lnTo>
                  <a:lnTo>
                    <a:pt x="468" y="141"/>
                  </a:lnTo>
                  <a:lnTo>
                    <a:pt x="465" y="142"/>
                  </a:lnTo>
                  <a:lnTo>
                    <a:pt x="465" y="142"/>
                  </a:lnTo>
                  <a:lnTo>
                    <a:pt x="464" y="141"/>
                  </a:lnTo>
                  <a:lnTo>
                    <a:pt x="466" y="139"/>
                  </a:lnTo>
                  <a:lnTo>
                    <a:pt x="465" y="141"/>
                  </a:lnTo>
                  <a:lnTo>
                    <a:pt x="465" y="139"/>
                  </a:lnTo>
                  <a:lnTo>
                    <a:pt x="464" y="139"/>
                  </a:lnTo>
                  <a:lnTo>
                    <a:pt x="465" y="138"/>
                  </a:lnTo>
                  <a:lnTo>
                    <a:pt x="465" y="137"/>
                  </a:lnTo>
                  <a:close/>
                  <a:moveTo>
                    <a:pt x="468" y="135"/>
                  </a:moveTo>
                  <a:lnTo>
                    <a:pt x="469" y="137"/>
                  </a:lnTo>
                  <a:lnTo>
                    <a:pt x="468" y="137"/>
                  </a:lnTo>
                  <a:lnTo>
                    <a:pt x="466" y="135"/>
                  </a:lnTo>
                  <a:lnTo>
                    <a:pt x="468" y="135"/>
                  </a:lnTo>
                  <a:close/>
                  <a:moveTo>
                    <a:pt x="451" y="135"/>
                  </a:moveTo>
                  <a:lnTo>
                    <a:pt x="449" y="137"/>
                  </a:lnTo>
                  <a:lnTo>
                    <a:pt x="448" y="142"/>
                  </a:lnTo>
                  <a:lnTo>
                    <a:pt x="447" y="142"/>
                  </a:lnTo>
                  <a:lnTo>
                    <a:pt x="448" y="141"/>
                  </a:lnTo>
                  <a:lnTo>
                    <a:pt x="448" y="137"/>
                  </a:lnTo>
                  <a:lnTo>
                    <a:pt x="451" y="135"/>
                  </a:lnTo>
                  <a:close/>
                  <a:moveTo>
                    <a:pt x="84" y="134"/>
                  </a:moveTo>
                  <a:lnTo>
                    <a:pt x="86" y="135"/>
                  </a:lnTo>
                  <a:lnTo>
                    <a:pt x="86" y="137"/>
                  </a:lnTo>
                  <a:lnTo>
                    <a:pt x="83" y="134"/>
                  </a:lnTo>
                  <a:lnTo>
                    <a:pt x="84" y="134"/>
                  </a:lnTo>
                  <a:close/>
                  <a:moveTo>
                    <a:pt x="316" y="131"/>
                  </a:moveTo>
                  <a:lnTo>
                    <a:pt x="318" y="134"/>
                  </a:lnTo>
                  <a:lnTo>
                    <a:pt x="318" y="135"/>
                  </a:lnTo>
                  <a:lnTo>
                    <a:pt x="316" y="137"/>
                  </a:lnTo>
                  <a:lnTo>
                    <a:pt x="315" y="137"/>
                  </a:lnTo>
                  <a:lnTo>
                    <a:pt x="314" y="134"/>
                  </a:lnTo>
                  <a:lnTo>
                    <a:pt x="315" y="134"/>
                  </a:lnTo>
                  <a:lnTo>
                    <a:pt x="315" y="131"/>
                  </a:lnTo>
                  <a:lnTo>
                    <a:pt x="316" y="131"/>
                  </a:lnTo>
                  <a:close/>
                  <a:moveTo>
                    <a:pt x="325" y="127"/>
                  </a:moveTo>
                  <a:lnTo>
                    <a:pt x="327" y="129"/>
                  </a:lnTo>
                  <a:lnTo>
                    <a:pt x="327" y="130"/>
                  </a:lnTo>
                  <a:lnTo>
                    <a:pt x="324" y="131"/>
                  </a:lnTo>
                  <a:lnTo>
                    <a:pt x="324" y="134"/>
                  </a:lnTo>
                  <a:lnTo>
                    <a:pt x="324" y="134"/>
                  </a:lnTo>
                  <a:lnTo>
                    <a:pt x="323" y="135"/>
                  </a:lnTo>
                  <a:lnTo>
                    <a:pt x="321" y="135"/>
                  </a:lnTo>
                  <a:lnTo>
                    <a:pt x="320" y="134"/>
                  </a:lnTo>
                  <a:lnTo>
                    <a:pt x="320" y="134"/>
                  </a:lnTo>
                  <a:lnTo>
                    <a:pt x="323" y="131"/>
                  </a:lnTo>
                  <a:lnTo>
                    <a:pt x="321" y="130"/>
                  </a:lnTo>
                  <a:lnTo>
                    <a:pt x="323" y="129"/>
                  </a:lnTo>
                  <a:lnTo>
                    <a:pt x="325" y="127"/>
                  </a:lnTo>
                  <a:close/>
                  <a:moveTo>
                    <a:pt x="329" y="125"/>
                  </a:moveTo>
                  <a:lnTo>
                    <a:pt x="332" y="125"/>
                  </a:lnTo>
                  <a:lnTo>
                    <a:pt x="332" y="126"/>
                  </a:lnTo>
                  <a:lnTo>
                    <a:pt x="332" y="127"/>
                  </a:lnTo>
                  <a:lnTo>
                    <a:pt x="332" y="129"/>
                  </a:lnTo>
                  <a:lnTo>
                    <a:pt x="332" y="127"/>
                  </a:lnTo>
                  <a:lnTo>
                    <a:pt x="331" y="129"/>
                  </a:lnTo>
                  <a:lnTo>
                    <a:pt x="329" y="130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8" y="138"/>
                  </a:lnTo>
                  <a:lnTo>
                    <a:pt x="327" y="139"/>
                  </a:lnTo>
                  <a:lnTo>
                    <a:pt x="325" y="138"/>
                  </a:lnTo>
                  <a:lnTo>
                    <a:pt x="325" y="137"/>
                  </a:lnTo>
                  <a:lnTo>
                    <a:pt x="328" y="133"/>
                  </a:lnTo>
                  <a:lnTo>
                    <a:pt x="329" y="129"/>
                  </a:lnTo>
                  <a:lnTo>
                    <a:pt x="329" y="125"/>
                  </a:lnTo>
                  <a:lnTo>
                    <a:pt x="329" y="125"/>
                  </a:lnTo>
                  <a:close/>
                  <a:moveTo>
                    <a:pt x="394" y="114"/>
                  </a:moveTo>
                  <a:lnTo>
                    <a:pt x="395" y="114"/>
                  </a:lnTo>
                  <a:lnTo>
                    <a:pt x="395" y="116"/>
                  </a:lnTo>
                  <a:lnTo>
                    <a:pt x="394" y="116"/>
                  </a:lnTo>
                  <a:lnTo>
                    <a:pt x="394" y="114"/>
                  </a:lnTo>
                  <a:close/>
                  <a:moveTo>
                    <a:pt x="398" y="113"/>
                  </a:moveTo>
                  <a:lnTo>
                    <a:pt x="398" y="114"/>
                  </a:lnTo>
                  <a:lnTo>
                    <a:pt x="397" y="114"/>
                  </a:lnTo>
                  <a:lnTo>
                    <a:pt x="397" y="114"/>
                  </a:lnTo>
                  <a:lnTo>
                    <a:pt x="398" y="113"/>
                  </a:lnTo>
                  <a:close/>
                  <a:moveTo>
                    <a:pt x="393" y="113"/>
                  </a:moveTo>
                  <a:lnTo>
                    <a:pt x="394" y="114"/>
                  </a:lnTo>
                  <a:lnTo>
                    <a:pt x="391" y="117"/>
                  </a:lnTo>
                  <a:lnTo>
                    <a:pt x="391" y="116"/>
                  </a:lnTo>
                  <a:lnTo>
                    <a:pt x="390" y="117"/>
                  </a:lnTo>
                  <a:lnTo>
                    <a:pt x="389" y="116"/>
                  </a:lnTo>
                  <a:lnTo>
                    <a:pt x="391" y="114"/>
                  </a:lnTo>
                  <a:lnTo>
                    <a:pt x="393" y="113"/>
                  </a:lnTo>
                  <a:close/>
                  <a:moveTo>
                    <a:pt x="250" y="112"/>
                  </a:moveTo>
                  <a:lnTo>
                    <a:pt x="250" y="113"/>
                  </a:lnTo>
                  <a:lnTo>
                    <a:pt x="250" y="116"/>
                  </a:lnTo>
                  <a:lnTo>
                    <a:pt x="250" y="116"/>
                  </a:lnTo>
                  <a:lnTo>
                    <a:pt x="249" y="113"/>
                  </a:lnTo>
                  <a:lnTo>
                    <a:pt x="250" y="112"/>
                  </a:lnTo>
                  <a:close/>
                  <a:moveTo>
                    <a:pt x="249" y="112"/>
                  </a:moveTo>
                  <a:lnTo>
                    <a:pt x="249" y="112"/>
                  </a:lnTo>
                  <a:lnTo>
                    <a:pt x="249" y="117"/>
                  </a:lnTo>
                  <a:lnTo>
                    <a:pt x="249" y="118"/>
                  </a:lnTo>
                  <a:lnTo>
                    <a:pt x="246" y="120"/>
                  </a:lnTo>
                  <a:lnTo>
                    <a:pt x="246" y="120"/>
                  </a:lnTo>
                  <a:lnTo>
                    <a:pt x="246" y="116"/>
                  </a:lnTo>
                  <a:lnTo>
                    <a:pt x="248" y="112"/>
                  </a:lnTo>
                  <a:lnTo>
                    <a:pt x="249" y="112"/>
                  </a:lnTo>
                  <a:close/>
                  <a:moveTo>
                    <a:pt x="387" y="108"/>
                  </a:moveTo>
                  <a:lnTo>
                    <a:pt x="387" y="109"/>
                  </a:lnTo>
                  <a:lnTo>
                    <a:pt x="386" y="109"/>
                  </a:lnTo>
                  <a:lnTo>
                    <a:pt x="387" y="108"/>
                  </a:lnTo>
                  <a:close/>
                  <a:moveTo>
                    <a:pt x="371" y="108"/>
                  </a:moveTo>
                  <a:lnTo>
                    <a:pt x="375" y="108"/>
                  </a:lnTo>
                  <a:lnTo>
                    <a:pt x="379" y="109"/>
                  </a:lnTo>
                  <a:lnTo>
                    <a:pt x="379" y="110"/>
                  </a:lnTo>
                  <a:lnTo>
                    <a:pt x="381" y="113"/>
                  </a:lnTo>
                  <a:lnTo>
                    <a:pt x="381" y="114"/>
                  </a:lnTo>
                  <a:lnTo>
                    <a:pt x="379" y="114"/>
                  </a:lnTo>
                  <a:lnTo>
                    <a:pt x="377" y="117"/>
                  </a:lnTo>
                  <a:lnTo>
                    <a:pt x="374" y="117"/>
                  </a:lnTo>
                  <a:lnTo>
                    <a:pt x="371" y="117"/>
                  </a:lnTo>
                  <a:lnTo>
                    <a:pt x="370" y="116"/>
                  </a:lnTo>
                  <a:lnTo>
                    <a:pt x="366" y="116"/>
                  </a:lnTo>
                  <a:lnTo>
                    <a:pt x="365" y="113"/>
                  </a:lnTo>
                  <a:lnTo>
                    <a:pt x="365" y="110"/>
                  </a:lnTo>
                  <a:lnTo>
                    <a:pt x="368" y="108"/>
                  </a:lnTo>
                  <a:lnTo>
                    <a:pt x="369" y="109"/>
                  </a:lnTo>
                  <a:lnTo>
                    <a:pt x="371" y="108"/>
                  </a:lnTo>
                  <a:close/>
                  <a:moveTo>
                    <a:pt x="140" y="106"/>
                  </a:moveTo>
                  <a:lnTo>
                    <a:pt x="141" y="106"/>
                  </a:lnTo>
                  <a:lnTo>
                    <a:pt x="140" y="108"/>
                  </a:lnTo>
                  <a:lnTo>
                    <a:pt x="140" y="106"/>
                  </a:lnTo>
                  <a:close/>
                  <a:moveTo>
                    <a:pt x="390" y="105"/>
                  </a:moveTo>
                  <a:lnTo>
                    <a:pt x="390" y="106"/>
                  </a:lnTo>
                  <a:lnTo>
                    <a:pt x="389" y="106"/>
                  </a:lnTo>
                  <a:lnTo>
                    <a:pt x="387" y="105"/>
                  </a:lnTo>
                  <a:lnTo>
                    <a:pt x="390" y="105"/>
                  </a:lnTo>
                  <a:close/>
                  <a:moveTo>
                    <a:pt x="61" y="105"/>
                  </a:moveTo>
                  <a:lnTo>
                    <a:pt x="63" y="106"/>
                  </a:lnTo>
                  <a:lnTo>
                    <a:pt x="63" y="109"/>
                  </a:lnTo>
                  <a:lnTo>
                    <a:pt x="63" y="110"/>
                  </a:lnTo>
                  <a:lnTo>
                    <a:pt x="59" y="106"/>
                  </a:lnTo>
                  <a:lnTo>
                    <a:pt x="61" y="105"/>
                  </a:lnTo>
                  <a:close/>
                  <a:moveTo>
                    <a:pt x="407" y="104"/>
                  </a:moveTo>
                  <a:lnTo>
                    <a:pt x="410" y="104"/>
                  </a:lnTo>
                  <a:lnTo>
                    <a:pt x="412" y="106"/>
                  </a:lnTo>
                  <a:lnTo>
                    <a:pt x="416" y="108"/>
                  </a:lnTo>
                  <a:lnTo>
                    <a:pt x="423" y="110"/>
                  </a:lnTo>
                  <a:lnTo>
                    <a:pt x="424" y="114"/>
                  </a:lnTo>
                  <a:lnTo>
                    <a:pt x="423" y="117"/>
                  </a:lnTo>
                  <a:lnTo>
                    <a:pt x="420" y="117"/>
                  </a:lnTo>
                  <a:lnTo>
                    <a:pt x="418" y="114"/>
                  </a:lnTo>
                  <a:lnTo>
                    <a:pt x="416" y="114"/>
                  </a:lnTo>
                  <a:lnTo>
                    <a:pt x="411" y="112"/>
                  </a:lnTo>
                  <a:lnTo>
                    <a:pt x="408" y="112"/>
                  </a:lnTo>
                  <a:lnTo>
                    <a:pt x="407" y="113"/>
                  </a:lnTo>
                  <a:lnTo>
                    <a:pt x="402" y="112"/>
                  </a:lnTo>
                  <a:lnTo>
                    <a:pt x="400" y="110"/>
                  </a:lnTo>
                  <a:lnTo>
                    <a:pt x="399" y="110"/>
                  </a:lnTo>
                  <a:lnTo>
                    <a:pt x="398" y="112"/>
                  </a:lnTo>
                  <a:lnTo>
                    <a:pt x="395" y="112"/>
                  </a:lnTo>
                  <a:lnTo>
                    <a:pt x="394" y="110"/>
                  </a:lnTo>
                  <a:lnTo>
                    <a:pt x="393" y="109"/>
                  </a:lnTo>
                  <a:lnTo>
                    <a:pt x="390" y="112"/>
                  </a:lnTo>
                  <a:lnTo>
                    <a:pt x="389" y="112"/>
                  </a:lnTo>
                  <a:lnTo>
                    <a:pt x="389" y="110"/>
                  </a:lnTo>
                  <a:lnTo>
                    <a:pt x="389" y="109"/>
                  </a:lnTo>
                  <a:lnTo>
                    <a:pt x="391" y="108"/>
                  </a:lnTo>
                  <a:lnTo>
                    <a:pt x="391" y="106"/>
                  </a:lnTo>
                  <a:lnTo>
                    <a:pt x="393" y="105"/>
                  </a:lnTo>
                  <a:lnTo>
                    <a:pt x="397" y="105"/>
                  </a:lnTo>
                  <a:lnTo>
                    <a:pt x="400" y="105"/>
                  </a:lnTo>
                  <a:lnTo>
                    <a:pt x="402" y="105"/>
                  </a:lnTo>
                  <a:lnTo>
                    <a:pt x="404" y="106"/>
                  </a:lnTo>
                  <a:lnTo>
                    <a:pt x="407" y="104"/>
                  </a:lnTo>
                  <a:close/>
                  <a:moveTo>
                    <a:pt x="57" y="102"/>
                  </a:moveTo>
                  <a:lnTo>
                    <a:pt x="59" y="104"/>
                  </a:lnTo>
                  <a:lnTo>
                    <a:pt x="58" y="105"/>
                  </a:lnTo>
                  <a:lnTo>
                    <a:pt x="57" y="102"/>
                  </a:lnTo>
                  <a:close/>
                  <a:moveTo>
                    <a:pt x="149" y="101"/>
                  </a:moveTo>
                  <a:lnTo>
                    <a:pt x="153" y="102"/>
                  </a:lnTo>
                  <a:lnTo>
                    <a:pt x="157" y="105"/>
                  </a:lnTo>
                  <a:lnTo>
                    <a:pt x="157" y="106"/>
                  </a:lnTo>
                  <a:lnTo>
                    <a:pt x="156" y="108"/>
                  </a:lnTo>
                  <a:lnTo>
                    <a:pt x="156" y="109"/>
                  </a:lnTo>
                  <a:lnTo>
                    <a:pt x="153" y="109"/>
                  </a:lnTo>
                  <a:lnTo>
                    <a:pt x="152" y="108"/>
                  </a:lnTo>
                  <a:lnTo>
                    <a:pt x="150" y="110"/>
                  </a:lnTo>
                  <a:lnTo>
                    <a:pt x="148" y="109"/>
                  </a:lnTo>
                  <a:lnTo>
                    <a:pt x="148" y="105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5" y="106"/>
                  </a:lnTo>
                  <a:lnTo>
                    <a:pt x="145" y="105"/>
                  </a:lnTo>
                  <a:lnTo>
                    <a:pt x="148" y="105"/>
                  </a:lnTo>
                  <a:lnTo>
                    <a:pt x="148" y="104"/>
                  </a:lnTo>
                  <a:lnTo>
                    <a:pt x="148" y="101"/>
                  </a:lnTo>
                  <a:lnTo>
                    <a:pt x="149" y="101"/>
                  </a:lnTo>
                  <a:close/>
                  <a:moveTo>
                    <a:pt x="365" y="95"/>
                  </a:moveTo>
                  <a:lnTo>
                    <a:pt x="365" y="97"/>
                  </a:lnTo>
                  <a:lnTo>
                    <a:pt x="366" y="100"/>
                  </a:lnTo>
                  <a:lnTo>
                    <a:pt x="366" y="101"/>
                  </a:lnTo>
                  <a:lnTo>
                    <a:pt x="365" y="100"/>
                  </a:lnTo>
                  <a:lnTo>
                    <a:pt x="365" y="97"/>
                  </a:lnTo>
                  <a:lnTo>
                    <a:pt x="364" y="96"/>
                  </a:lnTo>
                  <a:lnTo>
                    <a:pt x="365" y="95"/>
                  </a:lnTo>
                  <a:close/>
                  <a:moveTo>
                    <a:pt x="53" y="95"/>
                  </a:moveTo>
                  <a:lnTo>
                    <a:pt x="55" y="99"/>
                  </a:lnTo>
                  <a:lnTo>
                    <a:pt x="53" y="99"/>
                  </a:lnTo>
                  <a:lnTo>
                    <a:pt x="52" y="96"/>
                  </a:lnTo>
                  <a:lnTo>
                    <a:pt x="53" y="95"/>
                  </a:lnTo>
                  <a:close/>
                  <a:moveTo>
                    <a:pt x="332" y="93"/>
                  </a:moveTo>
                  <a:lnTo>
                    <a:pt x="332" y="95"/>
                  </a:lnTo>
                  <a:lnTo>
                    <a:pt x="331" y="95"/>
                  </a:lnTo>
                  <a:lnTo>
                    <a:pt x="332" y="93"/>
                  </a:lnTo>
                  <a:close/>
                  <a:moveTo>
                    <a:pt x="335" y="92"/>
                  </a:moveTo>
                  <a:lnTo>
                    <a:pt x="336" y="93"/>
                  </a:lnTo>
                  <a:lnTo>
                    <a:pt x="333" y="93"/>
                  </a:lnTo>
                  <a:lnTo>
                    <a:pt x="335" y="92"/>
                  </a:lnTo>
                  <a:close/>
                  <a:moveTo>
                    <a:pt x="364" y="92"/>
                  </a:moveTo>
                  <a:lnTo>
                    <a:pt x="368" y="92"/>
                  </a:lnTo>
                  <a:lnTo>
                    <a:pt x="370" y="92"/>
                  </a:lnTo>
                  <a:lnTo>
                    <a:pt x="368" y="93"/>
                  </a:lnTo>
                  <a:lnTo>
                    <a:pt x="362" y="95"/>
                  </a:lnTo>
                  <a:lnTo>
                    <a:pt x="360" y="93"/>
                  </a:lnTo>
                  <a:lnTo>
                    <a:pt x="360" y="93"/>
                  </a:lnTo>
                  <a:lnTo>
                    <a:pt x="358" y="92"/>
                  </a:lnTo>
                  <a:lnTo>
                    <a:pt x="360" y="92"/>
                  </a:lnTo>
                  <a:lnTo>
                    <a:pt x="361" y="92"/>
                  </a:lnTo>
                  <a:lnTo>
                    <a:pt x="364" y="92"/>
                  </a:lnTo>
                  <a:close/>
                  <a:moveTo>
                    <a:pt x="416" y="91"/>
                  </a:moveTo>
                  <a:lnTo>
                    <a:pt x="418" y="92"/>
                  </a:lnTo>
                  <a:lnTo>
                    <a:pt x="418" y="93"/>
                  </a:lnTo>
                  <a:lnTo>
                    <a:pt x="419" y="95"/>
                  </a:lnTo>
                  <a:lnTo>
                    <a:pt x="416" y="95"/>
                  </a:lnTo>
                  <a:lnTo>
                    <a:pt x="412" y="93"/>
                  </a:lnTo>
                  <a:lnTo>
                    <a:pt x="411" y="93"/>
                  </a:lnTo>
                  <a:lnTo>
                    <a:pt x="412" y="92"/>
                  </a:lnTo>
                  <a:lnTo>
                    <a:pt x="416" y="91"/>
                  </a:lnTo>
                  <a:close/>
                  <a:moveTo>
                    <a:pt x="350" y="91"/>
                  </a:moveTo>
                  <a:lnTo>
                    <a:pt x="353" y="91"/>
                  </a:lnTo>
                  <a:lnTo>
                    <a:pt x="354" y="92"/>
                  </a:lnTo>
                  <a:lnTo>
                    <a:pt x="356" y="91"/>
                  </a:lnTo>
                  <a:lnTo>
                    <a:pt x="357" y="92"/>
                  </a:lnTo>
                  <a:lnTo>
                    <a:pt x="357" y="93"/>
                  </a:lnTo>
                  <a:lnTo>
                    <a:pt x="356" y="93"/>
                  </a:lnTo>
                  <a:lnTo>
                    <a:pt x="353" y="95"/>
                  </a:lnTo>
                  <a:lnTo>
                    <a:pt x="352" y="93"/>
                  </a:lnTo>
                  <a:lnTo>
                    <a:pt x="349" y="96"/>
                  </a:lnTo>
                  <a:lnTo>
                    <a:pt x="348" y="95"/>
                  </a:lnTo>
                  <a:lnTo>
                    <a:pt x="346" y="93"/>
                  </a:lnTo>
                  <a:lnTo>
                    <a:pt x="346" y="92"/>
                  </a:lnTo>
                  <a:lnTo>
                    <a:pt x="348" y="91"/>
                  </a:lnTo>
                  <a:lnTo>
                    <a:pt x="349" y="91"/>
                  </a:lnTo>
                  <a:lnTo>
                    <a:pt x="350" y="91"/>
                  </a:lnTo>
                  <a:close/>
                  <a:moveTo>
                    <a:pt x="165" y="91"/>
                  </a:moveTo>
                  <a:lnTo>
                    <a:pt x="165" y="92"/>
                  </a:lnTo>
                  <a:lnTo>
                    <a:pt x="165" y="92"/>
                  </a:lnTo>
                  <a:lnTo>
                    <a:pt x="163" y="92"/>
                  </a:lnTo>
                  <a:lnTo>
                    <a:pt x="162" y="91"/>
                  </a:lnTo>
                  <a:lnTo>
                    <a:pt x="165" y="91"/>
                  </a:lnTo>
                  <a:close/>
                  <a:moveTo>
                    <a:pt x="337" y="89"/>
                  </a:moveTo>
                  <a:lnTo>
                    <a:pt x="339" y="91"/>
                  </a:lnTo>
                  <a:lnTo>
                    <a:pt x="336" y="91"/>
                  </a:lnTo>
                  <a:lnTo>
                    <a:pt x="337" y="89"/>
                  </a:lnTo>
                  <a:close/>
                  <a:moveTo>
                    <a:pt x="478" y="89"/>
                  </a:moveTo>
                  <a:lnTo>
                    <a:pt x="483" y="91"/>
                  </a:lnTo>
                  <a:lnTo>
                    <a:pt x="486" y="89"/>
                  </a:lnTo>
                  <a:lnTo>
                    <a:pt x="489" y="91"/>
                  </a:lnTo>
                  <a:lnTo>
                    <a:pt x="491" y="91"/>
                  </a:lnTo>
                  <a:lnTo>
                    <a:pt x="495" y="91"/>
                  </a:lnTo>
                  <a:lnTo>
                    <a:pt x="494" y="92"/>
                  </a:lnTo>
                  <a:lnTo>
                    <a:pt x="489" y="92"/>
                  </a:lnTo>
                  <a:lnTo>
                    <a:pt x="483" y="92"/>
                  </a:lnTo>
                  <a:lnTo>
                    <a:pt x="479" y="91"/>
                  </a:lnTo>
                  <a:lnTo>
                    <a:pt x="478" y="89"/>
                  </a:lnTo>
                  <a:close/>
                  <a:moveTo>
                    <a:pt x="127" y="89"/>
                  </a:moveTo>
                  <a:lnTo>
                    <a:pt x="128" y="89"/>
                  </a:lnTo>
                  <a:lnTo>
                    <a:pt x="129" y="91"/>
                  </a:lnTo>
                  <a:lnTo>
                    <a:pt x="129" y="92"/>
                  </a:lnTo>
                  <a:lnTo>
                    <a:pt x="131" y="93"/>
                  </a:lnTo>
                  <a:lnTo>
                    <a:pt x="132" y="99"/>
                  </a:lnTo>
                  <a:lnTo>
                    <a:pt x="134" y="101"/>
                  </a:lnTo>
                  <a:lnTo>
                    <a:pt x="138" y="102"/>
                  </a:lnTo>
                  <a:lnTo>
                    <a:pt x="137" y="105"/>
                  </a:lnTo>
                  <a:lnTo>
                    <a:pt x="137" y="108"/>
                  </a:lnTo>
                  <a:lnTo>
                    <a:pt x="136" y="109"/>
                  </a:lnTo>
                  <a:lnTo>
                    <a:pt x="134" y="108"/>
                  </a:lnTo>
                  <a:lnTo>
                    <a:pt x="134" y="105"/>
                  </a:lnTo>
                  <a:lnTo>
                    <a:pt x="132" y="106"/>
                  </a:lnTo>
                  <a:lnTo>
                    <a:pt x="129" y="104"/>
                  </a:lnTo>
                  <a:lnTo>
                    <a:pt x="129" y="101"/>
                  </a:lnTo>
                  <a:lnTo>
                    <a:pt x="128" y="100"/>
                  </a:lnTo>
                  <a:lnTo>
                    <a:pt x="127" y="99"/>
                  </a:lnTo>
                  <a:lnTo>
                    <a:pt x="127" y="97"/>
                  </a:lnTo>
                  <a:lnTo>
                    <a:pt x="121" y="96"/>
                  </a:lnTo>
                  <a:lnTo>
                    <a:pt x="120" y="95"/>
                  </a:lnTo>
                  <a:lnTo>
                    <a:pt x="123" y="93"/>
                  </a:lnTo>
                  <a:lnTo>
                    <a:pt x="123" y="91"/>
                  </a:lnTo>
                  <a:lnTo>
                    <a:pt x="124" y="91"/>
                  </a:lnTo>
                  <a:lnTo>
                    <a:pt x="125" y="92"/>
                  </a:lnTo>
                  <a:lnTo>
                    <a:pt x="127" y="93"/>
                  </a:lnTo>
                  <a:lnTo>
                    <a:pt x="127" y="92"/>
                  </a:lnTo>
                  <a:lnTo>
                    <a:pt x="127" y="89"/>
                  </a:lnTo>
                  <a:close/>
                  <a:moveTo>
                    <a:pt x="474" y="88"/>
                  </a:moveTo>
                  <a:lnTo>
                    <a:pt x="477" y="88"/>
                  </a:lnTo>
                  <a:lnTo>
                    <a:pt x="476" y="89"/>
                  </a:lnTo>
                  <a:lnTo>
                    <a:pt x="474" y="88"/>
                  </a:lnTo>
                  <a:close/>
                  <a:moveTo>
                    <a:pt x="386" y="87"/>
                  </a:moveTo>
                  <a:lnTo>
                    <a:pt x="389" y="87"/>
                  </a:lnTo>
                  <a:lnTo>
                    <a:pt x="391" y="91"/>
                  </a:lnTo>
                  <a:lnTo>
                    <a:pt x="391" y="92"/>
                  </a:lnTo>
                  <a:lnTo>
                    <a:pt x="387" y="92"/>
                  </a:lnTo>
                  <a:lnTo>
                    <a:pt x="386" y="92"/>
                  </a:lnTo>
                  <a:lnTo>
                    <a:pt x="383" y="91"/>
                  </a:lnTo>
                  <a:lnTo>
                    <a:pt x="382" y="89"/>
                  </a:lnTo>
                  <a:lnTo>
                    <a:pt x="386" y="87"/>
                  </a:lnTo>
                  <a:close/>
                  <a:moveTo>
                    <a:pt x="331" y="85"/>
                  </a:moveTo>
                  <a:lnTo>
                    <a:pt x="333" y="85"/>
                  </a:lnTo>
                  <a:lnTo>
                    <a:pt x="335" y="87"/>
                  </a:lnTo>
                  <a:lnTo>
                    <a:pt x="333" y="88"/>
                  </a:lnTo>
                  <a:lnTo>
                    <a:pt x="335" y="87"/>
                  </a:lnTo>
                  <a:lnTo>
                    <a:pt x="336" y="85"/>
                  </a:lnTo>
                  <a:lnTo>
                    <a:pt x="337" y="87"/>
                  </a:lnTo>
                  <a:lnTo>
                    <a:pt x="337" y="89"/>
                  </a:lnTo>
                  <a:lnTo>
                    <a:pt x="335" y="89"/>
                  </a:lnTo>
                  <a:lnTo>
                    <a:pt x="335" y="88"/>
                  </a:lnTo>
                  <a:lnTo>
                    <a:pt x="333" y="91"/>
                  </a:lnTo>
                  <a:lnTo>
                    <a:pt x="332" y="89"/>
                  </a:lnTo>
                  <a:lnTo>
                    <a:pt x="329" y="91"/>
                  </a:lnTo>
                  <a:lnTo>
                    <a:pt x="328" y="89"/>
                  </a:lnTo>
                  <a:lnTo>
                    <a:pt x="328" y="87"/>
                  </a:lnTo>
                  <a:lnTo>
                    <a:pt x="331" y="85"/>
                  </a:lnTo>
                  <a:close/>
                  <a:moveTo>
                    <a:pt x="170" y="84"/>
                  </a:moveTo>
                  <a:lnTo>
                    <a:pt x="174" y="84"/>
                  </a:lnTo>
                  <a:lnTo>
                    <a:pt x="175" y="85"/>
                  </a:lnTo>
                  <a:lnTo>
                    <a:pt x="173" y="88"/>
                  </a:lnTo>
                  <a:lnTo>
                    <a:pt x="171" y="88"/>
                  </a:lnTo>
                  <a:lnTo>
                    <a:pt x="170" y="87"/>
                  </a:lnTo>
                  <a:lnTo>
                    <a:pt x="171" y="85"/>
                  </a:lnTo>
                  <a:lnTo>
                    <a:pt x="170" y="84"/>
                  </a:lnTo>
                  <a:close/>
                  <a:moveTo>
                    <a:pt x="42" y="83"/>
                  </a:moveTo>
                  <a:lnTo>
                    <a:pt x="45" y="83"/>
                  </a:lnTo>
                  <a:lnTo>
                    <a:pt x="49" y="88"/>
                  </a:lnTo>
                  <a:lnTo>
                    <a:pt x="49" y="93"/>
                  </a:lnTo>
                  <a:lnTo>
                    <a:pt x="46" y="92"/>
                  </a:lnTo>
                  <a:lnTo>
                    <a:pt x="42" y="87"/>
                  </a:lnTo>
                  <a:lnTo>
                    <a:pt x="40" y="87"/>
                  </a:lnTo>
                  <a:lnTo>
                    <a:pt x="40" y="84"/>
                  </a:lnTo>
                  <a:lnTo>
                    <a:pt x="42" y="83"/>
                  </a:lnTo>
                  <a:close/>
                  <a:moveTo>
                    <a:pt x="472" y="81"/>
                  </a:moveTo>
                  <a:lnTo>
                    <a:pt x="473" y="83"/>
                  </a:lnTo>
                  <a:lnTo>
                    <a:pt x="472" y="83"/>
                  </a:lnTo>
                  <a:lnTo>
                    <a:pt x="470" y="81"/>
                  </a:lnTo>
                  <a:lnTo>
                    <a:pt x="472" y="81"/>
                  </a:lnTo>
                  <a:close/>
                  <a:moveTo>
                    <a:pt x="425" y="81"/>
                  </a:moveTo>
                  <a:lnTo>
                    <a:pt x="427" y="81"/>
                  </a:lnTo>
                  <a:lnTo>
                    <a:pt x="427" y="85"/>
                  </a:lnTo>
                  <a:lnTo>
                    <a:pt x="425" y="87"/>
                  </a:lnTo>
                  <a:lnTo>
                    <a:pt x="423" y="85"/>
                  </a:lnTo>
                  <a:lnTo>
                    <a:pt x="423" y="83"/>
                  </a:lnTo>
                  <a:lnTo>
                    <a:pt x="425" y="81"/>
                  </a:lnTo>
                  <a:close/>
                  <a:moveTo>
                    <a:pt x="169" y="80"/>
                  </a:moveTo>
                  <a:lnTo>
                    <a:pt x="171" y="80"/>
                  </a:lnTo>
                  <a:lnTo>
                    <a:pt x="173" y="81"/>
                  </a:lnTo>
                  <a:lnTo>
                    <a:pt x="174" y="83"/>
                  </a:lnTo>
                  <a:lnTo>
                    <a:pt x="174" y="83"/>
                  </a:lnTo>
                  <a:lnTo>
                    <a:pt x="171" y="83"/>
                  </a:lnTo>
                  <a:lnTo>
                    <a:pt x="170" y="83"/>
                  </a:lnTo>
                  <a:lnTo>
                    <a:pt x="167" y="81"/>
                  </a:lnTo>
                  <a:lnTo>
                    <a:pt x="169" y="80"/>
                  </a:lnTo>
                  <a:close/>
                  <a:moveTo>
                    <a:pt x="422" y="80"/>
                  </a:moveTo>
                  <a:lnTo>
                    <a:pt x="424" y="81"/>
                  </a:lnTo>
                  <a:lnTo>
                    <a:pt x="422" y="81"/>
                  </a:lnTo>
                  <a:lnTo>
                    <a:pt x="419" y="80"/>
                  </a:lnTo>
                  <a:lnTo>
                    <a:pt x="422" y="80"/>
                  </a:lnTo>
                  <a:close/>
                  <a:moveTo>
                    <a:pt x="425" y="79"/>
                  </a:moveTo>
                  <a:lnTo>
                    <a:pt x="425" y="80"/>
                  </a:lnTo>
                  <a:lnTo>
                    <a:pt x="424" y="79"/>
                  </a:lnTo>
                  <a:lnTo>
                    <a:pt x="425" y="79"/>
                  </a:lnTo>
                  <a:close/>
                  <a:moveTo>
                    <a:pt x="381" y="79"/>
                  </a:moveTo>
                  <a:lnTo>
                    <a:pt x="381" y="79"/>
                  </a:lnTo>
                  <a:lnTo>
                    <a:pt x="382" y="81"/>
                  </a:lnTo>
                  <a:lnTo>
                    <a:pt x="379" y="80"/>
                  </a:lnTo>
                  <a:lnTo>
                    <a:pt x="381" y="79"/>
                  </a:lnTo>
                  <a:close/>
                  <a:moveTo>
                    <a:pt x="478" y="77"/>
                  </a:moveTo>
                  <a:lnTo>
                    <a:pt x="482" y="77"/>
                  </a:lnTo>
                  <a:lnTo>
                    <a:pt x="483" y="77"/>
                  </a:lnTo>
                  <a:lnTo>
                    <a:pt x="486" y="79"/>
                  </a:lnTo>
                  <a:lnTo>
                    <a:pt x="487" y="81"/>
                  </a:lnTo>
                  <a:lnTo>
                    <a:pt x="489" y="83"/>
                  </a:lnTo>
                  <a:lnTo>
                    <a:pt x="490" y="83"/>
                  </a:lnTo>
                  <a:lnTo>
                    <a:pt x="487" y="84"/>
                  </a:lnTo>
                  <a:lnTo>
                    <a:pt x="486" y="83"/>
                  </a:lnTo>
                  <a:lnTo>
                    <a:pt x="485" y="83"/>
                  </a:lnTo>
                  <a:lnTo>
                    <a:pt x="483" y="83"/>
                  </a:lnTo>
                  <a:lnTo>
                    <a:pt x="483" y="81"/>
                  </a:lnTo>
                  <a:lnTo>
                    <a:pt x="482" y="79"/>
                  </a:lnTo>
                  <a:lnTo>
                    <a:pt x="481" y="79"/>
                  </a:lnTo>
                  <a:lnTo>
                    <a:pt x="481" y="80"/>
                  </a:lnTo>
                  <a:lnTo>
                    <a:pt x="478" y="77"/>
                  </a:lnTo>
                  <a:lnTo>
                    <a:pt x="478" y="77"/>
                  </a:lnTo>
                  <a:close/>
                  <a:moveTo>
                    <a:pt x="111" y="76"/>
                  </a:moveTo>
                  <a:lnTo>
                    <a:pt x="113" y="76"/>
                  </a:lnTo>
                  <a:lnTo>
                    <a:pt x="113" y="79"/>
                  </a:lnTo>
                  <a:lnTo>
                    <a:pt x="112" y="80"/>
                  </a:lnTo>
                  <a:lnTo>
                    <a:pt x="109" y="77"/>
                  </a:lnTo>
                  <a:lnTo>
                    <a:pt x="111" y="76"/>
                  </a:lnTo>
                  <a:close/>
                  <a:moveTo>
                    <a:pt x="385" y="76"/>
                  </a:moveTo>
                  <a:lnTo>
                    <a:pt x="386" y="76"/>
                  </a:lnTo>
                  <a:lnTo>
                    <a:pt x="386" y="79"/>
                  </a:lnTo>
                  <a:lnTo>
                    <a:pt x="387" y="79"/>
                  </a:lnTo>
                  <a:lnTo>
                    <a:pt x="389" y="80"/>
                  </a:lnTo>
                  <a:lnTo>
                    <a:pt x="387" y="81"/>
                  </a:lnTo>
                  <a:lnTo>
                    <a:pt x="386" y="80"/>
                  </a:lnTo>
                  <a:lnTo>
                    <a:pt x="383" y="80"/>
                  </a:lnTo>
                  <a:lnTo>
                    <a:pt x="382" y="77"/>
                  </a:lnTo>
                  <a:lnTo>
                    <a:pt x="382" y="76"/>
                  </a:lnTo>
                  <a:lnTo>
                    <a:pt x="383" y="76"/>
                  </a:lnTo>
                  <a:lnTo>
                    <a:pt x="385" y="76"/>
                  </a:lnTo>
                  <a:close/>
                  <a:moveTo>
                    <a:pt x="38" y="75"/>
                  </a:moveTo>
                  <a:lnTo>
                    <a:pt x="41" y="76"/>
                  </a:lnTo>
                  <a:lnTo>
                    <a:pt x="41" y="77"/>
                  </a:lnTo>
                  <a:lnTo>
                    <a:pt x="38" y="80"/>
                  </a:lnTo>
                  <a:lnTo>
                    <a:pt x="37" y="77"/>
                  </a:lnTo>
                  <a:lnTo>
                    <a:pt x="38" y="75"/>
                  </a:lnTo>
                  <a:close/>
                  <a:moveTo>
                    <a:pt x="315" y="75"/>
                  </a:moveTo>
                  <a:lnTo>
                    <a:pt x="316" y="76"/>
                  </a:lnTo>
                  <a:lnTo>
                    <a:pt x="315" y="77"/>
                  </a:lnTo>
                  <a:lnTo>
                    <a:pt x="314" y="76"/>
                  </a:lnTo>
                  <a:lnTo>
                    <a:pt x="315" y="75"/>
                  </a:lnTo>
                  <a:close/>
                  <a:moveTo>
                    <a:pt x="167" y="75"/>
                  </a:moveTo>
                  <a:lnTo>
                    <a:pt x="170" y="76"/>
                  </a:lnTo>
                  <a:lnTo>
                    <a:pt x="170" y="76"/>
                  </a:lnTo>
                  <a:lnTo>
                    <a:pt x="169" y="77"/>
                  </a:lnTo>
                  <a:lnTo>
                    <a:pt x="167" y="76"/>
                  </a:lnTo>
                  <a:lnTo>
                    <a:pt x="166" y="75"/>
                  </a:lnTo>
                  <a:lnTo>
                    <a:pt x="167" y="75"/>
                  </a:lnTo>
                  <a:close/>
                  <a:moveTo>
                    <a:pt x="379" y="75"/>
                  </a:moveTo>
                  <a:lnTo>
                    <a:pt x="381" y="75"/>
                  </a:lnTo>
                  <a:lnTo>
                    <a:pt x="381" y="76"/>
                  </a:lnTo>
                  <a:lnTo>
                    <a:pt x="381" y="77"/>
                  </a:lnTo>
                  <a:lnTo>
                    <a:pt x="379" y="76"/>
                  </a:lnTo>
                  <a:lnTo>
                    <a:pt x="379" y="75"/>
                  </a:lnTo>
                  <a:close/>
                  <a:moveTo>
                    <a:pt x="318" y="75"/>
                  </a:moveTo>
                  <a:lnTo>
                    <a:pt x="318" y="76"/>
                  </a:lnTo>
                  <a:lnTo>
                    <a:pt x="315" y="75"/>
                  </a:lnTo>
                  <a:lnTo>
                    <a:pt x="318" y="75"/>
                  </a:lnTo>
                  <a:close/>
                  <a:moveTo>
                    <a:pt x="445" y="74"/>
                  </a:moveTo>
                  <a:lnTo>
                    <a:pt x="452" y="76"/>
                  </a:lnTo>
                  <a:lnTo>
                    <a:pt x="454" y="79"/>
                  </a:lnTo>
                  <a:lnTo>
                    <a:pt x="458" y="77"/>
                  </a:lnTo>
                  <a:lnTo>
                    <a:pt x="462" y="79"/>
                  </a:lnTo>
                  <a:lnTo>
                    <a:pt x="464" y="80"/>
                  </a:lnTo>
                  <a:lnTo>
                    <a:pt x="464" y="80"/>
                  </a:lnTo>
                  <a:lnTo>
                    <a:pt x="464" y="84"/>
                  </a:lnTo>
                  <a:lnTo>
                    <a:pt x="465" y="85"/>
                  </a:lnTo>
                  <a:lnTo>
                    <a:pt x="466" y="88"/>
                  </a:lnTo>
                  <a:lnTo>
                    <a:pt x="465" y="89"/>
                  </a:lnTo>
                  <a:lnTo>
                    <a:pt x="464" y="92"/>
                  </a:lnTo>
                  <a:lnTo>
                    <a:pt x="464" y="95"/>
                  </a:lnTo>
                  <a:lnTo>
                    <a:pt x="464" y="100"/>
                  </a:lnTo>
                  <a:lnTo>
                    <a:pt x="466" y="102"/>
                  </a:lnTo>
                  <a:lnTo>
                    <a:pt x="468" y="105"/>
                  </a:lnTo>
                  <a:lnTo>
                    <a:pt x="468" y="105"/>
                  </a:lnTo>
                  <a:lnTo>
                    <a:pt x="468" y="102"/>
                  </a:lnTo>
                  <a:lnTo>
                    <a:pt x="469" y="101"/>
                  </a:lnTo>
                  <a:lnTo>
                    <a:pt x="470" y="101"/>
                  </a:lnTo>
                  <a:lnTo>
                    <a:pt x="470" y="104"/>
                  </a:lnTo>
                  <a:lnTo>
                    <a:pt x="470" y="106"/>
                  </a:lnTo>
                  <a:lnTo>
                    <a:pt x="472" y="105"/>
                  </a:lnTo>
                  <a:lnTo>
                    <a:pt x="473" y="108"/>
                  </a:lnTo>
                  <a:lnTo>
                    <a:pt x="476" y="110"/>
                  </a:lnTo>
                  <a:lnTo>
                    <a:pt x="477" y="112"/>
                  </a:lnTo>
                  <a:lnTo>
                    <a:pt x="478" y="112"/>
                  </a:lnTo>
                  <a:lnTo>
                    <a:pt x="481" y="110"/>
                  </a:lnTo>
                  <a:lnTo>
                    <a:pt x="481" y="108"/>
                  </a:lnTo>
                  <a:lnTo>
                    <a:pt x="482" y="108"/>
                  </a:lnTo>
                  <a:lnTo>
                    <a:pt x="483" y="106"/>
                  </a:lnTo>
                  <a:lnTo>
                    <a:pt x="483" y="104"/>
                  </a:lnTo>
                  <a:lnTo>
                    <a:pt x="485" y="101"/>
                  </a:lnTo>
                  <a:lnTo>
                    <a:pt x="487" y="101"/>
                  </a:lnTo>
                  <a:lnTo>
                    <a:pt x="490" y="100"/>
                  </a:lnTo>
                  <a:lnTo>
                    <a:pt x="490" y="97"/>
                  </a:lnTo>
                  <a:lnTo>
                    <a:pt x="491" y="96"/>
                  </a:lnTo>
                  <a:lnTo>
                    <a:pt x="493" y="97"/>
                  </a:lnTo>
                  <a:lnTo>
                    <a:pt x="494" y="97"/>
                  </a:lnTo>
                  <a:lnTo>
                    <a:pt x="495" y="96"/>
                  </a:lnTo>
                  <a:lnTo>
                    <a:pt x="499" y="96"/>
                  </a:lnTo>
                  <a:lnTo>
                    <a:pt x="499" y="93"/>
                  </a:lnTo>
                  <a:lnTo>
                    <a:pt x="498" y="92"/>
                  </a:lnTo>
                  <a:lnTo>
                    <a:pt x="499" y="91"/>
                  </a:lnTo>
                  <a:lnTo>
                    <a:pt x="504" y="87"/>
                  </a:lnTo>
                  <a:lnTo>
                    <a:pt x="507" y="88"/>
                  </a:lnTo>
                  <a:lnTo>
                    <a:pt x="510" y="89"/>
                  </a:lnTo>
                  <a:lnTo>
                    <a:pt x="514" y="91"/>
                  </a:lnTo>
                  <a:lnTo>
                    <a:pt x="518" y="92"/>
                  </a:lnTo>
                  <a:lnTo>
                    <a:pt x="519" y="93"/>
                  </a:lnTo>
                  <a:lnTo>
                    <a:pt x="522" y="93"/>
                  </a:lnTo>
                  <a:lnTo>
                    <a:pt x="526" y="95"/>
                  </a:lnTo>
                  <a:lnTo>
                    <a:pt x="532" y="97"/>
                  </a:lnTo>
                  <a:lnTo>
                    <a:pt x="533" y="97"/>
                  </a:lnTo>
                  <a:lnTo>
                    <a:pt x="535" y="97"/>
                  </a:lnTo>
                  <a:lnTo>
                    <a:pt x="539" y="99"/>
                  </a:lnTo>
                  <a:lnTo>
                    <a:pt x="540" y="99"/>
                  </a:lnTo>
                  <a:lnTo>
                    <a:pt x="543" y="100"/>
                  </a:lnTo>
                  <a:lnTo>
                    <a:pt x="541" y="101"/>
                  </a:lnTo>
                  <a:lnTo>
                    <a:pt x="541" y="102"/>
                  </a:lnTo>
                  <a:lnTo>
                    <a:pt x="543" y="102"/>
                  </a:lnTo>
                  <a:lnTo>
                    <a:pt x="545" y="102"/>
                  </a:lnTo>
                  <a:lnTo>
                    <a:pt x="545" y="102"/>
                  </a:lnTo>
                  <a:lnTo>
                    <a:pt x="544" y="146"/>
                  </a:lnTo>
                  <a:lnTo>
                    <a:pt x="543" y="150"/>
                  </a:lnTo>
                  <a:lnTo>
                    <a:pt x="543" y="151"/>
                  </a:lnTo>
                  <a:lnTo>
                    <a:pt x="544" y="152"/>
                  </a:lnTo>
                  <a:lnTo>
                    <a:pt x="543" y="181"/>
                  </a:lnTo>
                  <a:lnTo>
                    <a:pt x="541" y="181"/>
                  </a:lnTo>
                  <a:lnTo>
                    <a:pt x="539" y="180"/>
                  </a:lnTo>
                  <a:lnTo>
                    <a:pt x="536" y="176"/>
                  </a:lnTo>
                  <a:lnTo>
                    <a:pt x="535" y="175"/>
                  </a:lnTo>
                  <a:lnTo>
                    <a:pt x="535" y="175"/>
                  </a:lnTo>
                  <a:lnTo>
                    <a:pt x="532" y="172"/>
                  </a:lnTo>
                  <a:lnTo>
                    <a:pt x="532" y="171"/>
                  </a:lnTo>
                  <a:lnTo>
                    <a:pt x="531" y="170"/>
                  </a:lnTo>
                  <a:lnTo>
                    <a:pt x="532" y="168"/>
                  </a:lnTo>
                  <a:lnTo>
                    <a:pt x="532" y="166"/>
                  </a:lnTo>
                  <a:lnTo>
                    <a:pt x="532" y="168"/>
                  </a:lnTo>
                  <a:lnTo>
                    <a:pt x="530" y="168"/>
                  </a:lnTo>
                  <a:lnTo>
                    <a:pt x="527" y="168"/>
                  </a:lnTo>
                  <a:lnTo>
                    <a:pt x="524" y="170"/>
                  </a:lnTo>
                  <a:lnTo>
                    <a:pt x="523" y="170"/>
                  </a:lnTo>
                  <a:lnTo>
                    <a:pt x="522" y="168"/>
                  </a:lnTo>
                  <a:lnTo>
                    <a:pt x="519" y="170"/>
                  </a:lnTo>
                  <a:lnTo>
                    <a:pt x="518" y="168"/>
                  </a:lnTo>
                  <a:lnTo>
                    <a:pt x="519" y="168"/>
                  </a:lnTo>
                  <a:lnTo>
                    <a:pt x="519" y="166"/>
                  </a:lnTo>
                  <a:lnTo>
                    <a:pt x="519" y="164"/>
                  </a:lnTo>
                  <a:lnTo>
                    <a:pt x="520" y="164"/>
                  </a:lnTo>
                  <a:lnTo>
                    <a:pt x="520" y="160"/>
                  </a:lnTo>
                  <a:lnTo>
                    <a:pt x="519" y="160"/>
                  </a:lnTo>
                  <a:lnTo>
                    <a:pt x="518" y="158"/>
                  </a:lnTo>
                  <a:lnTo>
                    <a:pt x="519" y="158"/>
                  </a:lnTo>
                  <a:lnTo>
                    <a:pt x="520" y="158"/>
                  </a:lnTo>
                  <a:lnTo>
                    <a:pt x="522" y="158"/>
                  </a:lnTo>
                  <a:lnTo>
                    <a:pt x="524" y="158"/>
                  </a:lnTo>
                  <a:lnTo>
                    <a:pt x="522" y="156"/>
                  </a:lnTo>
                  <a:lnTo>
                    <a:pt x="519" y="158"/>
                  </a:lnTo>
                  <a:lnTo>
                    <a:pt x="518" y="156"/>
                  </a:lnTo>
                  <a:lnTo>
                    <a:pt x="515" y="155"/>
                  </a:lnTo>
                  <a:lnTo>
                    <a:pt x="516" y="154"/>
                  </a:lnTo>
                  <a:lnTo>
                    <a:pt x="518" y="152"/>
                  </a:lnTo>
                  <a:lnTo>
                    <a:pt x="519" y="154"/>
                  </a:lnTo>
                  <a:lnTo>
                    <a:pt x="518" y="152"/>
                  </a:lnTo>
                  <a:lnTo>
                    <a:pt x="515" y="150"/>
                  </a:lnTo>
                  <a:lnTo>
                    <a:pt x="512" y="149"/>
                  </a:lnTo>
                  <a:lnTo>
                    <a:pt x="512" y="147"/>
                  </a:lnTo>
                  <a:lnTo>
                    <a:pt x="512" y="145"/>
                  </a:lnTo>
                  <a:lnTo>
                    <a:pt x="510" y="142"/>
                  </a:lnTo>
                  <a:lnTo>
                    <a:pt x="510" y="141"/>
                  </a:lnTo>
                  <a:lnTo>
                    <a:pt x="512" y="139"/>
                  </a:lnTo>
                  <a:lnTo>
                    <a:pt x="510" y="139"/>
                  </a:lnTo>
                  <a:lnTo>
                    <a:pt x="508" y="138"/>
                  </a:lnTo>
                  <a:lnTo>
                    <a:pt x="510" y="137"/>
                  </a:lnTo>
                  <a:lnTo>
                    <a:pt x="508" y="135"/>
                  </a:lnTo>
                  <a:lnTo>
                    <a:pt x="510" y="134"/>
                  </a:lnTo>
                  <a:lnTo>
                    <a:pt x="507" y="135"/>
                  </a:lnTo>
                  <a:lnTo>
                    <a:pt x="507" y="134"/>
                  </a:lnTo>
                  <a:lnTo>
                    <a:pt x="506" y="135"/>
                  </a:lnTo>
                  <a:lnTo>
                    <a:pt x="504" y="134"/>
                  </a:lnTo>
                  <a:lnTo>
                    <a:pt x="506" y="131"/>
                  </a:lnTo>
                  <a:lnTo>
                    <a:pt x="504" y="133"/>
                  </a:lnTo>
                  <a:lnTo>
                    <a:pt x="503" y="133"/>
                  </a:lnTo>
                  <a:lnTo>
                    <a:pt x="499" y="131"/>
                  </a:lnTo>
                  <a:lnTo>
                    <a:pt x="498" y="129"/>
                  </a:lnTo>
                  <a:lnTo>
                    <a:pt x="495" y="129"/>
                  </a:lnTo>
                  <a:lnTo>
                    <a:pt x="493" y="129"/>
                  </a:lnTo>
                  <a:lnTo>
                    <a:pt x="486" y="126"/>
                  </a:lnTo>
                  <a:lnTo>
                    <a:pt x="479" y="124"/>
                  </a:lnTo>
                  <a:lnTo>
                    <a:pt x="476" y="124"/>
                  </a:lnTo>
                  <a:lnTo>
                    <a:pt x="473" y="122"/>
                  </a:lnTo>
                  <a:lnTo>
                    <a:pt x="472" y="122"/>
                  </a:lnTo>
                  <a:lnTo>
                    <a:pt x="472" y="121"/>
                  </a:lnTo>
                  <a:lnTo>
                    <a:pt x="469" y="120"/>
                  </a:lnTo>
                  <a:lnTo>
                    <a:pt x="469" y="118"/>
                  </a:lnTo>
                  <a:lnTo>
                    <a:pt x="472" y="118"/>
                  </a:lnTo>
                  <a:lnTo>
                    <a:pt x="472" y="118"/>
                  </a:lnTo>
                  <a:lnTo>
                    <a:pt x="472" y="118"/>
                  </a:lnTo>
                  <a:lnTo>
                    <a:pt x="470" y="117"/>
                  </a:lnTo>
                  <a:lnTo>
                    <a:pt x="468" y="118"/>
                  </a:lnTo>
                  <a:lnTo>
                    <a:pt x="466" y="118"/>
                  </a:lnTo>
                  <a:lnTo>
                    <a:pt x="466" y="117"/>
                  </a:lnTo>
                  <a:lnTo>
                    <a:pt x="465" y="117"/>
                  </a:lnTo>
                  <a:lnTo>
                    <a:pt x="464" y="118"/>
                  </a:lnTo>
                  <a:lnTo>
                    <a:pt x="464" y="116"/>
                  </a:lnTo>
                  <a:lnTo>
                    <a:pt x="462" y="114"/>
                  </a:lnTo>
                  <a:lnTo>
                    <a:pt x="462" y="116"/>
                  </a:lnTo>
                  <a:lnTo>
                    <a:pt x="461" y="116"/>
                  </a:lnTo>
                  <a:lnTo>
                    <a:pt x="460" y="114"/>
                  </a:lnTo>
                  <a:lnTo>
                    <a:pt x="460" y="112"/>
                  </a:lnTo>
                  <a:lnTo>
                    <a:pt x="458" y="109"/>
                  </a:lnTo>
                  <a:lnTo>
                    <a:pt x="460" y="108"/>
                  </a:lnTo>
                  <a:lnTo>
                    <a:pt x="460" y="105"/>
                  </a:lnTo>
                  <a:lnTo>
                    <a:pt x="458" y="106"/>
                  </a:lnTo>
                  <a:lnTo>
                    <a:pt x="457" y="109"/>
                  </a:lnTo>
                  <a:lnTo>
                    <a:pt x="457" y="112"/>
                  </a:lnTo>
                  <a:lnTo>
                    <a:pt x="456" y="112"/>
                  </a:lnTo>
                  <a:lnTo>
                    <a:pt x="454" y="116"/>
                  </a:lnTo>
                  <a:lnTo>
                    <a:pt x="454" y="117"/>
                  </a:lnTo>
                  <a:lnTo>
                    <a:pt x="452" y="120"/>
                  </a:lnTo>
                  <a:lnTo>
                    <a:pt x="449" y="121"/>
                  </a:lnTo>
                  <a:lnTo>
                    <a:pt x="448" y="120"/>
                  </a:lnTo>
                  <a:lnTo>
                    <a:pt x="445" y="116"/>
                  </a:lnTo>
                  <a:lnTo>
                    <a:pt x="445" y="114"/>
                  </a:lnTo>
                  <a:lnTo>
                    <a:pt x="447" y="114"/>
                  </a:lnTo>
                  <a:lnTo>
                    <a:pt x="447" y="112"/>
                  </a:lnTo>
                  <a:lnTo>
                    <a:pt x="447" y="110"/>
                  </a:lnTo>
                  <a:lnTo>
                    <a:pt x="445" y="112"/>
                  </a:lnTo>
                  <a:lnTo>
                    <a:pt x="444" y="110"/>
                  </a:lnTo>
                  <a:lnTo>
                    <a:pt x="444" y="108"/>
                  </a:lnTo>
                  <a:lnTo>
                    <a:pt x="441" y="106"/>
                  </a:lnTo>
                  <a:lnTo>
                    <a:pt x="439" y="106"/>
                  </a:lnTo>
                  <a:lnTo>
                    <a:pt x="437" y="105"/>
                  </a:lnTo>
                  <a:lnTo>
                    <a:pt x="439" y="102"/>
                  </a:lnTo>
                  <a:lnTo>
                    <a:pt x="441" y="102"/>
                  </a:lnTo>
                  <a:lnTo>
                    <a:pt x="443" y="104"/>
                  </a:lnTo>
                  <a:lnTo>
                    <a:pt x="445" y="104"/>
                  </a:lnTo>
                  <a:lnTo>
                    <a:pt x="447" y="105"/>
                  </a:lnTo>
                  <a:lnTo>
                    <a:pt x="449" y="104"/>
                  </a:lnTo>
                  <a:lnTo>
                    <a:pt x="451" y="101"/>
                  </a:lnTo>
                  <a:lnTo>
                    <a:pt x="452" y="100"/>
                  </a:lnTo>
                  <a:lnTo>
                    <a:pt x="456" y="101"/>
                  </a:lnTo>
                  <a:lnTo>
                    <a:pt x="457" y="104"/>
                  </a:lnTo>
                  <a:lnTo>
                    <a:pt x="458" y="101"/>
                  </a:lnTo>
                  <a:lnTo>
                    <a:pt x="460" y="100"/>
                  </a:lnTo>
                  <a:lnTo>
                    <a:pt x="461" y="100"/>
                  </a:lnTo>
                  <a:lnTo>
                    <a:pt x="461" y="97"/>
                  </a:lnTo>
                  <a:lnTo>
                    <a:pt x="460" y="96"/>
                  </a:lnTo>
                  <a:lnTo>
                    <a:pt x="454" y="96"/>
                  </a:lnTo>
                  <a:lnTo>
                    <a:pt x="454" y="97"/>
                  </a:lnTo>
                  <a:lnTo>
                    <a:pt x="453" y="97"/>
                  </a:lnTo>
                  <a:lnTo>
                    <a:pt x="452" y="97"/>
                  </a:lnTo>
                  <a:lnTo>
                    <a:pt x="449" y="97"/>
                  </a:lnTo>
                  <a:lnTo>
                    <a:pt x="448" y="97"/>
                  </a:lnTo>
                  <a:lnTo>
                    <a:pt x="447" y="97"/>
                  </a:lnTo>
                  <a:lnTo>
                    <a:pt x="444" y="97"/>
                  </a:lnTo>
                  <a:lnTo>
                    <a:pt x="443" y="97"/>
                  </a:lnTo>
                  <a:lnTo>
                    <a:pt x="440" y="97"/>
                  </a:lnTo>
                  <a:lnTo>
                    <a:pt x="437" y="95"/>
                  </a:lnTo>
                  <a:lnTo>
                    <a:pt x="437" y="92"/>
                  </a:lnTo>
                  <a:lnTo>
                    <a:pt x="437" y="92"/>
                  </a:lnTo>
                  <a:lnTo>
                    <a:pt x="436" y="89"/>
                  </a:lnTo>
                  <a:lnTo>
                    <a:pt x="433" y="88"/>
                  </a:lnTo>
                  <a:lnTo>
                    <a:pt x="432" y="87"/>
                  </a:lnTo>
                  <a:lnTo>
                    <a:pt x="431" y="87"/>
                  </a:lnTo>
                  <a:lnTo>
                    <a:pt x="429" y="88"/>
                  </a:lnTo>
                  <a:lnTo>
                    <a:pt x="427" y="88"/>
                  </a:lnTo>
                  <a:lnTo>
                    <a:pt x="427" y="87"/>
                  </a:lnTo>
                  <a:lnTo>
                    <a:pt x="429" y="84"/>
                  </a:lnTo>
                  <a:lnTo>
                    <a:pt x="429" y="83"/>
                  </a:lnTo>
                  <a:lnTo>
                    <a:pt x="429" y="81"/>
                  </a:lnTo>
                  <a:lnTo>
                    <a:pt x="431" y="80"/>
                  </a:lnTo>
                  <a:lnTo>
                    <a:pt x="433" y="80"/>
                  </a:lnTo>
                  <a:lnTo>
                    <a:pt x="436" y="77"/>
                  </a:lnTo>
                  <a:lnTo>
                    <a:pt x="437" y="77"/>
                  </a:lnTo>
                  <a:lnTo>
                    <a:pt x="440" y="75"/>
                  </a:lnTo>
                  <a:lnTo>
                    <a:pt x="441" y="74"/>
                  </a:lnTo>
                  <a:lnTo>
                    <a:pt x="445" y="74"/>
                  </a:lnTo>
                  <a:close/>
                  <a:moveTo>
                    <a:pt x="113" y="71"/>
                  </a:moveTo>
                  <a:lnTo>
                    <a:pt x="115" y="72"/>
                  </a:lnTo>
                  <a:lnTo>
                    <a:pt x="119" y="75"/>
                  </a:lnTo>
                  <a:lnTo>
                    <a:pt x="117" y="76"/>
                  </a:lnTo>
                  <a:lnTo>
                    <a:pt x="115" y="75"/>
                  </a:lnTo>
                  <a:lnTo>
                    <a:pt x="113" y="75"/>
                  </a:lnTo>
                  <a:lnTo>
                    <a:pt x="112" y="74"/>
                  </a:lnTo>
                  <a:lnTo>
                    <a:pt x="113" y="71"/>
                  </a:lnTo>
                  <a:close/>
                  <a:moveTo>
                    <a:pt x="424" y="71"/>
                  </a:moveTo>
                  <a:lnTo>
                    <a:pt x="428" y="71"/>
                  </a:lnTo>
                  <a:lnTo>
                    <a:pt x="431" y="72"/>
                  </a:lnTo>
                  <a:lnTo>
                    <a:pt x="432" y="74"/>
                  </a:lnTo>
                  <a:lnTo>
                    <a:pt x="429" y="75"/>
                  </a:lnTo>
                  <a:lnTo>
                    <a:pt x="428" y="74"/>
                  </a:lnTo>
                  <a:lnTo>
                    <a:pt x="424" y="72"/>
                  </a:lnTo>
                  <a:lnTo>
                    <a:pt x="424" y="72"/>
                  </a:lnTo>
                  <a:lnTo>
                    <a:pt x="424" y="72"/>
                  </a:lnTo>
                  <a:lnTo>
                    <a:pt x="425" y="74"/>
                  </a:lnTo>
                  <a:lnTo>
                    <a:pt x="425" y="75"/>
                  </a:lnTo>
                  <a:lnTo>
                    <a:pt x="424" y="75"/>
                  </a:lnTo>
                  <a:lnTo>
                    <a:pt x="422" y="74"/>
                  </a:lnTo>
                  <a:lnTo>
                    <a:pt x="419" y="74"/>
                  </a:lnTo>
                  <a:lnTo>
                    <a:pt x="420" y="74"/>
                  </a:lnTo>
                  <a:lnTo>
                    <a:pt x="419" y="72"/>
                  </a:lnTo>
                  <a:lnTo>
                    <a:pt x="420" y="72"/>
                  </a:lnTo>
                  <a:lnTo>
                    <a:pt x="423" y="72"/>
                  </a:lnTo>
                  <a:lnTo>
                    <a:pt x="424" y="71"/>
                  </a:lnTo>
                  <a:close/>
                  <a:moveTo>
                    <a:pt x="404" y="70"/>
                  </a:moveTo>
                  <a:lnTo>
                    <a:pt x="408" y="71"/>
                  </a:lnTo>
                  <a:lnTo>
                    <a:pt x="410" y="72"/>
                  </a:lnTo>
                  <a:lnTo>
                    <a:pt x="406" y="71"/>
                  </a:lnTo>
                  <a:lnTo>
                    <a:pt x="404" y="70"/>
                  </a:lnTo>
                  <a:close/>
                  <a:moveTo>
                    <a:pt x="41" y="67"/>
                  </a:moveTo>
                  <a:lnTo>
                    <a:pt x="44" y="68"/>
                  </a:lnTo>
                  <a:lnTo>
                    <a:pt x="44" y="70"/>
                  </a:lnTo>
                  <a:lnTo>
                    <a:pt x="42" y="70"/>
                  </a:lnTo>
                  <a:lnTo>
                    <a:pt x="40" y="70"/>
                  </a:lnTo>
                  <a:lnTo>
                    <a:pt x="41" y="67"/>
                  </a:lnTo>
                  <a:close/>
                  <a:moveTo>
                    <a:pt x="90" y="55"/>
                  </a:moveTo>
                  <a:lnTo>
                    <a:pt x="92" y="56"/>
                  </a:lnTo>
                  <a:lnTo>
                    <a:pt x="95" y="58"/>
                  </a:lnTo>
                  <a:lnTo>
                    <a:pt x="96" y="62"/>
                  </a:lnTo>
                  <a:lnTo>
                    <a:pt x="95" y="63"/>
                  </a:lnTo>
                  <a:lnTo>
                    <a:pt x="92" y="62"/>
                  </a:lnTo>
                  <a:lnTo>
                    <a:pt x="88" y="60"/>
                  </a:lnTo>
                  <a:lnTo>
                    <a:pt x="87" y="58"/>
                  </a:lnTo>
                  <a:lnTo>
                    <a:pt x="90" y="55"/>
                  </a:lnTo>
                  <a:close/>
                  <a:moveTo>
                    <a:pt x="108" y="54"/>
                  </a:moveTo>
                  <a:lnTo>
                    <a:pt x="108" y="56"/>
                  </a:lnTo>
                  <a:lnTo>
                    <a:pt x="107" y="58"/>
                  </a:lnTo>
                  <a:lnTo>
                    <a:pt x="104" y="58"/>
                  </a:lnTo>
                  <a:lnTo>
                    <a:pt x="108" y="54"/>
                  </a:lnTo>
                  <a:close/>
                  <a:moveTo>
                    <a:pt x="115" y="54"/>
                  </a:moveTo>
                  <a:lnTo>
                    <a:pt x="113" y="56"/>
                  </a:lnTo>
                  <a:lnTo>
                    <a:pt x="115" y="56"/>
                  </a:lnTo>
                  <a:lnTo>
                    <a:pt x="113" y="60"/>
                  </a:lnTo>
                  <a:lnTo>
                    <a:pt x="112" y="62"/>
                  </a:lnTo>
                  <a:lnTo>
                    <a:pt x="112" y="58"/>
                  </a:lnTo>
                  <a:lnTo>
                    <a:pt x="109" y="58"/>
                  </a:lnTo>
                  <a:lnTo>
                    <a:pt x="111" y="55"/>
                  </a:lnTo>
                  <a:lnTo>
                    <a:pt x="112" y="55"/>
                  </a:lnTo>
                  <a:lnTo>
                    <a:pt x="113" y="54"/>
                  </a:lnTo>
                  <a:lnTo>
                    <a:pt x="115" y="54"/>
                  </a:lnTo>
                  <a:close/>
                  <a:moveTo>
                    <a:pt x="27" y="51"/>
                  </a:moveTo>
                  <a:lnTo>
                    <a:pt x="28" y="52"/>
                  </a:lnTo>
                  <a:lnTo>
                    <a:pt x="30" y="55"/>
                  </a:lnTo>
                  <a:lnTo>
                    <a:pt x="33" y="58"/>
                  </a:lnTo>
                  <a:lnTo>
                    <a:pt x="32" y="59"/>
                  </a:lnTo>
                  <a:lnTo>
                    <a:pt x="32" y="63"/>
                  </a:lnTo>
                  <a:lnTo>
                    <a:pt x="30" y="63"/>
                  </a:lnTo>
                  <a:lnTo>
                    <a:pt x="28" y="59"/>
                  </a:lnTo>
                  <a:lnTo>
                    <a:pt x="27" y="59"/>
                  </a:lnTo>
                  <a:lnTo>
                    <a:pt x="27" y="56"/>
                  </a:lnTo>
                  <a:lnTo>
                    <a:pt x="23" y="52"/>
                  </a:lnTo>
                  <a:lnTo>
                    <a:pt x="25" y="52"/>
                  </a:lnTo>
                  <a:lnTo>
                    <a:pt x="27" y="51"/>
                  </a:lnTo>
                  <a:close/>
                  <a:moveTo>
                    <a:pt x="84" y="51"/>
                  </a:moveTo>
                  <a:lnTo>
                    <a:pt x="87" y="52"/>
                  </a:lnTo>
                  <a:lnTo>
                    <a:pt x="88" y="55"/>
                  </a:lnTo>
                  <a:lnTo>
                    <a:pt x="87" y="58"/>
                  </a:lnTo>
                  <a:lnTo>
                    <a:pt x="86" y="56"/>
                  </a:lnTo>
                  <a:lnTo>
                    <a:pt x="83" y="51"/>
                  </a:lnTo>
                  <a:lnTo>
                    <a:pt x="84" y="51"/>
                  </a:lnTo>
                  <a:close/>
                  <a:moveTo>
                    <a:pt x="353" y="50"/>
                  </a:moveTo>
                  <a:lnTo>
                    <a:pt x="357" y="51"/>
                  </a:lnTo>
                  <a:lnTo>
                    <a:pt x="357" y="52"/>
                  </a:lnTo>
                  <a:lnTo>
                    <a:pt x="358" y="54"/>
                  </a:lnTo>
                  <a:lnTo>
                    <a:pt x="357" y="54"/>
                  </a:lnTo>
                  <a:lnTo>
                    <a:pt x="356" y="56"/>
                  </a:lnTo>
                  <a:lnTo>
                    <a:pt x="354" y="58"/>
                  </a:lnTo>
                  <a:lnTo>
                    <a:pt x="353" y="59"/>
                  </a:lnTo>
                  <a:lnTo>
                    <a:pt x="352" y="60"/>
                  </a:lnTo>
                  <a:lnTo>
                    <a:pt x="350" y="60"/>
                  </a:lnTo>
                  <a:lnTo>
                    <a:pt x="349" y="63"/>
                  </a:lnTo>
                  <a:lnTo>
                    <a:pt x="345" y="66"/>
                  </a:lnTo>
                  <a:lnTo>
                    <a:pt x="337" y="67"/>
                  </a:lnTo>
                  <a:lnTo>
                    <a:pt x="335" y="67"/>
                  </a:lnTo>
                  <a:lnTo>
                    <a:pt x="333" y="66"/>
                  </a:lnTo>
                  <a:lnTo>
                    <a:pt x="332" y="64"/>
                  </a:lnTo>
                  <a:lnTo>
                    <a:pt x="329" y="64"/>
                  </a:lnTo>
                  <a:lnTo>
                    <a:pt x="328" y="66"/>
                  </a:lnTo>
                  <a:lnTo>
                    <a:pt x="325" y="66"/>
                  </a:lnTo>
                  <a:lnTo>
                    <a:pt x="320" y="64"/>
                  </a:lnTo>
                  <a:lnTo>
                    <a:pt x="319" y="66"/>
                  </a:lnTo>
                  <a:lnTo>
                    <a:pt x="318" y="66"/>
                  </a:lnTo>
                  <a:lnTo>
                    <a:pt x="316" y="64"/>
                  </a:lnTo>
                  <a:lnTo>
                    <a:pt x="314" y="64"/>
                  </a:lnTo>
                  <a:lnTo>
                    <a:pt x="308" y="66"/>
                  </a:lnTo>
                  <a:lnTo>
                    <a:pt x="304" y="66"/>
                  </a:lnTo>
                  <a:lnTo>
                    <a:pt x="302" y="64"/>
                  </a:lnTo>
                  <a:lnTo>
                    <a:pt x="299" y="66"/>
                  </a:lnTo>
                  <a:lnTo>
                    <a:pt x="296" y="67"/>
                  </a:lnTo>
                  <a:lnTo>
                    <a:pt x="295" y="72"/>
                  </a:lnTo>
                  <a:lnTo>
                    <a:pt x="295" y="76"/>
                  </a:lnTo>
                  <a:lnTo>
                    <a:pt x="296" y="80"/>
                  </a:lnTo>
                  <a:lnTo>
                    <a:pt x="299" y="83"/>
                  </a:lnTo>
                  <a:lnTo>
                    <a:pt x="302" y="87"/>
                  </a:lnTo>
                  <a:lnTo>
                    <a:pt x="303" y="88"/>
                  </a:lnTo>
                  <a:lnTo>
                    <a:pt x="306" y="88"/>
                  </a:lnTo>
                  <a:lnTo>
                    <a:pt x="308" y="87"/>
                  </a:lnTo>
                  <a:lnTo>
                    <a:pt x="310" y="83"/>
                  </a:lnTo>
                  <a:lnTo>
                    <a:pt x="312" y="80"/>
                  </a:lnTo>
                  <a:lnTo>
                    <a:pt x="314" y="80"/>
                  </a:lnTo>
                  <a:lnTo>
                    <a:pt x="316" y="81"/>
                  </a:lnTo>
                  <a:lnTo>
                    <a:pt x="318" y="81"/>
                  </a:lnTo>
                  <a:lnTo>
                    <a:pt x="320" y="81"/>
                  </a:lnTo>
                  <a:lnTo>
                    <a:pt x="321" y="80"/>
                  </a:lnTo>
                  <a:lnTo>
                    <a:pt x="324" y="79"/>
                  </a:lnTo>
                  <a:lnTo>
                    <a:pt x="327" y="79"/>
                  </a:lnTo>
                  <a:lnTo>
                    <a:pt x="329" y="77"/>
                  </a:lnTo>
                  <a:lnTo>
                    <a:pt x="335" y="77"/>
                  </a:lnTo>
                  <a:lnTo>
                    <a:pt x="337" y="77"/>
                  </a:lnTo>
                  <a:lnTo>
                    <a:pt x="337" y="80"/>
                  </a:lnTo>
                  <a:lnTo>
                    <a:pt x="335" y="83"/>
                  </a:lnTo>
                  <a:lnTo>
                    <a:pt x="333" y="83"/>
                  </a:lnTo>
                  <a:lnTo>
                    <a:pt x="332" y="81"/>
                  </a:lnTo>
                  <a:lnTo>
                    <a:pt x="329" y="81"/>
                  </a:lnTo>
                  <a:lnTo>
                    <a:pt x="329" y="83"/>
                  </a:lnTo>
                  <a:lnTo>
                    <a:pt x="327" y="84"/>
                  </a:lnTo>
                  <a:lnTo>
                    <a:pt x="325" y="87"/>
                  </a:lnTo>
                  <a:lnTo>
                    <a:pt x="321" y="89"/>
                  </a:lnTo>
                  <a:lnTo>
                    <a:pt x="318" y="92"/>
                  </a:lnTo>
                  <a:lnTo>
                    <a:pt x="316" y="93"/>
                  </a:lnTo>
                  <a:lnTo>
                    <a:pt x="315" y="95"/>
                  </a:lnTo>
                  <a:lnTo>
                    <a:pt x="312" y="95"/>
                  </a:lnTo>
                  <a:lnTo>
                    <a:pt x="312" y="93"/>
                  </a:lnTo>
                  <a:lnTo>
                    <a:pt x="311" y="93"/>
                  </a:lnTo>
                  <a:lnTo>
                    <a:pt x="311" y="95"/>
                  </a:lnTo>
                  <a:lnTo>
                    <a:pt x="312" y="96"/>
                  </a:lnTo>
                  <a:lnTo>
                    <a:pt x="314" y="97"/>
                  </a:lnTo>
                  <a:lnTo>
                    <a:pt x="318" y="101"/>
                  </a:lnTo>
                  <a:lnTo>
                    <a:pt x="318" y="104"/>
                  </a:lnTo>
                  <a:lnTo>
                    <a:pt x="319" y="104"/>
                  </a:lnTo>
                  <a:lnTo>
                    <a:pt x="321" y="105"/>
                  </a:lnTo>
                  <a:lnTo>
                    <a:pt x="321" y="106"/>
                  </a:lnTo>
                  <a:lnTo>
                    <a:pt x="320" y="108"/>
                  </a:lnTo>
                  <a:lnTo>
                    <a:pt x="323" y="108"/>
                  </a:lnTo>
                  <a:lnTo>
                    <a:pt x="323" y="109"/>
                  </a:lnTo>
                  <a:lnTo>
                    <a:pt x="323" y="110"/>
                  </a:lnTo>
                  <a:lnTo>
                    <a:pt x="321" y="110"/>
                  </a:lnTo>
                  <a:lnTo>
                    <a:pt x="323" y="112"/>
                  </a:lnTo>
                  <a:lnTo>
                    <a:pt x="321" y="112"/>
                  </a:lnTo>
                  <a:lnTo>
                    <a:pt x="321" y="113"/>
                  </a:lnTo>
                  <a:lnTo>
                    <a:pt x="320" y="114"/>
                  </a:lnTo>
                  <a:lnTo>
                    <a:pt x="320" y="116"/>
                  </a:lnTo>
                  <a:lnTo>
                    <a:pt x="323" y="116"/>
                  </a:lnTo>
                  <a:lnTo>
                    <a:pt x="323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8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3" y="120"/>
                  </a:lnTo>
                  <a:lnTo>
                    <a:pt x="333" y="121"/>
                  </a:lnTo>
                  <a:lnTo>
                    <a:pt x="332" y="122"/>
                  </a:lnTo>
                  <a:lnTo>
                    <a:pt x="331" y="122"/>
                  </a:lnTo>
                  <a:lnTo>
                    <a:pt x="329" y="122"/>
                  </a:lnTo>
                  <a:lnTo>
                    <a:pt x="328" y="124"/>
                  </a:lnTo>
                  <a:lnTo>
                    <a:pt x="325" y="124"/>
                  </a:lnTo>
                  <a:lnTo>
                    <a:pt x="323" y="125"/>
                  </a:lnTo>
                  <a:lnTo>
                    <a:pt x="320" y="125"/>
                  </a:lnTo>
                  <a:lnTo>
                    <a:pt x="318" y="127"/>
                  </a:lnTo>
                  <a:lnTo>
                    <a:pt x="319" y="129"/>
                  </a:lnTo>
                  <a:lnTo>
                    <a:pt x="319" y="130"/>
                  </a:lnTo>
                  <a:lnTo>
                    <a:pt x="318" y="130"/>
                  </a:lnTo>
                  <a:lnTo>
                    <a:pt x="315" y="129"/>
                  </a:lnTo>
                  <a:lnTo>
                    <a:pt x="314" y="129"/>
                  </a:lnTo>
                  <a:lnTo>
                    <a:pt x="311" y="129"/>
                  </a:lnTo>
                  <a:lnTo>
                    <a:pt x="311" y="126"/>
                  </a:lnTo>
                  <a:lnTo>
                    <a:pt x="311" y="122"/>
                  </a:lnTo>
                  <a:lnTo>
                    <a:pt x="312" y="122"/>
                  </a:lnTo>
                  <a:lnTo>
                    <a:pt x="311" y="120"/>
                  </a:lnTo>
                  <a:lnTo>
                    <a:pt x="308" y="118"/>
                  </a:lnTo>
                  <a:lnTo>
                    <a:pt x="307" y="117"/>
                  </a:lnTo>
                  <a:lnTo>
                    <a:pt x="306" y="116"/>
                  </a:lnTo>
                  <a:lnTo>
                    <a:pt x="304" y="114"/>
                  </a:lnTo>
                  <a:lnTo>
                    <a:pt x="304" y="112"/>
                  </a:lnTo>
                  <a:lnTo>
                    <a:pt x="307" y="109"/>
                  </a:lnTo>
                  <a:lnTo>
                    <a:pt x="307" y="108"/>
                  </a:lnTo>
                  <a:lnTo>
                    <a:pt x="306" y="105"/>
                  </a:lnTo>
                  <a:lnTo>
                    <a:pt x="306" y="104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0" y="105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299" y="109"/>
                  </a:lnTo>
                  <a:lnTo>
                    <a:pt x="300" y="113"/>
                  </a:lnTo>
                  <a:lnTo>
                    <a:pt x="299" y="116"/>
                  </a:lnTo>
                  <a:lnTo>
                    <a:pt x="296" y="120"/>
                  </a:lnTo>
                  <a:lnTo>
                    <a:pt x="298" y="121"/>
                  </a:lnTo>
                  <a:lnTo>
                    <a:pt x="298" y="125"/>
                  </a:lnTo>
                  <a:lnTo>
                    <a:pt x="298" y="129"/>
                  </a:lnTo>
                  <a:lnTo>
                    <a:pt x="296" y="130"/>
                  </a:lnTo>
                  <a:lnTo>
                    <a:pt x="296" y="133"/>
                  </a:lnTo>
                  <a:lnTo>
                    <a:pt x="298" y="134"/>
                  </a:lnTo>
                  <a:lnTo>
                    <a:pt x="299" y="137"/>
                  </a:lnTo>
                  <a:lnTo>
                    <a:pt x="298" y="139"/>
                  </a:lnTo>
                  <a:lnTo>
                    <a:pt x="296" y="138"/>
                  </a:lnTo>
                  <a:lnTo>
                    <a:pt x="295" y="138"/>
                  </a:lnTo>
                  <a:lnTo>
                    <a:pt x="292" y="138"/>
                  </a:lnTo>
                  <a:lnTo>
                    <a:pt x="291" y="139"/>
                  </a:lnTo>
                  <a:lnTo>
                    <a:pt x="289" y="139"/>
                  </a:lnTo>
                  <a:lnTo>
                    <a:pt x="287" y="138"/>
                  </a:lnTo>
                  <a:lnTo>
                    <a:pt x="286" y="138"/>
                  </a:lnTo>
                  <a:lnTo>
                    <a:pt x="286" y="134"/>
                  </a:lnTo>
                  <a:lnTo>
                    <a:pt x="286" y="129"/>
                  </a:lnTo>
                  <a:lnTo>
                    <a:pt x="287" y="126"/>
                  </a:lnTo>
                  <a:lnTo>
                    <a:pt x="289" y="124"/>
                  </a:lnTo>
                  <a:lnTo>
                    <a:pt x="290" y="122"/>
                  </a:lnTo>
                  <a:lnTo>
                    <a:pt x="287" y="117"/>
                  </a:lnTo>
                  <a:lnTo>
                    <a:pt x="286" y="113"/>
                  </a:lnTo>
                  <a:lnTo>
                    <a:pt x="285" y="113"/>
                  </a:lnTo>
                  <a:lnTo>
                    <a:pt x="283" y="114"/>
                  </a:lnTo>
                  <a:lnTo>
                    <a:pt x="282" y="114"/>
                  </a:lnTo>
                  <a:lnTo>
                    <a:pt x="281" y="114"/>
                  </a:lnTo>
                  <a:lnTo>
                    <a:pt x="281" y="112"/>
                  </a:lnTo>
                  <a:lnTo>
                    <a:pt x="278" y="108"/>
                  </a:lnTo>
                  <a:lnTo>
                    <a:pt x="279" y="106"/>
                  </a:lnTo>
                  <a:lnTo>
                    <a:pt x="279" y="106"/>
                  </a:lnTo>
                  <a:lnTo>
                    <a:pt x="281" y="102"/>
                  </a:lnTo>
                  <a:lnTo>
                    <a:pt x="283" y="101"/>
                  </a:lnTo>
                  <a:lnTo>
                    <a:pt x="283" y="97"/>
                  </a:lnTo>
                  <a:lnTo>
                    <a:pt x="285" y="97"/>
                  </a:lnTo>
                  <a:lnTo>
                    <a:pt x="285" y="95"/>
                  </a:lnTo>
                  <a:lnTo>
                    <a:pt x="285" y="95"/>
                  </a:lnTo>
                  <a:lnTo>
                    <a:pt x="285" y="89"/>
                  </a:lnTo>
                  <a:lnTo>
                    <a:pt x="286" y="87"/>
                  </a:lnTo>
                  <a:lnTo>
                    <a:pt x="285" y="84"/>
                  </a:lnTo>
                  <a:lnTo>
                    <a:pt x="286" y="83"/>
                  </a:lnTo>
                  <a:lnTo>
                    <a:pt x="287" y="81"/>
                  </a:lnTo>
                  <a:lnTo>
                    <a:pt x="289" y="79"/>
                  </a:lnTo>
                  <a:lnTo>
                    <a:pt x="290" y="79"/>
                  </a:lnTo>
                  <a:lnTo>
                    <a:pt x="291" y="80"/>
                  </a:lnTo>
                  <a:lnTo>
                    <a:pt x="292" y="81"/>
                  </a:lnTo>
                  <a:lnTo>
                    <a:pt x="291" y="80"/>
                  </a:lnTo>
                  <a:lnTo>
                    <a:pt x="291" y="77"/>
                  </a:lnTo>
                  <a:lnTo>
                    <a:pt x="291" y="75"/>
                  </a:lnTo>
                  <a:lnTo>
                    <a:pt x="291" y="71"/>
                  </a:lnTo>
                  <a:lnTo>
                    <a:pt x="291" y="70"/>
                  </a:lnTo>
                  <a:lnTo>
                    <a:pt x="291" y="66"/>
                  </a:lnTo>
                  <a:lnTo>
                    <a:pt x="294" y="63"/>
                  </a:lnTo>
                  <a:lnTo>
                    <a:pt x="294" y="63"/>
                  </a:lnTo>
                  <a:lnTo>
                    <a:pt x="295" y="62"/>
                  </a:lnTo>
                  <a:lnTo>
                    <a:pt x="298" y="60"/>
                  </a:lnTo>
                  <a:lnTo>
                    <a:pt x="300" y="62"/>
                  </a:lnTo>
                  <a:lnTo>
                    <a:pt x="302" y="60"/>
                  </a:lnTo>
                  <a:lnTo>
                    <a:pt x="303" y="58"/>
                  </a:lnTo>
                  <a:lnTo>
                    <a:pt x="304" y="56"/>
                  </a:lnTo>
                  <a:lnTo>
                    <a:pt x="304" y="54"/>
                  </a:lnTo>
                  <a:lnTo>
                    <a:pt x="307" y="54"/>
                  </a:lnTo>
                  <a:lnTo>
                    <a:pt x="311" y="55"/>
                  </a:lnTo>
                  <a:lnTo>
                    <a:pt x="312" y="56"/>
                  </a:lnTo>
                  <a:lnTo>
                    <a:pt x="315" y="58"/>
                  </a:lnTo>
                  <a:lnTo>
                    <a:pt x="316" y="56"/>
                  </a:lnTo>
                  <a:lnTo>
                    <a:pt x="319" y="58"/>
                  </a:lnTo>
                  <a:lnTo>
                    <a:pt x="321" y="58"/>
                  </a:lnTo>
                  <a:lnTo>
                    <a:pt x="324" y="58"/>
                  </a:lnTo>
                  <a:lnTo>
                    <a:pt x="325" y="58"/>
                  </a:lnTo>
                  <a:lnTo>
                    <a:pt x="328" y="60"/>
                  </a:lnTo>
                  <a:lnTo>
                    <a:pt x="329" y="60"/>
                  </a:lnTo>
                  <a:lnTo>
                    <a:pt x="329" y="59"/>
                  </a:lnTo>
                  <a:lnTo>
                    <a:pt x="335" y="59"/>
                  </a:lnTo>
                  <a:lnTo>
                    <a:pt x="340" y="60"/>
                  </a:lnTo>
                  <a:lnTo>
                    <a:pt x="343" y="59"/>
                  </a:lnTo>
                  <a:lnTo>
                    <a:pt x="344" y="58"/>
                  </a:lnTo>
                  <a:lnTo>
                    <a:pt x="346" y="58"/>
                  </a:lnTo>
                  <a:lnTo>
                    <a:pt x="348" y="55"/>
                  </a:lnTo>
                  <a:lnTo>
                    <a:pt x="349" y="55"/>
                  </a:lnTo>
                  <a:lnTo>
                    <a:pt x="350" y="54"/>
                  </a:lnTo>
                  <a:lnTo>
                    <a:pt x="350" y="51"/>
                  </a:lnTo>
                  <a:lnTo>
                    <a:pt x="353" y="50"/>
                  </a:lnTo>
                  <a:close/>
                  <a:moveTo>
                    <a:pt x="78" y="45"/>
                  </a:moveTo>
                  <a:lnTo>
                    <a:pt x="80" y="47"/>
                  </a:lnTo>
                  <a:lnTo>
                    <a:pt x="78" y="49"/>
                  </a:lnTo>
                  <a:lnTo>
                    <a:pt x="75" y="50"/>
                  </a:lnTo>
                  <a:lnTo>
                    <a:pt x="74" y="46"/>
                  </a:lnTo>
                  <a:lnTo>
                    <a:pt x="77" y="46"/>
                  </a:lnTo>
                  <a:lnTo>
                    <a:pt x="78" y="45"/>
                  </a:lnTo>
                  <a:close/>
                  <a:moveTo>
                    <a:pt x="25" y="43"/>
                  </a:moveTo>
                  <a:lnTo>
                    <a:pt x="25" y="45"/>
                  </a:lnTo>
                  <a:lnTo>
                    <a:pt x="23" y="45"/>
                  </a:lnTo>
                  <a:lnTo>
                    <a:pt x="25" y="43"/>
                  </a:lnTo>
                  <a:close/>
                  <a:moveTo>
                    <a:pt x="390" y="43"/>
                  </a:moveTo>
                  <a:lnTo>
                    <a:pt x="390" y="45"/>
                  </a:lnTo>
                  <a:lnTo>
                    <a:pt x="389" y="47"/>
                  </a:lnTo>
                  <a:lnTo>
                    <a:pt x="389" y="49"/>
                  </a:lnTo>
                  <a:lnTo>
                    <a:pt x="391" y="49"/>
                  </a:lnTo>
                  <a:lnTo>
                    <a:pt x="391" y="52"/>
                  </a:lnTo>
                  <a:lnTo>
                    <a:pt x="390" y="55"/>
                  </a:lnTo>
                  <a:lnTo>
                    <a:pt x="389" y="55"/>
                  </a:lnTo>
                  <a:lnTo>
                    <a:pt x="386" y="58"/>
                  </a:lnTo>
                  <a:lnTo>
                    <a:pt x="387" y="59"/>
                  </a:lnTo>
                  <a:lnTo>
                    <a:pt x="389" y="59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3" y="55"/>
                  </a:lnTo>
                  <a:lnTo>
                    <a:pt x="391" y="55"/>
                  </a:lnTo>
                  <a:lnTo>
                    <a:pt x="391" y="52"/>
                  </a:lnTo>
                  <a:lnTo>
                    <a:pt x="395" y="51"/>
                  </a:lnTo>
                  <a:lnTo>
                    <a:pt x="399" y="50"/>
                  </a:lnTo>
                  <a:lnTo>
                    <a:pt x="400" y="51"/>
                  </a:lnTo>
                  <a:lnTo>
                    <a:pt x="400" y="52"/>
                  </a:lnTo>
                  <a:lnTo>
                    <a:pt x="399" y="58"/>
                  </a:lnTo>
                  <a:lnTo>
                    <a:pt x="395" y="59"/>
                  </a:lnTo>
                  <a:lnTo>
                    <a:pt x="393" y="60"/>
                  </a:lnTo>
                  <a:lnTo>
                    <a:pt x="394" y="62"/>
                  </a:lnTo>
                  <a:lnTo>
                    <a:pt x="395" y="62"/>
                  </a:lnTo>
                  <a:lnTo>
                    <a:pt x="399" y="64"/>
                  </a:lnTo>
                  <a:lnTo>
                    <a:pt x="399" y="66"/>
                  </a:lnTo>
                  <a:lnTo>
                    <a:pt x="400" y="67"/>
                  </a:lnTo>
                  <a:lnTo>
                    <a:pt x="398" y="67"/>
                  </a:lnTo>
                  <a:lnTo>
                    <a:pt x="397" y="66"/>
                  </a:lnTo>
                  <a:lnTo>
                    <a:pt x="393" y="66"/>
                  </a:lnTo>
                  <a:lnTo>
                    <a:pt x="390" y="66"/>
                  </a:lnTo>
                  <a:lnTo>
                    <a:pt x="389" y="66"/>
                  </a:lnTo>
                  <a:lnTo>
                    <a:pt x="389" y="70"/>
                  </a:lnTo>
                  <a:lnTo>
                    <a:pt x="390" y="74"/>
                  </a:lnTo>
                  <a:lnTo>
                    <a:pt x="391" y="77"/>
                  </a:lnTo>
                  <a:lnTo>
                    <a:pt x="395" y="80"/>
                  </a:lnTo>
                  <a:lnTo>
                    <a:pt x="395" y="81"/>
                  </a:lnTo>
                  <a:lnTo>
                    <a:pt x="394" y="81"/>
                  </a:lnTo>
                  <a:lnTo>
                    <a:pt x="394" y="83"/>
                  </a:lnTo>
                  <a:lnTo>
                    <a:pt x="394" y="81"/>
                  </a:lnTo>
                  <a:lnTo>
                    <a:pt x="391" y="80"/>
                  </a:lnTo>
                  <a:lnTo>
                    <a:pt x="390" y="76"/>
                  </a:lnTo>
                  <a:lnTo>
                    <a:pt x="387" y="75"/>
                  </a:lnTo>
                  <a:lnTo>
                    <a:pt x="386" y="72"/>
                  </a:lnTo>
                  <a:lnTo>
                    <a:pt x="387" y="70"/>
                  </a:lnTo>
                  <a:lnTo>
                    <a:pt x="386" y="68"/>
                  </a:lnTo>
                  <a:lnTo>
                    <a:pt x="386" y="67"/>
                  </a:lnTo>
                  <a:lnTo>
                    <a:pt x="385" y="64"/>
                  </a:lnTo>
                  <a:lnTo>
                    <a:pt x="385" y="63"/>
                  </a:lnTo>
                  <a:lnTo>
                    <a:pt x="386" y="62"/>
                  </a:lnTo>
                  <a:lnTo>
                    <a:pt x="385" y="59"/>
                  </a:lnTo>
                  <a:lnTo>
                    <a:pt x="383" y="56"/>
                  </a:lnTo>
                  <a:lnTo>
                    <a:pt x="383" y="54"/>
                  </a:lnTo>
                  <a:lnTo>
                    <a:pt x="385" y="52"/>
                  </a:lnTo>
                  <a:lnTo>
                    <a:pt x="385" y="50"/>
                  </a:lnTo>
                  <a:lnTo>
                    <a:pt x="386" y="47"/>
                  </a:lnTo>
                  <a:lnTo>
                    <a:pt x="390" y="43"/>
                  </a:lnTo>
                  <a:lnTo>
                    <a:pt x="390" y="43"/>
                  </a:lnTo>
                  <a:close/>
                  <a:moveTo>
                    <a:pt x="397" y="41"/>
                  </a:moveTo>
                  <a:lnTo>
                    <a:pt x="398" y="42"/>
                  </a:lnTo>
                  <a:lnTo>
                    <a:pt x="398" y="43"/>
                  </a:lnTo>
                  <a:lnTo>
                    <a:pt x="397" y="45"/>
                  </a:lnTo>
                  <a:lnTo>
                    <a:pt x="395" y="45"/>
                  </a:lnTo>
                  <a:lnTo>
                    <a:pt x="394" y="46"/>
                  </a:lnTo>
                  <a:lnTo>
                    <a:pt x="393" y="42"/>
                  </a:lnTo>
                  <a:lnTo>
                    <a:pt x="395" y="42"/>
                  </a:lnTo>
                  <a:lnTo>
                    <a:pt x="397" y="41"/>
                  </a:lnTo>
                  <a:close/>
                  <a:moveTo>
                    <a:pt x="7" y="34"/>
                  </a:moveTo>
                  <a:lnTo>
                    <a:pt x="8" y="35"/>
                  </a:lnTo>
                  <a:lnTo>
                    <a:pt x="11" y="37"/>
                  </a:lnTo>
                  <a:lnTo>
                    <a:pt x="8" y="38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7" y="34"/>
                  </a:lnTo>
                  <a:close/>
                  <a:moveTo>
                    <a:pt x="132" y="33"/>
                  </a:moveTo>
                  <a:lnTo>
                    <a:pt x="133" y="34"/>
                  </a:lnTo>
                  <a:lnTo>
                    <a:pt x="132" y="35"/>
                  </a:lnTo>
                  <a:lnTo>
                    <a:pt x="132" y="33"/>
                  </a:lnTo>
                  <a:close/>
                  <a:moveTo>
                    <a:pt x="127" y="31"/>
                  </a:moveTo>
                  <a:lnTo>
                    <a:pt x="128" y="31"/>
                  </a:lnTo>
                  <a:lnTo>
                    <a:pt x="125" y="34"/>
                  </a:lnTo>
                  <a:lnTo>
                    <a:pt x="124" y="33"/>
                  </a:lnTo>
                  <a:lnTo>
                    <a:pt x="125" y="31"/>
                  </a:lnTo>
                  <a:lnTo>
                    <a:pt x="127" y="31"/>
                  </a:lnTo>
                  <a:close/>
                  <a:moveTo>
                    <a:pt x="132" y="29"/>
                  </a:moveTo>
                  <a:lnTo>
                    <a:pt x="133" y="30"/>
                  </a:lnTo>
                  <a:lnTo>
                    <a:pt x="132" y="30"/>
                  </a:lnTo>
                  <a:lnTo>
                    <a:pt x="132" y="29"/>
                  </a:lnTo>
                  <a:close/>
                  <a:moveTo>
                    <a:pt x="265" y="27"/>
                  </a:moveTo>
                  <a:lnTo>
                    <a:pt x="266" y="27"/>
                  </a:lnTo>
                  <a:lnTo>
                    <a:pt x="266" y="30"/>
                  </a:lnTo>
                  <a:lnTo>
                    <a:pt x="265" y="29"/>
                  </a:lnTo>
                  <a:lnTo>
                    <a:pt x="265" y="27"/>
                  </a:lnTo>
                  <a:close/>
                  <a:moveTo>
                    <a:pt x="132" y="26"/>
                  </a:moveTo>
                  <a:lnTo>
                    <a:pt x="133" y="26"/>
                  </a:lnTo>
                  <a:lnTo>
                    <a:pt x="132" y="27"/>
                  </a:lnTo>
                  <a:lnTo>
                    <a:pt x="132" y="26"/>
                  </a:lnTo>
                  <a:close/>
                  <a:moveTo>
                    <a:pt x="267" y="25"/>
                  </a:moveTo>
                  <a:lnTo>
                    <a:pt x="266" y="25"/>
                  </a:lnTo>
                  <a:lnTo>
                    <a:pt x="265" y="25"/>
                  </a:lnTo>
                  <a:lnTo>
                    <a:pt x="267" y="25"/>
                  </a:lnTo>
                  <a:close/>
                  <a:moveTo>
                    <a:pt x="360" y="24"/>
                  </a:moveTo>
                  <a:lnTo>
                    <a:pt x="362" y="26"/>
                  </a:lnTo>
                  <a:lnTo>
                    <a:pt x="362" y="29"/>
                  </a:lnTo>
                  <a:lnTo>
                    <a:pt x="361" y="30"/>
                  </a:lnTo>
                  <a:lnTo>
                    <a:pt x="360" y="27"/>
                  </a:lnTo>
                  <a:lnTo>
                    <a:pt x="358" y="25"/>
                  </a:lnTo>
                  <a:lnTo>
                    <a:pt x="360" y="24"/>
                  </a:lnTo>
                  <a:close/>
                  <a:moveTo>
                    <a:pt x="374" y="21"/>
                  </a:moveTo>
                  <a:lnTo>
                    <a:pt x="375" y="21"/>
                  </a:lnTo>
                  <a:lnTo>
                    <a:pt x="375" y="24"/>
                  </a:lnTo>
                  <a:lnTo>
                    <a:pt x="375" y="24"/>
                  </a:lnTo>
                  <a:lnTo>
                    <a:pt x="374" y="21"/>
                  </a:lnTo>
                  <a:close/>
                  <a:moveTo>
                    <a:pt x="266" y="20"/>
                  </a:moveTo>
                  <a:lnTo>
                    <a:pt x="266" y="21"/>
                  </a:lnTo>
                  <a:lnTo>
                    <a:pt x="266" y="20"/>
                  </a:lnTo>
                  <a:lnTo>
                    <a:pt x="266" y="20"/>
                  </a:lnTo>
                  <a:close/>
                  <a:moveTo>
                    <a:pt x="266" y="18"/>
                  </a:moveTo>
                  <a:lnTo>
                    <a:pt x="269" y="18"/>
                  </a:lnTo>
                  <a:lnTo>
                    <a:pt x="269" y="20"/>
                  </a:lnTo>
                  <a:lnTo>
                    <a:pt x="266" y="20"/>
                  </a:lnTo>
                  <a:lnTo>
                    <a:pt x="266" y="18"/>
                  </a:lnTo>
                  <a:lnTo>
                    <a:pt x="266" y="18"/>
                  </a:lnTo>
                  <a:close/>
                  <a:moveTo>
                    <a:pt x="154" y="16"/>
                  </a:moveTo>
                  <a:lnTo>
                    <a:pt x="158" y="20"/>
                  </a:lnTo>
                  <a:lnTo>
                    <a:pt x="157" y="22"/>
                  </a:lnTo>
                  <a:lnTo>
                    <a:pt x="154" y="22"/>
                  </a:lnTo>
                  <a:lnTo>
                    <a:pt x="156" y="21"/>
                  </a:lnTo>
                  <a:lnTo>
                    <a:pt x="154" y="21"/>
                  </a:lnTo>
                  <a:lnTo>
                    <a:pt x="152" y="18"/>
                  </a:lnTo>
                  <a:lnTo>
                    <a:pt x="153" y="17"/>
                  </a:lnTo>
                  <a:lnTo>
                    <a:pt x="154" y="16"/>
                  </a:lnTo>
                  <a:close/>
                  <a:moveTo>
                    <a:pt x="246" y="14"/>
                  </a:moveTo>
                  <a:lnTo>
                    <a:pt x="249" y="16"/>
                  </a:lnTo>
                  <a:lnTo>
                    <a:pt x="253" y="14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2" y="16"/>
                  </a:lnTo>
                  <a:lnTo>
                    <a:pt x="265" y="17"/>
                  </a:lnTo>
                  <a:lnTo>
                    <a:pt x="265" y="17"/>
                  </a:lnTo>
                  <a:lnTo>
                    <a:pt x="264" y="17"/>
                  </a:lnTo>
                  <a:lnTo>
                    <a:pt x="264" y="18"/>
                  </a:lnTo>
                  <a:lnTo>
                    <a:pt x="264" y="20"/>
                  </a:lnTo>
                  <a:lnTo>
                    <a:pt x="265" y="21"/>
                  </a:lnTo>
                  <a:lnTo>
                    <a:pt x="267" y="24"/>
                  </a:lnTo>
                  <a:lnTo>
                    <a:pt x="265" y="25"/>
                  </a:lnTo>
                  <a:lnTo>
                    <a:pt x="262" y="24"/>
                  </a:lnTo>
                  <a:lnTo>
                    <a:pt x="261" y="25"/>
                  </a:lnTo>
                  <a:lnTo>
                    <a:pt x="264" y="26"/>
                  </a:lnTo>
                  <a:lnTo>
                    <a:pt x="265" y="27"/>
                  </a:lnTo>
                  <a:lnTo>
                    <a:pt x="265" y="29"/>
                  </a:lnTo>
                  <a:lnTo>
                    <a:pt x="264" y="29"/>
                  </a:lnTo>
                  <a:lnTo>
                    <a:pt x="262" y="30"/>
                  </a:lnTo>
                  <a:lnTo>
                    <a:pt x="265" y="33"/>
                  </a:lnTo>
                  <a:lnTo>
                    <a:pt x="265" y="35"/>
                  </a:lnTo>
                  <a:lnTo>
                    <a:pt x="269" y="39"/>
                  </a:lnTo>
                  <a:lnTo>
                    <a:pt x="271" y="41"/>
                  </a:lnTo>
                  <a:lnTo>
                    <a:pt x="270" y="43"/>
                  </a:lnTo>
                  <a:lnTo>
                    <a:pt x="267" y="43"/>
                  </a:lnTo>
                  <a:lnTo>
                    <a:pt x="266" y="45"/>
                  </a:lnTo>
                  <a:lnTo>
                    <a:pt x="267" y="46"/>
                  </a:lnTo>
                  <a:lnTo>
                    <a:pt x="267" y="47"/>
                  </a:lnTo>
                  <a:lnTo>
                    <a:pt x="270" y="49"/>
                  </a:lnTo>
                  <a:lnTo>
                    <a:pt x="275" y="54"/>
                  </a:lnTo>
                  <a:lnTo>
                    <a:pt x="277" y="54"/>
                  </a:lnTo>
                  <a:lnTo>
                    <a:pt x="278" y="55"/>
                  </a:lnTo>
                  <a:lnTo>
                    <a:pt x="279" y="58"/>
                  </a:lnTo>
                  <a:lnTo>
                    <a:pt x="281" y="58"/>
                  </a:lnTo>
                  <a:lnTo>
                    <a:pt x="281" y="59"/>
                  </a:lnTo>
                  <a:lnTo>
                    <a:pt x="279" y="60"/>
                  </a:lnTo>
                  <a:lnTo>
                    <a:pt x="278" y="59"/>
                  </a:lnTo>
                  <a:lnTo>
                    <a:pt x="275" y="60"/>
                  </a:lnTo>
                  <a:lnTo>
                    <a:pt x="273" y="60"/>
                  </a:lnTo>
                  <a:lnTo>
                    <a:pt x="269" y="56"/>
                  </a:lnTo>
                  <a:lnTo>
                    <a:pt x="270" y="60"/>
                  </a:lnTo>
                  <a:lnTo>
                    <a:pt x="269" y="62"/>
                  </a:lnTo>
                  <a:lnTo>
                    <a:pt x="267" y="60"/>
                  </a:lnTo>
                  <a:lnTo>
                    <a:pt x="266" y="62"/>
                  </a:lnTo>
                  <a:lnTo>
                    <a:pt x="266" y="64"/>
                  </a:lnTo>
                  <a:lnTo>
                    <a:pt x="265" y="66"/>
                  </a:lnTo>
                  <a:lnTo>
                    <a:pt x="264" y="70"/>
                  </a:lnTo>
                  <a:lnTo>
                    <a:pt x="264" y="71"/>
                  </a:lnTo>
                  <a:lnTo>
                    <a:pt x="262" y="75"/>
                  </a:lnTo>
                  <a:lnTo>
                    <a:pt x="260" y="77"/>
                  </a:lnTo>
                  <a:lnTo>
                    <a:pt x="260" y="81"/>
                  </a:lnTo>
                  <a:lnTo>
                    <a:pt x="258" y="83"/>
                  </a:lnTo>
                  <a:lnTo>
                    <a:pt x="257" y="85"/>
                  </a:lnTo>
                  <a:lnTo>
                    <a:pt x="256" y="83"/>
                  </a:lnTo>
                  <a:lnTo>
                    <a:pt x="254" y="83"/>
                  </a:lnTo>
                  <a:lnTo>
                    <a:pt x="256" y="84"/>
                  </a:lnTo>
                  <a:lnTo>
                    <a:pt x="256" y="87"/>
                  </a:lnTo>
                  <a:lnTo>
                    <a:pt x="253" y="89"/>
                  </a:lnTo>
                  <a:lnTo>
                    <a:pt x="253" y="91"/>
                  </a:lnTo>
                  <a:lnTo>
                    <a:pt x="250" y="92"/>
                  </a:lnTo>
                  <a:lnTo>
                    <a:pt x="249" y="92"/>
                  </a:lnTo>
                  <a:lnTo>
                    <a:pt x="249" y="92"/>
                  </a:lnTo>
                  <a:lnTo>
                    <a:pt x="248" y="95"/>
                  </a:lnTo>
                  <a:lnTo>
                    <a:pt x="252" y="93"/>
                  </a:lnTo>
                  <a:lnTo>
                    <a:pt x="252" y="95"/>
                  </a:lnTo>
                  <a:lnTo>
                    <a:pt x="252" y="96"/>
                  </a:lnTo>
                  <a:lnTo>
                    <a:pt x="250" y="97"/>
                  </a:lnTo>
                  <a:lnTo>
                    <a:pt x="250" y="97"/>
                  </a:lnTo>
                  <a:lnTo>
                    <a:pt x="252" y="97"/>
                  </a:lnTo>
                  <a:lnTo>
                    <a:pt x="253" y="100"/>
                  </a:lnTo>
                  <a:lnTo>
                    <a:pt x="252" y="101"/>
                  </a:lnTo>
                  <a:lnTo>
                    <a:pt x="250" y="101"/>
                  </a:lnTo>
                  <a:lnTo>
                    <a:pt x="249" y="100"/>
                  </a:lnTo>
                  <a:lnTo>
                    <a:pt x="249" y="101"/>
                  </a:lnTo>
                  <a:lnTo>
                    <a:pt x="250" y="102"/>
                  </a:lnTo>
                  <a:lnTo>
                    <a:pt x="252" y="102"/>
                  </a:lnTo>
                  <a:lnTo>
                    <a:pt x="249" y="106"/>
                  </a:lnTo>
                  <a:lnTo>
                    <a:pt x="248" y="106"/>
                  </a:lnTo>
                  <a:lnTo>
                    <a:pt x="248" y="105"/>
                  </a:lnTo>
                  <a:lnTo>
                    <a:pt x="246" y="109"/>
                  </a:lnTo>
                  <a:lnTo>
                    <a:pt x="246" y="110"/>
                  </a:lnTo>
                  <a:lnTo>
                    <a:pt x="244" y="114"/>
                  </a:lnTo>
                  <a:lnTo>
                    <a:pt x="240" y="117"/>
                  </a:lnTo>
                  <a:lnTo>
                    <a:pt x="237" y="118"/>
                  </a:lnTo>
                  <a:lnTo>
                    <a:pt x="232" y="121"/>
                  </a:lnTo>
                  <a:lnTo>
                    <a:pt x="229" y="121"/>
                  </a:lnTo>
                  <a:lnTo>
                    <a:pt x="229" y="117"/>
                  </a:lnTo>
                  <a:lnTo>
                    <a:pt x="229" y="116"/>
                  </a:lnTo>
                  <a:lnTo>
                    <a:pt x="228" y="114"/>
                  </a:lnTo>
                  <a:lnTo>
                    <a:pt x="228" y="113"/>
                  </a:lnTo>
                  <a:lnTo>
                    <a:pt x="227" y="113"/>
                  </a:lnTo>
                  <a:lnTo>
                    <a:pt x="225" y="112"/>
                  </a:lnTo>
                  <a:lnTo>
                    <a:pt x="224" y="113"/>
                  </a:lnTo>
                  <a:lnTo>
                    <a:pt x="223" y="112"/>
                  </a:lnTo>
                  <a:lnTo>
                    <a:pt x="221" y="110"/>
                  </a:lnTo>
                  <a:lnTo>
                    <a:pt x="220" y="112"/>
                  </a:lnTo>
                  <a:lnTo>
                    <a:pt x="221" y="113"/>
                  </a:lnTo>
                  <a:lnTo>
                    <a:pt x="219" y="113"/>
                  </a:lnTo>
                  <a:lnTo>
                    <a:pt x="219" y="112"/>
                  </a:lnTo>
                  <a:lnTo>
                    <a:pt x="219" y="110"/>
                  </a:lnTo>
                  <a:lnTo>
                    <a:pt x="217" y="109"/>
                  </a:lnTo>
                  <a:lnTo>
                    <a:pt x="216" y="109"/>
                  </a:lnTo>
                  <a:lnTo>
                    <a:pt x="213" y="108"/>
                  </a:lnTo>
                  <a:lnTo>
                    <a:pt x="212" y="109"/>
                  </a:lnTo>
                  <a:lnTo>
                    <a:pt x="211" y="110"/>
                  </a:lnTo>
                  <a:lnTo>
                    <a:pt x="208" y="110"/>
                  </a:lnTo>
                  <a:lnTo>
                    <a:pt x="207" y="112"/>
                  </a:lnTo>
                  <a:lnTo>
                    <a:pt x="206" y="112"/>
                  </a:lnTo>
                  <a:lnTo>
                    <a:pt x="204" y="112"/>
                  </a:lnTo>
                  <a:lnTo>
                    <a:pt x="203" y="112"/>
                  </a:lnTo>
                  <a:lnTo>
                    <a:pt x="200" y="114"/>
                  </a:lnTo>
                  <a:lnTo>
                    <a:pt x="198" y="114"/>
                  </a:lnTo>
                  <a:lnTo>
                    <a:pt x="199" y="113"/>
                  </a:lnTo>
                  <a:lnTo>
                    <a:pt x="198" y="109"/>
                  </a:lnTo>
                  <a:lnTo>
                    <a:pt x="198" y="106"/>
                  </a:lnTo>
                  <a:lnTo>
                    <a:pt x="198" y="104"/>
                  </a:lnTo>
                  <a:lnTo>
                    <a:pt x="196" y="102"/>
                  </a:lnTo>
                  <a:lnTo>
                    <a:pt x="198" y="104"/>
                  </a:lnTo>
                  <a:lnTo>
                    <a:pt x="196" y="106"/>
                  </a:lnTo>
                  <a:lnTo>
                    <a:pt x="195" y="106"/>
                  </a:lnTo>
                  <a:lnTo>
                    <a:pt x="194" y="106"/>
                  </a:lnTo>
                  <a:lnTo>
                    <a:pt x="191" y="108"/>
                  </a:lnTo>
                  <a:lnTo>
                    <a:pt x="188" y="108"/>
                  </a:lnTo>
                  <a:lnTo>
                    <a:pt x="186" y="106"/>
                  </a:lnTo>
                  <a:lnTo>
                    <a:pt x="185" y="106"/>
                  </a:lnTo>
                  <a:lnTo>
                    <a:pt x="183" y="105"/>
                  </a:lnTo>
                  <a:lnTo>
                    <a:pt x="182" y="106"/>
                  </a:lnTo>
                  <a:lnTo>
                    <a:pt x="181" y="106"/>
                  </a:lnTo>
                  <a:lnTo>
                    <a:pt x="179" y="104"/>
                  </a:lnTo>
                  <a:lnTo>
                    <a:pt x="179" y="101"/>
                  </a:lnTo>
                  <a:lnTo>
                    <a:pt x="178" y="96"/>
                  </a:lnTo>
                  <a:lnTo>
                    <a:pt x="175" y="95"/>
                  </a:lnTo>
                  <a:lnTo>
                    <a:pt x="175" y="93"/>
                  </a:lnTo>
                  <a:lnTo>
                    <a:pt x="177" y="91"/>
                  </a:lnTo>
                  <a:lnTo>
                    <a:pt x="178" y="89"/>
                  </a:lnTo>
                  <a:lnTo>
                    <a:pt x="178" y="87"/>
                  </a:lnTo>
                  <a:lnTo>
                    <a:pt x="177" y="84"/>
                  </a:lnTo>
                  <a:lnTo>
                    <a:pt x="174" y="81"/>
                  </a:lnTo>
                  <a:lnTo>
                    <a:pt x="170" y="80"/>
                  </a:lnTo>
                  <a:lnTo>
                    <a:pt x="167" y="79"/>
                  </a:lnTo>
                  <a:lnTo>
                    <a:pt x="167" y="77"/>
                  </a:lnTo>
                  <a:lnTo>
                    <a:pt x="170" y="77"/>
                  </a:lnTo>
                  <a:lnTo>
                    <a:pt x="171" y="76"/>
                  </a:lnTo>
                  <a:lnTo>
                    <a:pt x="175" y="75"/>
                  </a:lnTo>
                  <a:lnTo>
                    <a:pt x="178" y="74"/>
                  </a:lnTo>
                  <a:lnTo>
                    <a:pt x="181" y="74"/>
                  </a:lnTo>
                  <a:lnTo>
                    <a:pt x="179" y="72"/>
                  </a:lnTo>
                  <a:lnTo>
                    <a:pt x="175" y="75"/>
                  </a:lnTo>
                  <a:lnTo>
                    <a:pt x="171" y="75"/>
                  </a:lnTo>
                  <a:lnTo>
                    <a:pt x="170" y="75"/>
                  </a:lnTo>
                  <a:lnTo>
                    <a:pt x="167" y="75"/>
                  </a:lnTo>
                  <a:lnTo>
                    <a:pt x="166" y="72"/>
                  </a:lnTo>
                  <a:lnTo>
                    <a:pt x="167" y="71"/>
                  </a:lnTo>
                  <a:lnTo>
                    <a:pt x="169" y="72"/>
                  </a:lnTo>
                  <a:lnTo>
                    <a:pt x="167" y="70"/>
                  </a:lnTo>
                  <a:lnTo>
                    <a:pt x="163" y="66"/>
                  </a:lnTo>
                  <a:lnTo>
                    <a:pt x="163" y="62"/>
                  </a:lnTo>
                  <a:lnTo>
                    <a:pt x="165" y="60"/>
                  </a:lnTo>
                  <a:lnTo>
                    <a:pt x="166" y="59"/>
                  </a:lnTo>
                  <a:lnTo>
                    <a:pt x="165" y="58"/>
                  </a:lnTo>
                  <a:lnTo>
                    <a:pt x="165" y="55"/>
                  </a:lnTo>
                  <a:lnTo>
                    <a:pt x="167" y="52"/>
                  </a:lnTo>
                  <a:lnTo>
                    <a:pt x="170" y="49"/>
                  </a:lnTo>
                  <a:lnTo>
                    <a:pt x="171" y="47"/>
                  </a:lnTo>
                  <a:lnTo>
                    <a:pt x="173" y="46"/>
                  </a:lnTo>
                  <a:lnTo>
                    <a:pt x="175" y="50"/>
                  </a:lnTo>
                  <a:lnTo>
                    <a:pt x="179" y="54"/>
                  </a:lnTo>
                  <a:lnTo>
                    <a:pt x="179" y="54"/>
                  </a:lnTo>
                  <a:lnTo>
                    <a:pt x="182" y="56"/>
                  </a:lnTo>
                  <a:lnTo>
                    <a:pt x="183" y="59"/>
                  </a:lnTo>
                  <a:lnTo>
                    <a:pt x="185" y="59"/>
                  </a:lnTo>
                  <a:lnTo>
                    <a:pt x="188" y="58"/>
                  </a:lnTo>
                  <a:lnTo>
                    <a:pt x="188" y="56"/>
                  </a:lnTo>
                  <a:lnTo>
                    <a:pt x="191" y="56"/>
                  </a:lnTo>
                  <a:lnTo>
                    <a:pt x="194" y="56"/>
                  </a:lnTo>
                  <a:lnTo>
                    <a:pt x="199" y="56"/>
                  </a:lnTo>
                  <a:lnTo>
                    <a:pt x="206" y="54"/>
                  </a:lnTo>
                  <a:lnTo>
                    <a:pt x="208" y="52"/>
                  </a:lnTo>
                  <a:lnTo>
                    <a:pt x="213" y="52"/>
                  </a:lnTo>
                  <a:lnTo>
                    <a:pt x="216" y="54"/>
                  </a:lnTo>
                  <a:lnTo>
                    <a:pt x="217" y="55"/>
                  </a:lnTo>
                  <a:lnTo>
                    <a:pt x="220" y="55"/>
                  </a:lnTo>
                  <a:lnTo>
                    <a:pt x="225" y="52"/>
                  </a:lnTo>
                  <a:lnTo>
                    <a:pt x="231" y="51"/>
                  </a:lnTo>
                  <a:lnTo>
                    <a:pt x="231" y="50"/>
                  </a:lnTo>
                  <a:lnTo>
                    <a:pt x="236" y="42"/>
                  </a:lnTo>
                  <a:lnTo>
                    <a:pt x="237" y="37"/>
                  </a:lnTo>
                  <a:lnTo>
                    <a:pt x="241" y="31"/>
                  </a:lnTo>
                  <a:lnTo>
                    <a:pt x="244" y="22"/>
                  </a:lnTo>
                  <a:lnTo>
                    <a:pt x="244" y="21"/>
                  </a:lnTo>
                  <a:lnTo>
                    <a:pt x="245" y="20"/>
                  </a:lnTo>
                  <a:lnTo>
                    <a:pt x="244" y="17"/>
                  </a:lnTo>
                  <a:lnTo>
                    <a:pt x="246" y="14"/>
                  </a:lnTo>
                  <a:close/>
                  <a:moveTo>
                    <a:pt x="375" y="14"/>
                  </a:moveTo>
                  <a:lnTo>
                    <a:pt x="377" y="14"/>
                  </a:lnTo>
                  <a:lnTo>
                    <a:pt x="377" y="17"/>
                  </a:lnTo>
                  <a:lnTo>
                    <a:pt x="375" y="20"/>
                  </a:lnTo>
                  <a:lnTo>
                    <a:pt x="375" y="20"/>
                  </a:lnTo>
                  <a:lnTo>
                    <a:pt x="374" y="17"/>
                  </a:lnTo>
                  <a:lnTo>
                    <a:pt x="374" y="14"/>
                  </a:lnTo>
                  <a:lnTo>
                    <a:pt x="375" y="14"/>
                  </a:lnTo>
                  <a:close/>
                  <a:moveTo>
                    <a:pt x="286" y="9"/>
                  </a:moveTo>
                  <a:lnTo>
                    <a:pt x="287" y="10"/>
                  </a:lnTo>
                  <a:lnTo>
                    <a:pt x="287" y="12"/>
                  </a:lnTo>
                  <a:lnTo>
                    <a:pt x="286" y="10"/>
                  </a:lnTo>
                  <a:lnTo>
                    <a:pt x="286" y="9"/>
                  </a:lnTo>
                  <a:close/>
                  <a:moveTo>
                    <a:pt x="296" y="2"/>
                  </a:moveTo>
                  <a:lnTo>
                    <a:pt x="296" y="4"/>
                  </a:lnTo>
                  <a:lnTo>
                    <a:pt x="294" y="6"/>
                  </a:lnTo>
                  <a:lnTo>
                    <a:pt x="291" y="6"/>
                  </a:lnTo>
                  <a:lnTo>
                    <a:pt x="290" y="6"/>
                  </a:lnTo>
                  <a:lnTo>
                    <a:pt x="294" y="2"/>
                  </a:lnTo>
                  <a:lnTo>
                    <a:pt x="296" y="2"/>
                  </a:lnTo>
                  <a:close/>
                  <a:moveTo>
                    <a:pt x="1" y="0"/>
                  </a:moveTo>
                  <a:lnTo>
                    <a:pt x="7" y="0"/>
                  </a:lnTo>
                  <a:lnTo>
                    <a:pt x="12" y="4"/>
                  </a:lnTo>
                  <a:lnTo>
                    <a:pt x="13" y="5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1" y="5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8" y="5"/>
                  </a:lnTo>
                  <a:lnTo>
                    <a:pt x="30" y="9"/>
                  </a:lnTo>
                  <a:lnTo>
                    <a:pt x="32" y="9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6" y="17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52" y="27"/>
                  </a:lnTo>
                  <a:lnTo>
                    <a:pt x="52" y="29"/>
                  </a:lnTo>
                  <a:lnTo>
                    <a:pt x="54" y="29"/>
                  </a:lnTo>
                  <a:lnTo>
                    <a:pt x="57" y="31"/>
                  </a:lnTo>
                  <a:lnTo>
                    <a:pt x="57" y="35"/>
                  </a:lnTo>
                  <a:lnTo>
                    <a:pt x="58" y="37"/>
                  </a:lnTo>
                  <a:lnTo>
                    <a:pt x="59" y="35"/>
                  </a:lnTo>
                  <a:lnTo>
                    <a:pt x="61" y="39"/>
                  </a:lnTo>
                  <a:lnTo>
                    <a:pt x="62" y="39"/>
                  </a:lnTo>
                  <a:lnTo>
                    <a:pt x="62" y="38"/>
                  </a:lnTo>
                  <a:lnTo>
                    <a:pt x="65" y="39"/>
                  </a:lnTo>
                  <a:lnTo>
                    <a:pt x="70" y="41"/>
                  </a:lnTo>
                  <a:lnTo>
                    <a:pt x="73" y="45"/>
                  </a:lnTo>
                  <a:lnTo>
                    <a:pt x="74" y="49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9" y="50"/>
                  </a:lnTo>
                  <a:lnTo>
                    <a:pt x="83" y="55"/>
                  </a:lnTo>
                  <a:lnTo>
                    <a:pt x="84" y="58"/>
                  </a:lnTo>
                  <a:lnTo>
                    <a:pt x="84" y="60"/>
                  </a:lnTo>
                  <a:lnTo>
                    <a:pt x="87" y="62"/>
                  </a:lnTo>
                  <a:lnTo>
                    <a:pt x="91" y="62"/>
                  </a:lnTo>
                  <a:lnTo>
                    <a:pt x="94" y="63"/>
                  </a:lnTo>
                  <a:lnTo>
                    <a:pt x="95" y="64"/>
                  </a:lnTo>
                  <a:lnTo>
                    <a:pt x="94" y="67"/>
                  </a:lnTo>
                  <a:lnTo>
                    <a:pt x="92" y="67"/>
                  </a:lnTo>
                  <a:lnTo>
                    <a:pt x="91" y="68"/>
                  </a:lnTo>
                  <a:lnTo>
                    <a:pt x="90" y="68"/>
                  </a:lnTo>
                  <a:lnTo>
                    <a:pt x="92" y="68"/>
                  </a:lnTo>
                  <a:lnTo>
                    <a:pt x="95" y="67"/>
                  </a:lnTo>
                  <a:lnTo>
                    <a:pt x="98" y="64"/>
                  </a:lnTo>
                  <a:lnTo>
                    <a:pt x="99" y="64"/>
                  </a:lnTo>
                  <a:lnTo>
                    <a:pt x="103" y="70"/>
                  </a:lnTo>
                  <a:lnTo>
                    <a:pt x="104" y="71"/>
                  </a:lnTo>
                  <a:lnTo>
                    <a:pt x="100" y="72"/>
                  </a:lnTo>
                  <a:lnTo>
                    <a:pt x="98" y="74"/>
                  </a:lnTo>
                  <a:lnTo>
                    <a:pt x="96" y="76"/>
                  </a:lnTo>
                  <a:lnTo>
                    <a:pt x="98" y="75"/>
                  </a:lnTo>
                  <a:lnTo>
                    <a:pt x="100" y="75"/>
                  </a:lnTo>
                  <a:lnTo>
                    <a:pt x="102" y="75"/>
                  </a:lnTo>
                  <a:lnTo>
                    <a:pt x="104" y="76"/>
                  </a:lnTo>
                  <a:lnTo>
                    <a:pt x="102" y="77"/>
                  </a:lnTo>
                  <a:lnTo>
                    <a:pt x="99" y="79"/>
                  </a:lnTo>
                  <a:lnTo>
                    <a:pt x="99" y="80"/>
                  </a:lnTo>
                  <a:lnTo>
                    <a:pt x="103" y="83"/>
                  </a:lnTo>
                  <a:lnTo>
                    <a:pt x="107" y="83"/>
                  </a:lnTo>
                  <a:lnTo>
                    <a:pt x="108" y="84"/>
                  </a:lnTo>
                  <a:lnTo>
                    <a:pt x="111" y="83"/>
                  </a:lnTo>
                  <a:lnTo>
                    <a:pt x="112" y="89"/>
                  </a:lnTo>
                  <a:lnTo>
                    <a:pt x="112" y="92"/>
                  </a:lnTo>
                  <a:lnTo>
                    <a:pt x="112" y="95"/>
                  </a:lnTo>
                  <a:lnTo>
                    <a:pt x="113" y="93"/>
                  </a:lnTo>
                  <a:lnTo>
                    <a:pt x="115" y="96"/>
                  </a:lnTo>
                  <a:lnTo>
                    <a:pt x="115" y="99"/>
                  </a:lnTo>
                  <a:lnTo>
                    <a:pt x="117" y="100"/>
                  </a:lnTo>
                  <a:lnTo>
                    <a:pt x="121" y="99"/>
                  </a:lnTo>
                  <a:lnTo>
                    <a:pt x="123" y="100"/>
                  </a:lnTo>
                  <a:lnTo>
                    <a:pt x="124" y="101"/>
                  </a:lnTo>
                  <a:lnTo>
                    <a:pt x="125" y="102"/>
                  </a:lnTo>
                  <a:lnTo>
                    <a:pt x="127" y="105"/>
                  </a:lnTo>
                  <a:lnTo>
                    <a:pt x="128" y="106"/>
                  </a:lnTo>
                  <a:lnTo>
                    <a:pt x="131" y="108"/>
                  </a:lnTo>
                  <a:lnTo>
                    <a:pt x="131" y="110"/>
                  </a:lnTo>
                  <a:lnTo>
                    <a:pt x="129" y="112"/>
                  </a:lnTo>
                  <a:lnTo>
                    <a:pt x="128" y="113"/>
                  </a:lnTo>
                  <a:lnTo>
                    <a:pt x="128" y="116"/>
                  </a:lnTo>
                  <a:lnTo>
                    <a:pt x="128" y="118"/>
                  </a:lnTo>
                  <a:lnTo>
                    <a:pt x="127" y="122"/>
                  </a:lnTo>
                  <a:lnTo>
                    <a:pt x="128" y="127"/>
                  </a:lnTo>
                  <a:lnTo>
                    <a:pt x="127" y="134"/>
                  </a:lnTo>
                  <a:lnTo>
                    <a:pt x="127" y="139"/>
                  </a:lnTo>
                  <a:lnTo>
                    <a:pt x="125" y="141"/>
                  </a:lnTo>
                  <a:lnTo>
                    <a:pt x="124" y="139"/>
                  </a:lnTo>
                  <a:lnTo>
                    <a:pt x="121" y="137"/>
                  </a:lnTo>
                  <a:lnTo>
                    <a:pt x="120" y="137"/>
                  </a:lnTo>
                  <a:lnTo>
                    <a:pt x="119" y="138"/>
                  </a:lnTo>
                  <a:lnTo>
                    <a:pt x="119" y="141"/>
                  </a:lnTo>
                  <a:lnTo>
                    <a:pt x="117" y="142"/>
                  </a:lnTo>
                  <a:lnTo>
                    <a:pt x="113" y="137"/>
                  </a:lnTo>
                  <a:lnTo>
                    <a:pt x="111" y="137"/>
                  </a:lnTo>
                  <a:lnTo>
                    <a:pt x="111" y="138"/>
                  </a:lnTo>
                  <a:lnTo>
                    <a:pt x="112" y="139"/>
                  </a:lnTo>
                  <a:lnTo>
                    <a:pt x="112" y="142"/>
                  </a:lnTo>
                  <a:lnTo>
                    <a:pt x="111" y="143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7" y="137"/>
                  </a:lnTo>
                  <a:lnTo>
                    <a:pt x="100" y="130"/>
                  </a:lnTo>
                  <a:lnTo>
                    <a:pt x="96" y="130"/>
                  </a:lnTo>
                  <a:lnTo>
                    <a:pt x="95" y="127"/>
                  </a:lnTo>
                  <a:lnTo>
                    <a:pt x="90" y="124"/>
                  </a:lnTo>
                  <a:lnTo>
                    <a:pt x="87" y="121"/>
                  </a:lnTo>
                  <a:lnTo>
                    <a:pt x="84" y="118"/>
                  </a:lnTo>
                  <a:lnTo>
                    <a:pt x="84" y="116"/>
                  </a:lnTo>
                  <a:lnTo>
                    <a:pt x="82" y="113"/>
                  </a:lnTo>
                  <a:lnTo>
                    <a:pt x="80" y="112"/>
                  </a:lnTo>
                  <a:lnTo>
                    <a:pt x="77" y="112"/>
                  </a:lnTo>
                  <a:lnTo>
                    <a:pt x="75" y="109"/>
                  </a:lnTo>
                  <a:lnTo>
                    <a:pt x="71" y="104"/>
                  </a:lnTo>
                  <a:lnTo>
                    <a:pt x="67" y="100"/>
                  </a:lnTo>
                  <a:lnTo>
                    <a:pt x="66" y="97"/>
                  </a:lnTo>
                  <a:lnTo>
                    <a:pt x="66" y="93"/>
                  </a:lnTo>
                  <a:lnTo>
                    <a:pt x="62" y="85"/>
                  </a:lnTo>
                  <a:lnTo>
                    <a:pt x="61" y="80"/>
                  </a:lnTo>
                  <a:lnTo>
                    <a:pt x="58" y="77"/>
                  </a:lnTo>
                  <a:lnTo>
                    <a:pt x="55" y="72"/>
                  </a:lnTo>
                  <a:lnTo>
                    <a:pt x="55" y="71"/>
                  </a:lnTo>
                  <a:lnTo>
                    <a:pt x="52" y="68"/>
                  </a:lnTo>
                  <a:lnTo>
                    <a:pt x="49" y="67"/>
                  </a:lnTo>
                  <a:lnTo>
                    <a:pt x="48" y="64"/>
                  </a:lnTo>
                  <a:lnTo>
                    <a:pt x="45" y="58"/>
                  </a:lnTo>
                  <a:lnTo>
                    <a:pt x="45" y="56"/>
                  </a:lnTo>
                  <a:lnTo>
                    <a:pt x="45" y="54"/>
                  </a:lnTo>
                  <a:lnTo>
                    <a:pt x="42" y="52"/>
                  </a:lnTo>
                  <a:lnTo>
                    <a:pt x="44" y="50"/>
                  </a:lnTo>
                  <a:lnTo>
                    <a:pt x="44" y="49"/>
                  </a:lnTo>
                  <a:lnTo>
                    <a:pt x="42" y="50"/>
                  </a:lnTo>
                  <a:lnTo>
                    <a:pt x="40" y="49"/>
                  </a:lnTo>
                  <a:lnTo>
                    <a:pt x="37" y="45"/>
                  </a:lnTo>
                  <a:lnTo>
                    <a:pt x="34" y="45"/>
                  </a:lnTo>
                  <a:lnTo>
                    <a:pt x="33" y="43"/>
                  </a:lnTo>
                  <a:lnTo>
                    <a:pt x="33" y="41"/>
                  </a:lnTo>
                  <a:lnTo>
                    <a:pt x="32" y="39"/>
                  </a:lnTo>
                  <a:lnTo>
                    <a:pt x="32" y="35"/>
                  </a:lnTo>
                  <a:lnTo>
                    <a:pt x="30" y="35"/>
                  </a:lnTo>
                  <a:lnTo>
                    <a:pt x="27" y="31"/>
                  </a:lnTo>
                  <a:lnTo>
                    <a:pt x="23" y="25"/>
                  </a:lnTo>
                  <a:lnTo>
                    <a:pt x="19" y="22"/>
                  </a:lnTo>
                  <a:lnTo>
                    <a:pt x="17" y="22"/>
                  </a:lnTo>
                  <a:lnTo>
                    <a:pt x="15" y="22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5" y="13"/>
                  </a:lnTo>
                  <a:lnTo>
                    <a:pt x="3" y="1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2" name="Freeform 357"/>
            <p:cNvSpPr>
              <a:spLocks noEditPoints="1"/>
            </p:cNvSpPr>
            <p:nvPr/>
          </p:nvSpPr>
          <p:spPr bwMode="auto">
            <a:xfrm>
              <a:off x="9412004" y="4154994"/>
              <a:ext cx="27916" cy="20302"/>
            </a:xfrm>
            <a:custGeom>
              <a:avLst/>
              <a:gdLst>
                <a:gd name="T0" fmla="*/ 8 w 11"/>
                <a:gd name="T1" fmla="*/ 7 h 8"/>
                <a:gd name="T2" fmla="*/ 11 w 11"/>
                <a:gd name="T3" fmla="*/ 7 h 8"/>
                <a:gd name="T4" fmla="*/ 11 w 11"/>
                <a:gd name="T5" fmla="*/ 8 h 8"/>
                <a:gd name="T6" fmla="*/ 9 w 11"/>
                <a:gd name="T7" fmla="*/ 8 h 8"/>
                <a:gd name="T8" fmla="*/ 8 w 11"/>
                <a:gd name="T9" fmla="*/ 8 h 8"/>
                <a:gd name="T10" fmla="*/ 7 w 11"/>
                <a:gd name="T11" fmla="*/ 8 h 8"/>
                <a:gd name="T12" fmla="*/ 5 w 11"/>
                <a:gd name="T13" fmla="*/ 8 h 8"/>
                <a:gd name="T14" fmla="*/ 4 w 11"/>
                <a:gd name="T15" fmla="*/ 8 h 8"/>
                <a:gd name="T16" fmla="*/ 5 w 11"/>
                <a:gd name="T17" fmla="*/ 7 h 8"/>
                <a:gd name="T18" fmla="*/ 8 w 11"/>
                <a:gd name="T19" fmla="*/ 7 h 8"/>
                <a:gd name="T20" fmla="*/ 3 w 11"/>
                <a:gd name="T21" fmla="*/ 0 h 8"/>
                <a:gd name="T22" fmla="*/ 3 w 11"/>
                <a:gd name="T23" fmla="*/ 1 h 8"/>
                <a:gd name="T24" fmla="*/ 3 w 11"/>
                <a:gd name="T25" fmla="*/ 3 h 8"/>
                <a:gd name="T26" fmla="*/ 0 w 11"/>
                <a:gd name="T27" fmla="*/ 3 h 8"/>
                <a:gd name="T28" fmla="*/ 3 w 11"/>
                <a:gd name="T2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8">
                  <a:moveTo>
                    <a:pt x="8" y="7"/>
                  </a:moveTo>
                  <a:lnTo>
                    <a:pt x="11" y="7"/>
                  </a:lnTo>
                  <a:lnTo>
                    <a:pt x="11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5" y="7"/>
                  </a:lnTo>
                  <a:lnTo>
                    <a:pt x="8" y="7"/>
                  </a:lnTo>
                  <a:close/>
                  <a:moveTo>
                    <a:pt x="3" y="0"/>
                  </a:moveTo>
                  <a:lnTo>
                    <a:pt x="3" y="1"/>
                  </a:lnTo>
                  <a:lnTo>
                    <a:pt x="3" y="3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3" name="Freeform 358"/>
            <p:cNvSpPr>
              <a:spLocks noEditPoints="1"/>
            </p:cNvSpPr>
            <p:nvPr/>
          </p:nvSpPr>
          <p:spPr bwMode="auto">
            <a:xfrm>
              <a:off x="9516050" y="4629553"/>
              <a:ext cx="93897" cy="30453"/>
            </a:xfrm>
            <a:custGeom>
              <a:avLst/>
              <a:gdLst>
                <a:gd name="T0" fmla="*/ 6 w 37"/>
                <a:gd name="T1" fmla="*/ 6 h 12"/>
                <a:gd name="T2" fmla="*/ 6 w 37"/>
                <a:gd name="T3" fmla="*/ 10 h 12"/>
                <a:gd name="T4" fmla="*/ 4 w 37"/>
                <a:gd name="T5" fmla="*/ 10 h 12"/>
                <a:gd name="T6" fmla="*/ 1 w 37"/>
                <a:gd name="T7" fmla="*/ 12 h 12"/>
                <a:gd name="T8" fmla="*/ 0 w 37"/>
                <a:gd name="T9" fmla="*/ 9 h 12"/>
                <a:gd name="T10" fmla="*/ 1 w 37"/>
                <a:gd name="T11" fmla="*/ 8 h 12"/>
                <a:gd name="T12" fmla="*/ 5 w 37"/>
                <a:gd name="T13" fmla="*/ 8 h 12"/>
                <a:gd name="T14" fmla="*/ 6 w 37"/>
                <a:gd name="T15" fmla="*/ 6 h 12"/>
                <a:gd name="T16" fmla="*/ 37 w 37"/>
                <a:gd name="T17" fmla="*/ 0 h 12"/>
                <a:gd name="T18" fmla="*/ 37 w 37"/>
                <a:gd name="T19" fmla="*/ 0 h 12"/>
                <a:gd name="T20" fmla="*/ 37 w 37"/>
                <a:gd name="T21" fmla="*/ 1 h 12"/>
                <a:gd name="T22" fmla="*/ 35 w 37"/>
                <a:gd name="T23" fmla="*/ 2 h 12"/>
                <a:gd name="T24" fmla="*/ 34 w 37"/>
                <a:gd name="T25" fmla="*/ 2 h 12"/>
                <a:gd name="T26" fmla="*/ 33 w 37"/>
                <a:gd name="T27" fmla="*/ 4 h 12"/>
                <a:gd name="T28" fmla="*/ 29 w 37"/>
                <a:gd name="T29" fmla="*/ 5 h 12"/>
                <a:gd name="T30" fmla="*/ 26 w 37"/>
                <a:gd name="T31" fmla="*/ 8 h 12"/>
                <a:gd name="T32" fmla="*/ 21 w 37"/>
                <a:gd name="T33" fmla="*/ 8 h 12"/>
                <a:gd name="T34" fmla="*/ 18 w 37"/>
                <a:gd name="T35" fmla="*/ 8 h 12"/>
                <a:gd name="T36" fmla="*/ 17 w 37"/>
                <a:gd name="T37" fmla="*/ 9 h 12"/>
                <a:gd name="T38" fmla="*/ 14 w 37"/>
                <a:gd name="T39" fmla="*/ 10 h 12"/>
                <a:gd name="T40" fmla="*/ 14 w 37"/>
                <a:gd name="T41" fmla="*/ 12 h 12"/>
                <a:gd name="T42" fmla="*/ 12 w 37"/>
                <a:gd name="T43" fmla="*/ 9 h 12"/>
                <a:gd name="T44" fmla="*/ 9 w 37"/>
                <a:gd name="T45" fmla="*/ 5 h 12"/>
                <a:gd name="T46" fmla="*/ 12 w 37"/>
                <a:gd name="T47" fmla="*/ 4 h 12"/>
                <a:gd name="T48" fmla="*/ 16 w 37"/>
                <a:gd name="T49" fmla="*/ 1 h 12"/>
                <a:gd name="T50" fmla="*/ 21 w 37"/>
                <a:gd name="T51" fmla="*/ 1 h 12"/>
                <a:gd name="T52" fmla="*/ 24 w 37"/>
                <a:gd name="T53" fmla="*/ 1 h 12"/>
                <a:gd name="T54" fmla="*/ 26 w 37"/>
                <a:gd name="T55" fmla="*/ 1 h 12"/>
                <a:gd name="T56" fmla="*/ 29 w 37"/>
                <a:gd name="T57" fmla="*/ 0 h 12"/>
                <a:gd name="T58" fmla="*/ 31 w 37"/>
                <a:gd name="T59" fmla="*/ 0 h 12"/>
                <a:gd name="T60" fmla="*/ 37 w 37"/>
                <a:gd name="T6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" h="12">
                  <a:moveTo>
                    <a:pt x="6" y="6"/>
                  </a:moveTo>
                  <a:lnTo>
                    <a:pt x="6" y="10"/>
                  </a:lnTo>
                  <a:lnTo>
                    <a:pt x="4" y="10"/>
                  </a:lnTo>
                  <a:lnTo>
                    <a:pt x="1" y="12"/>
                  </a:lnTo>
                  <a:lnTo>
                    <a:pt x="0" y="9"/>
                  </a:lnTo>
                  <a:lnTo>
                    <a:pt x="1" y="8"/>
                  </a:lnTo>
                  <a:lnTo>
                    <a:pt x="5" y="8"/>
                  </a:lnTo>
                  <a:lnTo>
                    <a:pt x="6" y="6"/>
                  </a:lnTo>
                  <a:close/>
                  <a:moveTo>
                    <a:pt x="37" y="0"/>
                  </a:moveTo>
                  <a:lnTo>
                    <a:pt x="37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29" y="5"/>
                  </a:lnTo>
                  <a:lnTo>
                    <a:pt x="26" y="8"/>
                  </a:lnTo>
                  <a:lnTo>
                    <a:pt x="21" y="8"/>
                  </a:lnTo>
                  <a:lnTo>
                    <a:pt x="18" y="8"/>
                  </a:lnTo>
                  <a:lnTo>
                    <a:pt x="17" y="9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2" y="9"/>
                  </a:lnTo>
                  <a:lnTo>
                    <a:pt x="9" y="5"/>
                  </a:lnTo>
                  <a:lnTo>
                    <a:pt x="12" y="4"/>
                  </a:lnTo>
                  <a:lnTo>
                    <a:pt x="16" y="1"/>
                  </a:lnTo>
                  <a:lnTo>
                    <a:pt x="21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4" name="Freeform 359"/>
            <p:cNvSpPr>
              <a:spLocks noEditPoints="1"/>
            </p:cNvSpPr>
            <p:nvPr/>
          </p:nvSpPr>
          <p:spPr bwMode="auto">
            <a:xfrm>
              <a:off x="8797870" y="4132155"/>
              <a:ext cx="578606" cy="203020"/>
            </a:xfrm>
            <a:custGeom>
              <a:avLst/>
              <a:gdLst>
                <a:gd name="T0" fmla="*/ 138 w 228"/>
                <a:gd name="T1" fmla="*/ 60 h 80"/>
                <a:gd name="T2" fmla="*/ 138 w 228"/>
                <a:gd name="T3" fmla="*/ 58 h 80"/>
                <a:gd name="T4" fmla="*/ 138 w 228"/>
                <a:gd name="T5" fmla="*/ 58 h 80"/>
                <a:gd name="T6" fmla="*/ 138 w 228"/>
                <a:gd name="T7" fmla="*/ 58 h 80"/>
                <a:gd name="T8" fmla="*/ 1 w 228"/>
                <a:gd name="T9" fmla="*/ 21 h 80"/>
                <a:gd name="T10" fmla="*/ 0 w 228"/>
                <a:gd name="T11" fmla="*/ 21 h 80"/>
                <a:gd name="T12" fmla="*/ 12 w 228"/>
                <a:gd name="T13" fmla="*/ 10 h 80"/>
                <a:gd name="T14" fmla="*/ 14 w 228"/>
                <a:gd name="T15" fmla="*/ 20 h 80"/>
                <a:gd name="T16" fmla="*/ 22 w 228"/>
                <a:gd name="T17" fmla="*/ 16 h 80"/>
                <a:gd name="T18" fmla="*/ 27 w 228"/>
                <a:gd name="T19" fmla="*/ 13 h 80"/>
                <a:gd name="T20" fmla="*/ 41 w 228"/>
                <a:gd name="T21" fmla="*/ 35 h 80"/>
                <a:gd name="T22" fmla="*/ 41 w 228"/>
                <a:gd name="T23" fmla="*/ 51 h 80"/>
                <a:gd name="T24" fmla="*/ 47 w 228"/>
                <a:gd name="T25" fmla="*/ 59 h 80"/>
                <a:gd name="T26" fmla="*/ 50 w 228"/>
                <a:gd name="T27" fmla="*/ 66 h 80"/>
                <a:gd name="T28" fmla="*/ 50 w 228"/>
                <a:gd name="T29" fmla="*/ 71 h 80"/>
                <a:gd name="T30" fmla="*/ 50 w 228"/>
                <a:gd name="T31" fmla="*/ 72 h 80"/>
                <a:gd name="T32" fmla="*/ 43 w 228"/>
                <a:gd name="T33" fmla="*/ 72 h 80"/>
                <a:gd name="T34" fmla="*/ 31 w 228"/>
                <a:gd name="T35" fmla="*/ 66 h 80"/>
                <a:gd name="T36" fmla="*/ 21 w 228"/>
                <a:gd name="T37" fmla="*/ 58 h 80"/>
                <a:gd name="T38" fmla="*/ 17 w 228"/>
                <a:gd name="T39" fmla="*/ 50 h 80"/>
                <a:gd name="T40" fmla="*/ 8 w 228"/>
                <a:gd name="T41" fmla="*/ 39 h 80"/>
                <a:gd name="T42" fmla="*/ 6 w 228"/>
                <a:gd name="T43" fmla="*/ 27 h 80"/>
                <a:gd name="T44" fmla="*/ 2 w 228"/>
                <a:gd name="T45" fmla="*/ 6 h 80"/>
                <a:gd name="T46" fmla="*/ 207 w 228"/>
                <a:gd name="T47" fmla="*/ 10 h 80"/>
                <a:gd name="T48" fmla="*/ 209 w 228"/>
                <a:gd name="T49" fmla="*/ 18 h 80"/>
                <a:gd name="T50" fmla="*/ 212 w 228"/>
                <a:gd name="T51" fmla="*/ 21 h 80"/>
                <a:gd name="T52" fmla="*/ 221 w 228"/>
                <a:gd name="T53" fmla="*/ 22 h 80"/>
                <a:gd name="T54" fmla="*/ 225 w 228"/>
                <a:gd name="T55" fmla="*/ 29 h 80"/>
                <a:gd name="T56" fmla="*/ 218 w 228"/>
                <a:gd name="T57" fmla="*/ 35 h 80"/>
                <a:gd name="T58" fmla="*/ 208 w 228"/>
                <a:gd name="T59" fmla="*/ 37 h 80"/>
                <a:gd name="T60" fmla="*/ 196 w 228"/>
                <a:gd name="T61" fmla="*/ 35 h 80"/>
                <a:gd name="T62" fmla="*/ 187 w 228"/>
                <a:gd name="T63" fmla="*/ 42 h 80"/>
                <a:gd name="T64" fmla="*/ 174 w 228"/>
                <a:gd name="T65" fmla="*/ 71 h 80"/>
                <a:gd name="T66" fmla="*/ 159 w 228"/>
                <a:gd name="T67" fmla="*/ 75 h 80"/>
                <a:gd name="T68" fmla="*/ 137 w 228"/>
                <a:gd name="T69" fmla="*/ 77 h 80"/>
                <a:gd name="T70" fmla="*/ 126 w 228"/>
                <a:gd name="T71" fmla="*/ 80 h 80"/>
                <a:gd name="T72" fmla="*/ 116 w 228"/>
                <a:gd name="T73" fmla="*/ 67 h 80"/>
                <a:gd name="T74" fmla="*/ 129 w 228"/>
                <a:gd name="T75" fmla="*/ 72 h 80"/>
                <a:gd name="T76" fmla="*/ 135 w 228"/>
                <a:gd name="T77" fmla="*/ 64 h 80"/>
                <a:gd name="T78" fmla="*/ 142 w 228"/>
                <a:gd name="T79" fmla="*/ 60 h 80"/>
                <a:gd name="T80" fmla="*/ 158 w 228"/>
                <a:gd name="T81" fmla="*/ 48 h 80"/>
                <a:gd name="T82" fmla="*/ 166 w 228"/>
                <a:gd name="T83" fmla="*/ 35 h 80"/>
                <a:gd name="T84" fmla="*/ 175 w 228"/>
                <a:gd name="T85" fmla="*/ 39 h 80"/>
                <a:gd name="T86" fmla="*/ 178 w 228"/>
                <a:gd name="T87" fmla="*/ 31 h 80"/>
                <a:gd name="T88" fmla="*/ 182 w 228"/>
                <a:gd name="T89" fmla="*/ 35 h 80"/>
                <a:gd name="T90" fmla="*/ 183 w 228"/>
                <a:gd name="T91" fmla="*/ 27 h 80"/>
                <a:gd name="T92" fmla="*/ 180 w 228"/>
                <a:gd name="T93" fmla="*/ 25 h 80"/>
                <a:gd name="T94" fmla="*/ 193 w 228"/>
                <a:gd name="T95" fmla="*/ 10 h 80"/>
                <a:gd name="T96" fmla="*/ 197 w 228"/>
                <a:gd name="T97" fmla="*/ 9 h 80"/>
                <a:gd name="T98" fmla="*/ 203 w 228"/>
                <a:gd name="T99" fmla="*/ 0 h 80"/>
                <a:gd name="T100" fmla="*/ 203 w 228"/>
                <a:gd name="T101" fmla="*/ 0 h 80"/>
                <a:gd name="T102" fmla="*/ 200 w 228"/>
                <a:gd name="T10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8" h="80">
                  <a:moveTo>
                    <a:pt x="137" y="60"/>
                  </a:moveTo>
                  <a:lnTo>
                    <a:pt x="138" y="62"/>
                  </a:lnTo>
                  <a:lnTo>
                    <a:pt x="135" y="63"/>
                  </a:lnTo>
                  <a:lnTo>
                    <a:pt x="137" y="60"/>
                  </a:lnTo>
                  <a:close/>
                  <a:moveTo>
                    <a:pt x="138" y="60"/>
                  </a:moveTo>
                  <a:lnTo>
                    <a:pt x="139" y="62"/>
                  </a:lnTo>
                  <a:lnTo>
                    <a:pt x="138" y="62"/>
                  </a:lnTo>
                  <a:lnTo>
                    <a:pt x="138" y="60"/>
                  </a:lnTo>
                  <a:lnTo>
                    <a:pt x="138" y="60"/>
                  </a:lnTo>
                  <a:close/>
                  <a:moveTo>
                    <a:pt x="138" y="58"/>
                  </a:moveTo>
                  <a:lnTo>
                    <a:pt x="138" y="58"/>
                  </a:lnTo>
                  <a:lnTo>
                    <a:pt x="138" y="59"/>
                  </a:lnTo>
                  <a:lnTo>
                    <a:pt x="137" y="60"/>
                  </a:lnTo>
                  <a:lnTo>
                    <a:pt x="137" y="59"/>
                  </a:lnTo>
                  <a:lnTo>
                    <a:pt x="138" y="58"/>
                  </a:lnTo>
                  <a:close/>
                  <a:moveTo>
                    <a:pt x="141" y="58"/>
                  </a:moveTo>
                  <a:lnTo>
                    <a:pt x="141" y="60"/>
                  </a:lnTo>
                  <a:lnTo>
                    <a:pt x="139" y="60"/>
                  </a:lnTo>
                  <a:lnTo>
                    <a:pt x="138" y="59"/>
                  </a:lnTo>
                  <a:lnTo>
                    <a:pt x="138" y="58"/>
                  </a:lnTo>
                  <a:lnTo>
                    <a:pt x="139" y="58"/>
                  </a:lnTo>
                  <a:lnTo>
                    <a:pt x="139" y="58"/>
                  </a:lnTo>
                  <a:lnTo>
                    <a:pt x="141" y="58"/>
                  </a:lnTo>
                  <a:close/>
                  <a:moveTo>
                    <a:pt x="0" y="21"/>
                  </a:moveTo>
                  <a:lnTo>
                    <a:pt x="1" y="21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1" y="23"/>
                  </a:lnTo>
                  <a:lnTo>
                    <a:pt x="0" y="21"/>
                  </a:lnTo>
                  <a:close/>
                  <a:moveTo>
                    <a:pt x="2" y="6"/>
                  </a:moveTo>
                  <a:lnTo>
                    <a:pt x="5" y="8"/>
                  </a:lnTo>
                  <a:lnTo>
                    <a:pt x="9" y="9"/>
                  </a:lnTo>
                  <a:lnTo>
                    <a:pt x="9" y="10"/>
                  </a:lnTo>
                  <a:lnTo>
                    <a:pt x="12" y="10"/>
                  </a:lnTo>
                  <a:lnTo>
                    <a:pt x="13" y="12"/>
                  </a:lnTo>
                  <a:lnTo>
                    <a:pt x="13" y="16"/>
                  </a:lnTo>
                  <a:lnTo>
                    <a:pt x="12" y="17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7" y="17"/>
                  </a:lnTo>
                  <a:lnTo>
                    <a:pt x="20" y="17"/>
                  </a:lnTo>
                  <a:lnTo>
                    <a:pt x="21" y="18"/>
                  </a:lnTo>
                  <a:lnTo>
                    <a:pt x="22" y="17"/>
                  </a:lnTo>
                  <a:lnTo>
                    <a:pt x="22" y="16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25" y="14"/>
                  </a:lnTo>
                  <a:lnTo>
                    <a:pt x="26" y="13"/>
                  </a:lnTo>
                  <a:lnTo>
                    <a:pt x="27" y="13"/>
                  </a:lnTo>
                  <a:lnTo>
                    <a:pt x="29" y="17"/>
                  </a:lnTo>
                  <a:lnTo>
                    <a:pt x="37" y="25"/>
                  </a:lnTo>
                  <a:lnTo>
                    <a:pt x="39" y="29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9" y="45"/>
                  </a:lnTo>
                  <a:lnTo>
                    <a:pt x="41" y="46"/>
                  </a:lnTo>
                  <a:lnTo>
                    <a:pt x="41" y="51"/>
                  </a:lnTo>
                  <a:lnTo>
                    <a:pt x="42" y="55"/>
                  </a:lnTo>
                  <a:lnTo>
                    <a:pt x="45" y="58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7" y="59"/>
                  </a:lnTo>
                  <a:lnTo>
                    <a:pt x="47" y="63"/>
                  </a:lnTo>
                  <a:lnTo>
                    <a:pt x="49" y="63"/>
                  </a:lnTo>
                  <a:lnTo>
                    <a:pt x="49" y="64"/>
                  </a:lnTo>
                  <a:lnTo>
                    <a:pt x="49" y="66"/>
                  </a:lnTo>
                  <a:lnTo>
                    <a:pt x="50" y="66"/>
                  </a:lnTo>
                  <a:lnTo>
                    <a:pt x="52" y="71"/>
                  </a:lnTo>
                  <a:lnTo>
                    <a:pt x="52" y="73"/>
                  </a:lnTo>
                  <a:lnTo>
                    <a:pt x="50" y="73"/>
                  </a:lnTo>
                  <a:lnTo>
                    <a:pt x="50" y="72"/>
                  </a:lnTo>
                  <a:lnTo>
                    <a:pt x="50" y="71"/>
                  </a:lnTo>
                  <a:lnTo>
                    <a:pt x="49" y="70"/>
                  </a:lnTo>
                  <a:lnTo>
                    <a:pt x="50" y="71"/>
                  </a:lnTo>
                  <a:lnTo>
                    <a:pt x="49" y="72"/>
                  </a:lnTo>
                  <a:lnTo>
                    <a:pt x="49" y="72"/>
                  </a:lnTo>
                  <a:lnTo>
                    <a:pt x="50" y="72"/>
                  </a:lnTo>
                  <a:lnTo>
                    <a:pt x="50" y="73"/>
                  </a:lnTo>
                  <a:lnTo>
                    <a:pt x="47" y="75"/>
                  </a:lnTo>
                  <a:lnTo>
                    <a:pt x="46" y="73"/>
                  </a:lnTo>
                  <a:lnTo>
                    <a:pt x="46" y="73"/>
                  </a:lnTo>
                  <a:lnTo>
                    <a:pt x="43" y="72"/>
                  </a:lnTo>
                  <a:lnTo>
                    <a:pt x="42" y="71"/>
                  </a:lnTo>
                  <a:lnTo>
                    <a:pt x="38" y="71"/>
                  </a:lnTo>
                  <a:lnTo>
                    <a:pt x="34" y="68"/>
                  </a:lnTo>
                  <a:lnTo>
                    <a:pt x="33" y="67"/>
                  </a:lnTo>
                  <a:lnTo>
                    <a:pt x="31" y="66"/>
                  </a:lnTo>
                  <a:lnTo>
                    <a:pt x="29" y="66"/>
                  </a:lnTo>
                  <a:lnTo>
                    <a:pt x="27" y="66"/>
                  </a:lnTo>
                  <a:lnTo>
                    <a:pt x="25" y="63"/>
                  </a:lnTo>
                  <a:lnTo>
                    <a:pt x="25" y="60"/>
                  </a:lnTo>
                  <a:lnTo>
                    <a:pt x="21" y="58"/>
                  </a:lnTo>
                  <a:lnTo>
                    <a:pt x="17" y="56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4" y="48"/>
                  </a:lnTo>
                  <a:lnTo>
                    <a:pt x="12" y="45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8" y="39"/>
                  </a:lnTo>
                  <a:lnTo>
                    <a:pt x="6" y="38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8" y="31"/>
                  </a:lnTo>
                  <a:lnTo>
                    <a:pt x="6" y="27"/>
                  </a:lnTo>
                  <a:lnTo>
                    <a:pt x="5" y="25"/>
                  </a:lnTo>
                  <a:lnTo>
                    <a:pt x="4" y="16"/>
                  </a:lnTo>
                  <a:lnTo>
                    <a:pt x="1" y="10"/>
                  </a:lnTo>
                  <a:lnTo>
                    <a:pt x="1" y="8"/>
                  </a:lnTo>
                  <a:lnTo>
                    <a:pt x="2" y="6"/>
                  </a:lnTo>
                  <a:close/>
                  <a:moveTo>
                    <a:pt x="201" y="4"/>
                  </a:moveTo>
                  <a:lnTo>
                    <a:pt x="204" y="5"/>
                  </a:lnTo>
                  <a:lnTo>
                    <a:pt x="204" y="9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10" y="12"/>
                  </a:lnTo>
                  <a:lnTo>
                    <a:pt x="210" y="13"/>
                  </a:lnTo>
                  <a:lnTo>
                    <a:pt x="208" y="14"/>
                  </a:lnTo>
                  <a:lnTo>
                    <a:pt x="208" y="18"/>
                  </a:lnTo>
                  <a:lnTo>
                    <a:pt x="209" y="18"/>
                  </a:lnTo>
                  <a:lnTo>
                    <a:pt x="210" y="20"/>
                  </a:lnTo>
                  <a:lnTo>
                    <a:pt x="212" y="17"/>
                  </a:lnTo>
                  <a:lnTo>
                    <a:pt x="213" y="17"/>
                  </a:lnTo>
                  <a:lnTo>
                    <a:pt x="214" y="18"/>
                  </a:lnTo>
                  <a:lnTo>
                    <a:pt x="212" y="21"/>
                  </a:lnTo>
                  <a:lnTo>
                    <a:pt x="212" y="22"/>
                  </a:lnTo>
                  <a:lnTo>
                    <a:pt x="214" y="20"/>
                  </a:lnTo>
                  <a:lnTo>
                    <a:pt x="216" y="20"/>
                  </a:lnTo>
                  <a:lnTo>
                    <a:pt x="218" y="22"/>
                  </a:lnTo>
                  <a:lnTo>
                    <a:pt x="221" y="22"/>
                  </a:lnTo>
                  <a:lnTo>
                    <a:pt x="222" y="25"/>
                  </a:lnTo>
                  <a:lnTo>
                    <a:pt x="225" y="25"/>
                  </a:lnTo>
                  <a:lnTo>
                    <a:pt x="228" y="25"/>
                  </a:lnTo>
                  <a:lnTo>
                    <a:pt x="228" y="26"/>
                  </a:lnTo>
                  <a:lnTo>
                    <a:pt x="225" y="29"/>
                  </a:lnTo>
                  <a:lnTo>
                    <a:pt x="221" y="30"/>
                  </a:lnTo>
                  <a:lnTo>
                    <a:pt x="217" y="29"/>
                  </a:lnTo>
                  <a:lnTo>
                    <a:pt x="216" y="30"/>
                  </a:lnTo>
                  <a:lnTo>
                    <a:pt x="216" y="33"/>
                  </a:lnTo>
                  <a:lnTo>
                    <a:pt x="218" y="35"/>
                  </a:lnTo>
                  <a:lnTo>
                    <a:pt x="218" y="37"/>
                  </a:lnTo>
                  <a:lnTo>
                    <a:pt x="216" y="38"/>
                  </a:lnTo>
                  <a:lnTo>
                    <a:pt x="213" y="39"/>
                  </a:lnTo>
                  <a:lnTo>
                    <a:pt x="210" y="38"/>
                  </a:lnTo>
                  <a:lnTo>
                    <a:pt x="208" y="37"/>
                  </a:lnTo>
                  <a:lnTo>
                    <a:pt x="208" y="38"/>
                  </a:lnTo>
                  <a:lnTo>
                    <a:pt x="205" y="37"/>
                  </a:lnTo>
                  <a:lnTo>
                    <a:pt x="203" y="37"/>
                  </a:lnTo>
                  <a:lnTo>
                    <a:pt x="201" y="37"/>
                  </a:lnTo>
                  <a:lnTo>
                    <a:pt x="196" y="35"/>
                  </a:lnTo>
                  <a:lnTo>
                    <a:pt x="192" y="37"/>
                  </a:lnTo>
                  <a:lnTo>
                    <a:pt x="189" y="35"/>
                  </a:lnTo>
                  <a:lnTo>
                    <a:pt x="187" y="38"/>
                  </a:lnTo>
                  <a:lnTo>
                    <a:pt x="188" y="41"/>
                  </a:lnTo>
                  <a:lnTo>
                    <a:pt x="187" y="42"/>
                  </a:lnTo>
                  <a:lnTo>
                    <a:pt x="187" y="43"/>
                  </a:lnTo>
                  <a:lnTo>
                    <a:pt x="184" y="52"/>
                  </a:lnTo>
                  <a:lnTo>
                    <a:pt x="180" y="58"/>
                  </a:lnTo>
                  <a:lnTo>
                    <a:pt x="179" y="63"/>
                  </a:lnTo>
                  <a:lnTo>
                    <a:pt x="174" y="71"/>
                  </a:lnTo>
                  <a:lnTo>
                    <a:pt x="174" y="72"/>
                  </a:lnTo>
                  <a:lnTo>
                    <a:pt x="168" y="73"/>
                  </a:lnTo>
                  <a:lnTo>
                    <a:pt x="163" y="76"/>
                  </a:lnTo>
                  <a:lnTo>
                    <a:pt x="160" y="76"/>
                  </a:lnTo>
                  <a:lnTo>
                    <a:pt x="159" y="75"/>
                  </a:lnTo>
                  <a:lnTo>
                    <a:pt x="156" y="73"/>
                  </a:lnTo>
                  <a:lnTo>
                    <a:pt x="151" y="73"/>
                  </a:lnTo>
                  <a:lnTo>
                    <a:pt x="149" y="75"/>
                  </a:lnTo>
                  <a:lnTo>
                    <a:pt x="142" y="77"/>
                  </a:lnTo>
                  <a:lnTo>
                    <a:pt x="137" y="77"/>
                  </a:lnTo>
                  <a:lnTo>
                    <a:pt x="134" y="77"/>
                  </a:lnTo>
                  <a:lnTo>
                    <a:pt x="131" y="77"/>
                  </a:lnTo>
                  <a:lnTo>
                    <a:pt x="131" y="79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125" y="77"/>
                  </a:lnTo>
                  <a:lnTo>
                    <a:pt x="122" y="75"/>
                  </a:lnTo>
                  <a:lnTo>
                    <a:pt x="122" y="75"/>
                  </a:lnTo>
                  <a:lnTo>
                    <a:pt x="118" y="71"/>
                  </a:lnTo>
                  <a:lnTo>
                    <a:pt x="116" y="67"/>
                  </a:lnTo>
                  <a:lnTo>
                    <a:pt x="117" y="67"/>
                  </a:lnTo>
                  <a:lnTo>
                    <a:pt x="118" y="70"/>
                  </a:lnTo>
                  <a:lnTo>
                    <a:pt x="120" y="71"/>
                  </a:lnTo>
                  <a:lnTo>
                    <a:pt x="124" y="71"/>
                  </a:lnTo>
                  <a:lnTo>
                    <a:pt x="129" y="72"/>
                  </a:lnTo>
                  <a:lnTo>
                    <a:pt x="133" y="73"/>
                  </a:lnTo>
                  <a:lnTo>
                    <a:pt x="133" y="72"/>
                  </a:lnTo>
                  <a:lnTo>
                    <a:pt x="135" y="70"/>
                  </a:lnTo>
                  <a:lnTo>
                    <a:pt x="135" y="66"/>
                  </a:lnTo>
                  <a:lnTo>
                    <a:pt x="135" y="64"/>
                  </a:lnTo>
                  <a:lnTo>
                    <a:pt x="137" y="62"/>
                  </a:lnTo>
                  <a:lnTo>
                    <a:pt x="139" y="62"/>
                  </a:lnTo>
                  <a:lnTo>
                    <a:pt x="142" y="60"/>
                  </a:lnTo>
                  <a:lnTo>
                    <a:pt x="143" y="62"/>
                  </a:lnTo>
                  <a:lnTo>
                    <a:pt x="142" y="60"/>
                  </a:lnTo>
                  <a:lnTo>
                    <a:pt x="141" y="58"/>
                  </a:lnTo>
                  <a:lnTo>
                    <a:pt x="142" y="56"/>
                  </a:lnTo>
                  <a:lnTo>
                    <a:pt x="151" y="54"/>
                  </a:lnTo>
                  <a:lnTo>
                    <a:pt x="155" y="51"/>
                  </a:lnTo>
                  <a:lnTo>
                    <a:pt x="158" y="48"/>
                  </a:lnTo>
                  <a:lnTo>
                    <a:pt x="159" y="46"/>
                  </a:lnTo>
                  <a:lnTo>
                    <a:pt x="162" y="43"/>
                  </a:lnTo>
                  <a:lnTo>
                    <a:pt x="163" y="41"/>
                  </a:lnTo>
                  <a:lnTo>
                    <a:pt x="166" y="38"/>
                  </a:lnTo>
                  <a:lnTo>
                    <a:pt x="166" y="35"/>
                  </a:lnTo>
                  <a:lnTo>
                    <a:pt x="168" y="33"/>
                  </a:lnTo>
                  <a:lnTo>
                    <a:pt x="170" y="34"/>
                  </a:lnTo>
                  <a:lnTo>
                    <a:pt x="171" y="34"/>
                  </a:lnTo>
                  <a:lnTo>
                    <a:pt x="172" y="37"/>
                  </a:lnTo>
                  <a:lnTo>
                    <a:pt x="175" y="39"/>
                  </a:lnTo>
                  <a:lnTo>
                    <a:pt x="176" y="38"/>
                  </a:lnTo>
                  <a:lnTo>
                    <a:pt x="176" y="33"/>
                  </a:lnTo>
                  <a:lnTo>
                    <a:pt x="178" y="31"/>
                  </a:lnTo>
                  <a:lnTo>
                    <a:pt x="178" y="31"/>
                  </a:lnTo>
                  <a:lnTo>
                    <a:pt x="178" y="31"/>
                  </a:lnTo>
                  <a:lnTo>
                    <a:pt x="179" y="31"/>
                  </a:lnTo>
                  <a:lnTo>
                    <a:pt x="179" y="34"/>
                  </a:lnTo>
                  <a:lnTo>
                    <a:pt x="179" y="37"/>
                  </a:lnTo>
                  <a:lnTo>
                    <a:pt x="180" y="38"/>
                  </a:lnTo>
                  <a:lnTo>
                    <a:pt x="182" y="35"/>
                  </a:lnTo>
                  <a:lnTo>
                    <a:pt x="180" y="31"/>
                  </a:lnTo>
                  <a:lnTo>
                    <a:pt x="180" y="30"/>
                  </a:lnTo>
                  <a:lnTo>
                    <a:pt x="180" y="30"/>
                  </a:lnTo>
                  <a:lnTo>
                    <a:pt x="183" y="29"/>
                  </a:lnTo>
                  <a:lnTo>
                    <a:pt x="183" y="27"/>
                  </a:lnTo>
                  <a:lnTo>
                    <a:pt x="180" y="29"/>
                  </a:lnTo>
                  <a:lnTo>
                    <a:pt x="179" y="27"/>
                  </a:lnTo>
                  <a:lnTo>
                    <a:pt x="180" y="26"/>
                  </a:lnTo>
                  <a:lnTo>
                    <a:pt x="179" y="26"/>
                  </a:lnTo>
                  <a:lnTo>
                    <a:pt x="180" y="25"/>
                  </a:lnTo>
                  <a:lnTo>
                    <a:pt x="184" y="23"/>
                  </a:lnTo>
                  <a:lnTo>
                    <a:pt x="185" y="23"/>
                  </a:lnTo>
                  <a:lnTo>
                    <a:pt x="189" y="20"/>
                  </a:lnTo>
                  <a:lnTo>
                    <a:pt x="191" y="16"/>
                  </a:lnTo>
                  <a:lnTo>
                    <a:pt x="193" y="10"/>
                  </a:lnTo>
                  <a:lnTo>
                    <a:pt x="195" y="10"/>
                  </a:lnTo>
                  <a:lnTo>
                    <a:pt x="196" y="5"/>
                  </a:lnTo>
                  <a:lnTo>
                    <a:pt x="197" y="5"/>
                  </a:lnTo>
                  <a:lnTo>
                    <a:pt x="199" y="6"/>
                  </a:lnTo>
                  <a:lnTo>
                    <a:pt x="197" y="9"/>
                  </a:lnTo>
                  <a:lnTo>
                    <a:pt x="199" y="9"/>
                  </a:lnTo>
                  <a:lnTo>
                    <a:pt x="201" y="6"/>
                  </a:lnTo>
                  <a:lnTo>
                    <a:pt x="200" y="5"/>
                  </a:lnTo>
                  <a:lnTo>
                    <a:pt x="201" y="4"/>
                  </a:lnTo>
                  <a:close/>
                  <a:moveTo>
                    <a:pt x="203" y="0"/>
                  </a:moveTo>
                  <a:lnTo>
                    <a:pt x="204" y="0"/>
                  </a:lnTo>
                  <a:lnTo>
                    <a:pt x="204" y="1"/>
                  </a:lnTo>
                  <a:lnTo>
                    <a:pt x="201" y="2"/>
                  </a:lnTo>
                  <a:lnTo>
                    <a:pt x="201" y="1"/>
                  </a:lnTo>
                  <a:lnTo>
                    <a:pt x="203" y="0"/>
                  </a:lnTo>
                  <a:close/>
                  <a:moveTo>
                    <a:pt x="200" y="0"/>
                  </a:moveTo>
                  <a:lnTo>
                    <a:pt x="200" y="0"/>
                  </a:lnTo>
                  <a:lnTo>
                    <a:pt x="199" y="1"/>
                  </a:lnTo>
                  <a:lnTo>
                    <a:pt x="197" y="1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5" name="Freeform 360"/>
            <p:cNvSpPr>
              <a:spLocks noEditPoints="1"/>
            </p:cNvSpPr>
            <p:nvPr/>
          </p:nvSpPr>
          <p:spPr bwMode="auto">
            <a:xfrm>
              <a:off x="9224211" y="4200673"/>
              <a:ext cx="35528" cy="30453"/>
            </a:xfrm>
            <a:custGeom>
              <a:avLst/>
              <a:gdLst>
                <a:gd name="T0" fmla="*/ 12 w 14"/>
                <a:gd name="T1" fmla="*/ 3 h 12"/>
                <a:gd name="T2" fmla="*/ 12 w 14"/>
                <a:gd name="T3" fmla="*/ 4 h 12"/>
                <a:gd name="T4" fmla="*/ 14 w 14"/>
                <a:gd name="T5" fmla="*/ 8 h 12"/>
                <a:gd name="T6" fmla="*/ 12 w 14"/>
                <a:gd name="T7" fmla="*/ 11 h 12"/>
                <a:gd name="T8" fmla="*/ 11 w 14"/>
                <a:gd name="T9" fmla="*/ 10 h 12"/>
                <a:gd name="T10" fmla="*/ 11 w 14"/>
                <a:gd name="T11" fmla="*/ 7 h 12"/>
                <a:gd name="T12" fmla="*/ 11 w 14"/>
                <a:gd name="T13" fmla="*/ 4 h 12"/>
                <a:gd name="T14" fmla="*/ 11 w 14"/>
                <a:gd name="T15" fmla="*/ 4 h 12"/>
                <a:gd name="T16" fmla="*/ 12 w 14"/>
                <a:gd name="T17" fmla="*/ 3 h 12"/>
                <a:gd name="T18" fmla="*/ 10 w 14"/>
                <a:gd name="T19" fmla="*/ 0 h 12"/>
                <a:gd name="T20" fmla="*/ 10 w 14"/>
                <a:gd name="T21" fmla="*/ 3 h 12"/>
                <a:gd name="T22" fmla="*/ 10 w 14"/>
                <a:gd name="T23" fmla="*/ 4 h 12"/>
                <a:gd name="T24" fmla="*/ 10 w 14"/>
                <a:gd name="T25" fmla="*/ 4 h 12"/>
                <a:gd name="T26" fmla="*/ 8 w 14"/>
                <a:gd name="T27" fmla="*/ 6 h 12"/>
                <a:gd name="T28" fmla="*/ 8 w 14"/>
                <a:gd name="T29" fmla="*/ 11 h 12"/>
                <a:gd name="T30" fmla="*/ 7 w 14"/>
                <a:gd name="T31" fmla="*/ 12 h 12"/>
                <a:gd name="T32" fmla="*/ 4 w 14"/>
                <a:gd name="T33" fmla="*/ 10 h 12"/>
                <a:gd name="T34" fmla="*/ 3 w 14"/>
                <a:gd name="T35" fmla="*/ 7 h 12"/>
                <a:gd name="T36" fmla="*/ 2 w 14"/>
                <a:gd name="T37" fmla="*/ 7 h 12"/>
                <a:gd name="T38" fmla="*/ 0 w 14"/>
                <a:gd name="T39" fmla="*/ 6 h 12"/>
                <a:gd name="T40" fmla="*/ 0 w 14"/>
                <a:gd name="T41" fmla="*/ 6 h 12"/>
                <a:gd name="T42" fmla="*/ 4 w 14"/>
                <a:gd name="T43" fmla="*/ 4 h 12"/>
                <a:gd name="T44" fmla="*/ 7 w 14"/>
                <a:gd name="T45" fmla="*/ 2 h 12"/>
                <a:gd name="T46" fmla="*/ 10 w 14"/>
                <a:gd name="T4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" h="12">
                  <a:moveTo>
                    <a:pt x="12" y="3"/>
                  </a:moveTo>
                  <a:lnTo>
                    <a:pt x="12" y="4"/>
                  </a:lnTo>
                  <a:lnTo>
                    <a:pt x="14" y="8"/>
                  </a:lnTo>
                  <a:lnTo>
                    <a:pt x="12" y="11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2" y="3"/>
                  </a:lnTo>
                  <a:close/>
                  <a:moveTo>
                    <a:pt x="10" y="0"/>
                  </a:moveTo>
                  <a:lnTo>
                    <a:pt x="10" y="3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8" y="6"/>
                  </a:lnTo>
                  <a:lnTo>
                    <a:pt x="8" y="11"/>
                  </a:lnTo>
                  <a:lnTo>
                    <a:pt x="7" y="12"/>
                  </a:lnTo>
                  <a:lnTo>
                    <a:pt x="4" y="10"/>
                  </a:lnTo>
                  <a:lnTo>
                    <a:pt x="3" y="7"/>
                  </a:lnTo>
                  <a:lnTo>
                    <a:pt x="2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4" y="4"/>
                  </a:lnTo>
                  <a:lnTo>
                    <a:pt x="7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6" name="Freeform 361"/>
            <p:cNvSpPr>
              <a:spLocks noEditPoints="1"/>
            </p:cNvSpPr>
            <p:nvPr/>
          </p:nvSpPr>
          <p:spPr bwMode="auto">
            <a:xfrm>
              <a:off x="8823247" y="3611917"/>
              <a:ext cx="248699" cy="479634"/>
            </a:xfrm>
            <a:custGeom>
              <a:avLst/>
              <a:gdLst>
                <a:gd name="T0" fmla="*/ 35 w 98"/>
                <a:gd name="T1" fmla="*/ 172 h 189"/>
                <a:gd name="T2" fmla="*/ 37 w 98"/>
                <a:gd name="T3" fmla="*/ 0 h 189"/>
                <a:gd name="T4" fmla="*/ 49 w 98"/>
                <a:gd name="T5" fmla="*/ 5 h 189"/>
                <a:gd name="T6" fmla="*/ 53 w 98"/>
                <a:gd name="T7" fmla="*/ 9 h 189"/>
                <a:gd name="T8" fmla="*/ 60 w 98"/>
                <a:gd name="T9" fmla="*/ 19 h 189"/>
                <a:gd name="T10" fmla="*/ 69 w 98"/>
                <a:gd name="T11" fmla="*/ 22 h 189"/>
                <a:gd name="T12" fmla="*/ 69 w 98"/>
                <a:gd name="T13" fmla="*/ 26 h 189"/>
                <a:gd name="T14" fmla="*/ 61 w 98"/>
                <a:gd name="T15" fmla="*/ 28 h 189"/>
                <a:gd name="T16" fmla="*/ 57 w 98"/>
                <a:gd name="T17" fmla="*/ 31 h 189"/>
                <a:gd name="T18" fmla="*/ 54 w 98"/>
                <a:gd name="T19" fmla="*/ 32 h 189"/>
                <a:gd name="T20" fmla="*/ 53 w 98"/>
                <a:gd name="T21" fmla="*/ 39 h 189"/>
                <a:gd name="T22" fmla="*/ 49 w 98"/>
                <a:gd name="T23" fmla="*/ 44 h 189"/>
                <a:gd name="T24" fmla="*/ 45 w 98"/>
                <a:gd name="T25" fmla="*/ 48 h 189"/>
                <a:gd name="T26" fmla="*/ 45 w 98"/>
                <a:gd name="T27" fmla="*/ 57 h 189"/>
                <a:gd name="T28" fmla="*/ 50 w 98"/>
                <a:gd name="T29" fmla="*/ 64 h 189"/>
                <a:gd name="T30" fmla="*/ 56 w 98"/>
                <a:gd name="T31" fmla="*/ 72 h 189"/>
                <a:gd name="T32" fmla="*/ 65 w 98"/>
                <a:gd name="T33" fmla="*/ 82 h 189"/>
                <a:gd name="T34" fmla="*/ 85 w 98"/>
                <a:gd name="T35" fmla="*/ 100 h 189"/>
                <a:gd name="T36" fmla="*/ 89 w 98"/>
                <a:gd name="T37" fmla="*/ 106 h 189"/>
                <a:gd name="T38" fmla="*/ 92 w 98"/>
                <a:gd name="T39" fmla="*/ 117 h 189"/>
                <a:gd name="T40" fmla="*/ 95 w 98"/>
                <a:gd name="T41" fmla="*/ 126 h 189"/>
                <a:gd name="T42" fmla="*/ 96 w 98"/>
                <a:gd name="T43" fmla="*/ 134 h 189"/>
                <a:gd name="T44" fmla="*/ 96 w 98"/>
                <a:gd name="T45" fmla="*/ 136 h 189"/>
                <a:gd name="T46" fmla="*/ 95 w 98"/>
                <a:gd name="T47" fmla="*/ 142 h 189"/>
                <a:gd name="T48" fmla="*/ 95 w 98"/>
                <a:gd name="T49" fmla="*/ 150 h 189"/>
                <a:gd name="T50" fmla="*/ 87 w 98"/>
                <a:gd name="T51" fmla="*/ 157 h 189"/>
                <a:gd name="T52" fmla="*/ 79 w 98"/>
                <a:gd name="T53" fmla="*/ 164 h 189"/>
                <a:gd name="T54" fmla="*/ 67 w 98"/>
                <a:gd name="T55" fmla="*/ 167 h 189"/>
                <a:gd name="T56" fmla="*/ 65 w 98"/>
                <a:gd name="T57" fmla="*/ 165 h 189"/>
                <a:gd name="T58" fmla="*/ 66 w 98"/>
                <a:gd name="T59" fmla="*/ 169 h 189"/>
                <a:gd name="T60" fmla="*/ 65 w 98"/>
                <a:gd name="T61" fmla="*/ 173 h 189"/>
                <a:gd name="T62" fmla="*/ 61 w 98"/>
                <a:gd name="T63" fmla="*/ 175 h 189"/>
                <a:gd name="T64" fmla="*/ 60 w 98"/>
                <a:gd name="T65" fmla="*/ 178 h 189"/>
                <a:gd name="T66" fmla="*/ 53 w 98"/>
                <a:gd name="T67" fmla="*/ 182 h 189"/>
                <a:gd name="T68" fmla="*/ 45 w 98"/>
                <a:gd name="T69" fmla="*/ 189 h 189"/>
                <a:gd name="T70" fmla="*/ 46 w 98"/>
                <a:gd name="T71" fmla="*/ 186 h 189"/>
                <a:gd name="T72" fmla="*/ 45 w 98"/>
                <a:gd name="T73" fmla="*/ 180 h 189"/>
                <a:gd name="T74" fmla="*/ 49 w 98"/>
                <a:gd name="T75" fmla="*/ 169 h 189"/>
                <a:gd name="T76" fmla="*/ 41 w 98"/>
                <a:gd name="T77" fmla="*/ 169 h 189"/>
                <a:gd name="T78" fmla="*/ 45 w 98"/>
                <a:gd name="T79" fmla="*/ 163 h 189"/>
                <a:gd name="T80" fmla="*/ 58 w 98"/>
                <a:gd name="T81" fmla="*/ 160 h 189"/>
                <a:gd name="T82" fmla="*/ 60 w 98"/>
                <a:gd name="T83" fmla="*/ 155 h 189"/>
                <a:gd name="T84" fmla="*/ 65 w 98"/>
                <a:gd name="T85" fmla="*/ 147 h 189"/>
                <a:gd name="T86" fmla="*/ 75 w 98"/>
                <a:gd name="T87" fmla="*/ 138 h 189"/>
                <a:gd name="T88" fmla="*/ 73 w 98"/>
                <a:gd name="T89" fmla="*/ 121 h 189"/>
                <a:gd name="T90" fmla="*/ 71 w 98"/>
                <a:gd name="T91" fmla="*/ 111 h 189"/>
                <a:gd name="T92" fmla="*/ 71 w 98"/>
                <a:gd name="T93" fmla="*/ 101 h 189"/>
                <a:gd name="T94" fmla="*/ 70 w 98"/>
                <a:gd name="T95" fmla="*/ 94 h 189"/>
                <a:gd name="T96" fmla="*/ 65 w 98"/>
                <a:gd name="T97" fmla="*/ 88 h 189"/>
                <a:gd name="T98" fmla="*/ 58 w 98"/>
                <a:gd name="T99" fmla="*/ 82 h 189"/>
                <a:gd name="T100" fmla="*/ 49 w 98"/>
                <a:gd name="T101" fmla="*/ 72 h 189"/>
                <a:gd name="T102" fmla="*/ 35 w 98"/>
                <a:gd name="T103" fmla="*/ 61 h 189"/>
                <a:gd name="T104" fmla="*/ 29 w 98"/>
                <a:gd name="T105" fmla="*/ 55 h 189"/>
                <a:gd name="T106" fmla="*/ 33 w 98"/>
                <a:gd name="T107" fmla="*/ 48 h 189"/>
                <a:gd name="T108" fmla="*/ 35 w 98"/>
                <a:gd name="T109" fmla="*/ 39 h 189"/>
                <a:gd name="T110" fmla="*/ 25 w 98"/>
                <a:gd name="T111" fmla="*/ 32 h 189"/>
                <a:gd name="T112" fmla="*/ 8 w 98"/>
                <a:gd name="T113" fmla="*/ 25 h 189"/>
                <a:gd name="T114" fmla="*/ 2 w 98"/>
                <a:gd name="T115" fmla="*/ 14 h 189"/>
                <a:gd name="T116" fmla="*/ 4 w 98"/>
                <a:gd name="T117" fmla="*/ 9 h 189"/>
                <a:gd name="T118" fmla="*/ 11 w 98"/>
                <a:gd name="T119" fmla="*/ 11 h 189"/>
                <a:gd name="T120" fmla="*/ 17 w 98"/>
                <a:gd name="T121" fmla="*/ 9 h 189"/>
                <a:gd name="T122" fmla="*/ 27 w 98"/>
                <a:gd name="T123" fmla="*/ 7 h 189"/>
                <a:gd name="T124" fmla="*/ 37 w 98"/>
                <a:gd name="T12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8" h="189">
                  <a:moveTo>
                    <a:pt x="35" y="165"/>
                  </a:moveTo>
                  <a:lnTo>
                    <a:pt x="36" y="167"/>
                  </a:lnTo>
                  <a:lnTo>
                    <a:pt x="37" y="168"/>
                  </a:lnTo>
                  <a:lnTo>
                    <a:pt x="36" y="171"/>
                  </a:lnTo>
                  <a:lnTo>
                    <a:pt x="35" y="172"/>
                  </a:lnTo>
                  <a:lnTo>
                    <a:pt x="33" y="169"/>
                  </a:lnTo>
                  <a:lnTo>
                    <a:pt x="35" y="168"/>
                  </a:lnTo>
                  <a:lnTo>
                    <a:pt x="33" y="167"/>
                  </a:lnTo>
                  <a:lnTo>
                    <a:pt x="35" y="165"/>
                  </a:lnTo>
                  <a:close/>
                  <a:moveTo>
                    <a:pt x="37" y="0"/>
                  </a:moveTo>
                  <a:lnTo>
                    <a:pt x="40" y="1"/>
                  </a:lnTo>
                  <a:lnTo>
                    <a:pt x="40" y="2"/>
                  </a:lnTo>
                  <a:lnTo>
                    <a:pt x="42" y="3"/>
                  </a:lnTo>
                  <a:lnTo>
                    <a:pt x="44" y="5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3" y="5"/>
                  </a:lnTo>
                  <a:lnTo>
                    <a:pt x="56" y="6"/>
                  </a:lnTo>
                  <a:lnTo>
                    <a:pt x="54" y="9"/>
                  </a:lnTo>
                  <a:lnTo>
                    <a:pt x="53" y="9"/>
                  </a:lnTo>
                  <a:lnTo>
                    <a:pt x="52" y="13"/>
                  </a:lnTo>
                  <a:lnTo>
                    <a:pt x="53" y="14"/>
                  </a:lnTo>
                  <a:lnTo>
                    <a:pt x="54" y="1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2" y="21"/>
                  </a:lnTo>
                  <a:lnTo>
                    <a:pt x="64" y="22"/>
                  </a:lnTo>
                  <a:lnTo>
                    <a:pt x="66" y="21"/>
                  </a:lnTo>
                  <a:lnTo>
                    <a:pt x="67" y="22"/>
                  </a:lnTo>
                  <a:lnTo>
                    <a:pt x="69" y="22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0" y="25"/>
                  </a:lnTo>
                  <a:lnTo>
                    <a:pt x="69" y="26"/>
                  </a:lnTo>
                  <a:lnTo>
                    <a:pt x="69" y="26"/>
                  </a:lnTo>
                  <a:lnTo>
                    <a:pt x="66" y="27"/>
                  </a:lnTo>
                  <a:lnTo>
                    <a:pt x="65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2" y="30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60" y="31"/>
                  </a:lnTo>
                  <a:lnTo>
                    <a:pt x="57" y="31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3" y="36"/>
                  </a:lnTo>
                  <a:lnTo>
                    <a:pt x="53" y="38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53" y="42"/>
                  </a:lnTo>
                  <a:lnTo>
                    <a:pt x="52" y="42"/>
                  </a:lnTo>
                  <a:lnTo>
                    <a:pt x="50" y="44"/>
                  </a:lnTo>
                  <a:lnTo>
                    <a:pt x="49" y="44"/>
                  </a:lnTo>
                  <a:lnTo>
                    <a:pt x="48" y="43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47"/>
                  </a:lnTo>
                  <a:lnTo>
                    <a:pt x="45" y="48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8" y="52"/>
                  </a:lnTo>
                  <a:lnTo>
                    <a:pt x="46" y="56"/>
                  </a:lnTo>
                  <a:lnTo>
                    <a:pt x="45" y="57"/>
                  </a:lnTo>
                  <a:lnTo>
                    <a:pt x="48" y="60"/>
                  </a:lnTo>
                  <a:lnTo>
                    <a:pt x="46" y="61"/>
                  </a:lnTo>
                  <a:lnTo>
                    <a:pt x="45" y="61"/>
                  </a:lnTo>
                  <a:lnTo>
                    <a:pt x="46" y="63"/>
                  </a:lnTo>
                  <a:lnTo>
                    <a:pt x="50" y="64"/>
                  </a:lnTo>
                  <a:lnTo>
                    <a:pt x="53" y="67"/>
                  </a:lnTo>
                  <a:lnTo>
                    <a:pt x="54" y="67"/>
                  </a:lnTo>
                  <a:lnTo>
                    <a:pt x="57" y="69"/>
                  </a:lnTo>
                  <a:lnTo>
                    <a:pt x="57" y="71"/>
                  </a:lnTo>
                  <a:lnTo>
                    <a:pt x="56" y="72"/>
                  </a:lnTo>
                  <a:lnTo>
                    <a:pt x="57" y="75"/>
                  </a:lnTo>
                  <a:lnTo>
                    <a:pt x="57" y="76"/>
                  </a:lnTo>
                  <a:lnTo>
                    <a:pt x="62" y="80"/>
                  </a:lnTo>
                  <a:lnTo>
                    <a:pt x="65" y="81"/>
                  </a:lnTo>
                  <a:lnTo>
                    <a:pt x="65" y="82"/>
                  </a:lnTo>
                  <a:lnTo>
                    <a:pt x="71" y="85"/>
                  </a:lnTo>
                  <a:lnTo>
                    <a:pt x="77" y="90"/>
                  </a:lnTo>
                  <a:lnTo>
                    <a:pt x="78" y="92"/>
                  </a:lnTo>
                  <a:lnTo>
                    <a:pt x="83" y="96"/>
                  </a:lnTo>
                  <a:lnTo>
                    <a:pt x="85" y="100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9" y="105"/>
                  </a:lnTo>
                  <a:lnTo>
                    <a:pt x="89" y="106"/>
                  </a:lnTo>
                  <a:lnTo>
                    <a:pt x="90" y="107"/>
                  </a:lnTo>
                  <a:lnTo>
                    <a:pt x="89" y="109"/>
                  </a:lnTo>
                  <a:lnTo>
                    <a:pt x="91" y="111"/>
                  </a:lnTo>
                  <a:lnTo>
                    <a:pt x="91" y="115"/>
                  </a:lnTo>
                  <a:lnTo>
                    <a:pt x="92" y="117"/>
                  </a:lnTo>
                  <a:lnTo>
                    <a:pt x="94" y="119"/>
                  </a:lnTo>
                  <a:lnTo>
                    <a:pt x="94" y="121"/>
                  </a:lnTo>
                  <a:lnTo>
                    <a:pt x="94" y="123"/>
                  </a:lnTo>
                  <a:lnTo>
                    <a:pt x="94" y="125"/>
                  </a:lnTo>
                  <a:lnTo>
                    <a:pt x="95" y="126"/>
                  </a:lnTo>
                  <a:lnTo>
                    <a:pt x="94" y="127"/>
                  </a:lnTo>
                  <a:lnTo>
                    <a:pt x="95" y="130"/>
                  </a:lnTo>
                  <a:lnTo>
                    <a:pt x="95" y="131"/>
                  </a:lnTo>
                  <a:lnTo>
                    <a:pt x="96" y="131"/>
                  </a:lnTo>
                  <a:lnTo>
                    <a:pt x="96" y="134"/>
                  </a:lnTo>
                  <a:lnTo>
                    <a:pt x="98" y="136"/>
                  </a:lnTo>
                  <a:lnTo>
                    <a:pt x="98" y="138"/>
                  </a:lnTo>
                  <a:lnTo>
                    <a:pt x="98" y="138"/>
                  </a:lnTo>
                  <a:lnTo>
                    <a:pt x="98" y="136"/>
                  </a:lnTo>
                  <a:lnTo>
                    <a:pt x="96" y="136"/>
                  </a:lnTo>
                  <a:lnTo>
                    <a:pt x="95" y="136"/>
                  </a:lnTo>
                  <a:lnTo>
                    <a:pt x="95" y="138"/>
                  </a:lnTo>
                  <a:lnTo>
                    <a:pt x="96" y="139"/>
                  </a:lnTo>
                  <a:lnTo>
                    <a:pt x="96" y="140"/>
                  </a:lnTo>
                  <a:lnTo>
                    <a:pt x="95" y="142"/>
                  </a:lnTo>
                  <a:lnTo>
                    <a:pt x="95" y="143"/>
                  </a:lnTo>
                  <a:lnTo>
                    <a:pt x="94" y="144"/>
                  </a:lnTo>
                  <a:lnTo>
                    <a:pt x="95" y="147"/>
                  </a:lnTo>
                  <a:lnTo>
                    <a:pt x="94" y="148"/>
                  </a:lnTo>
                  <a:lnTo>
                    <a:pt x="95" y="150"/>
                  </a:lnTo>
                  <a:lnTo>
                    <a:pt x="94" y="151"/>
                  </a:lnTo>
                  <a:lnTo>
                    <a:pt x="92" y="152"/>
                  </a:lnTo>
                  <a:lnTo>
                    <a:pt x="91" y="155"/>
                  </a:lnTo>
                  <a:lnTo>
                    <a:pt x="90" y="155"/>
                  </a:lnTo>
                  <a:lnTo>
                    <a:pt x="87" y="157"/>
                  </a:lnTo>
                  <a:lnTo>
                    <a:pt x="86" y="159"/>
                  </a:lnTo>
                  <a:lnTo>
                    <a:pt x="83" y="160"/>
                  </a:lnTo>
                  <a:lnTo>
                    <a:pt x="83" y="163"/>
                  </a:lnTo>
                  <a:lnTo>
                    <a:pt x="81" y="163"/>
                  </a:lnTo>
                  <a:lnTo>
                    <a:pt x="79" y="164"/>
                  </a:lnTo>
                  <a:lnTo>
                    <a:pt x="74" y="167"/>
                  </a:lnTo>
                  <a:lnTo>
                    <a:pt x="71" y="167"/>
                  </a:lnTo>
                  <a:lnTo>
                    <a:pt x="70" y="167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7" y="165"/>
                  </a:lnTo>
                  <a:lnTo>
                    <a:pt x="67" y="164"/>
                  </a:lnTo>
                  <a:lnTo>
                    <a:pt x="67" y="165"/>
                  </a:lnTo>
                  <a:lnTo>
                    <a:pt x="66" y="165"/>
                  </a:lnTo>
                  <a:lnTo>
                    <a:pt x="65" y="165"/>
                  </a:lnTo>
                  <a:lnTo>
                    <a:pt x="66" y="167"/>
                  </a:lnTo>
                  <a:lnTo>
                    <a:pt x="66" y="167"/>
                  </a:lnTo>
                  <a:lnTo>
                    <a:pt x="65" y="168"/>
                  </a:lnTo>
                  <a:lnTo>
                    <a:pt x="64" y="168"/>
                  </a:lnTo>
                  <a:lnTo>
                    <a:pt x="66" y="169"/>
                  </a:lnTo>
                  <a:lnTo>
                    <a:pt x="66" y="169"/>
                  </a:lnTo>
                  <a:lnTo>
                    <a:pt x="67" y="172"/>
                  </a:lnTo>
                  <a:lnTo>
                    <a:pt x="65" y="173"/>
                  </a:lnTo>
                  <a:lnTo>
                    <a:pt x="62" y="171"/>
                  </a:lnTo>
                  <a:lnTo>
                    <a:pt x="65" y="173"/>
                  </a:lnTo>
                  <a:lnTo>
                    <a:pt x="65" y="175"/>
                  </a:lnTo>
                  <a:lnTo>
                    <a:pt x="64" y="176"/>
                  </a:lnTo>
                  <a:lnTo>
                    <a:pt x="62" y="175"/>
                  </a:lnTo>
                  <a:lnTo>
                    <a:pt x="62" y="173"/>
                  </a:lnTo>
                  <a:lnTo>
                    <a:pt x="61" y="175"/>
                  </a:lnTo>
                  <a:lnTo>
                    <a:pt x="61" y="176"/>
                  </a:lnTo>
                  <a:lnTo>
                    <a:pt x="61" y="176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0" y="178"/>
                  </a:lnTo>
                  <a:lnTo>
                    <a:pt x="58" y="178"/>
                  </a:lnTo>
                  <a:lnTo>
                    <a:pt x="56" y="181"/>
                  </a:lnTo>
                  <a:lnTo>
                    <a:pt x="56" y="181"/>
                  </a:lnTo>
                  <a:lnTo>
                    <a:pt x="54" y="181"/>
                  </a:lnTo>
                  <a:lnTo>
                    <a:pt x="53" y="182"/>
                  </a:lnTo>
                  <a:lnTo>
                    <a:pt x="53" y="185"/>
                  </a:lnTo>
                  <a:lnTo>
                    <a:pt x="52" y="186"/>
                  </a:lnTo>
                  <a:lnTo>
                    <a:pt x="50" y="186"/>
                  </a:lnTo>
                  <a:lnTo>
                    <a:pt x="50" y="186"/>
                  </a:lnTo>
                  <a:lnTo>
                    <a:pt x="45" y="189"/>
                  </a:lnTo>
                  <a:lnTo>
                    <a:pt x="42" y="189"/>
                  </a:lnTo>
                  <a:lnTo>
                    <a:pt x="45" y="188"/>
                  </a:lnTo>
                  <a:lnTo>
                    <a:pt x="46" y="186"/>
                  </a:lnTo>
                  <a:lnTo>
                    <a:pt x="48" y="185"/>
                  </a:lnTo>
                  <a:lnTo>
                    <a:pt x="46" y="186"/>
                  </a:lnTo>
                  <a:lnTo>
                    <a:pt x="45" y="185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1"/>
                  </a:lnTo>
                  <a:lnTo>
                    <a:pt x="45" y="180"/>
                  </a:lnTo>
                  <a:lnTo>
                    <a:pt x="45" y="176"/>
                  </a:lnTo>
                  <a:lnTo>
                    <a:pt x="46" y="173"/>
                  </a:lnTo>
                  <a:lnTo>
                    <a:pt x="50" y="171"/>
                  </a:lnTo>
                  <a:lnTo>
                    <a:pt x="52" y="169"/>
                  </a:lnTo>
                  <a:lnTo>
                    <a:pt x="49" y="169"/>
                  </a:lnTo>
                  <a:lnTo>
                    <a:pt x="48" y="169"/>
                  </a:lnTo>
                  <a:lnTo>
                    <a:pt x="45" y="169"/>
                  </a:lnTo>
                  <a:lnTo>
                    <a:pt x="44" y="169"/>
                  </a:lnTo>
                  <a:lnTo>
                    <a:pt x="42" y="169"/>
                  </a:lnTo>
                  <a:lnTo>
                    <a:pt x="41" y="169"/>
                  </a:lnTo>
                  <a:lnTo>
                    <a:pt x="41" y="168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42" y="163"/>
                  </a:lnTo>
                  <a:lnTo>
                    <a:pt x="45" y="163"/>
                  </a:lnTo>
                  <a:lnTo>
                    <a:pt x="46" y="160"/>
                  </a:lnTo>
                  <a:lnTo>
                    <a:pt x="49" y="159"/>
                  </a:lnTo>
                  <a:lnTo>
                    <a:pt x="50" y="160"/>
                  </a:lnTo>
                  <a:lnTo>
                    <a:pt x="56" y="159"/>
                  </a:lnTo>
                  <a:lnTo>
                    <a:pt x="58" y="160"/>
                  </a:lnTo>
                  <a:lnTo>
                    <a:pt x="58" y="161"/>
                  </a:lnTo>
                  <a:lnTo>
                    <a:pt x="62" y="161"/>
                  </a:lnTo>
                  <a:lnTo>
                    <a:pt x="61" y="159"/>
                  </a:lnTo>
                  <a:lnTo>
                    <a:pt x="62" y="157"/>
                  </a:lnTo>
                  <a:lnTo>
                    <a:pt x="60" y="155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60" y="148"/>
                  </a:lnTo>
                  <a:lnTo>
                    <a:pt x="64" y="148"/>
                  </a:lnTo>
                  <a:lnTo>
                    <a:pt x="65" y="147"/>
                  </a:lnTo>
                  <a:lnTo>
                    <a:pt x="67" y="144"/>
                  </a:lnTo>
                  <a:lnTo>
                    <a:pt x="71" y="143"/>
                  </a:lnTo>
                  <a:lnTo>
                    <a:pt x="71" y="142"/>
                  </a:lnTo>
                  <a:lnTo>
                    <a:pt x="74" y="142"/>
                  </a:lnTo>
                  <a:lnTo>
                    <a:pt x="75" y="138"/>
                  </a:lnTo>
                  <a:lnTo>
                    <a:pt x="75" y="135"/>
                  </a:lnTo>
                  <a:lnTo>
                    <a:pt x="75" y="131"/>
                  </a:lnTo>
                  <a:lnTo>
                    <a:pt x="74" y="130"/>
                  </a:lnTo>
                  <a:lnTo>
                    <a:pt x="75" y="126"/>
                  </a:lnTo>
                  <a:lnTo>
                    <a:pt x="73" y="121"/>
                  </a:lnTo>
                  <a:lnTo>
                    <a:pt x="71" y="119"/>
                  </a:lnTo>
                  <a:lnTo>
                    <a:pt x="70" y="117"/>
                  </a:lnTo>
                  <a:lnTo>
                    <a:pt x="70" y="117"/>
                  </a:lnTo>
                  <a:lnTo>
                    <a:pt x="73" y="115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0" y="106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1" y="101"/>
                  </a:lnTo>
                  <a:lnTo>
                    <a:pt x="71" y="100"/>
                  </a:lnTo>
                  <a:lnTo>
                    <a:pt x="71" y="97"/>
                  </a:lnTo>
                  <a:lnTo>
                    <a:pt x="73" y="94"/>
                  </a:lnTo>
                  <a:lnTo>
                    <a:pt x="73" y="93"/>
                  </a:lnTo>
                  <a:lnTo>
                    <a:pt x="70" y="94"/>
                  </a:lnTo>
                  <a:lnTo>
                    <a:pt x="69" y="93"/>
                  </a:lnTo>
                  <a:lnTo>
                    <a:pt x="67" y="92"/>
                  </a:lnTo>
                  <a:lnTo>
                    <a:pt x="65" y="92"/>
                  </a:lnTo>
                  <a:lnTo>
                    <a:pt x="64" y="90"/>
                  </a:lnTo>
                  <a:lnTo>
                    <a:pt x="65" y="88"/>
                  </a:lnTo>
                  <a:lnTo>
                    <a:pt x="62" y="88"/>
                  </a:lnTo>
                  <a:lnTo>
                    <a:pt x="61" y="88"/>
                  </a:lnTo>
                  <a:lnTo>
                    <a:pt x="60" y="86"/>
                  </a:lnTo>
                  <a:lnTo>
                    <a:pt x="60" y="84"/>
                  </a:lnTo>
                  <a:lnTo>
                    <a:pt x="58" y="82"/>
                  </a:lnTo>
                  <a:lnTo>
                    <a:pt x="56" y="82"/>
                  </a:lnTo>
                  <a:lnTo>
                    <a:pt x="54" y="81"/>
                  </a:lnTo>
                  <a:lnTo>
                    <a:pt x="53" y="78"/>
                  </a:lnTo>
                  <a:lnTo>
                    <a:pt x="49" y="75"/>
                  </a:lnTo>
                  <a:lnTo>
                    <a:pt x="49" y="72"/>
                  </a:lnTo>
                  <a:lnTo>
                    <a:pt x="46" y="69"/>
                  </a:lnTo>
                  <a:lnTo>
                    <a:pt x="44" y="68"/>
                  </a:lnTo>
                  <a:lnTo>
                    <a:pt x="41" y="64"/>
                  </a:lnTo>
                  <a:lnTo>
                    <a:pt x="39" y="63"/>
                  </a:lnTo>
                  <a:lnTo>
                    <a:pt x="35" y="61"/>
                  </a:lnTo>
                  <a:lnTo>
                    <a:pt x="31" y="61"/>
                  </a:lnTo>
                  <a:lnTo>
                    <a:pt x="29" y="57"/>
                  </a:lnTo>
                  <a:lnTo>
                    <a:pt x="28" y="57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27" y="52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1" y="48"/>
                  </a:lnTo>
                  <a:lnTo>
                    <a:pt x="33" y="48"/>
                  </a:lnTo>
                  <a:lnTo>
                    <a:pt x="35" y="47"/>
                  </a:lnTo>
                  <a:lnTo>
                    <a:pt x="36" y="42"/>
                  </a:lnTo>
                  <a:lnTo>
                    <a:pt x="37" y="42"/>
                  </a:lnTo>
                  <a:lnTo>
                    <a:pt x="37" y="40"/>
                  </a:lnTo>
                  <a:lnTo>
                    <a:pt x="35" y="39"/>
                  </a:lnTo>
                  <a:lnTo>
                    <a:pt x="35" y="38"/>
                  </a:lnTo>
                  <a:lnTo>
                    <a:pt x="35" y="35"/>
                  </a:lnTo>
                  <a:lnTo>
                    <a:pt x="31" y="34"/>
                  </a:lnTo>
                  <a:lnTo>
                    <a:pt x="29" y="32"/>
                  </a:lnTo>
                  <a:lnTo>
                    <a:pt x="25" y="32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5" y="32"/>
                  </a:lnTo>
                  <a:lnTo>
                    <a:pt x="13" y="28"/>
                  </a:lnTo>
                  <a:lnTo>
                    <a:pt x="8" y="25"/>
                  </a:lnTo>
                  <a:lnTo>
                    <a:pt x="10" y="23"/>
                  </a:lnTo>
                  <a:lnTo>
                    <a:pt x="10" y="21"/>
                  </a:lnTo>
                  <a:lnTo>
                    <a:pt x="7" y="18"/>
                  </a:lnTo>
                  <a:lnTo>
                    <a:pt x="6" y="15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2" y="7"/>
                  </a:lnTo>
                  <a:lnTo>
                    <a:pt x="15" y="10"/>
                  </a:lnTo>
                  <a:lnTo>
                    <a:pt x="16" y="7"/>
                  </a:lnTo>
                  <a:lnTo>
                    <a:pt x="17" y="9"/>
                  </a:lnTo>
                  <a:lnTo>
                    <a:pt x="19" y="10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4" y="6"/>
                  </a:lnTo>
                  <a:lnTo>
                    <a:pt x="27" y="7"/>
                  </a:lnTo>
                  <a:lnTo>
                    <a:pt x="31" y="6"/>
                  </a:lnTo>
                  <a:lnTo>
                    <a:pt x="31" y="2"/>
                  </a:lnTo>
                  <a:lnTo>
                    <a:pt x="33" y="1"/>
                  </a:lnTo>
                  <a:lnTo>
                    <a:pt x="3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7" name="Freeform 362"/>
            <p:cNvSpPr>
              <a:spLocks/>
            </p:cNvSpPr>
            <p:nvPr/>
          </p:nvSpPr>
          <p:spPr bwMode="auto">
            <a:xfrm>
              <a:off x="8856237" y="3898682"/>
              <a:ext cx="157340" cy="137038"/>
            </a:xfrm>
            <a:custGeom>
              <a:avLst/>
              <a:gdLst>
                <a:gd name="T0" fmla="*/ 51 w 62"/>
                <a:gd name="T1" fmla="*/ 1 h 54"/>
                <a:gd name="T2" fmla="*/ 54 w 62"/>
                <a:gd name="T3" fmla="*/ 4 h 54"/>
                <a:gd name="T4" fmla="*/ 58 w 62"/>
                <a:gd name="T5" fmla="*/ 6 h 54"/>
                <a:gd name="T6" fmla="*/ 62 w 62"/>
                <a:gd name="T7" fmla="*/ 13 h 54"/>
                <a:gd name="T8" fmla="*/ 62 w 62"/>
                <a:gd name="T9" fmla="*/ 18 h 54"/>
                <a:gd name="T10" fmla="*/ 62 w 62"/>
                <a:gd name="T11" fmla="*/ 25 h 54"/>
                <a:gd name="T12" fmla="*/ 58 w 62"/>
                <a:gd name="T13" fmla="*/ 29 h 54"/>
                <a:gd name="T14" fmla="*/ 54 w 62"/>
                <a:gd name="T15" fmla="*/ 31 h 54"/>
                <a:gd name="T16" fmla="*/ 51 w 62"/>
                <a:gd name="T17" fmla="*/ 35 h 54"/>
                <a:gd name="T18" fmla="*/ 44 w 62"/>
                <a:gd name="T19" fmla="*/ 38 h 54"/>
                <a:gd name="T20" fmla="*/ 47 w 62"/>
                <a:gd name="T21" fmla="*/ 42 h 54"/>
                <a:gd name="T22" fmla="*/ 48 w 62"/>
                <a:gd name="T23" fmla="*/ 46 h 54"/>
                <a:gd name="T24" fmla="*/ 45 w 62"/>
                <a:gd name="T25" fmla="*/ 48 h 54"/>
                <a:gd name="T26" fmla="*/ 43 w 62"/>
                <a:gd name="T27" fmla="*/ 46 h 54"/>
                <a:gd name="T28" fmla="*/ 36 w 62"/>
                <a:gd name="T29" fmla="*/ 46 h 54"/>
                <a:gd name="T30" fmla="*/ 32 w 62"/>
                <a:gd name="T31" fmla="*/ 50 h 54"/>
                <a:gd name="T32" fmla="*/ 28 w 62"/>
                <a:gd name="T33" fmla="*/ 54 h 54"/>
                <a:gd name="T34" fmla="*/ 24 w 62"/>
                <a:gd name="T35" fmla="*/ 52 h 54"/>
                <a:gd name="T36" fmla="*/ 22 w 62"/>
                <a:gd name="T37" fmla="*/ 50 h 54"/>
                <a:gd name="T38" fmla="*/ 19 w 62"/>
                <a:gd name="T39" fmla="*/ 52 h 54"/>
                <a:gd name="T40" fmla="*/ 18 w 62"/>
                <a:gd name="T41" fmla="*/ 51 h 54"/>
                <a:gd name="T42" fmla="*/ 18 w 62"/>
                <a:gd name="T43" fmla="*/ 48 h 54"/>
                <a:gd name="T44" fmla="*/ 18 w 62"/>
                <a:gd name="T45" fmla="*/ 46 h 54"/>
                <a:gd name="T46" fmla="*/ 16 w 62"/>
                <a:gd name="T47" fmla="*/ 44 h 54"/>
                <a:gd name="T48" fmla="*/ 15 w 62"/>
                <a:gd name="T49" fmla="*/ 48 h 54"/>
                <a:gd name="T50" fmla="*/ 11 w 62"/>
                <a:gd name="T51" fmla="*/ 48 h 54"/>
                <a:gd name="T52" fmla="*/ 11 w 62"/>
                <a:gd name="T53" fmla="*/ 44 h 54"/>
                <a:gd name="T54" fmla="*/ 10 w 62"/>
                <a:gd name="T55" fmla="*/ 42 h 54"/>
                <a:gd name="T56" fmla="*/ 7 w 62"/>
                <a:gd name="T57" fmla="*/ 39 h 54"/>
                <a:gd name="T58" fmla="*/ 6 w 62"/>
                <a:gd name="T59" fmla="*/ 35 h 54"/>
                <a:gd name="T60" fmla="*/ 4 w 62"/>
                <a:gd name="T61" fmla="*/ 31 h 54"/>
                <a:gd name="T62" fmla="*/ 4 w 62"/>
                <a:gd name="T63" fmla="*/ 30 h 54"/>
                <a:gd name="T64" fmla="*/ 3 w 62"/>
                <a:gd name="T65" fmla="*/ 23 h 54"/>
                <a:gd name="T66" fmla="*/ 0 w 62"/>
                <a:gd name="T67" fmla="*/ 17 h 54"/>
                <a:gd name="T68" fmla="*/ 2 w 62"/>
                <a:gd name="T69" fmla="*/ 10 h 54"/>
                <a:gd name="T70" fmla="*/ 6 w 62"/>
                <a:gd name="T71" fmla="*/ 2 h 54"/>
                <a:gd name="T72" fmla="*/ 14 w 62"/>
                <a:gd name="T73" fmla="*/ 1 h 54"/>
                <a:gd name="T74" fmla="*/ 18 w 62"/>
                <a:gd name="T75" fmla="*/ 2 h 54"/>
                <a:gd name="T76" fmla="*/ 24 w 62"/>
                <a:gd name="T77" fmla="*/ 1 h 54"/>
                <a:gd name="T78" fmla="*/ 29 w 62"/>
                <a:gd name="T79" fmla="*/ 1 h 54"/>
                <a:gd name="T80" fmla="*/ 33 w 62"/>
                <a:gd name="T81" fmla="*/ 2 h 54"/>
                <a:gd name="T82" fmla="*/ 37 w 62"/>
                <a:gd name="T83" fmla="*/ 6 h 54"/>
                <a:gd name="T84" fmla="*/ 43 w 62"/>
                <a:gd name="T85" fmla="*/ 9 h 54"/>
                <a:gd name="T86" fmla="*/ 47 w 62"/>
                <a:gd name="T87" fmla="*/ 9 h 54"/>
                <a:gd name="T88" fmla="*/ 47 w 62"/>
                <a:gd name="T89" fmla="*/ 5 h 54"/>
                <a:gd name="T90" fmla="*/ 45 w 62"/>
                <a:gd name="T9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2" h="54">
                  <a:moveTo>
                    <a:pt x="49" y="0"/>
                  </a:moveTo>
                  <a:lnTo>
                    <a:pt x="51" y="1"/>
                  </a:lnTo>
                  <a:lnTo>
                    <a:pt x="52" y="2"/>
                  </a:lnTo>
                  <a:lnTo>
                    <a:pt x="54" y="4"/>
                  </a:lnTo>
                  <a:lnTo>
                    <a:pt x="57" y="4"/>
                  </a:lnTo>
                  <a:lnTo>
                    <a:pt x="58" y="6"/>
                  </a:lnTo>
                  <a:lnTo>
                    <a:pt x="60" y="8"/>
                  </a:lnTo>
                  <a:lnTo>
                    <a:pt x="62" y="13"/>
                  </a:lnTo>
                  <a:lnTo>
                    <a:pt x="61" y="17"/>
                  </a:lnTo>
                  <a:lnTo>
                    <a:pt x="62" y="18"/>
                  </a:lnTo>
                  <a:lnTo>
                    <a:pt x="62" y="22"/>
                  </a:lnTo>
                  <a:lnTo>
                    <a:pt x="62" y="25"/>
                  </a:lnTo>
                  <a:lnTo>
                    <a:pt x="61" y="29"/>
                  </a:lnTo>
                  <a:lnTo>
                    <a:pt x="58" y="29"/>
                  </a:lnTo>
                  <a:lnTo>
                    <a:pt x="58" y="30"/>
                  </a:lnTo>
                  <a:lnTo>
                    <a:pt x="54" y="31"/>
                  </a:lnTo>
                  <a:lnTo>
                    <a:pt x="52" y="34"/>
                  </a:lnTo>
                  <a:lnTo>
                    <a:pt x="51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4" y="42"/>
                  </a:lnTo>
                  <a:lnTo>
                    <a:pt x="47" y="42"/>
                  </a:lnTo>
                  <a:lnTo>
                    <a:pt x="49" y="44"/>
                  </a:lnTo>
                  <a:lnTo>
                    <a:pt x="48" y="46"/>
                  </a:lnTo>
                  <a:lnTo>
                    <a:pt x="49" y="48"/>
                  </a:lnTo>
                  <a:lnTo>
                    <a:pt x="45" y="48"/>
                  </a:lnTo>
                  <a:lnTo>
                    <a:pt x="45" y="47"/>
                  </a:lnTo>
                  <a:lnTo>
                    <a:pt x="43" y="46"/>
                  </a:lnTo>
                  <a:lnTo>
                    <a:pt x="37" y="47"/>
                  </a:lnTo>
                  <a:lnTo>
                    <a:pt x="36" y="46"/>
                  </a:lnTo>
                  <a:lnTo>
                    <a:pt x="33" y="47"/>
                  </a:lnTo>
                  <a:lnTo>
                    <a:pt x="32" y="50"/>
                  </a:lnTo>
                  <a:lnTo>
                    <a:pt x="29" y="50"/>
                  </a:lnTo>
                  <a:lnTo>
                    <a:pt x="28" y="54"/>
                  </a:lnTo>
                  <a:lnTo>
                    <a:pt x="26" y="51"/>
                  </a:lnTo>
                  <a:lnTo>
                    <a:pt x="24" y="52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1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8" y="48"/>
                  </a:lnTo>
                  <a:lnTo>
                    <a:pt x="18" y="47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5" y="46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1" y="48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2" y="22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10"/>
                  </a:lnTo>
                  <a:lnTo>
                    <a:pt x="3" y="6"/>
                  </a:lnTo>
                  <a:lnTo>
                    <a:pt x="6" y="2"/>
                  </a:lnTo>
                  <a:lnTo>
                    <a:pt x="8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8" y="2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9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7" y="6"/>
                  </a:lnTo>
                  <a:lnTo>
                    <a:pt x="40" y="6"/>
                  </a:lnTo>
                  <a:lnTo>
                    <a:pt x="43" y="9"/>
                  </a:lnTo>
                  <a:lnTo>
                    <a:pt x="47" y="10"/>
                  </a:lnTo>
                  <a:lnTo>
                    <a:pt x="47" y="9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4" y="2"/>
                  </a:lnTo>
                  <a:lnTo>
                    <a:pt x="45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8" name="Freeform 363"/>
            <p:cNvSpPr>
              <a:spLocks/>
            </p:cNvSpPr>
            <p:nvPr/>
          </p:nvSpPr>
          <p:spPr bwMode="auto">
            <a:xfrm>
              <a:off x="8767417" y="3644908"/>
              <a:ext cx="243623" cy="279152"/>
            </a:xfrm>
            <a:custGeom>
              <a:avLst/>
              <a:gdLst>
                <a:gd name="T0" fmla="*/ 28 w 96"/>
                <a:gd name="T1" fmla="*/ 2 h 110"/>
                <a:gd name="T2" fmla="*/ 32 w 96"/>
                <a:gd name="T3" fmla="*/ 10 h 110"/>
                <a:gd name="T4" fmla="*/ 37 w 96"/>
                <a:gd name="T5" fmla="*/ 19 h 110"/>
                <a:gd name="T6" fmla="*/ 47 w 96"/>
                <a:gd name="T7" fmla="*/ 19 h 110"/>
                <a:gd name="T8" fmla="*/ 57 w 96"/>
                <a:gd name="T9" fmla="*/ 22 h 110"/>
                <a:gd name="T10" fmla="*/ 59 w 96"/>
                <a:gd name="T11" fmla="*/ 27 h 110"/>
                <a:gd name="T12" fmla="*/ 57 w 96"/>
                <a:gd name="T13" fmla="*/ 34 h 110"/>
                <a:gd name="T14" fmla="*/ 50 w 96"/>
                <a:gd name="T15" fmla="*/ 37 h 110"/>
                <a:gd name="T16" fmla="*/ 51 w 96"/>
                <a:gd name="T17" fmla="*/ 42 h 110"/>
                <a:gd name="T18" fmla="*/ 51 w 96"/>
                <a:gd name="T19" fmla="*/ 44 h 110"/>
                <a:gd name="T20" fmla="*/ 61 w 96"/>
                <a:gd name="T21" fmla="*/ 50 h 110"/>
                <a:gd name="T22" fmla="*/ 68 w 96"/>
                <a:gd name="T23" fmla="*/ 56 h 110"/>
                <a:gd name="T24" fmla="*/ 75 w 96"/>
                <a:gd name="T25" fmla="*/ 65 h 110"/>
                <a:gd name="T26" fmla="*/ 80 w 96"/>
                <a:gd name="T27" fmla="*/ 69 h 110"/>
                <a:gd name="T28" fmla="*/ 83 w 96"/>
                <a:gd name="T29" fmla="*/ 75 h 110"/>
                <a:gd name="T30" fmla="*/ 86 w 96"/>
                <a:gd name="T31" fmla="*/ 77 h 110"/>
                <a:gd name="T32" fmla="*/ 91 w 96"/>
                <a:gd name="T33" fmla="*/ 80 h 110"/>
                <a:gd name="T34" fmla="*/ 95 w 96"/>
                <a:gd name="T35" fmla="*/ 81 h 110"/>
                <a:gd name="T36" fmla="*/ 93 w 96"/>
                <a:gd name="T37" fmla="*/ 88 h 110"/>
                <a:gd name="T38" fmla="*/ 92 w 96"/>
                <a:gd name="T39" fmla="*/ 93 h 110"/>
                <a:gd name="T40" fmla="*/ 95 w 96"/>
                <a:gd name="T41" fmla="*/ 102 h 110"/>
                <a:gd name="T42" fmla="*/ 87 w 96"/>
                <a:gd name="T43" fmla="*/ 102 h 110"/>
                <a:gd name="T44" fmla="*/ 80 w 96"/>
                <a:gd name="T45" fmla="*/ 100 h 110"/>
                <a:gd name="T46" fmla="*/ 80 w 96"/>
                <a:gd name="T47" fmla="*/ 106 h 110"/>
                <a:gd name="T48" fmla="*/ 78 w 96"/>
                <a:gd name="T49" fmla="*/ 109 h 110"/>
                <a:gd name="T50" fmla="*/ 71 w 96"/>
                <a:gd name="T51" fmla="*/ 104 h 110"/>
                <a:gd name="T52" fmla="*/ 71 w 96"/>
                <a:gd name="T53" fmla="*/ 100 h 110"/>
                <a:gd name="T54" fmla="*/ 71 w 96"/>
                <a:gd name="T55" fmla="*/ 92 h 110"/>
                <a:gd name="T56" fmla="*/ 71 w 96"/>
                <a:gd name="T57" fmla="*/ 85 h 110"/>
                <a:gd name="T58" fmla="*/ 67 w 96"/>
                <a:gd name="T59" fmla="*/ 81 h 110"/>
                <a:gd name="T60" fmla="*/ 61 w 96"/>
                <a:gd name="T61" fmla="*/ 77 h 110"/>
                <a:gd name="T62" fmla="*/ 59 w 96"/>
                <a:gd name="T63" fmla="*/ 69 h 110"/>
                <a:gd name="T64" fmla="*/ 61 w 96"/>
                <a:gd name="T65" fmla="*/ 63 h 110"/>
                <a:gd name="T66" fmla="*/ 50 w 96"/>
                <a:gd name="T67" fmla="*/ 54 h 110"/>
                <a:gd name="T68" fmla="*/ 38 w 96"/>
                <a:gd name="T69" fmla="*/ 59 h 110"/>
                <a:gd name="T70" fmla="*/ 29 w 96"/>
                <a:gd name="T71" fmla="*/ 56 h 110"/>
                <a:gd name="T72" fmla="*/ 21 w 96"/>
                <a:gd name="T73" fmla="*/ 59 h 110"/>
                <a:gd name="T74" fmla="*/ 14 w 96"/>
                <a:gd name="T75" fmla="*/ 55 h 110"/>
                <a:gd name="T76" fmla="*/ 14 w 96"/>
                <a:gd name="T77" fmla="*/ 46 h 110"/>
                <a:gd name="T78" fmla="*/ 14 w 96"/>
                <a:gd name="T79" fmla="*/ 39 h 110"/>
                <a:gd name="T80" fmla="*/ 8 w 96"/>
                <a:gd name="T81" fmla="*/ 39 h 110"/>
                <a:gd name="T82" fmla="*/ 7 w 96"/>
                <a:gd name="T83" fmla="*/ 34 h 110"/>
                <a:gd name="T84" fmla="*/ 1 w 96"/>
                <a:gd name="T85" fmla="*/ 27 h 110"/>
                <a:gd name="T86" fmla="*/ 3 w 96"/>
                <a:gd name="T87" fmla="*/ 22 h 110"/>
                <a:gd name="T88" fmla="*/ 5 w 96"/>
                <a:gd name="T89" fmla="*/ 17 h 110"/>
                <a:gd name="T90" fmla="*/ 10 w 96"/>
                <a:gd name="T91" fmla="*/ 12 h 110"/>
                <a:gd name="T92" fmla="*/ 16 w 96"/>
                <a:gd name="T93" fmla="*/ 14 h 110"/>
                <a:gd name="T94" fmla="*/ 17 w 96"/>
                <a:gd name="T95" fmla="*/ 9 h 110"/>
                <a:gd name="T96" fmla="*/ 18 w 96"/>
                <a:gd name="T97" fmla="*/ 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110">
                  <a:moveTo>
                    <a:pt x="22" y="0"/>
                  </a:moveTo>
                  <a:lnTo>
                    <a:pt x="24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0" y="12"/>
                  </a:lnTo>
                  <a:lnTo>
                    <a:pt x="35" y="15"/>
                  </a:lnTo>
                  <a:lnTo>
                    <a:pt x="37" y="19"/>
                  </a:lnTo>
                  <a:lnTo>
                    <a:pt x="42" y="19"/>
                  </a:lnTo>
                  <a:lnTo>
                    <a:pt x="45" y="21"/>
                  </a:lnTo>
                  <a:lnTo>
                    <a:pt x="47" y="19"/>
                  </a:lnTo>
                  <a:lnTo>
                    <a:pt x="51" y="19"/>
                  </a:lnTo>
                  <a:lnTo>
                    <a:pt x="53" y="21"/>
                  </a:lnTo>
                  <a:lnTo>
                    <a:pt x="57" y="22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9" y="27"/>
                  </a:lnTo>
                  <a:lnTo>
                    <a:pt x="59" y="29"/>
                  </a:lnTo>
                  <a:lnTo>
                    <a:pt x="58" y="29"/>
                  </a:lnTo>
                  <a:lnTo>
                    <a:pt x="57" y="34"/>
                  </a:lnTo>
                  <a:lnTo>
                    <a:pt x="55" y="35"/>
                  </a:lnTo>
                  <a:lnTo>
                    <a:pt x="53" y="35"/>
                  </a:lnTo>
                  <a:lnTo>
                    <a:pt x="50" y="37"/>
                  </a:lnTo>
                  <a:lnTo>
                    <a:pt x="47" y="37"/>
                  </a:lnTo>
                  <a:lnTo>
                    <a:pt x="49" y="39"/>
                  </a:lnTo>
                  <a:lnTo>
                    <a:pt x="51" y="42"/>
                  </a:lnTo>
                  <a:lnTo>
                    <a:pt x="49" y="43"/>
                  </a:lnTo>
                  <a:lnTo>
                    <a:pt x="50" y="44"/>
                  </a:lnTo>
                  <a:lnTo>
                    <a:pt x="51" y="44"/>
                  </a:lnTo>
                  <a:lnTo>
                    <a:pt x="53" y="48"/>
                  </a:lnTo>
                  <a:lnTo>
                    <a:pt x="57" y="48"/>
                  </a:lnTo>
                  <a:lnTo>
                    <a:pt x="61" y="50"/>
                  </a:lnTo>
                  <a:lnTo>
                    <a:pt x="63" y="51"/>
                  </a:lnTo>
                  <a:lnTo>
                    <a:pt x="66" y="55"/>
                  </a:lnTo>
                  <a:lnTo>
                    <a:pt x="68" y="56"/>
                  </a:lnTo>
                  <a:lnTo>
                    <a:pt x="71" y="59"/>
                  </a:lnTo>
                  <a:lnTo>
                    <a:pt x="71" y="62"/>
                  </a:lnTo>
                  <a:lnTo>
                    <a:pt x="75" y="65"/>
                  </a:lnTo>
                  <a:lnTo>
                    <a:pt x="76" y="68"/>
                  </a:lnTo>
                  <a:lnTo>
                    <a:pt x="78" y="69"/>
                  </a:lnTo>
                  <a:lnTo>
                    <a:pt x="80" y="69"/>
                  </a:lnTo>
                  <a:lnTo>
                    <a:pt x="82" y="71"/>
                  </a:lnTo>
                  <a:lnTo>
                    <a:pt x="82" y="73"/>
                  </a:lnTo>
                  <a:lnTo>
                    <a:pt x="83" y="75"/>
                  </a:lnTo>
                  <a:lnTo>
                    <a:pt x="84" y="75"/>
                  </a:lnTo>
                  <a:lnTo>
                    <a:pt x="87" y="75"/>
                  </a:lnTo>
                  <a:lnTo>
                    <a:pt x="86" y="77"/>
                  </a:lnTo>
                  <a:lnTo>
                    <a:pt x="87" y="79"/>
                  </a:lnTo>
                  <a:lnTo>
                    <a:pt x="89" y="79"/>
                  </a:lnTo>
                  <a:lnTo>
                    <a:pt x="91" y="80"/>
                  </a:lnTo>
                  <a:lnTo>
                    <a:pt x="92" y="81"/>
                  </a:lnTo>
                  <a:lnTo>
                    <a:pt x="95" y="80"/>
                  </a:lnTo>
                  <a:lnTo>
                    <a:pt x="95" y="81"/>
                  </a:lnTo>
                  <a:lnTo>
                    <a:pt x="93" y="84"/>
                  </a:lnTo>
                  <a:lnTo>
                    <a:pt x="93" y="87"/>
                  </a:lnTo>
                  <a:lnTo>
                    <a:pt x="93" y="88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2" y="93"/>
                  </a:lnTo>
                  <a:lnTo>
                    <a:pt x="93" y="97"/>
                  </a:lnTo>
                  <a:lnTo>
                    <a:pt x="93" y="98"/>
                  </a:lnTo>
                  <a:lnTo>
                    <a:pt x="95" y="102"/>
                  </a:lnTo>
                  <a:lnTo>
                    <a:pt x="92" y="104"/>
                  </a:lnTo>
                  <a:lnTo>
                    <a:pt x="89" y="104"/>
                  </a:lnTo>
                  <a:lnTo>
                    <a:pt x="87" y="102"/>
                  </a:lnTo>
                  <a:lnTo>
                    <a:pt x="86" y="101"/>
                  </a:lnTo>
                  <a:lnTo>
                    <a:pt x="84" y="100"/>
                  </a:lnTo>
                  <a:lnTo>
                    <a:pt x="80" y="100"/>
                  </a:lnTo>
                  <a:lnTo>
                    <a:pt x="79" y="102"/>
                  </a:lnTo>
                  <a:lnTo>
                    <a:pt x="82" y="105"/>
                  </a:lnTo>
                  <a:lnTo>
                    <a:pt x="80" y="106"/>
                  </a:lnTo>
                  <a:lnTo>
                    <a:pt x="82" y="109"/>
                  </a:lnTo>
                  <a:lnTo>
                    <a:pt x="82" y="110"/>
                  </a:lnTo>
                  <a:lnTo>
                    <a:pt x="78" y="109"/>
                  </a:lnTo>
                  <a:lnTo>
                    <a:pt x="75" y="106"/>
                  </a:lnTo>
                  <a:lnTo>
                    <a:pt x="72" y="106"/>
                  </a:lnTo>
                  <a:lnTo>
                    <a:pt x="71" y="104"/>
                  </a:lnTo>
                  <a:lnTo>
                    <a:pt x="68" y="102"/>
                  </a:lnTo>
                  <a:lnTo>
                    <a:pt x="70" y="101"/>
                  </a:lnTo>
                  <a:lnTo>
                    <a:pt x="71" y="100"/>
                  </a:lnTo>
                  <a:lnTo>
                    <a:pt x="71" y="96"/>
                  </a:lnTo>
                  <a:lnTo>
                    <a:pt x="71" y="93"/>
                  </a:lnTo>
                  <a:lnTo>
                    <a:pt x="71" y="92"/>
                  </a:lnTo>
                  <a:lnTo>
                    <a:pt x="71" y="90"/>
                  </a:lnTo>
                  <a:lnTo>
                    <a:pt x="72" y="88"/>
                  </a:lnTo>
                  <a:lnTo>
                    <a:pt x="71" y="85"/>
                  </a:lnTo>
                  <a:lnTo>
                    <a:pt x="68" y="84"/>
                  </a:lnTo>
                  <a:lnTo>
                    <a:pt x="70" y="83"/>
                  </a:lnTo>
                  <a:lnTo>
                    <a:pt x="67" y="81"/>
                  </a:lnTo>
                  <a:lnTo>
                    <a:pt x="64" y="81"/>
                  </a:lnTo>
                  <a:lnTo>
                    <a:pt x="62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2"/>
                  </a:lnTo>
                  <a:lnTo>
                    <a:pt x="59" y="69"/>
                  </a:lnTo>
                  <a:lnTo>
                    <a:pt x="61" y="68"/>
                  </a:lnTo>
                  <a:lnTo>
                    <a:pt x="61" y="65"/>
                  </a:lnTo>
                  <a:lnTo>
                    <a:pt x="61" y="63"/>
                  </a:lnTo>
                  <a:lnTo>
                    <a:pt x="57" y="62"/>
                  </a:lnTo>
                  <a:lnTo>
                    <a:pt x="51" y="58"/>
                  </a:lnTo>
                  <a:lnTo>
                    <a:pt x="50" y="54"/>
                  </a:lnTo>
                  <a:lnTo>
                    <a:pt x="45" y="52"/>
                  </a:lnTo>
                  <a:lnTo>
                    <a:pt x="41" y="54"/>
                  </a:lnTo>
                  <a:lnTo>
                    <a:pt x="38" y="59"/>
                  </a:lnTo>
                  <a:lnTo>
                    <a:pt x="33" y="59"/>
                  </a:lnTo>
                  <a:lnTo>
                    <a:pt x="32" y="56"/>
                  </a:lnTo>
                  <a:lnTo>
                    <a:pt x="29" y="56"/>
                  </a:lnTo>
                  <a:lnTo>
                    <a:pt x="25" y="55"/>
                  </a:lnTo>
                  <a:lnTo>
                    <a:pt x="21" y="56"/>
                  </a:lnTo>
                  <a:lnTo>
                    <a:pt x="21" y="59"/>
                  </a:lnTo>
                  <a:lnTo>
                    <a:pt x="18" y="59"/>
                  </a:lnTo>
                  <a:lnTo>
                    <a:pt x="14" y="62"/>
                  </a:lnTo>
                  <a:lnTo>
                    <a:pt x="14" y="55"/>
                  </a:lnTo>
                  <a:lnTo>
                    <a:pt x="14" y="51"/>
                  </a:lnTo>
                  <a:lnTo>
                    <a:pt x="13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3" y="42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5" y="35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4" y="27"/>
                  </a:lnTo>
                  <a:lnTo>
                    <a:pt x="1" y="27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4"/>
                  </a:lnTo>
                  <a:lnTo>
                    <a:pt x="8" y="14"/>
                  </a:lnTo>
                  <a:lnTo>
                    <a:pt x="10" y="12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7" y="12"/>
                  </a:lnTo>
                  <a:lnTo>
                    <a:pt x="17" y="9"/>
                  </a:lnTo>
                  <a:lnTo>
                    <a:pt x="16" y="6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29" name="Freeform 364"/>
            <p:cNvSpPr>
              <a:spLocks noEditPoints="1"/>
            </p:cNvSpPr>
            <p:nvPr/>
          </p:nvSpPr>
          <p:spPr bwMode="auto">
            <a:xfrm>
              <a:off x="8693821" y="3708351"/>
              <a:ext cx="256313" cy="474559"/>
            </a:xfrm>
            <a:custGeom>
              <a:avLst/>
              <a:gdLst>
                <a:gd name="T0" fmla="*/ 36 w 101"/>
                <a:gd name="T1" fmla="*/ 175 h 187"/>
                <a:gd name="T2" fmla="*/ 28 w 101"/>
                <a:gd name="T3" fmla="*/ 165 h 187"/>
                <a:gd name="T4" fmla="*/ 18 w 101"/>
                <a:gd name="T5" fmla="*/ 162 h 187"/>
                <a:gd name="T6" fmla="*/ 39 w 101"/>
                <a:gd name="T7" fmla="*/ 139 h 187"/>
                <a:gd name="T8" fmla="*/ 38 w 101"/>
                <a:gd name="T9" fmla="*/ 135 h 187"/>
                <a:gd name="T10" fmla="*/ 66 w 101"/>
                <a:gd name="T11" fmla="*/ 109 h 187"/>
                <a:gd name="T12" fmla="*/ 30 w 101"/>
                <a:gd name="T13" fmla="*/ 2 h 187"/>
                <a:gd name="T14" fmla="*/ 36 w 101"/>
                <a:gd name="T15" fmla="*/ 13 h 187"/>
                <a:gd name="T16" fmla="*/ 42 w 101"/>
                <a:gd name="T17" fmla="*/ 17 h 187"/>
                <a:gd name="T18" fmla="*/ 43 w 101"/>
                <a:gd name="T19" fmla="*/ 30 h 187"/>
                <a:gd name="T20" fmla="*/ 54 w 101"/>
                <a:gd name="T21" fmla="*/ 30 h 187"/>
                <a:gd name="T22" fmla="*/ 70 w 101"/>
                <a:gd name="T23" fmla="*/ 29 h 187"/>
                <a:gd name="T24" fmla="*/ 90 w 101"/>
                <a:gd name="T25" fmla="*/ 38 h 187"/>
                <a:gd name="T26" fmla="*/ 90 w 101"/>
                <a:gd name="T27" fmla="*/ 50 h 187"/>
                <a:gd name="T28" fmla="*/ 99 w 101"/>
                <a:gd name="T29" fmla="*/ 58 h 187"/>
                <a:gd name="T30" fmla="*/ 100 w 101"/>
                <a:gd name="T31" fmla="*/ 67 h 187"/>
                <a:gd name="T32" fmla="*/ 96 w 101"/>
                <a:gd name="T33" fmla="*/ 77 h 187"/>
                <a:gd name="T34" fmla="*/ 82 w 101"/>
                <a:gd name="T35" fmla="*/ 77 h 187"/>
                <a:gd name="T36" fmla="*/ 67 w 101"/>
                <a:gd name="T37" fmla="*/ 81 h 187"/>
                <a:gd name="T38" fmla="*/ 67 w 101"/>
                <a:gd name="T39" fmla="*/ 98 h 187"/>
                <a:gd name="T40" fmla="*/ 67 w 101"/>
                <a:gd name="T41" fmla="*/ 108 h 187"/>
                <a:gd name="T42" fmla="*/ 62 w 101"/>
                <a:gd name="T43" fmla="*/ 105 h 187"/>
                <a:gd name="T44" fmla="*/ 55 w 101"/>
                <a:gd name="T45" fmla="*/ 101 h 187"/>
                <a:gd name="T46" fmla="*/ 47 w 101"/>
                <a:gd name="T47" fmla="*/ 101 h 187"/>
                <a:gd name="T48" fmla="*/ 46 w 101"/>
                <a:gd name="T49" fmla="*/ 93 h 187"/>
                <a:gd name="T50" fmla="*/ 43 w 101"/>
                <a:gd name="T51" fmla="*/ 90 h 187"/>
                <a:gd name="T52" fmla="*/ 37 w 101"/>
                <a:gd name="T53" fmla="*/ 90 h 187"/>
                <a:gd name="T54" fmla="*/ 37 w 101"/>
                <a:gd name="T55" fmla="*/ 94 h 187"/>
                <a:gd name="T56" fmla="*/ 36 w 101"/>
                <a:gd name="T57" fmla="*/ 102 h 187"/>
                <a:gd name="T58" fmla="*/ 32 w 101"/>
                <a:gd name="T59" fmla="*/ 122 h 187"/>
                <a:gd name="T60" fmla="*/ 29 w 101"/>
                <a:gd name="T61" fmla="*/ 131 h 187"/>
                <a:gd name="T62" fmla="*/ 32 w 101"/>
                <a:gd name="T63" fmla="*/ 142 h 187"/>
                <a:gd name="T64" fmla="*/ 33 w 101"/>
                <a:gd name="T65" fmla="*/ 142 h 187"/>
                <a:gd name="T66" fmla="*/ 38 w 101"/>
                <a:gd name="T67" fmla="*/ 147 h 187"/>
                <a:gd name="T68" fmla="*/ 42 w 101"/>
                <a:gd name="T69" fmla="*/ 152 h 187"/>
                <a:gd name="T70" fmla="*/ 45 w 101"/>
                <a:gd name="T71" fmla="*/ 158 h 187"/>
                <a:gd name="T72" fmla="*/ 42 w 101"/>
                <a:gd name="T73" fmla="*/ 164 h 187"/>
                <a:gd name="T74" fmla="*/ 47 w 101"/>
                <a:gd name="T75" fmla="*/ 168 h 187"/>
                <a:gd name="T76" fmla="*/ 57 w 101"/>
                <a:gd name="T77" fmla="*/ 173 h 187"/>
                <a:gd name="T78" fmla="*/ 64 w 101"/>
                <a:gd name="T79" fmla="*/ 181 h 187"/>
                <a:gd name="T80" fmla="*/ 58 w 101"/>
                <a:gd name="T81" fmla="*/ 184 h 187"/>
                <a:gd name="T82" fmla="*/ 54 w 101"/>
                <a:gd name="T83" fmla="*/ 179 h 187"/>
                <a:gd name="T84" fmla="*/ 43 w 101"/>
                <a:gd name="T85" fmla="*/ 173 h 187"/>
                <a:gd name="T86" fmla="*/ 36 w 101"/>
                <a:gd name="T87" fmla="*/ 172 h 187"/>
                <a:gd name="T88" fmla="*/ 32 w 101"/>
                <a:gd name="T89" fmla="*/ 167 h 187"/>
                <a:gd name="T90" fmla="*/ 24 w 101"/>
                <a:gd name="T91" fmla="*/ 158 h 187"/>
                <a:gd name="T92" fmla="*/ 21 w 101"/>
                <a:gd name="T93" fmla="*/ 156 h 187"/>
                <a:gd name="T94" fmla="*/ 18 w 101"/>
                <a:gd name="T95" fmla="*/ 146 h 187"/>
                <a:gd name="T96" fmla="*/ 20 w 101"/>
                <a:gd name="T97" fmla="*/ 139 h 187"/>
                <a:gd name="T98" fmla="*/ 22 w 101"/>
                <a:gd name="T99" fmla="*/ 129 h 187"/>
                <a:gd name="T100" fmla="*/ 29 w 101"/>
                <a:gd name="T101" fmla="*/ 113 h 187"/>
                <a:gd name="T102" fmla="*/ 29 w 101"/>
                <a:gd name="T103" fmla="*/ 100 h 187"/>
                <a:gd name="T104" fmla="*/ 28 w 101"/>
                <a:gd name="T105" fmla="*/ 89 h 187"/>
                <a:gd name="T106" fmla="*/ 16 w 101"/>
                <a:gd name="T107" fmla="*/ 72 h 187"/>
                <a:gd name="T108" fmla="*/ 16 w 101"/>
                <a:gd name="T109" fmla="*/ 56 h 187"/>
                <a:gd name="T110" fmla="*/ 14 w 101"/>
                <a:gd name="T111" fmla="*/ 46 h 187"/>
                <a:gd name="T112" fmla="*/ 4 w 101"/>
                <a:gd name="T113" fmla="*/ 34 h 187"/>
                <a:gd name="T114" fmla="*/ 5 w 101"/>
                <a:gd name="T115" fmla="*/ 25 h 187"/>
                <a:gd name="T116" fmla="*/ 8 w 101"/>
                <a:gd name="T117" fmla="*/ 12 h 187"/>
                <a:gd name="T118" fmla="*/ 18 w 101"/>
                <a:gd name="T119" fmla="*/ 6 h 187"/>
                <a:gd name="T120" fmla="*/ 22 w 101"/>
                <a:gd name="T121" fmla="*/ 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1" h="187">
                  <a:moveTo>
                    <a:pt x="36" y="175"/>
                  </a:moveTo>
                  <a:lnTo>
                    <a:pt x="37" y="175"/>
                  </a:lnTo>
                  <a:lnTo>
                    <a:pt x="37" y="176"/>
                  </a:lnTo>
                  <a:lnTo>
                    <a:pt x="36" y="176"/>
                  </a:lnTo>
                  <a:lnTo>
                    <a:pt x="36" y="175"/>
                  </a:lnTo>
                  <a:lnTo>
                    <a:pt x="36" y="175"/>
                  </a:lnTo>
                  <a:close/>
                  <a:moveTo>
                    <a:pt x="28" y="163"/>
                  </a:moveTo>
                  <a:lnTo>
                    <a:pt x="28" y="163"/>
                  </a:lnTo>
                  <a:lnTo>
                    <a:pt x="28" y="164"/>
                  </a:lnTo>
                  <a:lnTo>
                    <a:pt x="28" y="165"/>
                  </a:lnTo>
                  <a:lnTo>
                    <a:pt x="28" y="163"/>
                  </a:lnTo>
                  <a:close/>
                  <a:moveTo>
                    <a:pt x="18" y="158"/>
                  </a:moveTo>
                  <a:lnTo>
                    <a:pt x="21" y="158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8"/>
                  </a:lnTo>
                  <a:close/>
                  <a:moveTo>
                    <a:pt x="39" y="138"/>
                  </a:moveTo>
                  <a:lnTo>
                    <a:pt x="39" y="139"/>
                  </a:lnTo>
                  <a:lnTo>
                    <a:pt x="39" y="142"/>
                  </a:lnTo>
                  <a:lnTo>
                    <a:pt x="38" y="140"/>
                  </a:lnTo>
                  <a:lnTo>
                    <a:pt x="38" y="139"/>
                  </a:lnTo>
                  <a:lnTo>
                    <a:pt x="39" y="138"/>
                  </a:lnTo>
                  <a:close/>
                  <a:moveTo>
                    <a:pt x="38" y="135"/>
                  </a:moveTo>
                  <a:lnTo>
                    <a:pt x="38" y="137"/>
                  </a:lnTo>
                  <a:lnTo>
                    <a:pt x="37" y="137"/>
                  </a:lnTo>
                  <a:lnTo>
                    <a:pt x="38" y="135"/>
                  </a:lnTo>
                  <a:close/>
                  <a:moveTo>
                    <a:pt x="62" y="106"/>
                  </a:moveTo>
                  <a:lnTo>
                    <a:pt x="66" y="109"/>
                  </a:lnTo>
                  <a:lnTo>
                    <a:pt x="64" y="109"/>
                  </a:lnTo>
                  <a:lnTo>
                    <a:pt x="62" y="108"/>
                  </a:lnTo>
                  <a:lnTo>
                    <a:pt x="62" y="106"/>
                  </a:lnTo>
                  <a:close/>
                  <a:moveTo>
                    <a:pt x="29" y="0"/>
                  </a:moveTo>
                  <a:lnTo>
                    <a:pt x="30" y="2"/>
                  </a:lnTo>
                  <a:lnTo>
                    <a:pt x="33" y="2"/>
                  </a:lnTo>
                  <a:lnTo>
                    <a:pt x="36" y="5"/>
                  </a:lnTo>
                  <a:lnTo>
                    <a:pt x="36" y="9"/>
                  </a:lnTo>
                  <a:lnTo>
                    <a:pt x="34" y="10"/>
                  </a:lnTo>
                  <a:lnTo>
                    <a:pt x="36" y="13"/>
                  </a:lnTo>
                  <a:lnTo>
                    <a:pt x="37" y="14"/>
                  </a:lnTo>
                  <a:lnTo>
                    <a:pt x="39" y="13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2" y="17"/>
                  </a:lnTo>
                  <a:lnTo>
                    <a:pt x="43" y="19"/>
                  </a:lnTo>
                  <a:lnTo>
                    <a:pt x="43" y="21"/>
                  </a:lnTo>
                  <a:lnTo>
                    <a:pt x="42" y="23"/>
                  </a:lnTo>
                  <a:lnTo>
                    <a:pt x="43" y="26"/>
                  </a:lnTo>
                  <a:lnTo>
                    <a:pt x="43" y="30"/>
                  </a:lnTo>
                  <a:lnTo>
                    <a:pt x="43" y="37"/>
                  </a:lnTo>
                  <a:lnTo>
                    <a:pt x="47" y="34"/>
                  </a:lnTo>
                  <a:lnTo>
                    <a:pt x="50" y="34"/>
                  </a:lnTo>
                  <a:lnTo>
                    <a:pt x="50" y="31"/>
                  </a:lnTo>
                  <a:lnTo>
                    <a:pt x="54" y="30"/>
                  </a:lnTo>
                  <a:lnTo>
                    <a:pt x="58" y="31"/>
                  </a:lnTo>
                  <a:lnTo>
                    <a:pt x="61" y="31"/>
                  </a:lnTo>
                  <a:lnTo>
                    <a:pt x="62" y="34"/>
                  </a:lnTo>
                  <a:lnTo>
                    <a:pt x="67" y="34"/>
                  </a:lnTo>
                  <a:lnTo>
                    <a:pt x="70" y="29"/>
                  </a:lnTo>
                  <a:lnTo>
                    <a:pt x="74" y="27"/>
                  </a:lnTo>
                  <a:lnTo>
                    <a:pt x="79" y="29"/>
                  </a:lnTo>
                  <a:lnTo>
                    <a:pt x="80" y="33"/>
                  </a:lnTo>
                  <a:lnTo>
                    <a:pt x="86" y="37"/>
                  </a:lnTo>
                  <a:lnTo>
                    <a:pt x="90" y="38"/>
                  </a:lnTo>
                  <a:lnTo>
                    <a:pt x="90" y="40"/>
                  </a:lnTo>
                  <a:lnTo>
                    <a:pt x="90" y="43"/>
                  </a:lnTo>
                  <a:lnTo>
                    <a:pt x="88" y="44"/>
                  </a:lnTo>
                  <a:lnTo>
                    <a:pt x="90" y="47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1" y="54"/>
                  </a:lnTo>
                  <a:lnTo>
                    <a:pt x="93" y="56"/>
                  </a:lnTo>
                  <a:lnTo>
                    <a:pt x="96" y="56"/>
                  </a:lnTo>
                  <a:lnTo>
                    <a:pt x="99" y="58"/>
                  </a:lnTo>
                  <a:lnTo>
                    <a:pt x="97" y="59"/>
                  </a:lnTo>
                  <a:lnTo>
                    <a:pt x="100" y="60"/>
                  </a:lnTo>
                  <a:lnTo>
                    <a:pt x="101" y="63"/>
                  </a:lnTo>
                  <a:lnTo>
                    <a:pt x="100" y="65"/>
                  </a:lnTo>
                  <a:lnTo>
                    <a:pt x="100" y="67"/>
                  </a:lnTo>
                  <a:lnTo>
                    <a:pt x="100" y="68"/>
                  </a:lnTo>
                  <a:lnTo>
                    <a:pt x="100" y="71"/>
                  </a:lnTo>
                  <a:lnTo>
                    <a:pt x="100" y="75"/>
                  </a:lnTo>
                  <a:lnTo>
                    <a:pt x="99" y="76"/>
                  </a:lnTo>
                  <a:lnTo>
                    <a:pt x="96" y="77"/>
                  </a:lnTo>
                  <a:lnTo>
                    <a:pt x="93" y="76"/>
                  </a:lnTo>
                  <a:lnTo>
                    <a:pt x="91" y="77"/>
                  </a:lnTo>
                  <a:lnTo>
                    <a:pt x="88" y="76"/>
                  </a:lnTo>
                  <a:lnTo>
                    <a:pt x="86" y="76"/>
                  </a:lnTo>
                  <a:lnTo>
                    <a:pt x="82" y="77"/>
                  </a:lnTo>
                  <a:lnTo>
                    <a:pt x="80" y="76"/>
                  </a:lnTo>
                  <a:lnTo>
                    <a:pt x="78" y="76"/>
                  </a:lnTo>
                  <a:lnTo>
                    <a:pt x="72" y="77"/>
                  </a:lnTo>
                  <a:lnTo>
                    <a:pt x="70" y="77"/>
                  </a:lnTo>
                  <a:lnTo>
                    <a:pt x="67" y="81"/>
                  </a:lnTo>
                  <a:lnTo>
                    <a:pt x="66" y="85"/>
                  </a:lnTo>
                  <a:lnTo>
                    <a:pt x="64" y="88"/>
                  </a:lnTo>
                  <a:lnTo>
                    <a:pt x="64" y="92"/>
                  </a:lnTo>
                  <a:lnTo>
                    <a:pt x="66" y="97"/>
                  </a:lnTo>
                  <a:lnTo>
                    <a:pt x="67" y="98"/>
                  </a:lnTo>
                  <a:lnTo>
                    <a:pt x="68" y="100"/>
                  </a:lnTo>
                  <a:lnTo>
                    <a:pt x="68" y="105"/>
                  </a:lnTo>
                  <a:lnTo>
                    <a:pt x="68" y="106"/>
                  </a:lnTo>
                  <a:lnTo>
                    <a:pt x="67" y="106"/>
                  </a:lnTo>
                  <a:lnTo>
                    <a:pt x="67" y="108"/>
                  </a:lnTo>
                  <a:lnTo>
                    <a:pt x="66" y="108"/>
                  </a:lnTo>
                  <a:lnTo>
                    <a:pt x="66" y="108"/>
                  </a:lnTo>
                  <a:lnTo>
                    <a:pt x="63" y="105"/>
                  </a:lnTo>
                  <a:lnTo>
                    <a:pt x="62" y="105"/>
                  </a:lnTo>
                  <a:lnTo>
                    <a:pt x="62" y="105"/>
                  </a:lnTo>
                  <a:lnTo>
                    <a:pt x="61" y="104"/>
                  </a:lnTo>
                  <a:lnTo>
                    <a:pt x="58" y="101"/>
                  </a:lnTo>
                  <a:lnTo>
                    <a:pt x="57" y="100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55" y="102"/>
                  </a:lnTo>
                  <a:lnTo>
                    <a:pt x="54" y="101"/>
                  </a:lnTo>
                  <a:lnTo>
                    <a:pt x="51" y="101"/>
                  </a:lnTo>
                  <a:lnTo>
                    <a:pt x="49" y="101"/>
                  </a:lnTo>
                  <a:lnTo>
                    <a:pt x="47" y="101"/>
                  </a:lnTo>
                  <a:lnTo>
                    <a:pt x="46" y="101"/>
                  </a:lnTo>
                  <a:lnTo>
                    <a:pt x="46" y="98"/>
                  </a:lnTo>
                  <a:lnTo>
                    <a:pt x="47" y="98"/>
                  </a:lnTo>
                  <a:lnTo>
                    <a:pt x="46" y="96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6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2" y="89"/>
                  </a:lnTo>
                  <a:lnTo>
                    <a:pt x="41" y="90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37" y="90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36" y="92"/>
                  </a:lnTo>
                  <a:lnTo>
                    <a:pt x="34" y="93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6" y="98"/>
                  </a:lnTo>
                  <a:lnTo>
                    <a:pt x="36" y="101"/>
                  </a:lnTo>
                  <a:lnTo>
                    <a:pt x="36" y="102"/>
                  </a:lnTo>
                  <a:lnTo>
                    <a:pt x="36" y="102"/>
                  </a:lnTo>
                  <a:lnTo>
                    <a:pt x="36" y="106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2" y="113"/>
                  </a:lnTo>
                  <a:lnTo>
                    <a:pt x="32" y="122"/>
                  </a:lnTo>
                  <a:lnTo>
                    <a:pt x="29" y="126"/>
                  </a:lnTo>
                  <a:lnTo>
                    <a:pt x="29" y="129"/>
                  </a:lnTo>
                  <a:lnTo>
                    <a:pt x="28" y="130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8" y="133"/>
                  </a:lnTo>
                  <a:lnTo>
                    <a:pt x="28" y="134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2" y="142"/>
                  </a:lnTo>
                  <a:lnTo>
                    <a:pt x="30" y="143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2" y="143"/>
                  </a:lnTo>
                  <a:lnTo>
                    <a:pt x="33" y="142"/>
                  </a:lnTo>
                  <a:lnTo>
                    <a:pt x="34" y="142"/>
                  </a:lnTo>
                  <a:lnTo>
                    <a:pt x="36" y="143"/>
                  </a:lnTo>
                  <a:lnTo>
                    <a:pt x="37" y="143"/>
                  </a:lnTo>
                  <a:lnTo>
                    <a:pt x="37" y="146"/>
                  </a:lnTo>
                  <a:lnTo>
                    <a:pt x="38" y="147"/>
                  </a:lnTo>
                  <a:lnTo>
                    <a:pt x="38" y="150"/>
                  </a:lnTo>
                  <a:lnTo>
                    <a:pt x="39" y="151"/>
                  </a:lnTo>
                  <a:lnTo>
                    <a:pt x="41" y="154"/>
                  </a:lnTo>
                  <a:lnTo>
                    <a:pt x="42" y="154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2" y="152"/>
                  </a:lnTo>
                  <a:lnTo>
                    <a:pt x="43" y="155"/>
                  </a:lnTo>
                  <a:lnTo>
                    <a:pt x="43" y="156"/>
                  </a:lnTo>
                  <a:lnTo>
                    <a:pt x="45" y="158"/>
                  </a:lnTo>
                  <a:lnTo>
                    <a:pt x="46" y="162"/>
                  </a:lnTo>
                  <a:lnTo>
                    <a:pt x="45" y="163"/>
                  </a:lnTo>
                  <a:lnTo>
                    <a:pt x="45" y="164"/>
                  </a:lnTo>
                  <a:lnTo>
                    <a:pt x="45" y="163"/>
                  </a:lnTo>
                  <a:lnTo>
                    <a:pt x="42" y="164"/>
                  </a:lnTo>
                  <a:lnTo>
                    <a:pt x="42" y="165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7" y="168"/>
                  </a:lnTo>
                  <a:lnTo>
                    <a:pt x="49" y="169"/>
                  </a:lnTo>
                  <a:lnTo>
                    <a:pt x="51" y="172"/>
                  </a:lnTo>
                  <a:lnTo>
                    <a:pt x="53" y="173"/>
                  </a:lnTo>
                  <a:lnTo>
                    <a:pt x="54" y="173"/>
                  </a:lnTo>
                  <a:lnTo>
                    <a:pt x="57" y="173"/>
                  </a:lnTo>
                  <a:lnTo>
                    <a:pt x="59" y="173"/>
                  </a:lnTo>
                  <a:lnTo>
                    <a:pt x="61" y="177"/>
                  </a:lnTo>
                  <a:lnTo>
                    <a:pt x="62" y="179"/>
                  </a:lnTo>
                  <a:lnTo>
                    <a:pt x="63" y="180"/>
                  </a:lnTo>
                  <a:lnTo>
                    <a:pt x="64" y="181"/>
                  </a:lnTo>
                  <a:lnTo>
                    <a:pt x="63" y="183"/>
                  </a:lnTo>
                  <a:lnTo>
                    <a:pt x="63" y="184"/>
                  </a:lnTo>
                  <a:lnTo>
                    <a:pt x="62" y="185"/>
                  </a:lnTo>
                  <a:lnTo>
                    <a:pt x="61" y="184"/>
                  </a:lnTo>
                  <a:lnTo>
                    <a:pt x="58" y="184"/>
                  </a:lnTo>
                  <a:lnTo>
                    <a:pt x="55" y="187"/>
                  </a:lnTo>
                  <a:lnTo>
                    <a:pt x="53" y="187"/>
                  </a:lnTo>
                  <a:lnTo>
                    <a:pt x="53" y="184"/>
                  </a:lnTo>
                  <a:lnTo>
                    <a:pt x="54" y="183"/>
                  </a:lnTo>
                  <a:lnTo>
                    <a:pt x="54" y="179"/>
                  </a:lnTo>
                  <a:lnTo>
                    <a:pt x="53" y="177"/>
                  </a:lnTo>
                  <a:lnTo>
                    <a:pt x="50" y="177"/>
                  </a:lnTo>
                  <a:lnTo>
                    <a:pt x="50" y="176"/>
                  </a:lnTo>
                  <a:lnTo>
                    <a:pt x="46" y="175"/>
                  </a:lnTo>
                  <a:lnTo>
                    <a:pt x="43" y="173"/>
                  </a:lnTo>
                  <a:lnTo>
                    <a:pt x="42" y="175"/>
                  </a:lnTo>
                  <a:lnTo>
                    <a:pt x="42" y="177"/>
                  </a:lnTo>
                  <a:lnTo>
                    <a:pt x="41" y="176"/>
                  </a:lnTo>
                  <a:lnTo>
                    <a:pt x="36" y="172"/>
                  </a:lnTo>
                  <a:lnTo>
                    <a:pt x="36" y="172"/>
                  </a:lnTo>
                  <a:lnTo>
                    <a:pt x="37" y="171"/>
                  </a:lnTo>
                  <a:lnTo>
                    <a:pt x="37" y="169"/>
                  </a:lnTo>
                  <a:lnTo>
                    <a:pt x="36" y="169"/>
                  </a:lnTo>
                  <a:lnTo>
                    <a:pt x="34" y="167"/>
                  </a:lnTo>
                  <a:lnTo>
                    <a:pt x="32" y="167"/>
                  </a:lnTo>
                  <a:lnTo>
                    <a:pt x="32" y="165"/>
                  </a:lnTo>
                  <a:lnTo>
                    <a:pt x="29" y="162"/>
                  </a:lnTo>
                  <a:lnTo>
                    <a:pt x="28" y="162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5"/>
                  </a:lnTo>
                  <a:lnTo>
                    <a:pt x="22" y="154"/>
                  </a:lnTo>
                  <a:lnTo>
                    <a:pt x="24" y="154"/>
                  </a:lnTo>
                  <a:lnTo>
                    <a:pt x="21" y="154"/>
                  </a:lnTo>
                  <a:lnTo>
                    <a:pt x="21" y="156"/>
                  </a:lnTo>
                  <a:lnTo>
                    <a:pt x="20" y="156"/>
                  </a:lnTo>
                  <a:lnTo>
                    <a:pt x="18" y="155"/>
                  </a:lnTo>
                  <a:lnTo>
                    <a:pt x="17" y="151"/>
                  </a:lnTo>
                  <a:lnTo>
                    <a:pt x="18" y="150"/>
                  </a:lnTo>
                  <a:lnTo>
                    <a:pt x="18" y="146"/>
                  </a:lnTo>
                  <a:lnTo>
                    <a:pt x="20" y="146"/>
                  </a:lnTo>
                  <a:lnTo>
                    <a:pt x="20" y="140"/>
                  </a:lnTo>
                  <a:lnTo>
                    <a:pt x="21" y="140"/>
                  </a:lnTo>
                  <a:lnTo>
                    <a:pt x="21" y="139"/>
                  </a:lnTo>
                  <a:lnTo>
                    <a:pt x="20" y="139"/>
                  </a:lnTo>
                  <a:lnTo>
                    <a:pt x="22" y="137"/>
                  </a:lnTo>
                  <a:lnTo>
                    <a:pt x="21" y="135"/>
                  </a:lnTo>
                  <a:lnTo>
                    <a:pt x="22" y="134"/>
                  </a:lnTo>
                  <a:lnTo>
                    <a:pt x="21" y="133"/>
                  </a:lnTo>
                  <a:lnTo>
                    <a:pt x="22" y="129"/>
                  </a:lnTo>
                  <a:lnTo>
                    <a:pt x="22" y="127"/>
                  </a:lnTo>
                  <a:lnTo>
                    <a:pt x="24" y="126"/>
                  </a:lnTo>
                  <a:lnTo>
                    <a:pt x="24" y="122"/>
                  </a:lnTo>
                  <a:lnTo>
                    <a:pt x="26" y="121"/>
                  </a:lnTo>
                  <a:lnTo>
                    <a:pt x="29" y="113"/>
                  </a:lnTo>
                  <a:lnTo>
                    <a:pt x="30" y="113"/>
                  </a:lnTo>
                  <a:lnTo>
                    <a:pt x="30" y="109"/>
                  </a:lnTo>
                  <a:lnTo>
                    <a:pt x="29" y="106"/>
                  </a:lnTo>
                  <a:lnTo>
                    <a:pt x="29" y="102"/>
                  </a:lnTo>
                  <a:lnTo>
                    <a:pt x="29" y="100"/>
                  </a:lnTo>
                  <a:lnTo>
                    <a:pt x="28" y="97"/>
                  </a:lnTo>
                  <a:lnTo>
                    <a:pt x="26" y="96"/>
                  </a:lnTo>
                  <a:lnTo>
                    <a:pt x="26" y="93"/>
                  </a:lnTo>
                  <a:lnTo>
                    <a:pt x="26" y="90"/>
                  </a:lnTo>
                  <a:lnTo>
                    <a:pt x="28" y="89"/>
                  </a:lnTo>
                  <a:lnTo>
                    <a:pt x="26" y="84"/>
                  </a:lnTo>
                  <a:lnTo>
                    <a:pt x="22" y="80"/>
                  </a:lnTo>
                  <a:lnTo>
                    <a:pt x="18" y="77"/>
                  </a:lnTo>
                  <a:lnTo>
                    <a:pt x="16" y="73"/>
                  </a:lnTo>
                  <a:lnTo>
                    <a:pt x="16" y="72"/>
                  </a:lnTo>
                  <a:lnTo>
                    <a:pt x="14" y="68"/>
                  </a:lnTo>
                  <a:lnTo>
                    <a:pt x="17" y="65"/>
                  </a:lnTo>
                  <a:lnTo>
                    <a:pt x="17" y="64"/>
                  </a:lnTo>
                  <a:lnTo>
                    <a:pt x="16" y="58"/>
                  </a:lnTo>
                  <a:lnTo>
                    <a:pt x="16" y="56"/>
                  </a:lnTo>
                  <a:lnTo>
                    <a:pt x="18" y="55"/>
                  </a:lnTo>
                  <a:lnTo>
                    <a:pt x="18" y="52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9" y="39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0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3" y="26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4" y="19"/>
                  </a:lnTo>
                  <a:lnTo>
                    <a:pt x="7" y="18"/>
                  </a:lnTo>
                  <a:lnTo>
                    <a:pt x="5" y="14"/>
                  </a:lnTo>
                  <a:lnTo>
                    <a:pt x="8" y="12"/>
                  </a:lnTo>
                  <a:lnTo>
                    <a:pt x="12" y="13"/>
                  </a:lnTo>
                  <a:lnTo>
                    <a:pt x="14" y="10"/>
                  </a:lnTo>
                  <a:lnTo>
                    <a:pt x="17" y="12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20" y="5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0" name="Freeform 365"/>
            <p:cNvSpPr>
              <a:spLocks noEditPoints="1"/>
            </p:cNvSpPr>
            <p:nvPr/>
          </p:nvSpPr>
          <p:spPr bwMode="auto">
            <a:xfrm>
              <a:off x="8528869" y="3449501"/>
              <a:ext cx="269001" cy="601446"/>
            </a:xfrm>
            <a:custGeom>
              <a:avLst/>
              <a:gdLst>
                <a:gd name="T0" fmla="*/ 18 w 106"/>
                <a:gd name="T1" fmla="*/ 125 h 237"/>
                <a:gd name="T2" fmla="*/ 61 w 106"/>
                <a:gd name="T3" fmla="*/ 6 h 237"/>
                <a:gd name="T4" fmla="*/ 68 w 106"/>
                <a:gd name="T5" fmla="*/ 23 h 237"/>
                <a:gd name="T6" fmla="*/ 62 w 106"/>
                <a:gd name="T7" fmla="*/ 35 h 237"/>
                <a:gd name="T8" fmla="*/ 58 w 106"/>
                <a:gd name="T9" fmla="*/ 44 h 237"/>
                <a:gd name="T10" fmla="*/ 62 w 106"/>
                <a:gd name="T11" fmla="*/ 53 h 237"/>
                <a:gd name="T12" fmla="*/ 72 w 106"/>
                <a:gd name="T13" fmla="*/ 58 h 237"/>
                <a:gd name="T14" fmla="*/ 81 w 106"/>
                <a:gd name="T15" fmla="*/ 65 h 237"/>
                <a:gd name="T16" fmla="*/ 87 w 106"/>
                <a:gd name="T17" fmla="*/ 70 h 237"/>
                <a:gd name="T18" fmla="*/ 83 w 106"/>
                <a:gd name="T19" fmla="*/ 81 h 237"/>
                <a:gd name="T20" fmla="*/ 91 w 106"/>
                <a:gd name="T21" fmla="*/ 87 h 237"/>
                <a:gd name="T22" fmla="*/ 106 w 106"/>
                <a:gd name="T23" fmla="*/ 87 h 237"/>
                <a:gd name="T24" fmla="*/ 97 w 106"/>
                <a:gd name="T25" fmla="*/ 99 h 237"/>
                <a:gd name="T26" fmla="*/ 89 w 106"/>
                <a:gd name="T27" fmla="*/ 107 h 237"/>
                <a:gd name="T28" fmla="*/ 79 w 106"/>
                <a:gd name="T29" fmla="*/ 112 h 237"/>
                <a:gd name="T30" fmla="*/ 69 w 106"/>
                <a:gd name="T31" fmla="*/ 125 h 237"/>
                <a:gd name="T32" fmla="*/ 69 w 106"/>
                <a:gd name="T33" fmla="*/ 136 h 237"/>
                <a:gd name="T34" fmla="*/ 81 w 106"/>
                <a:gd name="T35" fmla="*/ 152 h 237"/>
                <a:gd name="T36" fmla="*/ 82 w 106"/>
                <a:gd name="T37" fmla="*/ 166 h 237"/>
                <a:gd name="T38" fmla="*/ 87 w 106"/>
                <a:gd name="T39" fmla="*/ 182 h 237"/>
                <a:gd name="T40" fmla="*/ 93 w 106"/>
                <a:gd name="T41" fmla="*/ 199 h 237"/>
                <a:gd name="T42" fmla="*/ 94 w 106"/>
                <a:gd name="T43" fmla="*/ 215 h 237"/>
                <a:gd name="T44" fmla="*/ 87 w 106"/>
                <a:gd name="T45" fmla="*/ 231 h 237"/>
                <a:gd name="T46" fmla="*/ 83 w 106"/>
                <a:gd name="T47" fmla="*/ 227 h 237"/>
                <a:gd name="T48" fmla="*/ 86 w 106"/>
                <a:gd name="T49" fmla="*/ 219 h 237"/>
                <a:gd name="T50" fmla="*/ 85 w 106"/>
                <a:gd name="T51" fmla="*/ 208 h 237"/>
                <a:gd name="T52" fmla="*/ 82 w 106"/>
                <a:gd name="T53" fmla="*/ 192 h 237"/>
                <a:gd name="T54" fmla="*/ 77 w 106"/>
                <a:gd name="T55" fmla="*/ 187 h 237"/>
                <a:gd name="T56" fmla="*/ 74 w 106"/>
                <a:gd name="T57" fmla="*/ 171 h 237"/>
                <a:gd name="T58" fmla="*/ 70 w 106"/>
                <a:gd name="T59" fmla="*/ 157 h 237"/>
                <a:gd name="T60" fmla="*/ 65 w 106"/>
                <a:gd name="T61" fmla="*/ 154 h 237"/>
                <a:gd name="T62" fmla="*/ 60 w 106"/>
                <a:gd name="T63" fmla="*/ 142 h 237"/>
                <a:gd name="T64" fmla="*/ 60 w 106"/>
                <a:gd name="T65" fmla="*/ 149 h 237"/>
                <a:gd name="T66" fmla="*/ 52 w 106"/>
                <a:gd name="T67" fmla="*/ 152 h 237"/>
                <a:gd name="T68" fmla="*/ 49 w 106"/>
                <a:gd name="T69" fmla="*/ 156 h 237"/>
                <a:gd name="T70" fmla="*/ 40 w 106"/>
                <a:gd name="T71" fmla="*/ 161 h 237"/>
                <a:gd name="T72" fmla="*/ 32 w 106"/>
                <a:gd name="T73" fmla="*/ 164 h 237"/>
                <a:gd name="T74" fmla="*/ 29 w 106"/>
                <a:gd name="T75" fmla="*/ 162 h 237"/>
                <a:gd name="T76" fmla="*/ 32 w 106"/>
                <a:gd name="T77" fmla="*/ 144 h 237"/>
                <a:gd name="T78" fmla="*/ 27 w 106"/>
                <a:gd name="T79" fmla="*/ 129 h 237"/>
                <a:gd name="T80" fmla="*/ 22 w 106"/>
                <a:gd name="T81" fmla="*/ 121 h 237"/>
                <a:gd name="T82" fmla="*/ 14 w 106"/>
                <a:gd name="T83" fmla="*/ 116 h 237"/>
                <a:gd name="T84" fmla="*/ 16 w 106"/>
                <a:gd name="T85" fmla="*/ 116 h 237"/>
                <a:gd name="T86" fmla="*/ 15 w 106"/>
                <a:gd name="T87" fmla="*/ 111 h 237"/>
                <a:gd name="T88" fmla="*/ 8 w 106"/>
                <a:gd name="T89" fmla="*/ 108 h 237"/>
                <a:gd name="T90" fmla="*/ 3 w 106"/>
                <a:gd name="T91" fmla="*/ 103 h 237"/>
                <a:gd name="T92" fmla="*/ 3 w 106"/>
                <a:gd name="T93" fmla="*/ 91 h 237"/>
                <a:gd name="T94" fmla="*/ 8 w 106"/>
                <a:gd name="T95" fmla="*/ 82 h 237"/>
                <a:gd name="T96" fmla="*/ 11 w 106"/>
                <a:gd name="T97" fmla="*/ 66 h 237"/>
                <a:gd name="T98" fmla="*/ 20 w 106"/>
                <a:gd name="T99" fmla="*/ 54 h 237"/>
                <a:gd name="T100" fmla="*/ 25 w 106"/>
                <a:gd name="T101" fmla="*/ 29 h 237"/>
                <a:gd name="T102" fmla="*/ 35 w 106"/>
                <a:gd name="T103" fmla="*/ 11 h 237"/>
                <a:gd name="T104" fmla="*/ 47 w 106"/>
                <a:gd name="T105" fmla="*/ 6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237">
                  <a:moveTo>
                    <a:pt x="18" y="125"/>
                  </a:moveTo>
                  <a:lnTo>
                    <a:pt x="19" y="127"/>
                  </a:lnTo>
                  <a:lnTo>
                    <a:pt x="19" y="129"/>
                  </a:lnTo>
                  <a:lnTo>
                    <a:pt x="16" y="128"/>
                  </a:lnTo>
                  <a:lnTo>
                    <a:pt x="16" y="125"/>
                  </a:lnTo>
                  <a:lnTo>
                    <a:pt x="18" y="125"/>
                  </a:lnTo>
                  <a:close/>
                  <a:moveTo>
                    <a:pt x="49" y="0"/>
                  </a:moveTo>
                  <a:lnTo>
                    <a:pt x="52" y="2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8" y="3"/>
                  </a:lnTo>
                  <a:lnTo>
                    <a:pt x="61" y="6"/>
                  </a:lnTo>
                  <a:lnTo>
                    <a:pt x="61" y="8"/>
                  </a:lnTo>
                  <a:lnTo>
                    <a:pt x="64" y="8"/>
                  </a:lnTo>
                  <a:lnTo>
                    <a:pt x="65" y="11"/>
                  </a:lnTo>
                  <a:lnTo>
                    <a:pt x="65" y="15"/>
                  </a:lnTo>
                  <a:lnTo>
                    <a:pt x="68" y="19"/>
                  </a:lnTo>
                  <a:lnTo>
                    <a:pt x="68" y="23"/>
                  </a:lnTo>
                  <a:lnTo>
                    <a:pt x="68" y="27"/>
                  </a:lnTo>
                  <a:lnTo>
                    <a:pt x="68" y="29"/>
                  </a:lnTo>
                  <a:lnTo>
                    <a:pt x="66" y="31"/>
                  </a:lnTo>
                  <a:lnTo>
                    <a:pt x="65" y="32"/>
                  </a:lnTo>
                  <a:lnTo>
                    <a:pt x="64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2" y="40"/>
                  </a:lnTo>
                  <a:lnTo>
                    <a:pt x="61" y="40"/>
                  </a:lnTo>
                  <a:lnTo>
                    <a:pt x="60" y="41"/>
                  </a:lnTo>
                  <a:lnTo>
                    <a:pt x="58" y="44"/>
                  </a:lnTo>
                  <a:lnTo>
                    <a:pt x="60" y="45"/>
                  </a:lnTo>
                  <a:lnTo>
                    <a:pt x="58" y="46"/>
                  </a:lnTo>
                  <a:lnTo>
                    <a:pt x="58" y="49"/>
                  </a:lnTo>
                  <a:lnTo>
                    <a:pt x="60" y="49"/>
                  </a:lnTo>
                  <a:lnTo>
                    <a:pt x="61" y="50"/>
                  </a:lnTo>
                  <a:lnTo>
                    <a:pt x="62" y="53"/>
                  </a:lnTo>
                  <a:lnTo>
                    <a:pt x="62" y="56"/>
                  </a:lnTo>
                  <a:lnTo>
                    <a:pt x="64" y="58"/>
                  </a:lnTo>
                  <a:lnTo>
                    <a:pt x="66" y="56"/>
                  </a:lnTo>
                  <a:lnTo>
                    <a:pt x="72" y="54"/>
                  </a:lnTo>
                  <a:lnTo>
                    <a:pt x="73" y="57"/>
                  </a:lnTo>
                  <a:lnTo>
                    <a:pt x="72" y="58"/>
                  </a:lnTo>
                  <a:lnTo>
                    <a:pt x="73" y="60"/>
                  </a:lnTo>
                  <a:lnTo>
                    <a:pt x="76" y="58"/>
                  </a:lnTo>
                  <a:lnTo>
                    <a:pt x="77" y="61"/>
                  </a:lnTo>
                  <a:lnTo>
                    <a:pt x="76" y="62"/>
                  </a:lnTo>
                  <a:lnTo>
                    <a:pt x="77" y="65"/>
                  </a:lnTo>
                  <a:lnTo>
                    <a:pt x="81" y="65"/>
                  </a:lnTo>
                  <a:lnTo>
                    <a:pt x="79" y="66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85" y="66"/>
                  </a:lnTo>
                  <a:lnTo>
                    <a:pt x="87" y="67"/>
                  </a:lnTo>
                  <a:lnTo>
                    <a:pt x="87" y="70"/>
                  </a:lnTo>
                  <a:lnTo>
                    <a:pt x="86" y="71"/>
                  </a:lnTo>
                  <a:lnTo>
                    <a:pt x="86" y="74"/>
                  </a:lnTo>
                  <a:lnTo>
                    <a:pt x="83" y="78"/>
                  </a:lnTo>
                  <a:lnTo>
                    <a:pt x="81" y="79"/>
                  </a:lnTo>
                  <a:lnTo>
                    <a:pt x="81" y="81"/>
                  </a:lnTo>
                  <a:lnTo>
                    <a:pt x="83" y="81"/>
                  </a:lnTo>
                  <a:lnTo>
                    <a:pt x="87" y="81"/>
                  </a:lnTo>
                  <a:lnTo>
                    <a:pt x="87" y="82"/>
                  </a:lnTo>
                  <a:lnTo>
                    <a:pt x="89" y="79"/>
                  </a:lnTo>
                  <a:lnTo>
                    <a:pt x="91" y="82"/>
                  </a:lnTo>
                  <a:lnTo>
                    <a:pt x="90" y="85"/>
                  </a:lnTo>
                  <a:lnTo>
                    <a:pt x="91" y="87"/>
                  </a:lnTo>
                  <a:lnTo>
                    <a:pt x="94" y="89"/>
                  </a:lnTo>
                  <a:lnTo>
                    <a:pt x="95" y="87"/>
                  </a:lnTo>
                  <a:lnTo>
                    <a:pt x="98" y="87"/>
                  </a:lnTo>
                  <a:lnTo>
                    <a:pt x="103" y="85"/>
                  </a:lnTo>
                  <a:lnTo>
                    <a:pt x="106" y="86"/>
                  </a:lnTo>
                  <a:lnTo>
                    <a:pt x="106" y="87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9" y="94"/>
                  </a:lnTo>
                  <a:lnTo>
                    <a:pt x="98" y="95"/>
                  </a:lnTo>
                  <a:lnTo>
                    <a:pt x="98" y="96"/>
                  </a:lnTo>
                  <a:lnTo>
                    <a:pt x="97" y="99"/>
                  </a:lnTo>
                  <a:lnTo>
                    <a:pt x="95" y="99"/>
                  </a:lnTo>
                  <a:lnTo>
                    <a:pt x="93" y="102"/>
                  </a:lnTo>
                  <a:lnTo>
                    <a:pt x="90" y="103"/>
                  </a:lnTo>
                  <a:lnTo>
                    <a:pt x="87" y="103"/>
                  </a:lnTo>
                  <a:lnTo>
                    <a:pt x="87" y="104"/>
                  </a:lnTo>
                  <a:lnTo>
                    <a:pt x="89" y="107"/>
                  </a:lnTo>
                  <a:lnTo>
                    <a:pt x="87" y="108"/>
                  </a:lnTo>
                  <a:lnTo>
                    <a:pt x="85" y="107"/>
                  </a:lnTo>
                  <a:lnTo>
                    <a:pt x="83" y="108"/>
                  </a:lnTo>
                  <a:lnTo>
                    <a:pt x="83" y="112"/>
                  </a:lnTo>
                  <a:lnTo>
                    <a:pt x="82" y="114"/>
                  </a:lnTo>
                  <a:lnTo>
                    <a:pt x="79" y="112"/>
                  </a:lnTo>
                  <a:lnTo>
                    <a:pt x="77" y="115"/>
                  </a:lnTo>
                  <a:lnTo>
                    <a:pt x="73" y="114"/>
                  </a:lnTo>
                  <a:lnTo>
                    <a:pt x="70" y="116"/>
                  </a:lnTo>
                  <a:lnTo>
                    <a:pt x="72" y="120"/>
                  </a:lnTo>
                  <a:lnTo>
                    <a:pt x="69" y="121"/>
                  </a:lnTo>
                  <a:lnTo>
                    <a:pt x="69" y="125"/>
                  </a:lnTo>
                  <a:lnTo>
                    <a:pt x="70" y="127"/>
                  </a:lnTo>
                  <a:lnTo>
                    <a:pt x="68" y="128"/>
                  </a:lnTo>
                  <a:lnTo>
                    <a:pt x="65" y="129"/>
                  </a:lnTo>
                  <a:lnTo>
                    <a:pt x="65" y="132"/>
                  </a:lnTo>
                  <a:lnTo>
                    <a:pt x="68" y="132"/>
                  </a:lnTo>
                  <a:lnTo>
                    <a:pt x="69" y="136"/>
                  </a:lnTo>
                  <a:lnTo>
                    <a:pt x="70" y="137"/>
                  </a:lnTo>
                  <a:lnTo>
                    <a:pt x="72" y="139"/>
                  </a:lnTo>
                  <a:lnTo>
                    <a:pt x="74" y="141"/>
                  </a:lnTo>
                  <a:lnTo>
                    <a:pt x="77" y="148"/>
                  </a:lnTo>
                  <a:lnTo>
                    <a:pt x="79" y="148"/>
                  </a:lnTo>
                  <a:lnTo>
                    <a:pt x="81" y="152"/>
                  </a:lnTo>
                  <a:lnTo>
                    <a:pt x="81" y="154"/>
                  </a:lnTo>
                  <a:lnTo>
                    <a:pt x="83" y="154"/>
                  </a:lnTo>
                  <a:lnTo>
                    <a:pt x="83" y="157"/>
                  </a:lnTo>
                  <a:lnTo>
                    <a:pt x="81" y="158"/>
                  </a:lnTo>
                  <a:lnTo>
                    <a:pt x="81" y="160"/>
                  </a:lnTo>
                  <a:lnTo>
                    <a:pt x="82" y="166"/>
                  </a:lnTo>
                  <a:lnTo>
                    <a:pt x="82" y="167"/>
                  </a:lnTo>
                  <a:lnTo>
                    <a:pt x="79" y="170"/>
                  </a:lnTo>
                  <a:lnTo>
                    <a:pt x="81" y="174"/>
                  </a:lnTo>
                  <a:lnTo>
                    <a:pt x="81" y="175"/>
                  </a:lnTo>
                  <a:lnTo>
                    <a:pt x="83" y="179"/>
                  </a:lnTo>
                  <a:lnTo>
                    <a:pt x="87" y="182"/>
                  </a:lnTo>
                  <a:lnTo>
                    <a:pt x="91" y="186"/>
                  </a:lnTo>
                  <a:lnTo>
                    <a:pt x="93" y="191"/>
                  </a:lnTo>
                  <a:lnTo>
                    <a:pt x="91" y="192"/>
                  </a:lnTo>
                  <a:lnTo>
                    <a:pt x="91" y="195"/>
                  </a:lnTo>
                  <a:lnTo>
                    <a:pt x="91" y="198"/>
                  </a:lnTo>
                  <a:lnTo>
                    <a:pt x="93" y="199"/>
                  </a:lnTo>
                  <a:lnTo>
                    <a:pt x="94" y="202"/>
                  </a:lnTo>
                  <a:lnTo>
                    <a:pt x="94" y="204"/>
                  </a:lnTo>
                  <a:lnTo>
                    <a:pt x="94" y="208"/>
                  </a:lnTo>
                  <a:lnTo>
                    <a:pt x="95" y="211"/>
                  </a:lnTo>
                  <a:lnTo>
                    <a:pt x="95" y="215"/>
                  </a:lnTo>
                  <a:lnTo>
                    <a:pt x="94" y="215"/>
                  </a:lnTo>
                  <a:lnTo>
                    <a:pt x="91" y="223"/>
                  </a:lnTo>
                  <a:lnTo>
                    <a:pt x="89" y="224"/>
                  </a:lnTo>
                  <a:lnTo>
                    <a:pt x="89" y="228"/>
                  </a:lnTo>
                  <a:lnTo>
                    <a:pt x="87" y="229"/>
                  </a:lnTo>
                  <a:lnTo>
                    <a:pt x="87" y="231"/>
                  </a:lnTo>
                  <a:lnTo>
                    <a:pt x="87" y="231"/>
                  </a:lnTo>
                  <a:lnTo>
                    <a:pt x="86" y="233"/>
                  </a:lnTo>
                  <a:lnTo>
                    <a:pt x="86" y="237"/>
                  </a:lnTo>
                  <a:lnTo>
                    <a:pt x="85" y="233"/>
                  </a:lnTo>
                  <a:lnTo>
                    <a:pt x="85" y="229"/>
                  </a:lnTo>
                  <a:lnTo>
                    <a:pt x="83" y="228"/>
                  </a:lnTo>
                  <a:lnTo>
                    <a:pt x="83" y="227"/>
                  </a:lnTo>
                  <a:lnTo>
                    <a:pt x="85" y="228"/>
                  </a:lnTo>
                  <a:lnTo>
                    <a:pt x="85" y="227"/>
                  </a:lnTo>
                  <a:lnTo>
                    <a:pt x="87" y="224"/>
                  </a:lnTo>
                  <a:lnTo>
                    <a:pt x="87" y="223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7" y="219"/>
                  </a:lnTo>
                  <a:lnTo>
                    <a:pt x="87" y="217"/>
                  </a:lnTo>
                  <a:lnTo>
                    <a:pt x="86" y="214"/>
                  </a:lnTo>
                  <a:lnTo>
                    <a:pt x="89" y="212"/>
                  </a:lnTo>
                  <a:lnTo>
                    <a:pt x="86" y="211"/>
                  </a:lnTo>
                  <a:lnTo>
                    <a:pt x="85" y="208"/>
                  </a:lnTo>
                  <a:lnTo>
                    <a:pt x="85" y="206"/>
                  </a:lnTo>
                  <a:lnTo>
                    <a:pt x="86" y="204"/>
                  </a:lnTo>
                  <a:lnTo>
                    <a:pt x="85" y="203"/>
                  </a:lnTo>
                  <a:lnTo>
                    <a:pt x="85" y="202"/>
                  </a:lnTo>
                  <a:lnTo>
                    <a:pt x="83" y="194"/>
                  </a:lnTo>
                  <a:lnTo>
                    <a:pt x="82" y="192"/>
                  </a:lnTo>
                  <a:lnTo>
                    <a:pt x="81" y="190"/>
                  </a:lnTo>
                  <a:lnTo>
                    <a:pt x="79" y="187"/>
                  </a:lnTo>
                  <a:lnTo>
                    <a:pt x="79" y="191"/>
                  </a:lnTo>
                  <a:lnTo>
                    <a:pt x="78" y="191"/>
                  </a:lnTo>
                  <a:lnTo>
                    <a:pt x="78" y="190"/>
                  </a:lnTo>
                  <a:lnTo>
                    <a:pt x="77" y="187"/>
                  </a:lnTo>
                  <a:lnTo>
                    <a:pt x="78" y="182"/>
                  </a:lnTo>
                  <a:lnTo>
                    <a:pt x="76" y="181"/>
                  </a:lnTo>
                  <a:lnTo>
                    <a:pt x="76" y="178"/>
                  </a:lnTo>
                  <a:lnTo>
                    <a:pt x="77" y="177"/>
                  </a:lnTo>
                  <a:lnTo>
                    <a:pt x="74" y="175"/>
                  </a:lnTo>
                  <a:lnTo>
                    <a:pt x="74" y="171"/>
                  </a:lnTo>
                  <a:lnTo>
                    <a:pt x="73" y="171"/>
                  </a:lnTo>
                  <a:lnTo>
                    <a:pt x="72" y="162"/>
                  </a:lnTo>
                  <a:lnTo>
                    <a:pt x="70" y="161"/>
                  </a:lnTo>
                  <a:lnTo>
                    <a:pt x="70" y="160"/>
                  </a:lnTo>
                  <a:lnTo>
                    <a:pt x="70" y="158"/>
                  </a:lnTo>
                  <a:lnTo>
                    <a:pt x="70" y="157"/>
                  </a:lnTo>
                  <a:lnTo>
                    <a:pt x="69" y="154"/>
                  </a:lnTo>
                  <a:lnTo>
                    <a:pt x="70" y="153"/>
                  </a:lnTo>
                  <a:lnTo>
                    <a:pt x="70" y="152"/>
                  </a:lnTo>
                  <a:lnTo>
                    <a:pt x="69" y="153"/>
                  </a:lnTo>
                  <a:lnTo>
                    <a:pt x="68" y="154"/>
                  </a:lnTo>
                  <a:lnTo>
                    <a:pt x="65" y="154"/>
                  </a:lnTo>
                  <a:lnTo>
                    <a:pt x="65" y="152"/>
                  </a:lnTo>
                  <a:lnTo>
                    <a:pt x="64" y="150"/>
                  </a:lnTo>
                  <a:lnTo>
                    <a:pt x="61" y="145"/>
                  </a:lnTo>
                  <a:lnTo>
                    <a:pt x="61" y="144"/>
                  </a:lnTo>
                  <a:lnTo>
                    <a:pt x="60" y="144"/>
                  </a:lnTo>
                  <a:lnTo>
                    <a:pt x="60" y="142"/>
                  </a:lnTo>
                  <a:lnTo>
                    <a:pt x="58" y="141"/>
                  </a:lnTo>
                  <a:lnTo>
                    <a:pt x="60" y="142"/>
                  </a:lnTo>
                  <a:lnTo>
                    <a:pt x="58" y="144"/>
                  </a:lnTo>
                  <a:lnTo>
                    <a:pt x="58" y="145"/>
                  </a:lnTo>
                  <a:lnTo>
                    <a:pt x="60" y="146"/>
                  </a:lnTo>
                  <a:lnTo>
                    <a:pt x="60" y="149"/>
                  </a:lnTo>
                  <a:lnTo>
                    <a:pt x="58" y="150"/>
                  </a:lnTo>
                  <a:lnTo>
                    <a:pt x="58" y="152"/>
                  </a:lnTo>
                  <a:lnTo>
                    <a:pt x="56" y="154"/>
                  </a:lnTo>
                  <a:lnTo>
                    <a:pt x="54" y="153"/>
                  </a:lnTo>
                  <a:lnTo>
                    <a:pt x="53" y="152"/>
                  </a:lnTo>
                  <a:lnTo>
                    <a:pt x="52" y="152"/>
                  </a:lnTo>
                  <a:lnTo>
                    <a:pt x="53" y="153"/>
                  </a:lnTo>
                  <a:lnTo>
                    <a:pt x="53" y="154"/>
                  </a:lnTo>
                  <a:lnTo>
                    <a:pt x="54" y="154"/>
                  </a:lnTo>
                  <a:lnTo>
                    <a:pt x="52" y="157"/>
                  </a:lnTo>
                  <a:lnTo>
                    <a:pt x="50" y="157"/>
                  </a:lnTo>
                  <a:lnTo>
                    <a:pt x="49" y="156"/>
                  </a:lnTo>
                  <a:lnTo>
                    <a:pt x="48" y="158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61"/>
                  </a:lnTo>
                  <a:lnTo>
                    <a:pt x="40" y="162"/>
                  </a:lnTo>
                  <a:lnTo>
                    <a:pt x="39" y="162"/>
                  </a:lnTo>
                  <a:lnTo>
                    <a:pt x="37" y="161"/>
                  </a:lnTo>
                  <a:lnTo>
                    <a:pt x="33" y="162"/>
                  </a:lnTo>
                  <a:lnTo>
                    <a:pt x="33" y="164"/>
                  </a:lnTo>
                  <a:lnTo>
                    <a:pt x="32" y="164"/>
                  </a:lnTo>
                  <a:lnTo>
                    <a:pt x="32" y="161"/>
                  </a:lnTo>
                  <a:lnTo>
                    <a:pt x="35" y="157"/>
                  </a:lnTo>
                  <a:lnTo>
                    <a:pt x="35" y="153"/>
                  </a:lnTo>
                  <a:lnTo>
                    <a:pt x="33" y="157"/>
                  </a:lnTo>
                  <a:lnTo>
                    <a:pt x="31" y="160"/>
                  </a:lnTo>
                  <a:lnTo>
                    <a:pt x="29" y="162"/>
                  </a:lnTo>
                  <a:lnTo>
                    <a:pt x="29" y="161"/>
                  </a:lnTo>
                  <a:lnTo>
                    <a:pt x="29" y="160"/>
                  </a:lnTo>
                  <a:lnTo>
                    <a:pt x="29" y="158"/>
                  </a:lnTo>
                  <a:lnTo>
                    <a:pt x="31" y="146"/>
                  </a:lnTo>
                  <a:lnTo>
                    <a:pt x="33" y="144"/>
                  </a:lnTo>
                  <a:lnTo>
                    <a:pt x="32" y="144"/>
                  </a:lnTo>
                  <a:lnTo>
                    <a:pt x="31" y="139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8" y="132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4"/>
                  </a:lnTo>
                  <a:lnTo>
                    <a:pt x="24" y="123"/>
                  </a:lnTo>
                  <a:lnTo>
                    <a:pt x="24" y="120"/>
                  </a:lnTo>
                  <a:lnTo>
                    <a:pt x="22" y="119"/>
                  </a:lnTo>
                  <a:lnTo>
                    <a:pt x="22" y="121"/>
                  </a:lnTo>
                  <a:lnTo>
                    <a:pt x="23" y="125"/>
                  </a:lnTo>
                  <a:lnTo>
                    <a:pt x="19" y="124"/>
                  </a:lnTo>
                  <a:lnTo>
                    <a:pt x="16" y="121"/>
                  </a:lnTo>
                  <a:lnTo>
                    <a:pt x="16" y="120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6" y="116"/>
                  </a:lnTo>
                  <a:lnTo>
                    <a:pt x="16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6" y="116"/>
                  </a:lnTo>
                  <a:lnTo>
                    <a:pt x="19" y="116"/>
                  </a:lnTo>
                  <a:lnTo>
                    <a:pt x="20" y="117"/>
                  </a:lnTo>
                  <a:lnTo>
                    <a:pt x="22" y="116"/>
                  </a:lnTo>
                  <a:lnTo>
                    <a:pt x="22" y="115"/>
                  </a:lnTo>
                  <a:lnTo>
                    <a:pt x="19" y="111"/>
                  </a:lnTo>
                  <a:lnTo>
                    <a:pt x="15" y="111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1" y="107"/>
                  </a:lnTo>
                  <a:lnTo>
                    <a:pt x="11" y="108"/>
                  </a:lnTo>
                  <a:lnTo>
                    <a:pt x="10" y="108"/>
                  </a:lnTo>
                  <a:lnTo>
                    <a:pt x="8" y="108"/>
                  </a:lnTo>
                  <a:lnTo>
                    <a:pt x="11" y="106"/>
                  </a:lnTo>
                  <a:lnTo>
                    <a:pt x="8" y="106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8" y="107"/>
                  </a:lnTo>
                  <a:lnTo>
                    <a:pt x="3" y="103"/>
                  </a:lnTo>
                  <a:lnTo>
                    <a:pt x="2" y="9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3" y="91"/>
                  </a:lnTo>
                  <a:lnTo>
                    <a:pt x="4" y="92"/>
                  </a:lnTo>
                  <a:lnTo>
                    <a:pt x="4" y="89"/>
                  </a:lnTo>
                  <a:lnTo>
                    <a:pt x="4" y="85"/>
                  </a:lnTo>
                  <a:lnTo>
                    <a:pt x="6" y="83"/>
                  </a:lnTo>
                  <a:lnTo>
                    <a:pt x="7" y="83"/>
                  </a:lnTo>
                  <a:lnTo>
                    <a:pt x="8" y="82"/>
                  </a:lnTo>
                  <a:lnTo>
                    <a:pt x="10" y="79"/>
                  </a:lnTo>
                  <a:lnTo>
                    <a:pt x="8" y="77"/>
                  </a:lnTo>
                  <a:lnTo>
                    <a:pt x="10" y="73"/>
                  </a:lnTo>
                  <a:lnTo>
                    <a:pt x="8" y="70"/>
                  </a:lnTo>
                  <a:lnTo>
                    <a:pt x="11" y="70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0" y="57"/>
                  </a:lnTo>
                  <a:lnTo>
                    <a:pt x="12" y="57"/>
                  </a:lnTo>
                  <a:lnTo>
                    <a:pt x="15" y="58"/>
                  </a:lnTo>
                  <a:lnTo>
                    <a:pt x="18" y="58"/>
                  </a:lnTo>
                  <a:lnTo>
                    <a:pt x="20" y="54"/>
                  </a:lnTo>
                  <a:lnTo>
                    <a:pt x="20" y="49"/>
                  </a:lnTo>
                  <a:lnTo>
                    <a:pt x="23" y="42"/>
                  </a:lnTo>
                  <a:lnTo>
                    <a:pt x="20" y="41"/>
                  </a:lnTo>
                  <a:lnTo>
                    <a:pt x="20" y="40"/>
                  </a:lnTo>
                  <a:lnTo>
                    <a:pt x="24" y="35"/>
                  </a:lnTo>
                  <a:lnTo>
                    <a:pt x="25" y="29"/>
                  </a:lnTo>
                  <a:lnTo>
                    <a:pt x="24" y="28"/>
                  </a:lnTo>
                  <a:lnTo>
                    <a:pt x="24" y="25"/>
                  </a:lnTo>
                  <a:lnTo>
                    <a:pt x="28" y="19"/>
                  </a:lnTo>
                  <a:lnTo>
                    <a:pt x="31" y="17"/>
                  </a:lnTo>
                  <a:lnTo>
                    <a:pt x="35" y="15"/>
                  </a:lnTo>
                  <a:lnTo>
                    <a:pt x="35" y="11"/>
                  </a:lnTo>
                  <a:lnTo>
                    <a:pt x="39" y="11"/>
                  </a:lnTo>
                  <a:lnTo>
                    <a:pt x="43" y="8"/>
                  </a:lnTo>
                  <a:lnTo>
                    <a:pt x="44" y="10"/>
                  </a:lnTo>
                  <a:lnTo>
                    <a:pt x="47" y="11"/>
                  </a:lnTo>
                  <a:lnTo>
                    <a:pt x="47" y="8"/>
                  </a:lnTo>
                  <a:lnTo>
                    <a:pt x="47" y="6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8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1" name="Freeform 366"/>
            <p:cNvSpPr>
              <a:spLocks noEditPoints="1"/>
            </p:cNvSpPr>
            <p:nvPr/>
          </p:nvSpPr>
          <p:spPr bwMode="auto">
            <a:xfrm>
              <a:off x="8178660" y="4056023"/>
              <a:ext cx="68520" cy="121812"/>
            </a:xfrm>
            <a:custGeom>
              <a:avLst/>
              <a:gdLst>
                <a:gd name="T0" fmla="*/ 2 w 27"/>
                <a:gd name="T1" fmla="*/ 18 h 48"/>
                <a:gd name="T2" fmla="*/ 2 w 27"/>
                <a:gd name="T3" fmla="*/ 21 h 48"/>
                <a:gd name="T4" fmla="*/ 2 w 27"/>
                <a:gd name="T5" fmla="*/ 21 h 48"/>
                <a:gd name="T6" fmla="*/ 2 w 27"/>
                <a:gd name="T7" fmla="*/ 18 h 48"/>
                <a:gd name="T8" fmla="*/ 8 w 27"/>
                <a:gd name="T9" fmla="*/ 5 h 48"/>
                <a:gd name="T10" fmla="*/ 9 w 27"/>
                <a:gd name="T11" fmla="*/ 6 h 48"/>
                <a:gd name="T12" fmla="*/ 13 w 27"/>
                <a:gd name="T13" fmla="*/ 6 h 48"/>
                <a:gd name="T14" fmla="*/ 15 w 27"/>
                <a:gd name="T15" fmla="*/ 9 h 48"/>
                <a:gd name="T16" fmla="*/ 16 w 27"/>
                <a:gd name="T17" fmla="*/ 10 h 48"/>
                <a:gd name="T18" fmla="*/ 19 w 27"/>
                <a:gd name="T19" fmla="*/ 14 h 48"/>
                <a:gd name="T20" fmla="*/ 17 w 27"/>
                <a:gd name="T21" fmla="*/ 17 h 48"/>
                <a:gd name="T22" fmla="*/ 19 w 27"/>
                <a:gd name="T23" fmla="*/ 17 h 48"/>
                <a:gd name="T24" fmla="*/ 23 w 27"/>
                <a:gd name="T25" fmla="*/ 21 h 48"/>
                <a:gd name="T26" fmla="*/ 27 w 27"/>
                <a:gd name="T27" fmla="*/ 27 h 48"/>
                <a:gd name="T28" fmla="*/ 27 w 27"/>
                <a:gd name="T29" fmla="*/ 30 h 48"/>
                <a:gd name="T30" fmla="*/ 27 w 27"/>
                <a:gd name="T31" fmla="*/ 34 h 48"/>
                <a:gd name="T32" fmla="*/ 25 w 27"/>
                <a:gd name="T33" fmla="*/ 38 h 48"/>
                <a:gd name="T34" fmla="*/ 20 w 27"/>
                <a:gd name="T35" fmla="*/ 46 h 48"/>
                <a:gd name="T36" fmla="*/ 12 w 27"/>
                <a:gd name="T37" fmla="*/ 47 h 48"/>
                <a:gd name="T38" fmla="*/ 7 w 27"/>
                <a:gd name="T39" fmla="*/ 47 h 48"/>
                <a:gd name="T40" fmla="*/ 4 w 27"/>
                <a:gd name="T41" fmla="*/ 38 h 48"/>
                <a:gd name="T42" fmla="*/ 3 w 27"/>
                <a:gd name="T43" fmla="*/ 30 h 48"/>
                <a:gd name="T44" fmla="*/ 2 w 27"/>
                <a:gd name="T45" fmla="*/ 25 h 48"/>
                <a:gd name="T46" fmla="*/ 3 w 27"/>
                <a:gd name="T47" fmla="*/ 18 h 48"/>
                <a:gd name="T48" fmla="*/ 3 w 27"/>
                <a:gd name="T49" fmla="*/ 14 h 48"/>
                <a:gd name="T50" fmla="*/ 3 w 27"/>
                <a:gd name="T51" fmla="*/ 11 h 48"/>
                <a:gd name="T52" fmla="*/ 0 w 27"/>
                <a:gd name="T53" fmla="*/ 9 h 48"/>
                <a:gd name="T54" fmla="*/ 2 w 27"/>
                <a:gd name="T55" fmla="*/ 9 h 48"/>
                <a:gd name="T56" fmla="*/ 4 w 27"/>
                <a:gd name="T57" fmla="*/ 10 h 48"/>
                <a:gd name="T58" fmla="*/ 5 w 27"/>
                <a:gd name="T59" fmla="*/ 6 h 48"/>
                <a:gd name="T60" fmla="*/ 5 w 27"/>
                <a:gd name="T61" fmla="*/ 6 h 48"/>
                <a:gd name="T62" fmla="*/ 5 w 27"/>
                <a:gd name="T63" fmla="*/ 5 h 48"/>
                <a:gd name="T64" fmla="*/ 8 w 27"/>
                <a:gd name="T65" fmla="*/ 0 h 48"/>
                <a:gd name="T66" fmla="*/ 9 w 27"/>
                <a:gd name="T67" fmla="*/ 2 h 48"/>
                <a:gd name="T68" fmla="*/ 13 w 27"/>
                <a:gd name="T69" fmla="*/ 5 h 48"/>
                <a:gd name="T70" fmla="*/ 9 w 27"/>
                <a:gd name="T71" fmla="*/ 5 h 48"/>
                <a:gd name="T72" fmla="*/ 7 w 27"/>
                <a:gd name="T73" fmla="*/ 2 h 48"/>
                <a:gd name="T74" fmla="*/ 8 w 27"/>
                <a:gd name="T75" fmla="*/ 1 h 48"/>
                <a:gd name="T76" fmla="*/ 8 w 27"/>
                <a:gd name="T77" fmla="*/ 0 h 48"/>
                <a:gd name="T78" fmla="*/ 7 w 27"/>
                <a:gd name="T79" fmla="*/ 0 h 48"/>
                <a:gd name="T80" fmla="*/ 5 w 27"/>
                <a:gd name="T81" fmla="*/ 2 h 48"/>
                <a:gd name="T82" fmla="*/ 2 w 27"/>
                <a:gd name="T83" fmla="*/ 1 h 48"/>
                <a:gd name="T84" fmla="*/ 5 w 27"/>
                <a:gd name="T8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" h="48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0" y="23"/>
                  </a:lnTo>
                  <a:lnTo>
                    <a:pt x="2" y="21"/>
                  </a:lnTo>
                  <a:lnTo>
                    <a:pt x="0" y="18"/>
                  </a:lnTo>
                  <a:lnTo>
                    <a:pt x="2" y="18"/>
                  </a:lnTo>
                  <a:close/>
                  <a:moveTo>
                    <a:pt x="5" y="3"/>
                  </a:moveTo>
                  <a:lnTo>
                    <a:pt x="8" y="5"/>
                  </a:lnTo>
                  <a:lnTo>
                    <a:pt x="8" y="5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6" y="10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19" y="15"/>
                  </a:lnTo>
                  <a:lnTo>
                    <a:pt x="17" y="17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21" y="17"/>
                  </a:lnTo>
                  <a:lnTo>
                    <a:pt x="23" y="21"/>
                  </a:lnTo>
                  <a:lnTo>
                    <a:pt x="24" y="26"/>
                  </a:lnTo>
                  <a:lnTo>
                    <a:pt x="27" y="27"/>
                  </a:lnTo>
                  <a:lnTo>
                    <a:pt x="25" y="28"/>
                  </a:lnTo>
                  <a:lnTo>
                    <a:pt x="27" y="3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6"/>
                  </a:lnTo>
                  <a:lnTo>
                    <a:pt x="25" y="38"/>
                  </a:lnTo>
                  <a:lnTo>
                    <a:pt x="24" y="42"/>
                  </a:lnTo>
                  <a:lnTo>
                    <a:pt x="20" y="46"/>
                  </a:lnTo>
                  <a:lnTo>
                    <a:pt x="16" y="47"/>
                  </a:lnTo>
                  <a:lnTo>
                    <a:pt x="12" y="47"/>
                  </a:lnTo>
                  <a:lnTo>
                    <a:pt x="9" y="48"/>
                  </a:lnTo>
                  <a:lnTo>
                    <a:pt x="7" y="47"/>
                  </a:lnTo>
                  <a:lnTo>
                    <a:pt x="5" y="43"/>
                  </a:lnTo>
                  <a:lnTo>
                    <a:pt x="4" y="38"/>
                  </a:lnTo>
                  <a:lnTo>
                    <a:pt x="2" y="31"/>
                  </a:lnTo>
                  <a:lnTo>
                    <a:pt x="3" y="30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5" y="5"/>
                  </a:lnTo>
                  <a:lnTo>
                    <a:pt x="5" y="3"/>
                  </a:lnTo>
                  <a:close/>
                  <a:moveTo>
                    <a:pt x="8" y="0"/>
                  </a:moveTo>
                  <a:lnTo>
                    <a:pt x="9" y="1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7" y="1"/>
                  </a:lnTo>
                  <a:lnTo>
                    <a:pt x="8" y="0"/>
                  </a:lnTo>
                  <a:close/>
                  <a:moveTo>
                    <a:pt x="5" y="0"/>
                  </a:move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2" y="1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2" name="Freeform 367"/>
            <p:cNvSpPr>
              <a:spLocks noEditPoints="1"/>
            </p:cNvSpPr>
            <p:nvPr/>
          </p:nvSpPr>
          <p:spPr bwMode="auto">
            <a:xfrm>
              <a:off x="7808149" y="3284548"/>
              <a:ext cx="842531" cy="824768"/>
            </a:xfrm>
            <a:custGeom>
              <a:avLst/>
              <a:gdLst>
                <a:gd name="T0" fmla="*/ 236 w 332"/>
                <a:gd name="T1" fmla="*/ 154 h 325"/>
                <a:gd name="T2" fmla="*/ 234 w 332"/>
                <a:gd name="T3" fmla="*/ 155 h 325"/>
                <a:gd name="T4" fmla="*/ 99 w 332"/>
                <a:gd name="T5" fmla="*/ 7 h 325"/>
                <a:gd name="T6" fmla="*/ 111 w 332"/>
                <a:gd name="T7" fmla="*/ 23 h 325"/>
                <a:gd name="T8" fmla="*/ 122 w 332"/>
                <a:gd name="T9" fmla="*/ 31 h 325"/>
                <a:gd name="T10" fmla="*/ 133 w 332"/>
                <a:gd name="T11" fmla="*/ 50 h 325"/>
                <a:gd name="T12" fmla="*/ 149 w 332"/>
                <a:gd name="T13" fmla="*/ 69 h 325"/>
                <a:gd name="T14" fmla="*/ 186 w 332"/>
                <a:gd name="T15" fmla="*/ 80 h 325"/>
                <a:gd name="T16" fmla="*/ 228 w 332"/>
                <a:gd name="T17" fmla="*/ 89 h 325"/>
                <a:gd name="T18" fmla="*/ 233 w 332"/>
                <a:gd name="T19" fmla="*/ 75 h 325"/>
                <a:gd name="T20" fmla="*/ 252 w 332"/>
                <a:gd name="T21" fmla="*/ 88 h 325"/>
                <a:gd name="T22" fmla="*/ 267 w 332"/>
                <a:gd name="T23" fmla="*/ 76 h 325"/>
                <a:gd name="T24" fmla="*/ 280 w 332"/>
                <a:gd name="T25" fmla="*/ 64 h 325"/>
                <a:gd name="T26" fmla="*/ 299 w 332"/>
                <a:gd name="T27" fmla="*/ 50 h 325"/>
                <a:gd name="T28" fmla="*/ 320 w 332"/>
                <a:gd name="T29" fmla="*/ 48 h 325"/>
                <a:gd name="T30" fmla="*/ 323 w 332"/>
                <a:gd name="T31" fmla="*/ 61 h 325"/>
                <a:gd name="T32" fmla="*/ 331 w 332"/>
                <a:gd name="T33" fmla="*/ 76 h 325"/>
                <a:gd name="T34" fmla="*/ 308 w 332"/>
                <a:gd name="T35" fmla="*/ 93 h 325"/>
                <a:gd name="T36" fmla="*/ 299 w 332"/>
                <a:gd name="T37" fmla="*/ 123 h 325"/>
                <a:gd name="T38" fmla="*/ 294 w 332"/>
                <a:gd name="T39" fmla="*/ 144 h 325"/>
                <a:gd name="T40" fmla="*/ 287 w 332"/>
                <a:gd name="T41" fmla="*/ 148 h 325"/>
                <a:gd name="T42" fmla="*/ 279 w 332"/>
                <a:gd name="T43" fmla="*/ 127 h 325"/>
                <a:gd name="T44" fmla="*/ 275 w 332"/>
                <a:gd name="T45" fmla="*/ 135 h 325"/>
                <a:gd name="T46" fmla="*/ 273 w 332"/>
                <a:gd name="T47" fmla="*/ 121 h 325"/>
                <a:gd name="T48" fmla="*/ 279 w 332"/>
                <a:gd name="T49" fmla="*/ 109 h 325"/>
                <a:gd name="T50" fmla="*/ 254 w 332"/>
                <a:gd name="T51" fmla="*/ 105 h 325"/>
                <a:gd name="T52" fmla="*/ 245 w 332"/>
                <a:gd name="T53" fmla="*/ 94 h 325"/>
                <a:gd name="T54" fmla="*/ 236 w 332"/>
                <a:gd name="T55" fmla="*/ 90 h 325"/>
                <a:gd name="T56" fmla="*/ 229 w 332"/>
                <a:gd name="T57" fmla="*/ 97 h 325"/>
                <a:gd name="T58" fmla="*/ 234 w 332"/>
                <a:gd name="T59" fmla="*/ 107 h 325"/>
                <a:gd name="T60" fmla="*/ 241 w 332"/>
                <a:gd name="T61" fmla="*/ 132 h 325"/>
                <a:gd name="T62" fmla="*/ 244 w 332"/>
                <a:gd name="T63" fmla="*/ 152 h 325"/>
                <a:gd name="T64" fmla="*/ 238 w 332"/>
                <a:gd name="T65" fmla="*/ 152 h 325"/>
                <a:gd name="T66" fmla="*/ 234 w 332"/>
                <a:gd name="T67" fmla="*/ 147 h 325"/>
                <a:gd name="T68" fmla="*/ 221 w 332"/>
                <a:gd name="T69" fmla="*/ 163 h 325"/>
                <a:gd name="T70" fmla="*/ 215 w 332"/>
                <a:gd name="T71" fmla="*/ 177 h 325"/>
                <a:gd name="T72" fmla="*/ 204 w 332"/>
                <a:gd name="T73" fmla="*/ 181 h 325"/>
                <a:gd name="T74" fmla="*/ 173 w 332"/>
                <a:gd name="T75" fmla="*/ 213 h 325"/>
                <a:gd name="T76" fmla="*/ 155 w 332"/>
                <a:gd name="T77" fmla="*/ 230 h 325"/>
                <a:gd name="T78" fmla="*/ 149 w 332"/>
                <a:gd name="T79" fmla="*/ 259 h 325"/>
                <a:gd name="T80" fmla="*/ 146 w 332"/>
                <a:gd name="T81" fmla="*/ 298 h 325"/>
                <a:gd name="T82" fmla="*/ 142 w 332"/>
                <a:gd name="T83" fmla="*/ 311 h 325"/>
                <a:gd name="T84" fmla="*/ 128 w 332"/>
                <a:gd name="T85" fmla="*/ 318 h 325"/>
                <a:gd name="T86" fmla="*/ 105 w 332"/>
                <a:gd name="T87" fmla="*/ 300 h 325"/>
                <a:gd name="T88" fmla="*/ 90 w 332"/>
                <a:gd name="T89" fmla="*/ 275 h 325"/>
                <a:gd name="T90" fmla="*/ 80 w 332"/>
                <a:gd name="T91" fmla="*/ 246 h 325"/>
                <a:gd name="T92" fmla="*/ 68 w 332"/>
                <a:gd name="T93" fmla="*/ 229 h 325"/>
                <a:gd name="T94" fmla="*/ 61 w 332"/>
                <a:gd name="T95" fmla="*/ 193 h 325"/>
                <a:gd name="T96" fmla="*/ 55 w 332"/>
                <a:gd name="T97" fmla="*/ 168 h 325"/>
                <a:gd name="T98" fmla="*/ 51 w 332"/>
                <a:gd name="T99" fmla="*/ 155 h 325"/>
                <a:gd name="T100" fmla="*/ 53 w 332"/>
                <a:gd name="T101" fmla="*/ 146 h 325"/>
                <a:gd name="T102" fmla="*/ 46 w 332"/>
                <a:gd name="T103" fmla="*/ 161 h 325"/>
                <a:gd name="T104" fmla="*/ 13 w 332"/>
                <a:gd name="T105" fmla="*/ 154 h 325"/>
                <a:gd name="T106" fmla="*/ 15 w 332"/>
                <a:gd name="T107" fmla="*/ 148 h 325"/>
                <a:gd name="T108" fmla="*/ 25 w 332"/>
                <a:gd name="T109" fmla="*/ 138 h 325"/>
                <a:gd name="T110" fmla="*/ 1 w 332"/>
                <a:gd name="T111" fmla="*/ 135 h 325"/>
                <a:gd name="T112" fmla="*/ 5 w 332"/>
                <a:gd name="T113" fmla="*/ 122 h 325"/>
                <a:gd name="T114" fmla="*/ 28 w 332"/>
                <a:gd name="T115" fmla="*/ 121 h 325"/>
                <a:gd name="T116" fmla="*/ 17 w 332"/>
                <a:gd name="T117" fmla="*/ 101 h 325"/>
                <a:gd name="T118" fmla="*/ 9 w 332"/>
                <a:gd name="T119" fmla="*/ 81 h 325"/>
                <a:gd name="T120" fmla="*/ 28 w 332"/>
                <a:gd name="T121" fmla="*/ 73 h 325"/>
                <a:gd name="T122" fmla="*/ 54 w 332"/>
                <a:gd name="T123" fmla="*/ 43 h 325"/>
                <a:gd name="T124" fmla="*/ 61 w 332"/>
                <a:gd name="T125" fmla="*/ 1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2" h="325">
                  <a:moveTo>
                    <a:pt x="241" y="154"/>
                  </a:moveTo>
                  <a:lnTo>
                    <a:pt x="241" y="155"/>
                  </a:lnTo>
                  <a:lnTo>
                    <a:pt x="241" y="156"/>
                  </a:lnTo>
                  <a:lnTo>
                    <a:pt x="241" y="154"/>
                  </a:lnTo>
                  <a:close/>
                  <a:moveTo>
                    <a:pt x="236" y="154"/>
                  </a:moveTo>
                  <a:lnTo>
                    <a:pt x="237" y="155"/>
                  </a:lnTo>
                  <a:lnTo>
                    <a:pt x="238" y="156"/>
                  </a:lnTo>
                  <a:lnTo>
                    <a:pt x="237" y="155"/>
                  </a:lnTo>
                  <a:lnTo>
                    <a:pt x="236" y="154"/>
                  </a:lnTo>
                  <a:close/>
                  <a:moveTo>
                    <a:pt x="240" y="152"/>
                  </a:moveTo>
                  <a:lnTo>
                    <a:pt x="240" y="154"/>
                  </a:lnTo>
                  <a:lnTo>
                    <a:pt x="240" y="155"/>
                  </a:lnTo>
                  <a:lnTo>
                    <a:pt x="238" y="155"/>
                  </a:lnTo>
                  <a:lnTo>
                    <a:pt x="238" y="154"/>
                  </a:lnTo>
                  <a:lnTo>
                    <a:pt x="240" y="152"/>
                  </a:lnTo>
                  <a:close/>
                  <a:moveTo>
                    <a:pt x="234" y="151"/>
                  </a:moveTo>
                  <a:lnTo>
                    <a:pt x="234" y="152"/>
                  </a:lnTo>
                  <a:lnTo>
                    <a:pt x="234" y="155"/>
                  </a:lnTo>
                  <a:lnTo>
                    <a:pt x="233" y="155"/>
                  </a:lnTo>
                  <a:lnTo>
                    <a:pt x="233" y="154"/>
                  </a:lnTo>
                  <a:lnTo>
                    <a:pt x="234" y="151"/>
                  </a:lnTo>
                  <a:close/>
                  <a:moveTo>
                    <a:pt x="82" y="0"/>
                  </a:moveTo>
                  <a:lnTo>
                    <a:pt x="84" y="0"/>
                  </a:lnTo>
                  <a:lnTo>
                    <a:pt x="91" y="5"/>
                  </a:lnTo>
                  <a:lnTo>
                    <a:pt x="94" y="2"/>
                  </a:lnTo>
                  <a:lnTo>
                    <a:pt x="97" y="4"/>
                  </a:lnTo>
                  <a:lnTo>
                    <a:pt x="99" y="7"/>
                  </a:lnTo>
                  <a:lnTo>
                    <a:pt x="101" y="6"/>
                  </a:lnTo>
                  <a:lnTo>
                    <a:pt x="107" y="10"/>
                  </a:lnTo>
                  <a:lnTo>
                    <a:pt x="107" y="10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11" y="15"/>
                  </a:lnTo>
                  <a:lnTo>
                    <a:pt x="109" y="19"/>
                  </a:lnTo>
                  <a:lnTo>
                    <a:pt x="111" y="22"/>
                  </a:lnTo>
                  <a:lnTo>
                    <a:pt x="111" y="23"/>
                  </a:lnTo>
                  <a:lnTo>
                    <a:pt x="112" y="25"/>
                  </a:lnTo>
                  <a:lnTo>
                    <a:pt x="113" y="26"/>
                  </a:lnTo>
                  <a:lnTo>
                    <a:pt x="113" y="27"/>
                  </a:lnTo>
                  <a:lnTo>
                    <a:pt x="115" y="29"/>
                  </a:lnTo>
                  <a:lnTo>
                    <a:pt x="115" y="31"/>
                  </a:lnTo>
                  <a:lnTo>
                    <a:pt x="117" y="32"/>
                  </a:lnTo>
                  <a:lnTo>
                    <a:pt x="119" y="30"/>
                  </a:lnTo>
                  <a:lnTo>
                    <a:pt x="121" y="30"/>
                  </a:lnTo>
                  <a:lnTo>
                    <a:pt x="122" y="31"/>
                  </a:lnTo>
                  <a:lnTo>
                    <a:pt x="125" y="31"/>
                  </a:lnTo>
                  <a:lnTo>
                    <a:pt x="128" y="34"/>
                  </a:lnTo>
                  <a:lnTo>
                    <a:pt x="129" y="35"/>
                  </a:lnTo>
                  <a:lnTo>
                    <a:pt x="130" y="38"/>
                  </a:lnTo>
                  <a:lnTo>
                    <a:pt x="133" y="38"/>
                  </a:lnTo>
                  <a:lnTo>
                    <a:pt x="134" y="40"/>
                  </a:lnTo>
                  <a:lnTo>
                    <a:pt x="134" y="39"/>
                  </a:lnTo>
                  <a:lnTo>
                    <a:pt x="134" y="43"/>
                  </a:lnTo>
                  <a:lnTo>
                    <a:pt x="133" y="50"/>
                  </a:lnTo>
                  <a:lnTo>
                    <a:pt x="133" y="54"/>
                  </a:lnTo>
                  <a:lnTo>
                    <a:pt x="129" y="57"/>
                  </a:lnTo>
                  <a:lnTo>
                    <a:pt x="130" y="61"/>
                  </a:lnTo>
                  <a:lnTo>
                    <a:pt x="133" y="61"/>
                  </a:lnTo>
                  <a:lnTo>
                    <a:pt x="136" y="63"/>
                  </a:lnTo>
                  <a:lnTo>
                    <a:pt x="137" y="63"/>
                  </a:lnTo>
                  <a:lnTo>
                    <a:pt x="140" y="64"/>
                  </a:lnTo>
                  <a:lnTo>
                    <a:pt x="144" y="65"/>
                  </a:lnTo>
                  <a:lnTo>
                    <a:pt x="149" y="69"/>
                  </a:lnTo>
                  <a:lnTo>
                    <a:pt x="153" y="73"/>
                  </a:lnTo>
                  <a:lnTo>
                    <a:pt x="157" y="75"/>
                  </a:lnTo>
                  <a:lnTo>
                    <a:pt x="159" y="76"/>
                  </a:lnTo>
                  <a:lnTo>
                    <a:pt x="162" y="76"/>
                  </a:lnTo>
                  <a:lnTo>
                    <a:pt x="166" y="79"/>
                  </a:lnTo>
                  <a:lnTo>
                    <a:pt x="173" y="79"/>
                  </a:lnTo>
                  <a:lnTo>
                    <a:pt x="174" y="80"/>
                  </a:lnTo>
                  <a:lnTo>
                    <a:pt x="180" y="79"/>
                  </a:lnTo>
                  <a:lnTo>
                    <a:pt x="186" y="80"/>
                  </a:lnTo>
                  <a:lnTo>
                    <a:pt x="187" y="82"/>
                  </a:lnTo>
                  <a:lnTo>
                    <a:pt x="190" y="85"/>
                  </a:lnTo>
                  <a:lnTo>
                    <a:pt x="196" y="88"/>
                  </a:lnTo>
                  <a:lnTo>
                    <a:pt x="199" y="86"/>
                  </a:lnTo>
                  <a:lnTo>
                    <a:pt x="203" y="86"/>
                  </a:lnTo>
                  <a:lnTo>
                    <a:pt x="213" y="89"/>
                  </a:lnTo>
                  <a:lnTo>
                    <a:pt x="216" y="88"/>
                  </a:lnTo>
                  <a:lnTo>
                    <a:pt x="220" y="90"/>
                  </a:lnTo>
                  <a:lnTo>
                    <a:pt x="228" y="89"/>
                  </a:lnTo>
                  <a:lnTo>
                    <a:pt x="228" y="84"/>
                  </a:lnTo>
                  <a:lnTo>
                    <a:pt x="227" y="79"/>
                  </a:lnTo>
                  <a:lnTo>
                    <a:pt x="227" y="73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9" y="69"/>
                  </a:lnTo>
                  <a:lnTo>
                    <a:pt x="232" y="69"/>
                  </a:lnTo>
                  <a:lnTo>
                    <a:pt x="233" y="71"/>
                  </a:lnTo>
                  <a:lnTo>
                    <a:pt x="233" y="75"/>
                  </a:lnTo>
                  <a:lnTo>
                    <a:pt x="236" y="76"/>
                  </a:lnTo>
                  <a:lnTo>
                    <a:pt x="236" y="76"/>
                  </a:lnTo>
                  <a:lnTo>
                    <a:pt x="234" y="79"/>
                  </a:lnTo>
                  <a:lnTo>
                    <a:pt x="234" y="80"/>
                  </a:lnTo>
                  <a:lnTo>
                    <a:pt x="237" y="84"/>
                  </a:lnTo>
                  <a:lnTo>
                    <a:pt x="241" y="85"/>
                  </a:lnTo>
                  <a:lnTo>
                    <a:pt x="242" y="84"/>
                  </a:lnTo>
                  <a:lnTo>
                    <a:pt x="248" y="88"/>
                  </a:lnTo>
                  <a:lnTo>
                    <a:pt x="252" y="88"/>
                  </a:lnTo>
                  <a:lnTo>
                    <a:pt x="253" y="84"/>
                  </a:lnTo>
                  <a:lnTo>
                    <a:pt x="255" y="84"/>
                  </a:lnTo>
                  <a:lnTo>
                    <a:pt x="258" y="85"/>
                  </a:lnTo>
                  <a:lnTo>
                    <a:pt x="263" y="84"/>
                  </a:lnTo>
                  <a:lnTo>
                    <a:pt x="266" y="84"/>
                  </a:lnTo>
                  <a:lnTo>
                    <a:pt x="271" y="82"/>
                  </a:lnTo>
                  <a:lnTo>
                    <a:pt x="271" y="81"/>
                  </a:lnTo>
                  <a:lnTo>
                    <a:pt x="271" y="77"/>
                  </a:lnTo>
                  <a:lnTo>
                    <a:pt x="267" y="76"/>
                  </a:lnTo>
                  <a:lnTo>
                    <a:pt x="267" y="73"/>
                  </a:lnTo>
                  <a:lnTo>
                    <a:pt x="267" y="71"/>
                  </a:lnTo>
                  <a:lnTo>
                    <a:pt x="269" y="71"/>
                  </a:lnTo>
                  <a:lnTo>
                    <a:pt x="274" y="69"/>
                  </a:lnTo>
                  <a:lnTo>
                    <a:pt x="275" y="69"/>
                  </a:lnTo>
                  <a:lnTo>
                    <a:pt x="277" y="67"/>
                  </a:lnTo>
                  <a:lnTo>
                    <a:pt x="278" y="65"/>
                  </a:lnTo>
                  <a:lnTo>
                    <a:pt x="280" y="65"/>
                  </a:lnTo>
                  <a:lnTo>
                    <a:pt x="280" y="64"/>
                  </a:lnTo>
                  <a:lnTo>
                    <a:pt x="283" y="64"/>
                  </a:lnTo>
                  <a:lnTo>
                    <a:pt x="283" y="61"/>
                  </a:lnTo>
                  <a:lnTo>
                    <a:pt x="286" y="59"/>
                  </a:lnTo>
                  <a:lnTo>
                    <a:pt x="288" y="59"/>
                  </a:lnTo>
                  <a:lnTo>
                    <a:pt x="292" y="57"/>
                  </a:lnTo>
                  <a:lnTo>
                    <a:pt x="295" y="54"/>
                  </a:lnTo>
                  <a:lnTo>
                    <a:pt x="295" y="51"/>
                  </a:lnTo>
                  <a:lnTo>
                    <a:pt x="296" y="51"/>
                  </a:lnTo>
                  <a:lnTo>
                    <a:pt x="299" y="50"/>
                  </a:lnTo>
                  <a:lnTo>
                    <a:pt x="302" y="52"/>
                  </a:lnTo>
                  <a:lnTo>
                    <a:pt x="304" y="51"/>
                  </a:lnTo>
                  <a:lnTo>
                    <a:pt x="309" y="52"/>
                  </a:lnTo>
                  <a:lnTo>
                    <a:pt x="311" y="51"/>
                  </a:lnTo>
                  <a:lnTo>
                    <a:pt x="309" y="50"/>
                  </a:lnTo>
                  <a:lnTo>
                    <a:pt x="315" y="47"/>
                  </a:lnTo>
                  <a:lnTo>
                    <a:pt x="317" y="47"/>
                  </a:lnTo>
                  <a:lnTo>
                    <a:pt x="319" y="48"/>
                  </a:lnTo>
                  <a:lnTo>
                    <a:pt x="320" y="48"/>
                  </a:lnTo>
                  <a:lnTo>
                    <a:pt x="320" y="50"/>
                  </a:lnTo>
                  <a:lnTo>
                    <a:pt x="319" y="52"/>
                  </a:lnTo>
                  <a:lnTo>
                    <a:pt x="320" y="55"/>
                  </a:lnTo>
                  <a:lnTo>
                    <a:pt x="321" y="54"/>
                  </a:lnTo>
                  <a:lnTo>
                    <a:pt x="323" y="54"/>
                  </a:lnTo>
                  <a:lnTo>
                    <a:pt x="323" y="55"/>
                  </a:lnTo>
                  <a:lnTo>
                    <a:pt x="325" y="57"/>
                  </a:lnTo>
                  <a:lnTo>
                    <a:pt x="325" y="59"/>
                  </a:lnTo>
                  <a:lnTo>
                    <a:pt x="323" y="61"/>
                  </a:lnTo>
                  <a:lnTo>
                    <a:pt x="324" y="63"/>
                  </a:lnTo>
                  <a:lnTo>
                    <a:pt x="327" y="64"/>
                  </a:lnTo>
                  <a:lnTo>
                    <a:pt x="328" y="63"/>
                  </a:lnTo>
                  <a:lnTo>
                    <a:pt x="329" y="64"/>
                  </a:lnTo>
                  <a:lnTo>
                    <a:pt x="332" y="67"/>
                  </a:lnTo>
                  <a:lnTo>
                    <a:pt x="332" y="68"/>
                  </a:lnTo>
                  <a:lnTo>
                    <a:pt x="331" y="71"/>
                  </a:lnTo>
                  <a:lnTo>
                    <a:pt x="331" y="73"/>
                  </a:lnTo>
                  <a:lnTo>
                    <a:pt x="331" y="76"/>
                  </a:lnTo>
                  <a:lnTo>
                    <a:pt x="328" y="75"/>
                  </a:lnTo>
                  <a:lnTo>
                    <a:pt x="327" y="73"/>
                  </a:lnTo>
                  <a:lnTo>
                    <a:pt x="323" y="76"/>
                  </a:lnTo>
                  <a:lnTo>
                    <a:pt x="319" y="76"/>
                  </a:lnTo>
                  <a:lnTo>
                    <a:pt x="319" y="80"/>
                  </a:lnTo>
                  <a:lnTo>
                    <a:pt x="315" y="82"/>
                  </a:lnTo>
                  <a:lnTo>
                    <a:pt x="312" y="84"/>
                  </a:lnTo>
                  <a:lnTo>
                    <a:pt x="308" y="90"/>
                  </a:lnTo>
                  <a:lnTo>
                    <a:pt x="308" y="93"/>
                  </a:lnTo>
                  <a:lnTo>
                    <a:pt x="309" y="94"/>
                  </a:lnTo>
                  <a:lnTo>
                    <a:pt x="308" y="100"/>
                  </a:lnTo>
                  <a:lnTo>
                    <a:pt x="304" y="105"/>
                  </a:lnTo>
                  <a:lnTo>
                    <a:pt x="304" y="106"/>
                  </a:lnTo>
                  <a:lnTo>
                    <a:pt x="307" y="107"/>
                  </a:lnTo>
                  <a:lnTo>
                    <a:pt x="304" y="114"/>
                  </a:lnTo>
                  <a:lnTo>
                    <a:pt x="304" y="119"/>
                  </a:lnTo>
                  <a:lnTo>
                    <a:pt x="302" y="123"/>
                  </a:lnTo>
                  <a:lnTo>
                    <a:pt x="299" y="123"/>
                  </a:lnTo>
                  <a:lnTo>
                    <a:pt x="296" y="122"/>
                  </a:lnTo>
                  <a:lnTo>
                    <a:pt x="294" y="122"/>
                  </a:lnTo>
                  <a:lnTo>
                    <a:pt x="295" y="129"/>
                  </a:lnTo>
                  <a:lnTo>
                    <a:pt x="295" y="131"/>
                  </a:lnTo>
                  <a:lnTo>
                    <a:pt x="295" y="135"/>
                  </a:lnTo>
                  <a:lnTo>
                    <a:pt x="292" y="135"/>
                  </a:lnTo>
                  <a:lnTo>
                    <a:pt x="294" y="138"/>
                  </a:lnTo>
                  <a:lnTo>
                    <a:pt x="292" y="142"/>
                  </a:lnTo>
                  <a:lnTo>
                    <a:pt x="294" y="144"/>
                  </a:lnTo>
                  <a:lnTo>
                    <a:pt x="292" y="147"/>
                  </a:lnTo>
                  <a:lnTo>
                    <a:pt x="291" y="148"/>
                  </a:lnTo>
                  <a:lnTo>
                    <a:pt x="290" y="148"/>
                  </a:lnTo>
                  <a:lnTo>
                    <a:pt x="288" y="150"/>
                  </a:lnTo>
                  <a:lnTo>
                    <a:pt x="288" y="151"/>
                  </a:lnTo>
                  <a:lnTo>
                    <a:pt x="288" y="151"/>
                  </a:lnTo>
                  <a:lnTo>
                    <a:pt x="288" y="150"/>
                  </a:lnTo>
                  <a:lnTo>
                    <a:pt x="288" y="148"/>
                  </a:lnTo>
                  <a:lnTo>
                    <a:pt x="287" y="148"/>
                  </a:lnTo>
                  <a:lnTo>
                    <a:pt x="287" y="146"/>
                  </a:lnTo>
                  <a:lnTo>
                    <a:pt x="286" y="143"/>
                  </a:lnTo>
                  <a:lnTo>
                    <a:pt x="284" y="138"/>
                  </a:lnTo>
                  <a:lnTo>
                    <a:pt x="284" y="136"/>
                  </a:lnTo>
                  <a:lnTo>
                    <a:pt x="284" y="134"/>
                  </a:lnTo>
                  <a:lnTo>
                    <a:pt x="283" y="130"/>
                  </a:lnTo>
                  <a:lnTo>
                    <a:pt x="282" y="129"/>
                  </a:lnTo>
                  <a:lnTo>
                    <a:pt x="282" y="127"/>
                  </a:lnTo>
                  <a:lnTo>
                    <a:pt x="279" y="127"/>
                  </a:lnTo>
                  <a:lnTo>
                    <a:pt x="278" y="127"/>
                  </a:lnTo>
                  <a:lnTo>
                    <a:pt x="277" y="127"/>
                  </a:lnTo>
                  <a:lnTo>
                    <a:pt x="278" y="129"/>
                  </a:lnTo>
                  <a:lnTo>
                    <a:pt x="277" y="130"/>
                  </a:lnTo>
                  <a:lnTo>
                    <a:pt x="277" y="131"/>
                  </a:lnTo>
                  <a:lnTo>
                    <a:pt x="275" y="132"/>
                  </a:lnTo>
                  <a:lnTo>
                    <a:pt x="277" y="134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4" y="132"/>
                  </a:lnTo>
                  <a:lnTo>
                    <a:pt x="271" y="131"/>
                  </a:lnTo>
                  <a:lnTo>
                    <a:pt x="271" y="130"/>
                  </a:lnTo>
                  <a:lnTo>
                    <a:pt x="270" y="129"/>
                  </a:lnTo>
                  <a:lnTo>
                    <a:pt x="269" y="126"/>
                  </a:lnTo>
                  <a:lnTo>
                    <a:pt x="269" y="125"/>
                  </a:lnTo>
                  <a:lnTo>
                    <a:pt x="270" y="123"/>
                  </a:lnTo>
                  <a:lnTo>
                    <a:pt x="270" y="122"/>
                  </a:lnTo>
                  <a:lnTo>
                    <a:pt x="273" y="121"/>
                  </a:lnTo>
                  <a:lnTo>
                    <a:pt x="273" y="121"/>
                  </a:lnTo>
                  <a:lnTo>
                    <a:pt x="274" y="122"/>
                  </a:lnTo>
                  <a:lnTo>
                    <a:pt x="275" y="121"/>
                  </a:lnTo>
                  <a:lnTo>
                    <a:pt x="275" y="119"/>
                  </a:lnTo>
                  <a:lnTo>
                    <a:pt x="277" y="118"/>
                  </a:lnTo>
                  <a:lnTo>
                    <a:pt x="278" y="114"/>
                  </a:lnTo>
                  <a:lnTo>
                    <a:pt x="279" y="111"/>
                  </a:lnTo>
                  <a:lnTo>
                    <a:pt x="280" y="109"/>
                  </a:lnTo>
                  <a:lnTo>
                    <a:pt x="279" y="109"/>
                  </a:lnTo>
                  <a:lnTo>
                    <a:pt x="277" y="106"/>
                  </a:lnTo>
                  <a:lnTo>
                    <a:pt x="275" y="106"/>
                  </a:lnTo>
                  <a:lnTo>
                    <a:pt x="274" y="106"/>
                  </a:lnTo>
                  <a:lnTo>
                    <a:pt x="273" y="106"/>
                  </a:lnTo>
                  <a:lnTo>
                    <a:pt x="269" y="106"/>
                  </a:lnTo>
                  <a:lnTo>
                    <a:pt x="265" y="106"/>
                  </a:lnTo>
                  <a:lnTo>
                    <a:pt x="261" y="106"/>
                  </a:lnTo>
                  <a:lnTo>
                    <a:pt x="257" y="106"/>
                  </a:lnTo>
                  <a:lnTo>
                    <a:pt x="254" y="105"/>
                  </a:lnTo>
                  <a:lnTo>
                    <a:pt x="253" y="105"/>
                  </a:lnTo>
                  <a:lnTo>
                    <a:pt x="250" y="105"/>
                  </a:lnTo>
                  <a:lnTo>
                    <a:pt x="250" y="102"/>
                  </a:lnTo>
                  <a:lnTo>
                    <a:pt x="249" y="100"/>
                  </a:lnTo>
                  <a:lnTo>
                    <a:pt x="249" y="98"/>
                  </a:lnTo>
                  <a:lnTo>
                    <a:pt x="249" y="96"/>
                  </a:lnTo>
                  <a:lnTo>
                    <a:pt x="246" y="93"/>
                  </a:lnTo>
                  <a:lnTo>
                    <a:pt x="246" y="93"/>
                  </a:lnTo>
                  <a:lnTo>
                    <a:pt x="245" y="94"/>
                  </a:lnTo>
                  <a:lnTo>
                    <a:pt x="244" y="93"/>
                  </a:lnTo>
                  <a:lnTo>
                    <a:pt x="242" y="92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2"/>
                  </a:lnTo>
                  <a:lnTo>
                    <a:pt x="241" y="93"/>
                  </a:lnTo>
                  <a:lnTo>
                    <a:pt x="240" y="93"/>
                  </a:lnTo>
                  <a:lnTo>
                    <a:pt x="237" y="93"/>
                  </a:lnTo>
                  <a:lnTo>
                    <a:pt x="236" y="90"/>
                  </a:lnTo>
                  <a:lnTo>
                    <a:pt x="236" y="89"/>
                  </a:lnTo>
                  <a:lnTo>
                    <a:pt x="233" y="88"/>
                  </a:lnTo>
                  <a:lnTo>
                    <a:pt x="233" y="86"/>
                  </a:lnTo>
                  <a:lnTo>
                    <a:pt x="232" y="88"/>
                  </a:lnTo>
                  <a:lnTo>
                    <a:pt x="230" y="88"/>
                  </a:lnTo>
                  <a:lnTo>
                    <a:pt x="230" y="90"/>
                  </a:lnTo>
                  <a:lnTo>
                    <a:pt x="232" y="90"/>
                  </a:lnTo>
                  <a:lnTo>
                    <a:pt x="230" y="94"/>
                  </a:lnTo>
                  <a:lnTo>
                    <a:pt x="229" y="97"/>
                  </a:lnTo>
                  <a:lnTo>
                    <a:pt x="228" y="100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40" y="101"/>
                  </a:lnTo>
                  <a:lnTo>
                    <a:pt x="238" y="102"/>
                  </a:lnTo>
                  <a:lnTo>
                    <a:pt x="240" y="105"/>
                  </a:lnTo>
                  <a:lnTo>
                    <a:pt x="238" y="106"/>
                  </a:lnTo>
                  <a:lnTo>
                    <a:pt x="237" y="106"/>
                  </a:lnTo>
                  <a:lnTo>
                    <a:pt x="234" y="107"/>
                  </a:lnTo>
                  <a:lnTo>
                    <a:pt x="233" y="110"/>
                  </a:lnTo>
                  <a:lnTo>
                    <a:pt x="232" y="110"/>
                  </a:lnTo>
                  <a:lnTo>
                    <a:pt x="232" y="115"/>
                  </a:lnTo>
                  <a:lnTo>
                    <a:pt x="234" y="118"/>
                  </a:lnTo>
                  <a:lnTo>
                    <a:pt x="237" y="119"/>
                  </a:lnTo>
                  <a:lnTo>
                    <a:pt x="240" y="123"/>
                  </a:lnTo>
                  <a:lnTo>
                    <a:pt x="240" y="127"/>
                  </a:lnTo>
                  <a:lnTo>
                    <a:pt x="241" y="130"/>
                  </a:lnTo>
                  <a:lnTo>
                    <a:pt x="241" y="132"/>
                  </a:lnTo>
                  <a:lnTo>
                    <a:pt x="241" y="136"/>
                  </a:lnTo>
                  <a:lnTo>
                    <a:pt x="245" y="140"/>
                  </a:lnTo>
                  <a:lnTo>
                    <a:pt x="245" y="144"/>
                  </a:lnTo>
                  <a:lnTo>
                    <a:pt x="245" y="146"/>
                  </a:lnTo>
                  <a:lnTo>
                    <a:pt x="246" y="150"/>
                  </a:lnTo>
                  <a:lnTo>
                    <a:pt x="245" y="150"/>
                  </a:lnTo>
                  <a:lnTo>
                    <a:pt x="246" y="152"/>
                  </a:lnTo>
                  <a:lnTo>
                    <a:pt x="245" y="155"/>
                  </a:lnTo>
                  <a:lnTo>
                    <a:pt x="244" y="152"/>
                  </a:lnTo>
                  <a:lnTo>
                    <a:pt x="244" y="154"/>
                  </a:lnTo>
                  <a:lnTo>
                    <a:pt x="242" y="154"/>
                  </a:lnTo>
                  <a:lnTo>
                    <a:pt x="241" y="151"/>
                  </a:lnTo>
                  <a:lnTo>
                    <a:pt x="241" y="150"/>
                  </a:lnTo>
                  <a:lnTo>
                    <a:pt x="241" y="151"/>
                  </a:lnTo>
                  <a:lnTo>
                    <a:pt x="240" y="152"/>
                  </a:lnTo>
                  <a:lnTo>
                    <a:pt x="240" y="151"/>
                  </a:lnTo>
                  <a:lnTo>
                    <a:pt x="240" y="152"/>
                  </a:lnTo>
                  <a:lnTo>
                    <a:pt x="238" y="152"/>
                  </a:lnTo>
                  <a:lnTo>
                    <a:pt x="237" y="152"/>
                  </a:lnTo>
                  <a:lnTo>
                    <a:pt x="236" y="152"/>
                  </a:lnTo>
                  <a:lnTo>
                    <a:pt x="234" y="148"/>
                  </a:lnTo>
                  <a:lnTo>
                    <a:pt x="236" y="147"/>
                  </a:lnTo>
                  <a:lnTo>
                    <a:pt x="233" y="146"/>
                  </a:lnTo>
                  <a:lnTo>
                    <a:pt x="232" y="146"/>
                  </a:lnTo>
                  <a:lnTo>
                    <a:pt x="232" y="146"/>
                  </a:lnTo>
                  <a:lnTo>
                    <a:pt x="233" y="147"/>
                  </a:lnTo>
                  <a:lnTo>
                    <a:pt x="234" y="147"/>
                  </a:lnTo>
                  <a:lnTo>
                    <a:pt x="233" y="148"/>
                  </a:lnTo>
                  <a:lnTo>
                    <a:pt x="233" y="150"/>
                  </a:lnTo>
                  <a:lnTo>
                    <a:pt x="233" y="151"/>
                  </a:lnTo>
                  <a:lnTo>
                    <a:pt x="230" y="154"/>
                  </a:lnTo>
                  <a:lnTo>
                    <a:pt x="224" y="156"/>
                  </a:lnTo>
                  <a:lnTo>
                    <a:pt x="223" y="157"/>
                  </a:lnTo>
                  <a:lnTo>
                    <a:pt x="221" y="159"/>
                  </a:lnTo>
                  <a:lnTo>
                    <a:pt x="220" y="161"/>
                  </a:lnTo>
                  <a:lnTo>
                    <a:pt x="221" y="163"/>
                  </a:lnTo>
                  <a:lnTo>
                    <a:pt x="223" y="165"/>
                  </a:lnTo>
                  <a:lnTo>
                    <a:pt x="223" y="165"/>
                  </a:lnTo>
                  <a:lnTo>
                    <a:pt x="223" y="167"/>
                  </a:lnTo>
                  <a:lnTo>
                    <a:pt x="220" y="168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9" y="172"/>
                  </a:lnTo>
                  <a:lnTo>
                    <a:pt x="215" y="176"/>
                  </a:lnTo>
                  <a:lnTo>
                    <a:pt x="215" y="177"/>
                  </a:lnTo>
                  <a:lnTo>
                    <a:pt x="208" y="180"/>
                  </a:lnTo>
                  <a:lnTo>
                    <a:pt x="207" y="180"/>
                  </a:lnTo>
                  <a:lnTo>
                    <a:pt x="207" y="179"/>
                  </a:lnTo>
                  <a:lnTo>
                    <a:pt x="207" y="177"/>
                  </a:lnTo>
                  <a:lnTo>
                    <a:pt x="205" y="177"/>
                  </a:lnTo>
                  <a:lnTo>
                    <a:pt x="204" y="180"/>
                  </a:lnTo>
                  <a:lnTo>
                    <a:pt x="203" y="180"/>
                  </a:lnTo>
                  <a:lnTo>
                    <a:pt x="201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198" y="189"/>
                  </a:lnTo>
                  <a:lnTo>
                    <a:pt x="195" y="194"/>
                  </a:lnTo>
                  <a:lnTo>
                    <a:pt x="184" y="202"/>
                  </a:lnTo>
                  <a:lnTo>
                    <a:pt x="183" y="206"/>
                  </a:lnTo>
                  <a:lnTo>
                    <a:pt x="180" y="209"/>
                  </a:lnTo>
                  <a:lnTo>
                    <a:pt x="176" y="210"/>
                  </a:lnTo>
                  <a:lnTo>
                    <a:pt x="173" y="213"/>
                  </a:lnTo>
                  <a:lnTo>
                    <a:pt x="173" y="215"/>
                  </a:lnTo>
                  <a:lnTo>
                    <a:pt x="173" y="218"/>
                  </a:lnTo>
                  <a:lnTo>
                    <a:pt x="171" y="221"/>
                  </a:lnTo>
                  <a:lnTo>
                    <a:pt x="169" y="222"/>
                  </a:lnTo>
                  <a:lnTo>
                    <a:pt x="163" y="222"/>
                  </a:lnTo>
                  <a:lnTo>
                    <a:pt x="161" y="223"/>
                  </a:lnTo>
                  <a:lnTo>
                    <a:pt x="161" y="226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4" y="229"/>
                  </a:lnTo>
                  <a:lnTo>
                    <a:pt x="153" y="229"/>
                  </a:lnTo>
                  <a:lnTo>
                    <a:pt x="149" y="232"/>
                  </a:lnTo>
                  <a:lnTo>
                    <a:pt x="149" y="234"/>
                  </a:lnTo>
                  <a:lnTo>
                    <a:pt x="149" y="239"/>
                  </a:lnTo>
                  <a:lnTo>
                    <a:pt x="150" y="244"/>
                  </a:lnTo>
                  <a:lnTo>
                    <a:pt x="149" y="247"/>
                  </a:lnTo>
                  <a:lnTo>
                    <a:pt x="149" y="250"/>
                  </a:lnTo>
                  <a:lnTo>
                    <a:pt x="149" y="259"/>
                  </a:lnTo>
                  <a:lnTo>
                    <a:pt x="151" y="260"/>
                  </a:lnTo>
                  <a:lnTo>
                    <a:pt x="153" y="265"/>
                  </a:lnTo>
                  <a:lnTo>
                    <a:pt x="150" y="273"/>
                  </a:lnTo>
                  <a:lnTo>
                    <a:pt x="146" y="279"/>
                  </a:lnTo>
                  <a:lnTo>
                    <a:pt x="146" y="284"/>
                  </a:lnTo>
                  <a:lnTo>
                    <a:pt x="148" y="285"/>
                  </a:lnTo>
                  <a:lnTo>
                    <a:pt x="149" y="296"/>
                  </a:lnTo>
                  <a:lnTo>
                    <a:pt x="149" y="298"/>
                  </a:lnTo>
                  <a:lnTo>
                    <a:pt x="146" y="298"/>
                  </a:lnTo>
                  <a:lnTo>
                    <a:pt x="145" y="298"/>
                  </a:lnTo>
                  <a:lnTo>
                    <a:pt x="142" y="298"/>
                  </a:lnTo>
                  <a:lnTo>
                    <a:pt x="141" y="301"/>
                  </a:lnTo>
                  <a:lnTo>
                    <a:pt x="141" y="302"/>
                  </a:lnTo>
                  <a:lnTo>
                    <a:pt x="138" y="306"/>
                  </a:lnTo>
                  <a:lnTo>
                    <a:pt x="137" y="307"/>
                  </a:lnTo>
                  <a:lnTo>
                    <a:pt x="137" y="309"/>
                  </a:lnTo>
                  <a:lnTo>
                    <a:pt x="141" y="311"/>
                  </a:lnTo>
                  <a:lnTo>
                    <a:pt x="142" y="311"/>
                  </a:lnTo>
                  <a:lnTo>
                    <a:pt x="142" y="313"/>
                  </a:lnTo>
                  <a:lnTo>
                    <a:pt x="141" y="311"/>
                  </a:lnTo>
                  <a:lnTo>
                    <a:pt x="140" y="310"/>
                  </a:lnTo>
                  <a:lnTo>
                    <a:pt x="134" y="313"/>
                  </a:lnTo>
                  <a:lnTo>
                    <a:pt x="133" y="313"/>
                  </a:lnTo>
                  <a:lnTo>
                    <a:pt x="129" y="314"/>
                  </a:lnTo>
                  <a:lnTo>
                    <a:pt x="128" y="317"/>
                  </a:lnTo>
                  <a:lnTo>
                    <a:pt x="128" y="318"/>
                  </a:lnTo>
                  <a:lnTo>
                    <a:pt x="128" y="318"/>
                  </a:lnTo>
                  <a:lnTo>
                    <a:pt x="128" y="319"/>
                  </a:lnTo>
                  <a:lnTo>
                    <a:pt x="126" y="322"/>
                  </a:lnTo>
                  <a:lnTo>
                    <a:pt x="122" y="325"/>
                  </a:lnTo>
                  <a:lnTo>
                    <a:pt x="119" y="325"/>
                  </a:lnTo>
                  <a:lnTo>
                    <a:pt x="115" y="322"/>
                  </a:lnTo>
                  <a:lnTo>
                    <a:pt x="111" y="318"/>
                  </a:lnTo>
                  <a:lnTo>
                    <a:pt x="107" y="309"/>
                  </a:lnTo>
                  <a:lnTo>
                    <a:pt x="107" y="305"/>
                  </a:lnTo>
                  <a:lnTo>
                    <a:pt x="105" y="300"/>
                  </a:lnTo>
                  <a:lnTo>
                    <a:pt x="103" y="294"/>
                  </a:lnTo>
                  <a:lnTo>
                    <a:pt x="103" y="293"/>
                  </a:lnTo>
                  <a:lnTo>
                    <a:pt x="101" y="293"/>
                  </a:lnTo>
                  <a:lnTo>
                    <a:pt x="100" y="289"/>
                  </a:lnTo>
                  <a:lnTo>
                    <a:pt x="100" y="285"/>
                  </a:lnTo>
                  <a:lnTo>
                    <a:pt x="96" y="281"/>
                  </a:lnTo>
                  <a:lnTo>
                    <a:pt x="94" y="277"/>
                  </a:lnTo>
                  <a:lnTo>
                    <a:pt x="94" y="277"/>
                  </a:lnTo>
                  <a:lnTo>
                    <a:pt x="90" y="275"/>
                  </a:lnTo>
                  <a:lnTo>
                    <a:pt x="88" y="271"/>
                  </a:lnTo>
                  <a:lnTo>
                    <a:pt x="87" y="271"/>
                  </a:lnTo>
                  <a:lnTo>
                    <a:pt x="87" y="265"/>
                  </a:lnTo>
                  <a:lnTo>
                    <a:pt x="86" y="263"/>
                  </a:lnTo>
                  <a:lnTo>
                    <a:pt x="84" y="257"/>
                  </a:lnTo>
                  <a:lnTo>
                    <a:pt x="83" y="255"/>
                  </a:lnTo>
                  <a:lnTo>
                    <a:pt x="82" y="252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9" y="246"/>
                  </a:lnTo>
                  <a:lnTo>
                    <a:pt x="76" y="242"/>
                  </a:lnTo>
                  <a:lnTo>
                    <a:pt x="76" y="240"/>
                  </a:lnTo>
                  <a:lnTo>
                    <a:pt x="75" y="240"/>
                  </a:lnTo>
                  <a:lnTo>
                    <a:pt x="72" y="235"/>
                  </a:lnTo>
                  <a:lnTo>
                    <a:pt x="72" y="234"/>
                  </a:lnTo>
                  <a:lnTo>
                    <a:pt x="71" y="232"/>
                  </a:lnTo>
                  <a:lnTo>
                    <a:pt x="70" y="230"/>
                  </a:lnTo>
                  <a:lnTo>
                    <a:pt x="68" y="229"/>
                  </a:lnTo>
                  <a:lnTo>
                    <a:pt x="67" y="223"/>
                  </a:lnTo>
                  <a:lnTo>
                    <a:pt x="66" y="217"/>
                  </a:lnTo>
                  <a:lnTo>
                    <a:pt x="62" y="206"/>
                  </a:lnTo>
                  <a:lnTo>
                    <a:pt x="62" y="204"/>
                  </a:lnTo>
                  <a:lnTo>
                    <a:pt x="59" y="200"/>
                  </a:lnTo>
                  <a:lnTo>
                    <a:pt x="62" y="200"/>
                  </a:lnTo>
                  <a:lnTo>
                    <a:pt x="58" y="196"/>
                  </a:lnTo>
                  <a:lnTo>
                    <a:pt x="58" y="193"/>
                  </a:lnTo>
                  <a:lnTo>
                    <a:pt x="61" y="193"/>
                  </a:lnTo>
                  <a:lnTo>
                    <a:pt x="59" y="190"/>
                  </a:lnTo>
                  <a:lnTo>
                    <a:pt x="58" y="189"/>
                  </a:lnTo>
                  <a:lnTo>
                    <a:pt x="55" y="182"/>
                  </a:lnTo>
                  <a:lnTo>
                    <a:pt x="54" y="179"/>
                  </a:lnTo>
                  <a:lnTo>
                    <a:pt x="57" y="177"/>
                  </a:lnTo>
                  <a:lnTo>
                    <a:pt x="55" y="176"/>
                  </a:lnTo>
                  <a:lnTo>
                    <a:pt x="54" y="175"/>
                  </a:lnTo>
                  <a:lnTo>
                    <a:pt x="55" y="172"/>
                  </a:lnTo>
                  <a:lnTo>
                    <a:pt x="55" y="168"/>
                  </a:lnTo>
                  <a:lnTo>
                    <a:pt x="54" y="164"/>
                  </a:lnTo>
                  <a:lnTo>
                    <a:pt x="53" y="164"/>
                  </a:lnTo>
                  <a:lnTo>
                    <a:pt x="53" y="157"/>
                  </a:lnTo>
                  <a:lnTo>
                    <a:pt x="55" y="156"/>
                  </a:lnTo>
                  <a:lnTo>
                    <a:pt x="55" y="155"/>
                  </a:lnTo>
                  <a:lnTo>
                    <a:pt x="58" y="155"/>
                  </a:lnTo>
                  <a:lnTo>
                    <a:pt x="55" y="155"/>
                  </a:lnTo>
                  <a:lnTo>
                    <a:pt x="53" y="155"/>
                  </a:lnTo>
                  <a:lnTo>
                    <a:pt x="51" y="155"/>
                  </a:lnTo>
                  <a:lnTo>
                    <a:pt x="51" y="152"/>
                  </a:lnTo>
                  <a:lnTo>
                    <a:pt x="50" y="15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53" y="148"/>
                  </a:lnTo>
                  <a:lnTo>
                    <a:pt x="55" y="147"/>
                  </a:lnTo>
                  <a:lnTo>
                    <a:pt x="55" y="144"/>
                  </a:lnTo>
                  <a:lnTo>
                    <a:pt x="54" y="146"/>
                  </a:lnTo>
                  <a:lnTo>
                    <a:pt x="53" y="146"/>
                  </a:lnTo>
                  <a:lnTo>
                    <a:pt x="50" y="146"/>
                  </a:lnTo>
                  <a:lnTo>
                    <a:pt x="49" y="144"/>
                  </a:lnTo>
                  <a:lnTo>
                    <a:pt x="49" y="146"/>
                  </a:lnTo>
                  <a:lnTo>
                    <a:pt x="49" y="148"/>
                  </a:lnTo>
                  <a:lnTo>
                    <a:pt x="46" y="152"/>
                  </a:lnTo>
                  <a:lnTo>
                    <a:pt x="49" y="155"/>
                  </a:lnTo>
                  <a:lnTo>
                    <a:pt x="47" y="159"/>
                  </a:lnTo>
                  <a:lnTo>
                    <a:pt x="46" y="160"/>
                  </a:lnTo>
                  <a:lnTo>
                    <a:pt x="46" y="161"/>
                  </a:lnTo>
                  <a:lnTo>
                    <a:pt x="42" y="164"/>
                  </a:lnTo>
                  <a:lnTo>
                    <a:pt x="36" y="168"/>
                  </a:lnTo>
                  <a:lnTo>
                    <a:pt x="33" y="168"/>
                  </a:lnTo>
                  <a:lnTo>
                    <a:pt x="29" y="168"/>
                  </a:lnTo>
                  <a:lnTo>
                    <a:pt x="20" y="160"/>
                  </a:lnTo>
                  <a:lnTo>
                    <a:pt x="16" y="155"/>
                  </a:lnTo>
                  <a:lnTo>
                    <a:pt x="16" y="155"/>
                  </a:lnTo>
                  <a:lnTo>
                    <a:pt x="15" y="155"/>
                  </a:lnTo>
                  <a:lnTo>
                    <a:pt x="13" y="154"/>
                  </a:lnTo>
                  <a:lnTo>
                    <a:pt x="8" y="148"/>
                  </a:lnTo>
                  <a:lnTo>
                    <a:pt x="8" y="147"/>
                  </a:lnTo>
                  <a:lnTo>
                    <a:pt x="8" y="146"/>
                  </a:lnTo>
                  <a:lnTo>
                    <a:pt x="9" y="146"/>
                  </a:lnTo>
                  <a:lnTo>
                    <a:pt x="9" y="147"/>
                  </a:lnTo>
                  <a:lnTo>
                    <a:pt x="11" y="146"/>
                  </a:lnTo>
                  <a:lnTo>
                    <a:pt x="11" y="148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7"/>
                  </a:lnTo>
                  <a:lnTo>
                    <a:pt x="16" y="148"/>
                  </a:lnTo>
                  <a:lnTo>
                    <a:pt x="17" y="147"/>
                  </a:lnTo>
                  <a:lnTo>
                    <a:pt x="21" y="143"/>
                  </a:lnTo>
                  <a:lnTo>
                    <a:pt x="22" y="143"/>
                  </a:lnTo>
                  <a:lnTo>
                    <a:pt x="25" y="140"/>
                  </a:lnTo>
                  <a:lnTo>
                    <a:pt x="26" y="140"/>
                  </a:lnTo>
                  <a:lnTo>
                    <a:pt x="26" y="138"/>
                  </a:lnTo>
                  <a:lnTo>
                    <a:pt x="25" y="138"/>
                  </a:lnTo>
                  <a:lnTo>
                    <a:pt x="24" y="138"/>
                  </a:lnTo>
                  <a:lnTo>
                    <a:pt x="24" y="138"/>
                  </a:lnTo>
                  <a:lnTo>
                    <a:pt x="24" y="139"/>
                  </a:lnTo>
                  <a:lnTo>
                    <a:pt x="18" y="142"/>
                  </a:lnTo>
                  <a:lnTo>
                    <a:pt x="16" y="142"/>
                  </a:lnTo>
                  <a:lnTo>
                    <a:pt x="15" y="142"/>
                  </a:lnTo>
                  <a:lnTo>
                    <a:pt x="7" y="139"/>
                  </a:lnTo>
                  <a:lnTo>
                    <a:pt x="3" y="135"/>
                  </a:lnTo>
                  <a:lnTo>
                    <a:pt x="1" y="135"/>
                  </a:lnTo>
                  <a:lnTo>
                    <a:pt x="1" y="132"/>
                  </a:lnTo>
                  <a:lnTo>
                    <a:pt x="4" y="130"/>
                  </a:lnTo>
                  <a:lnTo>
                    <a:pt x="7" y="129"/>
                  </a:lnTo>
                  <a:lnTo>
                    <a:pt x="3" y="129"/>
                  </a:lnTo>
                  <a:lnTo>
                    <a:pt x="0" y="131"/>
                  </a:lnTo>
                  <a:lnTo>
                    <a:pt x="0" y="127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5" y="122"/>
                  </a:lnTo>
                  <a:lnTo>
                    <a:pt x="7" y="123"/>
                  </a:lnTo>
                  <a:lnTo>
                    <a:pt x="8" y="122"/>
                  </a:lnTo>
                  <a:lnTo>
                    <a:pt x="17" y="122"/>
                  </a:lnTo>
                  <a:lnTo>
                    <a:pt x="21" y="121"/>
                  </a:lnTo>
                  <a:lnTo>
                    <a:pt x="22" y="119"/>
                  </a:lnTo>
                  <a:lnTo>
                    <a:pt x="25" y="119"/>
                  </a:lnTo>
                  <a:lnTo>
                    <a:pt x="24" y="121"/>
                  </a:lnTo>
                  <a:lnTo>
                    <a:pt x="25" y="122"/>
                  </a:lnTo>
                  <a:lnTo>
                    <a:pt x="28" y="121"/>
                  </a:lnTo>
                  <a:lnTo>
                    <a:pt x="30" y="119"/>
                  </a:lnTo>
                  <a:lnTo>
                    <a:pt x="29" y="118"/>
                  </a:lnTo>
                  <a:lnTo>
                    <a:pt x="29" y="117"/>
                  </a:lnTo>
                  <a:lnTo>
                    <a:pt x="26" y="109"/>
                  </a:lnTo>
                  <a:lnTo>
                    <a:pt x="25" y="106"/>
                  </a:lnTo>
                  <a:lnTo>
                    <a:pt x="25" y="105"/>
                  </a:lnTo>
                  <a:lnTo>
                    <a:pt x="24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7" y="97"/>
                  </a:lnTo>
                  <a:lnTo>
                    <a:pt x="17" y="93"/>
                  </a:lnTo>
                  <a:lnTo>
                    <a:pt x="16" y="90"/>
                  </a:lnTo>
                  <a:lnTo>
                    <a:pt x="13" y="89"/>
                  </a:lnTo>
                  <a:lnTo>
                    <a:pt x="12" y="90"/>
                  </a:lnTo>
                  <a:lnTo>
                    <a:pt x="9" y="89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9" y="81"/>
                  </a:lnTo>
                  <a:lnTo>
                    <a:pt x="11" y="81"/>
                  </a:lnTo>
                  <a:lnTo>
                    <a:pt x="13" y="77"/>
                  </a:lnTo>
                  <a:lnTo>
                    <a:pt x="15" y="75"/>
                  </a:lnTo>
                  <a:lnTo>
                    <a:pt x="16" y="73"/>
                  </a:lnTo>
                  <a:lnTo>
                    <a:pt x="18" y="72"/>
                  </a:lnTo>
                  <a:lnTo>
                    <a:pt x="21" y="73"/>
                  </a:lnTo>
                  <a:lnTo>
                    <a:pt x="21" y="76"/>
                  </a:lnTo>
                  <a:lnTo>
                    <a:pt x="22" y="76"/>
                  </a:lnTo>
                  <a:lnTo>
                    <a:pt x="28" y="73"/>
                  </a:lnTo>
                  <a:lnTo>
                    <a:pt x="33" y="73"/>
                  </a:lnTo>
                  <a:lnTo>
                    <a:pt x="37" y="69"/>
                  </a:lnTo>
                  <a:lnTo>
                    <a:pt x="40" y="63"/>
                  </a:lnTo>
                  <a:lnTo>
                    <a:pt x="45" y="59"/>
                  </a:lnTo>
                  <a:lnTo>
                    <a:pt x="46" y="56"/>
                  </a:lnTo>
                  <a:lnTo>
                    <a:pt x="47" y="52"/>
                  </a:lnTo>
                  <a:lnTo>
                    <a:pt x="50" y="48"/>
                  </a:lnTo>
                  <a:lnTo>
                    <a:pt x="53" y="47"/>
                  </a:lnTo>
                  <a:lnTo>
                    <a:pt x="54" y="43"/>
                  </a:lnTo>
                  <a:lnTo>
                    <a:pt x="54" y="42"/>
                  </a:lnTo>
                  <a:lnTo>
                    <a:pt x="53" y="40"/>
                  </a:lnTo>
                  <a:lnTo>
                    <a:pt x="57" y="36"/>
                  </a:lnTo>
                  <a:lnTo>
                    <a:pt x="58" y="35"/>
                  </a:lnTo>
                  <a:lnTo>
                    <a:pt x="59" y="32"/>
                  </a:lnTo>
                  <a:lnTo>
                    <a:pt x="59" y="26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61" y="17"/>
                  </a:lnTo>
                  <a:lnTo>
                    <a:pt x="63" y="17"/>
                  </a:lnTo>
                  <a:lnTo>
                    <a:pt x="66" y="15"/>
                  </a:lnTo>
                  <a:lnTo>
                    <a:pt x="67" y="15"/>
                  </a:lnTo>
                  <a:lnTo>
                    <a:pt x="70" y="11"/>
                  </a:lnTo>
                  <a:lnTo>
                    <a:pt x="74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3" name="Freeform 368"/>
            <p:cNvSpPr>
              <a:spLocks noEditPoints="1"/>
            </p:cNvSpPr>
            <p:nvPr/>
          </p:nvSpPr>
          <p:spPr bwMode="auto">
            <a:xfrm>
              <a:off x="8386755" y="3502794"/>
              <a:ext cx="152265" cy="200483"/>
            </a:xfrm>
            <a:custGeom>
              <a:avLst/>
              <a:gdLst>
                <a:gd name="T0" fmla="*/ 45 w 60"/>
                <a:gd name="T1" fmla="*/ 57 h 79"/>
                <a:gd name="T2" fmla="*/ 45 w 60"/>
                <a:gd name="T3" fmla="*/ 54 h 79"/>
                <a:gd name="T4" fmla="*/ 42 w 60"/>
                <a:gd name="T5" fmla="*/ 58 h 79"/>
                <a:gd name="T6" fmla="*/ 41 w 60"/>
                <a:gd name="T7" fmla="*/ 57 h 79"/>
                <a:gd name="T8" fmla="*/ 37 w 60"/>
                <a:gd name="T9" fmla="*/ 53 h 79"/>
                <a:gd name="T10" fmla="*/ 35 w 60"/>
                <a:gd name="T11" fmla="*/ 58 h 79"/>
                <a:gd name="T12" fmla="*/ 37 w 60"/>
                <a:gd name="T13" fmla="*/ 53 h 79"/>
                <a:gd name="T14" fmla="*/ 8 w 60"/>
                <a:gd name="T15" fmla="*/ 3 h 79"/>
                <a:gd name="T16" fmla="*/ 12 w 60"/>
                <a:gd name="T17" fmla="*/ 7 h 79"/>
                <a:gd name="T18" fmla="*/ 12 w 60"/>
                <a:gd name="T19" fmla="*/ 4 h 79"/>
                <a:gd name="T20" fmla="*/ 16 w 60"/>
                <a:gd name="T21" fmla="*/ 7 h 79"/>
                <a:gd name="T22" fmla="*/ 18 w 60"/>
                <a:gd name="T23" fmla="*/ 7 h 79"/>
                <a:gd name="T24" fmla="*/ 21 w 60"/>
                <a:gd name="T25" fmla="*/ 14 h 79"/>
                <a:gd name="T26" fmla="*/ 25 w 60"/>
                <a:gd name="T27" fmla="*/ 19 h 79"/>
                <a:gd name="T28" fmla="*/ 33 w 60"/>
                <a:gd name="T29" fmla="*/ 20 h 79"/>
                <a:gd name="T30" fmla="*/ 45 w 60"/>
                <a:gd name="T31" fmla="*/ 20 h 79"/>
                <a:gd name="T32" fmla="*/ 49 w 60"/>
                <a:gd name="T33" fmla="*/ 20 h 79"/>
                <a:gd name="T34" fmla="*/ 51 w 60"/>
                <a:gd name="T35" fmla="*/ 25 h 79"/>
                <a:gd name="T36" fmla="*/ 47 w 60"/>
                <a:gd name="T37" fmla="*/ 33 h 79"/>
                <a:gd name="T38" fmla="*/ 45 w 60"/>
                <a:gd name="T39" fmla="*/ 35 h 79"/>
                <a:gd name="T40" fmla="*/ 42 w 60"/>
                <a:gd name="T41" fmla="*/ 37 h 79"/>
                <a:gd name="T42" fmla="*/ 42 w 60"/>
                <a:gd name="T43" fmla="*/ 43 h 79"/>
                <a:gd name="T44" fmla="*/ 46 w 60"/>
                <a:gd name="T45" fmla="*/ 46 h 79"/>
                <a:gd name="T46" fmla="*/ 49 w 60"/>
                <a:gd name="T47" fmla="*/ 48 h 79"/>
                <a:gd name="T48" fmla="*/ 49 w 60"/>
                <a:gd name="T49" fmla="*/ 44 h 79"/>
                <a:gd name="T50" fmla="*/ 50 w 60"/>
                <a:gd name="T51" fmla="*/ 41 h 79"/>
                <a:gd name="T52" fmla="*/ 54 w 60"/>
                <a:gd name="T53" fmla="*/ 43 h 79"/>
                <a:gd name="T54" fmla="*/ 56 w 60"/>
                <a:gd name="T55" fmla="*/ 50 h 79"/>
                <a:gd name="T56" fmla="*/ 59 w 60"/>
                <a:gd name="T57" fmla="*/ 60 h 79"/>
                <a:gd name="T58" fmla="*/ 60 w 60"/>
                <a:gd name="T59" fmla="*/ 64 h 79"/>
                <a:gd name="T60" fmla="*/ 60 w 60"/>
                <a:gd name="T61" fmla="*/ 68 h 79"/>
                <a:gd name="T62" fmla="*/ 56 w 60"/>
                <a:gd name="T63" fmla="*/ 73 h 79"/>
                <a:gd name="T64" fmla="*/ 56 w 60"/>
                <a:gd name="T65" fmla="*/ 77 h 79"/>
                <a:gd name="T66" fmla="*/ 55 w 60"/>
                <a:gd name="T67" fmla="*/ 75 h 79"/>
                <a:gd name="T68" fmla="*/ 52 w 60"/>
                <a:gd name="T69" fmla="*/ 70 h 79"/>
                <a:gd name="T70" fmla="*/ 50 w 60"/>
                <a:gd name="T71" fmla="*/ 70 h 79"/>
                <a:gd name="T72" fmla="*/ 50 w 60"/>
                <a:gd name="T73" fmla="*/ 65 h 79"/>
                <a:gd name="T74" fmla="*/ 49 w 60"/>
                <a:gd name="T75" fmla="*/ 60 h 79"/>
                <a:gd name="T76" fmla="*/ 45 w 60"/>
                <a:gd name="T77" fmla="*/ 53 h 79"/>
                <a:gd name="T78" fmla="*/ 37 w 60"/>
                <a:gd name="T79" fmla="*/ 52 h 79"/>
                <a:gd name="T80" fmla="*/ 33 w 60"/>
                <a:gd name="T81" fmla="*/ 49 h 79"/>
                <a:gd name="T82" fmla="*/ 34 w 60"/>
                <a:gd name="T83" fmla="*/ 52 h 79"/>
                <a:gd name="T84" fmla="*/ 33 w 60"/>
                <a:gd name="T85" fmla="*/ 54 h 79"/>
                <a:gd name="T86" fmla="*/ 31 w 60"/>
                <a:gd name="T87" fmla="*/ 61 h 79"/>
                <a:gd name="T88" fmla="*/ 29 w 60"/>
                <a:gd name="T89" fmla="*/ 61 h 79"/>
                <a:gd name="T90" fmla="*/ 29 w 60"/>
                <a:gd name="T91" fmla="*/ 61 h 79"/>
                <a:gd name="T92" fmla="*/ 27 w 60"/>
                <a:gd name="T93" fmla="*/ 57 h 79"/>
                <a:gd name="T94" fmla="*/ 27 w 60"/>
                <a:gd name="T95" fmla="*/ 57 h 79"/>
                <a:gd name="T96" fmla="*/ 25 w 60"/>
                <a:gd name="T97" fmla="*/ 61 h 79"/>
                <a:gd name="T98" fmla="*/ 25 w 60"/>
                <a:gd name="T99" fmla="*/ 66 h 79"/>
                <a:gd name="T100" fmla="*/ 22 w 60"/>
                <a:gd name="T101" fmla="*/ 65 h 79"/>
                <a:gd name="T102" fmla="*/ 20 w 60"/>
                <a:gd name="T103" fmla="*/ 66 h 79"/>
                <a:gd name="T104" fmla="*/ 17 w 60"/>
                <a:gd name="T105" fmla="*/ 60 h 79"/>
                <a:gd name="T106" fmla="*/ 13 w 60"/>
                <a:gd name="T107" fmla="*/ 50 h 79"/>
                <a:gd name="T108" fmla="*/ 12 w 60"/>
                <a:gd name="T109" fmla="*/ 41 h 79"/>
                <a:gd name="T110" fmla="*/ 6 w 60"/>
                <a:gd name="T111" fmla="*/ 32 h 79"/>
                <a:gd name="T112" fmla="*/ 5 w 60"/>
                <a:gd name="T113" fmla="*/ 24 h 79"/>
                <a:gd name="T114" fmla="*/ 10 w 60"/>
                <a:gd name="T115" fmla="*/ 20 h 79"/>
                <a:gd name="T116" fmla="*/ 12 w 60"/>
                <a:gd name="T117" fmla="*/ 15 h 79"/>
                <a:gd name="T118" fmla="*/ 0 w 60"/>
                <a:gd name="T119" fmla="*/ 14 h 79"/>
                <a:gd name="T120" fmla="*/ 4 w 60"/>
                <a:gd name="T121" fmla="*/ 4 h 79"/>
                <a:gd name="T122" fmla="*/ 4 w 60"/>
                <a:gd name="T123" fmla="*/ 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" h="79">
                  <a:moveTo>
                    <a:pt x="45" y="54"/>
                  </a:moveTo>
                  <a:lnTo>
                    <a:pt x="45" y="56"/>
                  </a:lnTo>
                  <a:lnTo>
                    <a:pt x="45" y="57"/>
                  </a:lnTo>
                  <a:lnTo>
                    <a:pt x="43" y="58"/>
                  </a:lnTo>
                  <a:lnTo>
                    <a:pt x="43" y="56"/>
                  </a:lnTo>
                  <a:lnTo>
                    <a:pt x="45" y="54"/>
                  </a:lnTo>
                  <a:close/>
                  <a:moveTo>
                    <a:pt x="39" y="54"/>
                  </a:moveTo>
                  <a:lnTo>
                    <a:pt x="42" y="56"/>
                  </a:lnTo>
                  <a:lnTo>
                    <a:pt x="42" y="58"/>
                  </a:lnTo>
                  <a:lnTo>
                    <a:pt x="41" y="61"/>
                  </a:lnTo>
                  <a:lnTo>
                    <a:pt x="39" y="60"/>
                  </a:lnTo>
                  <a:lnTo>
                    <a:pt x="41" y="57"/>
                  </a:lnTo>
                  <a:lnTo>
                    <a:pt x="39" y="56"/>
                  </a:lnTo>
                  <a:lnTo>
                    <a:pt x="39" y="54"/>
                  </a:lnTo>
                  <a:close/>
                  <a:moveTo>
                    <a:pt x="37" y="53"/>
                  </a:moveTo>
                  <a:lnTo>
                    <a:pt x="38" y="56"/>
                  </a:lnTo>
                  <a:lnTo>
                    <a:pt x="38" y="60"/>
                  </a:lnTo>
                  <a:lnTo>
                    <a:pt x="35" y="58"/>
                  </a:lnTo>
                  <a:lnTo>
                    <a:pt x="34" y="56"/>
                  </a:lnTo>
                  <a:lnTo>
                    <a:pt x="34" y="54"/>
                  </a:lnTo>
                  <a:lnTo>
                    <a:pt x="37" y="53"/>
                  </a:lnTo>
                  <a:close/>
                  <a:moveTo>
                    <a:pt x="5" y="0"/>
                  </a:moveTo>
                  <a:lnTo>
                    <a:pt x="5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7"/>
                  </a:lnTo>
                  <a:lnTo>
                    <a:pt x="17" y="8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1" y="14"/>
                  </a:lnTo>
                  <a:lnTo>
                    <a:pt x="22" y="16"/>
                  </a:lnTo>
                  <a:lnTo>
                    <a:pt x="22" y="19"/>
                  </a:lnTo>
                  <a:lnTo>
                    <a:pt x="25" y="19"/>
                  </a:lnTo>
                  <a:lnTo>
                    <a:pt x="26" y="19"/>
                  </a:lnTo>
                  <a:lnTo>
                    <a:pt x="29" y="20"/>
                  </a:lnTo>
                  <a:lnTo>
                    <a:pt x="33" y="20"/>
                  </a:lnTo>
                  <a:lnTo>
                    <a:pt x="37" y="20"/>
                  </a:lnTo>
                  <a:lnTo>
                    <a:pt x="41" y="20"/>
                  </a:lnTo>
                  <a:lnTo>
                    <a:pt x="45" y="20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51" y="23"/>
                  </a:lnTo>
                  <a:lnTo>
                    <a:pt x="52" y="23"/>
                  </a:lnTo>
                  <a:lnTo>
                    <a:pt x="51" y="25"/>
                  </a:lnTo>
                  <a:lnTo>
                    <a:pt x="50" y="28"/>
                  </a:lnTo>
                  <a:lnTo>
                    <a:pt x="49" y="32"/>
                  </a:lnTo>
                  <a:lnTo>
                    <a:pt x="47" y="33"/>
                  </a:lnTo>
                  <a:lnTo>
                    <a:pt x="47" y="35"/>
                  </a:lnTo>
                  <a:lnTo>
                    <a:pt x="46" y="36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2" y="36"/>
                  </a:lnTo>
                  <a:lnTo>
                    <a:pt x="42" y="37"/>
                  </a:lnTo>
                  <a:lnTo>
                    <a:pt x="41" y="39"/>
                  </a:lnTo>
                  <a:lnTo>
                    <a:pt x="41" y="40"/>
                  </a:lnTo>
                  <a:lnTo>
                    <a:pt x="42" y="43"/>
                  </a:lnTo>
                  <a:lnTo>
                    <a:pt x="43" y="44"/>
                  </a:lnTo>
                  <a:lnTo>
                    <a:pt x="43" y="45"/>
                  </a:lnTo>
                  <a:lnTo>
                    <a:pt x="46" y="46"/>
                  </a:lnTo>
                  <a:lnTo>
                    <a:pt x="47" y="49"/>
                  </a:lnTo>
                  <a:lnTo>
                    <a:pt x="49" y="49"/>
                  </a:lnTo>
                  <a:lnTo>
                    <a:pt x="49" y="48"/>
                  </a:lnTo>
                  <a:lnTo>
                    <a:pt x="47" y="46"/>
                  </a:lnTo>
                  <a:lnTo>
                    <a:pt x="49" y="45"/>
                  </a:lnTo>
                  <a:lnTo>
                    <a:pt x="49" y="44"/>
                  </a:lnTo>
                  <a:lnTo>
                    <a:pt x="50" y="43"/>
                  </a:lnTo>
                  <a:lnTo>
                    <a:pt x="49" y="41"/>
                  </a:lnTo>
                  <a:lnTo>
                    <a:pt x="50" y="41"/>
                  </a:lnTo>
                  <a:lnTo>
                    <a:pt x="51" y="41"/>
                  </a:lnTo>
                  <a:lnTo>
                    <a:pt x="54" y="41"/>
                  </a:lnTo>
                  <a:lnTo>
                    <a:pt x="54" y="43"/>
                  </a:lnTo>
                  <a:lnTo>
                    <a:pt x="55" y="44"/>
                  </a:lnTo>
                  <a:lnTo>
                    <a:pt x="56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8" y="57"/>
                  </a:lnTo>
                  <a:lnTo>
                    <a:pt x="59" y="60"/>
                  </a:lnTo>
                  <a:lnTo>
                    <a:pt x="59" y="62"/>
                  </a:lnTo>
                  <a:lnTo>
                    <a:pt x="60" y="62"/>
                  </a:lnTo>
                  <a:lnTo>
                    <a:pt x="60" y="64"/>
                  </a:lnTo>
                  <a:lnTo>
                    <a:pt x="60" y="65"/>
                  </a:lnTo>
                  <a:lnTo>
                    <a:pt x="60" y="65"/>
                  </a:lnTo>
                  <a:lnTo>
                    <a:pt x="60" y="68"/>
                  </a:lnTo>
                  <a:lnTo>
                    <a:pt x="60" y="71"/>
                  </a:lnTo>
                  <a:lnTo>
                    <a:pt x="59" y="70"/>
                  </a:lnTo>
                  <a:lnTo>
                    <a:pt x="56" y="73"/>
                  </a:lnTo>
                  <a:lnTo>
                    <a:pt x="56" y="75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5" y="75"/>
                  </a:lnTo>
                  <a:lnTo>
                    <a:pt x="52" y="73"/>
                  </a:lnTo>
                  <a:lnTo>
                    <a:pt x="51" y="71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1" y="69"/>
                  </a:lnTo>
                  <a:lnTo>
                    <a:pt x="50" y="70"/>
                  </a:lnTo>
                  <a:lnTo>
                    <a:pt x="50" y="69"/>
                  </a:lnTo>
                  <a:lnTo>
                    <a:pt x="51" y="66"/>
                  </a:lnTo>
                  <a:lnTo>
                    <a:pt x="50" y="65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49" y="60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5" y="53"/>
                  </a:lnTo>
                  <a:lnTo>
                    <a:pt x="43" y="52"/>
                  </a:lnTo>
                  <a:lnTo>
                    <a:pt x="41" y="53"/>
                  </a:lnTo>
                  <a:lnTo>
                    <a:pt x="37" y="52"/>
                  </a:lnTo>
                  <a:lnTo>
                    <a:pt x="37" y="50"/>
                  </a:lnTo>
                  <a:lnTo>
                    <a:pt x="35" y="50"/>
                  </a:lnTo>
                  <a:lnTo>
                    <a:pt x="33" y="49"/>
                  </a:lnTo>
                  <a:lnTo>
                    <a:pt x="33" y="45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4" y="57"/>
                  </a:lnTo>
                  <a:lnTo>
                    <a:pt x="34" y="61"/>
                  </a:lnTo>
                  <a:lnTo>
                    <a:pt x="31" y="61"/>
                  </a:lnTo>
                  <a:lnTo>
                    <a:pt x="30" y="65"/>
                  </a:lnTo>
                  <a:lnTo>
                    <a:pt x="29" y="64"/>
                  </a:lnTo>
                  <a:lnTo>
                    <a:pt x="29" y="61"/>
                  </a:lnTo>
                  <a:lnTo>
                    <a:pt x="30" y="61"/>
                  </a:lnTo>
                  <a:lnTo>
                    <a:pt x="31" y="60"/>
                  </a:lnTo>
                  <a:lnTo>
                    <a:pt x="29" y="61"/>
                  </a:lnTo>
                  <a:lnTo>
                    <a:pt x="27" y="64"/>
                  </a:lnTo>
                  <a:lnTo>
                    <a:pt x="26" y="61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6" y="56"/>
                  </a:lnTo>
                  <a:lnTo>
                    <a:pt x="27" y="57"/>
                  </a:lnTo>
                  <a:lnTo>
                    <a:pt x="26" y="58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6" y="64"/>
                  </a:lnTo>
                  <a:lnTo>
                    <a:pt x="26" y="65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4" y="65"/>
                  </a:lnTo>
                  <a:lnTo>
                    <a:pt x="22" y="65"/>
                  </a:lnTo>
                  <a:lnTo>
                    <a:pt x="22" y="66"/>
                  </a:lnTo>
                  <a:lnTo>
                    <a:pt x="21" y="66"/>
                  </a:lnTo>
                  <a:lnTo>
                    <a:pt x="20" y="66"/>
                  </a:lnTo>
                  <a:lnTo>
                    <a:pt x="20" y="64"/>
                  </a:lnTo>
                  <a:lnTo>
                    <a:pt x="18" y="64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4"/>
                  </a:lnTo>
                  <a:lnTo>
                    <a:pt x="13" y="50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2" y="41"/>
                  </a:lnTo>
                  <a:lnTo>
                    <a:pt x="12" y="37"/>
                  </a:lnTo>
                  <a:lnTo>
                    <a:pt x="9" y="33"/>
                  </a:lnTo>
                  <a:lnTo>
                    <a:pt x="6" y="32"/>
                  </a:lnTo>
                  <a:lnTo>
                    <a:pt x="4" y="29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6" y="21"/>
                  </a:lnTo>
                  <a:lnTo>
                    <a:pt x="9" y="20"/>
                  </a:lnTo>
                  <a:lnTo>
                    <a:pt x="10" y="20"/>
                  </a:lnTo>
                  <a:lnTo>
                    <a:pt x="12" y="19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0" y="14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4" name="Freeform 369"/>
            <p:cNvSpPr>
              <a:spLocks/>
            </p:cNvSpPr>
            <p:nvPr/>
          </p:nvSpPr>
          <p:spPr bwMode="auto">
            <a:xfrm>
              <a:off x="8401981" y="3449501"/>
              <a:ext cx="93897" cy="58369"/>
            </a:xfrm>
            <a:custGeom>
              <a:avLst/>
              <a:gdLst>
                <a:gd name="T0" fmla="*/ 16 w 37"/>
                <a:gd name="T1" fmla="*/ 0 h 23"/>
                <a:gd name="T2" fmla="*/ 18 w 37"/>
                <a:gd name="T3" fmla="*/ 3 h 23"/>
                <a:gd name="T4" fmla="*/ 23 w 37"/>
                <a:gd name="T5" fmla="*/ 3 h 23"/>
                <a:gd name="T6" fmla="*/ 25 w 37"/>
                <a:gd name="T7" fmla="*/ 4 h 23"/>
                <a:gd name="T8" fmla="*/ 28 w 37"/>
                <a:gd name="T9" fmla="*/ 3 h 23"/>
                <a:gd name="T10" fmla="*/ 31 w 37"/>
                <a:gd name="T11" fmla="*/ 3 h 23"/>
                <a:gd name="T12" fmla="*/ 33 w 37"/>
                <a:gd name="T13" fmla="*/ 6 h 23"/>
                <a:gd name="T14" fmla="*/ 33 w 37"/>
                <a:gd name="T15" fmla="*/ 6 h 23"/>
                <a:gd name="T16" fmla="*/ 33 w 37"/>
                <a:gd name="T17" fmla="*/ 8 h 23"/>
                <a:gd name="T18" fmla="*/ 33 w 37"/>
                <a:gd name="T19" fmla="*/ 11 h 23"/>
                <a:gd name="T20" fmla="*/ 37 w 37"/>
                <a:gd name="T21" fmla="*/ 12 h 23"/>
                <a:gd name="T22" fmla="*/ 37 w 37"/>
                <a:gd name="T23" fmla="*/ 16 h 23"/>
                <a:gd name="T24" fmla="*/ 37 w 37"/>
                <a:gd name="T25" fmla="*/ 17 h 23"/>
                <a:gd name="T26" fmla="*/ 32 w 37"/>
                <a:gd name="T27" fmla="*/ 19 h 23"/>
                <a:gd name="T28" fmla="*/ 29 w 37"/>
                <a:gd name="T29" fmla="*/ 19 h 23"/>
                <a:gd name="T30" fmla="*/ 24 w 37"/>
                <a:gd name="T31" fmla="*/ 20 h 23"/>
                <a:gd name="T32" fmla="*/ 21 w 37"/>
                <a:gd name="T33" fmla="*/ 19 h 23"/>
                <a:gd name="T34" fmla="*/ 19 w 37"/>
                <a:gd name="T35" fmla="*/ 19 h 23"/>
                <a:gd name="T36" fmla="*/ 18 w 37"/>
                <a:gd name="T37" fmla="*/ 23 h 23"/>
                <a:gd name="T38" fmla="*/ 14 w 37"/>
                <a:gd name="T39" fmla="*/ 23 h 23"/>
                <a:gd name="T40" fmla="*/ 8 w 37"/>
                <a:gd name="T41" fmla="*/ 19 h 23"/>
                <a:gd name="T42" fmla="*/ 7 w 37"/>
                <a:gd name="T43" fmla="*/ 20 h 23"/>
                <a:gd name="T44" fmla="*/ 3 w 37"/>
                <a:gd name="T45" fmla="*/ 19 h 23"/>
                <a:gd name="T46" fmla="*/ 0 w 37"/>
                <a:gd name="T47" fmla="*/ 15 h 23"/>
                <a:gd name="T48" fmla="*/ 0 w 37"/>
                <a:gd name="T49" fmla="*/ 14 h 23"/>
                <a:gd name="T50" fmla="*/ 2 w 37"/>
                <a:gd name="T51" fmla="*/ 11 h 23"/>
                <a:gd name="T52" fmla="*/ 3 w 37"/>
                <a:gd name="T53" fmla="*/ 10 h 23"/>
                <a:gd name="T54" fmla="*/ 6 w 37"/>
                <a:gd name="T55" fmla="*/ 4 h 23"/>
                <a:gd name="T56" fmla="*/ 12 w 37"/>
                <a:gd name="T57" fmla="*/ 2 h 23"/>
                <a:gd name="T58" fmla="*/ 16 w 37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" h="23">
                  <a:moveTo>
                    <a:pt x="16" y="0"/>
                  </a:moveTo>
                  <a:lnTo>
                    <a:pt x="18" y="3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8" y="3"/>
                  </a:lnTo>
                  <a:lnTo>
                    <a:pt x="31" y="3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8"/>
                  </a:lnTo>
                  <a:lnTo>
                    <a:pt x="33" y="11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17"/>
                  </a:lnTo>
                  <a:lnTo>
                    <a:pt x="32" y="19"/>
                  </a:lnTo>
                  <a:lnTo>
                    <a:pt x="29" y="19"/>
                  </a:lnTo>
                  <a:lnTo>
                    <a:pt x="24" y="20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19"/>
                  </a:lnTo>
                  <a:lnTo>
                    <a:pt x="7" y="20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5" name="Freeform 370"/>
            <p:cNvSpPr>
              <a:spLocks/>
            </p:cNvSpPr>
            <p:nvPr/>
          </p:nvSpPr>
          <p:spPr bwMode="auto">
            <a:xfrm>
              <a:off x="8135517" y="3383520"/>
              <a:ext cx="251238" cy="129426"/>
            </a:xfrm>
            <a:custGeom>
              <a:avLst/>
              <a:gdLst>
                <a:gd name="T0" fmla="*/ 9 w 99"/>
                <a:gd name="T1" fmla="*/ 1 h 51"/>
                <a:gd name="T2" fmla="*/ 12 w 99"/>
                <a:gd name="T3" fmla="*/ 3 h 51"/>
                <a:gd name="T4" fmla="*/ 15 w 99"/>
                <a:gd name="T5" fmla="*/ 1 h 51"/>
                <a:gd name="T6" fmla="*/ 22 w 99"/>
                <a:gd name="T7" fmla="*/ 3 h 51"/>
                <a:gd name="T8" fmla="*/ 26 w 99"/>
                <a:gd name="T9" fmla="*/ 4 h 51"/>
                <a:gd name="T10" fmla="*/ 32 w 99"/>
                <a:gd name="T11" fmla="*/ 9 h 51"/>
                <a:gd name="T12" fmla="*/ 37 w 99"/>
                <a:gd name="T13" fmla="*/ 11 h 51"/>
                <a:gd name="T14" fmla="*/ 40 w 99"/>
                <a:gd name="T15" fmla="*/ 15 h 51"/>
                <a:gd name="T16" fmla="*/ 42 w 99"/>
                <a:gd name="T17" fmla="*/ 16 h 51"/>
                <a:gd name="T18" fmla="*/ 44 w 99"/>
                <a:gd name="T19" fmla="*/ 12 h 51"/>
                <a:gd name="T20" fmla="*/ 47 w 99"/>
                <a:gd name="T21" fmla="*/ 13 h 51"/>
                <a:gd name="T22" fmla="*/ 50 w 99"/>
                <a:gd name="T23" fmla="*/ 17 h 51"/>
                <a:gd name="T24" fmla="*/ 57 w 99"/>
                <a:gd name="T25" fmla="*/ 18 h 51"/>
                <a:gd name="T26" fmla="*/ 59 w 99"/>
                <a:gd name="T27" fmla="*/ 24 h 51"/>
                <a:gd name="T28" fmla="*/ 62 w 99"/>
                <a:gd name="T29" fmla="*/ 26 h 51"/>
                <a:gd name="T30" fmla="*/ 67 w 99"/>
                <a:gd name="T31" fmla="*/ 26 h 51"/>
                <a:gd name="T32" fmla="*/ 71 w 99"/>
                <a:gd name="T33" fmla="*/ 24 h 51"/>
                <a:gd name="T34" fmla="*/ 79 w 99"/>
                <a:gd name="T35" fmla="*/ 25 h 51"/>
                <a:gd name="T36" fmla="*/ 83 w 99"/>
                <a:gd name="T37" fmla="*/ 30 h 51"/>
                <a:gd name="T38" fmla="*/ 87 w 99"/>
                <a:gd name="T39" fmla="*/ 33 h 51"/>
                <a:gd name="T40" fmla="*/ 92 w 99"/>
                <a:gd name="T41" fmla="*/ 33 h 51"/>
                <a:gd name="T42" fmla="*/ 98 w 99"/>
                <a:gd name="T43" fmla="*/ 32 h 51"/>
                <a:gd name="T44" fmla="*/ 98 w 99"/>
                <a:gd name="T45" fmla="*/ 40 h 51"/>
                <a:gd name="T46" fmla="*/ 99 w 99"/>
                <a:gd name="T47" fmla="*/ 50 h 51"/>
                <a:gd name="T48" fmla="*/ 87 w 99"/>
                <a:gd name="T49" fmla="*/ 49 h 51"/>
                <a:gd name="T50" fmla="*/ 74 w 99"/>
                <a:gd name="T51" fmla="*/ 47 h 51"/>
                <a:gd name="T52" fmla="*/ 67 w 99"/>
                <a:gd name="T53" fmla="*/ 49 h 51"/>
                <a:gd name="T54" fmla="*/ 58 w 99"/>
                <a:gd name="T55" fmla="*/ 43 h 51"/>
                <a:gd name="T56" fmla="*/ 51 w 99"/>
                <a:gd name="T57" fmla="*/ 40 h 51"/>
                <a:gd name="T58" fmla="*/ 44 w 99"/>
                <a:gd name="T59" fmla="*/ 40 h 51"/>
                <a:gd name="T60" fmla="*/ 33 w 99"/>
                <a:gd name="T61" fmla="*/ 37 h 51"/>
                <a:gd name="T62" fmla="*/ 28 w 99"/>
                <a:gd name="T63" fmla="*/ 36 h 51"/>
                <a:gd name="T64" fmla="*/ 20 w 99"/>
                <a:gd name="T65" fmla="*/ 30 h 51"/>
                <a:gd name="T66" fmla="*/ 11 w 99"/>
                <a:gd name="T67" fmla="*/ 25 h 51"/>
                <a:gd name="T68" fmla="*/ 7 w 99"/>
                <a:gd name="T69" fmla="*/ 24 h 51"/>
                <a:gd name="T70" fmla="*/ 1 w 99"/>
                <a:gd name="T71" fmla="*/ 22 h 51"/>
                <a:gd name="T72" fmla="*/ 4 w 99"/>
                <a:gd name="T73" fmla="*/ 15 h 51"/>
                <a:gd name="T74" fmla="*/ 5 w 99"/>
                <a:gd name="T75" fmla="*/ 4 h 51"/>
                <a:gd name="T76" fmla="*/ 5 w 99"/>
                <a:gd name="T7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9" h="51">
                  <a:moveTo>
                    <a:pt x="5" y="0"/>
                  </a:moveTo>
                  <a:lnTo>
                    <a:pt x="9" y="1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5" y="1"/>
                  </a:lnTo>
                  <a:lnTo>
                    <a:pt x="19" y="1"/>
                  </a:lnTo>
                  <a:lnTo>
                    <a:pt x="22" y="3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8" y="5"/>
                  </a:lnTo>
                  <a:lnTo>
                    <a:pt x="32" y="9"/>
                  </a:lnTo>
                  <a:lnTo>
                    <a:pt x="34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40" y="15"/>
                  </a:lnTo>
                  <a:lnTo>
                    <a:pt x="41" y="17"/>
                  </a:lnTo>
                  <a:lnTo>
                    <a:pt x="42" y="16"/>
                  </a:lnTo>
                  <a:lnTo>
                    <a:pt x="42" y="13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7" y="13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3" y="20"/>
                  </a:lnTo>
                  <a:lnTo>
                    <a:pt x="57" y="18"/>
                  </a:lnTo>
                  <a:lnTo>
                    <a:pt x="59" y="20"/>
                  </a:lnTo>
                  <a:lnTo>
                    <a:pt x="59" y="24"/>
                  </a:lnTo>
                  <a:lnTo>
                    <a:pt x="61" y="26"/>
                  </a:lnTo>
                  <a:lnTo>
                    <a:pt x="62" y="26"/>
                  </a:lnTo>
                  <a:lnTo>
                    <a:pt x="66" y="28"/>
                  </a:lnTo>
                  <a:lnTo>
                    <a:pt x="67" y="26"/>
                  </a:lnTo>
                  <a:lnTo>
                    <a:pt x="70" y="26"/>
                  </a:lnTo>
                  <a:lnTo>
                    <a:pt x="71" y="24"/>
                  </a:lnTo>
                  <a:lnTo>
                    <a:pt x="76" y="24"/>
                  </a:lnTo>
                  <a:lnTo>
                    <a:pt x="79" y="25"/>
                  </a:lnTo>
                  <a:lnTo>
                    <a:pt x="79" y="29"/>
                  </a:lnTo>
                  <a:lnTo>
                    <a:pt x="83" y="30"/>
                  </a:lnTo>
                  <a:lnTo>
                    <a:pt x="86" y="33"/>
                  </a:lnTo>
                  <a:lnTo>
                    <a:pt x="87" y="33"/>
                  </a:lnTo>
                  <a:lnTo>
                    <a:pt x="91" y="32"/>
                  </a:lnTo>
                  <a:lnTo>
                    <a:pt x="92" y="33"/>
                  </a:lnTo>
                  <a:lnTo>
                    <a:pt x="95" y="32"/>
                  </a:lnTo>
                  <a:lnTo>
                    <a:pt x="98" y="32"/>
                  </a:lnTo>
                  <a:lnTo>
                    <a:pt x="98" y="34"/>
                  </a:lnTo>
                  <a:lnTo>
                    <a:pt x="98" y="40"/>
                  </a:lnTo>
                  <a:lnTo>
                    <a:pt x="99" y="45"/>
                  </a:lnTo>
                  <a:lnTo>
                    <a:pt x="99" y="50"/>
                  </a:lnTo>
                  <a:lnTo>
                    <a:pt x="91" y="51"/>
                  </a:lnTo>
                  <a:lnTo>
                    <a:pt x="87" y="49"/>
                  </a:lnTo>
                  <a:lnTo>
                    <a:pt x="84" y="50"/>
                  </a:lnTo>
                  <a:lnTo>
                    <a:pt x="74" y="47"/>
                  </a:lnTo>
                  <a:lnTo>
                    <a:pt x="70" y="47"/>
                  </a:lnTo>
                  <a:lnTo>
                    <a:pt x="67" y="49"/>
                  </a:lnTo>
                  <a:lnTo>
                    <a:pt x="61" y="46"/>
                  </a:lnTo>
                  <a:lnTo>
                    <a:pt x="58" y="43"/>
                  </a:lnTo>
                  <a:lnTo>
                    <a:pt x="57" y="41"/>
                  </a:lnTo>
                  <a:lnTo>
                    <a:pt x="51" y="40"/>
                  </a:lnTo>
                  <a:lnTo>
                    <a:pt x="45" y="41"/>
                  </a:lnTo>
                  <a:lnTo>
                    <a:pt x="44" y="40"/>
                  </a:lnTo>
                  <a:lnTo>
                    <a:pt x="37" y="40"/>
                  </a:lnTo>
                  <a:lnTo>
                    <a:pt x="33" y="37"/>
                  </a:lnTo>
                  <a:lnTo>
                    <a:pt x="30" y="37"/>
                  </a:lnTo>
                  <a:lnTo>
                    <a:pt x="28" y="36"/>
                  </a:lnTo>
                  <a:lnTo>
                    <a:pt x="24" y="34"/>
                  </a:lnTo>
                  <a:lnTo>
                    <a:pt x="20" y="30"/>
                  </a:lnTo>
                  <a:lnTo>
                    <a:pt x="15" y="26"/>
                  </a:lnTo>
                  <a:lnTo>
                    <a:pt x="11" y="25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4" y="22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5" y="4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6" name="Freeform 371"/>
            <p:cNvSpPr>
              <a:spLocks/>
            </p:cNvSpPr>
            <p:nvPr/>
          </p:nvSpPr>
          <p:spPr bwMode="auto">
            <a:xfrm>
              <a:off x="7564526" y="3160198"/>
              <a:ext cx="421266" cy="456794"/>
            </a:xfrm>
            <a:custGeom>
              <a:avLst/>
              <a:gdLst>
                <a:gd name="T0" fmla="*/ 129 w 166"/>
                <a:gd name="T1" fmla="*/ 2 h 180"/>
                <a:gd name="T2" fmla="*/ 126 w 166"/>
                <a:gd name="T3" fmla="*/ 12 h 180"/>
                <a:gd name="T4" fmla="*/ 138 w 166"/>
                <a:gd name="T5" fmla="*/ 18 h 180"/>
                <a:gd name="T6" fmla="*/ 139 w 166"/>
                <a:gd name="T7" fmla="*/ 28 h 180"/>
                <a:gd name="T8" fmla="*/ 139 w 166"/>
                <a:gd name="T9" fmla="*/ 38 h 180"/>
                <a:gd name="T10" fmla="*/ 150 w 166"/>
                <a:gd name="T11" fmla="*/ 54 h 180"/>
                <a:gd name="T12" fmla="*/ 162 w 166"/>
                <a:gd name="T13" fmla="*/ 58 h 180"/>
                <a:gd name="T14" fmla="*/ 162 w 166"/>
                <a:gd name="T15" fmla="*/ 64 h 180"/>
                <a:gd name="T16" fmla="*/ 154 w 166"/>
                <a:gd name="T17" fmla="*/ 71 h 180"/>
                <a:gd name="T18" fmla="*/ 153 w 166"/>
                <a:gd name="T19" fmla="*/ 85 h 180"/>
                <a:gd name="T20" fmla="*/ 149 w 166"/>
                <a:gd name="T21" fmla="*/ 96 h 180"/>
                <a:gd name="T22" fmla="*/ 141 w 166"/>
                <a:gd name="T23" fmla="*/ 108 h 180"/>
                <a:gd name="T24" fmla="*/ 124 w 166"/>
                <a:gd name="T25" fmla="*/ 122 h 180"/>
                <a:gd name="T26" fmla="*/ 114 w 166"/>
                <a:gd name="T27" fmla="*/ 121 h 180"/>
                <a:gd name="T28" fmla="*/ 107 w 166"/>
                <a:gd name="T29" fmla="*/ 130 h 180"/>
                <a:gd name="T30" fmla="*/ 105 w 166"/>
                <a:gd name="T31" fmla="*/ 138 h 180"/>
                <a:gd name="T32" fmla="*/ 113 w 166"/>
                <a:gd name="T33" fmla="*/ 142 h 180"/>
                <a:gd name="T34" fmla="*/ 120 w 166"/>
                <a:gd name="T35" fmla="*/ 153 h 180"/>
                <a:gd name="T36" fmla="*/ 125 w 166"/>
                <a:gd name="T37" fmla="*/ 166 h 180"/>
                <a:gd name="T38" fmla="*/ 121 w 166"/>
                <a:gd name="T39" fmla="*/ 171 h 180"/>
                <a:gd name="T40" fmla="*/ 117 w 166"/>
                <a:gd name="T41" fmla="*/ 170 h 180"/>
                <a:gd name="T42" fmla="*/ 101 w 166"/>
                <a:gd name="T43" fmla="*/ 171 h 180"/>
                <a:gd name="T44" fmla="*/ 96 w 166"/>
                <a:gd name="T45" fmla="*/ 180 h 180"/>
                <a:gd name="T46" fmla="*/ 87 w 166"/>
                <a:gd name="T47" fmla="*/ 178 h 180"/>
                <a:gd name="T48" fmla="*/ 82 w 166"/>
                <a:gd name="T49" fmla="*/ 175 h 180"/>
                <a:gd name="T50" fmla="*/ 82 w 166"/>
                <a:gd name="T51" fmla="*/ 168 h 180"/>
                <a:gd name="T52" fmla="*/ 74 w 166"/>
                <a:gd name="T53" fmla="*/ 164 h 180"/>
                <a:gd name="T54" fmla="*/ 74 w 166"/>
                <a:gd name="T55" fmla="*/ 160 h 180"/>
                <a:gd name="T56" fmla="*/ 64 w 166"/>
                <a:gd name="T57" fmla="*/ 156 h 180"/>
                <a:gd name="T58" fmla="*/ 58 w 166"/>
                <a:gd name="T59" fmla="*/ 156 h 180"/>
                <a:gd name="T60" fmla="*/ 49 w 166"/>
                <a:gd name="T61" fmla="*/ 160 h 180"/>
                <a:gd name="T62" fmla="*/ 42 w 166"/>
                <a:gd name="T63" fmla="*/ 158 h 180"/>
                <a:gd name="T64" fmla="*/ 37 w 166"/>
                <a:gd name="T65" fmla="*/ 156 h 180"/>
                <a:gd name="T66" fmla="*/ 33 w 166"/>
                <a:gd name="T67" fmla="*/ 159 h 180"/>
                <a:gd name="T68" fmla="*/ 25 w 166"/>
                <a:gd name="T69" fmla="*/ 160 h 180"/>
                <a:gd name="T70" fmla="*/ 18 w 166"/>
                <a:gd name="T71" fmla="*/ 162 h 180"/>
                <a:gd name="T72" fmla="*/ 16 w 166"/>
                <a:gd name="T73" fmla="*/ 158 h 180"/>
                <a:gd name="T74" fmla="*/ 16 w 166"/>
                <a:gd name="T75" fmla="*/ 146 h 180"/>
                <a:gd name="T76" fmla="*/ 28 w 166"/>
                <a:gd name="T77" fmla="*/ 139 h 180"/>
                <a:gd name="T78" fmla="*/ 29 w 166"/>
                <a:gd name="T79" fmla="*/ 133 h 180"/>
                <a:gd name="T80" fmla="*/ 25 w 166"/>
                <a:gd name="T81" fmla="*/ 125 h 180"/>
                <a:gd name="T82" fmla="*/ 18 w 166"/>
                <a:gd name="T83" fmla="*/ 118 h 180"/>
                <a:gd name="T84" fmla="*/ 8 w 166"/>
                <a:gd name="T85" fmla="*/ 112 h 180"/>
                <a:gd name="T86" fmla="*/ 16 w 166"/>
                <a:gd name="T87" fmla="*/ 105 h 180"/>
                <a:gd name="T88" fmla="*/ 39 w 166"/>
                <a:gd name="T89" fmla="*/ 103 h 180"/>
                <a:gd name="T90" fmla="*/ 58 w 166"/>
                <a:gd name="T91" fmla="*/ 101 h 180"/>
                <a:gd name="T92" fmla="*/ 62 w 166"/>
                <a:gd name="T93" fmla="*/ 92 h 180"/>
                <a:gd name="T94" fmla="*/ 64 w 166"/>
                <a:gd name="T95" fmla="*/ 83 h 180"/>
                <a:gd name="T96" fmla="*/ 70 w 166"/>
                <a:gd name="T97" fmla="*/ 79 h 180"/>
                <a:gd name="T98" fmla="*/ 79 w 166"/>
                <a:gd name="T99" fmla="*/ 71 h 180"/>
                <a:gd name="T100" fmla="*/ 87 w 166"/>
                <a:gd name="T101" fmla="*/ 71 h 180"/>
                <a:gd name="T102" fmla="*/ 93 w 166"/>
                <a:gd name="T103" fmla="*/ 68 h 180"/>
                <a:gd name="T104" fmla="*/ 93 w 166"/>
                <a:gd name="T105" fmla="*/ 58 h 180"/>
                <a:gd name="T106" fmla="*/ 100 w 166"/>
                <a:gd name="T107" fmla="*/ 50 h 180"/>
                <a:gd name="T108" fmla="*/ 96 w 166"/>
                <a:gd name="T109" fmla="*/ 41 h 180"/>
                <a:gd name="T110" fmla="*/ 111 w 166"/>
                <a:gd name="T111" fmla="*/ 35 h 180"/>
                <a:gd name="T112" fmla="*/ 113 w 166"/>
                <a:gd name="T113" fmla="*/ 17 h 180"/>
                <a:gd name="T114" fmla="*/ 114 w 166"/>
                <a:gd name="T115" fmla="*/ 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6" h="180">
                  <a:moveTo>
                    <a:pt x="122" y="0"/>
                  </a:moveTo>
                  <a:lnTo>
                    <a:pt x="125" y="1"/>
                  </a:lnTo>
                  <a:lnTo>
                    <a:pt x="128" y="0"/>
                  </a:lnTo>
                  <a:lnTo>
                    <a:pt x="129" y="2"/>
                  </a:lnTo>
                  <a:lnTo>
                    <a:pt x="122" y="6"/>
                  </a:lnTo>
                  <a:lnTo>
                    <a:pt x="124" y="10"/>
                  </a:lnTo>
                  <a:lnTo>
                    <a:pt x="125" y="13"/>
                  </a:lnTo>
                  <a:lnTo>
                    <a:pt x="126" y="12"/>
                  </a:lnTo>
                  <a:lnTo>
                    <a:pt x="129" y="12"/>
                  </a:lnTo>
                  <a:lnTo>
                    <a:pt x="132" y="13"/>
                  </a:lnTo>
                  <a:lnTo>
                    <a:pt x="136" y="17"/>
                  </a:lnTo>
                  <a:lnTo>
                    <a:pt x="138" y="18"/>
                  </a:lnTo>
                  <a:lnTo>
                    <a:pt x="138" y="21"/>
                  </a:lnTo>
                  <a:lnTo>
                    <a:pt x="142" y="22"/>
                  </a:lnTo>
                  <a:lnTo>
                    <a:pt x="142" y="25"/>
                  </a:lnTo>
                  <a:lnTo>
                    <a:pt x="139" y="28"/>
                  </a:lnTo>
                  <a:lnTo>
                    <a:pt x="138" y="30"/>
                  </a:lnTo>
                  <a:lnTo>
                    <a:pt x="137" y="30"/>
                  </a:lnTo>
                  <a:lnTo>
                    <a:pt x="137" y="34"/>
                  </a:lnTo>
                  <a:lnTo>
                    <a:pt x="139" y="38"/>
                  </a:lnTo>
                  <a:lnTo>
                    <a:pt x="141" y="46"/>
                  </a:lnTo>
                  <a:lnTo>
                    <a:pt x="141" y="49"/>
                  </a:lnTo>
                  <a:lnTo>
                    <a:pt x="146" y="53"/>
                  </a:lnTo>
                  <a:lnTo>
                    <a:pt x="150" y="54"/>
                  </a:lnTo>
                  <a:lnTo>
                    <a:pt x="154" y="55"/>
                  </a:lnTo>
                  <a:lnTo>
                    <a:pt x="155" y="59"/>
                  </a:lnTo>
                  <a:lnTo>
                    <a:pt x="159" y="59"/>
                  </a:lnTo>
                  <a:lnTo>
                    <a:pt x="162" y="58"/>
                  </a:lnTo>
                  <a:lnTo>
                    <a:pt x="164" y="59"/>
                  </a:lnTo>
                  <a:lnTo>
                    <a:pt x="166" y="62"/>
                  </a:lnTo>
                  <a:lnTo>
                    <a:pt x="163" y="64"/>
                  </a:lnTo>
                  <a:lnTo>
                    <a:pt x="162" y="64"/>
                  </a:lnTo>
                  <a:lnTo>
                    <a:pt x="159" y="66"/>
                  </a:lnTo>
                  <a:lnTo>
                    <a:pt x="157" y="66"/>
                  </a:lnTo>
                  <a:lnTo>
                    <a:pt x="154" y="70"/>
                  </a:lnTo>
                  <a:lnTo>
                    <a:pt x="154" y="71"/>
                  </a:lnTo>
                  <a:lnTo>
                    <a:pt x="155" y="75"/>
                  </a:lnTo>
                  <a:lnTo>
                    <a:pt x="155" y="81"/>
                  </a:lnTo>
                  <a:lnTo>
                    <a:pt x="154" y="84"/>
                  </a:lnTo>
                  <a:lnTo>
                    <a:pt x="153" y="85"/>
                  </a:lnTo>
                  <a:lnTo>
                    <a:pt x="149" y="89"/>
                  </a:lnTo>
                  <a:lnTo>
                    <a:pt x="150" y="91"/>
                  </a:lnTo>
                  <a:lnTo>
                    <a:pt x="150" y="92"/>
                  </a:lnTo>
                  <a:lnTo>
                    <a:pt x="149" y="96"/>
                  </a:lnTo>
                  <a:lnTo>
                    <a:pt x="146" y="97"/>
                  </a:lnTo>
                  <a:lnTo>
                    <a:pt x="143" y="101"/>
                  </a:lnTo>
                  <a:lnTo>
                    <a:pt x="142" y="105"/>
                  </a:lnTo>
                  <a:lnTo>
                    <a:pt x="141" y="108"/>
                  </a:lnTo>
                  <a:lnTo>
                    <a:pt x="136" y="112"/>
                  </a:lnTo>
                  <a:lnTo>
                    <a:pt x="133" y="118"/>
                  </a:lnTo>
                  <a:lnTo>
                    <a:pt x="129" y="122"/>
                  </a:lnTo>
                  <a:lnTo>
                    <a:pt x="124" y="122"/>
                  </a:lnTo>
                  <a:lnTo>
                    <a:pt x="118" y="125"/>
                  </a:lnTo>
                  <a:lnTo>
                    <a:pt x="117" y="125"/>
                  </a:lnTo>
                  <a:lnTo>
                    <a:pt x="117" y="122"/>
                  </a:lnTo>
                  <a:lnTo>
                    <a:pt x="114" y="121"/>
                  </a:lnTo>
                  <a:lnTo>
                    <a:pt x="112" y="122"/>
                  </a:lnTo>
                  <a:lnTo>
                    <a:pt x="111" y="124"/>
                  </a:lnTo>
                  <a:lnTo>
                    <a:pt x="109" y="126"/>
                  </a:lnTo>
                  <a:lnTo>
                    <a:pt x="107" y="130"/>
                  </a:lnTo>
                  <a:lnTo>
                    <a:pt x="105" y="130"/>
                  </a:lnTo>
                  <a:lnTo>
                    <a:pt x="103" y="135"/>
                  </a:lnTo>
                  <a:lnTo>
                    <a:pt x="103" y="138"/>
                  </a:lnTo>
                  <a:lnTo>
                    <a:pt x="105" y="138"/>
                  </a:lnTo>
                  <a:lnTo>
                    <a:pt x="108" y="139"/>
                  </a:lnTo>
                  <a:lnTo>
                    <a:pt x="109" y="138"/>
                  </a:lnTo>
                  <a:lnTo>
                    <a:pt x="112" y="139"/>
                  </a:lnTo>
                  <a:lnTo>
                    <a:pt x="113" y="142"/>
                  </a:lnTo>
                  <a:lnTo>
                    <a:pt x="113" y="146"/>
                  </a:lnTo>
                  <a:lnTo>
                    <a:pt x="113" y="150"/>
                  </a:lnTo>
                  <a:lnTo>
                    <a:pt x="117" y="153"/>
                  </a:lnTo>
                  <a:lnTo>
                    <a:pt x="120" y="153"/>
                  </a:lnTo>
                  <a:lnTo>
                    <a:pt x="121" y="154"/>
                  </a:lnTo>
                  <a:lnTo>
                    <a:pt x="121" y="155"/>
                  </a:lnTo>
                  <a:lnTo>
                    <a:pt x="122" y="158"/>
                  </a:lnTo>
                  <a:lnTo>
                    <a:pt x="125" y="166"/>
                  </a:lnTo>
                  <a:lnTo>
                    <a:pt x="125" y="167"/>
                  </a:lnTo>
                  <a:lnTo>
                    <a:pt x="126" y="168"/>
                  </a:lnTo>
                  <a:lnTo>
                    <a:pt x="124" y="170"/>
                  </a:lnTo>
                  <a:lnTo>
                    <a:pt x="121" y="171"/>
                  </a:lnTo>
                  <a:lnTo>
                    <a:pt x="120" y="170"/>
                  </a:lnTo>
                  <a:lnTo>
                    <a:pt x="121" y="168"/>
                  </a:lnTo>
                  <a:lnTo>
                    <a:pt x="118" y="168"/>
                  </a:lnTo>
                  <a:lnTo>
                    <a:pt x="117" y="170"/>
                  </a:lnTo>
                  <a:lnTo>
                    <a:pt x="113" y="171"/>
                  </a:lnTo>
                  <a:lnTo>
                    <a:pt x="104" y="171"/>
                  </a:lnTo>
                  <a:lnTo>
                    <a:pt x="103" y="172"/>
                  </a:lnTo>
                  <a:lnTo>
                    <a:pt x="101" y="171"/>
                  </a:lnTo>
                  <a:lnTo>
                    <a:pt x="100" y="175"/>
                  </a:lnTo>
                  <a:lnTo>
                    <a:pt x="99" y="175"/>
                  </a:lnTo>
                  <a:lnTo>
                    <a:pt x="96" y="176"/>
                  </a:lnTo>
                  <a:lnTo>
                    <a:pt x="96" y="180"/>
                  </a:lnTo>
                  <a:lnTo>
                    <a:pt x="93" y="180"/>
                  </a:lnTo>
                  <a:lnTo>
                    <a:pt x="93" y="179"/>
                  </a:lnTo>
                  <a:lnTo>
                    <a:pt x="89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3" y="175"/>
                  </a:lnTo>
                  <a:lnTo>
                    <a:pt x="83" y="175"/>
                  </a:lnTo>
                  <a:lnTo>
                    <a:pt x="82" y="175"/>
                  </a:lnTo>
                  <a:lnTo>
                    <a:pt x="83" y="174"/>
                  </a:lnTo>
                  <a:lnTo>
                    <a:pt x="83" y="172"/>
                  </a:lnTo>
                  <a:lnTo>
                    <a:pt x="82" y="172"/>
                  </a:lnTo>
                  <a:lnTo>
                    <a:pt x="82" y="168"/>
                  </a:lnTo>
                  <a:lnTo>
                    <a:pt x="79" y="164"/>
                  </a:lnTo>
                  <a:lnTo>
                    <a:pt x="79" y="163"/>
                  </a:lnTo>
                  <a:lnTo>
                    <a:pt x="75" y="164"/>
                  </a:lnTo>
                  <a:lnTo>
                    <a:pt x="74" y="164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4" y="160"/>
                  </a:lnTo>
                  <a:lnTo>
                    <a:pt x="72" y="158"/>
                  </a:lnTo>
                  <a:lnTo>
                    <a:pt x="71" y="156"/>
                  </a:lnTo>
                  <a:lnTo>
                    <a:pt x="67" y="156"/>
                  </a:lnTo>
                  <a:lnTo>
                    <a:pt x="64" y="156"/>
                  </a:lnTo>
                  <a:lnTo>
                    <a:pt x="60" y="156"/>
                  </a:lnTo>
                  <a:lnTo>
                    <a:pt x="59" y="156"/>
                  </a:lnTo>
                  <a:lnTo>
                    <a:pt x="59" y="156"/>
                  </a:lnTo>
                  <a:lnTo>
                    <a:pt x="58" y="156"/>
                  </a:lnTo>
                  <a:lnTo>
                    <a:pt x="55" y="158"/>
                  </a:lnTo>
                  <a:lnTo>
                    <a:pt x="54" y="158"/>
                  </a:lnTo>
                  <a:lnTo>
                    <a:pt x="51" y="158"/>
                  </a:lnTo>
                  <a:lnTo>
                    <a:pt x="49" y="160"/>
                  </a:lnTo>
                  <a:lnTo>
                    <a:pt x="46" y="160"/>
                  </a:lnTo>
                  <a:lnTo>
                    <a:pt x="45" y="159"/>
                  </a:lnTo>
                  <a:lnTo>
                    <a:pt x="43" y="159"/>
                  </a:lnTo>
                  <a:lnTo>
                    <a:pt x="42" y="158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39" y="158"/>
                  </a:lnTo>
                  <a:lnTo>
                    <a:pt x="37" y="156"/>
                  </a:lnTo>
                  <a:lnTo>
                    <a:pt x="35" y="158"/>
                  </a:lnTo>
                  <a:lnTo>
                    <a:pt x="35" y="159"/>
                  </a:lnTo>
                  <a:lnTo>
                    <a:pt x="34" y="159"/>
                  </a:lnTo>
                  <a:lnTo>
                    <a:pt x="33" y="159"/>
                  </a:lnTo>
                  <a:lnTo>
                    <a:pt x="30" y="159"/>
                  </a:lnTo>
                  <a:lnTo>
                    <a:pt x="29" y="159"/>
                  </a:lnTo>
                  <a:lnTo>
                    <a:pt x="26" y="159"/>
                  </a:lnTo>
                  <a:lnTo>
                    <a:pt x="25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1" y="160"/>
                  </a:lnTo>
                  <a:lnTo>
                    <a:pt x="18" y="162"/>
                  </a:lnTo>
                  <a:lnTo>
                    <a:pt x="17" y="162"/>
                  </a:lnTo>
                  <a:lnTo>
                    <a:pt x="17" y="160"/>
                  </a:lnTo>
                  <a:lnTo>
                    <a:pt x="16" y="160"/>
                  </a:lnTo>
                  <a:lnTo>
                    <a:pt x="16" y="158"/>
                  </a:lnTo>
                  <a:lnTo>
                    <a:pt x="16" y="154"/>
                  </a:lnTo>
                  <a:lnTo>
                    <a:pt x="14" y="151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7" y="145"/>
                  </a:lnTo>
                  <a:lnTo>
                    <a:pt x="21" y="142"/>
                  </a:lnTo>
                  <a:lnTo>
                    <a:pt x="22" y="141"/>
                  </a:lnTo>
                  <a:lnTo>
                    <a:pt x="28" y="139"/>
                  </a:lnTo>
                  <a:lnTo>
                    <a:pt x="30" y="141"/>
                  </a:lnTo>
                  <a:lnTo>
                    <a:pt x="33" y="139"/>
                  </a:lnTo>
                  <a:lnTo>
                    <a:pt x="32" y="134"/>
                  </a:lnTo>
                  <a:lnTo>
                    <a:pt x="29" y="133"/>
                  </a:lnTo>
                  <a:lnTo>
                    <a:pt x="26" y="133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5"/>
                  </a:lnTo>
                  <a:lnTo>
                    <a:pt x="25" y="121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18" y="118"/>
                  </a:lnTo>
                  <a:lnTo>
                    <a:pt x="14" y="118"/>
                  </a:lnTo>
                  <a:lnTo>
                    <a:pt x="13" y="117"/>
                  </a:lnTo>
                  <a:lnTo>
                    <a:pt x="10" y="114"/>
                  </a:lnTo>
                  <a:lnTo>
                    <a:pt x="8" y="112"/>
                  </a:lnTo>
                  <a:lnTo>
                    <a:pt x="6" y="109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16" y="105"/>
                  </a:lnTo>
                  <a:lnTo>
                    <a:pt x="30" y="105"/>
                  </a:lnTo>
                  <a:lnTo>
                    <a:pt x="34" y="104"/>
                  </a:lnTo>
                  <a:lnTo>
                    <a:pt x="38" y="104"/>
                  </a:lnTo>
                  <a:lnTo>
                    <a:pt x="39" y="103"/>
                  </a:lnTo>
                  <a:lnTo>
                    <a:pt x="43" y="101"/>
                  </a:lnTo>
                  <a:lnTo>
                    <a:pt x="50" y="101"/>
                  </a:lnTo>
                  <a:lnTo>
                    <a:pt x="54" y="101"/>
                  </a:lnTo>
                  <a:lnTo>
                    <a:pt x="58" y="101"/>
                  </a:lnTo>
                  <a:lnTo>
                    <a:pt x="62" y="99"/>
                  </a:lnTo>
                  <a:lnTo>
                    <a:pt x="63" y="97"/>
                  </a:lnTo>
                  <a:lnTo>
                    <a:pt x="62" y="95"/>
                  </a:lnTo>
                  <a:lnTo>
                    <a:pt x="62" y="92"/>
                  </a:lnTo>
                  <a:lnTo>
                    <a:pt x="60" y="88"/>
                  </a:lnTo>
                  <a:lnTo>
                    <a:pt x="60" y="85"/>
                  </a:lnTo>
                  <a:lnTo>
                    <a:pt x="63" y="83"/>
                  </a:lnTo>
                  <a:lnTo>
                    <a:pt x="64" y="83"/>
                  </a:lnTo>
                  <a:lnTo>
                    <a:pt x="66" y="80"/>
                  </a:lnTo>
                  <a:lnTo>
                    <a:pt x="66" y="79"/>
                  </a:lnTo>
                  <a:lnTo>
                    <a:pt x="68" y="78"/>
                  </a:lnTo>
                  <a:lnTo>
                    <a:pt x="70" y="79"/>
                  </a:lnTo>
                  <a:lnTo>
                    <a:pt x="75" y="78"/>
                  </a:lnTo>
                  <a:lnTo>
                    <a:pt x="76" y="75"/>
                  </a:lnTo>
                  <a:lnTo>
                    <a:pt x="74" y="75"/>
                  </a:lnTo>
                  <a:lnTo>
                    <a:pt x="79" y="71"/>
                  </a:lnTo>
                  <a:lnTo>
                    <a:pt x="79" y="70"/>
                  </a:lnTo>
                  <a:lnTo>
                    <a:pt x="82" y="70"/>
                  </a:lnTo>
                  <a:lnTo>
                    <a:pt x="83" y="71"/>
                  </a:lnTo>
                  <a:lnTo>
                    <a:pt x="87" y="71"/>
                  </a:lnTo>
                  <a:lnTo>
                    <a:pt x="87" y="70"/>
                  </a:lnTo>
                  <a:lnTo>
                    <a:pt x="88" y="70"/>
                  </a:lnTo>
                  <a:lnTo>
                    <a:pt x="91" y="72"/>
                  </a:lnTo>
                  <a:lnTo>
                    <a:pt x="93" y="68"/>
                  </a:lnTo>
                  <a:lnTo>
                    <a:pt x="92" y="63"/>
                  </a:lnTo>
                  <a:lnTo>
                    <a:pt x="92" y="62"/>
                  </a:lnTo>
                  <a:lnTo>
                    <a:pt x="93" y="60"/>
                  </a:lnTo>
                  <a:lnTo>
                    <a:pt x="93" y="58"/>
                  </a:lnTo>
                  <a:lnTo>
                    <a:pt x="93" y="54"/>
                  </a:lnTo>
                  <a:lnTo>
                    <a:pt x="95" y="51"/>
                  </a:lnTo>
                  <a:lnTo>
                    <a:pt x="97" y="51"/>
                  </a:lnTo>
                  <a:lnTo>
                    <a:pt x="100" y="50"/>
                  </a:lnTo>
                  <a:lnTo>
                    <a:pt x="101" y="47"/>
                  </a:lnTo>
                  <a:lnTo>
                    <a:pt x="100" y="45"/>
                  </a:lnTo>
                  <a:lnTo>
                    <a:pt x="97" y="43"/>
                  </a:lnTo>
                  <a:lnTo>
                    <a:pt x="96" y="41"/>
                  </a:lnTo>
                  <a:lnTo>
                    <a:pt x="99" y="38"/>
                  </a:lnTo>
                  <a:lnTo>
                    <a:pt x="103" y="39"/>
                  </a:lnTo>
                  <a:lnTo>
                    <a:pt x="108" y="39"/>
                  </a:lnTo>
                  <a:lnTo>
                    <a:pt x="111" y="35"/>
                  </a:lnTo>
                  <a:lnTo>
                    <a:pt x="111" y="31"/>
                  </a:lnTo>
                  <a:lnTo>
                    <a:pt x="108" y="29"/>
                  </a:lnTo>
                  <a:lnTo>
                    <a:pt x="113" y="22"/>
                  </a:lnTo>
                  <a:lnTo>
                    <a:pt x="113" y="17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12" y="4"/>
                  </a:lnTo>
                  <a:lnTo>
                    <a:pt x="114" y="4"/>
                  </a:lnTo>
                  <a:lnTo>
                    <a:pt x="118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7" name="Freeform 372"/>
            <p:cNvSpPr>
              <a:spLocks/>
            </p:cNvSpPr>
            <p:nvPr/>
          </p:nvSpPr>
          <p:spPr bwMode="auto">
            <a:xfrm>
              <a:off x="7874130" y="3137359"/>
              <a:ext cx="220785" cy="180181"/>
            </a:xfrm>
            <a:custGeom>
              <a:avLst/>
              <a:gdLst>
                <a:gd name="T0" fmla="*/ 33 w 87"/>
                <a:gd name="T1" fmla="*/ 0 h 71"/>
                <a:gd name="T2" fmla="*/ 37 w 87"/>
                <a:gd name="T3" fmla="*/ 5 h 71"/>
                <a:gd name="T4" fmla="*/ 45 w 87"/>
                <a:gd name="T5" fmla="*/ 15 h 71"/>
                <a:gd name="T6" fmla="*/ 48 w 87"/>
                <a:gd name="T7" fmla="*/ 19 h 71"/>
                <a:gd name="T8" fmla="*/ 53 w 87"/>
                <a:gd name="T9" fmla="*/ 22 h 71"/>
                <a:gd name="T10" fmla="*/ 61 w 87"/>
                <a:gd name="T11" fmla="*/ 22 h 71"/>
                <a:gd name="T12" fmla="*/ 66 w 87"/>
                <a:gd name="T13" fmla="*/ 26 h 71"/>
                <a:gd name="T14" fmla="*/ 71 w 87"/>
                <a:gd name="T15" fmla="*/ 34 h 71"/>
                <a:gd name="T16" fmla="*/ 78 w 87"/>
                <a:gd name="T17" fmla="*/ 39 h 71"/>
                <a:gd name="T18" fmla="*/ 81 w 87"/>
                <a:gd name="T19" fmla="*/ 48 h 71"/>
                <a:gd name="T20" fmla="*/ 86 w 87"/>
                <a:gd name="T21" fmla="*/ 55 h 71"/>
                <a:gd name="T22" fmla="*/ 87 w 87"/>
                <a:gd name="T23" fmla="*/ 64 h 71"/>
                <a:gd name="T24" fmla="*/ 86 w 87"/>
                <a:gd name="T25" fmla="*/ 64 h 71"/>
                <a:gd name="T26" fmla="*/ 81 w 87"/>
                <a:gd name="T27" fmla="*/ 68 h 71"/>
                <a:gd name="T28" fmla="*/ 73 w 87"/>
                <a:gd name="T29" fmla="*/ 65 h 71"/>
                <a:gd name="T30" fmla="*/ 68 w 87"/>
                <a:gd name="T31" fmla="*/ 60 h 71"/>
                <a:gd name="T32" fmla="*/ 58 w 87"/>
                <a:gd name="T33" fmla="*/ 58 h 71"/>
                <a:gd name="T34" fmla="*/ 54 w 87"/>
                <a:gd name="T35" fmla="*/ 60 h 71"/>
                <a:gd name="T36" fmla="*/ 48 w 87"/>
                <a:gd name="T37" fmla="*/ 64 h 71"/>
                <a:gd name="T38" fmla="*/ 44 w 87"/>
                <a:gd name="T39" fmla="*/ 71 h 71"/>
                <a:gd name="T40" fmla="*/ 40 w 87"/>
                <a:gd name="T41" fmla="*/ 67 h 71"/>
                <a:gd name="T42" fmla="*/ 33 w 87"/>
                <a:gd name="T43" fmla="*/ 68 h 71"/>
                <a:gd name="T44" fmla="*/ 28 w 87"/>
                <a:gd name="T45" fmla="*/ 63 h 71"/>
                <a:gd name="T46" fmla="*/ 19 w 87"/>
                <a:gd name="T47" fmla="*/ 58 h 71"/>
                <a:gd name="T48" fmla="*/ 17 w 87"/>
                <a:gd name="T49" fmla="*/ 47 h 71"/>
                <a:gd name="T50" fmla="*/ 15 w 87"/>
                <a:gd name="T51" fmla="*/ 39 h 71"/>
                <a:gd name="T52" fmla="*/ 17 w 87"/>
                <a:gd name="T53" fmla="*/ 37 h 71"/>
                <a:gd name="T54" fmla="*/ 20 w 87"/>
                <a:gd name="T55" fmla="*/ 31 h 71"/>
                <a:gd name="T56" fmla="*/ 16 w 87"/>
                <a:gd name="T57" fmla="*/ 27 h 71"/>
                <a:gd name="T58" fmla="*/ 10 w 87"/>
                <a:gd name="T59" fmla="*/ 22 h 71"/>
                <a:gd name="T60" fmla="*/ 4 w 87"/>
                <a:gd name="T61" fmla="*/ 21 h 71"/>
                <a:gd name="T62" fmla="*/ 2 w 87"/>
                <a:gd name="T63" fmla="*/ 19 h 71"/>
                <a:gd name="T64" fmla="*/ 7 w 87"/>
                <a:gd name="T65" fmla="*/ 11 h 71"/>
                <a:gd name="T66" fmla="*/ 15 w 87"/>
                <a:gd name="T67" fmla="*/ 8 h 71"/>
                <a:gd name="T68" fmla="*/ 21 w 87"/>
                <a:gd name="T69" fmla="*/ 1 h 71"/>
                <a:gd name="T70" fmla="*/ 23 w 87"/>
                <a:gd name="T71" fmla="*/ 1 h 71"/>
                <a:gd name="T72" fmla="*/ 27 w 87"/>
                <a:gd name="T73" fmla="*/ 2 h 71"/>
                <a:gd name="T74" fmla="*/ 31 w 87"/>
                <a:gd name="T75" fmla="*/ 1 h 71"/>
                <a:gd name="T76" fmla="*/ 32 w 87"/>
                <a:gd name="T7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71">
                  <a:moveTo>
                    <a:pt x="32" y="0"/>
                  </a:moveTo>
                  <a:lnTo>
                    <a:pt x="33" y="0"/>
                  </a:lnTo>
                  <a:lnTo>
                    <a:pt x="36" y="1"/>
                  </a:lnTo>
                  <a:lnTo>
                    <a:pt x="37" y="5"/>
                  </a:lnTo>
                  <a:lnTo>
                    <a:pt x="42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8" y="19"/>
                  </a:lnTo>
                  <a:lnTo>
                    <a:pt x="49" y="21"/>
                  </a:lnTo>
                  <a:lnTo>
                    <a:pt x="53" y="22"/>
                  </a:lnTo>
                  <a:lnTo>
                    <a:pt x="58" y="22"/>
                  </a:lnTo>
                  <a:lnTo>
                    <a:pt x="61" y="22"/>
                  </a:lnTo>
                  <a:lnTo>
                    <a:pt x="61" y="25"/>
                  </a:lnTo>
                  <a:lnTo>
                    <a:pt x="66" y="26"/>
                  </a:lnTo>
                  <a:lnTo>
                    <a:pt x="70" y="29"/>
                  </a:lnTo>
                  <a:lnTo>
                    <a:pt x="71" y="34"/>
                  </a:lnTo>
                  <a:lnTo>
                    <a:pt x="74" y="38"/>
                  </a:lnTo>
                  <a:lnTo>
                    <a:pt x="78" y="39"/>
                  </a:lnTo>
                  <a:lnTo>
                    <a:pt x="81" y="43"/>
                  </a:lnTo>
                  <a:lnTo>
                    <a:pt x="81" y="48"/>
                  </a:lnTo>
                  <a:lnTo>
                    <a:pt x="82" y="54"/>
                  </a:lnTo>
                  <a:lnTo>
                    <a:pt x="86" y="55"/>
                  </a:lnTo>
                  <a:lnTo>
                    <a:pt x="87" y="60"/>
                  </a:lnTo>
                  <a:lnTo>
                    <a:pt x="87" y="64"/>
                  </a:lnTo>
                  <a:lnTo>
                    <a:pt x="86" y="67"/>
                  </a:lnTo>
                  <a:lnTo>
                    <a:pt x="86" y="64"/>
                  </a:lnTo>
                  <a:lnTo>
                    <a:pt x="83" y="64"/>
                  </a:lnTo>
                  <a:lnTo>
                    <a:pt x="81" y="68"/>
                  </a:lnTo>
                  <a:lnTo>
                    <a:pt x="75" y="64"/>
                  </a:lnTo>
                  <a:lnTo>
                    <a:pt x="73" y="65"/>
                  </a:lnTo>
                  <a:lnTo>
                    <a:pt x="71" y="62"/>
                  </a:lnTo>
                  <a:lnTo>
                    <a:pt x="68" y="60"/>
                  </a:lnTo>
                  <a:lnTo>
                    <a:pt x="65" y="63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4" y="60"/>
                  </a:lnTo>
                  <a:lnTo>
                    <a:pt x="52" y="62"/>
                  </a:lnTo>
                  <a:lnTo>
                    <a:pt x="48" y="64"/>
                  </a:lnTo>
                  <a:lnTo>
                    <a:pt x="44" y="69"/>
                  </a:lnTo>
                  <a:lnTo>
                    <a:pt x="44" y="71"/>
                  </a:lnTo>
                  <a:lnTo>
                    <a:pt x="42" y="68"/>
                  </a:lnTo>
                  <a:lnTo>
                    <a:pt x="40" y="67"/>
                  </a:lnTo>
                  <a:lnTo>
                    <a:pt x="37" y="68"/>
                  </a:lnTo>
                  <a:lnTo>
                    <a:pt x="33" y="68"/>
                  </a:lnTo>
                  <a:lnTo>
                    <a:pt x="32" y="64"/>
                  </a:lnTo>
                  <a:lnTo>
                    <a:pt x="28" y="63"/>
                  </a:lnTo>
                  <a:lnTo>
                    <a:pt x="24" y="62"/>
                  </a:lnTo>
                  <a:lnTo>
                    <a:pt x="19" y="58"/>
                  </a:lnTo>
                  <a:lnTo>
                    <a:pt x="19" y="55"/>
                  </a:lnTo>
                  <a:lnTo>
                    <a:pt x="17" y="47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6" y="39"/>
                  </a:lnTo>
                  <a:lnTo>
                    <a:pt x="17" y="37"/>
                  </a:lnTo>
                  <a:lnTo>
                    <a:pt x="20" y="34"/>
                  </a:lnTo>
                  <a:lnTo>
                    <a:pt x="20" y="31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4" y="26"/>
                  </a:lnTo>
                  <a:lnTo>
                    <a:pt x="10" y="22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3" y="22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7" y="11"/>
                  </a:lnTo>
                  <a:lnTo>
                    <a:pt x="6" y="9"/>
                  </a:lnTo>
                  <a:lnTo>
                    <a:pt x="15" y="8"/>
                  </a:lnTo>
                  <a:lnTo>
                    <a:pt x="20" y="5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8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8" name="Freeform 373"/>
            <p:cNvSpPr>
              <a:spLocks/>
            </p:cNvSpPr>
            <p:nvPr/>
          </p:nvSpPr>
          <p:spPr bwMode="auto">
            <a:xfrm>
              <a:off x="7534073" y="3096755"/>
              <a:ext cx="400964" cy="329907"/>
            </a:xfrm>
            <a:custGeom>
              <a:avLst/>
              <a:gdLst>
                <a:gd name="T0" fmla="*/ 113 w 158"/>
                <a:gd name="T1" fmla="*/ 1 h 130"/>
                <a:gd name="T2" fmla="*/ 116 w 158"/>
                <a:gd name="T3" fmla="*/ 6 h 130"/>
                <a:gd name="T4" fmla="*/ 119 w 158"/>
                <a:gd name="T5" fmla="*/ 10 h 130"/>
                <a:gd name="T6" fmla="*/ 120 w 158"/>
                <a:gd name="T7" fmla="*/ 21 h 130"/>
                <a:gd name="T8" fmla="*/ 124 w 158"/>
                <a:gd name="T9" fmla="*/ 26 h 130"/>
                <a:gd name="T10" fmla="*/ 129 w 158"/>
                <a:gd name="T11" fmla="*/ 24 h 130"/>
                <a:gd name="T12" fmla="*/ 136 w 158"/>
                <a:gd name="T13" fmla="*/ 17 h 130"/>
                <a:gd name="T14" fmla="*/ 146 w 158"/>
                <a:gd name="T15" fmla="*/ 12 h 130"/>
                <a:gd name="T16" fmla="*/ 151 w 158"/>
                <a:gd name="T17" fmla="*/ 12 h 130"/>
                <a:gd name="T18" fmla="*/ 154 w 158"/>
                <a:gd name="T19" fmla="*/ 17 h 130"/>
                <a:gd name="T20" fmla="*/ 149 w 158"/>
                <a:gd name="T21" fmla="*/ 24 h 130"/>
                <a:gd name="T22" fmla="*/ 130 w 158"/>
                <a:gd name="T23" fmla="*/ 26 h 130"/>
                <a:gd name="T24" fmla="*/ 121 w 158"/>
                <a:gd name="T25" fmla="*/ 33 h 130"/>
                <a:gd name="T26" fmla="*/ 125 w 158"/>
                <a:gd name="T27" fmla="*/ 47 h 130"/>
                <a:gd name="T28" fmla="*/ 123 w 158"/>
                <a:gd name="T29" fmla="*/ 60 h 130"/>
                <a:gd name="T30" fmla="*/ 111 w 158"/>
                <a:gd name="T31" fmla="*/ 63 h 130"/>
                <a:gd name="T32" fmla="*/ 112 w 158"/>
                <a:gd name="T33" fmla="*/ 70 h 130"/>
                <a:gd name="T34" fmla="*/ 109 w 158"/>
                <a:gd name="T35" fmla="*/ 76 h 130"/>
                <a:gd name="T36" fmla="*/ 105 w 158"/>
                <a:gd name="T37" fmla="*/ 83 h 130"/>
                <a:gd name="T38" fmla="*/ 104 w 158"/>
                <a:gd name="T39" fmla="*/ 88 h 130"/>
                <a:gd name="T40" fmla="*/ 100 w 158"/>
                <a:gd name="T41" fmla="*/ 95 h 130"/>
                <a:gd name="T42" fmla="*/ 95 w 158"/>
                <a:gd name="T43" fmla="*/ 96 h 130"/>
                <a:gd name="T44" fmla="*/ 91 w 158"/>
                <a:gd name="T45" fmla="*/ 96 h 130"/>
                <a:gd name="T46" fmla="*/ 87 w 158"/>
                <a:gd name="T47" fmla="*/ 103 h 130"/>
                <a:gd name="T48" fmla="*/ 78 w 158"/>
                <a:gd name="T49" fmla="*/ 104 h 130"/>
                <a:gd name="T50" fmla="*/ 75 w 158"/>
                <a:gd name="T51" fmla="*/ 108 h 130"/>
                <a:gd name="T52" fmla="*/ 74 w 158"/>
                <a:gd name="T53" fmla="*/ 117 h 130"/>
                <a:gd name="T54" fmla="*/ 74 w 158"/>
                <a:gd name="T55" fmla="*/ 124 h 130"/>
                <a:gd name="T56" fmla="*/ 62 w 158"/>
                <a:gd name="T57" fmla="*/ 126 h 130"/>
                <a:gd name="T58" fmla="*/ 50 w 158"/>
                <a:gd name="T59" fmla="*/ 129 h 130"/>
                <a:gd name="T60" fmla="*/ 28 w 158"/>
                <a:gd name="T61" fmla="*/ 130 h 130"/>
                <a:gd name="T62" fmla="*/ 22 w 158"/>
                <a:gd name="T63" fmla="*/ 112 h 130"/>
                <a:gd name="T64" fmla="*/ 18 w 158"/>
                <a:gd name="T65" fmla="*/ 100 h 130"/>
                <a:gd name="T66" fmla="*/ 7 w 158"/>
                <a:gd name="T67" fmla="*/ 93 h 130"/>
                <a:gd name="T68" fmla="*/ 3 w 158"/>
                <a:gd name="T69" fmla="*/ 80 h 130"/>
                <a:gd name="T70" fmla="*/ 7 w 158"/>
                <a:gd name="T71" fmla="*/ 72 h 130"/>
                <a:gd name="T72" fmla="*/ 1 w 158"/>
                <a:gd name="T73" fmla="*/ 66 h 130"/>
                <a:gd name="T74" fmla="*/ 1 w 158"/>
                <a:gd name="T75" fmla="*/ 60 h 130"/>
                <a:gd name="T76" fmla="*/ 5 w 158"/>
                <a:gd name="T77" fmla="*/ 55 h 130"/>
                <a:gd name="T78" fmla="*/ 5 w 158"/>
                <a:gd name="T79" fmla="*/ 51 h 130"/>
                <a:gd name="T80" fmla="*/ 5 w 158"/>
                <a:gd name="T81" fmla="*/ 45 h 130"/>
                <a:gd name="T82" fmla="*/ 9 w 158"/>
                <a:gd name="T83" fmla="*/ 45 h 130"/>
                <a:gd name="T84" fmla="*/ 15 w 158"/>
                <a:gd name="T85" fmla="*/ 45 h 130"/>
                <a:gd name="T86" fmla="*/ 20 w 158"/>
                <a:gd name="T87" fmla="*/ 49 h 130"/>
                <a:gd name="T88" fmla="*/ 25 w 158"/>
                <a:gd name="T89" fmla="*/ 47 h 130"/>
                <a:gd name="T90" fmla="*/ 29 w 158"/>
                <a:gd name="T91" fmla="*/ 43 h 130"/>
                <a:gd name="T92" fmla="*/ 37 w 158"/>
                <a:gd name="T93" fmla="*/ 38 h 130"/>
                <a:gd name="T94" fmla="*/ 41 w 158"/>
                <a:gd name="T95" fmla="*/ 35 h 130"/>
                <a:gd name="T96" fmla="*/ 45 w 158"/>
                <a:gd name="T97" fmla="*/ 26 h 130"/>
                <a:gd name="T98" fmla="*/ 44 w 158"/>
                <a:gd name="T99" fmla="*/ 21 h 130"/>
                <a:gd name="T100" fmla="*/ 49 w 158"/>
                <a:gd name="T101" fmla="*/ 18 h 130"/>
                <a:gd name="T102" fmla="*/ 57 w 158"/>
                <a:gd name="T103" fmla="*/ 16 h 130"/>
                <a:gd name="T104" fmla="*/ 62 w 158"/>
                <a:gd name="T105" fmla="*/ 17 h 130"/>
                <a:gd name="T106" fmla="*/ 70 w 158"/>
                <a:gd name="T107" fmla="*/ 20 h 130"/>
                <a:gd name="T108" fmla="*/ 76 w 158"/>
                <a:gd name="T109" fmla="*/ 18 h 130"/>
                <a:gd name="T110" fmla="*/ 84 w 158"/>
                <a:gd name="T111" fmla="*/ 21 h 130"/>
                <a:gd name="T112" fmla="*/ 90 w 158"/>
                <a:gd name="T113" fmla="*/ 18 h 130"/>
                <a:gd name="T114" fmla="*/ 94 w 158"/>
                <a:gd name="T115" fmla="*/ 20 h 130"/>
                <a:gd name="T116" fmla="*/ 96 w 158"/>
                <a:gd name="T117" fmla="*/ 17 h 130"/>
                <a:gd name="T118" fmla="*/ 100 w 158"/>
                <a:gd name="T119" fmla="*/ 13 h 130"/>
                <a:gd name="T120" fmla="*/ 104 w 158"/>
                <a:gd name="T121" fmla="*/ 14 h 130"/>
                <a:gd name="T122" fmla="*/ 105 w 158"/>
                <a:gd name="T123" fmla="*/ 6 h 130"/>
                <a:gd name="T124" fmla="*/ 109 w 158"/>
                <a:gd name="T12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8" h="130">
                  <a:moveTo>
                    <a:pt x="109" y="0"/>
                  </a:moveTo>
                  <a:lnTo>
                    <a:pt x="112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6" y="4"/>
                  </a:lnTo>
                  <a:lnTo>
                    <a:pt x="116" y="6"/>
                  </a:lnTo>
                  <a:lnTo>
                    <a:pt x="116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9" y="14"/>
                  </a:lnTo>
                  <a:lnTo>
                    <a:pt x="119" y="17"/>
                  </a:lnTo>
                  <a:lnTo>
                    <a:pt x="120" y="21"/>
                  </a:lnTo>
                  <a:lnTo>
                    <a:pt x="121" y="24"/>
                  </a:lnTo>
                  <a:lnTo>
                    <a:pt x="121" y="25"/>
                  </a:lnTo>
                  <a:lnTo>
                    <a:pt x="124" y="26"/>
                  </a:lnTo>
                  <a:lnTo>
                    <a:pt x="126" y="26"/>
                  </a:lnTo>
                  <a:lnTo>
                    <a:pt x="128" y="25"/>
                  </a:lnTo>
                  <a:lnTo>
                    <a:pt x="129" y="24"/>
                  </a:lnTo>
                  <a:lnTo>
                    <a:pt x="133" y="21"/>
                  </a:lnTo>
                  <a:lnTo>
                    <a:pt x="134" y="20"/>
                  </a:lnTo>
                  <a:lnTo>
                    <a:pt x="136" y="17"/>
                  </a:lnTo>
                  <a:lnTo>
                    <a:pt x="137" y="16"/>
                  </a:lnTo>
                  <a:lnTo>
                    <a:pt x="142" y="13"/>
                  </a:lnTo>
                  <a:lnTo>
                    <a:pt x="146" y="12"/>
                  </a:lnTo>
                  <a:lnTo>
                    <a:pt x="146" y="14"/>
                  </a:lnTo>
                  <a:lnTo>
                    <a:pt x="150" y="14"/>
                  </a:lnTo>
                  <a:lnTo>
                    <a:pt x="151" y="12"/>
                  </a:lnTo>
                  <a:lnTo>
                    <a:pt x="157" y="12"/>
                  </a:lnTo>
                  <a:lnTo>
                    <a:pt x="158" y="14"/>
                  </a:lnTo>
                  <a:lnTo>
                    <a:pt x="154" y="17"/>
                  </a:lnTo>
                  <a:lnTo>
                    <a:pt x="155" y="17"/>
                  </a:lnTo>
                  <a:lnTo>
                    <a:pt x="154" y="21"/>
                  </a:lnTo>
                  <a:lnTo>
                    <a:pt x="149" y="24"/>
                  </a:lnTo>
                  <a:lnTo>
                    <a:pt x="137" y="26"/>
                  </a:lnTo>
                  <a:lnTo>
                    <a:pt x="134" y="25"/>
                  </a:lnTo>
                  <a:lnTo>
                    <a:pt x="130" y="26"/>
                  </a:lnTo>
                  <a:lnTo>
                    <a:pt x="126" y="29"/>
                  </a:lnTo>
                  <a:lnTo>
                    <a:pt x="124" y="29"/>
                  </a:lnTo>
                  <a:lnTo>
                    <a:pt x="121" y="33"/>
                  </a:lnTo>
                  <a:lnTo>
                    <a:pt x="120" y="34"/>
                  </a:lnTo>
                  <a:lnTo>
                    <a:pt x="125" y="42"/>
                  </a:lnTo>
                  <a:lnTo>
                    <a:pt x="125" y="47"/>
                  </a:lnTo>
                  <a:lnTo>
                    <a:pt x="120" y="54"/>
                  </a:lnTo>
                  <a:lnTo>
                    <a:pt x="123" y="56"/>
                  </a:lnTo>
                  <a:lnTo>
                    <a:pt x="123" y="60"/>
                  </a:lnTo>
                  <a:lnTo>
                    <a:pt x="120" y="64"/>
                  </a:lnTo>
                  <a:lnTo>
                    <a:pt x="115" y="64"/>
                  </a:lnTo>
                  <a:lnTo>
                    <a:pt x="111" y="63"/>
                  </a:lnTo>
                  <a:lnTo>
                    <a:pt x="108" y="66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7" y="76"/>
                  </a:lnTo>
                  <a:lnTo>
                    <a:pt x="105" y="79"/>
                  </a:lnTo>
                  <a:lnTo>
                    <a:pt x="105" y="83"/>
                  </a:lnTo>
                  <a:lnTo>
                    <a:pt x="105" y="85"/>
                  </a:lnTo>
                  <a:lnTo>
                    <a:pt x="104" y="87"/>
                  </a:lnTo>
                  <a:lnTo>
                    <a:pt x="104" y="88"/>
                  </a:lnTo>
                  <a:lnTo>
                    <a:pt x="105" y="93"/>
                  </a:lnTo>
                  <a:lnTo>
                    <a:pt x="103" y="97"/>
                  </a:lnTo>
                  <a:lnTo>
                    <a:pt x="100" y="95"/>
                  </a:lnTo>
                  <a:lnTo>
                    <a:pt x="99" y="95"/>
                  </a:lnTo>
                  <a:lnTo>
                    <a:pt x="99" y="96"/>
                  </a:lnTo>
                  <a:lnTo>
                    <a:pt x="95" y="96"/>
                  </a:lnTo>
                  <a:lnTo>
                    <a:pt x="94" y="95"/>
                  </a:lnTo>
                  <a:lnTo>
                    <a:pt x="91" y="95"/>
                  </a:lnTo>
                  <a:lnTo>
                    <a:pt x="91" y="96"/>
                  </a:lnTo>
                  <a:lnTo>
                    <a:pt x="86" y="100"/>
                  </a:lnTo>
                  <a:lnTo>
                    <a:pt x="88" y="100"/>
                  </a:lnTo>
                  <a:lnTo>
                    <a:pt x="87" y="103"/>
                  </a:lnTo>
                  <a:lnTo>
                    <a:pt x="82" y="104"/>
                  </a:lnTo>
                  <a:lnTo>
                    <a:pt x="80" y="103"/>
                  </a:lnTo>
                  <a:lnTo>
                    <a:pt x="78" y="104"/>
                  </a:lnTo>
                  <a:lnTo>
                    <a:pt x="78" y="105"/>
                  </a:lnTo>
                  <a:lnTo>
                    <a:pt x="76" y="108"/>
                  </a:lnTo>
                  <a:lnTo>
                    <a:pt x="75" y="108"/>
                  </a:lnTo>
                  <a:lnTo>
                    <a:pt x="72" y="110"/>
                  </a:lnTo>
                  <a:lnTo>
                    <a:pt x="72" y="113"/>
                  </a:lnTo>
                  <a:lnTo>
                    <a:pt x="74" y="117"/>
                  </a:lnTo>
                  <a:lnTo>
                    <a:pt x="74" y="120"/>
                  </a:lnTo>
                  <a:lnTo>
                    <a:pt x="75" y="122"/>
                  </a:lnTo>
                  <a:lnTo>
                    <a:pt x="74" y="124"/>
                  </a:lnTo>
                  <a:lnTo>
                    <a:pt x="70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55" y="126"/>
                  </a:lnTo>
                  <a:lnTo>
                    <a:pt x="51" y="128"/>
                  </a:lnTo>
                  <a:lnTo>
                    <a:pt x="50" y="129"/>
                  </a:lnTo>
                  <a:lnTo>
                    <a:pt x="46" y="129"/>
                  </a:lnTo>
                  <a:lnTo>
                    <a:pt x="42" y="130"/>
                  </a:lnTo>
                  <a:lnTo>
                    <a:pt x="28" y="130"/>
                  </a:lnTo>
                  <a:lnTo>
                    <a:pt x="12" y="126"/>
                  </a:lnTo>
                  <a:lnTo>
                    <a:pt x="21" y="114"/>
                  </a:lnTo>
                  <a:lnTo>
                    <a:pt x="22" y="112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18" y="100"/>
                  </a:lnTo>
                  <a:lnTo>
                    <a:pt x="9" y="100"/>
                  </a:lnTo>
                  <a:lnTo>
                    <a:pt x="8" y="96"/>
                  </a:lnTo>
                  <a:lnTo>
                    <a:pt x="7" y="93"/>
                  </a:lnTo>
                  <a:lnTo>
                    <a:pt x="8" y="92"/>
                  </a:lnTo>
                  <a:lnTo>
                    <a:pt x="7" y="87"/>
                  </a:lnTo>
                  <a:lnTo>
                    <a:pt x="3" y="80"/>
                  </a:lnTo>
                  <a:lnTo>
                    <a:pt x="4" y="78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3" y="72"/>
                  </a:lnTo>
                  <a:lnTo>
                    <a:pt x="3" y="70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3" y="62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3" y="58"/>
                  </a:lnTo>
                  <a:lnTo>
                    <a:pt x="5" y="55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7" y="45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6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1" y="50"/>
                  </a:lnTo>
                  <a:lnTo>
                    <a:pt x="22" y="49"/>
                  </a:lnTo>
                  <a:lnTo>
                    <a:pt x="25" y="47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9" y="43"/>
                  </a:lnTo>
                  <a:lnTo>
                    <a:pt x="29" y="41"/>
                  </a:lnTo>
                  <a:lnTo>
                    <a:pt x="33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2" y="31"/>
                  </a:lnTo>
                  <a:lnTo>
                    <a:pt x="42" y="29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5" y="21"/>
                  </a:lnTo>
                  <a:lnTo>
                    <a:pt x="46" y="20"/>
                  </a:lnTo>
                  <a:lnTo>
                    <a:pt x="49" y="18"/>
                  </a:lnTo>
                  <a:lnTo>
                    <a:pt x="50" y="20"/>
                  </a:lnTo>
                  <a:lnTo>
                    <a:pt x="54" y="17"/>
                  </a:lnTo>
                  <a:lnTo>
                    <a:pt x="57" y="16"/>
                  </a:lnTo>
                  <a:lnTo>
                    <a:pt x="59" y="17"/>
                  </a:lnTo>
                  <a:lnTo>
                    <a:pt x="62" y="17"/>
                  </a:lnTo>
                  <a:lnTo>
                    <a:pt x="62" y="17"/>
                  </a:lnTo>
                  <a:lnTo>
                    <a:pt x="66" y="16"/>
                  </a:lnTo>
                  <a:lnTo>
                    <a:pt x="69" y="17"/>
                  </a:lnTo>
                  <a:lnTo>
                    <a:pt x="70" y="20"/>
                  </a:lnTo>
                  <a:lnTo>
                    <a:pt x="72" y="20"/>
                  </a:lnTo>
                  <a:lnTo>
                    <a:pt x="74" y="18"/>
                  </a:lnTo>
                  <a:lnTo>
                    <a:pt x="76" y="18"/>
                  </a:lnTo>
                  <a:lnTo>
                    <a:pt x="79" y="21"/>
                  </a:lnTo>
                  <a:lnTo>
                    <a:pt x="80" y="22"/>
                  </a:lnTo>
                  <a:lnTo>
                    <a:pt x="84" y="21"/>
                  </a:lnTo>
                  <a:lnTo>
                    <a:pt x="87" y="20"/>
                  </a:lnTo>
                  <a:lnTo>
                    <a:pt x="88" y="18"/>
                  </a:lnTo>
                  <a:lnTo>
                    <a:pt x="90" y="18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4" y="20"/>
                  </a:lnTo>
                  <a:lnTo>
                    <a:pt x="97" y="20"/>
                  </a:lnTo>
                  <a:lnTo>
                    <a:pt x="97" y="17"/>
                  </a:lnTo>
                  <a:lnTo>
                    <a:pt x="96" y="17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0" y="13"/>
                  </a:lnTo>
                  <a:lnTo>
                    <a:pt x="101" y="13"/>
                  </a:lnTo>
                  <a:lnTo>
                    <a:pt x="101" y="14"/>
                  </a:lnTo>
                  <a:lnTo>
                    <a:pt x="104" y="14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6"/>
                  </a:lnTo>
                  <a:lnTo>
                    <a:pt x="107" y="5"/>
                  </a:lnTo>
                  <a:lnTo>
                    <a:pt x="108" y="1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39" name="Freeform 374"/>
            <p:cNvSpPr>
              <a:spLocks noEditPoints="1"/>
            </p:cNvSpPr>
            <p:nvPr/>
          </p:nvSpPr>
          <p:spPr bwMode="auto">
            <a:xfrm>
              <a:off x="5975898" y="2381111"/>
              <a:ext cx="187793" cy="149728"/>
            </a:xfrm>
            <a:custGeom>
              <a:avLst/>
              <a:gdLst>
                <a:gd name="T0" fmla="*/ 60 w 74"/>
                <a:gd name="T1" fmla="*/ 53 h 59"/>
                <a:gd name="T2" fmla="*/ 58 w 74"/>
                <a:gd name="T3" fmla="*/ 57 h 59"/>
                <a:gd name="T4" fmla="*/ 54 w 74"/>
                <a:gd name="T5" fmla="*/ 56 h 59"/>
                <a:gd name="T6" fmla="*/ 54 w 74"/>
                <a:gd name="T7" fmla="*/ 53 h 59"/>
                <a:gd name="T8" fmla="*/ 27 w 74"/>
                <a:gd name="T9" fmla="*/ 50 h 59"/>
                <a:gd name="T10" fmla="*/ 37 w 74"/>
                <a:gd name="T11" fmla="*/ 50 h 59"/>
                <a:gd name="T12" fmla="*/ 43 w 74"/>
                <a:gd name="T13" fmla="*/ 48 h 59"/>
                <a:gd name="T14" fmla="*/ 41 w 74"/>
                <a:gd name="T15" fmla="*/ 53 h 59"/>
                <a:gd name="T16" fmla="*/ 32 w 74"/>
                <a:gd name="T17" fmla="*/ 52 h 59"/>
                <a:gd name="T18" fmla="*/ 33 w 74"/>
                <a:gd name="T19" fmla="*/ 48 h 59"/>
                <a:gd name="T20" fmla="*/ 44 w 74"/>
                <a:gd name="T21" fmla="*/ 48 h 59"/>
                <a:gd name="T22" fmla="*/ 45 w 74"/>
                <a:gd name="T23" fmla="*/ 46 h 59"/>
                <a:gd name="T24" fmla="*/ 29 w 74"/>
                <a:gd name="T25" fmla="*/ 50 h 59"/>
                <a:gd name="T26" fmla="*/ 70 w 74"/>
                <a:gd name="T27" fmla="*/ 41 h 59"/>
                <a:gd name="T28" fmla="*/ 70 w 74"/>
                <a:gd name="T29" fmla="*/ 46 h 59"/>
                <a:gd name="T30" fmla="*/ 25 w 74"/>
                <a:gd name="T31" fmla="*/ 40 h 59"/>
                <a:gd name="T32" fmla="*/ 28 w 74"/>
                <a:gd name="T33" fmla="*/ 46 h 59"/>
                <a:gd name="T34" fmla="*/ 20 w 74"/>
                <a:gd name="T35" fmla="*/ 44 h 59"/>
                <a:gd name="T36" fmla="*/ 48 w 74"/>
                <a:gd name="T37" fmla="*/ 36 h 59"/>
                <a:gd name="T38" fmla="*/ 27 w 74"/>
                <a:gd name="T39" fmla="*/ 31 h 59"/>
                <a:gd name="T40" fmla="*/ 27 w 74"/>
                <a:gd name="T41" fmla="*/ 34 h 59"/>
                <a:gd name="T42" fmla="*/ 47 w 74"/>
                <a:gd name="T43" fmla="*/ 34 h 59"/>
                <a:gd name="T44" fmla="*/ 45 w 74"/>
                <a:gd name="T45" fmla="*/ 41 h 59"/>
                <a:gd name="T46" fmla="*/ 43 w 74"/>
                <a:gd name="T47" fmla="*/ 46 h 59"/>
                <a:gd name="T48" fmla="*/ 40 w 74"/>
                <a:gd name="T49" fmla="*/ 45 h 59"/>
                <a:gd name="T50" fmla="*/ 33 w 74"/>
                <a:gd name="T51" fmla="*/ 41 h 59"/>
                <a:gd name="T52" fmla="*/ 35 w 74"/>
                <a:gd name="T53" fmla="*/ 36 h 59"/>
                <a:gd name="T54" fmla="*/ 37 w 74"/>
                <a:gd name="T55" fmla="*/ 36 h 59"/>
                <a:gd name="T56" fmla="*/ 41 w 74"/>
                <a:gd name="T57" fmla="*/ 36 h 59"/>
                <a:gd name="T58" fmla="*/ 43 w 74"/>
                <a:gd name="T59" fmla="*/ 31 h 59"/>
                <a:gd name="T60" fmla="*/ 8 w 74"/>
                <a:gd name="T61" fmla="*/ 20 h 59"/>
                <a:gd name="T62" fmla="*/ 11 w 74"/>
                <a:gd name="T63" fmla="*/ 16 h 59"/>
                <a:gd name="T64" fmla="*/ 22 w 74"/>
                <a:gd name="T65" fmla="*/ 20 h 59"/>
                <a:gd name="T66" fmla="*/ 28 w 74"/>
                <a:gd name="T67" fmla="*/ 24 h 59"/>
                <a:gd name="T68" fmla="*/ 29 w 74"/>
                <a:gd name="T69" fmla="*/ 28 h 59"/>
                <a:gd name="T70" fmla="*/ 24 w 74"/>
                <a:gd name="T71" fmla="*/ 27 h 59"/>
                <a:gd name="T72" fmla="*/ 22 w 74"/>
                <a:gd name="T73" fmla="*/ 34 h 59"/>
                <a:gd name="T74" fmla="*/ 15 w 74"/>
                <a:gd name="T75" fmla="*/ 40 h 59"/>
                <a:gd name="T76" fmla="*/ 15 w 74"/>
                <a:gd name="T77" fmla="*/ 45 h 59"/>
                <a:gd name="T78" fmla="*/ 16 w 74"/>
                <a:gd name="T79" fmla="*/ 49 h 59"/>
                <a:gd name="T80" fmla="*/ 10 w 74"/>
                <a:gd name="T81" fmla="*/ 48 h 59"/>
                <a:gd name="T82" fmla="*/ 6 w 74"/>
                <a:gd name="T83" fmla="*/ 42 h 59"/>
                <a:gd name="T84" fmla="*/ 2 w 74"/>
                <a:gd name="T85" fmla="*/ 36 h 59"/>
                <a:gd name="T86" fmla="*/ 2 w 74"/>
                <a:gd name="T87" fmla="*/ 29 h 59"/>
                <a:gd name="T88" fmla="*/ 3 w 74"/>
                <a:gd name="T89" fmla="*/ 25 h 59"/>
                <a:gd name="T90" fmla="*/ 6 w 74"/>
                <a:gd name="T91" fmla="*/ 23 h 59"/>
                <a:gd name="T92" fmla="*/ 11 w 74"/>
                <a:gd name="T93" fmla="*/ 19 h 59"/>
                <a:gd name="T94" fmla="*/ 11 w 74"/>
                <a:gd name="T95" fmla="*/ 23 h 59"/>
                <a:gd name="T96" fmla="*/ 14 w 74"/>
                <a:gd name="T97" fmla="*/ 20 h 59"/>
                <a:gd name="T98" fmla="*/ 15 w 74"/>
                <a:gd name="T99" fmla="*/ 16 h 59"/>
                <a:gd name="T100" fmla="*/ 32 w 74"/>
                <a:gd name="T101" fmla="*/ 7 h 59"/>
                <a:gd name="T102" fmla="*/ 25 w 74"/>
                <a:gd name="T103" fmla="*/ 0 h 59"/>
                <a:gd name="T104" fmla="*/ 24 w 74"/>
                <a:gd name="T105" fmla="*/ 8 h 59"/>
                <a:gd name="T106" fmla="*/ 20 w 74"/>
                <a:gd name="T107" fmla="*/ 13 h 59"/>
                <a:gd name="T108" fmla="*/ 11 w 74"/>
                <a:gd name="T109" fmla="*/ 15 h 59"/>
                <a:gd name="T110" fmla="*/ 7 w 74"/>
                <a:gd name="T111" fmla="*/ 21 h 59"/>
                <a:gd name="T112" fmla="*/ 4 w 74"/>
                <a:gd name="T113" fmla="*/ 16 h 59"/>
                <a:gd name="T114" fmla="*/ 10 w 74"/>
                <a:gd name="T115" fmla="*/ 12 h 59"/>
                <a:gd name="T116" fmla="*/ 18 w 74"/>
                <a:gd name="T117" fmla="*/ 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4" h="59">
                  <a:moveTo>
                    <a:pt x="56" y="52"/>
                  </a:moveTo>
                  <a:lnTo>
                    <a:pt x="57" y="53"/>
                  </a:lnTo>
                  <a:lnTo>
                    <a:pt x="57" y="52"/>
                  </a:lnTo>
                  <a:lnTo>
                    <a:pt x="60" y="53"/>
                  </a:lnTo>
                  <a:lnTo>
                    <a:pt x="58" y="54"/>
                  </a:lnTo>
                  <a:lnTo>
                    <a:pt x="60" y="56"/>
                  </a:lnTo>
                  <a:lnTo>
                    <a:pt x="60" y="57"/>
                  </a:lnTo>
                  <a:lnTo>
                    <a:pt x="58" y="57"/>
                  </a:lnTo>
                  <a:lnTo>
                    <a:pt x="57" y="59"/>
                  </a:lnTo>
                  <a:lnTo>
                    <a:pt x="54" y="58"/>
                  </a:lnTo>
                  <a:lnTo>
                    <a:pt x="53" y="57"/>
                  </a:lnTo>
                  <a:lnTo>
                    <a:pt x="54" y="56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4" y="54"/>
                  </a:lnTo>
                  <a:lnTo>
                    <a:pt x="54" y="53"/>
                  </a:lnTo>
                  <a:lnTo>
                    <a:pt x="56" y="52"/>
                  </a:lnTo>
                  <a:close/>
                  <a:moveTo>
                    <a:pt x="24" y="49"/>
                  </a:moveTo>
                  <a:lnTo>
                    <a:pt x="27" y="49"/>
                  </a:lnTo>
                  <a:lnTo>
                    <a:pt x="27" y="50"/>
                  </a:lnTo>
                  <a:lnTo>
                    <a:pt x="24" y="49"/>
                  </a:lnTo>
                  <a:close/>
                  <a:moveTo>
                    <a:pt x="35" y="48"/>
                  </a:moveTo>
                  <a:lnTo>
                    <a:pt x="36" y="50"/>
                  </a:lnTo>
                  <a:lnTo>
                    <a:pt x="37" y="50"/>
                  </a:lnTo>
                  <a:lnTo>
                    <a:pt x="39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3" y="48"/>
                  </a:lnTo>
                  <a:lnTo>
                    <a:pt x="43" y="50"/>
                  </a:lnTo>
                  <a:lnTo>
                    <a:pt x="41" y="52"/>
                  </a:lnTo>
                  <a:lnTo>
                    <a:pt x="41" y="54"/>
                  </a:lnTo>
                  <a:lnTo>
                    <a:pt x="41" y="53"/>
                  </a:lnTo>
                  <a:lnTo>
                    <a:pt x="40" y="52"/>
                  </a:lnTo>
                  <a:lnTo>
                    <a:pt x="39" y="53"/>
                  </a:lnTo>
                  <a:lnTo>
                    <a:pt x="36" y="53"/>
                  </a:lnTo>
                  <a:lnTo>
                    <a:pt x="32" y="52"/>
                  </a:lnTo>
                  <a:lnTo>
                    <a:pt x="32" y="50"/>
                  </a:lnTo>
                  <a:lnTo>
                    <a:pt x="33" y="50"/>
                  </a:lnTo>
                  <a:lnTo>
                    <a:pt x="32" y="49"/>
                  </a:lnTo>
                  <a:lnTo>
                    <a:pt x="33" y="48"/>
                  </a:lnTo>
                  <a:lnTo>
                    <a:pt x="35" y="48"/>
                  </a:lnTo>
                  <a:close/>
                  <a:moveTo>
                    <a:pt x="45" y="46"/>
                  </a:moveTo>
                  <a:lnTo>
                    <a:pt x="47" y="46"/>
                  </a:lnTo>
                  <a:lnTo>
                    <a:pt x="44" y="48"/>
                  </a:lnTo>
                  <a:lnTo>
                    <a:pt x="44" y="49"/>
                  </a:lnTo>
                  <a:lnTo>
                    <a:pt x="43" y="48"/>
                  </a:lnTo>
                  <a:lnTo>
                    <a:pt x="44" y="46"/>
                  </a:lnTo>
                  <a:lnTo>
                    <a:pt x="45" y="46"/>
                  </a:lnTo>
                  <a:close/>
                  <a:moveTo>
                    <a:pt x="29" y="45"/>
                  </a:moveTo>
                  <a:lnTo>
                    <a:pt x="32" y="46"/>
                  </a:lnTo>
                  <a:lnTo>
                    <a:pt x="29" y="49"/>
                  </a:lnTo>
                  <a:lnTo>
                    <a:pt x="29" y="50"/>
                  </a:lnTo>
                  <a:lnTo>
                    <a:pt x="28" y="50"/>
                  </a:lnTo>
                  <a:lnTo>
                    <a:pt x="29" y="48"/>
                  </a:lnTo>
                  <a:lnTo>
                    <a:pt x="29" y="45"/>
                  </a:lnTo>
                  <a:close/>
                  <a:moveTo>
                    <a:pt x="70" y="41"/>
                  </a:moveTo>
                  <a:lnTo>
                    <a:pt x="73" y="42"/>
                  </a:lnTo>
                  <a:lnTo>
                    <a:pt x="74" y="45"/>
                  </a:lnTo>
                  <a:lnTo>
                    <a:pt x="74" y="48"/>
                  </a:lnTo>
                  <a:lnTo>
                    <a:pt x="70" y="46"/>
                  </a:lnTo>
                  <a:lnTo>
                    <a:pt x="70" y="44"/>
                  </a:lnTo>
                  <a:lnTo>
                    <a:pt x="70" y="41"/>
                  </a:lnTo>
                  <a:close/>
                  <a:moveTo>
                    <a:pt x="23" y="38"/>
                  </a:moveTo>
                  <a:lnTo>
                    <a:pt x="25" y="40"/>
                  </a:lnTo>
                  <a:lnTo>
                    <a:pt x="27" y="38"/>
                  </a:lnTo>
                  <a:lnTo>
                    <a:pt x="28" y="42"/>
                  </a:lnTo>
                  <a:lnTo>
                    <a:pt x="29" y="44"/>
                  </a:lnTo>
                  <a:lnTo>
                    <a:pt x="28" y="46"/>
                  </a:lnTo>
                  <a:lnTo>
                    <a:pt x="25" y="48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0" y="44"/>
                  </a:lnTo>
                  <a:lnTo>
                    <a:pt x="19" y="41"/>
                  </a:lnTo>
                  <a:lnTo>
                    <a:pt x="19" y="38"/>
                  </a:lnTo>
                  <a:lnTo>
                    <a:pt x="23" y="38"/>
                  </a:lnTo>
                  <a:close/>
                  <a:moveTo>
                    <a:pt x="48" y="36"/>
                  </a:moveTo>
                  <a:lnTo>
                    <a:pt x="48" y="38"/>
                  </a:lnTo>
                  <a:lnTo>
                    <a:pt x="47" y="38"/>
                  </a:lnTo>
                  <a:lnTo>
                    <a:pt x="48" y="36"/>
                  </a:lnTo>
                  <a:close/>
                  <a:moveTo>
                    <a:pt x="27" y="31"/>
                  </a:moveTo>
                  <a:lnTo>
                    <a:pt x="28" y="33"/>
                  </a:lnTo>
                  <a:lnTo>
                    <a:pt x="28" y="36"/>
                  </a:lnTo>
                  <a:lnTo>
                    <a:pt x="25" y="36"/>
                  </a:lnTo>
                  <a:lnTo>
                    <a:pt x="27" y="34"/>
                  </a:lnTo>
                  <a:lnTo>
                    <a:pt x="27" y="31"/>
                  </a:lnTo>
                  <a:close/>
                  <a:moveTo>
                    <a:pt x="45" y="31"/>
                  </a:moveTo>
                  <a:lnTo>
                    <a:pt x="47" y="32"/>
                  </a:lnTo>
                  <a:lnTo>
                    <a:pt x="47" y="34"/>
                  </a:lnTo>
                  <a:lnTo>
                    <a:pt x="47" y="37"/>
                  </a:lnTo>
                  <a:lnTo>
                    <a:pt x="44" y="38"/>
                  </a:lnTo>
                  <a:lnTo>
                    <a:pt x="44" y="40"/>
                  </a:lnTo>
                  <a:lnTo>
                    <a:pt x="45" y="41"/>
                  </a:lnTo>
                  <a:lnTo>
                    <a:pt x="47" y="42"/>
                  </a:lnTo>
                  <a:lnTo>
                    <a:pt x="45" y="44"/>
                  </a:lnTo>
                  <a:lnTo>
                    <a:pt x="43" y="44"/>
                  </a:lnTo>
                  <a:lnTo>
                    <a:pt x="43" y="46"/>
                  </a:lnTo>
                  <a:lnTo>
                    <a:pt x="41" y="48"/>
                  </a:lnTo>
                  <a:lnTo>
                    <a:pt x="40" y="48"/>
                  </a:lnTo>
                  <a:lnTo>
                    <a:pt x="39" y="46"/>
                  </a:lnTo>
                  <a:lnTo>
                    <a:pt x="40" y="45"/>
                  </a:lnTo>
                  <a:lnTo>
                    <a:pt x="40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3" y="41"/>
                  </a:lnTo>
                  <a:lnTo>
                    <a:pt x="35" y="38"/>
                  </a:lnTo>
                  <a:lnTo>
                    <a:pt x="33" y="37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3"/>
                  </a:lnTo>
                  <a:lnTo>
                    <a:pt x="36" y="33"/>
                  </a:lnTo>
                  <a:lnTo>
                    <a:pt x="37" y="34"/>
                  </a:lnTo>
                  <a:lnTo>
                    <a:pt x="37" y="36"/>
                  </a:lnTo>
                  <a:lnTo>
                    <a:pt x="40" y="37"/>
                  </a:lnTo>
                  <a:lnTo>
                    <a:pt x="40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0" y="34"/>
                  </a:lnTo>
                  <a:lnTo>
                    <a:pt x="39" y="33"/>
                  </a:lnTo>
                  <a:lnTo>
                    <a:pt x="40" y="31"/>
                  </a:lnTo>
                  <a:lnTo>
                    <a:pt x="43" y="31"/>
                  </a:lnTo>
                  <a:lnTo>
                    <a:pt x="45" y="31"/>
                  </a:lnTo>
                  <a:close/>
                  <a:moveTo>
                    <a:pt x="11" y="16"/>
                  </a:moveTo>
                  <a:lnTo>
                    <a:pt x="11" y="17"/>
                  </a:lnTo>
                  <a:lnTo>
                    <a:pt x="8" y="20"/>
                  </a:lnTo>
                  <a:lnTo>
                    <a:pt x="7" y="20"/>
                  </a:lnTo>
                  <a:lnTo>
                    <a:pt x="7" y="17"/>
                  </a:lnTo>
                  <a:lnTo>
                    <a:pt x="8" y="16"/>
                  </a:lnTo>
                  <a:lnTo>
                    <a:pt x="11" y="16"/>
                  </a:lnTo>
                  <a:close/>
                  <a:moveTo>
                    <a:pt x="20" y="15"/>
                  </a:moveTo>
                  <a:lnTo>
                    <a:pt x="23" y="16"/>
                  </a:lnTo>
                  <a:lnTo>
                    <a:pt x="23" y="19"/>
                  </a:lnTo>
                  <a:lnTo>
                    <a:pt x="22" y="20"/>
                  </a:lnTo>
                  <a:lnTo>
                    <a:pt x="23" y="20"/>
                  </a:lnTo>
                  <a:lnTo>
                    <a:pt x="24" y="23"/>
                  </a:lnTo>
                  <a:lnTo>
                    <a:pt x="25" y="24"/>
                  </a:lnTo>
                  <a:lnTo>
                    <a:pt x="28" y="24"/>
                  </a:lnTo>
                  <a:lnTo>
                    <a:pt x="29" y="23"/>
                  </a:lnTo>
                  <a:lnTo>
                    <a:pt x="31" y="25"/>
                  </a:lnTo>
                  <a:lnTo>
                    <a:pt x="31" y="27"/>
                  </a:lnTo>
                  <a:lnTo>
                    <a:pt x="29" y="28"/>
                  </a:lnTo>
                  <a:lnTo>
                    <a:pt x="28" y="28"/>
                  </a:lnTo>
                  <a:lnTo>
                    <a:pt x="28" y="29"/>
                  </a:lnTo>
                  <a:lnTo>
                    <a:pt x="27" y="27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24" y="31"/>
                  </a:lnTo>
                  <a:lnTo>
                    <a:pt x="24" y="34"/>
                  </a:lnTo>
                  <a:lnTo>
                    <a:pt x="22" y="34"/>
                  </a:lnTo>
                  <a:lnTo>
                    <a:pt x="20" y="34"/>
                  </a:lnTo>
                  <a:lnTo>
                    <a:pt x="19" y="36"/>
                  </a:lnTo>
                  <a:lnTo>
                    <a:pt x="20" y="37"/>
                  </a:lnTo>
                  <a:lnTo>
                    <a:pt x="15" y="40"/>
                  </a:lnTo>
                  <a:lnTo>
                    <a:pt x="15" y="41"/>
                  </a:lnTo>
                  <a:lnTo>
                    <a:pt x="16" y="41"/>
                  </a:lnTo>
                  <a:lnTo>
                    <a:pt x="16" y="44"/>
                  </a:lnTo>
                  <a:lnTo>
                    <a:pt x="15" y="45"/>
                  </a:lnTo>
                  <a:lnTo>
                    <a:pt x="15" y="46"/>
                  </a:lnTo>
                  <a:lnTo>
                    <a:pt x="16" y="46"/>
                  </a:lnTo>
                  <a:lnTo>
                    <a:pt x="18" y="48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0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7" y="45"/>
                  </a:lnTo>
                  <a:lnTo>
                    <a:pt x="6" y="42"/>
                  </a:lnTo>
                  <a:lnTo>
                    <a:pt x="3" y="40"/>
                  </a:lnTo>
                  <a:lnTo>
                    <a:pt x="2" y="41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3" y="28"/>
                  </a:lnTo>
                  <a:lnTo>
                    <a:pt x="3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4" y="23"/>
                  </a:lnTo>
                  <a:lnTo>
                    <a:pt x="6" y="23"/>
                  </a:lnTo>
                  <a:lnTo>
                    <a:pt x="7" y="24"/>
                  </a:lnTo>
                  <a:lnTo>
                    <a:pt x="10" y="23"/>
                  </a:lnTo>
                  <a:lnTo>
                    <a:pt x="8" y="21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2" y="20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4" y="23"/>
                  </a:lnTo>
                  <a:lnTo>
                    <a:pt x="15" y="23"/>
                  </a:lnTo>
                  <a:lnTo>
                    <a:pt x="15" y="23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6" y="15"/>
                  </a:lnTo>
                  <a:lnTo>
                    <a:pt x="20" y="15"/>
                  </a:lnTo>
                  <a:close/>
                  <a:moveTo>
                    <a:pt x="29" y="7"/>
                  </a:moveTo>
                  <a:lnTo>
                    <a:pt x="32" y="7"/>
                  </a:lnTo>
                  <a:lnTo>
                    <a:pt x="31" y="9"/>
                  </a:lnTo>
                  <a:lnTo>
                    <a:pt x="28" y="9"/>
                  </a:lnTo>
                  <a:lnTo>
                    <a:pt x="29" y="7"/>
                  </a:lnTo>
                  <a:close/>
                  <a:moveTo>
                    <a:pt x="25" y="0"/>
                  </a:moveTo>
                  <a:lnTo>
                    <a:pt x="27" y="2"/>
                  </a:lnTo>
                  <a:lnTo>
                    <a:pt x="24" y="4"/>
                  </a:lnTo>
                  <a:lnTo>
                    <a:pt x="25" y="7"/>
                  </a:lnTo>
                  <a:lnTo>
                    <a:pt x="24" y="8"/>
                  </a:lnTo>
                  <a:lnTo>
                    <a:pt x="25" y="11"/>
                  </a:lnTo>
                  <a:lnTo>
                    <a:pt x="23" y="15"/>
                  </a:lnTo>
                  <a:lnTo>
                    <a:pt x="22" y="15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7" y="16"/>
                  </a:lnTo>
                  <a:lnTo>
                    <a:pt x="6" y="19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3" y="19"/>
                  </a:lnTo>
                  <a:lnTo>
                    <a:pt x="2" y="19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7" y="15"/>
                  </a:lnTo>
                  <a:lnTo>
                    <a:pt x="10" y="12"/>
                  </a:lnTo>
                  <a:lnTo>
                    <a:pt x="12" y="12"/>
                  </a:lnTo>
                  <a:lnTo>
                    <a:pt x="15" y="11"/>
                  </a:lnTo>
                  <a:lnTo>
                    <a:pt x="16" y="7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3" y="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0" name="Freeform 375"/>
            <p:cNvSpPr>
              <a:spLocks noEditPoints="1"/>
            </p:cNvSpPr>
            <p:nvPr/>
          </p:nvSpPr>
          <p:spPr bwMode="auto">
            <a:xfrm>
              <a:off x="5879463" y="1673080"/>
              <a:ext cx="611597" cy="702956"/>
            </a:xfrm>
            <a:custGeom>
              <a:avLst/>
              <a:gdLst>
                <a:gd name="T0" fmla="*/ 4 w 241"/>
                <a:gd name="T1" fmla="*/ 232 h 277"/>
                <a:gd name="T2" fmla="*/ 2 w 241"/>
                <a:gd name="T3" fmla="*/ 204 h 277"/>
                <a:gd name="T4" fmla="*/ 32 w 241"/>
                <a:gd name="T5" fmla="*/ 175 h 277"/>
                <a:gd name="T6" fmla="*/ 63 w 241"/>
                <a:gd name="T7" fmla="*/ 145 h 277"/>
                <a:gd name="T8" fmla="*/ 75 w 241"/>
                <a:gd name="T9" fmla="*/ 116 h 277"/>
                <a:gd name="T10" fmla="*/ 79 w 241"/>
                <a:gd name="T11" fmla="*/ 75 h 277"/>
                <a:gd name="T12" fmla="*/ 111 w 241"/>
                <a:gd name="T13" fmla="*/ 60 h 277"/>
                <a:gd name="T14" fmla="*/ 96 w 241"/>
                <a:gd name="T15" fmla="*/ 62 h 277"/>
                <a:gd name="T16" fmla="*/ 103 w 241"/>
                <a:gd name="T17" fmla="*/ 56 h 277"/>
                <a:gd name="T18" fmla="*/ 112 w 241"/>
                <a:gd name="T19" fmla="*/ 52 h 277"/>
                <a:gd name="T20" fmla="*/ 121 w 241"/>
                <a:gd name="T21" fmla="*/ 37 h 277"/>
                <a:gd name="T22" fmla="*/ 127 w 241"/>
                <a:gd name="T23" fmla="*/ 28 h 277"/>
                <a:gd name="T24" fmla="*/ 132 w 241"/>
                <a:gd name="T25" fmla="*/ 24 h 277"/>
                <a:gd name="T26" fmla="*/ 170 w 241"/>
                <a:gd name="T27" fmla="*/ 11 h 277"/>
                <a:gd name="T28" fmla="*/ 177 w 241"/>
                <a:gd name="T29" fmla="*/ 3 h 277"/>
                <a:gd name="T30" fmla="*/ 212 w 241"/>
                <a:gd name="T31" fmla="*/ 3 h 277"/>
                <a:gd name="T32" fmla="*/ 212 w 241"/>
                <a:gd name="T33" fmla="*/ 17 h 277"/>
                <a:gd name="T34" fmla="*/ 228 w 241"/>
                <a:gd name="T35" fmla="*/ 11 h 277"/>
                <a:gd name="T36" fmla="*/ 216 w 241"/>
                <a:gd name="T37" fmla="*/ 24 h 277"/>
                <a:gd name="T38" fmla="*/ 236 w 241"/>
                <a:gd name="T39" fmla="*/ 31 h 277"/>
                <a:gd name="T40" fmla="*/ 215 w 241"/>
                <a:gd name="T41" fmla="*/ 32 h 277"/>
                <a:gd name="T42" fmla="*/ 186 w 241"/>
                <a:gd name="T43" fmla="*/ 56 h 277"/>
                <a:gd name="T44" fmla="*/ 145 w 241"/>
                <a:gd name="T45" fmla="*/ 53 h 277"/>
                <a:gd name="T46" fmla="*/ 123 w 241"/>
                <a:gd name="T47" fmla="*/ 71 h 277"/>
                <a:gd name="T48" fmla="*/ 95 w 241"/>
                <a:gd name="T49" fmla="*/ 115 h 277"/>
                <a:gd name="T50" fmla="*/ 75 w 241"/>
                <a:gd name="T51" fmla="*/ 190 h 277"/>
                <a:gd name="T52" fmla="*/ 74 w 241"/>
                <a:gd name="T53" fmla="*/ 250 h 277"/>
                <a:gd name="T54" fmla="*/ 60 w 241"/>
                <a:gd name="T55" fmla="*/ 248 h 277"/>
                <a:gd name="T56" fmla="*/ 52 w 241"/>
                <a:gd name="T57" fmla="*/ 254 h 277"/>
                <a:gd name="T58" fmla="*/ 29 w 241"/>
                <a:gd name="T59" fmla="*/ 275 h 277"/>
                <a:gd name="T60" fmla="*/ 19 w 241"/>
                <a:gd name="T61" fmla="*/ 261 h 277"/>
                <a:gd name="T62" fmla="*/ 9 w 241"/>
                <a:gd name="T63" fmla="*/ 244 h 277"/>
                <a:gd name="T64" fmla="*/ 20 w 241"/>
                <a:gd name="T65" fmla="*/ 232 h 277"/>
                <a:gd name="T66" fmla="*/ 6 w 241"/>
                <a:gd name="T67" fmla="*/ 225 h 277"/>
                <a:gd name="T68" fmla="*/ 23 w 241"/>
                <a:gd name="T69" fmla="*/ 219 h 277"/>
                <a:gd name="T70" fmla="*/ 20 w 241"/>
                <a:gd name="T71" fmla="*/ 215 h 277"/>
                <a:gd name="T72" fmla="*/ 8 w 241"/>
                <a:gd name="T73" fmla="*/ 211 h 277"/>
                <a:gd name="T74" fmla="*/ 7 w 241"/>
                <a:gd name="T75" fmla="*/ 202 h 277"/>
                <a:gd name="T76" fmla="*/ 24 w 241"/>
                <a:gd name="T77" fmla="*/ 198 h 277"/>
                <a:gd name="T78" fmla="*/ 29 w 241"/>
                <a:gd name="T79" fmla="*/ 187 h 277"/>
                <a:gd name="T80" fmla="*/ 36 w 241"/>
                <a:gd name="T81" fmla="*/ 185 h 277"/>
                <a:gd name="T82" fmla="*/ 44 w 241"/>
                <a:gd name="T83" fmla="*/ 174 h 277"/>
                <a:gd name="T84" fmla="*/ 65 w 241"/>
                <a:gd name="T85" fmla="*/ 167 h 277"/>
                <a:gd name="T86" fmla="*/ 49 w 241"/>
                <a:gd name="T87" fmla="*/ 169 h 277"/>
                <a:gd name="T88" fmla="*/ 63 w 241"/>
                <a:gd name="T89" fmla="*/ 150 h 277"/>
                <a:gd name="T90" fmla="*/ 74 w 241"/>
                <a:gd name="T91" fmla="*/ 132 h 277"/>
                <a:gd name="T92" fmla="*/ 78 w 241"/>
                <a:gd name="T93" fmla="*/ 117 h 277"/>
                <a:gd name="T94" fmla="*/ 81 w 241"/>
                <a:gd name="T95" fmla="*/ 107 h 277"/>
                <a:gd name="T96" fmla="*/ 98 w 241"/>
                <a:gd name="T97" fmla="*/ 94 h 277"/>
                <a:gd name="T98" fmla="*/ 95 w 241"/>
                <a:gd name="T99" fmla="*/ 85 h 277"/>
                <a:gd name="T100" fmla="*/ 106 w 241"/>
                <a:gd name="T101" fmla="*/ 77 h 277"/>
                <a:gd name="T102" fmla="*/ 112 w 241"/>
                <a:gd name="T103" fmla="*/ 66 h 277"/>
                <a:gd name="T104" fmla="*/ 117 w 241"/>
                <a:gd name="T105" fmla="*/ 52 h 277"/>
                <a:gd name="T106" fmla="*/ 131 w 241"/>
                <a:gd name="T107" fmla="*/ 48 h 277"/>
                <a:gd name="T108" fmla="*/ 137 w 241"/>
                <a:gd name="T109" fmla="*/ 45 h 277"/>
                <a:gd name="T110" fmla="*/ 153 w 241"/>
                <a:gd name="T111" fmla="*/ 33 h 277"/>
                <a:gd name="T112" fmla="*/ 167 w 241"/>
                <a:gd name="T113" fmla="*/ 31 h 277"/>
                <a:gd name="T114" fmla="*/ 173 w 241"/>
                <a:gd name="T115" fmla="*/ 10 h 277"/>
                <a:gd name="T116" fmla="*/ 183 w 241"/>
                <a:gd name="T117" fmla="*/ 21 h 277"/>
                <a:gd name="T118" fmla="*/ 195 w 241"/>
                <a:gd name="T119" fmla="*/ 19 h 277"/>
                <a:gd name="T120" fmla="*/ 203 w 241"/>
                <a:gd name="T121" fmla="*/ 2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1" h="277">
                  <a:moveTo>
                    <a:pt x="11" y="256"/>
                  </a:moveTo>
                  <a:lnTo>
                    <a:pt x="12" y="257"/>
                  </a:lnTo>
                  <a:lnTo>
                    <a:pt x="11" y="257"/>
                  </a:lnTo>
                  <a:lnTo>
                    <a:pt x="11" y="256"/>
                  </a:lnTo>
                  <a:close/>
                  <a:moveTo>
                    <a:pt x="7" y="241"/>
                  </a:moveTo>
                  <a:lnTo>
                    <a:pt x="8" y="242"/>
                  </a:lnTo>
                  <a:lnTo>
                    <a:pt x="7" y="244"/>
                  </a:lnTo>
                  <a:lnTo>
                    <a:pt x="6" y="241"/>
                  </a:lnTo>
                  <a:lnTo>
                    <a:pt x="7" y="241"/>
                  </a:lnTo>
                  <a:close/>
                  <a:moveTo>
                    <a:pt x="9" y="237"/>
                  </a:moveTo>
                  <a:lnTo>
                    <a:pt x="9" y="238"/>
                  </a:lnTo>
                  <a:lnTo>
                    <a:pt x="8" y="240"/>
                  </a:lnTo>
                  <a:lnTo>
                    <a:pt x="9" y="237"/>
                  </a:lnTo>
                  <a:close/>
                  <a:moveTo>
                    <a:pt x="8" y="236"/>
                  </a:moveTo>
                  <a:lnTo>
                    <a:pt x="7" y="238"/>
                  </a:lnTo>
                  <a:lnTo>
                    <a:pt x="6" y="237"/>
                  </a:lnTo>
                  <a:lnTo>
                    <a:pt x="8" y="236"/>
                  </a:lnTo>
                  <a:close/>
                  <a:moveTo>
                    <a:pt x="4" y="232"/>
                  </a:moveTo>
                  <a:lnTo>
                    <a:pt x="4" y="235"/>
                  </a:lnTo>
                  <a:lnTo>
                    <a:pt x="3" y="232"/>
                  </a:lnTo>
                  <a:lnTo>
                    <a:pt x="4" y="232"/>
                  </a:lnTo>
                  <a:close/>
                  <a:moveTo>
                    <a:pt x="7" y="231"/>
                  </a:moveTo>
                  <a:lnTo>
                    <a:pt x="9" y="233"/>
                  </a:lnTo>
                  <a:lnTo>
                    <a:pt x="8" y="236"/>
                  </a:lnTo>
                  <a:lnTo>
                    <a:pt x="7" y="231"/>
                  </a:lnTo>
                  <a:close/>
                  <a:moveTo>
                    <a:pt x="3" y="229"/>
                  </a:moveTo>
                  <a:lnTo>
                    <a:pt x="4" y="229"/>
                  </a:lnTo>
                  <a:lnTo>
                    <a:pt x="4" y="231"/>
                  </a:lnTo>
                  <a:lnTo>
                    <a:pt x="3" y="229"/>
                  </a:lnTo>
                  <a:close/>
                  <a:moveTo>
                    <a:pt x="3" y="224"/>
                  </a:moveTo>
                  <a:lnTo>
                    <a:pt x="4" y="227"/>
                  </a:lnTo>
                  <a:lnTo>
                    <a:pt x="2" y="225"/>
                  </a:lnTo>
                  <a:lnTo>
                    <a:pt x="3" y="224"/>
                  </a:lnTo>
                  <a:close/>
                  <a:moveTo>
                    <a:pt x="3" y="220"/>
                  </a:moveTo>
                  <a:lnTo>
                    <a:pt x="3" y="221"/>
                  </a:lnTo>
                  <a:lnTo>
                    <a:pt x="2" y="223"/>
                  </a:lnTo>
                  <a:lnTo>
                    <a:pt x="0" y="221"/>
                  </a:lnTo>
                  <a:lnTo>
                    <a:pt x="3" y="220"/>
                  </a:lnTo>
                  <a:close/>
                  <a:moveTo>
                    <a:pt x="2" y="204"/>
                  </a:moveTo>
                  <a:lnTo>
                    <a:pt x="4" y="206"/>
                  </a:lnTo>
                  <a:lnTo>
                    <a:pt x="2" y="206"/>
                  </a:lnTo>
                  <a:lnTo>
                    <a:pt x="2" y="204"/>
                  </a:lnTo>
                  <a:close/>
                  <a:moveTo>
                    <a:pt x="3" y="200"/>
                  </a:moveTo>
                  <a:lnTo>
                    <a:pt x="4" y="202"/>
                  </a:lnTo>
                  <a:lnTo>
                    <a:pt x="3" y="203"/>
                  </a:lnTo>
                  <a:lnTo>
                    <a:pt x="3" y="200"/>
                  </a:lnTo>
                  <a:close/>
                  <a:moveTo>
                    <a:pt x="9" y="195"/>
                  </a:moveTo>
                  <a:lnTo>
                    <a:pt x="9" y="196"/>
                  </a:lnTo>
                  <a:lnTo>
                    <a:pt x="7" y="196"/>
                  </a:lnTo>
                  <a:lnTo>
                    <a:pt x="9" y="195"/>
                  </a:lnTo>
                  <a:close/>
                  <a:moveTo>
                    <a:pt x="11" y="194"/>
                  </a:moveTo>
                  <a:lnTo>
                    <a:pt x="12" y="194"/>
                  </a:lnTo>
                  <a:lnTo>
                    <a:pt x="13" y="195"/>
                  </a:lnTo>
                  <a:lnTo>
                    <a:pt x="11" y="196"/>
                  </a:lnTo>
                  <a:lnTo>
                    <a:pt x="11" y="194"/>
                  </a:lnTo>
                  <a:close/>
                  <a:moveTo>
                    <a:pt x="34" y="177"/>
                  </a:moveTo>
                  <a:lnTo>
                    <a:pt x="34" y="179"/>
                  </a:lnTo>
                  <a:lnTo>
                    <a:pt x="33" y="181"/>
                  </a:lnTo>
                  <a:lnTo>
                    <a:pt x="32" y="179"/>
                  </a:lnTo>
                  <a:lnTo>
                    <a:pt x="34" y="177"/>
                  </a:lnTo>
                  <a:close/>
                  <a:moveTo>
                    <a:pt x="32" y="173"/>
                  </a:moveTo>
                  <a:lnTo>
                    <a:pt x="33" y="175"/>
                  </a:lnTo>
                  <a:lnTo>
                    <a:pt x="32" y="175"/>
                  </a:lnTo>
                  <a:lnTo>
                    <a:pt x="29" y="173"/>
                  </a:lnTo>
                  <a:lnTo>
                    <a:pt x="32" y="173"/>
                  </a:lnTo>
                  <a:close/>
                  <a:moveTo>
                    <a:pt x="42" y="170"/>
                  </a:moveTo>
                  <a:lnTo>
                    <a:pt x="44" y="171"/>
                  </a:lnTo>
                  <a:lnTo>
                    <a:pt x="41" y="174"/>
                  </a:lnTo>
                  <a:lnTo>
                    <a:pt x="38" y="174"/>
                  </a:lnTo>
                  <a:lnTo>
                    <a:pt x="37" y="174"/>
                  </a:lnTo>
                  <a:lnTo>
                    <a:pt x="36" y="174"/>
                  </a:lnTo>
                  <a:lnTo>
                    <a:pt x="37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2" y="170"/>
                  </a:lnTo>
                  <a:close/>
                  <a:moveTo>
                    <a:pt x="38" y="166"/>
                  </a:moveTo>
                  <a:lnTo>
                    <a:pt x="40" y="169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8" y="166"/>
                  </a:lnTo>
                  <a:close/>
                  <a:moveTo>
                    <a:pt x="67" y="142"/>
                  </a:moveTo>
                  <a:lnTo>
                    <a:pt x="65" y="145"/>
                  </a:lnTo>
                  <a:lnTo>
                    <a:pt x="63" y="146"/>
                  </a:lnTo>
                  <a:lnTo>
                    <a:pt x="63" y="145"/>
                  </a:lnTo>
                  <a:lnTo>
                    <a:pt x="61" y="145"/>
                  </a:lnTo>
                  <a:lnTo>
                    <a:pt x="62" y="144"/>
                  </a:lnTo>
                  <a:lnTo>
                    <a:pt x="66" y="142"/>
                  </a:lnTo>
                  <a:lnTo>
                    <a:pt x="67" y="142"/>
                  </a:lnTo>
                  <a:close/>
                  <a:moveTo>
                    <a:pt x="70" y="138"/>
                  </a:moveTo>
                  <a:lnTo>
                    <a:pt x="67" y="141"/>
                  </a:lnTo>
                  <a:lnTo>
                    <a:pt x="66" y="141"/>
                  </a:lnTo>
                  <a:lnTo>
                    <a:pt x="67" y="138"/>
                  </a:lnTo>
                  <a:lnTo>
                    <a:pt x="70" y="138"/>
                  </a:lnTo>
                  <a:close/>
                  <a:moveTo>
                    <a:pt x="70" y="127"/>
                  </a:moveTo>
                  <a:lnTo>
                    <a:pt x="70" y="127"/>
                  </a:lnTo>
                  <a:lnTo>
                    <a:pt x="71" y="129"/>
                  </a:lnTo>
                  <a:lnTo>
                    <a:pt x="70" y="129"/>
                  </a:lnTo>
                  <a:lnTo>
                    <a:pt x="69" y="128"/>
                  </a:lnTo>
                  <a:lnTo>
                    <a:pt x="70" y="127"/>
                  </a:lnTo>
                  <a:close/>
                  <a:moveTo>
                    <a:pt x="75" y="121"/>
                  </a:moveTo>
                  <a:lnTo>
                    <a:pt x="78" y="121"/>
                  </a:lnTo>
                  <a:lnTo>
                    <a:pt x="74" y="124"/>
                  </a:lnTo>
                  <a:lnTo>
                    <a:pt x="74" y="123"/>
                  </a:lnTo>
                  <a:lnTo>
                    <a:pt x="75" y="121"/>
                  </a:lnTo>
                  <a:close/>
                  <a:moveTo>
                    <a:pt x="75" y="116"/>
                  </a:moveTo>
                  <a:lnTo>
                    <a:pt x="75" y="117"/>
                  </a:lnTo>
                  <a:lnTo>
                    <a:pt x="73" y="121"/>
                  </a:lnTo>
                  <a:lnTo>
                    <a:pt x="73" y="117"/>
                  </a:lnTo>
                  <a:lnTo>
                    <a:pt x="75" y="116"/>
                  </a:lnTo>
                  <a:close/>
                  <a:moveTo>
                    <a:pt x="88" y="95"/>
                  </a:moveTo>
                  <a:lnTo>
                    <a:pt x="90" y="95"/>
                  </a:lnTo>
                  <a:lnTo>
                    <a:pt x="88" y="98"/>
                  </a:lnTo>
                  <a:lnTo>
                    <a:pt x="87" y="96"/>
                  </a:lnTo>
                  <a:lnTo>
                    <a:pt x="88" y="95"/>
                  </a:lnTo>
                  <a:close/>
                  <a:moveTo>
                    <a:pt x="73" y="85"/>
                  </a:moveTo>
                  <a:lnTo>
                    <a:pt x="74" y="86"/>
                  </a:lnTo>
                  <a:lnTo>
                    <a:pt x="74" y="87"/>
                  </a:lnTo>
                  <a:lnTo>
                    <a:pt x="73" y="86"/>
                  </a:lnTo>
                  <a:lnTo>
                    <a:pt x="73" y="85"/>
                  </a:lnTo>
                  <a:close/>
                  <a:moveTo>
                    <a:pt x="77" y="75"/>
                  </a:moveTo>
                  <a:lnTo>
                    <a:pt x="77" y="78"/>
                  </a:lnTo>
                  <a:lnTo>
                    <a:pt x="74" y="81"/>
                  </a:lnTo>
                  <a:lnTo>
                    <a:pt x="74" y="79"/>
                  </a:lnTo>
                  <a:lnTo>
                    <a:pt x="77" y="75"/>
                  </a:lnTo>
                  <a:close/>
                  <a:moveTo>
                    <a:pt x="79" y="74"/>
                  </a:moveTo>
                  <a:lnTo>
                    <a:pt x="79" y="75"/>
                  </a:lnTo>
                  <a:lnTo>
                    <a:pt x="79" y="77"/>
                  </a:lnTo>
                  <a:lnTo>
                    <a:pt x="78" y="75"/>
                  </a:lnTo>
                  <a:lnTo>
                    <a:pt x="79" y="74"/>
                  </a:lnTo>
                  <a:close/>
                  <a:moveTo>
                    <a:pt x="86" y="71"/>
                  </a:moveTo>
                  <a:lnTo>
                    <a:pt x="86" y="73"/>
                  </a:lnTo>
                  <a:lnTo>
                    <a:pt x="81" y="77"/>
                  </a:lnTo>
                  <a:lnTo>
                    <a:pt x="82" y="73"/>
                  </a:lnTo>
                  <a:lnTo>
                    <a:pt x="86" y="71"/>
                  </a:lnTo>
                  <a:close/>
                  <a:moveTo>
                    <a:pt x="92" y="67"/>
                  </a:moveTo>
                  <a:lnTo>
                    <a:pt x="92" y="71"/>
                  </a:lnTo>
                  <a:lnTo>
                    <a:pt x="90" y="70"/>
                  </a:lnTo>
                  <a:lnTo>
                    <a:pt x="87" y="73"/>
                  </a:lnTo>
                  <a:lnTo>
                    <a:pt x="87" y="70"/>
                  </a:lnTo>
                  <a:lnTo>
                    <a:pt x="92" y="67"/>
                  </a:lnTo>
                  <a:close/>
                  <a:moveTo>
                    <a:pt x="91" y="63"/>
                  </a:moveTo>
                  <a:lnTo>
                    <a:pt x="92" y="66"/>
                  </a:lnTo>
                  <a:lnTo>
                    <a:pt x="90" y="66"/>
                  </a:lnTo>
                  <a:lnTo>
                    <a:pt x="91" y="63"/>
                  </a:lnTo>
                  <a:close/>
                  <a:moveTo>
                    <a:pt x="111" y="57"/>
                  </a:moveTo>
                  <a:lnTo>
                    <a:pt x="112" y="58"/>
                  </a:lnTo>
                  <a:lnTo>
                    <a:pt x="111" y="60"/>
                  </a:lnTo>
                  <a:lnTo>
                    <a:pt x="111" y="57"/>
                  </a:lnTo>
                  <a:close/>
                  <a:moveTo>
                    <a:pt x="100" y="56"/>
                  </a:moveTo>
                  <a:lnTo>
                    <a:pt x="98" y="62"/>
                  </a:lnTo>
                  <a:lnTo>
                    <a:pt x="99" y="63"/>
                  </a:lnTo>
                  <a:lnTo>
                    <a:pt x="100" y="61"/>
                  </a:lnTo>
                  <a:lnTo>
                    <a:pt x="104" y="61"/>
                  </a:lnTo>
                  <a:lnTo>
                    <a:pt x="103" y="58"/>
                  </a:lnTo>
                  <a:lnTo>
                    <a:pt x="103" y="57"/>
                  </a:lnTo>
                  <a:lnTo>
                    <a:pt x="104" y="58"/>
                  </a:lnTo>
                  <a:lnTo>
                    <a:pt x="107" y="61"/>
                  </a:lnTo>
                  <a:lnTo>
                    <a:pt x="103" y="66"/>
                  </a:lnTo>
                  <a:lnTo>
                    <a:pt x="100" y="67"/>
                  </a:lnTo>
                  <a:lnTo>
                    <a:pt x="100" y="69"/>
                  </a:lnTo>
                  <a:lnTo>
                    <a:pt x="98" y="69"/>
                  </a:lnTo>
                  <a:lnTo>
                    <a:pt x="98" y="66"/>
                  </a:lnTo>
                  <a:lnTo>
                    <a:pt x="95" y="70"/>
                  </a:lnTo>
                  <a:lnTo>
                    <a:pt x="94" y="70"/>
                  </a:lnTo>
                  <a:lnTo>
                    <a:pt x="95" y="67"/>
                  </a:lnTo>
                  <a:lnTo>
                    <a:pt x="95" y="66"/>
                  </a:lnTo>
                  <a:lnTo>
                    <a:pt x="95" y="63"/>
                  </a:lnTo>
                  <a:lnTo>
                    <a:pt x="96" y="62"/>
                  </a:lnTo>
                  <a:lnTo>
                    <a:pt x="96" y="60"/>
                  </a:lnTo>
                  <a:lnTo>
                    <a:pt x="100" y="56"/>
                  </a:lnTo>
                  <a:close/>
                  <a:moveTo>
                    <a:pt x="94" y="56"/>
                  </a:moveTo>
                  <a:lnTo>
                    <a:pt x="95" y="58"/>
                  </a:lnTo>
                  <a:lnTo>
                    <a:pt x="95" y="62"/>
                  </a:lnTo>
                  <a:lnTo>
                    <a:pt x="91" y="63"/>
                  </a:lnTo>
                  <a:lnTo>
                    <a:pt x="90" y="62"/>
                  </a:lnTo>
                  <a:lnTo>
                    <a:pt x="94" y="61"/>
                  </a:lnTo>
                  <a:lnTo>
                    <a:pt x="91" y="61"/>
                  </a:lnTo>
                  <a:lnTo>
                    <a:pt x="88" y="62"/>
                  </a:lnTo>
                  <a:lnTo>
                    <a:pt x="87" y="61"/>
                  </a:lnTo>
                  <a:lnTo>
                    <a:pt x="88" y="58"/>
                  </a:lnTo>
                  <a:lnTo>
                    <a:pt x="91" y="60"/>
                  </a:lnTo>
                  <a:lnTo>
                    <a:pt x="92" y="57"/>
                  </a:lnTo>
                  <a:lnTo>
                    <a:pt x="92" y="56"/>
                  </a:lnTo>
                  <a:lnTo>
                    <a:pt x="94" y="56"/>
                  </a:lnTo>
                  <a:close/>
                  <a:moveTo>
                    <a:pt x="106" y="54"/>
                  </a:moveTo>
                  <a:lnTo>
                    <a:pt x="107" y="56"/>
                  </a:lnTo>
                  <a:lnTo>
                    <a:pt x="107" y="57"/>
                  </a:lnTo>
                  <a:lnTo>
                    <a:pt x="104" y="56"/>
                  </a:lnTo>
                  <a:lnTo>
                    <a:pt x="103" y="56"/>
                  </a:lnTo>
                  <a:lnTo>
                    <a:pt x="106" y="54"/>
                  </a:lnTo>
                  <a:close/>
                  <a:moveTo>
                    <a:pt x="102" y="46"/>
                  </a:moveTo>
                  <a:lnTo>
                    <a:pt x="103" y="49"/>
                  </a:lnTo>
                  <a:lnTo>
                    <a:pt x="100" y="50"/>
                  </a:lnTo>
                  <a:lnTo>
                    <a:pt x="100" y="53"/>
                  </a:lnTo>
                  <a:lnTo>
                    <a:pt x="96" y="57"/>
                  </a:lnTo>
                  <a:lnTo>
                    <a:pt x="95" y="56"/>
                  </a:lnTo>
                  <a:lnTo>
                    <a:pt x="95" y="53"/>
                  </a:lnTo>
                  <a:lnTo>
                    <a:pt x="99" y="50"/>
                  </a:lnTo>
                  <a:lnTo>
                    <a:pt x="99" y="48"/>
                  </a:lnTo>
                  <a:lnTo>
                    <a:pt x="102" y="46"/>
                  </a:lnTo>
                  <a:close/>
                  <a:moveTo>
                    <a:pt x="112" y="41"/>
                  </a:moveTo>
                  <a:lnTo>
                    <a:pt x="116" y="41"/>
                  </a:lnTo>
                  <a:lnTo>
                    <a:pt x="116" y="44"/>
                  </a:lnTo>
                  <a:lnTo>
                    <a:pt x="117" y="44"/>
                  </a:lnTo>
                  <a:lnTo>
                    <a:pt x="119" y="46"/>
                  </a:lnTo>
                  <a:lnTo>
                    <a:pt x="117" y="48"/>
                  </a:lnTo>
                  <a:lnTo>
                    <a:pt x="119" y="50"/>
                  </a:lnTo>
                  <a:lnTo>
                    <a:pt x="116" y="50"/>
                  </a:lnTo>
                  <a:lnTo>
                    <a:pt x="115" y="52"/>
                  </a:lnTo>
                  <a:lnTo>
                    <a:pt x="112" y="52"/>
                  </a:lnTo>
                  <a:lnTo>
                    <a:pt x="112" y="54"/>
                  </a:lnTo>
                  <a:lnTo>
                    <a:pt x="111" y="54"/>
                  </a:lnTo>
                  <a:lnTo>
                    <a:pt x="111" y="52"/>
                  </a:lnTo>
                  <a:lnTo>
                    <a:pt x="108" y="52"/>
                  </a:lnTo>
                  <a:lnTo>
                    <a:pt x="111" y="49"/>
                  </a:lnTo>
                  <a:lnTo>
                    <a:pt x="108" y="49"/>
                  </a:lnTo>
                  <a:lnTo>
                    <a:pt x="110" y="46"/>
                  </a:lnTo>
                  <a:lnTo>
                    <a:pt x="112" y="46"/>
                  </a:lnTo>
                  <a:lnTo>
                    <a:pt x="110" y="45"/>
                  </a:lnTo>
                  <a:lnTo>
                    <a:pt x="111" y="42"/>
                  </a:lnTo>
                  <a:lnTo>
                    <a:pt x="112" y="44"/>
                  </a:lnTo>
                  <a:lnTo>
                    <a:pt x="112" y="41"/>
                  </a:lnTo>
                  <a:close/>
                  <a:moveTo>
                    <a:pt x="125" y="36"/>
                  </a:moveTo>
                  <a:lnTo>
                    <a:pt x="128" y="38"/>
                  </a:lnTo>
                  <a:lnTo>
                    <a:pt x="125" y="40"/>
                  </a:lnTo>
                  <a:lnTo>
                    <a:pt x="125" y="41"/>
                  </a:lnTo>
                  <a:lnTo>
                    <a:pt x="123" y="42"/>
                  </a:lnTo>
                  <a:lnTo>
                    <a:pt x="121" y="42"/>
                  </a:lnTo>
                  <a:lnTo>
                    <a:pt x="119" y="40"/>
                  </a:lnTo>
                  <a:lnTo>
                    <a:pt x="121" y="40"/>
                  </a:lnTo>
                  <a:lnTo>
                    <a:pt x="121" y="37"/>
                  </a:lnTo>
                  <a:lnTo>
                    <a:pt x="124" y="37"/>
                  </a:lnTo>
                  <a:lnTo>
                    <a:pt x="125" y="36"/>
                  </a:lnTo>
                  <a:close/>
                  <a:moveTo>
                    <a:pt x="132" y="32"/>
                  </a:moveTo>
                  <a:lnTo>
                    <a:pt x="133" y="35"/>
                  </a:lnTo>
                  <a:lnTo>
                    <a:pt x="132" y="36"/>
                  </a:lnTo>
                  <a:lnTo>
                    <a:pt x="132" y="32"/>
                  </a:lnTo>
                  <a:close/>
                  <a:moveTo>
                    <a:pt x="129" y="29"/>
                  </a:moveTo>
                  <a:lnTo>
                    <a:pt x="129" y="31"/>
                  </a:lnTo>
                  <a:lnTo>
                    <a:pt x="132" y="31"/>
                  </a:lnTo>
                  <a:lnTo>
                    <a:pt x="132" y="31"/>
                  </a:lnTo>
                  <a:lnTo>
                    <a:pt x="131" y="33"/>
                  </a:lnTo>
                  <a:lnTo>
                    <a:pt x="131" y="35"/>
                  </a:lnTo>
                  <a:lnTo>
                    <a:pt x="129" y="36"/>
                  </a:lnTo>
                  <a:lnTo>
                    <a:pt x="128" y="36"/>
                  </a:lnTo>
                  <a:lnTo>
                    <a:pt x="125" y="33"/>
                  </a:lnTo>
                  <a:lnTo>
                    <a:pt x="129" y="29"/>
                  </a:lnTo>
                  <a:close/>
                  <a:moveTo>
                    <a:pt x="127" y="28"/>
                  </a:moveTo>
                  <a:lnTo>
                    <a:pt x="127" y="29"/>
                  </a:lnTo>
                  <a:lnTo>
                    <a:pt x="124" y="31"/>
                  </a:lnTo>
                  <a:lnTo>
                    <a:pt x="124" y="28"/>
                  </a:lnTo>
                  <a:lnTo>
                    <a:pt x="127" y="28"/>
                  </a:lnTo>
                  <a:close/>
                  <a:moveTo>
                    <a:pt x="141" y="24"/>
                  </a:moveTo>
                  <a:lnTo>
                    <a:pt x="144" y="27"/>
                  </a:lnTo>
                  <a:lnTo>
                    <a:pt x="142" y="29"/>
                  </a:lnTo>
                  <a:lnTo>
                    <a:pt x="144" y="31"/>
                  </a:lnTo>
                  <a:lnTo>
                    <a:pt x="144" y="33"/>
                  </a:lnTo>
                  <a:lnTo>
                    <a:pt x="142" y="31"/>
                  </a:lnTo>
                  <a:lnTo>
                    <a:pt x="140" y="31"/>
                  </a:lnTo>
                  <a:lnTo>
                    <a:pt x="140" y="27"/>
                  </a:lnTo>
                  <a:lnTo>
                    <a:pt x="141" y="24"/>
                  </a:lnTo>
                  <a:close/>
                  <a:moveTo>
                    <a:pt x="129" y="24"/>
                  </a:moveTo>
                  <a:lnTo>
                    <a:pt x="128" y="27"/>
                  </a:lnTo>
                  <a:lnTo>
                    <a:pt x="128" y="25"/>
                  </a:lnTo>
                  <a:lnTo>
                    <a:pt x="129" y="24"/>
                  </a:lnTo>
                  <a:close/>
                  <a:moveTo>
                    <a:pt x="133" y="23"/>
                  </a:moveTo>
                  <a:lnTo>
                    <a:pt x="135" y="25"/>
                  </a:lnTo>
                  <a:lnTo>
                    <a:pt x="136" y="28"/>
                  </a:lnTo>
                  <a:lnTo>
                    <a:pt x="137" y="29"/>
                  </a:lnTo>
                  <a:lnTo>
                    <a:pt x="136" y="29"/>
                  </a:lnTo>
                  <a:lnTo>
                    <a:pt x="133" y="29"/>
                  </a:lnTo>
                  <a:lnTo>
                    <a:pt x="133" y="27"/>
                  </a:lnTo>
                  <a:lnTo>
                    <a:pt x="132" y="24"/>
                  </a:lnTo>
                  <a:lnTo>
                    <a:pt x="133" y="23"/>
                  </a:lnTo>
                  <a:close/>
                  <a:moveTo>
                    <a:pt x="158" y="20"/>
                  </a:moveTo>
                  <a:lnTo>
                    <a:pt x="161" y="20"/>
                  </a:lnTo>
                  <a:lnTo>
                    <a:pt x="161" y="21"/>
                  </a:lnTo>
                  <a:lnTo>
                    <a:pt x="161" y="24"/>
                  </a:lnTo>
                  <a:lnTo>
                    <a:pt x="158" y="23"/>
                  </a:lnTo>
                  <a:lnTo>
                    <a:pt x="156" y="21"/>
                  </a:lnTo>
                  <a:lnTo>
                    <a:pt x="158" y="20"/>
                  </a:lnTo>
                  <a:close/>
                  <a:moveTo>
                    <a:pt x="166" y="15"/>
                  </a:moveTo>
                  <a:lnTo>
                    <a:pt x="166" y="17"/>
                  </a:lnTo>
                  <a:lnTo>
                    <a:pt x="165" y="20"/>
                  </a:lnTo>
                  <a:lnTo>
                    <a:pt x="164" y="21"/>
                  </a:lnTo>
                  <a:lnTo>
                    <a:pt x="161" y="19"/>
                  </a:lnTo>
                  <a:lnTo>
                    <a:pt x="166" y="15"/>
                  </a:lnTo>
                  <a:close/>
                  <a:moveTo>
                    <a:pt x="170" y="11"/>
                  </a:moveTo>
                  <a:lnTo>
                    <a:pt x="173" y="13"/>
                  </a:lnTo>
                  <a:lnTo>
                    <a:pt x="171" y="15"/>
                  </a:lnTo>
                  <a:lnTo>
                    <a:pt x="169" y="16"/>
                  </a:lnTo>
                  <a:lnTo>
                    <a:pt x="169" y="15"/>
                  </a:lnTo>
                  <a:lnTo>
                    <a:pt x="166" y="12"/>
                  </a:lnTo>
                  <a:lnTo>
                    <a:pt x="170" y="11"/>
                  </a:lnTo>
                  <a:close/>
                  <a:moveTo>
                    <a:pt x="165" y="10"/>
                  </a:moveTo>
                  <a:lnTo>
                    <a:pt x="165" y="11"/>
                  </a:lnTo>
                  <a:lnTo>
                    <a:pt x="160" y="17"/>
                  </a:lnTo>
                  <a:lnTo>
                    <a:pt x="157" y="17"/>
                  </a:lnTo>
                  <a:lnTo>
                    <a:pt x="154" y="16"/>
                  </a:lnTo>
                  <a:lnTo>
                    <a:pt x="153" y="13"/>
                  </a:lnTo>
                  <a:lnTo>
                    <a:pt x="154" y="15"/>
                  </a:lnTo>
                  <a:lnTo>
                    <a:pt x="157" y="13"/>
                  </a:lnTo>
                  <a:lnTo>
                    <a:pt x="158" y="15"/>
                  </a:lnTo>
                  <a:lnTo>
                    <a:pt x="160" y="12"/>
                  </a:lnTo>
                  <a:lnTo>
                    <a:pt x="161" y="13"/>
                  </a:lnTo>
                  <a:lnTo>
                    <a:pt x="165" y="10"/>
                  </a:lnTo>
                  <a:close/>
                  <a:moveTo>
                    <a:pt x="171" y="6"/>
                  </a:moveTo>
                  <a:lnTo>
                    <a:pt x="173" y="7"/>
                  </a:lnTo>
                  <a:lnTo>
                    <a:pt x="173" y="8"/>
                  </a:lnTo>
                  <a:lnTo>
                    <a:pt x="171" y="8"/>
                  </a:lnTo>
                  <a:lnTo>
                    <a:pt x="170" y="6"/>
                  </a:lnTo>
                  <a:lnTo>
                    <a:pt x="171" y="6"/>
                  </a:lnTo>
                  <a:close/>
                  <a:moveTo>
                    <a:pt x="179" y="2"/>
                  </a:moveTo>
                  <a:lnTo>
                    <a:pt x="178" y="3"/>
                  </a:lnTo>
                  <a:lnTo>
                    <a:pt x="177" y="3"/>
                  </a:lnTo>
                  <a:lnTo>
                    <a:pt x="177" y="2"/>
                  </a:lnTo>
                  <a:lnTo>
                    <a:pt x="179" y="2"/>
                  </a:lnTo>
                  <a:close/>
                  <a:moveTo>
                    <a:pt x="185" y="0"/>
                  </a:moveTo>
                  <a:lnTo>
                    <a:pt x="186" y="2"/>
                  </a:lnTo>
                  <a:lnTo>
                    <a:pt x="189" y="2"/>
                  </a:lnTo>
                  <a:lnTo>
                    <a:pt x="187" y="3"/>
                  </a:lnTo>
                  <a:lnTo>
                    <a:pt x="190" y="3"/>
                  </a:lnTo>
                  <a:lnTo>
                    <a:pt x="189" y="6"/>
                  </a:lnTo>
                  <a:lnTo>
                    <a:pt x="186" y="7"/>
                  </a:lnTo>
                  <a:lnTo>
                    <a:pt x="183" y="4"/>
                  </a:lnTo>
                  <a:lnTo>
                    <a:pt x="181" y="4"/>
                  </a:lnTo>
                  <a:lnTo>
                    <a:pt x="181" y="3"/>
                  </a:lnTo>
                  <a:lnTo>
                    <a:pt x="182" y="2"/>
                  </a:lnTo>
                  <a:lnTo>
                    <a:pt x="183" y="3"/>
                  </a:lnTo>
                  <a:lnTo>
                    <a:pt x="185" y="2"/>
                  </a:lnTo>
                  <a:lnTo>
                    <a:pt x="185" y="0"/>
                  </a:lnTo>
                  <a:close/>
                  <a:moveTo>
                    <a:pt x="208" y="0"/>
                  </a:moveTo>
                  <a:lnTo>
                    <a:pt x="210" y="2"/>
                  </a:lnTo>
                  <a:lnTo>
                    <a:pt x="208" y="3"/>
                  </a:lnTo>
                  <a:lnTo>
                    <a:pt x="210" y="4"/>
                  </a:lnTo>
                  <a:lnTo>
                    <a:pt x="212" y="3"/>
                  </a:lnTo>
                  <a:lnTo>
                    <a:pt x="212" y="4"/>
                  </a:lnTo>
                  <a:lnTo>
                    <a:pt x="211" y="8"/>
                  </a:lnTo>
                  <a:lnTo>
                    <a:pt x="208" y="8"/>
                  </a:lnTo>
                  <a:lnTo>
                    <a:pt x="208" y="8"/>
                  </a:lnTo>
                  <a:lnTo>
                    <a:pt x="206" y="8"/>
                  </a:lnTo>
                  <a:lnTo>
                    <a:pt x="207" y="10"/>
                  </a:lnTo>
                  <a:lnTo>
                    <a:pt x="208" y="10"/>
                  </a:lnTo>
                  <a:lnTo>
                    <a:pt x="208" y="11"/>
                  </a:lnTo>
                  <a:lnTo>
                    <a:pt x="207" y="12"/>
                  </a:lnTo>
                  <a:lnTo>
                    <a:pt x="207" y="13"/>
                  </a:lnTo>
                  <a:lnTo>
                    <a:pt x="208" y="13"/>
                  </a:lnTo>
                  <a:lnTo>
                    <a:pt x="210" y="12"/>
                  </a:lnTo>
                  <a:lnTo>
                    <a:pt x="211" y="11"/>
                  </a:lnTo>
                  <a:lnTo>
                    <a:pt x="211" y="12"/>
                  </a:lnTo>
                  <a:lnTo>
                    <a:pt x="210" y="15"/>
                  </a:lnTo>
                  <a:lnTo>
                    <a:pt x="208" y="15"/>
                  </a:lnTo>
                  <a:lnTo>
                    <a:pt x="206" y="19"/>
                  </a:lnTo>
                  <a:lnTo>
                    <a:pt x="210" y="17"/>
                  </a:lnTo>
                  <a:lnTo>
                    <a:pt x="211" y="17"/>
                  </a:lnTo>
                  <a:lnTo>
                    <a:pt x="211" y="16"/>
                  </a:lnTo>
                  <a:lnTo>
                    <a:pt x="212" y="17"/>
                  </a:lnTo>
                  <a:lnTo>
                    <a:pt x="214" y="19"/>
                  </a:lnTo>
                  <a:lnTo>
                    <a:pt x="215" y="17"/>
                  </a:lnTo>
                  <a:lnTo>
                    <a:pt x="215" y="16"/>
                  </a:lnTo>
                  <a:lnTo>
                    <a:pt x="214" y="13"/>
                  </a:lnTo>
                  <a:lnTo>
                    <a:pt x="214" y="12"/>
                  </a:lnTo>
                  <a:lnTo>
                    <a:pt x="215" y="11"/>
                  </a:lnTo>
                  <a:lnTo>
                    <a:pt x="216" y="8"/>
                  </a:lnTo>
                  <a:lnTo>
                    <a:pt x="218" y="7"/>
                  </a:lnTo>
                  <a:lnTo>
                    <a:pt x="220" y="7"/>
                  </a:lnTo>
                  <a:lnTo>
                    <a:pt x="221" y="8"/>
                  </a:lnTo>
                  <a:lnTo>
                    <a:pt x="221" y="10"/>
                  </a:lnTo>
                  <a:lnTo>
                    <a:pt x="220" y="11"/>
                  </a:lnTo>
                  <a:lnTo>
                    <a:pt x="220" y="12"/>
                  </a:lnTo>
                  <a:lnTo>
                    <a:pt x="221" y="12"/>
                  </a:lnTo>
                  <a:lnTo>
                    <a:pt x="223" y="11"/>
                  </a:lnTo>
                  <a:lnTo>
                    <a:pt x="224" y="11"/>
                  </a:lnTo>
                  <a:lnTo>
                    <a:pt x="223" y="12"/>
                  </a:lnTo>
                  <a:lnTo>
                    <a:pt x="224" y="12"/>
                  </a:lnTo>
                  <a:lnTo>
                    <a:pt x="225" y="10"/>
                  </a:lnTo>
                  <a:lnTo>
                    <a:pt x="228" y="10"/>
                  </a:lnTo>
                  <a:lnTo>
                    <a:pt x="228" y="11"/>
                  </a:lnTo>
                  <a:lnTo>
                    <a:pt x="231" y="11"/>
                  </a:lnTo>
                  <a:lnTo>
                    <a:pt x="229" y="13"/>
                  </a:lnTo>
                  <a:lnTo>
                    <a:pt x="228" y="15"/>
                  </a:lnTo>
                  <a:lnTo>
                    <a:pt x="228" y="15"/>
                  </a:lnTo>
                  <a:lnTo>
                    <a:pt x="229" y="15"/>
                  </a:lnTo>
                  <a:lnTo>
                    <a:pt x="232" y="13"/>
                  </a:lnTo>
                  <a:lnTo>
                    <a:pt x="233" y="13"/>
                  </a:lnTo>
                  <a:lnTo>
                    <a:pt x="236" y="15"/>
                  </a:lnTo>
                  <a:lnTo>
                    <a:pt x="239" y="15"/>
                  </a:lnTo>
                  <a:lnTo>
                    <a:pt x="240" y="15"/>
                  </a:lnTo>
                  <a:lnTo>
                    <a:pt x="240" y="16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9"/>
                  </a:lnTo>
                  <a:lnTo>
                    <a:pt x="235" y="20"/>
                  </a:lnTo>
                  <a:lnTo>
                    <a:pt x="233" y="24"/>
                  </a:lnTo>
                  <a:lnTo>
                    <a:pt x="229" y="25"/>
                  </a:lnTo>
                  <a:lnTo>
                    <a:pt x="225" y="25"/>
                  </a:lnTo>
                  <a:lnTo>
                    <a:pt x="223" y="24"/>
                  </a:lnTo>
                  <a:lnTo>
                    <a:pt x="220" y="25"/>
                  </a:lnTo>
                  <a:lnTo>
                    <a:pt x="216" y="24"/>
                  </a:lnTo>
                  <a:lnTo>
                    <a:pt x="216" y="24"/>
                  </a:lnTo>
                  <a:lnTo>
                    <a:pt x="218" y="27"/>
                  </a:lnTo>
                  <a:lnTo>
                    <a:pt x="220" y="27"/>
                  </a:lnTo>
                  <a:lnTo>
                    <a:pt x="221" y="27"/>
                  </a:lnTo>
                  <a:lnTo>
                    <a:pt x="224" y="27"/>
                  </a:lnTo>
                  <a:lnTo>
                    <a:pt x="224" y="28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3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9" y="32"/>
                  </a:lnTo>
                  <a:lnTo>
                    <a:pt x="231" y="35"/>
                  </a:lnTo>
                  <a:lnTo>
                    <a:pt x="232" y="35"/>
                  </a:lnTo>
                  <a:lnTo>
                    <a:pt x="232" y="32"/>
                  </a:lnTo>
                  <a:lnTo>
                    <a:pt x="232" y="31"/>
                  </a:lnTo>
                  <a:lnTo>
                    <a:pt x="233" y="31"/>
                  </a:lnTo>
                  <a:lnTo>
                    <a:pt x="233" y="32"/>
                  </a:lnTo>
                  <a:lnTo>
                    <a:pt x="235" y="33"/>
                  </a:lnTo>
                  <a:lnTo>
                    <a:pt x="235" y="32"/>
                  </a:lnTo>
                  <a:lnTo>
                    <a:pt x="236" y="31"/>
                  </a:lnTo>
                  <a:lnTo>
                    <a:pt x="236" y="31"/>
                  </a:lnTo>
                  <a:lnTo>
                    <a:pt x="239" y="32"/>
                  </a:lnTo>
                  <a:lnTo>
                    <a:pt x="239" y="32"/>
                  </a:lnTo>
                  <a:lnTo>
                    <a:pt x="239" y="35"/>
                  </a:lnTo>
                  <a:lnTo>
                    <a:pt x="237" y="37"/>
                  </a:lnTo>
                  <a:lnTo>
                    <a:pt x="235" y="36"/>
                  </a:lnTo>
                  <a:lnTo>
                    <a:pt x="233" y="36"/>
                  </a:lnTo>
                  <a:lnTo>
                    <a:pt x="233" y="40"/>
                  </a:lnTo>
                  <a:lnTo>
                    <a:pt x="232" y="42"/>
                  </a:lnTo>
                  <a:lnTo>
                    <a:pt x="228" y="42"/>
                  </a:lnTo>
                  <a:lnTo>
                    <a:pt x="225" y="45"/>
                  </a:lnTo>
                  <a:lnTo>
                    <a:pt x="225" y="49"/>
                  </a:lnTo>
                  <a:lnTo>
                    <a:pt x="224" y="50"/>
                  </a:lnTo>
                  <a:lnTo>
                    <a:pt x="224" y="45"/>
                  </a:lnTo>
                  <a:lnTo>
                    <a:pt x="225" y="41"/>
                  </a:lnTo>
                  <a:lnTo>
                    <a:pt x="227" y="38"/>
                  </a:lnTo>
                  <a:lnTo>
                    <a:pt x="224" y="37"/>
                  </a:lnTo>
                  <a:lnTo>
                    <a:pt x="223" y="35"/>
                  </a:lnTo>
                  <a:lnTo>
                    <a:pt x="219" y="35"/>
                  </a:lnTo>
                  <a:lnTo>
                    <a:pt x="216" y="33"/>
                  </a:lnTo>
                  <a:lnTo>
                    <a:pt x="215" y="32"/>
                  </a:lnTo>
                  <a:lnTo>
                    <a:pt x="212" y="28"/>
                  </a:lnTo>
                  <a:lnTo>
                    <a:pt x="210" y="27"/>
                  </a:lnTo>
                  <a:lnTo>
                    <a:pt x="204" y="27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2" y="31"/>
                  </a:lnTo>
                  <a:lnTo>
                    <a:pt x="198" y="29"/>
                  </a:lnTo>
                  <a:lnTo>
                    <a:pt x="195" y="31"/>
                  </a:lnTo>
                  <a:lnTo>
                    <a:pt x="196" y="32"/>
                  </a:lnTo>
                  <a:lnTo>
                    <a:pt x="194" y="35"/>
                  </a:lnTo>
                  <a:lnTo>
                    <a:pt x="193" y="36"/>
                  </a:lnTo>
                  <a:lnTo>
                    <a:pt x="194" y="37"/>
                  </a:lnTo>
                  <a:lnTo>
                    <a:pt x="193" y="38"/>
                  </a:lnTo>
                  <a:lnTo>
                    <a:pt x="193" y="45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4" y="53"/>
                  </a:lnTo>
                  <a:lnTo>
                    <a:pt x="191" y="54"/>
                  </a:lnTo>
                  <a:lnTo>
                    <a:pt x="190" y="53"/>
                  </a:lnTo>
                  <a:lnTo>
                    <a:pt x="187" y="56"/>
                  </a:lnTo>
                  <a:lnTo>
                    <a:pt x="186" y="56"/>
                  </a:lnTo>
                  <a:lnTo>
                    <a:pt x="185" y="58"/>
                  </a:lnTo>
                  <a:lnTo>
                    <a:pt x="182" y="58"/>
                  </a:lnTo>
                  <a:lnTo>
                    <a:pt x="178" y="56"/>
                  </a:lnTo>
                  <a:lnTo>
                    <a:pt x="175" y="56"/>
                  </a:lnTo>
                  <a:lnTo>
                    <a:pt x="174" y="57"/>
                  </a:lnTo>
                  <a:lnTo>
                    <a:pt x="171" y="60"/>
                  </a:lnTo>
                  <a:lnTo>
                    <a:pt x="165" y="60"/>
                  </a:lnTo>
                  <a:lnTo>
                    <a:pt x="162" y="58"/>
                  </a:lnTo>
                  <a:lnTo>
                    <a:pt x="160" y="56"/>
                  </a:lnTo>
                  <a:lnTo>
                    <a:pt x="160" y="53"/>
                  </a:lnTo>
                  <a:lnTo>
                    <a:pt x="154" y="49"/>
                  </a:lnTo>
                  <a:lnTo>
                    <a:pt x="153" y="46"/>
                  </a:lnTo>
                  <a:lnTo>
                    <a:pt x="150" y="46"/>
                  </a:lnTo>
                  <a:lnTo>
                    <a:pt x="149" y="48"/>
                  </a:lnTo>
                  <a:lnTo>
                    <a:pt x="148" y="50"/>
                  </a:lnTo>
                  <a:lnTo>
                    <a:pt x="149" y="52"/>
                  </a:lnTo>
                  <a:lnTo>
                    <a:pt x="148" y="52"/>
                  </a:lnTo>
                  <a:lnTo>
                    <a:pt x="148" y="52"/>
                  </a:lnTo>
                  <a:lnTo>
                    <a:pt x="146" y="52"/>
                  </a:lnTo>
                  <a:lnTo>
                    <a:pt x="146" y="52"/>
                  </a:lnTo>
                  <a:lnTo>
                    <a:pt x="145" y="53"/>
                  </a:lnTo>
                  <a:lnTo>
                    <a:pt x="142" y="53"/>
                  </a:lnTo>
                  <a:lnTo>
                    <a:pt x="140" y="53"/>
                  </a:lnTo>
                  <a:lnTo>
                    <a:pt x="141" y="54"/>
                  </a:lnTo>
                  <a:lnTo>
                    <a:pt x="142" y="56"/>
                  </a:lnTo>
                  <a:lnTo>
                    <a:pt x="142" y="58"/>
                  </a:lnTo>
                  <a:lnTo>
                    <a:pt x="141" y="60"/>
                  </a:lnTo>
                  <a:lnTo>
                    <a:pt x="141" y="63"/>
                  </a:lnTo>
                  <a:lnTo>
                    <a:pt x="142" y="65"/>
                  </a:lnTo>
                  <a:lnTo>
                    <a:pt x="142" y="67"/>
                  </a:lnTo>
                  <a:lnTo>
                    <a:pt x="141" y="67"/>
                  </a:lnTo>
                  <a:lnTo>
                    <a:pt x="140" y="67"/>
                  </a:lnTo>
                  <a:lnTo>
                    <a:pt x="139" y="66"/>
                  </a:lnTo>
                  <a:lnTo>
                    <a:pt x="136" y="66"/>
                  </a:lnTo>
                  <a:lnTo>
                    <a:pt x="133" y="65"/>
                  </a:lnTo>
                  <a:lnTo>
                    <a:pt x="129" y="63"/>
                  </a:lnTo>
                  <a:lnTo>
                    <a:pt x="127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4" y="69"/>
                  </a:lnTo>
                  <a:lnTo>
                    <a:pt x="123" y="70"/>
                  </a:lnTo>
                  <a:lnTo>
                    <a:pt x="123" y="71"/>
                  </a:lnTo>
                  <a:lnTo>
                    <a:pt x="121" y="73"/>
                  </a:lnTo>
                  <a:lnTo>
                    <a:pt x="123" y="74"/>
                  </a:lnTo>
                  <a:lnTo>
                    <a:pt x="121" y="77"/>
                  </a:lnTo>
                  <a:lnTo>
                    <a:pt x="120" y="77"/>
                  </a:lnTo>
                  <a:lnTo>
                    <a:pt x="119" y="75"/>
                  </a:lnTo>
                  <a:lnTo>
                    <a:pt x="116" y="74"/>
                  </a:lnTo>
                  <a:lnTo>
                    <a:pt x="113" y="75"/>
                  </a:lnTo>
                  <a:lnTo>
                    <a:pt x="112" y="79"/>
                  </a:lnTo>
                  <a:lnTo>
                    <a:pt x="111" y="81"/>
                  </a:lnTo>
                  <a:lnTo>
                    <a:pt x="110" y="83"/>
                  </a:lnTo>
                  <a:lnTo>
                    <a:pt x="108" y="86"/>
                  </a:lnTo>
                  <a:lnTo>
                    <a:pt x="107" y="86"/>
                  </a:lnTo>
                  <a:lnTo>
                    <a:pt x="107" y="92"/>
                  </a:lnTo>
                  <a:lnTo>
                    <a:pt x="108" y="94"/>
                  </a:lnTo>
                  <a:lnTo>
                    <a:pt x="110" y="96"/>
                  </a:lnTo>
                  <a:lnTo>
                    <a:pt x="108" y="99"/>
                  </a:lnTo>
                  <a:lnTo>
                    <a:pt x="106" y="104"/>
                  </a:lnTo>
                  <a:lnTo>
                    <a:pt x="102" y="110"/>
                  </a:lnTo>
                  <a:lnTo>
                    <a:pt x="102" y="112"/>
                  </a:lnTo>
                  <a:lnTo>
                    <a:pt x="100" y="113"/>
                  </a:lnTo>
                  <a:lnTo>
                    <a:pt x="95" y="115"/>
                  </a:lnTo>
                  <a:lnTo>
                    <a:pt x="92" y="117"/>
                  </a:lnTo>
                  <a:lnTo>
                    <a:pt x="92" y="119"/>
                  </a:lnTo>
                  <a:lnTo>
                    <a:pt x="94" y="121"/>
                  </a:lnTo>
                  <a:lnTo>
                    <a:pt x="94" y="124"/>
                  </a:lnTo>
                  <a:lnTo>
                    <a:pt x="92" y="128"/>
                  </a:lnTo>
                  <a:lnTo>
                    <a:pt x="91" y="133"/>
                  </a:lnTo>
                  <a:lnTo>
                    <a:pt x="91" y="138"/>
                  </a:lnTo>
                  <a:lnTo>
                    <a:pt x="87" y="148"/>
                  </a:lnTo>
                  <a:lnTo>
                    <a:pt x="87" y="152"/>
                  </a:lnTo>
                  <a:lnTo>
                    <a:pt x="88" y="153"/>
                  </a:lnTo>
                  <a:lnTo>
                    <a:pt x="88" y="157"/>
                  </a:lnTo>
                  <a:lnTo>
                    <a:pt x="86" y="160"/>
                  </a:lnTo>
                  <a:lnTo>
                    <a:pt x="82" y="160"/>
                  </a:lnTo>
                  <a:lnTo>
                    <a:pt x="79" y="160"/>
                  </a:lnTo>
                  <a:lnTo>
                    <a:pt x="77" y="161"/>
                  </a:lnTo>
                  <a:lnTo>
                    <a:pt x="74" y="165"/>
                  </a:lnTo>
                  <a:lnTo>
                    <a:pt x="73" y="171"/>
                  </a:lnTo>
                  <a:lnTo>
                    <a:pt x="74" y="177"/>
                  </a:lnTo>
                  <a:lnTo>
                    <a:pt x="75" y="183"/>
                  </a:lnTo>
                  <a:lnTo>
                    <a:pt x="74" y="187"/>
                  </a:lnTo>
                  <a:lnTo>
                    <a:pt x="75" y="190"/>
                  </a:lnTo>
                  <a:lnTo>
                    <a:pt x="75" y="195"/>
                  </a:lnTo>
                  <a:lnTo>
                    <a:pt x="75" y="199"/>
                  </a:lnTo>
                  <a:lnTo>
                    <a:pt x="75" y="203"/>
                  </a:lnTo>
                  <a:lnTo>
                    <a:pt x="78" y="206"/>
                  </a:lnTo>
                  <a:lnTo>
                    <a:pt x="83" y="210"/>
                  </a:lnTo>
                  <a:lnTo>
                    <a:pt x="82" y="212"/>
                  </a:lnTo>
                  <a:lnTo>
                    <a:pt x="82" y="216"/>
                  </a:lnTo>
                  <a:lnTo>
                    <a:pt x="77" y="217"/>
                  </a:lnTo>
                  <a:lnTo>
                    <a:pt x="75" y="220"/>
                  </a:lnTo>
                  <a:lnTo>
                    <a:pt x="78" y="224"/>
                  </a:lnTo>
                  <a:lnTo>
                    <a:pt x="79" y="229"/>
                  </a:lnTo>
                  <a:lnTo>
                    <a:pt x="81" y="232"/>
                  </a:lnTo>
                  <a:lnTo>
                    <a:pt x="79" y="236"/>
                  </a:lnTo>
                  <a:lnTo>
                    <a:pt x="79" y="238"/>
                  </a:lnTo>
                  <a:lnTo>
                    <a:pt x="78" y="240"/>
                  </a:lnTo>
                  <a:lnTo>
                    <a:pt x="74" y="240"/>
                  </a:lnTo>
                  <a:lnTo>
                    <a:pt x="74" y="241"/>
                  </a:lnTo>
                  <a:lnTo>
                    <a:pt x="75" y="244"/>
                  </a:lnTo>
                  <a:lnTo>
                    <a:pt x="73" y="245"/>
                  </a:lnTo>
                  <a:lnTo>
                    <a:pt x="73" y="246"/>
                  </a:lnTo>
                  <a:lnTo>
                    <a:pt x="74" y="250"/>
                  </a:lnTo>
                  <a:lnTo>
                    <a:pt x="74" y="257"/>
                  </a:lnTo>
                  <a:lnTo>
                    <a:pt x="74" y="260"/>
                  </a:lnTo>
                  <a:lnTo>
                    <a:pt x="71" y="257"/>
                  </a:lnTo>
                  <a:lnTo>
                    <a:pt x="70" y="257"/>
                  </a:lnTo>
                  <a:lnTo>
                    <a:pt x="71" y="256"/>
                  </a:lnTo>
                  <a:lnTo>
                    <a:pt x="70" y="254"/>
                  </a:lnTo>
                  <a:lnTo>
                    <a:pt x="67" y="254"/>
                  </a:lnTo>
                  <a:lnTo>
                    <a:pt x="65" y="252"/>
                  </a:lnTo>
                  <a:lnTo>
                    <a:pt x="65" y="250"/>
                  </a:lnTo>
                  <a:lnTo>
                    <a:pt x="63" y="249"/>
                  </a:lnTo>
                  <a:lnTo>
                    <a:pt x="63" y="246"/>
                  </a:lnTo>
                  <a:lnTo>
                    <a:pt x="63" y="244"/>
                  </a:lnTo>
                  <a:lnTo>
                    <a:pt x="65" y="241"/>
                  </a:lnTo>
                  <a:lnTo>
                    <a:pt x="63" y="240"/>
                  </a:lnTo>
                  <a:lnTo>
                    <a:pt x="61" y="241"/>
                  </a:lnTo>
                  <a:lnTo>
                    <a:pt x="61" y="244"/>
                  </a:lnTo>
                  <a:lnTo>
                    <a:pt x="62" y="245"/>
                  </a:lnTo>
                  <a:lnTo>
                    <a:pt x="61" y="246"/>
                  </a:lnTo>
                  <a:lnTo>
                    <a:pt x="60" y="246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60" y="249"/>
                  </a:lnTo>
                  <a:lnTo>
                    <a:pt x="61" y="250"/>
                  </a:lnTo>
                  <a:lnTo>
                    <a:pt x="62" y="252"/>
                  </a:lnTo>
                  <a:lnTo>
                    <a:pt x="61" y="254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57" y="254"/>
                  </a:lnTo>
                  <a:lnTo>
                    <a:pt x="56" y="257"/>
                  </a:lnTo>
                  <a:lnTo>
                    <a:pt x="57" y="257"/>
                  </a:lnTo>
                  <a:lnTo>
                    <a:pt x="57" y="258"/>
                  </a:lnTo>
                  <a:lnTo>
                    <a:pt x="54" y="260"/>
                  </a:lnTo>
                  <a:lnTo>
                    <a:pt x="54" y="258"/>
                  </a:lnTo>
                  <a:lnTo>
                    <a:pt x="54" y="257"/>
                  </a:lnTo>
                  <a:lnTo>
                    <a:pt x="53" y="257"/>
                  </a:lnTo>
                  <a:lnTo>
                    <a:pt x="52" y="256"/>
                  </a:lnTo>
                  <a:lnTo>
                    <a:pt x="50" y="253"/>
                  </a:lnTo>
                  <a:lnTo>
                    <a:pt x="49" y="250"/>
                  </a:lnTo>
                  <a:lnTo>
                    <a:pt x="48" y="249"/>
                  </a:lnTo>
                  <a:lnTo>
                    <a:pt x="48" y="252"/>
                  </a:lnTo>
                  <a:lnTo>
                    <a:pt x="49" y="253"/>
                  </a:lnTo>
                  <a:lnTo>
                    <a:pt x="52" y="254"/>
                  </a:lnTo>
                  <a:lnTo>
                    <a:pt x="50" y="257"/>
                  </a:lnTo>
                  <a:lnTo>
                    <a:pt x="52" y="258"/>
                  </a:lnTo>
                  <a:lnTo>
                    <a:pt x="52" y="261"/>
                  </a:lnTo>
                  <a:lnTo>
                    <a:pt x="50" y="261"/>
                  </a:lnTo>
                  <a:lnTo>
                    <a:pt x="48" y="262"/>
                  </a:lnTo>
                  <a:lnTo>
                    <a:pt x="48" y="263"/>
                  </a:lnTo>
                  <a:lnTo>
                    <a:pt x="46" y="265"/>
                  </a:lnTo>
                  <a:lnTo>
                    <a:pt x="48" y="265"/>
                  </a:lnTo>
                  <a:lnTo>
                    <a:pt x="45" y="267"/>
                  </a:lnTo>
                  <a:lnTo>
                    <a:pt x="42" y="266"/>
                  </a:lnTo>
                  <a:lnTo>
                    <a:pt x="44" y="267"/>
                  </a:lnTo>
                  <a:lnTo>
                    <a:pt x="44" y="270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7" y="271"/>
                  </a:lnTo>
                  <a:lnTo>
                    <a:pt x="37" y="271"/>
                  </a:lnTo>
                  <a:lnTo>
                    <a:pt x="36" y="273"/>
                  </a:lnTo>
                  <a:lnTo>
                    <a:pt x="34" y="273"/>
                  </a:lnTo>
                  <a:lnTo>
                    <a:pt x="33" y="275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7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5" y="273"/>
                  </a:lnTo>
                  <a:lnTo>
                    <a:pt x="24" y="273"/>
                  </a:lnTo>
                  <a:lnTo>
                    <a:pt x="24" y="274"/>
                  </a:lnTo>
                  <a:lnTo>
                    <a:pt x="23" y="275"/>
                  </a:lnTo>
                  <a:lnTo>
                    <a:pt x="21" y="274"/>
                  </a:lnTo>
                  <a:lnTo>
                    <a:pt x="23" y="273"/>
                  </a:lnTo>
                  <a:lnTo>
                    <a:pt x="21" y="271"/>
                  </a:lnTo>
                  <a:lnTo>
                    <a:pt x="17" y="270"/>
                  </a:lnTo>
                  <a:lnTo>
                    <a:pt x="13" y="267"/>
                  </a:lnTo>
                  <a:lnTo>
                    <a:pt x="12" y="267"/>
                  </a:lnTo>
                  <a:lnTo>
                    <a:pt x="8" y="262"/>
                  </a:lnTo>
                  <a:lnTo>
                    <a:pt x="9" y="261"/>
                  </a:lnTo>
                  <a:lnTo>
                    <a:pt x="9" y="258"/>
                  </a:lnTo>
                  <a:lnTo>
                    <a:pt x="12" y="258"/>
                  </a:lnTo>
                  <a:lnTo>
                    <a:pt x="13" y="260"/>
                  </a:lnTo>
                  <a:lnTo>
                    <a:pt x="15" y="260"/>
                  </a:lnTo>
                  <a:lnTo>
                    <a:pt x="19" y="262"/>
                  </a:lnTo>
                  <a:lnTo>
                    <a:pt x="19" y="261"/>
                  </a:lnTo>
                  <a:lnTo>
                    <a:pt x="17" y="260"/>
                  </a:lnTo>
                  <a:lnTo>
                    <a:pt x="19" y="258"/>
                  </a:lnTo>
                  <a:lnTo>
                    <a:pt x="21" y="258"/>
                  </a:lnTo>
                  <a:lnTo>
                    <a:pt x="20" y="257"/>
                  </a:lnTo>
                  <a:lnTo>
                    <a:pt x="17" y="257"/>
                  </a:lnTo>
                  <a:lnTo>
                    <a:pt x="16" y="258"/>
                  </a:lnTo>
                  <a:lnTo>
                    <a:pt x="15" y="256"/>
                  </a:lnTo>
                  <a:lnTo>
                    <a:pt x="16" y="254"/>
                  </a:lnTo>
                  <a:lnTo>
                    <a:pt x="17" y="253"/>
                  </a:lnTo>
                  <a:lnTo>
                    <a:pt x="15" y="250"/>
                  </a:lnTo>
                  <a:lnTo>
                    <a:pt x="16" y="250"/>
                  </a:lnTo>
                  <a:lnTo>
                    <a:pt x="13" y="248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2" y="253"/>
                  </a:lnTo>
                  <a:lnTo>
                    <a:pt x="11" y="252"/>
                  </a:lnTo>
                  <a:lnTo>
                    <a:pt x="11" y="253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11" y="246"/>
                  </a:lnTo>
                  <a:lnTo>
                    <a:pt x="11" y="245"/>
                  </a:lnTo>
                  <a:lnTo>
                    <a:pt x="12" y="244"/>
                  </a:lnTo>
                  <a:lnTo>
                    <a:pt x="15" y="246"/>
                  </a:lnTo>
                  <a:lnTo>
                    <a:pt x="15" y="244"/>
                  </a:lnTo>
                  <a:lnTo>
                    <a:pt x="16" y="242"/>
                  </a:lnTo>
                  <a:lnTo>
                    <a:pt x="17" y="242"/>
                  </a:lnTo>
                  <a:lnTo>
                    <a:pt x="17" y="241"/>
                  </a:lnTo>
                  <a:lnTo>
                    <a:pt x="13" y="241"/>
                  </a:lnTo>
                  <a:lnTo>
                    <a:pt x="12" y="241"/>
                  </a:lnTo>
                  <a:lnTo>
                    <a:pt x="13" y="240"/>
                  </a:lnTo>
                  <a:lnTo>
                    <a:pt x="15" y="240"/>
                  </a:lnTo>
                  <a:lnTo>
                    <a:pt x="17" y="237"/>
                  </a:lnTo>
                  <a:lnTo>
                    <a:pt x="15" y="236"/>
                  </a:lnTo>
                  <a:lnTo>
                    <a:pt x="16" y="236"/>
                  </a:lnTo>
                  <a:lnTo>
                    <a:pt x="17" y="233"/>
                  </a:lnTo>
                  <a:lnTo>
                    <a:pt x="19" y="233"/>
                  </a:lnTo>
                  <a:lnTo>
                    <a:pt x="19" y="236"/>
                  </a:lnTo>
                  <a:lnTo>
                    <a:pt x="21" y="237"/>
                  </a:lnTo>
                  <a:lnTo>
                    <a:pt x="20" y="235"/>
                  </a:lnTo>
                  <a:lnTo>
                    <a:pt x="20" y="232"/>
                  </a:lnTo>
                  <a:lnTo>
                    <a:pt x="23" y="231"/>
                  </a:lnTo>
                  <a:lnTo>
                    <a:pt x="24" y="229"/>
                  </a:lnTo>
                  <a:lnTo>
                    <a:pt x="21" y="231"/>
                  </a:lnTo>
                  <a:lnTo>
                    <a:pt x="20" y="231"/>
                  </a:lnTo>
                  <a:lnTo>
                    <a:pt x="15" y="232"/>
                  </a:lnTo>
                  <a:lnTo>
                    <a:pt x="15" y="235"/>
                  </a:lnTo>
                  <a:lnTo>
                    <a:pt x="13" y="235"/>
                  </a:lnTo>
                  <a:lnTo>
                    <a:pt x="12" y="238"/>
                  </a:lnTo>
                  <a:lnTo>
                    <a:pt x="11" y="237"/>
                  </a:lnTo>
                  <a:lnTo>
                    <a:pt x="12" y="236"/>
                  </a:lnTo>
                  <a:lnTo>
                    <a:pt x="11" y="233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1"/>
                  </a:lnTo>
                  <a:lnTo>
                    <a:pt x="12" y="229"/>
                  </a:lnTo>
                  <a:lnTo>
                    <a:pt x="12" y="228"/>
                  </a:lnTo>
                  <a:lnTo>
                    <a:pt x="12" y="227"/>
                  </a:lnTo>
                  <a:lnTo>
                    <a:pt x="11" y="225"/>
                  </a:lnTo>
                  <a:lnTo>
                    <a:pt x="7" y="229"/>
                  </a:lnTo>
                  <a:lnTo>
                    <a:pt x="6" y="228"/>
                  </a:lnTo>
                  <a:lnTo>
                    <a:pt x="6" y="225"/>
                  </a:lnTo>
                  <a:lnTo>
                    <a:pt x="7" y="227"/>
                  </a:lnTo>
                  <a:lnTo>
                    <a:pt x="8" y="225"/>
                  </a:lnTo>
                  <a:lnTo>
                    <a:pt x="7" y="224"/>
                  </a:lnTo>
                  <a:lnTo>
                    <a:pt x="9" y="223"/>
                  </a:lnTo>
                  <a:lnTo>
                    <a:pt x="8" y="223"/>
                  </a:lnTo>
                  <a:lnTo>
                    <a:pt x="7" y="223"/>
                  </a:lnTo>
                  <a:lnTo>
                    <a:pt x="6" y="224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3" y="220"/>
                  </a:lnTo>
                  <a:lnTo>
                    <a:pt x="4" y="219"/>
                  </a:lnTo>
                  <a:lnTo>
                    <a:pt x="6" y="220"/>
                  </a:lnTo>
                  <a:lnTo>
                    <a:pt x="7" y="220"/>
                  </a:lnTo>
                  <a:lnTo>
                    <a:pt x="9" y="219"/>
                  </a:lnTo>
                  <a:lnTo>
                    <a:pt x="12" y="219"/>
                  </a:lnTo>
                  <a:lnTo>
                    <a:pt x="15" y="219"/>
                  </a:lnTo>
                  <a:lnTo>
                    <a:pt x="16" y="219"/>
                  </a:lnTo>
                  <a:lnTo>
                    <a:pt x="17" y="221"/>
                  </a:lnTo>
                  <a:lnTo>
                    <a:pt x="19" y="220"/>
                  </a:lnTo>
                  <a:lnTo>
                    <a:pt x="20" y="217"/>
                  </a:lnTo>
                  <a:lnTo>
                    <a:pt x="23" y="219"/>
                  </a:lnTo>
                  <a:lnTo>
                    <a:pt x="23" y="220"/>
                  </a:lnTo>
                  <a:lnTo>
                    <a:pt x="21" y="221"/>
                  </a:lnTo>
                  <a:lnTo>
                    <a:pt x="21" y="223"/>
                  </a:lnTo>
                  <a:lnTo>
                    <a:pt x="24" y="223"/>
                  </a:lnTo>
                  <a:lnTo>
                    <a:pt x="25" y="220"/>
                  </a:lnTo>
                  <a:lnTo>
                    <a:pt x="25" y="220"/>
                  </a:lnTo>
                  <a:lnTo>
                    <a:pt x="27" y="219"/>
                  </a:lnTo>
                  <a:lnTo>
                    <a:pt x="29" y="217"/>
                  </a:lnTo>
                  <a:lnTo>
                    <a:pt x="31" y="216"/>
                  </a:lnTo>
                  <a:lnTo>
                    <a:pt x="29" y="213"/>
                  </a:lnTo>
                  <a:lnTo>
                    <a:pt x="29" y="212"/>
                  </a:lnTo>
                  <a:lnTo>
                    <a:pt x="28" y="215"/>
                  </a:lnTo>
                  <a:lnTo>
                    <a:pt x="28" y="216"/>
                  </a:lnTo>
                  <a:lnTo>
                    <a:pt x="27" y="217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5"/>
                  </a:lnTo>
                  <a:lnTo>
                    <a:pt x="25" y="215"/>
                  </a:lnTo>
                  <a:lnTo>
                    <a:pt x="23" y="216"/>
                  </a:lnTo>
                  <a:lnTo>
                    <a:pt x="21" y="216"/>
                  </a:lnTo>
                  <a:lnTo>
                    <a:pt x="20" y="215"/>
                  </a:lnTo>
                  <a:lnTo>
                    <a:pt x="19" y="215"/>
                  </a:lnTo>
                  <a:lnTo>
                    <a:pt x="19" y="216"/>
                  </a:lnTo>
                  <a:lnTo>
                    <a:pt x="17" y="217"/>
                  </a:lnTo>
                  <a:lnTo>
                    <a:pt x="16" y="217"/>
                  </a:lnTo>
                  <a:lnTo>
                    <a:pt x="13" y="216"/>
                  </a:lnTo>
                  <a:lnTo>
                    <a:pt x="11" y="217"/>
                  </a:lnTo>
                  <a:lnTo>
                    <a:pt x="9" y="217"/>
                  </a:lnTo>
                  <a:lnTo>
                    <a:pt x="7" y="219"/>
                  </a:lnTo>
                  <a:lnTo>
                    <a:pt x="6" y="217"/>
                  </a:lnTo>
                  <a:lnTo>
                    <a:pt x="4" y="216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7" y="213"/>
                  </a:lnTo>
                  <a:lnTo>
                    <a:pt x="6" y="213"/>
                  </a:lnTo>
                  <a:lnTo>
                    <a:pt x="4" y="213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6" y="212"/>
                  </a:lnTo>
                  <a:lnTo>
                    <a:pt x="9" y="212"/>
                  </a:lnTo>
                  <a:lnTo>
                    <a:pt x="12" y="211"/>
                  </a:lnTo>
                  <a:lnTo>
                    <a:pt x="8" y="211"/>
                  </a:lnTo>
                  <a:lnTo>
                    <a:pt x="7" y="211"/>
                  </a:lnTo>
                  <a:lnTo>
                    <a:pt x="6" y="211"/>
                  </a:lnTo>
                  <a:lnTo>
                    <a:pt x="7" y="210"/>
                  </a:lnTo>
                  <a:lnTo>
                    <a:pt x="3" y="207"/>
                  </a:lnTo>
                  <a:lnTo>
                    <a:pt x="3" y="207"/>
                  </a:lnTo>
                  <a:lnTo>
                    <a:pt x="6" y="206"/>
                  </a:lnTo>
                  <a:lnTo>
                    <a:pt x="7" y="204"/>
                  </a:lnTo>
                  <a:lnTo>
                    <a:pt x="8" y="206"/>
                  </a:lnTo>
                  <a:lnTo>
                    <a:pt x="11" y="204"/>
                  </a:lnTo>
                  <a:lnTo>
                    <a:pt x="15" y="207"/>
                  </a:lnTo>
                  <a:lnTo>
                    <a:pt x="16" y="206"/>
                  </a:lnTo>
                  <a:lnTo>
                    <a:pt x="19" y="206"/>
                  </a:lnTo>
                  <a:lnTo>
                    <a:pt x="21" y="204"/>
                  </a:lnTo>
                  <a:lnTo>
                    <a:pt x="19" y="204"/>
                  </a:lnTo>
                  <a:lnTo>
                    <a:pt x="19" y="204"/>
                  </a:lnTo>
                  <a:lnTo>
                    <a:pt x="15" y="204"/>
                  </a:lnTo>
                  <a:lnTo>
                    <a:pt x="12" y="203"/>
                  </a:lnTo>
                  <a:lnTo>
                    <a:pt x="9" y="203"/>
                  </a:lnTo>
                  <a:lnTo>
                    <a:pt x="7" y="203"/>
                  </a:lnTo>
                  <a:lnTo>
                    <a:pt x="6" y="203"/>
                  </a:lnTo>
                  <a:lnTo>
                    <a:pt x="7" y="202"/>
                  </a:lnTo>
                  <a:lnTo>
                    <a:pt x="4" y="199"/>
                  </a:lnTo>
                  <a:lnTo>
                    <a:pt x="4" y="198"/>
                  </a:lnTo>
                  <a:lnTo>
                    <a:pt x="6" y="198"/>
                  </a:lnTo>
                  <a:lnTo>
                    <a:pt x="7" y="199"/>
                  </a:lnTo>
                  <a:lnTo>
                    <a:pt x="8" y="202"/>
                  </a:lnTo>
                  <a:lnTo>
                    <a:pt x="9" y="200"/>
                  </a:lnTo>
                  <a:lnTo>
                    <a:pt x="8" y="198"/>
                  </a:lnTo>
                  <a:lnTo>
                    <a:pt x="11" y="198"/>
                  </a:lnTo>
                  <a:lnTo>
                    <a:pt x="12" y="200"/>
                  </a:lnTo>
                  <a:lnTo>
                    <a:pt x="13" y="200"/>
                  </a:lnTo>
                  <a:lnTo>
                    <a:pt x="15" y="200"/>
                  </a:lnTo>
                  <a:lnTo>
                    <a:pt x="13" y="198"/>
                  </a:lnTo>
                  <a:lnTo>
                    <a:pt x="15" y="196"/>
                  </a:lnTo>
                  <a:lnTo>
                    <a:pt x="17" y="198"/>
                  </a:lnTo>
                  <a:lnTo>
                    <a:pt x="19" y="196"/>
                  </a:lnTo>
                  <a:lnTo>
                    <a:pt x="17" y="195"/>
                  </a:lnTo>
                  <a:lnTo>
                    <a:pt x="20" y="195"/>
                  </a:lnTo>
                  <a:lnTo>
                    <a:pt x="21" y="195"/>
                  </a:lnTo>
                  <a:lnTo>
                    <a:pt x="21" y="198"/>
                  </a:lnTo>
                  <a:lnTo>
                    <a:pt x="23" y="199"/>
                  </a:lnTo>
                  <a:lnTo>
                    <a:pt x="24" y="198"/>
                  </a:lnTo>
                  <a:lnTo>
                    <a:pt x="23" y="196"/>
                  </a:lnTo>
                  <a:lnTo>
                    <a:pt x="24" y="195"/>
                  </a:lnTo>
                  <a:lnTo>
                    <a:pt x="21" y="194"/>
                  </a:lnTo>
                  <a:lnTo>
                    <a:pt x="19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6" y="190"/>
                  </a:lnTo>
                  <a:lnTo>
                    <a:pt x="17" y="190"/>
                  </a:lnTo>
                  <a:lnTo>
                    <a:pt x="19" y="188"/>
                  </a:lnTo>
                  <a:lnTo>
                    <a:pt x="20" y="191"/>
                  </a:lnTo>
                  <a:lnTo>
                    <a:pt x="21" y="190"/>
                  </a:lnTo>
                  <a:lnTo>
                    <a:pt x="23" y="190"/>
                  </a:lnTo>
                  <a:lnTo>
                    <a:pt x="24" y="192"/>
                  </a:lnTo>
                  <a:lnTo>
                    <a:pt x="27" y="192"/>
                  </a:lnTo>
                  <a:lnTo>
                    <a:pt x="28" y="191"/>
                  </a:lnTo>
                  <a:lnTo>
                    <a:pt x="32" y="190"/>
                  </a:lnTo>
                  <a:lnTo>
                    <a:pt x="32" y="188"/>
                  </a:lnTo>
                  <a:lnTo>
                    <a:pt x="31" y="188"/>
                  </a:lnTo>
                  <a:lnTo>
                    <a:pt x="28" y="190"/>
                  </a:lnTo>
                  <a:lnTo>
                    <a:pt x="27" y="188"/>
                  </a:lnTo>
                  <a:lnTo>
                    <a:pt x="29" y="187"/>
                  </a:lnTo>
                  <a:lnTo>
                    <a:pt x="28" y="187"/>
                  </a:lnTo>
                  <a:lnTo>
                    <a:pt x="24" y="188"/>
                  </a:lnTo>
                  <a:lnTo>
                    <a:pt x="23" y="186"/>
                  </a:lnTo>
                  <a:lnTo>
                    <a:pt x="24" y="185"/>
                  </a:lnTo>
                  <a:lnTo>
                    <a:pt x="23" y="183"/>
                  </a:lnTo>
                  <a:lnTo>
                    <a:pt x="24" y="182"/>
                  </a:lnTo>
                  <a:lnTo>
                    <a:pt x="25" y="183"/>
                  </a:lnTo>
                  <a:lnTo>
                    <a:pt x="28" y="183"/>
                  </a:lnTo>
                  <a:lnTo>
                    <a:pt x="29" y="185"/>
                  </a:lnTo>
                  <a:lnTo>
                    <a:pt x="31" y="183"/>
                  </a:lnTo>
                  <a:lnTo>
                    <a:pt x="34" y="187"/>
                  </a:lnTo>
                  <a:lnTo>
                    <a:pt x="37" y="188"/>
                  </a:lnTo>
                  <a:lnTo>
                    <a:pt x="40" y="188"/>
                  </a:lnTo>
                  <a:lnTo>
                    <a:pt x="38" y="187"/>
                  </a:lnTo>
                  <a:lnTo>
                    <a:pt x="36" y="187"/>
                  </a:lnTo>
                  <a:lnTo>
                    <a:pt x="34" y="186"/>
                  </a:lnTo>
                  <a:lnTo>
                    <a:pt x="32" y="183"/>
                  </a:lnTo>
                  <a:lnTo>
                    <a:pt x="32" y="181"/>
                  </a:lnTo>
                  <a:lnTo>
                    <a:pt x="33" y="181"/>
                  </a:lnTo>
                  <a:lnTo>
                    <a:pt x="33" y="182"/>
                  </a:lnTo>
                  <a:lnTo>
                    <a:pt x="36" y="185"/>
                  </a:lnTo>
                  <a:lnTo>
                    <a:pt x="38" y="185"/>
                  </a:lnTo>
                  <a:lnTo>
                    <a:pt x="38" y="186"/>
                  </a:lnTo>
                  <a:lnTo>
                    <a:pt x="41" y="186"/>
                  </a:lnTo>
                  <a:lnTo>
                    <a:pt x="41" y="185"/>
                  </a:lnTo>
                  <a:lnTo>
                    <a:pt x="40" y="185"/>
                  </a:lnTo>
                  <a:lnTo>
                    <a:pt x="40" y="183"/>
                  </a:lnTo>
                  <a:lnTo>
                    <a:pt x="37" y="183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7" y="181"/>
                  </a:lnTo>
                  <a:lnTo>
                    <a:pt x="37" y="182"/>
                  </a:lnTo>
                  <a:lnTo>
                    <a:pt x="38" y="181"/>
                  </a:lnTo>
                  <a:lnTo>
                    <a:pt x="41" y="178"/>
                  </a:lnTo>
                  <a:lnTo>
                    <a:pt x="41" y="178"/>
                  </a:lnTo>
                  <a:lnTo>
                    <a:pt x="40" y="178"/>
                  </a:lnTo>
                  <a:lnTo>
                    <a:pt x="38" y="178"/>
                  </a:lnTo>
                  <a:lnTo>
                    <a:pt x="40" y="177"/>
                  </a:lnTo>
                  <a:lnTo>
                    <a:pt x="42" y="175"/>
                  </a:lnTo>
                  <a:lnTo>
                    <a:pt x="44" y="177"/>
                  </a:lnTo>
                  <a:lnTo>
                    <a:pt x="46" y="174"/>
                  </a:lnTo>
                  <a:lnTo>
                    <a:pt x="44" y="174"/>
                  </a:lnTo>
                  <a:lnTo>
                    <a:pt x="44" y="173"/>
                  </a:lnTo>
                  <a:lnTo>
                    <a:pt x="45" y="173"/>
                  </a:lnTo>
                  <a:lnTo>
                    <a:pt x="48" y="171"/>
                  </a:lnTo>
                  <a:lnTo>
                    <a:pt x="49" y="171"/>
                  </a:lnTo>
                  <a:lnTo>
                    <a:pt x="50" y="173"/>
                  </a:lnTo>
                  <a:lnTo>
                    <a:pt x="50" y="175"/>
                  </a:lnTo>
                  <a:lnTo>
                    <a:pt x="52" y="178"/>
                  </a:lnTo>
                  <a:lnTo>
                    <a:pt x="50" y="178"/>
                  </a:lnTo>
                  <a:lnTo>
                    <a:pt x="49" y="179"/>
                  </a:lnTo>
                  <a:lnTo>
                    <a:pt x="52" y="178"/>
                  </a:lnTo>
                  <a:lnTo>
                    <a:pt x="53" y="178"/>
                  </a:lnTo>
                  <a:lnTo>
                    <a:pt x="53" y="175"/>
                  </a:lnTo>
                  <a:lnTo>
                    <a:pt x="54" y="174"/>
                  </a:lnTo>
                  <a:lnTo>
                    <a:pt x="57" y="174"/>
                  </a:lnTo>
                  <a:lnTo>
                    <a:pt x="60" y="177"/>
                  </a:lnTo>
                  <a:lnTo>
                    <a:pt x="61" y="177"/>
                  </a:lnTo>
                  <a:lnTo>
                    <a:pt x="61" y="174"/>
                  </a:lnTo>
                  <a:lnTo>
                    <a:pt x="62" y="173"/>
                  </a:lnTo>
                  <a:lnTo>
                    <a:pt x="60" y="17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6" y="166"/>
                  </a:lnTo>
                  <a:lnTo>
                    <a:pt x="63" y="165"/>
                  </a:lnTo>
                  <a:lnTo>
                    <a:pt x="63" y="163"/>
                  </a:lnTo>
                  <a:lnTo>
                    <a:pt x="66" y="162"/>
                  </a:lnTo>
                  <a:lnTo>
                    <a:pt x="65" y="162"/>
                  </a:lnTo>
                  <a:lnTo>
                    <a:pt x="63" y="161"/>
                  </a:lnTo>
                  <a:lnTo>
                    <a:pt x="62" y="162"/>
                  </a:lnTo>
                  <a:lnTo>
                    <a:pt x="61" y="162"/>
                  </a:lnTo>
                  <a:lnTo>
                    <a:pt x="61" y="165"/>
                  </a:lnTo>
                  <a:lnTo>
                    <a:pt x="60" y="167"/>
                  </a:lnTo>
                  <a:lnTo>
                    <a:pt x="61" y="166"/>
                  </a:lnTo>
                  <a:lnTo>
                    <a:pt x="61" y="169"/>
                  </a:lnTo>
                  <a:lnTo>
                    <a:pt x="57" y="171"/>
                  </a:lnTo>
                  <a:lnTo>
                    <a:pt x="54" y="173"/>
                  </a:lnTo>
                  <a:lnTo>
                    <a:pt x="52" y="174"/>
                  </a:lnTo>
                  <a:lnTo>
                    <a:pt x="50" y="171"/>
                  </a:lnTo>
                  <a:lnTo>
                    <a:pt x="50" y="170"/>
                  </a:lnTo>
                  <a:lnTo>
                    <a:pt x="53" y="169"/>
                  </a:lnTo>
                  <a:lnTo>
                    <a:pt x="53" y="167"/>
                  </a:lnTo>
                  <a:lnTo>
                    <a:pt x="52" y="167"/>
                  </a:lnTo>
                  <a:lnTo>
                    <a:pt x="49" y="169"/>
                  </a:lnTo>
                  <a:lnTo>
                    <a:pt x="49" y="167"/>
                  </a:lnTo>
                  <a:lnTo>
                    <a:pt x="50" y="166"/>
                  </a:lnTo>
                  <a:lnTo>
                    <a:pt x="52" y="165"/>
                  </a:lnTo>
                  <a:lnTo>
                    <a:pt x="53" y="162"/>
                  </a:lnTo>
                  <a:lnTo>
                    <a:pt x="52" y="162"/>
                  </a:lnTo>
                  <a:lnTo>
                    <a:pt x="54" y="161"/>
                  </a:lnTo>
                  <a:lnTo>
                    <a:pt x="54" y="158"/>
                  </a:lnTo>
                  <a:lnTo>
                    <a:pt x="56" y="157"/>
                  </a:lnTo>
                  <a:lnTo>
                    <a:pt x="58" y="157"/>
                  </a:lnTo>
                  <a:lnTo>
                    <a:pt x="57" y="156"/>
                  </a:lnTo>
                  <a:lnTo>
                    <a:pt x="57" y="154"/>
                  </a:lnTo>
                  <a:lnTo>
                    <a:pt x="58" y="154"/>
                  </a:lnTo>
                  <a:lnTo>
                    <a:pt x="58" y="153"/>
                  </a:lnTo>
                  <a:lnTo>
                    <a:pt x="60" y="153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2" y="154"/>
                  </a:lnTo>
                  <a:lnTo>
                    <a:pt x="63" y="154"/>
                  </a:lnTo>
                  <a:lnTo>
                    <a:pt x="65" y="152"/>
                  </a:lnTo>
                  <a:lnTo>
                    <a:pt x="66" y="150"/>
                  </a:lnTo>
                  <a:lnTo>
                    <a:pt x="63" y="150"/>
                  </a:lnTo>
                  <a:lnTo>
                    <a:pt x="63" y="149"/>
                  </a:lnTo>
                  <a:lnTo>
                    <a:pt x="65" y="148"/>
                  </a:lnTo>
                  <a:lnTo>
                    <a:pt x="67" y="148"/>
                  </a:lnTo>
                  <a:lnTo>
                    <a:pt x="69" y="146"/>
                  </a:lnTo>
                  <a:lnTo>
                    <a:pt x="67" y="145"/>
                  </a:lnTo>
                  <a:lnTo>
                    <a:pt x="69" y="144"/>
                  </a:lnTo>
                  <a:lnTo>
                    <a:pt x="70" y="144"/>
                  </a:lnTo>
                  <a:lnTo>
                    <a:pt x="70" y="142"/>
                  </a:lnTo>
                  <a:lnTo>
                    <a:pt x="71" y="141"/>
                  </a:lnTo>
                  <a:lnTo>
                    <a:pt x="74" y="141"/>
                  </a:lnTo>
                  <a:lnTo>
                    <a:pt x="75" y="140"/>
                  </a:lnTo>
                  <a:lnTo>
                    <a:pt x="77" y="138"/>
                  </a:lnTo>
                  <a:lnTo>
                    <a:pt x="78" y="136"/>
                  </a:lnTo>
                  <a:lnTo>
                    <a:pt x="77" y="136"/>
                  </a:lnTo>
                  <a:lnTo>
                    <a:pt x="75" y="138"/>
                  </a:lnTo>
                  <a:lnTo>
                    <a:pt x="74" y="138"/>
                  </a:lnTo>
                  <a:lnTo>
                    <a:pt x="74" y="136"/>
                  </a:lnTo>
                  <a:lnTo>
                    <a:pt x="74" y="135"/>
                  </a:lnTo>
                  <a:lnTo>
                    <a:pt x="73" y="135"/>
                  </a:lnTo>
                  <a:lnTo>
                    <a:pt x="73" y="132"/>
                  </a:lnTo>
                  <a:lnTo>
                    <a:pt x="74" y="132"/>
                  </a:lnTo>
                  <a:lnTo>
                    <a:pt x="77" y="133"/>
                  </a:lnTo>
                  <a:lnTo>
                    <a:pt x="77" y="132"/>
                  </a:lnTo>
                  <a:lnTo>
                    <a:pt x="77" y="131"/>
                  </a:lnTo>
                  <a:lnTo>
                    <a:pt x="74" y="131"/>
                  </a:lnTo>
                  <a:lnTo>
                    <a:pt x="74" y="128"/>
                  </a:lnTo>
                  <a:lnTo>
                    <a:pt x="75" y="128"/>
                  </a:lnTo>
                  <a:lnTo>
                    <a:pt x="77" y="129"/>
                  </a:lnTo>
                  <a:lnTo>
                    <a:pt x="78" y="129"/>
                  </a:lnTo>
                  <a:lnTo>
                    <a:pt x="78" y="128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7" y="124"/>
                  </a:lnTo>
                  <a:lnTo>
                    <a:pt x="78" y="123"/>
                  </a:lnTo>
                  <a:lnTo>
                    <a:pt x="79" y="123"/>
                  </a:lnTo>
                  <a:lnTo>
                    <a:pt x="81" y="124"/>
                  </a:lnTo>
                  <a:lnTo>
                    <a:pt x="81" y="123"/>
                  </a:lnTo>
                  <a:lnTo>
                    <a:pt x="79" y="121"/>
                  </a:lnTo>
                  <a:lnTo>
                    <a:pt x="79" y="120"/>
                  </a:lnTo>
                  <a:lnTo>
                    <a:pt x="77" y="120"/>
                  </a:lnTo>
                  <a:lnTo>
                    <a:pt x="77" y="119"/>
                  </a:lnTo>
                  <a:lnTo>
                    <a:pt x="78" y="117"/>
                  </a:lnTo>
                  <a:lnTo>
                    <a:pt x="82" y="117"/>
                  </a:lnTo>
                  <a:lnTo>
                    <a:pt x="82" y="119"/>
                  </a:lnTo>
                  <a:lnTo>
                    <a:pt x="85" y="119"/>
                  </a:lnTo>
                  <a:lnTo>
                    <a:pt x="85" y="117"/>
                  </a:lnTo>
                  <a:lnTo>
                    <a:pt x="86" y="116"/>
                  </a:lnTo>
                  <a:lnTo>
                    <a:pt x="85" y="116"/>
                  </a:lnTo>
                  <a:lnTo>
                    <a:pt x="83" y="116"/>
                  </a:lnTo>
                  <a:lnTo>
                    <a:pt x="82" y="115"/>
                  </a:lnTo>
                  <a:lnTo>
                    <a:pt x="79" y="113"/>
                  </a:lnTo>
                  <a:lnTo>
                    <a:pt x="78" y="113"/>
                  </a:lnTo>
                  <a:lnTo>
                    <a:pt x="78" y="112"/>
                  </a:lnTo>
                  <a:lnTo>
                    <a:pt x="78" y="111"/>
                  </a:lnTo>
                  <a:lnTo>
                    <a:pt x="79" y="111"/>
                  </a:lnTo>
                  <a:lnTo>
                    <a:pt x="81" y="111"/>
                  </a:lnTo>
                  <a:lnTo>
                    <a:pt x="82" y="111"/>
                  </a:lnTo>
                  <a:lnTo>
                    <a:pt x="81" y="111"/>
                  </a:lnTo>
                  <a:lnTo>
                    <a:pt x="81" y="110"/>
                  </a:lnTo>
                  <a:lnTo>
                    <a:pt x="82" y="108"/>
                  </a:lnTo>
                  <a:lnTo>
                    <a:pt x="81" y="107"/>
                  </a:lnTo>
                  <a:lnTo>
                    <a:pt x="81" y="106"/>
                  </a:lnTo>
                  <a:lnTo>
                    <a:pt x="81" y="107"/>
                  </a:lnTo>
                  <a:lnTo>
                    <a:pt x="83" y="107"/>
                  </a:lnTo>
                  <a:lnTo>
                    <a:pt x="83" y="106"/>
                  </a:lnTo>
                  <a:lnTo>
                    <a:pt x="82" y="104"/>
                  </a:lnTo>
                  <a:lnTo>
                    <a:pt x="83" y="104"/>
                  </a:lnTo>
                  <a:lnTo>
                    <a:pt x="83" y="104"/>
                  </a:lnTo>
                  <a:lnTo>
                    <a:pt x="86" y="104"/>
                  </a:lnTo>
                  <a:lnTo>
                    <a:pt x="85" y="103"/>
                  </a:lnTo>
                  <a:lnTo>
                    <a:pt x="82" y="102"/>
                  </a:lnTo>
                  <a:lnTo>
                    <a:pt x="82" y="100"/>
                  </a:lnTo>
                  <a:lnTo>
                    <a:pt x="85" y="100"/>
                  </a:lnTo>
                  <a:lnTo>
                    <a:pt x="87" y="99"/>
                  </a:lnTo>
                  <a:lnTo>
                    <a:pt x="87" y="100"/>
                  </a:lnTo>
                  <a:lnTo>
                    <a:pt x="90" y="99"/>
                  </a:lnTo>
                  <a:lnTo>
                    <a:pt x="90" y="96"/>
                  </a:lnTo>
                  <a:lnTo>
                    <a:pt x="92" y="96"/>
                  </a:lnTo>
                  <a:lnTo>
                    <a:pt x="94" y="96"/>
                  </a:lnTo>
                  <a:lnTo>
                    <a:pt x="96" y="96"/>
                  </a:lnTo>
                  <a:lnTo>
                    <a:pt x="99" y="98"/>
                  </a:lnTo>
                  <a:lnTo>
                    <a:pt x="99" y="96"/>
                  </a:lnTo>
                  <a:lnTo>
                    <a:pt x="98" y="95"/>
                  </a:lnTo>
                  <a:lnTo>
                    <a:pt x="98" y="94"/>
                  </a:lnTo>
                  <a:lnTo>
                    <a:pt x="95" y="94"/>
                  </a:lnTo>
                  <a:lnTo>
                    <a:pt x="94" y="92"/>
                  </a:lnTo>
                  <a:lnTo>
                    <a:pt x="92" y="94"/>
                  </a:lnTo>
                  <a:lnTo>
                    <a:pt x="90" y="94"/>
                  </a:lnTo>
                  <a:lnTo>
                    <a:pt x="90" y="92"/>
                  </a:lnTo>
                  <a:lnTo>
                    <a:pt x="92" y="90"/>
                  </a:lnTo>
                  <a:lnTo>
                    <a:pt x="95" y="90"/>
                  </a:lnTo>
                  <a:lnTo>
                    <a:pt x="92" y="88"/>
                  </a:lnTo>
                  <a:lnTo>
                    <a:pt x="94" y="87"/>
                  </a:lnTo>
                  <a:lnTo>
                    <a:pt x="95" y="87"/>
                  </a:lnTo>
                  <a:lnTo>
                    <a:pt x="98" y="90"/>
                  </a:lnTo>
                  <a:lnTo>
                    <a:pt x="99" y="90"/>
                  </a:lnTo>
                  <a:lnTo>
                    <a:pt x="100" y="91"/>
                  </a:lnTo>
                  <a:lnTo>
                    <a:pt x="100" y="88"/>
                  </a:lnTo>
                  <a:lnTo>
                    <a:pt x="98" y="87"/>
                  </a:lnTo>
                  <a:lnTo>
                    <a:pt x="96" y="86"/>
                  </a:lnTo>
                  <a:lnTo>
                    <a:pt x="98" y="83"/>
                  </a:lnTo>
                  <a:lnTo>
                    <a:pt x="100" y="83"/>
                  </a:lnTo>
                  <a:lnTo>
                    <a:pt x="99" y="82"/>
                  </a:lnTo>
                  <a:lnTo>
                    <a:pt x="98" y="82"/>
                  </a:lnTo>
                  <a:lnTo>
                    <a:pt x="95" y="85"/>
                  </a:lnTo>
                  <a:lnTo>
                    <a:pt x="94" y="85"/>
                  </a:lnTo>
                  <a:lnTo>
                    <a:pt x="95" y="82"/>
                  </a:lnTo>
                  <a:lnTo>
                    <a:pt x="94" y="81"/>
                  </a:lnTo>
                  <a:lnTo>
                    <a:pt x="94" y="79"/>
                  </a:lnTo>
                  <a:lnTo>
                    <a:pt x="96" y="79"/>
                  </a:lnTo>
                  <a:lnTo>
                    <a:pt x="96" y="79"/>
                  </a:lnTo>
                  <a:lnTo>
                    <a:pt x="102" y="79"/>
                  </a:lnTo>
                  <a:lnTo>
                    <a:pt x="103" y="77"/>
                  </a:lnTo>
                  <a:lnTo>
                    <a:pt x="100" y="75"/>
                  </a:lnTo>
                  <a:lnTo>
                    <a:pt x="98" y="75"/>
                  </a:lnTo>
                  <a:lnTo>
                    <a:pt x="96" y="74"/>
                  </a:lnTo>
                  <a:lnTo>
                    <a:pt x="98" y="73"/>
                  </a:lnTo>
                  <a:lnTo>
                    <a:pt x="99" y="73"/>
                  </a:lnTo>
                  <a:lnTo>
                    <a:pt x="99" y="74"/>
                  </a:lnTo>
                  <a:lnTo>
                    <a:pt x="99" y="75"/>
                  </a:lnTo>
                  <a:lnTo>
                    <a:pt x="102" y="74"/>
                  </a:lnTo>
                  <a:lnTo>
                    <a:pt x="103" y="73"/>
                  </a:lnTo>
                  <a:lnTo>
                    <a:pt x="104" y="74"/>
                  </a:lnTo>
                  <a:lnTo>
                    <a:pt x="104" y="77"/>
                  </a:lnTo>
                  <a:lnTo>
                    <a:pt x="106" y="78"/>
                  </a:lnTo>
                  <a:lnTo>
                    <a:pt x="106" y="77"/>
                  </a:lnTo>
                  <a:lnTo>
                    <a:pt x="106" y="75"/>
                  </a:lnTo>
                  <a:lnTo>
                    <a:pt x="107" y="74"/>
                  </a:lnTo>
                  <a:lnTo>
                    <a:pt x="107" y="74"/>
                  </a:lnTo>
                  <a:lnTo>
                    <a:pt x="107" y="73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0"/>
                  </a:lnTo>
                  <a:lnTo>
                    <a:pt x="108" y="70"/>
                  </a:lnTo>
                  <a:lnTo>
                    <a:pt x="111" y="70"/>
                  </a:lnTo>
                  <a:lnTo>
                    <a:pt x="111" y="71"/>
                  </a:lnTo>
                  <a:lnTo>
                    <a:pt x="113" y="70"/>
                  </a:lnTo>
                  <a:lnTo>
                    <a:pt x="113" y="71"/>
                  </a:lnTo>
                  <a:lnTo>
                    <a:pt x="115" y="73"/>
                  </a:lnTo>
                  <a:lnTo>
                    <a:pt x="115" y="73"/>
                  </a:lnTo>
                  <a:lnTo>
                    <a:pt x="115" y="69"/>
                  </a:lnTo>
                  <a:lnTo>
                    <a:pt x="116" y="67"/>
                  </a:lnTo>
                  <a:lnTo>
                    <a:pt x="116" y="66"/>
                  </a:lnTo>
                  <a:lnTo>
                    <a:pt x="115" y="66"/>
                  </a:lnTo>
                  <a:lnTo>
                    <a:pt x="113" y="67"/>
                  </a:lnTo>
                  <a:lnTo>
                    <a:pt x="112" y="66"/>
                  </a:lnTo>
                  <a:lnTo>
                    <a:pt x="107" y="67"/>
                  </a:lnTo>
                  <a:lnTo>
                    <a:pt x="104" y="67"/>
                  </a:lnTo>
                  <a:lnTo>
                    <a:pt x="106" y="65"/>
                  </a:lnTo>
                  <a:lnTo>
                    <a:pt x="108" y="65"/>
                  </a:lnTo>
                  <a:lnTo>
                    <a:pt x="110" y="63"/>
                  </a:lnTo>
                  <a:lnTo>
                    <a:pt x="108" y="63"/>
                  </a:lnTo>
                  <a:lnTo>
                    <a:pt x="110" y="61"/>
                  </a:lnTo>
                  <a:lnTo>
                    <a:pt x="112" y="61"/>
                  </a:lnTo>
                  <a:lnTo>
                    <a:pt x="112" y="62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0"/>
                  </a:lnTo>
                  <a:lnTo>
                    <a:pt x="115" y="60"/>
                  </a:lnTo>
                  <a:lnTo>
                    <a:pt x="116" y="58"/>
                  </a:lnTo>
                  <a:lnTo>
                    <a:pt x="115" y="58"/>
                  </a:lnTo>
                  <a:lnTo>
                    <a:pt x="116" y="57"/>
                  </a:lnTo>
                  <a:lnTo>
                    <a:pt x="117" y="57"/>
                  </a:lnTo>
                  <a:lnTo>
                    <a:pt x="116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2"/>
                  </a:lnTo>
                  <a:lnTo>
                    <a:pt x="119" y="52"/>
                  </a:lnTo>
                  <a:lnTo>
                    <a:pt x="120" y="53"/>
                  </a:lnTo>
                  <a:lnTo>
                    <a:pt x="120" y="50"/>
                  </a:lnTo>
                  <a:lnTo>
                    <a:pt x="120" y="49"/>
                  </a:lnTo>
                  <a:lnTo>
                    <a:pt x="120" y="45"/>
                  </a:lnTo>
                  <a:lnTo>
                    <a:pt x="121" y="45"/>
                  </a:lnTo>
                  <a:lnTo>
                    <a:pt x="121" y="46"/>
                  </a:lnTo>
                  <a:lnTo>
                    <a:pt x="123" y="46"/>
                  </a:lnTo>
                  <a:lnTo>
                    <a:pt x="123" y="49"/>
                  </a:lnTo>
                  <a:lnTo>
                    <a:pt x="125" y="52"/>
                  </a:lnTo>
                  <a:lnTo>
                    <a:pt x="124" y="49"/>
                  </a:lnTo>
                  <a:lnTo>
                    <a:pt x="127" y="48"/>
                  </a:lnTo>
                  <a:lnTo>
                    <a:pt x="128" y="49"/>
                  </a:lnTo>
                  <a:lnTo>
                    <a:pt x="128" y="48"/>
                  </a:lnTo>
                  <a:lnTo>
                    <a:pt x="125" y="48"/>
                  </a:lnTo>
                  <a:lnTo>
                    <a:pt x="123" y="45"/>
                  </a:lnTo>
                  <a:lnTo>
                    <a:pt x="123" y="44"/>
                  </a:lnTo>
                  <a:lnTo>
                    <a:pt x="127" y="42"/>
                  </a:lnTo>
                  <a:lnTo>
                    <a:pt x="127" y="42"/>
                  </a:lnTo>
                  <a:lnTo>
                    <a:pt x="128" y="48"/>
                  </a:lnTo>
                  <a:lnTo>
                    <a:pt x="131" y="48"/>
                  </a:lnTo>
                  <a:lnTo>
                    <a:pt x="132" y="52"/>
                  </a:lnTo>
                  <a:lnTo>
                    <a:pt x="133" y="49"/>
                  </a:lnTo>
                  <a:lnTo>
                    <a:pt x="132" y="48"/>
                  </a:lnTo>
                  <a:lnTo>
                    <a:pt x="129" y="45"/>
                  </a:lnTo>
                  <a:lnTo>
                    <a:pt x="129" y="42"/>
                  </a:lnTo>
                  <a:lnTo>
                    <a:pt x="128" y="41"/>
                  </a:lnTo>
                  <a:lnTo>
                    <a:pt x="129" y="37"/>
                  </a:lnTo>
                  <a:lnTo>
                    <a:pt x="132" y="36"/>
                  </a:lnTo>
                  <a:lnTo>
                    <a:pt x="133" y="37"/>
                  </a:lnTo>
                  <a:lnTo>
                    <a:pt x="135" y="40"/>
                  </a:lnTo>
                  <a:lnTo>
                    <a:pt x="133" y="42"/>
                  </a:lnTo>
                  <a:lnTo>
                    <a:pt x="133" y="45"/>
                  </a:lnTo>
                  <a:lnTo>
                    <a:pt x="135" y="42"/>
                  </a:lnTo>
                  <a:lnTo>
                    <a:pt x="135" y="41"/>
                  </a:lnTo>
                  <a:lnTo>
                    <a:pt x="135" y="38"/>
                  </a:lnTo>
                  <a:lnTo>
                    <a:pt x="137" y="33"/>
                  </a:lnTo>
                  <a:lnTo>
                    <a:pt x="139" y="33"/>
                  </a:lnTo>
                  <a:lnTo>
                    <a:pt x="140" y="40"/>
                  </a:lnTo>
                  <a:lnTo>
                    <a:pt x="139" y="42"/>
                  </a:lnTo>
                  <a:lnTo>
                    <a:pt x="140" y="44"/>
                  </a:lnTo>
                  <a:lnTo>
                    <a:pt x="137" y="45"/>
                  </a:lnTo>
                  <a:lnTo>
                    <a:pt x="137" y="46"/>
                  </a:lnTo>
                  <a:lnTo>
                    <a:pt x="140" y="45"/>
                  </a:lnTo>
                  <a:lnTo>
                    <a:pt x="141" y="42"/>
                  </a:lnTo>
                  <a:lnTo>
                    <a:pt x="142" y="41"/>
                  </a:lnTo>
                  <a:lnTo>
                    <a:pt x="144" y="41"/>
                  </a:lnTo>
                  <a:lnTo>
                    <a:pt x="145" y="42"/>
                  </a:lnTo>
                  <a:lnTo>
                    <a:pt x="144" y="40"/>
                  </a:lnTo>
                  <a:lnTo>
                    <a:pt x="142" y="38"/>
                  </a:lnTo>
                  <a:lnTo>
                    <a:pt x="141" y="37"/>
                  </a:lnTo>
                  <a:lnTo>
                    <a:pt x="144" y="35"/>
                  </a:lnTo>
                  <a:lnTo>
                    <a:pt x="144" y="33"/>
                  </a:lnTo>
                  <a:lnTo>
                    <a:pt x="145" y="32"/>
                  </a:lnTo>
                  <a:lnTo>
                    <a:pt x="146" y="35"/>
                  </a:lnTo>
                  <a:lnTo>
                    <a:pt x="148" y="33"/>
                  </a:lnTo>
                  <a:lnTo>
                    <a:pt x="148" y="32"/>
                  </a:lnTo>
                  <a:lnTo>
                    <a:pt x="149" y="33"/>
                  </a:lnTo>
                  <a:lnTo>
                    <a:pt x="152" y="35"/>
                  </a:lnTo>
                  <a:lnTo>
                    <a:pt x="153" y="37"/>
                  </a:lnTo>
                  <a:lnTo>
                    <a:pt x="154" y="37"/>
                  </a:lnTo>
                  <a:lnTo>
                    <a:pt x="156" y="36"/>
                  </a:lnTo>
                  <a:lnTo>
                    <a:pt x="153" y="33"/>
                  </a:lnTo>
                  <a:lnTo>
                    <a:pt x="153" y="32"/>
                  </a:lnTo>
                  <a:lnTo>
                    <a:pt x="154" y="29"/>
                  </a:lnTo>
                  <a:lnTo>
                    <a:pt x="152" y="29"/>
                  </a:lnTo>
                  <a:lnTo>
                    <a:pt x="150" y="28"/>
                  </a:lnTo>
                  <a:lnTo>
                    <a:pt x="149" y="28"/>
                  </a:lnTo>
                  <a:lnTo>
                    <a:pt x="146" y="25"/>
                  </a:lnTo>
                  <a:lnTo>
                    <a:pt x="146" y="24"/>
                  </a:lnTo>
                  <a:lnTo>
                    <a:pt x="148" y="24"/>
                  </a:lnTo>
                  <a:lnTo>
                    <a:pt x="150" y="21"/>
                  </a:lnTo>
                  <a:lnTo>
                    <a:pt x="150" y="24"/>
                  </a:lnTo>
                  <a:lnTo>
                    <a:pt x="152" y="23"/>
                  </a:lnTo>
                  <a:lnTo>
                    <a:pt x="153" y="23"/>
                  </a:lnTo>
                  <a:lnTo>
                    <a:pt x="157" y="25"/>
                  </a:lnTo>
                  <a:lnTo>
                    <a:pt x="160" y="25"/>
                  </a:lnTo>
                  <a:lnTo>
                    <a:pt x="161" y="25"/>
                  </a:lnTo>
                  <a:lnTo>
                    <a:pt x="164" y="25"/>
                  </a:lnTo>
                  <a:lnTo>
                    <a:pt x="162" y="28"/>
                  </a:lnTo>
                  <a:lnTo>
                    <a:pt x="164" y="28"/>
                  </a:lnTo>
                  <a:lnTo>
                    <a:pt x="164" y="31"/>
                  </a:lnTo>
                  <a:lnTo>
                    <a:pt x="167" y="31"/>
                  </a:lnTo>
                  <a:lnTo>
                    <a:pt x="167" y="31"/>
                  </a:lnTo>
                  <a:lnTo>
                    <a:pt x="167" y="29"/>
                  </a:lnTo>
                  <a:lnTo>
                    <a:pt x="165" y="28"/>
                  </a:lnTo>
                  <a:lnTo>
                    <a:pt x="166" y="27"/>
                  </a:lnTo>
                  <a:lnTo>
                    <a:pt x="165" y="25"/>
                  </a:lnTo>
                  <a:lnTo>
                    <a:pt x="166" y="24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6" y="20"/>
                  </a:lnTo>
                  <a:lnTo>
                    <a:pt x="169" y="20"/>
                  </a:lnTo>
                  <a:lnTo>
                    <a:pt x="170" y="17"/>
                  </a:lnTo>
                  <a:lnTo>
                    <a:pt x="170" y="17"/>
                  </a:lnTo>
                  <a:lnTo>
                    <a:pt x="173" y="19"/>
                  </a:lnTo>
                  <a:lnTo>
                    <a:pt x="174" y="17"/>
                  </a:lnTo>
                  <a:lnTo>
                    <a:pt x="173" y="17"/>
                  </a:lnTo>
                  <a:lnTo>
                    <a:pt x="173" y="16"/>
                  </a:lnTo>
                  <a:lnTo>
                    <a:pt x="174" y="15"/>
                  </a:lnTo>
                  <a:lnTo>
                    <a:pt x="175" y="16"/>
                  </a:lnTo>
                  <a:lnTo>
                    <a:pt x="177" y="15"/>
                  </a:lnTo>
                  <a:lnTo>
                    <a:pt x="175" y="13"/>
                  </a:lnTo>
                  <a:lnTo>
                    <a:pt x="173" y="11"/>
                  </a:lnTo>
                  <a:lnTo>
                    <a:pt x="173" y="10"/>
                  </a:lnTo>
                  <a:lnTo>
                    <a:pt x="174" y="10"/>
                  </a:lnTo>
                  <a:lnTo>
                    <a:pt x="175" y="10"/>
                  </a:lnTo>
                  <a:lnTo>
                    <a:pt x="175" y="11"/>
                  </a:lnTo>
                  <a:lnTo>
                    <a:pt x="177" y="10"/>
                  </a:lnTo>
                  <a:lnTo>
                    <a:pt x="177" y="7"/>
                  </a:lnTo>
                  <a:lnTo>
                    <a:pt x="178" y="6"/>
                  </a:lnTo>
                  <a:lnTo>
                    <a:pt x="179" y="7"/>
                  </a:lnTo>
                  <a:lnTo>
                    <a:pt x="181" y="8"/>
                  </a:lnTo>
                  <a:lnTo>
                    <a:pt x="181" y="10"/>
                  </a:lnTo>
                  <a:lnTo>
                    <a:pt x="182" y="8"/>
                  </a:lnTo>
                  <a:lnTo>
                    <a:pt x="182" y="7"/>
                  </a:lnTo>
                  <a:lnTo>
                    <a:pt x="183" y="6"/>
                  </a:lnTo>
                  <a:lnTo>
                    <a:pt x="185" y="8"/>
                  </a:lnTo>
                  <a:lnTo>
                    <a:pt x="187" y="8"/>
                  </a:lnTo>
                  <a:lnTo>
                    <a:pt x="187" y="10"/>
                  </a:lnTo>
                  <a:lnTo>
                    <a:pt x="186" y="10"/>
                  </a:lnTo>
                  <a:lnTo>
                    <a:pt x="186" y="12"/>
                  </a:lnTo>
                  <a:lnTo>
                    <a:pt x="182" y="16"/>
                  </a:lnTo>
                  <a:lnTo>
                    <a:pt x="183" y="19"/>
                  </a:lnTo>
                  <a:lnTo>
                    <a:pt x="183" y="20"/>
                  </a:lnTo>
                  <a:lnTo>
                    <a:pt x="183" y="21"/>
                  </a:lnTo>
                  <a:lnTo>
                    <a:pt x="181" y="25"/>
                  </a:lnTo>
                  <a:lnTo>
                    <a:pt x="182" y="27"/>
                  </a:lnTo>
                  <a:lnTo>
                    <a:pt x="182" y="28"/>
                  </a:lnTo>
                  <a:lnTo>
                    <a:pt x="183" y="28"/>
                  </a:lnTo>
                  <a:lnTo>
                    <a:pt x="186" y="24"/>
                  </a:lnTo>
                  <a:lnTo>
                    <a:pt x="187" y="21"/>
                  </a:lnTo>
                  <a:lnTo>
                    <a:pt x="186" y="21"/>
                  </a:lnTo>
                  <a:lnTo>
                    <a:pt x="187" y="17"/>
                  </a:lnTo>
                  <a:lnTo>
                    <a:pt x="190" y="13"/>
                  </a:lnTo>
                  <a:lnTo>
                    <a:pt x="190" y="11"/>
                  </a:lnTo>
                  <a:lnTo>
                    <a:pt x="193" y="6"/>
                  </a:lnTo>
                  <a:lnTo>
                    <a:pt x="194" y="6"/>
                  </a:lnTo>
                  <a:lnTo>
                    <a:pt x="195" y="7"/>
                  </a:lnTo>
                  <a:lnTo>
                    <a:pt x="195" y="11"/>
                  </a:lnTo>
                  <a:lnTo>
                    <a:pt x="194" y="12"/>
                  </a:lnTo>
                  <a:lnTo>
                    <a:pt x="193" y="13"/>
                  </a:lnTo>
                  <a:lnTo>
                    <a:pt x="195" y="13"/>
                  </a:lnTo>
                  <a:lnTo>
                    <a:pt x="193" y="17"/>
                  </a:lnTo>
                  <a:lnTo>
                    <a:pt x="194" y="20"/>
                  </a:lnTo>
                  <a:lnTo>
                    <a:pt x="195" y="19"/>
                  </a:lnTo>
                  <a:lnTo>
                    <a:pt x="195" y="19"/>
                  </a:lnTo>
                  <a:lnTo>
                    <a:pt x="196" y="17"/>
                  </a:lnTo>
                  <a:lnTo>
                    <a:pt x="198" y="19"/>
                  </a:lnTo>
                  <a:lnTo>
                    <a:pt x="199" y="17"/>
                  </a:lnTo>
                  <a:lnTo>
                    <a:pt x="198" y="15"/>
                  </a:lnTo>
                  <a:lnTo>
                    <a:pt x="199" y="15"/>
                  </a:lnTo>
                  <a:lnTo>
                    <a:pt x="199" y="13"/>
                  </a:lnTo>
                  <a:lnTo>
                    <a:pt x="199" y="12"/>
                  </a:lnTo>
                  <a:lnTo>
                    <a:pt x="200" y="11"/>
                  </a:lnTo>
                  <a:lnTo>
                    <a:pt x="200" y="10"/>
                  </a:lnTo>
                  <a:lnTo>
                    <a:pt x="202" y="10"/>
                  </a:lnTo>
                  <a:lnTo>
                    <a:pt x="202" y="8"/>
                  </a:lnTo>
                  <a:lnTo>
                    <a:pt x="200" y="7"/>
                  </a:lnTo>
                  <a:lnTo>
                    <a:pt x="199" y="7"/>
                  </a:lnTo>
                  <a:lnTo>
                    <a:pt x="199" y="7"/>
                  </a:lnTo>
                  <a:lnTo>
                    <a:pt x="199" y="4"/>
                  </a:lnTo>
                  <a:lnTo>
                    <a:pt x="200" y="3"/>
                  </a:lnTo>
                  <a:lnTo>
                    <a:pt x="202" y="6"/>
                  </a:lnTo>
                  <a:lnTo>
                    <a:pt x="203" y="6"/>
                  </a:lnTo>
                  <a:lnTo>
                    <a:pt x="204" y="4"/>
                  </a:lnTo>
                  <a:lnTo>
                    <a:pt x="203" y="3"/>
                  </a:lnTo>
                  <a:lnTo>
                    <a:pt x="203" y="2"/>
                  </a:lnTo>
                  <a:lnTo>
                    <a:pt x="204" y="0"/>
                  </a:lnTo>
                  <a:lnTo>
                    <a:pt x="206" y="2"/>
                  </a:lnTo>
                  <a:lnTo>
                    <a:pt x="207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1" name="Freeform 376"/>
            <p:cNvSpPr>
              <a:spLocks noEditPoints="1"/>
            </p:cNvSpPr>
            <p:nvPr/>
          </p:nvSpPr>
          <p:spPr bwMode="auto">
            <a:xfrm>
              <a:off x="6054567" y="1805043"/>
              <a:ext cx="299454" cy="677579"/>
            </a:xfrm>
            <a:custGeom>
              <a:avLst/>
              <a:gdLst>
                <a:gd name="T0" fmla="*/ 58 w 118"/>
                <a:gd name="T1" fmla="*/ 255 h 267"/>
                <a:gd name="T2" fmla="*/ 59 w 118"/>
                <a:gd name="T3" fmla="*/ 238 h 267"/>
                <a:gd name="T4" fmla="*/ 81 w 118"/>
                <a:gd name="T5" fmla="*/ 233 h 267"/>
                <a:gd name="T6" fmla="*/ 77 w 118"/>
                <a:gd name="T7" fmla="*/ 242 h 267"/>
                <a:gd name="T8" fmla="*/ 73 w 118"/>
                <a:gd name="T9" fmla="*/ 235 h 267"/>
                <a:gd name="T10" fmla="*/ 85 w 118"/>
                <a:gd name="T11" fmla="*/ 223 h 267"/>
                <a:gd name="T12" fmla="*/ 4 w 118"/>
                <a:gd name="T13" fmla="*/ 221 h 267"/>
                <a:gd name="T14" fmla="*/ 83 w 118"/>
                <a:gd name="T15" fmla="*/ 215 h 267"/>
                <a:gd name="T16" fmla="*/ 73 w 118"/>
                <a:gd name="T17" fmla="*/ 201 h 267"/>
                <a:gd name="T18" fmla="*/ 87 w 118"/>
                <a:gd name="T19" fmla="*/ 9 h 267"/>
                <a:gd name="T20" fmla="*/ 102 w 118"/>
                <a:gd name="T21" fmla="*/ 18 h 267"/>
                <a:gd name="T22" fmla="*/ 106 w 118"/>
                <a:gd name="T23" fmla="*/ 31 h 267"/>
                <a:gd name="T24" fmla="*/ 112 w 118"/>
                <a:gd name="T25" fmla="*/ 47 h 267"/>
                <a:gd name="T26" fmla="*/ 117 w 118"/>
                <a:gd name="T27" fmla="*/ 65 h 267"/>
                <a:gd name="T28" fmla="*/ 110 w 118"/>
                <a:gd name="T29" fmla="*/ 71 h 267"/>
                <a:gd name="T30" fmla="*/ 100 w 118"/>
                <a:gd name="T31" fmla="*/ 69 h 267"/>
                <a:gd name="T32" fmla="*/ 97 w 118"/>
                <a:gd name="T33" fmla="*/ 76 h 267"/>
                <a:gd name="T34" fmla="*/ 92 w 118"/>
                <a:gd name="T35" fmla="*/ 81 h 267"/>
                <a:gd name="T36" fmla="*/ 91 w 118"/>
                <a:gd name="T37" fmla="*/ 89 h 267"/>
                <a:gd name="T38" fmla="*/ 93 w 118"/>
                <a:gd name="T39" fmla="*/ 98 h 267"/>
                <a:gd name="T40" fmla="*/ 87 w 118"/>
                <a:gd name="T41" fmla="*/ 110 h 267"/>
                <a:gd name="T42" fmla="*/ 77 w 118"/>
                <a:gd name="T43" fmla="*/ 119 h 267"/>
                <a:gd name="T44" fmla="*/ 71 w 118"/>
                <a:gd name="T45" fmla="*/ 123 h 267"/>
                <a:gd name="T46" fmla="*/ 67 w 118"/>
                <a:gd name="T47" fmla="*/ 130 h 267"/>
                <a:gd name="T48" fmla="*/ 55 w 118"/>
                <a:gd name="T49" fmla="*/ 138 h 267"/>
                <a:gd name="T50" fmla="*/ 59 w 118"/>
                <a:gd name="T51" fmla="*/ 156 h 267"/>
                <a:gd name="T52" fmla="*/ 56 w 118"/>
                <a:gd name="T53" fmla="*/ 164 h 267"/>
                <a:gd name="T54" fmla="*/ 62 w 118"/>
                <a:gd name="T55" fmla="*/ 173 h 267"/>
                <a:gd name="T56" fmla="*/ 73 w 118"/>
                <a:gd name="T57" fmla="*/ 183 h 267"/>
                <a:gd name="T58" fmla="*/ 66 w 118"/>
                <a:gd name="T59" fmla="*/ 196 h 267"/>
                <a:gd name="T60" fmla="*/ 58 w 118"/>
                <a:gd name="T61" fmla="*/ 192 h 267"/>
                <a:gd name="T62" fmla="*/ 48 w 118"/>
                <a:gd name="T63" fmla="*/ 196 h 267"/>
                <a:gd name="T64" fmla="*/ 63 w 118"/>
                <a:gd name="T65" fmla="*/ 200 h 267"/>
                <a:gd name="T66" fmla="*/ 71 w 118"/>
                <a:gd name="T67" fmla="*/ 204 h 267"/>
                <a:gd name="T68" fmla="*/ 64 w 118"/>
                <a:gd name="T69" fmla="*/ 206 h 267"/>
                <a:gd name="T70" fmla="*/ 58 w 118"/>
                <a:gd name="T71" fmla="*/ 211 h 267"/>
                <a:gd name="T72" fmla="*/ 59 w 118"/>
                <a:gd name="T73" fmla="*/ 218 h 267"/>
                <a:gd name="T74" fmla="*/ 58 w 118"/>
                <a:gd name="T75" fmla="*/ 229 h 267"/>
                <a:gd name="T76" fmla="*/ 55 w 118"/>
                <a:gd name="T77" fmla="*/ 247 h 267"/>
                <a:gd name="T78" fmla="*/ 39 w 118"/>
                <a:gd name="T79" fmla="*/ 255 h 267"/>
                <a:gd name="T80" fmla="*/ 33 w 118"/>
                <a:gd name="T81" fmla="*/ 267 h 267"/>
                <a:gd name="T82" fmla="*/ 17 w 118"/>
                <a:gd name="T83" fmla="*/ 258 h 267"/>
                <a:gd name="T84" fmla="*/ 17 w 118"/>
                <a:gd name="T85" fmla="*/ 248 h 267"/>
                <a:gd name="T86" fmla="*/ 8 w 118"/>
                <a:gd name="T87" fmla="*/ 231 h 267"/>
                <a:gd name="T88" fmla="*/ 8 w 118"/>
                <a:gd name="T89" fmla="*/ 219 h 267"/>
                <a:gd name="T90" fmla="*/ 4 w 118"/>
                <a:gd name="T91" fmla="*/ 221 h 267"/>
                <a:gd name="T92" fmla="*/ 1 w 118"/>
                <a:gd name="T93" fmla="*/ 205 h 267"/>
                <a:gd name="T94" fmla="*/ 4 w 118"/>
                <a:gd name="T95" fmla="*/ 193 h 267"/>
                <a:gd name="T96" fmla="*/ 12 w 118"/>
                <a:gd name="T97" fmla="*/ 180 h 267"/>
                <a:gd name="T98" fmla="*/ 14 w 118"/>
                <a:gd name="T99" fmla="*/ 158 h 267"/>
                <a:gd name="T100" fmla="*/ 6 w 118"/>
                <a:gd name="T101" fmla="*/ 131 h 267"/>
                <a:gd name="T102" fmla="*/ 17 w 118"/>
                <a:gd name="T103" fmla="*/ 108 h 267"/>
                <a:gd name="T104" fmla="*/ 23 w 118"/>
                <a:gd name="T105" fmla="*/ 76 h 267"/>
                <a:gd name="T106" fmla="*/ 33 w 118"/>
                <a:gd name="T107" fmla="*/ 60 h 267"/>
                <a:gd name="T108" fmla="*/ 38 w 118"/>
                <a:gd name="T109" fmla="*/ 34 h 267"/>
                <a:gd name="T110" fmla="*/ 50 w 118"/>
                <a:gd name="T111" fmla="*/ 23 h 267"/>
                <a:gd name="T112" fmla="*/ 55 w 118"/>
                <a:gd name="T113" fmla="*/ 17 h 267"/>
                <a:gd name="T114" fmla="*/ 70 w 118"/>
                <a:gd name="T115" fmla="*/ 14 h 267"/>
                <a:gd name="T116" fmla="*/ 73 w 118"/>
                <a:gd name="T117" fmla="*/ 6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8" h="267">
                  <a:moveTo>
                    <a:pt x="60" y="236"/>
                  </a:moveTo>
                  <a:lnTo>
                    <a:pt x="62" y="238"/>
                  </a:lnTo>
                  <a:lnTo>
                    <a:pt x="62" y="240"/>
                  </a:lnTo>
                  <a:lnTo>
                    <a:pt x="60" y="244"/>
                  </a:lnTo>
                  <a:lnTo>
                    <a:pt x="60" y="248"/>
                  </a:lnTo>
                  <a:lnTo>
                    <a:pt x="59" y="252"/>
                  </a:lnTo>
                  <a:lnTo>
                    <a:pt x="58" y="255"/>
                  </a:lnTo>
                  <a:lnTo>
                    <a:pt x="56" y="254"/>
                  </a:lnTo>
                  <a:lnTo>
                    <a:pt x="56" y="252"/>
                  </a:lnTo>
                  <a:lnTo>
                    <a:pt x="56" y="250"/>
                  </a:lnTo>
                  <a:lnTo>
                    <a:pt x="58" y="243"/>
                  </a:lnTo>
                  <a:lnTo>
                    <a:pt x="59" y="243"/>
                  </a:lnTo>
                  <a:lnTo>
                    <a:pt x="59" y="239"/>
                  </a:lnTo>
                  <a:lnTo>
                    <a:pt x="59" y="238"/>
                  </a:lnTo>
                  <a:lnTo>
                    <a:pt x="60" y="236"/>
                  </a:lnTo>
                  <a:close/>
                  <a:moveTo>
                    <a:pt x="80" y="226"/>
                  </a:moveTo>
                  <a:lnTo>
                    <a:pt x="83" y="226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0" y="230"/>
                  </a:lnTo>
                  <a:lnTo>
                    <a:pt x="81" y="233"/>
                  </a:lnTo>
                  <a:lnTo>
                    <a:pt x="81" y="233"/>
                  </a:lnTo>
                  <a:lnTo>
                    <a:pt x="80" y="235"/>
                  </a:lnTo>
                  <a:lnTo>
                    <a:pt x="80" y="236"/>
                  </a:lnTo>
                  <a:lnTo>
                    <a:pt x="77" y="239"/>
                  </a:lnTo>
                  <a:lnTo>
                    <a:pt x="76" y="240"/>
                  </a:lnTo>
                  <a:lnTo>
                    <a:pt x="77" y="240"/>
                  </a:lnTo>
                  <a:lnTo>
                    <a:pt x="77" y="242"/>
                  </a:lnTo>
                  <a:lnTo>
                    <a:pt x="75" y="243"/>
                  </a:lnTo>
                  <a:lnTo>
                    <a:pt x="73" y="242"/>
                  </a:lnTo>
                  <a:lnTo>
                    <a:pt x="75" y="240"/>
                  </a:lnTo>
                  <a:lnTo>
                    <a:pt x="76" y="238"/>
                  </a:lnTo>
                  <a:lnTo>
                    <a:pt x="75" y="239"/>
                  </a:lnTo>
                  <a:lnTo>
                    <a:pt x="72" y="235"/>
                  </a:lnTo>
                  <a:lnTo>
                    <a:pt x="73" y="235"/>
                  </a:lnTo>
                  <a:lnTo>
                    <a:pt x="72" y="233"/>
                  </a:lnTo>
                  <a:lnTo>
                    <a:pt x="75" y="230"/>
                  </a:lnTo>
                  <a:lnTo>
                    <a:pt x="75" y="229"/>
                  </a:lnTo>
                  <a:lnTo>
                    <a:pt x="77" y="226"/>
                  </a:lnTo>
                  <a:lnTo>
                    <a:pt x="80" y="226"/>
                  </a:lnTo>
                  <a:lnTo>
                    <a:pt x="80" y="226"/>
                  </a:lnTo>
                  <a:close/>
                  <a:moveTo>
                    <a:pt x="85" y="223"/>
                  </a:moveTo>
                  <a:lnTo>
                    <a:pt x="87" y="225"/>
                  </a:lnTo>
                  <a:lnTo>
                    <a:pt x="84" y="225"/>
                  </a:lnTo>
                  <a:lnTo>
                    <a:pt x="83" y="226"/>
                  </a:lnTo>
                  <a:lnTo>
                    <a:pt x="83" y="225"/>
                  </a:lnTo>
                  <a:lnTo>
                    <a:pt x="84" y="223"/>
                  </a:lnTo>
                  <a:lnTo>
                    <a:pt x="85" y="223"/>
                  </a:lnTo>
                  <a:close/>
                  <a:moveTo>
                    <a:pt x="4" y="221"/>
                  </a:moveTo>
                  <a:lnTo>
                    <a:pt x="4" y="223"/>
                  </a:lnTo>
                  <a:lnTo>
                    <a:pt x="2" y="223"/>
                  </a:lnTo>
                  <a:lnTo>
                    <a:pt x="2" y="221"/>
                  </a:lnTo>
                  <a:lnTo>
                    <a:pt x="4" y="221"/>
                  </a:lnTo>
                  <a:close/>
                  <a:moveTo>
                    <a:pt x="83" y="213"/>
                  </a:moveTo>
                  <a:lnTo>
                    <a:pt x="84" y="214"/>
                  </a:lnTo>
                  <a:lnTo>
                    <a:pt x="83" y="215"/>
                  </a:lnTo>
                  <a:lnTo>
                    <a:pt x="81" y="214"/>
                  </a:lnTo>
                  <a:lnTo>
                    <a:pt x="83" y="213"/>
                  </a:lnTo>
                  <a:close/>
                  <a:moveTo>
                    <a:pt x="73" y="194"/>
                  </a:moveTo>
                  <a:lnTo>
                    <a:pt x="76" y="194"/>
                  </a:lnTo>
                  <a:lnTo>
                    <a:pt x="76" y="196"/>
                  </a:lnTo>
                  <a:lnTo>
                    <a:pt x="73" y="198"/>
                  </a:lnTo>
                  <a:lnTo>
                    <a:pt x="73" y="201"/>
                  </a:lnTo>
                  <a:lnTo>
                    <a:pt x="72" y="200"/>
                  </a:lnTo>
                  <a:lnTo>
                    <a:pt x="71" y="197"/>
                  </a:lnTo>
                  <a:lnTo>
                    <a:pt x="73" y="194"/>
                  </a:lnTo>
                  <a:close/>
                  <a:moveTo>
                    <a:pt x="77" y="0"/>
                  </a:moveTo>
                  <a:lnTo>
                    <a:pt x="80" y="2"/>
                  </a:lnTo>
                  <a:lnTo>
                    <a:pt x="83" y="4"/>
                  </a:lnTo>
                  <a:lnTo>
                    <a:pt x="87" y="9"/>
                  </a:lnTo>
                  <a:lnTo>
                    <a:pt x="89" y="11"/>
                  </a:lnTo>
                  <a:lnTo>
                    <a:pt x="95" y="11"/>
                  </a:lnTo>
                  <a:lnTo>
                    <a:pt x="96" y="13"/>
                  </a:lnTo>
                  <a:lnTo>
                    <a:pt x="98" y="13"/>
                  </a:lnTo>
                  <a:lnTo>
                    <a:pt x="100" y="15"/>
                  </a:lnTo>
                  <a:lnTo>
                    <a:pt x="101" y="18"/>
                  </a:lnTo>
                  <a:lnTo>
                    <a:pt x="102" y="18"/>
                  </a:lnTo>
                  <a:lnTo>
                    <a:pt x="102" y="18"/>
                  </a:lnTo>
                  <a:lnTo>
                    <a:pt x="105" y="21"/>
                  </a:lnTo>
                  <a:lnTo>
                    <a:pt x="106" y="21"/>
                  </a:lnTo>
                  <a:lnTo>
                    <a:pt x="108" y="22"/>
                  </a:lnTo>
                  <a:lnTo>
                    <a:pt x="106" y="25"/>
                  </a:lnTo>
                  <a:lnTo>
                    <a:pt x="108" y="29"/>
                  </a:lnTo>
                  <a:lnTo>
                    <a:pt x="106" y="31"/>
                  </a:lnTo>
                  <a:lnTo>
                    <a:pt x="106" y="34"/>
                  </a:lnTo>
                  <a:lnTo>
                    <a:pt x="110" y="34"/>
                  </a:lnTo>
                  <a:lnTo>
                    <a:pt x="110" y="36"/>
                  </a:lnTo>
                  <a:lnTo>
                    <a:pt x="109" y="38"/>
                  </a:lnTo>
                  <a:lnTo>
                    <a:pt x="110" y="42"/>
                  </a:lnTo>
                  <a:lnTo>
                    <a:pt x="112" y="43"/>
                  </a:lnTo>
                  <a:lnTo>
                    <a:pt x="112" y="47"/>
                  </a:lnTo>
                  <a:lnTo>
                    <a:pt x="112" y="50"/>
                  </a:lnTo>
                  <a:lnTo>
                    <a:pt x="112" y="51"/>
                  </a:lnTo>
                  <a:lnTo>
                    <a:pt x="112" y="56"/>
                  </a:lnTo>
                  <a:lnTo>
                    <a:pt x="112" y="58"/>
                  </a:lnTo>
                  <a:lnTo>
                    <a:pt x="112" y="61"/>
                  </a:lnTo>
                  <a:lnTo>
                    <a:pt x="114" y="61"/>
                  </a:lnTo>
                  <a:lnTo>
                    <a:pt x="117" y="65"/>
                  </a:lnTo>
                  <a:lnTo>
                    <a:pt x="118" y="67"/>
                  </a:lnTo>
                  <a:lnTo>
                    <a:pt x="118" y="69"/>
                  </a:lnTo>
                  <a:lnTo>
                    <a:pt x="118" y="69"/>
                  </a:lnTo>
                  <a:lnTo>
                    <a:pt x="116" y="71"/>
                  </a:lnTo>
                  <a:lnTo>
                    <a:pt x="114" y="71"/>
                  </a:lnTo>
                  <a:lnTo>
                    <a:pt x="113" y="69"/>
                  </a:lnTo>
                  <a:lnTo>
                    <a:pt x="110" y="71"/>
                  </a:lnTo>
                  <a:lnTo>
                    <a:pt x="108" y="69"/>
                  </a:lnTo>
                  <a:lnTo>
                    <a:pt x="106" y="72"/>
                  </a:lnTo>
                  <a:lnTo>
                    <a:pt x="105" y="71"/>
                  </a:lnTo>
                  <a:lnTo>
                    <a:pt x="104" y="69"/>
                  </a:lnTo>
                  <a:lnTo>
                    <a:pt x="102" y="72"/>
                  </a:lnTo>
                  <a:lnTo>
                    <a:pt x="101" y="69"/>
                  </a:lnTo>
                  <a:lnTo>
                    <a:pt x="100" y="69"/>
                  </a:lnTo>
                  <a:lnTo>
                    <a:pt x="100" y="72"/>
                  </a:lnTo>
                  <a:lnTo>
                    <a:pt x="98" y="73"/>
                  </a:lnTo>
                  <a:lnTo>
                    <a:pt x="97" y="75"/>
                  </a:lnTo>
                  <a:lnTo>
                    <a:pt x="96" y="73"/>
                  </a:lnTo>
                  <a:lnTo>
                    <a:pt x="95" y="72"/>
                  </a:lnTo>
                  <a:lnTo>
                    <a:pt x="96" y="76"/>
                  </a:lnTo>
                  <a:lnTo>
                    <a:pt x="97" y="76"/>
                  </a:lnTo>
                  <a:lnTo>
                    <a:pt x="95" y="79"/>
                  </a:lnTo>
                  <a:lnTo>
                    <a:pt x="93" y="79"/>
                  </a:lnTo>
                  <a:lnTo>
                    <a:pt x="92" y="79"/>
                  </a:lnTo>
                  <a:lnTo>
                    <a:pt x="93" y="80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1"/>
                  </a:lnTo>
                  <a:lnTo>
                    <a:pt x="91" y="80"/>
                  </a:lnTo>
                  <a:lnTo>
                    <a:pt x="89" y="81"/>
                  </a:lnTo>
                  <a:lnTo>
                    <a:pt x="91" y="83"/>
                  </a:lnTo>
                  <a:lnTo>
                    <a:pt x="92" y="83"/>
                  </a:lnTo>
                  <a:lnTo>
                    <a:pt x="93" y="84"/>
                  </a:lnTo>
                  <a:lnTo>
                    <a:pt x="93" y="85"/>
                  </a:lnTo>
                  <a:lnTo>
                    <a:pt x="91" y="89"/>
                  </a:lnTo>
                  <a:lnTo>
                    <a:pt x="92" y="92"/>
                  </a:lnTo>
                  <a:lnTo>
                    <a:pt x="89" y="92"/>
                  </a:lnTo>
                  <a:lnTo>
                    <a:pt x="91" y="93"/>
                  </a:lnTo>
                  <a:lnTo>
                    <a:pt x="93" y="94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3" y="98"/>
                  </a:lnTo>
                  <a:lnTo>
                    <a:pt x="96" y="98"/>
                  </a:lnTo>
                  <a:lnTo>
                    <a:pt x="93" y="101"/>
                  </a:lnTo>
                  <a:lnTo>
                    <a:pt x="92" y="101"/>
                  </a:lnTo>
                  <a:lnTo>
                    <a:pt x="89" y="104"/>
                  </a:lnTo>
                  <a:lnTo>
                    <a:pt x="91" y="108"/>
                  </a:lnTo>
                  <a:lnTo>
                    <a:pt x="88" y="111"/>
                  </a:lnTo>
                  <a:lnTo>
                    <a:pt x="87" y="110"/>
                  </a:lnTo>
                  <a:lnTo>
                    <a:pt x="84" y="113"/>
                  </a:lnTo>
                  <a:lnTo>
                    <a:pt x="83" y="111"/>
                  </a:lnTo>
                  <a:lnTo>
                    <a:pt x="83" y="114"/>
                  </a:lnTo>
                  <a:lnTo>
                    <a:pt x="83" y="115"/>
                  </a:lnTo>
                  <a:lnTo>
                    <a:pt x="80" y="117"/>
                  </a:lnTo>
                  <a:lnTo>
                    <a:pt x="79" y="119"/>
                  </a:lnTo>
                  <a:lnTo>
                    <a:pt x="77" y="119"/>
                  </a:lnTo>
                  <a:lnTo>
                    <a:pt x="77" y="118"/>
                  </a:lnTo>
                  <a:lnTo>
                    <a:pt x="76" y="118"/>
                  </a:lnTo>
                  <a:lnTo>
                    <a:pt x="75" y="121"/>
                  </a:lnTo>
                  <a:lnTo>
                    <a:pt x="75" y="123"/>
                  </a:lnTo>
                  <a:lnTo>
                    <a:pt x="73" y="125"/>
                  </a:lnTo>
                  <a:lnTo>
                    <a:pt x="72" y="123"/>
                  </a:lnTo>
                  <a:lnTo>
                    <a:pt x="71" y="123"/>
                  </a:lnTo>
                  <a:lnTo>
                    <a:pt x="71" y="126"/>
                  </a:lnTo>
                  <a:lnTo>
                    <a:pt x="70" y="126"/>
                  </a:lnTo>
                  <a:lnTo>
                    <a:pt x="68" y="125"/>
                  </a:lnTo>
                  <a:lnTo>
                    <a:pt x="67" y="126"/>
                  </a:lnTo>
                  <a:lnTo>
                    <a:pt x="66" y="129"/>
                  </a:lnTo>
                  <a:lnTo>
                    <a:pt x="68" y="129"/>
                  </a:lnTo>
                  <a:lnTo>
                    <a:pt x="67" y="130"/>
                  </a:lnTo>
                  <a:lnTo>
                    <a:pt x="64" y="133"/>
                  </a:lnTo>
                  <a:lnTo>
                    <a:pt x="62" y="133"/>
                  </a:lnTo>
                  <a:lnTo>
                    <a:pt x="62" y="134"/>
                  </a:lnTo>
                  <a:lnTo>
                    <a:pt x="63" y="135"/>
                  </a:lnTo>
                  <a:lnTo>
                    <a:pt x="60" y="138"/>
                  </a:lnTo>
                  <a:lnTo>
                    <a:pt x="58" y="139"/>
                  </a:lnTo>
                  <a:lnTo>
                    <a:pt x="55" y="138"/>
                  </a:lnTo>
                  <a:lnTo>
                    <a:pt x="58" y="142"/>
                  </a:lnTo>
                  <a:lnTo>
                    <a:pt x="58" y="144"/>
                  </a:lnTo>
                  <a:lnTo>
                    <a:pt x="58" y="146"/>
                  </a:lnTo>
                  <a:lnTo>
                    <a:pt x="58" y="148"/>
                  </a:lnTo>
                  <a:lnTo>
                    <a:pt x="58" y="151"/>
                  </a:lnTo>
                  <a:lnTo>
                    <a:pt x="59" y="154"/>
                  </a:lnTo>
                  <a:lnTo>
                    <a:pt x="59" y="156"/>
                  </a:lnTo>
                  <a:lnTo>
                    <a:pt x="58" y="155"/>
                  </a:lnTo>
                  <a:lnTo>
                    <a:pt x="56" y="155"/>
                  </a:lnTo>
                  <a:lnTo>
                    <a:pt x="58" y="159"/>
                  </a:lnTo>
                  <a:lnTo>
                    <a:pt x="56" y="160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6" y="164"/>
                  </a:lnTo>
                  <a:lnTo>
                    <a:pt x="58" y="167"/>
                  </a:lnTo>
                  <a:lnTo>
                    <a:pt x="56" y="168"/>
                  </a:lnTo>
                  <a:lnTo>
                    <a:pt x="58" y="169"/>
                  </a:lnTo>
                  <a:lnTo>
                    <a:pt x="59" y="172"/>
                  </a:lnTo>
                  <a:lnTo>
                    <a:pt x="60" y="172"/>
                  </a:lnTo>
                  <a:lnTo>
                    <a:pt x="60" y="175"/>
                  </a:lnTo>
                  <a:lnTo>
                    <a:pt x="62" y="173"/>
                  </a:lnTo>
                  <a:lnTo>
                    <a:pt x="63" y="176"/>
                  </a:lnTo>
                  <a:lnTo>
                    <a:pt x="64" y="173"/>
                  </a:lnTo>
                  <a:lnTo>
                    <a:pt x="67" y="175"/>
                  </a:lnTo>
                  <a:lnTo>
                    <a:pt x="67" y="176"/>
                  </a:lnTo>
                  <a:lnTo>
                    <a:pt x="71" y="180"/>
                  </a:lnTo>
                  <a:lnTo>
                    <a:pt x="71" y="181"/>
                  </a:lnTo>
                  <a:lnTo>
                    <a:pt x="73" y="183"/>
                  </a:lnTo>
                  <a:lnTo>
                    <a:pt x="73" y="185"/>
                  </a:lnTo>
                  <a:lnTo>
                    <a:pt x="76" y="186"/>
                  </a:lnTo>
                  <a:lnTo>
                    <a:pt x="75" y="190"/>
                  </a:lnTo>
                  <a:lnTo>
                    <a:pt x="72" y="194"/>
                  </a:lnTo>
                  <a:lnTo>
                    <a:pt x="71" y="196"/>
                  </a:lnTo>
                  <a:lnTo>
                    <a:pt x="68" y="197"/>
                  </a:lnTo>
                  <a:lnTo>
                    <a:pt x="66" y="196"/>
                  </a:lnTo>
                  <a:lnTo>
                    <a:pt x="66" y="194"/>
                  </a:lnTo>
                  <a:lnTo>
                    <a:pt x="63" y="193"/>
                  </a:lnTo>
                  <a:lnTo>
                    <a:pt x="63" y="192"/>
                  </a:lnTo>
                  <a:lnTo>
                    <a:pt x="62" y="194"/>
                  </a:lnTo>
                  <a:lnTo>
                    <a:pt x="60" y="194"/>
                  </a:lnTo>
                  <a:lnTo>
                    <a:pt x="60" y="193"/>
                  </a:lnTo>
                  <a:lnTo>
                    <a:pt x="58" y="192"/>
                  </a:lnTo>
                  <a:lnTo>
                    <a:pt x="56" y="194"/>
                  </a:lnTo>
                  <a:lnTo>
                    <a:pt x="55" y="194"/>
                  </a:lnTo>
                  <a:lnTo>
                    <a:pt x="54" y="193"/>
                  </a:lnTo>
                  <a:lnTo>
                    <a:pt x="52" y="196"/>
                  </a:lnTo>
                  <a:lnTo>
                    <a:pt x="51" y="194"/>
                  </a:lnTo>
                  <a:lnTo>
                    <a:pt x="48" y="196"/>
                  </a:lnTo>
                  <a:lnTo>
                    <a:pt x="48" y="196"/>
                  </a:lnTo>
                  <a:lnTo>
                    <a:pt x="52" y="197"/>
                  </a:lnTo>
                  <a:lnTo>
                    <a:pt x="54" y="197"/>
                  </a:lnTo>
                  <a:lnTo>
                    <a:pt x="54" y="196"/>
                  </a:lnTo>
                  <a:lnTo>
                    <a:pt x="56" y="196"/>
                  </a:lnTo>
                  <a:lnTo>
                    <a:pt x="58" y="197"/>
                  </a:lnTo>
                  <a:lnTo>
                    <a:pt x="60" y="197"/>
                  </a:lnTo>
                  <a:lnTo>
                    <a:pt x="63" y="200"/>
                  </a:lnTo>
                  <a:lnTo>
                    <a:pt x="64" y="198"/>
                  </a:lnTo>
                  <a:lnTo>
                    <a:pt x="66" y="200"/>
                  </a:lnTo>
                  <a:lnTo>
                    <a:pt x="67" y="198"/>
                  </a:lnTo>
                  <a:lnTo>
                    <a:pt x="71" y="198"/>
                  </a:lnTo>
                  <a:lnTo>
                    <a:pt x="72" y="200"/>
                  </a:lnTo>
                  <a:lnTo>
                    <a:pt x="72" y="202"/>
                  </a:lnTo>
                  <a:lnTo>
                    <a:pt x="71" y="204"/>
                  </a:lnTo>
                  <a:lnTo>
                    <a:pt x="68" y="204"/>
                  </a:lnTo>
                  <a:lnTo>
                    <a:pt x="67" y="206"/>
                  </a:lnTo>
                  <a:lnTo>
                    <a:pt x="66" y="206"/>
                  </a:lnTo>
                  <a:lnTo>
                    <a:pt x="66" y="205"/>
                  </a:lnTo>
                  <a:lnTo>
                    <a:pt x="66" y="204"/>
                  </a:lnTo>
                  <a:lnTo>
                    <a:pt x="64" y="205"/>
                  </a:lnTo>
                  <a:lnTo>
                    <a:pt x="64" y="206"/>
                  </a:lnTo>
                  <a:lnTo>
                    <a:pt x="63" y="206"/>
                  </a:lnTo>
                  <a:lnTo>
                    <a:pt x="62" y="208"/>
                  </a:lnTo>
                  <a:lnTo>
                    <a:pt x="62" y="210"/>
                  </a:lnTo>
                  <a:lnTo>
                    <a:pt x="59" y="209"/>
                  </a:lnTo>
                  <a:lnTo>
                    <a:pt x="59" y="210"/>
                  </a:lnTo>
                  <a:lnTo>
                    <a:pt x="58" y="211"/>
                  </a:lnTo>
                  <a:lnTo>
                    <a:pt x="58" y="211"/>
                  </a:lnTo>
                  <a:lnTo>
                    <a:pt x="56" y="211"/>
                  </a:lnTo>
                  <a:lnTo>
                    <a:pt x="55" y="213"/>
                  </a:lnTo>
                  <a:lnTo>
                    <a:pt x="56" y="213"/>
                  </a:lnTo>
                  <a:lnTo>
                    <a:pt x="59" y="215"/>
                  </a:lnTo>
                  <a:lnTo>
                    <a:pt x="55" y="215"/>
                  </a:lnTo>
                  <a:lnTo>
                    <a:pt x="58" y="217"/>
                  </a:lnTo>
                  <a:lnTo>
                    <a:pt x="59" y="218"/>
                  </a:lnTo>
                  <a:lnTo>
                    <a:pt x="58" y="221"/>
                  </a:lnTo>
                  <a:lnTo>
                    <a:pt x="60" y="223"/>
                  </a:lnTo>
                  <a:lnTo>
                    <a:pt x="56" y="223"/>
                  </a:lnTo>
                  <a:lnTo>
                    <a:pt x="54" y="223"/>
                  </a:lnTo>
                  <a:lnTo>
                    <a:pt x="56" y="225"/>
                  </a:lnTo>
                  <a:lnTo>
                    <a:pt x="55" y="227"/>
                  </a:lnTo>
                  <a:lnTo>
                    <a:pt x="58" y="229"/>
                  </a:lnTo>
                  <a:lnTo>
                    <a:pt x="55" y="231"/>
                  </a:lnTo>
                  <a:lnTo>
                    <a:pt x="56" y="233"/>
                  </a:lnTo>
                  <a:lnTo>
                    <a:pt x="55" y="235"/>
                  </a:lnTo>
                  <a:lnTo>
                    <a:pt x="55" y="238"/>
                  </a:lnTo>
                  <a:lnTo>
                    <a:pt x="56" y="239"/>
                  </a:lnTo>
                  <a:lnTo>
                    <a:pt x="56" y="242"/>
                  </a:lnTo>
                  <a:lnTo>
                    <a:pt x="55" y="247"/>
                  </a:lnTo>
                  <a:lnTo>
                    <a:pt x="54" y="250"/>
                  </a:lnTo>
                  <a:lnTo>
                    <a:pt x="52" y="254"/>
                  </a:lnTo>
                  <a:lnTo>
                    <a:pt x="50" y="258"/>
                  </a:lnTo>
                  <a:lnTo>
                    <a:pt x="48" y="255"/>
                  </a:lnTo>
                  <a:lnTo>
                    <a:pt x="47" y="255"/>
                  </a:lnTo>
                  <a:lnTo>
                    <a:pt x="44" y="256"/>
                  </a:lnTo>
                  <a:lnTo>
                    <a:pt x="39" y="255"/>
                  </a:lnTo>
                  <a:lnTo>
                    <a:pt x="39" y="254"/>
                  </a:lnTo>
                  <a:lnTo>
                    <a:pt x="38" y="258"/>
                  </a:lnTo>
                  <a:lnTo>
                    <a:pt x="34" y="258"/>
                  </a:lnTo>
                  <a:lnTo>
                    <a:pt x="33" y="261"/>
                  </a:lnTo>
                  <a:lnTo>
                    <a:pt x="34" y="263"/>
                  </a:lnTo>
                  <a:lnTo>
                    <a:pt x="34" y="264"/>
                  </a:lnTo>
                  <a:lnTo>
                    <a:pt x="33" y="267"/>
                  </a:lnTo>
                  <a:lnTo>
                    <a:pt x="29" y="265"/>
                  </a:lnTo>
                  <a:lnTo>
                    <a:pt x="23" y="267"/>
                  </a:lnTo>
                  <a:lnTo>
                    <a:pt x="21" y="267"/>
                  </a:lnTo>
                  <a:lnTo>
                    <a:pt x="19" y="265"/>
                  </a:lnTo>
                  <a:lnTo>
                    <a:pt x="21" y="264"/>
                  </a:lnTo>
                  <a:lnTo>
                    <a:pt x="19" y="259"/>
                  </a:lnTo>
                  <a:lnTo>
                    <a:pt x="17" y="258"/>
                  </a:lnTo>
                  <a:lnTo>
                    <a:pt x="17" y="255"/>
                  </a:lnTo>
                  <a:lnTo>
                    <a:pt x="16" y="255"/>
                  </a:lnTo>
                  <a:lnTo>
                    <a:pt x="16" y="254"/>
                  </a:lnTo>
                  <a:lnTo>
                    <a:pt x="19" y="252"/>
                  </a:lnTo>
                  <a:lnTo>
                    <a:pt x="21" y="250"/>
                  </a:lnTo>
                  <a:lnTo>
                    <a:pt x="19" y="247"/>
                  </a:lnTo>
                  <a:lnTo>
                    <a:pt x="17" y="248"/>
                  </a:lnTo>
                  <a:lnTo>
                    <a:pt x="16" y="246"/>
                  </a:lnTo>
                  <a:lnTo>
                    <a:pt x="14" y="244"/>
                  </a:lnTo>
                  <a:lnTo>
                    <a:pt x="12" y="243"/>
                  </a:lnTo>
                  <a:lnTo>
                    <a:pt x="12" y="239"/>
                  </a:lnTo>
                  <a:lnTo>
                    <a:pt x="10" y="235"/>
                  </a:lnTo>
                  <a:lnTo>
                    <a:pt x="9" y="234"/>
                  </a:lnTo>
                  <a:lnTo>
                    <a:pt x="8" y="231"/>
                  </a:lnTo>
                  <a:lnTo>
                    <a:pt x="5" y="231"/>
                  </a:lnTo>
                  <a:lnTo>
                    <a:pt x="4" y="229"/>
                  </a:lnTo>
                  <a:lnTo>
                    <a:pt x="5" y="227"/>
                  </a:lnTo>
                  <a:lnTo>
                    <a:pt x="5" y="225"/>
                  </a:lnTo>
                  <a:lnTo>
                    <a:pt x="5" y="223"/>
                  </a:lnTo>
                  <a:lnTo>
                    <a:pt x="5" y="221"/>
                  </a:lnTo>
                  <a:lnTo>
                    <a:pt x="8" y="219"/>
                  </a:lnTo>
                  <a:lnTo>
                    <a:pt x="6" y="218"/>
                  </a:lnTo>
                  <a:lnTo>
                    <a:pt x="5" y="217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4" y="218"/>
                  </a:lnTo>
                  <a:lnTo>
                    <a:pt x="6" y="219"/>
                  </a:lnTo>
                  <a:lnTo>
                    <a:pt x="4" y="221"/>
                  </a:lnTo>
                  <a:lnTo>
                    <a:pt x="4" y="218"/>
                  </a:lnTo>
                  <a:lnTo>
                    <a:pt x="2" y="217"/>
                  </a:lnTo>
                  <a:lnTo>
                    <a:pt x="1" y="215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0" y="206"/>
                  </a:lnTo>
                  <a:lnTo>
                    <a:pt x="1" y="205"/>
                  </a:lnTo>
                  <a:lnTo>
                    <a:pt x="1" y="205"/>
                  </a:lnTo>
                  <a:lnTo>
                    <a:pt x="2" y="205"/>
                  </a:lnTo>
                  <a:lnTo>
                    <a:pt x="5" y="208"/>
                  </a:lnTo>
                  <a:lnTo>
                    <a:pt x="5" y="205"/>
                  </a:lnTo>
                  <a:lnTo>
                    <a:pt x="5" y="198"/>
                  </a:lnTo>
                  <a:lnTo>
                    <a:pt x="4" y="194"/>
                  </a:lnTo>
                  <a:lnTo>
                    <a:pt x="4" y="193"/>
                  </a:lnTo>
                  <a:lnTo>
                    <a:pt x="6" y="192"/>
                  </a:lnTo>
                  <a:lnTo>
                    <a:pt x="5" y="189"/>
                  </a:lnTo>
                  <a:lnTo>
                    <a:pt x="5" y="188"/>
                  </a:lnTo>
                  <a:lnTo>
                    <a:pt x="9" y="188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2" y="180"/>
                  </a:lnTo>
                  <a:lnTo>
                    <a:pt x="10" y="177"/>
                  </a:lnTo>
                  <a:lnTo>
                    <a:pt x="9" y="172"/>
                  </a:lnTo>
                  <a:lnTo>
                    <a:pt x="6" y="168"/>
                  </a:lnTo>
                  <a:lnTo>
                    <a:pt x="8" y="165"/>
                  </a:lnTo>
                  <a:lnTo>
                    <a:pt x="13" y="164"/>
                  </a:lnTo>
                  <a:lnTo>
                    <a:pt x="13" y="160"/>
                  </a:lnTo>
                  <a:lnTo>
                    <a:pt x="14" y="158"/>
                  </a:lnTo>
                  <a:lnTo>
                    <a:pt x="9" y="154"/>
                  </a:lnTo>
                  <a:lnTo>
                    <a:pt x="6" y="151"/>
                  </a:lnTo>
                  <a:lnTo>
                    <a:pt x="6" y="147"/>
                  </a:lnTo>
                  <a:lnTo>
                    <a:pt x="6" y="143"/>
                  </a:lnTo>
                  <a:lnTo>
                    <a:pt x="6" y="138"/>
                  </a:lnTo>
                  <a:lnTo>
                    <a:pt x="5" y="135"/>
                  </a:lnTo>
                  <a:lnTo>
                    <a:pt x="6" y="131"/>
                  </a:lnTo>
                  <a:lnTo>
                    <a:pt x="5" y="125"/>
                  </a:lnTo>
                  <a:lnTo>
                    <a:pt x="4" y="119"/>
                  </a:lnTo>
                  <a:lnTo>
                    <a:pt x="5" y="113"/>
                  </a:lnTo>
                  <a:lnTo>
                    <a:pt x="8" y="109"/>
                  </a:lnTo>
                  <a:lnTo>
                    <a:pt x="10" y="108"/>
                  </a:lnTo>
                  <a:lnTo>
                    <a:pt x="13" y="108"/>
                  </a:lnTo>
                  <a:lnTo>
                    <a:pt x="17" y="108"/>
                  </a:lnTo>
                  <a:lnTo>
                    <a:pt x="19" y="105"/>
                  </a:lnTo>
                  <a:lnTo>
                    <a:pt x="19" y="101"/>
                  </a:lnTo>
                  <a:lnTo>
                    <a:pt x="18" y="100"/>
                  </a:lnTo>
                  <a:lnTo>
                    <a:pt x="18" y="96"/>
                  </a:lnTo>
                  <a:lnTo>
                    <a:pt x="22" y="86"/>
                  </a:lnTo>
                  <a:lnTo>
                    <a:pt x="22" y="81"/>
                  </a:lnTo>
                  <a:lnTo>
                    <a:pt x="23" y="76"/>
                  </a:lnTo>
                  <a:lnTo>
                    <a:pt x="25" y="72"/>
                  </a:lnTo>
                  <a:lnTo>
                    <a:pt x="25" y="69"/>
                  </a:lnTo>
                  <a:lnTo>
                    <a:pt x="23" y="67"/>
                  </a:lnTo>
                  <a:lnTo>
                    <a:pt x="23" y="65"/>
                  </a:lnTo>
                  <a:lnTo>
                    <a:pt x="26" y="63"/>
                  </a:lnTo>
                  <a:lnTo>
                    <a:pt x="31" y="61"/>
                  </a:lnTo>
                  <a:lnTo>
                    <a:pt x="33" y="60"/>
                  </a:lnTo>
                  <a:lnTo>
                    <a:pt x="33" y="58"/>
                  </a:lnTo>
                  <a:lnTo>
                    <a:pt x="37" y="52"/>
                  </a:lnTo>
                  <a:lnTo>
                    <a:pt x="39" y="47"/>
                  </a:lnTo>
                  <a:lnTo>
                    <a:pt x="41" y="44"/>
                  </a:lnTo>
                  <a:lnTo>
                    <a:pt x="39" y="42"/>
                  </a:lnTo>
                  <a:lnTo>
                    <a:pt x="38" y="40"/>
                  </a:lnTo>
                  <a:lnTo>
                    <a:pt x="38" y="34"/>
                  </a:lnTo>
                  <a:lnTo>
                    <a:pt x="39" y="34"/>
                  </a:lnTo>
                  <a:lnTo>
                    <a:pt x="41" y="31"/>
                  </a:lnTo>
                  <a:lnTo>
                    <a:pt x="42" y="29"/>
                  </a:lnTo>
                  <a:lnTo>
                    <a:pt x="43" y="27"/>
                  </a:lnTo>
                  <a:lnTo>
                    <a:pt x="44" y="23"/>
                  </a:lnTo>
                  <a:lnTo>
                    <a:pt x="47" y="22"/>
                  </a:lnTo>
                  <a:lnTo>
                    <a:pt x="50" y="23"/>
                  </a:lnTo>
                  <a:lnTo>
                    <a:pt x="51" y="25"/>
                  </a:lnTo>
                  <a:lnTo>
                    <a:pt x="52" y="25"/>
                  </a:lnTo>
                  <a:lnTo>
                    <a:pt x="54" y="22"/>
                  </a:lnTo>
                  <a:lnTo>
                    <a:pt x="52" y="21"/>
                  </a:lnTo>
                  <a:lnTo>
                    <a:pt x="54" y="19"/>
                  </a:lnTo>
                  <a:lnTo>
                    <a:pt x="54" y="18"/>
                  </a:lnTo>
                  <a:lnTo>
                    <a:pt x="55" y="17"/>
                  </a:lnTo>
                  <a:lnTo>
                    <a:pt x="52" y="13"/>
                  </a:lnTo>
                  <a:lnTo>
                    <a:pt x="54" y="13"/>
                  </a:lnTo>
                  <a:lnTo>
                    <a:pt x="58" y="13"/>
                  </a:lnTo>
                  <a:lnTo>
                    <a:pt x="60" y="11"/>
                  </a:lnTo>
                  <a:lnTo>
                    <a:pt x="64" y="13"/>
                  </a:lnTo>
                  <a:lnTo>
                    <a:pt x="67" y="14"/>
                  </a:lnTo>
                  <a:lnTo>
                    <a:pt x="70" y="14"/>
                  </a:lnTo>
                  <a:lnTo>
                    <a:pt x="71" y="15"/>
                  </a:lnTo>
                  <a:lnTo>
                    <a:pt x="72" y="15"/>
                  </a:lnTo>
                  <a:lnTo>
                    <a:pt x="73" y="15"/>
                  </a:lnTo>
                  <a:lnTo>
                    <a:pt x="73" y="13"/>
                  </a:lnTo>
                  <a:lnTo>
                    <a:pt x="72" y="11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73" y="1"/>
                  </a:lnTo>
                  <a:lnTo>
                    <a:pt x="76" y="1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2" name="Freeform 377"/>
            <p:cNvSpPr>
              <a:spLocks noEditPoints="1"/>
            </p:cNvSpPr>
            <p:nvPr/>
          </p:nvSpPr>
          <p:spPr bwMode="auto">
            <a:xfrm>
              <a:off x="6249974" y="1741600"/>
              <a:ext cx="301992" cy="540540"/>
            </a:xfrm>
            <a:custGeom>
              <a:avLst/>
              <a:gdLst>
                <a:gd name="T0" fmla="*/ 40 w 119"/>
                <a:gd name="T1" fmla="*/ 208 h 213"/>
                <a:gd name="T2" fmla="*/ 36 w 119"/>
                <a:gd name="T3" fmla="*/ 204 h 213"/>
                <a:gd name="T4" fmla="*/ 12 w 119"/>
                <a:gd name="T5" fmla="*/ 202 h 213"/>
                <a:gd name="T6" fmla="*/ 14 w 119"/>
                <a:gd name="T7" fmla="*/ 209 h 213"/>
                <a:gd name="T8" fmla="*/ 7 w 119"/>
                <a:gd name="T9" fmla="*/ 202 h 213"/>
                <a:gd name="T10" fmla="*/ 21 w 119"/>
                <a:gd name="T11" fmla="*/ 200 h 213"/>
                <a:gd name="T12" fmla="*/ 28 w 119"/>
                <a:gd name="T13" fmla="*/ 201 h 213"/>
                <a:gd name="T14" fmla="*/ 19 w 119"/>
                <a:gd name="T15" fmla="*/ 147 h 213"/>
                <a:gd name="T16" fmla="*/ 18 w 119"/>
                <a:gd name="T17" fmla="*/ 144 h 213"/>
                <a:gd name="T18" fmla="*/ 49 w 119"/>
                <a:gd name="T19" fmla="*/ 109 h 213"/>
                <a:gd name="T20" fmla="*/ 64 w 119"/>
                <a:gd name="T21" fmla="*/ 0 h 213"/>
                <a:gd name="T22" fmla="*/ 78 w 119"/>
                <a:gd name="T23" fmla="*/ 10 h 213"/>
                <a:gd name="T24" fmla="*/ 73 w 119"/>
                <a:gd name="T25" fmla="*/ 26 h 213"/>
                <a:gd name="T26" fmla="*/ 79 w 119"/>
                <a:gd name="T27" fmla="*/ 40 h 213"/>
                <a:gd name="T28" fmla="*/ 90 w 119"/>
                <a:gd name="T29" fmla="*/ 56 h 213"/>
                <a:gd name="T30" fmla="*/ 100 w 119"/>
                <a:gd name="T31" fmla="*/ 93 h 213"/>
                <a:gd name="T32" fmla="*/ 98 w 119"/>
                <a:gd name="T33" fmla="*/ 110 h 213"/>
                <a:gd name="T34" fmla="*/ 104 w 119"/>
                <a:gd name="T35" fmla="*/ 122 h 213"/>
                <a:gd name="T36" fmla="*/ 114 w 119"/>
                <a:gd name="T37" fmla="*/ 144 h 213"/>
                <a:gd name="T38" fmla="*/ 106 w 119"/>
                <a:gd name="T39" fmla="*/ 181 h 213"/>
                <a:gd name="T40" fmla="*/ 94 w 119"/>
                <a:gd name="T41" fmla="*/ 198 h 213"/>
                <a:gd name="T42" fmla="*/ 89 w 119"/>
                <a:gd name="T43" fmla="*/ 198 h 213"/>
                <a:gd name="T44" fmla="*/ 77 w 119"/>
                <a:gd name="T45" fmla="*/ 198 h 213"/>
                <a:gd name="T46" fmla="*/ 72 w 119"/>
                <a:gd name="T47" fmla="*/ 197 h 213"/>
                <a:gd name="T48" fmla="*/ 69 w 119"/>
                <a:gd name="T49" fmla="*/ 200 h 213"/>
                <a:gd name="T50" fmla="*/ 56 w 119"/>
                <a:gd name="T51" fmla="*/ 206 h 213"/>
                <a:gd name="T52" fmla="*/ 45 w 119"/>
                <a:gd name="T53" fmla="*/ 209 h 213"/>
                <a:gd name="T54" fmla="*/ 41 w 119"/>
                <a:gd name="T55" fmla="*/ 202 h 213"/>
                <a:gd name="T56" fmla="*/ 33 w 119"/>
                <a:gd name="T57" fmla="*/ 200 h 213"/>
                <a:gd name="T58" fmla="*/ 23 w 119"/>
                <a:gd name="T59" fmla="*/ 198 h 213"/>
                <a:gd name="T60" fmla="*/ 23 w 119"/>
                <a:gd name="T61" fmla="*/ 185 h 213"/>
                <a:gd name="T62" fmla="*/ 20 w 119"/>
                <a:gd name="T63" fmla="*/ 171 h 213"/>
                <a:gd name="T64" fmla="*/ 18 w 119"/>
                <a:gd name="T65" fmla="*/ 164 h 213"/>
                <a:gd name="T66" fmla="*/ 19 w 119"/>
                <a:gd name="T67" fmla="*/ 155 h 213"/>
                <a:gd name="T68" fmla="*/ 23 w 119"/>
                <a:gd name="T69" fmla="*/ 147 h 213"/>
                <a:gd name="T70" fmla="*/ 28 w 119"/>
                <a:gd name="T71" fmla="*/ 143 h 213"/>
                <a:gd name="T72" fmla="*/ 31 w 119"/>
                <a:gd name="T73" fmla="*/ 136 h 213"/>
                <a:gd name="T74" fmla="*/ 36 w 119"/>
                <a:gd name="T75" fmla="*/ 133 h 213"/>
                <a:gd name="T76" fmla="*/ 39 w 119"/>
                <a:gd name="T77" fmla="*/ 126 h 213"/>
                <a:gd name="T78" fmla="*/ 49 w 119"/>
                <a:gd name="T79" fmla="*/ 113 h 213"/>
                <a:gd name="T80" fmla="*/ 56 w 119"/>
                <a:gd name="T81" fmla="*/ 111 h 213"/>
                <a:gd name="T82" fmla="*/ 50 w 119"/>
                <a:gd name="T83" fmla="*/ 98 h 213"/>
                <a:gd name="T84" fmla="*/ 40 w 119"/>
                <a:gd name="T85" fmla="*/ 90 h 213"/>
                <a:gd name="T86" fmla="*/ 35 w 119"/>
                <a:gd name="T87" fmla="*/ 75 h 213"/>
                <a:gd name="T88" fmla="*/ 33 w 119"/>
                <a:gd name="T89" fmla="*/ 59 h 213"/>
                <a:gd name="T90" fmla="*/ 29 w 119"/>
                <a:gd name="T91" fmla="*/ 46 h 213"/>
                <a:gd name="T92" fmla="*/ 21 w 119"/>
                <a:gd name="T93" fmla="*/ 38 h 213"/>
                <a:gd name="T94" fmla="*/ 3 w 119"/>
                <a:gd name="T95" fmla="*/ 27 h 213"/>
                <a:gd name="T96" fmla="*/ 3 w 119"/>
                <a:gd name="T97" fmla="*/ 21 h 213"/>
                <a:gd name="T98" fmla="*/ 16 w 119"/>
                <a:gd name="T99" fmla="*/ 31 h 213"/>
                <a:gd name="T100" fmla="*/ 36 w 119"/>
                <a:gd name="T101" fmla="*/ 31 h 213"/>
                <a:gd name="T102" fmla="*/ 48 w 119"/>
                <a:gd name="T103" fmla="*/ 26 h 213"/>
                <a:gd name="T104" fmla="*/ 47 w 119"/>
                <a:gd name="T105" fmla="*/ 9 h 213"/>
                <a:gd name="T106" fmla="*/ 57 w 119"/>
                <a:gd name="T107" fmla="*/ 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9" h="213">
                  <a:moveTo>
                    <a:pt x="40" y="208"/>
                  </a:moveTo>
                  <a:lnTo>
                    <a:pt x="41" y="209"/>
                  </a:lnTo>
                  <a:lnTo>
                    <a:pt x="40" y="210"/>
                  </a:lnTo>
                  <a:lnTo>
                    <a:pt x="39" y="209"/>
                  </a:lnTo>
                  <a:lnTo>
                    <a:pt x="40" y="209"/>
                  </a:lnTo>
                  <a:lnTo>
                    <a:pt x="40" y="208"/>
                  </a:lnTo>
                  <a:close/>
                  <a:moveTo>
                    <a:pt x="37" y="205"/>
                  </a:moveTo>
                  <a:lnTo>
                    <a:pt x="37" y="206"/>
                  </a:lnTo>
                  <a:lnTo>
                    <a:pt x="37" y="206"/>
                  </a:lnTo>
                  <a:lnTo>
                    <a:pt x="37" y="205"/>
                  </a:lnTo>
                  <a:close/>
                  <a:moveTo>
                    <a:pt x="36" y="202"/>
                  </a:moveTo>
                  <a:lnTo>
                    <a:pt x="36" y="204"/>
                  </a:lnTo>
                  <a:lnTo>
                    <a:pt x="33" y="205"/>
                  </a:lnTo>
                  <a:lnTo>
                    <a:pt x="32" y="204"/>
                  </a:lnTo>
                  <a:lnTo>
                    <a:pt x="32" y="202"/>
                  </a:lnTo>
                  <a:lnTo>
                    <a:pt x="36" y="202"/>
                  </a:lnTo>
                  <a:close/>
                  <a:moveTo>
                    <a:pt x="10" y="200"/>
                  </a:moveTo>
                  <a:lnTo>
                    <a:pt x="12" y="202"/>
                  </a:lnTo>
                  <a:lnTo>
                    <a:pt x="14" y="204"/>
                  </a:lnTo>
                  <a:lnTo>
                    <a:pt x="11" y="204"/>
                  </a:lnTo>
                  <a:lnTo>
                    <a:pt x="11" y="205"/>
                  </a:lnTo>
                  <a:lnTo>
                    <a:pt x="12" y="206"/>
                  </a:lnTo>
                  <a:lnTo>
                    <a:pt x="14" y="206"/>
                  </a:lnTo>
                  <a:lnTo>
                    <a:pt x="14" y="209"/>
                  </a:lnTo>
                  <a:lnTo>
                    <a:pt x="12" y="209"/>
                  </a:lnTo>
                  <a:lnTo>
                    <a:pt x="11" y="208"/>
                  </a:lnTo>
                  <a:lnTo>
                    <a:pt x="8" y="206"/>
                  </a:lnTo>
                  <a:lnTo>
                    <a:pt x="7" y="205"/>
                  </a:lnTo>
                  <a:lnTo>
                    <a:pt x="6" y="204"/>
                  </a:lnTo>
                  <a:lnTo>
                    <a:pt x="7" y="202"/>
                  </a:lnTo>
                  <a:lnTo>
                    <a:pt x="10" y="204"/>
                  </a:lnTo>
                  <a:lnTo>
                    <a:pt x="10" y="202"/>
                  </a:lnTo>
                  <a:lnTo>
                    <a:pt x="8" y="202"/>
                  </a:lnTo>
                  <a:lnTo>
                    <a:pt x="8" y="200"/>
                  </a:lnTo>
                  <a:lnTo>
                    <a:pt x="10" y="200"/>
                  </a:lnTo>
                  <a:close/>
                  <a:moveTo>
                    <a:pt x="21" y="200"/>
                  </a:moveTo>
                  <a:lnTo>
                    <a:pt x="24" y="200"/>
                  </a:lnTo>
                  <a:lnTo>
                    <a:pt x="23" y="201"/>
                  </a:lnTo>
                  <a:lnTo>
                    <a:pt x="21" y="200"/>
                  </a:lnTo>
                  <a:close/>
                  <a:moveTo>
                    <a:pt x="28" y="198"/>
                  </a:moveTo>
                  <a:lnTo>
                    <a:pt x="29" y="201"/>
                  </a:lnTo>
                  <a:lnTo>
                    <a:pt x="28" y="201"/>
                  </a:lnTo>
                  <a:lnTo>
                    <a:pt x="28" y="201"/>
                  </a:lnTo>
                  <a:lnTo>
                    <a:pt x="28" y="198"/>
                  </a:lnTo>
                  <a:close/>
                  <a:moveTo>
                    <a:pt x="16" y="146"/>
                  </a:moveTo>
                  <a:lnTo>
                    <a:pt x="18" y="146"/>
                  </a:lnTo>
                  <a:lnTo>
                    <a:pt x="19" y="146"/>
                  </a:lnTo>
                  <a:lnTo>
                    <a:pt x="19" y="147"/>
                  </a:lnTo>
                  <a:lnTo>
                    <a:pt x="16" y="148"/>
                  </a:lnTo>
                  <a:lnTo>
                    <a:pt x="15" y="147"/>
                  </a:lnTo>
                  <a:lnTo>
                    <a:pt x="16" y="146"/>
                  </a:lnTo>
                  <a:close/>
                  <a:moveTo>
                    <a:pt x="18" y="142"/>
                  </a:moveTo>
                  <a:lnTo>
                    <a:pt x="19" y="143"/>
                  </a:lnTo>
                  <a:lnTo>
                    <a:pt x="18" y="144"/>
                  </a:lnTo>
                  <a:lnTo>
                    <a:pt x="16" y="144"/>
                  </a:lnTo>
                  <a:lnTo>
                    <a:pt x="18" y="142"/>
                  </a:lnTo>
                  <a:close/>
                  <a:moveTo>
                    <a:pt x="48" y="108"/>
                  </a:moveTo>
                  <a:lnTo>
                    <a:pt x="52" y="108"/>
                  </a:lnTo>
                  <a:lnTo>
                    <a:pt x="52" y="109"/>
                  </a:lnTo>
                  <a:lnTo>
                    <a:pt x="49" y="109"/>
                  </a:lnTo>
                  <a:lnTo>
                    <a:pt x="50" y="110"/>
                  </a:lnTo>
                  <a:lnTo>
                    <a:pt x="49" y="111"/>
                  </a:lnTo>
                  <a:lnTo>
                    <a:pt x="48" y="111"/>
                  </a:lnTo>
                  <a:lnTo>
                    <a:pt x="45" y="109"/>
                  </a:lnTo>
                  <a:lnTo>
                    <a:pt x="48" y="108"/>
                  </a:lnTo>
                  <a:close/>
                  <a:moveTo>
                    <a:pt x="64" y="0"/>
                  </a:moveTo>
                  <a:lnTo>
                    <a:pt x="66" y="1"/>
                  </a:lnTo>
                  <a:lnTo>
                    <a:pt x="69" y="5"/>
                  </a:lnTo>
                  <a:lnTo>
                    <a:pt x="70" y="6"/>
                  </a:lnTo>
                  <a:lnTo>
                    <a:pt x="73" y="8"/>
                  </a:lnTo>
                  <a:lnTo>
                    <a:pt x="77" y="8"/>
                  </a:lnTo>
                  <a:lnTo>
                    <a:pt x="78" y="10"/>
                  </a:lnTo>
                  <a:lnTo>
                    <a:pt x="81" y="11"/>
                  </a:lnTo>
                  <a:lnTo>
                    <a:pt x="79" y="14"/>
                  </a:lnTo>
                  <a:lnTo>
                    <a:pt x="78" y="18"/>
                  </a:lnTo>
                  <a:lnTo>
                    <a:pt x="78" y="23"/>
                  </a:lnTo>
                  <a:lnTo>
                    <a:pt x="75" y="25"/>
                  </a:lnTo>
                  <a:lnTo>
                    <a:pt x="73" y="26"/>
                  </a:lnTo>
                  <a:lnTo>
                    <a:pt x="75" y="26"/>
                  </a:lnTo>
                  <a:lnTo>
                    <a:pt x="74" y="29"/>
                  </a:lnTo>
                  <a:lnTo>
                    <a:pt x="74" y="33"/>
                  </a:lnTo>
                  <a:lnTo>
                    <a:pt x="75" y="35"/>
                  </a:lnTo>
                  <a:lnTo>
                    <a:pt x="77" y="40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3" y="46"/>
                  </a:lnTo>
                  <a:lnTo>
                    <a:pt x="85" y="47"/>
                  </a:lnTo>
                  <a:lnTo>
                    <a:pt x="90" y="51"/>
                  </a:lnTo>
                  <a:lnTo>
                    <a:pt x="91" y="52"/>
                  </a:lnTo>
                  <a:lnTo>
                    <a:pt x="90" y="56"/>
                  </a:lnTo>
                  <a:lnTo>
                    <a:pt x="89" y="60"/>
                  </a:lnTo>
                  <a:lnTo>
                    <a:pt x="86" y="65"/>
                  </a:lnTo>
                  <a:lnTo>
                    <a:pt x="89" y="68"/>
                  </a:lnTo>
                  <a:lnTo>
                    <a:pt x="90" y="72"/>
                  </a:lnTo>
                  <a:lnTo>
                    <a:pt x="95" y="80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101"/>
                  </a:lnTo>
                  <a:lnTo>
                    <a:pt x="98" y="104"/>
                  </a:lnTo>
                  <a:lnTo>
                    <a:pt x="100" y="104"/>
                  </a:lnTo>
                  <a:lnTo>
                    <a:pt x="98" y="106"/>
                  </a:lnTo>
                  <a:lnTo>
                    <a:pt x="98" y="110"/>
                  </a:lnTo>
                  <a:lnTo>
                    <a:pt x="99" y="111"/>
                  </a:lnTo>
                  <a:lnTo>
                    <a:pt x="103" y="113"/>
                  </a:lnTo>
                  <a:lnTo>
                    <a:pt x="103" y="114"/>
                  </a:lnTo>
                  <a:lnTo>
                    <a:pt x="103" y="115"/>
                  </a:lnTo>
                  <a:lnTo>
                    <a:pt x="103" y="119"/>
                  </a:lnTo>
                  <a:lnTo>
                    <a:pt x="104" y="122"/>
                  </a:lnTo>
                  <a:lnTo>
                    <a:pt x="108" y="125"/>
                  </a:lnTo>
                  <a:lnTo>
                    <a:pt x="108" y="129"/>
                  </a:lnTo>
                  <a:lnTo>
                    <a:pt x="106" y="131"/>
                  </a:lnTo>
                  <a:lnTo>
                    <a:pt x="104" y="135"/>
                  </a:lnTo>
                  <a:lnTo>
                    <a:pt x="111" y="143"/>
                  </a:lnTo>
                  <a:lnTo>
                    <a:pt x="114" y="144"/>
                  </a:lnTo>
                  <a:lnTo>
                    <a:pt x="119" y="150"/>
                  </a:lnTo>
                  <a:lnTo>
                    <a:pt x="119" y="154"/>
                  </a:lnTo>
                  <a:lnTo>
                    <a:pt x="116" y="161"/>
                  </a:lnTo>
                  <a:lnTo>
                    <a:pt x="111" y="169"/>
                  </a:lnTo>
                  <a:lnTo>
                    <a:pt x="108" y="176"/>
                  </a:lnTo>
                  <a:lnTo>
                    <a:pt x="106" y="181"/>
                  </a:lnTo>
                  <a:lnTo>
                    <a:pt x="102" y="186"/>
                  </a:lnTo>
                  <a:lnTo>
                    <a:pt x="99" y="188"/>
                  </a:lnTo>
                  <a:lnTo>
                    <a:pt x="94" y="193"/>
                  </a:lnTo>
                  <a:lnTo>
                    <a:pt x="94" y="196"/>
                  </a:lnTo>
                  <a:lnTo>
                    <a:pt x="94" y="197"/>
                  </a:lnTo>
                  <a:lnTo>
                    <a:pt x="94" y="198"/>
                  </a:lnTo>
                  <a:lnTo>
                    <a:pt x="91" y="197"/>
                  </a:lnTo>
                  <a:lnTo>
                    <a:pt x="91" y="196"/>
                  </a:lnTo>
                  <a:lnTo>
                    <a:pt x="89" y="196"/>
                  </a:lnTo>
                  <a:lnTo>
                    <a:pt x="89" y="196"/>
                  </a:lnTo>
                  <a:lnTo>
                    <a:pt x="89" y="197"/>
                  </a:lnTo>
                  <a:lnTo>
                    <a:pt x="89" y="198"/>
                  </a:lnTo>
                  <a:lnTo>
                    <a:pt x="85" y="200"/>
                  </a:lnTo>
                  <a:lnTo>
                    <a:pt x="83" y="197"/>
                  </a:lnTo>
                  <a:lnTo>
                    <a:pt x="81" y="198"/>
                  </a:lnTo>
                  <a:lnTo>
                    <a:pt x="79" y="200"/>
                  </a:lnTo>
                  <a:lnTo>
                    <a:pt x="78" y="198"/>
                  </a:lnTo>
                  <a:lnTo>
                    <a:pt x="77" y="198"/>
                  </a:lnTo>
                  <a:lnTo>
                    <a:pt x="77" y="200"/>
                  </a:lnTo>
                  <a:lnTo>
                    <a:pt x="75" y="200"/>
                  </a:lnTo>
                  <a:lnTo>
                    <a:pt x="74" y="197"/>
                  </a:lnTo>
                  <a:lnTo>
                    <a:pt x="74" y="200"/>
                  </a:lnTo>
                  <a:lnTo>
                    <a:pt x="73" y="198"/>
                  </a:lnTo>
                  <a:lnTo>
                    <a:pt x="72" y="197"/>
                  </a:lnTo>
                  <a:lnTo>
                    <a:pt x="70" y="197"/>
                  </a:lnTo>
                  <a:lnTo>
                    <a:pt x="72" y="200"/>
                  </a:lnTo>
                  <a:lnTo>
                    <a:pt x="70" y="200"/>
                  </a:lnTo>
                  <a:lnTo>
                    <a:pt x="69" y="202"/>
                  </a:lnTo>
                  <a:lnTo>
                    <a:pt x="68" y="202"/>
                  </a:lnTo>
                  <a:lnTo>
                    <a:pt x="69" y="200"/>
                  </a:lnTo>
                  <a:lnTo>
                    <a:pt x="68" y="200"/>
                  </a:lnTo>
                  <a:lnTo>
                    <a:pt x="66" y="202"/>
                  </a:lnTo>
                  <a:lnTo>
                    <a:pt x="64" y="202"/>
                  </a:lnTo>
                  <a:lnTo>
                    <a:pt x="61" y="201"/>
                  </a:lnTo>
                  <a:lnTo>
                    <a:pt x="61" y="202"/>
                  </a:lnTo>
                  <a:lnTo>
                    <a:pt x="56" y="206"/>
                  </a:lnTo>
                  <a:lnTo>
                    <a:pt x="54" y="206"/>
                  </a:lnTo>
                  <a:lnTo>
                    <a:pt x="50" y="209"/>
                  </a:lnTo>
                  <a:lnTo>
                    <a:pt x="48" y="209"/>
                  </a:lnTo>
                  <a:lnTo>
                    <a:pt x="47" y="210"/>
                  </a:lnTo>
                  <a:lnTo>
                    <a:pt x="47" y="208"/>
                  </a:lnTo>
                  <a:lnTo>
                    <a:pt x="45" y="209"/>
                  </a:lnTo>
                  <a:lnTo>
                    <a:pt x="44" y="213"/>
                  </a:lnTo>
                  <a:lnTo>
                    <a:pt x="43" y="211"/>
                  </a:lnTo>
                  <a:lnTo>
                    <a:pt x="44" y="209"/>
                  </a:lnTo>
                  <a:lnTo>
                    <a:pt x="43" y="208"/>
                  </a:lnTo>
                  <a:lnTo>
                    <a:pt x="40" y="204"/>
                  </a:lnTo>
                  <a:lnTo>
                    <a:pt x="41" y="202"/>
                  </a:lnTo>
                  <a:lnTo>
                    <a:pt x="41" y="200"/>
                  </a:lnTo>
                  <a:lnTo>
                    <a:pt x="39" y="202"/>
                  </a:lnTo>
                  <a:lnTo>
                    <a:pt x="37" y="202"/>
                  </a:lnTo>
                  <a:lnTo>
                    <a:pt x="39" y="201"/>
                  </a:lnTo>
                  <a:lnTo>
                    <a:pt x="37" y="200"/>
                  </a:lnTo>
                  <a:lnTo>
                    <a:pt x="33" y="200"/>
                  </a:lnTo>
                  <a:lnTo>
                    <a:pt x="32" y="198"/>
                  </a:lnTo>
                  <a:lnTo>
                    <a:pt x="31" y="200"/>
                  </a:lnTo>
                  <a:lnTo>
                    <a:pt x="28" y="196"/>
                  </a:lnTo>
                  <a:lnTo>
                    <a:pt x="27" y="198"/>
                  </a:lnTo>
                  <a:lnTo>
                    <a:pt x="25" y="197"/>
                  </a:lnTo>
                  <a:lnTo>
                    <a:pt x="23" y="198"/>
                  </a:lnTo>
                  <a:lnTo>
                    <a:pt x="21" y="197"/>
                  </a:lnTo>
                  <a:lnTo>
                    <a:pt x="21" y="196"/>
                  </a:lnTo>
                  <a:lnTo>
                    <a:pt x="23" y="193"/>
                  </a:lnTo>
                  <a:lnTo>
                    <a:pt x="21" y="190"/>
                  </a:lnTo>
                  <a:lnTo>
                    <a:pt x="21" y="186"/>
                  </a:lnTo>
                  <a:lnTo>
                    <a:pt x="23" y="185"/>
                  </a:lnTo>
                  <a:lnTo>
                    <a:pt x="23" y="181"/>
                  </a:lnTo>
                  <a:lnTo>
                    <a:pt x="24" y="180"/>
                  </a:lnTo>
                  <a:lnTo>
                    <a:pt x="23" y="177"/>
                  </a:lnTo>
                  <a:lnTo>
                    <a:pt x="23" y="176"/>
                  </a:lnTo>
                  <a:lnTo>
                    <a:pt x="21" y="175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68"/>
                  </a:lnTo>
                  <a:lnTo>
                    <a:pt x="20" y="167"/>
                  </a:lnTo>
                  <a:lnTo>
                    <a:pt x="20" y="164"/>
                  </a:lnTo>
                  <a:lnTo>
                    <a:pt x="19" y="163"/>
                  </a:lnTo>
                  <a:lnTo>
                    <a:pt x="18" y="164"/>
                  </a:lnTo>
                  <a:lnTo>
                    <a:pt x="18" y="161"/>
                  </a:lnTo>
                  <a:lnTo>
                    <a:pt x="18" y="160"/>
                  </a:lnTo>
                  <a:lnTo>
                    <a:pt x="18" y="159"/>
                  </a:lnTo>
                  <a:lnTo>
                    <a:pt x="16" y="156"/>
                  </a:lnTo>
                  <a:lnTo>
                    <a:pt x="18" y="155"/>
                  </a:lnTo>
                  <a:lnTo>
                    <a:pt x="19" y="155"/>
                  </a:lnTo>
                  <a:lnTo>
                    <a:pt x="20" y="152"/>
                  </a:lnTo>
                  <a:lnTo>
                    <a:pt x="19" y="150"/>
                  </a:lnTo>
                  <a:lnTo>
                    <a:pt x="20" y="150"/>
                  </a:lnTo>
                  <a:lnTo>
                    <a:pt x="19" y="147"/>
                  </a:lnTo>
                  <a:lnTo>
                    <a:pt x="21" y="146"/>
                  </a:lnTo>
                  <a:lnTo>
                    <a:pt x="23" y="147"/>
                  </a:lnTo>
                  <a:lnTo>
                    <a:pt x="23" y="148"/>
                  </a:lnTo>
                  <a:lnTo>
                    <a:pt x="24" y="148"/>
                  </a:lnTo>
                  <a:lnTo>
                    <a:pt x="25" y="147"/>
                  </a:lnTo>
                  <a:lnTo>
                    <a:pt x="27" y="146"/>
                  </a:lnTo>
                  <a:lnTo>
                    <a:pt x="28" y="144"/>
                  </a:lnTo>
                  <a:lnTo>
                    <a:pt x="28" y="143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8" y="142"/>
                  </a:lnTo>
                  <a:lnTo>
                    <a:pt x="28" y="140"/>
                  </a:lnTo>
                  <a:lnTo>
                    <a:pt x="29" y="138"/>
                  </a:lnTo>
                  <a:lnTo>
                    <a:pt x="31" y="136"/>
                  </a:lnTo>
                  <a:lnTo>
                    <a:pt x="32" y="138"/>
                  </a:lnTo>
                  <a:lnTo>
                    <a:pt x="35" y="139"/>
                  </a:lnTo>
                  <a:lnTo>
                    <a:pt x="33" y="138"/>
                  </a:lnTo>
                  <a:lnTo>
                    <a:pt x="32" y="135"/>
                  </a:lnTo>
                  <a:lnTo>
                    <a:pt x="33" y="133"/>
                  </a:lnTo>
                  <a:lnTo>
                    <a:pt x="36" y="133"/>
                  </a:lnTo>
                  <a:lnTo>
                    <a:pt x="37" y="131"/>
                  </a:lnTo>
                  <a:lnTo>
                    <a:pt x="36" y="129"/>
                  </a:lnTo>
                  <a:lnTo>
                    <a:pt x="37" y="129"/>
                  </a:lnTo>
                  <a:lnTo>
                    <a:pt x="37" y="130"/>
                  </a:lnTo>
                  <a:lnTo>
                    <a:pt x="39" y="129"/>
                  </a:lnTo>
                  <a:lnTo>
                    <a:pt x="39" y="126"/>
                  </a:lnTo>
                  <a:lnTo>
                    <a:pt x="43" y="122"/>
                  </a:lnTo>
                  <a:lnTo>
                    <a:pt x="44" y="121"/>
                  </a:lnTo>
                  <a:lnTo>
                    <a:pt x="44" y="119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9" y="113"/>
                  </a:lnTo>
                  <a:lnTo>
                    <a:pt x="52" y="113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2" y="111"/>
                  </a:lnTo>
                  <a:lnTo>
                    <a:pt x="53" y="110"/>
                  </a:lnTo>
                  <a:lnTo>
                    <a:pt x="56" y="111"/>
                  </a:lnTo>
                  <a:lnTo>
                    <a:pt x="52" y="108"/>
                  </a:lnTo>
                  <a:lnTo>
                    <a:pt x="53" y="108"/>
                  </a:lnTo>
                  <a:lnTo>
                    <a:pt x="53" y="104"/>
                  </a:lnTo>
                  <a:lnTo>
                    <a:pt x="52" y="102"/>
                  </a:lnTo>
                  <a:lnTo>
                    <a:pt x="53" y="101"/>
                  </a:lnTo>
                  <a:lnTo>
                    <a:pt x="50" y="98"/>
                  </a:lnTo>
                  <a:lnTo>
                    <a:pt x="47" y="98"/>
                  </a:lnTo>
                  <a:lnTo>
                    <a:pt x="44" y="96"/>
                  </a:lnTo>
                  <a:lnTo>
                    <a:pt x="41" y="96"/>
                  </a:lnTo>
                  <a:lnTo>
                    <a:pt x="41" y="94"/>
                  </a:lnTo>
                  <a:lnTo>
                    <a:pt x="41" y="92"/>
                  </a:lnTo>
                  <a:lnTo>
                    <a:pt x="40" y="90"/>
                  </a:lnTo>
                  <a:lnTo>
                    <a:pt x="37" y="86"/>
                  </a:lnTo>
                  <a:lnTo>
                    <a:pt x="35" y="86"/>
                  </a:lnTo>
                  <a:lnTo>
                    <a:pt x="35" y="83"/>
                  </a:lnTo>
                  <a:lnTo>
                    <a:pt x="35" y="81"/>
                  </a:lnTo>
                  <a:lnTo>
                    <a:pt x="35" y="76"/>
                  </a:lnTo>
                  <a:lnTo>
                    <a:pt x="35" y="75"/>
                  </a:lnTo>
                  <a:lnTo>
                    <a:pt x="35" y="72"/>
                  </a:lnTo>
                  <a:lnTo>
                    <a:pt x="35" y="68"/>
                  </a:lnTo>
                  <a:lnTo>
                    <a:pt x="33" y="67"/>
                  </a:lnTo>
                  <a:lnTo>
                    <a:pt x="32" y="63"/>
                  </a:lnTo>
                  <a:lnTo>
                    <a:pt x="33" y="61"/>
                  </a:lnTo>
                  <a:lnTo>
                    <a:pt x="33" y="59"/>
                  </a:lnTo>
                  <a:lnTo>
                    <a:pt x="29" y="59"/>
                  </a:lnTo>
                  <a:lnTo>
                    <a:pt x="29" y="56"/>
                  </a:lnTo>
                  <a:lnTo>
                    <a:pt x="31" y="54"/>
                  </a:lnTo>
                  <a:lnTo>
                    <a:pt x="29" y="50"/>
                  </a:lnTo>
                  <a:lnTo>
                    <a:pt x="31" y="47"/>
                  </a:lnTo>
                  <a:lnTo>
                    <a:pt x="29" y="46"/>
                  </a:lnTo>
                  <a:lnTo>
                    <a:pt x="28" y="46"/>
                  </a:lnTo>
                  <a:lnTo>
                    <a:pt x="25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0"/>
                  </a:lnTo>
                  <a:lnTo>
                    <a:pt x="21" y="38"/>
                  </a:lnTo>
                  <a:lnTo>
                    <a:pt x="19" y="38"/>
                  </a:lnTo>
                  <a:lnTo>
                    <a:pt x="18" y="36"/>
                  </a:lnTo>
                  <a:lnTo>
                    <a:pt x="12" y="36"/>
                  </a:lnTo>
                  <a:lnTo>
                    <a:pt x="10" y="34"/>
                  </a:lnTo>
                  <a:lnTo>
                    <a:pt x="6" y="29"/>
                  </a:lnTo>
                  <a:lnTo>
                    <a:pt x="3" y="27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3" y="25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4" y="19"/>
                  </a:lnTo>
                  <a:lnTo>
                    <a:pt x="7" y="19"/>
                  </a:lnTo>
                  <a:lnTo>
                    <a:pt x="8" y="22"/>
                  </a:lnTo>
                  <a:lnTo>
                    <a:pt x="14" y="26"/>
                  </a:lnTo>
                  <a:lnTo>
                    <a:pt x="14" y="29"/>
                  </a:lnTo>
                  <a:lnTo>
                    <a:pt x="16" y="31"/>
                  </a:lnTo>
                  <a:lnTo>
                    <a:pt x="19" y="33"/>
                  </a:lnTo>
                  <a:lnTo>
                    <a:pt x="25" y="33"/>
                  </a:lnTo>
                  <a:lnTo>
                    <a:pt x="28" y="30"/>
                  </a:lnTo>
                  <a:lnTo>
                    <a:pt x="29" y="29"/>
                  </a:lnTo>
                  <a:lnTo>
                    <a:pt x="32" y="29"/>
                  </a:lnTo>
                  <a:lnTo>
                    <a:pt x="36" y="31"/>
                  </a:lnTo>
                  <a:lnTo>
                    <a:pt x="39" y="31"/>
                  </a:lnTo>
                  <a:lnTo>
                    <a:pt x="40" y="29"/>
                  </a:lnTo>
                  <a:lnTo>
                    <a:pt x="41" y="29"/>
                  </a:lnTo>
                  <a:lnTo>
                    <a:pt x="44" y="26"/>
                  </a:lnTo>
                  <a:lnTo>
                    <a:pt x="45" y="27"/>
                  </a:lnTo>
                  <a:lnTo>
                    <a:pt x="48" y="26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7" y="18"/>
                  </a:lnTo>
                  <a:lnTo>
                    <a:pt x="47" y="11"/>
                  </a:lnTo>
                  <a:lnTo>
                    <a:pt x="48" y="10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50" y="5"/>
                  </a:lnTo>
                  <a:lnTo>
                    <a:pt x="49" y="4"/>
                  </a:lnTo>
                  <a:lnTo>
                    <a:pt x="52" y="2"/>
                  </a:lnTo>
                  <a:lnTo>
                    <a:pt x="56" y="4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8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3" name="Freeform 378"/>
            <p:cNvSpPr>
              <a:spLocks noEditPoints="1"/>
            </p:cNvSpPr>
            <p:nvPr/>
          </p:nvSpPr>
          <p:spPr bwMode="auto">
            <a:xfrm>
              <a:off x="6333719" y="2282139"/>
              <a:ext cx="162416" cy="109124"/>
            </a:xfrm>
            <a:custGeom>
              <a:avLst/>
              <a:gdLst>
                <a:gd name="T0" fmla="*/ 7 w 64"/>
                <a:gd name="T1" fmla="*/ 22 h 43"/>
                <a:gd name="T2" fmla="*/ 12 w 64"/>
                <a:gd name="T3" fmla="*/ 23 h 43"/>
                <a:gd name="T4" fmla="*/ 14 w 64"/>
                <a:gd name="T5" fmla="*/ 25 h 43"/>
                <a:gd name="T6" fmla="*/ 12 w 64"/>
                <a:gd name="T7" fmla="*/ 25 h 43"/>
                <a:gd name="T8" fmla="*/ 10 w 64"/>
                <a:gd name="T9" fmla="*/ 29 h 43"/>
                <a:gd name="T10" fmla="*/ 4 w 64"/>
                <a:gd name="T11" fmla="*/ 33 h 43"/>
                <a:gd name="T12" fmla="*/ 3 w 64"/>
                <a:gd name="T13" fmla="*/ 35 h 43"/>
                <a:gd name="T14" fmla="*/ 2 w 64"/>
                <a:gd name="T15" fmla="*/ 33 h 43"/>
                <a:gd name="T16" fmla="*/ 4 w 64"/>
                <a:gd name="T17" fmla="*/ 31 h 43"/>
                <a:gd name="T18" fmla="*/ 0 w 64"/>
                <a:gd name="T19" fmla="*/ 29 h 43"/>
                <a:gd name="T20" fmla="*/ 2 w 64"/>
                <a:gd name="T21" fmla="*/ 26 h 43"/>
                <a:gd name="T22" fmla="*/ 0 w 64"/>
                <a:gd name="T23" fmla="*/ 25 h 43"/>
                <a:gd name="T24" fmla="*/ 0 w 64"/>
                <a:gd name="T25" fmla="*/ 23 h 43"/>
                <a:gd name="T26" fmla="*/ 3 w 64"/>
                <a:gd name="T27" fmla="*/ 25 h 43"/>
                <a:gd name="T28" fmla="*/ 4 w 64"/>
                <a:gd name="T29" fmla="*/ 23 h 43"/>
                <a:gd name="T30" fmla="*/ 12 w 64"/>
                <a:gd name="T31" fmla="*/ 21 h 43"/>
                <a:gd name="T32" fmla="*/ 16 w 64"/>
                <a:gd name="T33" fmla="*/ 23 h 43"/>
                <a:gd name="T34" fmla="*/ 12 w 64"/>
                <a:gd name="T35" fmla="*/ 22 h 43"/>
                <a:gd name="T36" fmla="*/ 14 w 64"/>
                <a:gd name="T37" fmla="*/ 14 h 43"/>
                <a:gd name="T38" fmla="*/ 12 w 64"/>
                <a:gd name="T39" fmla="*/ 16 h 43"/>
                <a:gd name="T40" fmla="*/ 14 w 64"/>
                <a:gd name="T41" fmla="*/ 14 h 43"/>
                <a:gd name="T42" fmla="*/ 7 w 64"/>
                <a:gd name="T43" fmla="*/ 14 h 43"/>
                <a:gd name="T44" fmla="*/ 11 w 64"/>
                <a:gd name="T45" fmla="*/ 16 h 43"/>
                <a:gd name="T46" fmla="*/ 11 w 64"/>
                <a:gd name="T47" fmla="*/ 17 h 43"/>
                <a:gd name="T48" fmla="*/ 7 w 64"/>
                <a:gd name="T49" fmla="*/ 21 h 43"/>
                <a:gd name="T50" fmla="*/ 4 w 64"/>
                <a:gd name="T51" fmla="*/ 18 h 43"/>
                <a:gd name="T52" fmla="*/ 2 w 64"/>
                <a:gd name="T53" fmla="*/ 18 h 43"/>
                <a:gd name="T54" fmla="*/ 6 w 64"/>
                <a:gd name="T55" fmla="*/ 16 h 43"/>
                <a:gd name="T56" fmla="*/ 36 w 64"/>
                <a:gd name="T57" fmla="*/ 0 h 43"/>
                <a:gd name="T58" fmla="*/ 41 w 64"/>
                <a:gd name="T59" fmla="*/ 2 h 43"/>
                <a:gd name="T60" fmla="*/ 48 w 64"/>
                <a:gd name="T61" fmla="*/ 2 h 43"/>
                <a:gd name="T62" fmla="*/ 61 w 64"/>
                <a:gd name="T63" fmla="*/ 6 h 43"/>
                <a:gd name="T64" fmla="*/ 62 w 64"/>
                <a:gd name="T65" fmla="*/ 6 h 43"/>
                <a:gd name="T66" fmla="*/ 62 w 64"/>
                <a:gd name="T67" fmla="*/ 8 h 43"/>
                <a:gd name="T68" fmla="*/ 60 w 64"/>
                <a:gd name="T69" fmla="*/ 14 h 43"/>
                <a:gd name="T70" fmla="*/ 57 w 64"/>
                <a:gd name="T71" fmla="*/ 23 h 43"/>
                <a:gd name="T72" fmla="*/ 64 w 64"/>
                <a:gd name="T73" fmla="*/ 35 h 43"/>
                <a:gd name="T74" fmla="*/ 61 w 64"/>
                <a:gd name="T75" fmla="*/ 39 h 43"/>
                <a:gd name="T76" fmla="*/ 56 w 64"/>
                <a:gd name="T77" fmla="*/ 42 h 43"/>
                <a:gd name="T78" fmla="*/ 50 w 64"/>
                <a:gd name="T79" fmla="*/ 41 h 43"/>
                <a:gd name="T80" fmla="*/ 46 w 64"/>
                <a:gd name="T81" fmla="*/ 37 h 43"/>
                <a:gd name="T82" fmla="*/ 41 w 64"/>
                <a:gd name="T83" fmla="*/ 35 h 43"/>
                <a:gd name="T84" fmla="*/ 39 w 64"/>
                <a:gd name="T85" fmla="*/ 31 h 43"/>
                <a:gd name="T86" fmla="*/ 37 w 64"/>
                <a:gd name="T87" fmla="*/ 34 h 43"/>
                <a:gd name="T88" fmla="*/ 31 w 64"/>
                <a:gd name="T89" fmla="*/ 33 h 43"/>
                <a:gd name="T90" fmla="*/ 27 w 64"/>
                <a:gd name="T91" fmla="*/ 35 h 43"/>
                <a:gd name="T92" fmla="*/ 28 w 64"/>
                <a:gd name="T93" fmla="*/ 27 h 43"/>
                <a:gd name="T94" fmla="*/ 24 w 64"/>
                <a:gd name="T95" fmla="*/ 27 h 43"/>
                <a:gd name="T96" fmla="*/ 23 w 64"/>
                <a:gd name="T97" fmla="*/ 30 h 43"/>
                <a:gd name="T98" fmla="*/ 17 w 64"/>
                <a:gd name="T99" fmla="*/ 23 h 43"/>
                <a:gd name="T100" fmla="*/ 19 w 64"/>
                <a:gd name="T101" fmla="*/ 21 h 43"/>
                <a:gd name="T102" fmla="*/ 17 w 64"/>
                <a:gd name="T103" fmla="*/ 18 h 43"/>
                <a:gd name="T104" fmla="*/ 16 w 64"/>
                <a:gd name="T105" fmla="*/ 20 h 43"/>
                <a:gd name="T106" fmla="*/ 17 w 64"/>
                <a:gd name="T107" fmla="*/ 9 h 43"/>
                <a:gd name="T108" fmla="*/ 23 w 64"/>
                <a:gd name="T109" fmla="*/ 8 h 43"/>
                <a:gd name="T110" fmla="*/ 25 w 64"/>
                <a:gd name="T111" fmla="*/ 5 h 43"/>
                <a:gd name="T112" fmla="*/ 28 w 64"/>
                <a:gd name="T113" fmla="*/ 4 h 43"/>
                <a:gd name="T114" fmla="*/ 33 w 64"/>
                <a:gd name="T115" fmla="*/ 5 h 43"/>
                <a:gd name="T116" fmla="*/ 36 w 64"/>
                <a:gd name="T117" fmla="*/ 4 h 43"/>
                <a:gd name="T118" fmla="*/ 35 w 64"/>
                <a:gd name="T119" fmla="*/ 1 h 43"/>
                <a:gd name="T120" fmla="*/ 36 w 64"/>
                <a:gd name="T12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4" h="43">
                  <a:moveTo>
                    <a:pt x="6" y="22"/>
                  </a:moveTo>
                  <a:lnTo>
                    <a:pt x="7" y="22"/>
                  </a:lnTo>
                  <a:lnTo>
                    <a:pt x="11" y="22"/>
                  </a:lnTo>
                  <a:lnTo>
                    <a:pt x="12" y="23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6"/>
                  </a:lnTo>
                  <a:lnTo>
                    <a:pt x="12" y="25"/>
                  </a:lnTo>
                  <a:lnTo>
                    <a:pt x="11" y="27"/>
                  </a:lnTo>
                  <a:lnTo>
                    <a:pt x="10" y="29"/>
                  </a:lnTo>
                  <a:lnTo>
                    <a:pt x="6" y="30"/>
                  </a:lnTo>
                  <a:lnTo>
                    <a:pt x="4" y="33"/>
                  </a:lnTo>
                  <a:lnTo>
                    <a:pt x="4" y="34"/>
                  </a:lnTo>
                  <a:lnTo>
                    <a:pt x="3" y="35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3" y="33"/>
                  </a:lnTo>
                  <a:lnTo>
                    <a:pt x="4" y="31"/>
                  </a:lnTo>
                  <a:lnTo>
                    <a:pt x="2" y="29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3" y="25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6" y="22"/>
                  </a:lnTo>
                  <a:close/>
                  <a:moveTo>
                    <a:pt x="12" y="21"/>
                  </a:moveTo>
                  <a:lnTo>
                    <a:pt x="15" y="21"/>
                  </a:lnTo>
                  <a:lnTo>
                    <a:pt x="16" y="23"/>
                  </a:lnTo>
                  <a:lnTo>
                    <a:pt x="15" y="23"/>
                  </a:lnTo>
                  <a:lnTo>
                    <a:pt x="12" y="22"/>
                  </a:lnTo>
                  <a:lnTo>
                    <a:pt x="12" y="21"/>
                  </a:lnTo>
                  <a:close/>
                  <a:moveTo>
                    <a:pt x="14" y="14"/>
                  </a:moveTo>
                  <a:lnTo>
                    <a:pt x="15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4" y="14"/>
                  </a:lnTo>
                  <a:close/>
                  <a:moveTo>
                    <a:pt x="6" y="14"/>
                  </a:moveTo>
                  <a:lnTo>
                    <a:pt x="7" y="14"/>
                  </a:lnTo>
                  <a:lnTo>
                    <a:pt x="8" y="16"/>
                  </a:lnTo>
                  <a:lnTo>
                    <a:pt x="11" y="16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8" y="18"/>
                  </a:lnTo>
                  <a:lnTo>
                    <a:pt x="7" y="21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4"/>
                  </a:lnTo>
                  <a:close/>
                  <a:moveTo>
                    <a:pt x="36" y="0"/>
                  </a:moveTo>
                  <a:lnTo>
                    <a:pt x="39" y="2"/>
                  </a:lnTo>
                  <a:lnTo>
                    <a:pt x="41" y="2"/>
                  </a:lnTo>
                  <a:lnTo>
                    <a:pt x="42" y="4"/>
                  </a:lnTo>
                  <a:lnTo>
                    <a:pt x="48" y="2"/>
                  </a:lnTo>
                  <a:lnTo>
                    <a:pt x="52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2" y="6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1" y="10"/>
                  </a:lnTo>
                  <a:lnTo>
                    <a:pt x="60" y="14"/>
                  </a:lnTo>
                  <a:lnTo>
                    <a:pt x="58" y="14"/>
                  </a:lnTo>
                  <a:lnTo>
                    <a:pt x="57" y="23"/>
                  </a:lnTo>
                  <a:lnTo>
                    <a:pt x="64" y="34"/>
                  </a:lnTo>
                  <a:lnTo>
                    <a:pt x="64" y="35"/>
                  </a:lnTo>
                  <a:lnTo>
                    <a:pt x="61" y="38"/>
                  </a:lnTo>
                  <a:lnTo>
                    <a:pt x="61" y="39"/>
                  </a:lnTo>
                  <a:lnTo>
                    <a:pt x="60" y="42"/>
                  </a:lnTo>
                  <a:lnTo>
                    <a:pt x="56" y="42"/>
                  </a:lnTo>
                  <a:lnTo>
                    <a:pt x="52" y="43"/>
                  </a:lnTo>
                  <a:lnTo>
                    <a:pt x="50" y="41"/>
                  </a:lnTo>
                  <a:lnTo>
                    <a:pt x="48" y="39"/>
                  </a:lnTo>
                  <a:lnTo>
                    <a:pt x="46" y="37"/>
                  </a:lnTo>
                  <a:lnTo>
                    <a:pt x="42" y="35"/>
                  </a:lnTo>
                  <a:lnTo>
                    <a:pt x="41" y="35"/>
                  </a:lnTo>
                  <a:lnTo>
                    <a:pt x="41" y="33"/>
                  </a:lnTo>
                  <a:lnTo>
                    <a:pt x="39" y="31"/>
                  </a:lnTo>
                  <a:lnTo>
                    <a:pt x="39" y="34"/>
                  </a:lnTo>
                  <a:lnTo>
                    <a:pt x="37" y="34"/>
                  </a:lnTo>
                  <a:lnTo>
                    <a:pt x="35" y="31"/>
                  </a:lnTo>
                  <a:lnTo>
                    <a:pt x="31" y="33"/>
                  </a:lnTo>
                  <a:lnTo>
                    <a:pt x="28" y="34"/>
                  </a:lnTo>
                  <a:lnTo>
                    <a:pt x="27" y="35"/>
                  </a:lnTo>
                  <a:lnTo>
                    <a:pt x="27" y="34"/>
                  </a:lnTo>
                  <a:lnTo>
                    <a:pt x="28" y="27"/>
                  </a:lnTo>
                  <a:lnTo>
                    <a:pt x="27" y="26"/>
                  </a:lnTo>
                  <a:lnTo>
                    <a:pt x="24" y="27"/>
                  </a:lnTo>
                  <a:lnTo>
                    <a:pt x="24" y="30"/>
                  </a:lnTo>
                  <a:lnTo>
                    <a:pt x="23" y="30"/>
                  </a:lnTo>
                  <a:lnTo>
                    <a:pt x="20" y="27"/>
                  </a:lnTo>
                  <a:lnTo>
                    <a:pt x="17" y="23"/>
                  </a:lnTo>
                  <a:lnTo>
                    <a:pt x="17" y="21"/>
                  </a:lnTo>
                  <a:lnTo>
                    <a:pt x="19" y="21"/>
                  </a:lnTo>
                  <a:lnTo>
                    <a:pt x="20" y="20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6" y="20"/>
                  </a:lnTo>
                  <a:lnTo>
                    <a:pt x="16" y="12"/>
                  </a:lnTo>
                  <a:lnTo>
                    <a:pt x="17" y="9"/>
                  </a:lnTo>
                  <a:lnTo>
                    <a:pt x="21" y="8"/>
                  </a:lnTo>
                  <a:lnTo>
                    <a:pt x="23" y="8"/>
                  </a:lnTo>
                  <a:lnTo>
                    <a:pt x="23" y="6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5" y="1"/>
                  </a:lnTo>
                  <a:lnTo>
                    <a:pt x="36" y="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4" name="Freeform 379"/>
            <p:cNvSpPr>
              <a:spLocks/>
            </p:cNvSpPr>
            <p:nvPr/>
          </p:nvSpPr>
          <p:spPr bwMode="auto">
            <a:xfrm>
              <a:off x="6318492" y="2360809"/>
              <a:ext cx="190332" cy="104048"/>
            </a:xfrm>
            <a:custGeom>
              <a:avLst/>
              <a:gdLst>
                <a:gd name="T0" fmla="*/ 43 w 75"/>
                <a:gd name="T1" fmla="*/ 3 h 41"/>
                <a:gd name="T2" fmla="*/ 45 w 75"/>
                <a:gd name="T3" fmla="*/ 0 h 41"/>
                <a:gd name="T4" fmla="*/ 47 w 75"/>
                <a:gd name="T5" fmla="*/ 4 h 41"/>
                <a:gd name="T6" fmla="*/ 52 w 75"/>
                <a:gd name="T7" fmla="*/ 6 h 41"/>
                <a:gd name="T8" fmla="*/ 56 w 75"/>
                <a:gd name="T9" fmla="*/ 10 h 41"/>
                <a:gd name="T10" fmla="*/ 62 w 75"/>
                <a:gd name="T11" fmla="*/ 11 h 41"/>
                <a:gd name="T12" fmla="*/ 68 w 75"/>
                <a:gd name="T13" fmla="*/ 14 h 41"/>
                <a:gd name="T14" fmla="*/ 70 w 75"/>
                <a:gd name="T15" fmla="*/ 16 h 41"/>
                <a:gd name="T16" fmla="*/ 70 w 75"/>
                <a:gd name="T17" fmla="*/ 19 h 41"/>
                <a:gd name="T18" fmla="*/ 72 w 75"/>
                <a:gd name="T19" fmla="*/ 23 h 41"/>
                <a:gd name="T20" fmla="*/ 75 w 75"/>
                <a:gd name="T21" fmla="*/ 29 h 41"/>
                <a:gd name="T22" fmla="*/ 73 w 75"/>
                <a:gd name="T23" fmla="*/ 33 h 41"/>
                <a:gd name="T24" fmla="*/ 70 w 75"/>
                <a:gd name="T25" fmla="*/ 36 h 41"/>
                <a:gd name="T26" fmla="*/ 64 w 75"/>
                <a:gd name="T27" fmla="*/ 40 h 41"/>
                <a:gd name="T28" fmla="*/ 60 w 75"/>
                <a:gd name="T29" fmla="*/ 41 h 41"/>
                <a:gd name="T30" fmla="*/ 56 w 75"/>
                <a:gd name="T31" fmla="*/ 40 h 41"/>
                <a:gd name="T32" fmla="*/ 51 w 75"/>
                <a:gd name="T33" fmla="*/ 36 h 41"/>
                <a:gd name="T34" fmla="*/ 45 w 75"/>
                <a:gd name="T35" fmla="*/ 32 h 41"/>
                <a:gd name="T36" fmla="*/ 37 w 75"/>
                <a:gd name="T37" fmla="*/ 33 h 41"/>
                <a:gd name="T38" fmla="*/ 31 w 75"/>
                <a:gd name="T39" fmla="*/ 32 h 41"/>
                <a:gd name="T40" fmla="*/ 27 w 75"/>
                <a:gd name="T41" fmla="*/ 29 h 41"/>
                <a:gd name="T42" fmla="*/ 25 w 75"/>
                <a:gd name="T43" fmla="*/ 29 h 41"/>
                <a:gd name="T44" fmla="*/ 21 w 75"/>
                <a:gd name="T45" fmla="*/ 29 h 41"/>
                <a:gd name="T46" fmla="*/ 14 w 75"/>
                <a:gd name="T47" fmla="*/ 29 h 41"/>
                <a:gd name="T48" fmla="*/ 5 w 75"/>
                <a:gd name="T49" fmla="*/ 33 h 41"/>
                <a:gd name="T50" fmla="*/ 2 w 75"/>
                <a:gd name="T51" fmla="*/ 36 h 41"/>
                <a:gd name="T52" fmla="*/ 1 w 75"/>
                <a:gd name="T53" fmla="*/ 35 h 41"/>
                <a:gd name="T54" fmla="*/ 1 w 75"/>
                <a:gd name="T55" fmla="*/ 28 h 41"/>
                <a:gd name="T56" fmla="*/ 1 w 75"/>
                <a:gd name="T57" fmla="*/ 23 h 41"/>
                <a:gd name="T58" fmla="*/ 4 w 75"/>
                <a:gd name="T59" fmla="*/ 15 h 41"/>
                <a:gd name="T60" fmla="*/ 5 w 75"/>
                <a:gd name="T61" fmla="*/ 14 h 41"/>
                <a:gd name="T62" fmla="*/ 9 w 75"/>
                <a:gd name="T63" fmla="*/ 10 h 41"/>
                <a:gd name="T64" fmla="*/ 13 w 75"/>
                <a:gd name="T65" fmla="*/ 8 h 41"/>
                <a:gd name="T66" fmla="*/ 17 w 75"/>
                <a:gd name="T67" fmla="*/ 6 h 41"/>
                <a:gd name="T68" fmla="*/ 22 w 75"/>
                <a:gd name="T69" fmla="*/ 16 h 41"/>
                <a:gd name="T70" fmla="*/ 25 w 75"/>
                <a:gd name="T71" fmla="*/ 20 h 41"/>
                <a:gd name="T72" fmla="*/ 31 w 75"/>
                <a:gd name="T73" fmla="*/ 16 h 41"/>
                <a:gd name="T74" fmla="*/ 33 w 75"/>
                <a:gd name="T75" fmla="*/ 7 h 41"/>
                <a:gd name="T76" fmla="*/ 34 w 75"/>
                <a:gd name="T77" fmla="*/ 3 h 41"/>
                <a:gd name="T78" fmla="*/ 41 w 75"/>
                <a:gd name="T7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5" h="41">
                  <a:moveTo>
                    <a:pt x="41" y="0"/>
                  </a:moveTo>
                  <a:lnTo>
                    <a:pt x="43" y="3"/>
                  </a:lnTo>
                  <a:lnTo>
                    <a:pt x="45" y="3"/>
                  </a:lnTo>
                  <a:lnTo>
                    <a:pt x="45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8" y="4"/>
                  </a:lnTo>
                  <a:lnTo>
                    <a:pt x="52" y="6"/>
                  </a:lnTo>
                  <a:lnTo>
                    <a:pt x="54" y="8"/>
                  </a:lnTo>
                  <a:lnTo>
                    <a:pt x="56" y="10"/>
                  </a:lnTo>
                  <a:lnTo>
                    <a:pt x="58" y="12"/>
                  </a:lnTo>
                  <a:lnTo>
                    <a:pt x="62" y="11"/>
                  </a:lnTo>
                  <a:lnTo>
                    <a:pt x="68" y="12"/>
                  </a:lnTo>
                  <a:lnTo>
                    <a:pt x="68" y="14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0" y="19"/>
                  </a:lnTo>
                  <a:lnTo>
                    <a:pt x="71" y="23"/>
                  </a:lnTo>
                  <a:lnTo>
                    <a:pt x="72" y="23"/>
                  </a:lnTo>
                  <a:lnTo>
                    <a:pt x="72" y="27"/>
                  </a:lnTo>
                  <a:lnTo>
                    <a:pt x="75" y="29"/>
                  </a:lnTo>
                  <a:lnTo>
                    <a:pt x="75" y="32"/>
                  </a:lnTo>
                  <a:lnTo>
                    <a:pt x="73" y="33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9"/>
                  </a:lnTo>
                  <a:lnTo>
                    <a:pt x="64" y="40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59" y="41"/>
                  </a:lnTo>
                  <a:lnTo>
                    <a:pt x="56" y="40"/>
                  </a:lnTo>
                  <a:lnTo>
                    <a:pt x="54" y="37"/>
                  </a:lnTo>
                  <a:lnTo>
                    <a:pt x="51" y="36"/>
                  </a:lnTo>
                  <a:lnTo>
                    <a:pt x="47" y="33"/>
                  </a:lnTo>
                  <a:lnTo>
                    <a:pt x="45" y="32"/>
                  </a:lnTo>
                  <a:lnTo>
                    <a:pt x="41" y="31"/>
                  </a:lnTo>
                  <a:lnTo>
                    <a:pt x="37" y="33"/>
                  </a:lnTo>
                  <a:lnTo>
                    <a:pt x="35" y="32"/>
                  </a:lnTo>
                  <a:lnTo>
                    <a:pt x="31" y="32"/>
                  </a:lnTo>
                  <a:lnTo>
                    <a:pt x="30" y="31"/>
                  </a:lnTo>
                  <a:lnTo>
                    <a:pt x="27" y="29"/>
                  </a:lnTo>
                  <a:lnTo>
                    <a:pt x="27" y="28"/>
                  </a:lnTo>
                  <a:lnTo>
                    <a:pt x="25" y="29"/>
                  </a:lnTo>
                  <a:lnTo>
                    <a:pt x="22" y="31"/>
                  </a:lnTo>
                  <a:lnTo>
                    <a:pt x="21" y="29"/>
                  </a:lnTo>
                  <a:lnTo>
                    <a:pt x="18" y="29"/>
                  </a:lnTo>
                  <a:lnTo>
                    <a:pt x="14" y="29"/>
                  </a:lnTo>
                  <a:lnTo>
                    <a:pt x="8" y="31"/>
                  </a:lnTo>
                  <a:lnTo>
                    <a:pt x="5" y="33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0" y="29"/>
                  </a:lnTo>
                  <a:lnTo>
                    <a:pt x="1" y="28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4" y="19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6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3" y="8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7" y="10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5" y="20"/>
                  </a:lnTo>
                  <a:lnTo>
                    <a:pt x="29" y="20"/>
                  </a:lnTo>
                  <a:lnTo>
                    <a:pt x="31" y="16"/>
                  </a:lnTo>
                  <a:lnTo>
                    <a:pt x="33" y="12"/>
                  </a:lnTo>
                  <a:lnTo>
                    <a:pt x="33" y="7"/>
                  </a:lnTo>
                  <a:lnTo>
                    <a:pt x="33" y="4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5" name="Freeform 380"/>
            <p:cNvSpPr>
              <a:spLocks/>
            </p:cNvSpPr>
            <p:nvPr/>
          </p:nvSpPr>
          <p:spPr bwMode="auto">
            <a:xfrm>
              <a:off x="6323568" y="2431866"/>
              <a:ext cx="147189" cy="109124"/>
            </a:xfrm>
            <a:custGeom>
              <a:avLst/>
              <a:gdLst>
                <a:gd name="T0" fmla="*/ 25 w 58"/>
                <a:gd name="T1" fmla="*/ 0 h 43"/>
                <a:gd name="T2" fmla="*/ 25 w 58"/>
                <a:gd name="T3" fmla="*/ 1 h 43"/>
                <a:gd name="T4" fmla="*/ 28 w 58"/>
                <a:gd name="T5" fmla="*/ 3 h 43"/>
                <a:gd name="T6" fmla="*/ 29 w 58"/>
                <a:gd name="T7" fmla="*/ 4 h 43"/>
                <a:gd name="T8" fmla="*/ 33 w 58"/>
                <a:gd name="T9" fmla="*/ 4 h 43"/>
                <a:gd name="T10" fmla="*/ 35 w 58"/>
                <a:gd name="T11" fmla="*/ 5 h 43"/>
                <a:gd name="T12" fmla="*/ 39 w 58"/>
                <a:gd name="T13" fmla="*/ 3 h 43"/>
                <a:gd name="T14" fmla="*/ 43 w 58"/>
                <a:gd name="T15" fmla="*/ 4 h 43"/>
                <a:gd name="T16" fmla="*/ 45 w 58"/>
                <a:gd name="T17" fmla="*/ 5 h 43"/>
                <a:gd name="T18" fmla="*/ 49 w 58"/>
                <a:gd name="T19" fmla="*/ 8 h 43"/>
                <a:gd name="T20" fmla="*/ 52 w 58"/>
                <a:gd name="T21" fmla="*/ 9 h 43"/>
                <a:gd name="T22" fmla="*/ 54 w 58"/>
                <a:gd name="T23" fmla="*/ 12 h 43"/>
                <a:gd name="T24" fmla="*/ 57 w 58"/>
                <a:gd name="T25" fmla="*/ 13 h 43"/>
                <a:gd name="T26" fmla="*/ 58 w 58"/>
                <a:gd name="T27" fmla="*/ 13 h 43"/>
                <a:gd name="T28" fmla="*/ 56 w 58"/>
                <a:gd name="T29" fmla="*/ 17 h 43"/>
                <a:gd name="T30" fmla="*/ 58 w 58"/>
                <a:gd name="T31" fmla="*/ 18 h 43"/>
                <a:gd name="T32" fmla="*/ 58 w 58"/>
                <a:gd name="T33" fmla="*/ 20 h 43"/>
                <a:gd name="T34" fmla="*/ 54 w 58"/>
                <a:gd name="T35" fmla="*/ 22 h 43"/>
                <a:gd name="T36" fmla="*/ 52 w 58"/>
                <a:gd name="T37" fmla="*/ 26 h 43"/>
                <a:gd name="T38" fmla="*/ 50 w 58"/>
                <a:gd name="T39" fmla="*/ 26 h 43"/>
                <a:gd name="T40" fmla="*/ 49 w 58"/>
                <a:gd name="T41" fmla="*/ 30 h 43"/>
                <a:gd name="T42" fmla="*/ 52 w 58"/>
                <a:gd name="T43" fmla="*/ 32 h 43"/>
                <a:gd name="T44" fmla="*/ 52 w 58"/>
                <a:gd name="T45" fmla="*/ 34 h 43"/>
                <a:gd name="T46" fmla="*/ 49 w 58"/>
                <a:gd name="T47" fmla="*/ 34 h 43"/>
                <a:gd name="T48" fmla="*/ 49 w 58"/>
                <a:gd name="T49" fmla="*/ 33 h 43"/>
                <a:gd name="T50" fmla="*/ 46 w 58"/>
                <a:gd name="T51" fmla="*/ 33 h 43"/>
                <a:gd name="T52" fmla="*/ 45 w 58"/>
                <a:gd name="T53" fmla="*/ 37 h 43"/>
                <a:gd name="T54" fmla="*/ 43 w 58"/>
                <a:gd name="T55" fmla="*/ 37 h 43"/>
                <a:gd name="T56" fmla="*/ 44 w 58"/>
                <a:gd name="T57" fmla="*/ 41 h 43"/>
                <a:gd name="T58" fmla="*/ 41 w 58"/>
                <a:gd name="T59" fmla="*/ 41 h 43"/>
                <a:gd name="T60" fmla="*/ 39 w 58"/>
                <a:gd name="T61" fmla="*/ 42 h 43"/>
                <a:gd name="T62" fmla="*/ 35 w 58"/>
                <a:gd name="T63" fmla="*/ 41 h 43"/>
                <a:gd name="T64" fmla="*/ 31 w 58"/>
                <a:gd name="T65" fmla="*/ 42 h 43"/>
                <a:gd name="T66" fmla="*/ 28 w 58"/>
                <a:gd name="T67" fmla="*/ 43 h 43"/>
                <a:gd name="T68" fmla="*/ 27 w 58"/>
                <a:gd name="T69" fmla="*/ 41 h 43"/>
                <a:gd name="T70" fmla="*/ 27 w 58"/>
                <a:gd name="T71" fmla="*/ 38 h 43"/>
                <a:gd name="T72" fmla="*/ 25 w 58"/>
                <a:gd name="T73" fmla="*/ 34 h 43"/>
                <a:gd name="T74" fmla="*/ 24 w 58"/>
                <a:gd name="T75" fmla="*/ 34 h 43"/>
                <a:gd name="T76" fmla="*/ 21 w 58"/>
                <a:gd name="T77" fmla="*/ 32 h 43"/>
                <a:gd name="T78" fmla="*/ 19 w 58"/>
                <a:gd name="T79" fmla="*/ 32 h 43"/>
                <a:gd name="T80" fmla="*/ 19 w 58"/>
                <a:gd name="T81" fmla="*/ 28 h 43"/>
                <a:gd name="T82" fmla="*/ 20 w 58"/>
                <a:gd name="T83" fmla="*/ 26 h 43"/>
                <a:gd name="T84" fmla="*/ 19 w 58"/>
                <a:gd name="T85" fmla="*/ 25 h 43"/>
                <a:gd name="T86" fmla="*/ 18 w 58"/>
                <a:gd name="T87" fmla="*/ 24 h 43"/>
                <a:gd name="T88" fmla="*/ 18 w 58"/>
                <a:gd name="T89" fmla="*/ 22 h 43"/>
                <a:gd name="T90" fmla="*/ 15 w 58"/>
                <a:gd name="T91" fmla="*/ 21 h 43"/>
                <a:gd name="T92" fmla="*/ 11 w 58"/>
                <a:gd name="T93" fmla="*/ 22 h 43"/>
                <a:gd name="T94" fmla="*/ 8 w 58"/>
                <a:gd name="T95" fmla="*/ 21 h 43"/>
                <a:gd name="T96" fmla="*/ 4 w 58"/>
                <a:gd name="T97" fmla="*/ 16 h 43"/>
                <a:gd name="T98" fmla="*/ 0 w 58"/>
                <a:gd name="T99" fmla="*/ 17 h 43"/>
                <a:gd name="T100" fmla="*/ 0 w 58"/>
                <a:gd name="T101" fmla="*/ 17 h 43"/>
                <a:gd name="T102" fmla="*/ 0 w 58"/>
                <a:gd name="T103" fmla="*/ 14 h 43"/>
                <a:gd name="T104" fmla="*/ 0 w 58"/>
                <a:gd name="T105" fmla="*/ 12 h 43"/>
                <a:gd name="T106" fmla="*/ 0 w 58"/>
                <a:gd name="T107" fmla="*/ 8 h 43"/>
                <a:gd name="T108" fmla="*/ 2 w 58"/>
                <a:gd name="T109" fmla="*/ 8 h 43"/>
                <a:gd name="T110" fmla="*/ 3 w 58"/>
                <a:gd name="T111" fmla="*/ 5 h 43"/>
                <a:gd name="T112" fmla="*/ 6 w 58"/>
                <a:gd name="T113" fmla="*/ 3 h 43"/>
                <a:gd name="T114" fmla="*/ 12 w 58"/>
                <a:gd name="T115" fmla="*/ 1 h 43"/>
                <a:gd name="T116" fmla="*/ 16 w 58"/>
                <a:gd name="T117" fmla="*/ 1 h 43"/>
                <a:gd name="T118" fmla="*/ 19 w 58"/>
                <a:gd name="T119" fmla="*/ 1 h 43"/>
                <a:gd name="T120" fmla="*/ 20 w 58"/>
                <a:gd name="T121" fmla="*/ 3 h 43"/>
                <a:gd name="T122" fmla="*/ 23 w 58"/>
                <a:gd name="T123" fmla="*/ 1 h 43"/>
                <a:gd name="T124" fmla="*/ 25 w 58"/>
                <a:gd name="T12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" h="43">
                  <a:moveTo>
                    <a:pt x="25" y="0"/>
                  </a:moveTo>
                  <a:lnTo>
                    <a:pt x="25" y="1"/>
                  </a:lnTo>
                  <a:lnTo>
                    <a:pt x="28" y="3"/>
                  </a:lnTo>
                  <a:lnTo>
                    <a:pt x="29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9" y="3"/>
                  </a:lnTo>
                  <a:lnTo>
                    <a:pt x="43" y="4"/>
                  </a:lnTo>
                  <a:lnTo>
                    <a:pt x="45" y="5"/>
                  </a:lnTo>
                  <a:lnTo>
                    <a:pt x="49" y="8"/>
                  </a:lnTo>
                  <a:lnTo>
                    <a:pt x="52" y="9"/>
                  </a:lnTo>
                  <a:lnTo>
                    <a:pt x="54" y="12"/>
                  </a:lnTo>
                  <a:lnTo>
                    <a:pt x="57" y="13"/>
                  </a:lnTo>
                  <a:lnTo>
                    <a:pt x="58" y="13"/>
                  </a:lnTo>
                  <a:lnTo>
                    <a:pt x="56" y="17"/>
                  </a:lnTo>
                  <a:lnTo>
                    <a:pt x="58" y="18"/>
                  </a:lnTo>
                  <a:lnTo>
                    <a:pt x="58" y="20"/>
                  </a:lnTo>
                  <a:lnTo>
                    <a:pt x="54" y="22"/>
                  </a:lnTo>
                  <a:lnTo>
                    <a:pt x="52" y="26"/>
                  </a:lnTo>
                  <a:lnTo>
                    <a:pt x="50" y="26"/>
                  </a:lnTo>
                  <a:lnTo>
                    <a:pt x="49" y="30"/>
                  </a:lnTo>
                  <a:lnTo>
                    <a:pt x="52" y="32"/>
                  </a:lnTo>
                  <a:lnTo>
                    <a:pt x="52" y="34"/>
                  </a:lnTo>
                  <a:lnTo>
                    <a:pt x="49" y="34"/>
                  </a:lnTo>
                  <a:lnTo>
                    <a:pt x="49" y="33"/>
                  </a:lnTo>
                  <a:lnTo>
                    <a:pt x="46" y="33"/>
                  </a:lnTo>
                  <a:lnTo>
                    <a:pt x="45" y="37"/>
                  </a:lnTo>
                  <a:lnTo>
                    <a:pt x="43" y="37"/>
                  </a:lnTo>
                  <a:lnTo>
                    <a:pt x="44" y="41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5" y="41"/>
                  </a:lnTo>
                  <a:lnTo>
                    <a:pt x="31" y="42"/>
                  </a:lnTo>
                  <a:lnTo>
                    <a:pt x="28" y="43"/>
                  </a:lnTo>
                  <a:lnTo>
                    <a:pt x="27" y="41"/>
                  </a:lnTo>
                  <a:lnTo>
                    <a:pt x="27" y="38"/>
                  </a:lnTo>
                  <a:lnTo>
                    <a:pt x="25" y="34"/>
                  </a:lnTo>
                  <a:lnTo>
                    <a:pt x="24" y="34"/>
                  </a:lnTo>
                  <a:lnTo>
                    <a:pt x="21" y="32"/>
                  </a:lnTo>
                  <a:lnTo>
                    <a:pt x="19" y="32"/>
                  </a:lnTo>
                  <a:lnTo>
                    <a:pt x="19" y="28"/>
                  </a:lnTo>
                  <a:lnTo>
                    <a:pt x="20" y="26"/>
                  </a:lnTo>
                  <a:lnTo>
                    <a:pt x="19" y="25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5" y="21"/>
                  </a:lnTo>
                  <a:lnTo>
                    <a:pt x="11" y="22"/>
                  </a:lnTo>
                  <a:lnTo>
                    <a:pt x="8" y="21"/>
                  </a:lnTo>
                  <a:lnTo>
                    <a:pt x="4" y="16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8"/>
                  </a:lnTo>
                  <a:lnTo>
                    <a:pt x="3" y="5"/>
                  </a:lnTo>
                  <a:lnTo>
                    <a:pt x="6" y="3"/>
                  </a:lnTo>
                  <a:lnTo>
                    <a:pt x="12" y="1"/>
                  </a:lnTo>
                  <a:lnTo>
                    <a:pt x="16" y="1"/>
                  </a:lnTo>
                  <a:lnTo>
                    <a:pt x="19" y="1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6" name="Freeform 381"/>
            <p:cNvSpPr>
              <a:spLocks/>
            </p:cNvSpPr>
            <p:nvPr/>
          </p:nvSpPr>
          <p:spPr bwMode="auto">
            <a:xfrm>
              <a:off x="6394625" y="2442017"/>
              <a:ext cx="251238" cy="192869"/>
            </a:xfrm>
            <a:custGeom>
              <a:avLst/>
              <a:gdLst>
                <a:gd name="T0" fmla="*/ 53 w 99"/>
                <a:gd name="T1" fmla="*/ 4 h 76"/>
                <a:gd name="T2" fmla="*/ 58 w 99"/>
                <a:gd name="T3" fmla="*/ 3 h 76"/>
                <a:gd name="T4" fmla="*/ 63 w 99"/>
                <a:gd name="T5" fmla="*/ 4 h 76"/>
                <a:gd name="T6" fmla="*/ 69 w 99"/>
                <a:gd name="T7" fmla="*/ 5 h 76"/>
                <a:gd name="T8" fmla="*/ 75 w 99"/>
                <a:gd name="T9" fmla="*/ 7 h 76"/>
                <a:gd name="T10" fmla="*/ 75 w 99"/>
                <a:gd name="T11" fmla="*/ 12 h 76"/>
                <a:gd name="T12" fmla="*/ 78 w 99"/>
                <a:gd name="T13" fmla="*/ 18 h 76"/>
                <a:gd name="T14" fmla="*/ 82 w 99"/>
                <a:gd name="T15" fmla="*/ 25 h 76"/>
                <a:gd name="T16" fmla="*/ 87 w 99"/>
                <a:gd name="T17" fmla="*/ 30 h 76"/>
                <a:gd name="T18" fmla="*/ 92 w 99"/>
                <a:gd name="T19" fmla="*/ 35 h 76"/>
                <a:gd name="T20" fmla="*/ 96 w 99"/>
                <a:gd name="T21" fmla="*/ 42 h 76"/>
                <a:gd name="T22" fmla="*/ 97 w 99"/>
                <a:gd name="T23" fmla="*/ 45 h 76"/>
                <a:gd name="T24" fmla="*/ 90 w 99"/>
                <a:gd name="T25" fmla="*/ 50 h 76"/>
                <a:gd name="T26" fmla="*/ 86 w 99"/>
                <a:gd name="T27" fmla="*/ 49 h 76"/>
                <a:gd name="T28" fmla="*/ 88 w 99"/>
                <a:gd name="T29" fmla="*/ 55 h 76"/>
                <a:gd name="T30" fmla="*/ 91 w 99"/>
                <a:gd name="T31" fmla="*/ 62 h 76"/>
                <a:gd name="T32" fmla="*/ 91 w 99"/>
                <a:gd name="T33" fmla="*/ 64 h 76"/>
                <a:gd name="T34" fmla="*/ 82 w 99"/>
                <a:gd name="T35" fmla="*/ 67 h 76"/>
                <a:gd name="T36" fmla="*/ 80 w 99"/>
                <a:gd name="T37" fmla="*/ 75 h 76"/>
                <a:gd name="T38" fmla="*/ 75 w 99"/>
                <a:gd name="T39" fmla="*/ 74 h 76"/>
                <a:gd name="T40" fmla="*/ 70 w 99"/>
                <a:gd name="T41" fmla="*/ 74 h 76"/>
                <a:gd name="T42" fmla="*/ 66 w 99"/>
                <a:gd name="T43" fmla="*/ 76 h 76"/>
                <a:gd name="T44" fmla="*/ 63 w 99"/>
                <a:gd name="T45" fmla="*/ 74 h 76"/>
                <a:gd name="T46" fmla="*/ 57 w 99"/>
                <a:gd name="T47" fmla="*/ 75 h 76"/>
                <a:gd name="T48" fmla="*/ 51 w 99"/>
                <a:gd name="T49" fmla="*/ 74 h 76"/>
                <a:gd name="T50" fmla="*/ 49 w 99"/>
                <a:gd name="T51" fmla="*/ 75 h 76"/>
                <a:gd name="T52" fmla="*/ 42 w 99"/>
                <a:gd name="T53" fmla="*/ 75 h 76"/>
                <a:gd name="T54" fmla="*/ 38 w 99"/>
                <a:gd name="T55" fmla="*/ 72 h 76"/>
                <a:gd name="T56" fmla="*/ 29 w 99"/>
                <a:gd name="T57" fmla="*/ 70 h 76"/>
                <a:gd name="T58" fmla="*/ 25 w 99"/>
                <a:gd name="T59" fmla="*/ 71 h 76"/>
                <a:gd name="T60" fmla="*/ 13 w 99"/>
                <a:gd name="T61" fmla="*/ 72 h 76"/>
                <a:gd name="T62" fmla="*/ 7 w 99"/>
                <a:gd name="T63" fmla="*/ 72 h 76"/>
                <a:gd name="T64" fmla="*/ 5 w 99"/>
                <a:gd name="T65" fmla="*/ 71 h 76"/>
                <a:gd name="T66" fmla="*/ 3 w 99"/>
                <a:gd name="T67" fmla="*/ 63 h 76"/>
                <a:gd name="T68" fmla="*/ 7 w 99"/>
                <a:gd name="T69" fmla="*/ 60 h 76"/>
                <a:gd name="T70" fmla="*/ 5 w 99"/>
                <a:gd name="T71" fmla="*/ 51 h 76"/>
                <a:gd name="T72" fmla="*/ 3 w 99"/>
                <a:gd name="T73" fmla="*/ 46 h 76"/>
                <a:gd name="T74" fmla="*/ 0 w 99"/>
                <a:gd name="T75" fmla="*/ 39 h 76"/>
                <a:gd name="T76" fmla="*/ 7 w 99"/>
                <a:gd name="T77" fmla="*/ 37 h 76"/>
                <a:gd name="T78" fmla="*/ 13 w 99"/>
                <a:gd name="T79" fmla="*/ 37 h 76"/>
                <a:gd name="T80" fmla="*/ 15 w 99"/>
                <a:gd name="T81" fmla="*/ 33 h 76"/>
                <a:gd name="T82" fmla="*/ 18 w 99"/>
                <a:gd name="T83" fmla="*/ 29 h 76"/>
                <a:gd name="T84" fmla="*/ 21 w 99"/>
                <a:gd name="T85" fmla="*/ 30 h 76"/>
                <a:gd name="T86" fmla="*/ 24 w 99"/>
                <a:gd name="T87" fmla="*/ 28 h 76"/>
                <a:gd name="T88" fmla="*/ 22 w 99"/>
                <a:gd name="T89" fmla="*/ 22 h 76"/>
                <a:gd name="T90" fmla="*/ 26 w 99"/>
                <a:gd name="T91" fmla="*/ 18 h 76"/>
                <a:gd name="T92" fmla="*/ 30 w 99"/>
                <a:gd name="T93" fmla="*/ 14 h 76"/>
                <a:gd name="T94" fmla="*/ 30 w 99"/>
                <a:gd name="T95" fmla="*/ 9 h 76"/>
                <a:gd name="T96" fmla="*/ 40 w 99"/>
                <a:gd name="T97" fmla="*/ 7 h 76"/>
                <a:gd name="T98" fmla="*/ 42 w 99"/>
                <a:gd name="T99" fmla="*/ 3 h 76"/>
                <a:gd name="T100" fmla="*/ 46 w 99"/>
                <a:gd name="T101" fmla="*/ 0 h 76"/>
                <a:gd name="T102" fmla="*/ 50 w 99"/>
                <a:gd name="T10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76">
                  <a:moveTo>
                    <a:pt x="50" y="0"/>
                  </a:moveTo>
                  <a:lnTo>
                    <a:pt x="53" y="4"/>
                  </a:lnTo>
                  <a:lnTo>
                    <a:pt x="55" y="3"/>
                  </a:lnTo>
                  <a:lnTo>
                    <a:pt x="58" y="3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7" y="3"/>
                  </a:lnTo>
                  <a:lnTo>
                    <a:pt x="69" y="5"/>
                  </a:lnTo>
                  <a:lnTo>
                    <a:pt x="70" y="5"/>
                  </a:lnTo>
                  <a:lnTo>
                    <a:pt x="75" y="7"/>
                  </a:lnTo>
                  <a:lnTo>
                    <a:pt x="76" y="9"/>
                  </a:lnTo>
                  <a:lnTo>
                    <a:pt x="75" y="12"/>
                  </a:lnTo>
                  <a:lnTo>
                    <a:pt x="78" y="14"/>
                  </a:lnTo>
                  <a:lnTo>
                    <a:pt x="78" y="18"/>
                  </a:lnTo>
                  <a:lnTo>
                    <a:pt x="80" y="21"/>
                  </a:lnTo>
                  <a:lnTo>
                    <a:pt x="82" y="25"/>
                  </a:lnTo>
                  <a:lnTo>
                    <a:pt x="84" y="29"/>
                  </a:lnTo>
                  <a:lnTo>
                    <a:pt x="87" y="30"/>
                  </a:lnTo>
                  <a:lnTo>
                    <a:pt x="88" y="34"/>
                  </a:lnTo>
                  <a:lnTo>
                    <a:pt x="92" y="35"/>
                  </a:lnTo>
                  <a:lnTo>
                    <a:pt x="96" y="39"/>
                  </a:lnTo>
                  <a:lnTo>
                    <a:pt x="96" y="42"/>
                  </a:lnTo>
                  <a:lnTo>
                    <a:pt x="99" y="43"/>
                  </a:lnTo>
                  <a:lnTo>
                    <a:pt x="97" y="45"/>
                  </a:lnTo>
                  <a:lnTo>
                    <a:pt x="96" y="49"/>
                  </a:lnTo>
                  <a:lnTo>
                    <a:pt x="90" y="50"/>
                  </a:lnTo>
                  <a:lnTo>
                    <a:pt x="87" y="47"/>
                  </a:lnTo>
                  <a:lnTo>
                    <a:pt x="86" y="49"/>
                  </a:lnTo>
                  <a:lnTo>
                    <a:pt x="86" y="53"/>
                  </a:lnTo>
                  <a:lnTo>
                    <a:pt x="88" y="55"/>
                  </a:lnTo>
                  <a:lnTo>
                    <a:pt x="88" y="59"/>
                  </a:lnTo>
                  <a:lnTo>
                    <a:pt x="91" y="62"/>
                  </a:lnTo>
                  <a:lnTo>
                    <a:pt x="91" y="66"/>
                  </a:lnTo>
                  <a:lnTo>
                    <a:pt x="91" y="64"/>
                  </a:lnTo>
                  <a:lnTo>
                    <a:pt x="86" y="66"/>
                  </a:lnTo>
                  <a:lnTo>
                    <a:pt x="82" y="67"/>
                  </a:lnTo>
                  <a:lnTo>
                    <a:pt x="80" y="71"/>
                  </a:lnTo>
                  <a:lnTo>
                    <a:pt x="80" y="75"/>
                  </a:lnTo>
                  <a:lnTo>
                    <a:pt x="78" y="75"/>
                  </a:lnTo>
                  <a:lnTo>
                    <a:pt x="75" y="74"/>
                  </a:lnTo>
                  <a:lnTo>
                    <a:pt x="72" y="75"/>
                  </a:lnTo>
                  <a:lnTo>
                    <a:pt x="70" y="74"/>
                  </a:lnTo>
                  <a:lnTo>
                    <a:pt x="67" y="74"/>
                  </a:lnTo>
                  <a:lnTo>
                    <a:pt x="66" y="76"/>
                  </a:lnTo>
                  <a:lnTo>
                    <a:pt x="63" y="76"/>
                  </a:lnTo>
                  <a:lnTo>
                    <a:pt x="63" y="74"/>
                  </a:lnTo>
                  <a:lnTo>
                    <a:pt x="59" y="72"/>
                  </a:lnTo>
                  <a:lnTo>
                    <a:pt x="57" y="75"/>
                  </a:lnTo>
                  <a:lnTo>
                    <a:pt x="54" y="75"/>
                  </a:lnTo>
                  <a:lnTo>
                    <a:pt x="51" y="74"/>
                  </a:lnTo>
                  <a:lnTo>
                    <a:pt x="50" y="75"/>
                  </a:lnTo>
                  <a:lnTo>
                    <a:pt x="49" y="75"/>
                  </a:lnTo>
                  <a:lnTo>
                    <a:pt x="46" y="74"/>
                  </a:lnTo>
                  <a:lnTo>
                    <a:pt x="42" y="75"/>
                  </a:lnTo>
                  <a:lnTo>
                    <a:pt x="42" y="74"/>
                  </a:lnTo>
                  <a:lnTo>
                    <a:pt x="38" y="72"/>
                  </a:lnTo>
                  <a:lnTo>
                    <a:pt x="32" y="71"/>
                  </a:lnTo>
                  <a:lnTo>
                    <a:pt x="29" y="70"/>
                  </a:lnTo>
                  <a:lnTo>
                    <a:pt x="28" y="70"/>
                  </a:lnTo>
                  <a:lnTo>
                    <a:pt x="25" y="71"/>
                  </a:lnTo>
                  <a:lnTo>
                    <a:pt x="21" y="71"/>
                  </a:lnTo>
                  <a:lnTo>
                    <a:pt x="13" y="72"/>
                  </a:lnTo>
                  <a:lnTo>
                    <a:pt x="11" y="74"/>
                  </a:lnTo>
                  <a:lnTo>
                    <a:pt x="7" y="72"/>
                  </a:lnTo>
                  <a:lnTo>
                    <a:pt x="5" y="72"/>
                  </a:lnTo>
                  <a:lnTo>
                    <a:pt x="5" y="71"/>
                  </a:lnTo>
                  <a:lnTo>
                    <a:pt x="3" y="67"/>
                  </a:lnTo>
                  <a:lnTo>
                    <a:pt x="3" y="63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7" y="53"/>
                  </a:lnTo>
                  <a:lnTo>
                    <a:pt x="5" y="51"/>
                  </a:lnTo>
                  <a:lnTo>
                    <a:pt x="4" y="49"/>
                  </a:lnTo>
                  <a:lnTo>
                    <a:pt x="3" y="46"/>
                  </a:lnTo>
                  <a:lnTo>
                    <a:pt x="1" y="41"/>
                  </a:lnTo>
                  <a:lnTo>
                    <a:pt x="0" y="39"/>
                  </a:lnTo>
                  <a:lnTo>
                    <a:pt x="3" y="38"/>
                  </a:lnTo>
                  <a:lnTo>
                    <a:pt x="7" y="37"/>
                  </a:lnTo>
                  <a:lnTo>
                    <a:pt x="11" y="38"/>
                  </a:lnTo>
                  <a:lnTo>
                    <a:pt x="13" y="37"/>
                  </a:lnTo>
                  <a:lnTo>
                    <a:pt x="16" y="37"/>
                  </a:lnTo>
                  <a:lnTo>
                    <a:pt x="15" y="33"/>
                  </a:lnTo>
                  <a:lnTo>
                    <a:pt x="17" y="33"/>
                  </a:lnTo>
                  <a:lnTo>
                    <a:pt x="18" y="29"/>
                  </a:lnTo>
                  <a:lnTo>
                    <a:pt x="21" y="29"/>
                  </a:lnTo>
                  <a:lnTo>
                    <a:pt x="21" y="30"/>
                  </a:lnTo>
                  <a:lnTo>
                    <a:pt x="24" y="30"/>
                  </a:lnTo>
                  <a:lnTo>
                    <a:pt x="24" y="28"/>
                  </a:lnTo>
                  <a:lnTo>
                    <a:pt x="21" y="26"/>
                  </a:lnTo>
                  <a:lnTo>
                    <a:pt x="22" y="22"/>
                  </a:lnTo>
                  <a:lnTo>
                    <a:pt x="24" y="22"/>
                  </a:lnTo>
                  <a:lnTo>
                    <a:pt x="26" y="18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28" y="13"/>
                  </a:lnTo>
                  <a:lnTo>
                    <a:pt x="30" y="9"/>
                  </a:lnTo>
                  <a:lnTo>
                    <a:pt x="34" y="8"/>
                  </a:lnTo>
                  <a:lnTo>
                    <a:pt x="40" y="7"/>
                  </a:lnTo>
                  <a:lnTo>
                    <a:pt x="40" y="4"/>
                  </a:lnTo>
                  <a:lnTo>
                    <a:pt x="42" y="3"/>
                  </a:lnTo>
                  <a:lnTo>
                    <a:pt x="43" y="1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7" name="Freeform 382"/>
            <p:cNvSpPr>
              <a:spLocks/>
            </p:cNvSpPr>
            <p:nvPr/>
          </p:nvSpPr>
          <p:spPr bwMode="auto">
            <a:xfrm>
              <a:off x="6376861" y="2594282"/>
              <a:ext cx="494861" cy="309605"/>
            </a:xfrm>
            <a:custGeom>
              <a:avLst/>
              <a:gdLst>
                <a:gd name="T0" fmla="*/ 122 w 195"/>
                <a:gd name="T1" fmla="*/ 2 h 122"/>
                <a:gd name="T2" fmla="*/ 135 w 195"/>
                <a:gd name="T3" fmla="*/ 15 h 122"/>
                <a:gd name="T4" fmla="*/ 141 w 195"/>
                <a:gd name="T5" fmla="*/ 27 h 122"/>
                <a:gd name="T6" fmla="*/ 157 w 195"/>
                <a:gd name="T7" fmla="*/ 31 h 122"/>
                <a:gd name="T8" fmla="*/ 170 w 195"/>
                <a:gd name="T9" fmla="*/ 39 h 122"/>
                <a:gd name="T10" fmla="*/ 183 w 195"/>
                <a:gd name="T11" fmla="*/ 39 h 122"/>
                <a:gd name="T12" fmla="*/ 195 w 195"/>
                <a:gd name="T13" fmla="*/ 43 h 122"/>
                <a:gd name="T14" fmla="*/ 193 w 195"/>
                <a:gd name="T15" fmla="*/ 57 h 122"/>
                <a:gd name="T16" fmla="*/ 185 w 195"/>
                <a:gd name="T17" fmla="*/ 69 h 122"/>
                <a:gd name="T18" fmla="*/ 178 w 195"/>
                <a:gd name="T19" fmla="*/ 79 h 122"/>
                <a:gd name="T20" fmla="*/ 168 w 195"/>
                <a:gd name="T21" fmla="*/ 83 h 122"/>
                <a:gd name="T22" fmla="*/ 158 w 195"/>
                <a:gd name="T23" fmla="*/ 89 h 122"/>
                <a:gd name="T24" fmla="*/ 148 w 195"/>
                <a:gd name="T25" fmla="*/ 87 h 122"/>
                <a:gd name="T26" fmla="*/ 145 w 195"/>
                <a:gd name="T27" fmla="*/ 95 h 122"/>
                <a:gd name="T28" fmla="*/ 147 w 195"/>
                <a:gd name="T29" fmla="*/ 91 h 122"/>
                <a:gd name="T30" fmla="*/ 139 w 195"/>
                <a:gd name="T31" fmla="*/ 98 h 122"/>
                <a:gd name="T32" fmla="*/ 131 w 195"/>
                <a:gd name="T33" fmla="*/ 98 h 122"/>
                <a:gd name="T34" fmla="*/ 140 w 195"/>
                <a:gd name="T35" fmla="*/ 100 h 122"/>
                <a:gd name="T36" fmla="*/ 141 w 195"/>
                <a:gd name="T37" fmla="*/ 103 h 122"/>
                <a:gd name="T38" fmla="*/ 145 w 195"/>
                <a:gd name="T39" fmla="*/ 110 h 122"/>
                <a:gd name="T40" fmla="*/ 140 w 195"/>
                <a:gd name="T41" fmla="*/ 98 h 122"/>
                <a:gd name="T42" fmla="*/ 151 w 195"/>
                <a:gd name="T43" fmla="*/ 110 h 122"/>
                <a:gd name="T44" fmla="*/ 161 w 195"/>
                <a:gd name="T45" fmla="*/ 106 h 122"/>
                <a:gd name="T46" fmla="*/ 162 w 195"/>
                <a:gd name="T47" fmla="*/ 112 h 122"/>
                <a:gd name="T48" fmla="*/ 145 w 195"/>
                <a:gd name="T49" fmla="*/ 116 h 122"/>
                <a:gd name="T50" fmla="*/ 129 w 195"/>
                <a:gd name="T51" fmla="*/ 119 h 122"/>
                <a:gd name="T52" fmla="*/ 123 w 195"/>
                <a:gd name="T53" fmla="*/ 110 h 122"/>
                <a:gd name="T54" fmla="*/ 129 w 195"/>
                <a:gd name="T55" fmla="*/ 103 h 122"/>
                <a:gd name="T56" fmla="*/ 127 w 195"/>
                <a:gd name="T57" fmla="*/ 99 h 122"/>
                <a:gd name="T58" fmla="*/ 115 w 195"/>
                <a:gd name="T59" fmla="*/ 98 h 122"/>
                <a:gd name="T60" fmla="*/ 110 w 195"/>
                <a:gd name="T61" fmla="*/ 93 h 122"/>
                <a:gd name="T62" fmla="*/ 114 w 195"/>
                <a:gd name="T63" fmla="*/ 91 h 122"/>
                <a:gd name="T64" fmla="*/ 110 w 195"/>
                <a:gd name="T65" fmla="*/ 89 h 122"/>
                <a:gd name="T66" fmla="*/ 106 w 195"/>
                <a:gd name="T67" fmla="*/ 90 h 122"/>
                <a:gd name="T68" fmla="*/ 98 w 195"/>
                <a:gd name="T69" fmla="*/ 95 h 122"/>
                <a:gd name="T70" fmla="*/ 89 w 195"/>
                <a:gd name="T71" fmla="*/ 106 h 122"/>
                <a:gd name="T72" fmla="*/ 87 w 195"/>
                <a:gd name="T73" fmla="*/ 111 h 122"/>
                <a:gd name="T74" fmla="*/ 76 w 195"/>
                <a:gd name="T75" fmla="*/ 111 h 122"/>
                <a:gd name="T76" fmla="*/ 74 w 195"/>
                <a:gd name="T77" fmla="*/ 104 h 122"/>
                <a:gd name="T78" fmla="*/ 81 w 195"/>
                <a:gd name="T79" fmla="*/ 93 h 122"/>
                <a:gd name="T80" fmla="*/ 87 w 195"/>
                <a:gd name="T81" fmla="*/ 90 h 122"/>
                <a:gd name="T82" fmla="*/ 81 w 195"/>
                <a:gd name="T83" fmla="*/ 79 h 122"/>
                <a:gd name="T84" fmla="*/ 72 w 195"/>
                <a:gd name="T85" fmla="*/ 66 h 122"/>
                <a:gd name="T86" fmla="*/ 58 w 195"/>
                <a:gd name="T87" fmla="*/ 64 h 122"/>
                <a:gd name="T88" fmla="*/ 50 w 195"/>
                <a:gd name="T89" fmla="*/ 62 h 122"/>
                <a:gd name="T90" fmla="*/ 49 w 195"/>
                <a:gd name="T91" fmla="*/ 69 h 122"/>
                <a:gd name="T92" fmla="*/ 31 w 195"/>
                <a:gd name="T93" fmla="*/ 75 h 122"/>
                <a:gd name="T94" fmla="*/ 18 w 195"/>
                <a:gd name="T95" fmla="*/ 72 h 122"/>
                <a:gd name="T96" fmla="*/ 6 w 195"/>
                <a:gd name="T97" fmla="*/ 69 h 122"/>
                <a:gd name="T98" fmla="*/ 3 w 195"/>
                <a:gd name="T99" fmla="*/ 54 h 122"/>
                <a:gd name="T100" fmla="*/ 14 w 195"/>
                <a:gd name="T101" fmla="*/ 36 h 122"/>
                <a:gd name="T102" fmla="*/ 18 w 195"/>
                <a:gd name="T103" fmla="*/ 28 h 122"/>
                <a:gd name="T104" fmla="*/ 12 w 195"/>
                <a:gd name="T105" fmla="*/ 14 h 122"/>
                <a:gd name="T106" fmla="*/ 28 w 195"/>
                <a:gd name="T107" fmla="*/ 11 h 122"/>
                <a:gd name="T108" fmla="*/ 45 w 195"/>
                <a:gd name="T109" fmla="*/ 12 h 122"/>
                <a:gd name="T110" fmla="*/ 57 w 195"/>
                <a:gd name="T111" fmla="*/ 15 h 122"/>
                <a:gd name="T112" fmla="*/ 70 w 195"/>
                <a:gd name="T113" fmla="*/ 14 h 122"/>
                <a:gd name="T114" fmla="*/ 79 w 195"/>
                <a:gd name="T115" fmla="*/ 15 h 122"/>
                <a:gd name="T116" fmla="*/ 89 w 195"/>
                <a:gd name="T117" fmla="*/ 7 h 122"/>
                <a:gd name="T118" fmla="*/ 102 w 195"/>
                <a:gd name="T119" fmla="*/ 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5" h="122">
                  <a:moveTo>
                    <a:pt x="104" y="0"/>
                  </a:moveTo>
                  <a:lnTo>
                    <a:pt x="110" y="3"/>
                  </a:lnTo>
                  <a:lnTo>
                    <a:pt x="116" y="3"/>
                  </a:lnTo>
                  <a:lnTo>
                    <a:pt x="119" y="2"/>
                  </a:lnTo>
                  <a:lnTo>
                    <a:pt x="122" y="2"/>
                  </a:lnTo>
                  <a:lnTo>
                    <a:pt x="123" y="7"/>
                  </a:lnTo>
                  <a:lnTo>
                    <a:pt x="126" y="8"/>
                  </a:lnTo>
                  <a:lnTo>
                    <a:pt x="124" y="11"/>
                  </a:lnTo>
                  <a:lnTo>
                    <a:pt x="128" y="16"/>
                  </a:lnTo>
                  <a:lnTo>
                    <a:pt x="135" y="15"/>
                  </a:lnTo>
                  <a:lnTo>
                    <a:pt x="137" y="16"/>
                  </a:lnTo>
                  <a:lnTo>
                    <a:pt x="137" y="19"/>
                  </a:lnTo>
                  <a:lnTo>
                    <a:pt x="140" y="20"/>
                  </a:lnTo>
                  <a:lnTo>
                    <a:pt x="140" y="23"/>
                  </a:lnTo>
                  <a:lnTo>
                    <a:pt x="141" y="27"/>
                  </a:lnTo>
                  <a:lnTo>
                    <a:pt x="147" y="32"/>
                  </a:lnTo>
                  <a:lnTo>
                    <a:pt x="148" y="29"/>
                  </a:lnTo>
                  <a:lnTo>
                    <a:pt x="152" y="31"/>
                  </a:lnTo>
                  <a:lnTo>
                    <a:pt x="155" y="31"/>
                  </a:lnTo>
                  <a:lnTo>
                    <a:pt x="157" y="31"/>
                  </a:lnTo>
                  <a:lnTo>
                    <a:pt x="161" y="28"/>
                  </a:lnTo>
                  <a:lnTo>
                    <a:pt x="162" y="28"/>
                  </a:lnTo>
                  <a:lnTo>
                    <a:pt x="165" y="33"/>
                  </a:lnTo>
                  <a:lnTo>
                    <a:pt x="169" y="36"/>
                  </a:lnTo>
                  <a:lnTo>
                    <a:pt x="170" y="39"/>
                  </a:lnTo>
                  <a:lnTo>
                    <a:pt x="172" y="36"/>
                  </a:lnTo>
                  <a:lnTo>
                    <a:pt x="176" y="37"/>
                  </a:lnTo>
                  <a:lnTo>
                    <a:pt x="180" y="37"/>
                  </a:lnTo>
                  <a:lnTo>
                    <a:pt x="181" y="39"/>
                  </a:lnTo>
                  <a:lnTo>
                    <a:pt x="183" y="39"/>
                  </a:lnTo>
                  <a:lnTo>
                    <a:pt x="187" y="40"/>
                  </a:lnTo>
                  <a:lnTo>
                    <a:pt x="190" y="41"/>
                  </a:lnTo>
                  <a:lnTo>
                    <a:pt x="193" y="40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5" y="47"/>
                  </a:lnTo>
                  <a:lnTo>
                    <a:pt x="193" y="49"/>
                  </a:lnTo>
                  <a:lnTo>
                    <a:pt x="190" y="49"/>
                  </a:lnTo>
                  <a:lnTo>
                    <a:pt x="190" y="54"/>
                  </a:lnTo>
                  <a:lnTo>
                    <a:pt x="193" y="57"/>
                  </a:lnTo>
                  <a:lnTo>
                    <a:pt x="194" y="60"/>
                  </a:lnTo>
                  <a:lnTo>
                    <a:pt x="193" y="65"/>
                  </a:lnTo>
                  <a:lnTo>
                    <a:pt x="193" y="68"/>
                  </a:lnTo>
                  <a:lnTo>
                    <a:pt x="190" y="69"/>
                  </a:lnTo>
                  <a:lnTo>
                    <a:pt x="185" y="69"/>
                  </a:lnTo>
                  <a:lnTo>
                    <a:pt x="182" y="74"/>
                  </a:lnTo>
                  <a:lnTo>
                    <a:pt x="181" y="74"/>
                  </a:lnTo>
                  <a:lnTo>
                    <a:pt x="180" y="79"/>
                  </a:lnTo>
                  <a:lnTo>
                    <a:pt x="178" y="81"/>
                  </a:lnTo>
                  <a:lnTo>
                    <a:pt x="178" y="79"/>
                  </a:lnTo>
                  <a:lnTo>
                    <a:pt x="177" y="79"/>
                  </a:lnTo>
                  <a:lnTo>
                    <a:pt x="173" y="81"/>
                  </a:lnTo>
                  <a:lnTo>
                    <a:pt x="170" y="81"/>
                  </a:lnTo>
                  <a:lnTo>
                    <a:pt x="169" y="81"/>
                  </a:lnTo>
                  <a:lnTo>
                    <a:pt x="168" y="83"/>
                  </a:lnTo>
                  <a:lnTo>
                    <a:pt x="165" y="83"/>
                  </a:lnTo>
                  <a:lnTo>
                    <a:pt x="164" y="86"/>
                  </a:lnTo>
                  <a:lnTo>
                    <a:pt x="161" y="89"/>
                  </a:lnTo>
                  <a:lnTo>
                    <a:pt x="161" y="87"/>
                  </a:lnTo>
                  <a:lnTo>
                    <a:pt x="158" y="89"/>
                  </a:lnTo>
                  <a:lnTo>
                    <a:pt x="156" y="90"/>
                  </a:lnTo>
                  <a:lnTo>
                    <a:pt x="153" y="89"/>
                  </a:lnTo>
                  <a:lnTo>
                    <a:pt x="151" y="90"/>
                  </a:lnTo>
                  <a:lnTo>
                    <a:pt x="149" y="90"/>
                  </a:lnTo>
                  <a:lnTo>
                    <a:pt x="148" y="87"/>
                  </a:lnTo>
                  <a:lnTo>
                    <a:pt x="147" y="87"/>
                  </a:lnTo>
                  <a:lnTo>
                    <a:pt x="148" y="89"/>
                  </a:lnTo>
                  <a:lnTo>
                    <a:pt x="149" y="91"/>
                  </a:lnTo>
                  <a:lnTo>
                    <a:pt x="148" y="93"/>
                  </a:lnTo>
                  <a:lnTo>
                    <a:pt x="145" y="95"/>
                  </a:lnTo>
                  <a:lnTo>
                    <a:pt x="144" y="97"/>
                  </a:lnTo>
                  <a:lnTo>
                    <a:pt x="144" y="95"/>
                  </a:lnTo>
                  <a:lnTo>
                    <a:pt x="145" y="95"/>
                  </a:lnTo>
                  <a:lnTo>
                    <a:pt x="147" y="93"/>
                  </a:lnTo>
                  <a:lnTo>
                    <a:pt x="147" y="91"/>
                  </a:lnTo>
                  <a:lnTo>
                    <a:pt x="145" y="90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9" y="97"/>
                  </a:lnTo>
                  <a:lnTo>
                    <a:pt x="139" y="98"/>
                  </a:lnTo>
                  <a:lnTo>
                    <a:pt x="136" y="98"/>
                  </a:lnTo>
                  <a:lnTo>
                    <a:pt x="135" y="97"/>
                  </a:lnTo>
                  <a:lnTo>
                    <a:pt x="133" y="98"/>
                  </a:lnTo>
                  <a:lnTo>
                    <a:pt x="131" y="97"/>
                  </a:lnTo>
                  <a:lnTo>
                    <a:pt x="131" y="98"/>
                  </a:lnTo>
                  <a:lnTo>
                    <a:pt x="132" y="99"/>
                  </a:lnTo>
                  <a:lnTo>
                    <a:pt x="136" y="99"/>
                  </a:lnTo>
                  <a:lnTo>
                    <a:pt x="137" y="100"/>
                  </a:lnTo>
                  <a:lnTo>
                    <a:pt x="139" y="102"/>
                  </a:lnTo>
                  <a:lnTo>
                    <a:pt x="140" y="100"/>
                  </a:lnTo>
                  <a:lnTo>
                    <a:pt x="140" y="102"/>
                  </a:lnTo>
                  <a:lnTo>
                    <a:pt x="139" y="103"/>
                  </a:lnTo>
                  <a:lnTo>
                    <a:pt x="140" y="104"/>
                  </a:lnTo>
                  <a:lnTo>
                    <a:pt x="140" y="103"/>
                  </a:lnTo>
                  <a:lnTo>
                    <a:pt x="141" y="103"/>
                  </a:lnTo>
                  <a:lnTo>
                    <a:pt x="141" y="106"/>
                  </a:lnTo>
                  <a:lnTo>
                    <a:pt x="143" y="104"/>
                  </a:lnTo>
                  <a:lnTo>
                    <a:pt x="144" y="104"/>
                  </a:lnTo>
                  <a:lnTo>
                    <a:pt x="144" y="108"/>
                  </a:lnTo>
                  <a:lnTo>
                    <a:pt x="145" y="110"/>
                  </a:lnTo>
                  <a:lnTo>
                    <a:pt x="148" y="110"/>
                  </a:lnTo>
                  <a:lnTo>
                    <a:pt x="149" y="110"/>
                  </a:lnTo>
                  <a:lnTo>
                    <a:pt x="145" y="106"/>
                  </a:lnTo>
                  <a:lnTo>
                    <a:pt x="141" y="100"/>
                  </a:lnTo>
                  <a:lnTo>
                    <a:pt x="140" y="98"/>
                  </a:lnTo>
                  <a:lnTo>
                    <a:pt x="141" y="97"/>
                  </a:lnTo>
                  <a:lnTo>
                    <a:pt x="143" y="99"/>
                  </a:lnTo>
                  <a:lnTo>
                    <a:pt x="144" y="103"/>
                  </a:lnTo>
                  <a:lnTo>
                    <a:pt x="149" y="108"/>
                  </a:lnTo>
                  <a:lnTo>
                    <a:pt x="151" y="110"/>
                  </a:lnTo>
                  <a:lnTo>
                    <a:pt x="153" y="107"/>
                  </a:lnTo>
                  <a:lnTo>
                    <a:pt x="155" y="107"/>
                  </a:lnTo>
                  <a:lnTo>
                    <a:pt x="157" y="108"/>
                  </a:lnTo>
                  <a:lnTo>
                    <a:pt x="157" y="106"/>
                  </a:lnTo>
                  <a:lnTo>
                    <a:pt x="161" y="106"/>
                  </a:lnTo>
                  <a:lnTo>
                    <a:pt x="165" y="106"/>
                  </a:lnTo>
                  <a:lnTo>
                    <a:pt x="164" y="107"/>
                  </a:lnTo>
                  <a:lnTo>
                    <a:pt x="162" y="108"/>
                  </a:lnTo>
                  <a:lnTo>
                    <a:pt x="164" y="111"/>
                  </a:lnTo>
                  <a:lnTo>
                    <a:pt x="162" y="112"/>
                  </a:lnTo>
                  <a:lnTo>
                    <a:pt x="158" y="112"/>
                  </a:lnTo>
                  <a:lnTo>
                    <a:pt x="153" y="112"/>
                  </a:lnTo>
                  <a:lnTo>
                    <a:pt x="151" y="114"/>
                  </a:lnTo>
                  <a:lnTo>
                    <a:pt x="149" y="116"/>
                  </a:lnTo>
                  <a:lnTo>
                    <a:pt x="145" y="116"/>
                  </a:lnTo>
                  <a:lnTo>
                    <a:pt x="139" y="120"/>
                  </a:lnTo>
                  <a:lnTo>
                    <a:pt x="135" y="122"/>
                  </a:lnTo>
                  <a:lnTo>
                    <a:pt x="131" y="122"/>
                  </a:lnTo>
                  <a:lnTo>
                    <a:pt x="129" y="120"/>
                  </a:lnTo>
                  <a:lnTo>
                    <a:pt x="129" y="119"/>
                  </a:lnTo>
                  <a:lnTo>
                    <a:pt x="131" y="115"/>
                  </a:lnTo>
                  <a:lnTo>
                    <a:pt x="131" y="114"/>
                  </a:lnTo>
                  <a:lnTo>
                    <a:pt x="127" y="111"/>
                  </a:lnTo>
                  <a:lnTo>
                    <a:pt x="126" y="111"/>
                  </a:lnTo>
                  <a:lnTo>
                    <a:pt x="123" y="110"/>
                  </a:lnTo>
                  <a:lnTo>
                    <a:pt x="122" y="111"/>
                  </a:lnTo>
                  <a:lnTo>
                    <a:pt x="119" y="110"/>
                  </a:lnTo>
                  <a:lnTo>
                    <a:pt x="122" y="106"/>
                  </a:lnTo>
                  <a:lnTo>
                    <a:pt x="126" y="103"/>
                  </a:lnTo>
                  <a:lnTo>
                    <a:pt x="129" y="103"/>
                  </a:lnTo>
                  <a:lnTo>
                    <a:pt x="131" y="102"/>
                  </a:lnTo>
                  <a:lnTo>
                    <a:pt x="129" y="100"/>
                  </a:lnTo>
                  <a:lnTo>
                    <a:pt x="128" y="98"/>
                  </a:lnTo>
                  <a:lnTo>
                    <a:pt x="127" y="98"/>
                  </a:lnTo>
                  <a:lnTo>
                    <a:pt x="127" y="99"/>
                  </a:lnTo>
                  <a:lnTo>
                    <a:pt x="124" y="98"/>
                  </a:lnTo>
                  <a:lnTo>
                    <a:pt x="122" y="97"/>
                  </a:lnTo>
                  <a:lnTo>
                    <a:pt x="119" y="98"/>
                  </a:lnTo>
                  <a:lnTo>
                    <a:pt x="116" y="99"/>
                  </a:lnTo>
                  <a:lnTo>
                    <a:pt x="115" y="98"/>
                  </a:lnTo>
                  <a:lnTo>
                    <a:pt x="112" y="98"/>
                  </a:lnTo>
                  <a:lnTo>
                    <a:pt x="111" y="95"/>
                  </a:lnTo>
                  <a:lnTo>
                    <a:pt x="112" y="95"/>
                  </a:lnTo>
                  <a:lnTo>
                    <a:pt x="112" y="94"/>
                  </a:lnTo>
                  <a:lnTo>
                    <a:pt x="110" y="93"/>
                  </a:lnTo>
                  <a:lnTo>
                    <a:pt x="106" y="93"/>
                  </a:lnTo>
                  <a:lnTo>
                    <a:pt x="104" y="91"/>
                  </a:lnTo>
                  <a:lnTo>
                    <a:pt x="107" y="91"/>
                  </a:lnTo>
                  <a:lnTo>
                    <a:pt x="111" y="91"/>
                  </a:lnTo>
                  <a:lnTo>
                    <a:pt x="114" y="91"/>
                  </a:lnTo>
                  <a:lnTo>
                    <a:pt x="115" y="91"/>
                  </a:lnTo>
                  <a:lnTo>
                    <a:pt x="118" y="89"/>
                  </a:lnTo>
                  <a:lnTo>
                    <a:pt x="114" y="90"/>
                  </a:lnTo>
                  <a:lnTo>
                    <a:pt x="111" y="90"/>
                  </a:lnTo>
                  <a:lnTo>
                    <a:pt x="110" y="89"/>
                  </a:lnTo>
                  <a:lnTo>
                    <a:pt x="110" y="87"/>
                  </a:lnTo>
                  <a:lnTo>
                    <a:pt x="108" y="89"/>
                  </a:lnTo>
                  <a:lnTo>
                    <a:pt x="107" y="90"/>
                  </a:lnTo>
                  <a:lnTo>
                    <a:pt x="106" y="90"/>
                  </a:lnTo>
                  <a:lnTo>
                    <a:pt x="106" y="90"/>
                  </a:lnTo>
                  <a:lnTo>
                    <a:pt x="104" y="89"/>
                  </a:lnTo>
                  <a:lnTo>
                    <a:pt x="102" y="91"/>
                  </a:lnTo>
                  <a:lnTo>
                    <a:pt x="99" y="91"/>
                  </a:lnTo>
                  <a:lnTo>
                    <a:pt x="98" y="93"/>
                  </a:lnTo>
                  <a:lnTo>
                    <a:pt x="98" y="95"/>
                  </a:lnTo>
                  <a:lnTo>
                    <a:pt x="95" y="99"/>
                  </a:lnTo>
                  <a:lnTo>
                    <a:pt x="94" y="99"/>
                  </a:lnTo>
                  <a:lnTo>
                    <a:pt x="94" y="100"/>
                  </a:lnTo>
                  <a:lnTo>
                    <a:pt x="90" y="106"/>
                  </a:lnTo>
                  <a:lnTo>
                    <a:pt x="89" y="106"/>
                  </a:lnTo>
                  <a:lnTo>
                    <a:pt x="87" y="104"/>
                  </a:lnTo>
                  <a:lnTo>
                    <a:pt x="87" y="106"/>
                  </a:lnTo>
                  <a:lnTo>
                    <a:pt x="87" y="107"/>
                  </a:lnTo>
                  <a:lnTo>
                    <a:pt x="89" y="108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6" y="110"/>
                  </a:lnTo>
                  <a:lnTo>
                    <a:pt x="82" y="110"/>
                  </a:lnTo>
                  <a:lnTo>
                    <a:pt x="79" y="111"/>
                  </a:lnTo>
                  <a:lnTo>
                    <a:pt x="76" y="111"/>
                  </a:lnTo>
                  <a:lnTo>
                    <a:pt x="73" y="110"/>
                  </a:lnTo>
                  <a:lnTo>
                    <a:pt x="70" y="107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78" y="97"/>
                  </a:lnTo>
                  <a:lnTo>
                    <a:pt x="78" y="93"/>
                  </a:lnTo>
                  <a:lnTo>
                    <a:pt x="81" y="93"/>
                  </a:lnTo>
                  <a:lnTo>
                    <a:pt x="83" y="91"/>
                  </a:lnTo>
                  <a:lnTo>
                    <a:pt x="85" y="94"/>
                  </a:lnTo>
                  <a:lnTo>
                    <a:pt x="89" y="93"/>
                  </a:lnTo>
                  <a:lnTo>
                    <a:pt x="89" y="93"/>
                  </a:lnTo>
                  <a:lnTo>
                    <a:pt x="87" y="90"/>
                  </a:lnTo>
                  <a:lnTo>
                    <a:pt x="89" y="87"/>
                  </a:lnTo>
                  <a:lnTo>
                    <a:pt x="87" y="86"/>
                  </a:lnTo>
                  <a:lnTo>
                    <a:pt x="85" y="83"/>
                  </a:lnTo>
                  <a:lnTo>
                    <a:pt x="82" y="81"/>
                  </a:lnTo>
                  <a:lnTo>
                    <a:pt x="81" y="79"/>
                  </a:lnTo>
                  <a:lnTo>
                    <a:pt x="78" y="78"/>
                  </a:lnTo>
                  <a:lnTo>
                    <a:pt x="78" y="75"/>
                  </a:lnTo>
                  <a:lnTo>
                    <a:pt x="78" y="72"/>
                  </a:lnTo>
                  <a:lnTo>
                    <a:pt x="76" y="70"/>
                  </a:lnTo>
                  <a:lnTo>
                    <a:pt x="72" y="66"/>
                  </a:lnTo>
                  <a:lnTo>
                    <a:pt x="70" y="66"/>
                  </a:lnTo>
                  <a:lnTo>
                    <a:pt x="69" y="68"/>
                  </a:lnTo>
                  <a:lnTo>
                    <a:pt x="66" y="68"/>
                  </a:lnTo>
                  <a:lnTo>
                    <a:pt x="62" y="64"/>
                  </a:lnTo>
                  <a:lnTo>
                    <a:pt x="58" y="64"/>
                  </a:lnTo>
                  <a:lnTo>
                    <a:pt x="57" y="61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9" y="65"/>
                  </a:lnTo>
                  <a:lnTo>
                    <a:pt x="48" y="66"/>
                  </a:lnTo>
                  <a:lnTo>
                    <a:pt x="49" y="69"/>
                  </a:lnTo>
                  <a:lnTo>
                    <a:pt x="47" y="70"/>
                  </a:lnTo>
                  <a:lnTo>
                    <a:pt x="44" y="72"/>
                  </a:lnTo>
                  <a:lnTo>
                    <a:pt x="36" y="73"/>
                  </a:lnTo>
                  <a:lnTo>
                    <a:pt x="33" y="75"/>
                  </a:lnTo>
                  <a:lnTo>
                    <a:pt x="31" y="75"/>
                  </a:lnTo>
                  <a:lnTo>
                    <a:pt x="27" y="77"/>
                  </a:lnTo>
                  <a:lnTo>
                    <a:pt x="24" y="75"/>
                  </a:lnTo>
                  <a:lnTo>
                    <a:pt x="24" y="74"/>
                  </a:lnTo>
                  <a:lnTo>
                    <a:pt x="20" y="72"/>
                  </a:lnTo>
                  <a:lnTo>
                    <a:pt x="18" y="72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0" y="72"/>
                  </a:lnTo>
                  <a:lnTo>
                    <a:pt x="7" y="72"/>
                  </a:lnTo>
                  <a:lnTo>
                    <a:pt x="6" y="69"/>
                  </a:lnTo>
                  <a:lnTo>
                    <a:pt x="3" y="6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3" y="54"/>
                  </a:lnTo>
                  <a:lnTo>
                    <a:pt x="6" y="54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12" y="40"/>
                  </a:lnTo>
                  <a:lnTo>
                    <a:pt x="14" y="36"/>
                  </a:lnTo>
                  <a:lnTo>
                    <a:pt x="15" y="35"/>
                  </a:lnTo>
                  <a:lnTo>
                    <a:pt x="18" y="35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8"/>
                  </a:lnTo>
                  <a:lnTo>
                    <a:pt x="18" y="27"/>
                  </a:lnTo>
                  <a:lnTo>
                    <a:pt x="15" y="24"/>
                  </a:lnTo>
                  <a:lnTo>
                    <a:pt x="14" y="22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8" y="14"/>
                  </a:lnTo>
                  <a:lnTo>
                    <a:pt x="20" y="12"/>
                  </a:lnTo>
                  <a:lnTo>
                    <a:pt x="28" y="11"/>
                  </a:lnTo>
                  <a:lnTo>
                    <a:pt x="32" y="11"/>
                  </a:lnTo>
                  <a:lnTo>
                    <a:pt x="35" y="10"/>
                  </a:lnTo>
                  <a:lnTo>
                    <a:pt x="36" y="10"/>
                  </a:lnTo>
                  <a:lnTo>
                    <a:pt x="39" y="11"/>
                  </a:lnTo>
                  <a:lnTo>
                    <a:pt x="45" y="12"/>
                  </a:lnTo>
                  <a:lnTo>
                    <a:pt x="49" y="14"/>
                  </a:lnTo>
                  <a:lnTo>
                    <a:pt x="49" y="15"/>
                  </a:lnTo>
                  <a:lnTo>
                    <a:pt x="53" y="14"/>
                  </a:lnTo>
                  <a:lnTo>
                    <a:pt x="56" y="15"/>
                  </a:lnTo>
                  <a:lnTo>
                    <a:pt x="57" y="15"/>
                  </a:lnTo>
                  <a:lnTo>
                    <a:pt x="58" y="14"/>
                  </a:lnTo>
                  <a:lnTo>
                    <a:pt x="61" y="15"/>
                  </a:lnTo>
                  <a:lnTo>
                    <a:pt x="64" y="15"/>
                  </a:lnTo>
                  <a:lnTo>
                    <a:pt x="66" y="12"/>
                  </a:lnTo>
                  <a:lnTo>
                    <a:pt x="70" y="14"/>
                  </a:lnTo>
                  <a:lnTo>
                    <a:pt x="70" y="16"/>
                  </a:lnTo>
                  <a:lnTo>
                    <a:pt x="73" y="16"/>
                  </a:lnTo>
                  <a:lnTo>
                    <a:pt x="74" y="14"/>
                  </a:lnTo>
                  <a:lnTo>
                    <a:pt x="77" y="14"/>
                  </a:lnTo>
                  <a:lnTo>
                    <a:pt x="79" y="15"/>
                  </a:lnTo>
                  <a:lnTo>
                    <a:pt x="82" y="14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1"/>
                  </a:lnTo>
                  <a:lnTo>
                    <a:pt x="89" y="7"/>
                  </a:lnTo>
                  <a:lnTo>
                    <a:pt x="93" y="6"/>
                  </a:lnTo>
                  <a:lnTo>
                    <a:pt x="98" y="4"/>
                  </a:lnTo>
                  <a:lnTo>
                    <a:pt x="99" y="6"/>
                  </a:lnTo>
                  <a:lnTo>
                    <a:pt x="103" y="4"/>
                  </a:lnTo>
                  <a:lnTo>
                    <a:pt x="102" y="3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8" name="Freeform 383"/>
            <p:cNvSpPr>
              <a:spLocks/>
            </p:cNvSpPr>
            <p:nvPr/>
          </p:nvSpPr>
          <p:spPr bwMode="auto">
            <a:xfrm>
              <a:off x="6498673" y="2749084"/>
              <a:ext cx="104048" cy="116736"/>
            </a:xfrm>
            <a:custGeom>
              <a:avLst/>
              <a:gdLst>
                <a:gd name="T0" fmla="*/ 9 w 41"/>
                <a:gd name="T1" fmla="*/ 0 h 46"/>
                <a:gd name="T2" fmla="*/ 10 w 41"/>
                <a:gd name="T3" fmla="*/ 3 h 46"/>
                <a:gd name="T4" fmla="*/ 14 w 41"/>
                <a:gd name="T5" fmla="*/ 3 h 46"/>
                <a:gd name="T6" fmla="*/ 18 w 41"/>
                <a:gd name="T7" fmla="*/ 7 h 46"/>
                <a:gd name="T8" fmla="*/ 21 w 41"/>
                <a:gd name="T9" fmla="*/ 7 h 46"/>
                <a:gd name="T10" fmla="*/ 22 w 41"/>
                <a:gd name="T11" fmla="*/ 5 h 46"/>
                <a:gd name="T12" fmla="*/ 24 w 41"/>
                <a:gd name="T13" fmla="*/ 5 h 46"/>
                <a:gd name="T14" fmla="*/ 28 w 41"/>
                <a:gd name="T15" fmla="*/ 9 h 46"/>
                <a:gd name="T16" fmla="*/ 30 w 41"/>
                <a:gd name="T17" fmla="*/ 11 h 46"/>
                <a:gd name="T18" fmla="*/ 30 w 41"/>
                <a:gd name="T19" fmla="*/ 14 h 46"/>
                <a:gd name="T20" fmla="*/ 30 w 41"/>
                <a:gd name="T21" fmla="*/ 17 h 46"/>
                <a:gd name="T22" fmla="*/ 33 w 41"/>
                <a:gd name="T23" fmla="*/ 18 h 46"/>
                <a:gd name="T24" fmla="*/ 34 w 41"/>
                <a:gd name="T25" fmla="*/ 20 h 46"/>
                <a:gd name="T26" fmla="*/ 37 w 41"/>
                <a:gd name="T27" fmla="*/ 22 h 46"/>
                <a:gd name="T28" fmla="*/ 39 w 41"/>
                <a:gd name="T29" fmla="*/ 25 h 46"/>
                <a:gd name="T30" fmla="*/ 41 w 41"/>
                <a:gd name="T31" fmla="*/ 26 h 46"/>
                <a:gd name="T32" fmla="*/ 39 w 41"/>
                <a:gd name="T33" fmla="*/ 29 h 46"/>
                <a:gd name="T34" fmla="*/ 41 w 41"/>
                <a:gd name="T35" fmla="*/ 32 h 46"/>
                <a:gd name="T36" fmla="*/ 41 w 41"/>
                <a:gd name="T37" fmla="*/ 32 h 46"/>
                <a:gd name="T38" fmla="*/ 37 w 41"/>
                <a:gd name="T39" fmla="*/ 33 h 46"/>
                <a:gd name="T40" fmla="*/ 35 w 41"/>
                <a:gd name="T41" fmla="*/ 30 h 46"/>
                <a:gd name="T42" fmla="*/ 33 w 41"/>
                <a:gd name="T43" fmla="*/ 32 h 46"/>
                <a:gd name="T44" fmla="*/ 30 w 41"/>
                <a:gd name="T45" fmla="*/ 32 h 46"/>
                <a:gd name="T46" fmla="*/ 30 w 41"/>
                <a:gd name="T47" fmla="*/ 36 h 46"/>
                <a:gd name="T48" fmla="*/ 30 w 41"/>
                <a:gd name="T49" fmla="*/ 39 h 46"/>
                <a:gd name="T50" fmla="*/ 29 w 41"/>
                <a:gd name="T51" fmla="*/ 39 h 46"/>
                <a:gd name="T52" fmla="*/ 26 w 41"/>
                <a:gd name="T53" fmla="*/ 43 h 46"/>
                <a:gd name="T54" fmla="*/ 26 w 41"/>
                <a:gd name="T55" fmla="*/ 45 h 46"/>
                <a:gd name="T56" fmla="*/ 25 w 41"/>
                <a:gd name="T57" fmla="*/ 45 h 46"/>
                <a:gd name="T58" fmla="*/ 22 w 41"/>
                <a:gd name="T59" fmla="*/ 46 h 46"/>
                <a:gd name="T60" fmla="*/ 22 w 41"/>
                <a:gd name="T61" fmla="*/ 46 h 46"/>
                <a:gd name="T62" fmla="*/ 21 w 41"/>
                <a:gd name="T63" fmla="*/ 42 h 46"/>
                <a:gd name="T64" fmla="*/ 21 w 41"/>
                <a:gd name="T65" fmla="*/ 32 h 46"/>
                <a:gd name="T66" fmla="*/ 20 w 41"/>
                <a:gd name="T67" fmla="*/ 28 h 46"/>
                <a:gd name="T68" fmla="*/ 18 w 41"/>
                <a:gd name="T69" fmla="*/ 25 h 46"/>
                <a:gd name="T70" fmla="*/ 12 w 41"/>
                <a:gd name="T71" fmla="*/ 20 h 46"/>
                <a:gd name="T72" fmla="*/ 12 w 41"/>
                <a:gd name="T73" fmla="*/ 17 h 46"/>
                <a:gd name="T74" fmla="*/ 6 w 41"/>
                <a:gd name="T75" fmla="*/ 13 h 46"/>
                <a:gd name="T76" fmla="*/ 5 w 41"/>
                <a:gd name="T77" fmla="*/ 8 h 46"/>
                <a:gd name="T78" fmla="*/ 1 w 41"/>
                <a:gd name="T79" fmla="*/ 8 h 46"/>
                <a:gd name="T80" fmla="*/ 0 w 41"/>
                <a:gd name="T81" fmla="*/ 5 h 46"/>
                <a:gd name="T82" fmla="*/ 1 w 41"/>
                <a:gd name="T83" fmla="*/ 4 h 46"/>
                <a:gd name="T84" fmla="*/ 0 w 41"/>
                <a:gd name="T85" fmla="*/ 1 h 46"/>
                <a:gd name="T86" fmla="*/ 2 w 41"/>
                <a:gd name="T87" fmla="*/ 1 h 46"/>
                <a:gd name="T88" fmla="*/ 2 w 41"/>
                <a:gd name="T89" fmla="*/ 1 h 46"/>
                <a:gd name="T90" fmla="*/ 5 w 41"/>
                <a:gd name="T91" fmla="*/ 3 h 46"/>
                <a:gd name="T92" fmla="*/ 5 w 41"/>
                <a:gd name="T93" fmla="*/ 1 h 46"/>
                <a:gd name="T94" fmla="*/ 8 w 41"/>
                <a:gd name="T95" fmla="*/ 1 h 46"/>
                <a:gd name="T96" fmla="*/ 9 w 41"/>
                <a:gd name="T9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" h="46">
                  <a:moveTo>
                    <a:pt x="9" y="0"/>
                  </a:moveTo>
                  <a:lnTo>
                    <a:pt x="10" y="3"/>
                  </a:lnTo>
                  <a:lnTo>
                    <a:pt x="14" y="3"/>
                  </a:lnTo>
                  <a:lnTo>
                    <a:pt x="18" y="7"/>
                  </a:lnTo>
                  <a:lnTo>
                    <a:pt x="21" y="7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28" y="9"/>
                  </a:lnTo>
                  <a:lnTo>
                    <a:pt x="30" y="11"/>
                  </a:lnTo>
                  <a:lnTo>
                    <a:pt x="30" y="14"/>
                  </a:lnTo>
                  <a:lnTo>
                    <a:pt x="30" y="17"/>
                  </a:lnTo>
                  <a:lnTo>
                    <a:pt x="33" y="18"/>
                  </a:lnTo>
                  <a:lnTo>
                    <a:pt x="34" y="20"/>
                  </a:lnTo>
                  <a:lnTo>
                    <a:pt x="37" y="22"/>
                  </a:lnTo>
                  <a:lnTo>
                    <a:pt x="39" y="25"/>
                  </a:lnTo>
                  <a:lnTo>
                    <a:pt x="41" y="26"/>
                  </a:lnTo>
                  <a:lnTo>
                    <a:pt x="39" y="29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7" y="33"/>
                  </a:lnTo>
                  <a:lnTo>
                    <a:pt x="35" y="30"/>
                  </a:lnTo>
                  <a:lnTo>
                    <a:pt x="33" y="32"/>
                  </a:lnTo>
                  <a:lnTo>
                    <a:pt x="30" y="32"/>
                  </a:lnTo>
                  <a:lnTo>
                    <a:pt x="30" y="36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6" y="43"/>
                  </a:lnTo>
                  <a:lnTo>
                    <a:pt x="26" y="45"/>
                  </a:lnTo>
                  <a:lnTo>
                    <a:pt x="25" y="45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1" y="42"/>
                  </a:lnTo>
                  <a:lnTo>
                    <a:pt x="21" y="32"/>
                  </a:lnTo>
                  <a:lnTo>
                    <a:pt x="20" y="28"/>
                  </a:lnTo>
                  <a:lnTo>
                    <a:pt x="18" y="25"/>
                  </a:lnTo>
                  <a:lnTo>
                    <a:pt x="12" y="20"/>
                  </a:lnTo>
                  <a:lnTo>
                    <a:pt x="12" y="17"/>
                  </a:lnTo>
                  <a:lnTo>
                    <a:pt x="6" y="13"/>
                  </a:lnTo>
                  <a:lnTo>
                    <a:pt x="5" y="8"/>
                  </a:lnTo>
                  <a:lnTo>
                    <a:pt x="1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5" y="3"/>
                  </a:lnTo>
                  <a:lnTo>
                    <a:pt x="5" y="1"/>
                  </a:lnTo>
                  <a:lnTo>
                    <a:pt x="8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49" name="Freeform 384"/>
            <p:cNvSpPr>
              <a:spLocks/>
            </p:cNvSpPr>
            <p:nvPr/>
          </p:nvSpPr>
          <p:spPr bwMode="auto">
            <a:xfrm>
              <a:off x="6333719" y="2769385"/>
              <a:ext cx="263925" cy="170030"/>
            </a:xfrm>
            <a:custGeom>
              <a:avLst/>
              <a:gdLst>
                <a:gd name="T0" fmla="*/ 71 w 104"/>
                <a:gd name="T1" fmla="*/ 5 h 67"/>
                <a:gd name="T2" fmla="*/ 77 w 104"/>
                <a:gd name="T3" fmla="*/ 12 h 67"/>
                <a:gd name="T4" fmla="*/ 85 w 104"/>
                <a:gd name="T5" fmla="*/ 20 h 67"/>
                <a:gd name="T6" fmla="*/ 86 w 104"/>
                <a:gd name="T7" fmla="*/ 34 h 67"/>
                <a:gd name="T8" fmla="*/ 90 w 104"/>
                <a:gd name="T9" fmla="*/ 41 h 67"/>
                <a:gd name="T10" fmla="*/ 96 w 104"/>
                <a:gd name="T11" fmla="*/ 42 h 67"/>
                <a:gd name="T12" fmla="*/ 103 w 104"/>
                <a:gd name="T13" fmla="*/ 41 h 67"/>
                <a:gd name="T14" fmla="*/ 103 w 104"/>
                <a:gd name="T15" fmla="*/ 43 h 67"/>
                <a:gd name="T16" fmla="*/ 104 w 104"/>
                <a:gd name="T17" fmla="*/ 46 h 67"/>
                <a:gd name="T18" fmla="*/ 100 w 104"/>
                <a:gd name="T19" fmla="*/ 50 h 67"/>
                <a:gd name="T20" fmla="*/ 95 w 104"/>
                <a:gd name="T21" fmla="*/ 53 h 67"/>
                <a:gd name="T22" fmla="*/ 95 w 104"/>
                <a:gd name="T23" fmla="*/ 55 h 67"/>
                <a:gd name="T24" fmla="*/ 94 w 104"/>
                <a:gd name="T25" fmla="*/ 60 h 67"/>
                <a:gd name="T26" fmla="*/ 91 w 104"/>
                <a:gd name="T27" fmla="*/ 64 h 67"/>
                <a:gd name="T28" fmla="*/ 89 w 104"/>
                <a:gd name="T29" fmla="*/ 60 h 67"/>
                <a:gd name="T30" fmla="*/ 85 w 104"/>
                <a:gd name="T31" fmla="*/ 60 h 67"/>
                <a:gd name="T32" fmla="*/ 77 w 104"/>
                <a:gd name="T33" fmla="*/ 59 h 67"/>
                <a:gd name="T34" fmla="*/ 67 w 104"/>
                <a:gd name="T35" fmla="*/ 63 h 67"/>
                <a:gd name="T36" fmla="*/ 64 w 104"/>
                <a:gd name="T37" fmla="*/ 66 h 67"/>
                <a:gd name="T38" fmla="*/ 57 w 104"/>
                <a:gd name="T39" fmla="*/ 66 h 67"/>
                <a:gd name="T40" fmla="*/ 53 w 104"/>
                <a:gd name="T41" fmla="*/ 64 h 67"/>
                <a:gd name="T42" fmla="*/ 49 w 104"/>
                <a:gd name="T43" fmla="*/ 64 h 67"/>
                <a:gd name="T44" fmla="*/ 41 w 104"/>
                <a:gd name="T45" fmla="*/ 64 h 67"/>
                <a:gd name="T46" fmla="*/ 39 w 104"/>
                <a:gd name="T47" fmla="*/ 64 h 67"/>
                <a:gd name="T48" fmla="*/ 32 w 104"/>
                <a:gd name="T49" fmla="*/ 66 h 67"/>
                <a:gd name="T50" fmla="*/ 32 w 104"/>
                <a:gd name="T51" fmla="*/ 62 h 67"/>
                <a:gd name="T52" fmla="*/ 31 w 104"/>
                <a:gd name="T53" fmla="*/ 59 h 67"/>
                <a:gd name="T54" fmla="*/ 27 w 104"/>
                <a:gd name="T55" fmla="*/ 56 h 67"/>
                <a:gd name="T56" fmla="*/ 28 w 104"/>
                <a:gd name="T57" fmla="*/ 53 h 67"/>
                <a:gd name="T58" fmla="*/ 23 w 104"/>
                <a:gd name="T59" fmla="*/ 54 h 67"/>
                <a:gd name="T60" fmla="*/ 17 w 104"/>
                <a:gd name="T61" fmla="*/ 54 h 67"/>
                <a:gd name="T62" fmla="*/ 14 w 104"/>
                <a:gd name="T63" fmla="*/ 50 h 67"/>
                <a:gd name="T64" fmla="*/ 14 w 104"/>
                <a:gd name="T65" fmla="*/ 46 h 67"/>
                <a:gd name="T66" fmla="*/ 8 w 104"/>
                <a:gd name="T67" fmla="*/ 42 h 67"/>
                <a:gd name="T68" fmla="*/ 3 w 104"/>
                <a:gd name="T69" fmla="*/ 35 h 67"/>
                <a:gd name="T70" fmla="*/ 0 w 104"/>
                <a:gd name="T71" fmla="*/ 33 h 67"/>
                <a:gd name="T72" fmla="*/ 4 w 104"/>
                <a:gd name="T73" fmla="*/ 30 h 67"/>
                <a:gd name="T74" fmla="*/ 8 w 104"/>
                <a:gd name="T75" fmla="*/ 29 h 67"/>
                <a:gd name="T76" fmla="*/ 11 w 104"/>
                <a:gd name="T77" fmla="*/ 24 h 67"/>
                <a:gd name="T78" fmla="*/ 17 w 104"/>
                <a:gd name="T79" fmla="*/ 10 h 67"/>
                <a:gd name="T80" fmla="*/ 23 w 104"/>
                <a:gd name="T81" fmla="*/ 5 h 67"/>
                <a:gd name="T82" fmla="*/ 24 w 104"/>
                <a:gd name="T83" fmla="*/ 3 h 67"/>
                <a:gd name="T84" fmla="*/ 28 w 104"/>
                <a:gd name="T85" fmla="*/ 0 h 67"/>
                <a:gd name="T86" fmla="*/ 35 w 104"/>
                <a:gd name="T87" fmla="*/ 3 h 67"/>
                <a:gd name="T88" fmla="*/ 41 w 104"/>
                <a:gd name="T89" fmla="*/ 5 h 67"/>
                <a:gd name="T90" fmla="*/ 44 w 104"/>
                <a:gd name="T91" fmla="*/ 8 h 67"/>
                <a:gd name="T92" fmla="*/ 50 w 104"/>
                <a:gd name="T93" fmla="*/ 6 h 67"/>
                <a:gd name="T94" fmla="*/ 61 w 104"/>
                <a:gd name="T95" fmla="*/ 3 h 67"/>
                <a:gd name="T96" fmla="*/ 70 w 104"/>
                <a:gd name="T9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4" h="67">
                  <a:moveTo>
                    <a:pt x="70" y="0"/>
                  </a:moveTo>
                  <a:lnTo>
                    <a:pt x="71" y="5"/>
                  </a:lnTo>
                  <a:lnTo>
                    <a:pt x="77" y="9"/>
                  </a:lnTo>
                  <a:lnTo>
                    <a:pt x="77" y="12"/>
                  </a:lnTo>
                  <a:lnTo>
                    <a:pt x="83" y="17"/>
                  </a:lnTo>
                  <a:lnTo>
                    <a:pt x="85" y="20"/>
                  </a:lnTo>
                  <a:lnTo>
                    <a:pt x="86" y="24"/>
                  </a:lnTo>
                  <a:lnTo>
                    <a:pt x="86" y="34"/>
                  </a:lnTo>
                  <a:lnTo>
                    <a:pt x="87" y="38"/>
                  </a:lnTo>
                  <a:lnTo>
                    <a:pt x="90" y="41"/>
                  </a:lnTo>
                  <a:lnTo>
                    <a:pt x="93" y="42"/>
                  </a:lnTo>
                  <a:lnTo>
                    <a:pt x="96" y="42"/>
                  </a:lnTo>
                  <a:lnTo>
                    <a:pt x="99" y="41"/>
                  </a:lnTo>
                  <a:lnTo>
                    <a:pt x="103" y="41"/>
                  </a:lnTo>
                  <a:lnTo>
                    <a:pt x="104" y="42"/>
                  </a:lnTo>
                  <a:lnTo>
                    <a:pt x="103" y="43"/>
                  </a:lnTo>
                  <a:lnTo>
                    <a:pt x="104" y="43"/>
                  </a:lnTo>
                  <a:lnTo>
                    <a:pt x="104" y="46"/>
                  </a:lnTo>
                  <a:lnTo>
                    <a:pt x="103" y="49"/>
                  </a:lnTo>
                  <a:lnTo>
                    <a:pt x="100" y="50"/>
                  </a:lnTo>
                  <a:lnTo>
                    <a:pt x="96" y="50"/>
                  </a:lnTo>
                  <a:lnTo>
                    <a:pt x="95" y="53"/>
                  </a:lnTo>
                  <a:lnTo>
                    <a:pt x="94" y="54"/>
                  </a:lnTo>
                  <a:lnTo>
                    <a:pt x="95" y="55"/>
                  </a:lnTo>
                  <a:lnTo>
                    <a:pt x="95" y="59"/>
                  </a:lnTo>
                  <a:lnTo>
                    <a:pt x="94" y="60"/>
                  </a:lnTo>
                  <a:lnTo>
                    <a:pt x="95" y="64"/>
                  </a:lnTo>
                  <a:lnTo>
                    <a:pt x="91" y="64"/>
                  </a:lnTo>
                  <a:lnTo>
                    <a:pt x="91" y="63"/>
                  </a:lnTo>
                  <a:lnTo>
                    <a:pt x="89" y="60"/>
                  </a:lnTo>
                  <a:lnTo>
                    <a:pt x="86" y="62"/>
                  </a:lnTo>
                  <a:lnTo>
                    <a:pt x="85" y="60"/>
                  </a:lnTo>
                  <a:lnTo>
                    <a:pt x="81" y="59"/>
                  </a:lnTo>
                  <a:lnTo>
                    <a:pt x="77" y="59"/>
                  </a:lnTo>
                  <a:lnTo>
                    <a:pt x="74" y="59"/>
                  </a:lnTo>
                  <a:lnTo>
                    <a:pt x="67" y="63"/>
                  </a:lnTo>
                  <a:lnTo>
                    <a:pt x="66" y="64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57" y="66"/>
                  </a:lnTo>
                  <a:lnTo>
                    <a:pt x="56" y="66"/>
                  </a:lnTo>
                  <a:lnTo>
                    <a:pt x="53" y="64"/>
                  </a:lnTo>
                  <a:lnTo>
                    <a:pt x="50" y="66"/>
                  </a:lnTo>
                  <a:lnTo>
                    <a:pt x="49" y="64"/>
                  </a:lnTo>
                  <a:lnTo>
                    <a:pt x="45" y="67"/>
                  </a:lnTo>
                  <a:lnTo>
                    <a:pt x="41" y="64"/>
                  </a:lnTo>
                  <a:lnTo>
                    <a:pt x="40" y="66"/>
                  </a:lnTo>
                  <a:lnTo>
                    <a:pt x="39" y="64"/>
                  </a:lnTo>
                  <a:lnTo>
                    <a:pt x="36" y="64"/>
                  </a:lnTo>
                  <a:lnTo>
                    <a:pt x="32" y="66"/>
                  </a:lnTo>
                  <a:lnTo>
                    <a:pt x="31" y="63"/>
                  </a:lnTo>
                  <a:lnTo>
                    <a:pt x="32" y="62"/>
                  </a:lnTo>
                  <a:lnTo>
                    <a:pt x="32" y="60"/>
                  </a:lnTo>
                  <a:lnTo>
                    <a:pt x="31" y="59"/>
                  </a:lnTo>
                  <a:lnTo>
                    <a:pt x="28" y="59"/>
                  </a:lnTo>
                  <a:lnTo>
                    <a:pt x="27" y="56"/>
                  </a:lnTo>
                  <a:lnTo>
                    <a:pt x="27" y="55"/>
                  </a:lnTo>
                  <a:lnTo>
                    <a:pt x="28" y="53"/>
                  </a:lnTo>
                  <a:lnTo>
                    <a:pt x="24" y="51"/>
                  </a:lnTo>
                  <a:lnTo>
                    <a:pt x="23" y="54"/>
                  </a:lnTo>
                  <a:lnTo>
                    <a:pt x="20" y="53"/>
                  </a:lnTo>
                  <a:lnTo>
                    <a:pt x="17" y="54"/>
                  </a:lnTo>
                  <a:lnTo>
                    <a:pt x="17" y="51"/>
                  </a:lnTo>
                  <a:lnTo>
                    <a:pt x="14" y="50"/>
                  </a:lnTo>
                  <a:lnTo>
                    <a:pt x="12" y="49"/>
                  </a:lnTo>
                  <a:lnTo>
                    <a:pt x="14" y="46"/>
                  </a:lnTo>
                  <a:lnTo>
                    <a:pt x="11" y="43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0" y="33"/>
                  </a:lnTo>
                  <a:lnTo>
                    <a:pt x="3" y="30"/>
                  </a:lnTo>
                  <a:lnTo>
                    <a:pt x="4" y="30"/>
                  </a:lnTo>
                  <a:lnTo>
                    <a:pt x="6" y="28"/>
                  </a:lnTo>
                  <a:lnTo>
                    <a:pt x="8" y="29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5" y="18"/>
                  </a:lnTo>
                  <a:lnTo>
                    <a:pt x="17" y="10"/>
                  </a:lnTo>
                  <a:lnTo>
                    <a:pt x="20" y="6"/>
                  </a:lnTo>
                  <a:lnTo>
                    <a:pt x="23" y="5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7" y="3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5" y="3"/>
                  </a:lnTo>
                  <a:lnTo>
                    <a:pt x="37" y="3"/>
                  </a:lnTo>
                  <a:lnTo>
                    <a:pt x="41" y="5"/>
                  </a:lnTo>
                  <a:lnTo>
                    <a:pt x="41" y="6"/>
                  </a:lnTo>
                  <a:lnTo>
                    <a:pt x="44" y="8"/>
                  </a:lnTo>
                  <a:lnTo>
                    <a:pt x="48" y="6"/>
                  </a:lnTo>
                  <a:lnTo>
                    <a:pt x="50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4" y="1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0" name="Freeform 385"/>
            <p:cNvSpPr>
              <a:spLocks/>
            </p:cNvSpPr>
            <p:nvPr/>
          </p:nvSpPr>
          <p:spPr bwMode="auto">
            <a:xfrm>
              <a:off x="6222058" y="2756698"/>
              <a:ext cx="172567" cy="111661"/>
            </a:xfrm>
            <a:custGeom>
              <a:avLst/>
              <a:gdLst>
                <a:gd name="T0" fmla="*/ 61 w 68"/>
                <a:gd name="T1" fmla="*/ 0 h 44"/>
                <a:gd name="T2" fmla="*/ 64 w 68"/>
                <a:gd name="T3" fmla="*/ 4 h 44"/>
                <a:gd name="T4" fmla="*/ 67 w 68"/>
                <a:gd name="T5" fmla="*/ 5 h 44"/>
                <a:gd name="T6" fmla="*/ 68 w 68"/>
                <a:gd name="T7" fmla="*/ 8 h 44"/>
                <a:gd name="T8" fmla="*/ 67 w 68"/>
                <a:gd name="T9" fmla="*/ 10 h 44"/>
                <a:gd name="T10" fmla="*/ 64 w 68"/>
                <a:gd name="T11" fmla="*/ 11 h 44"/>
                <a:gd name="T12" fmla="*/ 61 w 68"/>
                <a:gd name="T13" fmla="*/ 15 h 44"/>
                <a:gd name="T14" fmla="*/ 59 w 68"/>
                <a:gd name="T15" fmla="*/ 23 h 44"/>
                <a:gd name="T16" fmla="*/ 55 w 68"/>
                <a:gd name="T17" fmla="*/ 29 h 44"/>
                <a:gd name="T18" fmla="*/ 55 w 68"/>
                <a:gd name="T19" fmla="*/ 31 h 44"/>
                <a:gd name="T20" fmla="*/ 52 w 68"/>
                <a:gd name="T21" fmla="*/ 34 h 44"/>
                <a:gd name="T22" fmla="*/ 50 w 68"/>
                <a:gd name="T23" fmla="*/ 33 h 44"/>
                <a:gd name="T24" fmla="*/ 48 w 68"/>
                <a:gd name="T25" fmla="*/ 35 h 44"/>
                <a:gd name="T26" fmla="*/ 47 w 68"/>
                <a:gd name="T27" fmla="*/ 35 h 44"/>
                <a:gd name="T28" fmla="*/ 44 w 68"/>
                <a:gd name="T29" fmla="*/ 38 h 44"/>
                <a:gd name="T30" fmla="*/ 43 w 68"/>
                <a:gd name="T31" fmla="*/ 38 h 44"/>
                <a:gd name="T32" fmla="*/ 40 w 68"/>
                <a:gd name="T33" fmla="*/ 36 h 44"/>
                <a:gd name="T34" fmla="*/ 38 w 68"/>
                <a:gd name="T35" fmla="*/ 36 h 44"/>
                <a:gd name="T36" fmla="*/ 35 w 68"/>
                <a:gd name="T37" fmla="*/ 39 h 44"/>
                <a:gd name="T38" fmla="*/ 35 w 68"/>
                <a:gd name="T39" fmla="*/ 40 h 44"/>
                <a:gd name="T40" fmla="*/ 32 w 68"/>
                <a:gd name="T41" fmla="*/ 39 h 44"/>
                <a:gd name="T42" fmla="*/ 30 w 68"/>
                <a:gd name="T43" fmla="*/ 40 h 44"/>
                <a:gd name="T44" fmla="*/ 29 w 68"/>
                <a:gd name="T45" fmla="*/ 43 h 44"/>
                <a:gd name="T46" fmla="*/ 27 w 68"/>
                <a:gd name="T47" fmla="*/ 42 h 44"/>
                <a:gd name="T48" fmla="*/ 25 w 68"/>
                <a:gd name="T49" fmla="*/ 44 h 44"/>
                <a:gd name="T50" fmla="*/ 21 w 68"/>
                <a:gd name="T51" fmla="*/ 43 h 44"/>
                <a:gd name="T52" fmla="*/ 14 w 68"/>
                <a:gd name="T53" fmla="*/ 42 h 44"/>
                <a:gd name="T54" fmla="*/ 13 w 68"/>
                <a:gd name="T55" fmla="*/ 40 h 44"/>
                <a:gd name="T56" fmla="*/ 10 w 68"/>
                <a:gd name="T57" fmla="*/ 39 h 44"/>
                <a:gd name="T58" fmla="*/ 5 w 68"/>
                <a:gd name="T59" fmla="*/ 35 h 44"/>
                <a:gd name="T60" fmla="*/ 4 w 68"/>
                <a:gd name="T61" fmla="*/ 35 h 44"/>
                <a:gd name="T62" fmla="*/ 4 w 68"/>
                <a:gd name="T63" fmla="*/ 31 h 44"/>
                <a:gd name="T64" fmla="*/ 0 w 68"/>
                <a:gd name="T65" fmla="*/ 27 h 44"/>
                <a:gd name="T66" fmla="*/ 1 w 68"/>
                <a:gd name="T67" fmla="*/ 27 h 44"/>
                <a:gd name="T68" fmla="*/ 2 w 68"/>
                <a:gd name="T69" fmla="*/ 25 h 44"/>
                <a:gd name="T70" fmla="*/ 1 w 68"/>
                <a:gd name="T71" fmla="*/ 22 h 44"/>
                <a:gd name="T72" fmla="*/ 1 w 68"/>
                <a:gd name="T73" fmla="*/ 21 h 44"/>
                <a:gd name="T74" fmla="*/ 2 w 68"/>
                <a:gd name="T75" fmla="*/ 18 h 44"/>
                <a:gd name="T76" fmla="*/ 0 w 68"/>
                <a:gd name="T77" fmla="*/ 15 h 44"/>
                <a:gd name="T78" fmla="*/ 1 w 68"/>
                <a:gd name="T79" fmla="*/ 14 h 44"/>
                <a:gd name="T80" fmla="*/ 6 w 68"/>
                <a:gd name="T81" fmla="*/ 14 h 44"/>
                <a:gd name="T82" fmla="*/ 6 w 68"/>
                <a:gd name="T83" fmla="*/ 11 h 44"/>
                <a:gd name="T84" fmla="*/ 6 w 68"/>
                <a:gd name="T85" fmla="*/ 9 h 44"/>
                <a:gd name="T86" fmla="*/ 6 w 68"/>
                <a:gd name="T87" fmla="*/ 8 h 44"/>
                <a:gd name="T88" fmla="*/ 14 w 68"/>
                <a:gd name="T89" fmla="*/ 13 h 44"/>
                <a:gd name="T90" fmla="*/ 18 w 68"/>
                <a:gd name="T91" fmla="*/ 13 h 44"/>
                <a:gd name="T92" fmla="*/ 22 w 68"/>
                <a:gd name="T93" fmla="*/ 11 h 44"/>
                <a:gd name="T94" fmla="*/ 29 w 68"/>
                <a:gd name="T95" fmla="*/ 11 h 44"/>
                <a:gd name="T96" fmla="*/ 29 w 68"/>
                <a:gd name="T97" fmla="*/ 9 h 44"/>
                <a:gd name="T98" fmla="*/ 31 w 68"/>
                <a:gd name="T99" fmla="*/ 8 h 44"/>
                <a:gd name="T100" fmla="*/ 35 w 68"/>
                <a:gd name="T101" fmla="*/ 5 h 44"/>
                <a:gd name="T102" fmla="*/ 39 w 68"/>
                <a:gd name="T103" fmla="*/ 8 h 44"/>
                <a:gd name="T104" fmla="*/ 39 w 68"/>
                <a:gd name="T105" fmla="*/ 6 h 44"/>
                <a:gd name="T106" fmla="*/ 42 w 68"/>
                <a:gd name="T107" fmla="*/ 4 h 44"/>
                <a:gd name="T108" fmla="*/ 43 w 68"/>
                <a:gd name="T109" fmla="*/ 1 h 44"/>
                <a:gd name="T110" fmla="*/ 47 w 68"/>
                <a:gd name="T111" fmla="*/ 1 h 44"/>
                <a:gd name="T112" fmla="*/ 50 w 68"/>
                <a:gd name="T113" fmla="*/ 1 h 44"/>
                <a:gd name="T114" fmla="*/ 55 w 68"/>
                <a:gd name="T115" fmla="*/ 1 h 44"/>
                <a:gd name="T116" fmla="*/ 59 w 68"/>
                <a:gd name="T117" fmla="*/ 2 h 44"/>
                <a:gd name="T118" fmla="*/ 61 w 68"/>
                <a:gd name="T11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8" h="44">
                  <a:moveTo>
                    <a:pt x="61" y="0"/>
                  </a:moveTo>
                  <a:lnTo>
                    <a:pt x="64" y="4"/>
                  </a:lnTo>
                  <a:lnTo>
                    <a:pt x="67" y="5"/>
                  </a:lnTo>
                  <a:lnTo>
                    <a:pt x="68" y="8"/>
                  </a:lnTo>
                  <a:lnTo>
                    <a:pt x="67" y="10"/>
                  </a:lnTo>
                  <a:lnTo>
                    <a:pt x="64" y="11"/>
                  </a:lnTo>
                  <a:lnTo>
                    <a:pt x="61" y="15"/>
                  </a:lnTo>
                  <a:lnTo>
                    <a:pt x="59" y="23"/>
                  </a:lnTo>
                  <a:lnTo>
                    <a:pt x="55" y="29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50" y="33"/>
                  </a:lnTo>
                  <a:lnTo>
                    <a:pt x="48" y="35"/>
                  </a:lnTo>
                  <a:lnTo>
                    <a:pt x="47" y="35"/>
                  </a:lnTo>
                  <a:lnTo>
                    <a:pt x="44" y="38"/>
                  </a:lnTo>
                  <a:lnTo>
                    <a:pt x="43" y="38"/>
                  </a:lnTo>
                  <a:lnTo>
                    <a:pt x="40" y="36"/>
                  </a:lnTo>
                  <a:lnTo>
                    <a:pt x="38" y="36"/>
                  </a:lnTo>
                  <a:lnTo>
                    <a:pt x="35" y="39"/>
                  </a:lnTo>
                  <a:lnTo>
                    <a:pt x="35" y="40"/>
                  </a:lnTo>
                  <a:lnTo>
                    <a:pt x="32" y="39"/>
                  </a:lnTo>
                  <a:lnTo>
                    <a:pt x="30" y="40"/>
                  </a:lnTo>
                  <a:lnTo>
                    <a:pt x="29" y="43"/>
                  </a:lnTo>
                  <a:lnTo>
                    <a:pt x="27" y="42"/>
                  </a:lnTo>
                  <a:lnTo>
                    <a:pt x="25" y="44"/>
                  </a:lnTo>
                  <a:lnTo>
                    <a:pt x="21" y="43"/>
                  </a:lnTo>
                  <a:lnTo>
                    <a:pt x="14" y="42"/>
                  </a:lnTo>
                  <a:lnTo>
                    <a:pt x="13" y="40"/>
                  </a:lnTo>
                  <a:lnTo>
                    <a:pt x="10" y="39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1"/>
                  </a:lnTo>
                  <a:lnTo>
                    <a:pt x="0" y="27"/>
                  </a:lnTo>
                  <a:lnTo>
                    <a:pt x="1" y="27"/>
                  </a:lnTo>
                  <a:lnTo>
                    <a:pt x="2" y="25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8"/>
                  </a:lnTo>
                  <a:lnTo>
                    <a:pt x="14" y="13"/>
                  </a:lnTo>
                  <a:lnTo>
                    <a:pt x="18" y="13"/>
                  </a:lnTo>
                  <a:lnTo>
                    <a:pt x="22" y="11"/>
                  </a:lnTo>
                  <a:lnTo>
                    <a:pt x="29" y="11"/>
                  </a:lnTo>
                  <a:lnTo>
                    <a:pt x="29" y="9"/>
                  </a:lnTo>
                  <a:lnTo>
                    <a:pt x="31" y="8"/>
                  </a:lnTo>
                  <a:lnTo>
                    <a:pt x="35" y="5"/>
                  </a:lnTo>
                  <a:lnTo>
                    <a:pt x="39" y="8"/>
                  </a:lnTo>
                  <a:lnTo>
                    <a:pt x="39" y="6"/>
                  </a:lnTo>
                  <a:lnTo>
                    <a:pt x="42" y="4"/>
                  </a:lnTo>
                  <a:lnTo>
                    <a:pt x="43" y="1"/>
                  </a:lnTo>
                  <a:lnTo>
                    <a:pt x="47" y="1"/>
                  </a:lnTo>
                  <a:lnTo>
                    <a:pt x="50" y="1"/>
                  </a:lnTo>
                  <a:lnTo>
                    <a:pt x="55" y="1"/>
                  </a:lnTo>
                  <a:lnTo>
                    <a:pt x="59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1" name="Freeform 386"/>
            <p:cNvSpPr>
              <a:spLocks/>
            </p:cNvSpPr>
            <p:nvPr/>
          </p:nvSpPr>
          <p:spPr bwMode="auto">
            <a:xfrm>
              <a:off x="6234747" y="2726245"/>
              <a:ext cx="149728" cy="63444"/>
            </a:xfrm>
            <a:custGeom>
              <a:avLst/>
              <a:gdLst>
                <a:gd name="T0" fmla="*/ 46 w 59"/>
                <a:gd name="T1" fmla="*/ 0 h 25"/>
                <a:gd name="T2" fmla="*/ 49 w 59"/>
                <a:gd name="T3" fmla="*/ 0 h 25"/>
                <a:gd name="T4" fmla="*/ 50 w 59"/>
                <a:gd name="T5" fmla="*/ 0 h 25"/>
                <a:gd name="T6" fmla="*/ 54 w 59"/>
                <a:gd name="T7" fmla="*/ 0 h 25"/>
                <a:gd name="T8" fmla="*/ 59 w 59"/>
                <a:gd name="T9" fmla="*/ 2 h 25"/>
                <a:gd name="T10" fmla="*/ 59 w 59"/>
                <a:gd name="T11" fmla="*/ 2 h 25"/>
                <a:gd name="T12" fmla="*/ 56 w 59"/>
                <a:gd name="T13" fmla="*/ 8 h 25"/>
                <a:gd name="T14" fmla="*/ 56 w 59"/>
                <a:gd name="T15" fmla="*/ 12 h 25"/>
                <a:gd name="T16" fmla="*/ 54 w 59"/>
                <a:gd name="T17" fmla="*/ 14 h 25"/>
                <a:gd name="T18" fmla="*/ 50 w 59"/>
                <a:gd name="T19" fmla="*/ 13 h 25"/>
                <a:gd name="T20" fmla="*/ 45 w 59"/>
                <a:gd name="T21" fmla="*/ 13 h 25"/>
                <a:gd name="T22" fmla="*/ 42 w 59"/>
                <a:gd name="T23" fmla="*/ 13 h 25"/>
                <a:gd name="T24" fmla="*/ 38 w 59"/>
                <a:gd name="T25" fmla="*/ 13 h 25"/>
                <a:gd name="T26" fmla="*/ 37 w 59"/>
                <a:gd name="T27" fmla="*/ 16 h 25"/>
                <a:gd name="T28" fmla="*/ 34 w 59"/>
                <a:gd name="T29" fmla="*/ 18 h 25"/>
                <a:gd name="T30" fmla="*/ 34 w 59"/>
                <a:gd name="T31" fmla="*/ 20 h 25"/>
                <a:gd name="T32" fmla="*/ 30 w 59"/>
                <a:gd name="T33" fmla="*/ 17 h 25"/>
                <a:gd name="T34" fmla="*/ 26 w 59"/>
                <a:gd name="T35" fmla="*/ 20 h 25"/>
                <a:gd name="T36" fmla="*/ 24 w 59"/>
                <a:gd name="T37" fmla="*/ 21 h 25"/>
                <a:gd name="T38" fmla="*/ 24 w 59"/>
                <a:gd name="T39" fmla="*/ 23 h 25"/>
                <a:gd name="T40" fmla="*/ 17 w 59"/>
                <a:gd name="T41" fmla="*/ 23 h 25"/>
                <a:gd name="T42" fmla="*/ 13 w 59"/>
                <a:gd name="T43" fmla="*/ 25 h 25"/>
                <a:gd name="T44" fmla="*/ 9 w 59"/>
                <a:gd name="T45" fmla="*/ 25 h 25"/>
                <a:gd name="T46" fmla="*/ 1 w 59"/>
                <a:gd name="T47" fmla="*/ 20 h 25"/>
                <a:gd name="T48" fmla="*/ 0 w 59"/>
                <a:gd name="T49" fmla="*/ 14 h 25"/>
                <a:gd name="T50" fmla="*/ 0 w 59"/>
                <a:gd name="T51" fmla="*/ 12 h 25"/>
                <a:gd name="T52" fmla="*/ 1 w 59"/>
                <a:gd name="T53" fmla="*/ 12 h 25"/>
                <a:gd name="T54" fmla="*/ 4 w 59"/>
                <a:gd name="T55" fmla="*/ 9 h 25"/>
                <a:gd name="T56" fmla="*/ 6 w 59"/>
                <a:gd name="T57" fmla="*/ 9 h 25"/>
                <a:gd name="T58" fmla="*/ 8 w 59"/>
                <a:gd name="T59" fmla="*/ 10 h 25"/>
                <a:gd name="T60" fmla="*/ 12 w 59"/>
                <a:gd name="T61" fmla="*/ 9 h 25"/>
                <a:gd name="T62" fmla="*/ 17 w 59"/>
                <a:gd name="T63" fmla="*/ 8 h 25"/>
                <a:gd name="T64" fmla="*/ 20 w 59"/>
                <a:gd name="T65" fmla="*/ 5 h 25"/>
                <a:gd name="T66" fmla="*/ 22 w 59"/>
                <a:gd name="T67" fmla="*/ 4 h 25"/>
                <a:gd name="T68" fmla="*/ 25 w 59"/>
                <a:gd name="T69" fmla="*/ 2 h 25"/>
                <a:gd name="T70" fmla="*/ 30 w 59"/>
                <a:gd name="T71" fmla="*/ 2 h 25"/>
                <a:gd name="T72" fmla="*/ 30 w 59"/>
                <a:gd name="T73" fmla="*/ 2 h 25"/>
                <a:gd name="T74" fmla="*/ 31 w 59"/>
                <a:gd name="T75" fmla="*/ 2 h 25"/>
                <a:gd name="T76" fmla="*/ 34 w 59"/>
                <a:gd name="T77" fmla="*/ 2 h 25"/>
                <a:gd name="T78" fmla="*/ 35 w 59"/>
                <a:gd name="T79" fmla="*/ 1 h 25"/>
                <a:gd name="T80" fmla="*/ 37 w 59"/>
                <a:gd name="T81" fmla="*/ 0 h 25"/>
                <a:gd name="T82" fmla="*/ 38 w 59"/>
                <a:gd name="T83" fmla="*/ 0 h 25"/>
                <a:gd name="T84" fmla="*/ 42 w 59"/>
                <a:gd name="T85" fmla="*/ 0 h 25"/>
                <a:gd name="T86" fmla="*/ 43 w 59"/>
                <a:gd name="T87" fmla="*/ 1 h 25"/>
                <a:gd name="T88" fmla="*/ 45 w 59"/>
                <a:gd name="T89" fmla="*/ 0 h 25"/>
                <a:gd name="T90" fmla="*/ 46 w 59"/>
                <a:gd name="T9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25">
                  <a:moveTo>
                    <a:pt x="46" y="0"/>
                  </a:moveTo>
                  <a:lnTo>
                    <a:pt x="49" y="0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6" y="8"/>
                  </a:lnTo>
                  <a:lnTo>
                    <a:pt x="56" y="12"/>
                  </a:lnTo>
                  <a:lnTo>
                    <a:pt x="54" y="14"/>
                  </a:lnTo>
                  <a:lnTo>
                    <a:pt x="50" y="13"/>
                  </a:lnTo>
                  <a:lnTo>
                    <a:pt x="45" y="13"/>
                  </a:lnTo>
                  <a:lnTo>
                    <a:pt x="42" y="13"/>
                  </a:lnTo>
                  <a:lnTo>
                    <a:pt x="38" y="13"/>
                  </a:lnTo>
                  <a:lnTo>
                    <a:pt x="37" y="16"/>
                  </a:lnTo>
                  <a:lnTo>
                    <a:pt x="34" y="18"/>
                  </a:lnTo>
                  <a:lnTo>
                    <a:pt x="34" y="20"/>
                  </a:lnTo>
                  <a:lnTo>
                    <a:pt x="30" y="17"/>
                  </a:lnTo>
                  <a:lnTo>
                    <a:pt x="26" y="20"/>
                  </a:lnTo>
                  <a:lnTo>
                    <a:pt x="24" y="21"/>
                  </a:lnTo>
                  <a:lnTo>
                    <a:pt x="24" y="23"/>
                  </a:lnTo>
                  <a:lnTo>
                    <a:pt x="17" y="23"/>
                  </a:lnTo>
                  <a:lnTo>
                    <a:pt x="13" y="25"/>
                  </a:lnTo>
                  <a:lnTo>
                    <a:pt x="9" y="25"/>
                  </a:lnTo>
                  <a:lnTo>
                    <a:pt x="1" y="20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4" y="9"/>
                  </a:lnTo>
                  <a:lnTo>
                    <a:pt x="6" y="9"/>
                  </a:lnTo>
                  <a:lnTo>
                    <a:pt x="8" y="10"/>
                  </a:lnTo>
                  <a:lnTo>
                    <a:pt x="12" y="9"/>
                  </a:lnTo>
                  <a:lnTo>
                    <a:pt x="17" y="8"/>
                  </a:lnTo>
                  <a:lnTo>
                    <a:pt x="20" y="5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4" y="2"/>
                  </a:lnTo>
                  <a:lnTo>
                    <a:pt x="35" y="1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3" y="1"/>
                  </a:lnTo>
                  <a:lnTo>
                    <a:pt x="45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2" name="Freeform 387"/>
            <p:cNvSpPr>
              <a:spLocks/>
            </p:cNvSpPr>
            <p:nvPr/>
          </p:nvSpPr>
          <p:spPr bwMode="auto">
            <a:xfrm>
              <a:off x="6402239" y="2919113"/>
              <a:ext cx="172567" cy="111661"/>
            </a:xfrm>
            <a:custGeom>
              <a:avLst/>
              <a:gdLst>
                <a:gd name="T0" fmla="*/ 54 w 68"/>
                <a:gd name="T1" fmla="*/ 0 h 44"/>
                <a:gd name="T2" fmla="*/ 59 w 68"/>
                <a:gd name="T3" fmla="*/ 3 h 44"/>
                <a:gd name="T4" fmla="*/ 64 w 68"/>
                <a:gd name="T5" fmla="*/ 4 h 44"/>
                <a:gd name="T6" fmla="*/ 68 w 68"/>
                <a:gd name="T7" fmla="*/ 5 h 44"/>
                <a:gd name="T8" fmla="*/ 67 w 68"/>
                <a:gd name="T9" fmla="*/ 9 h 44"/>
                <a:gd name="T10" fmla="*/ 64 w 68"/>
                <a:gd name="T11" fmla="*/ 11 h 44"/>
                <a:gd name="T12" fmla="*/ 62 w 68"/>
                <a:gd name="T13" fmla="*/ 19 h 44"/>
                <a:gd name="T14" fmla="*/ 56 w 68"/>
                <a:gd name="T15" fmla="*/ 24 h 44"/>
                <a:gd name="T16" fmla="*/ 59 w 68"/>
                <a:gd name="T17" fmla="*/ 25 h 44"/>
                <a:gd name="T18" fmla="*/ 63 w 68"/>
                <a:gd name="T19" fmla="*/ 32 h 44"/>
                <a:gd name="T20" fmla="*/ 60 w 68"/>
                <a:gd name="T21" fmla="*/ 32 h 44"/>
                <a:gd name="T22" fmla="*/ 56 w 68"/>
                <a:gd name="T23" fmla="*/ 30 h 44"/>
                <a:gd name="T24" fmla="*/ 51 w 68"/>
                <a:gd name="T25" fmla="*/ 32 h 44"/>
                <a:gd name="T26" fmla="*/ 47 w 68"/>
                <a:gd name="T27" fmla="*/ 34 h 44"/>
                <a:gd name="T28" fmla="*/ 46 w 68"/>
                <a:gd name="T29" fmla="*/ 34 h 44"/>
                <a:gd name="T30" fmla="*/ 43 w 68"/>
                <a:gd name="T31" fmla="*/ 38 h 44"/>
                <a:gd name="T32" fmla="*/ 42 w 68"/>
                <a:gd name="T33" fmla="*/ 42 h 44"/>
                <a:gd name="T34" fmla="*/ 35 w 68"/>
                <a:gd name="T35" fmla="*/ 44 h 44"/>
                <a:gd name="T36" fmla="*/ 30 w 68"/>
                <a:gd name="T37" fmla="*/ 42 h 44"/>
                <a:gd name="T38" fmla="*/ 27 w 68"/>
                <a:gd name="T39" fmla="*/ 42 h 44"/>
                <a:gd name="T40" fmla="*/ 23 w 68"/>
                <a:gd name="T41" fmla="*/ 41 h 44"/>
                <a:gd name="T42" fmla="*/ 18 w 68"/>
                <a:gd name="T43" fmla="*/ 42 h 44"/>
                <a:gd name="T44" fmla="*/ 12 w 68"/>
                <a:gd name="T45" fmla="*/ 44 h 44"/>
                <a:gd name="T46" fmla="*/ 10 w 68"/>
                <a:gd name="T47" fmla="*/ 42 h 44"/>
                <a:gd name="T48" fmla="*/ 9 w 68"/>
                <a:gd name="T49" fmla="*/ 37 h 44"/>
                <a:gd name="T50" fmla="*/ 1 w 68"/>
                <a:gd name="T51" fmla="*/ 28 h 44"/>
                <a:gd name="T52" fmla="*/ 2 w 68"/>
                <a:gd name="T53" fmla="*/ 26 h 44"/>
                <a:gd name="T54" fmla="*/ 1 w 68"/>
                <a:gd name="T55" fmla="*/ 21 h 44"/>
                <a:gd name="T56" fmla="*/ 5 w 68"/>
                <a:gd name="T57" fmla="*/ 16 h 44"/>
                <a:gd name="T58" fmla="*/ 1 w 68"/>
                <a:gd name="T59" fmla="*/ 9 h 44"/>
                <a:gd name="T60" fmla="*/ 1 w 68"/>
                <a:gd name="T61" fmla="*/ 3 h 44"/>
                <a:gd name="T62" fmla="*/ 4 w 68"/>
                <a:gd name="T63" fmla="*/ 0 h 44"/>
                <a:gd name="T64" fmla="*/ 5 w 68"/>
                <a:gd name="T65" fmla="*/ 3 h 44"/>
                <a:gd name="T66" fmla="*/ 5 w 68"/>
                <a:gd name="T67" fmla="*/ 7 h 44"/>
                <a:gd name="T68" fmla="*/ 12 w 68"/>
                <a:gd name="T69" fmla="*/ 5 h 44"/>
                <a:gd name="T70" fmla="*/ 14 w 68"/>
                <a:gd name="T71" fmla="*/ 5 h 44"/>
                <a:gd name="T72" fmla="*/ 22 w 68"/>
                <a:gd name="T73" fmla="*/ 5 h 44"/>
                <a:gd name="T74" fmla="*/ 26 w 68"/>
                <a:gd name="T75" fmla="*/ 5 h 44"/>
                <a:gd name="T76" fmla="*/ 30 w 68"/>
                <a:gd name="T77" fmla="*/ 7 h 44"/>
                <a:gd name="T78" fmla="*/ 37 w 68"/>
                <a:gd name="T79" fmla="*/ 7 h 44"/>
                <a:gd name="T80" fmla="*/ 40 w 68"/>
                <a:gd name="T81" fmla="*/ 4 h 44"/>
                <a:gd name="T82" fmla="*/ 50 w 68"/>
                <a:gd name="T8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8" h="44">
                  <a:moveTo>
                    <a:pt x="50" y="0"/>
                  </a:moveTo>
                  <a:lnTo>
                    <a:pt x="54" y="0"/>
                  </a:lnTo>
                  <a:lnTo>
                    <a:pt x="58" y="1"/>
                  </a:lnTo>
                  <a:lnTo>
                    <a:pt x="59" y="3"/>
                  </a:lnTo>
                  <a:lnTo>
                    <a:pt x="62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7" y="9"/>
                  </a:lnTo>
                  <a:lnTo>
                    <a:pt x="66" y="12"/>
                  </a:lnTo>
                  <a:lnTo>
                    <a:pt x="64" y="11"/>
                  </a:lnTo>
                  <a:lnTo>
                    <a:pt x="60" y="13"/>
                  </a:lnTo>
                  <a:lnTo>
                    <a:pt x="62" y="19"/>
                  </a:lnTo>
                  <a:lnTo>
                    <a:pt x="60" y="21"/>
                  </a:lnTo>
                  <a:lnTo>
                    <a:pt x="56" y="24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2" y="29"/>
                  </a:lnTo>
                  <a:lnTo>
                    <a:pt x="63" y="32"/>
                  </a:lnTo>
                  <a:lnTo>
                    <a:pt x="63" y="32"/>
                  </a:lnTo>
                  <a:lnTo>
                    <a:pt x="60" y="32"/>
                  </a:lnTo>
                  <a:lnTo>
                    <a:pt x="59" y="33"/>
                  </a:lnTo>
                  <a:lnTo>
                    <a:pt x="56" y="30"/>
                  </a:lnTo>
                  <a:lnTo>
                    <a:pt x="52" y="30"/>
                  </a:lnTo>
                  <a:lnTo>
                    <a:pt x="51" y="32"/>
                  </a:lnTo>
                  <a:lnTo>
                    <a:pt x="50" y="32"/>
                  </a:lnTo>
                  <a:lnTo>
                    <a:pt x="47" y="34"/>
                  </a:lnTo>
                  <a:lnTo>
                    <a:pt x="47" y="34"/>
                  </a:lnTo>
                  <a:lnTo>
                    <a:pt x="46" y="34"/>
                  </a:lnTo>
                  <a:lnTo>
                    <a:pt x="43" y="36"/>
                  </a:lnTo>
                  <a:lnTo>
                    <a:pt x="43" y="38"/>
                  </a:lnTo>
                  <a:lnTo>
                    <a:pt x="43" y="41"/>
                  </a:lnTo>
                  <a:lnTo>
                    <a:pt x="42" y="42"/>
                  </a:lnTo>
                  <a:lnTo>
                    <a:pt x="37" y="42"/>
                  </a:lnTo>
                  <a:lnTo>
                    <a:pt x="35" y="44"/>
                  </a:lnTo>
                  <a:lnTo>
                    <a:pt x="33" y="42"/>
                  </a:lnTo>
                  <a:lnTo>
                    <a:pt x="30" y="42"/>
                  </a:lnTo>
                  <a:lnTo>
                    <a:pt x="29" y="44"/>
                  </a:lnTo>
                  <a:lnTo>
                    <a:pt x="27" y="42"/>
                  </a:lnTo>
                  <a:lnTo>
                    <a:pt x="26" y="41"/>
                  </a:lnTo>
                  <a:lnTo>
                    <a:pt x="23" y="41"/>
                  </a:lnTo>
                  <a:lnTo>
                    <a:pt x="21" y="41"/>
                  </a:lnTo>
                  <a:lnTo>
                    <a:pt x="18" y="42"/>
                  </a:lnTo>
                  <a:lnTo>
                    <a:pt x="15" y="44"/>
                  </a:lnTo>
                  <a:lnTo>
                    <a:pt x="12" y="44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9" y="37"/>
                  </a:lnTo>
                  <a:lnTo>
                    <a:pt x="6" y="32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2" y="26"/>
                  </a:lnTo>
                  <a:lnTo>
                    <a:pt x="1" y="24"/>
                  </a:lnTo>
                  <a:lnTo>
                    <a:pt x="1" y="21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2"/>
                  </a:lnTo>
                  <a:lnTo>
                    <a:pt x="1" y="9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5" y="3"/>
                  </a:lnTo>
                  <a:lnTo>
                    <a:pt x="4" y="4"/>
                  </a:lnTo>
                  <a:lnTo>
                    <a:pt x="5" y="7"/>
                  </a:lnTo>
                  <a:lnTo>
                    <a:pt x="9" y="5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8" y="8"/>
                  </a:lnTo>
                  <a:lnTo>
                    <a:pt x="22" y="5"/>
                  </a:lnTo>
                  <a:lnTo>
                    <a:pt x="23" y="7"/>
                  </a:lnTo>
                  <a:lnTo>
                    <a:pt x="26" y="5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5"/>
                  </a:lnTo>
                  <a:lnTo>
                    <a:pt x="40" y="4"/>
                  </a:lnTo>
                  <a:lnTo>
                    <a:pt x="47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3" name="Freeform 388"/>
            <p:cNvSpPr>
              <a:spLocks/>
            </p:cNvSpPr>
            <p:nvPr/>
          </p:nvSpPr>
          <p:spPr bwMode="auto">
            <a:xfrm>
              <a:off x="6354021" y="2990170"/>
              <a:ext cx="73595" cy="63444"/>
            </a:xfrm>
            <a:custGeom>
              <a:avLst/>
              <a:gdLst>
                <a:gd name="T0" fmla="*/ 19 w 29"/>
                <a:gd name="T1" fmla="*/ 0 h 25"/>
                <a:gd name="T2" fmla="*/ 20 w 29"/>
                <a:gd name="T3" fmla="*/ 0 h 25"/>
                <a:gd name="T4" fmla="*/ 25 w 29"/>
                <a:gd name="T5" fmla="*/ 4 h 25"/>
                <a:gd name="T6" fmla="*/ 28 w 29"/>
                <a:gd name="T7" fmla="*/ 9 h 25"/>
                <a:gd name="T8" fmla="*/ 29 w 29"/>
                <a:gd name="T9" fmla="*/ 12 h 25"/>
                <a:gd name="T10" fmla="*/ 29 w 29"/>
                <a:gd name="T11" fmla="*/ 14 h 25"/>
                <a:gd name="T12" fmla="*/ 28 w 29"/>
                <a:gd name="T13" fmla="*/ 16 h 25"/>
                <a:gd name="T14" fmla="*/ 25 w 29"/>
                <a:gd name="T15" fmla="*/ 16 h 25"/>
                <a:gd name="T16" fmla="*/ 23 w 29"/>
                <a:gd name="T17" fmla="*/ 18 h 25"/>
                <a:gd name="T18" fmla="*/ 17 w 29"/>
                <a:gd name="T19" fmla="*/ 17 h 25"/>
                <a:gd name="T20" fmla="*/ 15 w 29"/>
                <a:gd name="T21" fmla="*/ 18 h 25"/>
                <a:gd name="T22" fmla="*/ 15 w 29"/>
                <a:gd name="T23" fmla="*/ 19 h 25"/>
                <a:gd name="T24" fmla="*/ 11 w 29"/>
                <a:gd name="T25" fmla="*/ 21 h 25"/>
                <a:gd name="T26" fmla="*/ 7 w 29"/>
                <a:gd name="T27" fmla="*/ 23 h 25"/>
                <a:gd name="T28" fmla="*/ 7 w 29"/>
                <a:gd name="T29" fmla="*/ 25 h 25"/>
                <a:gd name="T30" fmla="*/ 4 w 29"/>
                <a:gd name="T31" fmla="*/ 22 h 25"/>
                <a:gd name="T32" fmla="*/ 3 w 29"/>
                <a:gd name="T33" fmla="*/ 19 h 25"/>
                <a:gd name="T34" fmla="*/ 0 w 29"/>
                <a:gd name="T35" fmla="*/ 17 h 25"/>
                <a:gd name="T36" fmla="*/ 0 w 29"/>
                <a:gd name="T37" fmla="*/ 12 h 25"/>
                <a:gd name="T38" fmla="*/ 0 w 29"/>
                <a:gd name="T39" fmla="*/ 8 h 25"/>
                <a:gd name="T40" fmla="*/ 0 w 29"/>
                <a:gd name="T41" fmla="*/ 8 h 25"/>
                <a:gd name="T42" fmla="*/ 2 w 29"/>
                <a:gd name="T43" fmla="*/ 8 h 25"/>
                <a:gd name="T44" fmla="*/ 2 w 29"/>
                <a:gd name="T45" fmla="*/ 5 h 25"/>
                <a:gd name="T46" fmla="*/ 4 w 29"/>
                <a:gd name="T47" fmla="*/ 4 h 25"/>
                <a:gd name="T48" fmla="*/ 7 w 29"/>
                <a:gd name="T49" fmla="*/ 4 h 25"/>
                <a:gd name="T50" fmla="*/ 8 w 29"/>
                <a:gd name="T51" fmla="*/ 1 h 25"/>
                <a:gd name="T52" fmla="*/ 13 w 29"/>
                <a:gd name="T53" fmla="*/ 1 h 25"/>
                <a:gd name="T54" fmla="*/ 15 w 29"/>
                <a:gd name="T55" fmla="*/ 1 h 25"/>
                <a:gd name="T56" fmla="*/ 19 w 29"/>
                <a:gd name="T5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" h="25">
                  <a:moveTo>
                    <a:pt x="19" y="0"/>
                  </a:moveTo>
                  <a:lnTo>
                    <a:pt x="20" y="0"/>
                  </a:lnTo>
                  <a:lnTo>
                    <a:pt x="25" y="4"/>
                  </a:lnTo>
                  <a:lnTo>
                    <a:pt x="28" y="9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5" y="16"/>
                  </a:lnTo>
                  <a:lnTo>
                    <a:pt x="23" y="18"/>
                  </a:lnTo>
                  <a:lnTo>
                    <a:pt x="17" y="17"/>
                  </a:lnTo>
                  <a:lnTo>
                    <a:pt x="15" y="18"/>
                  </a:lnTo>
                  <a:lnTo>
                    <a:pt x="15" y="19"/>
                  </a:lnTo>
                  <a:lnTo>
                    <a:pt x="11" y="21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4" y="22"/>
                  </a:lnTo>
                  <a:lnTo>
                    <a:pt x="3" y="19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5"/>
                  </a:lnTo>
                  <a:lnTo>
                    <a:pt x="4" y="4"/>
                  </a:lnTo>
                  <a:lnTo>
                    <a:pt x="7" y="4"/>
                  </a:lnTo>
                  <a:lnTo>
                    <a:pt x="8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4" name="Freeform 389"/>
            <p:cNvSpPr>
              <a:spLocks/>
            </p:cNvSpPr>
            <p:nvPr/>
          </p:nvSpPr>
          <p:spPr bwMode="auto">
            <a:xfrm>
              <a:off x="6313417" y="2980019"/>
              <a:ext cx="58369" cy="109124"/>
            </a:xfrm>
            <a:custGeom>
              <a:avLst/>
              <a:gdLst>
                <a:gd name="T0" fmla="*/ 10 w 23"/>
                <a:gd name="T1" fmla="*/ 0 h 43"/>
                <a:gd name="T2" fmla="*/ 10 w 23"/>
                <a:gd name="T3" fmla="*/ 1 h 43"/>
                <a:gd name="T4" fmla="*/ 11 w 23"/>
                <a:gd name="T5" fmla="*/ 4 h 43"/>
                <a:gd name="T6" fmla="*/ 12 w 23"/>
                <a:gd name="T7" fmla="*/ 4 h 43"/>
                <a:gd name="T8" fmla="*/ 15 w 23"/>
                <a:gd name="T9" fmla="*/ 5 h 43"/>
                <a:gd name="T10" fmla="*/ 16 w 23"/>
                <a:gd name="T11" fmla="*/ 8 h 43"/>
                <a:gd name="T12" fmla="*/ 16 w 23"/>
                <a:gd name="T13" fmla="*/ 10 h 43"/>
                <a:gd name="T14" fmla="*/ 16 w 23"/>
                <a:gd name="T15" fmla="*/ 12 h 43"/>
                <a:gd name="T16" fmla="*/ 16 w 23"/>
                <a:gd name="T17" fmla="*/ 16 h 43"/>
                <a:gd name="T18" fmla="*/ 16 w 23"/>
                <a:gd name="T19" fmla="*/ 21 h 43"/>
                <a:gd name="T20" fmla="*/ 19 w 23"/>
                <a:gd name="T21" fmla="*/ 23 h 43"/>
                <a:gd name="T22" fmla="*/ 20 w 23"/>
                <a:gd name="T23" fmla="*/ 26 h 43"/>
                <a:gd name="T24" fmla="*/ 23 w 23"/>
                <a:gd name="T25" fmla="*/ 29 h 43"/>
                <a:gd name="T26" fmla="*/ 22 w 23"/>
                <a:gd name="T27" fmla="*/ 31 h 43"/>
                <a:gd name="T28" fmla="*/ 20 w 23"/>
                <a:gd name="T29" fmla="*/ 34 h 43"/>
                <a:gd name="T30" fmla="*/ 15 w 23"/>
                <a:gd name="T31" fmla="*/ 37 h 43"/>
                <a:gd name="T32" fmla="*/ 15 w 23"/>
                <a:gd name="T33" fmla="*/ 39 h 43"/>
                <a:gd name="T34" fmla="*/ 14 w 23"/>
                <a:gd name="T35" fmla="*/ 42 h 43"/>
                <a:gd name="T36" fmla="*/ 12 w 23"/>
                <a:gd name="T37" fmla="*/ 43 h 43"/>
                <a:gd name="T38" fmla="*/ 10 w 23"/>
                <a:gd name="T39" fmla="*/ 42 h 43"/>
                <a:gd name="T40" fmla="*/ 7 w 23"/>
                <a:gd name="T41" fmla="*/ 37 h 43"/>
                <a:gd name="T42" fmla="*/ 3 w 23"/>
                <a:gd name="T43" fmla="*/ 35 h 43"/>
                <a:gd name="T44" fmla="*/ 2 w 23"/>
                <a:gd name="T45" fmla="*/ 34 h 43"/>
                <a:gd name="T46" fmla="*/ 3 w 23"/>
                <a:gd name="T47" fmla="*/ 31 h 43"/>
                <a:gd name="T48" fmla="*/ 2 w 23"/>
                <a:gd name="T49" fmla="*/ 30 h 43"/>
                <a:gd name="T50" fmla="*/ 2 w 23"/>
                <a:gd name="T51" fmla="*/ 27 h 43"/>
                <a:gd name="T52" fmla="*/ 3 w 23"/>
                <a:gd name="T53" fmla="*/ 25 h 43"/>
                <a:gd name="T54" fmla="*/ 2 w 23"/>
                <a:gd name="T55" fmla="*/ 21 h 43"/>
                <a:gd name="T56" fmla="*/ 2 w 23"/>
                <a:gd name="T57" fmla="*/ 16 h 43"/>
                <a:gd name="T58" fmla="*/ 3 w 23"/>
                <a:gd name="T59" fmla="*/ 14 h 43"/>
                <a:gd name="T60" fmla="*/ 4 w 23"/>
                <a:gd name="T61" fmla="*/ 13 h 43"/>
                <a:gd name="T62" fmla="*/ 0 w 23"/>
                <a:gd name="T63" fmla="*/ 12 h 43"/>
                <a:gd name="T64" fmla="*/ 0 w 23"/>
                <a:gd name="T65" fmla="*/ 6 h 43"/>
                <a:gd name="T66" fmla="*/ 2 w 23"/>
                <a:gd name="T67" fmla="*/ 4 h 43"/>
                <a:gd name="T68" fmla="*/ 4 w 23"/>
                <a:gd name="T69" fmla="*/ 1 h 43"/>
                <a:gd name="T70" fmla="*/ 6 w 23"/>
                <a:gd name="T71" fmla="*/ 1 h 43"/>
                <a:gd name="T72" fmla="*/ 7 w 23"/>
                <a:gd name="T73" fmla="*/ 2 h 43"/>
                <a:gd name="T74" fmla="*/ 10 w 23"/>
                <a:gd name="T75" fmla="*/ 0 h 43"/>
                <a:gd name="T76" fmla="*/ 10 w 23"/>
                <a:gd name="T7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43">
                  <a:moveTo>
                    <a:pt x="10" y="0"/>
                  </a:moveTo>
                  <a:lnTo>
                    <a:pt x="10" y="1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5" y="5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6" y="21"/>
                  </a:lnTo>
                  <a:lnTo>
                    <a:pt x="19" y="23"/>
                  </a:lnTo>
                  <a:lnTo>
                    <a:pt x="20" y="26"/>
                  </a:lnTo>
                  <a:lnTo>
                    <a:pt x="23" y="29"/>
                  </a:lnTo>
                  <a:lnTo>
                    <a:pt x="22" y="31"/>
                  </a:lnTo>
                  <a:lnTo>
                    <a:pt x="20" y="34"/>
                  </a:lnTo>
                  <a:lnTo>
                    <a:pt x="15" y="37"/>
                  </a:lnTo>
                  <a:lnTo>
                    <a:pt x="15" y="39"/>
                  </a:lnTo>
                  <a:lnTo>
                    <a:pt x="14" y="42"/>
                  </a:lnTo>
                  <a:lnTo>
                    <a:pt x="12" y="43"/>
                  </a:lnTo>
                  <a:lnTo>
                    <a:pt x="10" y="42"/>
                  </a:lnTo>
                  <a:lnTo>
                    <a:pt x="7" y="37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3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3" y="25"/>
                  </a:lnTo>
                  <a:lnTo>
                    <a:pt x="2" y="21"/>
                  </a:lnTo>
                  <a:lnTo>
                    <a:pt x="2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0" y="12"/>
                  </a:lnTo>
                  <a:lnTo>
                    <a:pt x="0" y="6"/>
                  </a:lnTo>
                  <a:lnTo>
                    <a:pt x="2" y="4"/>
                  </a:lnTo>
                  <a:lnTo>
                    <a:pt x="4" y="1"/>
                  </a:lnTo>
                  <a:lnTo>
                    <a:pt x="6" y="1"/>
                  </a:lnTo>
                  <a:lnTo>
                    <a:pt x="7" y="2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5" name="Freeform 390"/>
            <p:cNvSpPr>
              <a:spLocks/>
            </p:cNvSpPr>
            <p:nvPr/>
          </p:nvSpPr>
          <p:spPr bwMode="auto">
            <a:xfrm>
              <a:off x="6295653" y="2848056"/>
              <a:ext cx="119275" cy="162416"/>
            </a:xfrm>
            <a:custGeom>
              <a:avLst/>
              <a:gdLst>
                <a:gd name="T0" fmla="*/ 11 w 47"/>
                <a:gd name="T1" fmla="*/ 0 h 64"/>
                <a:gd name="T2" fmla="*/ 17 w 47"/>
                <a:gd name="T3" fmla="*/ 3 h 64"/>
                <a:gd name="T4" fmla="*/ 22 w 47"/>
                <a:gd name="T5" fmla="*/ 8 h 64"/>
                <a:gd name="T6" fmla="*/ 26 w 47"/>
                <a:gd name="T7" fmla="*/ 12 h 64"/>
                <a:gd name="T8" fmla="*/ 27 w 47"/>
                <a:gd name="T9" fmla="*/ 18 h 64"/>
                <a:gd name="T10" fmla="*/ 32 w 47"/>
                <a:gd name="T11" fmla="*/ 20 h 64"/>
                <a:gd name="T12" fmla="*/ 35 w 47"/>
                <a:gd name="T13" fmla="*/ 22 h 64"/>
                <a:gd name="T14" fmla="*/ 39 w 47"/>
                <a:gd name="T15" fmla="*/ 20 h 64"/>
                <a:gd name="T16" fmla="*/ 42 w 47"/>
                <a:gd name="T17" fmla="*/ 24 h 64"/>
                <a:gd name="T18" fmla="*/ 43 w 47"/>
                <a:gd name="T19" fmla="*/ 31 h 64"/>
                <a:gd name="T20" fmla="*/ 43 w 47"/>
                <a:gd name="T21" fmla="*/ 37 h 64"/>
                <a:gd name="T22" fmla="*/ 47 w 47"/>
                <a:gd name="T23" fmla="*/ 44 h 64"/>
                <a:gd name="T24" fmla="*/ 43 w 47"/>
                <a:gd name="T25" fmla="*/ 49 h 64"/>
                <a:gd name="T26" fmla="*/ 44 w 47"/>
                <a:gd name="T27" fmla="*/ 54 h 64"/>
                <a:gd name="T28" fmla="*/ 42 w 47"/>
                <a:gd name="T29" fmla="*/ 56 h 64"/>
                <a:gd name="T30" fmla="*/ 36 w 47"/>
                <a:gd name="T31" fmla="*/ 57 h 64"/>
                <a:gd name="T32" fmla="*/ 30 w 47"/>
                <a:gd name="T33" fmla="*/ 60 h 64"/>
                <a:gd name="T34" fmla="*/ 25 w 47"/>
                <a:gd name="T35" fmla="*/ 61 h 64"/>
                <a:gd name="T36" fmla="*/ 23 w 47"/>
                <a:gd name="T37" fmla="*/ 64 h 64"/>
                <a:gd name="T38" fmla="*/ 23 w 47"/>
                <a:gd name="T39" fmla="*/ 60 h 64"/>
                <a:gd name="T40" fmla="*/ 19 w 47"/>
                <a:gd name="T41" fmla="*/ 56 h 64"/>
                <a:gd name="T42" fmla="*/ 17 w 47"/>
                <a:gd name="T43" fmla="*/ 53 h 64"/>
                <a:gd name="T44" fmla="*/ 17 w 47"/>
                <a:gd name="T45" fmla="*/ 50 h 64"/>
                <a:gd name="T46" fmla="*/ 18 w 47"/>
                <a:gd name="T47" fmla="*/ 47 h 64"/>
                <a:gd name="T48" fmla="*/ 13 w 47"/>
                <a:gd name="T49" fmla="*/ 44 h 64"/>
                <a:gd name="T50" fmla="*/ 9 w 47"/>
                <a:gd name="T51" fmla="*/ 44 h 64"/>
                <a:gd name="T52" fmla="*/ 7 w 47"/>
                <a:gd name="T53" fmla="*/ 39 h 64"/>
                <a:gd name="T54" fmla="*/ 5 w 47"/>
                <a:gd name="T55" fmla="*/ 35 h 64"/>
                <a:gd name="T56" fmla="*/ 6 w 47"/>
                <a:gd name="T57" fmla="*/ 32 h 64"/>
                <a:gd name="T58" fmla="*/ 9 w 47"/>
                <a:gd name="T59" fmla="*/ 32 h 64"/>
                <a:gd name="T60" fmla="*/ 6 w 47"/>
                <a:gd name="T61" fmla="*/ 29 h 64"/>
                <a:gd name="T62" fmla="*/ 2 w 47"/>
                <a:gd name="T63" fmla="*/ 25 h 64"/>
                <a:gd name="T64" fmla="*/ 5 w 47"/>
                <a:gd name="T65" fmla="*/ 19 h 64"/>
                <a:gd name="T66" fmla="*/ 2 w 47"/>
                <a:gd name="T67" fmla="*/ 20 h 64"/>
                <a:gd name="T68" fmla="*/ 2 w 47"/>
                <a:gd name="T69" fmla="*/ 16 h 64"/>
                <a:gd name="T70" fmla="*/ 5 w 47"/>
                <a:gd name="T71" fmla="*/ 16 h 64"/>
                <a:gd name="T72" fmla="*/ 3 w 47"/>
                <a:gd name="T73" fmla="*/ 15 h 64"/>
                <a:gd name="T74" fmla="*/ 1 w 47"/>
                <a:gd name="T75" fmla="*/ 11 h 64"/>
                <a:gd name="T76" fmla="*/ 0 w 47"/>
                <a:gd name="T77" fmla="*/ 7 h 64"/>
                <a:gd name="T78" fmla="*/ 3 w 47"/>
                <a:gd name="T79" fmla="*/ 3 h 64"/>
                <a:gd name="T80" fmla="*/ 6 w 47"/>
                <a:gd name="T81" fmla="*/ 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7" h="64">
                  <a:moveTo>
                    <a:pt x="9" y="0"/>
                  </a:moveTo>
                  <a:lnTo>
                    <a:pt x="11" y="0"/>
                  </a:lnTo>
                  <a:lnTo>
                    <a:pt x="14" y="2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22" y="8"/>
                  </a:lnTo>
                  <a:lnTo>
                    <a:pt x="23" y="11"/>
                  </a:lnTo>
                  <a:lnTo>
                    <a:pt x="26" y="12"/>
                  </a:lnTo>
                  <a:lnTo>
                    <a:pt x="29" y="15"/>
                  </a:lnTo>
                  <a:lnTo>
                    <a:pt x="27" y="18"/>
                  </a:lnTo>
                  <a:lnTo>
                    <a:pt x="29" y="19"/>
                  </a:lnTo>
                  <a:lnTo>
                    <a:pt x="32" y="20"/>
                  </a:lnTo>
                  <a:lnTo>
                    <a:pt x="32" y="23"/>
                  </a:lnTo>
                  <a:lnTo>
                    <a:pt x="35" y="22"/>
                  </a:lnTo>
                  <a:lnTo>
                    <a:pt x="38" y="23"/>
                  </a:lnTo>
                  <a:lnTo>
                    <a:pt x="39" y="20"/>
                  </a:lnTo>
                  <a:lnTo>
                    <a:pt x="43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3" y="31"/>
                  </a:lnTo>
                  <a:lnTo>
                    <a:pt x="42" y="32"/>
                  </a:lnTo>
                  <a:lnTo>
                    <a:pt x="43" y="37"/>
                  </a:lnTo>
                  <a:lnTo>
                    <a:pt x="46" y="40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3" y="49"/>
                  </a:lnTo>
                  <a:lnTo>
                    <a:pt x="43" y="52"/>
                  </a:lnTo>
                  <a:lnTo>
                    <a:pt x="44" y="54"/>
                  </a:lnTo>
                  <a:lnTo>
                    <a:pt x="43" y="56"/>
                  </a:lnTo>
                  <a:lnTo>
                    <a:pt x="42" y="56"/>
                  </a:lnTo>
                  <a:lnTo>
                    <a:pt x="38" y="57"/>
                  </a:lnTo>
                  <a:lnTo>
                    <a:pt x="36" y="57"/>
                  </a:lnTo>
                  <a:lnTo>
                    <a:pt x="31" y="57"/>
                  </a:lnTo>
                  <a:lnTo>
                    <a:pt x="30" y="60"/>
                  </a:lnTo>
                  <a:lnTo>
                    <a:pt x="27" y="60"/>
                  </a:lnTo>
                  <a:lnTo>
                    <a:pt x="25" y="61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3" y="62"/>
                  </a:lnTo>
                  <a:lnTo>
                    <a:pt x="23" y="60"/>
                  </a:lnTo>
                  <a:lnTo>
                    <a:pt x="22" y="57"/>
                  </a:lnTo>
                  <a:lnTo>
                    <a:pt x="19" y="56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7" y="52"/>
                  </a:lnTo>
                  <a:lnTo>
                    <a:pt x="17" y="50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3" y="44"/>
                  </a:lnTo>
                  <a:lnTo>
                    <a:pt x="10" y="44"/>
                  </a:lnTo>
                  <a:lnTo>
                    <a:pt x="9" y="44"/>
                  </a:lnTo>
                  <a:lnTo>
                    <a:pt x="9" y="41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5" y="35"/>
                  </a:lnTo>
                  <a:lnTo>
                    <a:pt x="5" y="32"/>
                  </a:lnTo>
                  <a:lnTo>
                    <a:pt x="6" y="32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7" y="29"/>
                  </a:lnTo>
                  <a:lnTo>
                    <a:pt x="6" y="29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5" y="22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1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4"/>
                  </a:lnTo>
                  <a:lnTo>
                    <a:pt x="3" y="3"/>
                  </a:lnTo>
                  <a:lnTo>
                    <a:pt x="6" y="4"/>
                  </a:lnTo>
                  <a:lnTo>
                    <a:pt x="6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6" name="Freeform 391"/>
            <p:cNvSpPr>
              <a:spLocks/>
            </p:cNvSpPr>
            <p:nvPr/>
          </p:nvSpPr>
          <p:spPr bwMode="auto">
            <a:xfrm>
              <a:off x="6288039" y="2941952"/>
              <a:ext cx="53293" cy="68520"/>
            </a:xfrm>
            <a:custGeom>
              <a:avLst/>
              <a:gdLst>
                <a:gd name="T0" fmla="*/ 5 w 21"/>
                <a:gd name="T1" fmla="*/ 0 h 27"/>
                <a:gd name="T2" fmla="*/ 8 w 21"/>
                <a:gd name="T3" fmla="*/ 2 h 27"/>
                <a:gd name="T4" fmla="*/ 9 w 21"/>
                <a:gd name="T5" fmla="*/ 2 h 27"/>
                <a:gd name="T6" fmla="*/ 10 w 21"/>
                <a:gd name="T7" fmla="*/ 2 h 27"/>
                <a:gd name="T8" fmla="*/ 12 w 21"/>
                <a:gd name="T9" fmla="*/ 4 h 27"/>
                <a:gd name="T10" fmla="*/ 12 w 21"/>
                <a:gd name="T11" fmla="*/ 7 h 27"/>
                <a:gd name="T12" fmla="*/ 13 w 21"/>
                <a:gd name="T13" fmla="*/ 7 h 27"/>
                <a:gd name="T14" fmla="*/ 16 w 21"/>
                <a:gd name="T15" fmla="*/ 7 h 27"/>
                <a:gd name="T16" fmla="*/ 18 w 21"/>
                <a:gd name="T17" fmla="*/ 10 h 27"/>
                <a:gd name="T18" fmla="*/ 21 w 21"/>
                <a:gd name="T19" fmla="*/ 10 h 27"/>
                <a:gd name="T20" fmla="*/ 21 w 21"/>
                <a:gd name="T21" fmla="*/ 12 h 27"/>
                <a:gd name="T22" fmla="*/ 20 w 21"/>
                <a:gd name="T23" fmla="*/ 13 h 27"/>
                <a:gd name="T24" fmla="*/ 20 w 21"/>
                <a:gd name="T25" fmla="*/ 15 h 27"/>
                <a:gd name="T26" fmla="*/ 17 w 21"/>
                <a:gd name="T27" fmla="*/ 17 h 27"/>
                <a:gd name="T28" fmla="*/ 16 w 21"/>
                <a:gd name="T29" fmla="*/ 16 h 27"/>
                <a:gd name="T30" fmla="*/ 14 w 21"/>
                <a:gd name="T31" fmla="*/ 16 h 27"/>
                <a:gd name="T32" fmla="*/ 12 w 21"/>
                <a:gd name="T33" fmla="*/ 19 h 27"/>
                <a:gd name="T34" fmla="*/ 10 w 21"/>
                <a:gd name="T35" fmla="*/ 21 h 27"/>
                <a:gd name="T36" fmla="*/ 10 w 21"/>
                <a:gd name="T37" fmla="*/ 27 h 27"/>
                <a:gd name="T38" fmla="*/ 8 w 21"/>
                <a:gd name="T39" fmla="*/ 25 h 27"/>
                <a:gd name="T40" fmla="*/ 8 w 21"/>
                <a:gd name="T41" fmla="*/ 23 h 27"/>
                <a:gd name="T42" fmla="*/ 3 w 21"/>
                <a:gd name="T43" fmla="*/ 17 h 27"/>
                <a:gd name="T44" fmla="*/ 1 w 21"/>
                <a:gd name="T45" fmla="*/ 16 h 27"/>
                <a:gd name="T46" fmla="*/ 0 w 21"/>
                <a:gd name="T47" fmla="*/ 16 h 27"/>
                <a:gd name="T48" fmla="*/ 1 w 21"/>
                <a:gd name="T49" fmla="*/ 15 h 27"/>
                <a:gd name="T50" fmla="*/ 3 w 21"/>
                <a:gd name="T51" fmla="*/ 12 h 27"/>
                <a:gd name="T52" fmla="*/ 3 w 21"/>
                <a:gd name="T53" fmla="*/ 10 h 27"/>
                <a:gd name="T54" fmla="*/ 4 w 21"/>
                <a:gd name="T55" fmla="*/ 7 h 27"/>
                <a:gd name="T56" fmla="*/ 5 w 21"/>
                <a:gd name="T57" fmla="*/ 7 h 27"/>
                <a:gd name="T58" fmla="*/ 6 w 21"/>
                <a:gd name="T59" fmla="*/ 6 h 27"/>
                <a:gd name="T60" fmla="*/ 6 w 21"/>
                <a:gd name="T61" fmla="*/ 4 h 27"/>
                <a:gd name="T62" fmla="*/ 4 w 21"/>
                <a:gd name="T63" fmla="*/ 3 h 27"/>
                <a:gd name="T64" fmla="*/ 4 w 21"/>
                <a:gd name="T65" fmla="*/ 0 h 27"/>
                <a:gd name="T66" fmla="*/ 5 w 21"/>
                <a:gd name="T6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" h="27">
                  <a:moveTo>
                    <a:pt x="5" y="0"/>
                  </a:move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6" y="7"/>
                  </a:lnTo>
                  <a:lnTo>
                    <a:pt x="18" y="10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17" y="17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9"/>
                  </a:lnTo>
                  <a:lnTo>
                    <a:pt x="10" y="21"/>
                  </a:lnTo>
                  <a:lnTo>
                    <a:pt x="10" y="27"/>
                  </a:lnTo>
                  <a:lnTo>
                    <a:pt x="8" y="25"/>
                  </a:lnTo>
                  <a:lnTo>
                    <a:pt x="8" y="23"/>
                  </a:lnTo>
                  <a:lnTo>
                    <a:pt x="3" y="17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1" y="15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3"/>
                  </a:lnTo>
                  <a:lnTo>
                    <a:pt x="4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7" name="Freeform 392"/>
            <p:cNvSpPr>
              <a:spLocks noEditPoints="1"/>
            </p:cNvSpPr>
            <p:nvPr/>
          </p:nvSpPr>
          <p:spPr bwMode="auto">
            <a:xfrm>
              <a:off x="6143389" y="2845518"/>
              <a:ext cx="164954" cy="126887"/>
            </a:xfrm>
            <a:custGeom>
              <a:avLst/>
              <a:gdLst>
                <a:gd name="T0" fmla="*/ 40 w 65"/>
                <a:gd name="T1" fmla="*/ 49 h 50"/>
                <a:gd name="T2" fmla="*/ 35 w 65"/>
                <a:gd name="T3" fmla="*/ 45 h 50"/>
                <a:gd name="T4" fmla="*/ 35 w 65"/>
                <a:gd name="T5" fmla="*/ 45 h 50"/>
                <a:gd name="T6" fmla="*/ 40 w 65"/>
                <a:gd name="T7" fmla="*/ 44 h 50"/>
                <a:gd name="T8" fmla="*/ 35 w 65"/>
                <a:gd name="T9" fmla="*/ 42 h 50"/>
                <a:gd name="T10" fmla="*/ 20 w 65"/>
                <a:gd name="T11" fmla="*/ 36 h 50"/>
                <a:gd name="T12" fmla="*/ 15 w 65"/>
                <a:gd name="T13" fmla="*/ 28 h 50"/>
                <a:gd name="T14" fmla="*/ 17 w 65"/>
                <a:gd name="T15" fmla="*/ 28 h 50"/>
                <a:gd name="T16" fmla="*/ 20 w 65"/>
                <a:gd name="T17" fmla="*/ 30 h 50"/>
                <a:gd name="T18" fmla="*/ 19 w 65"/>
                <a:gd name="T19" fmla="*/ 26 h 50"/>
                <a:gd name="T20" fmla="*/ 9 w 65"/>
                <a:gd name="T21" fmla="*/ 21 h 50"/>
                <a:gd name="T22" fmla="*/ 12 w 65"/>
                <a:gd name="T23" fmla="*/ 26 h 50"/>
                <a:gd name="T24" fmla="*/ 9 w 65"/>
                <a:gd name="T25" fmla="*/ 21 h 50"/>
                <a:gd name="T26" fmla="*/ 13 w 65"/>
                <a:gd name="T27" fmla="*/ 23 h 50"/>
                <a:gd name="T28" fmla="*/ 9 w 65"/>
                <a:gd name="T29" fmla="*/ 17 h 50"/>
                <a:gd name="T30" fmla="*/ 36 w 65"/>
                <a:gd name="T31" fmla="*/ 0 h 50"/>
                <a:gd name="T32" fmla="*/ 45 w 65"/>
                <a:gd name="T33" fmla="*/ 7 h 50"/>
                <a:gd name="T34" fmla="*/ 58 w 65"/>
                <a:gd name="T35" fmla="*/ 7 h 50"/>
                <a:gd name="T36" fmla="*/ 62 w 65"/>
                <a:gd name="T37" fmla="*/ 15 h 50"/>
                <a:gd name="T38" fmla="*/ 65 w 65"/>
                <a:gd name="T39" fmla="*/ 17 h 50"/>
                <a:gd name="T40" fmla="*/ 62 w 65"/>
                <a:gd name="T41" fmla="*/ 20 h 50"/>
                <a:gd name="T42" fmla="*/ 56 w 65"/>
                <a:gd name="T43" fmla="*/ 17 h 50"/>
                <a:gd name="T44" fmla="*/ 49 w 65"/>
                <a:gd name="T45" fmla="*/ 17 h 50"/>
                <a:gd name="T46" fmla="*/ 44 w 65"/>
                <a:gd name="T47" fmla="*/ 16 h 50"/>
                <a:gd name="T48" fmla="*/ 40 w 65"/>
                <a:gd name="T49" fmla="*/ 15 h 50"/>
                <a:gd name="T50" fmla="*/ 36 w 65"/>
                <a:gd name="T51" fmla="*/ 16 h 50"/>
                <a:gd name="T52" fmla="*/ 32 w 65"/>
                <a:gd name="T53" fmla="*/ 17 h 50"/>
                <a:gd name="T54" fmla="*/ 27 w 65"/>
                <a:gd name="T55" fmla="*/ 15 h 50"/>
                <a:gd name="T56" fmla="*/ 24 w 65"/>
                <a:gd name="T57" fmla="*/ 20 h 50"/>
                <a:gd name="T58" fmla="*/ 28 w 65"/>
                <a:gd name="T59" fmla="*/ 24 h 50"/>
                <a:gd name="T60" fmla="*/ 29 w 65"/>
                <a:gd name="T61" fmla="*/ 29 h 50"/>
                <a:gd name="T62" fmla="*/ 48 w 65"/>
                <a:gd name="T63" fmla="*/ 48 h 50"/>
                <a:gd name="T64" fmla="*/ 45 w 65"/>
                <a:gd name="T65" fmla="*/ 49 h 50"/>
                <a:gd name="T66" fmla="*/ 48 w 65"/>
                <a:gd name="T67" fmla="*/ 49 h 50"/>
                <a:gd name="T68" fmla="*/ 33 w 65"/>
                <a:gd name="T69" fmla="*/ 41 h 50"/>
                <a:gd name="T70" fmla="*/ 29 w 65"/>
                <a:gd name="T71" fmla="*/ 38 h 50"/>
                <a:gd name="T72" fmla="*/ 21 w 65"/>
                <a:gd name="T73" fmla="*/ 34 h 50"/>
                <a:gd name="T74" fmla="*/ 23 w 65"/>
                <a:gd name="T75" fmla="*/ 30 h 50"/>
                <a:gd name="T76" fmla="*/ 21 w 65"/>
                <a:gd name="T77" fmla="*/ 28 h 50"/>
                <a:gd name="T78" fmla="*/ 16 w 65"/>
                <a:gd name="T79" fmla="*/ 19 h 50"/>
                <a:gd name="T80" fmla="*/ 9 w 65"/>
                <a:gd name="T81" fmla="*/ 15 h 50"/>
                <a:gd name="T82" fmla="*/ 4 w 65"/>
                <a:gd name="T83" fmla="*/ 24 h 50"/>
                <a:gd name="T84" fmla="*/ 2 w 65"/>
                <a:gd name="T85" fmla="*/ 19 h 50"/>
                <a:gd name="T86" fmla="*/ 4 w 65"/>
                <a:gd name="T87" fmla="*/ 13 h 50"/>
                <a:gd name="T88" fmla="*/ 15 w 65"/>
                <a:gd name="T89" fmla="*/ 13 h 50"/>
                <a:gd name="T90" fmla="*/ 21 w 65"/>
                <a:gd name="T91" fmla="*/ 7 h 50"/>
                <a:gd name="T92" fmla="*/ 35 w 65"/>
                <a:gd name="T9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5" h="50">
                  <a:moveTo>
                    <a:pt x="41" y="48"/>
                  </a:moveTo>
                  <a:lnTo>
                    <a:pt x="42" y="49"/>
                  </a:lnTo>
                  <a:lnTo>
                    <a:pt x="40" y="49"/>
                  </a:lnTo>
                  <a:lnTo>
                    <a:pt x="37" y="48"/>
                  </a:lnTo>
                  <a:lnTo>
                    <a:pt x="41" y="48"/>
                  </a:lnTo>
                  <a:close/>
                  <a:moveTo>
                    <a:pt x="35" y="45"/>
                  </a:moveTo>
                  <a:lnTo>
                    <a:pt x="41" y="45"/>
                  </a:lnTo>
                  <a:lnTo>
                    <a:pt x="38" y="46"/>
                  </a:lnTo>
                  <a:lnTo>
                    <a:pt x="35" y="45"/>
                  </a:lnTo>
                  <a:close/>
                  <a:moveTo>
                    <a:pt x="35" y="42"/>
                  </a:moveTo>
                  <a:lnTo>
                    <a:pt x="40" y="42"/>
                  </a:lnTo>
                  <a:lnTo>
                    <a:pt x="40" y="44"/>
                  </a:lnTo>
                  <a:lnTo>
                    <a:pt x="38" y="45"/>
                  </a:lnTo>
                  <a:lnTo>
                    <a:pt x="36" y="44"/>
                  </a:lnTo>
                  <a:lnTo>
                    <a:pt x="35" y="42"/>
                  </a:lnTo>
                  <a:close/>
                  <a:moveTo>
                    <a:pt x="16" y="32"/>
                  </a:moveTo>
                  <a:lnTo>
                    <a:pt x="19" y="33"/>
                  </a:lnTo>
                  <a:lnTo>
                    <a:pt x="20" y="36"/>
                  </a:lnTo>
                  <a:lnTo>
                    <a:pt x="16" y="32"/>
                  </a:lnTo>
                  <a:close/>
                  <a:moveTo>
                    <a:pt x="13" y="28"/>
                  </a:moveTo>
                  <a:lnTo>
                    <a:pt x="15" y="28"/>
                  </a:lnTo>
                  <a:lnTo>
                    <a:pt x="16" y="30"/>
                  </a:lnTo>
                  <a:lnTo>
                    <a:pt x="13" y="28"/>
                  </a:lnTo>
                  <a:close/>
                  <a:moveTo>
                    <a:pt x="17" y="28"/>
                  </a:moveTo>
                  <a:lnTo>
                    <a:pt x="19" y="28"/>
                  </a:lnTo>
                  <a:lnTo>
                    <a:pt x="21" y="30"/>
                  </a:lnTo>
                  <a:lnTo>
                    <a:pt x="20" y="30"/>
                  </a:lnTo>
                  <a:lnTo>
                    <a:pt x="17" y="28"/>
                  </a:lnTo>
                  <a:close/>
                  <a:moveTo>
                    <a:pt x="16" y="24"/>
                  </a:moveTo>
                  <a:lnTo>
                    <a:pt x="19" y="26"/>
                  </a:lnTo>
                  <a:lnTo>
                    <a:pt x="16" y="26"/>
                  </a:lnTo>
                  <a:lnTo>
                    <a:pt x="16" y="24"/>
                  </a:lnTo>
                  <a:close/>
                  <a:moveTo>
                    <a:pt x="9" y="21"/>
                  </a:moveTo>
                  <a:lnTo>
                    <a:pt x="12" y="24"/>
                  </a:lnTo>
                  <a:lnTo>
                    <a:pt x="13" y="26"/>
                  </a:lnTo>
                  <a:lnTo>
                    <a:pt x="12" y="26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9" y="21"/>
                  </a:lnTo>
                  <a:close/>
                  <a:moveTo>
                    <a:pt x="11" y="16"/>
                  </a:moveTo>
                  <a:lnTo>
                    <a:pt x="15" y="21"/>
                  </a:lnTo>
                  <a:lnTo>
                    <a:pt x="13" y="23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9" y="17"/>
                  </a:lnTo>
                  <a:lnTo>
                    <a:pt x="11" y="16"/>
                  </a:lnTo>
                  <a:close/>
                  <a:moveTo>
                    <a:pt x="35" y="0"/>
                  </a:moveTo>
                  <a:lnTo>
                    <a:pt x="36" y="0"/>
                  </a:lnTo>
                  <a:lnTo>
                    <a:pt x="41" y="4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52" y="8"/>
                  </a:lnTo>
                  <a:lnTo>
                    <a:pt x="56" y="9"/>
                  </a:lnTo>
                  <a:lnTo>
                    <a:pt x="58" y="7"/>
                  </a:lnTo>
                  <a:lnTo>
                    <a:pt x="60" y="8"/>
                  </a:lnTo>
                  <a:lnTo>
                    <a:pt x="61" y="12"/>
                  </a:lnTo>
                  <a:lnTo>
                    <a:pt x="62" y="15"/>
                  </a:lnTo>
                  <a:lnTo>
                    <a:pt x="63" y="16"/>
                  </a:lnTo>
                  <a:lnTo>
                    <a:pt x="65" y="16"/>
                  </a:lnTo>
                  <a:lnTo>
                    <a:pt x="65" y="17"/>
                  </a:lnTo>
                  <a:lnTo>
                    <a:pt x="63" y="17"/>
                  </a:lnTo>
                  <a:lnTo>
                    <a:pt x="62" y="17"/>
                  </a:lnTo>
                  <a:lnTo>
                    <a:pt x="62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6" y="17"/>
                  </a:lnTo>
                  <a:lnTo>
                    <a:pt x="54" y="17"/>
                  </a:lnTo>
                  <a:lnTo>
                    <a:pt x="52" y="17"/>
                  </a:lnTo>
                  <a:lnTo>
                    <a:pt x="49" y="17"/>
                  </a:lnTo>
                  <a:lnTo>
                    <a:pt x="49" y="16"/>
                  </a:lnTo>
                  <a:lnTo>
                    <a:pt x="46" y="17"/>
                  </a:lnTo>
                  <a:lnTo>
                    <a:pt x="44" y="16"/>
                  </a:lnTo>
                  <a:lnTo>
                    <a:pt x="42" y="17"/>
                  </a:lnTo>
                  <a:lnTo>
                    <a:pt x="41" y="15"/>
                  </a:lnTo>
                  <a:lnTo>
                    <a:pt x="40" y="15"/>
                  </a:lnTo>
                  <a:lnTo>
                    <a:pt x="38" y="16"/>
                  </a:lnTo>
                  <a:lnTo>
                    <a:pt x="37" y="15"/>
                  </a:lnTo>
                  <a:lnTo>
                    <a:pt x="36" y="16"/>
                  </a:lnTo>
                  <a:lnTo>
                    <a:pt x="35" y="16"/>
                  </a:lnTo>
                  <a:lnTo>
                    <a:pt x="32" y="16"/>
                  </a:lnTo>
                  <a:lnTo>
                    <a:pt x="32" y="17"/>
                  </a:lnTo>
                  <a:lnTo>
                    <a:pt x="31" y="19"/>
                  </a:lnTo>
                  <a:lnTo>
                    <a:pt x="29" y="16"/>
                  </a:lnTo>
                  <a:lnTo>
                    <a:pt x="27" y="15"/>
                  </a:lnTo>
                  <a:lnTo>
                    <a:pt x="25" y="16"/>
                  </a:lnTo>
                  <a:lnTo>
                    <a:pt x="25" y="19"/>
                  </a:lnTo>
                  <a:lnTo>
                    <a:pt x="24" y="20"/>
                  </a:lnTo>
                  <a:lnTo>
                    <a:pt x="25" y="21"/>
                  </a:lnTo>
                  <a:lnTo>
                    <a:pt x="27" y="21"/>
                  </a:lnTo>
                  <a:lnTo>
                    <a:pt x="28" y="24"/>
                  </a:lnTo>
                  <a:lnTo>
                    <a:pt x="29" y="26"/>
                  </a:lnTo>
                  <a:lnTo>
                    <a:pt x="31" y="28"/>
                  </a:lnTo>
                  <a:lnTo>
                    <a:pt x="29" y="29"/>
                  </a:lnTo>
                  <a:lnTo>
                    <a:pt x="31" y="30"/>
                  </a:lnTo>
                  <a:lnTo>
                    <a:pt x="40" y="38"/>
                  </a:lnTo>
                  <a:lnTo>
                    <a:pt x="48" y="48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5" y="49"/>
                  </a:lnTo>
                  <a:lnTo>
                    <a:pt x="44" y="48"/>
                  </a:lnTo>
                  <a:lnTo>
                    <a:pt x="46" y="49"/>
                  </a:lnTo>
                  <a:lnTo>
                    <a:pt x="48" y="49"/>
                  </a:lnTo>
                  <a:lnTo>
                    <a:pt x="42" y="42"/>
                  </a:lnTo>
                  <a:lnTo>
                    <a:pt x="38" y="41"/>
                  </a:lnTo>
                  <a:lnTo>
                    <a:pt x="33" y="41"/>
                  </a:lnTo>
                  <a:lnTo>
                    <a:pt x="31" y="41"/>
                  </a:lnTo>
                  <a:lnTo>
                    <a:pt x="29" y="40"/>
                  </a:lnTo>
                  <a:lnTo>
                    <a:pt x="29" y="38"/>
                  </a:lnTo>
                  <a:lnTo>
                    <a:pt x="27" y="37"/>
                  </a:lnTo>
                  <a:lnTo>
                    <a:pt x="24" y="34"/>
                  </a:lnTo>
                  <a:lnTo>
                    <a:pt x="21" y="34"/>
                  </a:lnTo>
                  <a:lnTo>
                    <a:pt x="20" y="33"/>
                  </a:lnTo>
                  <a:lnTo>
                    <a:pt x="21" y="30"/>
                  </a:lnTo>
                  <a:lnTo>
                    <a:pt x="23" y="30"/>
                  </a:lnTo>
                  <a:lnTo>
                    <a:pt x="25" y="30"/>
                  </a:lnTo>
                  <a:lnTo>
                    <a:pt x="23" y="29"/>
                  </a:lnTo>
                  <a:lnTo>
                    <a:pt x="21" y="28"/>
                  </a:lnTo>
                  <a:lnTo>
                    <a:pt x="19" y="25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8" y="19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4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17" y="9"/>
                  </a:lnTo>
                  <a:lnTo>
                    <a:pt x="21" y="7"/>
                  </a:lnTo>
                  <a:lnTo>
                    <a:pt x="23" y="4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8" name="Freeform 393"/>
            <p:cNvSpPr>
              <a:spLocks/>
            </p:cNvSpPr>
            <p:nvPr/>
          </p:nvSpPr>
          <p:spPr bwMode="auto">
            <a:xfrm>
              <a:off x="6204295" y="2883585"/>
              <a:ext cx="114199" cy="98973"/>
            </a:xfrm>
            <a:custGeom>
              <a:avLst/>
              <a:gdLst>
                <a:gd name="T0" fmla="*/ 5 w 45"/>
                <a:gd name="T1" fmla="*/ 1 h 39"/>
                <a:gd name="T2" fmla="*/ 8 w 45"/>
                <a:gd name="T3" fmla="*/ 2 h 39"/>
                <a:gd name="T4" fmla="*/ 11 w 45"/>
                <a:gd name="T5" fmla="*/ 1 h 39"/>
                <a:gd name="T6" fmla="*/ 13 w 45"/>
                <a:gd name="T7" fmla="*/ 0 h 39"/>
                <a:gd name="T8" fmla="*/ 16 w 45"/>
                <a:gd name="T9" fmla="*/ 0 h 39"/>
                <a:gd name="T10" fmla="*/ 18 w 45"/>
                <a:gd name="T11" fmla="*/ 2 h 39"/>
                <a:gd name="T12" fmla="*/ 22 w 45"/>
                <a:gd name="T13" fmla="*/ 2 h 39"/>
                <a:gd name="T14" fmla="*/ 25 w 45"/>
                <a:gd name="T15" fmla="*/ 2 h 39"/>
                <a:gd name="T16" fmla="*/ 30 w 45"/>
                <a:gd name="T17" fmla="*/ 2 h 39"/>
                <a:gd name="T18" fmla="*/ 34 w 45"/>
                <a:gd name="T19" fmla="*/ 5 h 39"/>
                <a:gd name="T20" fmla="*/ 38 w 45"/>
                <a:gd name="T21" fmla="*/ 6 h 39"/>
                <a:gd name="T22" fmla="*/ 41 w 45"/>
                <a:gd name="T23" fmla="*/ 5 h 39"/>
                <a:gd name="T24" fmla="*/ 38 w 45"/>
                <a:gd name="T25" fmla="*/ 11 h 39"/>
                <a:gd name="T26" fmla="*/ 42 w 45"/>
                <a:gd name="T27" fmla="*/ 15 h 39"/>
                <a:gd name="T28" fmla="*/ 45 w 45"/>
                <a:gd name="T29" fmla="*/ 18 h 39"/>
                <a:gd name="T30" fmla="*/ 42 w 45"/>
                <a:gd name="T31" fmla="*/ 18 h 39"/>
                <a:gd name="T32" fmla="*/ 41 w 45"/>
                <a:gd name="T33" fmla="*/ 21 h 39"/>
                <a:gd name="T34" fmla="*/ 42 w 45"/>
                <a:gd name="T35" fmla="*/ 25 h 39"/>
                <a:gd name="T36" fmla="*/ 38 w 45"/>
                <a:gd name="T37" fmla="*/ 23 h 39"/>
                <a:gd name="T38" fmla="*/ 37 w 45"/>
                <a:gd name="T39" fmla="*/ 26 h 39"/>
                <a:gd name="T40" fmla="*/ 39 w 45"/>
                <a:gd name="T41" fmla="*/ 29 h 39"/>
                <a:gd name="T42" fmla="*/ 37 w 45"/>
                <a:gd name="T43" fmla="*/ 30 h 39"/>
                <a:gd name="T44" fmla="*/ 36 w 45"/>
                <a:gd name="T45" fmla="*/ 35 h 39"/>
                <a:gd name="T46" fmla="*/ 33 w 45"/>
                <a:gd name="T47" fmla="*/ 39 h 39"/>
                <a:gd name="T48" fmla="*/ 29 w 45"/>
                <a:gd name="T49" fmla="*/ 35 h 39"/>
                <a:gd name="T50" fmla="*/ 24 w 45"/>
                <a:gd name="T51" fmla="*/ 35 h 39"/>
                <a:gd name="T52" fmla="*/ 24 w 45"/>
                <a:gd name="T53" fmla="*/ 33 h 39"/>
                <a:gd name="T54" fmla="*/ 7 w 45"/>
                <a:gd name="T55" fmla="*/ 15 h 39"/>
                <a:gd name="T56" fmla="*/ 7 w 45"/>
                <a:gd name="T57" fmla="*/ 13 h 39"/>
                <a:gd name="T58" fmla="*/ 4 w 45"/>
                <a:gd name="T59" fmla="*/ 9 h 39"/>
                <a:gd name="T60" fmla="*/ 1 w 45"/>
                <a:gd name="T61" fmla="*/ 6 h 39"/>
                <a:gd name="T62" fmla="*/ 1 w 45"/>
                <a:gd name="T63" fmla="*/ 4 h 39"/>
                <a:gd name="T64" fmla="*/ 3 w 45"/>
                <a:gd name="T6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5" h="39">
                  <a:moveTo>
                    <a:pt x="3" y="0"/>
                  </a:moveTo>
                  <a:lnTo>
                    <a:pt x="5" y="1"/>
                  </a:lnTo>
                  <a:lnTo>
                    <a:pt x="7" y="4"/>
                  </a:lnTo>
                  <a:lnTo>
                    <a:pt x="8" y="2"/>
                  </a:lnTo>
                  <a:lnTo>
                    <a:pt x="8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3" y="0"/>
                  </a:lnTo>
                  <a:lnTo>
                    <a:pt x="14" y="1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8" y="2"/>
                  </a:lnTo>
                  <a:lnTo>
                    <a:pt x="20" y="1"/>
                  </a:lnTo>
                  <a:lnTo>
                    <a:pt x="22" y="2"/>
                  </a:lnTo>
                  <a:lnTo>
                    <a:pt x="25" y="1"/>
                  </a:lnTo>
                  <a:lnTo>
                    <a:pt x="25" y="2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4" y="5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42" y="15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19"/>
                  </a:lnTo>
                  <a:lnTo>
                    <a:pt x="42" y="18"/>
                  </a:lnTo>
                  <a:lnTo>
                    <a:pt x="41" y="18"/>
                  </a:lnTo>
                  <a:lnTo>
                    <a:pt x="41" y="21"/>
                  </a:lnTo>
                  <a:lnTo>
                    <a:pt x="43" y="25"/>
                  </a:lnTo>
                  <a:lnTo>
                    <a:pt x="42" y="25"/>
                  </a:lnTo>
                  <a:lnTo>
                    <a:pt x="41" y="25"/>
                  </a:lnTo>
                  <a:lnTo>
                    <a:pt x="38" y="23"/>
                  </a:lnTo>
                  <a:lnTo>
                    <a:pt x="37" y="23"/>
                  </a:lnTo>
                  <a:lnTo>
                    <a:pt x="37" y="26"/>
                  </a:lnTo>
                  <a:lnTo>
                    <a:pt x="39" y="27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7" y="30"/>
                  </a:lnTo>
                  <a:lnTo>
                    <a:pt x="36" y="33"/>
                  </a:lnTo>
                  <a:lnTo>
                    <a:pt x="36" y="35"/>
                  </a:lnTo>
                  <a:lnTo>
                    <a:pt x="34" y="38"/>
                  </a:lnTo>
                  <a:lnTo>
                    <a:pt x="33" y="39"/>
                  </a:lnTo>
                  <a:lnTo>
                    <a:pt x="30" y="35"/>
                  </a:lnTo>
                  <a:lnTo>
                    <a:pt x="29" y="35"/>
                  </a:lnTo>
                  <a:lnTo>
                    <a:pt x="25" y="35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4" y="33"/>
                  </a:lnTo>
                  <a:lnTo>
                    <a:pt x="16" y="23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7" y="13"/>
                  </a:lnTo>
                  <a:lnTo>
                    <a:pt x="5" y="11"/>
                  </a:lnTo>
                  <a:lnTo>
                    <a:pt x="4" y="9"/>
                  </a:lnTo>
                  <a:lnTo>
                    <a:pt x="3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59" name="Freeform 394"/>
            <p:cNvSpPr>
              <a:spLocks/>
            </p:cNvSpPr>
            <p:nvPr/>
          </p:nvSpPr>
          <p:spPr bwMode="auto">
            <a:xfrm>
              <a:off x="6143389" y="2825216"/>
              <a:ext cx="88822" cy="58369"/>
            </a:xfrm>
            <a:custGeom>
              <a:avLst/>
              <a:gdLst>
                <a:gd name="T0" fmla="*/ 31 w 35"/>
                <a:gd name="T1" fmla="*/ 0 h 23"/>
                <a:gd name="T2" fmla="*/ 35 w 35"/>
                <a:gd name="T3" fmla="*/ 4 h 23"/>
                <a:gd name="T4" fmla="*/ 35 w 35"/>
                <a:gd name="T5" fmla="*/ 8 h 23"/>
                <a:gd name="T6" fmla="*/ 29 w 35"/>
                <a:gd name="T7" fmla="*/ 8 h 23"/>
                <a:gd name="T8" fmla="*/ 23 w 35"/>
                <a:gd name="T9" fmla="*/ 12 h 23"/>
                <a:gd name="T10" fmla="*/ 21 w 35"/>
                <a:gd name="T11" fmla="*/ 15 h 23"/>
                <a:gd name="T12" fmla="*/ 17 w 35"/>
                <a:gd name="T13" fmla="*/ 17 h 23"/>
                <a:gd name="T14" fmla="*/ 17 w 35"/>
                <a:gd name="T15" fmla="*/ 21 h 23"/>
                <a:gd name="T16" fmla="*/ 15 w 35"/>
                <a:gd name="T17" fmla="*/ 21 h 23"/>
                <a:gd name="T18" fmla="*/ 11 w 35"/>
                <a:gd name="T19" fmla="*/ 19 h 23"/>
                <a:gd name="T20" fmla="*/ 8 w 35"/>
                <a:gd name="T21" fmla="*/ 20 h 23"/>
                <a:gd name="T22" fmla="*/ 4 w 35"/>
                <a:gd name="T23" fmla="*/ 21 h 23"/>
                <a:gd name="T24" fmla="*/ 0 w 35"/>
                <a:gd name="T25" fmla="*/ 23 h 23"/>
                <a:gd name="T26" fmla="*/ 0 w 35"/>
                <a:gd name="T27" fmla="*/ 20 h 23"/>
                <a:gd name="T28" fmla="*/ 3 w 35"/>
                <a:gd name="T29" fmla="*/ 20 h 23"/>
                <a:gd name="T30" fmla="*/ 3 w 35"/>
                <a:gd name="T31" fmla="*/ 17 h 23"/>
                <a:gd name="T32" fmla="*/ 0 w 35"/>
                <a:gd name="T33" fmla="*/ 17 h 23"/>
                <a:gd name="T34" fmla="*/ 0 w 35"/>
                <a:gd name="T35" fmla="*/ 17 h 23"/>
                <a:gd name="T36" fmla="*/ 0 w 35"/>
                <a:gd name="T37" fmla="*/ 12 h 23"/>
                <a:gd name="T38" fmla="*/ 2 w 35"/>
                <a:gd name="T39" fmla="*/ 11 h 23"/>
                <a:gd name="T40" fmla="*/ 0 w 35"/>
                <a:gd name="T41" fmla="*/ 8 h 23"/>
                <a:gd name="T42" fmla="*/ 3 w 35"/>
                <a:gd name="T43" fmla="*/ 4 h 23"/>
                <a:gd name="T44" fmla="*/ 6 w 35"/>
                <a:gd name="T45" fmla="*/ 4 h 23"/>
                <a:gd name="T46" fmla="*/ 11 w 35"/>
                <a:gd name="T47" fmla="*/ 4 h 23"/>
                <a:gd name="T48" fmla="*/ 12 w 35"/>
                <a:gd name="T49" fmla="*/ 7 h 23"/>
                <a:gd name="T50" fmla="*/ 15 w 35"/>
                <a:gd name="T51" fmla="*/ 6 h 23"/>
                <a:gd name="T52" fmla="*/ 17 w 35"/>
                <a:gd name="T53" fmla="*/ 6 h 23"/>
                <a:gd name="T54" fmla="*/ 20 w 35"/>
                <a:gd name="T55" fmla="*/ 4 h 23"/>
                <a:gd name="T56" fmla="*/ 21 w 35"/>
                <a:gd name="T57" fmla="*/ 4 h 23"/>
                <a:gd name="T58" fmla="*/ 23 w 35"/>
                <a:gd name="T59" fmla="*/ 4 h 23"/>
                <a:gd name="T60" fmla="*/ 28 w 35"/>
                <a:gd name="T61" fmla="*/ 2 h 23"/>
                <a:gd name="T62" fmla="*/ 31 w 35"/>
                <a:gd name="T6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" h="23">
                  <a:moveTo>
                    <a:pt x="31" y="0"/>
                  </a:moveTo>
                  <a:lnTo>
                    <a:pt x="35" y="4"/>
                  </a:lnTo>
                  <a:lnTo>
                    <a:pt x="35" y="8"/>
                  </a:lnTo>
                  <a:lnTo>
                    <a:pt x="29" y="8"/>
                  </a:lnTo>
                  <a:lnTo>
                    <a:pt x="23" y="12"/>
                  </a:lnTo>
                  <a:lnTo>
                    <a:pt x="21" y="15"/>
                  </a:lnTo>
                  <a:lnTo>
                    <a:pt x="17" y="17"/>
                  </a:lnTo>
                  <a:lnTo>
                    <a:pt x="17" y="21"/>
                  </a:lnTo>
                  <a:lnTo>
                    <a:pt x="15" y="21"/>
                  </a:lnTo>
                  <a:lnTo>
                    <a:pt x="11" y="19"/>
                  </a:lnTo>
                  <a:lnTo>
                    <a:pt x="8" y="20"/>
                  </a:lnTo>
                  <a:lnTo>
                    <a:pt x="4" y="21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3" y="20"/>
                  </a:lnTo>
                  <a:lnTo>
                    <a:pt x="3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2" y="11"/>
                  </a:lnTo>
                  <a:lnTo>
                    <a:pt x="0" y="8"/>
                  </a:lnTo>
                  <a:lnTo>
                    <a:pt x="3" y="4"/>
                  </a:lnTo>
                  <a:lnTo>
                    <a:pt x="6" y="4"/>
                  </a:lnTo>
                  <a:lnTo>
                    <a:pt x="11" y="4"/>
                  </a:lnTo>
                  <a:lnTo>
                    <a:pt x="12" y="7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20" y="4"/>
                  </a:lnTo>
                  <a:lnTo>
                    <a:pt x="21" y="4"/>
                  </a:lnTo>
                  <a:lnTo>
                    <a:pt x="23" y="4"/>
                  </a:lnTo>
                  <a:lnTo>
                    <a:pt x="2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0" name="Freeform 395"/>
            <p:cNvSpPr>
              <a:spLocks/>
            </p:cNvSpPr>
            <p:nvPr/>
          </p:nvSpPr>
          <p:spPr bwMode="auto">
            <a:xfrm>
              <a:off x="6026652" y="2741471"/>
              <a:ext cx="210634" cy="101510"/>
            </a:xfrm>
            <a:custGeom>
              <a:avLst/>
              <a:gdLst>
                <a:gd name="T0" fmla="*/ 62 w 83"/>
                <a:gd name="T1" fmla="*/ 0 h 40"/>
                <a:gd name="T2" fmla="*/ 69 w 83"/>
                <a:gd name="T3" fmla="*/ 3 h 40"/>
                <a:gd name="T4" fmla="*/ 75 w 83"/>
                <a:gd name="T5" fmla="*/ 3 h 40"/>
                <a:gd name="T6" fmla="*/ 82 w 83"/>
                <a:gd name="T7" fmla="*/ 6 h 40"/>
                <a:gd name="T8" fmla="*/ 83 w 83"/>
                <a:gd name="T9" fmla="*/ 15 h 40"/>
                <a:gd name="T10" fmla="*/ 83 w 83"/>
                <a:gd name="T11" fmla="*/ 20 h 40"/>
                <a:gd name="T12" fmla="*/ 77 w 83"/>
                <a:gd name="T13" fmla="*/ 21 h 40"/>
                <a:gd name="T14" fmla="*/ 78 w 83"/>
                <a:gd name="T15" fmla="*/ 27 h 40"/>
                <a:gd name="T16" fmla="*/ 79 w 83"/>
                <a:gd name="T17" fmla="*/ 31 h 40"/>
                <a:gd name="T18" fmla="*/ 74 w 83"/>
                <a:gd name="T19" fmla="*/ 35 h 40"/>
                <a:gd name="T20" fmla="*/ 67 w 83"/>
                <a:gd name="T21" fmla="*/ 37 h 40"/>
                <a:gd name="T22" fmla="*/ 63 w 83"/>
                <a:gd name="T23" fmla="*/ 39 h 40"/>
                <a:gd name="T24" fmla="*/ 58 w 83"/>
                <a:gd name="T25" fmla="*/ 40 h 40"/>
                <a:gd name="T26" fmla="*/ 52 w 83"/>
                <a:gd name="T27" fmla="*/ 37 h 40"/>
                <a:gd name="T28" fmla="*/ 49 w 83"/>
                <a:gd name="T29" fmla="*/ 37 h 40"/>
                <a:gd name="T30" fmla="*/ 44 w 83"/>
                <a:gd name="T31" fmla="*/ 36 h 40"/>
                <a:gd name="T32" fmla="*/ 30 w 83"/>
                <a:gd name="T33" fmla="*/ 32 h 40"/>
                <a:gd name="T34" fmla="*/ 27 w 83"/>
                <a:gd name="T35" fmla="*/ 29 h 40"/>
                <a:gd name="T36" fmla="*/ 19 w 83"/>
                <a:gd name="T37" fmla="*/ 32 h 40"/>
                <a:gd name="T38" fmla="*/ 13 w 83"/>
                <a:gd name="T39" fmla="*/ 31 h 40"/>
                <a:gd name="T40" fmla="*/ 11 w 83"/>
                <a:gd name="T41" fmla="*/ 29 h 40"/>
                <a:gd name="T42" fmla="*/ 7 w 83"/>
                <a:gd name="T43" fmla="*/ 28 h 40"/>
                <a:gd name="T44" fmla="*/ 3 w 83"/>
                <a:gd name="T45" fmla="*/ 29 h 40"/>
                <a:gd name="T46" fmla="*/ 2 w 83"/>
                <a:gd name="T47" fmla="*/ 25 h 40"/>
                <a:gd name="T48" fmla="*/ 0 w 83"/>
                <a:gd name="T49" fmla="*/ 23 h 40"/>
                <a:gd name="T50" fmla="*/ 3 w 83"/>
                <a:gd name="T51" fmla="*/ 23 h 40"/>
                <a:gd name="T52" fmla="*/ 7 w 83"/>
                <a:gd name="T53" fmla="*/ 23 h 40"/>
                <a:gd name="T54" fmla="*/ 11 w 83"/>
                <a:gd name="T55" fmla="*/ 23 h 40"/>
                <a:gd name="T56" fmla="*/ 13 w 83"/>
                <a:gd name="T57" fmla="*/ 21 h 40"/>
                <a:gd name="T58" fmla="*/ 19 w 83"/>
                <a:gd name="T59" fmla="*/ 23 h 40"/>
                <a:gd name="T60" fmla="*/ 23 w 83"/>
                <a:gd name="T61" fmla="*/ 23 h 40"/>
                <a:gd name="T62" fmla="*/ 28 w 83"/>
                <a:gd name="T63" fmla="*/ 20 h 40"/>
                <a:gd name="T64" fmla="*/ 32 w 83"/>
                <a:gd name="T65" fmla="*/ 20 h 40"/>
                <a:gd name="T66" fmla="*/ 37 w 83"/>
                <a:gd name="T67" fmla="*/ 21 h 40"/>
                <a:gd name="T68" fmla="*/ 38 w 83"/>
                <a:gd name="T69" fmla="*/ 17 h 40"/>
                <a:gd name="T70" fmla="*/ 36 w 83"/>
                <a:gd name="T71" fmla="*/ 15 h 40"/>
                <a:gd name="T72" fmla="*/ 41 w 83"/>
                <a:gd name="T73" fmla="*/ 10 h 40"/>
                <a:gd name="T74" fmla="*/ 45 w 83"/>
                <a:gd name="T75" fmla="*/ 7 h 40"/>
                <a:gd name="T76" fmla="*/ 45 w 83"/>
                <a:gd name="T77" fmla="*/ 3 h 40"/>
                <a:gd name="T78" fmla="*/ 53 w 83"/>
                <a:gd name="T79" fmla="*/ 7 h 40"/>
                <a:gd name="T80" fmla="*/ 57 w 83"/>
                <a:gd name="T81" fmla="*/ 4 h 40"/>
                <a:gd name="T82" fmla="*/ 58 w 83"/>
                <a:gd name="T83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3" h="40">
                  <a:moveTo>
                    <a:pt x="59" y="0"/>
                  </a:moveTo>
                  <a:lnTo>
                    <a:pt x="62" y="0"/>
                  </a:lnTo>
                  <a:lnTo>
                    <a:pt x="66" y="0"/>
                  </a:lnTo>
                  <a:lnTo>
                    <a:pt x="69" y="3"/>
                  </a:lnTo>
                  <a:lnTo>
                    <a:pt x="73" y="3"/>
                  </a:lnTo>
                  <a:lnTo>
                    <a:pt x="75" y="3"/>
                  </a:lnTo>
                  <a:lnTo>
                    <a:pt x="78" y="4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20"/>
                  </a:lnTo>
                  <a:lnTo>
                    <a:pt x="78" y="20"/>
                  </a:lnTo>
                  <a:lnTo>
                    <a:pt x="77" y="21"/>
                  </a:lnTo>
                  <a:lnTo>
                    <a:pt x="79" y="24"/>
                  </a:lnTo>
                  <a:lnTo>
                    <a:pt x="78" y="27"/>
                  </a:lnTo>
                  <a:lnTo>
                    <a:pt x="78" y="28"/>
                  </a:lnTo>
                  <a:lnTo>
                    <a:pt x="79" y="31"/>
                  </a:lnTo>
                  <a:lnTo>
                    <a:pt x="78" y="33"/>
                  </a:lnTo>
                  <a:lnTo>
                    <a:pt x="74" y="35"/>
                  </a:lnTo>
                  <a:lnTo>
                    <a:pt x="69" y="37"/>
                  </a:lnTo>
                  <a:lnTo>
                    <a:pt x="67" y="37"/>
                  </a:lnTo>
                  <a:lnTo>
                    <a:pt x="66" y="37"/>
                  </a:lnTo>
                  <a:lnTo>
                    <a:pt x="63" y="39"/>
                  </a:lnTo>
                  <a:lnTo>
                    <a:pt x="61" y="39"/>
                  </a:lnTo>
                  <a:lnTo>
                    <a:pt x="58" y="40"/>
                  </a:lnTo>
                  <a:lnTo>
                    <a:pt x="57" y="37"/>
                  </a:lnTo>
                  <a:lnTo>
                    <a:pt x="52" y="37"/>
                  </a:lnTo>
                  <a:lnTo>
                    <a:pt x="49" y="37"/>
                  </a:lnTo>
                  <a:lnTo>
                    <a:pt x="49" y="37"/>
                  </a:lnTo>
                  <a:lnTo>
                    <a:pt x="48" y="36"/>
                  </a:lnTo>
                  <a:lnTo>
                    <a:pt x="44" y="36"/>
                  </a:lnTo>
                  <a:lnTo>
                    <a:pt x="36" y="35"/>
                  </a:lnTo>
                  <a:lnTo>
                    <a:pt x="30" y="32"/>
                  </a:lnTo>
                  <a:lnTo>
                    <a:pt x="30" y="29"/>
                  </a:lnTo>
                  <a:lnTo>
                    <a:pt x="27" y="29"/>
                  </a:lnTo>
                  <a:lnTo>
                    <a:pt x="24" y="29"/>
                  </a:lnTo>
                  <a:lnTo>
                    <a:pt x="19" y="32"/>
                  </a:lnTo>
                  <a:lnTo>
                    <a:pt x="15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9" y="31"/>
                  </a:lnTo>
                  <a:lnTo>
                    <a:pt x="7" y="28"/>
                  </a:lnTo>
                  <a:lnTo>
                    <a:pt x="5" y="29"/>
                  </a:lnTo>
                  <a:lnTo>
                    <a:pt x="3" y="29"/>
                  </a:lnTo>
                  <a:lnTo>
                    <a:pt x="3" y="27"/>
                  </a:lnTo>
                  <a:lnTo>
                    <a:pt x="2" y="25"/>
                  </a:lnTo>
                  <a:lnTo>
                    <a:pt x="3" y="24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1"/>
                  </a:lnTo>
                  <a:lnTo>
                    <a:pt x="7" y="23"/>
                  </a:lnTo>
                  <a:lnTo>
                    <a:pt x="9" y="24"/>
                  </a:lnTo>
                  <a:lnTo>
                    <a:pt x="11" y="23"/>
                  </a:lnTo>
                  <a:lnTo>
                    <a:pt x="9" y="21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9" y="23"/>
                  </a:lnTo>
                  <a:lnTo>
                    <a:pt x="20" y="21"/>
                  </a:lnTo>
                  <a:lnTo>
                    <a:pt x="23" y="23"/>
                  </a:lnTo>
                  <a:lnTo>
                    <a:pt x="24" y="23"/>
                  </a:lnTo>
                  <a:lnTo>
                    <a:pt x="28" y="20"/>
                  </a:lnTo>
                  <a:lnTo>
                    <a:pt x="29" y="20"/>
                  </a:lnTo>
                  <a:lnTo>
                    <a:pt x="32" y="20"/>
                  </a:lnTo>
                  <a:lnTo>
                    <a:pt x="34" y="20"/>
                  </a:lnTo>
                  <a:lnTo>
                    <a:pt x="37" y="21"/>
                  </a:lnTo>
                  <a:lnTo>
                    <a:pt x="38" y="20"/>
                  </a:lnTo>
                  <a:lnTo>
                    <a:pt x="38" y="17"/>
                  </a:lnTo>
                  <a:lnTo>
                    <a:pt x="36" y="16"/>
                  </a:lnTo>
                  <a:lnTo>
                    <a:pt x="36" y="15"/>
                  </a:lnTo>
                  <a:lnTo>
                    <a:pt x="38" y="11"/>
                  </a:lnTo>
                  <a:lnTo>
                    <a:pt x="41" y="10"/>
                  </a:lnTo>
                  <a:lnTo>
                    <a:pt x="42" y="7"/>
                  </a:lnTo>
                  <a:lnTo>
                    <a:pt x="45" y="7"/>
                  </a:lnTo>
                  <a:lnTo>
                    <a:pt x="45" y="4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53" y="7"/>
                  </a:lnTo>
                  <a:lnTo>
                    <a:pt x="54" y="6"/>
                  </a:lnTo>
                  <a:lnTo>
                    <a:pt x="57" y="4"/>
                  </a:lnTo>
                  <a:lnTo>
                    <a:pt x="57" y="3"/>
                  </a:lnTo>
                  <a:lnTo>
                    <a:pt x="58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1" name="Freeform 396"/>
            <p:cNvSpPr>
              <a:spLocks/>
            </p:cNvSpPr>
            <p:nvPr/>
          </p:nvSpPr>
          <p:spPr bwMode="auto">
            <a:xfrm>
              <a:off x="6148464" y="2502923"/>
              <a:ext cx="274076" cy="228397"/>
            </a:xfrm>
            <a:custGeom>
              <a:avLst/>
              <a:gdLst>
                <a:gd name="T0" fmla="*/ 44 w 108"/>
                <a:gd name="T1" fmla="*/ 1 h 90"/>
                <a:gd name="T2" fmla="*/ 47 w 108"/>
                <a:gd name="T3" fmla="*/ 4 h 90"/>
                <a:gd name="T4" fmla="*/ 43 w 108"/>
                <a:gd name="T5" fmla="*/ 2 h 90"/>
                <a:gd name="T6" fmla="*/ 43 w 108"/>
                <a:gd name="T7" fmla="*/ 6 h 90"/>
                <a:gd name="T8" fmla="*/ 54 w 108"/>
                <a:gd name="T9" fmla="*/ 6 h 90"/>
                <a:gd name="T10" fmla="*/ 56 w 108"/>
                <a:gd name="T11" fmla="*/ 4 h 90"/>
                <a:gd name="T12" fmla="*/ 50 w 108"/>
                <a:gd name="T13" fmla="*/ 9 h 90"/>
                <a:gd name="T14" fmla="*/ 55 w 108"/>
                <a:gd name="T15" fmla="*/ 9 h 90"/>
                <a:gd name="T16" fmla="*/ 60 w 108"/>
                <a:gd name="T17" fmla="*/ 5 h 90"/>
                <a:gd name="T18" fmla="*/ 90 w 108"/>
                <a:gd name="T19" fmla="*/ 4 h 90"/>
                <a:gd name="T20" fmla="*/ 94 w 108"/>
                <a:gd name="T21" fmla="*/ 6 h 90"/>
                <a:gd name="T22" fmla="*/ 96 w 108"/>
                <a:gd name="T23" fmla="*/ 13 h 90"/>
                <a:gd name="T24" fmla="*/ 100 w 108"/>
                <a:gd name="T25" fmla="*/ 22 h 90"/>
                <a:gd name="T26" fmla="*/ 102 w 108"/>
                <a:gd name="T27" fmla="*/ 27 h 90"/>
                <a:gd name="T28" fmla="*/ 104 w 108"/>
                <a:gd name="T29" fmla="*/ 36 h 90"/>
                <a:gd name="T30" fmla="*/ 100 w 108"/>
                <a:gd name="T31" fmla="*/ 39 h 90"/>
                <a:gd name="T32" fmla="*/ 102 w 108"/>
                <a:gd name="T33" fmla="*/ 47 h 90"/>
                <a:gd name="T34" fmla="*/ 102 w 108"/>
                <a:gd name="T35" fmla="*/ 55 h 90"/>
                <a:gd name="T36" fmla="*/ 105 w 108"/>
                <a:gd name="T37" fmla="*/ 60 h 90"/>
                <a:gd name="T38" fmla="*/ 108 w 108"/>
                <a:gd name="T39" fmla="*/ 64 h 90"/>
                <a:gd name="T40" fmla="*/ 108 w 108"/>
                <a:gd name="T41" fmla="*/ 67 h 90"/>
                <a:gd name="T42" fmla="*/ 105 w 108"/>
                <a:gd name="T43" fmla="*/ 71 h 90"/>
                <a:gd name="T44" fmla="*/ 102 w 108"/>
                <a:gd name="T45" fmla="*/ 76 h 90"/>
                <a:gd name="T46" fmla="*/ 96 w 108"/>
                <a:gd name="T47" fmla="*/ 88 h 90"/>
                <a:gd name="T48" fmla="*/ 93 w 108"/>
                <a:gd name="T49" fmla="*/ 90 h 90"/>
                <a:gd name="T50" fmla="*/ 84 w 108"/>
                <a:gd name="T51" fmla="*/ 88 h 90"/>
                <a:gd name="T52" fmla="*/ 80 w 108"/>
                <a:gd name="T53" fmla="*/ 88 h 90"/>
                <a:gd name="T54" fmla="*/ 77 w 108"/>
                <a:gd name="T55" fmla="*/ 89 h 90"/>
                <a:gd name="T56" fmla="*/ 72 w 108"/>
                <a:gd name="T57" fmla="*/ 88 h 90"/>
                <a:gd name="T58" fmla="*/ 69 w 108"/>
                <a:gd name="T59" fmla="*/ 89 h 90"/>
                <a:gd name="T60" fmla="*/ 65 w 108"/>
                <a:gd name="T61" fmla="*/ 90 h 90"/>
                <a:gd name="T62" fmla="*/ 64 w 108"/>
                <a:gd name="T63" fmla="*/ 88 h 90"/>
                <a:gd name="T64" fmla="*/ 59 w 108"/>
                <a:gd name="T65" fmla="*/ 85 h 90"/>
                <a:gd name="T66" fmla="*/ 56 w 108"/>
                <a:gd name="T67" fmla="*/ 86 h 90"/>
                <a:gd name="T68" fmla="*/ 47 w 108"/>
                <a:gd name="T69" fmla="*/ 77 h 90"/>
                <a:gd name="T70" fmla="*/ 39 w 108"/>
                <a:gd name="T71" fmla="*/ 77 h 90"/>
                <a:gd name="T72" fmla="*/ 36 w 108"/>
                <a:gd name="T73" fmla="*/ 73 h 90"/>
                <a:gd name="T74" fmla="*/ 27 w 108"/>
                <a:gd name="T75" fmla="*/ 71 h 90"/>
                <a:gd name="T76" fmla="*/ 30 w 108"/>
                <a:gd name="T77" fmla="*/ 75 h 90"/>
                <a:gd name="T78" fmla="*/ 26 w 108"/>
                <a:gd name="T79" fmla="*/ 76 h 90"/>
                <a:gd name="T80" fmla="*/ 25 w 108"/>
                <a:gd name="T81" fmla="*/ 73 h 90"/>
                <a:gd name="T82" fmla="*/ 23 w 108"/>
                <a:gd name="T83" fmla="*/ 72 h 90"/>
                <a:gd name="T84" fmla="*/ 23 w 108"/>
                <a:gd name="T85" fmla="*/ 67 h 90"/>
                <a:gd name="T86" fmla="*/ 19 w 108"/>
                <a:gd name="T87" fmla="*/ 65 h 90"/>
                <a:gd name="T88" fmla="*/ 14 w 108"/>
                <a:gd name="T89" fmla="*/ 63 h 90"/>
                <a:gd name="T90" fmla="*/ 11 w 108"/>
                <a:gd name="T91" fmla="*/ 64 h 90"/>
                <a:gd name="T92" fmla="*/ 9 w 108"/>
                <a:gd name="T93" fmla="*/ 63 h 90"/>
                <a:gd name="T94" fmla="*/ 9 w 108"/>
                <a:gd name="T95" fmla="*/ 56 h 90"/>
                <a:gd name="T96" fmla="*/ 6 w 108"/>
                <a:gd name="T97" fmla="*/ 52 h 90"/>
                <a:gd name="T98" fmla="*/ 5 w 108"/>
                <a:gd name="T99" fmla="*/ 46 h 90"/>
                <a:gd name="T100" fmla="*/ 5 w 108"/>
                <a:gd name="T101" fmla="*/ 42 h 90"/>
                <a:gd name="T102" fmla="*/ 4 w 108"/>
                <a:gd name="T103" fmla="*/ 36 h 90"/>
                <a:gd name="T104" fmla="*/ 0 w 108"/>
                <a:gd name="T105" fmla="*/ 31 h 90"/>
                <a:gd name="T106" fmla="*/ 4 w 108"/>
                <a:gd name="T107" fmla="*/ 26 h 90"/>
                <a:gd name="T108" fmla="*/ 2 w 108"/>
                <a:gd name="T109" fmla="*/ 21 h 90"/>
                <a:gd name="T110" fmla="*/ 4 w 108"/>
                <a:gd name="T111" fmla="*/ 19 h 90"/>
                <a:gd name="T112" fmla="*/ 6 w 108"/>
                <a:gd name="T113" fmla="*/ 13 h 90"/>
                <a:gd name="T114" fmla="*/ 15 w 108"/>
                <a:gd name="T115" fmla="*/ 10 h 90"/>
                <a:gd name="T116" fmla="*/ 19 w 108"/>
                <a:gd name="T117" fmla="*/ 8 h 90"/>
                <a:gd name="T118" fmla="*/ 25 w 108"/>
                <a:gd name="T119" fmla="*/ 5 h 90"/>
                <a:gd name="T120" fmla="*/ 30 w 108"/>
                <a:gd name="T121" fmla="*/ 1 h 90"/>
                <a:gd name="T122" fmla="*/ 38 w 108"/>
                <a:gd name="T12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" h="90">
                  <a:moveTo>
                    <a:pt x="38" y="0"/>
                  </a:moveTo>
                  <a:lnTo>
                    <a:pt x="44" y="1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3" y="2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8" y="8"/>
                  </a:lnTo>
                  <a:lnTo>
                    <a:pt x="54" y="6"/>
                  </a:lnTo>
                  <a:lnTo>
                    <a:pt x="55" y="4"/>
                  </a:lnTo>
                  <a:lnTo>
                    <a:pt x="56" y="4"/>
                  </a:lnTo>
                  <a:lnTo>
                    <a:pt x="54" y="6"/>
                  </a:lnTo>
                  <a:lnTo>
                    <a:pt x="50" y="9"/>
                  </a:lnTo>
                  <a:lnTo>
                    <a:pt x="51" y="9"/>
                  </a:lnTo>
                  <a:lnTo>
                    <a:pt x="55" y="9"/>
                  </a:lnTo>
                  <a:lnTo>
                    <a:pt x="59" y="5"/>
                  </a:lnTo>
                  <a:lnTo>
                    <a:pt x="60" y="5"/>
                  </a:lnTo>
                  <a:lnTo>
                    <a:pt x="75" y="5"/>
                  </a:lnTo>
                  <a:lnTo>
                    <a:pt x="90" y="4"/>
                  </a:lnTo>
                  <a:lnTo>
                    <a:pt x="93" y="6"/>
                  </a:lnTo>
                  <a:lnTo>
                    <a:pt x="94" y="6"/>
                  </a:lnTo>
                  <a:lnTo>
                    <a:pt x="96" y="10"/>
                  </a:lnTo>
                  <a:lnTo>
                    <a:pt x="96" y="13"/>
                  </a:lnTo>
                  <a:lnTo>
                    <a:pt x="98" y="17"/>
                  </a:lnTo>
                  <a:lnTo>
                    <a:pt x="100" y="22"/>
                  </a:lnTo>
                  <a:lnTo>
                    <a:pt x="101" y="25"/>
                  </a:lnTo>
                  <a:lnTo>
                    <a:pt x="102" y="27"/>
                  </a:lnTo>
                  <a:lnTo>
                    <a:pt x="104" y="29"/>
                  </a:lnTo>
                  <a:lnTo>
                    <a:pt x="104" y="36"/>
                  </a:lnTo>
                  <a:lnTo>
                    <a:pt x="101" y="36"/>
                  </a:lnTo>
                  <a:lnTo>
                    <a:pt x="100" y="39"/>
                  </a:lnTo>
                  <a:lnTo>
                    <a:pt x="100" y="43"/>
                  </a:lnTo>
                  <a:lnTo>
                    <a:pt x="102" y="47"/>
                  </a:lnTo>
                  <a:lnTo>
                    <a:pt x="102" y="50"/>
                  </a:lnTo>
                  <a:lnTo>
                    <a:pt x="102" y="55"/>
                  </a:lnTo>
                  <a:lnTo>
                    <a:pt x="104" y="58"/>
                  </a:lnTo>
                  <a:lnTo>
                    <a:pt x="105" y="60"/>
                  </a:lnTo>
                  <a:lnTo>
                    <a:pt x="108" y="63"/>
                  </a:lnTo>
                  <a:lnTo>
                    <a:pt x="108" y="64"/>
                  </a:lnTo>
                  <a:lnTo>
                    <a:pt x="108" y="65"/>
                  </a:lnTo>
                  <a:lnTo>
                    <a:pt x="108" y="67"/>
                  </a:lnTo>
                  <a:lnTo>
                    <a:pt x="108" y="71"/>
                  </a:lnTo>
                  <a:lnTo>
                    <a:pt x="105" y="71"/>
                  </a:lnTo>
                  <a:lnTo>
                    <a:pt x="104" y="72"/>
                  </a:lnTo>
                  <a:lnTo>
                    <a:pt x="102" y="76"/>
                  </a:lnTo>
                  <a:lnTo>
                    <a:pt x="96" y="84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3" y="90"/>
                  </a:lnTo>
                  <a:lnTo>
                    <a:pt x="88" y="88"/>
                  </a:lnTo>
                  <a:lnTo>
                    <a:pt x="84" y="88"/>
                  </a:lnTo>
                  <a:lnTo>
                    <a:pt x="83" y="88"/>
                  </a:lnTo>
                  <a:lnTo>
                    <a:pt x="80" y="88"/>
                  </a:lnTo>
                  <a:lnTo>
                    <a:pt x="79" y="88"/>
                  </a:lnTo>
                  <a:lnTo>
                    <a:pt x="77" y="89"/>
                  </a:lnTo>
                  <a:lnTo>
                    <a:pt x="76" y="88"/>
                  </a:lnTo>
                  <a:lnTo>
                    <a:pt x="72" y="88"/>
                  </a:lnTo>
                  <a:lnTo>
                    <a:pt x="71" y="88"/>
                  </a:lnTo>
                  <a:lnTo>
                    <a:pt x="69" y="89"/>
                  </a:lnTo>
                  <a:lnTo>
                    <a:pt x="68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3" y="85"/>
                  </a:lnTo>
                  <a:lnTo>
                    <a:pt x="59" y="85"/>
                  </a:lnTo>
                  <a:lnTo>
                    <a:pt x="58" y="86"/>
                  </a:lnTo>
                  <a:lnTo>
                    <a:pt x="56" y="86"/>
                  </a:lnTo>
                  <a:lnTo>
                    <a:pt x="54" y="83"/>
                  </a:lnTo>
                  <a:lnTo>
                    <a:pt x="47" y="77"/>
                  </a:lnTo>
                  <a:lnTo>
                    <a:pt x="43" y="76"/>
                  </a:lnTo>
                  <a:lnTo>
                    <a:pt x="39" y="77"/>
                  </a:lnTo>
                  <a:lnTo>
                    <a:pt x="36" y="76"/>
                  </a:lnTo>
                  <a:lnTo>
                    <a:pt x="36" y="73"/>
                  </a:lnTo>
                  <a:lnTo>
                    <a:pt x="33" y="73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30" y="75"/>
                  </a:lnTo>
                  <a:lnTo>
                    <a:pt x="27" y="75"/>
                  </a:lnTo>
                  <a:lnTo>
                    <a:pt x="26" y="76"/>
                  </a:lnTo>
                  <a:lnTo>
                    <a:pt x="25" y="76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2"/>
                  </a:lnTo>
                  <a:lnTo>
                    <a:pt x="25" y="69"/>
                  </a:lnTo>
                  <a:lnTo>
                    <a:pt x="23" y="67"/>
                  </a:lnTo>
                  <a:lnTo>
                    <a:pt x="21" y="68"/>
                  </a:lnTo>
                  <a:lnTo>
                    <a:pt x="19" y="65"/>
                  </a:lnTo>
                  <a:lnTo>
                    <a:pt x="19" y="64"/>
                  </a:lnTo>
                  <a:lnTo>
                    <a:pt x="14" y="63"/>
                  </a:lnTo>
                  <a:lnTo>
                    <a:pt x="13" y="64"/>
                  </a:lnTo>
                  <a:lnTo>
                    <a:pt x="11" y="64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9" y="56"/>
                  </a:lnTo>
                  <a:lnTo>
                    <a:pt x="7" y="54"/>
                  </a:lnTo>
                  <a:lnTo>
                    <a:pt x="6" y="52"/>
                  </a:lnTo>
                  <a:lnTo>
                    <a:pt x="5" y="48"/>
                  </a:lnTo>
                  <a:lnTo>
                    <a:pt x="5" y="46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4" y="36"/>
                  </a:lnTo>
                  <a:lnTo>
                    <a:pt x="0" y="34"/>
                  </a:lnTo>
                  <a:lnTo>
                    <a:pt x="0" y="31"/>
                  </a:lnTo>
                  <a:lnTo>
                    <a:pt x="2" y="30"/>
                  </a:lnTo>
                  <a:lnTo>
                    <a:pt x="4" y="26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5" y="17"/>
                  </a:lnTo>
                  <a:lnTo>
                    <a:pt x="6" y="13"/>
                  </a:lnTo>
                  <a:lnTo>
                    <a:pt x="10" y="13"/>
                  </a:lnTo>
                  <a:lnTo>
                    <a:pt x="15" y="10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21" y="5"/>
                  </a:lnTo>
                  <a:lnTo>
                    <a:pt x="25" y="5"/>
                  </a:lnTo>
                  <a:lnTo>
                    <a:pt x="26" y="2"/>
                  </a:lnTo>
                  <a:lnTo>
                    <a:pt x="30" y="1"/>
                  </a:lnTo>
                  <a:lnTo>
                    <a:pt x="34" y="1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2" name="Freeform 397"/>
            <p:cNvSpPr>
              <a:spLocks/>
            </p:cNvSpPr>
            <p:nvPr/>
          </p:nvSpPr>
          <p:spPr bwMode="auto">
            <a:xfrm>
              <a:off x="6090095" y="2662800"/>
              <a:ext cx="220785" cy="96434"/>
            </a:xfrm>
            <a:custGeom>
              <a:avLst/>
              <a:gdLst>
                <a:gd name="T0" fmla="*/ 32 w 87"/>
                <a:gd name="T1" fmla="*/ 1 h 38"/>
                <a:gd name="T2" fmla="*/ 33 w 87"/>
                <a:gd name="T3" fmla="*/ 2 h 38"/>
                <a:gd name="T4" fmla="*/ 36 w 87"/>
                <a:gd name="T5" fmla="*/ 1 h 38"/>
                <a:gd name="T6" fmla="*/ 42 w 87"/>
                <a:gd name="T7" fmla="*/ 1 h 38"/>
                <a:gd name="T8" fmla="*/ 44 w 87"/>
                <a:gd name="T9" fmla="*/ 5 h 38"/>
                <a:gd name="T10" fmla="*/ 48 w 87"/>
                <a:gd name="T11" fmla="*/ 6 h 38"/>
                <a:gd name="T12" fmla="*/ 48 w 87"/>
                <a:gd name="T13" fmla="*/ 10 h 38"/>
                <a:gd name="T14" fmla="*/ 48 w 87"/>
                <a:gd name="T15" fmla="*/ 13 h 38"/>
                <a:gd name="T16" fmla="*/ 50 w 87"/>
                <a:gd name="T17" fmla="*/ 12 h 38"/>
                <a:gd name="T18" fmla="*/ 49 w 87"/>
                <a:gd name="T19" fmla="*/ 9 h 38"/>
                <a:gd name="T20" fmla="*/ 56 w 87"/>
                <a:gd name="T21" fmla="*/ 10 h 38"/>
                <a:gd name="T22" fmla="*/ 59 w 87"/>
                <a:gd name="T23" fmla="*/ 13 h 38"/>
                <a:gd name="T24" fmla="*/ 66 w 87"/>
                <a:gd name="T25" fmla="*/ 13 h 38"/>
                <a:gd name="T26" fmla="*/ 77 w 87"/>
                <a:gd name="T27" fmla="*/ 20 h 38"/>
                <a:gd name="T28" fmla="*/ 81 w 87"/>
                <a:gd name="T29" fmla="*/ 23 h 38"/>
                <a:gd name="T30" fmla="*/ 86 w 87"/>
                <a:gd name="T31" fmla="*/ 22 h 38"/>
                <a:gd name="T32" fmla="*/ 87 w 87"/>
                <a:gd name="T33" fmla="*/ 27 h 38"/>
                <a:gd name="T34" fmla="*/ 79 w 87"/>
                <a:gd name="T35" fmla="*/ 29 h 38"/>
                <a:gd name="T36" fmla="*/ 74 w 87"/>
                <a:gd name="T37" fmla="*/ 33 h 38"/>
                <a:gd name="T38" fmla="*/ 65 w 87"/>
                <a:gd name="T39" fmla="*/ 35 h 38"/>
                <a:gd name="T40" fmla="*/ 61 w 87"/>
                <a:gd name="T41" fmla="*/ 34 h 38"/>
                <a:gd name="T42" fmla="*/ 53 w 87"/>
                <a:gd name="T43" fmla="*/ 35 h 38"/>
                <a:gd name="T44" fmla="*/ 48 w 87"/>
                <a:gd name="T45" fmla="*/ 34 h 38"/>
                <a:gd name="T46" fmla="*/ 41 w 87"/>
                <a:gd name="T47" fmla="*/ 31 h 38"/>
                <a:gd name="T48" fmla="*/ 34 w 87"/>
                <a:gd name="T49" fmla="*/ 31 h 38"/>
                <a:gd name="T50" fmla="*/ 32 w 87"/>
                <a:gd name="T51" fmla="*/ 34 h 38"/>
                <a:gd name="T52" fmla="*/ 29 w 87"/>
                <a:gd name="T53" fmla="*/ 37 h 38"/>
                <a:gd name="T54" fmla="*/ 21 w 87"/>
                <a:gd name="T55" fmla="*/ 34 h 38"/>
                <a:gd name="T56" fmla="*/ 20 w 87"/>
                <a:gd name="T57" fmla="*/ 34 h 38"/>
                <a:gd name="T58" fmla="*/ 13 w 87"/>
                <a:gd name="T59" fmla="*/ 26 h 38"/>
                <a:gd name="T60" fmla="*/ 7 w 87"/>
                <a:gd name="T61" fmla="*/ 22 h 38"/>
                <a:gd name="T62" fmla="*/ 7 w 87"/>
                <a:gd name="T63" fmla="*/ 18 h 38"/>
                <a:gd name="T64" fmla="*/ 0 w 87"/>
                <a:gd name="T65" fmla="*/ 12 h 38"/>
                <a:gd name="T66" fmla="*/ 2 w 87"/>
                <a:gd name="T67" fmla="*/ 10 h 38"/>
                <a:gd name="T68" fmla="*/ 4 w 87"/>
                <a:gd name="T69" fmla="*/ 12 h 38"/>
                <a:gd name="T70" fmla="*/ 11 w 87"/>
                <a:gd name="T71" fmla="*/ 8 h 38"/>
                <a:gd name="T72" fmla="*/ 16 w 87"/>
                <a:gd name="T73" fmla="*/ 5 h 38"/>
                <a:gd name="T74" fmla="*/ 21 w 87"/>
                <a:gd name="T75" fmla="*/ 2 h 38"/>
                <a:gd name="T76" fmla="*/ 25 w 87"/>
                <a:gd name="T77" fmla="*/ 2 h 38"/>
                <a:gd name="T78" fmla="*/ 28 w 87"/>
                <a:gd name="T79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38">
                  <a:moveTo>
                    <a:pt x="29" y="0"/>
                  </a:moveTo>
                  <a:lnTo>
                    <a:pt x="32" y="1"/>
                  </a:lnTo>
                  <a:lnTo>
                    <a:pt x="32" y="0"/>
                  </a:lnTo>
                  <a:lnTo>
                    <a:pt x="33" y="2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0"/>
                  </a:lnTo>
                  <a:lnTo>
                    <a:pt x="42" y="1"/>
                  </a:lnTo>
                  <a:lnTo>
                    <a:pt x="42" y="2"/>
                  </a:lnTo>
                  <a:lnTo>
                    <a:pt x="44" y="5"/>
                  </a:lnTo>
                  <a:lnTo>
                    <a:pt x="46" y="4"/>
                  </a:lnTo>
                  <a:lnTo>
                    <a:pt x="48" y="6"/>
                  </a:lnTo>
                  <a:lnTo>
                    <a:pt x="46" y="9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13"/>
                  </a:lnTo>
                  <a:lnTo>
                    <a:pt x="49" y="13"/>
                  </a:lnTo>
                  <a:lnTo>
                    <a:pt x="50" y="12"/>
                  </a:lnTo>
                  <a:lnTo>
                    <a:pt x="53" y="12"/>
                  </a:lnTo>
                  <a:lnTo>
                    <a:pt x="49" y="9"/>
                  </a:lnTo>
                  <a:lnTo>
                    <a:pt x="50" y="8"/>
                  </a:lnTo>
                  <a:lnTo>
                    <a:pt x="56" y="10"/>
                  </a:lnTo>
                  <a:lnTo>
                    <a:pt x="59" y="10"/>
                  </a:lnTo>
                  <a:lnTo>
                    <a:pt x="59" y="13"/>
                  </a:lnTo>
                  <a:lnTo>
                    <a:pt x="62" y="14"/>
                  </a:lnTo>
                  <a:lnTo>
                    <a:pt x="66" y="13"/>
                  </a:lnTo>
                  <a:lnTo>
                    <a:pt x="70" y="14"/>
                  </a:lnTo>
                  <a:lnTo>
                    <a:pt x="77" y="20"/>
                  </a:lnTo>
                  <a:lnTo>
                    <a:pt x="79" y="23"/>
                  </a:lnTo>
                  <a:lnTo>
                    <a:pt x="81" y="23"/>
                  </a:lnTo>
                  <a:lnTo>
                    <a:pt x="82" y="22"/>
                  </a:lnTo>
                  <a:lnTo>
                    <a:pt x="86" y="22"/>
                  </a:lnTo>
                  <a:lnTo>
                    <a:pt x="87" y="25"/>
                  </a:lnTo>
                  <a:lnTo>
                    <a:pt x="87" y="27"/>
                  </a:lnTo>
                  <a:lnTo>
                    <a:pt x="82" y="27"/>
                  </a:lnTo>
                  <a:lnTo>
                    <a:pt x="79" y="29"/>
                  </a:lnTo>
                  <a:lnTo>
                    <a:pt x="77" y="30"/>
                  </a:lnTo>
                  <a:lnTo>
                    <a:pt x="74" y="33"/>
                  </a:lnTo>
                  <a:lnTo>
                    <a:pt x="69" y="34"/>
                  </a:lnTo>
                  <a:lnTo>
                    <a:pt x="65" y="35"/>
                  </a:lnTo>
                  <a:lnTo>
                    <a:pt x="63" y="34"/>
                  </a:lnTo>
                  <a:lnTo>
                    <a:pt x="61" y="34"/>
                  </a:lnTo>
                  <a:lnTo>
                    <a:pt x="58" y="37"/>
                  </a:lnTo>
                  <a:lnTo>
                    <a:pt x="53" y="35"/>
                  </a:lnTo>
                  <a:lnTo>
                    <a:pt x="50" y="34"/>
                  </a:lnTo>
                  <a:lnTo>
                    <a:pt x="48" y="34"/>
                  </a:lnTo>
                  <a:lnTo>
                    <a:pt x="44" y="34"/>
                  </a:lnTo>
                  <a:lnTo>
                    <a:pt x="41" y="31"/>
                  </a:lnTo>
                  <a:lnTo>
                    <a:pt x="37" y="31"/>
                  </a:lnTo>
                  <a:lnTo>
                    <a:pt x="34" y="31"/>
                  </a:lnTo>
                  <a:lnTo>
                    <a:pt x="33" y="33"/>
                  </a:lnTo>
                  <a:lnTo>
                    <a:pt x="32" y="34"/>
                  </a:lnTo>
                  <a:lnTo>
                    <a:pt x="32" y="35"/>
                  </a:lnTo>
                  <a:lnTo>
                    <a:pt x="29" y="37"/>
                  </a:lnTo>
                  <a:lnTo>
                    <a:pt x="28" y="38"/>
                  </a:lnTo>
                  <a:lnTo>
                    <a:pt x="21" y="34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16" y="29"/>
                  </a:lnTo>
                  <a:lnTo>
                    <a:pt x="13" y="26"/>
                  </a:lnTo>
                  <a:lnTo>
                    <a:pt x="9" y="23"/>
                  </a:lnTo>
                  <a:lnTo>
                    <a:pt x="7" y="22"/>
                  </a:lnTo>
                  <a:lnTo>
                    <a:pt x="5" y="21"/>
                  </a:lnTo>
                  <a:lnTo>
                    <a:pt x="7" y="18"/>
                  </a:lnTo>
                  <a:lnTo>
                    <a:pt x="4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2"/>
                  </a:lnTo>
                  <a:lnTo>
                    <a:pt x="9" y="8"/>
                  </a:lnTo>
                  <a:lnTo>
                    <a:pt x="11" y="8"/>
                  </a:lnTo>
                  <a:lnTo>
                    <a:pt x="13" y="5"/>
                  </a:lnTo>
                  <a:lnTo>
                    <a:pt x="16" y="5"/>
                  </a:lnTo>
                  <a:lnTo>
                    <a:pt x="17" y="2"/>
                  </a:lnTo>
                  <a:lnTo>
                    <a:pt x="21" y="2"/>
                  </a:lnTo>
                  <a:lnTo>
                    <a:pt x="23" y="4"/>
                  </a:lnTo>
                  <a:lnTo>
                    <a:pt x="25" y="2"/>
                  </a:lnTo>
                  <a:lnTo>
                    <a:pt x="25" y="0"/>
                  </a:lnTo>
                  <a:lnTo>
                    <a:pt x="28" y="1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3" name="Freeform 398"/>
            <p:cNvSpPr>
              <a:spLocks/>
            </p:cNvSpPr>
            <p:nvPr/>
          </p:nvSpPr>
          <p:spPr bwMode="auto">
            <a:xfrm>
              <a:off x="5920067" y="2502923"/>
              <a:ext cx="253774" cy="299454"/>
            </a:xfrm>
            <a:custGeom>
              <a:avLst/>
              <a:gdLst>
                <a:gd name="T0" fmla="*/ 38 w 100"/>
                <a:gd name="T1" fmla="*/ 1 h 118"/>
                <a:gd name="T2" fmla="*/ 41 w 100"/>
                <a:gd name="T3" fmla="*/ 8 h 118"/>
                <a:gd name="T4" fmla="*/ 46 w 100"/>
                <a:gd name="T5" fmla="*/ 10 h 118"/>
                <a:gd name="T6" fmla="*/ 51 w 100"/>
                <a:gd name="T7" fmla="*/ 11 h 118"/>
                <a:gd name="T8" fmla="*/ 55 w 100"/>
                <a:gd name="T9" fmla="*/ 11 h 118"/>
                <a:gd name="T10" fmla="*/ 53 w 100"/>
                <a:gd name="T11" fmla="*/ 15 h 118"/>
                <a:gd name="T12" fmla="*/ 59 w 100"/>
                <a:gd name="T13" fmla="*/ 17 h 118"/>
                <a:gd name="T14" fmla="*/ 66 w 100"/>
                <a:gd name="T15" fmla="*/ 11 h 118"/>
                <a:gd name="T16" fmla="*/ 72 w 100"/>
                <a:gd name="T17" fmla="*/ 9 h 118"/>
                <a:gd name="T18" fmla="*/ 67 w 100"/>
                <a:gd name="T19" fmla="*/ 11 h 118"/>
                <a:gd name="T20" fmla="*/ 75 w 100"/>
                <a:gd name="T21" fmla="*/ 10 h 118"/>
                <a:gd name="T22" fmla="*/ 83 w 100"/>
                <a:gd name="T23" fmla="*/ 14 h 118"/>
                <a:gd name="T24" fmla="*/ 88 w 100"/>
                <a:gd name="T25" fmla="*/ 19 h 118"/>
                <a:gd name="T26" fmla="*/ 92 w 100"/>
                <a:gd name="T27" fmla="*/ 30 h 118"/>
                <a:gd name="T28" fmla="*/ 92 w 100"/>
                <a:gd name="T29" fmla="*/ 39 h 118"/>
                <a:gd name="T30" fmla="*/ 95 w 100"/>
                <a:gd name="T31" fmla="*/ 48 h 118"/>
                <a:gd name="T32" fmla="*/ 100 w 100"/>
                <a:gd name="T33" fmla="*/ 61 h 118"/>
                <a:gd name="T34" fmla="*/ 92 w 100"/>
                <a:gd name="T35" fmla="*/ 63 h 118"/>
                <a:gd name="T36" fmla="*/ 84 w 100"/>
                <a:gd name="T37" fmla="*/ 65 h 118"/>
                <a:gd name="T38" fmla="*/ 76 w 100"/>
                <a:gd name="T39" fmla="*/ 71 h 118"/>
                <a:gd name="T40" fmla="*/ 67 w 100"/>
                <a:gd name="T41" fmla="*/ 73 h 118"/>
                <a:gd name="T42" fmla="*/ 72 w 100"/>
                <a:gd name="T43" fmla="*/ 84 h 118"/>
                <a:gd name="T44" fmla="*/ 83 w 100"/>
                <a:gd name="T45" fmla="*/ 92 h 118"/>
                <a:gd name="T46" fmla="*/ 84 w 100"/>
                <a:gd name="T47" fmla="*/ 101 h 118"/>
                <a:gd name="T48" fmla="*/ 78 w 100"/>
                <a:gd name="T49" fmla="*/ 110 h 118"/>
                <a:gd name="T50" fmla="*/ 76 w 100"/>
                <a:gd name="T51" fmla="*/ 114 h 118"/>
                <a:gd name="T52" fmla="*/ 66 w 100"/>
                <a:gd name="T53" fmla="*/ 117 h 118"/>
                <a:gd name="T54" fmla="*/ 58 w 100"/>
                <a:gd name="T55" fmla="*/ 115 h 118"/>
                <a:gd name="T56" fmla="*/ 51 w 100"/>
                <a:gd name="T57" fmla="*/ 118 h 118"/>
                <a:gd name="T58" fmla="*/ 44 w 100"/>
                <a:gd name="T59" fmla="*/ 117 h 118"/>
                <a:gd name="T60" fmla="*/ 37 w 100"/>
                <a:gd name="T61" fmla="*/ 114 h 118"/>
                <a:gd name="T62" fmla="*/ 30 w 100"/>
                <a:gd name="T63" fmla="*/ 113 h 118"/>
                <a:gd name="T64" fmla="*/ 25 w 100"/>
                <a:gd name="T65" fmla="*/ 115 h 118"/>
                <a:gd name="T66" fmla="*/ 20 w 100"/>
                <a:gd name="T67" fmla="*/ 111 h 118"/>
                <a:gd name="T68" fmla="*/ 22 w 100"/>
                <a:gd name="T69" fmla="*/ 101 h 118"/>
                <a:gd name="T70" fmla="*/ 22 w 100"/>
                <a:gd name="T71" fmla="*/ 93 h 118"/>
                <a:gd name="T72" fmla="*/ 13 w 100"/>
                <a:gd name="T73" fmla="*/ 92 h 118"/>
                <a:gd name="T74" fmla="*/ 8 w 100"/>
                <a:gd name="T75" fmla="*/ 88 h 118"/>
                <a:gd name="T76" fmla="*/ 5 w 100"/>
                <a:gd name="T77" fmla="*/ 80 h 118"/>
                <a:gd name="T78" fmla="*/ 3 w 100"/>
                <a:gd name="T79" fmla="*/ 71 h 118"/>
                <a:gd name="T80" fmla="*/ 1 w 100"/>
                <a:gd name="T81" fmla="*/ 64 h 118"/>
                <a:gd name="T82" fmla="*/ 4 w 100"/>
                <a:gd name="T83" fmla="*/ 52 h 118"/>
                <a:gd name="T84" fmla="*/ 13 w 100"/>
                <a:gd name="T85" fmla="*/ 50 h 118"/>
                <a:gd name="T86" fmla="*/ 15 w 100"/>
                <a:gd name="T87" fmla="*/ 42 h 118"/>
                <a:gd name="T88" fmla="*/ 11 w 100"/>
                <a:gd name="T89" fmla="*/ 36 h 118"/>
                <a:gd name="T90" fmla="*/ 16 w 100"/>
                <a:gd name="T91" fmla="*/ 33 h 118"/>
                <a:gd name="T92" fmla="*/ 17 w 100"/>
                <a:gd name="T93" fmla="*/ 30 h 118"/>
                <a:gd name="T94" fmla="*/ 13 w 100"/>
                <a:gd name="T95" fmla="*/ 23 h 118"/>
                <a:gd name="T96" fmla="*/ 22 w 100"/>
                <a:gd name="T97" fmla="*/ 25 h 118"/>
                <a:gd name="T98" fmla="*/ 25 w 100"/>
                <a:gd name="T99" fmla="*/ 22 h 118"/>
                <a:gd name="T100" fmla="*/ 29 w 100"/>
                <a:gd name="T101" fmla="*/ 29 h 118"/>
                <a:gd name="T102" fmla="*/ 29 w 100"/>
                <a:gd name="T103" fmla="*/ 19 h 118"/>
                <a:gd name="T104" fmla="*/ 40 w 100"/>
                <a:gd name="T105" fmla="*/ 23 h 118"/>
                <a:gd name="T106" fmla="*/ 33 w 100"/>
                <a:gd name="T107" fmla="*/ 18 h 118"/>
                <a:gd name="T108" fmla="*/ 32 w 100"/>
                <a:gd name="T109" fmla="*/ 13 h 118"/>
                <a:gd name="T110" fmla="*/ 32 w 100"/>
                <a:gd name="T111" fmla="*/ 9 h 118"/>
                <a:gd name="T112" fmla="*/ 29 w 100"/>
                <a:gd name="T113" fmla="*/ 4 h 118"/>
                <a:gd name="T114" fmla="*/ 32 w 100"/>
                <a:gd name="T11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0" h="118">
                  <a:moveTo>
                    <a:pt x="32" y="0"/>
                  </a:moveTo>
                  <a:lnTo>
                    <a:pt x="36" y="1"/>
                  </a:lnTo>
                  <a:lnTo>
                    <a:pt x="37" y="1"/>
                  </a:lnTo>
                  <a:lnTo>
                    <a:pt x="38" y="1"/>
                  </a:lnTo>
                  <a:lnTo>
                    <a:pt x="41" y="4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42" y="9"/>
                  </a:lnTo>
                  <a:lnTo>
                    <a:pt x="44" y="10"/>
                  </a:lnTo>
                  <a:lnTo>
                    <a:pt x="45" y="11"/>
                  </a:lnTo>
                  <a:lnTo>
                    <a:pt x="46" y="10"/>
                  </a:lnTo>
                  <a:lnTo>
                    <a:pt x="46" y="9"/>
                  </a:lnTo>
                  <a:lnTo>
                    <a:pt x="47" y="9"/>
                  </a:lnTo>
                  <a:lnTo>
                    <a:pt x="49" y="10"/>
                  </a:lnTo>
                  <a:lnTo>
                    <a:pt x="51" y="11"/>
                  </a:lnTo>
                  <a:lnTo>
                    <a:pt x="53" y="11"/>
                  </a:lnTo>
                  <a:lnTo>
                    <a:pt x="54" y="9"/>
                  </a:lnTo>
                  <a:lnTo>
                    <a:pt x="55" y="10"/>
                  </a:lnTo>
                  <a:lnTo>
                    <a:pt x="55" y="11"/>
                  </a:lnTo>
                  <a:lnTo>
                    <a:pt x="54" y="14"/>
                  </a:lnTo>
                  <a:lnTo>
                    <a:pt x="53" y="14"/>
                  </a:lnTo>
                  <a:lnTo>
                    <a:pt x="50" y="15"/>
                  </a:lnTo>
                  <a:lnTo>
                    <a:pt x="53" y="15"/>
                  </a:lnTo>
                  <a:lnTo>
                    <a:pt x="54" y="15"/>
                  </a:lnTo>
                  <a:lnTo>
                    <a:pt x="57" y="15"/>
                  </a:lnTo>
                  <a:lnTo>
                    <a:pt x="57" y="17"/>
                  </a:lnTo>
                  <a:lnTo>
                    <a:pt x="59" y="17"/>
                  </a:lnTo>
                  <a:lnTo>
                    <a:pt x="61" y="15"/>
                  </a:lnTo>
                  <a:lnTo>
                    <a:pt x="62" y="13"/>
                  </a:lnTo>
                  <a:lnTo>
                    <a:pt x="66" y="11"/>
                  </a:lnTo>
                  <a:lnTo>
                    <a:pt x="66" y="11"/>
                  </a:lnTo>
                  <a:lnTo>
                    <a:pt x="69" y="10"/>
                  </a:lnTo>
                  <a:lnTo>
                    <a:pt x="69" y="9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0" y="9"/>
                  </a:lnTo>
                  <a:lnTo>
                    <a:pt x="70" y="10"/>
                  </a:lnTo>
                  <a:lnTo>
                    <a:pt x="69" y="10"/>
                  </a:lnTo>
                  <a:lnTo>
                    <a:pt x="67" y="11"/>
                  </a:lnTo>
                  <a:lnTo>
                    <a:pt x="69" y="13"/>
                  </a:lnTo>
                  <a:lnTo>
                    <a:pt x="71" y="10"/>
                  </a:lnTo>
                  <a:lnTo>
                    <a:pt x="74" y="10"/>
                  </a:lnTo>
                  <a:lnTo>
                    <a:pt x="75" y="10"/>
                  </a:lnTo>
                  <a:lnTo>
                    <a:pt x="75" y="11"/>
                  </a:lnTo>
                  <a:lnTo>
                    <a:pt x="78" y="11"/>
                  </a:lnTo>
                  <a:lnTo>
                    <a:pt x="80" y="14"/>
                  </a:lnTo>
                  <a:lnTo>
                    <a:pt x="83" y="14"/>
                  </a:lnTo>
                  <a:lnTo>
                    <a:pt x="84" y="15"/>
                  </a:lnTo>
                  <a:lnTo>
                    <a:pt x="84" y="18"/>
                  </a:lnTo>
                  <a:lnTo>
                    <a:pt x="86" y="19"/>
                  </a:lnTo>
                  <a:lnTo>
                    <a:pt x="88" y="19"/>
                  </a:lnTo>
                  <a:lnTo>
                    <a:pt x="90" y="21"/>
                  </a:lnTo>
                  <a:lnTo>
                    <a:pt x="92" y="21"/>
                  </a:lnTo>
                  <a:lnTo>
                    <a:pt x="94" y="26"/>
                  </a:lnTo>
                  <a:lnTo>
                    <a:pt x="92" y="30"/>
                  </a:lnTo>
                  <a:lnTo>
                    <a:pt x="90" y="31"/>
                  </a:lnTo>
                  <a:lnTo>
                    <a:pt x="90" y="34"/>
                  </a:lnTo>
                  <a:lnTo>
                    <a:pt x="94" y="36"/>
                  </a:lnTo>
                  <a:lnTo>
                    <a:pt x="92" y="39"/>
                  </a:lnTo>
                  <a:lnTo>
                    <a:pt x="95" y="42"/>
                  </a:lnTo>
                  <a:lnTo>
                    <a:pt x="95" y="43"/>
                  </a:lnTo>
                  <a:lnTo>
                    <a:pt x="95" y="46"/>
                  </a:lnTo>
                  <a:lnTo>
                    <a:pt x="95" y="48"/>
                  </a:lnTo>
                  <a:lnTo>
                    <a:pt x="96" y="52"/>
                  </a:lnTo>
                  <a:lnTo>
                    <a:pt x="97" y="54"/>
                  </a:lnTo>
                  <a:lnTo>
                    <a:pt x="99" y="56"/>
                  </a:lnTo>
                  <a:lnTo>
                    <a:pt x="100" y="61"/>
                  </a:lnTo>
                  <a:lnTo>
                    <a:pt x="99" y="64"/>
                  </a:lnTo>
                  <a:lnTo>
                    <a:pt x="96" y="63"/>
                  </a:lnTo>
                  <a:lnTo>
                    <a:pt x="95" y="64"/>
                  </a:lnTo>
                  <a:lnTo>
                    <a:pt x="92" y="63"/>
                  </a:lnTo>
                  <a:lnTo>
                    <a:pt x="92" y="65"/>
                  </a:lnTo>
                  <a:lnTo>
                    <a:pt x="90" y="67"/>
                  </a:lnTo>
                  <a:lnTo>
                    <a:pt x="88" y="65"/>
                  </a:lnTo>
                  <a:lnTo>
                    <a:pt x="84" y="65"/>
                  </a:lnTo>
                  <a:lnTo>
                    <a:pt x="83" y="68"/>
                  </a:lnTo>
                  <a:lnTo>
                    <a:pt x="80" y="68"/>
                  </a:lnTo>
                  <a:lnTo>
                    <a:pt x="78" y="71"/>
                  </a:lnTo>
                  <a:lnTo>
                    <a:pt x="76" y="71"/>
                  </a:lnTo>
                  <a:lnTo>
                    <a:pt x="71" y="75"/>
                  </a:lnTo>
                  <a:lnTo>
                    <a:pt x="70" y="73"/>
                  </a:lnTo>
                  <a:lnTo>
                    <a:pt x="69" y="73"/>
                  </a:lnTo>
                  <a:lnTo>
                    <a:pt x="67" y="73"/>
                  </a:lnTo>
                  <a:lnTo>
                    <a:pt x="67" y="75"/>
                  </a:lnTo>
                  <a:lnTo>
                    <a:pt x="71" y="77"/>
                  </a:lnTo>
                  <a:lnTo>
                    <a:pt x="74" y="81"/>
                  </a:lnTo>
                  <a:lnTo>
                    <a:pt x="72" y="84"/>
                  </a:lnTo>
                  <a:lnTo>
                    <a:pt x="74" y="85"/>
                  </a:lnTo>
                  <a:lnTo>
                    <a:pt x="76" y="86"/>
                  </a:lnTo>
                  <a:lnTo>
                    <a:pt x="80" y="89"/>
                  </a:lnTo>
                  <a:lnTo>
                    <a:pt x="83" y="92"/>
                  </a:lnTo>
                  <a:lnTo>
                    <a:pt x="87" y="97"/>
                  </a:lnTo>
                  <a:lnTo>
                    <a:pt x="87" y="98"/>
                  </a:lnTo>
                  <a:lnTo>
                    <a:pt x="87" y="101"/>
                  </a:lnTo>
                  <a:lnTo>
                    <a:pt x="84" y="101"/>
                  </a:lnTo>
                  <a:lnTo>
                    <a:pt x="83" y="104"/>
                  </a:lnTo>
                  <a:lnTo>
                    <a:pt x="80" y="105"/>
                  </a:lnTo>
                  <a:lnTo>
                    <a:pt x="78" y="109"/>
                  </a:lnTo>
                  <a:lnTo>
                    <a:pt x="78" y="110"/>
                  </a:lnTo>
                  <a:lnTo>
                    <a:pt x="80" y="111"/>
                  </a:lnTo>
                  <a:lnTo>
                    <a:pt x="80" y="114"/>
                  </a:lnTo>
                  <a:lnTo>
                    <a:pt x="79" y="115"/>
                  </a:lnTo>
                  <a:lnTo>
                    <a:pt x="76" y="114"/>
                  </a:lnTo>
                  <a:lnTo>
                    <a:pt x="74" y="114"/>
                  </a:lnTo>
                  <a:lnTo>
                    <a:pt x="71" y="114"/>
                  </a:lnTo>
                  <a:lnTo>
                    <a:pt x="70" y="114"/>
                  </a:lnTo>
                  <a:lnTo>
                    <a:pt x="66" y="117"/>
                  </a:lnTo>
                  <a:lnTo>
                    <a:pt x="65" y="117"/>
                  </a:lnTo>
                  <a:lnTo>
                    <a:pt x="62" y="115"/>
                  </a:lnTo>
                  <a:lnTo>
                    <a:pt x="61" y="117"/>
                  </a:lnTo>
                  <a:lnTo>
                    <a:pt x="58" y="115"/>
                  </a:lnTo>
                  <a:lnTo>
                    <a:pt x="55" y="115"/>
                  </a:lnTo>
                  <a:lnTo>
                    <a:pt x="51" y="115"/>
                  </a:lnTo>
                  <a:lnTo>
                    <a:pt x="53" y="117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7" y="115"/>
                  </a:lnTo>
                  <a:lnTo>
                    <a:pt x="45" y="117"/>
                  </a:lnTo>
                  <a:lnTo>
                    <a:pt x="44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38" y="114"/>
                  </a:lnTo>
                  <a:lnTo>
                    <a:pt x="37" y="114"/>
                  </a:lnTo>
                  <a:lnTo>
                    <a:pt x="36" y="114"/>
                  </a:lnTo>
                  <a:lnTo>
                    <a:pt x="34" y="114"/>
                  </a:lnTo>
                  <a:lnTo>
                    <a:pt x="33" y="111"/>
                  </a:lnTo>
                  <a:lnTo>
                    <a:pt x="30" y="113"/>
                  </a:lnTo>
                  <a:lnTo>
                    <a:pt x="32" y="114"/>
                  </a:lnTo>
                  <a:lnTo>
                    <a:pt x="29" y="115"/>
                  </a:lnTo>
                  <a:lnTo>
                    <a:pt x="28" y="114"/>
                  </a:lnTo>
                  <a:lnTo>
                    <a:pt x="25" y="115"/>
                  </a:lnTo>
                  <a:lnTo>
                    <a:pt x="24" y="115"/>
                  </a:lnTo>
                  <a:lnTo>
                    <a:pt x="24" y="115"/>
                  </a:lnTo>
                  <a:lnTo>
                    <a:pt x="22" y="113"/>
                  </a:lnTo>
                  <a:lnTo>
                    <a:pt x="20" y="111"/>
                  </a:lnTo>
                  <a:lnTo>
                    <a:pt x="20" y="109"/>
                  </a:lnTo>
                  <a:lnTo>
                    <a:pt x="21" y="104"/>
                  </a:lnTo>
                  <a:lnTo>
                    <a:pt x="22" y="102"/>
                  </a:lnTo>
                  <a:lnTo>
                    <a:pt x="22" y="101"/>
                  </a:lnTo>
                  <a:lnTo>
                    <a:pt x="24" y="97"/>
                  </a:lnTo>
                  <a:lnTo>
                    <a:pt x="26" y="94"/>
                  </a:lnTo>
                  <a:lnTo>
                    <a:pt x="25" y="93"/>
                  </a:lnTo>
                  <a:lnTo>
                    <a:pt x="22" y="93"/>
                  </a:lnTo>
                  <a:lnTo>
                    <a:pt x="20" y="92"/>
                  </a:lnTo>
                  <a:lnTo>
                    <a:pt x="17" y="93"/>
                  </a:lnTo>
                  <a:lnTo>
                    <a:pt x="16" y="92"/>
                  </a:lnTo>
                  <a:lnTo>
                    <a:pt x="13" y="92"/>
                  </a:lnTo>
                  <a:lnTo>
                    <a:pt x="12" y="93"/>
                  </a:lnTo>
                  <a:lnTo>
                    <a:pt x="9" y="90"/>
                  </a:lnTo>
                  <a:lnTo>
                    <a:pt x="9" y="89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4"/>
                  </a:lnTo>
                  <a:lnTo>
                    <a:pt x="7" y="83"/>
                  </a:lnTo>
                  <a:lnTo>
                    <a:pt x="5" y="80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4" y="73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0" y="6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1" y="61"/>
                  </a:lnTo>
                  <a:lnTo>
                    <a:pt x="3" y="58"/>
                  </a:lnTo>
                  <a:lnTo>
                    <a:pt x="1" y="55"/>
                  </a:lnTo>
                  <a:lnTo>
                    <a:pt x="4" y="52"/>
                  </a:lnTo>
                  <a:lnTo>
                    <a:pt x="5" y="50"/>
                  </a:lnTo>
                  <a:lnTo>
                    <a:pt x="8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2" y="47"/>
                  </a:lnTo>
                  <a:lnTo>
                    <a:pt x="13" y="46"/>
                  </a:lnTo>
                  <a:lnTo>
                    <a:pt x="13" y="43"/>
                  </a:lnTo>
                  <a:lnTo>
                    <a:pt x="15" y="42"/>
                  </a:lnTo>
                  <a:lnTo>
                    <a:pt x="13" y="40"/>
                  </a:lnTo>
                  <a:lnTo>
                    <a:pt x="11" y="40"/>
                  </a:lnTo>
                  <a:lnTo>
                    <a:pt x="9" y="39"/>
                  </a:lnTo>
                  <a:lnTo>
                    <a:pt x="11" y="36"/>
                  </a:lnTo>
                  <a:lnTo>
                    <a:pt x="13" y="38"/>
                  </a:lnTo>
                  <a:lnTo>
                    <a:pt x="15" y="36"/>
                  </a:lnTo>
                  <a:lnTo>
                    <a:pt x="15" y="34"/>
                  </a:lnTo>
                  <a:lnTo>
                    <a:pt x="16" y="33"/>
                  </a:lnTo>
                  <a:lnTo>
                    <a:pt x="16" y="31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6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3" y="23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2" y="22"/>
                  </a:lnTo>
                  <a:lnTo>
                    <a:pt x="22" y="25"/>
                  </a:lnTo>
                  <a:lnTo>
                    <a:pt x="25" y="27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8" y="23"/>
                  </a:lnTo>
                  <a:lnTo>
                    <a:pt x="28" y="26"/>
                  </a:lnTo>
                  <a:lnTo>
                    <a:pt x="29" y="29"/>
                  </a:lnTo>
                  <a:lnTo>
                    <a:pt x="29" y="27"/>
                  </a:lnTo>
                  <a:lnTo>
                    <a:pt x="29" y="23"/>
                  </a:lnTo>
                  <a:lnTo>
                    <a:pt x="28" y="22"/>
                  </a:lnTo>
                  <a:lnTo>
                    <a:pt x="29" y="19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6" y="19"/>
                  </a:lnTo>
                  <a:lnTo>
                    <a:pt x="40" y="23"/>
                  </a:lnTo>
                  <a:lnTo>
                    <a:pt x="45" y="23"/>
                  </a:lnTo>
                  <a:lnTo>
                    <a:pt x="40" y="22"/>
                  </a:lnTo>
                  <a:lnTo>
                    <a:pt x="36" y="18"/>
                  </a:lnTo>
                  <a:lnTo>
                    <a:pt x="33" y="18"/>
                  </a:lnTo>
                  <a:lnTo>
                    <a:pt x="32" y="17"/>
                  </a:lnTo>
                  <a:lnTo>
                    <a:pt x="32" y="15"/>
                  </a:lnTo>
                  <a:lnTo>
                    <a:pt x="33" y="14"/>
                  </a:lnTo>
                  <a:lnTo>
                    <a:pt x="32" y="13"/>
                  </a:lnTo>
                  <a:lnTo>
                    <a:pt x="32" y="10"/>
                  </a:lnTo>
                  <a:lnTo>
                    <a:pt x="29" y="10"/>
                  </a:lnTo>
                  <a:lnTo>
                    <a:pt x="29" y="9"/>
                  </a:lnTo>
                  <a:lnTo>
                    <a:pt x="32" y="9"/>
                  </a:lnTo>
                  <a:lnTo>
                    <a:pt x="33" y="8"/>
                  </a:lnTo>
                  <a:lnTo>
                    <a:pt x="30" y="5"/>
                  </a:lnTo>
                  <a:lnTo>
                    <a:pt x="30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4" name="Freeform 399"/>
            <p:cNvSpPr>
              <a:spLocks/>
            </p:cNvSpPr>
            <p:nvPr/>
          </p:nvSpPr>
          <p:spPr bwMode="auto">
            <a:xfrm>
              <a:off x="6031728" y="2804914"/>
              <a:ext cx="2539" cy="10151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2 h 4"/>
                <a:gd name="T4" fmla="*/ 1 w 1"/>
                <a:gd name="T5" fmla="*/ 4 h 4"/>
                <a:gd name="T6" fmla="*/ 0 w 1"/>
                <a:gd name="T7" fmla="*/ 4 h 4"/>
                <a:gd name="T8" fmla="*/ 0 w 1"/>
                <a:gd name="T9" fmla="*/ 3 h 4"/>
                <a:gd name="T10" fmla="*/ 0 w 1"/>
                <a:gd name="T11" fmla="*/ 0 h 4"/>
                <a:gd name="T12" fmla="*/ 0 w 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1" y="2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5" name="Freeform 400"/>
            <p:cNvSpPr>
              <a:spLocks/>
            </p:cNvSpPr>
            <p:nvPr/>
          </p:nvSpPr>
          <p:spPr bwMode="auto">
            <a:xfrm>
              <a:off x="5927680" y="2784612"/>
              <a:ext cx="131963" cy="78671"/>
            </a:xfrm>
            <a:custGeom>
              <a:avLst/>
              <a:gdLst>
                <a:gd name="T0" fmla="*/ 31 w 52"/>
                <a:gd name="T1" fmla="*/ 3 h 31"/>
                <a:gd name="T2" fmla="*/ 34 w 52"/>
                <a:gd name="T3" fmla="*/ 3 h 31"/>
                <a:gd name="T4" fmla="*/ 39 w 52"/>
                <a:gd name="T5" fmla="*/ 4 h 31"/>
                <a:gd name="T6" fmla="*/ 41 w 52"/>
                <a:gd name="T7" fmla="*/ 8 h 31"/>
                <a:gd name="T8" fmla="*/ 41 w 52"/>
                <a:gd name="T9" fmla="*/ 12 h 31"/>
                <a:gd name="T10" fmla="*/ 46 w 52"/>
                <a:gd name="T11" fmla="*/ 11 h 31"/>
                <a:gd name="T12" fmla="*/ 50 w 52"/>
                <a:gd name="T13" fmla="*/ 12 h 31"/>
                <a:gd name="T14" fmla="*/ 52 w 52"/>
                <a:gd name="T15" fmla="*/ 14 h 31"/>
                <a:gd name="T16" fmla="*/ 52 w 52"/>
                <a:gd name="T17" fmla="*/ 20 h 31"/>
                <a:gd name="T18" fmla="*/ 47 w 52"/>
                <a:gd name="T19" fmla="*/ 25 h 31"/>
                <a:gd name="T20" fmla="*/ 43 w 52"/>
                <a:gd name="T21" fmla="*/ 24 h 31"/>
                <a:gd name="T22" fmla="*/ 38 w 52"/>
                <a:gd name="T23" fmla="*/ 27 h 31"/>
                <a:gd name="T24" fmla="*/ 34 w 52"/>
                <a:gd name="T25" fmla="*/ 28 h 31"/>
                <a:gd name="T26" fmla="*/ 30 w 52"/>
                <a:gd name="T27" fmla="*/ 23 h 31"/>
                <a:gd name="T28" fmla="*/ 23 w 52"/>
                <a:gd name="T29" fmla="*/ 29 h 31"/>
                <a:gd name="T30" fmla="*/ 15 w 52"/>
                <a:gd name="T31" fmla="*/ 31 h 31"/>
                <a:gd name="T32" fmla="*/ 13 w 52"/>
                <a:gd name="T33" fmla="*/ 28 h 31"/>
                <a:gd name="T34" fmla="*/ 10 w 52"/>
                <a:gd name="T35" fmla="*/ 24 h 31"/>
                <a:gd name="T36" fmla="*/ 6 w 52"/>
                <a:gd name="T37" fmla="*/ 22 h 31"/>
                <a:gd name="T38" fmla="*/ 5 w 52"/>
                <a:gd name="T39" fmla="*/ 27 h 31"/>
                <a:gd name="T40" fmla="*/ 0 w 52"/>
                <a:gd name="T41" fmla="*/ 27 h 31"/>
                <a:gd name="T42" fmla="*/ 1 w 52"/>
                <a:gd name="T43" fmla="*/ 24 h 31"/>
                <a:gd name="T44" fmla="*/ 2 w 52"/>
                <a:gd name="T45" fmla="*/ 23 h 31"/>
                <a:gd name="T46" fmla="*/ 6 w 52"/>
                <a:gd name="T47" fmla="*/ 14 h 31"/>
                <a:gd name="T48" fmla="*/ 10 w 52"/>
                <a:gd name="T49" fmla="*/ 10 h 31"/>
                <a:gd name="T50" fmla="*/ 12 w 52"/>
                <a:gd name="T51" fmla="*/ 7 h 31"/>
                <a:gd name="T52" fmla="*/ 12 w 52"/>
                <a:gd name="T53" fmla="*/ 4 h 31"/>
                <a:gd name="T54" fmla="*/ 14 w 52"/>
                <a:gd name="T55" fmla="*/ 6 h 31"/>
                <a:gd name="T56" fmla="*/ 21 w 52"/>
                <a:gd name="T57" fmla="*/ 4 h 31"/>
                <a:gd name="T58" fmla="*/ 25 w 52"/>
                <a:gd name="T59" fmla="*/ 3 h 31"/>
                <a:gd name="T60" fmla="*/ 29 w 52"/>
                <a:gd name="T61" fmla="*/ 3 h 31"/>
                <a:gd name="T62" fmla="*/ 30 w 52"/>
                <a:gd name="T6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" h="31">
                  <a:moveTo>
                    <a:pt x="30" y="0"/>
                  </a:moveTo>
                  <a:lnTo>
                    <a:pt x="31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3"/>
                  </a:lnTo>
                  <a:lnTo>
                    <a:pt x="39" y="4"/>
                  </a:lnTo>
                  <a:lnTo>
                    <a:pt x="42" y="7"/>
                  </a:lnTo>
                  <a:lnTo>
                    <a:pt x="41" y="8"/>
                  </a:lnTo>
                  <a:lnTo>
                    <a:pt x="41" y="11"/>
                  </a:lnTo>
                  <a:lnTo>
                    <a:pt x="41" y="12"/>
                  </a:lnTo>
                  <a:lnTo>
                    <a:pt x="44" y="12"/>
                  </a:lnTo>
                  <a:lnTo>
                    <a:pt x="46" y="11"/>
                  </a:lnTo>
                  <a:lnTo>
                    <a:pt x="48" y="14"/>
                  </a:lnTo>
                  <a:lnTo>
                    <a:pt x="50" y="12"/>
                  </a:lnTo>
                  <a:lnTo>
                    <a:pt x="52" y="12"/>
                  </a:lnTo>
                  <a:lnTo>
                    <a:pt x="52" y="14"/>
                  </a:lnTo>
                  <a:lnTo>
                    <a:pt x="51" y="16"/>
                  </a:lnTo>
                  <a:lnTo>
                    <a:pt x="52" y="20"/>
                  </a:lnTo>
                  <a:lnTo>
                    <a:pt x="47" y="22"/>
                  </a:lnTo>
                  <a:lnTo>
                    <a:pt x="47" y="25"/>
                  </a:lnTo>
                  <a:lnTo>
                    <a:pt x="44" y="24"/>
                  </a:lnTo>
                  <a:lnTo>
                    <a:pt x="43" y="24"/>
                  </a:lnTo>
                  <a:lnTo>
                    <a:pt x="38" y="23"/>
                  </a:lnTo>
                  <a:lnTo>
                    <a:pt x="38" y="27"/>
                  </a:lnTo>
                  <a:lnTo>
                    <a:pt x="35" y="31"/>
                  </a:lnTo>
                  <a:lnTo>
                    <a:pt x="34" y="28"/>
                  </a:lnTo>
                  <a:lnTo>
                    <a:pt x="30" y="27"/>
                  </a:lnTo>
                  <a:lnTo>
                    <a:pt x="30" y="23"/>
                  </a:lnTo>
                  <a:lnTo>
                    <a:pt x="27" y="22"/>
                  </a:lnTo>
                  <a:lnTo>
                    <a:pt x="23" y="29"/>
                  </a:lnTo>
                  <a:lnTo>
                    <a:pt x="21" y="28"/>
                  </a:lnTo>
                  <a:lnTo>
                    <a:pt x="15" y="31"/>
                  </a:lnTo>
                  <a:lnTo>
                    <a:pt x="13" y="31"/>
                  </a:lnTo>
                  <a:lnTo>
                    <a:pt x="13" y="28"/>
                  </a:lnTo>
                  <a:lnTo>
                    <a:pt x="12" y="27"/>
                  </a:lnTo>
                  <a:lnTo>
                    <a:pt x="10" y="24"/>
                  </a:lnTo>
                  <a:lnTo>
                    <a:pt x="9" y="22"/>
                  </a:lnTo>
                  <a:lnTo>
                    <a:pt x="6" y="22"/>
                  </a:lnTo>
                  <a:lnTo>
                    <a:pt x="5" y="23"/>
                  </a:lnTo>
                  <a:lnTo>
                    <a:pt x="5" y="27"/>
                  </a:lnTo>
                  <a:lnTo>
                    <a:pt x="2" y="27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4" y="19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10" y="10"/>
                  </a:lnTo>
                  <a:lnTo>
                    <a:pt x="13" y="10"/>
                  </a:lnTo>
                  <a:lnTo>
                    <a:pt x="12" y="7"/>
                  </a:lnTo>
                  <a:lnTo>
                    <a:pt x="9" y="6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4" y="6"/>
                  </a:lnTo>
                  <a:lnTo>
                    <a:pt x="17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5" y="3"/>
                  </a:lnTo>
                  <a:lnTo>
                    <a:pt x="26" y="4"/>
                  </a:lnTo>
                  <a:lnTo>
                    <a:pt x="29" y="3"/>
                  </a:lnTo>
                  <a:lnTo>
                    <a:pt x="27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6" name="Freeform 401"/>
            <p:cNvSpPr>
              <a:spLocks noEditPoints="1"/>
            </p:cNvSpPr>
            <p:nvPr/>
          </p:nvSpPr>
          <p:spPr bwMode="auto">
            <a:xfrm>
              <a:off x="5856623" y="2568904"/>
              <a:ext cx="106585" cy="96434"/>
            </a:xfrm>
            <a:custGeom>
              <a:avLst/>
              <a:gdLst>
                <a:gd name="T0" fmla="*/ 7 w 42"/>
                <a:gd name="T1" fmla="*/ 29 h 38"/>
                <a:gd name="T2" fmla="*/ 5 w 42"/>
                <a:gd name="T3" fmla="*/ 29 h 38"/>
                <a:gd name="T4" fmla="*/ 5 w 42"/>
                <a:gd name="T5" fmla="*/ 28 h 38"/>
                <a:gd name="T6" fmla="*/ 7 w 42"/>
                <a:gd name="T7" fmla="*/ 26 h 38"/>
                <a:gd name="T8" fmla="*/ 8 w 42"/>
                <a:gd name="T9" fmla="*/ 28 h 38"/>
                <a:gd name="T10" fmla="*/ 7 w 42"/>
                <a:gd name="T11" fmla="*/ 26 h 38"/>
                <a:gd name="T12" fmla="*/ 4 w 42"/>
                <a:gd name="T13" fmla="*/ 26 h 38"/>
                <a:gd name="T14" fmla="*/ 37 w 42"/>
                <a:gd name="T15" fmla="*/ 1 h 38"/>
                <a:gd name="T16" fmla="*/ 42 w 42"/>
                <a:gd name="T17" fmla="*/ 4 h 38"/>
                <a:gd name="T18" fmla="*/ 41 w 42"/>
                <a:gd name="T19" fmla="*/ 5 h 38"/>
                <a:gd name="T20" fmla="*/ 40 w 42"/>
                <a:gd name="T21" fmla="*/ 8 h 38"/>
                <a:gd name="T22" fmla="*/ 38 w 42"/>
                <a:gd name="T23" fmla="*/ 12 h 38"/>
                <a:gd name="T24" fmla="*/ 34 w 42"/>
                <a:gd name="T25" fmla="*/ 13 h 38"/>
                <a:gd name="T26" fmla="*/ 38 w 42"/>
                <a:gd name="T27" fmla="*/ 14 h 38"/>
                <a:gd name="T28" fmla="*/ 38 w 42"/>
                <a:gd name="T29" fmla="*/ 17 h 38"/>
                <a:gd name="T30" fmla="*/ 37 w 42"/>
                <a:gd name="T31" fmla="*/ 21 h 38"/>
                <a:gd name="T32" fmla="*/ 36 w 42"/>
                <a:gd name="T33" fmla="*/ 24 h 38"/>
                <a:gd name="T34" fmla="*/ 30 w 42"/>
                <a:gd name="T35" fmla="*/ 24 h 38"/>
                <a:gd name="T36" fmla="*/ 26 w 42"/>
                <a:gd name="T37" fmla="*/ 29 h 38"/>
                <a:gd name="T38" fmla="*/ 26 w 42"/>
                <a:gd name="T39" fmla="*/ 35 h 38"/>
                <a:gd name="T40" fmla="*/ 24 w 42"/>
                <a:gd name="T41" fmla="*/ 38 h 38"/>
                <a:gd name="T42" fmla="*/ 22 w 42"/>
                <a:gd name="T43" fmla="*/ 34 h 38"/>
                <a:gd name="T44" fmla="*/ 18 w 42"/>
                <a:gd name="T45" fmla="*/ 33 h 38"/>
                <a:gd name="T46" fmla="*/ 16 w 42"/>
                <a:gd name="T47" fmla="*/ 32 h 38"/>
                <a:gd name="T48" fmla="*/ 11 w 42"/>
                <a:gd name="T49" fmla="*/ 33 h 38"/>
                <a:gd name="T50" fmla="*/ 8 w 42"/>
                <a:gd name="T51" fmla="*/ 34 h 38"/>
                <a:gd name="T52" fmla="*/ 5 w 42"/>
                <a:gd name="T53" fmla="*/ 35 h 38"/>
                <a:gd name="T54" fmla="*/ 1 w 42"/>
                <a:gd name="T55" fmla="*/ 34 h 38"/>
                <a:gd name="T56" fmla="*/ 0 w 42"/>
                <a:gd name="T57" fmla="*/ 32 h 38"/>
                <a:gd name="T58" fmla="*/ 1 w 42"/>
                <a:gd name="T59" fmla="*/ 32 h 38"/>
                <a:gd name="T60" fmla="*/ 7 w 42"/>
                <a:gd name="T61" fmla="*/ 33 h 38"/>
                <a:gd name="T62" fmla="*/ 7 w 42"/>
                <a:gd name="T63" fmla="*/ 33 h 38"/>
                <a:gd name="T64" fmla="*/ 4 w 42"/>
                <a:gd name="T65" fmla="*/ 32 h 38"/>
                <a:gd name="T66" fmla="*/ 1 w 42"/>
                <a:gd name="T67" fmla="*/ 30 h 38"/>
                <a:gd name="T68" fmla="*/ 5 w 42"/>
                <a:gd name="T69" fmla="*/ 30 h 38"/>
                <a:gd name="T70" fmla="*/ 9 w 42"/>
                <a:gd name="T71" fmla="*/ 32 h 38"/>
                <a:gd name="T72" fmla="*/ 8 w 42"/>
                <a:gd name="T73" fmla="*/ 30 h 38"/>
                <a:gd name="T74" fmla="*/ 8 w 42"/>
                <a:gd name="T75" fmla="*/ 29 h 38"/>
                <a:gd name="T76" fmla="*/ 12 w 42"/>
                <a:gd name="T77" fmla="*/ 28 h 38"/>
                <a:gd name="T78" fmla="*/ 7 w 42"/>
                <a:gd name="T79" fmla="*/ 24 h 38"/>
                <a:gd name="T80" fmla="*/ 8 w 42"/>
                <a:gd name="T81" fmla="*/ 21 h 38"/>
                <a:gd name="T82" fmla="*/ 11 w 42"/>
                <a:gd name="T83" fmla="*/ 17 h 38"/>
                <a:gd name="T84" fmla="*/ 9 w 42"/>
                <a:gd name="T85" fmla="*/ 12 h 38"/>
                <a:gd name="T86" fmla="*/ 12 w 42"/>
                <a:gd name="T87" fmla="*/ 8 h 38"/>
                <a:gd name="T88" fmla="*/ 16 w 42"/>
                <a:gd name="T89" fmla="*/ 8 h 38"/>
                <a:gd name="T90" fmla="*/ 22 w 42"/>
                <a:gd name="T91" fmla="*/ 3 h 38"/>
                <a:gd name="T92" fmla="*/ 26 w 42"/>
                <a:gd name="T93" fmla="*/ 1 h 38"/>
                <a:gd name="T94" fmla="*/ 30 w 42"/>
                <a:gd name="T9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" h="38">
                  <a:moveTo>
                    <a:pt x="5" y="28"/>
                  </a:move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3" y="28"/>
                  </a:lnTo>
                  <a:lnTo>
                    <a:pt x="5" y="28"/>
                  </a:lnTo>
                  <a:close/>
                  <a:moveTo>
                    <a:pt x="4" y="26"/>
                  </a:moveTo>
                  <a:lnTo>
                    <a:pt x="7" y="26"/>
                  </a:lnTo>
                  <a:lnTo>
                    <a:pt x="8" y="26"/>
                  </a:lnTo>
                  <a:lnTo>
                    <a:pt x="8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5" y="26"/>
                  </a:lnTo>
                  <a:lnTo>
                    <a:pt x="4" y="26"/>
                  </a:lnTo>
                  <a:close/>
                  <a:moveTo>
                    <a:pt x="34" y="0"/>
                  </a:moveTo>
                  <a:lnTo>
                    <a:pt x="37" y="1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1" y="5"/>
                  </a:lnTo>
                  <a:lnTo>
                    <a:pt x="41" y="7"/>
                  </a:lnTo>
                  <a:lnTo>
                    <a:pt x="40" y="8"/>
                  </a:lnTo>
                  <a:lnTo>
                    <a:pt x="40" y="10"/>
                  </a:lnTo>
                  <a:lnTo>
                    <a:pt x="38" y="12"/>
                  </a:lnTo>
                  <a:lnTo>
                    <a:pt x="36" y="10"/>
                  </a:lnTo>
                  <a:lnTo>
                    <a:pt x="34" y="13"/>
                  </a:lnTo>
                  <a:lnTo>
                    <a:pt x="36" y="14"/>
                  </a:lnTo>
                  <a:lnTo>
                    <a:pt x="38" y="14"/>
                  </a:lnTo>
                  <a:lnTo>
                    <a:pt x="40" y="16"/>
                  </a:lnTo>
                  <a:lnTo>
                    <a:pt x="38" y="17"/>
                  </a:lnTo>
                  <a:lnTo>
                    <a:pt x="38" y="20"/>
                  </a:lnTo>
                  <a:lnTo>
                    <a:pt x="37" y="21"/>
                  </a:lnTo>
                  <a:lnTo>
                    <a:pt x="38" y="24"/>
                  </a:lnTo>
                  <a:lnTo>
                    <a:pt x="36" y="24"/>
                  </a:lnTo>
                  <a:lnTo>
                    <a:pt x="33" y="24"/>
                  </a:lnTo>
                  <a:lnTo>
                    <a:pt x="30" y="24"/>
                  </a:lnTo>
                  <a:lnTo>
                    <a:pt x="29" y="26"/>
                  </a:lnTo>
                  <a:lnTo>
                    <a:pt x="26" y="29"/>
                  </a:lnTo>
                  <a:lnTo>
                    <a:pt x="28" y="32"/>
                  </a:lnTo>
                  <a:lnTo>
                    <a:pt x="26" y="35"/>
                  </a:lnTo>
                  <a:lnTo>
                    <a:pt x="26" y="38"/>
                  </a:lnTo>
                  <a:lnTo>
                    <a:pt x="24" y="38"/>
                  </a:lnTo>
                  <a:lnTo>
                    <a:pt x="24" y="37"/>
                  </a:lnTo>
                  <a:lnTo>
                    <a:pt x="22" y="34"/>
                  </a:lnTo>
                  <a:lnTo>
                    <a:pt x="20" y="34"/>
                  </a:lnTo>
                  <a:lnTo>
                    <a:pt x="18" y="33"/>
                  </a:lnTo>
                  <a:lnTo>
                    <a:pt x="17" y="33"/>
                  </a:lnTo>
                  <a:lnTo>
                    <a:pt x="16" y="32"/>
                  </a:lnTo>
                  <a:lnTo>
                    <a:pt x="12" y="32"/>
                  </a:lnTo>
                  <a:lnTo>
                    <a:pt x="11" y="33"/>
                  </a:lnTo>
                  <a:lnTo>
                    <a:pt x="9" y="33"/>
                  </a:lnTo>
                  <a:lnTo>
                    <a:pt x="8" y="34"/>
                  </a:lnTo>
                  <a:lnTo>
                    <a:pt x="7" y="34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32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8" y="34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4" y="32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3" y="29"/>
                  </a:lnTo>
                  <a:lnTo>
                    <a:pt x="5" y="30"/>
                  </a:lnTo>
                  <a:lnTo>
                    <a:pt x="7" y="32"/>
                  </a:lnTo>
                  <a:lnTo>
                    <a:pt x="9" y="32"/>
                  </a:lnTo>
                  <a:lnTo>
                    <a:pt x="9" y="30"/>
                  </a:lnTo>
                  <a:lnTo>
                    <a:pt x="8" y="30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9" y="28"/>
                  </a:lnTo>
                  <a:lnTo>
                    <a:pt x="12" y="28"/>
                  </a:lnTo>
                  <a:lnTo>
                    <a:pt x="9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8" y="21"/>
                  </a:lnTo>
                  <a:lnTo>
                    <a:pt x="9" y="20"/>
                  </a:lnTo>
                  <a:lnTo>
                    <a:pt x="11" y="17"/>
                  </a:lnTo>
                  <a:lnTo>
                    <a:pt x="11" y="16"/>
                  </a:lnTo>
                  <a:lnTo>
                    <a:pt x="9" y="12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5" y="7"/>
                  </a:lnTo>
                  <a:lnTo>
                    <a:pt x="16" y="8"/>
                  </a:lnTo>
                  <a:lnTo>
                    <a:pt x="20" y="5"/>
                  </a:lnTo>
                  <a:lnTo>
                    <a:pt x="22" y="3"/>
                  </a:lnTo>
                  <a:lnTo>
                    <a:pt x="25" y="3"/>
                  </a:lnTo>
                  <a:lnTo>
                    <a:pt x="26" y="1"/>
                  </a:lnTo>
                  <a:lnTo>
                    <a:pt x="29" y="3"/>
                  </a:lnTo>
                  <a:lnTo>
                    <a:pt x="30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7" name="Freeform 402"/>
            <p:cNvSpPr>
              <a:spLocks/>
            </p:cNvSpPr>
            <p:nvPr/>
          </p:nvSpPr>
          <p:spPr bwMode="auto">
            <a:xfrm>
              <a:off x="5843935" y="2650112"/>
              <a:ext cx="86283" cy="71057"/>
            </a:xfrm>
            <a:custGeom>
              <a:avLst/>
              <a:gdLst>
                <a:gd name="T0" fmla="*/ 17 w 34"/>
                <a:gd name="T1" fmla="*/ 0 h 28"/>
                <a:gd name="T2" fmla="*/ 21 w 34"/>
                <a:gd name="T3" fmla="*/ 0 h 28"/>
                <a:gd name="T4" fmla="*/ 22 w 34"/>
                <a:gd name="T5" fmla="*/ 1 h 28"/>
                <a:gd name="T6" fmla="*/ 23 w 34"/>
                <a:gd name="T7" fmla="*/ 1 h 28"/>
                <a:gd name="T8" fmla="*/ 25 w 34"/>
                <a:gd name="T9" fmla="*/ 2 h 28"/>
                <a:gd name="T10" fmla="*/ 27 w 34"/>
                <a:gd name="T11" fmla="*/ 2 h 28"/>
                <a:gd name="T12" fmla="*/ 29 w 34"/>
                <a:gd name="T13" fmla="*/ 5 h 28"/>
                <a:gd name="T14" fmla="*/ 29 w 34"/>
                <a:gd name="T15" fmla="*/ 6 h 28"/>
                <a:gd name="T16" fmla="*/ 31 w 34"/>
                <a:gd name="T17" fmla="*/ 6 h 28"/>
                <a:gd name="T18" fmla="*/ 30 w 34"/>
                <a:gd name="T19" fmla="*/ 9 h 28"/>
                <a:gd name="T20" fmla="*/ 33 w 34"/>
                <a:gd name="T21" fmla="*/ 11 h 28"/>
                <a:gd name="T22" fmla="*/ 33 w 34"/>
                <a:gd name="T23" fmla="*/ 13 h 28"/>
                <a:gd name="T24" fmla="*/ 34 w 34"/>
                <a:gd name="T25" fmla="*/ 15 h 28"/>
                <a:gd name="T26" fmla="*/ 33 w 34"/>
                <a:gd name="T27" fmla="*/ 19 h 28"/>
                <a:gd name="T28" fmla="*/ 31 w 34"/>
                <a:gd name="T29" fmla="*/ 19 h 28"/>
                <a:gd name="T30" fmla="*/ 31 w 34"/>
                <a:gd name="T31" fmla="*/ 21 h 28"/>
                <a:gd name="T32" fmla="*/ 30 w 34"/>
                <a:gd name="T33" fmla="*/ 22 h 28"/>
                <a:gd name="T34" fmla="*/ 30 w 34"/>
                <a:gd name="T35" fmla="*/ 23 h 28"/>
                <a:gd name="T36" fmla="*/ 30 w 34"/>
                <a:gd name="T37" fmla="*/ 25 h 28"/>
                <a:gd name="T38" fmla="*/ 31 w 34"/>
                <a:gd name="T39" fmla="*/ 26 h 28"/>
                <a:gd name="T40" fmla="*/ 31 w 34"/>
                <a:gd name="T41" fmla="*/ 27 h 28"/>
                <a:gd name="T42" fmla="*/ 30 w 34"/>
                <a:gd name="T43" fmla="*/ 27 h 28"/>
                <a:gd name="T44" fmla="*/ 29 w 34"/>
                <a:gd name="T45" fmla="*/ 28 h 28"/>
                <a:gd name="T46" fmla="*/ 26 w 34"/>
                <a:gd name="T47" fmla="*/ 26 h 28"/>
                <a:gd name="T48" fmla="*/ 23 w 34"/>
                <a:gd name="T49" fmla="*/ 26 h 28"/>
                <a:gd name="T50" fmla="*/ 21 w 34"/>
                <a:gd name="T51" fmla="*/ 23 h 28"/>
                <a:gd name="T52" fmla="*/ 20 w 34"/>
                <a:gd name="T53" fmla="*/ 22 h 28"/>
                <a:gd name="T54" fmla="*/ 18 w 34"/>
                <a:gd name="T55" fmla="*/ 22 h 28"/>
                <a:gd name="T56" fmla="*/ 17 w 34"/>
                <a:gd name="T57" fmla="*/ 22 h 28"/>
                <a:gd name="T58" fmla="*/ 16 w 34"/>
                <a:gd name="T59" fmla="*/ 22 h 28"/>
                <a:gd name="T60" fmla="*/ 13 w 34"/>
                <a:gd name="T61" fmla="*/ 21 h 28"/>
                <a:gd name="T62" fmla="*/ 13 w 34"/>
                <a:gd name="T63" fmla="*/ 18 h 28"/>
                <a:gd name="T64" fmla="*/ 12 w 34"/>
                <a:gd name="T65" fmla="*/ 17 h 28"/>
                <a:gd name="T66" fmla="*/ 10 w 34"/>
                <a:gd name="T67" fmla="*/ 15 h 28"/>
                <a:gd name="T68" fmla="*/ 9 w 34"/>
                <a:gd name="T69" fmla="*/ 15 h 28"/>
                <a:gd name="T70" fmla="*/ 5 w 34"/>
                <a:gd name="T71" fmla="*/ 13 h 28"/>
                <a:gd name="T72" fmla="*/ 5 w 34"/>
                <a:gd name="T73" fmla="*/ 11 h 28"/>
                <a:gd name="T74" fmla="*/ 2 w 34"/>
                <a:gd name="T75" fmla="*/ 10 h 28"/>
                <a:gd name="T76" fmla="*/ 2 w 34"/>
                <a:gd name="T77" fmla="*/ 6 h 28"/>
                <a:gd name="T78" fmla="*/ 0 w 34"/>
                <a:gd name="T79" fmla="*/ 5 h 28"/>
                <a:gd name="T80" fmla="*/ 2 w 34"/>
                <a:gd name="T81" fmla="*/ 2 h 28"/>
                <a:gd name="T82" fmla="*/ 5 w 34"/>
                <a:gd name="T83" fmla="*/ 0 h 28"/>
                <a:gd name="T84" fmla="*/ 6 w 34"/>
                <a:gd name="T85" fmla="*/ 1 h 28"/>
                <a:gd name="T86" fmla="*/ 6 w 34"/>
                <a:gd name="T87" fmla="*/ 2 h 28"/>
                <a:gd name="T88" fmla="*/ 9 w 34"/>
                <a:gd name="T89" fmla="*/ 2 h 28"/>
                <a:gd name="T90" fmla="*/ 10 w 34"/>
                <a:gd name="T91" fmla="*/ 3 h 28"/>
                <a:gd name="T92" fmla="*/ 12 w 34"/>
                <a:gd name="T93" fmla="*/ 2 h 28"/>
                <a:gd name="T94" fmla="*/ 13 w 34"/>
                <a:gd name="T95" fmla="*/ 2 h 28"/>
                <a:gd name="T96" fmla="*/ 14 w 34"/>
                <a:gd name="T97" fmla="*/ 1 h 28"/>
                <a:gd name="T98" fmla="*/ 16 w 34"/>
                <a:gd name="T99" fmla="*/ 1 h 28"/>
                <a:gd name="T100" fmla="*/ 17 w 34"/>
                <a:gd name="T10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" h="28">
                  <a:moveTo>
                    <a:pt x="17" y="0"/>
                  </a:moveTo>
                  <a:lnTo>
                    <a:pt x="21" y="0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5" y="2"/>
                  </a:lnTo>
                  <a:lnTo>
                    <a:pt x="27" y="2"/>
                  </a:lnTo>
                  <a:lnTo>
                    <a:pt x="29" y="5"/>
                  </a:lnTo>
                  <a:lnTo>
                    <a:pt x="29" y="6"/>
                  </a:lnTo>
                  <a:lnTo>
                    <a:pt x="31" y="6"/>
                  </a:lnTo>
                  <a:lnTo>
                    <a:pt x="30" y="9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4" y="15"/>
                  </a:lnTo>
                  <a:lnTo>
                    <a:pt x="33" y="19"/>
                  </a:lnTo>
                  <a:lnTo>
                    <a:pt x="31" y="19"/>
                  </a:lnTo>
                  <a:lnTo>
                    <a:pt x="31" y="21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31" y="26"/>
                  </a:lnTo>
                  <a:lnTo>
                    <a:pt x="31" y="27"/>
                  </a:lnTo>
                  <a:lnTo>
                    <a:pt x="30" y="27"/>
                  </a:lnTo>
                  <a:lnTo>
                    <a:pt x="29" y="28"/>
                  </a:lnTo>
                  <a:lnTo>
                    <a:pt x="26" y="26"/>
                  </a:lnTo>
                  <a:lnTo>
                    <a:pt x="23" y="26"/>
                  </a:lnTo>
                  <a:lnTo>
                    <a:pt x="21" y="23"/>
                  </a:lnTo>
                  <a:lnTo>
                    <a:pt x="20" y="22"/>
                  </a:lnTo>
                  <a:lnTo>
                    <a:pt x="18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3" y="21"/>
                  </a:lnTo>
                  <a:lnTo>
                    <a:pt x="13" y="18"/>
                  </a:lnTo>
                  <a:lnTo>
                    <a:pt x="12" y="17"/>
                  </a:lnTo>
                  <a:lnTo>
                    <a:pt x="10" y="15"/>
                  </a:lnTo>
                  <a:lnTo>
                    <a:pt x="9" y="15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2" y="10"/>
                  </a:lnTo>
                  <a:lnTo>
                    <a:pt x="2" y="6"/>
                  </a:ln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8" name="Freeform 403"/>
            <p:cNvSpPr>
              <a:spLocks/>
            </p:cNvSpPr>
            <p:nvPr/>
          </p:nvSpPr>
          <p:spPr bwMode="auto">
            <a:xfrm>
              <a:off x="5920067" y="2698329"/>
              <a:ext cx="20302" cy="27916"/>
            </a:xfrm>
            <a:custGeom>
              <a:avLst/>
              <a:gdLst>
                <a:gd name="T0" fmla="*/ 1 w 8"/>
                <a:gd name="T1" fmla="*/ 0 h 11"/>
                <a:gd name="T2" fmla="*/ 3 w 8"/>
                <a:gd name="T3" fmla="*/ 0 h 11"/>
                <a:gd name="T4" fmla="*/ 5 w 8"/>
                <a:gd name="T5" fmla="*/ 3 h 11"/>
                <a:gd name="T6" fmla="*/ 7 w 8"/>
                <a:gd name="T7" fmla="*/ 6 h 11"/>
                <a:gd name="T8" fmla="*/ 8 w 8"/>
                <a:gd name="T9" fmla="*/ 7 h 11"/>
                <a:gd name="T10" fmla="*/ 8 w 8"/>
                <a:gd name="T11" fmla="*/ 11 h 11"/>
                <a:gd name="T12" fmla="*/ 5 w 8"/>
                <a:gd name="T13" fmla="*/ 11 h 11"/>
                <a:gd name="T14" fmla="*/ 3 w 8"/>
                <a:gd name="T15" fmla="*/ 11 h 11"/>
                <a:gd name="T16" fmla="*/ 1 w 8"/>
                <a:gd name="T17" fmla="*/ 8 h 11"/>
                <a:gd name="T18" fmla="*/ 1 w 8"/>
                <a:gd name="T19" fmla="*/ 8 h 11"/>
                <a:gd name="T20" fmla="*/ 1 w 8"/>
                <a:gd name="T21" fmla="*/ 7 h 11"/>
                <a:gd name="T22" fmla="*/ 0 w 8"/>
                <a:gd name="T23" fmla="*/ 6 h 11"/>
                <a:gd name="T24" fmla="*/ 0 w 8"/>
                <a:gd name="T25" fmla="*/ 4 h 11"/>
                <a:gd name="T26" fmla="*/ 0 w 8"/>
                <a:gd name="T27" fmla="*/ 3 h 11"/>
                <a:gd name="T28" fmla="*/ 1 w 8"/>
                <a:gd name="T29" fmla="*/ 2 h 11"/>
                <a:gd name="T30" fmla="*/ 1 w 8"/>
                <a:gd name="T3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11">
                  <a:moveTo>
                    <a:pt x="1" y="0"/>
                  </a:moveTo>
                  <a:lnTo>
                    <a:pt x="3" y="0"/>
                  </a:lnTo>
                  <a:lnTo>
                    <a:pt x="5" y="3"/>
                  </a:lnTo>
                  <a:lnTo>
                    <a:pt x="7" y="6"/>
                  </a:lnTo>
                  <a:lnTo>
                    <a:pt x="8" y="7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69" name="Freeform 405"/>
            <p:cNvSpPr>
              <a:spLocks/>
            </p:cNvSpPr>
            <p:nvPr/>
          </p:nvSpPr>
          <p:spPr bwMode="auto">
            <a:xfrm>
              <a:off x="5488651" y="2482621"/>
              <a:ext cx="121812" cy="159879"/>
            </a:xfrm>
            <a:custGeom>
              <a:avLst/>
              <a:gdLst>
                <a:gd name="T0" fmla="*/ 40 w 48"/>
                <a:gd name="T1" fmla="*/ 2 h 63"/>
                <a:gd name="T2" fmla="*/ 37 w 48"/>
                <a:gd name="T3" fmla="*/ 6 h 63"/>
                <a:gd name="T4" fmla="*/ 33 w 48"/>
                <a:gd name="T5" fmla="*/ 10 h 63"/>
                <a:gd name="T6" fmla="*/ 33 w 48"/>
                <a:gd name="T7" fmla="*/ 21 h 63"/>
                <a:gd name="T8" fmla="*/ 37 w 48"/>
                <a:gd name="T9" fmla="*/ 16 h 63"/>
                <a:gd name="T10" fmla="*/ 45 w 48"/>
                <a:gd name="T11" fmla="*/ 22 h 63"/>
                <a:gd name="T12" fmla="*/ 45 w 48"/>
                <a:gd name="T13" fmla="*/ 25 h 63"/>
                <a:gd name="T14" fmla="*/ 48 w 48"/>
                <a:gd name="T15" fmla="*/ 31 h 63"/>
                <a:gd name="T16" fmla="*/ 48 w 48"/>
                <a:gd name="T17" fmla="*/ 35 h 63"/>
                <a:gd name="T18" fmla="*/ 45 w 48"/>
                <a:gd name="T19" fmla="*/ 44 h 63"/>
                <a:gd name="T20" fmla="*/ 42 w 48"/>
                <a:gd name="T21" fmla="*/ 50 h 63"/>
                <a:gd name="T22" fmla="*/ 40 w 48"/>
                <a:gd name="T23" fmla="*/ 52 h 63"/>
                <a:gd name="T24" fmla="*/ 37 w 48"/>
                <a:gd name="T25" fmla="*/ 54 h 63"/>
                <a:gd name="T26" fmla="*/ 28 w 48"/>
                <a:gd name="T27" fmla="*/ 56 h 63"/>
                <a:gd name="T28" fmla="*/ 24 w 48"/>
                <a:gd name="T29" fmla="*/ 58 h 63"/>
                <a:gd name="T30" fmla="*/ 20 w 48"/>
                <a:gd name="T31" fmla="*/ 62 h 63"/>
                <a:gd name="T32" fmla="*/ 11 w 48"/>
                <a:gd name="T33" fmla="*/ 62 h 63"/>
                <a:gd name="T34" fmla="*/ 7 w 48"/>
                <a:gd name="T35" fmla="*/ 62 h 63"/>
                <a:gd name="T36" fmla="*/ 7 w 48"/>
                <a:gd name="T37" fmla="*/ 60 h 63"/>
                <a:gd name="T38" fmla="*/ 9 w 48"/>
                <a:gd name="T39" fmla="*/ 56 h 63"/>
                <a:gd name="T40" fmla="*/ 2 w 48"/>
                <a:gd name="T41" fmla="*/ 56 h 63"/>
                <a:gd name="T42" fmla="*/ 8 w 48"/>
                <a:gd name="T43" fmla="*/ 51 h 63"/>
                <a:gd name="T44" fmla="*/ 4 w 48"/>
                <a:gd name="T45" fmla="*/ 50 h 63"/>
                <a:gd name="T46" fmla="*/ 7 w 48"/>
                <a:gd name="T47" fmla="*/ 51 h 63"/>
                <a:gd name="T48" fmla="*/ 8 w 48"/>
                <a:gd name="T49" fmla="*/ 48 h 63"/>
                <a:gd name="T50" fmla="*/ 11 w 48"/>
                <a:gd name="T51" fmla="*/ 46 h 63"/>
                <a:gd name="T52" fmla="*/ 17 w 48"/>
                <a:gd name="T53" fmla="*/ 43 h 63"/>
                <a:gd name="T54" fmla="*/ 12 w 48"/>
                <a:gd name="T55" fmla="*/ 44 h 63"/>
                <a:gd name="T56" fmla="*/ 7 w 48"/>
                <a:gd name="T57" fmla="*/ 44 h 63"/>
                <a:gd name="T58" fmla="*/ 12 w 48"/>
                <a:gd name="T59" fmla="*/ 39 h 63"/>
                <a:gd name="T60" fmla="*/ 17 w 48"/>
                <a:gd name="T61" fmla="*/ 34 h 63"/>
                <a:gd name="T62" fmla="*/ 8 w 48"/>
                <a:gd name="T63" fmla="*/ 33 h 63"/>
                <a:gd name="T64" fmla="*/ 5 w 48"/>
                <a:gd name="T65" fmla="*/ 30 h 63"/>
                <a:gd name="T66" fmla="*/ 9 w 48"/>
                <a:gd name="T67" fmla="*/ 27 h 63"/>
                <a:gd name="T68" fmla="*/ 12 w 48"/>
                <a:gd name="T69" fmla="*/ 25 h 63"/>
                <a:gd name="T70" fmla="*/ 5 w 48"/>
                <a:gd name="T71" fmla="*/ 21 h 63"/>
                <a:gd name="T72" fmla="*/ 9 w 48"/>
                <a:gd name="T73" fmla="*/ 22 h 63"/>
                <a:gd name="T74" fmla="*/ 8 w 48"/>
                <a:gd name="T75" fmla="*/ 18 h 63"/>
                <a:gd name="T76" fmla="*/ 11 w 48"/>
                <a:gd name="T77" fmla="*/ 17 h 63"/>
                <a:gd name="T78" fmla="*/ 16 w 48"/>
                <a:gd name="T79" fmla="*/ 19 h 63"/>
                <a:gd name="T80" fmla="*/ 23 w 48"/>
                <a:gd name="T81" fmla="*/ 17 h 63"/>
                <a:gd name="T82" fmla="*/ 28 w 48"/>
                <a:gd name="T83" fmla="*/ 12 h 63"/>
                <a:gd name="T84" fmla="*/ 25 w 48"/>
                <a:gd name="T85" fmla="*/ 12 h 63"/>
                <a:gd name="T86" fmla="*/ 24 w 48"/>
                <a:gd name="T87" fmla="*/ 10 h 63"/>
                <a:gd name="T88" fmla="*/ 27 w 48"/>
                <a:gd name="T89" fmla="*/ 8 h 63"/>
                <a:gd name="T90" fmla="*/ 27 w 48"/>
                <a:gd name="T91" fmla="*/ 5 h 63"/>
                <a:gd name="T92" fmla="*/ 30 w 48"/>
                <a:gd name="T93" fmla="*/ 4 h 63"/>
                <a:gd name="T94" fmla="*/ 33 w 48"/>
                <a:gd name="T95" fmla="*/ 2 h 63"/>
                <a:gd name="T96" fmla="*/ 33 w 48"/>
                <a:gd name="T97" fmla="*/ 6 h 63"/>
                <a:gd name="T98" fmla="*/ 37 w 48"/>
                <a:gd name="T99" fmla="*/ 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8" h="63">
                  <a:moveTo>
                    <a:pt x="36" y="0"/>
                  </a:moveTo>
                  <a:lnTo>
                    <a:pt x="37" y="1"/>
                  </a:lnTo>
                  <a:lnTo>
                    <a:pt x="40" y="2"/>
                  </a:lnTo>
                  <a:lnTo>
                    <a:pt x="38" y="4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3" y="10"/>
                  </a:lnTo>
                  <a:lnTo>
                    <a:pt x="30" y="10"/>
                  </a:lnTo>
                  <a:lnTo>
                    <a:pt x="28" y="16"/>
                  </a:lnTo>
                  <a:lnTo>
                    <a:pt x="33" y="21"/>
                  </a:lnTo>
                  <a:lnTo>
                    <a:pt x="34" y="19"/>
                  </a:lnTo>
                  <a:lnTo>
                    <a:pt x="36" y="17"/>
                  </a:lnTo>
                  <a:lnTo>
                    <a:pt x="37" y="16"/>
                  </a:lnTo>
                  <a:lnTo>
                    <a:pt x="41" y="17"/>
                  </a:lnTo>
                  <a:lnTo>
                    <a:pt x="42" y="22"/>
                  </a:lnTo>
                  <a:lnTo>
                    <a:pt x="45" y="22"/>
                  </a:lnTo>
                  <a:lnTo>
                    <a:pt x="48" y="23"/>
                  </a:lnTo>
                  <a:lnTo>
                    <a:pt x="45" y="23"/>
                  </a:lnTo>
                  <a:lnTo>
                    <a:pt x="45" y="25"/>
                  </a:lnTo>
                  <a:lnTo>
                    <a:pt x="46" y="26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8" y="33"/>
                  </a:lnTo>
                  <a:lnTo>
                    <a:pt x="46" y="34"/>
                  </a:lnTo>
                  <a:lnTo>
                    <a:pt x="48" y="35"/>
                  </a:lnTo>
                  <a:lnTo>
                    <a:pt x="48" y="41"/>
                  </a:lnTo>
                  <a:lnTo>
                    <a:pt x="48" y="43"/>
                  </a:lnTo>
                  <a:lnTo>
                    <a:pt x="45" y="44"/>
                  </a:lnTo>
                  <a:lnTo>
                    <a:pt x="46" y="47"/>
                  </a:lnTo>
                  <a:lnTo>
                    <a:pt x="44" y="50"/>
                  </a:lnTo>
                  <a:lnTo>
                    <a:pt x="42" y="50"/>
                  </a:lnTo>
                  <a:lnTo>
                    <a:pt x="45" y="52"/>
                  </a:lnTo>
                  <a:lnTo>
                    <a:pt x="41" y="52"/>
                  </a:lnTo>
                  <a:lnTo>
                    <a:pt x="40" y="52"/>
                  </a:lnTo>
                  <a:lnTo>
                    <a:pt x="38" y="54"/>
                  </a:lnTo>
                  <a:lnTo>
                    <a:pt x="37" y="52"/>
                  </a:lnTo>
                  <a:lnTo>
                    <a:pt x="37" y="54"/>
                  </a:lnTo>
                  <a:lnTo>
                    <a:pt x="30" y="54"/>
                  </a:lnTo>
                  <a:lnTo>
                    <a:pt x="30" y="56"/>
                  </a:lnTo>
                  <a:lnTo>
                    <a:pt x="28" y="56"/>
                  </a:lnTo>
                  <a:lnTo>
                    <a:pt x="27" y="59"/>
                  </a:lnTo>
                  <a:lnTo>
                    <a:pt x="24" y="59"/>
                  </a:lnTo>
                  <a:lnTo>
                    <a:pt x="24" y="58"/>
                  </a:lnTo>
                  <a:lnTo>
                    <a:pt x="23" y="58"/>
                  </a:lnTo>
                  <a:lnTo>
                    <a:pt x="23" y="59"/>
                  </a:lnTo>
                  <a:lnTo>
                    <a:pt x="20" y="62"/>
                  </a:lnTo>
                  <a:lnTo>
                    <a:pt x="16" y="63"/>
                  </a:lnTo>
                  <a:lnTo>
                    <a:pt x="12" y="63"/>
                  </a:lnTo>
                  <a:lnTo>
                    <a:pt x="11" y="62"/>
                  </a:lnTo>
                  <a:lnTo>
                    <a:pt x="8" y="63"/>
                  </a:lnTo>
                  <a:lnTo>
                    <a:pt x="8" y="62"/>
                  </a:lnTo>
                  <a:lnTo>
                    <a:pt x="7" y="62"/>
                  </a:lnTo>
                  <a:lnTo>
                    <a:pt x="9" y="60"/>
                  </a:lnTo>
                  <a:lnTo>
                    <a:pt x="11" y="59"/>
                  </a:lnTo>
                  <a:lnTo>
                    <a:pt x="7" y="60"/>
                  </a:lnTo>
                  <a:lnTo>
                    <a:pt x="3" y="60"/>
                  </a:lnTo>
                  <a:lnTo>
                    <a:pt x="5" y="59"/>
                  </a:lnTo>
                  <a:lnTo>
                    <a:pt x="9" y="56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2" y="56"/>
                  </a:lnTo>
                  <a:lnTo>
                    <a:pt x="3" y="54"/>
                  </a:lnTo>
                  <a:lnTo>
                    <a:pt x="5" y="54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51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7" y="51"/>
                  </a:lnTo>
                  <a:lnTo>
                    <a:pt x="8" y="50"/>
                  </a:lnTo>
                  <a:lnTo>
                    <a:pt x="7" y="50"/>
                  </a:lnTo>
                  <a:lnTo>
                    <a:pt x="8" y="48"/>
                  </a:lnTo>
                  <a:lnTo>
                    <a:pt x="7" y="47"/>
                  </a:lnTo>
                  <a:lnTo>
                    <a:pt x="9" y="47"/>
                  </a:lnTo>
                  <a:lnTo>
                    <a:pt x="11" y="46"/>
                  </a:lnTo>
                  <a:lnTo>
                    <a:pt x="15" y="44"/>
                  </a:lnTo>
                  <a:lnTo>
                    <a:pt x="20" y="43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5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11" y="42"/>
                  </a:lnTo>
                  <a:lnTo>
                    <a:pt x="13" y="39"/>
                  </a:lnTo>
                  <a:lnTo>
                    <a:pt x="12" y="39"/>
                  </a:lnTo>
                  <a:lnTo>
                    <a:pt x="15" y="35"/>
                  </a:lnTo>
                  <a:lnTo>
                    <a:pt x="16" y="37"/>
                  </a:lnTo>
                  <a:lnTo>
                    <a:pt x="17" y="34"/>
                  </a:lnTo>
                  <a:lnTo>
                    <a:pt x="12" y="34"/>
                  </a:lnTo>
                  <a:lnTo>
                    <a:pt x="11" y="31"/>
                  </a:lnTo>
                  <a:lnTo>
                    <a:pt x="8" y="33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7"/>
                  </a:lnTo>
                  <a:lnTo>
                    <a:pt x="9" y="27"/>
                  </a:lnTo>
                  <a:lnTo>
                    <a:pt x="8" y="27"/>
                  </a:lnTo>
                  <a:lnTo>
                    <a:pt x="9" y="26"/>
                  </a:lnTo>
                  <a:lnTo>
                    <a:pt x="12" y="25"/>
                  </a:lnTo>
                  <a:lnTo>
                    <a:pt x="11" y="23"/>
                  </a:lnTo>
                  <a:lnTo>
                    <a:pt x="9" y="23"/>
                  </a:lnTo>
                  <a:lnTo>
                    <a:pt x="5" y="21"/>
                  </a:lnTo>
                  <a:lnTo>
                    <a:pt x="8" y="21"/>
                  </a:lnTo>
                  <a:lnTo>
                    <a:pt x="8" y="22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11" y="17"/>
                  </a:lnTo>
                  <a:lnTo>
                    <a:pt x="11" y="16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9" y="17"/>
                  </a:lnTo>
                  <a:lnTo>
                    <a:pt x="20" y="18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8" y="12"/>
                  </a:lnTo>
                  <a:lnTo>
                    <a:pt x="27" y="12"/>
                  </a:lnTo>
                  <a:lnTo>
                    <a:pt x="24" y="13"/>
                  </a:lnTo>
                  <a:lnTo>
                    <a:pt x="25" y="12"/>
                  </a:lnTo>
                  <a:lnTo>
                    <a:pt x="23" y="12"/>
                  </a:lnTo>
                  <a:lnTo>
                    <a:pt x="21" y="10"/>
                  </a:lnTo>
                  <a:lnTo>
                    <a:pt x="24" y="10"/>
                  </a:lnTo>
                  <a:lnTo>
                    <a:pt x="24" y="9"/>
                  </a:lnTo>
                  <a:lnTo>
                    <a:pt x="25" y="9"/>
                  </a:lnTo>
                  <a:lnTo>
                    <a:pt x="27" y="8"/>
                  </a:lnTo>
                  <a:lnTo>
                    <a:pt x="24" y="8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9" y="2"/>
                  </a:lnTo>
                  <a:lnTo>
                    <a:pt x="30" y="4"/>
                  </a:lnTo>
                  <a:lnTo>
                    <a:pt x="32" y="4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4" y="4"/>
                  </a:lnTo>
                  <a:lnTo>
                    <a:pt x="33" y="5"/>
                  </a:lnTo>
                  <a:lnTo>
                    <a:pt x="33" y="6"/>
                  </a:lnTo>
                  <a:lnTo>
                    <a:pt x="34" y="5"/>
                  </a:lnTo>
                  <a:lnTo>
                    <a:pt x="34" y="1"/>
                  </a:lnTo>
                  <a:lnTo>
                    <a:pt x="37" y="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0" name="Freeform 407"/>
            <p:cNvSpPr>
              <a:spLocks noEditPoints="1"/>
            </p:cNvSpPr>
            <p:nvPr/>
          </p:nvSpPr>
          <p:spPr bwMode="auto">
            <a:xfrm>
              <a:off x="5559707" y="2238998"/>
              <a:ext cx="261388" cy="474559"/>
            </a:xfrm>
            <a:custGeom>
              <a:avLst/>
              <a:gdLst>
                <a:gd name="T0" fmla="*/ 95 w 103"/>
                <a:gd name="T1" fmla="*/ 160 h 187"/>
                <a:gd name="T2" fmla="*/ 38 w 103"/>
                <a:gd name="T3" fmla="*/ 129 h 187"/>
                <a:gd name="T4" fmla="*/ 21 w 103"/>
                <a:gd name="T5" fmla="*/ 102 h 187"/>
                <a:gd name="T6" fmla="*/ 22 w 103"/>
                <a:gd name="T7" fmla="*/ 115 h 187"/>
                <a:gd name="T8" fmla="*/ 6 w 103"/>
                <a:gd name="T9" fmla="*/ 115 h 187"/>
                <a:gd name="T10" fmla="*/ 16 w 103"/>
                <a:gd name="T11" fmla="*/ 98 h 187"/>
                <a:gd name="T12" fmla="*/ 30 w 103"/>
                <a:gd name="T13" fmla="*/ 88 h 187"/>
                <a:gd name="T14" fmla="*/ 20 w 103"/>
                <a:gd name="T15" fmla="*/ 84 h 187"/>
                <a:gd name="T16" fmla="*/ 22 w 103"/>
                <a:gd name="T17" fmla="*/ 77 h 187"/>
                <a:gd name="T18" fmla="*/ 17 w 103"/>
                <a:gd name="T19" fmla="*/ 75 h 187"/>
                <a:gd name="T20" fmla="*/ 18 w 103"/>
                <a:gd name="T21" fmla="*/ 69 h 187"/>
                <a:gd name="T22" fmla="*/ 10 w 103"/>
                <a:gd name="T23" fmla="*/ 68 h 187"/>
                <a:gd name="T24" fmla="*/ 12 w 103"/>
                <a:gd name="T25" fmla="*/ 59 h 187"/>
                <a:gd name="T26" fmla="*/ 24 w 103"/>
                <a:gd name="T27" fmla="*/ 67 h 187"/>
                <a:gd name="T28" fmla="*/ 16 w 103"/>
                <a:gd name="T29" fmla="*/ 62 h 187"/>
                <a:gd name="T30" fmla="*/ 14 w 103"/>
                <a:gd name="T31" fmla="*/ 55 h 187"/>
                <a:gd name="T32" fmla="*/ 12 w 103"/>
                <a:gd name="T33" fmla="*/ 51 h 187"/>
                <a:gd name="T34" fmla="*/ 46 w 103"/>
                <a:gd name="T35" fmla="*/ 51 h 187"/>
                <a:gd name="T36" fmla="*/ 43 w 103"/>
                <a:gd name="T37" fmla="*/ 60 h 187"/>
                <a:gd name="T38" fmla="*/ 62 w 103"/>
                <a:gd name="T39" fmla="*/ 63 h 187"/>
                <a:gd name="T40" fmla="*/ 50 w 103"/>
                <a:gd name="T41" fmla="*/ 79 h 187"/>
                <a:gd name="T42" fmla="*/ 45 w 103"/>
                <a:gd name="T43" fmla="*/ 85 h 187"/>
                <a:gd name="T44" fmla="*/ 63 w 103"/>
                <a:gd name="T45" fmla="*/ 93 h 187"/>
                <a:gd name="T46" fmla="*/ 79 w 103"/>
                <a:gd name="T47" fmla="*/ 115 h 187"/>
                <a:gd name="T48" fmla="*/ 78 w 103"/>
                <a:gd name="T49" fmla="*/ 123 h 187"/>
                <a:gd name="T50" fmla="*/ 87 w 103"/>
                <a:gd name="T51" fmla="*/ 134 h 187"/>
                <a:gd name="T52" fmla="*/ 101 w 103"/>
                <a:gd name="T53" fmla="*/ 146 h 187"/>
                <a:gd name="T54" fmla="*/ 96 w 103"/>
                <a:gd name="T55" fmla="*/ 155 h 187"/>
                <a:gd name="T56" fmla="*/ 92 w 103"/>
                <a:gd name="T57" fmla="*/ 160 h 187"/>
                <a:gd name="T58" fmla="*/ 99 w 103"/>
                <a:gd name="T59" fmla="*/ 165 h 187"/>
                <a:gd name="T60" fmla="*/ 79 w 103"/>
                <a:gd name="T61" fmla="*/ 172 h 187"/>
                <a:gd name="T62" fmla="*/ 62 w 103"/>
                <a:gd name="T63" fmla="*/ 176 h 187"/>
                <a:gd name="T64" fmla="*/ 46 w 103"/>
                <a:gd name="T65" fmla="*/ 181 h 187"/>
                <a:gd name="T66" fmla="*/ 33 w 103"/>
                <a:gd name="T67" fmla="*/ 183 h 187"/>
                <a:gd name="T68" fmla="*/ 25 w 103"/>
                <a:gd name="T69" fmla="*/ 183 h 187"/>
                <a:gd name="T70" fmla="*/ 39 w 103"/>
                <a:gd name="T71" fmla="*/ 168 h 187"/>
                <a:gd name="T72" fmla="*/ 55 w 103"/>
                <a:gd name="T73" fmla="*/ 160 h 187"/>
                <a:gd name="T74" fmla="*/ 41 w 103"/>
                <a:gd name="T75" fmla="*/ 159 h 187"/>
                <a:gd name="T76" fmla="*/ 27 w 103"/>
                <a:gd name="T77" fmla="*/ 155 h 187"/>
                <a:gd name="T78" fmla="*/ 39 w 103"/>
                <a:gd name="T79" fmla="*/ 139 h 187"/>
                <a:gd name="T80" fmla="*/ 49 w 103"/>
                <a:gd name="T81" fmla="*/ 131 h 187"/>
                <a:gd name="T82" fmla="*/ 50 w 103"/>
                <a:gd name="T83" fmla="*/ 127 h 187"/>
                <a:gd name="T84" fmla="*/ 47 w 103"/>
                <a:gd name="T85" fmla="*/ 105 h 187"/>
                <a:gd name="T86" fmla="*/ 33 w 103"/>
                <a:gd name="T87" fmla="*/ 105 h 187"/>
                <a:gd name="T88" fmla="*/ 33 w 103"/>
                <a:gd name="T89" fmla="*/ 90 h 187"/>
                <a:gd name="T90" fmla="*/ 27 w 103"/>
                <a:gd name="T91" fmla="*/ 88 h 187"/>
                <a:gd name="T92" fmla="*/ 24 w 103"/>
                <a:gd name="T93" fmla="*/ 97 h 187"/>
                <a:gd name="T94" fmla="*/ 27 w 103"/>
                <a:gd name="T95" fmla="*/ 79 h 187"/>
                <a:gd name="T96" fmla="*/ 22 w 103"/>
                <a:gd name="T97" fmla="*/ 75 h 187"/>
                <a:gd name="T98" fmla="*/ 24 w 103"/>
                <a:gd name="T99" fmla="*/ 69 h 187"/>
                <a:gd name="T100" fmla="*/ 25 w 103"/>
                <a:gd name="T101" fmla="*/ 64 h 187"/>
                <a:gd name="T102" fmla="*/ 25 w 103"/>
                <a:gd name="T103" fmla="*/ 55 h 187"/>
                <a:gd name="T104" fmla="*/ 29 w 103"/>
                <a:gd name="T105" fmla="*/ 51 h 187"/>
                <a:gd name="T106" fmla="*/ 37 w 103"/>
                <a:gd name="T107" fmla="*/ 44 h 187"/>
                <a:gd name="T108" fmla="*/ 47 w 103"/>
                <a:gd name="T109" fmla="*/ 39 h 187"/>
                <a:gd name="T110" fmla="*/ 47 w 103"/>
                <a:gd name="T111" fmla="*/ 37 h 187"/>
                <a:gd name="T112" fmla="*/ 68 w 103"/>
                <a:gd name="T113" fmla="*/ 15 h 187"/>
                <a:gd name="T114" fmla="*/ 66 w 103"/>
                <a:gd name="T115" fmla="*/ 10 h 187"/>
                <a:gd name="T116" fmla="*/ 68 w 103"/>
                <a:gd name="T117" fmla="*/ 5 h 187"/>
                <a:gd name="T118" fmla="*/ 74 w 103"/>
                <a:gd name="T1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3" h="187">
                  <a:moveTo>
                    <a:pt x="71" y="173"/>
                  </a:moveTo>
                  <a:lnTo>
                    <a:pt x="72" y="173"/>
                  </a:lnTo>
                  <a:lnTo>
                    <a:pt x="74" y="173"/>
                  </a:lnTo>
                  <a:lnTo>
                    <a:pt x="74" y="175"/>
                  </a:lnTo>
                  <a:lnTo>
                    <a:pt x="74" y="176"/>
                  </a:lnTo>
                  <a:lnTo>
                    <a:pt x="71" y="176"/>
                  </a:lnTo>
                  <a:lnTo>
                    <a:pt x="70" y="175"/>
                  </a:lnTo>
                  <a:lnTo>
                    <a:pt x="68" y="175"/>
                  </a:lnTo>
                  <a:lnTo>
                    <a:pt x="71" y="173"/>
                  </a:lnTo>
                  <a:close/>
                  <a:moveTo>
                    <a:pt x="93" y="160"/>
                  </a:moveTo>
                  <a:lnTo>
                    <a:pt x="95" y="160"/>
                  </a:lnTo>
                  <a:lnTo>
                    <a:pt x="95" y="162"/>
                  </a:lnTo>
                  <a:lnTo>
                    <a:pt x="93" y="162"/>
                  </a:lnTo>
                  <a:lnTo>
                    <a:pt x="92" y="162"/>
                  </a:lnTo>
                  <a:lnTo>
                    <a:pt x="93" y="160"/>
                  </a:lnTo>
                  <a:close/>
                  <a:moveTo>
                    <a:pt x="38" y="129"/>
                  </a:moveTo>
                  <a:lnTo>
                    <a:pt x="39" y="131"/>
                  </a:lnTo>
                  <a:lnTo>
                    <a:pt x="41" y="131"/>
                  </a:lnTo>
                  <a:lnTo>
                    <a:pt x="38" y="133"/>
                  </a:lnTo>
                  <a:lnTo>
                    <a:pt x="35" y="131"/>
                  </a:lnTo>
                  <a:lnTo>
                    <a:pt x="35" y="130"/>
                  </a:lnTo>
                  <a:lnTo>
                    <a:pt x="38" y="129"/>
                  </a:lnTo>
                  <a:close/>
                  <a:moveTo>
                    <a:pt x="38" y="113"/>
                  </a:moveTo>
                  <a:lnTo>
                    <a:pt x="37" y="114"/>
                  </a:lnTo>
                  <a:lnTo>
                    <a:pt x="38" y="115"/>
                  </a:lnTo>
                  <a:lnTo>
                    <a:pt x="35" y="118"/>
                  </a:lnTo>
                  <a:lnTo>
                    <a:pt x="33" y="119"/>
                  </a:lnTo>
                  <a:lnTo>
                    <a:pt x="34" y="115"/>
                  </a:lnTo>
                  <a:lnTo>
                    <a:pt x="38" y="113"/>
                  </a:lnTo>
                  <a:close/>
                  <a:moveTo>
                    <a:pt x="16" y="98"/>
                  </a:moveTo>
                  <a:lnTo>
                    <a:pt x="18" y="100"/>
                  </a:lnTo>
                  <a:lnTo>
                    <a:pt x="21" y="100"/>
                  </a:lnTo>
                  <a:lnTo>
                    <a:pt x="21" y="102"/>
                  </a:lnTo>
                  <a:lnTo>
                    <a:pt x="25" y="108"/>
                  </a:lnTo>
                  <a:lnTo>
                    <a:pt x="22" y="109"/>
                  </a:lnTo>
                  <a:lnTo>
                    <a:pt x="26" y="109"/>
                  </a:lnTo>
                  <a:lnTo>
                    <a:pt x="26" y="114"/>
                  </a:lnTo>
                  <a:lnTo>
                    <a:pt x="25" y="110"/>
                  </a:lnTo>
                  <a:lnTo>
                    <a:pt x="24" y="110"/>
                  </a:lnTo>
                  <a:lnTo>
                    <a:pt x="25" y="112"/>
                  </a:lnTo>
                  <a:lnTo>
                    <a:pt x="24" y="113"/>
                  </a:lnTo>
                  <a:lnTo>
                    <a:pt x="25" y="114"/>
                  </a:lnTo>
                  <a:lnTo>
                    <a:pt x="25" y="115"/>
                  </a:lnTo>
                  <a:lnTo>
                    <a:pt x="22" y="115"/>
                  </a:lnTo>
                  <a:lnTo>
                    <a:pt x="22" y="117"/>
                  </a:lnTo>
                  <a:lnTo>
                    <a:pt x="21" y="118"/>
                  </a:lnTo>
                  <a:lnTo>
                    <a:pt x="20" y="118"/>
                  </a:lnTo>
                  <a:lnTo>
                    <a:pt x="20" y="119"/>
                  </a:lnTo>
                  <a:lnTo>
                    <a:pt x="20" y="119"/>
                  </a:lnTo>
                  <a:lnTo>
                    <a:pt x="17" y="118"/>
                  </a:lnTo>
                  <a:lnTo>
                    <a:pt x="14" y="118"/>
                  </a:lnTo>
                  <a:lnTo>
                    <a:pt x="13" y="113"/>
                  </a:lnTo>
                  <a:lnTo>
                    <a:pt x="9" y="112"/>
                  </a:lnTo>
                  <a:lnTo>
                    <a:pt x="8" y="113"/>
                  </a:lnTo>
                  <a:lnTo>
                    <a:pt x="6" y="115"/>
                  </a:lnTo>
                  <a:lnTo>
                    <a:pt x="5" y="117"/>
                  </a:lnTo>
                  <a:lnTo>
                    <a:pt x="0" y="112"/>
                  </a:lnTo>
                  <a:lnTo>
                    <a:pt x="2" y="106"/>
                  </a:lnTo>
                  <a:lnTo>
                    <a:pt x="5" y="106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9" y="102"/>
                  </a:lnTo>
                  <a:lnTo>
                    <a:pt x="10" y="101"/>
                  </a:lnTo>
                  <a:lnTo>
                    <a:pt x="12" y="101"/>
                  </a:lnTo>
                  <a:lnTo>
                    <a:pt x="13" y="101"/>
                  </a:lnTo>
                  <a:lnTo>
                    <a:pt x="16" y="98"/>
                  </a:lnTo>
                  <a:close/>
                  <a:moveTo>
                    <a:pt x="29" y="92"/>
                  </a:moveTo>
                  <a:lnTo>
                    <a:pt x="30" y="94"/>
                  </a:lnTo>
                  <a:lnTo>
                    <a:pt x="30" y="97"/>
                  </a:lnTo>
                  <a:lnTo>
                    <a:pt x="27" y="96"/>
                  </a:lnTo>
                  <a:lnTo>
                    <a:pt x="27" y="93"/>
                  </a:lnTo>
                  <a:lnTo>
                    <a:pt x="29" y="92"/>
                  </a:lnTo>
                  <a:close/>
                  <a:moveTo>
                    <a:pt x="30" y="88"/>
                  </a:moveTo>
                  <a:lnTo>
                    <a:pt x="31" y="89"/>
                  </a:lnTo>
                  <a:lnTo>
                    <a:pt x="31" y="92"/>
                  </a:lnTo>
                  <a:lnTo>
                    <a:pt x="30" y="90"/>
                  </a:lnTo>
                  <a:lnTo>
                    <a:pt x="30" y="88"/>
                  </a:lnTo>
                  <a:close/>
                  <a:moveTo>
                    <a:pt x="20" y="88"/>
                  </a:moveTo>
                  <a:lnTo>
                    <a:pt x="21" y="92"/>
                  </a:lnTo>
                  <a:lnTo>
                    <a:pt x="18" y="93"/>
                  </a:lnTo>
                  <a:lnTo>
                    <a:pt x="18" y="90"/>
                  </a:lnTo>
                  <a:lnTo>
                    <a:pt x="17" y="92"/>
                  </a:lnTo>
                  <a:lnTo>
                    <a:pt x="17" y="89"/>
                  </a:lnTo>
                  <a:lnTo>
                    <a:pt x="20" y="88"/>
                  </a:lnTo>
                  <a:close/>
                  <a:moveTo>
                    <a:pt x="20" y="84"/>
                  </a:moveTo>
                  <a:lnTo>
                    <a:pt x="20" y="85"/>
                  </a:lnTo>
                  <a:lnTo>
                    <a:pt x="18" y="87"/>
                  </a:lnTo>
                  <a:lnTo>
                    <a:pt x="20" y="84"/>
                  </a:lnTo>
                  <a:close/>
                  <a:moveTo>
                    <a:pt x="25" y="84"/>
                  </a:moveTo>
                  <a:lnTo>
                    <a:pt x="24" y="88"/>
                  </a:lnTo>
                  <a:lnTo>
                    <a:pt x="21" y="90"/>
                  </a:lnTo>
                  <a:lnTo>
                    <a:pt x="21" y="88"/>
                  </a:lnTo>
                  <a:lnTo>
                    <a:pt x="25" y="84"/>
                  </a:lnTo>
                  <a:close/>
                  <a:moveTo>
                    <a:pt x="13" y="77"/>
                  </a:moveTo>
                  <a:lnTo>
                    <a:pt x="14" y="77"/>
                  </a:lnTo>
                  <a:lnTo>
                    <a:pt x="12" y="79"/>
                  </a:lnTo>
                  <a:lnTo>
                    <a:pt x="13" y="77"/>
                  </a:lnTo>
                  <a:close/>
                  <a:moveTo>
                    <a:pt x="21" y="76"/>
                  </a:moveTo>
                  <a:lnTo>
                    <a:pt x="22" y="77"/>
                  </a:lnTo>
                  <a:lnTo>
                    <a:pt x="24" y="79"/>
                  </a:lnTo>
                  <a:lnTo>
                    <a:pt x="25" y="80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18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1" y="79"/>
                  </a:lnTo>
                  <a:lnTo>
                    <a:pt x="18" y="77"/>
                  </a:lnTo>
                  <a:lnTo>
                    <a:pt x="21" y="76"/>
                  </a:lnTo>
                  <a:close/>
                  <a:moveTo>
                    <a:pt x="17" y="75"/>
                  </a:moveTo>
                  <a:lnTo>
                    <a:pt x="17" y="76"/>
                  </a:lnTo>
                  <a:lnTo>
                    <a:pt x="16" y="77"/>
                  </a:lnTo>
                  <a:lnTo>
                    <a:pt x="17" y="75"/>
                  </a:lnTo>
                  <a:close/>
                  <a:moveTo>
                    <a:pt x="21" y="71"/>
                  </a:moveTo>
                  <a:lnTo>
                    <a:pt x="20" y="72"/>
                  </a:lnTo>
                  <a:lnTo>
                    <a:pt x="20" y="71"/>
                  </a:lnTo>
                  <a:lnTo>
                    <a:pt x="21" y="71"/>
                  </a:lnTo>
                  <a:close/>
                  <a:moveTo>
                    <a:pt x="18" y="69"/>
                  </a:moveTo>
                  <a:lnTo>
                    <a:pt x="20" y="71"/>
                  </a:lnTo>
                  <a:lnTo>
                    <a:pt x="18" y="71"/>
                  </a:lnTo>
                  <a:lnTo>
                    <a:pt x="18" y="69"/>
                  </a:lnTo>
                  <a:lnTo>
                    <a:pt x="18" y="69"/>
                  </a:lnTo>
                  <a:close/>
                  <a:moveTo>
                    <a:pt x="8" y="68"/>
                  </a:moveTo>
                  <a:lnTo>
                    <a:pt x="9" y="69"/>
                  </a:lnTo>
                  <a:lnTo>
                    <a:pt x="8" y="71"/>
                  </a:lnTo>
                  <a:lnTo>
                    <a:pt x="8" y="69"/>
                  </a:lnTo>
                  <a:lnTo>
                    <a:pt x="8" y="68"/>
                  </a:lnTo>
                  <a:close/>
                  <a:moveTo>
                    <a:pt x="9" y="63"/>
                  </a:moveTo>
                  <a:lnTo>
                    <a:pt x="10" y="63"/>
                  </a:lnTo>
                  <a:lnTo>
                    <a:pt x="10" y="64"/>
                  </a:lnTo>
                  <a:lnTo>
                    <a:pt x="10" y="65"/>
                  </a:lnTo>
                  <a:lnTo>
                    <a:pt x="10" y="68"/>
                  </a:lnTo>
                  <a:lnTo>
                    <a:pt x="9" y="68"/>
                  </a:lnTo>
                  <a:lnTo>
                    <a:pt x="8" y="65"/>
                  </a:lnTo>
                  <a:lnTo>
                    <a:pt x="9" y="64"/>
                  </a:lnTo>
                  <a:lnTo>
                    <a:pt x="9" y="63"/>
                  </a:lnTo>
                  <a:close/>
                  <a:moveTo>
                    <a:pt x="10" y="62"/>
                  </a:moveTo>
                  <a:lnTo>
                    <a:pt x="10" y="63"/>
                  </a:lnTo>
                  <a:lnTo>
                    <a:pt x="9" y="63"/>
                  </a:lnTo>
                  <a:lnTo>
                    <a:pt x="9" y="62"/>
                  </a:lnTo>
                  <a:lnTo>
                    <a:pt x="10" y="62"/>
                  </a:lnTo>
                  <a:close/>
                  <a:moveTo>
                    <a:pt x="9" y="59"/>
                  </a:moveTo>
                  <a:lnTo>
                    <a:pt x="12" y="59"/>
                  </a:lnTo>
                  <a:lnTo>
                    <a:pt x="12" y="60"/>
                  </a:lnTo>
                  <a:lnTo>
                    <a:pt x="9" y="60"/>
                  </a:lnTo>
                  <a:lnTo>
                    <a:pt x="8" y="59"/>
                  </a:lnTo>
                  <a:lnTo>
                    <a:pt x="9" y="59"/>
                  </a:lnTo>
                  <a:close/>
                  <a:moveTo>
                    <a:pt x="20" y="59"/>
                  </a:moveTo>
                  <a:lnTo>
                    <a:pt x="21" y="60"/>
                  </a:lnTo>
                  <a:lnTo>
                    <a:pt x="21" y="64"/>
                  </a:lnTo>
                  <a:lnTo>
                    <a:pt x="22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4" y="67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2" y="67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7" y="63"/>
                  </a:lnTo>
                  <a:lnTo>
                    <a:pt x="17" y="64"/>
                  </a:lnTo>
                  <a:lnTo>
                    <a:pt x="14" y="63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8" y="62"/>
                  </a:lnTo>
                  <a:lnTo>
                    <a:pt x="18" y="59"/>
                  </a:lnTo>
                  <a:lnTo>
                    <a:pt x="20" y="59"/>
                  </a:lnTo>
                  <a:close/>
                  <a:moveTo>
                    <a:pt x="14" y="55"/>
                  </a:moveTo>
                  <a:lnTo>
                    <a:pt x="16" y="55"/>
                  </a:lnTo>
                  <a:lnTo>
                    <a:pt x="13" y="58"/>
                  </a:lnTo>
                  <a:lnTo>
                    <a:pt x="12" y="56"/>
                  </a:lnTo>
                  <a:lnTo>
                    <a:pt x="13" y="56"/>
                  </a:lnTo>
                  <a:lnTo>
                    <a:pt x="13" y="55"/>
                  </a:lnTo>
                  <a:lnTo>
                    <a:pt x="14" y="55"/>
                  </a:lnTo>
                  <a:close/>
                  <a:moveTo>
                    <a:pt x="21" y="44"/>
                  </a:moveTo>
                  <a:lnTo>
                    <a:pt x="21" y="48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8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3" y="52"/>
                  </a:lnTo>
                  <a:lnTo>
                    <a:pt x="12" y="51"/>
                  </a:lnTo>
                  <a:lnTo>
                    <a:pt x="13" y="50"/>
                  </a:lnTo>
                  <a:lnTo>
                    <a:pt x="16" y="51"/>
                  </a:lnTo>
                  <a:lnTo>
                    <a:pt x="16" y="48"/>
                  </a:lnTo>
                  <a:lnTo>
                    <a:pt x="21" y="44"/>
                  </a:lnTo>
                  <a:close/>
                  <a:moveTo>
                    <a:pt x="50" y="43"/>
                  </a:moveTo>
                  <a:lnTo>
                    <a:pt x="50" y="43"/>
                  </a:lnTo>
                  <a:lnTo>
                    <a:pt x="49" y="46"/>
                  </a:lnTo>
                  <a:lnTo>
                    <a:pt x="50" y="46"/>
                  </a:lnTo>
                  <a:lnTo>
                    <a:pt x="49" y="48"/>
                  </a:lnTo>
                  <a:lnTo>
                    <a:pt x="47" y="48"/>
                  </a:lnTo>
                  <a:lnTo>
                    <a:pt x="46" y="51"/>
                  </a:lnTo>
                  <a:lnTo>
                    <a:pt x="41" y="55"/>
                  </a:lnTo>
                  <a:lnTo>
                    <a:pt x="41" y="56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42" y="56"/>
                  </a:lnTo>
                  <a:lnTo>
                    <a:pt x="41" y="59"/>
                  </a:lnTo>
                  <a:lnTo>
                    <a:pt x="39" y="62"/>
                  </a:lnTo>
                  <a:lnTo>
                    <a:pt x="39" y="62"/>
                  </a:lnTo>
                  <a:lnTo>
                    <a:pt x="41" y="60"/>
                  </a:lnTo>
                  <a:lnTo>
                    <a:pt x="42" y="60"/>
                  </a:lnTo>
                  <a:lnTo>
                    <a:pt x="43" y="60"/>
                  </a:lnTo>
                  <a:lnTo>
                    <a:pt x="45" y="59"/>
                  </a:lnTo>
                  <a:lnTo>
                    <a:pt x="46" y="59"/>
                  </a:lnTo>
                  <a:lnTo>
                    <a:pt x="47" y="59"/>
                  </a:lnTo>
                  <a:lnTo>
                    <a:pt x="49" y="59"/>
                  </a:lnTo>
                  <a:lnTo>
                    <a:pt x="50" y="59"/>
                  </a:lnTo>
                  <a:lnTo>
                    <a:pt x="51" y="59"/>
                  </a:lnTo>
                  <a:lnTo>
                    <a:pt x="54" y="59"/>
                  </a:lnTo>
                  <a:lnTo>
                    <a:pt x="58" y="59"/>
                  </a:lnTo>
                  <a:lnTo>
                    <a:pt x="59" y="59"/>
                  </a:lnTo>
                  <a:lnTo>
                    <a:pt x="62" y="60"/>
                  </a:lnTo>
                  <a:lnTo>
                    <a:pt x="62" y="63"/>
                  </a:lnTo>
                  <a:lnTo>
                    <a:pt x="60" y="64"/>
                  </a:lnTo>
                  <a:lnTo>
                    <a:pt x="59" y="67"/>
                  </a:lnTo>
                  <a:lnTo>
                    <a:pt x="59" y="68"/>
                  </a:lnTo>
                  <a:lnTo>
                    <a:pt x="58" y="69"/>
                  </a:lnTo>
                  <a:lnTo>
                    <a:pt x="58" y="71"/>
                  </a:lnTo>
                  <a:lnTo>
                    <a:pt x="58" y="72"/>
                  </a:lnTo>
                  <a:lnTo>
                    <a:pt x="55" y="75"/>
                  </a:lnTo>
                  <a:lnTo>
                    <a:pt x="55" y="76"/>
                  </a:lnTo>
                  <a:lnTo>
                    <a:pt x="54" y="77"/>
                  </a:lnTo>
                  <a:lnTo>
                    <a:pt x="53" y="79"/>
                  </a:lnTo>
                  <a:lnTo>
                    <a:pt x="50" y="79"/>
                  </a:lnTo>
                  <a:lnTo>
                    <a:pt x="49" y="80"/>
                  </a:lnTo>
                  <a:lnTo>
                    <a:pt x="49" y="81"/>
                  </a:lnTo>
                  <a:lnTo>
                    <a:pt x="51" y="79"/>
                  </a:lnTo>
                  <a:lnTo>
                    <a:pt x="53" y="80"/>
                  </a:lnTo>
                  <a:lnTo>
                    <a:pt x="53" y="81"/>
                  </a:lnTo>
                  <a:lnTo>
                    <a:pt x="54" y="83"/>
                  </a:lnTo>
                  <a:lnTo>
                    <a:pt x="53" y="84"/>
                  </a:lnTo>
                  <a:lnTo>
                    <a:pt x="50" y="84"/>
                  </a:lnTo>
                  <a:lnTo>
                    <a:pt x="50" y="85"/>
                  </a:lnTo>
                  <a:lnTo>
                    <a:pt x="47" y="87"/>
                  </a:lnTo>
                  <a:lnTo>
                    <a:pt x="45" y="85"/>
                  </a:lnTo>
                  <a:lnTo>
                    <a:pt x="43" y="85"/>
                  </a:lnTo>
                  <a:lnTo>
                    <a:pt x="43" y="87"/>
                  </a:lnTo>
                  <a:lnTo>
                    <a:pt x="46" y="87"/>
                  </a:lnTo>
                  <a:lnTo>
                    <a:pt x="47" y="87"/>
                  </a:lnTo>
                  <a:lnTo>
                    <a:pt x="50" y="88"/>
                  </a:lnTo>
                  <a:lnTo>
                    <a:pt x="53" y="87"/>
                  </a:lnTo>
                  <a:lnTo>
                    <a:pt x="53" y="85"/>
                  </a:lnTo>
                  <a:lnTo>
                    <a:pt x="55" y="87"/>
                  </a:lnTo>
                  <a:lnTo>
                    <a:pt x="58" y="88"/>
                  </a:lnTo>
                  <a:lnTo>
                    <a:pt x="59" y="88"/>
                  </a:lnTo>
                  <a:lnTo>
                    <a:pt x="63" y="93"/>
                  </a:lnTo>
                  <a:lnTo>
                    <a:pt x="63" y="93"/>
                  </a:lnTo>
                  <a:lnTo>
                    <a:pt x="64" y="94"/>
                  </a:lnTo>
                  <a:lnTo>
                    <a:pt x="66" y="101"/>
                  </a:lnTo>
                  <a:lnTo>
                    <a:pt x="67" y="102"/>
                  </a:lnTo>
                  <a:lnTo>
                    <a:pt x="68" y="108"/>
                  </a:lnTo>
                  <a:lnTo>
                    <a:pt x="70" y="108"/>
                  </a:lnTo>
                  <a:lnTo>
                    <a:pt x="70" y="109"/>
                  </a:lnTo>
                  <a:lnTo>
                    <a:pt x="74" y="110"/>
                  </a:lnTo>
                  <a:lnTo>
                    <a:pt x="76" y="112"/>
                  </a:lnTo>
                  <a:lnTo>
                    <a:pt x="78" y="115"/>
                  </a:lnTo>
                  <a:lnTo>
                    <a:pt x="79" y="115"/>
                  </a:lnTo>
                  <a:lnTo>
                    <a:pt x="79" y="117"/>
                  </a:lnTo>
                  <a:lnTo>
                    <a:pt x="81" y="117"/>
                  </a:lnTo>
                  <a:lnTo>
                    <a:pt x="80" y="117"/>
                  </a:lnTo>
                  <a:lnTo>
                    <a:pt x="79" y="119"/>
                  </a:lnTo>
                  <a:lnTo>
                    <a:pt x="80" y="121"/>
                  </a:lnTo>
                  <a:lnTo>
                    <a:pt x="84" y="125"/>
                  </a:lnTo>
                  <a:lnTo>
                    <a:pt x="83" y="125"/>
                  </a:lnTo>
                  <a:lnTo>
                    <a:pt x="81" y="125"/>
                  </a:lnTo>
                  <a:lnTo>
                    <a:pt x="80" y="123"/>
                  </a:lnTo>
                  <a:lnTo>
                    <a:pt x="79" y="123"/>
                  </a:lnTo>
                  <a:lnTo>
                    <a:pt x="78" y="123"/>
                  </a:lnTo>
                  <a:lnTo>
                    <a:pt x="76" y="123"/>
                  </a:lnTo>
                  <a:lnTo>
                    <a:pt x="75" y="123"/>
                  </a:lnTo>
                  <a:lnTo>
                    <a:pt x="76" y="123"/>
                  </a:lnTo>
                  <a:lnTo>
                    <a:pt x="78" y="125"/>
                  </a:lnTo>
                  <a:lnTo>
                    <a:pt x="79" y="123"/>
                  </a:lnTo>
                  <a:lnTo>
                    <a:pt x="79" y="123"/>
                  </a:lnTo>
                  <a:lnTo>
                    <a:pt x="80" y="126"/>
                  </a:lnTo>
                  <a:lnTo>
                    <a:pt x="83" y="127"/>
                  </a:lnTo>
                  <a:lnTo>
                    <a:pt x="84" y="127"/>
                  </a:lnTo>
                  <a:lnTo>
                    <a:pt x="87" y="131"/>
                  </a:lnTo>
                  <a:lnTo>
                    <a:pt x="87" y="134"/>
                  </a:lnTo>
                  <a:lnTo>
                    <a:pt x="83" y="137"/>
                  </a:lnTo>
                  <a:lnTo>
                    <a:pt x="85" y="138"/>
                  </a:lnTo>
                  <a:lnTo>
                    <a:pt x="87" y="139"/>
                  </a:lnTo>
                  <a:lnTo>
                    <a:pt x="88" y="138"/>
                  </a:lnTo>
                  <a:lnTo>
                    <a:pt x="88" y="135"/>
                  </a:lnTo>
                  <a:lnTo>
                    <a:pt x="92" y="135"/>
                  </a:lnTo>
                  <a:lnTo>
                    <a:pt x="97" y="135"/>
                  </a:lnTo>
                  <a:lnTo>
                    <a:pt x="101" y="139"/>
                  </a:lnTo>
                  <a:lnTo>
                    <a:pt x="101" y="142"/>
                  </a:lnTo>
                  <a:lnTo>
                    <a:pt x="103" y="143"/>
                  </a:lnTo>
                  <a:lnTo>
                    <a:pt x="101" y="146"/>
                  </a:lnTo>
                  <a:lnTo>
                    <a:pt x="101" y="150"/>
                  </a:lnTo>
                  <a:lnTo>
                    <a:pt x="100" y="150"/>
                  </a:lnTo>
                  <a:lnTo>
                    <a:pt x="99" y="152"/>
                  </a:lnTo>
                  <a:lnTo>
                    <a:pt x="99" y="151"/>
                  </a:lnTo>
                  <a:lnTo>
                    <a:pt x="97" y="151"/>
                  </a:lnTo>
                  <a:lnTo>
                    <a:pt x="96" y="152"/>
                  </a:lnTo>
                  <a:lnTo>
                    <a:pt x="99" y="152"/>
                  </a:lnTo>
                  <a:lnTo>
                    <a:pt x="97" y="152"/>
                  </a:lnTo>
                  <a:lnTo>
                    <a:pt x="99" y="154"/>
                  </a:lnTo>
                  <a:lnTo>
                    <a:pt x="97" y="154"/>
                  </a:lnTo>
                  <a:lnTo>
                    <a:pt x="96" y="155"/>
                  </a:lnTo>
                  <a:lnTo>
                    <a:pt x="95" y="155"/>
                  </a:lnTo>
                  <a:lnTo>
                    <a:pt x="93" y="155"/>
                  </a:lnTo>
                  <a:lnTo>
                    <a:pt x="92" y="156"/>
                  </a:lnTo>
                  <a:lnTo>
                    <a:pt x="95" y="156"/>
                  </a:lnTo>
                  <a:lnTo>
                    <a:pt x="95" y="158"/>
                  </a:lnTo>
                  <a:lnTo>
                    <a:pt x="93" y="159"/>
                  </a:lnTo>
                  <a:lnTo>
                    <a:pt x="92" y="159"/>
                  </a:lnTo>
                  <a:lnTo>
                    <a:pt x="89" y="160"/>
                  </a:lnTo>
                  <a:lnTo>
                    <a:pt x="91" y="160"/>
                  </a:lnTo>
                  <a:lnTo>
                    <a:pt x="93" y="160"/>
                  </a:lnTo>
                  <a:lnTo>
                    <a:pt x="92" y="160"/>
                  </a:lnTo>
                  <a:lnTo>
                    <a:pt x="92" y="160"/>
                  </a:lnTo>
                  <a:lnTo>
                    <a:pt x="91" y="162"/>
                  </a:lnTo>
                  <a:lnTo>
                    <a:pt x="92" y="162"/>
                  </a:lnTo>
                  <a:lnTo>
                    <a:pt x="95" y="163"/>
                  </a:lnTo>
                  <a:lnTo>
                    <a:pt x="95" y="162"/>
                  </a:lnTo>
                  <a:lnTo>
                    <a:pt x="97" y="162"/>
                  </a:lnTo>
                  <a:lnTo>
                    <a:pt x="101" y="162"/>
                  </a:lnTo>
                  <a:lnTo>
                    <a:pt x="100" y="163"/>
                  </a:lnTo>
                  <a:lnTo>
                    <a:pt x="100" y="164"/>
                  </a:lnTo>
                  <a:lnTo>
                    <a:pt x="100" y="165"/>
                  </a:lnTo>
                  <a:lnTo>
                    <a:pt x="99" y="165"/>
                  </a:lnTo>
                  <a:lnTo>
                    <a:pt x="96" y="168"/>
                  </a:lnTo>
                  <a:lnTo>
                    <a:pt x="96" y="169"/>
                  </a:lnTo>
                  <a:lnTo>
                    <a:pt x="95" y="169"/>
                  </a:lnTo>
                  <a:lnTo>
                    <a:pt x="93" y="169"/>
                  </a:lnTo>
                  <a:lnTo>
                    <a:pt x="92" y="171"/>
                  </a:lnTo>
                  <a:lnTo>
                    <a:pt x="91" y="171"/>
                  </a:lnTo>
                  <a:lnTo>
                    <a:pt x="88" y="172"/>
                  </a:lnTo>
                  <a:lnTo>
                    <a:pt x="87" y="172"/>
                  </a:lnTo>
                  <a:lnTo>
                    <a:pt x="85" y="171"/>
                  </a:lnTo>
                  <a:lnTo>
                    <a:pt x="83" y="172"/>
                  </a:lnTo>
                  <a:lnTo>
                    <a:pt x="79" y="172"/>
                  </a:lnTo>
                  <a:lnTo>
                    <a:pt x="78" y="173"/>
                  </a:lnTo>
                  <a:lnTo>
                    <a:pt x="75" y="172"/>
                  </a:lnTo>
                  <a:lnTo>
                    <a:pt x="75" y="171"/>
                  </a:lnTo>
                  <a:lnTo>
                    <a:pt x="74" y="172"/>
                  </a:lnTo>
                  <a:lnTo>
                    <a:pt x="74" y="172"/>
                  </a:lnTo>
                  <a:lnTo>
                    <a:pt x="71" y="172"/>
                  </a:lnTo>
                  <a:lnTo>
                    <a:pt x="68" y="173"/>
                  </a:lnTo>
                  <a:lnTo>
                    <a:pt x="67" y="173"/>
                  </a:lnTo>
                  <a:lnTo>
                    <a:pt x="64" y="175"/>
                  </a:lnTo>
                  <a:lnTo>
                    <a:pt x="64" y="176"/>
                  </a:lnTo>
                  <a:lnTo>
                    <a:pt x="62" y="176"/>
                  </a:lnTo>
                  <a:lnTo>
                    <a:pt x="59" y="176"/>
                  </a:lnTo>
                  <a:lnTo>
                    <a:pt x="59" y="176"/>
                  </a:lnTo>
                  <a:lnTo>
                    <a:pt x="56" y="175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50" y="176"/>
                  </a:lnTo>
                  <a:lnTo>
                    <a:pt x="49" y="176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7" y="180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3" y="183"/>
                  </a:lnTo>
                  <a:lnTo>
                    <a:pt x="42" y="181"/>
                  </a:lnTo>
                  <a:lnTo>
                    <a:pt x="41" y="181"/>
                  </a:lnTo>
                  <a:lnTo>
                    <a:pt x="41" y="180"/>
                  </a:lnTo>
                  <a:lnTo>
                    <a:pt x="39" y="180"/>
                  </a:lnTo>
                  <a:lnTo>
                    <a:pt x="38" y="180"/>
                  </a:lnTo>
                  <a:lnTo>
                    <a:pt x="35" y="181"/>
                  </a:lnTo>
                  <a:lnTo>
                    <a:pt x="34" y="180"/>
                  </a:lnTo>
                  <a:lnTo>
                    <a:pt x="33" y="183"/>
                  </a:lnTo>
                  <a:lnTo>
                    <a:pt x="33" y="183"/>
                  </a:lnTo>
                  <a:lnTo>
                    <a:pt x="30" y="184"/>
                  </a:lnTo>
                  <a:lnTo>
                    <a:pt x="30" y="183"/>
                  </a:lnTo>
                  <a:lnTo>
                    <a:pt x="29" y="184"/>
                  </a:lnTo>
                  <a:lnTo>
                    <a:pt x="30" y="185"/>
                  </a:lnTo>
                  <a:lnTo>
                    <a:pt x="29" y="187"/>
                  </a:lnTo>
                  <a:lnTo>
                    <a:pt x="27" y="184"/>
                  </a:lnTo>
                  <a:lnTo>
                    <a:pt x="25" y="184"/>
                  </a:lnTo>
                  <a:lnTo>
                    <a:pt x="25" y="185"/>
                  </a:lnTo>
                  <a:lnTo>
                    <a:pt x="22" y="185"/>
                  </a:lnTo>
                  <a:lnTo>
                    <a:pt x="22" y="184"/>
                  </a:lnTo>
                  <a:lnTo>
                    <a:pt x="25" y="183"/>
                  </a:lnTo>
                  <a:lnTo>
                    <a:pt x="26" y="183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77"/>
                  </a:lnTo>
                  <a:lnTo>
                    <a:pt x="33" y="176"/>
                  </a:lnTo>
                  <a:lnTo>
                    <a:pt x="33" y="176"/>
                  </a:lnTo>
                  <a:lnTo>
                    <a:pt x="35" y="173"/>
                  </a:lnTo>
                  <a:lnTo>
                    <a:pt x="35" y="169"/>
                  </a:lnTo>
                  <a:lnTo>
                    <a:pt x="38" y="169"/>
                  </a:lnTo>
                  <a:lnTo>
                    <a:pt x="39" y="168"/>
                  </a:lnTo>
                  <a:lnTo>
                    <a:pt x="39" y="167"/>
                  </a:lnTo>
                  <a:lnTo>
                    <a:pt x="42" y="165"/>
                  </a:lnTo>
                  <a:lnTo>
                    <a:pt x="47" y="165"/>
                  </a:lnTo>
                  <a:lnTo>
                    <a:pt x="50" y="167"/>
                  </a:lnTo>
                  <a:lnTo>
                    <a:pt x="51" y="167"/>
                  </a:lnTo>
                  <a:lnTo>
                    <a:pt x="53" y="167"/>
                  </a:lnTo>
                  <a:lnTo>
                    <a:pt x="53" y="163"/>
                  </a:lnTo>
                  <a:lnTo>
                    <a:pt x="55" y="160"/>
                  </a:lnTo>
                  <a:lnTo>
                    <a:pt x="59" y="158"/>
                  </a:lnTo>
                  <a:lnTo>
                    <a:pt x="56" y="159"/>
                  </a:lnTo>
                  <a:lnTo>
                    <a:pt x="55" y="160"/>
                  </a:lnTo>
                  <a:lnTo>
                    <a:pt x="53" y="160"/>
                  </a:lnTo>
                  <a:lnTo>
                    <a:pt x="51" y="162"/>
                  </a:lnTo>
                  <a:lnTo>
                    <a:pt x="50" y="163"/>
                  </a:lnTo>
                  <a:lnTo>
                    <a:pt x="46" y="163"/>
                  </a:lnTo>
                  <a:lnTo>
                    <a:pt x="45" y="162"/>
                  </a:lnTo>
                  <a:lnTo>
                    <a:pt x="43" y="159"/>
                  </a:lnTo>
                  <a:lnTo>
                    <a:pt x="42" y="160"/>
                  </a:lnTo>
                  <a:lnTo>
                    <a:pt x="42" y="160"/>
                  </a:lnTo>
                  <a:lnTo>
                    <a:pt x="38" y="160"/>
                  </a:lnTo>
                  <a:lnTo>
                    <a:pt x="38" y="159"/>
                  </a:lnTo>
                  <a:lnTo>
                    <a:pt x="41" y="159"/>
                  </a:lnTo>
                  <a:lnTo>
                    <a:pt x="38" y="158"/>
                  </a:lnTo>
                  <a:lnTo>
                    <a:pt x="38" y="156"/>
                  </a:lnTo>
                  <a:lnTo>
                    <a:pt x="35" y="158"/>
                  </a:lnTo>
                  <a:lnTo>
                    <a:pt x="33" y="159"/>
                  </a:lnTo>
                  <a:lnTo>
                    <a:pt x="31" y="159"/>
                  </a:lnTo>
                  <a:lnTo>
                    <a:pt x="30" y="159"/>
                  </a:lnTo>
                  <a:lnTo>
                    <a:pt x="31" y="158"/>
                  </a:lnTo>
                  <a:lnTo>
                    <a:pt x="27" y="158"/>
                  </a:lnTo>
                  <a:lnTo>
                    <a:pt x="30" y="156"/>
                  </a:lnTo>
                  <a:lnTo>
                    <a:pt x="30" y="155"/>
                  </a:lnTo>
                  <a:lnTo>
                    <a:pt x="27" y="155"/>
                  </a:lnTo>
                  <a:lnTo>
                    <a:pt x="30" y="152"/>
                  </a:lnTo>
                  <a:lnTo>
                    <a:pt x="31" y="152"/>
                  </a:lnTo>
                  <a:lnTo>
                    <a:pt x="34" y="151"/>
                  </a:lnTo>
                  <a:lnTo>
                    <a:pt x="35" y="151"/>
                  </a:lnTo>
                  <a:lnTo>
                    <a:pt x="37" y="150"/>
                  </a:lnTo>
                  <a:lnTo>
                    <a:pt x="39" y="150"/>
                  </a:lnTo>
                  <a:lnTo>
                    <a:pt x="42" y="144"/>
                  </a:lnTo>
                  <a:lnTo>
                    <a:pt x="41" y="144"/>
                  </a:lnTo>
                  <a:lnTo>
                    <a:pt x="39" y="142"/>
                  </a:lnTo>
                  <a:lnTo>
                    <a:pt x="41" y="142"/>
                  </a:lnTo>
                  <a:lnTo>
                    <a:pt x="39" y="139"/>
                  </a:lnTo>
                  <a:lnTo>
                    <a:pt x="41" y="138"/>
                  </a:lnTo>
                  <a:lnTo>
                    <a:pt x="37" y="139"/>
                  </a:lnTo>
                  <a:lnTo>
                    <a:pt x="35" y="140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4" y="138"/>
                  </a:lnTo>
                  <a:lnTo>
                    <a:pt x="37" y="137"/>
                  </a:lnTo>
                  <a:lnTo>
                    <a:pt x="39" y="134"/>
                  </a:lnTo>
                  <a:lnTo>
                    <a:pt x="43" y="131"/>
                  </a:lnTo>
                  <a:lnTo>
                    <a:pt x="45" y="131"/>
                  </a:lnTo>
                  <a:lnTo>
                    <a:pt x="49" y="131"/>
                  </a:lnTo>
                  <a:lnTo>
                    <a:pt x="50" y="133"/>
                  </a:lnTo>
                  <a:lnTo>
                    <a:pt x="53" y="133"/>
                  </a:lnTo>
                  <a:lnTo>
                    <a:pt x="51" y="131"/>
                  </a:lnTo>
                  <a:lnTo>
                    <a:pt x="50" y="130"/>
                  </a:lnTo>
                  <a:lnTo>
                    <a:pt x="51" y="130"/>
                  </a:lnTo>
                  <a:lnTo>
                    <a:pt x="53" y="131"/>
                  </a:lnTo>
                  <a:lnTo>
                    <a:pt x="54" y="131"/>
                  </a:lnTo>
                  <a:lnTo>
                    <a:pt x="55" y="130"/>
                  </a:lnTo>
                  <a:lnTo>
                    <a:pt x="54" y="130"/>
                  </a:lnTo>
                  <a:lnTo>
                    <a:pt x="51" y="129"/>
                  </a:lnTo>
                  <a:lnTo>
                    <a:pt x="50" y="127"/>
                  </a:lnTo>
                  <a:lnTo>
                    <a:pt x="51" y="125"/>
                  </a:lnTo>
                  <a:lnTo>
                    <a:pt x="51" y="122"/>
                  </a:lnTo>
                  <a:lnTo>
                    <a:pt x="54" y="119"/>
                  </a:lnTo>
                  <a:lnTo>
                    <a:pt x="53" y="119"/>
                  </a:lnTo>
                  <a:lnTo>
                    <a:pt x="54" y="117"/>
                  </a:lnTo>
                  <a:lnTo>
                    <a:pt x="51" y="115"/>
                  </a:lnTo>
                  <a:lnTo>
                    <a:pt x="49" y="118"/>
                  </a:lnTo>
                  <a:lnTo>
                    <a:pt x="49" y="115"/>
                  </a:lnTo>
                  <a:lnTo>
                    <a:pt x="47" y="117"/>
                  </a:lnTo>
                  <a:lnTo>
                    <a:pt x="45" y="112"/>
                  </a:lnTo>
                  <a:lnTo>
                    <a:pt x="47" y="105"/>
                  </a:lnTo>
                  <a:lnTo>
                    <a:pt x="51" y="104"/>
                  </a:lnTo>
                  <a:lnTo>
                    <a:pt x="45" y="104"/>
                  </a:lnTo>
                  <a:lnTo>
                    <a:pt x="45" y="105"/>
                  </a:lnTo>
                  <a:lnTo>
                    <a:pt x="42" y="105"/>
                  </a:lnTo>
                  <a:lnTo>
                    <a:pt x="42" y="106"/>
                  </a:lnTo>
                  <a:lnTo>
                    <a:pt x="41" y="106"/>
                  </a:lnTo>
                  <a:lnTo>
                    <a:pt x="37" y="105"/>
                  </a:lnTo>
                  <a:lnTo>
                    <a:pt x="35" y="105"/>
                  </a:lnTo>
                  <a:lnTo>
                    <a:pt x="38" y="106"/>
                  </a:lnTo>
                  <a:lnTo>
                    <a:pt x="37" y="109"/>
                  </a:lnTo>
                  <a:lnTo>
                    <a:pt x="33" y="105"/>
                  </a:lnTo>
                  <a:lnTo>
                    <a:pt x="31" y="106"/>
                  </a:lnTo>
                  <a:lnTo>
                    <a:pt x="33" y="109"/>
                  </a:lnTo>
                  <a:lnTo>
                    <a:pt x="30" y="106"/>
                  </a:lnTo>
                  <a:lnTo>
                    <a:pt x="30" y="104"/>
                  </a:lnTo>
                  <a:lnTo>
                    <a:pt x="31" y="105"/>
                  </a:lnTo>
                  <a:lnTo>
                    <a:pt x="31" y="102"/>
                  </a:lnTo>
                  <a:lnTo>
                    <a:pt x="33" y="97"/>
                  </a:lnTo>
                  <a:lnTo>
                    <a:pt x="35" y="94"/>
                  </a:lnTo>
                  <a:lnTo>
                    <a:pt x="34" y="93"/>
                  </a:lnTo>
                  <a:lnTo>
                    <a:pt x="33" y="93"/>
                  </a:lnTo>
                  <a:lnTo>
                    <a:pt x="33" y="90"/>
                  </a:lnTo>
                  <a:lnTo>
                    <a:pt x="33" y="87"/>
                  </a:lnTo>
                  <a:lnTo>
                    <a:pt x="35" y="88"/>
                  </a:lnTo>
                  <a:lnTo>
                    <a:pt x="33" y="85"/>
                  </a:lnTo>
                  <a:lnTo>
                    <a:pt x="33" y="84"/>
                  </a:lnTo>
                  <a:lnTo>
                    <a:pt x="33" y="84"/>
                  </a:lnTo>
                  <a:lnTo>
                    <a:pt x="33" y="85"/>
                  </a:lnTo>
                  <a:lnTo>
                    <a:pt x="31" y="89"/>
                  </a:lnTo>
                  <a:lnTo>
                    <a:pt x="30" y="87"/>
                  </a:lnTo>
                  <a:lnTo>
                    <a:pt x="29" y="88"/>
                  </a:lnTo>
                  <a:lnTo>
                    <a:pt x="29" y="89"/>
                  </a:lnTo>
                  <a:lnTo>
                    <a:pt x="27" y="88"/>
                  </a:lnTo>
                  <a:lnTo>
                    <a:pt x="29" y="87"/>
                  </a:lnTo>
                  <a:lnTo>
                    <a:pt x="30" y="83"/>
                  </a:lnTo>
                  <a:lnTo>
                    <a:pt x="27" y="87"/>
                  </a:lnTo>
                  <a:lnTo>
                    <a:pt x="26" y="87"/>
                  </a:lnTo>
                  <a:lnTo>
                    <a:pt x="27" y="90"/>
                  </a:lnTo>
                  <a:lnTo>
                    <a:pt x="26" y="92"/>
                  </a:lnTo>
                  <a:lnTo>
                    <a:pt x="26" y="93"/>
                  </a:lnTo>
                  <a:lnTo>
                    <a:pt x="25" y="96"/>
                  </a:lnTo>
                  <a:lnTo>
                    <a:pt x="26" y="97"/>
                  </a:lnTo>
                  <a:lnTo>
                    <a:pt x="24" y="97"/>
                  </a:lnTo>
                  <a:lnTo>
                    <a:pt x="24" y="97"/>
                  </a:lnTo>
                  <a:lnTo>
                    <a:pt x="25" y="96"/>
                  </a:lnTo>
                  <a:lnTo>
                    <a:pt x="25" y="92"/>
                  </a:lnTo>
                  <a:lnTo>
                    <a:pt x="26" y="90"/>
                  </a:lnTo>
                  <a:lnTo>
                    <a:pt x="25" y="90"/>
                  </a:lnTo>
                  <a:lnTo>
                    <a:pt x="25" y="89"/>
                  </a:lnTo>
                  <a:lnTo>
                    <a:pt x="25" y="88"/>
                  </a:lnTo>
                  <a:lnTo>
                    <a:pt x="25" y="85"/>
                  </a:lnTo>
                  <a:lnTo>
                    <a:pt x="26" y="83"/>
                  </a:lnTo>
                  <a:lnTo>
                    <a:pt x="26" y="83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6"/>
                  </a:lnTo>
                  <a:lnTo>
                    <a:pt x="30" y="75"/>
                  </a:lnTo>
                  <a:lnTo>
                    <a:pt x="29" y="75"/>
                  </a:lnTo>
                  <a:lnTo>
                    <a:pt x="30" y="73"/>
                  </a:lnTo>
                  <a:lnTo>
                    <a:pt x="25" y="79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2" y="76"/>
                  </a:lnTo>
                  <a:lnTo>
                    <a:pt x="24" y="76"/>
                  </a:lnTo>
                  <a:lnTo>
                    <a:pt x="24" y="75"/>
                  </a:lnTo>
                  <a:lnTo>
                    <a:pt x="22" y="75"/>
                  </a:lnTo>
                  <a:lnTo>
                    <a:pt x="21" y="75"/>
                  </a:lnTo>
                  <a:lnTo>
                    <a:pt x="20" y="75"/>
                  </a:lnTo>
                  <a:lnTo>
                    <a:pt x="21" y="73"/>
                  </a:lnTo>
                  <a:lnTo>
                    <a:pt x="22" y="73"/>
                  </a:lnTo>
                  <a:lnTo>
                    <a:pt x="24" y="73"/>
                  </a:lnTo>
                  <a:lnTo>
                    <a:pt x="24" y="72"/>
                  </a:lnTo>
                  <a:lnTo>
                    <a:pt x="24" y="71"/>
                  </a:lnTo>
                  <a:lnTo>
                    <a:pt x="24" y="69"/>
                  </a:lnTo>
                  <a:lnTo>
                    <a:pt x="26" y="71"/>
                  </a:lnTo>
                  <a:lnTo>
                    <a:pt x="25" y="69"/>
                  </a:lnTo>
                  <a:lnTo>
                    <a:pt x="24" y="69"/>
                  </a:lnTo>
                  <a:lnTo>
                    <a:pt x="25" y="68"/>
                  </a:lnTo>
                  <a:lnTo>
                    <a:pt x="26" y="68"/>
                  </a:lnTo>
                  <a:lnTo>
                    <a:pt x="25" y="67"/>
                  </a:lnTo>
                  <a:lnTo>
                    <a:pt x="26" y="65"/>
                  </a:lnTo>
                  <a:lnTo>
                    <a:pt x="26" y="65"/>
                  </a:lnTo>
                  <a:lnTo>
                    <a:pt x="27" y="67"/>
                  </a:lnTo>
                  <a:lnTo>
                    <a:pt x="26" y="65"/>
                  </a:lnTo>
                  <a:lnTo>
                    <a:pt x="27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4" y="63"/>
                  </a:lnTo>
                  <a:lnTo>
                    <a:pt x="24" y="60"/>
                  </a:lnTo>
                  <a:lnTo>
                    <a:pt x="25" y="62"/>
                  </a:lnTo>
                  <a:lnTo>
                    <a:pt x="26" y="62"/>
                  </a:lnTo>
                  <a:lnTo>
                    <a:pt x="25" y="62"/>
                  </a:lnTo>
                  <a:lnTo>
                    <a:pt x="24" y="59"/>
                  </a:lnTo>
                  <a:lnTo>
                    <a:pt x="25" y="59"/>
                  </a:lnTo>
                  <a:lnTo>
                    <a:pt x="24" y="58"/>
                  </a:lnTo>
                  <a:lnTo>
                    <a:pt x="25" y="55"/>
                  </a:lnTo>
                  <a:lnTo>
                    <a:pt x="25" y="58"/>
                  </a:lnTo>
                  <a:lnTo>
                    <a:pt x="26" y="56"/>
                  </a:lnTo>
                  <a:lnTo>
                    <a:pt x="26" y="55"/>
                  </a:lnTo>
                  <a:lnTo>
                    <a:pt x="26" y="55"/>
                  </a:lnTo>
                  <a:lnTo>
                    <a:pt x="27" y="56"/>
                  </a:lnTo>
                  <a:lnTo>
                    <a:pt x="29" y="55"/>
                  </a:lnTo>
                  <a:lnTo>
                    <a:pt x="30" y="56"/>
                  </a:lnTo>
                  <a:lnTo>
                    <a:pt x="30" y="55"/>
                  </a:lnTo>
                  <a:lnTo>
                    <a:pt x="27" y="52"/>
                  </a:lnTo>
                  <a:lnTo>
                    <a:pt x="29" y="52"/>
                  </a:lnTo>
                  <a:lnTo>
                    <a:pt x="29" y="51"/>
                  </a:lnTo>
                  <a:lnTo>
                    <a:pt x="29" y="50"/>
                  </a:lnTo>
                  <a:lnTo>
                    <a:pt x="30" y="50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30" y="46"/>
                  </a:lnTo>
                  <a:lnTo>
                    <a:pt x="31" y="44"/>
                  </a:lnTo>
                  <a:lnTo>
                    <a:pt x="31" y="43"/>
                  </a:lnTo>
                  <a:lnTo>
                    <a:pt x="34" y="44"/>
                  </a:lnTo>
                  <a:lnTo>
                    <a:pt x="34" y="46"/>
                  </a:lnTo>
                  <a:lnTo>
                    <a:pt x="35" y="44"/>
                  </a:lnTo>
                  <a:lnTo>
                    <a:pt x="37" y="44"/>
                  </a:lnTo>
                  <a:lnTo>
                    <a:pt x="37" y="46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5" y="43"/>
                  </a:lnTo>
                  <a:lnTo>
                    <a:pt x="46" y="43"/>
                  </a:lnTo>
                  <a:lnTo>
                    <a:pt x="47" y="43"/>
                  </a:lnTo>
                  <a:lnTo>
                    <a:pt x="50" y="43"/>
                  </a:lnTo>
                  <a:close/>
                  <a:moveTo>
                    <a:pt x="47" y="39"/>
                  </a:moveTo>
                  <a:lnTo>
                    <a:pt x="47" y="39"/>
                  </a:lnTo>
                  <a:lnTo>
                    <a:pt x="47" y="40"/>
                  </a:lnTo>
                  <a:lnTo>
                    <a:pt x="46" y="39"/>
                  </a:lnTo>
                  <a:lnTo>
                    <a:pt x="47" y="39"/>
                  </a:lnTo>
                  <a:close/>
                  <a:moveTo>
                    <a:pt x="47" y="35"/>
                  </a:moveTo>
                  <a:lnTo>
                    <a:pt x="50" y="37"/>
                  </a:lnTo>
                  <a:lnTo>
                    <a:pt x="49" y="37"/>
                  </a:lnTo>
                  <a:lnTo>
                    <a:pt x="51" y="37"/>
                  </a:lnTo>
                  <a:lnTo>
                    <a:pt x="51" y="39"/>
                  </a:lnTo>
                  <a:lnTo>
                    <a:pt x="50" y="38"/>
                  </a:lnTo>
                  <a:lnTo>
                    <a:pt x="47" y="38"/>
                  </a:lnTo>
                  <a:lnTo>
                    <a:pt x="47" y="37"/>
                  </a:lnTo>
                  <a:lnTo>
                    <a:pt x="47" y="38"/>
                  </a:lnTo>
                  <a:lnTo>
                    <a:pt x="46" y="37"/>
                  </a:lnTo>
                  <a:lnTo>
                    <a:pt x="46" y="35"/>
                  </a:lnTo>
                  <a:lnTo>
                    <a:pt x="47" y="35"/>
                  </a:lnTo>
                  <a:close/>
                  <a:moveTo>
                    <a:pt x="50" y="34"/>
                  </a:moveTo>
                  <a:lnTo>
                    <a:pt x="50" y="35"/>
                  </a:lnTo>
                  <a:lnTo>
                    <a:pt x="49" y="34"/>
                  </a:lnTo>
                  <a:lnTo>
                    <a:pt x="50" y="34"/>
                  </a:lnTo>
                  <a:close/>
                  <a:moveTo>
                    <a:pt x="70" y="14"/>
                  </a:moveTo>
                  <a:lnTo>
                    <a:pt x="71" y="14"/>
                  </a:lnTo>
                  <a:lnTo>
                    <a:pt x="68" y="15"/>
                  </a:lnTo>
                  <a:lnTo>
                    <a:pt x="70" y="14"/>
                  </a:lnTo>
                  <a:close/>
                  <a:moveTo>
                    <a:pt x="70" y="6"/>
                  </a:moveTo>
                  <a:lnTo>
                    <a:pt x="71" y="8"/>
                  </a:lnTo>
                  <a:lnTo>
                    <a:pt x="72" y="8"/>
                  </a:lnTo>
                  <a:lnTo>
                    <a:pt x="71" y="9"/>
                  </a:lnTo>
                  <a:lnTo>
                    <a:pt x="71" y="10"/>
                  </a:lnTo>
                  <a:lnTo>
                    <a:pt x="71" y="12"/>
                  </a:lnTo>
                  <a:lnTo>
                    <a:pt x="71" y="13"/>
                  </a:lnTo>
                  <a:lnTo>
                    <a:pt x="70" y="13"/>
                  </a:lnTo>
                  <a:lnTo>
                    <a:pt x="68" y="10"/>
                  </a:lnTo>
                  <a:lnTo>
                    <a:pt x="66" y="10"/>
                  </a:lnTo>
                  <a:lnTo>
                    <a:pt x="64" y="9"/>
                  </a:lnTo>
                  <a:lnTo>
                    <a:pt x="67" y="9"/>
                  </a:lnTo>
                  <a:lnTo>
                    <a:pt x="68" y="9"/>
                  </a:lnTo>
                  <a:lnTo>
                    <a:pt x="70" y="8"/>
                  </a:lnTo>
                  <a:lnTo>
                    <a:pt x="68" y="8"/>
                  </a:lnTo>
                  <a:lnTo>
                    <a:pt x="70" y="6"/>
                  </a:lnTo>
                  <a:close/>
                  <a:moveTo>
                    <a:pt x="68" y="5"/>
                  </a:moveTo>
                  <a:lnTo>
                    <a:pt x="68" y="8"/>
                  </a:lnTo>
                  <a:lnTo>
                    <a:pt x="67" y="6"/>
                  </a:lnTo>
                  <a:lnTo>
                    <a:pt x="67" y="5"/>
                  </a:lnTo>
                  <a:lnTo>
                    <a:pt x="68" y="5"/>
                  </a:lnTo>
                  <a:close/>
                  <a:moveTo>
                    <a:pt x="71" y="1"/>
                  </a:moveTo>
                  <a:lnTo>
                    <a:pt x="71" y="2"/>
                  </a:lnTo>
                  <a:lnTo>
                    <a:pt x="71" y="5"/>
                  </a:lnTo>
                  <a:lnTo>
                    <a:pt x="71" y="6"/>
                  </a:lnTo>
                  <a:lnTo>
                    <a:pt x="70" y="5"/>
                  </a:lnTo>
                  <a:lnTo>
                    <a:pt x="71" y="4"/>
                  </a:lnTo>
                  <a:lnTo>
                    <a:pt x="71" y="1"/>
                  </a:lnTo>
                  <a:close/>
                  <a:moveTo>
                    <a:pt x="74" y="0"/>
                  </a:moveTo>
                  <a:lnTo>
                    <a:pt x="74" y="2"/>
                  </a:lnTo>
                  <a:lnTo>
                    <a:pt x="72" y="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1" name="Freeform 408"/>
            <p:cNvSpPr>
              <a:spLocks noEditPoints="1"/>
            </p:cNvSpPr>
            <p:nvPr/>
          </p:nvSpPr>
          <p:spPr bwMode="auto">
            <a:xfrm>
              <a:off x="5645991" y="2662800"/>
              <a:ext cx="390813" cy="362898"/>
            </a:xfrm>
            <a:custGeom>
              <a:avLst/>
              <a:gdLst>
                <a:gd name="T0" fmla="*/ 154 w 154"/>
                <a:gd name="T1" fmla="*/ 130 h 143"/>
                <a:gd name="T2" fmla="*/ 145 w 154"/>
                <a:gd name="T3" fmla="*/ 142 h 143"/>
                <a:gd name="T4" fmla="*/ 145 w 154"/>
                <a:gd name="T5" fmla="*/ 138 h 143"/>
                <a:gd name="T6" fmla="*/ 144 w 154"/>
                <a:gd name="T7" fmla="*/ 134 h 143"/>
                <a:gd name="T8" fmla="*/ 142 w 154"/>
                <a:gd name="T9" fmla="*/ 129 h 143"/>
                <a:gd name="T10" fmla="*/ 152 w 154"/>
                <a:gd name="T11" fmla="*/ 125 h 143"/>
                <a:gd name="T12" fmla="*/ 80 w 154"/>
                <a:gd name="T13" fmla="*/ 1 h 143"/>
                <a:gd name="T14" fmla="*/ 88 w 154"/>
                <a:gd name="T15" fmla="*/ 10 h 143"/>
                <a:gd name="T16" fmla="*/ 95 w 154"/>
                <a:gd name="T17" fmla="*/ 17 h 143"/>
                <a:gd name="T18" fmla="*/ 104 w 154"/>
                <a:gd name="T19" fmla="*/ 21 h 143"/>
                <a:gd name="T20" fmla="*/ 113 w 154"/>
                <a:gd name="T21" fmla="*/ 25 h 143"/>
                <a:gd name="T22" fmla="*/ 121 w 154"/>
                <a:gd name="T23" fmla="*/ 29 h 143"/>
                <a:gd name="T24" fmla="*/ 133 w 154"/>
                <a:gd name="T25" fmla="*/ 30 h 143"/>
                <a:gd name="T26" fmla="*/ 129 w 154"/>
                <a:gd name="T27" fmla="*/ 41 h 143"/>
                <a:gd name="T28" fmla="*/ 128 w 154"/>
                <a:gd name="T29" fmla="*/ 54 h 143"/>
                <a:gd name="T30" fmla="*/ 123 w 154"/>
                <a:gd name="T31" fmla="*/ 55 h 143"/>
                <a:gd name="T32" fmla="*/ 115 w 154"/>
                <a:gd name="T33" fmla="*/ 67 h 143"/>
                <a:gd name="T34" fmla="*/ 111 w 154"/>
                <a:gd name="T35" fmla="*/ 75 h 143"/>
                <a:gd name="T36" fmla="*/ 120 w 154"/>
                <a:gd name="T37" fmla="*/ 70 h 143"/>
                <a:gd name="T38" fmla="*/ 124 w 154"/>
                <a:gd name="T39" fmla="*/ 79 h 143"/>
                <a:gd name="T40" fmla="*/ 123 w 154"/>
                <a:gd name="T41" fmla="*/ 88 h 143"/>
                <a:gd name="T42" fmla="*/ 132 w 154"/>
                <a:gd name="T43" fmla="*/ 102 h 143"/>
                <a:gd name="T44" fmla="*/ 121 w 154"/>
                <a:gd name="T45" fmla="*/ 117 h 143"/>
                <a:gd name="T46" fmla="*/ 104 w 154"/>
                <a:gd name="T47" fmla="*/ 113 h 143"/>
                <a:gd name="T48" fmla="*/ 94 w 154"/>
                <a:gd name="T49" fmla="*/ 113 h 143"/>
                <a:gd name="T50" fmla="*/ 83 w 154"/>
                <a:gd name="T51" fmla="*/ 121 h 143"/>
                <a:gd name="T52" fmla="*/ 78 w 154"/>
                <a:gd name="T53" fmla="*/ 126 h 143"/>
                <a:gd name="T54" fmla="*/ 59 w 154"/>
                <a:gd name="T55" fmla="*/ 125 h 143"/>
                <a:gd name="T56" fmla="*/ 46 w 154"/>
                <a:gd name="T57" fmla="*/ 123 h 143"/>
                <a:gd name="T58" fmla="*/ 36 w 154"/>
                <a:gd name="T59" fmla="*/ 116 h 143"/>
                <a:gd name="T60" fmla="*/ 37 w 154"/>
                <a:gd name="T61" fmla="*/ 105 h 143"/>
                <a:gd name="T62" fmla="*/ 38 w 154"/>
                <a:gd name="T63" fmla="*/ 84 h 143"/>
                <a:gd name="T64" fmla="*/ 44 w 154"/>
                <a:gd name="T65" fmla="*/ 84 h 143"/>
                <a:gd name="T66" fmla="*/ 40 w 154"/>
                <a:gd name="T67" fmla="*/ 76 h 143"/>
                <a:gd name="T68" fmla="*/ 30 w 154"/>
                <a:gd name="T69" fmla="*/ 67 h 143"/>
                <a:gd name="T70" fmla="*/ 28 w 154"/>
                <a:gd name="T71" fmla="*/ 60 h 143"/>
                <a:gd name="T72" fmla="*/ 29 w 154"/>
                <a:gd name="T73" fmla="*/ 56 h 143"/>
                <a:gd name="T74" fmla="*/ 24 w 154"/>
                <a:gd name="T75" fmla="*/ 52 h 143"/>
                <a:gd name="T76" fmla="*/ 19 w 154"/>
                <a:gd name="T77" fmla="*/ 54 h 143"/>
                <a:gd name="T78" fmla="*/ 8 w 154"/>
                <a:gd name="T79" fmla="*/ 50 h 143"/>
                <a:gd name="T80" fmla="*/ 1 w 154"/>
                <a:gd name="T81" fmla="*/ 46 h 143"/>
                <a:gd name="T82" fmla="*/ 3 w 154"/>
                <a:gd name="T83" fmla="*/ 42 h 143"/>
                <a:gd name="T84" fmla="*/ 4 w 154"/>
                <a:gd name="T85" fmla="*/ 42 h 143"/>
                <a:gd name="T86" fmla="*/ 5 w 154"/>
                <a:gd name="T87" fmla="*/ 38 h 143"/>
                <a:gd name="T88" fmla="*/ 12 w 154"/>
                <a:gd name="T89" fmla="*/ 37 h 143"/>
                <a:gd name="T90" fmla="*/ 25 w 154"/>
                <a:gd name="T91" fmla="*/ 37 h 143"/>
                <a:gd name="T92" fmla="*/ 36 w 154"/>
                <a:gd name="T93" fmla="*/ 37 h 143"/>
                <a:gd name="T94" fmla="*/ 34 w 154"/>
                <a:gd name="T95" fmla="*/ 29 h 143"/>
                <a:gd name="T96" fmla="*/ 34 w 154"/>
                <a:gd name="T97" fmla="*/ 22 h 143"/>
                <a:gd name="T98" fmla="*/ 40 w 154"/>
                <a:gd name="T99" fmla="*/ 26 h 143"/>
                <a:gd name="T100" fmla="*/ 54 w 154"/>
                <a:gd name="T101" fmla="*/ 25 h 143"/>
                <a:gd name="T102" fmla="*/ 59 w 154"/>
                <a:gd name="T103" fmla="*/ 18 h 143"/>
                <a:gd name="T104" fmla="*/ 69 w 154"/>
                <a:gd name="T105" fmla="*/ 8 h 143"/>
                <a:gd name="T106" fmla="*/ 78 w 154"/>
                <a:gd name="T107" fmla="*/ 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" h="143">
                  <a:moveTo>
                    <a:pt x="152" y="118"/>
                  </a:moveTo>
                  <a:lnTo>
                    <a:pt x="153" y="118"/>
                  </a:lnTo>
                  <a:lnTo>
                    <a:pt x="153" y="122"/>
                  </a:lnTo>
                  <a:lnTo>
                    <a:pt x="153" y="125"/>
                  </a:lnTo>
                  <a:lnTo>
                    <a:pt x="154" y="130"/>
                  </a:lnTo>
                  <a:lnTo>
                    <a:pt x="153" y="135"/>
                  </a:lnTo>
                  <a:lnTo>
                    <a:pt x="153" y="138"/>
                  </a:lnTo>
                  <a:lnTo>
                    <a:pt x="152" y="142"/>
                  </a:lnTo>
                  <a:lnTo>
                    <a:pt x="149" y="143"/>
                  </a:lnTo>
                  <a:lnTo>
                    <a:pt x="145" y="142"/>
                  </a:lnTo>
                  <a:lnTo>
                    <a:pt x="145" y="141"/>
                  </a:lnTo>
                  <a:lnTo>
                    <a:pt x="146" y="139"/>
                  </a:lnTo>
                  <a:lnTo>
                    <a:pt x="146" y="139"/>
                  </a:lnTo>
                  <a:lnTo>
                    <a:pt x="146" y="138"/>
                  </a:lnTo>
                  <a:lnTo>
                    <a:pt x="145" y="138"/>
                  </a:lnTo>
                  <a:lnTo>
                    <a:pt x="145" y="137"/>
                  </a:lnTo>
                  <a:lnTo>
                    <a:pt x="144" y="135"/>
                  </a:lnTo>
                  <a:lnTo>
                    <a:pt x="142" y="135"/>
                  </a:lnTo>
                  <a:lnTo>
                    <a:pt x="144" y="134"/>
                  </a:lnTo>
                  <a:lnTo>
                    <a:pt x="144" y="134"/>
                  </a:lnTo>
                  <a:lnTo>
                    <a:pt x="142" y="133"/>
                  </a:lnTo>
                  <a:lnTo>
                    <a:pt x="141" y="131"/>
                  </a:lnTo>
                  <a:lnTo>
                    <a:pt x="142" y="131"/>
                  </a:lnTo>
                  <a:lnTo>
                    <a:pt x="144" y="130"/>
                  </a:lnTo>
                  <a:lnTo>
                    <a:pt x="142" y="129"/>
                  </a:lnTo>
                  <a:lnTo>
                    <a:pt x="144" y="126"/>
                  </a:lnTo>
                  <a:lnTo>
                    <a:pt x="148" y="125"/>
                  </a:lnTo>
                  <a:lnTo>
                    <a:pt x="149" y="123"/>
                  </a:lnTo>
                  <a:lnTo>
                    <a:pt x="150" y="125"/>
                  </a:lnTo>
                  <a:lnTo>
                    <a:pt x="152" y="125"/>
                  </a:lnTo>
                  <a:lnTo>
                    <a:pt x="152" y="122"/>
                  </a:lnTo>
                  <a:lnTo>
                    <a:pt x="150" y="121"/>
                  </a:lnTo>
                  <a:lnTo>
                    <a:pt x="152" y="118"/>
                  </a:lnTo>
                  <a:close/>
                  <a:moveTo>
                    <a:pt x="78" y="0"/>
                  </a:moveTo>
                  <a:lnTo>
                    <a:pt x="80" y="1"/>
                  </a:lnTo>
                  <a:lnTo>
                    <a:pt x="80" y="5"/>
                  </a:lnTo>
                  <a:lnTo>
                    <a:pt x="83" y="6"/>
                  </a:lnTo>
                  <a:lnTo>
                    <a:pt x="83" y="8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90" y="12"/>
                  </a:lnTo>
                  <a:lnTo>
                    <a:pt x="91" y="13"/>
                  </a:lnTo>
                  <a:lnTo>
                    <a:pt x="91" y="16"/>
                  </a:lnTo>
                  <a:lnTo>
                    <a:pt x="94" y="17"/>
                  </a:lnTo>
                  <a:lnTo>
                    <a:pt x="95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9" y="18"/>
                  </a:lnTo>
                  <a:lnTo>
                    <a:pt x="101" y="21"/>
                  </a:lnTo>
                  <a:lnTo>
                    <a:pt x="104" y="21"/>
                  </a:lnTo>
                  <a:lnTo>
                    <a:pt x="107" y="23"/>
                  </a:lnTo>
                  <a:lnTo>
                    <a:pt x="108" y="22"/>
                  </a:lnTo>
                  <a:lnTo>
                    <a:pt x="109" y="22"/>
                  </a:lnTo>
                  <a:lnTo>
                    <a:pt x="111" y="25"/>
                  </a:lnTo>
                  <a:lnTo>
                    <a:pt x="113" y="25"/>
                  </a:lnTo>
                  <a:lnTo>
                    <a:pt x="116" y="25"/>
                  </a:lnTo>
                  <a:lnTo>
                    <a:pt x="117" y="26"/>
                  </a:lnTo>
                  <a:lnTo>
                    <a:pt x="117" y="27"/>
                  </a:lnTo>
                  <a:lnTo>
                    <a:pt x="120" y="30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5" y="30"/>
                  </a:lnTo>
                  <a:lnTo>
                    <a:pt x="128" y="29"/>
                  </a:lnTo>
                  <a:lnTo>
                    <a:pt x="130" y="30"/>
                  </a:lnTo>
                  <a:lnTo>
                    <a:pt x="133" y="30"/>
                  </a:lnTo>
                  <a:lnTo>
                    <a:pt x="134" y="31"/>
                  </a:lnTo>
                  <a:lnTo>
                    <a:pt x="132" y="34"/>
                  </a:lnTo>
                  <a:lnTo>
                    <a:pt x="130" y="38"/>
                  </a:lnTo>
                  <a:lnTo>
                    <a:pt x="130" y="39"/>
                  </a:lnTo>
                  <a:lnTo>
                    <a:pt x="129" y="41"/>
                  </a:lnTo>
                  <a:lnTo>
                    <a:pt x="128" y="46"/>
                  </a:lnTo>
                  <a:lnTo>
                    <a:pt x="128" y="48"/>
                  </a:lnTo>
                  <a:lnTo>
                    <a:pt x="130" y="50"/>
                  </a:lnTo>
                  <a:lnTo>
                    <a:pt x="132" y="52"/>
                  </a:lnTo>
                  <a:lnTo>
                    <a:pt x="128" y="54"/>
                  </a:lnTo>
                  <a:lnTo>
                    <a:pt x="125" y="54"/>
                  </a:lnTo>
                  <a:lnTo>
                    <a:pt x="125" y="51"/>
                  </a:lnTo>
                  <a:lnTo>
                    <a:pt x="123" y="52"/>
                  </a:lnTo>
                  <a:lnTo>
                    <a:pt x="120" y="54"/>
                  </a:lnTo>
                  <a:lnTo>
                    <a:pt x="123" y="55"/>
                  </a:lnTo>
                  <a:lnTo>
                    <a:pt x="124" y="58"/>
                  </a:lnTo>
                  <a:lnTo>
                    <a:pt x="121" y="58"/>
                  </a:lnTo>
                  <a:lnTo>
                    <a:pt x="119" y="62"/>
                  </a:lnTo>
                  <a:lnTo>
                    <a:pt x="117" y="62"/>
                  </a:lnTo>
                  <a:lnTo>
                    <a:pt x="115" y="67"/>
                  </a:lnTo>
                  <a:lnTo>
                    <a:pt x="113" y="71"/>
                  </a:lnTo>
                  <a:lnTo>
                    <a:pt x="113" y="72"/>
                  </a:lnTo>
                  <a:lnTo>
                    <a:pt x="112" y="72"/>
                  </a:lnTo>
                  <a:lnTo>
                    <a:pt x="111" y="73"/>
                  </a:lnTo>
                  <a:lnTo>
                    <a:pt x="111" y="75"/>
                  </a:lnTo>
                  <a:lnTo>
                    <a:pt x="113" y="75"/>
                  </a:lnTo>
                  <a:lnTo>
                    <a:pt x="116" y="75"/>
                  </a:lnTo>
                  <a:lnTo>
                    <a:pt x="116" y="71"/>
                  </a:lnTo>
                  <a:lnTo>
                    <a:pt x="117" y="70"/>
                  </a:lnTo>
                  <a:lnTo>
                    <a:pt x="120" y="70"/>
                  </a:lnTo>
                  <a:lnTo>
                    <a:pt x="121" y="72"/>
                  </a:lnTo>
                  <a:lnTo>
                    <a:pt x="123" y="75"/>
                  </a:lnTo>
                  <a:lnTo>
                    <a:pt x="124" y="76"/>
                  </a:lnTo>
                  <a:lnTo>
                    <a:pt x="124" y="79"/>
                  </a:lnTo>
                  <a:lnTo>
                    <a:pt x="124" y="79"/>
                  </a:lnTo>
                  <a:lnTo>
                    <a:pt x="123" y="79"/>
                  </a:lnTo>
                  <a:lnTo>
                    <a:pt x="124" y="83"/>
                  </a:lnTo>
                  <a:lnTo>
                    <a:pt x="125" y="84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0" y="91"/>
                  </a:lnTo>
                  <a:lnTo>
                    <a:pt x="124" y="93"/>
                  </a:lnTo>
                  <a:lnTo>
                    <a:pt x="124" y="100"/>
                  </a:lnTo>
                  <a:lnTo>
                    <a:pt x="128" y="102"/>
                  </a:lnTo>
                  <a:lnTo>
                    <a:pt x="132" y="102"/>
                  </a:lnTo>
                  <a:lnTo>
                    <a:pt x="129" y="106"/>
                  </a:lnTo>
                  <a:lnTo>
                    <a:pt x="130" y="108"/>
                  </a:lnTo>
                  <a:lnTo>
                    <a:pt x="130" y="109"/>
                  </a:lnTo>
                  <a:lnTo>
                    <a:pt x="123" y="114"/>
                  </a:lnTo>
                  <a:lnTo>
                    <a:pt x="121" y="117"/>
                  </a:lnTo>
                  <a:lnTo>
                    <a:pt x="121" y="118"/>
                  </a:lnTo>
                  <a:lnTo>
                    <a:pt x="119" y="120"/>
                  </a:lnTo>
                  <a:lnTo>
                    <a:pt x="113" y="120"/>
                  </a:lnTo>
                  <a:lnTo>
                    <a:pt x="112" y="118"/>
                  </a:lnTo>
                  <a:lnTo>
                    <a:pt x="104" y="113"/>
                  </a:lnTo>
                  <a:lnTo>
                    <a:pt x="103" y="113"/>
                  </a:lnTo>
                  <a:lnTo>
                    <a:pt x="101" y="114"/>
                  </a:lnTo>
                  <a:lnTo>
                    <a:pt x="99" y="114"/>
                  </a:lnTo>
                  <a:lnTo>
                    <a:pt x="96" y="113"/>
                  </a:lnTo>
                  <a:lnTo>
                    <a:pt x="94" y="113"/>
                  </a:lnTo>
                  <a:lnTo>
                    <a:pt x="92" y="112"/>
                  </a:lnTo>
                  <a:lnTo>
                    <a:pt x="91" y="112"/>
                  </a:lnTo>
                  <a:lnTo>
                    <a:pt x="87" y="116"/>
                  </a:lnTo>
                  <a:lnTo>
                    <a:pt x="84" y="118"/>
                  </a:lnTo>
                  <a:lnTo>
                    <a:pt x="83" y="121"/>
                  </a:lnTo>
                  <a:lnTo>
                    <a:pt x="83" y="125"/>
                  </a:lnTo>
                  <a:lnTo>
                    <a:pt x="83" y="127"/>
                  </a:lnTo>
                  <a:lnTo>
                    <a:pt x="84" y="129"/>
                  </a:lnTo>
                  <a:lnTo>
                    <a:pt x="82" y="129"/>
                  </a:lnTo>
                  <a:lnTo>
                    <a:pt x="78" y="126"/>
                  </a:lnTo>
                  <a:lnTo>
                    <a:pt x="73" y="126"/>
                  </a:lnTo>
                  <a:lnTo>
                    <a:pt x="70" y="125"/>
                  </a:lnTo>
                  <a:lnTo>
                    <a:pt x="66" y="125"/>
                  </a:lnTo>
                  <a:lnTo>
                    <a:pt x="65" y="123"/>
                  </a:lnTo>
                  <a:lnTo>
                    <a:pt x="59" y="125"/>
                  </a:lnTo>
                  <a:lnTo>
                    <a:pt x="57" y="126"/>
                  </a:lnTo>
                  <a:lnTo>
                    <a:pt x="55" y="126"/>
                  </a:lnTo>
                  <a:lnTo>
                    <a:pt x="51" y="126"/>
                  </a:lnTo>
                  <a:lnTo>
                    <a:pt x="49" y="123"/>
                  </a:lnTo>
                  <a:lnTo>
                    <a:pt x="46" y="123"/>
                  </a:lnTo>
                  <a:lnTo>
                    <a:pt x="45" y="122"/>
                  </a:lnTo>
                  <a:lnTo>
                    <a:pt x="40" y="120"/>
                  </a:lnTo>
                  <a:lnTo>
                    <a:pt x="37" y="120"/>
                  </a:lnTo>
                  <a:lnTo>
                    <a:pt x="37" y="118"/>
                  </a:lnTo>
                  <a:lnTo>
                    <a:pt x="36" y="116"/>
                  </a:lnTo>
                  <a:lnTo>
                    <a:pt x="34" y="116"/>
                  </a:lnTo>
                  <a:lnTo>
                    <a:pt x="34" y="116"/>
                  </a:lnTo>
                  <a:lnTo>
                    <a:pt x="33" y="114"/>
                  </a:lnTo>
                  <a:lnTo>
                    <a:pt x="36" y="112"/>
                  </a:lnTo>
                  <a:lnTo>
                    <a:pt x="37" y="105"/>
                  </a:lnTo>
                  <a:lnTo>
                    <a:pt x="38" y="97"/>
                  </a:lnTo>
                  <a:lnTo>
                    <a:pt x="40" y="96"/>
                  </a:lnTo>
                  <a:lnTo>
                    <a:pt x="38" y="95"/>
                  </a:lnTo>
                  <a:lnTo>
                    <a:pt x="37" y="91"/>
                  </a:lnTo>
                  <a:lnTo>
                    <a:pt x="38" y="84"/>
                  </a:lnTo>
                  <a:lnTo>
                    <a:pt x="40" y="84"/>
                  </a:lnTo>
                  <a:lnTo>
                    <a:pt x="42" y="85"/>
                  </a:lnTo>
                  <a:lnTo>
                    <a:pt x="44" y="88"/>
                  </a:lnTo>
                  <a:lnTo>
                    <a:pt x="46" y="91"/>
                  </a:lnTo>
                  <a:lnTo>
                    <a:pt x="44" y="84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0" y="76"/>
                  </a:lnTo>
                  <a:lnTo>
                    <a:pt x="38" y="75"/>
                  </a:lnTo>
                  <a:lnTo>
                    <a:pt x="38" y="72"/>
                  </a:lnTo>
                  <a:lnTo>
                    <a:pt x="36" y="71"/>
                  </a:lnTo>
                  <a:lnTo>
                    <a:pt x="33" y="71"/>
                  </a:lnTo>
                  <a:lnTo>
                    <a:pt x="30" y="67"/>
                  </a:lnTo>
                  <a:lnTo>
                    <a:pt x="28" y="67"/>
                  </a:lnTo>
                  <a:lnTo>
                    <a:pt x="28" y="66"/>
                  </a:lnTo>
                  <a:lnTo>
                    <a:pt x="29" y="63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3" y="59"/>
                  </a:lnTo>
                  <a:lnTo>
                    <a:pt x="32" y="58"/>
                  </a:lnTo>
                  <a:lnTo>
                    <a:pt x="29" y="56"/>
                  </a:lnTo>
                  <a:lnTo>
                    <a:pt x="26" y="59"/>
                  </a:lnTo>
                  <a:lnTo>
                    <a:pt x="25" y="58"/>
                  </a:lnTo>
                  <a:lnTo>
                    <a:pt x="24" y="56"/>
                  </a:lnTo>
                  <a:lnTo>
                    <a:pt x="25" y="54"/>
                  </a:lnTo>
                  <a:lnTo>
                    <a:pt x="24" y="52"/>
                  </a:lnTo>
                  <a:lnTo>
                    <a:pt x="21" y="54"/>
                  </a:lnTo>
                  <a:lnTo>
                    <a:pt x="21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4"/>
                  </a:lnTo>
                  <a:lnTo>
                    <a:pt x="16" y="52"/>
                  </a:lnTo>
                  <a:lnTo>
                    <a:pt x="15" y="52"/>
                  </a:lnTo>
                  <a:lnTo>
                    <a:pt x="13" y="51"/>
                  </a:lnTo>
                  <a:lnTo>
                    <a:pt x="9" y="48"/>
                  </a:lnTo>
                  <a:lnTo>
                    <a:pt x="8" y="50"/>
                  </a:lnTo>
                  <a:lnTo>
                    <a:pt x="7" y="48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4" y="45"/>
                  </a:lnTo>
                  <a:lnTo>
                    <a:pt x="5" y="45"/>
                  </a:lnTo>
                  <a:lnTo>
                    <a:pt x="4" y="43"/>
                  </a:lnTo>
                  <a:lnTo>
                    <a:pt x="3" y="42"/>
                  </a:lnTo>
                  <a:lnTo>
                    <a:pt x="3" y="45"/>
                  </a:lnTo>
                  <a:lnTo>
                    <a:pt x="1" y="42"/>
                  </a:lnTo>
                  <a:lnTo>
                    <a:pt x="3" y="42"/>
                  </a:lnTo>
                  <a:lnTo>
                    <a:pt x="5" y="42"/>
                  </a:lnTo>
                  <a:lnTo>
                    <a:pt x="4" y="42"/>
                  </a:lnTo>
                  <a:lnTo>
                    <a:pt x="3" y="41"/>
                  </a:lnTo>
                  <a:lnTo>
                    <a:pt x="0" y="42"/>
                  </a:lnTo>
                  <a:lnTo>
                    <a:pt x="0" y="39"/>
                  </a:lnTo>
                  <a:lnTo>
                    <a:pt x="1" y="38"/>
                  </a:lnTo>
                  <a:lnTo>
                    <a:pt x="5" y="38"/>
                  </a:lnTo>
                  <a:lnTo>
                    <a:pt x="7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11" y="35"/>
                  </a:lnTo>
                  <a:lnTo>
                    <a:pt x="12" y="37"/>
                  </a:lnTo>
                  <a:lnTo>
                    <a:pt x="15" y="34"/>
                  </a:lnTo>
                  <a:lnTo>
                    <a:pt x="17" y="34"/>
                  </a:lnTo>
                  <a:lnTo>
                    <a:pt x="20" y="34"/>
                  </a:lnTo>
                  <a:lnTo>
                    <a:pt x="22" y="38"/>
                  </a:lnTo>
                  <a:lnTo>
                    <a:pt x="25" y="37"/>
                  </a:lnTo>
                  <a:lnTo>
                    <a:pt x="26" y="37"/>
                  </a:lnTo>
                  <a:lnTo>
                    <a:pt x="28" y="37"/>
                  </a:lnTo>
                  <a:lnTo>
                    <a:pt x="30" y="37"/>
                  </a:lnTo>
                  <a:lnTo>
                    <a:pt x="32" y="37"/>
                  </a:lnTo>
                  <a:lnTo>
                    <a:pt x="36" y="37"/>
                  </a:lnTo>
                  <a:lnTo>
                    <a:pt x="36" y="35"/>
                  </a:lnTo>
                  <a:lnTo>
                    <a:pt x="34" y="33"/>
                  </a:lnTo>
                  <a:lnTo>
                    <a:pt x="34" y="31"/>
                  </a:lnTo>
                  <a:lnTo>
                    <a:pt x="34" y="30"/>
                  </a:lnTo>
                  <a:lnTo>
                    <a:pt x="34" y="29"/>
                  </a:lnTo>
                  <a:lnTo>
                    <a:pt x="30" y="25"/>
                  </a:lnTo>
                  <a:lnTo>
                    <a:pt x="32" y="23"/>
                  </a:lnTo>
                  <a:lnTo>
                    <a:pt x="30" y="21"/>
                  </a:lnTo>
                  <a:lnTo>
                    <a:pt x="32" y="22"/>
                  </a:lnTo>
                  <a:lnTo>
                    <a:pt x="34" y="22"/>
                  </a:lnTo>
                  <a:lnTo>
                    <a:pt x="37" y="21"/>
                  </a:lnTo>
                  <a:lnTo>
                    <a:pt x="38" y="22"/>
                  </a:lnTo>
                  <a:lnTo>
                    <a:pt x="38" y="23"/>
                  </a:lnTo>
                  <a:lnTo>
                    <a:pt x="40" y="25"/>
                  </a:lnTo>
                  <a:lnTo>
                    <a:pt x="40" y="26"/>
                  </a:lnTo>
                  <a:lnTo>
                    <a:pt x="42" y="26"/>
                  </a:lnTo>
                  <a:lnTo>
                    <a:pt x="44" y="26"/>
                  </a:lnTo>
                  <a:lnTo>
                    <a:pt x="49" y="27"/>
                  </a:lnTo>
                  <a:lnTo>
                    <a:pt x="51" y="26"/>
                  </a:lnTo>
                  <a:lnTo>
                    <a:pt x="54" y="25"/>
                  </a:lnTo>
                  <a:lnTo>
                    <a:pt x="53" y="23"/>
                  </a:lnTo>
                  <a:lnTo>
                    <a:pt x="51" y="22"/>
                  </a:lnTo>
                  <a:lnTo>
                    <a:pt x="53" y="21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5" y="17"/>
                  </a:lnTo>
                  <a:lnTo>
                    <a:pt x="65" y="16"/>
                  </a:lnTo>
                  <a:lnTo>
                    <a:pt x="69" y="13"/>
                  </a:lnTo>
                  <a:lnTo>
                    <a:pt x="69" y="8"/>
                  </a:lnTo>
                  <a:lnTo>
                    <a:pt x="69" y="5"/>
                  </a:lnTo>
                  <a:lnTo>
                    <a:pt x="70" y="4"/>
                  </a:lnTo>
                  <a:lnTo>
                    <a:pt x="73" y="1"/>
                  </a:lnTo>
                  <a:lnTo>
                    <a:pt x="74" y="2"/>
                  </a:lnTo>
                  <a:lnTo>
                    <a:pt x="78" y="1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2" name="Freeform 409"/>
            <p:cNvSpPr>
              <a:spLocks/>
            </p:cNvSpPr>
            <p:nvPr/>
          </p:nvSpPr>
          <p:spPr bwMode="auto">
            <a:xfrm>
              <a:off x="6181454" y="3223643"/>
              <a:ext cx="10151" cy="10151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1 h 4"/>
                <a:gd name="T4" fmla="*/ 4 w 4"/>
                <a:gd name="T5" fmla="*/ 3 h 4"/>
                <a:gd name="T6" fmla="*/ 2 w 4"/>
                <a:gd name="T7" fmla="*/ 4 h 4"/>
                <a:gd name="T8" fmla="*/ 0 w 4"/>
                <a:gd name="T9" fmla="*/ 3 h 4"/>
                <a:gd name="T10" fmla="*/ 0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4" y="1"/>
                  </a:lnTo>
                  <a:lnTo>
                    <a:pt x="4" y="3"/>
                  </a:lnTo>
                  <a:lnTo>
                    <a:pt x="2" y="4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3" name="Freeform 410"/>
            <p:cNvSpPr>
              <a:spLocks noEditPoints="1"/>
            </p:cNvSpPr>
            <p:nvPr/>
          </p:nvSpPr>
          <p:spPr bwMode="auto">
            <a:xfrm>
              <a:off x="5950520" y="2815065"/>
              <a:ext cx="345133" cy="385737"/>
            </a:xfrm>
            <a:custGeom>
              <a:avLst/>
              <a:gdLst>
                <a:gd name="T0" fmla="*/ 99 w 136"/>
                <a:gd name="T1" fmla="*/ 141 h 152"/>
                <a:gd name="T2" fmla="*/ 99 w 136"/>
                <a:gd name="T3" fmla="*/ 152 h 152"/>
                <a:gd name="T4" fmla="*/ 83 w 136"/>
                <a:gd name="T5" fmla="*/ 145 h 152"/>
                <a:gd name="T6" fmla="*/ 70 w 136"/>
                <a:gd name="T7" fmla="*/ 137 h 152"/>
                <a:gd name="T8" fmla="*/ 78 w 136"/>
                <a:gd name="T9" fmla="*/ 131 h 152"/>
                <a:gd name="T10" fmla="*/ 95 w 136"/>
                <a:gd name="T11" fmla="*/ 129 h 152"/>
                <a:gd name="T12" fmla="*/ 32 w 136"/>
                <a:gd name="T13" fmla="*/ 87 h 152"/>
                <a:gd name="T14" fmla="*/ 37 w 136"/>
                <a:gd name="T15" fmla="*/ 96 h 152"/>
                <a:gd name="T16" fmla="*/ 35 w 136"/>
                <a:gd name="T17" fmla="*/ 111 h 152"/>
                <a:gd name="T18" fmla="*/ 30 w 136"/>
                <a:gd name="T19" fmla="*/ 115 h 152"/>
                <a:gd name="T20" fmla="*/ 25 w 136"/>
                <a:gd name="T21" fmla="*/ 120 h 152"/>
                <a:gd name="T22" fmla="*/ 24 w 136"/>
                <a:gd name="T23" fmla="*/ 106 h 152"/>
                <a:gd name="T24" fmla="*/ 22 w 136"/>
                <a:gd name="T25" fmla="*/ 99 h 152"/>
                <a:gd name="T26" fmla="*/ 20 w 136"/>
                <a:gd name="T27" fmla="*/ 90 h 152"/>
                <a:gd name="T28" fmla="*/ 20 w 136"/>
                <a:gd name="T29" fmla="*/ 85 h 152"/>
                <a:gd name="T30" fmla="*/ 20 w 136"/>
                <a:gd name="T31" fmla="*/ 87 h 152"/>
                <a:gd name="T32" fmla="*/ 50 w 136"/>
                <a:gd name="T33" fmla="*/ 69 h 152"/>
                <a:gd name="T34" fmla="*/ 42 w 136"/>
                <a:gd name="T35" fmla="*/ 63 h 152"/>
                <a:gd name="T36" fmla="*/ 43 w 136"/>
                <a:gd name="T37" fmla="*/ 61 h 152"/>
                <a:gd name="T38" fmla="*/ 66 w 136"/>
                <a:gd name="T39" fmla="*/ 6 h 152"/>
                <a:gd name="T40" fmla="*/ 78 w 136"/>
                <a:gd name="T41" fmla="*/ 15 h 152"/>
                <a:gd name="T42" fmla="*/ 70 w 136"/>
                <a:gd name="T43" fmla="*/ 23 h 152"/>
                <a:gd name="T44" fmla="*/ 63 w 136"/>
                <a:gd name="T45" fmla="*/ 29 h 152"/>
                <a:gd name="T46" fmla="*/ 63 w 136"/>
                <a:gd name="T47" fmla="*/ 41 h 152"/>
                <a:gd name="T48" fmla="*/ 82 w 136"/>
                <a:gd name="T49" fmla="*/ 57 h 152"/>
                <a:gd name="T50" fmla="*/ 87 w 136"/>
                <a:gd name="T51" fmla="*/ 67 h 152"/>
                <a:gd name="T52" fmla="*/ 97 w 136"/>
                <a:gd name="T53" fmla="*/ 75 h 152"/>
                <a:gd name="T54" fmla="*/ 108 w 136"/>
                <a:gd name="T55" fmla="*/ 78 h 152"/>
                <a:gd name="T56" fmla="*/ 113 w 136"/>
                <a:gd name="T57" fmla="*/ 85 h 152"/>
                <a:gd name="T58" fmla="*/ 134 w 136"/>
                <a:gd name="T59" fmla="*/ 96 h 152"/>
                <a:gd name="T60" fmla="*/ 134 w 136"/>
                <a:gd name="T61" fmla="*/ 106 h 152"/>
                <a:gd name="T62" fmla="*/ 129 w 136"/>
                <a:gd name="T63" fmla="*/ 99 h 152"/>
                <a:gd name="T64" fmla="*/ 120 w 136"/>
                <a:gd name="T65" fmla="*/ 96 h 152"/>
                <a:gd name="T66" fmla="*/ 116 w 136"/>
                <a:gd name="T67" fmla="*/ 104 h 152"/>
                <a:gd name="T68" fmla="*/ 120 w 136"/>
                <a:gd name="T69" fmla="*/ 112 h 152"/>
                <a:gd name="T70" fmla="*/ 118 w 136"/>
                <a:gd name="T71" fmla="*/ 120 h 152"/>
                <a:gd name="T72" fmla="*/ 111 w 136"/>
                <a:gd name="T73" fmla="*/ 135 h 152"/>
                <a:gd name="T74" fmla="*/ 107 w 136"/>
                <a:gd name="T75" fmla="*/ 129 h 152"/>
                <a:gd name="T76" fmla="*/ 109 w 136"/>
                <a:gd name="T77" fmla="*/ 123 h 152"/>
                <a:gd name="T78" fmla="*/ 108 w 136"/>
                <a:gd name="T79" fmla="*/ 111 h 152"/>
                <a:gd name="T80" fmla="*/ 100 w 136"/>
                <a:gd name="T81" fmla="*/ 102 h 152"/>
                <a:gd name="T82" fmla="*/ 96 w 136"/>
                <a:gd name="T83" fmla="*/ 95 h 152"/>
                <a:gd name="T84" fmla="*/ 88 w 136"/>
                <a:gd name="T85" fmla="*/ 91 h 152"/>
                <a:gd name="T86" fmla="*/ 79 w 136"/>
                <a:gd name="T87" fmla="*/ 85 h 152"/>
                <a:gd name="T88" fmla="*/ 70 w 136"/>
                <a:gd name="T89" fmla="*/ 83 h 152"/>
                <a:gd name="T90" fmla="*/ 57 w 136"/>
                <a:gd name="T91" fmla="*/ 67 h 152"/>
                <a:gd name="T92" fmla="*/ 45 w 136"/>
                <a:gd name="T93" fmla="*/ 60 h 152"/>
                <a:gd name="T94" fmla="*/ 39 w 136"/>
                <a:gd name="T95" fmla="*/ 48 h 152"/>
                <a:gd name="T96" fmla="*/ 25 w 136"/>
                <a:gd name="T97" fmla="*/ 40 h 152"/>
                <a:gd name="T98" fmla="*/ 9 w 136"/>
                <a:gd name="T99" fmla="*/ 46 h 152"/>
                <a:gd name="T100" fmla="*/ 0 w 136"/>
                <a:gd name="T101" fmla="*/ 31 h 152"/>
                <a:gd name="T102" fmla="*/ 3 w 136"/>
                <a:gd name="T103" fmla="*/ 19 h 152"/>
                <a:gd name="T104" fmla="*/ 18 w 136"/>
                <a:gd name="T105" fmla="*/ 10 h 152"/>
                <a:gd name="T106" fmla="*/ 29 w 136"/>
                <a:gd name="T107" fmla="*/ 15 h 152"/>
                <a:gd name="T108" fmla="*/ 38 w 136"/>
                <a:gd name="T109" fmla="*/ 10 h 152"/>
                <a:gd name="T110" fmla="*/ 54 w 136"/>
                <a:gd name="T111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6" h="152">
                  <a:moveTo>
                    <a:pt x="101" y="128"/>
                  </a:moveTo>
                  <a:lnTo>
                    <a:pt x="104" y="131"/>
                  </a:lnTo>
                  <a:lnTo>
                    <a:pt x="103" y="133"/>
                  </a:lnTo>
                  <a:lnTo>
                    <a:pt x="101" y="136"/>
                  </a:lnTo>
                  <a:lnTo>
                    <a:pt x="99" y="141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0" y="148"/>
                  </a:lnTo>
                  <a:lnTo>
                    <a:pt x="100" y="152"/>
                  </a:lnTo>
                  <a:lnTo>
                    <a:pt x="99" y="152"/>
                  </a:lnTo>
                  <a:lnTo>
                    <a:pt x="92" y="149"/>
                  </a:lnTo>
                  <a:lnTo>
                    <a:pt x="92" y="148"/>
                  </a:lnTo>
                  <a:lnTo>
                    <a:pt x="89" y="146"/>
                  </a:lnTo>
                  <a:lnTo>
                    <a:pt x="88" y="146"/>
                  </a:lnTo>
                  <a:lnTo>
                    <a:pt x="83" y="145"/>
                  </a:lnTo>
                  <a:lnTo>
                    <a:pt x="82" y="142"/>
                  </a:lnTo>
                  <a:lnTo>
                    <a:pt x="79" y="141"/>
                  </a:lnTo>
                  <a:lnTo>
                    <a:pt x="75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0" y="133"/>
                  </a:lnTo>
                  <a:lnTo>
                    <a:pt x="72" y="132"/>
                  </a:lnTo>
                  <a:lnTo>
                    <a:pt x="74" y="132"/>
                  </a:lnTo>
                  <a:lnTo>
                    <a:pt x="75" y="132"/>
                  </a:lnTo>
                  <a:lnTo>
                    <a:pt x="78" y="131"/>
                  </a:lnTo>
                  <a:lnTo>
                    <a:pt x="80" y="133"/>
                  </a:lnTo>
                  <a:lnTo>
                    <a:pt x="83" y="133"/>
                  </a:lnTo>
                  <a:lnTo>
                    <a:pt x="87" y="132"/>
                  </a:lnTo>
                  <a:lnTo>
                    <a:pt x="92" y="132"/>
                  </a:lnTo>
                  <a:lnTo>
                    <a:pt x="95" y="129"/>
                  </a:lnTo>
                  <a:lnTo>
                    <a:pt x="97" y="131"/>
                  </a:lnTo>
                  <a:lnTo>
                    <a:pt x="99" y="131"/>
                  </a:lnTo>
                  <a:lnTo>
                    <a:pt x="101" y="128"/>
                  </a:lnTo>
                  <a:close/>
                  <a:moveTo>
                    <a:pt x="30" y="86"/>
                  </a:moveTo>
                  <a:lnTo>
                    <a:pt x="32" y="87"/>
                  </a:lnTo>
                  <a:lnTo>
                    <a:pt x="33" y="87"/>
                  </a:lnTo>
                  <a:lnTo>
                    <a:pt x="34" y="90"/>
                  </a:lnTo>
                  <a:lnTo>
                    <a:pt x="35" y="91"/>
                  </a:lnTo>
                  <a:lnTo>
                    <a:pt x="37" y="94"/>
                  </a:lnTo>
                  <a:lnTo>
                    <a:pt x="37" y="96"/>
                  </a:lnTo>
                  <a:lnTo>
                    <a:pt x="34" y="98"/>
                  </a:lnTo>
                  <a:lnTo>
                    <a:pt x="37" y="100"/>
                  </a:lnTo>
                  <a:lnTo>
                    <a:pt x="35" y="104"/>
                  </a:lnTo>
                  <a:lnTo>
                    <a:pt x="37" y="110"/>
                  </a:lnTo>
                  <a:lnTo>
                    <a:pt x="35" y="111"/>
                  </a:lnTo>
                  <a:lnTo>
                    <a:pt x="35" y="115"/>
                  </a:lnTo>
                  <a:lnTo>
                    <a:pt x="35" y="116"/>
                  </a:lnTo>
                  <a:lnTo>
                    <a:pt x="34" y="116"/>
                  </a:lnTo>
                  <a:lnTo>
                    <a:pt x="33" y="115"/>
                  </a:lnTo>
                  <a:lnTo>
                    <a:pt x="30" y="115"/>
                  </a:lnTo>
                  <a:lnTo>
                    <a:pt x="29" y="116"/>
                  </a:lnTo>
                  <a:lnTo>
                    <a:pt x="29" y="119"/>
                  </a:lnTo>
                  <a:lnTo>
                    <a:pt x="28" y="120"/>
                  </a:lnTo>
                  <a:lnTo>
                    <a:pt x="26" y="120"/>
                  </a:lnTo>
                  <a:lnTo>
                    <a:pt x="25" y="120"/>
                  </a:lnTo>
                  <a:lnTo>
                    <a:pt x="24" y="119"/>
                  </a:lnTo>
                  <a:lnTo>
                    <a:pt x="22" y="113"/>
                  </a:lnTo>
                  <a:lnTo>
                    <a:pt x="21" y="112"/>
                  </a:lnTo>
                  <a:lnTo>
                    <a:pt x="22" y="108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1" y="104"/>
                  </a:lnTo>
                  <a:lnTo>
                    <a:pt x="21" y="103"/>
                  </a:lnTo>
                  <a:lnTo>
                    <a:pt x="22" y="102"/>
                  </a:lnTo>
                  <a:lnTo>
                    <a:pt x="22" y="99"/>
                  </a:lnTo>
                  <a:lnTo>
                    <a:pt x="21" y="98"/>
                  </a:lnTo>
                  <a:lnTo>
                    <a:pt x="21" y="96"/>
                  </a:lnTo>
                  <a:lnTo>
                    <a:pt x="18" y="94"/>
                  </a:lnTo>
                  <a:lnTo>
                    <a:pt x="20" y="92"/>
                  </a:lnTo>
                  <a:lnTo>
                    <a:pt x="20" y="90"/>
                  </a:lnTo>
                  <a:lnTo>
                    <a:pt x="22" y="91"/>
                  </a:lnTo>
                  <a:lnTo>
                    <a:pt x="24" y="91"/>
                  </a:lnTo>
                  <a:lnTo>
                    <a:pt x="28" y="86"/>
                  </a:lnTo>
                  <a:lnTo>
                    <a:pt x="30" y="86"/>
                  </a:lnTo>
                  <a:close/>
                  <a:moveTo>
                    <a:pt x="20" y="85"/>
                  </a:moveTo>
                  <a:lnTo>
                    <a:pt x="21" y="86"/>
                  </a:lnTo>
                  <a:lnTo>
                    <a:pt x="20" y="87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7"/>
                  </a:lnTo>
                  <a:lnTo>
                    <a:pt x="20" y="86"/>
                  </a:lnTo>
                  <a:lnTo>
                    <a:pt x="20" y="85"/>
                  </a:lnTo>
                  <a:close/>
                  <a:moveTo>
                    <a:pt x="50" y="69"/>
                  </a:moveTo>
                  <a:lnTo>
                    <a:pt x="51" y="70"/>
                  </a:lnTo>
                  <a:lnTo>
                    <a:pt x="50" y="69"/>
                  </a:lnTo>
                  <a:lnTo>
                    <a:pt x="50" y="69"/>
                  </a:lnTo>
                  <a:close/>
                  <a:moveTo>
                    <a:pt x="43" y="61"/>
                  </a:moveTo>
                  <a:lnTo>
                    <a:pt x="45" y="62"/>
                  </a:lnTo>
                  <a:lnTo>
                    <a:pt x="45" y="63"/>
                  </a:lnTo>
                  <a:lnTo>
                    <a:pt x="42" y="63"/>
                  </a:lnTo>
                  <a:lnTo>
                    <a:pt x="41" y="63"/>
                  </a:lnTo>
                  <a:lnTo>
                    <a:pt x="39" y="63"/>
                  </a:lnTo>
                  <a:lnTo>
                    <a:pt x="39" y="62"/>
                  </a:lnTo>
                  <a:lnTo>
                    <a:pt x="42" y="61"/>
                  </a:lnTo>
                  <a:lnTo>
                    <a:pt x="43" y="61"/>
                  </a:lnTo>
                  <a:close/>
                  <a:moveTo>
                    <a:pt x="54" y="0"/>
                  </a:moveTo>
                  <a:lnTo>
                    <a:pt x="57" y="0"/>
                  </a:lnTo>
                  <a:lnTo>
                    <a:pt x="60" y="0"/>
                  </a:lnTo>
                  <a:lnTo>
                    <a:pt x="60" y="3"/>
                  </a:lnTo>
                  <a:lnTo>
                    <a:pt x="66" y="6"/>
                  </a:lnTo>
                  <a:lnTo>
                    <a:pt x="74" y="7"/>
                  </a:lnTo>
                  <a:lnTo>
                    <a:pt x="78" y="7"/>
                  </a:lnTo>
                  <a:lnTo>
                    <a:pt x="79" y="8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6" y="16"/>
                  </a:lnTo>
                  <a:lnTo>
                    <a:pt x="76" y="21"/>
                  </a:lnTo>
                  <a:lnTo>
                    <a:pt x="74" y="20"/>
                  </a:lnTo>
                  <a:lnTo>
                    <a:pt x="72" y="21"/>
                  </a:lnTo>
                  <a:lnTo>
                    <a:pt x="70" y="23"/>
                  </a:lnTo>
                  <a:lnTo>
                    <a:pt x="67" y="23"/>
                  </a:lnTo>
                  <a:lnTo>
                    <a:pt x="66" y="25"/>
                  </a:lnTo>
                  <a:lnTo>
                    <a:pt x="63" y="25"/>
                  </a:lnTo>
                  <a:lnTo>
                    <a:pt x="62" y="27"/>
                  </a:lnTo>
                  <a:lnTo>
                    <a:pt x="63" y="29"/>
                  </a:lnTo>
                  <a:lnTo>
                    <a:pt x="64" y="32"/>
                  </a:lnTo>
                  <a:lnTo>
                    <a:pt x="63" y="35"/>
                  </a:lnTo>
                  <a:lnTo>
                    <a:pt x="62" y="35"/>
                  </a:lnTo>
                  <a:lnTo>
                    <a:pt x="63" y="38"/>
                  </a:lnTo>
                  <a:lnTo>
                    <a:pt x="63" y="41"/>
                  </a:lnTo>
                  <a:lnTo>
                    <a:pt x="64" y="44"/>
                  </a:lnTo>
                  <a:lnTo>
                    <a:pt x="70" y="46"/>
                  </a:lnTo>
                  <a:lnTo>
                    <a:pt x="72" y="48"/>
                  </a:lnTo>
                  <a:lnTo>
                    <a:pt x="74" y="49"/>
                  </a:lnTo>
                  <a:lnTo>
                    <a:pt x="82" y="57"/>
                  </a:lnTo>
                  <a:lnTo>
                    <a:pt x="82" y="60"/>
                  </a:lnTo>
                  <a:lnTo>
                    <a:pt x="83" y="60"/>
                  </a:lnTo>
                  <a:lnTo>
                    <a:pt x="83" y="62"/>
                  </a:lnTo>
                  <a:lnTo>
                    <a:pt x="84" y="65"/>
                  </a:lnTo>
                  <a:lnTo>
                    <a:pt x="87" y="67"/>
                  </a:lnTo>
                  <a:lnTo>
                    <a:pt x="88" y="70"/>
                  </a:lnTo>
                  <a:lnTo>
                    <a:pt x="92" y="73"/>
                  </a:lnTo>
                  <a:lnTo>
                    <a:pt x="93" y="74"/>
                  </a:lnTo>
                  <a:lnTo>
                    <a:pt x="96" y="74"/>
                  </a:lnTo>
                  <a:lnTo>
                    <a:pt x="97" y="75"/>
                  </a:lnTo>
                  <a:lnTo>
                    <a:pt x="103" y="75"/>
                  </a:lnTo>
                  <a:lnTo>
                    <a:pt x="104" y="75"/>
                  </a:lnTo>
                  <a:lnTo>
                    <a:pt x="107" y="75"/>
                  </a:lnTo>
                  <a:lnTo>
                    <a:pt x="109" y="77"/>
                  </a:lnTo>
                  <a:lnTo>
                    <a:pt x="108" y="78"/>
                  </a:lnTo>
                  <a:lnTo>
                    <a:pt x="105" y="81"/>
                  </a:lnTo>
                  <a:lnTo>
                    <a:pt x="105" y="81"/>
                  </a:lnTo>
                  <a:lnTo>
                    <a:pt x="107" y="83"/>
                  </a:lnTo>
                  <a:lnTo>
                    <a:pt x="109" y="83"/>
                  </a:lnTo>
                  <a:lnTo>
                    <a:pt x="113" y="85"/>
                  </a:lnTo>
                  <a:lnTo>
                    <a:pt x="122" y="88"/>
                  </a:lnTo>
                  <a:lnTo>
                    <a:pt x="126" y="91"/>
                  </a:lnTo>
                  <a:lnTo>
                    <a:pt x="129" y="94"/>
                  </a:lnTo>
                  <a:lnTo>
                    <a:pt x="133" y="95"/>
                  </a:lnTo>
                  <a:lnTo>
                    <a:pt x="134" y="96"/>
                  </a:lnTo>
                  <a:lnTo>
                    <a:pt x="136" y="98"/>
                  </a:lnTo>
                  <a:lnTo>
                    <a:pt x="136" y="102"/>
                  </a:lnTo>
                  <a:lnTo>
                    <a:pt x="134" y="103"/>
                  </a:lnTo>
                  <a:lnTo>
                    <a:pt x="134" y="104"/>
                  </a:lnTo>
                  <a:lnTo>
                    <a:pt x="134" y="106"/>
                  </a:lnTo>
                  <a:lnTo>
                    <a:pt x="134" y="106"/>
                  </a:lnTo>
                  <a:lnTo>
                    <a:pt x="132" y="104"/>
                  </a:lnTo>
                  <a:lnTo>
                    <a:pt x="130" y="103"/>
                  </a:lnTo>
                  <a:lnTo>
                    <a:pt x="129" y="100"/>
                  </a:lnTo>
                  <a:lnTo>
                    <a:pt x="129" y="99"/>
                  </a:lnTo>
                  <a:lnTo>
                    <a:pt x="128" y="98"/>
                  </a:lnTo>
                  <a:lnTo>
                    <a:pt x="124" y="98"/>
                  </a:lnTo>
                  <a:lnTo>
                    <a:pt x="124" y="96"/>
                  </a:lnTo>
                  <a:lnTo>
                    <a:pt x="121" y="96"/>
                  </a:lnTo>
                  <a:lnTo>
                    <a:pt x="120" y="96"/>
                  </a:lnTo>
                  <a:lnTo>
                    <a:pt x="118" y="96"/>
                  </a:lnTo>
                  <a:lnTo>
                    <a:pt x="117" y="99"/>
                  </a:lnTo>
                  <a:lnTo>
                    <a:pt x="116" y="102"/>
                  </a:lnTo>
                  <a:lnTo>
                    <a:pt x="116" y="103"/>
                  </a:lnTo>
                  <a:lnTo>
                    <a:pt x="116" y="104"/>
                  </a:lnTo>
                  <a:lnTo>
                    <a:pt x="114" y="106"/>
                  </a:lnTo>
                  <a:lnTo>
                    <a:pt x="114" y="107"/>
                  </a:lnTo>
                  <a:lnTo>
                    <a:pt x="114" y="108"/>
                  </a:lnTo>
                  <a:lnTo>
                    <a:pt x="117" y="108"/>
                  </a:lnTo>
                  <a:lnTo>
                    <a:pt x="120" y="112"/>
                  </a:lnTo>
                  <a:lnTo>
                    <a:pt x="121" y="113"/>
                  </a:lnTo>
                  <a:lnTo>
                    <a:pt x="121" y="116"/>
                  </a:lnTo>
                  <a:lnTo>
                    <a:pt x="121" y="117"/>
                  </a:lnTo>
                  <a:lnTo>
                    <a:pt x="120" y="119"/>
                  </a:lnTo>
                  <a:lnTo>
                    <a:pt x="118" y="120"/>
                  </a:lnTo>
                  <a:lnTo>
                    <a:pt x="116" y="121"/>
                  </a:lnTo>
                  <a:lnTo>
                    <a:pt x="116" y="127"/>
                  </a:lnTo>
                  <a:lnTo>
                    <a:pt x="113" y="129"/>
                  </a:lnTo>
                  <a:lnTo>
                    <a:pt x="112" y="132"/>
                  </a:lnTo>
                  <a:lnTo>
                    <a:pt x="111" y="135"/>
                  </a:lnTo>
                  <a:lnTo>
                    <a:pt x="108" y="135"/>
                  </a:lnTo>
                  <a:lnTo>
                    <a:pt x="105" y="132"/>
                  </a:lnTo>
                  <a:lnTo>
                    <a:pt x="105" y="131"/>
                  </a:lnTo>
                  <a:lnTo>
                    <a:pt x="105" y="129"/>
                  </a:lnTo>
                  <a:lnTo>
                    <a:pt x="107" y="129"/>
                  </a:lnTo>
                  <a:lnTo>
                    <a:pt x="108" y="127"/>
                  </a:lnTo>
                  <a:lnTo>
                    <a:pt x="108" y="125"/>
                  </a:lnTo>
                  <a:lnTo>
                    <a:pt x="108" y="123"/>
                  </a:lnTo>
                  <a:lnTo>
                    <a:pt x="109" y="123"/>
                  </a:lnTo>
                  <a:lnTo>
                    <a:pt x="109" y="123"/>
                  </a:lnTo>
                  <a:lnTo>
                    <a:pt x="111" y="120"/>
                  </a:lnTo>
                  <a:lnTo>
                    <a:pt x="111" y="119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08" y="111"/>
                  </a:lnTo>
                  <a:lnTo>
                    <a:pt x="107" y="107"/>
                  </a:lnTo>
                  <a:lnTo>
                    <a:pt x="105" y="103"/>
                  </a:lnTo>
                  <a:lnTo>
                    <a:pt x="104" y="102"/>
                  </a:lnTo>
                  <a:lnTo>
                    <a:pt x="103" y="103"/>
                  </a:lnTo>
                  <a:lnTo>
                    <a:pt x="100" y="102"/>
                  </a:lnTo>
                  <a:lnTo>
                    <a:pt x="99" y="100"/>
                  </a:lnTo>
                  <a:lnTo>
                    <a:pt x="96" y="100"/>
                  </a:lnTo>
                  <a:lnTo>
                    <a:pt x="95" y="99"/>
                  </a:lnTo>
                  <a:lnTo>
                    <a:pt x="96" y="98"/>
                  </a:lnTo>
                  <a:lnTo>
                    <a:pt x="96" y="95"/>
                  </a:lnTo>
                  <a:lnTo>
                    <a:pt x="95" y="94"/>
                  </a:lnTo>
                  <a:lnTo>
                    <a:pt x="92" y="94"/>
                  </a:lnTo>
                  <a:lnTo>
                    <a:pt x="91" y="94"/>
                  </a:lnTo>
                  <a:lnTo>
                    <a:pt x="91" y="92"/>
                  </a:lnTo>
                  <a:lnTo>
                    <a:pt x="88" y="91"/>
                  </a:lnTo>
                  <a:lnTo>
                    <a:pt x="87" y="92"/>
                  </a:lnTo>
                  <a:lnTo>
                    <a:pt x="85" y="91"/>
                  </a:lnTo>
                  <a:lnTo>
                    <a:pt x="83" y="86"/>
                  </a:lnTo>
                  <a:lnTo>
                    <a:pt x="80" y="86"/>
                  </a:lnTo>
                  <a:lnTo>
                    <a:pt x="79" y="85"/>
                  </a:lnTo>
                  <a:lnTo>
                    <a:pt x="76" y="86"/>
                  </a:lnTo>
                  <a:lnTo>
                    <a:pt x="75" y="86"/>
                  </a:lnTo>
                  <a:lnTo>
                    <a:pt x="74" y="85"/>
                  </a:lnTo>
                  <a:lnTo>
                    <a:pt x="72" y="83"/>
                  </a:lnTo>
                  <a:lnTo>
                    <a:pt x="70" y="83"/>
                  </a:lnTo>
                  <a:lnTo>
                    <a:pt x="66" y="79"/>
                  </a:lnTo>
                  <a:lnTo>
                    <a:pt x="60" y="73"/>
                  </a:lnTo>
                  <a:lnTo>
                    <a:pt x="59" y="73"/>
                  </a:lnTo>
                  <a:lnTo>
                    <a:pt x="58" y="70"/>
                  </a:lnTo>
                  <a:lnTo>
                    <a:pt x="57" y="67"/>
                  </a:lnTo>
                  <a:lnTo>
                    <a:pt x="53" y="67"/>
                  </a:lnTo>
                  <a:lnTo>
                    <a:pt x="53" y="66"/>
                  </a:lnTo>
                  <a:lnTo>
                    <a:pt x="50" y="62"/>
                  </a:lnTo>
                  <a:lnTo>
                    <a:pt x="47" y="61"/>
                  </a:lnTo>
                  <a:lnTo>
                    <a:pt x="45" y="60"/>
                  </a:lnTo>
                  <a:lnTo>
                    <a:pt x="45" y="56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1" y="49"/>
                  </a:lnTo>
                  <a:lnTo>
                    <a:pt x="39" y="48"/>
                  </a:lnTo>
                  <a:lnTo>
                    <a:pt x="39" y="46"/>
                  </a:lnTo>
                  <a:lnTo>
                    <a:pt x="38" y="44"/>
                  </a:lnTo>
                  <a:lnTo>
                    <a:pt x="34" y="42"/>
                  </a:lnTo>
                  <a:lnTo>
                    <a:pt x="33" y="41"/>
                  </a:lnTo>
                  <a:lnTo>
                    <a:pt x="25" y="40"/>
                  </a:lnTo>
                  <a:lnTo>
                    <a:pt x="17" y="42"/>
                  </a:lnTo>
                  <a:lnTo>
                    <a:pt x="17" y="45"/>
                  </a:lnTo>
                  <a:lnTo>
                    <a:pt x="16" y="48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12" y="42"/>
                  </a:lnTo>
                  <a:lnTo>
                    <a:pt x="8" y="42"/>
                  </a:lnTo>
                  <a:lnTo>
                    <a:pt x="4" y="40"/>
                  </a:lnTo>
                  <a:lnTo>
                    <a:pt x="4" y="33"/>
                  </a:lnTo>
                  <a:lnTo>
                    <a:pt x="0" y="31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5" y="24"/>
                  </a:lnTo>
                  <a:lnTo>
                    <a:pt x="4" y="23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6" y="19"/>
                  </a:lnTo>
                  <a:lnTo>
                    <a:pt x="12" y="16"/>
                  </a:lnTo>
                  <a:lnTo>
                    <a:pt x="14" y="17"/>
                  </a:lnTo>
                  <a:lnTo>
                    <a:pt x="18" y="10"/>
                  </a:lnTo>
                  <a:lnTo>
                    <a:pt x="21" y="11"/>
                  </a:lnTo>
                  <a:lnTo>
                    <a:pt x="21" y="15"/>
                  </a:lnTo>
                  <a:lnTo>
                    <a:pt x="25" y="16"/>
                  </a:lnTo>
                  <a:lnTo>
                    <a:pt x="26" y="19"/>
                  </a:lnTo>
                  <a:lnTo>
                    <a:pt x="29" y="15"/>
                  </a:lnTo>
                  <a:lnTo>
                    <a:pt x="29" y="11"/>
                  </a:lnTo>
                  <a:lnTo>
                    <a:pt x="34" y="12"/>
                  </a:lnTo>
                  <a:lnTo>
                    <a:pt x="35" y="12"/>
                  </a:lnTo>
                  <a:lnTo>
                    <a:pt x="38" y="13"/>
                  </a:lnTo>
                  <a:lnTo>
                    <a:pt x="38" y="10"/>
                  </a:lnTo>
                  <a:lnTo>
                    <a:pt x="43" y="8"/>
                  </a:lnTo>
                  <a:lnTo>
                    <a:pt x="42" y="4"/>
                  </a:lnTo>
                  <a:lnTo>
                    <a:pt x="45" y="2"/>
                  </a:lnTo>
                  <a:lnTo>
                    <a:pt x="49" y="3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4" name="Freeform 411"/>
            <p:cNvSpPr>
              <a:spLocks noEditPoints="1"/>
            </p:cNvSpPr>
            <p:nvPr/>
          </p:nvSpPr>
          <p:spPr bwMode="auto">
            <a:xfrm>
              <a:off x="5519104" y="2939415"/>
              <a:ext cx="370511" cy="276615"/>
            </a:xfrm>
            <a:custGeom>
              <a:avLst/>
              <a:gdLst>
                <a:gd name="T0" fmla="*/ 120 w 146"/>
                <a:gd name="T1" fmla="*/ 71 h 109"/>
                <a:gd name="T2" fmla="*/ 117 w 146"/>
                <a:gd name="T3" fmla="*/ 68 h 109"/>
                <a:gd name="T4" fmla="*/ 134 w 146"/>
                <a:gd name="T5" fmla="*/ 59 h 109"/>
                <a:gd name="T6" fmla="*/ 133 w 146"/>
                <a:gd name="T7" fmla="*/ 64 h 109"/>
                <a:gd name="T8" fmla="*/ 129 w 146"/>
                <a:gd name="T9" fmla="*/ 61 h 109"/>
                <a:gd name="T10" fmla="*/ 146 w 146"/>
                <a:gd name="T11" fmla="*/ 57 h 109"/>
                <a:gd name="T12" fmla="*/ 140 w 146"/>
                <a:gd name="T13" fmla="*/ 57 h 109"/>
                <a:gd name="T14" fmla="*/ 17 w 146"/>
                <a:gd name="T15" fmla="*/ 0 h 109"/>
                <a:gd name="T16" fmla="*/ 25 w 146"/>
                <a:gd name="T17" fmla="*/ 1 h 109"/>
                <a:gd name="T18" fmla="*/ 33 w 146"/>
                <a:gd name="T19" fmla="*/ 1 h 109"/>
                <a:gd name="T20" fmla="*/ 41 w 146"/>
                <a:gd name="T21" fmla="*/ 3 h 109"/>
                <a:gd name="T22" fmla="*/ 59 w 146"/>
                <a:gd name="T23" fmla="*/ 3 h 109"/>
                <a:gd name="T24" fmla="*/ 69 w 146"/>
                <a:gd name="T25" fmla="*/ 5 h 109"/>
                <a:gd name="T26" fmla="*/ 79 w 146"/>
                <a:gd name="T27" fmla="*/ 8 h 109"/>
                <a:gd name="T28" fmla="*/ 83 w 146"/>
                <a:gd name="T29" fmla="*/ 5 h 109"/>
                <a:gd name="T30" fmla="*/ 86 w 146"/>
                <a:gd name="T31" fmla="*/ 7 h 109"/>
                <a:gd name="T32" fmla="*/ 90 w 146"/>
                <a:gd name="T33" fmla="*/ 11 h 109"/>
                <a:gd name="T34" fmla="*/ 99 w 146"/>
                <a:gd name="T35" fmla="*/ 14 h 109"/>
                <a:gd name="T36" fmla="*/ 107 w 146"/>
                <a:gd name="T37" fmla="*/ 17 h 109"/>
                <a:gd name="T38" fmla="*/ 116 w 146"/>
                <a:gd name="T39" fmla="*/ 16 h 109"/>
                <a:gd name="T40" fmla="*/ 128 w 146"/>
                <a:gd name="T41" fmla="*/ 17 h 109"/>
                <a:gd name="T42" fmla="*/ 134 w 146"/>
                <a:gd name="T43" fmla="*/ 21 h 109"/>
                <a:gd name="T44" fmla="*/ 132 w 146"/>
                <a:gd name="T45" fmla="*/ 29 h 109"/>
                <a:gd name="T46" fmla="*/ 125 w 146"/>
                <a:gd name="T47" fmla="*/ 37 h 109"/>
                <a:gd name="T48" fmla="*/ 113 w 146"/>
                <a:gd name="T49" fmla="*/ 41 h 109"/>
                <a:gd name="T50" fmla="*/ 112 w 146"/>
                <a:gd name="T51" fmla="*/ 46 h 109"/>
                <a:gd name="T52" fmla="*/ 109 w 146"/>
                <a:gd name="T53" fmla="*/ 46 h 109"/>
                <a:gd name="T54" fmla="*/ 103 w 146"/>
                <a:gd name="T55" fmla="*/ 53 h 109"/>
                <a:gd name="T56" fmla="*/ 99 w 146"/>
                <a:gd name="T57" fmla="*/ 64 h 109"/>
                <a:gd name="T58" fmla="*/ 104 w 146"/>
                <a:gd name="T59" fmla="*/ 72 h 109"/>
                <a:gd name="T60" fmla="*/ 97 w 146"/>
                <a:gd name="T61" fmla="*/ 79 h 109"/>
                <a:gd name="T62" fmla="*/ 95 w 146"/>
                <a:gd name="T63" fmla="*/ 88 h 109"/>
                <a:gd name="T64" fmla="*/ 82 w 146"/>
                <a:gd name="T65" fmla="*/ 93 h 109"/>
                <a:gd name="T66" fmla="*/ 76 w 146"/>
                <a:gd name="T67" fmla="*/ 99 h 109"/>
                <a:gd name="T68" fmla="*/ 71 w 146"/>
                <a:gd name="T69" fmla="*/ 100 h 109"/>
                <a:gd name="T70" fmla="*/ 67 w 146"/>
                <a:gd name="T71" fmla="*/ 100 h 109"/>
                <a:gd name="T72" fmla="*/ 57 w 146"/>
                <a:gd name="T73" fmla="*/ 100 h 109"/>
                <a:gd name="T74" fmla="*/ 45 w 146"/>
                <a:gd name="T75" fmla="*/ 104 h 109"/>
                <a:gd name="T76" fmla="*/ 40 w 146"/>
                <a:gd name="T77" fmla="*/ 109 h 109"/>
                <a:gd name="T78" fmla="*/ 29 w 146"/>
                <a:gd name="T79" fmla="*/ 100 h 109"/>
                <a:gd name="T80" fmla="*/ 21 w 146"/>
                <a:gd name="T81" fmla="*/ 93 h 109"/>
                <a:gd name="T82" fmla="*/ 17 w 146"/>
                <a:gd name="T83" fmla="*/ 88 h 109"/>
                <a:gd name="T84" fmla="*/ 24 w 146"/>
                <a:gd name="T85" fmla="*/ 78 h 109"/>
                <a:gd name="T86" fmla="*/ 24 w 146"/>
                <a:gd name="T87" fmla="*/ 71 h 109"/>
                <a:gd name="T88" fmla="*/ 17 w 146"/>
                <a:gd name="T89" fmla="*/ 59 h 109"/>
                <a:gd name="T90" fmla="*/ 25 w 146"/>
                <a:gd name="T91" fmla="*/ 54 h 109"/>
                <a:gd name="T92" fmla="*/ 26 w 146"/>
                <a:gd name="T93" fmla="*/ 42 h 109"/>
                <a:gd name="T94" fmla="*/ 32 w 146"/>
                <a:gd name="T95" fmla="*/ 34 h 109"/>
                <a:gd name="T96" fmla="*/ 29 w 146"/>
                <a:gd name="T97" fmla="*/ 26 h 109"/>
                <a:gd name="T98" fmla="*/ 16 w 146"/>
                <a:gd name="T99" fmla="*/ 26 h 109"/>
                <a:gd name="T100" fmla="*/ 11 w 146"/>
                <a:gd name="T101" fmla="*/ 24 h 109"/>
                <a:gd name="T102" fmla="*/ 4 w 146"/>
                <a:gd name="T103" fmla="*/ 24 h 109"/>
                <a:gd name="T104" fmla="*/ 5 w 146"/>
                <a:gd name="T105" fmla="*/ 20 h 109"/>
                <a:gd name="T106" fmla="*/ 3 w 146"/>
                <a:gd name="T107" fmla="*/ 17 h 109"/>
                <a:gd name="T108" fmla="*/ 3 w 146"/>
                <a:gd name="T109" fmla="*/ 13 h 109"/>
                <a:gd name="T110" fmla="*/ 0 w 146"/>
                <a:gd name="T111" fmla="*/ 11 h 109"/>
                <a:gd name="T112" fmla="*/ 7 w 146"/>
                <a:gd name="T113" fmla="*/ 7 h 109"/>
                <a:gd name="T114" fmla="*/ 11 w 146"/>
                <a:gd name="T115" fmla="*/ 4 h 109"/>
                <a:gd name="T116" fmla="*/ 16 w 146"/>
                <a:gd name="T11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6" h="109">
                  <a:moveTo>
                    <a:pt x="120" y="67"/>
                  </a:moveTo>
                  <a:lnTo>
                    <a:pt x="121" y="70"/>
                  </a:lnTo>
                  <a:lnTo>
                    <a:pt x="120" y="71"/>
                  </a:lnTo>
                  <a:lnTo>
                    <a:pt x="119" y="72"/>
                  </a:lnTo>
                  <a:lnTo>
                    <a:pt x="117" y="71"/>
                  </a:lnTo>
                  <a:lnTo>
                    <a:pt x="117" y="68"/>
                  </a:lnTo>
                  <a:lnTo>
                    <a:pt x="120" y="67"/>
                  </a:lnTo>
                  <a:close/>
                  <a:moveTo>
                    <a:pt x="132" y="58"/>
                  </a:moveTo>
                  <a:lnTo>
                    <a:pt x="134" y="59"/>
                  </a:lnTo>
                  <a:lnTo>
                    <a:pt x="137" y="59"/>
                  </a:lnTo>
                  <a:lnTo>
                    <a:pt x="134" y="62"/>
                  </a:lnTo>
                  <a:lnTo>
                    <a:pt x="133" y="64"/>
                  </a:lnTo>
                  <a:lnTo>
                    <a:pt x="130" y="63"/>
                  </a:lnTo>
                  <a:lnTo>
                    <a:pt x="129" y="62"/>
                  </a:lnTo>
                  <a:lnTo>
                    <a:pt x="129" y="61"/>
                  </a:lnTo>
                  <a:lnTo>
                    <a:pt x="132" y="58"/>
                  </a:lnTo>
                  <a:close/>
                  <a:moveTo>
                    <a:pt x="144" y="54"/>
                  </a:moveTo>
                  <a:lnTo>
                    <a:pt x="146" y="57"/>
                  </a:lnTo>
                  <a:lnTo>
                    <a:pt x="145" y="58"/>
                  </a:lnTo>
                  <a:lnTo>
                    <a:pt x="144" y="57"/>
                  </a:lnTo>
                  <a:lnTo>
                    <a:pt x="140" y="57"/>
                  </a:lnTo>
                  <a:lnTo>
                    <a:pt x="140" y="55"/>
                  </a:lnTo>
                  <a:lnTo>
                    <a:pt x="144" y="54"/>
                  </a:lnTo>
                  <a:close/>
                  <a:moveTo>
                    <a:pt x="17" y="0"/>
                  </a:moveTo>
                  <a:lnTo>
                    <a:pt x="20" y="0"/>
                  </a:lnTo>
                  <a:lnTo>
                    <a:pt x="22" y="3"/>
                  </a:lnTo>
                  <a:lnTo>
                    <a:pt x="25" y="1"/>
                  </a:lnTo>
                  <a:lnTo>
                    <a:pt x="28" y="1"/>
                  </a:lnTo>
                  <a:lnTo>
                    <a:pt x="30" y="3"/>
                  </a:lnTo>
                  <a:lnTo>
                    <a:pt x="33" y="1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41" y="3"/>
                  </a:lnTo>
                  <a:lnTo>
                    <a:pt x="49" y="4"/>
                  </a:lnTo>
                  <a:lnTo>
                    <a:pt x="53" y="5"/>
                  </a:lnTo>
                  <a:lnTo>
                    <a:pt x="59" y="3"/>
                  </a:lnTo>
                  <a:lnTo>
                    <a:pt x="63" y="3"/>
                  </a:lnTo>
                  <a:lnTo>
                    <a:pt x="65" y="5"/>
                  </a:lnTo>
                  <a:lnTo>
                    <a:pt x="69" y="5"/>
                  </a:lnTo>
                  <a:lnTo>
                    <a:pt x="70" y="4"/>
                  </a:lnTo>
                  <a:lnTo>
                    <a:pt x="72" y="4"/>
                  </a:lnTo>
                  <a:lnTo>
                    <a:pt x="79" y="8"/>
                  </a:lnTo>
                  <a:lnTo>
                    <a:pt x="80" y="5"/>
                  </a:lnTo>
                  <a:lnTo>
                    <a:pt x="82" y="5"/>
                  </a:lnTo>
                  <a:lnTo>
                    <a:pt x="83" y="5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6" y="7"/>
                  </a:lnTo>
                  <a:lnTo>
                    <a:pt x="87" y="9"/>
                  </a:lnTo>
                  <a:lnTo>
                    <a:pt x="87" y="11"/>
                  </a:lnTo>
                  <a:lnTo>
                    <a:pt x="90" y="11"/>
                  </a:lnTo>
                  <a:lnTo>
                    <a:pt x="95" y="13"/>
                  </a:lnTo>
                  <a:lnTo>
                    <a:pt x="96" y="14"/>
                  </a:lnTo>
                  <a:lnTo>
                    <a:pt x="99" y="14"/>
                  </a:lnTo>
                  <a:lnTo>
                    <a:pt x="101" y="17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9" y="16"/>
                  </a:lnTo>
                  <a:lnTo>
                    <a:pt x="115" y="14"/>
                  </a:lnTo>
                  <a:lnTo>
                    <a:pt x="116" y="16"/>
                  </a:lnTo>
                  <a:lnTo>
                    <a:pt x="120" y="16"/>
                  </a:lnTo>
                  <a:lnTo>
                    <a:pt x="123" y="17"/>
                  </a:lnTo>
                  <a:lnTo>
                    <a:pt x="128" y="17"/>
                  </a:lnTo>
                  <a:lnTo>
                    <a:pt x="132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2" y="22"/>
                  </a:lnTo>
                  <a:lnTo>
                    <a:pt x="133" y="26"/>
                  </a:lnTo>
                  <a:lnTo>
                    <a:pt x="132" y="29"/>
                  </a:lnTo>
                  <a:lnTo>
                    <a:pt x="132" y="32"/>
                  </a:lnTo>
                  <a:lnTo>
                    <a:pt x="126" y="34"/>
                  </a:lnTo>
                  <a:lnTo>
                    <a:pt x="125" y="37"/>
                  </a:lnTo>
                  <a:lnTo>
                    <a:pt x="121" y="38"/>
                  </a:lnTo>
                  <a:lnTo>
                    <a:pt x="116" y="38"/>
                  </a:lnTo>
                  <a:lnTo>
                    <a:pt x="113" y="41"/>
                  </a:lnTo>
                  <a:lnTo>
                    <a:pt x="111" y="42"/>
                  </a:lnTo>
                  <a:lnTo>
                    <a:pt x="112" y="42"/>
                  </a:lnTo>
                  <a:lnTo>
                    <a:pt x="112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8" y="45"/>
                  </a:lnTo>
                  <a:lnTo>
                    <a:pt x="105" y="51"/>
                  </a:lnTo>
                  <a:lnTo>
                    <a:pt x="103" y="53"/>
                  </a:lnTo>
                  <a:lnTo>
                    <a:pt x="99" y="61"/>
                  </a:lnTo>
                  <a:lnTo>
                    <a:pt x="97" y="62"/>
                  </a:lnTo>
                  <a:lnTo>
                    <a:pt x="99" y="64"/>
                  </a:lnTo>
                  <a:lnTo>
                    <a:pt x="99" y="67"/>
                  </a:lnTo>
                  <a:lnTo>
                    <a:pt x="101" y="68"/>
                  </a:lnTo>
                  <a:lnTo>
                    <a:pt x="104" y="72"/>
                  </a:lnTo>
                  <a:lnTo>
                    <a:pt x="101" y="75"/>
                  </a:lnTo>
                  <a:lnTo>
                    <a:pt x="97" y="76"/>
                  </a:lnTo>
                  <a:lnTo>
                    <a:pt x="97" y="79"/>
                  </a:lnTo>
                  <a:lnTo>
                    <a:pt x="94" y="84"/>
                  </a:lnTo>
                  <a:lnTo>
                    <a:pt x="94" y="87"/>
                  </a:lnTo>
                  <a:lnTo>
                    <a:pt x="95" y="88"/>
                  </a:lnTo>
                  <a:lnTo>
                    <a:pt x="94" y="89"/>
                  </a:lnTo>
                  <a:lnTo>
                    <a:pt x="90" y="91"/>
                  </a:lnTo>
                  <a:lnTo>
                    <a:pt x="82" y="93"/>
                  </a:lnTo>
                  <a:lnTo>
                    <a:pt x="82" y="96"/>
                  </a:lnTo>
                  <a:lnTo>
                    <a:pt x="79" y="100"/>
                  </a:lnTo>
                  <a:lnTo>
                    <a:pt x="76" y="99"/>
                  </a:lnTo>
                  <a:lnTo>
                    <a:pt x="75" y="97"/>
                  </a:lnTo>
                  <a:lnTo>
                    <a:pt x="74" y="100"/>
                  </a:lnTo>
                  <a:lnTo>
                    <a:pt x="71" y="100"/>
                  </a:lnTo>
                  <a:lnTo>
                    <a:pt x="70" y="100"/>
                  </a:lnTo>
                  <a:lnTo>
                    <a:pt x="67" y="100"/>
                  </a:lnTo>
                  <a:lnTo>
                    <a:pt x="67" y="100"/>
                  </a:lnTo>
                  <a:lnTo>
                    <a:pt x="63" y="100"/>
                  </a:lnTo>
                  <a:lnTo>
                    <a:pt x="59" y="99"/>
                  </a:lnTo>
                  <a:lnTo>
                    <a:pt x="57" y="100"/>
                  </a:lnTo>
                  <a:lnTo>
                    <a:pt x="53" y="100"/>
                  </a:lnTo>
                  <a:lnTo>
                    <a:pt x="49" y="104"/>
                  </a:lnTo>
                  <a:lnTo>
                    <a:pt x="45" y="104"/>
                  </a:lnTo>
                  <a:lnTo>
                    <a:pt x="43" y="107"/>
                  </a:lnTo>
                  <a:lnTo>
                    <a:pt x="42" y="108"/>
                  </a:lnTo>
                  <a:lnTo>
                    <a:pt x="40" y="109"/>
                  </a:lnTo>
                  <a:lnTo>
                    <a:pt x="36" y="109"/>
                  </a:lnTo>
                  <a:lnTo>
                    <a:pt x="32" y="105"/>
                  </a:lnTo>
                  <a:lnTo>
                    <a:pt x="29" y="100"/>
                  </a:lnTo>
                  <a:lnTo>
                    <a:pt x="30" y="99"/>
                  </a:lnTo>
                  <a:lnTo>
                    <a:pt x="25" y="95"/>
                  </a:lnTo>
                  <a:lnTo>
                    <a:pt x="21" y="93"/>
                  </a:lnTo>
                  <a:lnTo>
                    <a:pt x="20" y="93"/>
                  </a:lnTo>
                  <a:lnTo>
                    <a:pt x="20" y="91"/>
                  </a:lnTo>
                  <a:lnTo>
                    <a:pt x="17" y="88"/>
                  </a:lnTo>
                  <a:lnTo>
                    <a:pt x="20" y="83"/>
                  </a:lnTo>
                  <a:lnTo>
                    <a:pt x="24" y="80"/>
                  </a:lnTo>
                  <a:lnTo>
                    <a:pt x="24" y="78"/>
                  </a:lnTo>
                  <a:lnTo>
                    <a:pt x="21" y="78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2" y="66"/>
                  </a:lnTo>
                  <a:lnTo>
                    <a:pt x="20" y="64"/>
                  </a:lnTo>
                  <a:lnTo>
                    <a:pt x="17" y="59"/>
                  </a:lnTo>
                  <a:lnTo>
                    <a:pt x="20" y="58"/>
                  </a:lnTo>
                  <a:lnTo>
                    <a:pt x="22" y="58"/>
                  </a:lnTo>
                  <a:lnTo>
                    <a:pt x="25" y="54"/>
                  </a:lnTo>
                  <a:lnTo>
                    <a:pt x="24" y="51"/>
                  </a:lnTo>
                  <a:lnTo>
                    <a:pt x="25" y="50"/>
                  </a:lnTo>
                  <a:lnTo>
                    <a:pt x="26" y="42"/>
                  </a:lnTo>
                  <a:lnTo>
                    <a:pt x="25" y="38"/>
                  </a:lnTo>
                  <a:lnTo>
                    <a:pt x="30" y="34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0" y="29"/>
                  </a:lnTo>
                  <a:lnTo>
                    <a:pt x="29" y="26"/>
                  </a:lnTo>
                  <a:lnTo>
                    <a:pt x="24" y="25"/>
                  </a:lnTo>
                  <a:lnTo>
                    <a:pt x="22" y="28"/>
                  </a:lnTo>
                  <a:lnTo>
                    <a:pt x="16" y="26"/>
                  </a:lnTo>
                  <a:lnTo>
                    <a:pt x="12" y="28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9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7" y="21"/>
                  </a:lnTo>
                  <a:lnTo>
                    <a:pt x="4" y="21"/>
                  </a:lnTo>
                  <a:lnTo>
                    <a:pt x="5" y="20"/>
                  </a:lnTo>
                  <a:lnTo>
                    <a:pt x="4" y="18"/>
                  </a:lnTo>
                  <a:lnTo>
                    <a:pt x="5" y="16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1" y="8"/>
                  </a:lnTo>
                  <a:lnTo>
                    <a:pt x="5" y="5"/>
                  </a:lnTo>
                  <a:lnTo>
                    <a:pt x="7" y="7"/>
                  </a:lnTo>
                  <a:lnTo>
                    <a:pt x="11" y="7"/>
                  </a:lnTo>
                  <a:lnTo>
                    <a:pt x="12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5" name="Freeform 412"/>
            <p:cNvSpPr>
              <a:spLocks/>
            </p:cNvSpPr>
            <p:nvPr/>
          </p:nvSpPr>
          <p:spPr bwMode="auto">
            <a:xfrm>
              <a:off x="5508953" y="3000321"/>
              <a:ext cx="93897" cy="182718"/>
            </a:xfrm>
            <a:custGeom>
              <a:avLst/>
              <a:gdLst>
                <a:gd name="T0" fmla="*/ 15 w 37"/>
                <a:gd name="T1" fmla="*/ 0 h 72"/>
                <a:gd name="T2" fmla="*/ 16 w 37"/>
                <a:gd name="T3" fmla="*/ 4 h 72"/>
                <a:gd name="T4" fmla="*/ 26 w 37"/>
                <a:gd name="T5" fmla="*/ 4 h 72"/>
                <a:gd name="T6" fmla="*/ 33 w 37"/>
                <a:gd name="T7" fmla="*/ 2 h 72"/>
                <a:gd name="T8" fmla="*/ 37 w 37"/>
                <a:gd name="T9" fmla="*/ 8 h 72"/>
                <a:gd name="T10" fmla="*/ 34 w 37"/>
                <a:gd name="T11" fmla="*/ 10 h 72"/>
                <a:gd name="T12" fmla="*/ 30 w 37"/>
                <a:gd name="T13" fmla="*/ 18 h 72"/>
                <a:gd name="T14" fmla="*/ 28 w 37"/>
                <a:gd name="T15" fmla="*/ 27 h 72"/>
                <a:gd name="T16" fmla="*/ 26 w 37"/>
                <a:gd name="T17" fmla="*/ 34 h 72"/>
                <a:gd name="T18" fmla="*/ 21 w 37"/>
                <a:gd name="T19" fmla="*/ 35 h 72"/>
                <a:gd name="T20" fmla="*/ 26 w 37"/>
                <a:gd name="T21" fmla="*/ 42 h 72"/>
                <a:gd name="T22" fmla="*/ 24 w 37"/>
                <a:gd name="T23" fmla="*/ 51 h 72"/>
                <a:gd name="T24" fmla="*/ 28 w 37"/>
                <a:gd name="T25" fmla="*/ 54 h 72"/>
                <a:gd name="T26" fmla="*/ 24 w 37"/>
                <a:gd name="T27" fmla="*/ 59 h 72"/>
                <a:gd name="T28" fmla="*/ 24 w 37"/>
                <a:gd name="T29" fmla="*/ 67 h 72"/>
                <a:gd name="T30" fmla="*/ 24 w 37"/>
                <a:gd name="T31" fmla="*/ 69 h 72"/>
                <a:gd name="T32" fmla="*/ 20 w 37"/>
                <a:gd name="T33" fmla="*/ 71 h 72"/>
                <a:gd name="T34" fmla="*/ 15 w 37"/>
                <a:gd name="T35" fmla="*/ 71 h 72"/>
                <a:gd name="T36" fmla="*/ 5 w 37"/>
                <a:gd name="T37" fmla="*/ 72 h 72"/>
                <a:gd name="T38" fmla="*/ 5 w 37"/>
                <a:gd name="T39" fmla="*/ 69 h 72"/>
                <a:gd name="T40" fmla="*/ 7 w 37"/>
                <a:gd name="T41" fmla="*/ 59 h 72"/>
                <a:gd name="T42" fmla="*/ 7 w 37"/>
                <a:gd name="T43" fmla="*/ 54 h 72"/>
                <a:gd name="T44" fmla="*/ 5 w 37"/>
                <a:gd name="T45" fmla="*/ 51 h 72"/>
                <a:gd name="T46" fmla="*/ 3 w 37"/>
                <a:gd name="T47" fmla="*/ 52 h 72"/>
                <a:gd name="T48" fmla="*/ 5 w 37"/>
                <a:gd name="T49" fmla="*/ 47 h 72"/>
                <a:gd name="T50" fmla="*/ 5 w 37"/>
                <a:gd name="T51" fmla="*/ 44 h 72"/>
                <a:gd name="T52" fmla="*/ 3 w 37"/>
                <a:gd name="T53" fmla="*/ 48 h 72"/>
                <a:gd name="T54" fmla="*/ 0 w 37"/>
                <a:gd name="T55" fmla="*/ 47 h 72"/>
                <a:gd name="T56" fmla="*/ 4 w 37"/>
                <a:gd name="T57" fmla="*/ 35 h 72"/>
                <a:gd name="T58" fmla="*/ 7 w 37"/>
                <a:gd name="T59" fmla="*/ 29 h 72"/>
                <a:gd name="T60" fmla="*/ 8 w 37"/>
                <a:gd name="T61" fmla="*/ 22 h 72"/>
                <a:gd name="T62" fmla="*/ 8 w 37"/>
                <a:gd name="T63" fmla="*/ 18 h 72"/>
                <a:gd name="T64" fmla="*/ 8 w 37"/>
                <a:gd name="T65" fmla="*/ 14 h 72"/>
                <a:gd name="T66" fmla="*/ 8 w 37"/>
                <a:gd name="T67" fmla="*/ 2 h 72"/>
                <a:gd name="T68" fmla="*/ 13 w 37"/>
                <a:gd name="T6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" h="72">
                  <a:moveTo>
                    <a:pt x="13" y="0"/>
                  </a:moveTo>
                  <a:lnTo>
                    <a:pt x="15" y="0"/>
                  </a:lnTo>
                  <a:lnTo>
                    <a:pt x="15" y="2"/>
                  </a:lnTo>
                  <a:lnTo>
                    <a:pt x="16" y="4"/>
                  </a:lnTo>
                  <a:lnTo>
                    <a:pt x="20" y="2"/>
                  </a:lnTo>
                  <a:lnTo>
                    <a:pt x="26" y="4"/>
                  </a:lnTo>
                  <a:lnTo>
                    <a:pt x="28" y="1"/>
                  </a:lnTo>
                  <a:lnTo>
                    <a:pt x="33" y="2"/>
                  </a:lnTo>
                  <a:lnTo>
                    <a:pt x="34" y="5"/>
                  </a:lnTo>
                  <a:lnTo>
                    <a:pt x="37" y="8"/>
                  </a:lnTo>
                  <a:lnTo>
                    <a:pt x="36" y="10"/>
                  </a:lnTo>
                  <a:lnTo>
                    <a:pt x="34" y="10"/>
                  </a:lnTo>
                  <a:lnTo>
                    <a:pt x="29" y="14"/>
                  </a:lnTo>
                  <a:lnTo>
                    <a:pt x="30" y="18"/>
                  </a:lnTo>
                  <a:lnTo>
                    <a:pt x="29" y="26"/>
                  </a:lnTo>
                  <a:lnTo>
                    <a:pt x="28" y="27"/>
                  </a:lnTo>
                  <a:lnTo>
                    <a:pt x="29" y="30"/>
                  </a:lnTo>
                  <a:lnTo>
                    <a:pt x="26" y="34"/>
                  </a:lnTo>
                  <a:lnTo>
                    <a:pt x="24" y="34"/>
                  </a:lnTo>
                  <a:lnTo>
                    <a:pt x="21" y="35"/>
                  </a:lnTo>
                  <a:lnTo>
                    <a:pt x="24" y="40"/>
                  </a:lnTo>
                  <a:lnTo>
                    <a:pt x="26" y="42"/>
                  </a:lnTo>
                  <a:lnTo>
                    <a:pt x="28" y="47"/>
                  </a:lnTo>
                  <a:lnTo>
                    <a:pt x="24" y="51"/>
                  </a:lnTo>
                  <a:lnTo>
                    <a:pt x="25" y="54"/>
                  </a:lnTo>
                  <a:lnTo>
                    <a:pt x="28" y="54"/>
                  </a:lnTo>
                  <a:lnTo>
                    <a:pt x="28" y="56"/>
                  </a:lnTo>
                  <a:lnTo>
                    <a:pt x="24" y="59"/>
                  </a:lnTo>
                  <a:lnTo>
                    <a:pt x="21" y="64"/>
                  </a:lnTo>
                  <a:lnTo>
                    <a:pt x="24" y="67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6" y="72"/>
                  </a:lnTo>
                  <a:lnTo>
                    <a:pt x="15" y="71"/>
                  </a:lnTo>
                  <a:lnTo>
                    <a:pt x="9" y="69"/>
                  </a:lnTo>
                  <a:lnTo>
                    <a:pt x="5" y="72"/>
                  </a:lnTo>
                  <a:lnTo>
                    <a:pt x="4" y="71"/>
                  </a:lnTo>
                  <a:lnTo>
                    <a:pt x="5" y="69"/>
                  </a:lnTo>
                  <a:lnTo>
                    <a:pt x="7" y="65"/>
                  </a:lnTo>
                  <a:lnTo>
                    <a:pt x="7" y="59"/>
                  </a:lnTo>
                  <a:lnTo>
                    <a:pt x="8" y="56"/>
                  </a:lnTo>
                  <a:lnTo>
                    <a:pt x="7" y="54"/>
                  </a:lnTo>
                  <a:lnTo>
                    <a:pt x="8" y="51"/>
                  </a:lnTo>
                  <a:lnTo>
                    <a:pt x="5" y="51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3" y="50"/>
                  </a:lnTo>
                  <a:lnTo>
                    <a:pt x="5" y="47"/>
                  </a:lnTo>
                  <a:lnTo>
                    <a:pt x="5" y="47"/>
                  </a:lnTo>
                  <a:lnTo>
                    <a:pt x="5" y="44"/>
                  </a:lnTo>
                  <a:lnTo>
                    <a:pt x="3" y="47"/>
                  </a:lnTo>
                  <a:lnTo>
                    <a:pt x="3" y="48"/>
                  </a:lnTo>
                  <a:lnTo>
                    <a:pt x="0" y="48"/>
                  </a:lnTo>
                  <a:lnTo>
                    <a:pt x="0" y="47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8" y="22"/>
                  </a:lnTo>
                  <a:lnTo>
                    <a:pt x="9" y="21"/>
                  </a:lnTo>
                  <a:lnTo>
                    <a:pt x="8" y="18"/>
                  </a:lnTo>
                  <a:lnTo>
                    <a:pt x="9" y="15"/>
                  </a:lnTo>
                  <a:lnTo>
                    <a:pt x="8" y="14"/>
                  </a:lnTo>
                  <a:lnTo>
                    <a:pt x="9" y="6"/>
                  </a:lnTo>
                  <a:lnTo>
                    <a:pt x="8" y="2"/>
                  </a:lnTo>
                  <a:lnTo>
                    <a:pt x="8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6" name="Freeform 413"/>
            <p:cNvSpPr>
              <a:spLocks noEditPoints="1"/>
            </p:cNvSpPr>
            <p:nvPr/>
          </p:nvSpPr>
          <p:spPr bwMode="auto">
            <a:xfrm>
              <a:off x="6328643" y="3005396"/>
              <a:ext cx="258850" cy="251237"/>
            </a:xfrm>
            <a:custGeom>
              <a:avLst/>
              <a:gdLst>
                <a:gd name="T0" fmla="*/ 56 w 102"/>
                <a:gd name="T1" fmla="*/ 91 h 99"/>
                <a:gd name="T2" fmla="*/ 73 w 102"/>
                <a:gd name="T3" fmla="*/ 92 h 99"/>
                <a:gd name="T4" fmla="*/ 80 w 102"/>
                <a:gd name="T5" fmla="*/ 92 h 99"/>
                <a:gd name="T6" fmla="*/ 63 w 102"/>
                <a:gd name="T7" fmla="*/ 99 h 99"/>
                <a:gd name="T8" fmla="*/ 48 w 102"/>
                <a:gd name="T9" fmla="*/ 92 h 99"/>
                <a:gd name="T10" fmla="*/ 91 w 102"/>
                <a:gd name="T11" fmla="*/ 92 h 99"/>
                <a:gd name="T12" fmla="*/ 91 w 102"/>
                <a:gd name="T13" fmla="*/ 86 h 99"/>
                <a:gd name="T14" fmla="*/ 41 w 102"/>
                <a:gd name="T15" fmla="*/ 79 h 99"/>
                <a:gd name="T16" fmla="*/ 96 w 102"/>
                <a:gd name="T17" fmla="*/ 86 h 99"/>
                <a:gd name="T18" fmla="*/ 41 w 102"/>
                <a:gd name="T19" fmla="*/ 78 h 99"/>
                <a:gd name="T20" fmla="*/ 79 w 102"/>
                <a:gd name="T21" fmla="*/ 77 h 99"/>
                <a:gd name="T22" fmla="*/ 67 w 102"/>
                <a:gd name="T23" fmla="*/ 70 h 99"/>
                <a:gd name="T24" fmla="*/ 69 w 102"/>
                <a:gd name="T25" fmla="*/ 69 h 99"/>
                <a:gd name="T26" fmla="*/ 58 w 102"/>
                <a:gd name="T27" fmla="*/ 67 h 99"/>
                <a:gd name="T28" fmla="*/ 55 w 102"/>
                <a:gd name="T29" fmla="*/ 65 h 99"/>
                <a:gd name="T30" fmla="*/ 77 w 102"/>
                <a:gd name="T31" fmla="*/ 63 h 99"/>
                <a:gd name="T32" fmla="*/ 84 w 102"/>
                <a:gd name="T33" fmla="*/ 61 h 99"/>
                <a:gd name="T34" fmla="*/ 79 w 102"/>
                <a:gd name="T35" fmla="*/ 61 h 99"/>
                <a:gd name="T36" fmla="*/ 13 w 102"/>
                <a:gd name="T37" fmla="*/ 61 h 99"/>
                <a:gd name="T38" fmla="*/ 59 w 102"/>
                <a:gd name="T39" fmla="*/ 60 h 99"/>
                <a:gd name="T40" fmla="*/ 16 w 102"/>
                <a:gd name="T41" fmla="*/ 57 h 99"/>
                <a:gd name="T42" fmla="*/ 9 w 102"/>
                <a:gd name="T43" fmla="*/ 53 h 99"/>
                <a:gd name="T44" fmla="*/ 73 w 102"/>
                <a:gd name="T45" fmla="*/ 54 h 99"/>
                <a:gd name="T46" fmla="*/ 14 w 102"/>
                <a:gd name="T47" fmla="*/ 48 h 99"/>
                <a:gd name="T48" fmla="*/ 59 w 102"/>
                <a:gd name="T49" fmla="*/ 44 h 99"/>
                <a:gd name="T50" fmla="*/ 46 w 102"/>
                <a:gd name="T51" fmla="*/ 45 h 99"/>
                <a:gd name="T52" fmla="*/ 54 w 102"/>
                <a:gd name="T53" fmla="*/ 56 h 99"/>
                <a:gd name="T54" fmla="*/ 52 w 102"/>
                <a:gd name="T55" fmla="*/ 56 h 99"/>
                <a:gd name="T56" fmla="*/ 42 w 102"/>
                <a:gd name="T57" fmla="*/ 46 h 99"/>
                <a:gd name="T58" fmla="*/ 47 w 102"/>
                <a:gd name="T59" fmla="*/ 42 h 99"/>
                <a:gd name="T60" fmla="*/ 77 w 102"/>
                <a:gd name="T61" fmla="*/ 37 h 99"/>
                <a:gd name="T62" fmla="*/ 76 w 102"/>
                <a:gd name="T63" fmla="*/ 41 h 99"/>
                <a:gd name="T64" fmla="*/ 73 w 102"/>
                <a:gd name="T65" fmla="*/ 38 h 99"/>
                <a:gd name="T66" fmla="*/ 5 w 102"/>
                <a:gd name="T67" fmla="*/ 37 h 99"/>
                <a:gd name="T68" fmla="*/ 64 w 102"/>
                <a:gd name="T69" fmla="*/ 28 h 99"/>
                <a:gd name="T70" fmla="*/ 66 w 102"/>
                <a:gd name="T71" fmla="*/ 27 h 99"/>
                <a:gd name="T72" fmla="*/ 58 w 102"/>
                <a:gd name="T73" fmla="*/ 17 h 99"/>
                <a:gd name="T74" fmla="*/ 76 w 102"/>
                <a:gd name="T75" fmla="*/ 3 h 99"/>
                <a:gd name="T76" fmla="*/ 62 w 102"/>
                <a:gd name="T77" fmla="*/ 12 h 99"/>
                <a:gd name="T78" fmla="*/ 47 w 102"/>
                <a:gd name="T79" fmla="*/ 17 h 99"/>
                <a:gd name="T80" fmla="*/ 47 w 102"/>
                <a:gd name="T81" fmla="*/ 25 h 99"/>
                <a:gd name="T82" fmla="*/ 42 w 102"/>
                <a:gd name="T83" fmla="*/ 28 h 99"/>
                <a:gd name="T84" fmla="*/ 33 w 102"/>
                <a:gd name="T85" fmla="*/ 27 h 99"/>
                <a:gd name="T86" fmla="*/ 39 w 102"/>
                <a:gd name="T87" fmla="*/ 41 h 99"/>
                <a:gd name="T88" fmla="*/ 34 w 102"/>
                <a:gd name="T89" fmla="*/ 44 h 99"/>
                <a:gd name="T90" fmla="*/ 50 w 102"/>
                <a:gd name="T91" fmla="*/ 57 h 99"/>
                <a:gd name="T92" fmla="*/ 42 w 102"/>
                <a:gd name="T93" fmla="*/ 62 h 99"/>
                <a:gd name="T94" fmla="*/ 41 w 102"/>
                <a:gd name="T95" fmla="*/ 66 h 99"/>
                <a:gd name="T96" fmla="*/ 43 w 102"/>
                <a:gd name="T97" fmla="*/ 78 h 99"/>
                <a:gd name="T98" fmla="*/ 30 w 102"/>
                <a:gd name="T99" fmla="*/ 73 h 99"/>
                <a:gd name="T100" fmla="*/ 26 w 102"/>
                <a:gd name="T101" fmla="*/ 66 h 99"/>
                <a:gd name="T102" fmla="*/ 29 w 102"/>
                <a:gd name="T103" fmla="*/ 53 h 99"/>
                <a:gd name="T104" fmla="*/ 34 w 102"/>
                <a:gd name="T105" fmla="*/ 53 h 99"/>
                <a:gd name="T106" fmla="*/ 17 w 102"/>
                <a:gd name="T107" fmla="*/ 49 h 99"/>
                <a:gd name="T108" fmla="*/ 9 w 102"/>
                <a:gd name="T109" fmla="*/ 29 h 99"/>
                <a:gd name="T110" fmla="*/ 33 w 102"/>
                <a:gd name="T111" fmla="*/ 12 h 99"/>
                <a:gd name="T112" fmla="*/ 55 w 102"/>
                <a:gd name="T113" fmla="*/ 7 h 99"/>
                <a:gd name="T114" fmla="*/ 72 w 102"/>
                <a:gd name="T115" fmla="*/ 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2" h="99">
                  <a:moveTo>
                    <a:pt x="51" y="90"/>
                  </a:moveTo>
                  <a:lnTo>
                    <a:pt x="51" y="90"/>
                  </a:lnTo>
                  <a:lnTo>
                    <a:pt x="51" y="91"/>
                  </a:lnTo>
                  <a:lnTo>
                    <a:pt x="54" y="91"/>
                  </a:lnTo>
                  <a:lnTo>
                    <a:pt x="54" y="91"/>
                  </a:lnTo>
                  <a:lnTo>
                    <a:pt x="54" y="90"/>
                  </a:lnTo>
                  <a:lnTo>
                    <a:pt x="54" y="90"/>
                  </a:lnTo>
                  <a:lnTo>
                    <a:pt x="55" y="90"/>
                  </a:lnTo>
                  <a:lnTo>
                    <a:pt x="56" y="91"/>
                  </a:lnTo>
                  <a:lnTo>
                    <a:pt x="55" y="91"/>
                  </a:lnTo>
                  <a:lnTo>
                    <a:pt x="56" y="91"/>
                  </a:lnTo>
                  <a:lnTo>
                    <a:pt x="58" y="92"/>
                  </a:lnTo>
                  <a:lnTo>
                    <a:pt x="59" y="94"/>
                  </a:lnTo>
                  <a:lnTo>
                    <a:pt x="62" y="92"/>
                  </a:lnTo>
                  <a:lnTo>
                    <a:pt x="64" y="91"/>
                  </a:lnTo>
                  <a:lnTo>
                    <a:pt x="67" y="91"/>
                  </a:lnTo>
                  <a:lnTo>
                    <a:pt x="69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5" y="94"/>
                  </a:lnTo>
                  <a:lnTo>
                    <a:pt x="75" y="95"/>
                  </a:lnTo>
                  <a:lnTo>
                    <a:pt x="76" y="95"/>
                  </a:lnTo>
                  <a:lnTo>
                    <a:pt x="77" y="95"/>
                  </a:lnTo>
                  <a:lnTo>
                    <a:pt x="77" y="95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80" y="92"/>
                  </a:lnTo>
                  <a:lnTo>
                    <a:pt x="80" y="94"/>
                  </a:lnTo>
                  <a:lnTo>
                    <a:pt x="80" y="95"/>
                  </a:lnTo>
                  <a:lnTo>
                    <a:pt x="80" y="96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1" y="98"/>
                  </a:lnTo>
                  <a:lnTo>
                    <a:pt x="68" y="98"/>
                  </a:lnTo>
                  <a:lnTo>
                    <a:pt x="66" y="99"/>
                  </a:lnTo>
                  <a:lnTo>
                    <a:pt x="63" y="99"/>
                  </a:lnTo>
                  <a:lnTo>
                    <a:pt x="62" y="98"/>
                  </a:lnTo>
                  <a:lnTo>
                    <a:pt x="59" y="96"/>
                  </a:lnTo>
                  <a:lnTo>
                    <a:pt x="58" y="95"/>
                  </a:lnTo>
                  <a:lnTo>
                    <a:pt x="55" y="96"/>
                  </a:lnTo>
                  <a:lnTo>
                    <a:pt x="54" y="95"/>
                  </a:lnTo>
                  <a:lnTo>
                    <a:pt x="50" y="96"/>
                  </a:lnTo>
                  <a:lnTo>
                    <a:pt x="48" y="95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0"/>
                  </a:lnTo>
                  <a:lnTo>
                    <a:pt x="50" y="91"/>
                  </a:lnTo>
                  <a:lnTo>
                    <a:pt x="51" y="91"/>
                  </a:lnTo>
                  <a:lnTo>
                    <a:pt x="50" y="90"/>
                  </a:lnTo>
                  <a:lnTo>
                    <a:pt x="51" y="90"/>
                  </a:lnTo>
                  <a:close/>
                  <a:moveTo>
                    <a:pt x="89" y="87"/>
                  </a:moveTo>
                  <a:lnTo>
                    <a:pt x="89" y="89"/>
                  </a:lnTo>
                  <a:lnTo>
                    <a:pt x="91" y="91"/>
                  </a:lnTo>
                  <a:lnTo>
                    <a:pt x="91" y="92"/>
                  </a:lnTo>
                  <a:lnTo>
                    <a:pt x="89" y="92"/>
                  </a:lnTo>
                  <a:lnTo>
                    <a:pt x="89" y="91"/>
                  </a:lnTo>
                  <a:lnTo>
                    <a:pt x="88" y="90"/>
                  </a:lnTo>
                  <a:lnTo>
                    <a:pt x="89" y="87"/>
                  </a:lnTo>
                  <a:close/>
                  <a:moveTo>
                    <a:pt x="91" y="86"/>
                  </a:moveTo>
                  <a:lnTo>
                    <a:pt x="91" y="87"/>
                  </a:lnTo>
                  <a:lnTo>
                    <a:pt x="89" y="87"/>
                  </a:lnTo>
                  <a:lnTo>
                    <a:pt x="89" y="87"/>
                  </a:lnTo>
                  <a:lnTo>
                    <a:pt x="91" y="86"/>
                  </a:lnTo>
                  <a:close/>
                  <a:moveTo>
                    <a:pt x="41" y="79"/>
                  </a:moveTo>
                  <a:lnTo>
                    <a:pt x="42" y="81"/>
                  </a:lnTo>
                  <a:lnTo>
                    <a:pt x="43" y="82"/>
                  </a:lnTo>
                  <a:lnTo>
                    <a:pt x="42" y="85"/>
                  </a:lnTo>
                  <a:lnTo>
                    <a:pt x="41" y="83"/>
                  </a:lnTo>
                  <a:lnTo>
                    <a:pt x="41" y="82"/>
                  </a:lnTo>
                  <a:lnTo>
                    <a:pt x="41" y="81"/>
                  </a:lnTo>
                  <a:lnTo>
                    <a:pt x="41" y="79"/>
                  </a:lnTo>
                  <a:lnTo>
                    <a:pt x="41" y="79"/>
                  </a:lnTo>
                  <a:close/>
                  <a:moveTo>
                    <a:pt x="102" y="78"/>
                  </a:moveTo>
                  <a:lnTo>
                    <a:pt x="101" y="79"/>
                  </a:lnTo>
                  <a:lnTo>
                    <a:pt x="101" y="81"/>
                  </a:lnTo>
                  <a:lnTo>
                    <a:pt x="101" y="82"/>
                  </a:lnTo>
                  <a:lnTo>
                    <a:pt x="100" y="82"/>
                  </a:lnTo>
                  <a:lnTo>
                    <a:pt x="100" y="83"/>
                  </a:lnTo>
                  <a:lnTo>
                    <a:pt x="98" y="83"/>
                  </a:lnTo>
                  <a:lnTo>
                    <a:pt x="97" y="85"/>
                  </a:lnTo>
                  <a:lnTo>
                    <a:pt x="96" y="86"/>
                  </a:lnTo>
                  <a:lnTo>
                    <a:pt x="96" y="86"/>
                  </a:lnTo>
                  <a:lnTo>
                    <a:pt x="95" y="86"/>
                  </a:lnTo>
                  <a:lnTo>
                    <a:pt x="96" y="85"/>
                  </a:lnTo>
                  <a:lnTo>
                    <a:pt x="95" y="83"/>
                  </a:lnTo>
                  <a:lnTo>
                    <a:pt x="95" y="82"/>
                  </a:lnTo>
                  <a:lnTo>
                    <a:pt x="97" y="81"/>
                  </a:lnTo>
                  <a:lnTo>
                    <a:pt x="100" y="79"/>
                  </a:lnTo>
                  <a:lnTo>
                    <a:pt x="102" y="78"/>
                  </a:lnTo>
                  <a:close/>
                  <a:moveTo>
                    <a:pt x="41" y="78"/>
                  </a:moveTo>
                  <a:lnTo>
                    <a:pt x="41" y="78"/>
                  </a:lnTo>
                  <a:lnTo>
                    <a:pt x="41" y="78"/>
                  </a:lnTo>
                  <a:lnTo>
                    <a:pt x="41" y="78"/>
                  </a:lnTo>
                  <a:close/>
                  <a:moveTo>
                    <a:pt x="81" y="75"/>
                  </a:moveTo>
                  <a:lnTo>
                    <a:pt x="81" y="77"/>
                  </a:lnTo>
                  <a:lnTo>
                    <a:pt x="81" y="78"/>
                  </a:lnTo>
                  <a:lnTo>
                    <a:pt x="80" y="78"/>
                  </a:lnTo>
                  <a:lnTo>
                    <a:pt x="79" y="78"/>
                  </a:lnTo>
                  <a:lnTo>
                    <a:pt x="79" y="77"/>
                  </a:lnTo>
                  <a:lnTo>
                    <a:pt x="81" y="75"/>
                  </a:lnTo>
                  <a:close/>
                  <a:moveTo>
                    <a:pt x="56" y="75"/>
                  </a:moveTo>
                  <a:lnTo>
                    <a:pt x="59" y="75"/>
                  </a:lnTo>
                  <a:lnTo>
                    <a:pt x="58" y="77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6" y="75"/>
                  </a:lnTo>
                  <a:close/>
                  <a:moveTo>
                    <a:pt x="66" y="70"/>
                  </a:moveTo>
                  <a:lnTo>
                    <a:pt x="67" y="70"/>
                  </a:lnTo>
                  <a:lnTo>
                    <a:pt x="67" y="70"/>
                  </a:lnTo>
                  <a:lnTo>
                    <a:pt x="66" y="73"/>
                  </a:lnTo>
                  <a:lnTo>
                    <a:pt x="64" y="71"/>
                  </a:lnTo>
                  <a:lnTo>
                    <a:pt x="66" y="70"/>
                  </a:lnTo>
                  <a:close/>
                  <a:moveTo>
                    <a:pt x="58" y="70"/>
                  </a:moveTo>
                  <a:lnTo>
                    <a:pt x="58" y="71"/>
                  </a:lnTo>
                  <a:lnTo>
                    <a:pt x="56" y="70"/>
                  </a:lnTo>
                  <a:lnTo>
                    <a:pt x="58" y="70"/>
                  </a:lnTo>
                  <a:close/>
                  <a:moveTo>
                    <a:pt x="69" y="69"/>
                  </a:moveTo>
                  <a:lnTo>
                    <a:pt x="71" y="69"/>
                  </a:lnTo>
                  <a:lnTo>
                    <a:pt x="71" y="70"/>
                  </a:lnTo>
                  <a:lnTo>
                    <a:pt x="69" y="71"/>
                  </a:lnTo>
                  <a:lnTo>
                    <a:pt x="68" y="71"/>
                  </a:lnTo>
                  <a:lnTo>
                    <a:pt x="68" y="70"/>
                  </a:lnTo>
                  <a:lnTo>
                    <a:pt x="69" y="69"/>
                  </a:lnTo>
                  <a:close/>
                  <a:moveTo>
                    <a:pt x="56" y="66"/>
                  </a:moveTo>
                  <a:lnTo>
                    <a:pt x="58" y="66"/>
                  </a:lnTo>
                  <a:lnTo>
                    <a:pt x="58" y="67"/>
                  </a:lnTo>
                  <a:lnTo>
                    <a:pt x="56" y="67"/>
                  </a:lnTo>
                  <a:lnTo>
                    <a:pt x="56" y="66"/>
                  </a:lnTo>
                  <a:close/>
                  <a:moveTo>
                    <a:pt x="68" y="66"/>
                  </a:moveTo>
                  <a:lnTo>
                    <a:pt x="69" y="66"/>
                  </a:lnTo>
                  <a:lnTo>
                    <a:pt x="68" y="66"/>
                  </a:lnTo>
                  <a:lnTo>
                    <a:pt x="68" y="66"/>
                  </a:lnTo>
                  <a:close/>
                  <a:moveTo>
                    <a:pt x="55" y="63"/>
                  </a:moveTo>
                  <a:lnTo>
                    <a:pt x="56" y="65"/>
                  </a:lnTo>
                  <a:lnTo>
                    <a:pt x="55" y="65"/>
                  </a:lnTo>
                  <a:lnTo>
                    <a:pt x="55" y="65"/>
                  </a:lnTo>
                  <a:lnTo>
                    <a:pt x="55" y="63"/>
                  </a:lnTo>
                  <a:close/>
                  <a:moveTo>
                    <a:pt x="66" y="63"/>
                  </a:moveTo>
                  <a:lnTo>
                    <a:pt x="67" y="65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4" y="63"/>
                  </a:lnTo>
                  <a:lnTo>
                    <a:pt x="66" y="63"/>
                  </a:lnTo>
                  <a:close/>
                  <a:moveTo>
                    <a:pt x="77" y="63"/>
                  </a:moveTo>
                  <a:lnTo>
                    <a:pt x="77" y="63"/>
                  </a:lnTo>
                  <a:lnTo>
                    <a:pt x="75" y="66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7" y="63"/>
                  </a:lnTo>
                  <a:close/>
                  <a:moveTo>
                    <a:pt x="81" y="60"/>
                  </a:moveTo>
                  <a:lnTo>
                    <a:pt x="83" y="60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61"/>
                  </a:lnTo>
                  <a:lnTo>
                    <a:pt x="85" y="62"/>
                  </a:lnTo>
                  <a:lnTo>
                    <a:pt x="84" y="62"/>
                  </a:lnTo>
                  <a:lnTo>
                    <a:pt x="84" y="63"/>
                  </a:lnTo>
                  <a:lnTo>
                    <a:pt x="83" y="63"/>
                  </a:lnTo>
                  <a:lnTo>
                    <a:pt x="81" y="62"/>
                  </a:lnTo>
                  <a:lnTo>
                    <a:pt x="80" y="62"/>
                  </a:lnTo>
                  <a:lnTo>
                    <a:pt x="79" y="62"/>
                  </a:lnTo>
                  <a:lnTo>
                    <a:pt x="79" y="61"/>
                  </a:lnTo>
                  <a:lnTo>
                    <a:pt x="81" y="60"/>
                  </a:lnTo>
                  <a:close/>
                  <a:moveTo>
                    <a:pt x="14" y="60"/>
                  </a:moveTo>
                  <a:lnTo>
                    <a:pt x="16" y="60"/>
                  </a:lnTo>
                  <a:lnTo>
                    <a:pt x="16" y="61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3" y="61"/>
                  </a:lnTo>
                  <a:lnTo>
                    <a:pt x="13" y="60"/>
                  </a:lnTo>
                  <a:lnTo>
                    <a:pt x="14" y="60"/>
                  </a:lnTo>
                  <a:close/>
                  <a:moveTo>
                    <a:pt x="60" y="60"/>
                  </a:moveTo>
                  <a:lnTo>
                    <a:pt x="62" y="61"/>
                  </a:lnTo>
                  <a:lnTo>
                    <a:pt x="63" y="62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60" y="61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60" y="60"/>
                  </a:lnTo>
                  <a:close/>
                  <a:moveTo>
                    <a:pt x="12" y="50"/>
                  </a:moveTo>
                  <a:lnTo>
                    <a:pt x="13" y="50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4"/>
                  </a:lnTo>
                  <a:lnTo>
                    <a:pt x="16" y="56"/>
                  </a:lnTo>
                  <a:lnTo>
                    <a:pt x="16" y="57"/>
                  </a:lnTo>
                  <a:lnTo>
                    <a:pt x="14" y="58"/>
                  </a:lnTo>
                  <a:lnTo>
                    <a:pt x="13" y="57"/>
                  </a:lnTo>
                  <a:lnTo>
                    <a:pt x="12" y="57"/>
                  </a:lnTo>
                  <a:lnTo>
                    <a:pt x="12" y="56"/>
                  </a:lnTo>
                  <a:lnTo>
                    <a:pt x="12" y="54"/>
                  </a:lnTo>
                  <a:lnTo>
                    <a:pt x="12" y="56"/>
                  </a:lnTo>
                  <a:lnTo>
                    <a:pt x="10" y="57"/>
                  </a:lnTo>
                  <a:lnTo>
                    <a:pt x="9" y="56"/>
                  </a:lnTo>
                  <a:lnTo>
                    <a:pt x="9" y="53"/>
                  </a:lnTo>
                  <a:lnTo>
                    <a:pt x="10" y="53"/>
                  </a:lnTo>
                  <a:lnTo>
                    <a:pt x="12" y="53"/>
                  </a:lnTo>
                  <a:lnTo>
                    <a:pt x="12" y="50"/>
                  </a:lnTo>
                  <a:close/>
                  <a:moveTo>
                    <a:pt x="73" y="48"/>
                  </a:moveTo>
                  <a:lnTo>
                    <a:pt x="75" y="49"/>
                  </a:lnTo>
                  <a:lnTo>
                    <a:pt x="75" y="49"/>
                  </a:lnTo>
                  <a:lnTo>
                    <a:pt x="76" y="52"/>
                  </a:lnTo>
                  <a:lnTo>
                    <a:pt x="75" y="54"/>
                  </a:lnTo>
                  <a:lnTo>
                    <a:pt x="73" y="54"/>
                  </a:lnTo>
                  <a:lnTo>
                    <a:pt x="72" y="53"/>
                  </a:lnTo>
                  <a:lnTo>
                    <a:pt x="72" y="53"/>
                  </a:lnTo>
                  <a:lnTo>
                    <a:pt x="73" y="52"/>
                  </a:lnTo>
                  <a:lnTo>
                    <a:pt x="73" y="50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73" y="48"/>
                  </a:lnTo>
                  <a:close/>
                  <a:moveTo>
                    <a:pt x="13" y="46"/>
                  </a:moveTo>
                  <a:lnTo>
                    <a:pt x="14" y="48"/>
                  </a:lnTo>
                  <a:lnTo>
                    <a:pt x="13" y="49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8"/>
                  </a:lnTo>
                  <a:lnTo>
                    <a:pt x="13" y="46"/>
                  </a:lnTo>
                  <a:lnTo>
                    <a:pt x="13" y="46"/>
                  </a:lnTo>
                  <a:close/>
                  <a:moveTo>
                    <a:pt x="56" y="42"/>
                  </a:moveTo>
                  <a:lnTo>
                    <a:pt x="58" y="44"/>
                  </a:lnTo>
                  <a:lnTo>
                    <a:pt x="59" y="44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8" y="45"/>
                  </a:lnTo>
                  <a:lnTo>
                    <a:pt x="58" y="45"/>
                  </a:lnTo>
                  <a:lnTo>
                    <a:pt x="56" y="42"/>
                  </a:lnTo>
                  <a:lnTo>
                    <a:pt x="56" y="42"/>
                  </a:lnTo>
                  <a:close/>
                  <a:moveTo>
                    <a:pt x="42" y="42"/>
                  </a:moveTo>
                  <a:lnTo>
                    <a:pt x="43" y="45"/>
                  </a:lnTo>
                  <a:lnTo>
                    <a:pt x="46" y="45"/>
                  </a:lnTo>
                  <a:lnTo>
                    <a:pt x="47" y="46"/>
                  </a:lnTo>
                  <a:lnTo>
                    <a:pt x="48" y="46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2" y="49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6"/>
                  </a:lnTo>
                  <a:lnTo>
                    <a:pt x="55" y="57"/>
                  </a:lnTo>
                  <a:lnTo>
                    <a:pt x="56" y="56"/>
                  </a:lnTo>
                  <a:lnTo>
                    <a:pt x="58" y="57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2" y="57"/>
                  </a:lnTo>
                  <a:lnTo>
                    <a:pt x="52" y="56"/>
                  </a:lnTo>
                  <a:lnTo>
                    <a:pt x="52" y="54"/>
                  </a:lnTo>
                  <a:lnTo>
                    <a:pt x="51" y="52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6" y="50"/>
                  </a:lnTo>
                  <a:lnTo>
                    <a:pt x="46" y="49"/>
                  </a:lnTo>
                  <a:lnTo>
                    <a:pt x="44" y="48"/>
                  </a:lnTo>
                  <a:lnTo>
                    <a:pt x="43" y="46"/>
                  </a:lnTo>
                  <a:lnTo>
                    <a:pt x="42" y="46"/>
                  </a:lnTo>
                  <a:lnTo>
                    <a:pt x="42" y="45"/>
                  </a:lnTo>
                  <a:lnTo>
                    <a:pt x="41" y="45"/>
                  </a:lnTo>
                  <a:lnTo>
                    <a:pt x="38" y="45"/>
                  </a:lnTo>
                  <a:lnTo>
                    <a:pt x="37" y="45"/>
                  </a:lnTo>
                  <a:lnTo>
                    <a:pt x="39" y="44"/>
                  </a:lnTo>
                  <a:lnTo>
                    <a:pt x="42" y="42"/>
                  </a:lnTo>
                  <a:close/>
                  <a:moveTo>
                    <a:pt x="46" y="40"/>
                  </a:moveTo>
                  <a:lnTo>
                    <a:pt x="47" y="41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4" y="40"/>
                  </a:lnTo>
                  <a:lnTo>
                    <a:pt x="46" y="40"/>
                  </a:lnTo>
                  <a:close/>
                  <a:moveTo>
                    <a:pt x="43" y="40"/>
                  </a:moveTo>
                  <a:lnTo>
                    <a:pt x="44" y="40"/>
                  </a:lnTo>
                  <a:lnTo>
                    <a:pt x="43" y="41"/>
                  </a:lnTo>
                  <a:lnTo>
                    <a:pt x="42" y="40"/>
                  </a:lnTo>
                  <a:lnTo>
                    <a:pt x="43" y="40"/>
                  </a:lnTo>
                  <a:close/>
                  <a:moveTo>
                    <a:pt x="77" y="37"/>
                  </a:moveTo>
                  <a:lnTo>
                    <a:pt x="79" y="37"/>
                  </a:lnTo>
                  <a:lnTo>
                    <a:pt x="77" y="38"/>
                  </a:lnTo>
                  <a:lnTo>
                    <a:pt x="79" y="38"/>
                  </a:lnTo>
                  <a:lnTo>
                    <a:pt x="79" y="41"/>
                  </a:lnTo>
                  <a:lnTo>
                    <a:pt x="79" y="42"/>
                  </a:lnTo>
                  <a:lnTo>
                    <a:pt x="76" y="44"/>
                  </a:lnTo>
                  <a:lnTo>
                    <a:pt x="75" y="42"/>
                  </a:lnTo>
                  <a:lnTo>
                    <a:pt x="75" y="41"/>
                  </a:lnTo>
                  <a:lnTo>
                    <a:pt x="76" y="41"/>
                  </a:lnTo>
                  <a:lnTo>
                    <a:pt x="76" y="38"/>
                  </a:lnTo>
                  <a:lnTo>
                    <a:pt x="75" y="40"/>
                  </a:lnTo>
                  <a:lnTo>
                    <a:pt x="75" y="41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2" y="42"/>
                  </a:lnTo>
                  <a:lnTo>
                    <a:pt x="71" y="41"/>
                  </a:lnTo>
                  <a:lnTo>
                    <a:pt x="71" y="38"/>
                  </a:lnTo>
                  <a:lnTo>
                    <a:pt x="73" y="38"/>
                  </a:lnTo>
                  <a:lnTo>
                    <a:pt x="75" y="37"/>
                  </a:lnTo>
                  <a:lnTo>
                    <a:pt x="77" y="37"/>
                  </a:lnTo>
                  <a:close/>
                  <a:moveTo>
                    <a:pt x="1" y="32"/>
                  </a:moveTo>
                  <a:lnTo>
                    <a:pt x="2" y="32"/>
                  </a:lnTo>
                  <a:lnTo>
                    <a:pt x="2" y="35"/>
                  </a:lnTo>
                  <a:lnTo>
                    <a:pt x="4" y="36"/>
                  </a:lnTo>
                  <a:lnTo>
                    <a:pt x="5" y="36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2" y="37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1" y="32"/>
                  </a:lnTo>
                  <a:close/>
                  <a:moveTo>
                    <a:pt x="66" y="27"/>
                  </a:moveTo>
                  <a:lnTo>
                    <a:pt x="66" y="27"/>
                  </a:lnTo>
                  <a:lnTo>
                    <a:pt x="64" y="28"/>
                  </a:lnTo>
                  <a:lnTo>
                    <a:pt x="64" y="31"/>
                  </a:lnTo>
                  <a:lnTo>
                    <a:pt x="63" y="31"/>
                  </a:lnTo>
                  <a:lnTo>
                    <a:pt x="62" y="31"/>
                  </a:lnTo>
                  <a:lnTo>
                    <a:pt x="62" y="29"/>
                  </a:lnTo>
                  <a:lnTo>
                    <a:pt x="60" y="28"/>
                  </a:lnTo>
                  <a:lnTo>
                    <a:pt x="62" y="27"/>
                  </a:lnTo>
                  <a:lnTo>
                    <a:pt x="63" y="27"/>
                  </a:lnTo>
                  <a:lnTo>
                    <a:pt x="64" y="28"/>
                  </a:lnTo>
                  <a:lnTo>
                    <a:pt x="66" y="27"/>
                  </a:lnTo>
                  <a:close/>
                  <a:moveTo>
                    <a:pt x="68" y="20"/>
                  </a:moveTo>
                  <a:lnTo>
                    <a:pt x="69" y="20"/>
                  </a:lnTo>
                  <a:lnTo>
                    <a:pt x="69" y="21"/>
                  </a:lnTo>
                  <a:lnTo>
                    <a:pt x="68" y="21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8" y="20"/>
                  </a:lnTo>
                  <a:close/>
                  <a:moveTo>
                    <a:pt x="56" y="16"/>
                  </a:moveTo>
                  <a:lnTo>
                    <a:pt x="58" y="17"/>
                  </a:lnTo>
                  <a:lnTo>
                    <a:pt x="58" y="19"/>
                  </a:lnTo>
                  <a:lnTo>
                    <a:pt x="56" y="19"/>
                  </a:lnTo>
                  <a:lnTo>
                    <a:pt x="56" y="19"/>
                  </a:lnTo>
                  <a:lnTo>
                    <a:pt x="55" y="19"/>
                  </a:lnTo>
                  <a:lnTo>
                    <a:pt x="55" y="16"/>
                  </a:lnTo>
                  <a:lnTo>
                    <a:pt x="56" y="16"/>
                  </a:lnTo>
                  <a:close/>
                  <a:moveTo>
                    <a:pt x="75" y="0"/>
                  </a:moveTo>
                  <a:lnTo>
                    <a:pt x="76" y="0"/>
                  </a:lnTo>
                  <a:lnTo>
                    <a:pt x="76" y="3"/>
                  </a:lnTo>
                  <a:lnTo>
                    <a:pt x="79" y="4"/>
                  </a:lnTo>
                  <a:lnTo>
                    <a:pt x="77" y="7"/>
                  </a:lnTo>
                  <a:lnTo>
                    <a:pt x="75" y="8"/>
                  </a:lnTo>
                  <a:lnTo>
                    <a:pt x="75" y="11"/>
                  </a:lnTo>
                  <a:lnTo>
                    <a:pt x="73" y="15"/>
                  </a:lnTo>
                  <a:lnTo>
                    <a:pt x="71" y="15"/>
                  </a:lnTo>
                  <a:lnTo>
                    <a:pt x="68" y="13"/>
                  </a:lnTo>
                  <a:lnTo>
                    <a:pt x="63" y="13"/>
                  </a:lnTo>
                  <a:lnTo>
                    <a:pt x="62" y="12"/>
                  </a:lnTo>
                  <a:lnTo>
                    <a:pt x="60" y="12"/>
                  </a:lnTo>
                  <a:lnTo>
                    <a:pt x="60" y="13"/>
                  </a:lnTo>
                  <a:lnTo>
                    <a:pt x="58" y="15"/>
                  </a:lnTo>
                  <a:lnTo>
                    <a:pt x="56" y="15"/>
                  </a:lnTo>
                  <a:lnTo>
                    <a:pt x="54" y="13"/>
                  </a:lnTo>
                  <a:lnTo>
                    <a:pt x="52" y="13"/>
                  </a:lnTo>
                  <a:lnTo>
                    <a:pt x="51" y="17"/>
                  </a:lnTo>
                  <a:lnTo>
                    <a:pt x="50" y="17"/>
                  </a:lnTo>
                  <a:lnTo>
                    <a:pt x="47" y="17"/>
                  </a:lnTo>
                  <a:lnTo>
                    <a:pt x="46" y="19"/>
                  </a:lnTo>
                  <a:lnTo>
                    <a:pt x="47" y="21"/>
                  </a:lnTo>
                  <a:lnTo>
                    <a:pt x="50" y="21"/>
                  </a:lnTo>
                  <a:lnTo>
                    <a:pt x="52" y="24"/>
                  </a:lnTo>
                  <a:lnTo>
                    <a:pt x="52" y="25"/>
                  </a:lnTo>
                  <a:lnTo>
                    <a:pt x="51" y="23"/>
                  </a:lnTo>
                  <a:lnTo>
                    <a:pt x="46" y="23"/>
                  </a:lnTo>
                  <a:lnTo>
                    <a:pt x="46" y="24"/>
                  </a:lnTo>
                  <a:lnTo>
                    <a:pt x="47" y="25"/>
                  </a:lnTo>
                  <a:lnTo>
                    <a:pt x="50" y="27"/>
                  </a:lnTo>
                  <a:lnTo>
                    <a:pt x="48" y="28"/>
                  </a:lnTo>
                  <a:lnTo>
                    <a:pt x="47" y="27"/>
                  </a:lnTo>
                  <a:lnTo>
                    <a:pt x="44" y="24"/>
                  </a:lnTo>
                  <a:lnTo>
                    <a:pt x="43" y="24"/>
                  </a:lnTo>
                  <a:lnTo>
                    <a:pt x="42" y="25"/>
                  </a:lnTo>
                  <a:lnTo>
                    <a:pt x="43" y="27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1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5" y="21"/>
                  </a:lnTo>
                  <a:lnTo>
                    <a:pt x="37" y="21"/>
                  </a:lnTo>
                  <a:lnTo>
                    <a:pt x="37" y="19"/>
                  </a:lnTo>
                  <a:lnTo>
                    <a:pt x="34" y="19"/>
                  </a:lnTo>
                  <a:lnTo>
                    <a:pt x="33" y="21"/>
                  </a:lnTo>
                  <a:lnTo>
                    <a:pt x="33" y="27"/>
                  </a:lnTo>
                  <a:lnTo>
                    <a:pt x="31" y="28"/>
                  </a:lnTo>
                  <a:lnTo>
                    <a:pt x="35" y="29"/>
                  </a:lnTo>
                  <a:lnTo>
                    <a:pt x="35" y="32"/>
                  </a:lnTo>
                  <a:lnTo>
                    <a:pt x="37" y="32"/>
                  </a:lnTo>
                  <a:lnTo>
                    <a:pt x="41" y="37"/>
                  </a:lnTo>
                  <a:lnTo>
                    <a:pt x="42" y="38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41" y="40"/>
                  </a:lnTo>
                  <a:lnTo>
                    <a:pt x="38" y="38"/>
                  </a:lnTo>
                  <a:lnTo>
                    <a:pt x="37" y="37"/>
                  </a:lnTo>
                  <a:lnTo>
                    <a:pt x="37" y="38"/>
                  </a:lnTo>
                  <a:lnTo>
                    <a:pt x="35" y="40"/>
                  </a:lnTo>
                  <a:lnTo>
                    <a:pt x="38" y="41"/>
                  </a:lnTo>
                  <a:lnTo>
                    <a:pt x="38" y="42"/>
                  </a:lnTo>
                  <a:lnTo>
                    <a:pt x="37" y="44"/>
                  </a:lnTo>
                  <a:lnTo>
                    <a:pt x="34" y="44"/>
                  </a:lnTo>
                  <a:lnTo>
                    <a:pt x="37" y="46"/>
                  </a:lnTo>
                  <a:lnTo>
                    <a:pt x="39" y="46"/>
                  </a:lnTo>
                  <a:lnTo>
                    <a:pt x="39" y="48"/>
                  </a:lnTo>
                  <a:lnTo>
                    <a:pt x="42" y="48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50" y="53"/>
                  </a:lnTo>
                  <a:lnTo>
                    <a:pt x="50" y="54"/>
                  </a:lnTo>
                  <a:lnTo>
                    <a:pt x="50" y="57"/>
                  </a:lnTo>
                  <a:lnTo>
                    <a:pt x="51" y="60"/>
                  </a:lnTo>
                  <a:lnTo>
                    <a:pt x="51" y="61"/>
                  </a:lnTo>
                  <a:lnTo>
                    <a:pt x="48" y="61"/>
                  </a:lnTo>
                  <a:lnTo>
                    <a:pt x="48" y="61"/>
                  </a:lnTo>
                  <a:lnTo>
                    <a:pt x="44" y="58"/>
                  </a:lnTo>
                  <a:lnTo>
                    <a:pt x="43" y="60"/>
                  </a:lnTo>
                  <a:lnTo>
                    <a:pt x="42" y="60"/>
                  </a:lnTo>
                  <a:lnTo>
                    <a:pt x="39" y="60"/>
                  </a:lnTo>
                  <a:lnTo>
                    <a:pt x="42" y="62"/>
                  </a:lnTo>
                  <a:lnTo>
                    <a:pt x="42" y="63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6" y="66"/>
                  </a:lnTo>
                  <a:lnTo>
                    <a:pt x="46" y="67"/>
                  </a:lnTo>
                  <a:lnTo>
                    <a:pt x="43" y="66"/>
                  </a:lnTo>
                  <a:lnTo>
                    <a:pt x="42" y="67"/>
                  </a:lnTo>
                  <a:lnTo>
                    <a:pt x="41" y="66"/>
                  </a:lnTo>
                  <a:lnTo>
                    <a:pt x="42" y="66"/>
                  </a:lnTo>
                  <a:lnTo>
                    <a:pt x="39" y="65"/>
                  </a:lnTo>
                  <a:lnTo>
                    <a:pt x="38" y="65"/>
                  </a:lnTo>
                  <a:lnTo>
                    <a:pt x="38" y="66"/>
                  </a:lnTo>
                  <a:lnTo>
                    <a:pt x="39" y="67"/>
                  </a:lnTo>
                  <a:lnTo>
                    <a:pt x="41" y="71"/>
                  </a:lnTo>
                  <a:lnTo>
                    <a:pt x="42" y="74"/>
                  </a:lnTo>
                  <a:lnTo>
                    <a:pt x="42" y="75"/>
                  </a:lnTo>
                  <a:lnTo>
                    <a:pt x="43" y="78"/>
                  </a:lnTo>
                  <a:lnTo>
                    <a:pt x="39" y="75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5" y="77"/>
                  </a:lnTo>
                  <a:lnTo>
                    <a:pt x="35" y="79"/>
                  </a:lnTo>
                  <a:lnTo>
                    <a:pt x="34" y="78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0" y="73"/>
                  </a:lnTo>
                  <a:lnTo>
                    <a:pt x="30" y="70"/>
                  </a:lnTo>
                  <a:lnTo>
                    <a:pt x="29" y="73"/>
                  </a:lnTo>
                  <a:lnTo>
                    <a:pt x="30" y="74"/>
                  </a:lnTo>
                  <a:lnTo>
                    <a:pt x="29" y="74"/>
                  </a:lnTo>
                  <a:lnTo>
                    <a:pt x="27" y="74"/>
                  </a:lnTo>
                  <a:lnTo>
                    <a:pt x="25" y="70"/>
                  </a:lnTo>
                  <a:lnTo>
                    <a:pt x="25" y="69"/>
                  </a:lnTo>
                  <a:lnTo>
                    <a:pt x="26" y="67"/>
                  </a:lnTo>
                  <a:lnTo>
                    <a:pt x="26" y="66"/>
                  </a:lnTo>
                  <a:lnTo>
                    <a:pt x="23" y="63"/>
                  </a:lnTo>
                  <a:lnTo>
                    <a:pt x="21" y="62"/>
                  </a:lnTo>
                  <a:lnTo>
                    <a:pt x="18" y="60"/>
                  </a:lnTo>
                  <a:lnTo>
                    <a:pt x="19" y="57"/>
                  </a:lnTo>
                  <a:lnTo>
                    <a:pt x="21" y="57"/>
                  </a:lnTo>
                  <a:lnTo>
                    <a:pt x="22" y="54"/>
                  </a:lnTo>
                  <a:lnTo>
                    <a:pt x="23" y="56"/>
                  </a:lnTo>
                  <a:lnTo>
                    <a:pt x="26" y="54"/>
                  </a:lnTo>
                  <a:lnTo>
                    <a:pt x="29" y="53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7" y="58"/>
                  </a:lnTo>
                  <a:lnTo>
                    <a:pt x="38" y="57"/>
                  </a:lnTo>
                  <a:lnTo>
                    <a:pt x="41" y="56"/>
                  </a:lnTo>
                  <a:lnTo>
                    <a:pt x="38" y="56"/>
                  </a:lnTo>
                  <a:lnTo>
                    <a:pt x="37" y="54"/>
                  </a:lnTo>
                  <a:lnTo>
                    <a:pt x="34" y="54"/>
                  </a:lnTo>
                  <a:lnTo>
                    <a:pt x="34" y="53"/>
                  </a:lnTo>
                  <a:lnTo>
                    <a:pt x="33" y="54"/>
                  </a:lnTo>
                  <a:lnTo>
                    <a:pt x="29" y="52"/>
                  </a:lnTo>
                  <a:lnTo>
                    <a:pt x="27" y="52"/>
                  </a:lnTo>
                  <a:lnTo>
                    <a:pt x="26" y="53"/>
                  </a:lnTo>
                  <a:lnTo>
                    <a:pt x="23" y="53"/>
                  </a:lnTo>
                  <a:lnTo>
                    <a:pt x="22" y="50"/>
                  </a:lnTo>
                  <a:lnTo>
                    <a:pt x="19" y="53"/>
                  </a:lnTo>
                  <a:lnTo>
                    <a:pt x="18" y="53"/>
                  </a:lnTo>
                  <a:lnTo>
                    <a:pt x="17" y="49"/>
                  </a:lnTo>
                  <a:lnTo>
                    <a:pt x="14" y="45"/>
                  </a:lnTo>
                  <a:lnTo>
                    <a:pt x="14" y="44"/>
                  </a:lnTo>
                  <a:lnTo>
                    <a:pt x="13" y="44"/>
                  </a:lnTo>
                  <a:lnTo>
                    <a:pt x="10" y="40"/>
                  </a:lnTo>
                  <a:lnTo>
                    <a:pt x="6" y="37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8" y="32"/>
                  </a:lnTo>
                  <a:lnTo>
                    <a:pt x="9" y="29"/>
                  </a:lnTo>
                  <a:lnTo>
                    <a:pt x="9" y="27"/>
                  </a:lnTo>
                  <a:lnTo>
                    <a:pt x="14" y="24"/>
                  </a:lnTo>
                  <a:lnTo>
                    <a:pt x="16" y="21"/>
                  </a:lnTo>
                  <a:lnTo>
                    <a:pt x="17" y="17"/>
                  </a:lnTo>
                  <a:lnTo>
                    <a:pt x="21" y="15"/>
                  </a:lnTo>
                  <a:lnTo>
                    <a:pt x="25" y="13"/>
                  </a:lnTo>
                  <a:lnTo>
                    <a:pt x="25" y="12"/>
                  </a:lnTo>
                  <a:lnTo>
                    <a:pt x="27" y="11"/>
                  </a:lnTo>
                  <a:lnTo>
                    <a:pt x="33" y="12"/>
                  </a:lnTo>
                  <a:lnTo>
                    <a:pt x="35" y="10"/>
                  </a:lnTo>
                  <a:lnTo>
                    <a:pt x="38" y="10"/>
                  </a:lnTo>
                  <a:lnTo>
                    <a:pt x="39" y="8"/>
                  </a:lnTo>
                  <a:lnTo>
                    <a:pt x="41" y="10"/>
                  </a:lnTo>
                  <a:lnTo>
                    <a:pt x="44" y="10"/>
                  </a:lnTo>
                  <a:lnTo>
                    <a:pt x="47" y="8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5" y="7"/>
                  </a:lnTo>
                  <a:lnTo>
                    <a:pt x="56" y="8"/>
                  </a:lnTo>
                  <a:lnTo>
                    <a:pt x="58" y="10"/>
                  </a:lnTo>
                  <a:lnTo>
                    <a:pt x="59" y="8"/>
                  </a:lnTo>
                  <a:lnTo>
                    <a:pt x="62" y="8"/>
                  </a:lnTo>
                  <a:lnTo>
                    <a:pt x="64" y="10"/>
                  </a:lnTo>
                  <a:lnTo>
                    <a:pt x="66" y="8"/>
                  </a:lnTo>
                  <a:lnTo>
                    <a:pt x="71" y="8"/>
                  </a:lnTo>
                  <a:lnTo>
                    <a:pt x="72" y="7"/>
                  </a:lnTo>
                  <a:lnTo>
                    <a:pt x="72" y="4"/>
                  </a:lnTo>
                  <a:lnTo>
                    <a:pt x="72" y="2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7" name="Freeform 414"/>
            <p:cNvSpPr>
              <a:spLocks noEditPoints="1"/>
            </p:cNvSpPr>
            <p:nvPr/>
          </p:nvSpPr>
          <p:spPr bwMode="auto">
            <a:xfrm>
              <a:off x="7046826" y="2990170"/>
              <a:ext cx="162416" cy="137038"/>
            </a:xfrm>
            <a:custGeom>
              <a:avLst/>
              <a:gdLst>
                <a:gd name="T0" fmla="*/ 6 w 64"/>
                <a:gd name="T1" fmla="*/ 35 h 54"/>
                <a:gd name="T2" fmla="*/ 9 w 64"/>
                <a:gd name="T3" fmla="*/ 34 h 54"/>
                <a:gd name="T4" fmla="*/ 14 w 64"/>
                <a:gd name="T5" fmla="*/ 38 h 54"/>
                <a:gd name="T6" fmla="*/ 20 w 64"/>
                <a:gd name="T7" fmla="*/ 48 h 54"/>
                <a:gd name="T8" fmla="*/ 13 w 64"/>
                <a:gd name="T9" fmla="*/ 46 h 54"/>
                <a:gd name="T10" fmla="*/ 9 w 64"/>
                <a:gd name="T11" fmla="*/ 42 h 54"/>
                <a:gd name="T12" fmla="*/ 4 w 64"/>
                <a:gd name="T13" fmla="*/ 38 h 54"/>
                <a:gd name="T14" fmla="*/ 2 w 64"/>
                <a:gd name="T15" fmla="*/ 35 h 54"/>
                <a:gd name="T16" fmla="*/ 0 w 64"/>
                <a:gd name="T17" fmla="*/ 34 h 54"/>
                <a:gd name="T18" fmla="*/ 1 w 64"/>
                <a:gd name="T19" fmla="*/ 33 h 54"/>
                <a:gd name="T20" fmla="*/ 42 w 64"/>
                <a:gd name="T21" fmla="*/ 0 h 54"/>
                <a:gd name="T22" fmla="*/ 47 w 64"/>
                <a:gd name="T23" fmla="*/ 6 h 54"/>
                <a:gd name="T24" fmla="*/ 50 w 64"/>
                <a:gd name="T25" fmla="*/ 12 h 54"/>
                <a:gd name="T26" fmla="*/ 54 w 64"/>
                <a:gd name="T27" fmla="*/ 17 h 54"/>
                <a:gd name="T28" fmla="*/ 59 w 64"/>
                <a:gd name="T29" fmla="*/ 18 h 54"/>
                <a:gd name="T30" fmla="*/ 64 w 64"/>
                <a:gd name="T31" fmla="*/ 22 h 54"/>
                <a:gd name="T32" fmla="*/ 60 w 64"/>
                <a:gd name="T33" fmla="*/ 23 h 54"/>
                <a:gd name="T34" fmla="*/ 54 w 64"/>
                <a:gd name="T35" fmla="*/ 26 h 54"/>
                <a:gd name="T36" fmla="*/ 55 w 64"/>
                <a:gd name="T37" fmla="*/ 31 h 54"/>
                <a:gd name="T38" fmla="*/ 54 w 64"/>
                <a:gd name="T39" fmla="*/ 35 h 54"/>
                <a:gd name="T40" fmla="*/ 54 w 64"/>
                <a:gd name="T41" fmla="*/ 38 h 54"/>
                <a:gd name="T42" fmla="*/ 52 w 64"/>
                <a:gd name="T43" fmla="*/ 43 h 54"/>
                <a:gd name="T44" fmla="*/ 51 w 64"/>
                <a:gd name="T45" fmla="*/ 43 h 54"/>
                <a:gd name="T46" fmla="*/ 51 w 64"/>
                <a:gd name="T47" fmla="*/ 39 h 54"/>
                <a:gd name="T48" fmla="*/ 49 w 64"/>
                <a:gd name="T49" fmla="*/ 42 h 54"/>
                <a:gd name="T50" fmla="*/ 50 w 64"/>
                <a:gd name="T51" fmla="*/ 47 h 54"/>
                <a:gd name="T52" fmla="*/ 50 w 64"/>
                <a:gd name="T53" fmla="*/ 52 h 54"/>
                <a:gd name="T54" fmla="*/ 47 w 64"/>
                <a:gd name="T55" fmla="*/ 52 h 54"/>
                <a:gd name="T56" fmla="*/ 45 w 64"/>
                <a:gd name="T57" fmla="*/ 51 h 54"/>
                <a:gd name="T58" fmla="*/ 45 w 64"/>
                <a:gd name="T59" fmla="*/ 43 h 54"/>
                <a:gd name="T60" fmla="*/ 41 w 64"/>
                <a:gd name="T61" fmla="*/ 41 h 54"/>
                <a:gd name="T62" fmla="*/ 41 w 64"/>
                <a:gd name="T63" fmla="*/ 38 h 54"/>
                <a:gd name="T64" fmla="*/ 39 w 64"/>
                <a:gd name="T65" fmla="*/ 37 h 54"/>
                <a:gd name="T66" fmla="*/ 38 w 64"/>
                <a:gd name="T67" fmla="*/ 35 h 54"/>
                <a:gd name="T68" fmla="*/ 34 w 64"/>
                <a:gd name="T69" fmla="*/ 38 h 54"/>
                <a:gd name="T70" fmla="*/ 30 w 64"/>
                <a:gd name="T71" fmla="*/ 41 h 54"/>
                <a:gd name="T72" fmla="*/ 27 w 64"/>
                <a:gd name="T73" fmla="*/ 43 h 54"/>
                <a:gd name="T74" fmla="*/ 26 w 64"/>
                <a:gd name="T75" fmla="*/ 46 h 54"/>
                <a:gd name="T76" fmla="*/ 22 w 64"/>
                <a:gd name="T77" fmla="*/ 46 h 54"/>
                <a:gd name="T78" fmla="*/ 22 w 64"/>
                <a:gd name="T79" fmla="*/ 43 h 54"/>
                <a:gd name="T80" fmla="*/ 22 w 64"/>
                <a:gd name="T81" fmla="*/ 39 h 54"/>
                <a:gd name="T82" fmla="*/ 22 w 64"/>
                <a:gd name="T83" fmla="*/ 35 h 54"/>
                <a:gd name="T84" fmla="*/ 13 w 64"/>
                <a:gd name="T85" fmla="*/ 33 h 54"/>
                <a:gd name="T86" fmla="*/ 13 w 64"/>
                <a:gd name="T87" fmla="*/ 27 h 54"/>
                <a:gd name="T88" fmla="*/ 8 w 64"/>
                <a:gd name="T89" fmla="*/ 21 h 54"/>
                <a:gd name="T90" fmla="*/ 9 w 64"/>
                <a:gd name="T91" fmla="*/ 16 h 54"/>
                <a:gd name="T92" fmla="*/ 2 w 64"/>
                <a:gd name="T93" fmla="*/ 13 h 54"/>
                <a:gd name="T94" fmla="*/ 0 w 64"/>
                <a:gd name="T95" fmla="*/ 9 h 54"/>
                <a:gd name="T96" fmla="*/ 12 w 64"/>
                <a:gd name="T97" fmla="*/ 12 h 54"/>
                <a:gd name="T98" fmla="*/ 20 w 64"/>
                <a:gd name="T99" fmla="*/ 13 h 54"/>
                <a:gd name="T100" fmla="*/ 18 w 64"/>
                <a:gd name="T101" fmla="*/ 6 h 54"/>
                <a:gd name="T102" fmla="*/ 17 w 64"/>
                <a:gd name="T103" fmla="*/ 1 h 54"/>
                <a:gd name="T104" fmla="*/ 26 w 64"/>
                <a:gd name="T105" fmla="*/ 5 h 54"/>
                <a:gd name="T106" fmla="*/ 33 w 64"/>
                <a:gd name="T107" fmla="*/ 9 h 54"/>
                <a:gd name="T108" fmla="*/ 37 w 64"/>
                <a:gd name="T109" fmla="*/ 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4" h="54">
                  <a:moveTo>
                    <a:pt x="4" y="31"/>
                  </a:moveTo>
                  <a:lnTo>
                    <a:pt x="6" y="35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12" y="37"/>
                  </a:lnTo>
                  <a:lnTo>
                    <a:pt x="14" y="38"/>
                  </a:lnTo>
                  <a:lnTo>
                    <a:pt x="20" y="46"/>
                  </a:lnTo>
                  <a:lnTo>
                    <a:pt x="20" y="48"/>
                  </a:lnTo>
                  <a:lnTo>
                    <a:pt x="16" y="46"/>
                  </a:lnTo>
                  <a:lnTo>
                    <a:pt x="13" y="46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4" y="35"/>
                  </a:lnTo>
                  <a:lnTo>
                    <a:pt x="2" y="35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1" y="33"/>
                  </a:lnTo>
                  <a:lnTo>
                    <a:pt x="4" y="31"/>
                  </a:lnTo>
                  <a:close/>
                  <a:moveTo>
                    <a:pt x="42" y="0"/>
                  </a:moveTo>
                  <a:lnTo>
                    <a:pt x="45" y="1"/>
                  </a:lnTo>
                  <a:lnTo>
                    <a:pt x="47" y="6"/>
                  </a:lnTo>
                  <a:lnTo>
                    <a:pt x="47" y="9"/>
                  </a:lnTo>
                  <a:lnTo>
                    <a:pt x="50" y="12"/>
                  </a:lnTo>
                  <a:lnTo>
                    <a:pt x="54" y="14"/>
                  </a:lnTo>
                  <a:lnTo>
                    <a:pt x="54" y="17"/>
                  </a:lnTo>
                  <a:lnTo>
                    <a:pt x="56" y="18"/>
                  </a:lnTo>
                  <a:lnTo>
                    <a:pt x="59" y="18"/>
                  </a:lnTo>
                  <a:lnTo>
                    <a:pt x="63" y="19"/>
                  </a:lnTo>
                  <a:lnTo>
                    <a:pt x="64" y="22"/>
                  </a:lnTo>
                  <a:lnTo>
                    <a:pt x="63" y="22"/>
                  </a:lnTo>
                  <a:lnTo>
                    <a:pt x="60" y="23"/>
                  </a:lnTo>
                  <a:lnTo>
                    <a:pt x="58" y="23"/>
                  </a:lnTo>
                  <a:lnTo>
                    <a:pt x="54" y="26"/>
                  </a:lnTo>
                  <a:lnTo>
                    <a:pt x="54" y="30"/>
                  </a:lnTo>
                  <a:lnTo>
                    <a:pt x="55" y="31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2" y="39"/>
                  </a:lnTo>
                  <a:lnTo>
                    <a:pt x="52" y="43"/>
                  </a:lnTo>
                  <a:lnTo>
                    <a:pt x="52" y="44"/>
                  </a:lnTo>
                  <a:lnTo>
                    <a:pt x="51" y="43"/>
                  </a:lnTo>
                  <a:lnTo>
                    <a:pt x="52" y="42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49" y="42"/>
                  </a:lnTo>
                  <a:lnTo>
                    <a:pt x="50" y="46"/>
                  </a:lnTo>
                  <a:lnTo>
                    <a:pt x="50" y="47"/>
                  </a:lnTo>
                  <a:lnTo>
                    <a:pt x="50" y="48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47" y="52"/>
                  </a:lnTo>
                  <a:lnTo>
                    <a:pt x="46" y="51"/>
                  </a:lnTo>
                  <a:lnTo>
                    <a:pt x="45" y="51"/>
                  </a:lnTo>
                  <a:lnTo>
                    <a:pt x="41" y="46"/>
                  </a:lnTo>
                  <a:lnTo>
                    <a:pt x="45" y="43"/>
                  </a:lnTo>
                  <a:lnTo>
                    <a:pt x="42" y="42"/>
                  </a:lnTo>
                  <a:lnTo>
                    <a:pt x="41" y="41"/>
                  </a:lnTo>
                  <a:lnTo>
                    <a:pt x="42" y="39"/>
                  </a:lnTo>
                  <a:lnTo>
                    <a:pt x="41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5" y="37"/>
                  </a:lnTo>
                  <a:lnTo>
                    <a:pt x="34" y="38"/>
                  </a:lnTo>
                  <a:lnTo>
                    <a:pt x="31" y="39"/>
                  </a:lnTo>
                  <a:lnTo>
                    <a:pt x="30" y="41"/>
                  </a:lnTo>
                  <a:lnTo>
                    <a:pt x="29" y="43"/>
                  </a:lnTo>
                  <a:lnTo>
                    <a:pt x="27" y="43"/>
                  </a:lnTo>
                  <a:lnTo>
                    <a:pt x="26" y="44"/>
                  </a:lnTo>
                  <a:lnTo>
                    <a:pt x="26" y="46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2" y="43"/>
                  </a:lnTo>
                  <a:lnTo>
                    <a:pt x="24" y="42"/>
                  </a:lnTo>
                  <a:lnTo>
                    <a:pt x="22" y="39"/>
                  </a:lnTo>
                  <a:lnTo>
                    <a:pt x="25" y="38"/>
                  </a:lnTo>
                  <a:lnTo>
                    <a:pt x="22" y="35"/>
                  </a:lnTo>
                  <a:lnTo>
                    <a:pt x="18" y="35"/>
                  </a:lnTo>
                  <a:lnTo>
                    <a:pt x="13" y="33"/>
                  </a:lnTo>
                  <a:lnTo>
                    <a:pt x="12" y="29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8" y="21"/>
                  </a:lnTo>
                  <a:lnTo>
                    <a:pt x="8" y="18"/>
                  </a:lnTo>
                  <a:lnTo>
                    <a:pt x="9" y="16"/>
                  </a:lnTo>
                  <a:lnTo>
                    <a:pt x="6" y="13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9"/>
                  </a:lnTo>
                  <a:lnTo>
                    <a:pt x="5" y="8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20" y="13"/>
                  </a:lnTo>
                  <a:lnTo>
                    <a:pt x="21" y="9"/>
                  </a:lnTo>
                  <a:lnTo>
                    <a:pt x="18" y="6"/>
                  </a:lnTo>
                  <a:lnTo>
                    <a:pt x="16" y="5"/>
                  </a:lnTo>
                  <a:lnTo>
                    <a:pt x="17" y="1"/>
                  </a:lnTo>
                  <a:lnTo>
                    <a:pt x="21" y="1"/>
                  </a:lnTo>
                  <a:lnTo>
                    <a:pt x="26" y="5"/>
                  </a:lnTo>
                  <a:lnTo>
                    <a:pt x="27" y="8"/>
                  </a:lnTo>
                  <a:lnTo>
                    <a:pt x="33" y="9"/>
                  </a:lnTo>
                  <a:lnTo>
                    <a:pt x="34" y="6"/>
                  </a:lnTo>
                  <a:lnTo>
                    <a:pt x="37" y="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8" name="Freeform 415"/>
            <p:cNvSpPr>
              <a:spLocks/>
            </p:cNvSpPr>
            <p:nvPr/>
          </p:nvSpPr>
          <p:spPr bwMode="auto">
            <a:xfrm>
              <a:off x="7029061" y="3076453"/>
              <a:ext cx="619210" cy="494861"/>
            </a:xfrm>
            <a:custGeom>
              <a:avLst/>
              <a:gdLst>
                <a:gd name="T0" fmla="*/ 11 w 244"/>
                <a:gd name="T1" fmla="*/ 4 h 195"/>
                <a:gd name="T2" fmla="*/ 23 w 244"/>
                <a:gd name="T3" fmla="*/ 12 h 195"/>
                <a:gd name="T4" fmla="*/ 31 w 244"/>
                <a:gd name="T5" fmla="*/ 12 h 195"/>
                <a:gd name="T6" fmla="*/ 37 w 244"/>
                <a:gd name="T7" fmla="*/ 7 h 195"/>
                <a:gd name="T8" fmla="*/ 45 w 244"/>
                <a:gd name="T9" fmla="*/ 1 h 195"/>
                <a:gd name="T10" fmla="*/ 48 w 244"/>
                <a:gd name="T11" fmla="*/ 7 h 195"/>
                <a:gd name="T12" fmla="*/ 53 w 244"/>
                <a:gd name="T13" fmla="*/ 17 h 195"/>
                <a:gd name="T14" fmla="*/ 59 w 244"/>
                <a:gd name="T15" fmla="*/ 22 h 195"/>
                <a:gd name="T16" fmla="*/ 63 w 244"/>
                <a:gd name="T17" fmla="*/ 32 h 195"/>
                <a:gd name="T18" fmla="*/ 75 w 244"/>
                <a:gd name="T19" fmla="*/ 33 h 195"/>
                <a:gd name="T20" fmla="*/ 94 w 244"/>
                <a:gd name="T21" fmla="*/ 42 h 195"/>
                <a:gd name="T22" fmla="*/ 121 w 244"/>
                <a:gd name="T23" fmla="*/ 41 h 195"/>
                <a:gd name="T24" fmla="*/ 127 w 244"/>
                <a:gd name="T25" fmla="*/ 30 h 195"/>
                <a:gd name="T26" fmla="*/ 141 w 244"/>
                <a:gd name="T27" fmla="*/ 20 h 195"/>
                <a:gd name="T28" fmla="*/ 154 w 244"/>
                <a:gd name="T29" fmla="*/ 18 h 195"/>
                <a:gd name="T30" fmla="*/ 173 w 244"/>
                <a:gd name="T31" fmla="*/ 25 h 195"/>
                <a:gd name="T32" fmla="*/ 185 w 244"/>
                <a:gd name="T33" fmla="*/ 32 h 195"/>
                <a:gd name="T34" fmla="*/ 203 w 244"/>
                <a:gd name="T35" fmla="*/ 45 h 195"/>
                <a:gd name="T36" fmla="*/ 204 w 244"/>
                <a:gd name="T37" fmla="*/ 57 h 195"/>
                <a:gd name="T38" fmla="*/ 204 w 244"/>
                <a:gd name="T39" fmla="*/ 63 h 195"/>
                <a:gd name="T40" fmla="*/ 200 w 244"/>
                <a:gd name="T41" fmla="*/ 72 h 195"/>
                <a:gd name="T42" fmla="*/ 207 w 244"/>
                <a:gd name="T43" fmla="*/ 80 h 195"/>
                <a:gd name="T44" fmla="*/ 206 w 244"/>
                <a:gd name="T45" fmla="*/ 101 h 195"/>
                <a:gd name="T46" fmla="*/ 220 w 244"/>
                <a:gd name="T47" fmla="*/ 116 h 195"/>
                <a:gd name="T48" fmla="*/ 219 w 244"/>
                <a:gd name="T49" fmla="*/ 145 h 195"/>
                <a:gd name="T50" fmla="*/ 232 w 244"/>
                <a:gd name="T51" fmla="*/ 153 h 195"/>
                <a:gd name="T52" fmla="*/ 236 w 244"/>
                <a:gd name="T53" fmla="*/ 163 h 195"/>
                <a:gd name="T54" fmla="*/ 241 w 244"/>
                <a:gd name="T55" fmla="*/ 174 h 195"/>
                <a:gd name="T56" fmla="*/ 227 w 244"/>
                <a:gd name="T57" fmla="*/ 179 h 195"/>
                <a:gd name="T58" fmla="*/ 227 w 244"/>
                <a:gd name="T59" fmla="*/ 193 h 195"/>
                <a:gd name="T60" fmla="*/ 216 w 244"/>
                <a:gd name="T61" fmla="*/ 192 h 195"/>
                <a:gd name="T62" fmla="*/ 211 w 244"/>
                <a:gd name="T63" fmla="*/ 191 h 195"/>
                <a:gd name="T64" fmla="*/ 192 w 244"/>
                <a:gd name="T65" fmla="*/ 189 h 195"/>
                <a:gd name="T66" fmla="*/ 181 w 244"/>
                <a:gd name="T67" fmla="*/ 187 h 195"/>
                <a:gd name="T68" fmla="*/ 170 w 244"/>
                <a:gd name="T69" fmla="*/ 178 h 195"/>
                <a:gd name="T70" fmla="*/ 165 w 244"/>
                <a:gd name="T71" fmla="*/ 168 h 195"/>
                <a:gd name="T72" fmla="*/ 153 w 244"/>
                <a:gd name="T73" fmla="*/ 170 h 195"/>
                <a:gd name="T74" fmla="*/ 136 w 244"/>
                <a:gd name="T75" fmla="*/ 174 h 195"/>
                <a:gd name="T76" fmla="*/ 123 w 244"/>
                <a:gd name="T77" fmla="*/ 170 h 195"/>
                <a:gd name="T78" fmla="*/ 116 w 244"/>
                <a:gd name="T79" fmla="*/ 163 h 195"/>
                <a:gd name="T80" fmla="*/ 103 w 244"/>
                <a:gd name="T81" fmla="*/ 159 h 195"/>
                <a:gd name="T82" fmla="*/ 94 w 244"/>
                <a:gd name="T83" fmla="*/ 147 h 195"/>
                <a:gd name="T84" fmla="*/ 92 w 244"/>
                <a:gd name="T85" fmla="*/ 145 h 195"/>
                <a:gd name="T86" fmla="*/ 83 w 244"/>
                <a:gd name="T87" fmla="*/ 130 h 195"/>
                <a:gd name="T88" fmla="*/ 75 w 244"/>
                <a:gd name="T89" fmla="*/ 130 h 195"/>
                <a:gd name="T90" fmla="*/ 71 w 244"/>
                <a:gd name="T91" fmla="*/ 128 h 195"/>
                <a:gd name="T92" fmla="*/ 69 w 244"/>
                <a:gd name="T93" fmla="*/ 132 h 195"/>
                <a:gd name="T94" fmla="*/ 62 w 244"/>
                <a:gd name="T95" fmla="*/ 128 h 195"/>
                <a:gd name="T96" fmla="*/ 56 w 244"/>
                <a:gd name="T97" fmla="*/ 112 h 195"/>
                <a:gd name="T98" fmla="*/ 49 w 244"/>
                <a:gd name="T99" fmla="*/ 99 h 195"/>
                <a:gd name="T100" fmla="*/ 33 w 244"/>
                <a:gd name="T101" fmla="*/ 92 h 195"/>
                <a:gd name="T102" fmla="*/ 32 w 244"/>
                <a:gd name="T103" fmla="*/ 83 h 195"/>
                <a:gd name="T104" fmla="*/ 27 w 244"/>
                <a:gd name="T105" fmla="*/ 79 h 195"/>
                <a:gd name="T106" fmla="*/ 28 w 244"/>
                <a:gd name="T107" fmla="*/ 66 h 195"/>
                <a:gd name="T108" fmla="*/ 31 w 244"/>
                <a:gd name="T109" fmla="*/ 58 h 195"/>
                <a:gd name="T110" fmla="*/ 32 w 244"/>
                <a:gd name="T111" fmla="*/ 55 h 195"/>
                <a:gd name="T112" fmla="*/ 20 w 244"/>
                <a:gd name="T113" fmla="*/ 51 h 195"/>
                <a:gd name="T114" fmla="*/ 15 w 244"/>
                <a:gd name="T115" fmla="*/ 41 h 195"/>
                <a:gd name="T116" fmla="*/ 11 w 244"/>
                <a:gd name="T117" fmla="*/ 33 h 195"/>
                <a:gd name="T118" fmla="*/ 7 w 244"/>
                <a:gd name="T119" fmla="*/ 20 h 195"/>
                <a:gd name="T120" fmla="*/ 3 w 244"/>
                <a:gd name="T121" fmla="*/ 8 h 195"/>
                <a:gd name="T122" fmla="*/ 7 w 244"/>
                <a:gd name="T123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4" h="195">
                  <a:moveTo>
                    <a:pt x="7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20" y="12"/>
                  </a:lnTo>
                  <a:lnTo>
                    <a:pt x="23" y="12"/>
                  </a:lnTo>
                  <a:lnTo>
                    <a:pt x="27" y="14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29" y="12"/>
                  </a:lnTo>
                  <a:lnTo>
                    <a:pt x="31" y="12"/>
                  </a:lnTo>
                  <a:lnTo>
                    <a:pt x="33" y="12"/>
                  </a:lnTo>
                  <a:lnTo>
                    <a:pt x="33" y="10"/>
                  </a:lnTo>
                  <a:lnTo>
                    <a:pt x="34" y="9"/>
                  </a:lnTo>
                  <a:lnTo>
                    <a:pt x="36" y="9"/>
                  </a:lnTo>
                  <a:lnTo>
                    <a:pt x="37" y="7"/>
                  </a:lnTo>
                  <a:lnTo>
                    <a:pt x="38" y="5"/>
                  </a:lnTo>
                  <a:lnTo>
                    <a:pt x="41" y="4"/>
                  </a:lnTo>
                  <a:lnTo>
                    <a:pt x="42" y="3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48" y="4"/>
                  </a:lnTo>
                  <a:lnTo>
                    <a:pt x="49" y="5"/>
                  </a:lnTo>
                  <a:lnTo>
                    <a:pt x="48" y="7"/>
                  </a:lnTo>
                  <a:lnTo>
                    <a:pt x="49" y="8"/>
                  </a:lnTo>
                  <a:lnTo>
                    <a:pt x="52" y="9"/>
                  </a:lnTo>
                  <a:lnTo>
                    <a:pt x="48" y="12"/>
                  </a:lnTo>
                  <a:lnTo>
                    <a:pt x="52" y="17"/>
                  </a:lnTo>
                  <a:lnTo>
                    <a:pt x="53" y="17"/>
                  </a:lnTo>
                  <a:lnTo>
                    <a:pt x="54" y="18"/>
                  </a:lnTo>
                  <a:lnTo>
                    <a:pt x="57" y="20"/>
                  </a:lnTo>
                  <a:lnTo>
                    <a:pt x="57" y="18"/>
                  </a:lnTo>
                  <a:lnTo>
                    <a:pt x="57" y="20"/>
                  </a:lnTo>
                  <a:lnTo>
                    <a:pt x="59" y="22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9" y="29"/>
                  </a:lnTo>
                  <a:lnTo>
                    <a:pt x="61" y="29"/>
                  </a:lnTo>
                  <a:lnTo>
                    <a:pt x="63" y="32"/>
                  </a:lnTo>
                  <a:lnTo>
                    <a:pt x="66" y="32"/>
                  </a:lnTo>
                  <a:lnTo>
                    <a:pt x="69" y="32"/>
                  </a:lnTo>
                  <a:lnTo>
                    <a:pt x="71" y="32"/>
                  </a:lnTo>
                  <a:lnTo>
                    <a:pt x="74" y="33"/>
                  </a:lnTo>
                  <a:lnTo>
                    <a:pt x="75" y="33"/>
                  </a:lnTo>
                  <a:lnTo>
                    <a:pt x="77" y="35"/>
                  </a:lnTo>
                  <a:lnTo>
                    <a:pt x="78" y="38"/>
                  </a:lnTo>
                  <a:lnTo>
                    <a:pt x="84" y="39"/>
                  </a:lnTo>
                  <a:lnTo>
                    <a:pt x="87" y="41"/>
                  </a:lnTo>
                  <a:lnTo>
                    <a:pt x="94" y="42"/>
                  </a:lnTo>
                  <a:lnTo>
                    <a:pt x="98" y="42"/>
                  </a:lnTo>
                  <a:lnTo>
                    <a:pt x="106" y="39"/>
                  </a:lnTo>
                  <a:lnTo>
                    <a:pt x="111" y="39"/>
                  </a:lnTo>
                  <a:lnTo>
                    <a:pt x="119" y="39"/>
                  </a:lnTo>
                  <a:lnTo>
                    <a:pt x="121" y="41"/>
                  </a:lnTo>
                  <a:lnTo>
                    <a:pt x="121" y="37"/>
                  </a:lnTo>
                  <a:lnTo>
                    <a:pt x="120" y="34"/>
                  </a:lnTo>
                  <a:lnTo>
                    <a:pt x="119" y="32"/>
                  </a:lnTo>
                  <a:lnTo>
                    <a:pt x="121" y="30"/>
                  </a:lnTo>
                  <a:lnTo>
                    <a:pt x="127" y="30"/>
                  </a:lnTo>
                  <a:lnTo>
                    <a:pt x="128" y="26"/>
                  </a:lnTo>
                  <a:lnTo>
                    <a:pt x="129" y="25"/>
                  </a:lnTo>
                  <a:lnTo>
                    <a:pt x="132" y="25"/>
                  </a:lnTo>
                  <a:lnTo>
                    <a:pt x="136" y="21"/>
                  </a:lnTo>
                  <a:lnTo>
                    <a:pt x="141" y="20"/>
                  </a:lnTo>
                  <a:lnTo>
                    <a:pt x="146" y="21"/>
                  </a:lnTo>
                  <a:lnTo>
                    <a:pt x="146" y="17"/>
                  </a:lnTo>
                  <a:lnTo>
                    <a:pt x="149" y="17"/>
                  </a:lnTo>
                  <a:lnTo>
                    <a:pt x="152" y="18"/>
                  </a:lnTo>
                  <a:lnTo>
                    <a:pt x="154" y="18"/>
                  </a:lnTo>
                  <a:lnTo>
                    <a:pt x="158" y="21"/>
                  </a:lnTo>
                  <a:lnTo>
                    <a:pt x="162" y="22"/>
                  </a:lnTo>
                  <a:lnTo>
                    <a:pt x="169" y="26"/>
                  </a:lnTo>
                  <a:lnTo>
                    <a:pt x="171" y="26"/>
                  </a:lnTo>
                  <a:lnTo>
                    <a:pt x="173" y="25"/>
                  </a:lnTo>
                  <a:lnTo>
                    <a:pt x="178" y="28"/>
                  </a:lnTo>
                  <a:lnTo>
                    <a:pt x="179" y="28"/>
                  </a:lnTo>
                  <a:lnTo>
                    <a:pt x="181" y="32"/>
                  </a:lnTo>
                  <a:lnTo>
                    <a:pt x="182" y="32"/>
                  </a:lnTo>
                  <a:lnTo>
                    <a:pt x="185" y="32"/>
                  </a:lnTo>
                  <a:lnTo>
                    <a:pt x="189" y="33"/>
                  </a:lnTo>
                  <a:lnTo>
                    <a:pt x="194" y="39"/>
                  </a:lnTo>
                  <a:lnTo>
                    <a:pt x="199" y="39"/>
                  </a:lnTo>
                  <a:lnTo>
                    <a:pt x="202" y="41"/>
                  </a:lnTo>
                  <a:lnTo>
                    <a:pt x="203" y="45"/>
                  </a:lnTo>
                  <a:lnTo>
                    <a:pt x="203" y="46"/>
                  </a:lnTo>
                  <a:lnTo>
                    <a:pt x="203" y="49"/>
                  </a:lnTo>
                  <a:lnTo>
                    <a:pt x="203" y="50"/>
                  </a:lnTo>
                  <a:lnTo>
                    <a:pt x="204" y="53"/>
                  </a:lnTo>
                  <a:lnTo>
                    <a:pt x="204" y="57"/>
                  </a:lnTo>
                  <a:lnTo>
                    <a:pt x="204" y="58"/>
                  </a:lnTo>
                  <a:lnTo>
                    <a:pt x="204" y="59"/>
                  </a:lnTo>
                  <a:lnTo>
                    <a:pt x="206" y="62"/>
                  </a:lnTo>
                  <a:lnTo>
                    <a:pt x="204" y="62"/>
                  </a:lnTo>
                  <a:lnTo>
                    <a:pt x="204" y="63"/>
                  </a:lnTo>
                  <a:lnTo>
                    <a:pt x="202" y="66"/>
                  </a:lnTo>
                  <a:lnTo>
                    <a:pt x="199" y="66"/>
                  </a:lnTo>
                  <a:lnTo>
                    <a:pt x="200" y="68"/>
                  </a:lnTo>
                  <a:lnTo>
                    <a:pt x="202" y="70"/>
                  </a:lnTo>
                  <a:lnTo>
                    <a:pt x="200" y="72"/>
                  </a:lnTo>
                  <a:lnTo>
                    <a:pt x="200" y="74"/>
                  </a:lnTo>
                  <a:lnTo>
                    <a:pt x="202" y="78"/>
                  </a:lnTo>
                  <a:lnTo>
                    <a:pt x="202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3" y="86"/>
                  </a:lnTo>
                  <a:lnTo>
                    <a:pt x="202" y="88"/>
                  </a:lnTo>
                  <a:lnTo>
                    <a:pt x="206" y="95"/>
                  </a:lnTo>
                  <a:lnTo>
                    <a:pt x="207" y="100"/>
                  </a:lnTo>
                  <a:lnTo>
                    <a:pt x="206" y="101"/>
                  </a:lnTo>
                  <a:lnTo>
                    <a:pt x="207" y="104"/>
                  </a:lnTo>
                  <a:lnTo>
                    <a:pt x="208" y="108"/>
                  </a:lnTo>
                  <a:lnTo>
                    <a:pt x="217" y="108"/>
                  </a:lnTo>
                  <a:lnTo>
                    <a:pt x="220" y="112"/>
                  </a:lnTo>
                  <a:lnTo>
                    <a:pt x="220" y="116"/>
                  </a:lnTo>
                  <a:lnTo>
                    <a:pt x="221" y="120"/>
                  </a:lnTo>
                  <a:lnTo>
                    <a:pt x="220" y="122"/>
                  </a:lnTo>
                  <a:lnTo>
                    <a:pt x="211" y="134"/>
                  </a:lnTo>
                  <a:lnTo>
                    <a:pt x="217" y="142"/>
                  </a:lnTo>
                  <a:lnTo>
                    <a:pt x="219" y="145"/>
                  </a:lnTo>
                  <a:lnTo>
                    <a:pt x="221" y="147"/>
                  </a:lnTo>
                  <a:lnTo>
                    <a:pt x="224" y="150"/>
                  </a:lnTo>
                  <a:lnTo>
                    <a:pt x="225" y="151"/>
                  </a:lnTo>
                  <a:lnTo>
                    <a:pt x="229" y="151"/>
                  </a:lnTo>
                  <a:lnTo>
                    <a:pt x="232" y="153"/>
                  </a:lnTo>
                  <a:lnTo>
                    <a:pt x="232" y="153"/>
                  </a:lnTo>
                  <a:lnTo>
                    <a:pt x="236" y="154"/>
                  </a:lnTo>
                  <a:lnTo>
                    <a:pt x="236" y="158"/>
                  </a:lnTo>
                  <a:lnTo>
                    <a:pt x="236" y="161"/>
                  </a:lnTo>
                  <a:lnTo>
                    <a:pt x="236" y="163"/>
                  </a:lnTo>
                  <a:lnTo>
                    <a:pt x="237" y="166"/>
                  </a:lnTo>
                  <a:lnTo>
                    <a:pt x="240" y="166"/>
                  </a:lnTo>
                  <a:lnTo>
                    <a:pt x="243" y="167"/>
                  </a:lnTo>
                  <a:lnTo>
                    <a:pt x="244" y="172"/>
                  </a:lnTo>
                  <a:lnTo>
                    <a:pt x="241" y="174"/>
                  </a:lnTo>
                  <a:lnTo>
                    <a:pt x="239" y="172"/>
                  </a:lnTo>
                  <a:lnTo>
                    <a:pt x="233" y="174"/>
                  </a:lnTo>
                  <a:lnTo>
                    <a:pt x="232" y="175"/>
                  </a:lnTo>
                  <a:lnTo>
                    <a:pt x="228" y="178"/>
                  </a:lnTo>
                  <a:lnTo>
                    <a:pt x="227" y="179"/>
                  </a:lnTo>
                  <a:lnTo>
                    <a:pt x="228" y="182"/>
                  </a:lnTo>
                  <a:lnTo>
                    <a:pt x="225" y="184"/>
                  </a:lnTo>
                  <a:lnTo>
                    <a:pt x="227" y="187"/>
                  </a:lnTo>
                  <a:lnTo>
                    <a:pt x="227" y="191"/>
                  </a:lnTo>
                  <a:lnTo>
                    <a:pt x="227" y="193"/>
                  </a:lnTo>
                  <a:lnTo>
                    <a:pt x="225" y="193"/>
                  </a:lnTo>
                  <a:lnTo>
                    <a:pt x="225" y="193"/>
                  </a:lnTo>
                  <a:lnTo>
                    <a:pt x="224" y="195"/>
                  </a:lnTo>
                  <a:lnTo>
                    <a:pt x="220" y="193"/>
                  </a:lnTo>
                  <a:lnTo>
                    <a:pt x="216" y="192"/>
                  </a:lnTo>
                  <a:lnTo>
                    <a:pt x="215" y="191"/>
                  </a:lnTo>
                  <a:lnTo>
                    <a:pt x="214" y="191"/>
                  </a:lnTo>
                  <a:lnTo>
                    <a:pt x="214" y="192"/>
                  </a:lnTo>
                  <a:lnTo>
                    <a:pt x="212" y="192"/>
                  </a:lnTo>
                  <a:lnTo>
                    <a:pt x="211" y="191"/>
                  </a:lnTo>
                  <a:lnTo>
                    <a:pt x="210" y="192"/>
                  </a:lnTo>
                  <a:lnTo>
                    <a:pt x="208" y="191"/>
                  </a:lnTo>
                  <a:lnTo>
                    <a:pt x="203" y="191"/>
                  </a:lnTo>
                  <a:lnTo>
                    <a:pt x="199" y="189"/>
                  </a:lnTo>
                  <a:lnTo>
                    <a:pt x="192" y="189"/>
                  </a:lnTo>
                  <a:lnTo>
                    <a:pt x="190" y="187"/>
                  </a:lnTo>
                  <a:lnTo>
                    <a:pt x="189" y="187"/>
                  </a:lnTo>
                  <a:lnTo>
                    <a:pt x="186" y="189"/>
                  </a:lnTo>
                  <a:lnTo>
                    <a:pt x="183" y="187"/>
                  </a:lnTo>
                  <a:lnTo>
                    <a:pt x="181" y="187"/>
                  </a:lnTo>
                  <a:lnTo>
                    <a:pt x="174" y="187"/>
                  </a:lnTo>
                  <a:lnTo>
                    <a:pt x="174" y="186"/>
                  </a:lnTo>
                  <a:lnTo>
                    <a:pt x="173" y="186"/>
                  </a:lnTo>
                  <a:lnTo>
                    <a:pt x="173" y="182"/>
                  </a:lnTo>
                  <a:lnTo>
                    <a:pt x="170" y="178"/>
                  </a:lnTo>
                  <a:lnTo>
                    <a:pt x="169" y="174"/>
                  </a:lnTo>
                  <a:lnTo>
                    <a:pt x="166" y="170"/>
                  </a:lnTo>
                  <a:lnTo>
                    <a:pt x="166" y="168"/>
                  </a:lnTo>
                  <a:lnTo>
                    <a:pt x="165" y="168"/>
                  </a:lnTo>
                  <a:lnTo>
                    <a:pt x="165" y="168"/>
                  </a:lnTo>
                  <a:lnTo>
                    <a:pt x="161" y="167"/>
                  </a:lnTo>
                  <a:lnTo>
                    <a:pt x="158" y="168"/>
                  </a:lnTo>
                  <a:lnTo>
                    <a:pt x="156" y="171"/>
                  </a:lnTo>
                  <a:lnTo>
                    <a:pt x="153" y="171"/>
                  </a:lnTo>
                  <a:lnTo>
                    <a:pt x="153" y="170"/>
                  </a:lnTo>
                  <a:lnTo>
                    <a:pt x="153" y="171"/>
                  </a:lnTo>
                  <a:lnTo>
                    <a:pt x="148" y="174"/>
                  </a:lnTo>
                  <a:lnTo>
                    <a:pt x="144" y="178"/>
                  </a:lnTo>
                  <a:lnTo>
                    <a:pt x="140" y="175"/>
                  </a:lnTo>
                  <a:lnTo>
                    <a:pt x="136" y="174"/>
                  </a:lnTo>
                  <a:lnTo>
                    <a:pt x="132" y="174"/>
                  </a:lnTo>
                  <a:lnTo>
                    <a:pt x="132" y="175"/>
                  </a:lnTo>
                  <a:lnTo>
                    <a:pt x="127" y="171"/>
                  </a:lnTo>
                  <a:lnTo>
                    <a:pt x="125" y="171"/>
                  </a:lnTo>
                  <a:lnTo>
                    <a:pt x="123" y="170"/>
                  </a:lnTo>
                  <a:lnTo>
                    <a:pt x="120" y="168"/>
                  </a:lnTo>
                  <a:lnTo>
                    <a:pt x="117" y="164"/>
                  </a:lnTo>
                  <a:lnTo>
                    <a:pt x="119" y="163"/>
                  </a:lnTo>
                  <a:lnTo>
                    <a:pt x="119" y="163"/>
                  </a:lnTo>
                  <a:lnTo>
                    <a:pt x="116" y="163"/>
                  </a:lnTo>
                  <a:lnTo>
                    <a:pt x="115" y="162"/>
                  </a:lnTo>
                  <a:lnTo>
                    <a:pt x="112" y="162"/>
                  </a:lnTo>
                  <a:lnTo>
                    <a:pt x="111" y="161"/>
                  </a:lnTo>
                  <a:lnTo>
                    <a:pt x="107" y="159"/>
                  </a:lnTo>
                  <a:lnTo>
                    <a:pt x="103" y="159"/>
                  </a:lnTo>
                  <a:lnTo>
                    <a:pt x="100" y="158"/>
                  </a:lnTo>
                  <a:lnTo>
                    <a:pt x="96" y="150"/>
                  </a:lnTo>
                  <a:lnTo>
                    <a:pt x="96" y="149"/>
                  </a:lnTo>
                  <a:lnTo>
                    <a:pt x="95" y="149"/>
                  </a:lnTo>
                  <a:lnTo>
                    <a:pt x="94" y="147"/>
                  </a:lnTo>
                  <a:lnTo>
                    <a:pt x="94" y="146"/>
                  </a:lnTo>
                  <a:lnTo>
                    <a:pt x="95" y="147"/>
                  </a:lnTo>
                  <a:lnTo>
                    <a:pt x="95" y="147"/>
                  </a:lnTo>
                  <a:lnTo>
                    <a:pt x="94" y="145"/>
                  </a:lnTo>
                  <a:lnTo>
                    <a:pt x="92" y="145"/>
                  </a:lnTo>
                  <a:lnTo>
                    <a:pt x="91" y="145"/>
                  </a:lnTo>
                  <a:lnTo>
                    <a:pt x="91" y="141"/>
                  </a:lnTo>
                  <a:lnTo>
                    <a:pt x="87" y="136"/>
                  </a:lnTo>
                  <a:lnTo>
                    <a:pt x="86" y="133"/>
                  </a:lnTo>
                  <a:lnTo>
                    <a:pt x="83" y="130"/>
                  </a:lnTo>
                  <a:lnTo>
                    <a:pt x="83" y="129"/>
                  </a:lnTo>
                  <a:lnTo>
                    <a:pt x="79" y="132"/>
                  </a:lnTo>
                  <a:lnTo>
                    <a:pt x="78" y="132"/>
                  </a:lnTo>
                  <a:lnTo>
                    <a:pt x="77" y="130"/>
                  </a:lnTo>
                  <a:lnTo>
                    <a:pt x="75" y="130"/>
                  </a:lnTo>
                  <a:lnTo>
                    <a:pt x="73" y="129"/>
                  </a:lnTo>
                  <a:lnTo>
                    <a:pt x="73" y="128"/>
                  </a:lnTo>
                  <a:lnTo>
                    <a:pt x="74" y="126"/>
                  </a:lnTo>
                  <a:lnTo>
                    <a:pt x="73" y="128"/>
                  </a:lnTo>
                  <a:lnTo>
                    <a:pt x="71" y="128"/>
                  </a:lnTo>
                  <a:lnTo>
                    <a:pt x="70" y="128"/>
                  </a:lnTo>
                  <a:lnTo>
                    <a:pt x="71" y="129"/>
                  </a:lnTo>
                  <a:lnTo>
                    <a:pt x="71" y="130"/>
                  </a:lnTo>
                  <a:lnTo>
                    <a:pt x="70" y="132"/>
                  </a:lnTo>
                  <a:lnTo>
                    <a:pt x="69" y="132"/>
                  </a:lnTo>
                  <a:lnTo>
                    <a:pt x="67" y="130"/>
                  </a:lnTo>
                  <a:lnTo>
                    <a:pt x="67" y="129"/>
                  </a:lnTo>
                  <a:lnTo>
                    <a:pt x="66" y="129"/>
                  </a:lnTo>
                  <a:lnTo>
                    <a:pt x="65" y="129"/>
                  </a:lnTo>
                  <a:lnTo>
                    <a:pt x="62" y="128"/>
                  </a:lnTo>
                  <a:lnTo>
                    <a:pt x="61" y="126"/>
                  </a:lnTo>
                  <a:lnTo>
                    <a:pt x="59" y="118"/>
                  </a:lnTo>
                  <a:lnTo>
                    <a:pt x="56" y="118"/>
                  </a:lnTo>
                  <a:lnTo>
                    <a:pt x="56" y="116"/>
                  </a:lnTo>
                  <a:lnTo>
                    <a:pt x="56" y="112"/>
                  </a:lnTo>
                  <a:lnTo>
                    <a:pt x="58" y="111"/>
                  </a:lnTo>
                  <a:lnTo>
                    <a:pt x="56" y="105"/>
                  </a:lnTo>
                  <a:lnTo>
                    <a:pt x="53" y="104"/>
                  </a:lnTo>
                  <a:lnTo>
                    <a:pt x="50" y="100"/>
                  </a:lnTo>
                  <a:lnTo>
                    <a:pt x="49" y="99"/>
                  </a:lnTo>
                  <a:lnTo>
                    <a:pt x="48" y="99"/>
                  </a:lnTo>
                  <a:lnTo>
                    <a:pt x="40" y="93"/>
                  </a:lnTo>
                  <a:lnTo>
                    <a:pt x="37" y="93"/>
                  </a:lnTo>
                  <a:lnTo>
                    <a:pt x="36" y="95"/>
                  </a:lnTo>
                  <a:lnTo>
                    <a:pt x="33" y="92"/>
                  </a:lnTo>
                  <a:lnTo>
                    <a:pt x="34" y="91"/>
                  </a:lnTo>
                  <a:lnTo>
                    <a:pt x="33" y="89"/>
                  </a:lnTo>
                  <a:lnTo>
                    <a:pt x="34" y="87"/>
                  </a:lnTo>
                  <a:lnTo>
                    <a:pt x="32" y="86"/>
                  </a:lnTo>
                  <a:lnTo>
                    <a:pt x="32" y="83"/>
                  </a:lnTo>
                  <a:lnTo>
                    <a:pt x="29" y="83"/>
                  </a:lnTo>
                  <a:lnTo>
                    <a:pt x="28" y="82"/>
                  </a:lnTo>
                  <a:lnTo>
                    <a:pt x="25" y="82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8"/>
                  </a:lnTo>
                  <a:lnTo>
                    <a:pt x="27" y="75"/>
                  </a:lnTo>
                  <a:lnTo>
                    <a:pt x="27" y="71"/>
                  </a:lnTo>
                  <a:lnTo>
                    <a:pt x="28" y="70"/>
                  </a:lnTo>
                  <a:lnTo>
                    <a:pt x="28" y="66"/>
                  </a:lnTo>
                  <a:lnTo>
                    <a:pt x="31" y="67"/>
                  </a:lnTo>
                  <a:lnTo>
                    <a:pt x="32" y="66"/>
                  </a:lnTo>
                  <a:lnTo>
                    <a:pt x="32" y="62"/>
                  </a:lnTo>
                  <a:lnTo>
                    <a:pt x="31" y="61"/>
                  </a:lnTo>
                  <a:lnTo>
                    <a:pt x="31" y="58"/>
                  </a:lnTo>
                  <a:lnTo>
                    <a:pt x="32" y="58"/>
                  </a:lnTo>
                  <a:lnTo>
                    <a:pt x="34" y="57"/>
                  </a:lnTo>
                  <a:lnTo>
                    <a:pt x="34" y="57"/>
                  </a:lnTo>
                  <a:lnTo>
                    <a:pt x="33" y="55"/>
                  </a:lnTo>
                  <a:lnTo>
                    <a:pt x="32" y="55"/>
                  </a:lnTo>
                  <a:lnTo>
                    <a:pt x="29" y="55"/>
                  </a:lnTo>
                  <a:lnTo>
                    <a:pt x="28" y="55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0" y="51"/>
                  </a:lnTo>
                  <a:lnTo>
                    <a:pt x="19" y="49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2" y="37"/>
                  </a:lnTo>
                  <a:lnTo>
                    <a:pt x="11" y="33"/>
                  </a:lnTo>
                  <a:lnTo>
                    <a:pt x="8" y="29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7" y="20"/>
                  </a:lnTo>
                  <a:lnTo>
                    <a:pt x="5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8"/>
                  </a:lnTo>
                  <a:lnTo>
                    <a:pt x="2" y="5"/>
                  </a:lnTo>
                  <a:lnTo>
                    <a:pt x="0" y="4"/>
                  </a:lnTo>
                  <a:lnTo>
                    <a:pt x="4" y="4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79" name="Freeform 416"/>
            <p:cNvSpPr>
              <a:spLocks/>
            </p:cNvSpPr>
            <p:nvPr/>
          </p:nvSpPr>
          <p:spPr bwMode="auto">
            <a:xfrm>
              <a:off x="6998608" y="3015547"/>
              <a:ext cx="111661" cy="91359"/>
            </a:xfrm>
            <a:custGeom>
              <a:avLst/>
              <a:gdLst>
                <a:gd name="T0" fmla="*/ 10 w 44"/>
                <a:gd name="T1" fmla="*/ 0 h 36"/>
                <a:gd name="T2" fmla="*/ 11 w 44"/>
                <a:gd name="T3" fmla="*/ 0 h 36"/>
                <a:gd name="T4" fmla="*/ 19 w 44"/>
                <a:gd name="T5" fmla="*/ 0 h 36"/>
                <a:gd name="T6" fmla="*/ 21 w 44"/>
                <a:gd name="T7" fmla="*/ 3 h 36"/>
                <a:gd name="T8" fmla="*/ 25 w 44"/>
                <a:gd name="T9" fmla="*/ 3 h 36"/>
                <a:gd name="T10" fmla="*/ 28 w 44"/>
                <a:gd name="T11" fmla="*/ 6 h 36"/>
                <a:gd name="T12" fmla="*/ 27 w 44"/>
                <a:gd name="T13" fmla="*/ 8 h 36"/>
                <a:gd name="T14" fmla="*/ 27 w 44"/>
                <a:gd name="T15" fmla="*/ 11 h 36"/>
                <a:gd name="T16" fmla="*/ 32 w 44"/>
                <a:gd name="T17" fmla="*/ 15 h 36"/>
                <a:gd name="T18" fmla="*/ 32 w 44"/>
                <a:gd name="T19" fmla="*/ 17 h 36"/>
                <a:gd name="T20" fmla="*/ 31 w 44"/>
                <a:gd name="T21" fmla="*/ 19 h 36"/>
                <a:gd name="T22" fmla="*/ 32 w 44"/>
                <a:gd name="T23" fmla="*/ 23 h 36"/>
                <a:gd name="T24" fmla="*/ 37 w 44"/>
                <a:gd name="T25" fmla="*/ 25 h 36"/>
                <a:gd name="T26" fmla="*/ 41 w 44"/>
                <a:gd name="T27" fmla="*/ 25 h 36"/>
                <a:gd name="T28" fmla="*/ 44 w 44"/>
                <a:gd name="T29" fmla="*/ 28 h 36"/>
                <a:gd name="T30" fmla="*/ 41 w 44"/>
                <a:gd name="T31" fmla="*/ 29 h 36"/>
                <a:gd name="T32" fmla="*/ 43 w 44"/>
                <a:gd name="T33" fmla="*/ 32 h 36"/>
                <a:gd name="T34" fmla="*/ 41 w 44"/>
                <a:gd name="T35" fmla="*/ 33 h 36"/>
                <a:gd name="T36" fmla="*/ 41 w 44"/>
                <a:gd name="T37" fmla="*/ 36 h 36"/>
                <a:gd name="T38" fmla="*/ 39 w 44"/>
                <a:gd name="T39" fmla="*/ 36 h 36"/>
                <a:gd name="T40" fmla="*/ 33 w 44"/>
                <a:gd name="T41" fmla="*/ 28 h 36"/>
                <a:gd name="T42" fmla="*/ 31 w 44"/>
                <a:gd name="T43" fmla="*/ 27 h 36"/>
                <a:gd name="T44" fmla="*/ 28 w 44"/>
                <a:gd name="T45" fmla="*/ 24 h 36"/>
                <a:gd name="T46" fmla="*/ 27 w 44"/>
                <a:gd name="T47" fmla="*/ 24 h 36"/>
                <a:gd name="T48" fmla="*/ 25 w 44"/>
                <a:gd name="T49" fmla="*/ 25 h 36"/>
                <a:gd name="T50" fmla="*/ 23 w 44"/>
                <a:gd name="T51" fmla="*/ 21 h 36"/>
                <a:gd name="T52" fmla="*/ 20 w 44"/>
                <a:gd name="T53" fmla="*/ 23 h 36"/>
                <a:gd name="T54" fmla="*/ 19 w 44"/>
                <a:gd name="T55" fmla="*/ 23 h 36"/>
                <a:gd name="T56" fmla="*/ 17 w 44"/>
                <a:gd name="T57" fmla="*/ 21 h 36"/>
                <a:gd name="T58" fmla="*/ 15 w 44"/>
                <a:gd name="T59" fmla="*/ 20 h 36"/>
                <a:gd name="T60" fmla="*/ 14 w 44"/>
                <a:gd name="T61" fmla="*/ 20 h 36"/>
                <a:gd name="T62" fmla="*/ 10 w 44"/>
                <a:gd name="T63" fmla="*/ 20 h 36"/>
                <a:gd name="T64" fmla="*/ 6 w 44"/>
                <a:gd name="T65" fmla="*/ 17 h 36"/>
                <a:gd name="T66" fmla="*/ 6 w 44"/>
                <a:gd name="T67" fmla="*/ 12 h 36"/>
                <a:gd name="T68" fmla="*/ 7 w 44"/>
                <a:gd name="T69" fmla="*/ 9 h 36"/>
                <a:gd name="T70" fmla="*/ 6 w 44"/>
                <a:gd name="T71" fmla="*/ 7 h 36"/>
                <a:gd name="T72" fmla="*/ 3 w 44"/>
                <a:gd name="T73" fmla="*/ 6 h 36"/>
                <a:gd name="T74" fmla="*/ 3 w 44"/>
                <a:gd name="T75" fmla="*/ 4 h 36"/>
                <a:gd name="T76" fmla="*/ 0 w 44"/>
                <a:gd name="T77" fmla="*/ 3 h 36"/>
                <a:gd name="T78" fmla="*/ 4 w 44"/>
                <a:gd name="T79" fmla="*/ 2 h 36"/>
                <a:gd name="T80" fmla="*/ 10 w 44"/>
                <a:gd name="T8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4" h="36">
                  <a:moveTo>
                    <a:pt x="10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1" y="3"/>
                  </a:lnTo>
                  <a:lnTo>
                    <a:pt x="25" y="3"/>
                  </a:lnTo>
                  <a:lnTo>
                    <a:pt x="28" y="6"/>
                  </a:lnTo>
                  <a:lnTo>
                    <a:pt x="27" y="8"/>
                  </a:lnTo>
                  <a:lnTo>
                    <a:pt x="27" y="11"/>
                  </a:lnTo>
                  <a:lnTo>
                    <a:pt x="32" y="15"/>
                  </a:lnTo>
                  <a:lnTo>
                    <a:pt x="32" y="17"/>
                  </a:lnTo>
                  <a:lnTo>
                    <a:pt x="31" y="19"/>
                  </a:lnTo>
                  <a:lnTo>
                    <a:pt x="32" y="23"/>
                  </a:lnTo>
                  <a:lnTo>
                    <a:pt x="37" y="25"/>
                  </a:lnTo>
                  <a:lnTo>
                    <a:pt x="41" y="25"/>
                  </a:lnTo>
                  <a:lnTo>
                    <a:pt x="44" y="28"/>
                  </a:lnTo>
                  <a:lnTo>
                    <a:pt x="41" y="29"/>
                  </a:lnTo>
                  <a:lnTo>
                    <a:pt x="43" y="32"/>
                  </a:lnTo>
                  <a:lnTo>
                    <a:pt x="41" y="33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3" y="28"/>
                  </a:lnTo>
                  <a:lnTo>
                    <a:pt x="31" y="27"/>
                  </a:lnTo>
                  <a:lnTo>
                    <a:pt x="28" y="24"/>
                  </a:lnTo>
                  <a:lnTo>
                    <a:pt x="27" y="24"/>
                  </a:lnTo>
                  <a:lnTo>
                    <a:pt x="25" y="25"/>
                  </a:lnTo>
                  <a:lnTo>
                    <a:pt x="23" y="21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1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0" y="20"/>
                  </a:lnTo>
                  <a:lnTo>
                    <a:pt x="6" y="17"/>
                  </a:lnTo>
                  <a:lnTo>
                    <a:pt x="6" y="12"/>
                  </a:lnTo>
                  <a:lnTo>
                    <a:pt x="7" y="9"/>
                  </a:lnTo>
                  <a:lnTo>
                    <a:pt x="6" y="7"/>
                  </a:lnTo>
                  <a:lnTo>
                    <a:pt x="3" y="6"/>
                  </a:lnTo>
                  <a:lnTo>
                    <a:pt x="3" y="4"/>
                  </a:lnTo>
                  <a:lnTo>
                    <a:pt x="0" y="3"/>
                  </a:lnTo>
                  <a:lnTo>
                    <a:pt x="4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0" name="Freeform 417"/>
            <p:cNvSpPr>
              <a:spLocks noEditPoints="1"/>
            </p:cNvSpPr>
            <p:nvPr/>
          </p:nvSpPr>
          <p:spPr bwMode="auto">
            <a:xfrm>
              <a:off x="6501210" y="2992707"/>
              <a:ext cx="558304" cy="223321"/>
            </a:xfrm>
            <a:custGeom>
              <a:avLst/>
              <a:gdLst>
                <a:gd name="T0" fmla="*/ 27 w 220"/>
                <a:gd name="T1" fmla="*/ 82 h 88"/>
                <a:gd name="T2" fmla="*/ 1 w 220"/>
                <a:gd name="T3" fmla="*/ 30 h 88"/>
                <a:gd name="T4" fmla="*/ 13 w 220"/>
                <a:gd name="T5" fmla="*/ 1 h 88"/>
                <a:gd name="T6" fmla="*/ 25 w 220"/>
                <a:gd name="T7" fmla="*/ 7 h 88"/>
                <a:gd name="T8" fmla="*/ 36 w 220"/>
                <a:gd name="T9" fmla="*/ 16 h 88"/>
                <a:gd name="T10" fmla="*/ 25 w 220"/>
                <a:gd name="T11" fmla="*/ 18 h 88"/>
                <a:gd name="T12" fmla="*/ 7 w 220"/>
                <a:gd name="T13" fmla="*/ 29 h 88"/>
                <a:gd name="T14" fmla="*/ 9 w 220"/>
                <a:gd name="T15" fmla="*/ 24 h 88"/>
                <a:gd name="T16" fmla="*/ 3 w 220"/>
                <a:gd name="T17" fmla="*/ 20 h 88"/>
                <a:gd name="T18" fmla="*/ 11 w 220"/>
                <a:gd name="T19" fmla="*/ 9 h 88"/>
                <a:gd name="T20" fmla="*/ 13 w 220"/>
                <a:gd name="T21" fmla="*/ 1 h 88"/>
                <a:gd name="T22" fmla="*/ 109 w 220"/>
                <a:gd name="T23" fmla="*/ 7 h 88"/>
                <a:gd name="T24" fmla="*/ 116 w 220"/>
                <a:gd name="T25" fmla="*/ 8 h 88"/>
                <a:gd name="T26" fmla="*/ 127 w 220"/>
                <a:gd name="T27" fmla="*/ 12 h 88"/>
                <a:gd name="T28" fmla="*/ 142 w 220"/>
                <a:gd name="T29" fmla="*/ 17 h 88"/>
                <a:gd name="T30" fmla="*/ 156 w 220"/>
                <a:gd name="T31" fmla="*/ 15 h 88"/>
                <a:gd name="T32" fmla="*/ 169 w 220"/>
                <a:gd name="T33" fmla="*/ 13 h 88"/>
                <a:gd name="T34" fmla="*/ 178 w 220"/>
                <a:gd name="T35" fmla="*/ 5 h 88"/>
                <a:gd name="T36" fmla="*/ 186 w 220"/>
                <a:gd name="T37" fmla="*/ 8 h 88"/>
                <a:gd name="T38" fmla="*/ 199 w 220"/>
                <a:gd name="T39" fmla="*/ 13 h 88"/>
                <a:gd name="T40" fmla="*/ 202 w 220"/>
                <a:gd name="T41" fmla="*/ 26 h 88"/>
                <a:gd name="T42" fmla="*/ 215 w 220"/>
                <a:gd name="T43" fmla="*/ 33 h 88"/>
                <a:gd name="T44" fmla="*/ 211 w 220"/>
                <a:gd name="T45" fmla="*/ 41 h 88"/>
                <a:gd name="T46" fmla="*/ 215 w 220"/>
                <a:gd name="T47" fmla="*/ 53 h 88"/>
                <a:gd name="T48" fmla="*/ 219 w 220"/>
                <a:gd name="T49" fmla="*/ 66 h 88"/>
                <a:gd name="T50" fmla="*/ 215 w 220"/>
                <a:gd name="T51" fmla="*/ 68 h 88"/>
                <a:gd name="T52" fmla="*/ 200 w 220"/>
                <a:gd name="T53" fmla="*/ 68 h 88"/>
                <a:gd name="T54" fmla="*/ 185 w 220"/>
                <a:gd name="T55" fmla="*/ 72 h 88"/>
                <a:gd name="T56" fmla="*/ 167 w 220"/>
                <a:gd name="T57" fmla="*/ 75 h 88"/>
                <a:gd name="T58" fmla="*/ 153 w 220"/>
                <a:gd name="T59" fmla="*/ 75 h 88"/>
                <a:gd name="T60" fmla="*/ 136 w 220"/>
                <a:gd name="T61" fmla="*/ 79 h 88"/>
                <a:gd name="T62" fmla="*/ 129 w 220"/>
                <a:gd name="T63" fmla="*/ 84 h 88"/>
                <a:gd name="T64" fmla="*/ 123 w 220"/>
                <a:gd name="T65" fmla="*/ 87 h 88"/>
                <a:gd name="T66" fmla="*/ 124 w 220"/>
                <a:gd name="T67" fmla="*/ 76 h 88"/>
                <a:gd name="T68" fmla="*/ 112 w 220"/>
                <a:gd name="T69" fmla="*/ 78 h 88"/>
                <a:gd name="T70" fmla="*/ 99 w 220"/>
                <a:gd name="T71" fmla="*/ 86 h 88"/>
                <a:gd name="T72" fmla="*/ 80 w 220"/>
                <a:gd name="T73" fmla="*/ 86 h 88"/>
                <a:gd name="T74" fmla="*/ 59 w 220"/>
                <a:gd name="T75" fmla="*/ 78 h 88"/>
                <a:gd name="T76" fmla="*/ 57 w 220"/>
                <a:gd name="T77" fmla="*/ 84 h 88"/>
                <a:gd name="T78" fmla="*/ 46 w 220"/>
                <a:gd name="T79" fmla="*/ 86 h 88"/>
                <a:gd name="T80" fmla="*/ 42 w 220"/>
                <a:gd name="T81" fmla="*/ 80 h 88"/>
                <a:gd name="T82" fmla="*/ 36 w 220"/>
                <a:gd name="T83" fmla="*/ 79 h 88"/>
                <a:gd name="T84" fmla="*/ 29 w 220"/>
                <a:gd name="T85" fmla="*/ 80 h 88"/>
                <a:gd name="T86" fmla="*/ 21 w 220"/>
                <a:gd name="T87" fmla="*/ 79 h 88"/>
                <a:gd name="T88" fmla="*/ 30 w 220"/>
                <a:gd name="T89" fmla="*/ 75 h 88"/>
                <a:gd name="T90" fmla="*/ 23 w 220"/>
                <a:gd name="T91" fmla="*/ 75 h 88"/>
                <a:gd name="T92" fmla="*/ 17 w 220"/>
                <a:gd name="T93" fmla="*/ 67 h 88"/>
                <a:gd name="T94" fmla="*/ 12 w 220"/>
                <a:gd name="T95" fmla="*/ 59 h 88"/>
                <a:gd name="T96" fmla="*/ 9 w 220"/>
                <a:gd name="T97" fmla="*/ 54 h 88"/>
                <a:gd name="T98" fmla="*/ 15 w 220"/>
                <a:gd name="T99" fmla="*/ 54 h 88"/>
                <a:gd name="T100" fmla="*/ 17 w 220"/>
                <a:gd name="T101" fmla="*/ 49 h 88"/>
                <a:gd name="T102" fmla="*/ 15 w 220"/>
                <a:gd name="T103" fmla="*/ 46 h 88"/>
                <a:gd name="T104" fmla="*/ 11 w 220"/>
                <a:gd name="T105" fmla="*/ 40 h 88"/>
                <a:gd name="T106" fmla="*/ 7 w 220"/>
                <a:gd name="T107" fmla="*/ 36 h 88"/>
                <a:gd name="T108" fmla="*/ 16 w 220"/>
                <a:gd name="T109" fmla="*/ 26 h 88"/>
                <a:gd name="T110" fmla="*/ 25 w 220"/>
                <a:gd name="T111" fmla="*/ 28 h 88"/>
                <a:gd name="T112" fmla="*/ 37 w 220"/>
                <a:gd name="T113" fmla="*/ 26 h 88"/>
                <a:gd name="T114" fmla="*/ 45 w 220"/>
                <a:gd name="T115" fmla="*/ 22 h 88"/>
                <a:gd name="T116" fmla="*/ 37 w 220"/>
                <a:gd name="T117" fmla="*/ 15 h 88"/>
                <a:gd name="T118" fmla="*/ 50 w 220"/>
                <a:gd name="T119" fmla="*/ 13 h 88"/>
                <a:gd name="T120" fmla="*/ 63 w 220"/>
                <a:gd name="T121" fmla="*/ 13 h 88"/>
                <a:gd name="T122" fmla="*/ 71 w 220"/>
                <a:gd name="T123" fmla="*/ 5 h 88"/>
                <a:gd name="T124" fmla="*/ 92 w 220"/>
                <a:gd name="T125" fmla="*/ 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" h="88">
                  <a:moveTo>
                    <a:pt x="27" y="82"/>
                  </a:moveTo>
                  <a:lnTo>
                    <a:pt x="28" y="82"/>
                  </a:lnTo>
                  <a:lnTo>
                    <a:pt x="28" y="82"/>
                  </a:lnTo>
                  <a:lnTo>
                    <a:pt x="27" y="83"/>
                  </a:lnTo>
                  <a:lnTo>
                    <a:pt x="27" y="82"/>
                  </a:lnTo>
                  <a:lnTo>
                    <a:pt x="27" y="82"/>
                  </a:lnTo>
                  <a:close/>
                  <a:moveTo>
                    <a:pt x="3" y="28"/>
                  </a:moveTo>
                  <a:lnTo>
                    <a:pt x="4" y="28"/>
                  </a:lnTo>
                  <a:lnTo>
                    <a:pt x="4" y="29"/>
                  </a:lnTo>
                  <a:lnTo>
                    <a:pt x="1" y="30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3" y="28"/>
                  </a:lnTo>
                  <a:lnTo>
                    <a:pt x="3" y="28"/>
                  </a:lnTo>
                  <a:close/>
                  <a:moveTo>
                    <a:pt x="13" y="1"/>
                  </a:moveTo>
                  <a:lnTo>
                    <a:pt x="17" y="1"/>
                  </a:lnTo>
                  <a:lnTo>
                    <a:pt x="20" y="4"/>
                  </a:lnTo>
                  <a:lnTo>
                    <a:pt x="21" y="3"/>
                  </a:lnTo>
                  <a:lnTo>
                    <a:pt x="24" y="3"/>
                  </a:lnTo>
                  <a:lnTo>
                    <a:pt x="25" y="7"/>
                  </a:lnTo>
                  <a:lnTo>
                    <a:pt x="28" y="11"/>
                  </a:lnTo>
                  <a:lnTo>
                    <a:pt x="30" y="11"/>
                  </a:lnTo>
                  <a:lnTo>
                    <a:pt x="33" y="13"/>
                  </a:lnTo>
                  <a:lnTo>
                    <a:pt x="36" y="15"/>
                  </a:lnTo>
                  <a:lnTo>
                    <a:pt x="36" y="16"/>
                  </a:lnTo>
                  <a:lnTo>
                    <a:pt x="34" y="18"/>
                  </a:lnTo>
                  <a:lnTo>
                    <a:pt x="30" y="18"/>
                  </a:lnTo>
                  <a:lnTo>
                    <a:pt x="29" y="17"/>
                  </a:lnTo>
                  <a:lnTo>
                    <a:pt x="27" y="17"/>
                  </a:lnTo>
                  <a:lnTo>
                    <a:pt x="25" y="18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17" y="22"/>
                  </a:lnTo>
                  <a:lnTo>
                    <a:pt x="12" y="25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8" y="25"/>
                  </a:lnTo>
                  <a:lnTo>
                    <a:pt x="9" y="24"/>
                  </a:lnTo>
                  <a:lnTo>
                    <a:pt x="12" y="22"/>
                  </a:lnTo>
                  <a:lnTo>
                    <a:pt x="9" y="24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5" y="20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9" y="12"/>
                  </a:lnTo>
                  <a:lnTo>
                    <a:pt x="11" y="9"/>
                  </a:lnTo>
                  <a:lnTo>
                    <a:pt x="8" y="8"/>
                  </a:lnTo>
                  <a:lnTo>
                    <a:pt x="8" y="5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1"/>
                  </a:lnTo>
                  <a:close/>
                  <a:moveTo>
                    <a:pt x="103" y="0"/>
                  </a:moveTo>
                  <a:lnTo>
                    <a:pt x="103" y="0"/>
                  </a:lnTo>
                  <a:lnTo>
                    <a:pt x="103" y="3"/>
                  </a:lnTo>
                  <a:lnTo>
                    <a:pt x="108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12" y="4"/>
                  </a:lnTo>
                  <a:lnTo>
                    <a:pt x="115" y="4"/>
                  </a:lnTo>
                  <a:lnTo>
                    <a:pt x="116" y="5"/>
                  </a:lnTo>
                  <a:lnTo>
                    <a:pt x="116" y="8"/>
                  </a:lnTo>
                  <a:lnTo>
                    <a:pt x="119" y="11"/>
                  </a:lnTo>
                  <a:lnTo>
                    <a:pt x="120" y="11"/>
                  </a:lnTo>
                  <a:lnTo>
                    <a:pt x="121" y="9"/>
                  </a:lnTo>
                  <a:lnTo>
                    <a:pt x="123" y="9"/>
                  </a:lnTo>
                  <a:lnTo>
                    <a:pt x="127" y="12"/>
                  </a:lnTo>
                  <a:lnTo>
                    <a:pt x="129" y="13"/>
                  </a:lnTo>
                  <a:lnTo>
                    <a:pt x="134" y="15"/>
                  </a:lnTo>
                  <a:lnTo>
                    <a:pt x="136" y="15"/>
                  </a:lnTo>
                  <a:lnTo>
                    <a:pt x="138" y="16"/>
                  </a:lnTo>
                  <a:lnTo>
                    <a:pt x="142" y="17"/>
                  </a:lnTo>
                  <a:lnTo>
                    <a:pt x="148" y="15"/>
                  </a:lnTo>
                  <a:lnTo>
                    <a:pt x="152" y="15"/>
                  </a:lnTo>
                  <a:lnTo>
                    <a:pt x="154" y="13"/>
                  </a:lnTo>
                  <a:lnTo>
                    <a:pt x="154" y="15"/>
                  </a:lnTo>
                  <a:lnTo>
                    <a:pt x="156" y="15"/>
                  </a:lnTo>
                  <a:lnTo>
                    <a:pt x="158" y="15"/>
                  </a:lnTo>
                  <a:lnTo>
                    <a:pt x="162" y="16"/>
                  </a:lnTo>
                  <a:lnTo>
                    <a:pt x="163" y="15"/>
                  </a:lnTo>
                  <a:lnTo>
                    <a:pt x="167" y="15"/>
                  </a:lnTo>
                  <a:lnTo>
                    <a:pt x="169" y="13"/>
                  </a:lnTo>
                  <a:lnTo>
                    <a:pt x="173" y="11"/>
                  </a:lnTo>
                  <a:lnTo>
                    <a:pt x="175" y="9"/>
                  </a:lnTo>
                  <a:lnTo>
                    <a:pt x="177" y="7"/>
                  </a:lnTo>
                  <a:lnTo>
                    <a:pt x="177" y="5"/>
                  </a:lnTo>
                  <a:lnTo>
                    <a:pt x="178" y="5"/>
                  </a:lnTo>
                  <a:lnTo>
                    <a:pt x="179" y="8"/>
                  </a:lnTo>
                  <a:lnTo>
                    <a:pt x="181" y="8"/>
                  </a:lnTo>
                  <a:lnTo>
                    <a:pt x="182" y="7"/>
                  </a:lnTo>
                  <a:lnTo>
                    <a:pt x="185" y="8"/>
                  </a:lnTo>
                  <a:lnTo>
                    <a:pt x="186" y="8"/>
                  </a:lnTo>
                  <a:lnTo>
                    <a:pt x="187" y="7"/>
                  </a:lnTo>
                  <a:lnTo>
                    <a:pt x="190" y="7"/>
                  </a:lnTo>
                  <a:lnTo>
                    <a:pt x="195" y="11"/>
                  </a:lnTo>
                  <a:lnTo>
                    <a:pt x="196" y="12"/>
                  </a:lnTo>
                  <a:lnTo>
                    <a:pt x="199" y="13"/>
                  </a:lnTo>
                  <a:lnTo>
                    <a:pt x="199" y="15"/>
                  </a:lnTo>
                  <a:lnTo>
                    <a:pt x="202" y="16"/>
                  </a:lnTo>
                  <a:lnTo>
                    <a:pt x="203" y="18"/>
                  </a:lnTo>
                  <a:lnTo>
                    <a:pt x="202" y="21"/>
                  </a:lnTo>
                  <a:lnTo>
                    <a:pt x="202" y="26"/>
                  </a:lnTo>
                  <a:lnTo>
                    <a:pt x="206" y="29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3" y="30"/>
                  </a:lnTo>
                  <a:lnTo>
                    <a:pt x="215" y="33"/>
                  </a:lnTo>
                  <a:lnTo>
                    <a:pt x="213" y="34"/>
                  </a:lnTo>
                  <a:lnTo>
                    <a:pt x="212" y="37"/>
                  </a:lnTo>
                  <a:lnTo>
                    <a:pt x="208" y="37"/>
                  </a:lnTo>
                  <a:lnTo>
                    <a:pt x="210" y="38"/>
                  </a:lnTo>
                  <a:lnTo>
                    <a:pt x="211" y="41"/>
                  </a:lnTo>
                  <a:lnTo>
                    <a:pt x="211" y="45"/>
                  </a:lnTo>
                  <a:lnTo>
                    <a:pt x="211" y="47"/>
                  </a:lnTo>
                  <a:lnTo>
                    <a:pt x="211" y="50"/>
                  </a:lnTo>
                  <a:lnTo>
                    <a:pt x="213" y="51"/>
                  </a:lnTo>
                  <a:lnTo>
                    <a:pt x="215" y="53"/>
                  </a:lnTo>
                  <a:lnTo>
                    <a:pt x="213" y="55"/>
                  </a:lnTo>
                  <a:lnTo>
                    <a:pt x="213" y="59"/>
                  </a:lnTo>
                  <a:lnTo>
                    <a:pt x="213" y="61"/>
                  </a:lnTo>
                  <a:lnTo>
                    <a:pt x="216" y="62"/>
                  </a:lnTo>
                  <a:lnTo>
                    <a:pt x="219" y="66"/>
                  </a:lnTo>
                  <a:lnTo>
                    <a:pt x="220" y="70"/>
                  </a:lnTo>
                  <a:lnTo>
                    <a:pt x="219" y="71"/>
                  </a:lnTo>
                  <a:lnTo>
                    <a:pt x="216" y="72"/>
                  </a:lnTo>
                  <a:lnTo>
                    <a:pt x="215" y="71"/>
                  </a:lnTo>
                  <a:lnTo>
                    <a:pt x="215" y="68"/>
                  </a:lnTo>
                  <a:lnTo>
                    <a:pt x="213" y="67"/>
                  </a:lnTo>
                  <a:lnTo>
                    <a:pt x="210" y="68"/>
                  </a:lnTo>
                  <a:lnTo>
                    <a:pt x="206" y="67"/>
                  </a:lnTo>
                  <a:lnTo>
                    <a:pt x="202" y="67"/>
                  </a:lnTo>
                  <a:lnTo>
                    <a:pt x="200" y="68"/>
                  </a:lnTo>
                  <a:lnTo>
                    <a:pt x="196" y="68"/>
                  </a:lnTo>
                  <a:lnTo>
                    <a:pt x="194" y="71"/>
                  </a:lnTo>
                  <a:lnTo>
                    <a:pt x="192" y="70"/>
                  </a:lnTo>
                  <a:lnTo>
                    <a:pt x="190" y="71"/>
                  </a:lnTo>
                  <a:lnTo>
                    <a:pt x="185" y="72"/>
                  </a:lnTo>
                  <a:lnTo>
                    <a:pt x="179" y="72"/>
                  </a:lnTo>
                  <a:lnTo>
                    <a:pt x="177" y="72"/>
                  </a:lnTo>
                  <a:lnTo>
                    <a:pt x="174" y="72"/>
                  </a:lnTo>
                  <a:lnTo>
                    <a:pt x="169" y="74"/>
                  </a:lnTo>
                  <a:lnTo>
                    <a:pt x="167" y="75"/>
                  </a:lnTo>
                  <a:lnTo>
                    <a:pt x="165" y="76"/>
                  </a:lnTo>
                  <a:lnTo>
                    <a:pt x="163" y="78"/>
                  </a:lnTo>
                  <a:lnTo>
                    <a:pt x="158" y="78"/>
                  </a:lnTo>
                  <a:lnTo>
                    <a:pt x="154" y="76"/>
                  </a:lnTo>
                  <a:lnTo>
                    <a:pt x="153" y="75"/>
                  </a:lnTo>
                  <a:lnTo>
                    <a:pt x="152" y="75"/>
                  </a:lnTo>
                  <a:lnTo>
                    <a:pt x="145" y="75"/>
                  </a:lnTo>
                  <a:lnTo>
                    <a:pt x="144" y="76"/>
                  </a:lnTo>
                  <a:lnTo>
                    <a:pt x="142" y="76"/>
                  </a:lnTo>
                  <a:lnTo>
                    <a:pt x="136" y="79"/>
                  </a:lnTo>
                  <a:lnTo>
                    <a:pt x="134" y="78"/>
                  </a:lnTo>
                  <a:lnTo>
                    <a:pt x="131" y="78"/>
                  </a:lnTo>
                  <a:lnTo>
                    <a:pt x="131" y="79"/>
                  </a:lnTo>
                  <a:lnTo>
                    <a:pt x="131" y="84"/>
                  </a:lnTo>
                  <a:lnTo>
                    <a:pt x="129" y="84"/>
                  </a:lnTo>
                  <a:lnTo>
                    <a:pt x="129" y="87"/>
                  </a:lnTo>
                  <a:lnTo>
                    <a:pt x="127" y="88"/>
                  </a:lnTo>
                  <a:lnTo>
                    <a:pt x="124" y="88"/>
                  </a:lnTo>
                  <a:lnTo>
                    <a:pt x="121" y="88"/>
                  </a:lnTo>
                  <a:lnTo>
                    <a:pt x="123" y="87"/>
                  </a:lnTo>
                  <a:lnTo>
                    <a:pt x="120" y="84"/>
                  </a:lnTo>
                  <a:lnTo>
                    <a:pt x="120" y="83"/>
                  </a:lnTo>
                  <a:lnTo>
                    <a:pt x="123" y="80"/>
                  </a:lnTo>
                  <a:lnTo>
                    <a:pt x="124" y="78"/>
                  </a:lnTo>
                  <a:lnTo>
                    <a:pt x="124" y="76"/>
                  </a:lnTo>
                  <a:lnTo>
                    <a:pt x="121" y="76"/>
                  </a:lnTo>
                  <a:lnTo>
                    <a:pt x="119" y="78"/>
                  </a:lnTo>
                  <a:lnTo>
                    <a:pt x="119" y="79"/>
                  </a:lnTo>
                  <a:lnTo>
                    <a:pt x="115" y="79"/>
                  </a:lnTo>
                  <a:lnTo>
                    <a:pt x="112" y="78"/>
                  </a:lnTo>
                  <a:lnTo>
                    <a:pt x="108" y="76"/>
                  </a:lnTo>
                  <a:lnTo>
                    <a:pt x="107" y="76"/>
                  </a:lnTo>
                  <a:lnTo>
                    <a:pt x="102" y="83"/>
                  </a:lnTo>
                  <a:lnTo>
                    <a:pt x="100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8" y="86"/>
                  </a:lnTo>
                  <a:lnTo>
                    <a:pt x="94" y="87"/>
                  </a:lnTo>
                  <a:lnTo>
                    <a:pt x="83" y="88"/>
                  </a:lnTo>
                  <a:lnTo>
                    <a:pt x="80" y="86"/>
                  </a:lnTo>
                  <a:lnTo>
                    <a:pt x="77" y="80"/>
                  </a:lnTo>
                  <a:lnTo>
                    <a:pt x="74" y="80"/>
                  </a:lnTo>
                  <a:lnTo>
                    <a:pt x="69" y="78"/>
                  </a:lnTo>
                  <a:lnTo>
                    <a:pt x="65" y="78"/>
                  </a:lnTo>
                  <a:lnTo>
                    <a:pt x="59" y="78"/>
                  </a:lnTo>
                  <a:lnTo>
                    <a:pt x="59" y="80"/>
                  </a:lnTo>
                  <a:lnTo>
                    <a:pt x="59" y="82"/>
                  </a:lnTo>
                  <a:lnTo>
                    <a:pt x="59" y="84"/>
                  </a:lnTo>
                  <a:lnTo>
                    <a:pt x="58" y="86"/>
                  </a:lnTo>
                  <a:lnTo>
                    <a:pt x="57" y="84"/>
                  </a:lnTo>
                  <a:lnTo>
                    <a:pt x="55" y="86"/>
                  </a:lnTo>
                  <a:lnTo>
                    <a:pt x="53" y="86"/>
                  </a:lnTo>
                  <a:lnTo>
                    <a:pt x="52" y="87"/>
                  </a:lnTo>
                  <a:lnTo>
                    <a:pt x="49" y="87"/>
                  </a:lnTo>
                  <a:lnTo>
                    <a:pt x="46" y="86"/>
                  </a:lnTo>
                  <a:lnTo>
                    <a:pt x="45" y="87"/>
                  </a:lnTo>
                  <a:lnTo>
                    <a:pt x="42" y="84"/>
                  </a:lnTo>
                  <a:lnTo>
                    <a:pt x="42" y="83"/>
                  </a:lnTo>
                  <a:lnTo>
                    <a:pt x="41" y="82"/>
                  </a:lnTo>
                  <a:lnTo>
                    <a:pt x="42" y="80"/>
                  </a:lnTo>
                  <a:lnTo>
                    <a:pt x="42" y="79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37" y="79"/>
                  </a:lnTo>
                  <a:lnTo>
                    <a:pt x="36" y="79"/>
                  </a:lnTo>
                  <a:lnTo>
                    <a:pt x="34" y="78"/>
                  </a:lnTo>
                  <a:lnTo>
                    <a:pt x="33" y="78"/>
                  </a:lnTo>
                  <a:lnTo>
                    <a:pt x="30" y="79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79"/>
                  </a:lnTo>
                  <a:lnTo>
                    <a:pt x="28" y="79"/>
                  </a:lnTo>
                  <a:lnTo>
                    <a:pt x="25" y="79"/>
                  </a:lnTo>
                  <a:lnTo>
                    <a:pt x="23" y="80"/>
                  </a:lnTo>
                  <a:lnTo>
                    <a:pt x="21" y="79"/>
                  </a:lnTo>
                  <a:lnTo>
                    <a:pt x="23" y="79"/>
                  </a:lnTo>
                  <a:lnTo>
                    <a:pt x="27" y="79"/>
                  </a:lnTo>
                  <a:lnTo>
                    <a:pt x="29" y="78"/>
                  </a:lnTo>
                  <a:lnTo>
                    <a:pt x="30" y="76"/>
                  </a:lnTo>
                  <a:lnTo>
                    <a:pt x="30" y="75"/>
                  </a:lnTo>
                  <a:lnTo>
                    <a:pt x="25" y="75"/>
                  </a:lnTo>
                  <a:lnTo>
                    <a:pt x="21" y="76"/>
                  </a:lnTo>
                  <a:lnTo>
                    <a:pt x="20" y="76"/>
                  </a:lnTo>
                  <a:lnTo>
                    <a:pt x="21" y="75"/>
                  </a:lnTo>
                  <a:lnTo>
                    <a:pt x="23" y="75"/>
                  </a:lnTo>
                  <a:lnTo>
                    <a:pt x="24" y="74"/>
                  </a:lnTo>
                  <a:lnTo>
                    <a:pt x="21" y="70"/>
                  </a:lnTo>
                  <a:lnTo>
                    <a:pt x="19" y="70"/>
                  </a:lnTo>
                  <a:lnTo>
                    <a:pt x="19" y="68"/>
                  </a:lnTo>
                  <a:lnTo>
                    <a:pt x="17" y="67"/>
                  </a:lnTo>
                  <a:lnTo>
                    <a:pt x="20" y="66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5" y="62"/>
                  </a:lnTo>
                  <a:lnTo>
                    <a:pt x="12" y="59"/>
                  </a:lnTo>
                  <a:lnTo>
                    <a:pt x="12" y="61"/>
                  </a:lnTo>
                  <a:lnTo>
                    <a:pt x="9" y="59"/>
                  </a:lnTo>
                  <a:lnTo>
                    <a:pt x="9" y="58"/>
                  </a:lnTo>
                  <a:lnTo>
                    <a:pt x="11" y="57"/>
                  </a:lnTo>
                  <a:lnTo>
                    <a:pt x="9" y="54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2" y="55"/>
                  </a:lnTo>
                  <a:lnTo>
                    <a:pt x="13" y="55"/>
                  </a:lnTo>
                  <a:lnTo>
                    <a:pt x="15" y="54"/>
                  </a:lnTo>
                  <a:lnTo>
                    <a:pt x="16" y="53"/>
                  </a:lnTo>
                  <a:lnTo>
                    <a:pt x="15" y="53"/>
                  </a:lnTo>
                  <a:lnTo>
                    <a:pt x="13" y="51"/>
                  </a:lnTo>
                  <a:lnTo>
                    <a:pt x="16" y="50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5" y="47"/>
                  </a:lnTo>
                  <a:lnTo>
                    <a:pt x="15" y="46"/>
                  </a:lnTo>
                  <a:lnTo>
                    <a:pt x="13" y="43"/>
                  </a:lnTo>
                  <a:lnTo>
                    <a:pt x="13" y="42"/>
                  </a:lnTo>
                  <a:lnTo>
                    <a:pt x="16" y="40"/>
                  </a:lnTo>
                  <a:lnTo>
                    <a:pt x="13" y="40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7" y="41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4"/>
                  </a:lnTo>
                  <a:lnTo>
                    <a:pt x="7" y="32"/>
                  </a:lnTo>
                  <a:lnTo>
                    <a:pt x="8" y="30"/>
                  </a:lnTo>
                  <a:lnTo>
                    <a:pt x="13" y="26"/>
                  </a:lnTo>
                  <a:lnTo>
                    <a:pt x="16" y="26"/>
                  </a:lnTo>
                  <a:lnTo>
                    <a:pt x="19" y="28"/>
                  </a:lnTo>
                  <a:lnTo>
                    <a:pt x="21" y="28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5" y="28"/>
                  </a:lnTo>
                  <a:lnTo>
                    <a:pt x="28" y="26"/>
                  </a:lnTo>
                  <a:lnTo>
                    <a:pt x="30" y="28"/>
                  </a:lnTo>
                  <a:lnTo>
                    <a:pt x="36" y="28"/>
                  </a:lnTo>
                  <a:lnTo>
                    <a:pt x="38" y="28"/>
                  </a:lnTo>
                  <a:lnTo>
                    <a:pt x="37" y="26"/>
                  </a:lnTo>
                  <a:lnTo>
                    <a:pt x="34" y="26"/>
                  </a:lnTo>
                  <a:lnTo>
                    <a:pt x="34" y="25"/>
                  </a:lnTo>
                  <a:lnTo>
                    <a:pt x="36" y="24"/>
                  </a:lnTo>
                  <a:lnTo>
                    <a:pt x="40" y="22"/>
                  </a:lnTo>
                  <a:lnTo>
                    <a:pt x="45" y="22"/>
                  </a:lnTo>
                  <a:lnTo>
                    <a:pt x="45" y="21"/>
                  </a:lnTo>
                  <a:lnTo>
                    <a:pt x="42" y="20"/>
                  </a:lnTo>
                  <a:lnTo>
                    <a:pt x="40" y="20"/>
                  </a:lnTo>
                  <a:lnTo>
                    <a:pt x="37" y="17"/>
                  </a:lnTo>
                  <a:lnTo>
                    <a:pt x="37" y="15"/>
                  </a:lnTo>
                  <a:lnTo>
                    <a:pt x="41" y="15"/>
                  </a:lnTo>
                  <a:lnTo>
                    <a:pt x="42" y="15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50" y="13"/>
                  </a:lnTo>
                  <a:lnTo>
                    <a:pt x="52" y="13"/>
                  </a:lnTo>
                  <a:lnTo>
                    <a:pt x="58" y="16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3"/>
                  </a:lnTo>
                  <a:lnTo>
                    <a:pt x="65" y="11"/>
                  </a:lnTo>
                  <a:lnTo>
                    <a:pt x="66" y="11"/>
                  </a:lnTo>
                  <a:lnTo>
                    <a:pt x="67" y="8"/>
                  </a:lnTo>
                  <a:lnTo>
                    <a:pt x="70" y="8"/>
                  </a:lnTo>
                  <a:lnTo>
                    <a:pt x="71" y="5"/>
                  </a:lnTo>
                  <a:lnTo>
                    <a:pt x="75" y="5"/>
                  </a:lnTo>
                  <a:lnTo>
                    <a:pt x="78" y="4"/>
                  </a:lnTo>
                  <a:lnTo>
                    <a:pt x="83" y="3"/>
                  </a:lnTo>
                  <a:lnTo>
                    <a:pt x="86" y="1"/>
                  </a:lnTo>
                  <a:lnTo>
                    <a:pt x="92" y="1"/>
                  </a:lnTo>
                  <a:lnTo>
                    <a:pt x="94" y="1"/>
                  </a:lnTo>
                  <a:lnTo>
                    <a:pt x="96" y="1"/>
                  </a:lnTo>
                  <a:lnTo>
                    <a:pt x="100" y="1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1" name="Freeform 418"/>
            <p:cNvSpPr>
              <a:spLocks/>
            </p:cNvSpPr>
            <p:nvPr/>
          </p:nvSpPr>
          <p:spPr bwMode="auto">
            <a:xfrm>
              <a:off x="6902174" y="3162737"/>
              <a:ext cx="294378" cy="281690"/>
            </a:xfrm>
            <a:custGeom>
              <a:avLst/>
              <a:gdLst>
                <a:gd name="T0" fmla="*/ 48 w 116"/>
                <a:gd name="T1" fmla="*/ 0 h 111"/>
                <a:gd name="T2" fmla="*/ 55 w 116"/>
                <a:gd name="T3" fmla="*/ 0 h 111"/>
                <a:gd name="T4" fmla="*/ 57 w 116"/>
                <a:gd name="T5" fmla="*/ 4 h 111"/>
                <a:gd name="T6" fmla="*/ 62 w 116"/>
                <a:gd name="T7" fmla="*/ 4 h 111"/>
                <a:gd name="T8" fmla="*/ 65 w 116"/>
                <a:gd name="T9" fmla="*/ 7 h 111"/>
                <a:gd name="T10" fmla="*/ 66 w 116"/>
                <a:gd name="T11" fmla="*/ 12 h 111"/>
                <a:gd name="T12" fmla="*/ 69 w 116"/>
                <a:gd name="T13" fmla="*/ 15 h 111"/>
                <a:gd name="T14" fmla="*/ 73 w 116"/>
                <a:gd name="T15" fmla="*/ 19 h 111"/>
                <a:gd name="T16" fmla="*/ 78 w 116"/>
                <a:gd name="T17" fmla="*/ 21 h 111"/>
                <a:gd name="T18" fmla="*/ 82 w 116"/>
                <a:gd name="T19" fmla="*/ 21 h 111"/>
                <a:gd name="T20" fmla="*/ 84 w 116"/>
                <a:gd name="T21" fmla="*/ 23 h 111"/>
                <a:gd name="T22" fmla="*/ 82 w 116"/>
                <a:gd name="T23" fmla="*/ 24 h 111"/>
                <a:gd name="T24" fmla="*/ 81 w 116"/>
                <a:gd name="T25" fmla="*/ 27 h 111"/>
                <a:gd name="T26" fmla="*/ 82 w 116"/>
                <a:gd name="T27" fmla="*/ 32 h 111"/>
                <a:gd name="T28" fmla="*/ 78 w 116"/>
                <a:gd name="T29" fmla="*/ 32 h 111"/>
                <a:gd name="T30" fmla="*/ 77 w 116"/>
                <a:gd name="T31" fmla="*/ 37 h 111"/>
                <a:gd name="T32" fmla="*/ 77 w 116"/>
                <a:gd name="T33" fmla="*/ 44 h 111"/>
                <a:gd name="T34" fmla="*/ 75 w 116"/>
                <a:gd name="T35" fmla="*/ 45 h 111"/>
                <a:gd name="T36" fmla="*/ 78 w 116"/>
                <a:gd name="T37" fmla="*/ 48 h 111"/>
                <a:gd name="T38" fmla="*/ 82 w 116"/>
                <a:gd name="T39" fmla="*/ 49 h 111"/>
                <a:gd name="T40" fmla="*/ 84 w 116"/>
                <a:gd name="T41" fmla="*/ 53 h 111"/>
                <a:gd name="T42" fmla="*/ 84 w 116"/>
                <a:gd name="T43" fmla="*/ 57 h 111"/>
                <a:gd name="T44" fmla="*/ 86 w 116"/>
                <a:gd name="T45" fmla="*/ 61 h 111"/>
                <a:gd name="T46" fmla="*/ 90 w 116"/>
                <a:gd name="T47" fmla="*/ 59 h 111"/>
                <a:gd name="T48" fmla="*/ 99 w 116"/>
                <a:gd name="T49" fmla="*/ 65 h 111"/>
                <a:gd name="T50" fmla="*/ 103 w 116"/>
                <a:gd name="T51" fmla="*/ 70 h 111"/>
                <a:gd name="T52" fmla="*/ 108 w 116"/>
                <a:gd name="T53" fmla="*/ 77 h 111"/>
                <a:gd name="T54" fmla="*/ 106 w 116"/>
                <a:gd name="T55" fmla="*/ 82 h 111"/>
                <a:gd name="T56" fmla="*/ 109 w 116"/>
                <a:gd name="T57" fmla="*/ 84 h 111"/>
                <a:gd name="T58" fmla="*/ 112 w 116"/>
                <a:gd name="T59" fmla="*/ 94 h 111"/>
                <a:gd name="T60" fmla="*/ 116 w 116"/>
                <a:gd name="T61" fmla="*/ 95 h 111"/>
                <a:gd name="T62" fmla="*/ 113 w 116"/>
                <a:gd name="T63" fmla="*/ 99 h 111"/>
                <a:gd name="T64" fmla="*/ 109 w 116"/>
                <a:gd name="T65" fmla="*/ 99 h 111"/>
                <a:gd name="T66" fmla="*/ 100 w 116"/>
                <a:gd name="T67" fmla="*/ 100 h 111"/>
                <a:gd name="T68" fmla="*/ 95 w 116"/>
                <a:gd name="T69" fmla="*/ 111 h 111"/>
                <a:gd name="T70" fmla="*/ 17 w 116"/>
                <a:gd name="T71" fmla="*/ 71 h 111"/>
                <a:gd name="T72" fmla="*/ 2 w 116"/>
                <a:gd name="T73" fmla="*/ 55 h 111"/>
                <a:gd name="T74" fmla="*/ 2 w 116"/>
                <a:gd name="T75" fmla="*/ 55 h 111"/>
                <a:gd name="T76" fmla="*/ 23 w 116"/>
                <a:gd name="T77" fmla="*/ 38 h 111"/>
                <a:gd name="T78" fmla="*/ 25 w 116"/>
                <a:gd name="T79" fmla="*/ 32 h 111"/>
                <a:gd name="T80" fmla="*/ 27 w 116"/>
                <a:gd name="T81" fmla="*/ 27 h 111"/>
                <a:gd name="T82" fmla="*/ 24 w 116"/>
                <a:gd name="T83" fmla="*/ 19 h 111"/>
                <a:gd name="T84" fmla="*/ 27 w 116"/>
                <a:gd name="T85" fmla="*/ 11 h 111"/>
                <a:gd name="T86" fmla="*/ 33 w 116"/>
                <a:gd name="T87" fmla="*/ 7 h 111"/>
                <a:gd name="T88" fmla="*/ 36 w 116"/>
                <a:gd name="T89" fmla="*/ 4 h 111"/>
                <a:gd name="T90" fmla="*/ 38 w 116"/>
                <a:gd name="T91" fmla="*/ 1 h 111"/>
                <a:gd name="T92" fmla="*/ 44 w 116"/>
                <a:gd name="T9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6" h="111">
                  <a:moveTo>
                    <a:pt x="44" y="0"/>
                  </a:moveTo>
                  <a:lnTo>
                    <a:pt x="48" y="0"/>
                  </a:lnTo>
                  <a:lnTo>
                    <a:pt x="52" y="1"/>
                  </a:lnTo>
                  <a:lnTo>
                    <a:pt x="55" y="0"/>
                  </a:lnTo>
                  <a:lnTo>
                    <a:pt x="57" y="1"/>
                  </a:lnTo>
                  <a:lnTo>
                    <a:pt x="57" y="4"/>
                  </a:lnTo>
                  <a:lnTo>
                    <a:pt x="58" y="5"/>
                  </a:lnTo>
                  <a:lnTo>
                    <a:pt x="62" y="4"/>
                  </a:lnTo>
                  <a:lnTo>
                    <a:pt x="63" y="4"/>
                  </a:lnTo>
                  <a:lnTo>
                    <a:pt x="65" y="7"/>
                  </a:lnTo>
                  <a:lnTo>
                    <a:pt x="65" y="9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9" y="15"/>
                  </a:lnTo>
                  <a:lnTo>
                    <a:pt x="70" y="17"/>
                  </a:lnTo>
                  <a:lnTo>
                    <a:pt x="73" y="19"/>
                  </a:lnTo>
                  <a:lnTo>
                    <a:pt x="74" y="19"/>
                  </a:lnTo>
                  <a:lnTo>
                    <a:pt x="78" y="21"/>
                  </a:lnTo>
                  <a:lnTo>
                    <a:pt x="79" y="21"/>
                  </a:lnTo>
                  <a:lnTo>
                    <a:pt x="82" y="21"/>
                  </a:lnTo>
                  <a:lnTo>
                    <a:pt x="83" y="21"/>
                  </a:lnTo>
                  <a:lnTo>
                    <a:pt x="84" y="23"/>
                  </a:lnTo>
                  <a:lnTo>
                    <a:pt x="84" y="23"/>
                  </a:lnTo>
                  <a:lnTo>
                    <a:pt x="82" y="24"/>
                  </a:lnTo>
                  <a:lnTo>
                    <a:pt x="81" y="24"/>
                  </a:lnTo>
                  <a:lnTo>
                    <a:pt x="81" y="27"/>
                  </a:lnTo>
                  <a:lnTo>
                    <a:pt x="82" y="28"/>
                  </a:lnTo>
                  <a:lnTo>
                    <a:pt x="82" y="32"/>
                  </a:lnTo>
                  <a:lnTo>
                    <a:pt x="81" y="33"/>
                  </a:lnTo>
                  <a:lnTo>
                    <a:pt x="78" y="32"/>
                  </a:lnTo>
                  <a:lnTo>
                    <a:pt x="78" y="36"/>
                  </a:lnTo>
                  <a:lnTo>
                    <a:pt x="77" y="37"/>
                  </a:lnTo>
                  <a:lnTo>
                    <a:pt x="77" y="41"/>
                  </a:lnTo>
                  <a:lnTo>
                    <a:pt x="77" y="44"/>
                  </a:lnTo>
                  <a:lnTo>
                    <a:pt x="77" y="45"/>
                  </a:lnTo>
                  <a:lnTo>
                    <a:pt x="75" y="45"/>
                  </a:lnTo>
                  <a:lnTo>
                    <a:pt x="75" y="48"/>
                  </a:lnTo>
                  <a:lnTo>
                    <a:pt x="78" y="48"/>
                  </a:lnTo>
                  <a:lnTo>
                    <a:pt x="79" y="49"/>
                  </a:lnTo>
                  <a:lnTo>
                    <a:pt x="82" y="49"/>
                  </a:lnTo>
                  <a:lnTo>
                    <a:pt x="82" y="52"/>
                  </a:lnTo>
                  <a:lnTo>
                    <a:pt x="84" y="53"/>
                  </a:lnTo>
                  <a:lnTo>
                    <a:pt x="83" y="55"/>
                  </a:lnTo>
                  <a:lnTo>
                    <a:pt x="84" y="57"/>
                  </a:lnTo>
                  <a:lnTo>
                    <a:pt x="83" y="58"/>
                  </a:lnTo>
                  <a:lnTo>
                    <a:pt x="86" y="61"/>
                  </a:lnTo>
                  <a:lnTo>
                    <a:pt x="87" y="59"/>
                  </a:lnTo>
                  <a:lnTo>
                    <a:pt x="90" y="59"/>
                  </a:lnTo>
                  <a:lnTo>
                    <a:pt x="98" y="65"/>
                  </a:lnTo>
                  <a:lnTo>
                    <a:pt x="99" y="65"/>
                  </a:lnTo>
                  <a:lnTo>
                    <a:pt x="100" y="66"/>
                  </a:lnTo>
                  <a:lnTo>
                    <a:pt x="103" y="70"/>
                  </a:lnTo>
                  <a:lnTo>
                    <a:pt x="106" y="71"/>
                  </a:lnTo>
                  <a:lnTo>
                    <a:pt x="108" y="77"/>
                  </a:lnTo>
                  <a:lnTo>
                    <a:pt x="106" y="78"/>
                  </a:lnTo>
                  <a:lnTo>
                    <a:pt x="106" y="82"/>
                  </a:lnTo>
                  <a:lnTo>
                    <a:pt x="106" y="84"/>
                  </a:lnTo>
                  <a:lnTo>
                    <a:pt x="109" y="84"/>
                  </a:lnTo>
                  <a:lnTo>
                    <a:pt x="111" y="92"/>
                  </a:lnTo>
                  <a:lnTo>
                    <a:pt x="112" y="94"/>
                  </a:lnTo>
                  <a:lnTo>
                    <a:pt x="115" y="95"/>
                  </a:lnTo>
                  <a:lnTo>
                    <a:pt x="116" y="95"/>
                  </a:lnTo>
                  <a:lnTo>
                    <a:pt x="115" y="96"/>
                  </a:lnTo>
                  <a:lnTo>
                    <a:pt x="113" y="99"/>
                  </a:lnTo>
                  <a:lnTo>
                    <a:pt x="112" y="98"/>
                  </a:lnTo>
                  <a:lnTo>
                    <a:pt x="109" y="99"/>
                  </a:lnTo>
                  <a:lnTo>
                    <a:pt x="106" y="98"/>
                  </a:lnTo>
                  <a:lnTo>
                    <a:pt x="100" y="100"/>
                  </a:lnTo>
                  <a:lnTo>
                    <a:pt x="98" y="105"/>
                  </a:lnTo>
                  <a:lnTo>
                    <a:pt x="95" y="111"/>
                  </a:lnTo>
                  <a:lnTo>
                    <a:pt x="73" y="111"/>
                  </a:lnTo>
                  <a:lnTo>
                    <a:pt x="17" y="71"/>
                  </a:lnTo>
                  <a:lnTo>
                    <a:pt x="7" y="71"/>
                  </a:lnTo>
                  <a:lnTo>
                    <a:pt x="2" y="55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3" y="40"/>
                  </a:lnTo>
                  <a:lnTo>
                    <a:pt x="23" y="38"/>
                  </a:lnTo>
                  <a:lnTo>
                    <a:pt x="25" y="36"/>
                  </a:lnTo>
                  <a:lnTo>
                    <a:pt x="25" y="32"/>
                  </a:lnTo>
                  <a:lnTo>
                    <a:pt x="24" y="30"/>
                  </a:lnTo>
                  <a:lnTo>
                    <a:pt x="27" y="27"/>
                  </a:lnTo>
                  <a:lnTo>
                    <a:pt x="27" y="23"/>
                  </a:lnTo>
                  <a:lnTo>
                    <a:pt x="24" y="19"/>
                  </a:lnTo>
                  <a:lnTo>
                    <a:pt x="24" y="15"/>
                  </a:lnTo>
                  <a:lnTo>
                    <a:pt x="27" y="11"/>
                  </a:lnTo>
                  <a:lnTo>
                    <a:pt x="32" y="9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8" y="1"/>
                  </a:lnTo>
                  <a:lnTo>
                    <a:pt x="42" y="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2" name="Freeform 419"/>
            <p:cNvSpPr>
              <a:spLocks/>
            </p:cNvSpPr>
            <p:nvPr/>
          </p:nvSpPr>
          <p:spPr bwMode="auto">
            <a:xfrm>
              <a:off x="7143260" y="3411436"/>
              <a:ext cx="53293" cy="53293"/>
            </a:xfrm>
            <a:custGeom>
              <a:avLst/>
              <a:gdLst>
                <a:gd name="T0" fmla="*/ 11 w 21"/>
                <a:gd name="T1" fmla="*/ 0 h 21"/>
                <a:gd name="T2" fmla="*/ 14 w 21"/>
                <a:gd name="T3" fmla="*/ 1 h 21"/>
                <a:gd name="T4" fmla="*/ 17 w 21"/>
                <a:gd name="T5" fmla="*/ 0 h 21"/>
                <a:gd name="T6" fmla="*/ 18 w 21"/>
                <a:gd name="T7" fmla="*/ 1 h 21"/>
                <a:gd name="T8" fmla="*/ 18 w 21"/>
                <a:gd name="T9" fmla="*/ 1 h 21"/>
                <a:gd name="T10" fmla="*/ 20 w 21"/>
                <a:gd name="T11" fmla="*/ 6 h 21"/>
                <a:gd name="T12" fmla="*/ 13 w 21"/>
                <a:gd name="T13" fmla="*/ 7 h 21"/>
                <a:gd name="T14" fmla="*/ 17 w 21"/>
                <a:gd name="T15" fmla="*/ 11 h 21"/>
                <a:gd name="T16" fmla="*/ 18 w 21"/>
                <a:gd name="T17" fmla="*/ 10 h 21"/>
                <a:gd name="T18" fmla="*/ 18 w 21"/>
                <a:gd name="T19" fmla="*/ 11 h 21"/>
                <a:gd name="T20" fmla="*/ 18 w 21"/>
                <a:gd name="T21" fmla="*/ 14 h 21"/>
                <a:gd name="T22" fmla="*/ 20 w 21"/>
                <a:gd name="T23" fmla="*/ 15 h 21"/>
                <a:gd name="T24" fmla="*/ 20 w 21"/>
                <a:gd name="T25" fmla="*/ 15 h 21"/>
                <a:gd name="T26" fmla="*/ 20 w 21"/>
                <a:gd name="T27" fmla="*/ 15 h 21"/>
                <a:gd name="T28" fmla="*/ 21 w 21"/>
                <a:gd name="T29" fmla="*/ 17 h 21"/>
                <a:gd name="T30" fmla="*/ 13 w 21"/>
                <a:gd name="T31" fmla="*/ 21 h 21"/>
                <a:gd name="T32" fmla="*/ 13 w 21"/>
                <a:gd name="T33" fmla="*/ 17 h 21"/>
                <a:gd name="T34" fmla="*/ 1 w 21"/>
                <a:gd name="T35" fmla="*/ 13 h 21"/>
                <a:gd name="T36" fmla="*/ 0 w 21"/>
                <a:gd name="T37" fmla="*/ 13 h 21"/>
                <a:gd name="T38" fmla="*/ 3 w 21"/>
                <a:gd name="T39" fmla="*/ 7 h 21"/>
                <a:gd name="T40" fmla="*/ 5 w 21"/>
                <a:gd name="T41" fmla="*/ 2 h 21"/>
                <a:gd name="T42" fmla="*/ 11 w 21"/>
                <a:gd name="T4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" h="21">
                  <a:moveTo>
                    <a:pt x="11" y="0"/>
                  </a:moveTo>
                  <a:lnTo>
                    <a:pt x="14" y="1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6"/>
                  </a:lnTo>
                  <a:lnTo>
                    <a:pt x="13" y="7"/>
                  </a:lnTo>
                  <a:lnTo>
                    <a:pt x="17" y="11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8" y="14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7"/>
                  </a:lnTo>
                  <a:lnTo>
                    <a:pt x="13" y="21"/>
                  </a:lnTo>
                  <a:lnTo>
                    <a:pt x="13" y="17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3" y="7"/>
                  </a:lnTo>
                  <a:lnTo>
                    <a:pt x="5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3" name="Freeform 420"/>
            <p:cNvSpPr>
              <a:spLocks/>
            </p:cNvSpPr>
            <p:nvPr/>
          </p:nvSpPr>
          <p:spPr bwMode="auto">
            <a:xfrm>
              <a:off x="6709305" y="3231255"/>
              <a:ext cx="63444" cy="35528"/>
            </a:xfrm>
            <a:custGeom>
              <a:avLst/>
              <a:gdLst>
                <a:gd name="T0" fmla="*/ 25 w 25"/>
                <a:gd name="T1" fmla="*/ 0 h 14"/>
                <a:gd name="T2" fmla="*/ 25 w 25"/>
                <a:gd name="T3" fmla="*/ 0 h 14"/>
                <a:gd name="T4" fmla="*/ 25 w 25"/>
                <a:gd name="T5" fmla="*/ 1 h 14"/>
                <a:gd name="T6" fmla="*/ 21 w 25"/>
                <a:gd name="T7" fmla="*/ 2 h 14"/>
                <a:gd name="T8" fmla="*/ 18 w 25"/>
                <a:gd name="T9" fmla="*/ 5 h 14"/>
                <a:gd name="T10" fmla="*/ 20 w 25"/>
                <a:gd name="T11" fmla="*/ 7 h 14"/>
                <a:gd name="T12" fmla="*/ 20 w 25"/>
                <a:gd name="T13" fmla="*/ 10 h 14"/>
                <a:gd name="T14" fmla="*/ 17 w 25"/>
                <a:gd name="T15" fmla="*/ 9 h 14"/>
                <a:gd name="T16" fmla="*/ 14 w 25"/>
                <a:gd name="T17" fmla="*/ 10 h 14"/>
                <a:gd name="T18" fmla="*/ 12 w 25"/>
                <a:gd name="T19" fmla="*/ 13 h 14"/>
                <a:gd name="T20" fmla="*/ 9 w 25"/>
                <a:gd name="T21" fmla="*/ 13 h 14"/>
                <a:gd name="T22" fmla="*/ 8 w 25"/>
                <a:gd name="T23" fmla="*/ 14 h 14"/>
                <a:gd name="T24" fmla="*/ 6 w 25"/>
                <a:gd name="T25" fmla="*/ 13 h 14"/>
                <a:gd name="T26" fmla="*/ 4 w 25"/>
                <a:gd name="T27" fmla="*/ 14 h 14"/>
                <a:gd name="T28" fmla="*/ 1 w 25"/>
                <a:gd name="T29" fmla="*/ 11 h 14"/>
                <a:gd name="T30" fmla="*/ 0 w 25"/>
                <a:gd name="T31" fmla="*/ 10 h 14"/>
                <a:gd name="T32" fmla="*/ 0 w 25"/>
                <a:gd name="T33" fmla="*/ 7 h 14"/>
                <a:gd name="T34" fmla="*/ 1 w 25"/>
                <a:gd name="T35" fmla="*/ 6 h 14"/>
                <a:gd name="T36" fmla="*/ 2 w 25"/>
                <a:gd name="T37" fmla="*/ 5 h 14"/>
                <a:gd name="T38" fmla="*/ 4 w 25"/>
                <a:gd name="T39" fmla="*/ 6 h 14"/>
                <a:gd name="T40" fmla="*/ 6 w 25"/>
                <a:gd name="T41" fmla="*/ 5 h 14"/>
                <a:gd name="T42" fmla="*/ 6 w 25"/>
                <a:gd name="T43" fmla="*/ 3 h 14"/>
                <a:gd name="T44" fmla="*/ 6 w 25"/>
                <a:gd name="T45" fmla="*/ 2 h 14"/>
                <a:gd name="T46" fmla="*/ 9 w 25"/>
                <a:gd name="T47" fmla="*/ 2 h 14"/>
                <a:gd name="T48" fmla="*/ 12 w 25"/>
                <a:gd name="T49" fmla="*/ 3 h 14"/>
                <a:gd name="T50" fmla="*/ 14 w 25"/>
                <a:gd name="T51" fmla="*/ 3 h 14"/>
                <a:gd name="T52" fmla="*/ 20 w 25"/>
                <a:gd name="T53" fmla="*/ 1 h 14"/>
                <a:gd name="T54" fmla="*/ 24 w 25"/>
                <a:gd name="T55" fmla="*/ 0 h 14"/>
                <a:gd name="T56" fmla="*/ 25 w 25"/>
                <a:gd name="T5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" h="14">
                  <a:moveTo>
                    <a:pt x="25" y="0"/>
                  </a:moveTo>
                  <a:lnTo>
                    <a:pt x="25" y="0"/>
                  </a:lnTo>
                  <a:lnTo>
                    <a:pt x="25" y="1"/>
                  </a:lnTo>
                  <a:lnTo>
                    <a:pt x="21" y="2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17" y="9"/>
                  </a:lnTo>
                  <a:lnTo>
                    <a:pt x="14" y="10"/>
                  </a:lnTo>
                  <a:lnTo>
                    <a:pt x="12" y="13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1" y="11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6"/>
                  </a:lnTo>
                  <a:lnTo>
                    <a:pt x="2" y="5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20" y="1"/>
                  </a:lnTo>
                  <a:lnTo>
                    <a:pt x="24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4" name="Freeform 421"/>
            <p:cNvSpPr>
              <a:spLocks/>
            </p:cNvSpPr>
            <p:nvPr/>
          </p:nvSpPr>
          <p:spPr bwMode="auto">
            <a:xfrm>
              <a:off x="6805739" y="3170349"/>
              <a:ext cx="187793" cy="170030"/>
            </a:xfrm>
            <a:custGeom>
              <a:avLst/>
              <a:gdLst>
                <a:gd name="T0" fmla="*/ 74 w 74"/>
                <a:gd name="T1" fmla="*/ 1 h 67"/>
                <a:gd name="T2" fmla="*/ 71 w 74"/>
                <a:gd name="T3" fmla="*/ 4 h 67"/>
                <a:gd name="T4" fmla="*/ 65 w 74"/>
                <a:gd name="T5" fmla="*/ 8 h 67"/>
                <a:gd name="T6" fmla="*/ 62 w 74"/>
                <a:gd name="T7" fmla="*/ 16 h 67"/>
                <a:gd name="T8" fmla="*/ 65 w 74"/>
                <a:gd name="T9" fmla="*/ 24 h 67"/>
                <a:gd name="T10" fmla="*/ 63 w 74"/>
                <a:gd name="T11" fmla="*/ 29 h 67"/>
                <a:gd name="T12" fmla="*/ 61 w 74"/>
                <a:gd name="T13" fmla="*/ 35 h 67"/>
                <a:gd name="T14" fmla="*/ 40 w 74"/>
                <a:gd name="T15" fmla="*/ 52 h 67"/>
                <a:gd name="T16" fmla="*/ 16 w 74"/>
                <a:gd name="T17" fmla="*/ 67 h 67"/>
                <a:gd name="T18" fmla="*/ 13 w 74"/>
                <a:gd name="T19" fmla="*/ 66 h 67"/>
                <a:gd name="T20" fmla="*/ 7 w 74"/>
                <a:gd name="T21" fmla="*/ 62 h 67"/>
                <a:gd name="T22" fmla="*/ 7 w 74"/>
                <a:gd name="T23" fmla="*/ 60 h 67"/>
                <a:gd name="T24" fmla="*/ 4 w 74"/>
                <a:gd name="T25" fmla="*/ 54 h 67"/>
                <a:gd name="T26" fmla="*/ 4 w 74"/>
                <a:gd name="T27" fmla="*/ 54 h 67"/>
                <a:gd name="T28" fmla="*/ 7 w 74"/>
                <a:gd name="T29" fmla="*/ 47 h 67"/>
                <a:gd name="T30" fmla="*/ 11 w 74"/>
                <a:gd name="T31" fmla="*/ 46 h 67"/>
                <a:gd name="T32" fmla="*/ 11 w 74"/>
                <a:gd name="T33" fmla="*/ 43 h 67"/>
                <a:gd name="T34" fmla="*/ 9 w 74"/>
                <a:gd name="T35" fmla="*/ 39 h 67"/>
                <a:gd name="T36" fmla="*/ 3 w 74"/>
                <a:gd name="T37" fmla="*/ 37 h 67"/>
                <a:gd name="T38" fmla="*/ 4 w 74"/>
                <a:gd name="T39" fmla="*/ 30 h 67"/>
                <a:gd name="T40" fmla="*/ 0 w 74"/>
                <a:gd name="T41" fmla="*/ 22 h 67"/>
                <a:gd name="T42" fmla="*/ 1 w 74"/>
                <a:gd name="T43" fmla="*/ 18 h 67"/>
                <a:gd name="T44" fmla="*/ 4 w 74"/>
                <a:gd name="T45" fmla="*/ 18 h 67"/>
                <a:gd name="T46" fmla="*/ 9 w 74"/>
                <a:gd name="T47" fmla="*/ 17 h 67"/>
                <a:gd name="T48" fmla="*/ 11 w 74"/>
                <a:gd name="T49" fmla="*/ 14 h 67"/>
                <a:gd name="T50" fmla="*/ 11 w 74"/>
                <a:gd name="T51" fmla="*/ 8 h 67"/>
                <a:gd name="T52" fmla="*/ 16 w 74"/>
                <a:gd name="T53" fmla="*/ 9 h 67"/>
                <a:gd name="T54" fmla="*/ 24 w 74"/>
                <a:gd name="T55" fmla="*/ 6 h 67"/>
                <a:gd name="T56" fmla="*/ 32 w 74"/>
                <a:gd name="T57" fmla="*/ 5 h 67"/>
                <a:gd name="T58" fmla="*/ 34 w 74"/>
                <a:gd name="T59" fmla="*/ 6 h 67"/>
                <a:gd name="T60" fmla="*/ 43 w 74"/>
                <a:gd name="T61" fmla="*/ 8 h 67"/>
                <a:gd name="T62" fmla="*/ 47 w 74"/>
                <a:gd name="T63" fmla="*/ 5 h 67"/>
                <a:gd name="T64" fmla="*/ 54 w 74"/>
                <a:gd name="T65" fmla="*/ 2 h 67"/>
                <a:gd name="T66" fmla="*/ 59 w 74"/>
                <a:gd name="T67" fmla="*/ 2 h 67"/>
                <a:gd name="T68" fmla="*/ 70 w 74"/>
                <a:gd name="T69" fmla="*/ 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" h="67">
                  <a:moveTo>
                    <a:pt x="72" y="0"/>
                  </a:moveTo>
                  <a:lnTo>
                    <a:pt x="74" y="1"/>
                  </a:lnTo>
                  <a:lnTo>
                    <a:pt x="72" y="4"/>
                  </a:lnTo>
                  <a:lnTo>
                    <a:pt x="71" y="4"/>
                  </a:lnTo>
                  <a:lnTo>
                    <a:pt x="70" y="6"/>
                  </a:lnTo>
                  <a:lnTo>
                    <a:pt x="65" y="8"/>
                  </a:lnTo>
                  <a:lnTo>
                    <a:pt x="62" y="12"/>
                  </a:lnTo>
                  <a:lnTo>
                    <a:pt x="62" y="16"/>
                  </a:lnTo>
                  <a:lnTo>
                    <a:pt x="65" y="20"/>
                  </a:lnTo>
                  <a:lnTo>
                    <a:pt x="65" y="24"/>
                  </a:lnTo>
                  <a:lnTo>
                    <a:pt x="62" y="27"/>
                  </a:lnTo>
                  <a:lnTo>
                    <a:pt x="63" y="29"/>
                  </a:lnTo>
                  <a:lnTo>
                    <a:pt x="63" y="33"/>
                  </a:lnTo>
                  <a:lnTo>
                    <a:pt x="61" y="35"/>
                  </a:lnTo>
                  <a:lnTo>
                    <a:pt x="61" y="37"/>
                  </a:lnTo>
                  <a:lnTo>
                    <a:pt x="40" y="52"/>
                  </a:lnTo>
                  <a:lnTo>
                    <a:pt x="38" y="52"/>
                  </a:lnTo>
                  <a:lnTo>
                    <a:pt x="16" y="67"/>
                  </a:lnTo>
                  <a:lnTo>
                    <a:pt x="14" y="66"/>
                  </a:lnTo>
                  <a:lnTo>
                    <a:pt x="13" y="66"/>
                  </a:lnTo>
                  <a:lnTo>
                    <a:pt x="11" y="64"/>
                  </a:lnTo>
                  <a:lnTo>
                    <a:pt x="7" y="62"/>
                  </a:lnTo>
                  <a:lnTo>
                    <a:pt x="5" y="62"/>
                  </a:lnTo>
                  <a:lnTo>
                    <a:pt x="7" y="60"/>
                  </a:lnTo>
                  <a:lnTo>
                    <a:pt x="7" y="56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5" y="51"/>
                  </a:lnTo>
                  <a:lnTo>
                    <a:pt x="7" y="47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9" y="39"/>
                  </a:lnTo>
                  <a:lnTo>
                    <a:pt x="8" y="37"/>
                  </a:lnTo>
                  <a:lnTo>
                    <a:pt x="3" y="37"/>
                  </a:lnTo>
                  <a:lnTo>
                    <a:pt x="3" y="33"/>
                  </a:lnTo>
                  <a:lnTo>
                    <a:pt x="4" y="30"/>
                  </a:lnTo>
                  <a:lnTo>
                    <a:pt x="3" y="26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4" y="18"/>
                  </a:lnTo>
                  <a:lnTo>
                    <a:pt x="7" y="18"/>
                  </a:lnTo>
                  <a:lnTo>
                    <a:pt x="9" y="17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4" y="8"/>
                  </a:lnTo>
                  <a:lnTo>
                    <a:pt x="16" y="9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5" y="5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8" y="8"/>
                  </a:lnTo>
                  <a:lnTo>
                    <a:pt x="43" y="8"/>
                  </a:lnTo>
                  <a:lnTo>
                    <a:pt x="45" y="6"/>
                  </a:lnTo>
                  <a:lnTo>
                    <a:pt x="47" y="5"/>
                  </a:lnTo>
                  <a:lnTo>
                    <a:pt x="49" y="4"/>
                  </a:lnTo>
                  <a:lnTo>
                    <a:pt x="54" y="2"/>
                  </a:lnTo>
                  <a:lnTo>
                    <a:pt x="57" y="2"/>
                  </a:lnTo>
                  <a:lnTo>
                    <a:pt x="59" y="2"/>
                  </a:lnTo>
                  <a:lnTo>
                    <a:pt x="65" y="2"/>
                  </a:lnTo>
                  <a:lnTo>
                    <a:pt x="70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5" name="Freeform 422"/>
            <p:cNvSpPr>
              <a:spLocks/>
            </p:cNvSpPr>
            <p:nvPr/>
          </p:nvSpPr>
          <p:spPr bwMode="auto">
            <a:xfrm>
              <a:off x="6770211" y="3307387"/>
              <a:ext cx="45679" cy="129426"/>
            </a:xfrm>
            <a:custGeom>
              <a:avLst/>
              <a:gdLst>
                <a:gd name="T0" fmla="*/ 18 w 18"/>
                <a:gd name="T1" fmla="*/ 0 h 51"/>
                <a:gd name="T2" fmla="*/ 17 w 18"/>
                <a:gd name="T3" fmla="*/ 1 h 51"/>
                <a:gd name="T4" fmla="*/ 17 w 18"/>
                <a:gd name="T5" fmla="*/ 4 h 51"/>
                <a:gd name="T6" fmla="*/ 15 w 18"/>
                <a:gd name="T7" fmla="*/ 8 h 51"/>
                <a:gd name="T8" fmla="*/ 17 w 18"/>
                <a:gd name="T9" fmla="*/ 9 h 51"/>
                <a:gd name="T10" fmla="*/ 17 w 18"/>
                <a:gd name="T11" fmla="*/ 10 h 51"/>
                <a:gd name="T12" fmla="*/ 17 w 18"/>
                <a:gd name="T13" fmla="*/ 10 h 51"/>
                <a:gd name="T14" fmla="*/ 17 w 18"/>
                <a:gd name="T15" fmla="*/ 12 h 51"/>
                <a:gd name="T16" fmla="*/ 15 w 18"/>
                <a:gd name="T17" fmla="*/ 13 h 51"/>
                <a:gd name="T18" fmla="*/ 14 w 18"/>
                <a:gd name="T19" fmla="*/ 13 h 51"/>
                <a:gd name="T20" fmla="*/ 14 w 18"/>
                <a:gd name="T21" fmla="*/ 12 h 51"/>
                <a:gd name="T22" fmla="*/ 10 w 18"/>
                <a:gd name="T23" fmla="*/ 12 h 51"/>
                <a:gd name="T24" fmla="*/ 10 w 18"/>
                <a:gd name="T25" fmla="*/ 14 h 51"/>
                <a:gd name="T26" fmla="*/ 11 w 18"/>
                <a:gd name="T27" fmla="*/ 16 h 51"/>
                <a:gd name="T28" fmla="*/ 11 w 18"/>
                <a:gd name="T29" fmla="*/ 21 h 51"/>
                <a:gd name="T30" fmla="*/ 10 w 18"/>
                <a:gd name="T31" fmla="*/ 25 h 51"/>
                <a:gd name="T32" fmla="*/ 11 w 18"/>
                <a:gd name="T33" fmla="*/ 26 h 51"/>
                <a:gd name="T34" fmla="*/ 14 w 18"/>
                <a:gd name="T35" fmla="*/ 25 h 51"/>
                <a:gd name="T36" fmla="*/ 15 w 18"/>
                <a:gd name="T37" fmla="*/ 25 h 51"/>
                <a:gd name="T38" fmla="*/ 15 w 18"/>
                <a:gd name="T39" fmla="*/ 25 h 51"/>
                <a:gd name="T40" fmla="*/ 15 w 18"/>
                <a:gd name="T41" fmla="*/ 30 h 51"/>
                <a:gd name="T42" fmla="*/ 15 w 18"/>
                <a:gd name="T43" fmla="*/ 31 h 51"/>
                <a:gd name="T44" fmla="*/ 15 w 18"/>
                <a:gd name="T45" fmla="*/ 34 h 51"/>
                <a:gd name="T46" fmla="*/ 15 w 18"/>
                <a:gd name="T47" fmla="*/ 37 h 51"/>
                <a:gd name="T48" fmla="*/ 14 w 18"/>
                <a:gd name="T49" fmla="*/ 37 h 51"/>
                <a:gd name="T50" fmla="*/ 14 w 18"/>
                <a:gd name="T51" fmla="*/ 41 h 51"/>
                <a:gd name="T52" fmla="*/ 13 w 18"/>
                <a:gd name="T53" fmla="*/ 43 h 51"/>
                <a:gd name="T54" fmla="*/ 13 w 18"/>
                <a:gd name="T55" fmla="*/ 46 h 51"/>
                <a:gd name="T56" fmla="*/ 13 w 18"/>
                <a:gd name="T57" fmla="*/ 47 h 51"/>
                <a:gd name="T58" fmla="*/ 13 w 18"/>
                <a:gd name="T59" fmla="*/ 48 h 51"/>
                <a:gd name="T60" fmla="*/ 13 w 18"/>
                <a:gd name="T61" fmla="*/ 50 h 51"/>
                <a:gd name="T62" fmla="*/ 10 w 18"/>
                <a:gd name="T63" fmla="*/ 51 h 51"/>
                <a:gd name="T64" fmla="*/ 9 w 18"/>
                <a:gd name="T65" fmla="*/ 47 h 51"/>
                <a:gd name="T66" fmla="*/ 10 w 18"/>
                <a:gd name="T67" fmla="*/ 45 h 51"/>
                <a:gd name="T68" fmla="*/ 7 w 18"/>
                <a:gd name="T69" fmla="*/ 38 h 51"/>
                <a:gd name="T70" fmla="*/ 5 w 18"/>
                <a:gd name="T71" fmla="*/ 34 h 51"/>
                <a:gd name="T72" fmla="*/ 3 w 18"/>
                <a:gd name="T73" fmla="*/ 29 h 51"/>
                <a:gd name="T74" fmla="*/ 1 w 18"/>
                <a:gd name="T75" fmla="*/ 26 h 51"/>
                <a:gd name="T76" fmla="*/ 0 w 18"/>
                <a:gd name="T77" fmla="*/ 25 h 51"/>
                <a:gd name="T78" fmla="*/ 3 w 18"/>
                <a:gd name="T79" fmla="*/ 20 h 51"/>
                <a:gd name="T80" fmla="*/ 6 w 18"/>
                <a:gd name="T81" fmla="*/ 13 h 51"/>
                <a:gd name="T82" fmla="*/ 7 w 18"/>
                <a:gd name="T83" fmla="*/ 5 h 51"/>
                <a:gd name="T84" fmla="*/ 10 w 18"/>
                <a:gd name="T85" fmla="*/ 2 h 51"/>
                <a:gd name="T86" fmla="*/ 11 w 18"/>
                <a:gd name="T87" fmla="*/ 2 h 51"/>
                <a:gd name="T88" fmla="*/ 15 w 18"/>
                <a:gd name="T89" fmla="*/ 2 h 51"/>
                <a:gd name="T90" fmla="*/ 17 w 18"/>
                <a:gd name="T91" fmla="*/ 0 h 51"/>
                <a:gd name="T92" fmla="*/ 18 w 18"/>
                <a:gd name="T9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" h="51">
                  <a:moveTo>
                    <a:pt x="18" y="0"/>
                  </a:moveTo>
                  <a:lnTo>
                    <a:pt x="17" y="1"/>
                  </a:lnTo>
                  <a:lnTo>
                    <a:pt x="17" y="4"/>
                  </a:lnTo>
                  <a:lnTo>
                    <a:pt x="15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2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4" y="12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1" y="16"/>
                  </a:lnTo>
                  <a:lnTo>
                    <a:pt x="11" y="21"/>
                  </a:lnTo>
                  <a:lnTo>
                    <a:pt x="10" y="25"/>
                  </a:lnTo>
                  <a:lnTo>
                    <a:pt x="11" y="26"/>
                  </a:lnTo>
                  <a:lnTo>
                    <a:pt x="14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30"/>
                  </a:lnTo>
                  <a:lnTo>
                    <a:pt x="15" y="31"/>
                  </a:lnTo>
                  <a:lnTo>
                    <a:pt x="15" y="34"/>
                  </a:lnTo>
                  <a:lnTo>
                    <a:pt x="15" y="37"/>
                  </a:lnTo>
                  <a:lnTo>
                    <a:pt x="14" y="37"/>
                  </a:lnTo>
                  <a:lnTo>
                    <a:pt x="14" y="41"/>
                  </a:lnTo>
                  <a:lnTo>
                    <a:pt x="13" y="43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3" y="48"/>
                  </a:lnTo>
                  <a:lnTo>
                    <a:pt x="13" y="50"/>
                  </a:lnTo>
                  <a:lnTo>
                    <a:pt x="10" y="51"/>
                  </a:lnTo>
                  <a:lnTo>
                    <a:pt x="9" y="47"/>
                  </a:lnTo>
                  <a:lnTo>
                    <a:pt x="10" y="45"/>
                  </a:lnTo>
                  <a:lnTo>
                    <a:pt x="7" y="38"/>
                  </a:lnTo>
                  <a:lnTo>
                    <a:pt x="5" y="34"/>
                  </a:lnTo>
                  <a:lnTo>
                    <a:pt x="3" y="29"/>
                  </a:lnTo>
                  <a:lnTo>
                    <a:pt x="1" y="26"/>
                  </a:lnTo>
                  <a:lnTo>
                    <a:pt x="0" y="25"/>
                  </a:lnTo>
                  <a:lnTo>
                    <a:pt x="3" y="20"/>
                  </a:lnTo>
                  <a:lnTo>
                    <a:pt x="6" y="13"/>
                  </a:lnTo>
                  <a:lnTo>
                    <a:pt x="7" y="5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6" name="Freeform 423"/>
            <p:cNvSpPr>
              <a:spLocks/>
            </p:cNvSpPr>
            <p:nvPr/>
          </p:nvSpPr>
          <p:spPr bwMode="auto">
            <a:xfrm>
              <a:off x="6808278" y="3307387"/>
              <a:ext cx="15226" cy="25377"/>
            </a:xfrm>
            <a:custGeom>
              <a:avLst/>
              <a:gdLst>
                <a:gd name="T0" fmla="*/ 3 w 6"/>
                <a:gd name="T1" fmla="*/ 0 h 10"/>
                <a:gd name="T2" fmla="*/ 3 w 6"/>
                <a:gd name="T3" fmla="*/ 0 h 10"/>
                <a:gd name="T4" fmla="*/ 6 w 6"/>
                <a:gd name="T5" fmla="*/ 2 h 10"/>
                <a:gd name="T6" fmla="*/ 6 w 6"/>
                <a:gd name="T7" fmla="*/ 6 h 10"/>
                <a:gd name="T8" fmla="*/ 4 w 6"/>
                <a:gd name="T9" fmla="*/ 8 h 10"/>
                <a:gd name="T10" fmla="*/ 4 w 6"/>
                <a:gd name="T11" fmla="*/ 8 h 10"/>
                <a:gd name="T12" fmla="*/ 3 w 6"/>
                <a:gd name="T13" fmla="*/ 9 h 10"/>
                <a:gd name="T14" fmla="*/ 2 w 6"/>
                <a:gd name="T15" fmla="*/ 10 h 10"/>
                <a:gd name="T16" fmla="*/ 2 w 6"/>
                <a:gd name="T17" fmla="*/ 10 h 10"/>
                <a:gd name="T18" fmla="*/ 2 w 6"/>
                <a:gd name="T19" fmla="*/ 9 h 10"/>
                <a:gd name="T20" fmla="*/ 0 w 6"/>
                <a:gd name="T21" fmla="*/ 8 h 10"/>
                <a:gd name="T22" fmla="*/ 2 w 6"/>
                <a:gd name="T23" fmla="*/ 4 h 10"/>
                <a:gd name="T24" fmla="*/ 2 w 6"/>
                <a:gd name="T25" fmla="*/ 1 h 10"/>
                <a:gd name="T26" fmla="*/ 3 w 6"/>
                <a:gd name="T27" fmla="*/ 0 h 10"/>
                <a:gd name="T28" fmla="*/ 3 w 6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6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3" y="9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0" y="8"/>
                  </a:lnTo>
                  <a:lnTo>
                    <a:pt x="2" y="4"/>
                  </a:lnTo>
                  <a:lnTo>
                    <a:pt x="2" y="1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7" name="Freeform 424"/>
            <p:cNvSpPr>
              <a:spLocks/>
            </p:cNvSpPr>
            <p:nvPr/>
          </p:nvSpPr>
          <p:spPr bwMode="auto">
            <a:xfrm>
              <a:off x="6795588" y="3337840"/>
              <a:ext cx="17765" cy="35528"/>
            </a:xfrm>
            <a:custGeom>
              <a:avLst/>
              <a:gdLst>
                <a:gd name="T0" fmla="*/ 0 w 7"/>
                <a:gd name="T1" fmla="*/ 0 h 14"/>
                <a:gd name="T2" fmla="*/ 4 w 7"/>
                <a:gd name="T3" fmla="*/ 0 h 14"/>
                <a:gd name="T4" fmla="*/ 4 w 7"/>
                <a:gd name="T5" fmla="*/ 1 h 14"/>
                <a:gd name="T6" fmla="*/ 5 w 7"/>
                <a:gd name="T7" fmla="*/ 1 h 14"/>
                <a:gd name="T8" fmla="*/ 7 w 7"/>
                <a:gd name="T9" fmla="*/ 0 h 14"/>
                <a:gd name="T10" fmla="*/ 7 w 7"/>
                <a:gd name="T11" fmla="*/ 1 h 14"/>
                <a:gd name="T12" fmla="*/ 7 w 7"/>
                <a:gd name="T13" fmla="*/ 2 h 14"/>
                <a:gd name="T14" fmla="*/ 7 w 7"/>
                <a:gd name="T15" fmla="*/ 4 h 14"/>
                <a:gd name="T16" fmla="*/ 7 w 7"/>
                <a:gd name="T17" fmla="*/ 6 h 14"/>
                <a:gd name="T18" fmla="*/ 7 w 7"/>
                <a:gd name="T19" fmla="*/ 8 h 14"/>
                <a:gd name="T20" fmla="*/ 5 w 7"/>
                <a:gd name="T21" fmla="*/ 13 h 14"/>
                <a:gd name="T22" fmla="*/ 5 w 7"/>
                <a:gd name="T23" fmla="*/ 13 h 14"/>
                <a:gd name="T24" fmla="*/ 4 w 7"/>
                <a:gd name="T25" fmla="*/ 13 h 14"/>
                <a:gd name="T26" fmla="*/ 1 w 7"/>
                <a:gd name="T27" fmla="*/ 14 h 14"/>
                <a:gd name="T28" fmla="*/ 0 w 7"/>
                <a:gd name="T29" fmla="*/ 13 h 14"/>
                <a:gd name="T30" fmla="*/ 1 w 7"/>
                <a:gd name="T31" fmla="*/ 9 h 14"/>
                <a:gd name="T32" fmla="*/ 1 w 7"/>
                <a:gd name="T33" fmla="*/ 4 h 14"/>
                <a:gd name="T34" fmla="*/ 0 w 7"/>
                <a:gd name="T35" fmla="*/ 2 h 14"/>
                <a:gd name="T36" fmla="*/ 0 w 7"/>
                <a:gd name="T3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1" y="9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8" name="Freeform 425"/>
            <p:cNvSpPr>
              <a:spLocks/>
            </p:cNvSpPr>
            <p:nvPr/>
          </p:nvSpPr>
          <p:spPr bwMode="auto">
            <a:xfrm>
              <a:off x="6795588" y="3264246"/>
              <a:ext cx="40604" cy="48218"/>
            </a:xfrm>
            <a:custGeom>
              <a:avLst/>
              <a:gdLst>
                <a:gd name="T0" fmla="*/ 7 w 16"/>
                <a:gd name="T1" fmla="*/ 0 h 19"/>
                <a:gd name="T2" fmla="*/ 12 w 16"/>
                <a:gd name="T3" fmla="*/ 0 h 19"/>
                <a:gd name="T4" fmla="*/ 13 w 16"/>
                <a:gd name="T5" fmla="*/ 2 h 19"/>
                <a:gd name="T6" fmla="*/ 15 w 16"/>
                <a:gd name="T7" fmla="*/ 4 h 19"/>
                <a:gd name="T8" fmla="*/ 15 w 16"/>
                <a:gd name="T9" fmla="*/ 6 h 19"/>
                <a:gd name="T10" fmla="*/ 16 w 16"/>
                <a:gd name="T11" fmla="*/ 9 h 19"/>
                <a:gd name="T12" fmla="*/ 15 w 16"/>
                <a:gd name="T13" fmla="*/ 9 h 19"/>
                <a:gd name="T14" fmla="*/ 13 w 16"/>
                <a:gd name="T15" fmla="*/ 9 h 19"/>
                <a:gd name="T16" fmla="*/ 11 w 16"/>
                <a:gd name="T17" fmla="*/ 10 h 19"/>
                <a:gd name="T18" fmla="*/ 9 w 16"/>
                <a:gd name="T19" fmla="*/ 14 h 19"/>
                <a:gd name="T20" fmla="*/ 8 w 16"/>
                <a:gd name="T21" fmla="*/ 17 h 19"/>
                <a:gd name="T22" fmla="*/ 7 w 16"/>
                <a:gd name="T23" fmla="*/ 17 h 19"/>
                <a:gd name="T24" fmla="*/ 5 w 16"/>
                <a:gd name="T25" fmla="*/ 19 h 19"/>
                <a:gd name="T26" fmla="*/ 1 w 16"/>
                <a:gd name="T27" fmla="*/ 19 h 19"/>
                <a:gd name="T28" fmla="*/ 0 w 16"/>
                <a:gd name="T29" fmla="*/ 19 h 19"/>
                <a:gd name="T30" fmla="*/ 0 w 16"/>
                <a:gd name="T31" fmla="*/ 18 h 19"/>
                <a:gd name="T32" fmla="*/ 0 w 16"/>
                <a:gd name="T33" fmla="*/ 15 h 19"/>
                <a:gd name="T34" fmla="*/ 3 w 16"/>
                <a:gd name="T35" fmla="*/ 13 h 19"/>
                <a:gd name="T36" fmla="*/ 4 w 16"/>
                <a:gd name="T37" fmla="*/ 9 h 19"/>
                <a:gd name="T38" fmla="*/ 5 w 16"/>
                <a:gd name="T39" fmla="*/ 1 h 19"/>
                <a:gd name="T40" fmla="*/ 7 w 16"/>
                <a:gd name="T41" fmla="*/ 1 h 19"/>
                <a:gd name="T42" fmla="*/ 7 w 16"/>
                <a:gd name="T4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19">
                  <a:moveTo>
                    <a:pt x="7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1" y="10"/>
                  </a:lnTo>
                  <a:lnTo>
                    <a:pt x="9" y="14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5" y="19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3" y="13"/>
                  </a:lnTo>
                  <a:lnTo>
                    <a:pt x="4" y="9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89" name="Freeform 426"/>
            <p:cNvSpPr>
              <a:spLocks/>
            </p:cNvSpPr>
            <p:nvPr/>
          </p:nvSpPr>
          <p:spPr bwMode="auto">
            <a:xfrm>
              <a:off x="6798127" y="3302312"/>
              <a:ext cx="121812" cy="152265"/>
            </a:xfrm>
            <a:custGeom>
              <a:avLst/>
              <a:gdLst>
                <a:gd name="T0" fmla="*/ 43 w 48"/>
                <a:gd name="T1" fmla="*/ 0 h 60"/>
                <a:gd name="T2" fmla="*/ 48 w 48"/>
                <a:gd name="T3" fmla="*/ 16 h 60"/>
                <a:gd name="T4" fmla="*/ 48 w 48"/>
                <a:gd name="T5" fmla="*/ 15 h 60"/>
                <a:gd name="T6" fmla="*/ 43 w 48"/>
                <a:gd name="T7" fmla="*/ 20 h 60"/>
                <a:gd name="T8" fmla="*/ 25 w 48"/>
                <a:gd name="T9" fmla="*/ 25 h 60"/>
                <a:gd name="T10" fmla="*/ 39 w 48"/>
                <a:gd name="T11" fmla="*/ 40 h 60"/>
                <a:gd name="T12" fmla="*/ 33 w 48"/>
                <a:gd name="T13" fmla="*/ 47 h 60"/>
                <a:gd name="T14" fmla="*/ 33 w 48"/>
                <a:gd name="T15" fmla="*/ 49 h 60"/>
                <a:gd name="T16" fmla="*/ 24 w 48"/>
                <a:gd name="T17" fmla="*/ 50 h 60"/>
                <a:gd name="T18" fmla="*/ 16 w 48"/>
                <a:gd name="T19" fmla="*/ 60 h 60"/>
                <a:gd name="T20" fmla="*/ 4 w 48"/>
                <a:gd name="T21" fmla="*/ 56 h 60"/>
                <a:gd name="T22" fmla="*/ 0 w 48"/>
                <a:gd name="T23" fmla="*/ 56 h 60"/>
                <a:gd name="T24" fmla="*/ 0 w 48"/>
                <a:gd name="T25" fmla="*/ 56 h 60"/>
                <a:gd name="T26" fmla="*/ 2 w 48"/>
                <a:gd name="T27" fmla="*/ 52 h 60"/>
                <a:gd name="T28" fmla="*/ 2 w 48"/>
                <a:gd name="T29" fmla="*/ 52 h 60"/>
                <a:gd name="T30" fmla="*/ 2 w 48"/>
                <a:gd name="T31" fmla="*/ 52 h 60"/>
                <a:gd name="T32" fmla="*/ 2 w 48"/>
                <a:gd name="T33" fmla="*/ 50 h 60"/>
                <a:gd name="T34" fmla="*/ 2 w 48"/>
                <a:gd name="T35" fmla="*/ 49 h 60"/>
                <a:gd name="T36" fmla="*/ 2 w 48"/>
                <a:gd name="T37" fmla="*/ 48 h 60"/>
                <a:gd name="T38" fmla="*/ 2 w 48"/>
                <a:gd name="T39" fmla="*/ 45 h 60"/>
                <a:gd name="T40" fmla="*/ 3 w 48"/>
                <a:gd name="T41" fmla="*/ 43 h 60"/>
                <a:gd name="T42" fmla="*/ 3 w 48"/>
                <a:gd name="T43" fmla="*/ 39 h 60"/>
                <a:gd name="T44" fmla="*/ 4 w 48"/>
                <a:gd name="T45" fmla="*/ 39 h 60"/>
                <a:gd name="T46" fmla="*/ 4 w 48"/>
                <a:gd name="T47" fmla="*/ 36 h 60"/>
                <a:gd name="T48" fmla="*/ 4 w 48"/>
                <a:gd name="T49" fmla="*/ 33 h 60"/>
                <a:gd name="T50" fmla="*/ 4 w 48"/>
                <a:gd name="T51" fmla="*/ 32 h 60"/>
                <a:gd name="T52" fmla="*/ 6 w 48"/>
                <a:gd name="T53" fmla="*/ 22 h 60"/>
                <a:gd name="T54" fmla="*/ 6 w 48"/>
                <a:gd name="T55" fmla="*/ 20 h 60"/>
                <a:gd name="T56" fmla="*/ 6 w 48"/>
                <a:gd name="T57" fmla="*/ 18 h 60"/>
                <a:gd name="T58" fmla="*/ 6 w 48"/>
                <a:gd name="T59" fmla="*/ 16 h 60"/>
                <a:gd name="T60" fmla="*/ 6 w 48"/>
                <a:gd name="T61" fmla="*/ 15 h 60"/>
                <a:gd name="T62" fmla="*/ 6 w 48"/>
                <a:gd name="T63" fmla="*/ 12 h 60"/>
                <a:gd name="T64" fmla="*/ 6 w 48"/>
                <a:gd name="T65" fmla="*/ 12 h 60"/>
                <a:gd name="T66" fmla="*/ 7 w 48"/>
                <a:gd name="T67" fmla="*/ 11 h 60"/>
                <a:gd name="T68" fmla="*/ 8 w 48"/>
                <a:gd name="T69" fmla="*/ 10 h 60"/>
                <a:gd name="T70" fmla="*/ 10 w 48"/>
                <a:gd name="T71" fmla="*/ 10 h 60"/>
                <a:gd name="T72" fmla="*/ 14 w 48"/>
                <a:gd name="T73" fmla="*/ 12 h 60"/>
                <a:gd name="T74" fmla="*/ 16 w 48"/>
                <a:gd name="T75" fmla="*/ 14 h 60"/>
                <a:gd name="T76" fmla="*/ 17 w 48"/>
                <a:gd name="T77" fmla="*/ 14 h 60"/>
                <a:gd name="T78" fmla="*/ 19 w 48"/>
                <a:gd name="T79" fmla="*/ 15 h 60"/>
                <a:gd name="T80" fmla="*/ 43 w 48"/>
                <a:gd name="T8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60">
                  <a:moveTo>
                    <a:pt x="43" y="0"/>
                  </a:moveTo>
                  <a:lnTo>
                    <a:pt x="48" y="16"/>
                  </a:lnTo>
                  <a:lnTo>
                    <a:pt x="48" y="15"/>
                  </a:lnTo>
                  <a:lnTo>
                    <a:pt x="43" y="20"/>
                  </a:lnTo>
                  <a:lnTo>
                    <a:pt x="25" y="25"/>
                  </a:lnTo>
                  <a:lnTo>
                    <a:pt x="39" y="40"/>
                  </a:lnTo>
                  <a:lnTo>
                    <a:pt x="33" y="47"/>
                  </a:lnTo>
                  <a:lnTo>
                    <a:pt x="33" y="49"/>
                  </a:lnTo>
                  <a:lnTo>
                    <a:pt x="24" y="50"/>
                  </a:lnTo>
                  <a:lnTo>
                    <a:pt x="16" y="60"/>
                  </a:lnTo>
                  <a:lnTo>
                    <a:pt x="4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5"/>
                  </a:lnTo>
                  <a:lnTo>
                    <a:pt x="3" y="43"/>
                  </a:lnTo>
                  <a:lnTo>
                    <a:pt x="3" y="39"/>
                  </a:lnTo>
                  <a:lnTo>
                    <a:pt x="4" y="39"/>
                  </a:lnTo>
                  <a:lnTo>
                    <a:pt x="4" y="36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4" y="12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9" y="1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0" name="Freeform 427"/>
            <p:cNvSpPr>
              <a:spLocks/>
            </p:cNvSpPr>
            <p:nvPr/>
          </p:nvSpPr>
          <p:spPr bwMode="auto">
            <a:xfrm>
              <a:off x="6795588" y="3340379"/>
              <a:ext cx="624285" cy="527851"/>
            </a:xfrm>
            <a:custGeom>
              <a:avLst/>
              <a:gdLst>
                <a:gd name="T0" fmla="*/ 115 w 246"/>
                <a:gd name="T1" fmla="*/ 41 h 208"/>
                <a:gd name="T2" fmla="*/ 150 w 246"/>
                <a:gd name="T3" fmla="*/ 49 h 208"/>
                <a:gd name="T4" fmla="*/ 159 w 246"/>
                <a:gd name="T5" fmla="*/ 46 h 208"/>
                <a:gd name="T6" fmla="*/ 162 w 246"/>
                <a:gd name="T7" fmla="*/ 51 h 208"/>
                <a:gd name="T8" fmla="*/ 170 w 246"/>
                <a:gd name="T9" fmla="*/ 59 h 208"/>
                <a:gd name="T10" fmla="*/ 170 w 246"/>
                <a:gd name="T11" fmla="*/ 59 h 208"/>
                <a:gd name="T12" fmla="*/ 173 w 246"/>
                <a:gd name="T13" fmla="*/ 63 h 208"/>
                <a:gd name="T14" fmla="*/ 179 w 246"/>
                <a:gd name="T15" fmla="*/ 71 h 208"/>
                <a:gd name="T16" fmla="*/ 180 w 246"/>
                <a:gd name="T17" fmla="*/ 79 h 208"/>
                <a:gd name="T18" fmla="*/ 187 w 246"/>
                <a:gd name="T19" fmla="*/ 89 h 208"/>
                <a:gd name="T20" fmla="*/ 191 w 246"/>
                <a:gd name="T21" fmla="*/ 95 h 208"/>
                <a:gd name="T22" fmla="*/ 196 w 246"/>
                <a:gd name="T23" fmla="*/ 97 h 208"/>
                <a:gd name="T24" fmla="*/ 198 w 246"/>
                <a:gd name="T25" fmla="*/ 99 h 208"/>
                <a:gd name="T26" fmla="*/ 199 w 246"/>
                <a:gd name="T27" fmla="*/ 101 h 208"/>
                <a:gd name="T28" fmla="*/ 203 w 246"/>
                <a:gd name="T29" fmla="*/ 109 h 208"/>
                <a:gd name="T30" fmla="*/ 244 w 246"/>
                <a:gd name="T31" fmla="*/ 120 h 208"/>
                <a:gd name="T32" fmla="*/ 245 w 246"/>
                <a:gd name="T33" fmla="*/ 155 h 208"/>
                <a:gd name="T34" fmla="*/ 144 w 246"/>
                <a:gd name="T35" fmla="*/ 197 h 208"/>
                <a:gd name="T36" fmla="*/ 116 w 246"/>
                <a:gd name="T37" fmla="*/ 188 h 208"/>
                <a:gd name="T38" fmla="*/ 108 w 246"/>
                <a:gd name="T39" fmla="*/ 192 h 208"/>
                <a:gd name="T40" fmla="*/ 105 w 246"/>
                <a:gd name="T41" fmla="*/ 200 h 208"/>
                <a:gd name="T42" fmla="*/ 99 w 246"/>
                <a:gd name="T43" fmla="*/ 193 h 208"/>
                <a:gd name="T44" fmla="*/ 94 w 246"/>
                <a:gd name="T45" fmla="*/ 187 h 208"/>
                <a:gd name="T46" fmla="*/ 82 w 246"/>
                <a:gd name="T47" fmla="*/ 174 h 208"/>
                <a:gd name="T48" fmla="*/ 78 w 246"/>
                <a:gd name="T49" fmla="*/ 160 h 208"/>
                <a:gd name="T50" fmla="*/ 71 w 246"/>
                <a:gd name="T51" fmla="*/ 155 h 208"/>
                <a:gd name="T52" fmla="*/ 66 w 246"/>
                <a:gd name="T53" fmla="*/ 154 h 208"/>
                <a:gd name="T54" fmla="*/ 58 w 246"/>
                <a:gd name="T55" fmla="*/ 145 h 208"/>
                <a:gd name="T56" fmla="*/ 54 w 246"/>
                <a:gd name="T57" fmla="*/ 134 h 208"/>
                <a:gd name="T58" fmla="*/ 55 w 246"/>
                <a:gd name="T59" fmla="*/ 128 h 208"/>
                <a:gd name="T60" fmla="*/ 51 w 246"/>
                <a:gd name="T61" fmla="*/ 120 h 208"/>
                <a:gd name="T62" fmla="*/ 49 w 246"/>
                <a:gd name="T63" fmla="*/ 112 h 208"/>
                <a:gd name="T64" fmla="*/ 44 w 246"/>
                <a:gd name="T65" fmla="*/ 107 h 208"/>
                <a:gd name="T66" fmla="*/ 36 w 246"/>
                <a:gd name="T67" fmla="*/ 104 h 208"/>
                <a:gd name="T68" fmla="*/ 32 w 246"/>
                <a:gd name="T69" fmla="*/ 99 h 208"/>
                <a:gd name="T70" fmla="*/ 32 w 246"/>
                <a:gd name="T71" fmla="*/ 92 h 208"/>
                <a:gd name="T72" fmla="*/ 25 w 246"/>
                <a:gd name="T73" fmla="*/ 84 h 208"/>
                <a:gd name="T74" fmla="*/ 21 w 246"/>
                <a:gd name="T75" fmla="*/ 79 h 208"/>
                <a:gd name="T76" fmla="*/ 17 w 246"/>
                <a:gd name="T77" fmla="*/ 70 h 208"/>
                <a:gd name="T78" fmla="*/ 13 w 246"/>
                <a:gd name="T79" fmla="*/ 64 h 208"/>
                <a:gd name="T80" fmla="*/ 5 w 246"/>
                <a:gd name="T81" fmla="*/ 57 h 208"/>
                <a:gd name="T82" fmla="*/ 3 w 246"/>
                <a:gd name="T83" fmla="*/ 55 h 208"/>
                <a:gd name="T84" fmla="*/ 0 w 246"/>
                <a:gd name="T85" fmla="*/ 54 h 208"/>
                <a:gd name="T86" fmla="*/ 1 w 246"/>
                <a:gd name="T87" fmla="*/ 41 h 208"/>
                <a:gd name="T88" fmla="*/ 25 w 246"/>
                <a:gd name="T89" fmla="*/ 35 h 208"/>
                <a:gd name="T90" fmla="*/ 40 w 246"/>
                <a:gd name="T91" fmla="*/ 25 h 208"/>
                <a:gd name="T92" fmla="*/ 49 w 246"/>
                <a:gd name="T9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6" h="208">
                  <a:moveTo>
                    <a:pt x="49" y="0"/>
                  </a:moveTo>
                  <a:lnTo>
                    <a:pt x="59" y="1"/>
                  </a:lnTo>
                  <a:lnTo>
                    <a:pt x="115" y="41"/>
                  </a:lnTo>
                  <a:lnTo>
                    <a:pt x="138" y="41"/>
                  </a:lnTo>
                  <a:lnTo>
                    <a:pt x="150" y="45"/>
                  </a:lnTo>
                  <a:lnTo>
                    <a:pt x="150" y="49"/>
                  </a:lnTo>
                  <a:lnTo>
                    <a:pt x="158" y="45"/>
                  </a:lnTo>
                  <a:lnTo>
                    <a:pt x="158" y="46"/>
                  </a:lnTo>
                  <a:lnTo>
                    <a:pt x="159" y="46"/>
                  </a:lnTo>
                  <a:lnTo>
                    <a:pt x="159" y="47"/>
                  </a:lnTo>
                  <a:lnTo>
                    <a:pt x="161" y="49"/>
                  </a:lnTo>
                  <a:lnTo>
                    <a:pt x="162" y="51"/>
                  </a:lnTo>
                  <a:lnTo>
                    <a:pt x="165" y="58"/>
                  </a:lnTo>
                  <a:lnTo>
                    <a:pt x="169" y="58"/>
                  </a:lnTo>
                  <a:lnTo>
                    <a:pt x="170" y="59"/>
                  </a:lnTo>
                  <a:lnTo>
                    <a:pt x="171" y="60"/>
                  </a:lnTo>
                  <a:lnTo>
                    <a:pt x="170" y="59"/>
                  </a:lnTo>
                  <a:lnTo>
                    <a:pt x="170" y="59"/>
                  </a:lnTo>
                  <a:lnTo>
                    <a:pt x="169" y="60"/>
                  </a:lnTo>
                  <a:lnTo>
                    <a:pt x="171" y="62"/>
                  </a:lnTo>
                  <a:lnTo>
                    <a:pt x="173" y="63"/>
                  </a:lnTo>
                  <a:lnTo>
                    <a:pt x="176" y="68"/>
                  </a:lnTo>
                  <a:lnTo>
                    <a:pt x="178" y="68"/>
                  </a:lnTo>
                  <a:lnTo>
                    <a:pt x="179" y="71"/>
                  </a:lnTo>
                  <a:lnTo>
                    <a:pt x="179" y="72"/>
                  </a:lnTo>
                  <a:lnTo>
                    <a:pt x="180" y="78"/>
                  </a:lnTo>
                  <a:lnTo>
                    <a:pt x="180" y="79"/>
                  </a:lnTo>
                  <a:lnTo>
                    <a:pt x="179" y="79"/>
                  </a:lnTo>
                  <a:lnTo>
                    <a:pt x="182" y="82"/>
                  </a:lnTo>
                  <a:lnTo>
                    <a:pt x="187" y="89"/>
                  </a:lnTo>
                  <a:lnTo>
                    <a:pt x="188" y="92"/>
                  </a:lnTo>
                  <a:lnTo>
                    <a:pt x="190" y="95"/>
                  </a:lnTo>
                  <a:lnTo>
                    <a:pt x="191" y="95"/>
                  </a:lnTo>
                  <a:lnTo>
                    <a:pt x="191" y="95"/>
                  </a:lnTo>
                  <a:lnTo>
                    <a:pt x="195" y="97"/>
                  </a:lnTo>
                  <a:lnTo>
                    <a:pt x="196" y="97"/>
                  </a:lnTo>
                  <a:lnTo>
                    <a:pt x="198" y="97"/>
                  </a:lnTo>
                  <a:lnTo>
                    <a:pt x="199" y="97"/>
                  </a:lnTo>
                  <a:lnTo>
                    <a:pt x="198" y="99"/>
                  </a:lnTo>
                  <a:lnTo>
                    <a:pt x="198" y="100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7"/>
                  </a:lnTo>
                  <a:lnTo>
                    <a:pt x="203" y="109"/>
                  </a:lnTo>
                  <a:lnTo>
                    <a:pt x="205" y="118"/>
                  </a:lnTo>
                  <a:lnTo>
                    <a:pt x="240" y="124"/>
                  </a:lnTo>
                  <a:lnTo>
                    <a:pt x="244" y="120"/>
                  </a:lnTo>
                  <a:lnTo>
                    <a:pt x="244" y="120"/>
                  </a:lnTo>
                  <a:lnTo>
                    <a:pt x="246" y="130"/>
                  </a:lnTo>
                  <a:lnTo>
                    <a:pt x="245" y="155"/>
                  </a:lnTo>
                  <a:lnTo>
                    <a:pt x="166" y="179"/>
                  </a:lnTo>
                  <a:lnTo>
                    <a:pt x="145" y="208"/>
                  </a:lnTo>
                  <a:lnTo>
                    <a:pt x="144" y="197"/>
                  </a:lnTo>
                  <a:lnTo>
                    <a:pt x="133" y="192"/>
                  </a:lnTo>
                  <a:lnTo>
                    <a:pt x="124" y="188"/>
                  </a:lnTo>
                  <a:lnTo>
                    <a:pt x="116" y="188"/>
                  </a:lnTo>
                  <a:lnTo>
                    <a:pt x="112" y="185"/>
                  </a:lnTo>
                  <a:lnTo>
                    <a:pt x="109" y="187"/>
                  </a:lnTo>
                  <a:lnTo>
                    <a:pt x="108" y="192"/>
                  </a:lnTo>
                  <a:lnTo>
                    <a:pt x="109" y="196"/>
                  </a:lnTo>
                  <a:lnTo>
                    <a:pt x="107" y="199"/>
                  </a:lnTo>
                  <a:lnTo>
                    <a:pt x="105" y="200"/>
                  </a:lnTo>
                  <a:lnTo>
                    <a:pt x="104" y="200"/>
                  </a:lnTo>
                  <a:lnTo>
                    <a:pt x="101" y="200"/>
                  </a:lnTo>
                  <a:lnTo>
                    <a:pt x="99" y="193"/>
                  </a:lnTo>
                  <a:lnTo>
                    <a:pt x="96" y="192"/>
                  </a:lnTo>
                  <a:lnTo>
                    <a:pt x="95" y="187"/>
                  </a:lnTo>
                  <a:lnTo>
                    <a:pt x="94" y="187"/>
                  </a:lnTo>
                  <a:lnTo>
                    <a:pt x="84" y="178"/>
                  </a:lnTo>
                  <a:lnTo>
                    <a:pt x="84" y="175"/>
                  </a:lnTo>
                  <a:lnTo>
                    <a:pt x="82" y="174"/>
                  </a:lnTo>
                  <a:lnTo>
                    <a:pt x="79" y="163"/>
                  </a:lnTo>
                  <a:lnTo>
                    <a:pt x="78" y="163"/>
                  </a:lnTo>
                  <a:lnTo>
                    <a:pt x="78" y="160"/>
                  </a:lnTo>
                  <a:lnTo>
                    <a:pt x="75" y="160"/>
                  </a:lnTo>
                  <a:lnTo>
                    <a:pt x="75" y="159"/>
                  </a:lnTo>
                  <a:lnTo>
                    <a:pt x="71" y="155"/>
                  </a:lnTo>
                  <a:lnTo>
                    <a:pt x="70" y="155"/>
                  </a:lnTo>
                  <a:lnTo>
                    <a:pt x="69" y="154"/>
                  </a:lnTo>
                  <a:lnTo>
                    <a:pt x="66" y="154"/>
                  </a:lnTo>
                  <a:lnTo>
                    <a:pt x="65" y="153"/>
                  </a:lnTo>
                  <a:lnTo>
                    <a:pt x="58" y="146"/>
                  </a:lnTo>
                  <a:lnTo>
                    <a:pt x="58" y="145"/>
                  </a:lnTo>
                  <a:lnTo>
                    <a:pt x="55" y="142"/>
                  </a:lnTo>
                  <a:lnTo>
                    <a:pt x="55" y="138"/>
                  </a:lnTo>
                  <a:lnTo>
                    <a:pt x="54" y="134"/>
                  </a:lnTo>
                  <a:lnTo>
                    <a:pt x="53" y="132"/>
                  </a:lnTo>
                  <a:lnTo>
                    <a:pt x="54" y="132"/>
                  </a:lnTo>
                  <a:lnTo>
                    <a:pt x="55" y="128"/>
                  </a:lnTo>
                  <a:lnTo>
                    <a:pt x="54" y="126"/>
                  </a:lnTo>
                  <a:lnTo>
                    <a:pt x="53" y="122"/>
                  </a:lnTo>
                  <a:lnTo>
                    <a:pt x="51" y="120"/>
                  </a:lnTo>
                  <a:lnTo>
                    <a:pt x="50" y="116"/>
                  </a:lnTo>
                  <a:lnTo>
                    <a:pt x="49" y="114"/>
                  </a:lnTo>
                  <a:lnTo>
                    <a:pt x="49" y="112"/>
                  </a:lnTo>
                  <a:lnTo>
                    <a:pt x="47" y="112"/>
                  </a:lnTo>
                  <a:lnTo>
                    <a:pt x="46" y="109"/>
                  </a:lnTo>
                  <a:lnTo>
                    <a:pt x="44" y="107"/>
                  </a:lnTo>
                  <a:lnTo>
                    <a:pt x="40" y="104"/>
                  </a:lnTo>
                  <a:lnTo>
                    <a:pt x="37" y="103"/>
                  </a:lnTo>
                  <a:lnTo>
                    <a:pt x="36" y="104"/>
                  </a:lnTo>
                  <a:lnTo>
                    <a:pt x="34" y="103"/>
                  </a:lnTo>
                  <a:lnTo>
                    <a:pt x="34" y="101"/>
                  </a:lnTo>
                  <a:lnTo>
                    <a:pt x="32" y="99"/>
                  </a:lnTo>
                  <a:lnTo>
                    <a:pt x="32" y="97"/>
                  </a:lnTo>
                  <a:lnTo>
                    <a:pt x="32" y="96"/>
                  </a:lnTo>
                  <a:lnTo>
                    <a:pt x="32" y="92"/>
                  </a:lnTo>
                  <a:lnTo>
                    <a:pt x="30" y="91"/>
                  </a:lnTo>
                  <a:lnTo>
                    <a:pt x="28" y="85"/>
                  </a:lnTo>
                  <a:lnTo>
                    <a:pt x="25" y="84"/>
                  </a:lnTo>
                  <a:lnTo>
                    <a:pt x="24" y="83"/>
                  </a:lnTo>
                  <a:lnTo>
                    <a:pt x="24" y="80"/>
                  </a:lnTo>
                  <a:lnTo>
                    <a:pt x="21" y="79"/>
                  </a:lnTo>
                  <a:lnTo>
                    <a:pt x="21" y="78"/>
                  </a:lnTo>
                  <a:lnTo>
                    <a:pt x="20" y="75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3" y="67"/>
                  </a:lnTo>
                  <a:lnTo>
                    <a:pt x="13" y="64"/>
                  </a:lnTo>
                  <a:lnTo>
                    <a:pt x="12" y="64"/>
                  </a:lnTo>
                  <a:lnTo>
                    <a:pt x="11" y="62"/>
                  </a:lnTo>
                  <a:lnTo>
                    <a:pt x="5" y="57"/>
                  </a:lnTo>
                  <a:lnTo>
                    <a:pt x="7" y="55"/>
                  </a:lnTo>
                  <a:lnTo>
                    <a:pt x="4" y="54"/>
                  </a:lnTo>
                  <a:lnTo>
                    <a:pt x="3" y="55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1" y="45"/>
                  </a:lnTo>
                  <a:lnTo>
                    <a:pt x="1" y="41"/>
                  </a:lnTo>
                  <a:lnTo>
                    <a:pt x="5" y="41"/>
                  </a:lnTo>
                  <a:lnTo>
                    <a:pt x="17" y="45"/>
                  </a:lnTo>
                  <a:lnTo>
                    <a:pt x="25" y="35"/>
                  </a:lnTo>
                  <a:lnTo>
                    <a:pt x="34" y="34"/>
                  </a:lnTo>
                  <a:lnTo>
                    <a:pt x="34" y="32"/>
                  </a:lnTo>
                  <a:lnTo>
                    <a:pt x="40" y="25"/>
                  </a:lnTo>
                  <a:lnTo>
                    <a:pt x="26" y="10"/>
                  </a:lnTo>
                  <a:lnTo>
                    <a:pt x="44" y="5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1" name="Freeform 428"/>
            <p:cNvSpPr>
              <a:spLocks/>
            </p:cNvSpPr>
            <p:nvPr/>
          </p:nvSpPr>
          <p:spPr bwMode="auto">
            <a:xfrm>
              <a:off x="7277760" y="3538323"/>
              <a:ext cx="22841" cy="48218"/>
            </a:xfrm>
            <a:custGeom>
              <a:avLst/>
              <a:gdLst>
                <a:gd name="T0" fmla="*/ 4 w 9"/>
                <a:gd name="T1" fmla="*/ 0 h 19"/>
                <a:gd name="T2" fmla="*/ 4 w 9"/>
                <a:gd name="T3" fmla="*/ 0 h 19"/>
                <a:gd name="T4" fmla="*/ 6 w 9"/>
                <a:gd name="T5" fmla="*/ 1 h 19"/>
                <a:gd name="T6" fmla="*/ 6 w 9"/>
                <a:gd name="T7" fmla="*/ 2 h 19"/>
                <a:gd name="T8" fmla="*/ 8 w 9"/>
                <a:gd name="T9" fmla="*/ 2 h 19"/>
                <a:gd name="T10" fmla="*/ 8 w 9"/>
                <a:gd name="T11" fmla="*/ 4 h 19"/>
                <a:gd name="T12" fmla="*/ 6 w 9"/>
                <a:gd name="T13" fmla="*/ 7 h 19"/>
                <a:gd name="T14" fmla="*/ 6 w 9"/>
                <a:gd name="T15" fmla="*/ 7 h 19"/>
                <a:gd name="T16" fmla="*/ 6 w 9"/>
                <a:gd name="T17" fmla="*/ 11 h 19"/>
                <a:gd name="T18" fmla="*/ 8 w 9"/>
                <a:gd name="T19" fmla="*/ 11 h 19"/>
                <a:gd name="T20" fmla="*/ 9 w 9"/>
                <a:gd name="T21" fmla="*/ 13 h 19"/>
                <a:gd name="T22" fmla="*/ 8 w 9"/>
                <a:gd name="T23" fmla="*/ 19 h 19"/>
                <a:gd name="T24" fmla="*/ 6 w 9"/>
                <a:gd name="T25" fmla="*/ 19 h 19"/>
                <a:gd name="T26" fmla="*/ 6 w 9"/>
                <a:gd name="T27" fmla="*/ 19 h 19"/>
                <a:gd name="T28" fmla="*/ 5 w 9"/>
                <a:gd name="T29" fmla="*/ 19 h 19"/>
                <a:gd name="T30" fmla="*/ 1 w 9"/>
                <a:gd name="T31" fmla="*/ 17 h 19"/>
                <a:gd name="T32" fmla="*/ 1 w 9"/>
                <a:gd name="T33" fmla="*/ 17 h 19"/>
                <a:gd name="T34" fmla="*/ 1 w 9"/>
                <a:gd name="T35" fmla="*/ 15 h 19"/>
                <a:gd name="T36" fmla="*/ 1 w 9"/>
                <a:gd name="T37" fmla="*/ 13 h 19"/>
                <a:gd name="T38" fmla="*/ 0 w 9"/>
                <a:gd name="T39" fmla="*/ 13 h 19"/>
                <a:gd name="T40" fmla="*/ 0 w 9"/>
                <a:gd name="T41" fmla="*/ 10 h 19"/>
                <a:gd name="T42" fmla="*/ 0 w 9"/>
                <a:gd name="T43" fmla="*/ 7 h 19"/>
                <a:gd name="T44" fmla="*/ 1 w 9"/>
                <a:gd name="T45" fmla="*/ 7 h 19"/>
                <a:gd name="T46" fmla="*/ 1 w 9"/>
                <a:gd name="T47" fmla="*/ 7 h 19"/>
                <a:gd name="T48" fmla="*/ 1 w 9"/>
                <a:gd name="T49" fmla="*/ 4 h 19"/>
                <a:gd name="T50" fmla="*/ 1 w 9"/>
                <a:gd name="T51" fmla="*/ 4 h 19"/>
                <a:gd name="T52" fmla="*/ 1 w 9"/>
                <a:gd name="T53" fmla="*/ 2 h 19"/>
                <a:gd name="T54" fmla="*/ 2 w 9"/>
                <a:gd name="T55" fmla="*/ 1 h 19"/>
                <a:gd name="T56" fmla="*/ 2 w 9"/>
                <a:gd name="T57" fmla="*/ 1 h 19"/>
                <a:gd name="T58" fmla="*/ 2 w 9"/>
                <a:gd name="T59" fmla="*/ 1 h 19"/>
                <a:gd name="T60" fmla="*/ 4 w 9"/>
                <a:gd name="T6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" h="19">
                  <a:moveTo>
                    <a:pt x="4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11"/>
                  </a:lnTo>
                  <a:lnTo>
                    <a:pt x="8" y="11"/>
                  </a:lnTo>
                  <a:lnTo>
                    <a:pt x="9" y="13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2" name="Freeform 429"/>
            <p:cNvSpPr>
              <a:spLocks/>
            </p:cNvSpPr>
            <p:nvPr/>
          </p:nvSpPr>
          <p:spPr bwMode="auto">
            <a:xfrm>
              <a:off x="7300600" y="3540860"/>
              <a:ext cx="142114" cy="114199"/>
            </a:xfrm>
            <a:custGeom>
              <a:avLst/>
              <a:gdLst>
                <a:gd name="T0" fmla="*/ 51 w 56"/>
                <a:gd name="T1" fmla="*/ 0 h 45"/>
                <a:gd name="T2" fmla="*/ 53 w 56"/>
                <a:gd name="T3" fmla="*/ 0 h 45"/>
                <a:gd name="T4" fmla="*/ 54 w 56"/>
                <a:gd name="T5" fmla="*/ 5 h 45"/>
                <a:gd name="T6" fmla="*/ 55 w 56"/>
                <a:gd name="T7" fmla="*/ 5 h 45"/>
                <a:gd name="T8" fmla="*/ 55 w 56"/>
                <a:gd name="T9" fmla="*/ 5 h 45"/>
                <a:gd name="T10" fmla="*/ 55 w 56"/>
                <a:gd name="T11" fmla="*/ 5 h 45"/>
                <a:gd name="T12" fmla="*/ 56 w 56"/>
                <a:gd name="T13" fmla="*/ 5 h 45"/>
                <a:gd name="T14" fmla="*/ 56 w 56"/>
                <a:gd name="T15" fmla="*/ 6 h 45"/>
                <a:gd name="T16" fmla="*/ 56 w 56"/>
                <a:gd name="T17" fmla="*/ 9 h 45"/>
                <a:gd name="T18" fmla="*/ 55 w 56"/>
                <a:gd name="T19" fmla="*/ 10 h 45"/>
                <a:gd name="T20" fmla="*/ 45 w 56"/>
                <a:gd name="T21" fmla="*/ 41 h 45"/>
                <a:gd name="T22" fmla="*/ 41 w 56"/>
                <a:gd name="T23" fmla="*/ 45 h 45"/>
                <a:gd name="T24" fmla="*/ 6 w 56"/>
                <a:gd name="T25" fmla="*/ 39 h 45"/>
                <a:gd name="T26" fmla="*/ 4 w 56"/>
                <a:gd name="T27" fmla="*/ 30 h 45"/>
                <a:gd name="T28" fmla="*/ 0 w 56"/>
                <a:gd name="T29" fmla="*/ 28 h 45"/>
                <a:gd name="T30" fmla="*/ 0 w 56"/>
                <a:gd name="T31" fmla="*/ 22 h 45"/>
                <a:gd name="T32" fmla="*/ 1 w 56"/>
                <a:gd name="T33" fmla="*/ 24 h 45"/>
                <a:gd name="T34" fmla="*/ 3 w 56"/>
                <a:gd name="T35" fmla="*/ 22 h 45"/>
                <a:gd name="T36" fmla="*/ 3 w 56"/>
                <a:gd name="T37" fmla="*/ 28 h 45"/>
                <a:gd name="T38" fmla="*/ 5 w 56"/>
                <a:gd name="T39" fmla="*/ 28 h 45"/>
                <a:gd name="T40" fmla="*/ 6 w 56"/>
                <a:gd name="T41" fmla="*/ 28 h 45"/>
                <a:gd name="T42" fmla="*/ 9 w 56"/>
                <a:gd name="T43" fmla="*/ 28 h 45"/>
                <a:gd name="T44" fmla="*/ 13 w 56"/>
                <a:gd name="T45" fmla="*/ 24 h 45"/>
                <a:gd name="T46" fmla="*/ 17 w 56"/>
                <a:gd name="T47" fmla="*/ 25 h 45"/>
                <a:gd name="T48" fmla="*/ 20 w 56"/>
                <a:gd name="T49" fmla="*/ 25 h 45"/>
                <a:gd name="T50" fmla="*/ 20 w 56"/>
                <a:gd name="T51" fmla="*/ 25 h 45"/>
                <a:gd name="T52" fmla="*/ 22 w 56"/>
                <a:gd name="T53" fmla="*/ 25 h 45"/>
                <a:gd name="T54" fmla="*/ 24 w 56"/>
                <a:gd name="T55" fmla="*/ 26 h 45"/>
                <a:gd name="T56" fmla="*/ 26 w 56"/>
                <a:gd name="T57" fmla="*/ 26 h 45"/>
                <a:gd name="T58" fmla="*/ 30 w 56"/>
                <a:gd name="T59" fmla="*/ 25 h 45"/>
                <a:gd name="T60" fmla="*/ 30 w 56"/>
                <a:gd name="T61" fmla="*/ 24 h 45"/>
                <a:gd name="T62" fmla="*/ 31 w 56"/>
                <a:gd name="T63" fmla="*/ 24 h 45"/>
                <a:gd name="T64" fmla="*/ 30 w 56"/>
                <a:gd name="T65" fmla="*/ 22 h 45"/>
                <a:gd name="T66" fmla="*/ 33 w 56"/>
                <a:gd name="T67" fmla="*/ 22 h 45"/>
                <a:gd name="T68" fmla="*/ 33 w 56"/>
                <a:gd name="T69" fmla="*/ 21 h 45"/>
                <a:gd name="T70" fmla="*/ 34 w 56"/>
                <a:gd name="T71" fmla="*/ 24 h 45"/>
                <a:gd name="T72" fmla="*/ 37 w 56"/>
                <a:gd name="T73" fmla="*/ 20 h 45"/>
                <a:gd name="T74" fmla="*/ 37 w 56"/>
                <a:gd name="T75" fmla="*/ 18 h 45"/>
                <a:gd name="T76" fmla="*/ 35 w 56"/>
                <a:gd name="T77" fmla="*/ 18 h 45"/>
                <a:gd name="T78" fmla="*/ 37 w 56"/>
                <a:gd name="T79" fmla="*/ 16 h 45"/>
                <a:gd name="T80" fmla="*/ 43 w 56"/>
                <a:gd name="T81" fmla="*/ 10 h 45"/>
                <a:gd name="T82" fmla="*/ 43 w 56"/>
                <a:gd name="T83" fmla="*/ 8 h 45"/>
                <a:gd name="T84" fmla="*/ 51 w 56"/>
                <a:gd name="T85" fmla="*/ 3 h 45"/>
                <a:gd name="T86" fmla="*/ 51 w 56"/>
                <a:gd name="T87" fmla="*/ 1 h 45"/>
                <a:gd name="T88" fmla="*/ 51 w 56"/>
                <a:gd name="T8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" h="45">
                  <a:moveTo>
                    <a:pt x="51" y="0"/>
                  </a:moveTo>
                  <a:lnTo>
                    <a:pt x="53" y="0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6" y="5"/>
                  </a:lnTo>
                  <a:lnTo>
                    <a:pt x="56" y="6"/>
                  </a:lnTo>
                  <a:lnTo>
                    <a:pt x="56" y="9"/>
                  </a:lnTo>
                  <a:lnTo>
                    <a:pt x="55" y="10"/>
                  </a:lnTo>
                  <a:lnTo>
                    <a:pt x="45" y="41"/>
                  </a:lnTo>
                  <a:lnTo>
                    <a:pt x="41" y="45"/>
                  </a:lnTo>
                  <a:lnTo>
                    <a:pt x="6" y="39"/>
                  </a:lnTo>
                  <a:lnTo>
                    <a:pt x="4" y="30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" y="24"/>
                  </a:lnTo>
                  <a:lnTo>
                    <a:pt x="3" y="22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6" y="28"/>
                  </a:lnTo>
                  <a:lnTo>
                    <a:pt x="9" y="28"/>
                  </a:lnTo>
                  <a:lnTo>
                    <a:pt x="13" y="24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2" y="25"/>
                  </a:lnTo>
                  <a:lnTo>
                    <a:pt x="24" y="26"/>
                  </a:lnTo>
                  <a:lnTo>
                    <a:pt x="26" y="26"/>
                  </a:lnTo>
                  <a:lnTo>
                    <a:pt x="30" y="25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0" y="22"/>
                  </a:lnTo>
                  <a:lnTo>
                    <a:pt x="33" y="22"/>
                  </a:lnTo>
                  <a:lnTo>
                    <a:pt x="33" y="21"/>
                  </a:lnTo>
                  <a:lnTo>
                    <a:pt x="34" y="24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7" y="16"/>
                  </a:lnTo>
                  <a:lnTo>
                    <a:pt x="43" y="10"/>
                  </a:lnTo>
                  <a:lnTo>
                    <a:pt x="43" y="8"/>
                  </a:lnTo>
                  <a:lnTo>
                    <a:pt x="51" y="3"/>
                  </a:lnTo>
                  <a:lnTo>
                    <a:pt x="51" y="1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3" name="Freeform 431"/>
            <p:cNvSpPr>
              <a:spLocks/>
            </p:cNvSpPr>
            <p:nvPr/>
          </p:nvSpPr>
          <p:spPr bwMode="auto">
            <a:xfrm>
              <a:off x="5283092" y="3327689"/>
              <a:ext cx="10151" cy="5075"/>
            </a:xfrm>
            <a:custGeom>
              <a:avLst/>
              <a:gdLst>
                <a:gd name="T0" fmla="*/ 2 w 4"/>
                <a:gd name="T1" fmla="*/ 0 h 2"/>
                <a:gd name="T2" fmla="*/ 4 w 4"/>
                <a:gd name="T3" fmla="*/ 1 h 2"/>
                <a:gd name="T4" fmla="*/ 2 w 4"/>
                <a:gd name="T5" fmla="*/ 2 h 2"/>
                <a:gd name="T6" fmla="*/ 0 w 4"/>
                <a:gd name="T7" fmla="*/ 1 h 2"/>
                <a:gd name="T8" fmla="*/ 0 w 4"/>
                <a:gd name="T9" fmla="*/ 0 h 2"/>
                <a:gd name="T10" fmla="*/ 2 w 4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lnTo>
                    <a:pt x="4" y="1"/>
                  </a:lnTo>
                  <a:lnTo>
                    <a:pt x="2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4" name="Freeform 432"/>
            <p:cNvSpPr>
              <a:spLocks noEditPoints="1"/>
            </p:cNvSpPr>
            <p:nvPr/>
          </p:nvSpPr>
          <p:spPr bwMode="auto">
            <a:xfrm>
              <a:off x="5252640" y="3454576"/>
              <a:ext cx="131963" cy="45679"/>
            </a:xfrm>
            <a:custGeom>
              <a:avLst/>
              <a:gdLst>
                <a:gd name="T0" fmla="*/ 1 w 52"/>
                <a:gd name="T1" fmla="*/ 15 h 18"/>
                <a:gd name="T2" fmla="*/ 1 w 52"/>
                <a:gd name="T3" fmla="*/ 15 h 18"/>
                <a:gd name="T4" fmla="*/ 1 w 52"/>
                <a:gd name="T5" fmla="*/ 17 h 18"/>
                <a:gd name="T6" fmla="*/ 1 w 52"/>
                <a:gd name="T7" fmla="*/ 18 h 18"/>
                <a:gd name="T8" fmla="*/ 0 w 52"/>
                <a:gd name="T9" fmla="*/ 17 h 18"/>
                <a:gd name="T10" fmla="*/ 0 w 52"/>
                <a:gd name="T11" fmla="*/ 17 h 18"/>
                <a:gd name="T12" fmla="*/ 1 w 52"/>
                <a:gd name="T13" fmla="*/ 15 h 18"/>
                <a:gd name="T14" fmla="*/ 26 w 52"/>
                <a:gd name="T15" fmla="*/ 12 h 18"/>
                <a:gd name="T16" fmla="*/ 27 w 52"/>
                <a:gd name="T17" fmla="*/ 12 h 18"/>
                <a:gd name="T18" fmla="*/ 30 w 52"/>
                <a:gd name="T19" fmla="*/ 12 h 18"/>
                <a:gd name="T20" fmla="*/ 30 w 52"/>
                <a:gd name="T21" fmla="*/ 14 h 18"/>
                <a:gd name="T22" fmla="*/ 29 w 52"/>
                <a:gd name="T23" fmla="*/ 15 h 18"/>
                <a:gd name="T24" fmla="*/ 27 w 52"/>
                <a:gd name="T25" fmla="*/ 17 h 18"/>
                <a:gd name="T26" fmla="*/ 25 w 52"/>
                <a:gd name="T27" fmla="*/ 14 h 18"/>
                <a:gd name="T28" fmla="*/ 26 w 52"/>
                <a:gd name="T29" fmla="*/ 12 h 18"/>
                <a:gd name="T30" fmla="*/ 8 w 52"/>
                <a:gd name="T31" fmla="*/ 12 h 18"/>
                <a:gd name="T32" fmla="*/ 9 w 52"/>
                <a:gd name="T33" fmla="*/ 12 h 18"/>
                <a:gd name="T34" fmla="*/ 9 w 52"/>
                <a:gd name="T35" fmla="*/ 12 h 18"/>
                <a:gd name="T36" fmla="*/ 9 w 52"/>
                <a:gd name="T37" fmla="*/ 13 h 18"/>
                <a:gd name="T38" fmla="*/ 8 w 52"/>
                <a:gd name="T39" fmla="*/ 12 h 18"/>
                <a:gd name="T40" fmla="*/ 8 w 52"/>
                <a:gd name="T41" fmla="*/ 12 h 18"/>
                <a:gd name="T42" fmla="*/ 19 w 52"/>
                <a:gd name="T43" fmla="*/ 8 h 18"/>
                <a:gd name="T44" fmla="*/ 22 w 52"/>
                <a:gd name="T45" fmla="*/ 8 h 18"/>
                <a:gd name="T46" fmla="*/ 21 w 52"/>
                <a:gd name="T47" fmla="*/ 10 h 18"/>
                <a:gd name="T48" fmla="*/ 18 w 52"/>
                <a:gd name="T49" fmla="*/ 10 h 18"/>
                <a:gd name="T50" fmla="*/ 14 w 52"/>
                <a:gd name="T51" fmla="*/ 13 h 18"/>
                <a:gd name="T52" fmla="*/ 13 w 52"/>
                <a:gd name="T53" fmla="*/ 12 h 18"/>
                <a:gd name="T54" fmla="*/ 12 w 52"/>
                <a:gd name="T55" fmla="*/ 10 h 18"/>
                <a:gd name="T56" fmla="*/ 13 w 52"/>
                <a:gd name="T57" fmla="*/ 9 h 18"/>
                <a:gd name="T58" fmla="*/ 16 w 52"/>
                <a:gd name="T59" fmla="*/ 9 h 18"/>
                <a:gd name="T60" fmla="*/ 18 w 52"/>
                <a:gd name="T61" fmla="*/ 8 h 18"/>
                <a:gd name="T62" fmla="*/ 19 w 52"/>
                <a:gd name="T63" fmla="*/ 8 h 18"/>
                <a:gd name="T64" fmla="*/ 47 w 52"/>
                <a:gd name="T65" fmla="*/ 5 h 18"/>
                <a:gd name="T66" fmla="*/ 47 w 52"/>
                <a:gd name="T67" fmla="*/ 8 h 18"/>
                <a:gd name="T68" fmla="*/ 44 w 52"/>
                <a:gd name="T69" fmla="*/ 12 h 18"/>
                <a:gd name="T70" fmla="*/ 42 w 52"/>
                <a:gd name="T71" fmla="*/ 13 h 18"/>
                <a:gd name="T72" fmla="*/ 41 w 52"/>
                <a:gd name="T73" fmla="*/ 12 h 18"/>
                <a:gd name="T74" fmla="*/ 43 w 52"/>
                <a:gd name="T75" fmla="*/ 9 h 18"/>
                <a:gd name="T76" fmla="*/ 43 w 52"/>
                <a:gd name="T77" fmla="*/ 8 h 18"/>
                <a:gd name="T78" fmla="*/ 47 w 52"/>
                <a:gd name="T79" fmla="*/ 5 h 18"/>
                <a:gd name="T80" fmla="*/ 2 w 52"/>
                <a:gd name="T81" fmla="*/ 2 h 18"/>
                <a:gd name="T82" fmla="*/ 4 w 52"/>
                <a:gd name="T83" fmla="*/ 2 h 18"/>
                <a:gd name="T84" fmla="*/ 4 w 52"/>
                <a:gd name="T85" fmla="*/ 6 h 18"/>
                <a:gd name="T86" fmla="*/ 2 w 52"/>
                <a:gd name="T87" fmla="*/ 8 h 18"/>
                <a:gd name="T88" fmla="*/ 2 w 52"/>
                <a:gd name="T89" fmla="*/ 5 h 18"/>
                <a:gd name="T90" fmla="*/ 2 w 52"/>
                <a:gd name="T91" fmla="*/ 4 h 18"/>
                <a:gd name="T92" fmla="*/ 2 w 52"/>
                <a:gd name="T93" fmla="*/ 2 h 18"/>
                <a:gd name="T94" fmla="*/ 51 w 52"/>
                <a:gd name="T95" fmla="*/ 0 h 18"/>
                <a:gd name="T96" fmla="*/ 52 w 52"/>
                <a:gd name="T97" fmla="*/ 1 h 18"/>
                <a:gd name="T98" fmla="*/ 51 w 52"/>
                <a:gd name="T99" fmla="*/ 1 h 18"/>
                <a:gd name="T100" fmla="*/ 48 w 52"/>
                <a:gd name="T101" fmla="*/ 2 h 18"/>
                <a:gd name="T102" fmla="*/ 50 w 52"/>
                <a:gd name="T103" fmla="*/ 0 h 18"/>
                <a:gd name="T104" fmla="*/ 51 w 52"/>
                <a:gd name="T10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" h="18">
                  <a:moveTo>
                    <a:pt x="1" y="15"/>
                  </a:moveTo>
                  <a:lnTo>
                    <a:pt x="1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close/>
                  <a:moveTo>
                    <a:pt x="26" y="12"/>
                  </a:moveTo>
                  <a:lnTo>
                    <a:pt x="27" y="12"/>
                  </a:lnTo>
                  <a:lnTo>
                    <a:pt x="30" y="12"/>
                  </a:lnTo>
                  <a:lnTo>
                    <a:pt x="30" y="14"/>
                  </a:lnTo>
                  <a:lnTo>
                    <a:pt x="29" y="15"/>
                  </a:lnTo>
                  <a:lnTo>
                    <a:pt x="27" y="17"/>
                  </a:lnTo>
                  <a:lnTo>
                    <a:pt x="25" y="14"/>
                  </a:lnTo>
                  <a:lnTo>
                    <a:pt x="26" y="12"/>
                  </a:lnTo>
                  <a:close/>
                  <a:moveTo>
                    <a:pt x="8" y="12"/>
                  </a:moveTo>
                  <a:lnTo>
                    <a:pt x="9" y="12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8" y="12"/>
                  </a:lnTo>
                  <a:lnTo>
                    <a:pt x="8" y="12"/>
                  </a:lnTo>
                  <a:close/>
                  <a:moveTo>
                    <a:pt x="19" y="8"/>
                  </a:moveTo>
                  <a:lnTo>
                    <a:pt x="22" y="8"/>
                  </a:lnTo>
                  <a:lnTo>
                    <a:pt x="21" y="10"/>
                  </a:lnTo>
                  <a:lnTo>
                    <a:pt x="18" y="10"/>
                  </a:lnTo>
                  <a:lnTo>
                    <a:pt x="14" y="13"/>
                  </a:lnTo>
                  <a:lnTo>
                    <a:pt x="13" y="12"/>
                  </a:lnTo>
                  <a:lnTo>
                    <a:pt x="12" y="10"/>
                  </a:lnTo>
                  <a:lnTo>
                    <a:pt x="13" y="9"/>
                  </a:lnTo>
                  <a:lnTo>
                    <a:pt x="16" y="9"/>
                  </a:lnTo>
                  <a:lnTo>
                    <a:pt x="18" y="8"/>
                  </a:lnTo>
                  <a:lnTo>
                    <a:pt x="19" y="8"/>
                  </a:lnTo>
                  <a:close/>
                  <a:moveTo>
                    <a:pt x="47" y="5"/>
                  </a:moveTo>
                  <a:lnTo>
                    <a:pt x="47" y="8"/>
                  </a:lnTo>
                  <a:lnTo>
                    <a:pt x="44" y="12"/>
                  </a:lnTo>
                  <a:lnTo>
                    <a:pt x="42" y="13"/>
                  </a:lnTo>
                  <a:lnTo>
                    <a:pt x="41" y="12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47" y="5"/>
                  </a:lnTo>
                  <a:close/>
                  <a:moveTo>
                    <a:pt x="2" y="2"/>
                  </a:moveTo>
                  <a:lnTo>
                    <a:pt x="4" y="2"/>
                  </a:lnTo>
                  <a:lnTo>
                    <a:pt x="4" y="6"/>
                  </a:lnTo>
                  <a:lnTo>
                    <a:pt x="2" y="8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close/>
                  <a:moveTo>
                    <a:pt x="51" y="0"/>
                  </a:moveTo>
                  <a:lnTo>
                    <a:pt x="52" y="1"/>
                  </a:lnTo>
                  <a:lnTo>
                    <a:pt x="51" y="1"/>
                  </a:lnTo>
                  <a:lnTo>
                    <a:pt x="48" y="2"/>
                  </a:lnTo>
                  <a:lnTo>
                    <a:pt x="50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5" name="Freeform 434"/>
            <p:cNvSpPr>
              <a:spLocks noEditPoints="1"/>
            </p:cNvSpPr>
            <p:nvPr/>
          </p:nvSpPr>
          <p:spPr bwMode="auto">
            <a:xfrm>
              <a:off x="7331053" y="3528172"/>
              <a:ext cx="223322" cy="317219"/>
            </a:xfrm>
            <a:custGeom>
              <a:avLst/>
              <a:gdLst>
                <a:gd name="T0" fmla="*/ 46 w 88"/>
                <a:gd name="T1" fmla="*/ 22 h 125"/>
                <a:gd name="T2" fmla="*/ 50 w 88"/>
                <a:gd name="T3" fmla="*/ 29 h 125"/>
                <a:gd name="T4" fmla="*/ 59 w 88"/>
                <a:gd name="T5" fmla="*/ 35 h 125"/>
                <a:gd name="T6" fmla="*/ 63 w 88"/>
                <a:gd name="T7" fmla="*/ 34 h 125"/>
                <a:gd name="T8" fmla="*/ 71 w 88"/>
                <a:gd name="T9" fmla="*/ 34 h 125"/>
                <a:gd name="T10" fmla="*/ 76 w 88"/>
                <a:gd name="T11" fmla="*/ 39 h 125"/>
                <a:gd name="T12" fmla="*/ 79 w 88"/>
                <a:gd name="T13" fmla="*/ 43 h 125"/>
                <a:gd name="T14" fmla="*/ 85 w 88"/>
                <a:gd name="T15" fmla="*/ 50 h 125"/>
                <a:gd name="T16" fmla="*/ 88 w 88"/>
                <a:gd name="T17" fmla="*/ 51 h 125"/>
                <a:gd name="T18" fmla="*/ 87 w 88"/>
                <a:gd name="T19" fmla="*/ 55 h 125"/>
                <a:gd name="T20" fmla="*/ 85 w 88"/>
                <a:gd name="T21" fmla="*/ 59 h 125"/>
                <a:gd name="T22" fmla="*/ 79 w 88"/>
                <a:gd name="T23" fmla="*/ 68 h 125"/>
                <a:gd name="T24" fmla="*/ 76 w 88"/>
                <a:gd name="T25" fmla="*/ 72 h 125"/>
                <a:gd name="T26" fmla="*/ 73 w 88"/>
                <a:gd name="T27" fmla="*/ 76 h 125"/>
                <a:gd name="T28" fmla="*/ 72 w 88"/>
                <a:gd name="T29" fmla="*/ 75 h 125"/>
                <a:gd name="T30" fmla="*/ 72 w 88"/>
                <a:gd name="T31" fmla="*/ 73 h 125"/>
                <a:gd name="T32" fmla="*/ 70 w 88"/>
                <a:gd name="T33" fmla="*/ 76 h 125"/>
                <a:gd name="T34" fmla="*/ 70 w 88"/>
                <a:gd name="T35" fmla="*/ 79 h 125"/>
                <a:gd name="T36" fmla="*/ 66 w 88"/>
                <a:gd name="T37" fmla="*/ 83 h 125"/>
                <a:gd name="T38" fmla="*/ 66 w 88"/>
                <a:gd name="T39" fmla="*/ 86 h 125"/>
                <a:gd name="T40" fmla="*/ 67 w 88"/>
                <a:gd name="T41" fmla="*/ 89 h 125"/>
                <a:gd name="T42" fmla="*/ 68 w 88"/>
                <a:gd name="T43" fmla="*/ 93 h 125"/>
                <a:gd name="T44" fmla="*/ 68 w 88"/>
                <a:gd name="T45" fmla="*/ 94 h 125"/>
                <a:gd name="T46" fmla="*/ 62 w 88"/>
                <a:gd name="T47" fmla="*/ 97 h 125"/>
                <a:gd name="T48" fmla="*/ 56 w 88"/>
                <a:gd name="T49" fmla="*/ 96 h 125"/>
                <a:gd name="T50" fmla="*/ 52 w 88"/>
                <a:gd name="T51" fmla="*/ 105 h 125"/>
                <a:gd name="T52" fmla="*/ 50 w 88"/>
                <a:gd name="T53" fmla="*/ 109 h 125"/>
                <a:gd name="T54" fmla="*/ 44 w 88"/>
                <a:gd name="T55" fmla="*/ 109 h 125"/>
                <a:gd name="T56" fmla="*/ 39 w 88"/>
                <a:gd name="T57" fmla="*/ 109 h 125"/>
                <a:gd name="T58" fmla="*/ 38 w 88"/>
                <a:gd name="T59" fmla="*/ 113 h 125"/>
                <a:gd name="T60" fmla="*/ 39 w 88"/>
                <a:gd name="T61" fmla="*/ 114 h 125"/>
                <a:gd name="T62" fmla="*/ 38 w 88"/>
                <a:gd name="T63" fmla="*/ 115 h 125"/>
                <a:gd name="T64" fmla="*/ 35 w 88"/>
                <a:gd name="T65" fmla="*/ 121 h 125"/>
                <a:gd name="T66" fmla="*/ 33 w 88"/>
                <a:gd name="T67" fmla="*/ 119 h 125"/>
                <a:gd name="T68" fmla="*/ 27 w 88"/>
                <a:gd name="T69" fmla="*/ 119 h 125"/>
                <a:gd name="T70" fmla="*/ 21 w 88"/>
                <a:gd name="T71" fmla="*/ 122 h 125"/>
                <a:gd name="T72" fmla="*/ 17 w 88"/>
                <a:gd name="T73" fmla="*/ 125 h 125"/>
                <a:gd name="T74" fmla="*/ 16 w 88"/>
                <a:gd name="T75" fmla="*/ 125 h 125"/>
                <a:gd name="T76" fmla="*/ 10 w 88"/>
                <a:gd name="T77" fmla="*/ 111 h 125"/>
                <a:gd name="T78" fmla="*/ 0 w 88"/>
                <a:gd name="T79" fmla="*/ 92 h 125"/>
                <a:gd name="T80" fmla="*/ 35 w 88"/>
                <a:gd name="T81" fmla="*/ 56 h 125"/>
                <a:gd name="T82" fmla="*/ 43 w 88"/>
                <a:gd name="T83" fmla="*/ 15 h 125"/>
                <a:gd name="T84" fmla="*/ 43 w 88"/>
                <a:gd name="T85" fmla="*/ 0 h 125"/>
                <a:gd name="T86" fmla="*/ 43 w 88"/>
                <a:gd name="T87" fmla="*/ 0 h 125"/>
                <a:gd name="T88" fmla="*/ 43 w 88"/>
                <a:gd name="T89" fmla="*/ 1 h 125"/>
                <a:gd name="T90" fmla="*/ 44 w 88"/>
                <a:gd name="T91" fmla="*/ 4 h 125"/>
                <a:gd name="T92" fmla="*/ 43 w 88"/>
                <a:gd name="T93" fmla="*/ 8 h 125"/>
                <a:gd name="T94" fmla="*/ 42 w 88"/>
                <a:gd name="T95" fmla="*/ 10 h 125"/>
                <a:gd name="T96" fmla="*/ 39 w 88"/>
                <a:gd name="T97" fmla="*/ 5 h 125"/>
                <a:gd name="T98" fmla="*/ 41 w 88"/>
                <a:gd name="T99" fmla="*/ 2 h 125"/>
                <a:gd name="T100" fmla="*/ 42 w 88"/>
                <a:gd name="T101" fmla="*/ 2 h 125"/>
                <a:gd name="T102" fmla="*/ 43 w 88"/>
                <a:gd name="T10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8" h="125">
                  <a:moveTo>
                    <a:pt x="44" y="14"/>
                  </a:moveTo>
                  <a:lnTo>
                    <a:pt x="46" y="22"/>
                  </a:lnTo>
                  <a:lnTo>
                    <a:pt x="50" y="26"/>
                  </a:lnTo>
                  <a:lnTo>
                    <a:pt x="50" y="29"/>
                  </a:lnTo>
                  <a:lnTo>
                    <a:pt x="56" y="34"/>
                  </a:lnTo>
                  <a:lnTo>
                    <a:pt x="59" y="35"/>
                  </a:lnTo>
                  <a:lnTo>
                    <a:pt x="60" y="34"/>
                  </a:lnTo>
                  <a:lnTo>
                    <a:pt x="63" y="34"/>
                  </a:lnTo>
                  <a:lnTo>
                    <a:pt x="68" y="35"/>
                  </a:lnTo>
                  <a:lnTo>
                    <a:pt x="71" y="34"/>
                  </a:lnTo>
                  <a:lnTo>
                    <a:pt x="73" y="34"/>
                  </a:lnTo>
                  <a:lnTo>
                    <a:pt x="76" y="39"/>
                  </a:lnTo>
                  <a:lnTo>
                    <a:pt x="77" y="42"/>
                  </a:lnTo>
                  <a:lnTo>
                    <a:pt x="79" y="43"/>
                  </a:lnTo>
                  <a:lnTo>
                    <a:pt x="80" y="46"/>
                  </a:lnTo>
                  <a:lnTo>
                    <a:pt x="85" y="50"/>
                  </a:lnTo>
                  <a:lnTo>
                    <a:pt x="87" y="50"/>
                  </a:lnTo>
                  <a:lnTo>
                    <a:pt x="88" y="51"/>
                  </a:lnTo>
                  <a:lnTo>
                    <a:pt x="88" y="52"/>
                  </a:lnTo>
                  <a:lnTo>
                    <a:pt x="87" y="55"/>
                  </a:lnTo>
                  <a:lnTo>
                    <a:pt x="87" y="56"/>
                  </a:lnTo>
                  <a:lnTo>
                    <a:pt x="85" y="59"/>
                  </a:lnTo>
                  <a:lnTo>
                    <a:pt x="81" y="65"/>
                  </a:lnTo>
                  <a:lnTo>
                    <a:pt x="79" y="68"/>
                  </a:lnTo>
                  <a:lnTo>
                    <a:pt x="77" y="71"/>
                  </a:lnTo>
                  <a:lnTo>
                    <a:pt x="76" y="72"/>
                  </a:lnTo>
                  <a:lnTo>
                    <a:pt x="75" y="77"/>
                  </a:lnTo>
                  <a:lnTo>
                    <a:pt x="73" y="76"/>
                  </a:lnTo>
                  <a:lnTo>
                    <a:pt x="72" y="76"/>
                  </a:lnTo>
                  <a:lnTo>
                    <a:pt x="72" y="75"/>
                  </a:lnTo>
                  <a:lnTo>
                    <a:pt x="72" y="73"/>
                  </a:lnTo>
                  <a:lnTo>
                    <a:pt x="72" y="73"/>
                  </a:lnTo>
                  <a:lnTo>
                    <a:pt x="71" y="73"/>
                  </a:lnTo>
                  <a:lnTo>
                    <a:pt x="70" y="76"/>
                  </a:lnTo>
                  <a:lnTo>
                    <a:pt x="68" y="77"/>
                  </a:lnTo>
                  <a:lnTo>
                    <a:pt x="70" y="79"/>
                  </a:lnTo>
                  <a:lnTo>
                    <a:pt x="68" y="79"/>
                  </a:lnTo>
                  <a:lnTo>
                    <a:pt x="66" y="83"/>
                  </a:lnTo>
                  <a:lnTo>
                    <a:pt x="66" y="84"/>
                  </a:lnTo>
                  <a:lnTo>
                    <a:pt x="66" y="86"/>
                  </a:lnTo>
                  <a:lnTo>
                    <a:pt x="66" y="86"/>
                  </a:lnTo>
                  <a:lnTo>
                    <a:pt x="67" y="89"/>
                  </a:lnTo>
                  <a:lnTo>
                    <a:pt x="66" y="89"/>
                  </a:lnTo>
                  <a:lnTo>
                    <a:pt x="68" y="93"/>
                  </a:lnTo>
                  <a:lnTo>
                    <a:pt x="68" y="94"/>
                  </a:lnTo>
                  <a:lnTo>
                    <a:pt x="68" y="94"/>
                  </a:lnTo>
                  <a:lnTo>
                    <a:pt x="63" y="96"/>
                  </a:lnTo>
                  <a:lnTo>
                    <a:pt x="62" y="97"/>
                  </a:lnTo>
                  <a:lnTo>
                    <a:pt x="59" y="96"/>
                  </a:lnTo>
                  <a:lnTo>
                    <a:pt x="56" y="96"/>
                  </a:lnTo>
                  <a:lnTo>
                    <a:pt x="52" y="101"/>
                  </a:lnTo>
                  <a:lnTo>
                    <a:pt x="52" y="105"/>
                  </a:lnTo>
                  <a:lnTo>
                    <a:pt x="51" y="106"/>
                  </a:lnTo>
                  <a:lnTo>
                    <a:pt x="50" y="109"/>
                  </a:lnTo>
                  <a:lnTo>
                    <a:pt x="47" y="108"/>
                  </a:lnTo>
                  <a:lnTo>
                    <a:pt x="44" y="109"/>
                  </a:lnTo>
                  <a:lnTo>
                    <a:pt x="41" y="109"/>
                  </a:lnTo>
                  <a:lnTo>
                    <a:pt x="39" y="109"/>
                  </a:lnTo>
                  <a:lnTo>
                    <a:pt x="38" y="111"/>
                  </a:lnTo>
                  <a:lnTo>
                    <a:pt x="38" y="113"/>
                  </a:lnTo>
                  <a:lnTo>
                    <a:pt x="38" y="114"/>
                  </a:lnTo>
                  <a:lnTo>
                    <a:pt x="39" y="114"/>
                  </a:lnTo>
                  <a:lnTo>
                    <a:pt x="39" y="115"/>
                  </a:lnTo>
                  <a:lnTo>
                    <a:pt x="38" y="115"/>
                  </a:lnTo>
                  <a:lnTo>
                    <a:pt x="38" y="117"/>
                  </a:lnTo>
                  <a:lnTo>
                    <a:pt x="35" y="121"/>
                  </a:lnTo>
                  <a:lnTo>
                    <a:pt x="34" y="121"/>
                  </a:lnTo>
                  <a:lnTo>
                    <a:pt x="33" y="119"/>
                  </a:lnTo>
                  <a:lnTo>
                    <a:pt x="30" y="119"/>
                  </a:lnTo>
                  <a:lnTo>
                    <a:pt x="27" y="119"/>
                  </a:lnTo>
                  <a:lnTo>
                    <a:pt x="23" y="122"/>
                  </a:lnTo>
                  <a:lnTo>
                    <a:pt x="21" y="122"/>
                  </a:lnTo>
                  <a:lnTo>
                    <a:pt x="19" y="125"/>
                  </a:lnTo>
                  <a:lnTo>
                    <a:pt x="17" y="125"/>
                  </a:lnTo>
                  <a:lnTo>
                    <a:pt x="17" y="123"/>
                  </a:lnTo>
                  <a:lnTo>
                    <a:pt x="16" y="125"/>
                  </a:lnTo>
                  <a:lnTo>
                    <a:pt x="9" y="117"/>
                  </a:lnTo>
                  <a:lnTo>
                    <a:pt x="10" y="111"/>
                  </a:lnTo>
                  <a:lnTo>
                    <a:pt x="0" y="97"/>
                  </a:lnTo>
                  <a:lnTo>
                    <a:pt x="0" y="92"/>
                  </a:lnTo>
                  <a:lnTo>
                    <a:pt x="34" y="81"/>
                  </a:lnTo>
                  <a:lnTo>
                    <a:pt x="35" y="56"/>
                  </a:lnTo>
                  <a:lnTo>
                    <a:pt x="33" y="46"/>
                  </a:lnTo>
                  <a:lnTo>
                    <a:pt x="43" y="15"/>
                  </a:lnTo>
                  <a:lnTo>
                    <a:pt x="44" y="14"/>
                  </a:lnTo>
                  <a:close/>
                  <a:moveTo>
                    <a:pt x="43" y="0"/>
                  </a:move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2"/>
                  </a:lnTo>
                  <a:lnTo>
                    <a:pt x="44" y="4"/>
                  </a:lnTo>
                  <a:lnTo>
                    <a:pt x="43" y="6"/>
                  </a:lnTo>
                  <a:lnTo>
                    <a:pt x="43" y="8"/>
                  </a:lnTo>
                  <a:lnTo>
                    <a:pt x="43" y="10"/>
                  </a:lnTo>
                  <a:lnTo>
                    <a:pt x="42" y="10"/>
                  </a:lnTo>
                  <a:lnTo>
                    <a:pt x="41" y="5"/>
                  </a:lnTo>
                  <a:lnTo>
                    <a:pt x="39" y="5"/>
                  </a:lnTo>
                  <a:lnTo>
                    <a:pt x="39" y="4"/>
                  </a:lnTo>
                  <a:lnTo>
                    <a:pt x="41" y="2"/>
                  </a:lnTo>
                  <a:lnTo>
                    <a:pt x="41" y="4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3" y="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6" name="Freeform 435"/>
            <p:cNvSpPr>
              <a:spLocks noEditPoints="1"/>
            </p:cNvSpPr>
            <p:nvPr/>
          </p:nvSpPr>
          <p:spPr bwMode="auto">
            <a:xfrm>
              <a:off x="7049363" y="3761644"/>
              <a:ext cx="365435" cy="223321"/>
            </a:xfrm>
            <a:custGeom>
              <a:avLst/>
              <a:gdLst>
                <a:gd name="T0" fmla="*/ 120 w 144"/>
                <a:gd name="T1" fmla="*/ 88 h 88"/>
                <a:gd name="T2" fmla="*/ 115 w 144"/>
                <a:gd name="T3" fmla="*/ 88 h 88"/>
                <a:gd name="T4" fmla="*/ 133 w 144"/>
                <a:gd name="T5" fmla="*/ 80 h 88"/>
                <a:gd name="T6" fmla="*/ 134 w 144"/>
                <a:gd name="T7" fmla="*/ 81 h 88"/>
                <a:gd name="T8" fmla="*/ 138 w 144"/>
                <a:gd name="T9" fmla="*/ 81 h 88"/>
                <a:gd name="T10" fmla="*/ 142 w 144"/>
                <a:gd name="T11" fmla="*/ 81 h 88"/>
                <a:gd name="T12" fmla="*/ 144 w 144"/>
                <a:gd name="T13" fmla="*/ 83 h 88"/>
                <a:gd name="T14" fmla="*/ 141 w 144"/>
                <a:gd name="T15" fmla="*/ 84 h 88"/>
                <a:gd name="T16" fmla="*/ 136 w 144"/>
                <a:gd name="T17" fmla="*/ 87 h 88"/>
                <a:gd name="T18" fmla="*/ 132 w 144"/>
                <a:gd name="T19" fmla="*/ 85 h 88"/>
                <a:gd name="T20" fmla="*/ 130 w 144"/>
                <a:gd name="T21" fmla="*/ 83 h 88"/>
                <a:gd name="T22" fmla="*/ 133 w 144"/>
                <a:gd name="T23" fmla="*/ 80 h 88"/>
                <a:gd name="T24" fmla="*/ 111 w 144"/>
                <a:gd name="T25" fmla="*/ 5 h 88"/>
                <a:gd name="T26" fmla="*/ 120 w 144"/>
                <a:gd name="T27" fmla="*/ 25 h 88"/>
                <a:gd name="T28" fmla="*/ 124 w 144"/>
                <a:gd name="T29" fmla="*/ 33 h 88"/>
                <a:gd name="T30" fmla="*/ 115 w 144"/>
                <a:gd name="T31" fmla="*/ 39 h 88"/>
                <a:gd name="T32" fmla="*/ 116 w 144"/>
                <a:gd name="T33" fmla="*/ 43 h 88"/>
                <a:gd name="T34" fmla="*/ 116 w 144"/>
                <a:gd name="T35" fmla="*/ 44 h 88"/>
                <a:gd name="T36" fmla="*/ 108 w 144"/>
                <a:gd name="T37" fmla="*/ 48 h 88"/>
                <a:gd name="T38" fmla="*/ 96 w 144"/>
                <a:gd name="T39" fmla="*/ 52 h 88"/>
                <a:gd name="T40" fmla="*/ 82 w 144"/>
                <a:gd name="T41" fmla="*/ 56 h 88"/>
                <a:gd name="T42" fmla="*/ 79 w 144"/>
                <a:gd name="T43" fmla="*/ 58 h 88"/>
                <a:gd name="T44" fmla="*/ 73 w 144"/>
                <a:gd name="T45" fmla="*/ 64 h 88"/>
                <a:gd name="T46" fmla="*/ 70 w 144"/>
                <a:gd name="T47" fmla="*/ 64 h 88"/>
                <a:gd name="T48" fmla="*/ 67 w 144"/>
                <a:gd name="T49" fmla="*/ 66 h 88"/>
                <a:gd name="T50" fmla="*/ 65 w 144"/>
                <a:gd name="T51" fmla="*/ 64 h 88"/>
                <a:gd name="T52" fmla="*/ 59 w 144"/>
                <a:gd name="T53" fmla="*/ 69 h 88"/>
                <a:gd name="T54" fmla="*/ 54 w 144"/>
                <a:gd name="T55" fmla="*/ 71 h 88"/>
                <a:gd name="T56" fmla="*/ 46 w 144"/>
                <a:gd name="T57" fmla="*/ 72 h 88"/>
                <a:gd name="T58" fmla="*/ 42 w 144"/>
                <a:gd name="T59" fmla="*/ 72 h 88"/>
                <a:gd name="T60" fmla="*/ 40 w 144"/>
                <a:gd name="T61" fmla="*/ 71 h 88"/>
                <a:gd name="T62" fmla="*/ 34 w 144"/>
                <a:gd name="T63" fmla="*/ 73 h 88"/>
                <a:gd name="T64" fmla="*/ 32 w 144"/>
                <a:gd name="T65" fmla="*/ 76 h 88"/>
                <a:gd name="T66" fmla="*/ 28 w 144"/>
                <a:gd name="T67" fmla="*/ 80 h 88"/>
                <a:gd name="T68" fmla="*/ 24 w 144"/>
                <a:gd name="T69" fmla="*/ 79 h 88"/>
                <a:gd name="T70" fmla="*/ 20 w 144"/>
                <a:gd name="T71" fmla="*/ 81 h 88"/>
                <a:gd name="T72" fmla="*/ 16 w 144"/>
                <a:gd name="T73" fmla="*/ 81 h 88"/>
                <a:gd name="T74" fmla="*/ 12 w 144"/>
                <a:gd name="T75" fmla="*/ 80 h 88"/>
                <a:gd name="T76" fmla="*/ 9 w 144"/>
                <a:gd name="T77" fmla="*/ 75 h 88"/>
                <a:gd name="T78" fmla="*/ 9 w 144"/>
                <a:gd name="T79" fmla="*/ 71 h 88"/>
                <a:gd name="T80" fmla="*/ 7 w 144"/>
                <a:gd name="T81" fmla="*/ 64 h 88"/>
                <a:gd name="T82" fmla="*/ 1 w 144"/>
                <a:gd name="T83" fmla="*/ 50 h 88"/>
                <a:gd name="T84" fmla="*/ 0 w 144"/>
                <a:gd name="T85" fmla="*/ 47 h 88"/>
                <a:gd name="T86" fmla="*/ 1 w 144"/>
                <a:gd name="T87" fmla="*/ 47 h 88"/>
                <a:gd name="T88" fmla="*/ 3 w 144"/>
                <a:gd name="T89" fmla="*/ 46 h 88"/>
                <a:gd name="T90" fmla="*/ 3 w 144"/>
                <a:gd name="T91" fmla="*/ 35 h 88"/>
                <a:gd name="T92" fmla="*/ 4 w 144"/>
                <a:gd name="T93" fmla="*/ 34 h 88"/>
                <a:gd name="T94" fmla="*/ 7 w 144"/>
                <a:gd name="T95" fmla="*/ 33 h 88"/>
                <a:gd name="T96" fmla="*/ 8 w 144"/>
                <a:gd name="T97" fmla="*/ 26 h 88"/>
                <a:gd name="T98" fmla="*/ 12 w 144"/>
                <a:gd name="T99" fmla="*/ 19 h 88"/>
                <a:gd name="T100" fmla="*/ 24 w 144"/>
                <a:gd name="T101" fmla="*/ 22 h 88"/>
                <a:gd name="T102" fmla="*/ 44 w 144"/>
                <a:gd name="T103" fmla="*/ 31 h 88"/>
                <a:gd name="T104" fmla="*/ 66 w 144"/>
                <a:gd name="T105" fmla="*/ 1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4" h="88">
                  <a:moveTo>
                    <a:pt x="117" y="87"/>
                  </a:moveTo>
                  <a:lnTo>
                    <a:pt x="120" y="88"/>
                  </a:lnTo>
                  <a:lnTo>
                    <a:pt x="119" y="88"/>
                  </a:lnTo>
                  <a:lnTo>
                    <a:pt x="115" y="88"/>
                  </a:lnTo>
                  <a:lnTo>
                    <a:pt x="117" y="87"/>
                  </a:lnTo>
                  <a:close/>
                  <a:moveTo>
                    <a:pt x="133" y="80"/>
                  </a:moveTo>
                  <a:lnTo>
                    <a:pt x="134" y="80"/>
                  </a:lnTo>
                  <a:lnTo>
                    <a:pt x="134" y="81"/>
                  </a:lnTo>
                  <a:lnTo>
                    <a:pt x="136" y="83"/>
                  </a:lnTo>
                  <a:lnTo>
                    <a:pt x="138" y="81"/>
                  </a:lnTo>
                  <a:lnTo>
                    <a:pt x="140" y="81"/>
                  </a:lnTo>
                  <a:lnTo>
                    <a:pt x="142" y="81"/>
                  </a:lnTo>
                  <a:lnTo>
                    <a:pt x="144" y="83"/>
                  </a:lnTo>
                  <a:lnTo>
                    <a:pt x="144" y="83"/>
                  </a:lnTo>
                  <a:lnTo>
                    <a:pt x="144" y="84"/>
                  </a:lnTo>
                  <a:lnTo>
                    <a:pt x="141" y="84"/>
                  </a:lnTo>
                  <a:lnTo>
                    <a:pt x="138" y="87"/>
                  </a:lnTo>
                  <a:lnTo>
                    <a:pt x="136" y="87"/>
                  </a:lnTo>
                  <a:lnTo>
                    <a:pt x="133" y="87"/>
                  </a:lnTo>
                  <a:lnTo>
                    <a:pt x="132" y="85"/>
                  </a:lnTo>
                  <a:lnTo>
                    <a:pt x="129" y="84"/>
                  </a:lnTo>
                  <a:lnTo>
                    <a:pt x="130" y="83"/>
                  </a:lnTo>
                  <a:lnTo>
                    <a:pt x="132" y="81"/>
                  </a:lnTo>
                  <a:lnTo>
                    <a:pt x="133" y="80"/>
                  </a:lnTo>
                  <a:close/>
                  <a:moveTo>
                    <a:pt x="111" y="0"/>
                  </a:moveTo>
                  <a:lnTo>
                    <a:pt x="111" y="5"/>
                  </a:lnTo>
                  <a:lnTo>
                    <a:pt x="121" y="19"/>
                  </a:lnTo>
                  <a:lnTo>
                    <a:pt x="120" y="25"/>
                  </a:lnTo>
                  <a:lnTo>
                    <a:pt x="127" y="33"/>
                  </a:lnTo>
                  <a:lnTo>
                    <a:pt x="124" y="33"/>
                  </a:lnTo>
                  <a:lnTo>
                    <a:pt x="119" y="34"/>
                  </a:lnTo>
                  <a:lnTo>
                    <a:pt x="115" y="39"/>
                  </a:lnTo>
                  <a:lnTo>
                    <a:pt x="115" y="42"/>
                  </a:lnTo>
                  <a:lnTo>
                    <a:pt x="116" y="43"/>
                  </a:lnTo>
                  <a:lnTo>
                    <a:pt x="115" y="43"/>
                  </a:lnTo>
                  <a:lnTo>
                    <a:pt x="116" y="44"/>
                  </a:lnTo>
                  <a:lnTo>
                    <a:pt x="111" y="46"/>
                  </a:lnTo>
                  <a:lnTo>
                    <a:pt x="108" y="48"/>
                  </a:lnTo>
                  <a:lnTo>
                    <a:pt x="104" y="51"/>
                  </a:lnTo>
                  <a:lnTo>
                    <a:pt x="96" y="52"/>
                  </a:lnTo>
                  <a:lnTo>
                    <a:pt x="95" y="54"/>
                  </a:lnTo>
                  <a:lnTo>
                    <a:pt x="82" y="56"/>
                  </a:lnTo>
                  <a:lnTo>
                    <a:pt x="80" y="56"/>
                  </a:lnTo>
                  <a:lnTo>
                    <a:pt x="79" y="58"/>
                  </a:lnTo>
                  <a:lnTo>
                    <a:pt x="76" y="62"/>
                  </a:lnTo>
                  <a:lnTo>
                    <a:pt x="73" y="64"/>
                  </a:lnTo>
                  <a:lnTo>
                    <a:pt x="71" y="64"/>
                  </a:lnTo>
                  <a:lnTo>
                    <a:pt x="70" y="64"/>
                  </a:lnTo>
                  <a:lnTo>
                    <a:pt x="69" y="66"/>
                  </a:lnTo>
                  <a:lnTo>
                    <a:pt x="67" y="66"/>
                  </a:lnTo>
                  <a:lnTo>
                    <a:pt x="66" y="64"/>
                  </a:lnTo>
                  <a:lnTo>
                    <a:pt x="65" y="64"/>
                  </a:lnTo>
                  <a:lnTo>
                    <a:pt x="59" y="68"/>
                  </a:lnTo>
                  <a:lnTo>
                    <a:pt x="59" y="69"/>
                  </a:lnTo>
                  <a:lnTo>
                    <a:pt x="58" y="71"/>
                  </a:lnTo>
                  <a:lnTo>
                    <a:pt x="54" y="71"/>
                  </a:lnTo>
                  <a:lnTo>
                    <a:pt x="48" y="73"/>
                  </a:lnTo>
                  <a:lnTo>
                    <a:pt x="46" y="72"/>
                  </a:lnTo>
                  <a:lnTo>
                    <a:pt x="45" y="71"/>
                  </a:lnTo>
                  <a:lnTo>
                    <a:pt x="42" y="72"/>
                  </a:lnTo>
                  <a:lnTo>
                    <a:pt x="41" y="71"/>
                  </a:lnTo>
                  <a:lnTo>
                    <a:pt x="40" y="71"/>
                  </a:lnTo>
                  <a:lnTo>
                    <a:pt x="38" y="71"/>
                  </a:lnTo>
                  <a:lnTo>
                    <a:pt x="34" y="73"/>
                  </a:lnTo>
                  <a:lnTo>
                    <a:pt x="33" y="76"/>
                  </a:lnTo>
                  <a:lnTo>
                    <a:pt x="32" y="76"/>
                  </a:lnTo>
                  <a:lnTo>
                    <a:pt x="30" y="80"/>
                  </a:lnTo>
                  <a:lnTo>
                    <a:pt x="28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81"/>
                  </a:lnTo>
                  <a:lnTo>
                    <a:pt x="20" y="81"/>
                  </a:lnTo>
                  <a:lnTo>
                    <a:pt x="17" y="81"/>
                  </a:lnTo>
                  <a:lnTo>
                    <a:pt x="16" y="81"/>
                  </a:lnTo>
                  <a:lnTo>
                    <a:pt x="13" y="81"/>
                  </a:lnTo>
                  <a:lnTo>
                    <a:pt x="12" y="80"/>
                  </a:lnTo>
                  <a:lnTo>
                    <a:pt x="12" y="77"/>
                  </a:lnTo>
                  <a:lnTo>
                    <a:pt x="9" y="75"/>
                  </a:lnTo>
                  <a:lnTo>
                    <a:pt x="8" y="71"/>
                  </a:lnTo>
                  <a:lnTo>
                    <a:pt x="9" y="71"/>
                  </a:lnTo>
                  <a:lnTo>
                    <a:pt x="9" y="67"/>
                  </a:lnTo>
                  <a:lnTo>
                    <a:pt x="7" y="64"/>
                  </a:lnTo>
                  <a:lnTo>
                    <a:pt x="5" y="54"/>
                  </a:lnTo>
                  <a:lnTo>
                    <a:pt x="1" y="50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3" y="46"/>
                  </a:lnTo>
                  <a:lnTo>
                    <a:pt x="3" y="42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4" y="34"/>
                  </a:lnTo>
                  <a:lnTo>
                    <a:pt x="5" y="34"/>
                  </a:lnTo>
                  <a:lnTo>
                    <a:pt x="7" y="33"/>
                  </a:lnTo>
                  <a:lnTo>
                    <a:pt x="9" y="30"/>
                  </a:lnTo>
                  <a:lnTo>
                    <a:pt x="8" y="26"/>
                  </a:lnTo>
                  <a:lnTo>
                    <a:pt x="9" y="21"/>
                  </a:lnTo>
                  <a:lnTo>
                    <a:pt x="12" y="19"/>
                  </a:lnTo>
                  <a:lnTo>
                    <a:pt x="16" y="22"/>
                  </a:lnTo>
                  <a:lnTo>
                    <a:pt x="24" y="22"/>
                  </a:lnTo>
                  <a:lnTo>
                    <a:pt x="33" y="26"/>
                  </a:lnTo>
                  <a:lnTo>
                    <a:pt x="44" y="31"/>
                  </a:lnTo>
                  <a:lnTo>
                    <a:pt x="45" y="42"/>
                  </a:lnTo>
                  <a:lnTo>
                    <a:pt x="66" y="13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7" name="Freeform 436"/>
            <p:cNvSpPr>
              <a:spLocks/>
            </p:cNvSpPr>
            <p:nvPr/>
          </p:nvSpPr>
          <p:spPr bwMode="auto">
            <a:xfrm>
              <a:off x="6496134" y="3363218"/>
              <a:ext cx="375586" cy="317219"/>
            </a:xfrm>
            <a:custGeom>
              <a:avLst/>
              <a:gdLst>
                <a:gd name="T0" fmla="*/ 25 w 148"/>
                <a:gd name="T1" fmla="*/ 3 h 125"/>
                <a:gd name="T2" fmla="*/ 34 w 148"/>
                <a:gd name="T3" fmla="*/ 5 h 125"/>
                <a:gd name="T4" fmla="*/ 42 w 148"/>
                <a:gd name="T5" fmla="*/ 7 h 125"/>
                <a:gd name="T6" fmla="*/ 54 w 148"/>
                <a:gd name="T7" fmla="*/ 9 h 125"/>
                <a:gd name="T8" fmla="*/ 59 w 148"/>
                <a:gd name="T9" fmla="*/ 5 h 125"/>
                <a:gd name="T10" fmla="*/ 65 w 148"/>
                <a:gd name="T11" fmla="*/ 1 h 125"/>
                <a:gd name="T12" fmla="*/ 69 w 148"/>
                <a:gd name="T13" fmla="*/ 1 h 125"/>
                <a:gd name="T14" fmla="*/ 68 w 148"/>
                <a:gd name="T15" fmla="*/ 4 h 125"/>
                <a:gd name="T16" fmla="*/ 75 w 148"/>
                <a:gd name="T17" fmla="*/ 3 h 125"/>
                <a:gd name="T18" fmla="*/ 73 w 148"/>
                <a:gd name="T19" fmla="*/ 0 h 125"/>
                <a:gd name="T20" fmla="*/ 81 w 148"/>
                <a:gd name="T21" fmla="*/ 3 h 125"/>
                <a:gd name="T22" fmla="*/ 81 w 148"/>
                <a:gd name="T23" fmla="*/ 5 h 125"/>
                <a:gd name="T24" fmla="*/ 86 w 148"/>
                <a:gd name="T25" fmla="*/ 8 h 125"/>
                <a:gd name="T26" fmla="*/ 89 w 148"/>
                <a:gd name="T27" fmla="*/ 7 h 125"/>
                <a:gd name="T28" fmla="*/ 106 w 148"/>
                <a:gd name="T29" fmla="*/ 5 h 125"/>
                <a:gd name="T30" fmla="*/ 111 w 148"/>
                <a:gd name="T31" fmla="*/ 7 h 125"/>
                <a:gd name="T32" fmla="*/ 118 w 148"/>
                <a:gd name="T33" fmla="*/ 23 h 125"/>
                <a:gd name="T34" fmla="*/ 118 w 148"/>
                <a:gd name="T35" fmla="*/ 30 h 125"/>
                <a:gd name="T36" fmla="*/ 114 w 148"/>
                <a:gd name="T37" fmla="*/ 42 h 125"/>
                <a:gd name="T38" fmla="*/ 113 w 148"/>
                <a:gd name="T39" fmla="*/ 50 h 125"/>
                <a:gd name="T40" fmla="*/ 109 w 148"/>
                <a:gd name="T41" fmla="*/ 49 h 125"/>
                <a:gd name="T42" fmla="*/ 100 w 148"/>
                <a:gd name="T43" fmla="*/ 40 h 125"/>
                <a:gd name="T44" fmla="*/ 94 w 148"/>
                <a:gd name="T45" fmla="*/ 30 h 125"/>
                <a:gd name="T46" fmla="*/ 92 w 148"/>
                <a:gd name="T47" fmla="*/ 25 h 125"/>
                <a:gd name="T48" fmla="*/ 90 w 148"/>
                <a:gd name="T49" fmla="*/ 25 h 125"/>
                <a:gd name="T50" fmla="*/ 92 w 148"/>
                <a:gd name="T51" fmla="*/ 32 h 125"/>
                <a:gd name="T52" fmla="*/ 97 w 148"/>
                <a:gd name="T53" fmla="*/ 41 h 125"/>
                <a:gd name="T54" fmla="*/ 105 w 148"/>
                <a:gd name="T55" fmla="*/ 50 h 125"/>
                <a:gd name="T56" fmla="*/ 109 w 148"/>
                <a:gd name="T57" fmla="*/ 58 h 125"/>
                <a:gd name="T58" fmla="*/ 111 w 148"/>
                <a:gd name="T59" fmla="*/ 66 h 125"/>
                <a:gd name="T60" fmla="*/ 119 w 148"/>
                <a:gd name="T61" fmla="*/ 83 h 125"/>
                <a:gd name="T62" fmla="*/ 127 w 148"/>
                <a:gd name="T63" fmla="*/ 94 h 125"/>
                <a:gd name="T64" fmla="*/ 130 w 148"/>
                <a:gd name="T65" fmla="*/ 95 h 125"/>
                <a:gd name="T66" fmla="*/ 134 w 148"/>
                <a:gd name="T67" fmla="*/ 100 h 125"/>
                <a:gd name="T68" fmla="*/ 130 w 148"/>
                <a:gd name="T69" fmla="*/ 100 h 125"/>
                <a:gd name="T70" fmla="*/ 130 w 148"/>
                <a:gd name="T71" fmla="*/ 107 h 125"/>
                <a:gd name="T72" fmla="*/ 138 w 148"/>
                <a:gd name="T73" fmla="*/ 115 h 125"/>
                <a:gd name="T74" fmla="*/ 143 w 148"/>
                <a:gd name="T75" fmla="*/ 119 h 125"/>
                <a:gd name="T76" fmla="*/ 148 w 148"/>
                <a:gd name="T77" fmla="*/ 124 h 125"/>
                <a:gd name="T78" fmla="*/ 3 w 148"/>
                <a:gd name="T79" fmla="*/ 30 h 125"/>
                <a:gd name="T80" fmla="*/ 2 w 148"/>
                <a:gd name="T81" fmla="*/ 17 h 125"/>
                <a:gd name="T82" fmla="*/ 2 w 148"/>
                <a:gd name="T83" fmla="*/ 8 h 125"/>
                <a:gd name="T84" fmla="*/ 3 w 148"/>
                <a:gd name="T85" fmla="*/ 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25">
                  <a:moveTo>
                    <a:pt x="11" y="0"/>
                  </a:moveTo>
                  <a:lnTo>
                    <a:pt x="15" y="1"/>
                  </a:lnTo>
                  <a:lnTo>
                    <a:pt x="25" y="3"/>
                  </a:lnTo>
                  <a:lnTo>
                    <a:pt x="29" y="3"/>
                  </a:lnTo>
                  <a:lnTo>
                    <a:pt x="31" y="5"/>
                  </a:lnTo>
                  <a:lnTo>
                    <a:pt x="34" y="5"/>
                  </a:lnTo>
                  <a:lnTo>
                    <a:pt x="35" y="5"/>
                  </a:lnTo>
                  <a:lnTo>
                    <a:pt x="38" y="7"/>
                  </a:lnTo>
                  <a:lnTo>
                    <a:pt x="42" y="7"/>
                  </a:lnTo>
                  <a:lnTo>
                    <a:pt x="44" y="7"/>
                  </a:lnTo>
                  <a:lnTo>
                    <a:pt x="50" y="9"/>
                  </a:lnTo>
                  <a:lnTo>
                    <a:pt x="54" y="9"/>
                  </a:lnTo>
                  <a:lnTo>
                    <a:pt x="54" y="8"/>
                  </a:lnTo>
                  <a:lnTo>
                    <a:pt x="56" y="7"/>
                  </a:lnTo>
                  <a:lnTo>
                    <a:pt x="59" y="5"/>
                  </a:lnTo>
                  <a:lnTo>
                    <a:pt x="60" y="4"/>
                  </a:lnTo>
                  <a:lnTo>
                    <a:pt x="64" y="3"/>
                  </a:lnTo>
                  <a:lnTo>
                    <a:pt x="65" y="1"/>
                  </a:lnTo>
                  <a:lnTo>
                    <a:pt x="68" y="1"/>
                  </a:lnTo>
                  <a:lnTo>
                    <a:pt x="71" y="1"/>
                  </a:lnTo>
                  <a:lnTo>
                    <a:pt x="69" y="1"/>
                  </a:lnTo>
                  <a:lnTo>
                    <a:pt x="67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2" y="3"/>
                  </a:lnTo>
                  <a:lnTo>
                    <a:pt x="75" y="3"/>
                  </a:lnTo>
                  <a:lnTo>
                    <a:pt x="75" y="1"/>
                  </a:lnTo>
                  <a:lnTo>
                    <a:pt x="72" y="1"/>
                  </a:lnTo>
                  <a:lnTo>
                    <a:pt x="73" y="0"/>
                  </a:lnTo>
                  <a:lnTo>
                    <a:pt x="77" y="1"/>
                  </a:lnTo>
                  <a:lnTo>
                    <a:pt x="80" y="3"/>
                  </a:lnTo>
                  <a:lnTo>
                    <a:pt x="81" y="3"/>
                  </a:lnTo>
                  <a:lnTo>
                    <a:pt x="82" y="3"/>
                  </a:lnTo>
                  <a:lnTo>
                    <a:pt x="81" y="4"/>
                  </a:lnTo>
                  <a:lnTo>
                    <a:pt x="81" y="5"/>
                  </a:lnTo>
                  <a:lnTo>
                    <a:pt x="84" y="7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5"/>
                  </a:lnTo>
                  <a:lnTo>
                    <a:pt x="85" y="4"/>
                  </a:lnTo>
                  <a:lnTo>
                    <a:pt x="89" y="7"/>
                  </a:lnTo>
                  <a:lnTo>
                    <a:pt x="96" y="5"/>
                  </a:lnTo>
                  <a:lnTo>
                    <a:pt x="102" y="7"/>
                  </a:lnTo>
                  <a:lnTo>
                    <a:pt x="106" y="5"/>
                  </a:lnTo>
                  <a:lnTo>
                    <a:pt x="108" y="3"/>
                  </a:lnTo>
                  <a:lnTo>
                    <a:pt x="109" y="4"/>
                  </a:lnTo>
                  <a:lnTo>
                    <a:pt x="111" y="7"/>
                  </a:lnTo>
                  <a:lnTo>
                    <a:pt x="113" y="12"/>
                  </a:lnTo>
                  <a:lnTo>
                    <a:pt x="115" y="16"/>
                  </a:lnTo>
                  <a:lnTo>
                    <a:pt x="118" y="23"/>
                  </a:lnTo>
                  <a:lnTo>
                    <a:pt x="117" y="25"/>
                  </a:lnTo>
                  <a:lnTo>
                    <a:pt x="118" y="29"/>
                  </a:lnTo>
                  <a:lnTo>
                    <a:pt x="118" y="30"/>
                  </a:lnTo>
                  <a:lnTo>
                    <a:pt x="117" y="37"/>
                  </a:lnTo>
                  <a:lnTo>
                    <a:pt x="117" y="40"/>
                  </a:lnTo>
                  <a:lnTo>
                    <a:pt x="114" y="42"/>
                  </a:lnTo>
                  <a:lnTo>
                    <a:pt x="115" y="44"/>
                  </a:lnTo>
                  <a:lnTo>
                    <a:pt x="115" y="49"/>
                  </a:lnTo>
                  <a:lnTo>
                    <a:pt x="113" y="50"/>
                  </a:lnTo>
                  <a:lnTo>
                    <a:pt x="113" y="51"/>
                  </a:lnTo>
                  <a:lnTo>
                    <a:pt x="113" y="50"/>
                  </a:lnTo>
                  <a:lnTo>
                    <a:pt x="109" y="49"/>
                  </a:lnTo>
                  <a:lnTo>
                    <a:pt x="104" y="42"/>
                  </a:lnTo>
                  <a:lnTo>
                    <a:pt x="104" y="41"/>
                  </a:lnTo>
                  <a:lnTo>
                    <a:pt x="100" y="40"/>
                  </a:lnTo>
                  <a:lnTo>
                    <a:pt x="98" y="37"/>
                  </a:lnTo>
                  <a:lnTo>
                    <a:pt x="98" y="34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3" y="28"/>
                  </a:lnTo>
                  <a:lnTo>
                    <a:pt x="92" y="25"/>
                  </a:lnTo>
                  <a:lnTo>
                    <a:pt x="90" y="25"/>
                  </a:lnTo>
                  <a:lnTo>
                    <a:pt x="90" y="24"/>
                  </a:lnTo>
                  <a:lnTo>
                    <a:pt x="90" y="25"/>
                  </a:lnTo>
                  <a:lnTo>
                    <a:pt x="90" y="26"/>
                  </a:lnTo>
                  <a:lnTo>
                    <a:pt x="90" y="28"/>
                  </a:lnTo>
                  <a:lnTo>
                    <a:pt x="92" y="32"/>
                  </a:lnTo>
                  <a:lnTo>
                    <a:pt x="92" y="34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104" y="46"/>
                  </a:lnTo>
                  <a:lnTo>
                    <a:pt x="105" y="49"/>
                  </a:lnTo>
                  <a:lnTo>
                    <a:pt x="105" y="50"/>
                  </a:lnTo>
                  <a:lnTo>
                    <a:pt x="105" y="53"/>
                  </a:lnTo>
                  <a:lnTo>
                    <a:pt x="109" y="57"/>
                  </a:lnTo>
                  <a:lnTo>
                    <a:pt x="109" y="58"/>
                  </a:lnTo>
                  <a:lnTo>
                    <a:pt x="110" y="59"/>
                  </a:lnTo>
                  <a:lnTo>
                    <a:pt x="110" y="65"/>
                  </a:lnTo>
                  <a:lnTo>
                    <a:pt x="111" y="66"/>
                  </a:lnTo>
                  <a:lnTo>
                    <a:pt x="111" y="69"/>
                  </a:lnTo>
                  <a:lnTo>
                    <a:pt x="119" y="79"/>
                  </a:lnTo>
                  <a:lnTo>
                    <a:pt x="119" y="83"/>
                  </a:lnTo>
                  <a:lnTo>
                    <a:pt x="122" y="84"/>
                  </a:lnTo>
                  <a:lnTo>
                    <a:pt x="126" y="91"/>
                  </a:lnTo>
                  <a:lnTo>
                    <a:pt x="127" y="94"/>
                  </a:lnTo>
                  <a:lnTo>
                    <a:pt x="129" y="96"/>
                  </a:lnTo>
                  <a:lnTo>
                    <a:pt x="129" y="95"/>
                  </a:lnTo>
                  <a:lnTo>
                    <a:pt x="130" y="95"/>
                  </a:lnTo>
                  <a:lnTo>
                    <a:pt x="131" y="99"/>
                  </a:lnTo>
                  <a:lnTo>
                    <a:pt x="133" y="99"/>
                  </a:lnTo>
                  <a:lnTo>
                    <a:pt x="134" y="100"/>
                  </a:lnTo>
                  <a:lnTo>
                    <a:pt x="131" y="100"/>
                  </a:lnTo>
                  <a:lnTo>
                    <a:pt x="130" y="99"/>
                  </a:lnTo>
                  <a:lnTo>
                    <a:pt x="130" y="100"/>
                  </a:lnTo>
                  <a:lnTo>
                    <a:pt x="130" y="101"/>
                  </a:lnTo>
                  <a:lnTo>
                    <a:pt x="130" y="104"/>
                  </a:lnTo>
                  <a:lnTo>
                    <a:pt x="130" y="107"/>
                  </a:lnTo>
                  <a:lnTo>
                    <a:pt x="131" y="112"/>
                  </a:lnTo>
                  <a:lnTo>
                    <a:pt x="135" y="115"/>
                  </a:lnTo>
                  <a:lnTo>
                    <a:pt x="138" y="115"/>
                  </a:lnTo>
                  <a:lnTo>
                    <a:pt x="139" y="115"/>
                  </a:lnTo>
                  <a:lnTo>
                    <a:pt x="140" y="117"/>
                  </a:lnTo>
                  <a:lnTo>
                    <a:pt x="143" y="119"/>
                  </a:lnTo>
                  <a:lnTo>
                    <a:pt x="144" y="120"/>
                  </a:lnTo>
                  <a:lnTo>
                    <a:pt x="147" y="123"/>
                  </a:lnTo>
                  <a:lnTo>
                    <a:pt x="148" y="124"/>
                  </a:lnTo>
                  <a:lnTo>
                    <a:pt x="148" y="124"/>
                  </a:lnTo>
                  <a:lnTo>
                    <a:pt x="7" y="125"/>
                  </a:lnTo>
                  <a:lnTo>
                    <a:pt x="3" y="30"/>
                  </a:lnTo>
                  <a:lnTo>
                    <a:pt x="2" y="25"/>
                  </a:lnTo>
                  <a:lnTo>
                    <a:pt x="0" y="21"/>
                  </a:lnTo>
                  <a:lnTo>
                    <a:pt x="2" y="17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2" y="8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8" name="Freeform 437"/>
            <p:cNvSpPr>
              <a:spLocks/>
            </p:cNvSpPr>
            <p:nvPr/>
          </p:nvSpPr>
          <p:spPr bwMode="auto">
            <a:xfrm>
              <a:off x="6427616" y="3677898"/>
              <a:ext cx="497398" cy="570993"/>
            </a:xfrm>
            <a:custGeom>
              <a:avLst/>
              <a:gdLst>
                <a:gd name="T0" fmla="*/ 175 w 196"/>
                <a:gd name="T1" fmla="*/ 2 h 225"/>
                <a:gd name="T2" fmla="*/ 179 w 196"/>
                <a:gd name="T3" fmla="*/ 10 h 225"/>
                <a:gd name="T4" fmla="*/ 177 w 196"/>
                <a:gd name="T5" fmla="*/ 10 h 225"/>
                <a:gd name="T6" fmla="*/ 182 w 196"/>
                <a:gd name="T7" fmla="*/ 35 h 225"/>
                <a:gd name="T8" fmla="*/ 194 w 196"/>
                <a:gd name="T9" fmla="*/ 46 h 225"/>
                <a:gd name="T10" fmla="*/ 194 w 196"/>
                <a:gd name="T11" fmla="*/ 52 h 225"/>
                <a:gd name="T12" fmla="*/ 185 w 196"/>
                <a:gd name="T13" fmla="*/ 55 h 225"/>
                <a:gd name="T14" fmla="*/ 179 w 196"/>
                <a:gd name="T15" fmla="*/ 60 h 225"/>
                <a:gd name="T16" fmla="*/ 179 w 196"/>
                <a:gd name="T17" fmla="*/ 68 h 225"/>
                <a:gd name="T18" fmla="*/ 174 w 196"/>
                <a:gd name="T19" fmla="*/ 84 h 225"/>
                <a:gd name="T20" fmla="*/ 175 w 196"/>
                <a:gd name="T21" fmla="*/ 95 h 225"/>
                <a:gd name="T22" fmla="*/ 169 w 196"/>
                <a:gd name="T23" fmla="*/ 112 h 225"/>
                <a:gd name="T24" fmla="*/ 160 w 196"/>
                <a:gd name="T25" fmla="*/ 124 h 225"/>
                <a:gd name="T26" fmla="*/ 153 w 196"/>
                <a:gd name="T27" fmla="*/ 137 h 225"/>
                <a:gd name="T28" fmla="*/ 149 w 196"/>
                <a:gd name="T29" fmla="*/ 150 h 225"/>
                <a:gd name="T30" fmla="*/ 145 w 196"/>
                <a:gd name="T31" fmla="*/ 166 h 225"/>
                <a:gd name="T32" fmla="*/ 138 w 196"/>
                <a:gd name="T33" fmla="*/ 167 h 225"/>
                <a:gd name="T34" fmla="*/ 142 w 196"/>
                <a:gd name="T35" fmla="*/ 172 h 225"/>
                <a:gd name="T36" fmla="*/ 149 w 196"/>
                <a:gd name="T37" fmla="*/ 183 h 225"/>
                <a:gd name="T38" fmla="*/ 156 w 196"/>
                <a:gd name="T39" fmla="*/ 187 h 225"/>
                <a:gd name="T40" fmla="*/ 162 w 196"/>
                <a:gd name="T41" fmla="*/ 201 h 225"/>
                <a:gd name="T42" fmla="*/ 150 w 196"/>
                <a:gd name="T43" fmla="*/ 213 h 225"/>
                <a:gd name="T44" fmla="*/ 144 w 196"/>
                <a:gd name="T45" fmla="*/ 220 h 225"/>
                <a:gd name="T46" fmla="*/ 129 w 196"/>
                <a:gd name="T47" fmla="*/ 221 h 225"/>
                <a:gd name="T48" fmla="*/ 124 w 196"/>
                <a:gd name="T49" fmla="*/ 225 h 225"/>
                <a:gd name="T50" fmla="*/ 115 w 196"/>
                <a:gd name="T51" fmla="*/ 221 h 225"/>
                <a:gd name="T52" fmla="*/ 111 w 196"/>
                <a:gd name="T53" fmla="*/ 224 h 225"/>
                <a:gd name="T54" fmla="*/ 106 w 196"/>
                <a:gd name="T55" fmla="*/ 221 h 225"/>
                <a:gd name="T56" fmla="*/ 99 w 196"/>
                <a:gd name="T57" fmla="*/ 214 h 225"/>
                <a:gd name="T58" fmla="*/ 91 w 196"/>
                <a:gd name="T59" fmla="*/ 210 h 225"/>
                <a:gd name="T60" fmla="*/ 84 w 196"/>
                <a:gd name="T61" fmla="*/ 212 h 225"/>
                <a:gd name="T62" fmla="*/ 77 w 196"/>
                <a:gd name="T63" fmla="*/ 214 h 225"/>
                <a:gd name="T64" fmla="*/ 70 w 196"/>
                <a:gd name="T65" fmla="*/ 206 h 225"/>
                <a:gd name="T66" fmla="*/ 65 w 196"/>
                <a:gd name="T67" fmla="*/ 202 h 225"/>
                <a:gd name="T68" fmla="*/ 58 w 196"/>
                <a:gd name="T69" fmla="*/ 193 h 225"/>
                <a:gd name="T70" fmla="*/ 53 w 196"/>
                <a:gd name="T71" fmla="*/ 185 h 225"/>
                <a:gd name="T72" fmla="*/ 45 w 196"/>
                <a:gd name="T73" fmla="*/ 181 h 225"/>
                <a:gd name="T74" fmla="*/ 44 w 196"/>
                <a:gd name="T75" fmla="*/ 175 h 225"/>
                <a:gd name="T76" fmla="*/ 38 w 196"/>
                <a:gd name="T77" fmla="*/ 170 h 225"/>
                <a:gd name="T78" fmla="*/ 29 w 196"/>
                <a:gd name="T79" fmla="*/ 163 h 225"/>
                <a:gd name="T80" fmla="*/ 21 w 196"/>
                <a:gd name="T81" fmla="*/ 162 h 225"/>
                <a:gd name="T82" fmla="*/ 21 w 196"/>
                <a:gd name="T83" fmla="*/ 151 h 225"/>
                <a:gd name="T84" fmla="*/ 12 w 196"/>
                <a:gd name="T85" fmla="*/ 137 h 225"/>
                <a:gd name="T86" fmla="*/ 12 w 196"/>
                <a:gd name="T87" fmla="*/ 131 h 225"/>
                <a:gd name="T88" fmla="*/ 7 w 196"/>
                <a:gd name="T89" fmla="*/ 121 h 225"/>
                <a:gd name="T90" fmla="*/ 7 w 196"/>
                <a:gd name="T91" fmla="*/ 113 h 225"/>
                <a:gd name="T92" fmla="*/ 4 w 196"/>
                <a:gd name="T93" fmla="*/ 108 h 225"/>
                <a:gd name="T94" fmla="*/ 7 w 196"/>
                <a:gd name="T95" fmla="*/ 99 h 225"/>
                <a:gd name="T96" fmla="*/ 9 w 196"/>
                <a:gd name="T97" fmla="*/ 91 h 225"/>
                <a:gd name="T98" fmla="*/ 16 w 196"/>
                <a:gd name="T99" fmla="*/ 77 h 225"/>
                <a:gd name="T100" fmla="*/ 24 w 196"/>
                <a:gd name="T101" fmla="*/ 29 h 225"/>
                <a:gd name="T102" fmla="*/ 175 w 196"/>
                <a:gd name="T103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6" h="225">
                  <a:moveTo>
                    <a:pt x="175" y="0"/>
                  </a:moveTo>
                  <a:lnTo>
                    <a:pt x="175" y="1"/>
                  </a:lnTo>
                  <a:lnTo>
                    <a:pt x="175" y="1"/>
                  </a:lnTo>
                  <a:lnTo>
                    <a:pt x="175" y="2"/>
                  </a:lnTo>
                  <a:lnTo>
                    <a:pt x="175" y="2"/>
                  </a:lnTo>
                  <a:lnTo>
                    <a:pt x="175" y="4"/>
                  </a:lnTo>
                  <a:lnTo>
                    <a:pt x="175" y="4"/>
                  </a:lnTo>
                  <a:lnTo>
                    <a:pt x="177" y="5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79" y="12"/>
                  </a:lnTo>
                  <a:lnTo>
                    <a:pt x="179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7" y="10"/>
                  </a:lnTo>
                  <a:lnTo>
                    <a:pt x="178" y="13"/>
                  </a:lnTo>
                  <a:lnTo>
                    <a:pt x="181" y="21"/>
                  </a:lnTo>
                  <a:lnTo>
                    <a:pt x="181" y="26"/>
                  </a:lnTo>
                  <a:lnTo>
                    <a:pt x="181" y="30"/>
                  </a:lnTo>
                  <a:lnTo>
                    <a:pt x="182" y="35"/>
                  </a:lnTo>
                  <a:lnTo>
                    <a:pt x="185" y="39"/>
                  </a:lnTo>
                  <a:lnTo>
                    <a:pt x="186" y="39"/>
                  </a:lnTo>
                  <a:lnTo>
                    <a:pt x="191" y="43"/>
                  </a:lnTo>
                  <a:lnTo>
                    <a:pt x="191" y="46"/>
                  </a:lnTo>
                  <a:lnTo>
                    <a:pt x="194" y="46"/>
                  </a:lnTo>
                  <a:lnTo>
                    <a:pt x="196" y="47"/>
                  </a:lnTo>
                  <a:lnTo>
                    <a:pt x="196" y="49"/>
                  </a:lnTo>
                  <a:lnTo>
                    <a:pt x="196" y="49"/>
                  </a:lnTo>
                  <a:lnTo>
                    <a:pt x="195" y="51"/>
                  </a:lnTo>
                  <a:lnTo>
                    <a:pt x="194" y="52"/>
                  </a:lnTo>
                  <a:lnTo>
                    <a:pt x="191" y="52"/>
                  </a:lnTo>
                  <a:lnTo>
                    <a:pt x="191" y="54"/>
                  </a:lnTo>
                  <a:lnTo>
                    <a:pt x="189" y="54"/>
                  </a:lnTo>
                  <a:lnTo>
                    <a:pt x="187" y="55"/>
                  </a:lnTo>
                  <a:lnTo>
                    <a:pt x="185" y="55"/>
                  </a:lnTo>
                  <a:lnTo>
                    <a:pt x="185" y="56"/>
                  </a:lnTo>
                  <a:lnTo>
                    <a:pt x="185" y="58"/>
                  </a:lnTo>
                  <a:lnTo>
                    <a:pt x="185" y="59"/>
                  </a:lnTo>
                  <a:lnTo>
                    <a:pt x="181" y="59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8" y="66"/>
                  </a:lnTo>
                  <a:lnTo>
                    <a:pt x="179" y="66"/>
                  </a:lnTo>
                  <a:lnTo>
                    <a:pt x="181" y="67"/>
                  </a:lnTo>
                  <a:lnTo>
                    <a:pt x="179" y="68"/>
                  </a:lnTo>
                  <a:lnTo>
                    <a:pt x="178" y="72"/>
                  </a:lnTo>
                  <a:lnTo>
                    <a:pt x="177" y="77"/>
                  </a:lnTo>
                  <a:lnTo>
                    <a:pt x="175" y="80"/>
                  </a:lnTo>
                  <a:lnTo>
                    <a:pt x="175" y="83"/>
                  </a:lnTo>
                  <a:lnTo>
                    <a:pt x="174" y="84"/>
                  </a:lnTo>
                  <a:lnTo>
                    <a:pt x="174" y="87"/>
                  </a:lnTo>
                  <a:lnTo>
                    <a:pt x="175" y="92"/>
                  </a:lnTo>
                  <a:lnTo>
                    <a:pt x="175" y="95"/>
                  </a:lnTo>
                  <a:lnTo>
                    <a:pt x="177" y="95"/>
                  </a:lnTo>
                  <a:lnTo>
                    <a:pt x="175" y="95"/>
                  </a:lnTo>
                  <a:lnTo>
                    <a:pt x="174" y="99"/>
                  </a:lnTo>
                  <a:lnTo>
                    <a:pt x="174" y="102"/>
                  </a:lnTo>
                  <a:lnTo>
                    <a:pt x="171" y="108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6" y="113"/>
                  </a:lnTo>
                  <a:lnTo>
                    <a:pt x="166" y="114"/>
                  </a:lnTo>
                  <a:lnTo>
                    <a:pt x="163" y="120"/>
                  </a:lnTo>
                  <a:lnTo>
                    <a:pt x="163" y="121"/>
                  </a:lnTo>
                  <a:lnTo>
                    <a:pt x="160" y="124"/>
                  </a:lnTo>
                  <a:lnTo>
                    <a:pt x="158" y="127"/>
                  </a:lnTo>
                  <a:lnTo>
                    <a:pt x="156" y="135"/>
                  </a:lnTo>
                  <a:lnTo>
                    <a:pt x="154" y="135"/>
                  </a:lnTo>
                  <a:lnTo>
                    <a:pt x="154" y="135"/>
                  </a:lnTo>
                  <a:lnTo>
                    <a:pt x="153" y="137"/>
                  </a:lnTo>
                  <a:lnTo>
                    <a:pt x="150" y="141"/>
                  </a:lnTo>
                  <a:lnTo>
                    <a:pt x="150" y="143"/>
                  </a:lnTo>
                  <a:lnTo>
                    <a:pt x="150" y="145"/>
                  </a:lnTo>
                  <a:lnTo>
                    <a:pt x="150" y="147"/>
                  </a:lnTo>
                  <a:lnTo>
                    <a:pt x="149" y="150"/>
                  </a:lnTo>
                  <a:lnTo>
                    <a:pt x="148" y="152"/>
                  </a:lnTo>
                  <a:lnTo>
                    <a:pt x="148" y="158"/>
                  </a:lnTo>
                  <a:lnTo>
                    <a:pt x="148" y="163"/>
                  </a:lnTo>
                  <a:lnTo>
                    <a:pt x="146" y="164"/>
                  </a:lnTo>
                  <a:lnTo>
                    <a:pt x="145" y="166"/>
                  </a:lnTo>
                  <a:lnTo>
                    <a:pt x="144" y="166"/>
                  </a:lnTo>
                  <a:lnTo>
                    <a:pt x="142" y="164"/>
                  </a:lnTo>
                  <a:lnTo>
                    <a:pt x="141" y="166"/>
                  </a:lnTo>
                  <a:lnTo>
                    <a:pt x="138" y="164"/>
                  </a:lnTo>
                  <a:lnTo>
                    <a:pt x="138" y="167"/>
                  </a:lnTo>
                  <a:lnTo>
                    <a:pt x="137" y="168"/>
                  </a:lnTo>
                  <a:lnTo>
                    <a:pt x="135" y="171"/>
                  </a:lnTo>
                  <a:lnTo>
                    <a:pt x="136" y="172"/>
                  </a:lnTo>
                  <a:lnTo>
                    <a:pt x="137" y="172"/>
                  </a:lnTo>
                  <a:lnTo>
                    <a:pt x="142" y="172"/>
                  </a:lnTo>
                  <a:lnTo>
                    <a:pt x="144" y="174"/>
                  </a:lnTo>
                  <a:lnTo>
                    <a:pt x="146" y="176"/>
                  </a:lnTo>
                  <a:lnTo>
                    <a:pt x="146" y="177"/>
                  </a:lnTo>
                  <a:lnTo>
                    <a:pt x="148" y="179"/>
                  </a:lnTo>
                  <a:lnTo>
                    <a:pt x="149" y="183"/>
                  </a:lnTo>
                  <a:lnTo>
                    <a:pt x="152" y="184"/>
                  </a:lnTo>
                  <a:lnTo>
                    <a:pt x="152" y="184"/>
                  </a:lnTo>
                  <a:lnTo>
                    <a:pt x="153" y="185"/>
                  </a:lnTo>
                  <a:lnTo>
                    <a:pt x="154" y="185"/>
                  </a:lnTo>
                  <a:lnTo>
                    <a:pt x="156" y="187"/>
                  </a:lnTo>
                  <a:lnTo>
                    <a:pt x="157" y="189"/>
                  </a:lnTo>
                  <a:lnTo>
                    <a:pt x="160" y="191"/>
                  </a:lnTo>
                  <a:lnTo>
                    <a:pt x="160" y="196"/>
                  </a:lnTo>
                  <a:lnTo>
                    <a:pt x="161" y="197"/>
                  </a:lnTo>
                  <a:lnTo>
                    <a:pt x="162" y="201"/>
                  </a:lnTo>
                  <a:lnTo>
                    <a:pt x="158" y="205"/>
                  </a:lnTo>
                  <a:lnTo>
                    <a:pt x="154" y="210"/>
                  </a:lnTo>
                  <a:lnTo>
                    <a:pt x="153" y="209"/>
                  </a:lnTo>
                  <a:lnTo>
                    <a:pt x="152" y="212"/>
                  </a:lnTo>
                  <a:lnTo>
                    <a:pt x="150" y="213"/>
                  </a:lnTo>
                  <a:lnTo>
                    <a:pt x="149" y="213"/>
                  </a:lnTo>
                  <a:lnTo>
                    <a:pt x="148" y="216"/>
                  </a:lnTo>
                  <a:lnTo>
                    <a:pt x="148" y="216"/>
                  </a:lnTo>
                  <a:lnTo>
                    <a:pt x="145" y="217"/>
                  </a:lnTo>
                  <a:lnTo>
                    <a:pt x="144" y="220"/>
                  </a:lnTo>
                  <a:lnTo>
                    <a:pt x="141" y="221"/>
                  </a:lnTo>
                  <a:lnTo>
                    <a:pt x="138" y="220"/>
                  </a:lnTo>
                  <a:lnTo>
                    <a:pt x="135" y="220"/>
                  </a:lnTo>
                  <a:lnTo>
                    <a:pt x="132" y="221"/>
                  </a:lnTo>
                  <a:lnTo>
                    <a:pt x="129" y="221"/>
                  </a:lnTo>
                  <a:lnTo>
                    <a:pt x="129" y="221"/>
                  </a:lnTo>
                  <a:lnTo>
                    <a:pt x="127" y="221"/>
                  </a:lnTo>
                  <a:lnTo>
                    <a:pt x="125" y="222"/>
                  </a:lnTo>
                  <a:lnTo>
                    <a:pt x="125" y="225"/>
                  </a:lnTo>
                  <a:lnTo>
                    <a:pt x="124" y="225"/>
                  </a:lnTo>
                  <a:lnTo>
                    <a:pt x="121" y="224"/>
                  </a:lnTo>
                  <a:lnTo>
                    <a:pt x="121" y="222"/>
                  </a:lnTo>
                  <a:lnTo>
                    <a:pt x="119" y="221"/>
                  </a:lnTo>
                  <a:lnTo>
                    <a:pt x="117" y="222"/>
                  </a:lnTo>
                  <a:lnTo>
                    <a:pt x="115" y="221"/>
                  </a:lnTo>
                  <a:lnTo>
                    <a:pt x="112" y="220"/>
                  </a:lnTo>
                  <a:lnTo>
                    <a:pt x="111" y="221"/>
                  </a:lnTo>
                  <a:lnTo>
                    <a:pt x="111" y="222"/>
                  </a:lnTo>
                  <a:lnTo>
                    <a:pt x="111" y="224"/>
                  </a:lnTo>
                  <a:lnTo>
                    <a:pt x="111" y="224"/>
                  </a:lnTo>
                  <a:lnTo>
                    <a:pt x="109" y="224"/>
                  </a:lnTo>
                  <a:lnTo>
                    <a:pt x="107" y="224"/>
                  </a:lnTo>
                  <a:lnTo>
                    <a:pt x="107" y="224"/>
                  </a:lnTo>
                  <a:lnTo>
                    <a:pt x="107" y="222"/>
                  </a:lnTo>
                  <a:lnTo>
                    <a:pt x="106" y="221"/>
                  </a:lnTo>
                  <a:lnTo>
                    <a:pt x="106" y="220"/>
                  </a:lnTo>
                  <a:lnTo>
                    <a:pt x="104" y="218"/>
                  </a:lnTo>
                  <a:lnTo>
                    <a:pt x="103" y="217"/>
                  </a:lnTo>
                  <a:lnTo>
                    <a:pt x="100" y="216"/>
                  </a:lnTo>
                  <a:lnTo>
                    <a:pt x="99" y="214"/>
                  </a:lnTo>
                  <a:lnTo>
                    <a:pt x="98" y="213"/>
                  </a:lnTo>
                  <a:lnTo>
                    <a:pt x="96" y="210"/>
                  </a:lnTo>
                  <a:lnTo>
                    <a:pt x="95" y="209"/>
                  </a:lnTo>
                  <a:lnTo>
                    <a:pt x="92" y="209"/>
                  </a:lnTo>
                  <a:lnTo>
                    <a:pt x="91" y="210"/>
                  </a:lnTo>
                  <a:lnTo>
                    <a:pt x="90" y="212"/>
                  </a:lnTo>
                  <a:lnTo>
                    <a:pt x="88" y="213"/>
                  </a:lnTo>
                  <a:lnTo>
                    <a:pt x="87" y="213"/>
                  </a:lnTo>
                  <a:lnTo>
                    <a:pt x="87" y="212"/>
                  </a:lnTo>
                  <a:lnTo>
                    <a:pt x="84" y="212"/>
                  </a:lnTo>
                  <a:lnTo>
                    <a:pt x="82" y="212"/>
                  </a:lnTo>
                  <a:lnTo>
                    <a:pt x="81" y="213"/>
                  </a:lnTo>
                  <a:lnTo>
                    <a:pt x="79" y="214"/>
                  </a:lnTo>
                  <a:lnTo>
                    <a:pt x="78" y="214"/>
                  </a:lnTo>
                  <a:lnTo>
                    <a:pt x="77" y="214"/>
                  </a:lnTo>
                  <a:lnTo>
                    <a:pt x="74" y="212"/>
                  </a:lnTo>
                  <a:lnTo>
                    <a:pt x="73" y="210"/>
                  </a:lnTo>
                  <a:lnTo>
                    <a:pt x="71" y="210"/>
                  </a:lnTo>
                  <a:lnTo>
                    <a:pt x="70" y="208"/>
                  </a:lnTo>
                  <a:lnTo>
                    <a:pt x="70" y="206"/>
                  </a:lnTo>
                  <a:lnTo>
                    <a:pt x="69" y="206"/>
                  </a:lnTo>
                  <a:lnTo>
                    <a:pt x="69" y="206"/>
                  </a:lnTo>
                  <a:lnTo>
                    <a:pt x="69" y="205"/>
                  </a:lnTo>
                  <a:lnTo>
                    <a:pt x="66" y="202"/>
                  </a:lnTo>
                  <a:lnTo>
                    <a:pt x="65" y="202"/>
                  </a:lnTo>
                  <a:lnTo>
                    <a:pt x="65" y="199"/>
                  </a:lnTo>
                  <a:lnTo>
                    <a:pt x="65" y="197"/>
                  </a:lnTo>
                  <a:lnTo>
                    <a:pt x="62" y="196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58" y="192"/>
                  </a:lnTo>
                  <a:lnTo>
                    <a:pt x="57" y="191"/>
                  </a:lnTo>
                  <a:lnTo>
                    <a:pt x="54" y="189"/>
                  </a:lnTo>
                  <a:lnTo>
                    <a:pt x="54" y="188"/>
                  </a:lnTo>
                  <a:lnTo>
                    <a:pt x="53" y="185"/>
                  </a:lnTo>
                  <a:lnTo>
                    <a:pt x="53" y="184"/>
                  </a:lnTo>
                  <a:lnTo>
                    <a:pt x="49" y="181"/>
                  </a:lnTo>
                  <a:lnTo>
                    <a:pt x="48" y="181"/>
                  </a:lnTo>
                  <a:lnTo>
                    <a:pt x="46" y="180"/>
                  </a:lnTo>
                  <a:lnTo>
                    <a:pt x="45" y="181"/>
                  </a:lnTo>
                  <a:lnTo>
                    <a:pt x="42" y="180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6"/>
                  </a:lnTo>
                  <a:lnTo>
                    <a:pt x="44" y="175"/>
                  </a:lnTo>
                  <a:lnTo>
                    <a:pt x="44" y="174"/>
                  </a:lnTo>
                  <a:lnTo>
                    <a:pt x="42" y="172"/>
                  </a:lnTo>
                  <a:lnTo>
                    <a:pt x="41" y="172"/>
                  </a:lnTo>
                  <a:lnTo>
                    <a:pt x="38" y="171"/>
                  </a:lnTo>
                  <a:lnTo>
                    <a:pt x="38" y="170"/>
                  </a:lnTo>
                  <a:lnTo>
                    <a:pt x="36" y="168"/>
                  </a:lnTo>
                  <a:lnTo>
                    <a:pt x="34" y="168"/>
                  </a:lnTo>
                  <a:lnTo>
                    <a:pt x="32" y="167"/>
                  </a:lnTo>
                  <a:lnTo>
                    <a:pt x="29" y="166"/>
                  </a:lnTo>
                  <a:lnTo>
                    <a:pt x="29" y="163"/>
                  </a:lnTo>
                  <a:lnTo>
                    <a:pt x="29" y="162"/>
                  </a:lnTo>
                  <a:lnTo>
                    <a:pt x="29" y="160"/>
                  </a:lnTo>
                  <a:lnTo>
                    <a:pt x="25" y="160"/>
                  </a:lnTo>
                  <a:lnTo>
                    <a:pt x="24" y="162"/>
                  </a:lnTo>
                  <a:lnTo>
                    <a:pt x="21" y="162"/>
                  </a:lnTo>
                  <a:lnTo>
                    <a:pt x="20" y="160"/>
                  </a:lnTo>
                  <a:lnTo>
                    <a:pt x="20" y="156"/>
                  </a:lnTo>
                  <a:lnTo>
                    <a:pt x="20" y="154"/>
                  </a:lnTo>
                  <a:lnTo>
                    <a:pt x="21" y="154"/>
                  </a:lnTo>
                  <a:lnTo>
                    <a:pt x="21" y="151"/>
                  </a:lnTo>
                  <a:lnTo>
                    <a:pt x="21" y="149"/>
                  </a:lnTo>
                  <a:lnTo>
                    <a:pt x="19" y="145"/>
                  </a:lnTo>
                  <a:lnTo>
                    <a:pt x="16" y="141"/>
                  </a:lnTo>
                  <a:lnTo>
                    <a:pt x="15" y="139"/>
                  </a:lnTo>
                  <a:lnTo>
                    <a:pt x="12" y="137"/>
                  </a:lnTo>
                  <a:lnTo>
                    <a:pt x="13" y="137"/>
                  </a:lnTo>
                  <a:lnTo>
                    <a:pt x="13" y="134"/>
                  </a:lnTo>
                  <a:lnTo>
                    <a:pt x="12" y="133"/>
                  </a:lnTo>
                  <a:lnTo>
                    <a:pt x="12" y="133"/>
                  </a:lnTo>
                  <a:lnTo>
                    <a:pt x="12" y="131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8" y="126"/>
                  </a:lnTo>
                  <a:lnTo>
                    <a:pt x="7" y="124"/>
                  </a:lnTo>
                  <a:lnTo>
                    <a:pt x="7" y="121"/>
                  </a:lnTo>
                  <a:lnTo>
                    <a:pt x="5" y="118"/>
                  </a:lnTo>
                  <a:lnTo>
                    <a:pt x="7" y="117"/>
                  </a:lnTo>
                  <a:lnTo>
                    <a:pt x="5" y="116"/>
                  </a:lnTo>
                  <a:lnTo>
                    <a:pt x="7" y="116"/>
                  </a:lnTo>
                  <a:lnTo>
                    <a:pt x="7" y="113"/>
                  </a:lnTo>
                  <a:lnTo>
                    <a:pt x="5" y="113"/>
                  </a:lnTo>
                  <a:lnTo>
                    <a:pt x="3" y="116"/>
                  </a:lnTo>
                  <a:lnTo>
                    <a:pt x="0" y="114"/>
                  </a:lnTo>
                  <a:lnTo>
                    <a:pt x="0" y="112"/>
                  </a:lnTo>
                  <a:lnTo>
                    <a:pt x="4" y="108"/>
                  </a:lnTo>
                  <a:lnTo>
                    <a:pt x="5" y="105"/>
                  </a:lnTo>
                  <a:lnTo>
                    <a:pt x="5" y="102"/>
                  </a:lnTo>
                  <a:lnTo>
                    <a:pt x="3" y="101"/>
                  </a:lnTo>
                  <a:lnTo>
                    <a:pt x="4" y="100"/>
                  </a:lnTo>
                  <a:lnTo>
                    <a:pt x="7" y="99"/>
                  </a:lnTo>
                  <a:lnTo>
                    <a:pt x="8" y="96"/>
                  </a:lnTo>
                  <a:lnTo>
                    <a:pt x="7" y="95"/>
                  </a:lnTo>
                  <a:lnTo>
                    <a:pt x="5" y="93"/>
                  </a:lnTo>
                  <a:lnTo>
                    <a:pt x="8" y="91"/>
                  </a:lnTo>
                  <a:lnTo>
                    <a:pt x="9" y="91"/>
                  </a:lnTo>
                  <a:lnTo>
                    <a:pt x="13" y="85"/>
                  </a:lnTo>
                  <a:lnTo>
                    <a:pt x="15" y="83"/>
                  </a:lnTo>
                  <a:lnTo>
                    <a:pt x="13" y="81"/>
                  </a:lnTo>
                  <a:lnTo>
                    <a:pt x="13" y="79"/>
                  </a:lnTo>
                  <a:lnTo>
                    <a:pt x="16" y="77"/>
                  </a:lnTo>
                  <a:lnTo>
                    <a:pt x="19" y="77"/>
                  </a:lnTo>
                  <a:lnTo>
                    <a:pt x="20" y="77"/>
                  </a:lnTo>
                  <a:lnTo>
                    <a:pt x="23" y="76"/>
                  </a:lnTo>
                  <a:lnTo>
                    <a:pt x="24" y="76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25"/>
                  </a:lnTo>
                  <a:lnTo>
                    <a:pt x="34" y="24"/>
                  </a:lnTo>
                  <a:lnTo>
                    <a:pt x="34" y="1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99" name="Freeform 438"/>
            <p:cNvSpPr>
              <a:spLocks/>
            </p:cNvSpPr>
            <p:nvPr/>
          </p:nvSpPr>
          <p:spPr bwMode="auto">
            <a:xfrm>
              <a:off x="6770211" y="3898682"/>
              <a:ext cx="459333" cy="347672"/>
            </a:xfrm>
            <a:custGeom>
              <a:avLst/>
              <a:gdLst>
                <a:gd name="T0" fmla="*/ 54 w 181"/>
                <a:gd name="T1" fmla="*/ 2 h 137"/>
                <a:gd name="T2" fmla="*/ 63 w 181"/>
                <a:gd name="T3" fmla="*/ 2 h 137"/>
                <a:gd name="T4" fmla="*/ 67 w 181"/>
                <a:gd name="T5" fmla="*/ 2 h 137"/>
                <a:gd name="T6" fmla="*/ 73 w 181"/>
                <a:gd name="T7" fmla="*/ 5 h 137"/>
                <a:gd name="T8" fmla="*/ 80 w 181"/>
                <a:gd name="T9" fmla="*/ 6 h 137"/>
                <a:gd name="T10" fmla="*/ 86 w 181"/>
                <a:gd name="T11" fmla="*/ 13 h 137"/>
                <a:gd name="T12" fmla="*/ 93 w 181"/>
                <a:gd name="T13" fmla="*/ 14 h 137"/>
                <a:gd name="T14" fmla="*/ 100 w 181"/>
                <a:gd name="T15" fmla="*/ 21 h 137"/>
                <a:gd name="T16" fmla="*/ 105 w 181"/>
                <a:gd name="T17" fmla="*/ 26 h 137"/>
                <a:gd name="T18" fmla="*/ 110 w 181"/>
                <a:gd name="T19" fmla="*/ 31 h 137"/>
                <a:gd name="T20" fmla="*/ 106 w 181"/>
                <a:gd name="T21" fmla="*/ 38 h 137"/>
                <a:gd name="T22" fmla="*/ 105 w 181"/>
                <a:gd name="T23" fmla="*/ 44 h 137"/>
                <a:gd name="T24" fmla="*/ 109 w 181"/>
                <a:gd name="T25" fmla="*/ 48 h 137"/>
                <a:gd name="T26" fmla="*/ 117 w 181"/>
                <a:gd name="T27" fmla="*/ 47 h 137"/>
                <a:gd name="T28" fmla="*/ 119 w 181"/>
                <a:gd name="T29" fmla="*/ 60 h 137"/>
                <a:gd name="T30" fmla="*/ 123 w 181"/>
                <a:gd name="T31" fmla="*/ 68 h 137"/>
                <a:gd name="T32" fmla="*/ 165 w 181"/>
                <a:gd name="T33" fmla="*/ 83 h 137"/>
                <a:gd name="T34" fmla="*/ 136 w 181"/>
                <a:gd name="T35" fmla="*/ 118 h 137"/>
                <a:gd name="T36" fmla="*/ 125 w 181"/>
                <a:gd name="T37" fmla="*/ 121 h 137"/>
                <a:gd name="T38" fmla="*/ 118 w 181"/>
                <a:gd name="T39" fmla="*/ 126 h 137"/>
                <a:gd name="T40" fmla="*/ 107 w 181"/>
                <a:gd name="T41" fmla="*/ 130 h 137"/>
                <a:gd name="T42" fmla="*/ 104 w 181"/>
                <a:gd name="T43" fmla="*/ 131 h 137"/>
                <a:gd name="T44" fmla="*/ 96 w 181"/>
                <a:gd name="T45" fmla="*/ 129 h 137"/>
                <a:gd name="T46" fmla="*/ 88 w 181"/>
                <a:gd name="T47" fmla="*/ 130 h 137"/>
                <a:gd name="T48" fmla="*/ 81 w 181"/>
                <a:gd name="T49" fmla="*/ 131 h 137"/>
                <a:gd name="T50" fmla="*/ 75 w 181"/>
                <a:gd name="T51" fmla="*/ 137 h 137"/>
                <a:gd name="T52" fmla="*/ 67 w 181"/>
                <a:gd name="T53" fmla="*/ 135 h 137"/>
                <a:gd name="T54" fmla="*/ 59 w 181"/>
                <a:gd name="T55" fmla="*/ 133 h 137"/>
                <a:gd name="T56" fmla="*/ 48 w 181"/>
                <a:gd name="T57" fmla="*/ 125 h 137"/>
                <a:gd name="T58" fmla="*/ 38 w 181"/>
                <a:gd name="T59" fmla="*/ 125 h 137"/>
                <a:gd name="T60" fmla="*/ 32 w 181"/>
                <a:gd name="T61" fmla="*/ 115 h 137"/>
                <a:gd name="T62" fmla="*/ 27 w 181"/>
                <a:gd name="T63" fmla="*/ 113 h 137"/>
                <a:gd name="T64" fmla="*/ 25 w 181"/>
                <a:gd name="T65" fmla="*/ 109 h 137"/>
                <a:gd name="T66" fmla="*/ 21 w 181"/>
                <a:gd name="T67" fmla="*/ 100 h 137"/>
                <a:gd name="T68" fmla="*/ 17 w 181"/>
                <a:gd name="T69" fmla="*/ 97 h 137"/>
                <a:gd name="T70" fmla="*/ 13 w 181"/>
                <a:gd name="T71" fmla="*/ 92 h 137"/>
                <a:gd name="T72" fmla="*/ 9 w 181"/>
                <a:gd name="T73" fmla="*/ 87 h 137"/>
                <a:gd name="T74" fmla="*/ 1 w 181"/>
                <a:gd name="T75" fmla="*/ 85 h 137"/>
                <a:gd name="T76" fmla="*/ 3 w 181"/>
                <a:gd name="T77" fmla="*/ 80 h 137"/>
                <a:gd name="T78" fmla="*/ 7 w 181"/>
                <a:gd name="T79" fmla="*/ 77 h 137"/>
                <a:gd name="T80" fmla="*/ 11 w 181"/>
                <a:gd name="T81" fmla="*/ 77 h 137"/>
                <a:gd name="T82" fmla="*/ 13 w 181"/>
                <a:gd name="T83" fmla="*/ 65 h 137"/>
                <a:gd name="T84" fmla="*/ 15 w 181"/>
                <a:gd name="T85" fmla="*/ 58 h 137"/>
                <a:gd name="T86" fmla="*/ 18 w 181"/>
                <a:gd name="T87" fmla="*/ 50 h 137"/>
                <a:gd name="T88" fmla="*/ 21 w 181"/>
                <a:gd name="T89" fmla="*/ 48 h 137"/>
                <a:gd name="T90" fmla="*/ 28 w 181"/>
                <a:gd name="T91" fmla="*/ 34 h 137"/>
                <a:gd name="T92" fmla="*/ 31 w 181"/>
                <a:gd name="T93" fmla="*/ 26 h 137"/>
                <a:gd name="T94" fmla="*/ 36 w 181"/>
                <a:gd name="T95" fmla="*/ 21 h 137"/>
                <a:gd name="T96" fmla="*/ 40 w 181"/>
                <a:gd name="T97" fmla="*/ 8 h 137"/>
                <a:gd name="T98" fmla="*/ 46 w 181"/>
                <a:gd name="T99" fmla="*/ 8 h 137"/>
                <a:gd name="T100" fmla="*/ 51 w 181"/>
                <a:gd name="T101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1" h="137">
                  <a:moveTo>
                    <a:pt x="51" y="0"/>
                  </a:moveTo>
                  <a:lnTo>
                    <a:pt x="52" y="1"/>
                  </a:lnTo>
                  <a:lnTo>
                    <a:pt x="54" y="2"/>
                  </a:lnTo>
                  <a:lnTo>
                    <a:pt x="57" y="4"/>
                  </a:lnTo>
                  <a:lnTo>
                    <a:pt x="60" y="4"/>
                  </a:lnTo>
                  <a:lnTo>
                    <a:pt x="63" y="2"/>
                  </a:lnTo>
                  <a:lnTo>
                    <a:pt x="64" y="1"/>
                  </a:lnTo>
                  <a:lnTo>
                    <a:pt x="67" y="2"/>
                  </a:lnTo>
                  <a:lnTo>
                    <a:pt x="67" y="2"/>
                  </a:lnTo>
                  <a:lnTo>
                    <a:pt x="69" y="2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5" y="4"/>
                  </a:lnTo>
                  <a:lnTo>
                    <a:pt x="77" y="5"/>
                  </a:lnTo>
                  <a:lnTo>
                    <a:pt x="80" y="6"/>
                  </a:lnTo>
                  <a:lnTo>
                    <a:pt x="81" y="6"/>
                  </a:lnTo>
                  <a:lnTo>
                    <a:pt x="85" y="10"/>
                  </a:lnTo>
                  <a:lnTo>
                    <a:pt x="86" y="13"/>
                  </a:lnTo>
                  <a:lnTo>
                    <a:pt x="90" y="13"/>
                  </a:lnTo>
                  <a:lnTo>
                    <a:pt x="90" y="14"/>
                  </a:lnTo>
                  <a:lnTo>
                    <a:pt x="93" y="14"/>
                  </a:lnTo>
                  <a:lnTo>
                    <a:pt x="93" y="15"/>
                  </a:lnTo>
                  <a:lnTo>
                    <a:pt x="96" y="17"/>
                  </a:lnTo>
                  <a:lnTo>
                    <a:pt x="100" y="21"/>
                  </a:lnTo>
                  <a:lnTo>
                    <a:pt x="102" y="21"/>
                  </a:lnTo>
                  <a:lnTo>
                    <a:pt x="104" y="23"/>
                  </a:lnTo>
                  <a:lnTo>
                    <a:pt x="105" y="26"/>
                  </a:lnTo>
                  <a:lnTo>
                    <a:pt x="105" y="27"/>
                  </a:lnTo>
                  <a:lnTo>
                    <a:pt x="106" y="27"/>
                  </a:lnTo>
                  <a:lnTo>
                    <a:pt x="110" y="31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6" y="38"/>
                  </a:lnTo>
                  <a:lnTo>
                    <a:pt x="106" y="40"/>
                  </a:lnTo>
                  <a:lnTo>
                    <a:pt x="105" y="43"/>
                  </a:lnTo>
                  <a:lnTo>
                    <a:pt x="105" y="44"/>
                  </a:lnTo>
                  <a:lnTo>
                    <a:pt x="104" y="47"/>
                  </a:lnTo>
                  <a:lnTo>
                    <a:pt x="105" y="48"/>
                  </a:lnTo>
                  <a:lnTo>
                    <a:pt x="109" y="48"/>
                  </a:lnTo>
                  <a:lnTo>
                    <a:pt x="111" y="47"/>
                  </a:lnTo>
                  <a:lnTo>
                    <a:pt x="115" y="46"/>
                  </a:lnTo>
                  <a:lnTo>
                    <a:pt x="117" y="47"/>
                  </a:lnTo>
                  <a:lnTo>
                    <a:pt x="117" y="48"/>
                  </a:lnTo>
                  <a:lnTo>
                    <a:pt x="117" y="54"/>
                  </a:lnTo>
                  <a:lnTo>
                    <a:pt x="119" y="60"/>
                  </a:lnTo>
                  <a:lnTo>
                    <a:pt x="122" y="62"/>
                  </a:lnTo>
                  <a:lnTo>
                    <a:pt x="122" y="64"/>
                  </a:lnTo>
                  <a:lnTo>
                    <a:pt x="123" y="68"/>
                  </a:lnTo>
                  <a:lnTo>
                    <a:pt x="127" y="69"/>
                  </a:lnTo>
                  <a:lnTo>
                    <a:pt x="131" y="72"/>
                  </a:lnTo>
                  <a:lnTo>
                    <a:pt x="165" y="83"/>
                  </a:lnTo>
                  <a:lnTo>
                    <a:pt x="181" y="83"/>
                  </a:lnTo>
                  <a:lnTo>
                    <a:pt x="143" y="119"/>
                  </a:lnTo>
                  <a:lnTo>
                    <a:pt x="136" y="118"/>
                  </a:lnTo>
                  <a:lnTo>
                    <a:pt x="129" y="119"/>
                  </a:lnTo>
                  <a:lnTo>
                    <a:pt x="127" y="121"/>
                  </a:lnTo>
                  <a:lnTo>
                    <a:pt x="125" y="121"/>
                  </a:lnTo>
                  <a:lnTo>
                    <a:pt x="122" y="122"/>
                  </a:lnTo>
                  <a:lnTo>
                    <a:pt x="121" y="125"/>
                  </a:lnTo>
                  <a:lnTo>
                    <a:pt x="118" y="126"/>
                  </a:lnTo>
                  <a:lnTo>
                    <a:pt x="115" y="127"/>
                  </a:lnTo>
                  <a:lnTo>
                    <a:pt x="111" y="129"/>
                  </a:lnTo>
                  <a:lnTo>
                    <a:pt x="107" y="130"/>
                  </a:lnTo>
                  <a:lnTo>
                    <a:pt x="107" y="131"/>
                  </a:lnTo>
                  <a:lnTo>
                    <a:pt x="106" y="131"/>
                  </a:lnTo>
                  <a:lnTo>
                    <a:pt x="104" y="131"/>
                  </a:lnTo>
                  <a:lnTo>
                    <a:pt x="100" y="133"/>
                  </a:lnTo>
                  <a:lnTo>
                    <a:pt x="97" y="131"/>
                  </a:lnTo>
                  <a:lnTo>
                    <a:pt x="96" y="129"/>
                  </a:lnTo>
                  <a:lnTo>
                    <a:pt x="94" y="127"/>
                  </a:lnTo>
                  <a:lnTo>
                    <a:pt x="89" y="129"/>
                  </a:lnTo>
                  <a:lnTo>
                    <a:pt x="88" y="130"/>
                  </a:lnTo>
                  <a:lnTo>
                    <a:pt x="85" y="130"/>
                  </a:lnTo>
                  <a:lnTo>
                    <a:pt x="82" y="130"/>
                  </a:lnTo>
                  <a:lnTo>
                    <a:pt x="81" y="131"/>
                  </a:lnTo>
                  <a:lnTo>
                    <a:pt x="79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2" y="137"/>
                  </a:lnTo>
                  <a:lnTo>
                    <a:pt x="69" y="137"/>
                  </a:lnTo>
                  <a:lnTo>
                    <a:pt x="67" y="135"/>
                  </a:lnTo>
                  <a:lnTo>
                    <a:pt x="63" y="135"/>
                  </a:lnTo>
                  <a:lnTo>
                    <a:pt x="60" y="135"/>
                  </a:lnTo>
                  <a:lnTo>
                    <a:pt x="59" y="133"/>
                  </a:lnTo>
                  <a:lnTo>
                    <a:pt x="56" y="130"/>
                  </a:lnTo>
                  <a:lnTo>
                    <a:pt x="51" y="126"/>
                  </a:lnTo>
                  <a:lnTo>
                    <a:pt x="48" y="125"/>
                  </a:lnTo>
                  <a:lnTo>
                    <a:pt x="43" y="125"/>
                  </a:lnTo>
                  <a:lnTo>
                    <a:pt x="40" y="125"/>
                  </a:lnTo>
                  <a:lnTo>
                    <a:pt x="38" y="125"/>
                  </a:lnTo>
                  <a:lnTo>
                    <a:pt x="35" y="125"/>
                  </a:lnTo>
                  <a:lnTo>
                    <a:pt x="32" y="122"/>
                  </a:lnTo>
                  <a:lnTo>
                    <a:pt x="32" y="115"/>
                  </a:lnTo>
                  <a:lnTo>
                    <a:pt x="31" y="114"/>
                  </a:lnTo>
                  <a:lnTo>
                    <a:pt x="28" y="115"/>
                  </a:lnTo>
                  <a:lnTo>
                    <a:pt x="27" y="113"/>
                  </a:lnTo>
                  <a:lnTo>
                    <a:pt x="27" y="114"/>
                  </a:lnTo>
                  <a:lnTo>
                    <a:pt x="26" y="110"/>
                  </a:lnTo>
                  <a:lnTo>
                    <a:pt x="25" y="109"/>
                  </a:lnTo>
                  <a:lnTo>
                    <a:pt x="25" y="104"/>
                  </a:lnTo>
                  <a:lnTo>
                    <a:pt x="22" y="102"/>
                  </a:lnTo>
                  <a:lnTo>
                    <a:pt x="21" y="100"/>
                  </a:lnTo>
                  <a:lnTo>
                    <a:pt x="19" y="98"/>
                  </a:lnTo>
                  <a:lnTo>
                    <a:pt x="18" y="98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14" y="96"/>
                  </a:lnTo>
                  <a:lnTo>
                    <a:pt x="13" y="92"/>
                  </a:lnTo>
                  <a:lnTo>
                    <a:pt x="11" y="90"/>
                  </a:lnTo>
                  <a:lnTo>
                    <a:pt x="11" y="89"/>
                  </a:lnTo>
                  <a:lnTo>
                    <a:pt x="9" y="87"/>
                  </a:lnTo>
                  <a:lnTo>
                    <a:pt x="7" y="85"/>
                  </a:lnTo>
                  <a:lnTo>
                    <a:pt x="2" y="85"/>
                  </a:lnTo>
                  <a:lnTo>
                    <a:pt x="1" y="85"/>
                  </a:lnTo>
                  <a:lnTo>
                    <a:pt x="0" y="84"/>
                  </a:lnTo>
                  <a:lnTo>
                    <a:pt x="2" y="81"/>
                  </a:lnTo>
                  <a:lnTo>
                    <a:pt x="3" y="80"/>
                  </a:lnTo>
                  <a:lnTo>
                    <a:pt x="3" y="77"/>
                  </a:lnTo>
                  <a:lnTo>
                    <a:pt x="6" y="79"/>
                  </a:lnTo>
                  <a:lnTo>
                    <a:pt x="7" y="77"/>
                  </a:lnTo>
                  <a:lnTo>
                    <a:pt x="9" y="79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3" y="76"/>
                  </a:lnTo>
                  <a:lnTo>
                    <a:pt x="13" y="71"/>
                  </a:lnTo>
                  <a:lnTo>
                    <a:pt x="13" y="65"/>
                  </a:lnTo>
                  <a:lnTo>
                    <a:pt x="14" y="63"/>
                  </a:lnTo>
                  <a:lnTo>
                    <a:pt x="15" y="60"/>
                  </a:lnTo>
                  <a:lnTo>
                    <a:pt x="15" y="58"/>
                  </a:lnTo>
                  <a:lnTo>
                    <a:pt x="15" y="56"/>
                  </a:lnTo>
                  <a:lnTo>
                    <a:pt x="15" y="54"/>
                  </a:lnTo>
                  <a:lnTo>
                    <a:pt x="18" y="50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3" y="40"/>
                  </a:lnTo>
                  <a:lnTo>
                    <a:pt x="25" y="37"/>
                  </a:lnTo>
                  <a:lnTo>
                    <a:pt x="28" y="34"/>
                  </a:lnTo>
                  <a:lnTo>
                    <a:pt x="28" y="33"/>
                  </a:lnTo>
                  <a:lnTo>
                    <a:pt x="31" y="27"/>
                  </a:lnTo>
                  <a:lnTo>
                    <a:pt x="31" y="26"/>
                  </a:lnTo>
                  <a:lnTo>
                    <a:pt x="34" y="25"/>
                  </a:lnTo>
                  <a:lnTo>
                    <a:pt x="35" y="25"/>
                  </a:lnTo>
                  <a:lnTo>
                    <a:pt x="36" y="21"/>
                  </a:lnTo>
                  <a:lnTo>
                    <a:pt x="39" y="15"/>
                  </a:lnTo>
                  <a:lnTo>
                    <a:pt x="39" y="12"/>
                  </a:lnTo>
                  <a:lnTo>
                    <a:pt x="40" y="8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0" name="Freeform 439"/>
            <p:cNvSpPr>
              <a:spLocks/>
            </p:cNvSpPr>
            <p:nvPr/>
          </p:nvSpPr>
          <p:spPr bwMode="auto">
            <a:xfrm>
              <a:off x="6869184" y="3802248"/>
              <a:ext cx="200483" cy="175105"/>
            </a:xfrm>
            <a:custGeom>
              <a:avLst/>
              <a:gdLst>
                <a:gd name="T0" fmla="*/ 24 w 79"/>
                <a:gd name="T1" fmla="*/ 0 h 69"/>
                <a:gd name="T2" fmla="*/ 30 w 79"/>
                <a:gd name="T3" fmla="*/ 15 h 69"/>
                <a:gd name="T4" fmla="*/ 33 w 79"/>
                <a:gd name="T5" fmla="*/ 25 h 69"/>
                <a:gd name="T6" fmla="*/ 34 w 79"/>
                <a:gd name="T7" fmla="*/ 28 h 69"/>
                <a:gd name="T8" fmla="*/ 37 w 79"/>
                <a:gd name="T9" fmla="*/ 31 h 69"/>
                <a:gd name="T10" fmla="*/ 40 w 79"/>
                <a:gd name="T11" fmla="*/ 35 h 69"/>
                <a:gd name="T12" fmla="*/ 38 w 79"/>
                <a:gd name="T13" fmla="*/ 32 h 69"/>
                <a:gd name="T14" fmla="*/ 40 w 79"/>
                <a:gd name="T15" fmla="*/ 30 h 69"/>
                <a:gd name="T16" fmla="*/ 41 w 79"/>
                <a:gd name="T17" fmla="*/ 34 h 69"/>
                <a:gd name="T18" fmla="*/ 45 w 79"/>
                <a:gd name="T19" fmla="*/ 38 h 69"/>
                <a:gd name="T20" fmla="*/ 47 w 79"/>
                <a:gd name="T21" fmla="*/ 36 h 69"/>
                <a:gd name="T22" fmla="*/ 50 w 79"/>
                <a:gd name="T23" fmla="*/ 36 h 69"/>
                <a:gd name="T24" fmla="*/ 53 w 79"/>
                <a:gd name="T25" fmla="*/ 40 h 69"/>
                <a:gd name="T26" fmla="*/ 57 w 79"/>
                <a:gd name="T27" fmla="*/ 43 h 69"/>
                <a:gd name="T28" fmla="*/ 62 w 79"/>
                <a:gd name="T29" fmla="*/ 50 h 69"/>
                <a:gd name="T30" fmla="*/ 67 w 79"/>
                <a:gd name="T31" fmla="*/ 53 h 69"/>
                <a:gd name="T32" fmla="*/ 67 w 79"/>
                <a:gd name="T33" fmla="*/ 52 h 69"/>
                <a:gd name="T34" fmla="*/ 71 w 79"/>
                <a:gd name="T35" fmla="*/ 59 h 69"/>
                <a:gd name="T36" fmla="*/ 74 w 79"/>
                <a:gd name="T37" fmla="*/ 61 h 69"/>
                <a:gd name="T38" fmla="*/ 74 w 79"/>
                <a:gd name="T39" fmla="*/ 64 h 69"/>
                <a:gd name="T40" fmla="*/ 76 w 79"/>
                <a:gd name="T41" fmla="*/ 65 h 69"/>
                <a:gd name="T42" fmla="*/ 78 w 79"/>
                <a:gd name="T43" fmla="*/ 65 h 69"/>
                <a:gd name="T44" fmla="*/ 76 w 79"/>
                <a:gd name="T45" fmla="*/ 68 h 69"/>
                <a:gd name="T46" fmla="*/ 74 w 79"/>
                <a:gd name="T47" fmla="*/ 69 h 69"/>
                <a:gd name="T48" fmla="*/ 67 w 79"/>
                <a:gd name="T49" fmla="*/ 65 h 69"/>
                <a:gd name="T50" fmla="*/ 66 w 79"/>
                <a:gd name="T51" fmla="*/ 64 h 69"/>
                <a:gd name="T52" fmla="*/ 63 w 79"/>
                <a:gd name="T53" fmla="*/ 59 h 69"/>
                <a:gd name="T54" fmla="*/ 57 w 79"/>
                <a:gd name="T55" fmla="*/ 55 h 69"/>
                <a:gd name="T56" fmla="*/ 54 w 79"/>
                <a:gd name="T57" fmla="*/ 52 h 69"/>
                <a:gd name="T58" fmla="*/ 51 w 79"/>
                <a:gd name="T59" fmla="*/ 51 h 69"/>
                <a:gd name="T60" fmla="*/ 46 w 79"/>
                <a:gd name="T61" fmla="*/ 48 h 69"/>
                <a:gd name="T62" fmla="*/ 41 w 79"/>
                <a:gd name="T63" fmla="*/ 44 h 69"/>
                <a:gd name="T64" fmla="*/ 36 w 79"/>
                <a:gd name="T65" fmla="*/ 42 h 69"/>
                <a:gd name="T66" fmla="*/ 34 w 79"/>
                <a:gd name="T67" fmla="*/ 43 h 69"/>
                <a:gd name="T68" fmla="*/ 28 w 79"/>
                <a:gd name="T69" fmla="*/ 40 h 69"/>
                <a:gd name="T70" fmla="*/ 25 w 79"/>
                <a:gd name="T71" fmla="*/ 39 h 69"/>
                <a:gd name="T72" fmla="*/ 21 w 79"/>
                <a:gd name="T73" fmla="*/ 42 h 69"/>
                <a:gd name="T74" fmla="*/ 15 w 79"/>
                <a:gd name="T75" fmla="*/ 40 h 69"/>
                <a:gd name="T76" fmla="*/ 12 w 79"/>
                <a:gd name="T77" fmla="*/ 38 h 69"/>
                <a:gd name="T78" fmla="*/ 7 w 79"/>
                <a:gd name="T79" fmla="*/ 44 h 69"/>
                <a:gd name="T80" fmla="*/ 4 w 79"/>
                <a:gd name="T81" fmla="*/ 46 h 69"/>
                <a:gd name="T82" fmla="*/ 1 w 79"/>
                <a:gd name="T83" fmla="*/ 43 h 69"/>
                <a:gd name="T84" fmla="*/ 0 w 79"/>
                <a:gd name="T85" fmla="*/ 35 h 69"/>
                <a:gd name="T86" fmla="*/ 1 w 79"/>
                <a:gd name="T87" fmla="*/ 31 h 69"/>
                <a:gd name="T88" fmla="*/ 4 w 79"/>
                <a:gd name="T89" fmla="*/ 23 h 69"/>
                <a:gd name="T90" fmla="*/ 7 w 79"/>
                <a:gd name="T91" fmla="*/ 18 h 69"/>
                <a:gd name="T92" fmla="*/ 4 w 79"/>
                <a:gd name="T93" fmla="*/ 17 h 69"/>
                <a:gd name="T94" fmla="*/ 5 w 79"/>
                <a:gd name="T95" fmla="*/ 11 h 69"/>
                <a:gd name="T96" fmla="*/ 11 w 79"/>
                <a:gd name="T97" fmla="*/ 10 h 69"/>
                <a:gd name="T98" fmla="*/ 11 w 79"/>
                <a:gd name="T99" fmla="*/ 7 h 69"/>
                <a:gd name="T100" fmla="*/ 13 w 79"/>
                <a:gd name="T101" fmla="*/ 6 h 69"/>
                <a:gd name="T102" fmla="*/ 17 w 79"/>
                <a:gd name="T103" fmla="*/ 5 h 69"/>
                <a:gd name="T104" fmla="*/ 20 w 79"/>
                <a:gd name="T105" fmla="*/ 3 h 69"/>
                <a:gd name="T106" fmla="*/ 22 w 79"/>
                <a:gd name="T10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9" h="69">
                  <a:moveTo>
                    <a:pt x="22" y="0"/>
                  </a:moveTo>
                  <a:lnTo>
                    <a:pt x="24" y="0"/>
                  </a:lnTo>
                  <a:lnTo>
                    <a:pt x="26" y="2"/>
                  </a:lnTo>
                  <a:lnTo>
                    <a:pt x="30" y="15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6" y="28"/>
                  </a:lnTo>
                  <a:lnTo>
                    <a:pt x="37" y="31"/>
                  </a:lnTo>
                  <a:lnTo>
                    <a:pt x="37" y="35"/>
                  </a:lnTo>
                  <a:lnTo>
                    <a:pt x="40" y="35"/>
                  </a:lnTo>
                  <a:lnTo>
                    <a:pt x="40" y="32"/>
                  </a:lnTo>
                  <a:lnTo>
                    <a:pt x="38" y="32"/>
                  </a:lnTo>
                  <a:lnTo>
                    <a:pt x="38" y="30"/>
                  </a:lnTo>
                  <a:lnTo>
                    <a:pt x="40" y="30"/>
                  </a:lnTo>
                  <a:lnTo>
                    <a:pt x="42" y="32"/>
                  </a:lnTo>
                  <a:lnTo>
                    <a:pt x="41" y="34"/>
                  </a:lnTo>
                  <a:lnTo>
                    <a:pt x="43" y="36"/>
                  </a:lnTo>
                  <a:lnTo>
                    <a:pt x="45" y="38"/>
                  </a:lnTo>
                  <a:lnTo>
                    <a:pt x="46" y="38"/>
                  </a:lnTo>
                  <a:lnTo>
                    <a:pt x="47" y="36"/>
                  </a:lnTo>
                  <a:lnTo>
                    <a:pt x="47" y="38"/>
                  </a:lnTo>
                  <a:lnTo>
                    <a:pt x="50" y="36"/>
                  </a:lnTo>
                  <a:lnTo>
                    <a:pt x="51" y="39"/>
                  </a:lnTo>
                  <a:lnTo>
                    <a:pt x="53" y="40"/>
                  </a:lnTo>
                  <a:lnTo>
                    <a:pt x="57" y="42"/>
                  </a:lnTo>
                  <a:lnTo>
                    <a:pt x="57" y="43"/>
                  </a:lnTo>
                  <a:lnTo>
                    <a:pt x="61" y="47"/>
                  </a:lnTo>
                  <a:lnTo>
                    <a:pt x="62" y="50"/>
                  </a:lnTo>
                  <a:lnTo>
                    <a:pt x="65" y="51"/>
                  </a:lnTo>
                  <a:lnTo>
                    <a:pt x="67" y="53"/>
                  </a:lnTo>
                  <a:lnTo>
                    <a:pt x="67" y="53"/>
                  </a:lnTo>
                  <a:lnTo>
                    <a:pt x="67" y="52"/>
                  </a:lnTo>
                  <a:lnTo>
                    <a:pt x="68" y="53"/>
                  </a:lnTo>
                  <a:lnTo>
                    <a:pt x="71" y="59"/>
                  </a:lnTo>
                  <a:lnTo>
                    <a:pt x="72" y="59"/>
                  </a:lnTo>
                  <a:lnTo>
                    <a:pt x="74" y="61"/>
                  </a:lnTo>
                  <a:lnTo>
                    <a:pt x="74" y="61"/>
                  </a:lnTo>
                  <a:lnTo>
                    <a:pt x="74" y="64"/>
                  </a:lnTo>
                  <a:lnTo>
                    <a:pt x="75" y="64"/>
                  </a:lnTo>
                  <a:lnTo>
                    <a:pt x="76" y="65"/>
                  </a:lnTo>
                  <a:lnTo>
                    <a:pt x="78" y="64"/>
                  </a:lnTo>
                  <a:lnTo>
                    <a:pt x="78" y="65"/>
                  </a:lnTo>
                  <a:lnTo>
                    <a:pt x="79" y="65"/>
                  </a:lnTo>
                  <a:lnTo>
                    <a:pt x="76" y="68"/>
                  </a:lnTo>
                  <a:lnTo>
                    <a:pt x="75" y="68"/>
                  </a:lnTo>
                  <a:lnTo>
                    <a:pt x="74" y="69"/>
                  </a:lnTo>
                  <a:lnTo>
                    <a:pt x="71" y="69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6" y="64"/>
                  </a:lnTo>
                  <a:lnTo>
                    <a:pt x="65" y="61"/>
                  </a:lnTo>
                  <a:lnTo>
                    <a:pt x="63" y="59"/>
                  </a:lnTo>
                  <a:lnTo>
                    <a:pt x="61" y="59"/>
                  </a:lnTo>
                  <a:lnTo>
                    <a:pt x="57" y="55"/>
                  </a:lnTo>
                  <a:lnTo>
                    <a:pt x="54" y="53"/>
                  </a:lnTo>
                  <a:lnTo>
                    <a:pt x="54" y="52"/>
                  </a:lnTo>
                  <a:lnTo>
                    <a:pt x="51" y="52"/>
                  </a:lnTo>
                  <a:lnTo>
                    <a:pt x="51" y="51"/>
                  </a:lnTo>
                  <a:lnTo>
                    <a:pt x="47" y="51"/>
                  </a:lnTo>
                  <a:lnTo>
                    <a:pt x="46" y="48"/>
                  </a:lnTo>
                  <a:lnTo>
                    <a:pt x="42" y="44"/>
                  </a:lnTo>
                  <a:lnTo>
                    <a:pt x="41" y="44"/>
                  </a:lnTo>
                  <a:lnTo>
                    <a:pt x="38" y="43"/>
                  </a:lnTo>
                  <a:lnTo>
                    <a:pt x="36" y="42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0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5" y="39"/>
                  </a:lnTo>
                  <a:lnTo>
                    <a:pt x="24" y="40"/>
                  </a:lnTo>
                  <a:lnTo>
                    <a:pt x="21" y="42"/>
                  </a:lnTo>
                  <a:lnTo>
                    <a:pt x="18" y="42"/>
                  </a:lnTo>
                  <a:lnTo>
                    <a:pt x="15" y="40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9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4" y="46"/>
                  </a:lnTo>
                  <a:lnTo>
                    <a:pt x="1" y="46"/>
                  </a:lnTo>
                  <a:lnTo>
                    <a:pt x="1" y="43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1" y="34"/>
                  </a:lnTo>
                  <a:lnTo>
                    <a:pt x="1" y="31"/>
                  </a:lnTo>
                  <a:lnTo>
                    <a:pt x="3" y="28"/>
                  </a:lnTo>
                  <a:lnTo>
                    <a:pt x="4" y="23"/>
                  </a:lnTo>
                  <a:lnTo>
                    <a:pt x="5" y="19"/>
                  </a:lnTo>
                  <a:lnTo>
                    <a:pt x="7" y="18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20" y="3"/>
                  </a:lnTo>
                  <a:lnTo>
                    <a:pt x="21" y="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1" name="Freeform 440"/>
            <p:cNvSpPr>
              <a:spLocks/>
            </p:cNvSpPr>
            <p:nvPr/>
          </p:nvSpPr>
          <p:spPr bwMode="auto">
            <a:xfrm>
              <a:off x="7034136" y="3967201"/>
              <a:ext cx="45679" cy="53293"/>
            </a:xfrm>
            <a:custGeom>
              <a:avLst/>
              <a:gdLst>
                <a:gd name="T0" fmla="*/ 14 w 18"/>
                <a:gd name="T1" fmla="*/ 0 h 21"/>
                <a:gd name="T2" fmla="*/ 14 w 18"/>
                <a:gd name="T3" fmla="*/ 0 h 21"/>
                <a:gd name="T4" fmla="*/ 14 w 18"/>
                <a:gd name="T5" fmla="*/ 0 h 21"/>
                <a:gd name="T6" fmla="*/ 17 w 18"/>
                <a:gd name="T7" fmla="*/ 3 h 21"/>
                <a:gd name="T8" fmla="*/ 17 w 18"/>
                <a:gd name="T9" fmla="*/ 3 h 21"/>
                <a:gd name="T10" fmla="*/ 17 w 18"/>
                <a:gd name="T11" fmla="*/ 4 h 21"/>
                <a:gd name="T12" fmla="*/ 18 w 18"/>
                <a:gd name="T13" fmla="*/ 8 h 21"/>
                <a:gd name="T14" fmla="*/ 17 w 18"/>
                <a:gd name="T15" fmla="*/ 8 h 21"/>
                <a:gd name="T16" fmla="*/ 14 w 18"/>
                <a:gd name="T17" fmla="*/ 11 h 21"/>
                <a:gd name="T18" fmla="*/ 13 w 18"/>
                <a:gd name="T19" fmla="*/ 11 h 21"/>
                <a:gd name="T20" fmla="*/ 11 w 18"/>
                <a:gd name="T21" fmla="*/ 13 h 21"/>
                <a:gd name="T22" fmla="*/ 9 w 18"/>
                <a:gd name="T23" fmla="*/ 13 h 21"/>
                <a:gd name="T24" fmla="*/ 10 w 18"/>
                <a:gd name="T25" fmla="*/ 15 h 21"/>
                <a:gd name="T26" fmla="*/ 10 w 18"/>
                <a:gd name="T27" fmla="*/ 15 h 21"/>
                <a:gd name="T28" fmla="*/ 13 w 18"/>
                <a:gd name="T29" fmla="*/ 15 h 21"/>
                <a:gd name="T30" fmla="*/ 15 w 18"/>
                <a:gd name="T31" fmla="*/ 13 h 21"/>
                <a:gd name="T32" fmla="*/ 15 w 18"/>
                <a:gd name="T33" fmla="*/ 15 h 21"/>
                <a:gd name="T34" fmla="*/ 13 w 18"/>
                <a:gd name="T35" fmla="*/ 20 h 21"/>
                <a:gd name="T36" fmla="*/ 13 w 18"/>
                <a:gd name="T37" fmla="*/ 20 h 21"/>
                <a:gd name="T38" fmla="*/ 11 w 18"/>
                <a:gd name="T39" fmla="*/ 19 h 21"/>
                <a:gd name="T40" fmla="*/ 7 w 18"/>
                <a:gd name="T41" fmla="*/ 20 h 21"/>
                <a:gd name="T42" fmla="*/ 5 w 18"/>
                <a:gd name="T43" fmla="*/ 21 h 21"/>
                <a:gd name="T44" fmla="*/ 1 w 18"/>
                <a:gd name="T45" fmla="*/ 21 h 21"/>
                <a:gd name="T46" fmla="*/ 0 w 18"/>
                <a:gd name="T47" fmla="*/ 20 h 21"/>
                <a:gd name="T48" fmla="*/ 1 w 18"/>
                <a:gd name="T49" fmla="*/ 17 h 21"/>
                <a:gd name="T50" fmla="*/ 1 w 18"/>
                <a:gd name="T51" fmla="*/ 16 h 21"/>
                <a:gd name="T52" fmla="*/ 2 w 18"/>
                <a:gd name="T53" fmla="*/ 13 h 21"/>
                <a:gd name="T54" fmla="*/ 2 w 18"/>
                <a:gd name="T55" fmla="*/ 11 h 21"/>
                <a:gd name="T56" fmla="*/ 3 w 18"/>
                <a:gd name="T57" fmla="*/ 8 h 21"/>
                <a:gd name="T58" fmla="*/ 3 w 18"/>
                <a:gd name="T59" fmla="*/ 6 h 21"/>
                <a:gd name="T60" fmla="*/ 9 w 18"/>
                <a:gd name="T61" fmla="*/ 4 h 21"/>
                <a:gd name="T62" fmla="*/ 10 w 18"/>
                <a:gd name="T63" fmla="*/ 3 h 21"/>
                <a:gd name="T64" fmla="*/ 11 w 18"/>
                <a:gd name="T65" fmla="*/ 3 h 21"/>
                <a:gd name="T66" fmla="*/ 14 w 18"/>
                <a:gd name="T6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1">
                  <a:moveTo>
                    <a:pt x="14" y="0"/>
                  </a:moveTo>
                  <a:lnTo>
                    <a:pt x="14" y="0"/>
                  </a:lnTo>
                  <a:lnTo>
                    <a:pt x="14" y="0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9" y="13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3" y="15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1" y="19"/>
                  </a:lnTo>
                  <a:lnTo>
                    <a:pt x="7" y="20"/>
                  </a:lnTo>
                  <a:lnTo>
                    <a:pt x="5" y="21"/>
                  </a:lnTo>
                  <a:lnTo>
                    <a:pt x="1" y="21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3" y="8"/>
                  </a:lnTo>
                  <a:lnTo>
                    <a:pt x="3" y="6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2" name="Freeform 441"/>
            <p:cNvSpPr>
              <a:spLocks/>
            </p:cNvSpPr>
            <p:nvPr/>
          </p:nvSpPr>
          <p:spPr bwMode="auto">
            <a:xfrm>
              <a:off x="7013834" y="3992578"/>
              <a:ext cx="307068" cy="406039"/>
            </a:xfrm>
            <a:custGeom>
              <a:avLst/>
              <a:gdLst>
                <a:gd name="T0" fmla="*/ 118 w 121"/>
                <a:gd name="T1" fmla="*/ 1 h 160"/>
                <a:gd name="T2" fmla="*/ 119 w 121"/>
                <a:gd name="T3" fmla="*/ 3 h 160"/>
                <a:gd name="T4" fmla="*/ 118 w 121"/>
                <a:gd name="T5" fmla="*/ 7 h 160"/>
                <a:gd name="T6" fmla="*/ 119 w 121"/>
                <a:gd name="T7" fmla="*/ 10 h 160"/>
                <a:gd name="T8" fmla="*/ 118 w 121"/>
                <a:gd name="T9" fmla="*/ 15 h 160"/>
                <a:gd name="T10" fmla="*/ 119 w 121"/>
                <a:gd name="T11" fmla="*/ 18 h 160"/>
                <a:gd name="T12" fmla="*/ 121 w 121"/>
                <a:gd name="T13" fmla="*/ 19 h 160"/>
                <a:gd name="T14" fmla="*/ 118 w 121"/>
                <a:gd name="T15" fmla="*/ 19 h 160"/>
                <a:gd name="T16" fmla="*/ 117 w 121"/>
                <a:gd name="T17" fmla="*/ 25 h 160"/>
                <a:gd name="T18" fmla="*/ 116 w 121"/>
                <a:gd name="T19" fmla="*/ 31 h 160"/>
                <a:gd name="T20" fmla="*/ 108 w 121"/>
                <a:gd name="T21" fmla="*/ 46 h 160"/>
                <a:gd name="T22" fmla="*/ 104 w 121"/>
                <a:gd name="T23" fmla="*/ 50 h 160"/>
                <a:gd name="T24" fmla="*/ 96 w 121"/>
                <a:gd name="T25" fmla="*/ 65 h 160"/>
                <a:gd name="T26" fmla="*/ 92 w 121"/>
                <a:gd name="T27" fmla="*/ 77 h 160"/>
                <a:gd name="T28" fmla="*/ 79 w 121"/>
                <a:gd name="T29" fmla="*/ 94 h 160"/>
                <a:gd name="T30" fmla="*/ 54 w 121"/>
                <a:gd name="T31" fmla="*/ 118 h 160"/>
                <a:gd name="T32" fmla="*/ 42 w 121"/>
                <a:gd name="T33" fmla="*/ 125 h 160"/>
                <a:gd name="T34" fmla="*/ 26 w 121"/>
                <a:gd name="T35" fmla="*/ 140 h 160"/>
                <a:gd name="T36" fmla="*/ 22 w 121"/>
                <a:gd name="T37" fmla="*/ 143 h 160"/>
                <a:gd name="T38" fmla="*/ 8 w 121"/>
                <a:gd name="T39" fmla="*/ 159 h 160"/>
                <a:gd name="T40" fmla="*/ 0 w 121"/>
                <a:gd name="T41" fmla="*/ 105 h 160"/>
                <a:gd name="T42" fmla="*/ 11 w 121"/>
                <a:gd name="T43" fmla="*/ 94 h 160"/>
                <a:gd name="T44" fmla="*/ 19 w 121"/>
                <a:gd name="T45" fmla="*/ 90 h 160"/>
                <a:gd name="T46" fmla="*/ 26 w 121"/>
                <a:gd name="T47" fmla="*/ 85 h 160"/>
                <a:gd name="T48" fmla="*/ 33 w 121"/>
                <a:gd name="T49" fmla="*/ 82 h 160"/>
                <a:gd name="T50" fmla="*/ 85 w 121"/>
                <a:gd name="T51" fmla="*/ 46 h 160"/>
                <a:gd name="T52" fmla="*/ 31 w 121"/>
                <a:gd name="T53" fmla="*/ 32 h 160"/>
                <a:gd name="T54" fmla="*/ 26 w 121"/>
                <a:gd name="T55" fmla="*/ 25 h 160"/>
                <a:gd name="T56" fmla="*/ 21 w 121"/>
                <a:gd name="T57" fmla="*/ 11 h 160"/>
                <a:gd name="T58" fmla="*/ 25 w 121"/>
                <a:gd name="T59" fmla="*/ 6 h 160"/>
                <a:gd name="T60" fmla="*/ 34 w 121"/>
                <a:gd name="T61" fmla="*/ 17 h 160"/>
                <a:gd name="T62" fmla="*/ 40 w 121"/>
                <a:gd name="T63" fmla="*/ 21 h 160"/>
                <a:gd name="T64" fmla="*/ 48 w 121"/>
                <a:gd name="T65" fmla="*/ 17 h 160"/>
                <a:gd name="T66" fmla="*/ 55 w 121"/>
                <a:gd name="T67" fmla="*/ 13 h 160"/>
                <a:gd name="T68" fmla="*/ 60 w 121"/>
                <a:gd name="T69" fmla="*/ 13 h 160"/>
                <a:gd name="T70" fmla="*/ 73 w 121"/>
                <a:gd name="T71" fmla="*/ 10 h 160"/>
                <a:gd name="T72" fmla="*/ 80 w 121"/>
                <a:gd name="T73" fmla="*/ 10 h 160"/>
                <a:gd name="T74" fmla="*/ 89 w 121"/>
                <a:gd name="T75" fmla="*/ 7 h 160"/>
                <a:gd name="T76" fmla="*/ 98 w 121"/>
                <a:gd name="T77" fmla="*/ 7 h 160"/>
                <a:gd name="T78" fmla="*/ 105 w 121"/>
                <a:gd name="T79" fmla="*/ 6 h 160"/>
                <a:gd name="T80" fmla="*/ 110 w 121"/>
                <a:gd name="T81" fmla="*/ 2 h 160"/>
                <a:gd name="T82" fmla="*/ 112 w 121"/>
                <a:gd name="T83" fmla="*/ 1 h 160"/>
                <a:gd name="T84" fmla="*/ 114 w 121"/>
                <a:gd name="T8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1" h="160">
                  <a:moveTo>
                    <a:pt x="114" y="0"/>
                  </a:moveTo>
                  <a:lnTo>
                    <a:pt x="116" y="0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21" y="1"/>
                  </a:lnTo>
                  <a:lnTo>
                    <a:pt x="119" y="3"/>
                  </a:lnTo>
                  <a:lnTo>
                    <a:pt x="118" y="5"/>
                  </a:lnTo>
                  <a:lnTo>
                    <a:pt x="118" y="7"/>
                  </a:lnTo>
                  <a:lnTo>
                    <a:pt x="118" y="7"/>
                  </a:lnTo>
                  <a:lnTo>
                    <a:pt x="118" y="9"/>
                  </a:lnTo>
                  <a:lnTo>
                    <a:pt x="119" y="9"/>
                  </a:lnTo>
                  <a:lnTo>
                    <a:pt x="119" y="10"/>
                  </a:lnTo>
                  <a:lnTo>
                    <a:pt x="118" y="11"/>
                  </a:lnTo>
                  <a:lnTo>
                    <a:pt x="118" y="13"/>
                  </a:lnTo>
                  <a:lnTo>
                    <a:pt x="118" y="15"/>
                  </a:lnTo>
                  <a:lnTo>
                    <a:pt x="119" y="17"/>
                  </a:lnTo>
                  <a:lnTo>
                    <a:pt x="118" y="18"/>
                  </a:lnTo>
                  <a:lnTo>
                    <a:pt x="119" y="18"/>
                  </a:lnTo>
                  <a:lnTo>
                    <a:pt x="119" y="18"/>
                  </a:lnTo>
                  <a:lnTo>
                    <a:pt x="121" y="18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19" y="19"/>
                  </a:lnTo>
                  <a:lnTo>
                    <a:pt x="118" y="19"/>
                  </a:lnTo>
                  <a:lnTo>
                    <a:pt x="117" y="19"/>
                  </a:lnTo>
                  <a:lnTo>
                    <a:pt x="116" y="23"/>
                  </a:lnTo>
                  <a:lnTo>
                    <a:pt x="117" y="25"/>
                  </a:lnTo>
                  <a:lnTo>
                    <a:pt x="116" y="27"/>
                  </a:lnTo>
                  <a:lnTo>
                    <a:pt x="116" y="28"/>
                  </a:lnTo>
                  <a:lnTo>
                    <a:pt x="116" y="31"/>
                  </a:lnTo>
                  <a:lnTo>
                    <a:pt x="112" y="36"/>
                  </a:lnTo>
                  <a:lnTo>
                    <a:pt x="109" y="43"/>
                  </a:lnTo>
                  <a:lnTo>
                    <a:pt x="108" y="46"/>
                  </a:lnTo>
                  <a:lnTo>
                    <a:pt x="106" y="44"/>
                  </a:lnTo>
                  <a:lnTo>
                    <a:pt x="104" y="48"/>
                  </a:lnTo>
                  <a:lnTo>
                    <a:pt x="104" y="50"/>
                  </a:lnTo>
                  <a:lnTo>
                    <a:pt x="105" y="51"/>
                  </a:lnTo>
                  <a:lnTo>
                    <a:pt x="102" y="52"/>
                  </a:lnTo>
                  <a:lnTo>
                    <a:pt x="96" y="65"/>
                  </a:lnTo>
                  <a:lnTo>
                    <a:pt x="96" y="68"/>
                  </a:lnTo>
                  <a:lnTo>
                    <a:pt x="92" y="75"/>
                  </a:lnTo>
                  <a:lnTo>
                    <a:pt x="92" y="77"/>
                  </a:lnTo>
                  <a:lnTo>
                    <a:pt x="84" y="88"/>
                  </a:lnTo>
                  <a:lnTo>
                    <a:pt x="83" y="90"/>
                  </a:lnTo>
                  <a:lnTo>
                    <a:pt x="79" y="94"/>
                  </a:lnTo>
                  <a:lnTo>
                    <a:pt x="72" y="101"/>
                  </a:lnTo>
                  <a:lnTo>
                    <a:pt x="59" y="113"/>
                  </a:lnTo>
                  <a:lnTo>
                    <a:pt x="54" y="118"/>
                  </a:lnTo>
                  <a:lnTo>
                    <a:pt x="50" y="118"/>
                  </a:lnTo>
                  <a:lnTo>
                    <a:pt x="47" y="121"/>
                  </a:lnTo>
                  <a:lnTo>
                    <a:pt x="42" y="125"/>
                  </a:lnTo>
                  <a:lnTo>
                    <a:pt x="34" y="132"/>
                  </a:lnTo>
                  <a:lnTo>
                    <a:pt x="33" y="132"/>
                  </a:lnTo>
                  <a:lnTo>
                    <a:pt x="26" y="140"/>
                  </a:lnTo>
                  <a:lnTo>
                    <a:pt x="25" y="140"/>
                  </a:lnTo>
                  <a:lnTo>
                    <a:pt x="23" y="143"/>
                  </a:lnTo>
                  <a:lnTo>
                    <a:pt x="22" y="143"/>
                  </a:lnTo>
                  <a:lnTo>
                    <a:pt x="19" y="146"/>
                  </a:lnTo>
                  <a:lnTo>
                    <a:pt x="18" y="148"/>
                  </a:lnTo>
                  <a:lnTo>
                    <a:pt x="8" y="159"/>
                  </a:lnTo>
                  <a:lnTo>
                    <a:pt x="8" y="160"/>
                  </a:lnTo>
                  <a:lnTo>
                    <a:pt x="0" y="152"/>
                  </a:lnTo>
                  <a:lnTo>
                    <a:pt x="0" y="105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3"/>
                  </a:lnTo>
                  <a:lnTo>
                    <a:pt x="15" y="92"/>
                  </a:lnTo>
                  <a:lnTo>
                    <a:pt x="19" y="90"/>
                  </a:lnTo>
                  <a:lnTo>
                    <a:pt x="22" y="89"/>
                  </a:lnTo>
                  <a:lnTo>
                    <a:pt x="25" y="88"/>
                  </a:lnTo>
                  <a:lnTo>
                    <a:pt x="26" y="85"/>
                  </a:lnTo>
                  <a:lnTo>
                    <a:pt x="29" y="84"/>
                  </a:lnTo>
                  <a:lnTo>
                    <a:pt x="31" y="84"/>
                  </a:lnTo>
                  <a:lnTo>
                    <a:pt x="33" y="82"/>
                  </a:lnTo>
                  <a:lnTo>
                    <a:pt x="40" y="81"/>
                  </a:lnTo>
                  <a:lnTo>
                    <a:pt x="47" y="82"/>
                  </a:lnTo>
                  <a:lnTo>
                    <a:pt x="85" y="46"/>
                  </a:lnTo>
                  <a:lnTo>
                    <a:pt x="69" y="46"/>
                  </a:lnTo>
                  <a:lnTo>
                    <a:pt x="35" y="35"/>
                  </a:lnTo>
                  <a:lnTo>
                    <a:pt x="31" y="32"/>
                  </a:lnTo>
                  <a:lnTo>
                    <a:pt x="27" y="31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3" y="23"/>
                  </a:lnTo>
                  <a:lnTo>
                    <a:pt x="21" y="17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33" y="14"/>
                  </a:lnTo>
                  <a:lnTo>
                    <a:pt x="34" y="17"/>
                  </a:lnTo>
                  <a:lnTo>
                    <a:pt x="35" y="17"/>
                  </a:lnTo>
                  <a:lnTo>
                    <a:pt x="38" y="19"/>
                  </a:lnTo>
                  <a:lnTo>
                    <a:pt x="40" y="21"/>
                  </a:lnTo>
                  <a:lnTo>
                    <a:pt x="44" y="19"/>
                  </a:lnTo>
                  <a:lnTo>
                    <a:pt x="44" y="18"/>
                  </a:lnTo>
                  <a:lnTo>
                    <a:pt x="48" y="17"/>
                  </a:lnTo>
                  <a:lnTo>
                    <a:pt x="50" y="17"/>
                  </a:lnTo>
                  <a:lnTo>
                    <a:pt x="54" y="13"/>
                  </a:lnTo>
                  <a:lnTo>
                    <a:pt x="55" y="13"/>
                  </a:lnTo>
                  <a:lnTo>
                    <a:pt x="56" y="14"/>
                  </a:lnTo>
                  <a:lnTo>
                    <a:pt x="59" y="14"/>
                  </a:lnTo>
                  <a:lnTo>
                    <a:pt x="60" y="13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73" y="10"/>
                  </a:lnTo>
                  <a:lnTo>
                    <a:pt x="76" y="9"/>
                  </a:lnTo>
                  <a:lnTo>
                    <a:pt x="77" y="10"/>
                  </a:lnTo>
                  <a:lnTo>
                    <a:pt x="80" y="10"/>
                  </a:lnTo>
                  <a:lnTo>
                    <a:pt x="83" y="10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8" y="7"/>
                  </a:lnTo>
                  <a:lnTo>
                    <a:pt x="100" y="6"/>
                  </a:lnTo>
                  <a:lnTo>
                    <a:pt x="104" y="5"/>
                  </a:lnTo>
                  <a:lnTo>
                    <a:pt x="105" y="6"/>
                  </a:lnTo>
                  <a:lnTo>
                    <a:pt x="105" y="5"/>
                  </a:lnTo>
                  <a:lnTo>
                    <a:pt x="109" y="5"/>
                  </a:lnTo>
                  <a:lnTo>
                    <a:pt x="110" y="2"/>
                  </a:lnTo>
                  <a:lnTo>
                    <a:pt x="112" y="2"/>
                  </a:lnTo>
                  <a:lnTo>
                    <a:pt x="112" y="1"/>
                  </a:lnTo>
                  <a:lnTo>
                    <a:pt x="112" y="1"/>
                  </a:lnTo>
                  <a:lnTo>
                    <a:pt x="113" y="0"/>
                  </a:lnTo>
                  <a:lnTo>
                    <a:pt x="114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3" name="Freeform 442"/>
            <p:cNvSpPr>
              <a:spLocks noEditPoints="1"/>
            </p:cNvSpPr>
            <p:nvPr/>
          </p:nvSpPr>
          <p:spPr bwMode="auto">
            <a:xfrm>
              <a:off x="6724531" y="4185447"/>
              <a:ext cx="314680" cy="307068"/>
            </a:xfrm>
            <a:custGeom>
              <a:avLst/>
              <a:gdLst>
                <a:gd name="T0" fmla="*/ 4 w 124"/>
                <a:gd name="T1" fmla="*/ 79 h 121"/>
                <a:gd name="T2" fmla="*/ 0 w 124"/>
                <a:gd name="T3" fmla="*/ 79 h 121"/>
                <a:gd name="T4" fmla="*/ 45 w 124"/>
                <a:gd name="T5" fmla="*/ 0 h 121"/>
                <a:gd name="T6" fmla="*/ 49 w 124"/>
                <a:gd name="T7" fmla="*/ 1 h 121"/>
                <a:gd name="T8" fmla="*/ 50 w 124"/>
                <a:gd name="T9" fmla="*/ 9 h 121"/>
                <a:gd name="T10" fmla="*/ 56 w 124"/>
                <a:gd name="T11" fmla="*/ 12 h 121"/>
                <a:gd name="T12" fmla="*/ 61 w 124"/>
                <a:gd name="T13" fmla="*/ 12 h 121"/>
                <a:gd name="T14" fmla="*/ 69 w 124"/>
                <a:gd name="T15" fmla="*/ 13 h 121"/>
                <a:gd name="T16" fmla="*/ 77 w 124"/>
                <a:gd name="T17" fmla="*/ 20 h 121"/>
                <a:gd name="T18" fmla="*/ 81 w 124"/>
                <a:gd name="T19" fmla="*/ 22 h 121"/>
                <a:gd name="T20" fmla="*/ 87 w 124"/>
                <a:gd name="T21" fmla="*/ 24 h 121"/>
                <a:gd name="T22" fmla="*/ 93 w 124"/>
                <a:gd name="T23" fmla="*/ 24 h 121"/>
                <a:gd name="T24" fmla="*/ 97 w 124"/>
                <a:gd name="T25" fmla="*/ 24 h 121"/>
                <a:gd name="T26" fmla="*/ 100 w 124"/>
                <a:gd name="T27" fmla="*/ 17 h 121"/>
                <a:gd name="T28" fmla="*/ 106 w 124"/>
                <a:gd name="T29" fmla="*/ 17 h 121"/>
                <a:gd name="T30" fmla="*/ 112 w 124"/>
                <a:gd name="T31" fmla="*/ 14 h 121"/>
                <a:gd name="T32" fmla="*/ 115 w 124"/>
                <a:gd name="T33" fmla="*/ 18 h 121"/>
                <a:gd name="T34" fmla="*/ 122 w 124"/>
                <a:gd name="T35" fmla="*/ 18 h 121"/>
                <a:gd name="T36" fmla="*/ 114 w 124"/>
                <a:gd name="T37" fmla="*/ 29 h 121"/>
                <a:gd name="T38" fmla="*/ 122 w 124"/>
                <a:gd name="T39" fmla="*/ 84 h 121"/>
                <a:gd name="T40" fmla="*/ 118 w 124"/>
                <a:gd name="T41" fmla="*/ 89 h 121"/>
                <a:gd name="T42" fmla="*/ 115 w 124"/>
                <a:gd name="T43" fmla="*/ 91 h 121"/>
                <a:gd name="T44" fmla="*/ 112 w 124"/>
                <a:gd name="T45" fmla="*/ 93 h 121"/>
                <a:gd name="T46" fmla="*/ 107 w 124"/>
                <a:gd name="T47" fmla="*/ 96 h 121"/>
                <a:gd name="T48" fmla="*/ 104 w 124"/>
                <a:gd name="T49" fmla="*/ 97 h 121"/>
                <a:gd name="T50" fmla="*/ 103 w 124"/>
                <a:gd name="T51" fmla="*/ 101 h 121"/>
                <a:gd name="T52" fmla="*/ 102 w 124"/>
                <a:gd name="T53" fmla="*/ 105 h 121"/>
                <a:gd name="T54" fmla="*/ 100 w 124"/>
                <a:gd name="T55" fmla="*/ 110 h 121"/>
                <a:gd name="T56" fmla="*/ 94 w 124"/>
                <a:gd name="T57" fmla="*/ 120 h 121"/>
                <a:gd name="T58" fmla="*/ 90 w 124"/>
                <a:gd name="T59" fmla="*/ 121 h 121"/>
                <a:gd name="T60" fmla="*/ 74 w 124"/>
                <a:gd name="T61" fmla="*/ 109 h 121"/>
                <a:gd name="T62" fmla="*/ 74 w 124"/>
                <a:gd name="T63" fmla="*/ 106 h 121"/>
                <a:gd name="T64" fmla="*/ 29 w 124"/>
                <a:gd name="T65" fmla="*/ 77 h 121"/>
                <a:gd name="T66" fmla="*/ 28 w 124"/>
                <a:gd name="T67" fmla="*/ 66 h 121"/>
                <a:gd name="T68" fmla="*/ 32 w 124"/>
                <a:gd name="T69" fmla="*/ 60 h 121"/>
                <a:gd name="T70" fmla="*/ 35 w 124"/>
                <a:gd name="T71" fmla="*/ 56 h 121"/>
                <a:gd name="T72" fmla="*/ 37 w 124"/>
                <a:gd name="T73" fmla="*/ 52 h 121"/>
                <a:gd name="T74" fmla="*/ 41 w 124"/>
                <a:gd name="T75" fmla="*/ 51 h 121"/>
                <a:gd name="T76" fmla="*/ 41 w 124"/>
                <a:gd name="T77" fmla="*/ 47 h 121"/>
                <a:gd name="T78" fmla="*/ 45 w 124"/>
                <a:gd name="T79" fmla="*/ 41 h 121"/>
                <a:gd name="T80" fmla="*/ 43 w 124"/>
                <a:gd name="T81" fmla="*/ 37 h 121"/>
                <a:gd name="T82" fmla="*/ 43 w 124"/>
                <a:gd name="T83" fmla="*/ 35 h 121"/>
                <a:gd name="T84" fmla="*/ 39 w 124"/>
                <a:gd name="T85" fmla="*/ 30 h 121"/>
                <a:gd name="T86" fmla="*/ 36 w 124"/>
                <a:gd name="T87" fmla="*/ 25 h 121"/>
                <a:gd name="T88" fmla="*/ 33 w 124"/>
                <a:gd name="T89" fmla="*/ 22 h 121"/>
                <a:gd name="T90" fmla="*/ 33 w 124"/>
                <a:gd name="T91" fmla="*/ 20 h 121"/>
                <a:gd name="T92" fmla="*/ 31 w 124"/>
                <a:gd name="T93" fmla="*/ 16 h 121"/>
                <a:gd name="T94" fmla="*/ 31 w 124"/>
                <a:gd name="T95" fmla="*/ 16 h 121"/>
                <a:gd name="T96" fmla="*/ 33 w 124"/>
                <a:gd name="T97" fmla="*/ 13 h 121"/>
                <a:gd name="T98" fmla="*/ 36 w 124"/>
                <a:gd name="T99" fmla="*/ 9 h 121"/>
                <a:gd name="T100" fmla="*/ 41 w 124"/>
                <a:gd name="T101" fmla="*/ 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" h="121">
                  <a:moveTo>
                    <a:pt x="10" y="79"/>
                  </a:moveTo>
                  <a:lnTo>
                    <a:pt x="4" y="7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" y="79"/>
                  </a:lnTo>
                  <a:close/>
                  <a:moveTo>
                    <a:pt x="45" y="0"/>
                  </a:moveTo>
                  <a:lnTo>
                    <a:pt x="46" y="2"/>
                  </a:lnTo>
                  <a:lnTo>
                    <a:pt x="49" y="1"/>
                  </a:lnTo>
                  <a:lnTo>
                    <a:pt x="50" y="2"/>
                  </a:lnTo>
                  <a:lnTo>
                    <a:pt x="50" y="9"/>
                  </a:lnTo>
                  <a:lnTo>
                    <a:pt x="53" y="12"/>
                  </a:lnTo>
                  <a:lnTo>
                    <a:pt x="56" y="12"/>
                  </a:lnTo>
                  <a:lnTo>
                    <a:pt x="58" y="12"/>
                  </a:lnTo>
                  <a:lnTo>
                    <a:pt x="61" y="12"/>
                  </a:lnTo>
                  <a:lnTo>
                    <a:pt x="66" y="12"/>
                  </a:lnTo>
                  <a:lnTo>
                    <a:pt x="69" y="13"/>
                  </a:lnTo>
                  <a:lnTo>
                    <a:pt x="74" y="17"/>
                  </a:lnTo>
                  <a:lnTo>
                    <a:pt x="77" y="20"/>
                  </a:lnTo>
                  <a:lnTo>
                    <a:pt x="78" y="22"/>
                  </a:lnTo>
                  <a:lnTo>
                    <a:pt x="81" y="22"/>
                  </a:lnTo>
                  <a:lnTo>
                    <a:pt x="85" y="22"/>
                  </a:lnTo>
                  <a:lnTo>
                    <a:pt x="87" y="24"/>
                  </a:lnTo>
                  <a:lnTo>
                    <a:pt x="90" y="24"/>
                  </a:lnTo>
                  <a:lnTo>
                    <a:pt x="93" y="24"/>
                  </a:lnTo>
                  <a:lnTo>
                    <a:pt x="94" y="24"/>
                  </a:lnTo>
                  <a:lnTo>
                    <a:pt x="97" y="24"/>
                  </a:lnTo>
                  <a:lnTo>
                    <a:pt x="99" y="18"/>
                  </a:lnTo>
                  <a:lnTo>
                    <a:pt x="100" y="17"/>
                  </a:lnTo>
                  <a:lnTo>
                    <a:pt x="103" y="17"/>
                  </a:lnTo>
                  <a:lnTo>
                    <a:pt x="106" y="17"/>
                  </a:lnTo>
                  <a:lnTo>
                    <a:pt x="107" y="16"/>
                  </a:lnTo>
                  <a:lnTo>
                    <a:pt x="112" y="14"/>
                  </a:lnTo>
                  <a:lnTo>
                    <a:pt x="114" y="16"/>
                  </a:lnTo>
                  <a:lnTo>
                    <a:pt x="115" y="18"/>
                  </a:lnTo>
                  <a:lnTo>
                    <a:pt x="118" y="20"/>
                  </a:lnTo>
                  <a:lnTo>
                    <a:pt x="122" y="18"/>
                  </a:lnTo>
                  <a:lnTo>
                    <a:pt x="124" y="18"/>
                  </a:lnTo>
                  <a:lnTo>
                    <a:pt x="114" y="29"/>
                  </a:lnTo>
                  <a:lnTo>
                    <a:pt x="114" y="76"/>
                  </a:lnTo>
                  <a:lnTo>
                    <a:pt x="122" y="84"/>
                  </a:lnTo>
                  <a:lnTo>
                    <a:pt x="122" y="84"/>
                  </a:lnTo>
                  <a:lnTo>
                    <a:pt x="118" y="89"/>
                  </a:lnTo>
                  <a:lnTo>
                    <a:pt x="116" y="89"/>
                  </a:lnTo>
                  <a:lnTo>
                    <a:pt x="115" y="91"/>
                  </a:lnTo>
                  <a:lnTo>
                    <a:pt x="116" y="92"/>
                  </a:lnTo>
                  <a:lnTo>
                    <a:pt x="112" y="93"/>
                  </a:lnTo>
                  <a:lnTo>
                    <a:pt x="110" y="96"/>
                  </a:lnTo>
                  <a:lnTo>
                    <a:pt x="107" y="96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3" y="100"/>
                  </a:lnTo>
                  <a:lnTo>
                    <a:pt x="103" y="101"/>
                  </a:lnTo>
                  <a:lnTo>
                    <a:pt x="104" y="101"/>
                  </a:lnTo>
                  <a:lnTo>
                    <a:pt x="102" y="105"/>
                  </a:lnTo>
                  <a:lnTo>
                    <a:pt x="100" y="108"/>
                  </a:lnTo>
                  <a:lnTo>
                    <a:pt x="100" y="110"/>
                  </a:lnTo>
                  <a:lnTo>
                    <a:pt x="98" y="113"/>
                  </a:lnTo>
                  <a:lnTo>
                    <a:pt x="94" y="120"/>
                  </a:lnTo>
                  <a:lnTo>
                    <a:pt x="91" y="121"/>
                  </a:lnTo>
                  <a:lnTo>
                    <a:pt x="90" y="121"/>
                  </a:lnTo>
                  <a:lnTo>
                    <a:pt x="75" y="110"/>
                  </a:lnTo>
                  <a:lnTo>
                    <a:pt x="74" y="109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3" y="102"/>
                  </a:lnTo>
                  <a:lnTo>
                    <a:pt x="29" y="77"/>
                  </a:lnTo>
                  <a:lnTo>
                    <a:pt x="25" y="77"/>
                  </a:lnTo>
                  <a:lnTo>
                    <a:pt x="28" y="66"/>
                  </a:lnTo>
                  <a:lnTo>
                    <a:pt x="29" y="63"/>
                  </a:lnTo>
                  <a:lnTo>
                    <a:pt x="32" y="60"/>
                  </a:lnTo>
                  <a:lnTo>
                    <a:pt x="33" y="58"/>
                  </a:lnTo>
                  <a:lnTo>
                    <a:pt x="35" y="56"/>
                  </a:lnTo>
                  <a:lnTo>
                    <a:pt x="36" y="54"/>
                  </a:lnTo>
                  <a:lnTo>
                    <a:pt x="37" y="52"/>
                  </a:lnTo>
                  <a:lnTo>
                    <a:pt x="37" y="51"/>
                  </a:lnTo>
                  <a:lnTo>
                    <a:pt x="41" y="51"/>
                  </a:lnTo>
                  <a:lnTo>
                    <a:pt x="41" y="49"/>
                  </a:lnTo>
                  <a:lnTo>
                    <a:pt x="41" y="47"/>
                  </a:lnTo>
                  <a:lnTo>
                    <a:pt x="45" y="43"/>
                  </a:lnTo>
                  <a:lnTo>
                    <a:pt x="45" y="41"/>
                  </a:lnTo>
                  <a:lnTo>
                    <a:pt x="44" y="39"/>
                  </a:lnTo>
                  <a:lnTo>
                    <a:pt x="43" y="37"/>
                  </a:lnTo>
                  <a:lnTo>
                    <a:pt x="44" y="35"/>
                  </a:lnTo>
                  <a:lnTo>
                    <a:pt x="43" y="35"/>
                  </a:lnTo>
                  <a:lnTo>
                    <a:pt x="40" y="34"/>
                  </a:lnTo>
                  <a:lnTo>
                    <a:pt x="39" y="30"/>
                  </a:lnTo>
                  <a:lnTo>
                    <a:pt x="36" y="27"/>
                  </a:lnTo>
                  <a:lnTo>
                    <a:pt x="36" y="25"/>
                  </a:lnTo>
                  <a:lnTo>
                    <a:pt x="36" y="22"/>
                  </a:lnTo>
                  <a:lnTo>
                    <a:pt x="33" y="22"/>
                  </a:lnTo>
                  <a:lnTo>
                    <a:pt x="35" y="21"/>
                  </a:lnTo>
                  <a:lnTo>
                    <a:pt x="33" y="20"/>
                  </a:lnTo>
                  <a:lnTo>
                    <a:pt x="32" y="17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2" y="13"/>
                  </a:lnTo>
                  <a:lnTo>
                    <a:pt x="33" y="13"/>
                  </a:lnTo>
                  <a:lnTo>
                    <a:pt x="35" y="12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41" y="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4" name="Freeform 443"/>
            <p:cNvSpPr>
              <a:spLocks/>
            </p:cNvSpPr>
            <p:nvPr/>
          </p:nvSpPr>
          <p:spPr bwMode="auto">
            <a:xfrm>
              <a:off x="6661089" y="4226051"/>
              <a:ext cx="177642" cy="170030"/>
            </a:xfrm>
            <a:custGeom>
              <a:avLst/>
              <a:gdLst>
                <a:gd name="T0" fmla="*/ 57 w 70"/>
                <a:gd name="T1" fmla="*/ 1 h 67"/>
                <a:gd name="T2" fmla="*/ 60 w 70"/>
                <a:gd name="T3" fmla="*/ 5 h 67"/>
                <a:gd name="T4" fmla="*/ 61 w 70"/>
                <a:gd name="T5" fmla="*/ 6 h 67"/>
                <a:gd name="T6" fmla="*/ 61 w 70"/>
                <a:gd name="T7" fmla="*/ 11 h 67"/>
                <a:gd name="T8" fmla="*/ 65 w 70"/>
                <a:gd name="T9" fmla="*/ 18 h 67"/>
                <a:gd name="T10" fmla="*/ 69 w 70"/>
                <a:gd name="T11" fmla="*/ 19 h 67"/>
                <a:gd name="T12" fmla="*/ 69 w 70"/>
                <a:gd name="T13" fmla="*/ 23 h 67"/>
                <a:gd name="T14" fmla="*/ 70 w 70"/>
                <a:gd name="T15" fmla="*/ 27 h 67"/>
                <a:gd name="T16" fmla="*/ 66 w 70"/>
                <a:gd name="T17" fmla="*/ 33 h 67"/>
                <a:gd name="T18" fmla="*/ 62 w 70"/>
                <a:gd name="T19" fmla="*/ 35 h 67"/>
                <a:gd name="T20" fmla="*/ 61 w 70"/>
                <a:gd name="T21" fmla="*/ 38 h 67"/>
                <a:gd name="T22" fmla="*/ 58 w 70"/>
                <a:gd name="T23" fmla="*/ 42 h 67"/>
                <a:gd name="T24" fmla="*/ 54 w 70"/>
                <a:gd name="T25" fmla="*/ 47 h 67"/>
                <a:gd name="T26" fmla="*/ 50 w 70"/>
                <a:gd name="T27" fmla="*/ 61 h 67"/>
                <a:gd name="T28" fmla="*/ 25 w 70"/>
                <a:gd name="T29" fmla="*/ 63 h 67"/>
                <a:gd name="T30" fmla="*/ 15 w 70"/>
                <a:gd name="T31" fmla="*/ 63 h 67"/>
                <a:gd name="T32" fmla="*/ 14 w 70"/>
                <a:gd name="T33" fmla="*/ 64 h 67"/>
                <a:gd name="T34" fmla="*/ 12 w 70"/>
                <a:gd name="T35" fmla="*/ 64 h 67"/>
                <a:gd name="T36" fmla="*/ 10 w 70"/>
                <a:gd name="T37" fmla="*/ 65 h 67"/>
                <a:gd name="T38" fmla="*/ 7 w 70"/>
                <a:gd name="T39" fmla="*/ 67 h 67"/>
                <a:gd name="T40" fmla="*/ 6 w 70"/>
                <a:gd name="T41" fmla="*/ 65 h 67"/>
                <a:gd name="T42" fmla="*/ 2 w 70"/>
                <a:gd name="T43" fmla="*/ 67 h 67"/>
                <a:gd name="T44" fmla="*/ 2 w 70"/>
                <a:gd name="T45" fmla="*/ 67 h 67"/>
                <a:gd name="T46" fmla="*/ 3 w 70"/>
                <a:gd name="T47" fmla="*/ 59 h 67"/>
                <a:gd name="T48" fmla="*/ 3 w 70"/>
                <a:gd name="T49" fmla="*/ 52 h 67"/>
                <a:gd name="T50" fmla="*/ 8 w 70"/>
                <a:gd name="T51" fmla="*/ 42 h 67"/>
                <a:gd name="T52" fmla="*/ 14 w 70"/>
                <a:gd name="T53" fmla="*/ 36 h 67"/>
                <a:gd name="T54" fmla="*/ 19 w 70"/>
                <a:gd name="T55" fmla="*/ 27 h 67"/>
                <a:gd name="T56" fmla="*/ 17 w 70"/>
                <a:gd name="T57" fmla="*/ 23 h 67"/>
                <a:gd name="T58" fmla="*/ 16 w 70"/>
                <a:gd name="T59" fmla="*/ 19 h 67"/>
                <a:gd name="T60" fmla="*/ 17 w 70"/>
                <a:gd name="T61" fmla="*/ 11 h 67"/>
                <a:gd name="T62" fmla="*/ 19 w 70"/>
                <a:gd name="T63" fmla="*/ 8 h 67"/>
                <a:gd name="T64" fmla="*/ 19 w 70"/>
                <a:gd name="T65" fmla="*/ 6 h 67"/>
                <a:gd name="T66" fmla="*/ 20 w 70"/>
                <a:gd name="T67" fmla="*/ 4 h 67"/>
                <a:gd name="T68" fmla="*/ 25 w 70"/>
                <a:gd name="T69" fmla="*/ 6 h 67"/>
                <a:gd name="T70" fmla="*/ 29 w 70"/>
                <a:gd name="T71" fmla="*/ 6 h 67"/>
                <a:gd name="T72" fmla="*/ 32 w 70"/>
                <a:gd name="T73" fmla="*/ 9 h 67"/>
                <a:gd name="T74" fmla="*/ 33 w 70"/>
                <a:gd name="T75" fmla="*/ 6 h 67"/>
                <a:gd name="T76" fmla="*/ 37 w 70"/>
                <a:gd name="T77" fmla="*/ 5 h 67"/>
                <a:gd name="T78" fmla="*/ 40 w 70"/>
                <a:gd name="T79" fmla="*/ 5 h 67"/>
                <a:gd name="T80" fmla="*/ 46 w 70"/>
                <a:gd name="T81" fmla="*/ 4 h 67"/>
                <a:gd name="T82" fmla="*/ 52 w 70"/>
                <a:gd name="T83" fmla="*/ 4 h 67"/>
                <a:gd name="T84" fmla="*/ 56 w 70"/>
                <a:gd name="T8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" h="67">
                  <a:moveTo>
                    <a:pt x="56" y="0"/>
                  </a:moveTo>
                  <a:lnTo>
                    <a:pt x="57" y="1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58" y="6"/>
                  </a:lnTo>
                  <a:lnTo>
                    <a:pt x="61" y="6"/>
                  </a:lnTo>
                  <a:lnTo>
                    <a:pt x="61" y="9"/>
                  </a:lnTo>
                  <a:lnTo>
                    <a:pt x="61" y="11"/>
                  </a:lnTo>
                  <a:lnTo>
                    <a:pt x="64" y="14"/>
                  </a:lnTo>
                  <a:lnTo>
                    <a:pt x="65" y="18"/>
                  </a:lnTo>
                  <a:lnTo>
                    <a:pt x="68" y="19"/>
                  </a:lnTo>
                  <a:lnTo>
                    <a:pt x="69" y="19"/>
                  </a:lnTo>
                  <a:lnTo>
                    <a:pt x="68" y="21"/>
                  </a:lnTo>
                  <a:lnTo>
                    <a:pt x="69" y="23"/>
                  </a:lnTo>
                  <a:lnTo>
                    <a:pt x="70" y="25"/>
                  </a:lnTo>
                  <a:lnTo>
                    <a:pt x="70" y="27"/>
                  </a:lnTo>
                  <a:lnTo>
                    <a:pt x="66" y="31"/>
                  </a:lnTo>
                  <a:lnTo>
                    <a:pt x="66" y="33"/>
                  </a:lnTo>
                  <a:lnTo>
                    <a:pt x="66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1" y="38"/>
                  </a:lnTo>
                  <a:lnTo>
                    <a:pt x="60" y="40"/>
                  </a:lnTo>
                  <a:lnTo>
                    <a:pt x="58" y="42"/>
                  </a:lnTo>
                  <a:lnTo>
                    <a:pt x="57" y="44"/>
                  </a:lnTo>
                  <a:lnTo>
                    <a:pt x="54" y="47"/>
                  </a:lnTo>
                  <a:lnTo>
                    <a:pt x="53" y="50"/>
                  </a:lnTo>
                  <a:lnTo>
                    <a:pt x="50" y="61"/>
                  </a:lnTo>
                  <a:lnTo>
                    <a:pt x="3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15" y="6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0" y="64"/>
                  </a:lnTo>
                  <a:lnTo>
                    <a:pt x="10" y="65"/>
                  </a:lnTo>
                  <a:lnTo>
                    <a:pt x="10" y="67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5"/>
                  </a:lnTo>
                  <a:lnTo>
                    <a:pt x="3" y="67"/>
                  </a:lnTo>
                  <a:lnTo>
                    <a:pt x="2" y="67"/>
                  </a:lnTo>
                  <a:lnTo>
                    <a:pt x="0" y="67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3" y="59"/>
                  </a:lnTo>
                  <a:lnTo>
                    <a:pt x="3" y="55"/>
                  </a:lnTo>
                  <a:lnTo>
                    <a:pt x="3" y="52"/>
                  </a:lnTo>
                  <a:lnTo>
                    <a:pt x="4" y="51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4" y="36"/>
                  </a:lnTo>
                  <a:lnTo>
                    <a:pt x="19" y="29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7" y="23"/>
                  </a:lnTo>
                  <a:lnTo>
                    <a:pt x="16" y="22"/>
                  </a:lnTo>
                  <a:lnTo>
                    <a:pt x="16" y="19"/>
                  </a:lnTo>
                  <a:lnTo>
                    <a:pt x="17" y="15"/>
                  </a:lnTo>
                  <a:lnTo>
                    <a:pt x="17" y="11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20" y="4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7" y="5"/>
                  </a:lnTo>
                  <a:lnTo>
                    <a:pt x="29" y="6"/>
                  </a:lnTo>
                  <a:lnTo>
                    <a:pt x="29" y="8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3" y="6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40" y="5"/>
                  </a:lnTo>
                  <a:lnTo>
                    <a:pt x="43" y="4"/>
                  </a:lnTo>
                  <a:lnTo>
                    <a:pt x="46" y="4"/>
                  </a:lnTo>
                  <a:lnTo>
                    <a:pt x="49" y="5"/>
                  </a:lnTo>
                  <a:lnTo>
                    <a:pt x="52" y="4"/>
                  </a:lnTo>
                  <a:lnTo>
                    <a:pt x="53" y="1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5" name="Freeform 444"/>
            <p:cNvSpPr>
              <a:spLocks/>
            </p:cNvSpPr>
            <p:nvPr/>
          </p:nvSpPr>
          <p:spPr bwMode="auto">
            <a:xfrm>
              <a:off x="6211907" y="4015419"/>
              <a:ext cx="390813" cy="263925"/>
            </a:xfrm>
            <a:custGeom>
              <a:avLst/>
              <a:gdLst>
                <a:gd name="T0" fmla="*/ 97 w 154"/>
                <a:gd name="T1" fmla="*/ 4 h 104"/>
                <a:gd name="T2" fmla="*/ 106 w 154"/>
                <a:gd name="T3" fmla="*/ 16 h 104"/>
                <a:gd name="T4" fmla="*/ 105 w 154"/>
                <a:gd name="T5" fmla="*/ 23 h 104"/>
                <a:gd name="T6" fmla="*/ 110 w 154"/>
                <a:gd name="T7" fmla="*/ 27 h 104"/>
                <a:gd name="T8" fmla="*/ 114 w 154"/>
                <a:gd name="T9" fmla="*/ 33 h 104"/>
                <a:gd name="T10" fmla="*/ 123 w 154"/>
                <a:gd name="T11" fmla="*/ 37 h 104"/>
                <a:gd name="T12" fmla="*/ 129 w 154"/>
                <a:gd name="T13" fmla="*/ 41 h 104"/>
                <a:gd name="T14" fmla="*/ 126 w 154"/>
                <a:gd name="T15" fmla="*/ 46 h 104"/>
                <a:gd name="T16" fmla="*/ 133 w 154"/>
                <a:gd name="T17" fmla="*/ 48 h 104"/>
                <a:gd name="T18" fmla="*/ 139 w 154"/>
                <a:gd name="T19" fmla="*/ 55 h 104"/>
                <a:gd name="T20" fmla="*/ 143 w 154"/>
                <a:gd name="T21" fmla="*/ 60 h 104"/>
                <a:gd name="T22" fmla="*/ 150 w 154"/>
                <a:gd name="T23" fmla="*/ 66 h 104"/>
                <a:gd name="T24" fmla="*/ 154 w 154"/>
                <a:gd name="T25" fmla="*/ 73 h 104"/>
                <a:gd name="T26" fmla="*/ 148 w 154"/>
                <a:gd name="T27" fmla="*/ 72 h 104"/>
                <a:gd name="T28" fmla="*/ 138 w 154"/>
                <a:gd name="T29" fmla="*/ 72 h 104"/>
                <a:gd name="T30" fmla="*/ 131 w 154"/>
                <a:gd name="T31" fmla="*/ 71 h 104"/>
                <a:gd name="T32" fmla="*/ 129 w 154"/>
                <a:gd name="T33" fmla="*/ 71 h 104"/>
                <a:gd name="T34" fmla="*/ 122 w 154"/>
                <a:gd name="T35" fmla="*/ 75 h 104"/>
                <a:gd name="T36" fmla="*/ 118 w 154"/>
                <a:gd name="T37" fmla="*/ 73 h 104"/>
                <a:gd name="T38" fmla="*/ 109 w 154"/>
                <a:gd name="T39" fmla="*/ 76 h 104"/>
                <a:gd name="T40" fmla="*/ 100 w 154"/>
                <a:gd name="T41" fmla="*/ 76 h 104"/>
                <a:gd name="T42" fmla="*/ 92 w 154"/>
                <a:gd name="T43" fmla="*/ 80 h 104"/>
                <a:gd name="T44" fmla="*/ 90 w 154"/>
                <a:gd name="T45" fmla="*/ 84 h 104"/>
                <a:gd name="T46" fmla="*/ 83 w 154"/>
                <a:gd name="T47" fmla="*/ 81 h 104"/>
                <a:gd name="T48" fmla="*/ 75 w 154"/>
                <a:gd name="T49" fmla="*/ 80 h 104"/>
                <a:gd name="T50" fmla="*/ 65 w 154"/>
                <a:gd name="T51" fmla="*/ 77 h 104"/>
                <a:gd name="T52" fmla="*/ 59 w 154"/>
                <a:gd name="T53" fmla="*/ 72 h 104"/>
                <a:gd name="T54" fmla="*/ 52 w 154"/>
                <a:gd name="T55" fmla="*/ 75 h 104"/>
                <a:gd name="T56" fmla="*/ 51 w 154"/>
                <a:gd name="T57" fmla="*/ 80 h 104"/>
                <a:gd name="T58" fmla="*/ 50 w 154"/>
                <a:gd name="T59" fmla="*/ 85 h 104"/>
                <a:gd name="T60" fmla="*/ 47 w 154"/>
                <a:gd name="T61" fmla="*/ 89 h 104"/>
                <a:gd name="T62" fmla="*/ 39 w 154"/>
                <a:gd name="T63" fmla="*/ 88 h 104"/>
                <a:gd name="T64" fmla="*/ 30 w 154"/>
                <a:gd name="T65" fmla="*/ 92 h 104"/>
                <a:gd name="T66" fmla="*/ 19 w 154"/>
                <a:gd name="T67" fmla="*/ 104 h 104"/>
                <a:gd name="T68" fmla="*/ 15 w 154"/>
                <a:gd name="T69" fmla="*/ 96 h 104"/>
                <a:gd name="T70" fmla="*/ 8 w 154"/>
                <a:gd name="T71" fmla="*/ 84 h 104"/>
                <a:gd name="T72" fmla="*/ 2 w 154"/>
                <a:gd name="T73" fmla="*/ 75 h 104"/>
                <a:gd name="T74" fmla="*/ 0 w 154"/>
                <a:gd name="T75" fmla="*/ 63 h 104"/>
                <a:gd name="T76" fmla="*/ 5 w 154"/>
                <a:gd name="T77" fmla="*/ 55 h 104"/>
                <a:gd name="T78" fmla="*/ 10 w 154"/>
                <a:gd name="T79" fmla="*/ 44 h 104"/>
                <a:gd name="T80" fmla="*/ 14 w 154"/>
                <a:gd name="T81" fmla="*/ 44 h 104"/>
                <a:gd name="T82" fmla="*/ 23 w 154"/>
                <a:gd name="T83" fmla="*/ 42 h 104"/>
                <a:gd name="T84" fmla="*/ 27 w 154"/>
                <a:gd name="T85" fmla="*/ 42 h 104"/>
                <a:gd name="T86" fmla="*/ 36 w 154"/>
                <a:gd name="T87" fmla="*/ 39 h 104"/>
                <a:gd name="T88" fmla="*/ 51 w 154"/>
                <a:gd name="T89" fmla="*/ 34 h 104"/>
                <a:gd name="T90" fmla="*/ 51 w 154"/>
                <a:gd name="T91" fmla="*/ 27 h 104"/>
                <a:gd name="T92" fmla="*/ 58 w 154"/>
                <a:gd name="T93" fmla="*/ 25 h 104"/>
                <a:gd name="T94" fmla="*/ 69 w 154"/>
                <a:gd name="T95" fmla="*/ 25 h 104"/>
                <a:gd name="T96" fmla="*/ 75 w 154"/>
                <a:gd name="T97" fmla="*/ 18 h 104"/>
                <a:gd name="T98" fmla="*/ 77 w 154"/>
                <a:gd name="T99" fmla="*/ 12 h 104"/>
                <a:gd name="T100" fmla="*/ 84 w 154"/>
                <a:gd name="T101" fmla="*/ 8 h 104"/>
                <a:gd name="T102" fmla="*/ 89 w 154"/>
                <a:gd name="T103" fmla="*/ 1 h 104"/>
                <a:gd name="T104" fmla="*/ 97 w 154"/>
                <a:gd name="T10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4" h="104">
                  <a:moveTo>
                    <a:pt x="97" y="0"/>
                  </a:moveTo>
                  <a:lnTo>
                    <a:pt x="98" y="1"/>
                  </a:lnTo>
                  <a:lnTo>
                    <a:pt x="98" y="4"/>
                  </a:lnTo>
                  <a:lnTo>
                    <a:pt x="97" y="4"/>
                  </a:lnTo>
                  <a:lnTo>
                    <a:pt x="100" y="6"/>
                  </a:lnTo>
                  <a:lnTo>
                    <a:pt x="101" y="8"/>
                  </a:lnTo>
                  <a:lnTo>
                    <a:pt x="104" y="12"/>
                  </a:lnTo>
                  <a:lnTo>
                    <a:pt x="106" y="16"/>
                  </a:lnTo>
                  <a:lnTo>
                    <a:pt x="106" y="18"/>
                  </a:lnTo>
                  <a:lnTo>
                    <a:pt x="106" y="21"/>
                  </a:lnTo>
                  <a:lnTo>
                    <a:pt x="105" y="21"/>
                  </a:lnTo>
                  <a:lnTo>
                    <a:pt x="105" y="23"/>
                  </a:lnTo>
                  <a:lnTo>
                    <a:pt x="105" y="27"/>
                  </a:lnTo>
                  <a:lnTo>
                    <a:pt x="106" y="29"/>
                  </a:lnTo>
                  <a:lnTo>
                    <a:pt x="109" y="29"/>
                  </a:lnTo>
                  <a:lnTo>
                    <a:pt x="110" y="27"/>
                  </a:lnTo>
                  <a:lnTo>
                    <a:pt x="114" y="27"/>
                  </a:lnTo>
                  <a:lnTo>
                    <a:pt x="114" y="29"/>
                  </a:lnTo>
                  <a:lnTo>
                    <a:pt x="114" y="30"/>
                  </a:lnTo>
                  <a:lnTo>
                    <a:pt x="114" y="33"/>
                  </a:lnTo>
                  <a:lnTo>
                    <a:pt x="117" y="34"/>
                  </a:lnTo>
                  <a:lnTo>
                    <a:pt x="119" y="35"/>
                  </a:lnTo>
                  <a:lnTo>
                    <a:pt x="121" y="35"/>
                  </a:lnTo>
                  <a:lnTo>
                    <a:pt x="123" y="37"/>
                  </a:lnTo>
                  <a:lnTo>
                    <a:pt x="123" y="38"/>
                  </a:lnTo>
                  <a:lnTo>
                    <a:pt x="126" y="39"/>
                  </a:lnTo>
                  <a:lnTo>
                    <a:pt x="127" y="39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7" y="43"/>
                  </a:lnTo>
                  <a:lnTo>
                    <a:pt x="126" y="44"/>
                  </a:lnTo>
                  <a:lnTo>
                    <a:pt x="126" y="46"/>
                  </a:lnTo>
                  <a:lnTo>
                    <a:pt x="127" y="47"/>
                  </a:lnTo>
                  <a:lnTo>
                    <a:pt x="130" y="48"/>
                  </a:lnTo>
                  <a:lnTo>
                    <a:pt x="131" y="47"/>
                  </a:lnTo>
                  <a:lnTo>
                    <a:pt x="133" y="48"/>
                  </a:lnTo>
                  <a:lnTo>
                    <a:pt x="134" y="48"/>
                  </a:lnTo>
                  <a:lnTo>
                    <a:pt x="138" y="51"/>
                  </a:lnTo>
                  <a:lnTo>
                    <a:pt x="138" y="52"/>
                  </a:lnTo>
                  <a:lnTo>
                    <a:pt x="139" y="55"/>
                  </a:lnTo>
                  <a:lnTo>
                    <a:pt x="139" y="56"/>
                  </a:lnTo>
                  <a:lnTo>
                    <a:pt x="142" y="58"/>
                  </a:lnTo>
                  <a:lnTo>
                    <a:pt x="143" y="59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7" y="63"/>
                  </a:lnTo>
                  <a:lnTo>
                    <a:pt x="150" y="64"/>
                  </a:lnTo>
                  <a:lnTo>
                    <a:pt x="150" y="66"/>
                  </a:lnTo>
                  <a:lnTo>
                    <a:pt x="150" y="69"/>
                  </a:lnTo>
                  <a:lnTo>
                    <a:pt x="151" y="69"/>
                  </a:lnTo>
                  <a:lnTo>
                    <a:pt x="154" y="72"/>
                  </a:lnTo>
                  <a:lnTo>
                    <a:pt x="154" y="73"/>
                  </a:lnTo>
                  <a:lnTo>
                    <a:pt x="154" y="73"/>
                  </a:lnTo>
                  <a:lnTo>
                    <a:pt x="154" y="73"/>
                  </a:lnTo>
                  <a:lnTo>
                    <a:pt x="151" y="72"/>
                  </a:lnTo>
                  <a:lnTo>
                    <a:pt x="148" y="72"/>
                  </a:lnTo>
                  <a:lnTo>
                    <a:pt x="144" y="73"/>
                  </a:lnTo>
                  <a:lnTo>
                    <a:pt x="144" y="73"/>
                  </a:lnTo>
                  <a:lnTo>
                    <a:pt x="141" y="73"/>
                  </a:lnTo>
                  <a:lnTo>
                    <a:pt x="138" y="72"/>
                  </a:lnTo>
                  <a:lnTo>
                    <a:pt x="137" y="72"/>
                  </a:lnTo>
                  <a:lnTo>
                    <a:pt x="135" y="71"/>
                  </a:lnTo>
                  <a:lnTo>
                    <a:pt x="134" y="71"/>
                  </a:lnTo>
                  <a:lnTo>
                    <a:pt x="131" y="71"/>
                  </a:lnTo>
                  <a:lnTo>
                    <a:pt x="130" y="69"/>
                  </a:lnTo>
                  <a:lnTo>
                    <a:pt x="129" y="69"/>
                  </a:lnTo>
                  <a:lnTo>
                    <a:pt x="129" y="71"/>
                  </a:lnTo>
                  <a:lnTo>
                    <a:pt x="129" y="71"/>
                  </a:lnTo>
                  <a:lnTo>
                    <a:pt x="127" y="73"/>
                  </a:lnTo>
                  <a:lnTo>
                    <a:pt x="126" y="73"/>
                  </a:lnTo>
                  <a:lnTo>
                    <a:pt x="125" y="73"/>
                  </a:lnTo>
                  <a:lnTo>
                    <a:pt x="122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8" y="73"/>
                  </a:lnTo>
                  <a:lnTo>
                    <a:pt x="118" y="73"/>
                  </a:lnTo>
                  <a:lnTo>
                    <a:pt x="117" y="72"/>
                  </a:lnTo>
                  <a:lnTo>
                    <a:pt x="115" y="72"/>
                  </a:lnTo>
                  <a:lnTo>
                    <a:pt x="112" y="75"/>
                  </a:lnTo>
                  <a:lnTo>
                    <a:pt x="109" y="76"/>
                  </a:lnTo>
                  <a:lnTo>
                    <a:pt x="108" y="76"/>
                  </a:lnTo>
                  <a:lnTo>
                    <a:pt x="104" y="77"/>
                  </a:lnTo>
                  <a:lnTo>
                    <a:pt x="101" y="77"/>
                  </a:lnTo>
                  <a:lnTo>
                    <a:pt x="100" y="76"/>
                  </a:lnTo>
                  <a:lnTo>
                    <a:pt x="98" y="76"/>
                  </a:lnTo>
                  <a:lnTo>
                    <a:pt x="96" y="76"/>
                  </a:lnTo>
                  <a:lnTo>
                    <a:pt x="94" y="77"/>
                  </a:lnTo>
                  <a:lnTo>
                    <a:pt x="92" y="80"/>
                  </a:lnTo>
                  <a:lnTo>
                    <a:pt x="92" y="81"/>
                  </a:lnTo>
                  <a:lnTo>
                    <a:pt x="93" y="83"/>
                  </a:lnTo>
                  <a:lnTo>
                    <a:pt x="93" y="83"/>
                  </a:lnTo>
                  <a:lnTo>
                    <a:pt x="90" y="84"/>
                  </a:lnTo>
                  <a:lnTo>
                    <a:pt x="89" y="83"/>
                  </a:lnTo>
                  <a:lnTo>
                    <a:pt x="87" y="83"/>
                  </a:lnTo>
                  <a:lnTo>
                    <a:pt x="84" y="81"/>
                  </a:lnTo>
                  <a:lnTo>
                    <a:pt x="83" y="81"/>
                  </a:lnTo>
                  <a:lnTo>
                    <a:pt x="81" y="83"/>
                  </a:lnTo>
                  <a:lnTo>
                    <a:pt x="80" y="83"/>
                  </a:lnTo>
                  <a:lnTo>
                    <a:pt x="77" y="81"/>
                  </a:lnTo>
                  <a:lnTo>
                    <a:pt x="75" y="80"/>
                  </a:lnTo>
                  <a:lnTo>
                    <a:pt x="72" y="81"/>
                  </a:lnTo>
                  <a:lnTo>
                    <a:pt x="71" y="80"/>
                  </a:lnTo>
                  <a:lnTo>
                    <a:pt x="68" y="77"/>
                  </a:lnTo>
                  <a:lnTo>
                    <a:pt x="65" y="77"/>
                  </a:lnTo>
                  <a:lnTo>
                    <a:pt x="63" y="73"/>
                  </a:lnTo>
                  <a:lnTo>
                    <a:pt x="62" y="73"/>
                  </a:lnTo>
                  <a:lnTo>
                    <a:pt x="59" y="72"/>
                  </a:lnTo>
                  <a:lnTo>
                    <a:pt x="59" y="72"/>
                  </a:lnTo>
                  <a:lnTo>
                    <a:pt x="58" y="73"/>
                  </a:lnTo>
                  <a:lnTo>
                    <a:pt x="56" y="73"/>
                  </a:lnTo>
                  <a:lnTo>
                    <a:pt x="54" y="75"/>
                  </a:lnTo>
                  <a:lnTo>
                    <a:pt x="52" y="75"/>
                  </a:lnTo>
                  <a:lnTo>
                    <a:pt x="52" y="76"/>
                  </a:lnTo>
                  <a:lnTo>
                    <a:pt x="51" y="77"/>
                  </a:lnTo>
                  <a:lnTo>
                    <a:pt x="51" y="79"/>
                  </a:lnTo>
                  <a:lnTo>
                    <a:pt x="51" y="80"/>
                  </a:lnTo>
                  <a:lnTo>
                    <a:pt x="50" y="81"/>
                  </a:lnTo>
                  <a:lnTo>
                    <a:pt x="48" y="81"/>
                  </a:lnTo>
                  <a:lnTo>
                    <a:pt x="48" y="83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48" y="88"/>
                  </a:lnTo>
                  <a:lnTo>
                    <a:pt x="48" y="89"/>
                  </a:lnTo>
                  <a:lnTo>
                    <a:pt x="47" y="89"/>
                  </a:lnTo>
                  <a:lnTo>
                    <a:pt x="46" y="91"/>
                  </a:lnTo>
                  <a:lnTo>
                    <a:pt x="43" y="89"/>
                  </a:lnTo>
                  <a:lnTo>
                    <a:pt x="43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1" y="91"/>
                  </a:lnTo>
                  <a:lnTo>
                    <a:pt x="30" y="92"/>
                  </a:lnTo>
                  <a:lnTo>
                    <a:pt x="29" y="92"/>
                  </a:lnTo>
                  <a:lnTo>
                    <a:pt x="25" y="96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1"/>
                  </a:lnTo>
                  <a:lnTo>
                    <a:pt x="18" y="98"/>
                  </a:lnTo>
                  <a:lnTo>
                    <a:pt x="15" y="96"/>
                  </a:lnTo>
                  <a:lnTo>
                    <a:pt x="14" y="94"/>
                  </a:lnTo>
                  <a:lnTo>
                    <a:pt x="11" y="91"/>
                  </a:lnTo>
                  <a:lnTo>
                    <a:pt x="9" y="87"/>
                  </a:lnTo>
                  <a:lnTo>
                    <a:pt x="8" y="84"/>
                  </a:lnTo>
                  <a:lnTo>
                    <a:pt x="6" y="81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75"/>
                  </a:lnTo>
                  <a:lnTo>
                    <a:pt x="1" y="72"/>
                  </a:lnTo>
                  <a:lnTo>
                    <a:pt x="1" y="69"/>
                  </a:lnTo>
                  <a:lnTo>
                    <a:pt x="1" y="66"/>
                  </a:lnTo>
                  <a:lnTo>
                    <a:pt x="0" y="63"/>
                  </a:lnTo>
                  <a:lnTo>
                    <a:pt x="0" y="60"/>
                  </a:lnTo>
                  <a:lnTo>
                    <a:pt x="1" y="59"/>
                  </a:lnTo>
                  <a:lnTo>
                    <a:pt x="2" y="58"/>
                  </a:lnTo>
                  <a:lnTo>
                    <a:pt x="5" y="55"/>
                  </a:lnTo>
                  <a:lnTo>
                    <a:pt x="6" y="52"/>
                  </a:lnTo>
                  <a:lnTo>
                    <a:pt x="8" y="48"/>
                  </a:lnTo>
                  <a:lnTo>
                    <a:pt x="9" y="46"/>
                  </a:lnTo>
                  <a:lnTo>
                    <a:pt x="10" y="44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4" y="43"/>
                  </a:lnTo>
                  <a:lnTo>
                    <a:pt x="14" y="44"/>
                  </a:lnTo>
                  <a:lnTo>
                    <a:pt x="17" y="44"/>
                  </a:lnTo>
                  <a:lnTo>
                    <a:pt x="18" y="44"/>
                  </a:lnTo>
                  <a:lnTo>
                    <a:pt x="22" y="44"/>
                  </a:lnTo>
                  <a:lnTo>
                    <a:pt x="23" y="42"/>
                  </a:lnTo>
                  <a:lnTo>
                    <a:pt x="23" y="39"/>
                  </a:lnTo>
                  <a:lnTo>
                    <a:pt x="25" y="38"/>
                  </a:lnTo>
                  <a:lnTo>
                    <a:pt x="26" y="39"/>
                  </a:lnTo>
                  <a:lnTo>
                    <a:pt x="27" y="42"/>
                  </a:lnTo>
                  <a:lnTo>
                    <a:pt x="27" y="43"/>
                  </a:lnTo>
                  <a:lnTo>
                    <a:pt x="30" y="43"/>
                  </a:lnTo>
                  <a:lnTo>
                    <a:pt x="33" y="41"/>
                  </a:lnTo>
                  <a:lnTo>
                    <a:pt x="36" y="39"/>
                  </a:lnTo>
                  <a:lnTo>
                    <a:pt x="39" y="37"/>
                  </a:lnTo>
                  <a:lnTo>
                    <a:pt x="46" y="35"/>
                  </a:lnTo>
                  <a:lnTo>
                    <a:pt x="50" y="35"/>
                  </a:lnTo>
                  <a:lnTo>
                    <a:pt x="51" y="34"/>
                  </a:lnTo>
                  <a:lnTo>
                    <a:pt x="55" y="31"/>
                  </a:lnTo>
                  <a:lnTo>
                    <a:pt x="54" y="30"/>
                  </a:lnTo>
                  <a:lnTo>
                    <a:pt x="52" y="30"/>
                  </a:lnTo>
                  <a:lnTo>
                    <a:pt x="51" y="27"/>
                  </a:lnTo>
                  <a:lnTo>
                    <a:pt x="51" y="25"/>
                  </a:lnTo>
                  <a:lnTo>
                    <a:pt x="52" y="25"/>
                  </a:lnTo>
                  <a:lnTo>
                    <a:pt x="55" y="25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2" y="26"/>
                  </a:lnTo>
                  <a:lnTo>
                    <a:pt x="65" y="25"/>
                  </a:lnTo>
                  <a:lnTo>
                    <a:pt x="69" y="25"/>
                  </a:lnTo>
                  <a:lnTo>
                    <a:pt x="72" y="22"/>
                  </a:lnTo>
                  <a:lnTo>
                    <a:pt x="73" y="22"/>
                  </a:lnTo>
                  <a:lnTo>
                    <a:pt x="75" y="19"/>
                  </a:lnTo>
                  <a:lnTo>
                    <a:pt x="75" y="18"/>
                  </a:lnTo>
                  <a:lnTo>
                    <a:pt x="75" y="17"/>
                  </a:lnTo>
                  <a:lnTo>
                    <a:pt x="76" y="16"/>
                  </a:lnTo>
                  <a:lnTo>
                    <a:pt x="76" y="13"/>
                  </a:lnTo>
                  <a:lnTo>
                    <a:pt x="77" y="12"/>
                  </a:lnTo>
                  <a:lnTo>
                    <a:pt x="79" y="12"/>
                  </a:lnTo>
                  <a:lnTo>
                    <a:pt x="80" y="12"/>
                  </a:lnTo>
                  <a:lnTo>
                    <a:pt x="83" y="9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5"/>
                  </a:lnTo>
                  <a:lnTo>
                    <a:pt x="87" y="2"/>
                  </a:lnTo>
                  <a:lnTo>
                    <a:pt x="89" y="1"/>
                  </a:lnTo>
                  <a:lnTo>
                    <a:pt x="92" y="1"/>
                  </a:lnTo>
                  <a:lnTo>
                    <a:pt x="93" y="2"/>
                  </a:lnTo>
                  <a:lnTo>
                    <a:pt x="9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6" name="Freeform 445"/>
            <p:cNvSpPr>
              <a:spLocks/>
            </p:cNvSpPr>
            <p:nvPr/>
          </p:nvSpPr>
          <p:spPr bwMode="auto">
            <a:xfrm>
              <a:off x="6049491" y="3317538"/>
              <a:ext cx="464408" cy="433955"/>
            </a:xfrm>
            <a:custGeom>
              <a:avLst/>
              <a:gdLst>
                <a:gd name="T0" fmla="*/ 25 w 183"/>
                <a:gd name="T1" fmla="*/ 1 h 171"/>
                <a:gd name="T2" fmla="*/ 33 w 183"/>
                <a:gd name="T3" fmla="*/ 4 h 171"/>
                <a:gd name="T4" fmla="*/ 45 w 183"/>
                <a:gd name="T5" fmla="*/ 4 h 171"/>
                <a:gd name="T6" fmla="*/ 56 w 183"/>
                <a:gd name="T7" fmla="*/ 6 h 171"/>
                <a:gd name="T8" fmla="*/ 66 w 183"/>
                <a:gd name="T9" fmla="*/ 12 h 171"/>
                <a:gd name="T10" fmla="*/ 70 w 183"/>
                <a:gd name="T11" fmla="*/ 22 h 171"/>
                <a:gd name="T12" fmla="*/ 78 w 183"/>
                <a:gd name="T13" fmla="*/ 25 h 171"/>
                <a:gd name="T14" fmla="*/ 83 w 183"/>
                <a:gd name="T15" fmla="*/ 25 h 171"/>
                <a:gd name="T16" fmla="*/ 98 w 183"/>
                <a:gd name="T17" fmla="*/ 31 h 171"/>
                <a:gd name="T18" fmla="*/ 106 w 183"/>
                <a:gd name="T19" fmla="*/ 38 h 171"/>
                <a:gd name="T20" fmla="*/ 114 w 183"/>
                <a:gd name="T21" fmla="*/ 39 h 171"/>
                <a:gd name="T22" fmla="*/ 118 w 183"/>
                <a:gd name="T23" fmla="*/ 34 h 171"/>
                <a:gd name="T24" fmla="*/ 122 w 183"/>
                <a:gd name="T25" fmla="*/ 29 h 171"/>
                <a:gd name="T26" fmla="*/ 118 w 183"/>
                <a:gd name="T27" fmla="*/ 21 h 171"/>
                <a:gd name="T28" fmla="*/ 120 w 183"/>
                <a:gd name="T29" fmla="*/ 13 h 171"/>
                <a:gd name="T30" fmla="*/ 124 w 183"/>
                <a:gd name="T31" fmla="*/ 8 h 171"/>
                <a:gd name="T32" fmla="*/ 135 w 183"/>
                <a:gd name="T33" fmla="*/ 4 h 171"/>
                <a:gd name="T34" fmla="*/ 139 w 183"/>
                <a:gd name="T35" fmla="*/ 2 h 171"/>
                <a:gd name="T36" fmla="*/ 143 w 183"/>
                <a:gd name="T37" fmla="*/ 2 h 171"/>
                <a:gd name="T38" fmla="*/ 148 w 183"/>
                <a:gd name="T39" fmla="*/ 4 h 171"/>
                <a:gd name="T40" fmla="*/ 156 w 183"/>
                <a:gd name="T41" fmla="*/ 6 h 171"/>
                <a:gd name="T42" fmla="*/ 154 w 183"/>
                <a:gd name="T43" fmla="*/ 9 h 171"/>
                <a:gd name="T44" fmla="*/ 160 w 183"/>
                <a:gd name="T45" fmla="*/ 12 h 171"/>
                <a:gd name="T46" fmla="*/ 165 w 183"/>
                <a:gd name="T47" fmla="*/ 13 h 171"/>
                <a:gd name="T48" fmla="*/ 174 w 183"/>
                <a:gd name="T49" fmla="*/ 13 h 171"/>
                <a:gd name="T50" fmla="*/ 178 w 183"/>
                <a:gd name="T51" fmla="*/ 16 h 171"/>
                <a:gd name="T52" fmla="*/ 179 w 183"/>
                <a:gd name="T53" fmla="*/ 21 h 171"/>
                <a:gd name="T54" fmla="*/ 179 w 183"/>
                <a:gd name="T55" fmla="*/ 29 h 171"/>
                <a:gd name="T56" fmla="*/ 178 w 183"/>
                <a:gd name="T57" fmla="*/ 35 h 171"/>
                <a:gd name="T58" fmla="*/ 178 w 183"/>
                <a:gd name="T59" fmla="*/ 43 h 171"/>
                <a:gd name="T60" fmla="*/ 183 w 183"/>
                <a:gd name="T61" fmla="*/ 166 h 171"/>
                <a:gd name="T62" fmla="*/ 173 w 183"/>
                <a:gd name="T63" fmla="*/ 171 h 171"/>
                <a:gd name="T64" fmla="*/ 173 w 183"/>
                <a:gd name="T65" fmla="*/ 171 h 171"/>
                <a:gd name="T66" fmla="*/ 53 w 183"/>
                <a:gd name="T67" fmla="*/ 133 h 171"/>
                <a:gd name="T68" fmla="*/ 31 w 183"/>
                <a:gd name="T69" fmla="*/ 126 h 171"/>
                <a:gd name="T70" fmla="*/ 28 w 183"/>
                <a:gd name="T71" fmla="*/ 122 h 171"/>
                <a:gd name="T72" fmla="*/ 24 w 183"/>
                <a:gd name="T73" fmla="*/ 117 h 171"/>
                <a:gd name="T74" fmla="*/ 20 w 183"/>
                <a:gd name="T75" fmla="*/ 113 h 171"/>
                <a:gd name="T76" fmla="*/ 11 w 183"/>
                <a:gd name="T77" fmla="*/ 112 h 171"/>
                <a:gd name="T78" fmla="*/ 10 w 183"/>
                <a:gd name="T79" fmla="*/ 109 h 171"/>
                <a:gd name="T80" fmla="*/ 8 w 183"/>
                <a:gd name="T81" fmla="*/ 104 h 171"/>
                <a:gd name="T82" fmla="*/ 7 w 183"/>
                <a:gd name="T83" fmla="*/ 100 h 171"/>
                <a:gd name="T84" fmla="*/ 4 w 183"/>
                <a:gd name="T85" fmla="*/ 94 h 171"/>
                <a:gd name="T86" fmla="*/ 0 w 183"/>
                <a:gd name="T87" fmla="*/ 88 h 171"/>
                <a:gd name="T88" fmla="*/ 2 w 183"/>
                <a:gd name="T89" fmla="*/ 87 h 171"/>
                <a:gd name="T90" fmla="*/ 6 w 183"/>
                <a:gd name="T91" fmla="*/ 83 h 171"/>
                <a:gd name="T92" fmla="*/ 4 w 183"/>
                <a:gd name="T93" fmla="*/ 76 h 171"/>
                <a:gd name="T94" fmla="*/ 6 w 183"/>
                <a:gd name="T95" fmla="*/ 68 h 171"/>
                <a:gd name="T96" fmla="*/ 3 w 183"/>
                <a:gd name="T97" fmla="*/ 59 h 171"/>
                <a:gd name="T98" fmla="*/ 3 w 183"/>
                <a:gd name="T99" fmla="*/ 54 h 171"/>
                <a:gd name="T100" fmla="*/ 2 w 183"/>
                <a:gd name="T101" fmla="*/ 42 h 171"/>
                <a:gd name="T102" fmla="*/ 0 w 183"/>
                <a:gd name="T103" fmla="*/ 38 h 171"/>
                <a:gd name="T104" fmla="*/ 2 w 183"/>
                <a:gd name="T105" fmla="*/ 37 h 171"/>
                <a:gd name="T106" fmla="*/ 4 w 183"/>
                <a:gd name="T107" fmla="*/ 37 h 171"/>
                <a:gd name="T108" fmla="*/ 7 w 183"/>
                <a:gd name="T109" fmla="*/ 33 h 171"/>
                <a:gd name="T110" fmla="*/ 8 w 183"/>
                <a:gd name="T111" fmla="*/ 31 h 171"/>
                <a:gd name="T112" fmla="*/ 8 w 183"/>
                <a:gd name="T113" fmla="*/ 27 h 171"/>
                <a:gd name="T114" fmla="*/ 7 w 183"/>
                <a:gd name="T115" fmla="*/ 22 h 171"/>
                <a:gd name="T116" fmla="*/ 10 w 183"/>
                <a:gd name="T117" fmla="*/ 19 h 171"/>
                <a:gd name="T118" fmla="*/ 14 w 183"/>
                <a:gd name="T119" fmla="*/ 17 h 171"/>
                <a:gd name="T120" fmla="*/ 21 w 183"/>
                <a:gd name="T121" fmla="*/ 10 h 171"/>
                <a:gd name="T122" fmla="*/ 23 w 183"/>
                <a:gd name="T123" fmla="*/ 6 h 171"/>
                <a:gd name="T124" fmla="*/ 23 w 183"/>
                <a:gd name="T125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3" h="171">
                  <a:moveTo>
                    <a:pt x="23" y="0"/>
                  </a:moveTo>
                  <a:lnTo>
                    <a:pt x="25" y="1"/>
                  </a:lnTo>
                  <a:lnTo>
                    <a:pt x="27" y="4"/>
                  </a:lnTo>
                  <a:lnTo>
                    <a:pt x="33" y="4"/>
                  </a:lnTo>
                  <a:lnTo>
                    <a:pt x="41" y="2"/>
                  </a:lnTo>
                  <a:lnTo>
                    <a:pt x="45" y="4"/>
                  </a:lnTo>
                  <a:lnTo>
                    <a:pt x="52" y="5"/>
                  </a:lnTo>
                  <a:lnTo>
                    <a:pt x="56" y="6"/>
                  </a:lnTo>
                  <a:lnTo>
                    <a:pt x="64" y="8"/>
                  </a:lnTo>
                  <a:lnTo>
                    <a:pt x="66" y="12"/>
                  </a:lnTo>
                  <a:lnTo>
                    <a:pt x="66" y="16"/>
                  </a:lnTo>
                  <a:lnTo>
                    <a:pt x="70" y="22"/>
                  </a:lnTo>
                  <a:lnTo>
                    <a:pt x="74" y="25"/>
                  </a:lnTo>
                  <a:lnTo>
                    <a:pt x="78" y="25"/>
                  </a:lnTo>
                  <a:lnTo>
                    <a:pt x="79" y="23"/>
                  </a:lnTo>
                  <a:lnTo>
                    <a:pt x="83" y="25"/>
                  </a:lnTo>
                  <a:lnTo>
                    <a:pt x="93" y="29"/>
                  </a:lnTo>
                  <a:lnTo>
                    <a:pt x="98" y="31"/>
                  </a:lnTo>
                  <a:lnTo>
                    <a:pt x="102" y="34"/>
                  </a:lnTo>
                  <a:lnTo>
                    <a:pt x="106" y="38"/>
                  </a:lnTo>
                  <a:lnTo>
                    <a:pt x="111" y="39"/>
                  </a:lnTo>
                  <a:lnTo>
                    <a:pt x="114" y="39"/>
                  </a:lnTo>
                  <a:lnTo>
                    <a:pt x="118" y="35"/>
                  </a:lnTo>
                  <a:lnTo>
                    <a:pt x="118" y="34"/>
                  </a:lnTo>
                  <a:lnTo>
                    <a:pt x="120" y="31"/>
                  </a:lnTo>
                  <a:lnTo>
                    <a:pt x="122" y="29"/>
                  </a:lnTo>
                  <a:lnTo>
                    <a:pt x="120" y="23"/>
                  </a:lnTo>
                  <a:lnTo>
                    <a:pt x="118" y="21"/>
                  </a:lnTo>
                  <a:lnTo>
                    <a:pt x="119" y="14"/>
                  </a:lnTo>
                  <a:lnTo>
                    <a:pt x="120" y="13"/>
                  </a:lnTo>
                  <a:lnTo>
                    <a:pt x="120" y="10"/>
                  </a:lnTo>
                  <a:lnTo>
                    <a:pt x="124" y="8"/>
                  </a:lnTo>
                  <a:lnTo>
                    <a:pt x="128" y="5"/>
                  </a:lnTo>
                  <a:lnTo>
                    <a:pt x="135" y="4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41" y="4"/>
                  </a:lnTo>
                  <a:lnTo>
                    <a:pt x="143" y="2"/>
                  </a:lnTo>
                  <a:lnTo>
                    <a:pt x="144" y="2"/>
                  </a:lnTo>
                  <a:lnTo>
                    <a:pt x="148" y="4"/>
                  </a:lnTo>
                  <a:lnTo>
                    <a:pt x="151" y="4"/>
                  </a:lnTo>
                  <a:lnTo>
                    <a:pt x="156" y="6"/>
                  </a:lnTo>
                  <a:lnTo>
                    <a:pt x="156" y="8"/>
                  </a:lnTo>
                  <a:lnTo>
                    <a:pt x="154" y="9"/>
                  </a:lnTo>
                  <a:lnTo>
                    <a:pt x="156" y="10"/>
                  </a:lnTo>
                  <a:lnTo>
                    <a:pt x="160" y="12"/>
                  </a:lnTo>
                  <a:lnTo>
                    <a:pt x="164" y="12"/>
                  </a:lnTo>
                  <a:lnTo>
                    <a:pt x="165" y="13"/>
                  </a:lnTo>
                  <a:lnTo>
                    <a:pt x="173" y="14"/>
                  </a:lnTo>
                  <a:lnTo>
                    <a:pt x="174" y="13"/>
                  </a:lnTo>
                  <a:lnTo>
                    <a:pt x="177" y="14"/>
                  </a:lnTo>
                  <a:lnTo>
                    <a:pt x="178" y="16"/>
                  </a:lnTo>
                  <a:lnTo>
                    <a:pt x="179" y="19"/>
                  </a:lnTo>
                  <a:lnTo>
                    <a:pt x="179" y="21"/>
                  </a:lnTo>
                  <a:lnTo>
                    <a:pt x="178" y="26"/>
                  </a:lnTo>
                  <a:lnTo>
                    <a:pt x="179" y="29"/>
                  </a:lnTo>
                  <a:lnTo>
                    <a:pt x="179" y="31"/>
                  </a:lnTo>
                  <a:lnTo>
                    <a:pt x="178" y="35"/>
                  </a:lnTo>
                  <a:lnTo>
                    <a:pt x="176" y="39"/>
                  </a:lnTo>
                  <a:lnTo>
                    <a:pt x="178" y="43"/>
                  </a:lnTo>
                  <a:lnTo>
                    <a:pt x="179" y="48"/>
                  </a:lnTo>
                  <a:lnTo>
                    <a:pt x="183" y="166"/>
                  </a:lnTo>
                  <a:lnTo>
                    <a:pt x="173" y="167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77" y="122"/>
                  </a:lnTo>
                  <a:lnTo>
                    <a:pt x="53" y="133"/>
                  </a:lnTo>
                  <a:lnTo>
                    <a:pt x="52" y="130"/>
                  </a:lnTo>
                  <a:lnTo>
                    <a:pt x="31" y="126"/>
                  </a:lnTo>
                  <a:lnTo>
                    <a:pt x="29" y="123"/>
                  </a:lnTo>
                  <a:lnTo>
                    <a:pt x="28" y="122"/>
                  </a:lnTo>
                  <a:lnTo>
                    <a:pt x="27" y="121"/>
                  </a:lnTo>
                  <a:lnTo>
                    <a:pt x="24" y="117"/>
                  </a:lnTo>
                  <a:lnTo>
                    <a:pt x="23" y="114"/>
                  </a:lnTo>
                  <a:lnTo>
                    <a:pt x="20" y="113"/>
                  </a:lnTo>
                  <a:lnTo>
                    <a:pt x="16" y="112"/>
                  </a:lnTo>
                  <a:lnTo>
                    <a:pt x="11" y="112"/>
                  </a:lnTo>
                  <a:lnTo>
                    <a:pt x="10" y="110"/>
                  </a:lnTo>
                  <a:lnTo>
                    <a:pt x="10" y="109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7" y="100"/>
                  </a:lnTo>
                  <a:lnTo>
                    <a:pt x="7" y="98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87"/>
                  </a:lnTo>
                  <a:lnTo>
                    <a:pt x="4" y="84"/>
                  </a:lnTo>
                  <a:lnTo>
                    <a:pt x="6" y="83"/>
                  </a:lnTo>
                  <a:lnTo>
                    <a:pt x="6" y="79"/>
                  </a:lnTo>
                  <a:lnTo>
                    <a:pt x="4" y="76"/>
                  </a:lnTo>
                  <a:lnTo>
                    <a:pt x="4" y="75"/>
                  </a:lnTo>
                  <a:lnTo>
                    <a:pt x="6" y="68"/>
                  </a:lnTo>
                  <a:lnTo>
                    <a:pt x="4" y="64"/>
                  </a:lnTo>
                  <a:lnTo>
                    <a:pt x="3" y="59"/>
                  </a:lnTo>
                  <a:lnTo>
                    <a:pt x="4" y="58"/>
                  </a:lnTo>
                  <a:lnTo>
                    <a:pt x="3" y="54"/>
                  </a:lnTo>
                  <a:lnTo>
                    <a:pt x="3" y="46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3" y="37"/>
                  </a:lnTo>
                  <a:lnTo>
                    <a:pt x="4" y="37"/>
                  </a:lnTo>
                  <a:lnTo>
                    <a:pt x="6" y="35"/>
                  </a:lnTo>
                  <a:lnTo>
                    <a:pt x="7" y="33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8" y="27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10" y="19"/>
                  </a:lnTo>
                  <a:lnTo>
                    <a:pt x="12" y="19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21" y="10"/>
                  </a:lnTo>
                  <a:lnTo>
                    <a:pt x="24" y="6"/>
                  </a:lnTo>
                  <a:lnTo>
                    <a:pt x="23" y="6"/>
                  </a:lnTo>
                  <a:lnTo>
                    <a:pt x="21" y="1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7" name="Freeform 446"/>
            <p:cNvSpPr>
              <a:spLocks noEditPoints="1"/>
            </p:cNvSpPr>
            <p:nvPr/>
          </p:nvSpPr>
          <p:spPr bwMode="auto">
            <a:xfrm>
              <a:off x="5991124" y="3175425"/>
              <a:ext cx="119275" cy="236011"/>
            </a:xfrm>
            <a:custGeom>
              <a:avLst/>
              <a:gdLst>
                <a:gd name="T0" fmla="*/ 38 w 47"/>
                <a:gd name="T1" fmla="*/ 47 h 93"/>
                <a:gd name="T2" fmla="*/ 37 w 47"/>
                <a:gd name="T3" fmla="*/ 49 h 93"/>
                <a:gd name="T4" fmla="*/ 35 w 47"/>
                <a:gd name="T5" fmla="*/ 47 h 93"/>
                <a:gd name="T6" fmla="*/ 26 w 47"/>
                <a:gd name="T7" fmla="*/ 2 h 93"/>
                <a:gd name="T8" fmla="*/ 27 w 47"/>
                <a:gd name="T9" fmla="*/ 4 h 93"/>
                <a:gd name="T10" fmla="*/ 30 w 47"/>
                <a:gd name="T11" fmla="*/ 10 h 93"/>
                <a:gd name="T12" fmla="*/ 37 w 47"/>
                <a:gd name="T13" fmla="*/ 4 h 93"/>
                <a:gd name="T14" fmla="*/ 37 w 47"/>
                <a:gd name="T15" fmla="*/ 7 h 93"/>
                <a:gd name="T16" fmla="*/ 34 w 47"/>
                <a:gd name="T17" fmla="*/ 12 h 93"/>
                <a:gd name="T18" fmla="*/ 31 w 47"/>
                <a:gd name="T19" fmla="*/ 18 h 93"/>
                <a:gd name="T20" fmla="*/ 38 w 47"/>
                <a:gd name="T21" fmla="*/ 23 h 93"/>
                <a:gd name="T22" fmla="*/ 38 w 47"/>
                <a:gd name="T23" fmla="*/ 28 h 93"/>
                <a:gd name="T24" fmla="*/ 38 w 47"/>
                <a:gd name="T25" fmla="*/ 31 h 93"/>
                <a:gd name="T26" fmla="*/ 38 w 47"/>
                <a:gd name="T27" fmla="*/ 33 h 93"/>
                <a:gd name="T28" fmla="*/ 29 w 47"/>
                <a:gd name="T29" fmla="*/ 40 h 93"/>
                <a:gd name="T30" fmla="*/ 29 w 47"/>
                <a:gd name="T31" fmla="*/ 48 h 93"/>
                <a:gd name="T32" fmla="*/ 34 w 47"/>
                <a:gd name="T33" fmla="*/ 49 h 93"/>
                <a:gd name="T34" fmla="*/ 37 w 47"/>
                <a:gd name="T35" fmla="*/ 52 h 93"/>
                <a:gd name="T36" fmla="*/ 38 w 47"/>
                <a:gd name="T37" fmla="*/ 50 h 93"/>
                <a:gd name="T38" fmla="*/ 39 w 47"/>
                <a:gd name="T39" fmla="*/ 50 h 93"/>
                <a:gd name="T40" fmla="*/ 41 w 47"/>
                <a:gd name="T41" fmla="*/ 54 h 93"/>
                <a:gd name="T42" fmla="*/ 46 w 47"/>
                <a:gd name="T43" fmla="*/ 56 h 93"/>
                <a:gd name="T44" fmla="*/ 46 w 47"/>
                <a:gd name="T45" fmla="*/ 62 h 93"/>
                <a:gd name="T46" fmla="*/ 44 w 47"/>
                <a:gd name="T47" fmla="*/ 66 h 93"/>
                <a:gd name="T48" fmla="*/ 37 w 47"/>
                <a:gd name="T49" fmla="*/ 73 h 93"/>
                <a:gd name="T50" fmla="*/ 33 w 47"/>
                <a:gd name="T51" fmla="*/ 75 h 93"/>
                <a:gd name="T52" fmla="*/ 30 w 47"/>
                <a:gd name="T53" fmla="*/ 78 h 93"/>
                <a:gd name="T54" fmla="*/ 31 w 47"/>
                <a:gd name="T55" fmla="*/ 83 h 93"/>
                <a:gd name="T56" fmla="*/ 31 w 47"/>
                <a:gd name="T57" fmla="*/ 87 h 93"/>
                <a:gd name="T58" fmla="*/ 30 w 47"/>
                <a:gd name="T59" fmla="*/ 89 h 93"/>
                <a:gd name="T60" fmla="*/ 27 w 47"/>
                <a:gd name="T61" fmla="*/ 93 h 93"/>
                <a:gd name="T62" fmla="*/ 25 w 47"/>
                <a:gd name="T63" fmla="*/ 93 h 93"/>
                <a:gd name="T64" fmla="*/ 14 w 47"/>
                <a:gd name="T65" fmla="*/ 66 h 93"/>
                <a:gd name="T66" fmla="*/ 12 w 47"/>
                <a:gd name="T67" fmla="*/ 64 h 93"/>
                <a:gd name="T68" fmla="*/ 8 w 47"/>
                <a:gd name="T69" fmla="*/ 60 h 93"/>
                <a:gd name="T70" fmla="*/ 4 w 47"/>
                <a:gd name="T71" fmla="*/ 57 h 93"/>
                <a:gd name="T72" fmla="*/ 1 w 47"/>
                <a:gd name="T73" fmla="*/ 53 h 93"/>
                <a:gd name="T74" fmla="*/ 0 w 47"/>
                <a:gd name="T75" fmla="*/ 49 h 93"/>
                <a:gd name="T76" fmla="*/ 4 w 47"/>
                <a:gd name="T77" fmla="*/ 41 h 93"/>
                <a:gd name="T78" fmla="*/ 8 w 47"/>
                <a:gd name="T79" fmla="*/ 39 h 93"/>
                <a:gd name="T80" fmla="*/ 9 w 47"/>
                <a:gd name="T81" fmla="*/ 33 h 93"/>
                <a:gd name="T82" fmla="*/ 9 w 47"/>
                <a:gd name="T83" fmla="*/ 31 h 93"/>
                <a:gd name="T84" fmla="*/ 10 w 47"/>
                <a:gd name="T85" fmla="*/ 28 h 93"/>
                <a:gd name="T86" fmla="*/ 9 w 47"/>
                <a:gd name="T87" fmla="*/ 25 h 93"/>
                <a:gd name="T88" fmla="*/ 10 w 47"/>
                <a:gd name="T89" fmla="*/ 18 h 93"/>
                <a:gd name="T90" fmla="*/ 10 w 47"/>
                <a:gd name="T91" fmla="*/ 10 h 93"/>
                <a:gd name="T92" fmla="*/ 10 w 47"/>
                <a:gd name="T93" fmla="*/ 7 h 93"/>
                <a:gd name="T94" fmla="*/ 14 w 47"/>
                <a:gd name="T95" fmla="*/ 4 h 93"/>
                <a:gd name="T96" fmla="*/ 21 w 47"/>
                <a:gd name="T97" fmla="*/ 0 h 93"/>
                <a:gd name="T98" fmla="*/ 22 w 47"/>
                <a:gd name="T99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7" h="93">
                  <a:moveTo>
                    <a:pt x="35" y="47"/>
                  </a:moveTo>
                  <a:lnTo>
                    <a:pt x="38" y="47"/>
                  </a:lnTo>
                  <a:lnTo>
                    <a:pt x="39" y="48"/>
                  </a:lnTo>
                  <a:lnTo>
                    <a:pt x="37" y="49"/>
                  </a:lnTo>
                  <a:lnTo>
                    <a:pt x="35" y="48"/>
                  </a:lnTo>
                  <a:lnTo>
                    <a:pt x="35" y="47"/>
                  </a:lnTo>
                  <a:close/>
                  <a:moveTo>
                    <a:pt x="25" y="0"/>
                  </a:moveTo>
                  <a:lnTo>
                    <a:pt x="26" y="2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9" y="8"/>
                  </a:lnTo>
                  <a:lnTo>
                    <a:pt x="30" y="10"/>
                  </a:lnTo>
                  <a:lnTo>
                    <a:pt x="31" y="7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7"/>
                  </a:lnTo>
                  <a:lnTo>
                    <a:pt x="35" y="11"/>
                  </a:lnTo>
                  <a:lnTo>
                    <a:pt x="34" y="12"/>
                  </a:lnTo>
                  <a:lnTo>
                    <a:pt x="31" y="15"/>
                  </a:lnTo>
                  <a:lnTo>
                    <a:pt x="31" y="18"/>
                  </a:lnTo>
                  <a:lnTo>
                    <a:pt x="34" y="22"/>
                  </a:lnTo>
                  <a:lnTo>
                    <a:pt x="38" y="23"/>
                  </a:lnTo>
                  <a:lnTo>
                    <a:pt x="38" y="27"/>
                  </a:lnTo>
                  <a:lnTo>
                    <a:pt x="38" y="28"/>
                  </a:lnTo>
                  <a:lnTo>
                    <a:pt x="39" y="29"/>
                  </a:lnTo>
                  <a:lnTo>
                    <a:pt x="38" y="31"/>
                  </a:lnTo>
                  <a:lnTo>
                    <a:pt x="38" y="32"/>
                  </a:lnTo>
                  <a:lnTo>
                    <a:pt x="38" y="33"/>
                  </a:lnTo>
                  <a:lnTo>
                    <a:pt x="34" y="36"/>
                  </a:lnTo>
                  <a:lnTo>
                    <a:pt x="29" y="40"/>
                  </a:lnTo>
                  <a:lnTo>
                    <a:pt x="27" y="44"/>
                  </a:lnTo>
                  <a:lnTo>
                    <a:pt x="29" y="48"/>
                  </a:lnTo>
                  <a:lnTo>
                    <a:pt x="33" y="50"/>
                  </a:lnTo>
                  <a:lnTo>
                    <a:pt x="34" y="49"/>
                  </a:lnTo>
                  <a:lnTo>
                    <a:pt x="35" y="52"/>
                  </a:lnTo>
                  <a:lnTo>
                    <a:pt x="37" y="52"/>
                  </a:lnTo>
                  <a:lnTo>
                    <a:pt x="38" y="52"/>
                  </a:lnTo>
                  <a:lnTo>
                    <a:pt x="38" y="50"/>
                  </a:lnTo>
                  <a:lnTo>
                    <a:pt x="38" y="50"/>
                  </a:lnTo>
                  <a:lnTo>
                    <a:pt x="39" y="50"/>
                  </a:lnTo>
                  <a:lnTo>
                    <a:pt x="41" y="53"/>
                  </a:lnTo>
                  <a:lnTo>
                    <a:pt x="41" y="54"/>
                  </a:lnTo>
                  <a:lnTo>
                    <a:pt x="43" y="56"/>
                  </a:lnTo>
                  <a:lnTo>
                    <a:pt x="46" y="56"/>
                  </a:lnTo>
                  <a:lnTo>
                    <a:pt x="44" y="57"/>
                  </a:lnTo>
                  <a:lnTo>
                    <a:pt x="46" y="62"/>
                  </a:lnTo>
                  <a:lnTo>
                    <a:pt x="47" y="62"/>
                  </a:lnTo>
                  <a:lnTo>
                    <a:pt x="44" y="66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5" y="75"/>
                  </a:lnTo>
                  <a:lnTo>
                    <a:pt x="33" y="75"/>
                  </a:lnTo>
                  <a:lnTo>
                    <a:pt x="30" y="77"/>
                  </a:lnTo>
                  <a:lnTo>
                    <a:pt x="30" y="78"/>
                  </a:lnTo>
                  <a:lnTo>
                    <a:pt x="30" y="79"/>
                  </a:lnTo>
                  <a:lnTo>
                    <a:pt x="31" y="83"/>
                  </a:lnTo>
                  <a:lnTo>
                    <a:pt x="31" y="86"/>
                  </a:lnTo>
                  <a:lnTo>
                    <a:pt x="31" y="87"/>
                  </a:lnTo>
                  <a:lnTo>
                    <a:pt x="31" y="87"/>
                  </a:lnTo>
                  <a:lnTo>
                    <a:pt x="30" y="89"/>
                  </a:lnTo>
                  <a:lnTo>
                    <a:pt x="29" y="91"/>
                  </a:lnTo>
                  <a:lnTo>
                    <a:pt x="27" y="93"/>
                  </a:lnTo>
                  <a:lnTo>
                    <a:pt x="26" y="93"/>
                  </a:lnTo>
                  <a:lnTo>
                    <a:pt x="25" y="93"/>
                  </a:lnTo>
                  <a:lnTo>
                    <a:pt x="17" y="69"/>
                  </a:lnTo>
                  <a:lnTo>
                    <a:pt x="14" y="66"/>
                  </a:lnTo>
                  <a:lnTo>
                    <a:pt x="13" y="65"/>
                  </a:lnTo>
                  <a:lnTo>
                    <a:pt x="12" y="64"/>
                  </a:lnTo>
                  <a:lnTo>
                    <a:pt x="9" y="64"/>
                  </a:lnTo>
                  <a:lnTo>
                    <a:pt x="8" y="60"/>
                  </a:lnTo>
                  <a:lnTo>
                    <a:pt x="5" y="57"/>
                  </a:lnTo>
                  <a:lnTo>
                    <a:pt x="4" y="57"/>
                  </a:lnTo>
                  <a:lnTo>
                    <a:pt x="1" y="54"/>
                  </a:lnTo>
                  <a:lnTo>
                    <a:pt x="1" y="53"/>
                  </a:lnTo>
                  <a:lnTo>
                    <a:pt x="1" y="50"/>
                  </a:lnTo>
                  <a:lnTo>
                    <a:pt x="0" y="49"/>
                  </a:lnTo>
                  <a:lnTo>
                    <a:pt x="1" y="44"/>
                  </a:lnTo>
                  <a:lnTo>
                    <a:pt x="4" y="41"/>
                  </a:lnTo>
                  <a:lnTo>
                    <a:pt x="6" y="40"/>
                  </a:lnTo>
                  <a:lnTo>
                    <a:pt x="8" y="39"/>
                  </a:lnTo>
                  <a:lnTo>
                    <a:pt x="9" y="37"/>
                  </a:lnTo>
                  <a:lnTo>
                    <a:pt x="9" y="33"/>
                  </a:lnTo>
                  <a:lnTo>
                    <a:pt x="10" y="32"/>
                  </a:lnTo>
                  <a:lnTo>
                    <a:pt x="9" y="31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10" y="27"/>
                  </a:lnTo>
                  <a:lnTo>
                    <a:pt x="9" y="25"/>
                  </a:lnTo>
                  <a:lnTo>
                    <a:pt x="8" y="23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4" y="4"/>
                  </a:lnTo>
                  <a:lnTo>
                    <a:pt x="18" y="2"/>
                  </a:lnTo>
                  <a:lnTo>
                    <a:pt x="21" y="0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8" name="Freeform 447"/>
            <p:cNvSpPr>
              <a:spLocks/>
            </p:cNvSpPr>
            <p:nvPr/>
          </p:nvSpPr>
          <p:spPr bwMode="auto">
            <a:xfrm>
              <a:off x="5521640" y="3185576"/>
              <a:ext cx="606522" cy="586220"/>
            </a:xfrm>
            <a:custGeom>
              <a:avLst/>
              <a:gdLst>
                <a:gd name="T0" fmla="*/ 173 w 239"/>
                <a:gd name="T1" fmla="*/ 3 h 231"/>
                <a:gd name="T2" fmla="*/ 179 w 239"/>
                <a:gd name="T3" fmla="*/ 0 h 231"/>
                <a:gd name="T4" fmla="*/ 190 w 239"/>
                <a:gd name="T5" fmla="*/ 2 h 231"/>
                <a:gd name="T6" fmla="*/ 195 w 239"/>
                <a:gd name="T7" fmla="*/ 3 h 231"/>
                <a:gd name="T8" fmla="*/ 195 w 239"/>
                <a:gd name="T9" fmla="*/ 10 h 231"/>
                <a:gd name="T10" fmla="*/ 194 w 239"/>
                <a:gd name="T11" fmla="*/ 21 h 231"/>
                <a:gd name="T12" fmla="*/ 195 w 239"/>
                <a:gd name="T13" fmla="*/ 25 h 231"/>
                <a:gd name="T14" fmla="*/ 194 w 239"/>
                <a:gd name="T15" fmla="*/ 29 h 231"/>
                <a:gd name="T16" fmla="*/ 191 w 239"/>
                <a:gd name="T17" fmla="*/ 36 h 231"/>
                <a:gd name="T18" fmla="*/ 185 w 239"/>
                <a:gd name="T19" fmla="*/ 45 h 231"/>
                <a:gd name="T20" fmla="*/ 186 w 239"/>
                <a:gd name="T21" fmla="*/ 50 h 231"/>
                <a:gd name="T22" fmla="*/ 193 w 239"/>
                <a:gd name="T23" fmla="*/ 56 h 231"/>
                <a:gd name="T24" fmla="*/ 198 w 239"/>
                <a:gd name="T25" fmla="*/ 61 h 231"/>
                <a:gd name="T26" fmla="*/ 210 w 239"/>
                <a:gd name="T27" fmla="*/ 89 h 231"/>
                <a:gd name="T28" fmla="*/ 210 w 239"/>
                <a:gd name="T29" fmla="*/ 94 h 231"/>
                <a:gd name="T30" fmla="*/ 212 w 239"/>
                <a:gd name="T31" fmla="*/ 110 h 231"/>
                <a:gd name="T32" fmla="*/ 214 w 239"/>
                <a:gd name="T33" fmla="*/ 120 h 231"/>
                <a:gd name="T34" fmla="*/ 214 w 239"/>
                <a:gd name="T35" fmla="*/ 131 h 231"/>
                <a:gd name="T36" fmla="*/ 210 w 239"/>
                <a:gd name="T37" fmla="*/ 139 h 231"/>
                <a:gd name="T38" fmla="*/ 210 w 239"/>
                <a:gd name="T39" fmla="*/ 143 h 231"/>
                <a:gd name="T40" fmla="*/ 215 w 239"/>
                <a:gd name="T41" fmla="*/ 152 h 231"/>
                <a:gd name="T42" fmla="*/ 216 w 239"/>
                <a:gd name="T43" fmla="*/ 160 h 231"/>
                <a:gd name="T44" fmla="*/ 219 w 239"/>
                <a:gd name="T45" fmla="*/ 164 h 231"/>
                <a:gd name="T46" fmla="*/ 231 w 239"/>
                <a:gd name="T47" fmla="*/ 166 h 231"/>
                <a:gd name="T48" fmla="*/ 236 w 239"/>
                <a:gd name="T49" fmla="*/ 174 h 231"/>
                <a:gd name="T50" fmla="*/ 239 w 239"/>
                <a:gd name="T51" fmla="*/ 178 h 231"/>
                <a:gd name="T52" fmla="*/ 153 w 239"/>
                <a:gd name="T53" fmla="*/ 228 h 231"/>
                <a:gd name="T54" fmla="*/ 143 w 239"/>
                <a:gd name="T55" fmla="*/ 231 h 231"/>
                <a:gd name="T56" fmla="*/ 140 w 239"/>
                <a:gd name="T57" fmla="*/ 224 h 231"/>
                <a:gd name="T58" fmla="*/ 135 w 239"/>
                <a:gd name="T59" fmla="*/ 219 h 231"/>
                <a:gd name="T60" fmla="*/ 125 w 239"/>
                <a:gd name="T61" fmla="*/ 215 h 231"/>
                <a:gd name="T62" fmla="*/ 44 w 239"/>
                <a:gd name="T63" fmla="*/ 156 h 231"/>
                <a:gd name="T64" fmla="*/ 0 w 239"/>
                <a:gd name="T65" fmla="*/ 127 h 231"/>
                <a:gd name="T66" fmla="*/ 0 w 239"/>
                <a:gd name="T67" fmla="*/ 124 h 231"/>
                <a:gd name="T68" fmla="*/ 8 w 239"/>
                <a:gd name="T69" fmla="*/ 107 h 231"/>
                <a:gd name="T70" fmla="*/ 23 w 239"/>
                <a:gd name="T71" fmla="*/ 103 h 231"/>
                <a:gd name="T72" fmla="*/ 33 w 239"/>
                <a:gd name="T73" fmla="*/ 102 h 231"/>
                <a:gd name="T74" fmla="*/ 64 w 239"/>
                <a:gd name="T75" fmla="*/ 83 h 231"/>
                <a:gd name="T76" fmla="*/ 66 w 239"/>
                <a:gd name="T77" fmla="*/ 74 h 231"/>
                <a:gd name="T78" fmla="*/ 74 w 239"/>
                <a:gd name="T79" fmla="*/ 68 h 231"/>
                <a:gd name="T80" fmla="*/ 90 w 239"/>
                <a:gd name="T81" fmla="*/ 64 h 231"/>
                <a:gd name="T82" fmla="*/ 89 w 239"/>
                <a:gd name="T83" fmla="*/ 60 h 231"/>
                <a:gd name="T84" fmla="*/ 85 w 239"/>
                <a:gd name="T85" fmla="*/ 56 h 231"/>
                <a:gd name="T86" fmla="*/ 82 w 239"/>
                <a:gd name="T87" fmla="*/ 41 h 231"/>
                <a:gd name="T88" fmla="*/ 81 w 239"/>
                <a:gd name="T89" fmla="*/ 32 h 231"/>
                <a:gd name="T90" fmla="*/ 79 w 239"/>
                <a:gd name="T91" fmla="*/ 27 h 231"/>
                <a:gd name="T92" fmla="*/ 85 w 239"/>
                <a:gd name="T93" fmla="*/ 24 h 231"/>
                <a:gd name="T94" fmla="*/ 89 w 239"/>
                <a:gd name="T95" fmla="*/ 19 h 231"/>
                <a:gd name="T96" fmla="*/ 96 w 239"/>
                <a:gd name="T97" fmla="*/ 16 h 231"/>
                <a:gd name="T98" fmla="*/ 99 w 239"/>
                <a:gd name="T99" fmla="*/ 16 h 231"/>
                <a:gd name="T100" fmla="*/ 103 w 239"/>
                <a:gd name="T101" fmla="*/ 12 h 231"/>
                <a:gd name="T102" fmla="*/ 110 w 239"/>
                <a:gd name="T103" fmla="*/ 11 h 231"/>
                <a:gd name="T104" fmla="*/ 123 w 239"/>
                <a:gd name="T105" fmla="*/ 6 h 231"/>
                <a:gd name="T106" fmla="*/ 131 w 239"/>
                <a:gd name="T107" fmla="*/ 7 h 231"/>
                <a:gd name="T108" fmla="*/ 139 w 239"/>
                <a:gd name="T109" fmla="*/ 4 h 231"/>
                <a:gd name="T110" fmla="*/ 143 w 239"/>
                <a:gd name="T111" fmla="*/ 3 h 231"/>
                <a:gd name="T112" fmla="*/ 149 w 239"/>
                <a:gd name="T113" fmla="*/ 3 h 231"/>
                <a:gd name="T114" fmla="*/ 156 w 239"/>
                <a:gd name="T115" fmla="*/ 6 h 231"/>
                <a:gd name="T116" fmla="*/ 162 w 239"/>
                <a:gd name="T117" fmla="*/ 3 h 231"/>
                <a:gd name="T118" fmla="*/ 168 w 239"/>
                <a:gd name="T119" fmla="*/ 2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9" h="231">
                  <a:moveTo>
                    <a:pt x="170" y="0"/>
                  </a:moveTo>
                  <a:lnTo>
                    <a:pt x="173" y="0"/>
                  </a:lnTo>
                  <a:lnTo>
                    <a:pt x="173" y="3"/>
                  </a:lnTo>
                  <a:lnTo>
                    <a:pt x="177" y="3"/>
                  </a:lnTo>
                  <a:lnTo>
                    <a:pt x="179" y="2"/>
                  </a:lnTo>
                  <a:lnTo>
                    <a:pt x="179" y="0"/>
                  </a:lnTo>
                  <a:lnTo>
                    <a:pt x="182" y="2"/>
                  </a:lnTo>
                  <a:lnTo>
                    <a:pt x="185" y="3"/>
                  </a:lnTo>
                  <a:lnTo>
                    <a:pt x="190" y="2"/>
                  </a:lnTo>
                  <a:lnTo>
                    <a:pt x="191" y="3"/>
                  </a:lnTo>
                  <a:lnTo>
                    <a:pt x="195" y="2"/>
                  </a:lnTo>
                  <a:lnTo>
                    <a:pt x="195" y="3"/>
                  </a:lnTo>
                  <a:lnTo>
                    <a:pt x="195" y="3"/>
                  </a:lnTo>
                  <a:lnTo>
                    <a:pt x="195" y="6"/>
                  </a:lnTo>
                  <a:lnTo>
                    <a:pt x="195" y="10"/>
                  </a:lnTo>
                  <a:lnTo>
                    <a:pt x="195" y="14"/>
                  </a:lnTo>
                  <a:lnTo>
                    <a:pt x="193" y="19"/>
                  </a:lnTo>
                  <a:lnTo>
                    <a:pt x="194" y="21"/>
                  </a:lnTo>
                  <a:lnTo>
                    <a:pt x="195" y="23"/>
                  </a:lnTo>
                  <a:lnTo>
                    <a:pt x="195" y="24"/>
                  </a:lnTo>
                  <a:lnTo>
                    <a:pt x="195" y="25"/>
                  </a:lnTo>
                  <a:lnTo>
                    <a:pt x="194" y="27"/>
                  </a:lnTo>
                  <a:lnTo>
                    <a:pt x="195" y="28"/>
                  </a:lnTo>
                  <a:lnTo>
                    <a:pt x="194" y="29"/>
                  </a:lnTo>
                  <a:lnTo>
                    <a:pt x="194" y="33"/>
                  </a:lnTo>
                  <a:lnTo>
                    <a:pt x="193" y="35"/>
                  </a:lnTo>
                  <a:lnTo>
                    <a:pt x="191" y="36"/>
                  </a:lnTo>
                  <a:lnTo>
                    <a:pt x="189" y="37"/>
                  </a:lnTo>
                  <a:lnTo>
                    <a:pt x="186" y="40"/>
                  </a:lnTo>
                  <a:lnTo>
                    <a:pt x="185" y="45"/>
                  </a:lnTo>
                  <a:lnTo>
                    <a:pt x="186" y="46"/>
                  </a:lnTo>
                  <a:lnTo>
                    <a:pt x="186" y="49"/>
                  </a:lnTo>
                  <a:lnTo>
                    <a:pt x="186" y="50"/>
                  </a:lnTo>
                  <a:lnTo>
                    <a:pt x="189" y="53"/>
                  </a:lnTo>
                  <a:lnTo>
                    <a:pt x="190" y="53"/>
                  </a:lnTo>
                  <a:lnTo>
                    <a:pt x="193" y="56"/>
                  </a:lnTo>
                  <a:lnTo>
                    <a:pt x="194" y="60"/>
                  </a:lnTo>
                  <a:lnTo>
                    <a:pt x="197" y="60"/>
                  </a:lnTo>
                  <a:lnTo>
                    <a:pt x="198" y="61"/>
                  </a:lnTo>
                  <a:lnTo>
                    <a:pt x="199" y="62"/>
                  </a:lnTo>
                  <a:lnTo>
                    <a:pt x="202" y="65"/>
                  </a:lnTo>
                  <a:lnTo>
                    <a:pt x="210" y="89"/>
                  </a:lnTo>
                  <a:lnTo>
                    <a:pt x="208" y="90"/>
                  </a:lnTo>
                  <a:lnTo>
                    <a:pt x="208" y="94"/>
                  </a:lnTo>
                  <a:lnTo>
                    <a:pt x="210" y="94"/>
                  </a:lnTo>
                  <a:lnTo>
                    <a:pt x="211" y="98"/>
                  </a:lnTo>
                  <a:lnTo>
                    <a:pt x="211" y="106"/>
                  </a:lnTo>
                  <a:lnTo>
                    <a:pt x="212" y="110"/>
                  </a:lnTo>
                  <a:lnTo>
                    <a:pt x="211" y="111"/>
                  </a:lnTo>
                  <a:lnTo>
                    <a:pt x="212" y="116"/>
                  </a:lnTo>
                  <a:lnTo>
                    <a:pt x="214" y="120"/>
                  </a:lnTo>
                  <a:lnTo>
                    <a:pt x="212" y="127"/>
                  </a:lnTo>
                  <a:lnTo>
                    <a:pt x="212" y="128"/>
                  </a:lnTo>
                  <a:lnTo>
                    <a:pt x="214" y="131"/>
                  </a:lnTo>
                  <a:lnTo>
                    <a:pt x="214" y="135"/>
                  </a:lnTo>
                  <a:lnTo>
                    <a:pt x="212" y="136"/>
                  </a:lnTo>
                  <a:lnTo>
                    <a:pt x="210" y="139"/>
                  </a:lnTo>
                  <a:lnTo>
                    <a:pt x="208" y="140"/>
                  </a:lnTo>
                  <a:lnTo>
                    <a:pt x="208" y="140"/>
                  </a:lnTo>
                  <a:lnTo>
                    <a:pt x="210" y="143"/>
                  </a:lnTo>
                  <a:lnTo>
                    <a:pt x="212" y="146"/>
                  </a:lnTo>
                  <a:lnTo>
                    <a:pt x="215" y="150"/>
                  </a:lnTo>
                  <a:lnTo>
                    <a:pt x="215" y="152"/>
                  </a:lnTo>
                  <a:lnTo>
                    <a:pt x="216" y="154"/>
                  </a:lnTo>
                  <a:lnTo>
                    <a:pt x="216" y="156"/>
                  </a:lnTo>
                  <a:lnTo>
                    <a:pt x="216" y="160"/>
                  </a:lnTo>
                  <a:lnTo>
                    <a:pt x="218" y="161"/>
                  </a:lnTo>
                  <a:lnTo>
                    <a:pt x="218" y="162"/>
                  </a:lnTo>
                  <a:lnTo>
                    <a:pt x="219" y="164"/>
                  </a:lnTo>
                  <a:lnTo>
                    <a:pt x="224" y="164"/>
                  </a:lnTo>
                  <a:lnTo>
                    <a:pt x="228" y="165"/>
                  </a:lnTo>
                  <a:lnTo>
                    <a:pt x="231" y="166"/>
                  </a:lnTo>
                  <a:lnTo>
                    <a:pt x="232" y="169"/>
                  </a:lnTo>
                  <a:lnTo>
                    <a:pt x="235" y="173"/>
                  </a:lnTo>
                  <a:lnTo>
                    <a:pt x="236" y="174"/>
                  </a:lnTo>
                  <a:lnTo>
                    <a:pt x="237" y="175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185" y="211"/>
                  </a:lnTo>
                  <a:lnTo>
                    <a:pt x="170" y="224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48" y="229"/>
                  </a:lnTo>
                  <a:lnTo>
                    <a:pt x="143" y="231"/>
                  </a:lnTo>
                  <a:lnTo>
                    <a:pt x="140" y="229"/>
                  </a:lnTo>
                  <a:lnTo>
                    <a:pt x="139" y="227"/>
                  </a:lnTo>
                  <a:lnTo>
                    <a:pt x="140" y="224"/>
                  </a:lnTo>
                  <a:lnTo>
                    <a:pt x="140" y="221"/>
                  </a:lnTo>
                  <a:lnTo>
                    <a:pt x="139" y="220"/>
                  </a:lnTo>
                  <a:lnTo>
                    <a:pt x="135" y="219"/>
                  </a:lnTo>
                  <a:lnTo>
                    <a:pt x="133" y="216"/>
                  </a:lnTo>
                  <a:lnTo>
                    <a:pt x="129" y="215"/>
                  </a:lnTo>
                  <a:lnTo>
                    <a:pt x="125" y="215"/>
                  </a:lnTo>
                  <a:lnTo>
                    <a:pt x="123" y="214"/>
                  </a:lnTo>
                  <a:lnTo>
                    <a:pt x="122" y="207"/>
                  </a:lnTo>
                  <a:lnTo>
                    <a:pt x="44" y="156"/>
                  </a:lnTo>
                  <a:lnTo>
                    <a:pt x="44" y="156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2" y="114"/>
                  </a:lnTo>
                  <a:lnTo>
                    <a:pt x="7" y="110"/>
                  </a:lnTo>
                  <a:lnTo>
                    <a:pt x="8" y="107"/>
                  </a:lnTo>
                  <a:lnTo>
                    <a:pt x="12" y="104"/>
                  </a:lnTo>
                  <a:lnTo>
                    <a:pt x="19" y="103"/>
                  </a:lnTo>
                  <a:lnTo>
                    <a:pt x="23" y="103"/>
                  </a:lnTo>
                  <a:lnTo>
                    <a:pt x="24" y="103"/>
                  </a:lnTo>
                  <a:lnTo>
                    <a:pt x="29" y="103"/>
                  </a:lnTo>
                  <a:lnTo>
                    <a:pt x="33" y="102"/>
                  </a:lnTo>
                  <a:lnTo>
                    <a:pt x="42" y="96"/>
                  </a:lnTo>
                  <a:lnTo>
                    <a:pt x="56" y="89"/>
                  </a:lnTo>
                  <a:lnTo>
                    <a:pt x="64" y="83"/>
                  </a:lnTo>
                  <a:lnTo>
                    <a:pt x="65" y="81"/>
                  </a:lnTo>
                  <a:lnTo>
                    <a:pt x="65" y="77"/>
                  </a:lnTo>
                  <a:lnTo>
                    <a:pt x="66" y="74"/>
                  </a:lnTo>
                  <a:lnTo>
                    <a:pt x="69" y="71"/>
                  </a:lnTo>
                  <a:lnTo>
                    <a:pt x="71" y="68"/>
                  </a:lnTo>
                  <a:lnTo>
                    <a:pt x="74" y="68"/>
                  </a:lnTo>
                  <a:lnTo>
                    <a:pt x="89" y="68"/>
                  </a:lnTo>
                  <a:lnTo>
                    <a:pt x="90" y="65"/>
                  </a:lnTo>
                  <a:lnTo>
                    <a:pt x="90" y="64"/>
                  </a:lnTo>
                  <a:lnTo>
                    <a:pt x="91" y="61"/>
                  </a:lnTo>
                  <a:lnTo>
                    <a:pt x="90" y="60"/>
                  </a:lnTo>
                  <a:lnTo>
                    <a:pt x="89" y="60"/>
                  </a:lnTo>
                  <a:lnTo>
                    <a:pt x="87" y="58"/>
                  </a:lnTo>
                  <a:lnTo>
                    <a:pt x="86" y="58"/>
                  </a:lnTo>
                  <a:lnTo>
                    <a:pt x="85" y="56"/>
                  </a:lnTo>
                  <a:lnTo>
                    <a:pt x="83" y="52"/>
                  </a:lnTo>
                  <a:lnTo>
                    <a:pt x="82" y="44"/>
                  </a:lnTo>
                  <a:lnTo>
                    <a:pt x="82" y="41"/>
                  </a:lnTo>
                  <a:lnTo>
                    <a:pt x="82" y="37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1" y="31"/>
                  </a:lnTo>
                  <a:lnTo>
                    <a:pt x="79" y="28"/>
                  </a:lnTo>
                  <a:lnTo>
                    <a:pt x="79" y="27"/>
                  </a:lnTo>
                  <a:lnTo>
                    <a:pt x="78" y="25"/>
                  </a:lnTo>
                  <a:lnTo>
                    <a:pt x="81" y="25"/>
                  </a:lnTo>
                  <a:lnTo>
                    <a:pt x="85" y="24"/>
                  </a:lnTo>
                  <a:lnTo>
                    <a:pt x="87" y="21"/>
                  </a:lnTo>
                  <a:lnTo>
                    <a:pt x="87" y="20"/>
                  </a:lnTo>
                  <a:lnTo>
                    <a:pt x="89" y="19"/>
                  </a:lnTo>
                  <a:lnTo>
                    <a:pt x="93" y="18"/>
                  </a:lnTo>
                  <a:lnTo>
                    <a:pt x="95" y="18"/>
                  </a:lnTo>
                  <a:lnTo>
                    <a:pt x="96" y="16"/>
                  </a:lnTo>
                  <a:lnTo>
                    <a:pt x="98" y="16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100" y="16"/>
                  </a:lnTo>
                  <a:lnTo>
                    <a:pt x="102" y="15"/>
                  </a:lnTo>
                  <a:lnTo>
                    <a:pt x="103" y="12"/>
                  </a:lnTo>
                  <a:lnTo>
                    <a:pt x="106" y="11"/>
                  </a:lnTo>
                  <a:lnTo>
                    <a:pt x="107" y="11"/>
                  </a:lnTo>
                  <a:lnTo>
                    <a:pt x="110" y="11"/>
                  </a:lnTo>
                  <a:lnTo>
                    <a:pt x="116" y="6"/>
                  </a:lnTo>
                  <a:lnTo>
                    <a:pt x="119" y="7"/>
                  </a:lnTo>
                  <a:lnTo>
                    <a:pt x="123" y="6"/>
                  </a:lnTo>
                  <a:lnTo>
                    <a:pt x="125" y="6"/>
                  </a:lnTo>
                  <a:lnTo>
                    <a:pt x="128" y="7"/>
                  </a:lnTo>
                  <a:lnTo>
                    <a:pt x="131" y="7"/>
                  </a:lnTo>
                  <a:lnTo>
                    <a:pt x="133" y="3"/>
                  </a:lnTo>
                  <a:lnTo>
                    <a:pt x="136" y="4"/>
                  </a:lnTo>
                  <a:lnTo>
                    <a:pt x="139" y="4"/>
                  </a:lnTo>
                  <a:lnTo>
                    <a:pt x="139" y="3"/>
                  </a:lnTo>
                  <a:lnTo>
                    <a:pt x="141" y="2"/>
                  </a:lnTo>
                  <a:lnTo>
                    <a:pt x="143" y="3"/>
                  </a:lnTo>
                  <a:lnTo>
                    <a:pt x="144" y="3"/>
                  </a:lnTo>
                  <a:lnTo>
                    <a:pt x="147" y="3"/>
                  </a:lnTo>
                  <a:lnTo>
                    <a:pt x="149" y="3"/>
                  </a:lnTo>
                  <a:lnTo>
                    <a:pt x="152" y="3"/>
                  </a:lnTo>
                  <a:lnTo>
                    <a:pt x="154" y="3"/>
                  </a:lnTo>
                  <a:lnTo>
                    <a:pt x="156" y="6"/>
                  </a:lnTo>
                  <a:lnTo>
                    <a:pt x="158" y="6"/>
                  </a:lnTo>
                  <a:lnTo>
                    <a:pt x="161" y="3"/>
                  </a:lnTo>
                  <a:lnTo>
                    <a:pt x="162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8" y="2"/>
                  </a:lnTo>
                  <a:lnTo>
                    <a:pt x="168" y="0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09" name="Freeform 448"/>
            <p:cNvSpPr>
              <a:spLocks/>
            </p:cNvSpPr>
            <p:nvPr/>
          </p:nvSpPr>
          <p:spPr bwMode="auto">
            <a:xfrm>
              <a:off x="5402367" y="3223643"/>
              <a:ext cx="350209" cy="276615"/>
            </a:xfrm>
            <a:custGeom>
              <a:avLst/>
              <a:gdLst>
                <a:gd name="T0" fmla="*/ 88 w 138"/>
                <a:gd name="T1" fmla="*/ 1 h 109"/>
                <a:gd name="T2" fmla="*/ 88 w 138"/>
                <a:gd name="T3" fmla="*/ 4 h 109"/>
                <a:gd name="T4" fmla="*/ 89 w 138"/>
                <a:gd name="T5" fmla="*/ 6 h 109"/>
                <a:gd name="T6" fmla="*/ 96 w 138"/>
                <a:gd name="T7" fmla="*/ 10 h 109"/>
                <a:gd name="T8" fmla="*/ 103 w 138"/>
                <a:gd name="T9" fmla="*/ 8 h 109"/>
                <a:gd name="T10" fmla="*/ 108 w 138"/>
                <a:gd name="T11" fmla="*/ 9 h 109"/>
                <a:gd name="T12" fmla="*/ 113 w 138"/>
                <a:gd name="T13" fmla="*/ 6 h 109"/>
                <a:gd name="T14" fmla="*/ 115 w 138"/>
                <a:gd name="T15" fmla="*/ 6 h 109"/>
                <a:gd name="T16" fmla="*/ 117 w 138"/>
                <a:gd name="T17" fmla="*/ 10 h 109"/>
                <a:gd name="T18" fmla="*/ 125 w 138"/>
                <a:gd name="T19" fmla="*/ 10 h 109"/>
                <a:gd name="T20" fmla="*/ 126 w 138"/>
                <a:gd name="T21" fmla="*/ 13 h 109"/>
                <a:gd name="T22" fmla="*/ 128 w 138"/>
                <a:gd name="T23" fmla="*/ 17 h 109"/>
                <a:gd name="T24" fmla="*/ 129 w 138"/>
                <a:gd name="T25" fmla="*/ 22 h 109"/>
                <a:gd name="T26" fmla="*/ 129 w 138"/>
                <a:gd name="T27" fmla="*/ 29 h 109"/>
                <a:gd name="T28" fmla="*/ 132 w 138"/>
                <a:gd name="T29" fmla="*/ 41 h 109"/>
                <a:gd name="T30" fmla="*/ 134 w 138"/>
                <a:gd name="T31" fmla="*/ 43 h 109"/>
                <a:gd name="T32" fmla="*/ 137 w 138"/>
                <a:gd name="T33" fmla="*/ 45 h 109"/>
                <a:gd name="T34" fmla="*/ 137 w 138"/>
                <a:gd name="T35" fmla="*/ 49 h 109"/>
                <a:gd name="T36" fmla="*/ 136 w 138"/>
                <a:gd name="T37" fmla="*/ 53 h 109"/>
                <a:gd name="T38" fmla="*/ 118 w 138"/>
                <a:gd name="T39" fmla="*/ 53 h 109"/>
                <a:gd name="T40" fmla="*/ 113 w 138"/>
                <a:gd name="T41" fmla="*/ 59 h 109"/>
                <a:gd name="T42" fmla="*/ 112 w 138"/>
                <a:gd name="T43" fmla="*/ 66 h 109"/>
                <a:gd name="T44" fmla="*/ 103 w 138"/>
                <a:gd name="T45" fmla="*/ 74 h 109"/>
                <a:gd name="T46" fmla="*/ 80 w 138"/>
                <a:gd name="T47" fmla="*/ 87 h 109"/>
                <a:gd name="T48" fmla="*/ 71 w 138"/>
                <a:gd name="T49" fmla="*/ 88 h 109"/>
                <a:gd name="T50" fmla="*/ 66 w 138"/>
                <a:gd name="T51" fmla="*/ 88 h 109"/>
                <a:gd name="T52" fmla="*/ 55 w 138"/>
                <a:gd name="T53" fmla="*/ 92 h 109"/>
                <a:gd name="T54" fmla="*/ 49 w 138"/>
                <a:gd name="T55" fmla="*/ 99 h 109"/>
                <a:gd name="T56" fmla="*/ 47 w 138"/>
                <a:gd name="T57" fmla="*/ 109 h 109"/>
                <a:gd name="T58" fmla="*/ 0 w 138"/>
                <a:gd name="T59" fmla="*/ 108 h 109"/>
                <a:gd name="T60" fmla="*/ 14 w 138"/>
                <a:gd name="T61" fmla="*/ 103 h 109"/>
                <a:gd name="T62" fmla="*/ 26 w 138"/>
                <a:gd name="T63" fmla="*/ 95 h 109"/>
                <a:gd name="T64" fmla="*/ 30 w 138"/>
                <a:gd name="T65" fmla="*/ 88 h 109"/>
                <a:gd name="T66" fmla="*/ 39 w 138"/>
                <a:gd name="T67" fmla="*/ 76 h 109"/>
                <a:gd name="T68" fmla="*/ 37 w 138"/>
                <a:gd name="T69" fmla="*/ 74 h 109"/>
                <a:gd name="T70" fmla="*/ 37 w 138"/>
                <a:gd name="T71" fmla="*/ 64 h 109"/>
                <a:gd name="T72" fmla="*/ 39 w 138"/>
                <a:gd name="T73" fmla="*/ 55 h 109"/>
                <a:gd name="T74" fmla="*/ 45 w 138"/>
                <a:gd name="T75" fmla="*/ 49 h 109"/>
                <a:gd name="T76" fmla="*/ 49 w 138"/>
                <a:gd name="T77" fmla="*/ 41 h 109"/>
                <a:gd name="T78" fmla="*/ 53 w 138"/>
                <a:gd name="T79" fmla="*/ 37 h 109"/>
                <a:gd name="T80" fmla="*/ 59 w 138"/>
                <a:gd name="T81" fmla="*/ 34 h 109"/>
                <a:gd name="T82" fmla="*/ 66 w 138"/>
                <a:gd name="T83" fmla="*/ 29 h 109"/>
                <a:gd name="T84" fmla="*/ 70 w 138"/>
                <a:gd name="T85" fmla="*/ 28 h 109"/>
                <a:gd name="T86" fmla="*/ 78 w 138"/>
                <a:gd name="T87" fmla="*/ 20 h 109"/>
                <a:gd name="T88" fmla="*/ 80 w 138"/>
                <a:gd name="T89" fmla="*/ 10 h 109"/>
                <a:gd name="T90" fmla="*/ 83 w 138"/>
                <a:gd name="T91" fmla="*/ 3 h 109"/>
                <a:gd name="T92" fmla="*/ 86 w 138"/>
                <a:gd name="T93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8" h="109">
                  <a:moveTo>
                    <a:pt x="88" y="0"/>
                  </a:moveTo>
                  <a:lnTo>
                    <a:pt x="88" y="1"/>
                  </a:lnTo>
                  <a:lnTo>
                    <a:pt x="88" y="3"/>
                  </a:lnTo>
                  <a:lnTo>
                    <a:pt x="88" y="4"/>
                  </a:lnTo>
                  <a:lnTo>
                    <a:pt x="88" y="5"/>
                  </a:lnTo>
                  <a:lnTo>
                    <a:pt x="89" y="6"/>
                  </a:lnTo>
                  <a:lnTo>
                    <a:pt x="93" y="9"/>
                  </a:lnTo>
                  <a:lnTo>
                    <a:pt x="96" y="10"/>
                  </a:lnTo>
                  <a:lnTo>
                    <a:pt x="100" y="9"/>
                  </a:lnTo>
                  <a:lnTo>
                    <a:pt x="103" y="8"/>
                  </a:lnTo>
                  <a:lnTo>
                    <a:pt x="104" y="8"/>
                  </a:lnTo>
                  <a:lnTo>
                    <a:pt x="108" y="9"/>
                  </a:lnTo>
                  <a:lnTo>
                    <a:pt x="112" y="9"/>
                  </a:lnTo>
                  <a:lnTo>
                    <a:pt x="113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6" y="9"/>
                  </a:lnTo>
                  <a:lnTo>
                    <a:pt x="117" y="10"/>
                  </a:lnTo>
                  <a:lnTo>
                    <a:pt x="124" y="10"/>
                  </a:lnTo>
                  <a:lnTo>
                    <a:pt x="125" y="10"/>
                  </a:lnTo>
                  <a:lnTo>
                    <a:pt x="126" y="12"/>
                  </a:lnTo>
                  <a:lnTo>
                    <a:pt x="126" y="13"/>
                  </a:lnTo>
                  <a:lnTo>
                    <a:pt x="128" y="16"/>
                  </a:lnTo>
                  <a:lnTo>
                    <a:pt x="128" y="17"/>
                  </a:lnTo>
                  <a:lnTo>
                    <a:pt x="129" y="18"/>
                  </a:lnTo>
                  <a:lnTo>
                    <a:pt x="129" y="22"/>
                  </a:lnTo>
                  <a:lnTo>
                    <a:pt x="129" y="26"/>
                  </a:lnTo>
                  <a:lnTo>
                    <a:pt x="129" y="29"/>
                  </a:lnTo>
                  <a:lnTo>
                    <a:pt x="130" y="37"/>
                  </a:lnTo>
                  <a:lnTo>
                    <a:pt x="132" y="41"/>
                  </a:lnTo>
                  <a:lnTo>
                    <a:pt x="133" y="43"/>
                  </a:lnTo>
                  <a:lnTo>
                    <a:pt x="134" y="43"/>
                  </a:lnTo>
                  <a:lnTo>
                    <a:pt x="136" y="45"/>
                  </a:lnTo>
                  <a:lnTo>
                    <a:pt x="137" y="45"/>
                  </a:lnTo>
                  <a:lnTo>
                    <a:pt x="138" y="46"/>
                  </a:lnTo>
                  <a:lnTo>
                    <a:pt x="137" y="49"/>
                  </a:lnTo>
                  <a:lnTo>
                    <a:pt x="137" y="50"/>
                  </a:lnTo>
                  <a:lnTo>
                    <a:pt x="136" y="53"/>
                  </a:lnTo>
                  <a:lnTo>
                    <a:pt x="121" y="53"/>
                  </a:lnTo>
                  <a:lnTo>
                    <a:pt x="118" y="53"/>
                  </a:lnTo>
                  <a:lnTo>
                    <a:pt x="116" y="56"/>
                  </a:lnTo>
                  <a:lnTo>
                    <a:pt x="113" y="59"/>
                  </a:lnTo>
                  <a:lnTo>
                    <a:pt x="112" y="62"/>
                  </a:lnTo>
                  <a:lnTo>
                    <a:pt x="112" y="66"/>
                  </a:lnTo>
                  <a:lnTo>
                    <a:pt x="111" y="68"/>
                  </a:lnTo>
                  <a:lnTo>
                    <a:pt x="103" y="74"/>
                  </a:lnTo>
                  <a:lnTo>
                    <a:pt x="89" y="81"/>
                  </a:lnTo>
                  <a:lnTo>
                    <a:pt x="80" y="87"/>
                  </a:lnTo>
                  <a:lnTo>
                    <a:pt x="76" y="88"/>
                  </a:lnTo>
                  <a:lnTo>
                    <a:pt x="71" y="88"/>
                  </a:lnTo>
                  <a:lnTo>
                    <a:pt x="70" y="88"/>
                  </a:lnTo>
                  <a:lnTo>
                    <a:pt x="66" y="88"/>
                  </a:lnTo>
                  <a:lnTo>
                    <a:pt x="59" y="89"/>
                  </a:lnTo>
                  <a:lnTo>
                    <a:pt x="55" y="92"/>
                  </a:lnTo>
                  <a:lnTo>
                    <a:pt x="54" y="95"/>
                  </a:lnTo>
                  <a:lnTo>
                    <a:pt x="49" y="99"/>
                  </a:lnTo>
                  <a:lnTo>
                    <a:pt x="47" y="109"/>
                  </a:lnTo>
                  <a:lnTo>
                    <a:pt x="47" y="109"/>
                  </a:lnTo>
                  <a:lnTo>
                    <a:pt x="47" y="109"/>
                  </a:lnTo>
                  <a:lnTo>
                    <a:pt x="0" y="108"/>
                  </a:lnTo>
                  <a:lnTo>
                    <a:pt x="3" y="104"/>
                  </a:lnTo>
                  <a:lnTo>
                    <a:pt x="14" y="103"/>
                  </a:lnTo>
                  <a:lnTo>
                    <a:pt x="22" y="95"/>
                  </a:lnTo>
                  <a:lnTo>
                    <a:pt x="26" y="95"/>
                  </a:lnTo>
                  <a:lnTo>
                    <a:pt x="30" y="91"/>
                  </a:lnTo>
                  <a:lnTo>
                    <a:pt x="30" y="88"/>
                  </a:lnTo>
                  <a:lnTo>
                    <a:pt x="38" y="79"/>
                  </a:lnTo>
                  <a:lnTo>
                    <a:pt x="39" y="76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8" y="68"/>
                  </a:lnTo>
                  <a:lnTo>
                    <a:pt x="37" y="64"/>
                  </a:lnTo>
                  <a:lnTo>
                    <a:pt x="37" y="62"/>
                  </a:lnTo>
                  <a:lnTo>
                    <a:pt x="39" y="55"/>
                  </a:lnTo>
                  <a:lnTo>
                    <a:pt x="45" y="51"/>
                  </a:lnTo>
                  <a:lnTo>
                    <a:pt x="45" y="49"/>
                  </a:lnTo>
                  <a:lnTo>
                    <a:pt x="42" y="45"/>
                  </a:lnTo>
                  <a:lnTo>
                    <a:pt x="49" y="41"/>
                  </a:lnTo>
                  <a:lnTo>
                    <a:pt x="50" y="38"/>
                  </a:lnTo>
                  <a:lnTo>
                    <a:pt x="53" y="37"/>
                  </a:lnTo>
                  <a:lnTo>
                    <a:pt x="58" y="34"/>
                  </a:lnTo>
                  <a:lnTo>
                    <a:pt x="59" y="34"/>
                  </a:lnTo>
                  <a:lnTo>
                    <a:pt x="62" y="30"/>
                  </a:lnTo>
                  <a:lnTo>
                    <a:pt x="66" y="29"/>
                  </a:lnTo>
                  <a:lnTo>
                    <a:pt x="68" y="28"/>
                  </a:lnTo>
                  <a:lnTo>
                    <a:pt x="70" y="28"/>
                  </a:lnTo>
                  <a:lnTo>
                    <a:pt x="75" y="22"/>
                  </a:lnTo>
                  <a:lnTo>
                    <a:pt x="78" y="20"/>
                  </a:lnTo>
                  <a:lnTo>
                    <a:pt x="78" y="14"/>
                  </a:lnTo>
                  <a:lnTo>
                    <a:pt x="80" y="10"/>
                  </a:lnTo>
                  <a:lnTo>
                    <a:pt x="80" y="4"/>
                  </a:lnTo>
                  <a:lnTo>
                    <a:pt x="83" y="3"/>
                  </a:lnTo>
                  <a:lnTo>
                    <a:pt x="84" y="3"/>
                  </a:lnTo>
                  <a:lnTo>
                    <a:pt x="86" y="1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0" name="Freeform 449"/>
            <p:cNvSpPr>
              <a:spLocks/>
            </p:cNvSpPr>
            <p:nvPr/>
          </p:nvSpPr>
          <p:spPr bwMode="auto">
            <a:xfrm>
              <a:off x="5278017" y="3497719"/>
              <a:ext cx="243623" cy="200483"/>
            </a:xfrm>
            <a:custGeom>
              <a:avLst/>
              <a:gdLst>
                <a:gd name="T0" fmla="*/ 49 w 96"/>
                <a:gd name="T1" fmla="*/ 0 h 79"/>
                <a:gd name="T2" fmla="*/ 96 w 96"/>
                <a:gd name="T3" fmla="*/ 1 h 79"/>
                <a:gd name="T4" fmla="*/ 96 w 96"/>
                <a:gd name="T5" fmla="*/ 4 h 79"/>
                <a:gd name="T6" fmla="*/ 96 w 96"/>
                <a:gd name="T7" fmla="*/ 4 h 79"/>
                <a:gd name="T8" fmla="*/ 96 w 96"/>
                <a:gd name="T9" fmla="*/ 21 h 79"/>
                <a:gd name="T10" fmla="*/ 59 w 96"/>
                <a:gd name="T11" fmla="*/ 21 h 79"/>
                <a:gd name="T12" fmla="*/ 58 w 96"/>
                <a:gd name="T13" fmla="*/ 51 h 79"/>
                <a:gd name="T14" fmla="*/ 54 w 96"/>
                <a:gd name="T15" fmla="*/ 51 h 79"/>
                <a:gd name="T16" fmla="*/ 52 w 96"/>
                <a:gd name="T17" fmla="*/ 52 h 79"/>
                <a:gd name="T18" fmla="*/ 49 w 96"/>
                <a:gd name="T19" fmla="*/ 54 h 79"/>
                <a:gd name="T20" fmla="*/ 48 w 96"/>
                <a:gd name="T21" fmla="*/ 56 h 79"/>
                <a:gd name="T22" fmla="*/ 48 w 96"/>
                <a:gd name="T23" fmla="*/ 79 h 79"/>
                <a:gd name="T24" fmla="*/ 0 w 96"/>
                <a:gd name="T25" fmla="*/ 79 h 79"/>
                <a:gd name="T26" fmla="*/ 0 w 96"/>
                <a:gd name="T27" fmla="*/ 75 h 79"/>
                <a:gd name="T28" fmla="*/ 2 w 96"/>
                <a:gd name="T29" fmla="*/ 72 h 79"/>
                <a:gd name="T30" fmla="*/ 2 w 96"/>
                <a:gd name="T31" fmla="*/ 70 h 79"/>
                <a:gd name="T32" fmla="*/ 3 w 96"/>
                <a:gd name="T33" fmla="*/ 68 h 79"/>
                <a:gd name="T34" fmla="*/ 4 w 96"/>
                <a:gd name="T35" fmla="*/ 67 h 79"/>
                <a:gd name="T36" fmla="*/ 8 w 96"/>
                <a:gd name="T37" fmla="*/ 60 h 79"/>
                <a:gd name="T38" fmla="*/ 9 w 96"/>
                <a:gd name="T39" fmla="*/ 60 h 79"/>
                <a:gd name="T40" fmla="*/ 8 w 96"/>
                <a:gd name="T41" fmla="*/ 59 h 79"/>
                <a:gd name="T42" fmla="*/ 9 w 96"/>
                <a:gd name="T43" fmla="*/ 58 h 79"/>
                <a:gd name="T44" fmla="*/ 13 w 96"/>
                <a:gd name="T45" fmla="*/ 51 h 79"/>
                <a:gd name="T46" fmla="*/ 13 w 96"/>
                <a:gd name="T47" fmla="*/ 50 h 79"/>
                <a:gd name="T48" fmla="*/ 16 w 96"/>
                <a:gd name="T49" fmla="*/ 43 h 79"/>
                <a:gd name="T50" fmla="*/ 17 w 96"/>
                <a:gd name="T51" fmla="*/ 42 h 79"/>
                <a:gd name="T52" fmla="*/ 24 w 96"/>
                <a:gd name="T53" fmla="*/ 37 h 79"/>
                <a:gd name="T54" fmla="*/ 24 w 96"/>
                <a:gd name="T55" fmla="*/ 34 h 79"/>
                <a:gd name="T56" fmla="*/ 32 w 96"/>
                <a:gd name="T57" fmla="*/ 23 h 79"/>
                <a:gd name="T58" fmla="*/ 31 w 96"/>
                <a:gd name="T59" fmla="*/ 20 h 79"/>
                <a:gd name="T60" fmla="*/ 33 w 96"/>
                <a:gd name="T61" fmla="*/ 18 h 79"/>
                <a:gd name="T62" fmla="*/ 34 w 96"/>
                <a:gd name="T63" fmla="*/ 16 h 79"/>
                <a:gd name="T64" fmla="*/ 42 w 96"/>
                <a:gd name="T65" fmla="*/ 12 h 79"/>
                <a:gd name="T66" fmla="*/ 45 w 96"/>
                <a:gd name="T67" fmla="*/ 12 h 79"/>
                <a:gd name="T68" fmla="*/ 45 w 96"/>
                <a:gd name="T69" fmla="*/ 6 h 79"/>
                <a:gd name="T70" fmla="*/ 49 w 96"/>
                <a:gd name="T71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6" h="79">
                  <a:moveTo>
                    <a:pt x="49" y="0"/>
                  </a:moveTo>
                  <a:lnTo>
                    <a:pt x="96" y="1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96" y="21"/>
                  </a:lnTo>
                  <a:lnTo>
                    <a:pt x="59" y="21"/>
                  </a:lnTo>
                  <a:lnTo>
                    <a:pt x="58" y="51"/>
                  </a:lnTo>
                  <a:lnTo>
                    <a:pt x="54" y="51"/>
                  </a:lnTo>
                  <a:lnTo>
                    <a:pt x="52" y="52"/>
                  </a:lnTo>
                  <a:lnTo>
                    <a:pt x="49" y="54"/>
                  </a:lnTo>
                  <a:lnTo>
                    <a:pt x="48" y="56"/>
                  </a:lnTo>
                  <a:lnTo>
                    <a:pt x="48" y="79"/>
                  </a:lnTo>
                  <a:lnTo>
                    <a:pt x="0" y="79"/>
                  </a:lnTo>
                  <a:lnTo>
                    <a:pt x="0" y="75"/>
                  </a:lnTo>
                  <a:lnTo>
                    <a:pt x="2" y="72"/>
                  </a:lnTo>
                  <a:lnTo>
                    <a:pt x="2" y="70"/>
                  </a:lnTo>
                  <a:lnTo>
                    <a:pt x="3" y="68"/>
                  </a:lnTo>
                  <a:lnTo>
                    <a:pt x="4" y="67"/>
                  </a:lnTo>
                  <a:lnTo>
                    <a:pt x="8" y="60"/>
                  </a:lnTo>
                  <a:lnTo>
                    <a:pt x="9" y="60"/>
                  </a:lnTo>
                  <a:lnTo>
                    <a:pt x="8" y="59"/>
                  </a:lnTo>
                  <a:lnTo>
                    <a:pt x="9" y="58"/>
                  </a:lnTo>
                  <a:lnTo>
                    <a:pt x="13" y="51"/>
                  </a:lnTo>
                  <a:lnTo>
                    <a:pt x="13" y="50"/>
                  </a:lnTo>
                  <a:lnTo>
                    <a:pt x="16" y="43"/>
                  </a:lnTo>
                  <a:lnTo>
                    <a:pt x="17" y="42"/>
                  </a:lnTo>
                  <a:lnTo>
                    <a:pt x="24" y="37"/>
                  </a:lnTo>
                  <a:lnTo>
                    <a:pt x="24" y="34"/>
                  </a:lnTo>
                  <a:lnTo>
                    <a:pt x="32" y="23"/>
                  </a:lnTo>
                  <a:lnTo>
                    <a:pt x="31" y="20"/>
                  </a:lnTo>
                  <a:lnTo>
                    <a:pt x="33" y="18"/>
                  </a:lnTo>
                  <a:lnTo>
                    <a:pt x="34" y="16"/>
                  </a:lnTo>
                  <a:lnTo>
                    <a:pt x="42" y="12"/>
                  </a:lnTo>
                  <a:lnTo>
                    <a:pt x="45" y="12"/>
                  </a:lnTo>
                  <a:lnTo>
                    <a:pt x="45" y="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1" name="Freeform 450"/>
            <p:cNvSpPr>
              <a:spLocks/>
            </p:cNvSpPr>
            <p:nvPr/>
          </p:nvSpPr>
          <p:spPr bwMode="auto">
            <a:xfrm>
              <a:off x="5275480" y="3507870"/>
              <a:ext cx="357823" cy="393351"/>
            </a:xfrm>
            <a:custGeom>
              <a:avLst/>
              <a:gdLst>
                <a:gd name="T0" fmla="*/ 141 w 141"/>
                <a:gd name="T1" fmla="*/ 29 h 155"/>
                <a:gd name="T2" fmla="*/ 141 w 141"/>
                <a:gd name="T3" fmla="*/ 29 h 155"/>
                <a:gd name="T4" fmla="*/ 136 w 141"/>
                <a:gd name="T5" fmla="*/ 134 h 155"/>
                <a:gd name="T6" fmla="*/ 136 w 141"/>
                <a:gd name="T7" fmla="*/ 147 h 155"/>
                <a:gd name="T8" fmla="*/ 92 w 141"/>
                <a:gd name="T9" fmla="*/ 146 h 155"/>
                <a:gd name="T10" fmla="*/ 89 w 141"/>
                <a:gd name="T11" fmla="*/ 144 h 155"/>
                <a:gd name="T12" fmla="*/ 86 w 141"/>
                <a:gd name="T13" fmla="*/ 146 h 155"/>
                <a:gd name="T14" fmla="*/ 83 w 141"/>
                <a:gd name="T15" fmla="*/ 141 h 155"/>
                <a:gd name="T16" fmla="*/ 74 w 141"/>
                <a:gd name="T17" fmla="*/ 150 h 155"/>
                <a:gd name="T18" fmla="*/ 71 w 141"/>
                <a:gd name="T19" fmla="*/ 144 h 155"/>
                <a:gd name="T20" fmla="*/ 67 w 141"/>
                <a:gd name="T21" fmla="*/ 142 h 155"/>
                <a:gd name="T22" fmla="*/ 63 w 141"/>
                <a:gd name="T23" fmla="*/ 147 h 155"/>
                <a:gd name="T24" fmla="*/ 63 w 141"/>
                <a:gd name="T25" fmla="*/ 152 h 155"/>
                <a:gd name="T26" fmla="*/ 57 w 141"/>
                <a:gd name="T27" fmla="*/ 155 h 155"/>
                <a:gd name="T28" fmla="*/ 55 w 141"/>
                <a:gd name="T29" fmla="*/ 152 h 155"/>
                <a:gd name="T30" fmla="*/ 50 w 141"/>
                <a:gd name="T31" fmla="*/ 150 h 155"/>
                <a:gd name="T32" fmla="*/ 47 w 141"/>
                <a:gd name="T33" fmla="*/ 147 h 155"/>
                <a:gd name="T34" fmla="*/ 45 w 141"/>
                <a:gd name="T35" fmla="*/ 142 h 155"/>
                <a:gd name="T36" fmla="*/ 43 w 141"/>
                <a:gd name="T37" fmla="*/ 138 h 155"/>
                <a:gd name="T38" fmla="*/ 41 w 141"/>
                <a:gd name="T39" fmla="*/ 138 h 155"/>
                <a:gd name="T40" fmla="*/ 37 w 141"/>
                <a:gd name="T41" fmla="*/ 138 h 155"/>
                <a:gd name="T42" fmla="*/ 34 w 141"/>
                <a:gd name="T43" fmla="*/ 134 h 155"/>
                <a:gd name="T44" fmla="*/ 25 w 141"/>
                <a:gd name="T45" fmla="*/ 131 h 155"/>
                <a:gd name="T46" fmla="*/ 17 w 141"/>
                <a:gd name="T47" fmla="*/ 134 h 155"/>
                <a:gd name="T48" fmla="*/ 9 w 141"/>
                <a:gd name="T49" fmla="*/ 137 h 155"/>
                <a:gd name="T50" fmla="*/ 5 w 141"/>
                <a:gd name="T51" fmla="*/ 138 h 155"/>
                <a:gd name="T52" fmla="*/ 8 w 141"/>
                <a:gd name="T53" fmla="*/ 126 h 155"/>
                <a:gd name="T54" fmla="*/ 10 w 141"/>
                <a:gd name="T55" fmla="*/ 113 h 155"/>
                <a:gd name="T56" fmla="*/ 5 w 141"/>
                <a:gd name="T57" fmla="*/ 96 h 155"/>
                <a:gd name="T58" fmla="*/ 8 w 141"/>
                <a:gd name="T59" fmla="*/ 94 h 155"/>
                <a:gd name="T60" fmla="*/ 8 w 141"/>
                <a:gd name="T61" fmla="*/ 89 h 155"/>
                <a:gd name="T62" fmla="*/ 7 w 141"/>
                <a:gd name="T63" fmla="*/ 81 h 155"/>
                <a:gd name="T64" fmla="*/ 4 w 141"/>
                <a:gd name="T65" fmla="*/ 83 h 155"/>
                <a:gd name="T66" fmla="*/ 0 w 141"/>
                <a:gd name="T67" fmla="*/ 83 h 155"/>
                <a:gd name="T68" fmla="*/ 1 w 141"/>
                <a:gd name="T69" fmla="*/ 76 h 155"/>
                <a:gd name="T70" fmla="*/ 49 w 141"/>
                <a:gd name="T71" fmla="*/ 75 h 155"/>
                <a:gd name="T72" fmla="*/ 50 w 141"/>
                <a:gd name="T73" fmla="*/ 50 h 155"/>
                <a:gd name="T74" fmla="*/ 55 w 141"/>
                <a:gd name="T75" fmla="*/ 47 h 155"/>
                <a:gd name="T76" fmla="*/ 60 w 141"/>
                <a:gd name="T77" fmla="*/ 17 h 155"/>
                <a:gd name="T78" fmla="*/ 97 w 141"/>
                <a:gd name="T79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" h="155">
                  <a:moveTo>
                    <a:pt x="97" y="0"/>
                  </a:moveTo>
                  <a:lnTo>
                    <a:pt x="141" y="29"/>
                  </a:lnTo>
                  <a:lnTo>
                    <a:pt x="141" y="29"/>
                  </a:lnTo>
                  <a:lnTo>
                    <a:pt x="141" y="29"/>
                  </a:lnTo>
                  <a:lnTo>
                    <a:pt x="126" y="29"/>
                  </a:lnTo>
                  <a:lnTo>
                    <a:pt x="136" y="134"/>
                  </a:lnTo>
                  <a:lnTo>
                    <a:pt x="139" y="137"/>
                  </a:lnTo>
                  <a:lnTo>
                    <a:pt x="136" y="147"/>
                  </a:lnTo>
                  <a:lnTo>
                    <a:pt x="93" y="147"/>
                  </a:lnTo>
                  <a:lnTo>
                    <a:pt x="92" y="146"/>
                  </a:lnTo>
                  <a:lnTo>
                    <a:pt x="91" y="144"/>
                  </a:lnTo>
                  <a:lnTo>
                    <a:pt x="89" y="144"/>
                  </a:lnTo>
                  <a:lnTo>
                    <a:pt x="87" y="147"/>
                  </a:lnTo>
                  <a:lnTo>
                    <a:pt x="86" y="146"/>
                  </a:lnTo>
                  <a:lnTo>
                    <a:pt x="86" y="142"/>
                  </a:lnTo>
                  <a:lnTo>
                    <a:pt x="83" y="141"/>
                  </a:lnTo>
                  <a:lnTo>
                    <a:pt x="76" y="143"/>
                  </a:lnTo>
                  <a:lnTo>
                    <a:pt x="74" y="150"/>
                  </a:lnTo>
                  <a:lnTo>
                    <a:pt x="72" y="148"/>
                  </a:lnTo>
                  <a:lnTo>
                    <a:pt x="71" y="144"/>
                  </a:lnTo>
                  <a:lnTo>
                    <a:pt x="70" y="142"/>
                  </a:lnTo>
                  <a:lnTo>
                    <a:pt x="67" y="142"/>
                  </a:lnTo>
                  <a:lnTo>
                    <a:pt x="63" y="143"/>
                  </a:lnTo>
                  <a:lnTo>
                    <a:pt x="63" y="147"/>
                  </a:lnTo>
                  <a:lnTo>
                    <a:pt x="64" y="148"/>
                  </a:lnTo>
                  <a:lnTo>
                    <a:pt x="63" y="152"/>
                  </a:lnTo>
                  <a:lnTo>
                    <a:pt x="59" y="152"/>
                  </a:lnTo>
                  <a:lnTo>
                    <a:pt x="57" y="155"/>
                  </a:lnTo>
                  <a:lnTo>
                    <a:pt x="57" y="155"/>
                  </a:lnTo>
                  <a:lnTo>
                    <a:pt x="55" y="152"/>
                  </a:lnTo>
                  <a:lnTo>
                    <a:pt x="53" y="151"/>
                  </a:lnTo>
                  <a:lnTo>
                    <a:pt x="50" y="150"/>
                  </a:lnTo>
                  <a:lnTo>
                    <a:pt x="50" y="147"/>
                  </a:lnTo>
                  <a:lnTo>
                    <a:pt x="47" y="147"/>
                  </a:lnTo>
                  <a:lnTo>
                    <a:pt x="47" y="144"/>
                  </a:lnTo>
                  <a:lnTo>
                    <a:pt x="45" y="142"/>
                  </a:lnTo>
                  <a:lnTo>
                    <a:pt x="45" y="139"/>
                  </a:lnTo>
                  <a:lnTo>
                    <a:pt x="43" y="138"/>
                  </a:lnTo>
                  <a:lnTo>
                    <a:pt x="41" y="138"/>
                  </a:lnTo>
                  <a:lnTo>
                    <a:pt x="41" y="138"/>
                  </a:lnTo>
                  <a:lnTo>
                    <a:pt x="38" y="139"/>
                  </a:lnTo>
                  <a:lnTo>
                    <a:pt x="37" y="138"/>
                  </a:lnTo>
                  <a:lnTo>
                    <a:pt x="37" y="137"/>
                  </a:lnTo>
                  <a:lnTo>
                    <a:pt x="34" y="134"/>
                  </a:lnTo>
                  <a:lnTo>
                    <a:pt x="32" y="133"/>
                  </a:lnTo>
                  <a:lnTo>
                    <a:pt x="25" y="131"/>
                  </a:lnTo>
                  <a:lnTo>
                    <a:pt x="24" y="131"/>
                  </a:lnTo>
                  <a:lnTo>
                    <a:pt x="17" y="134"/>
                  </a:lnTo>
                  <a:lnTo>
                    <a:pt x="10" y="134"/>
                  </a:lnTo>
                  <a:lnTo>
                    <a:pt x="9" y="137"/>
                  </a:lnTo>
                  <a:lnTo>
                    <a:pt x="7" y="137"/>
                  </a:lnTo>
                  <a:lnTo>
                    <a:pt x="5" y="138"/>
                  </a:lnTo>
                  <a:lnTo>
                    <a:pt x="5" y="134"/>
                  </a:lnTo>
                  <a:lnTo>
                    <a:pt x="8" y="126"/>
                  </a:lnTo>
                  <a:lnTo>
                    <a:pt x="10" y="122"/>
                  </a:lnTo>
                  <a:lnTo>
                    <a:pt x="10" y="113"/>
                  </a:lnTo>
                  <a:lnTo>
                    <a:pt x="9" y="101"/>
                  </a:lnTo>
                  <a:lnTo>
                    <a:pt x="5" y="96"/>
                  </a:lnTo>
                  <a:lnTo>
                    <a:pt x="7" y="94"/>
                  </a:lnTo>
                  <a:lnTo>
                    <a:pt x="8" y="94"/>
                  </a:lnTo>
                  <a:lnTo>
                    <a:pt x="9" y="91"/>
                  </a:lnTo>
                  <a:lnTo>
                    <a:pt x="8" y="89"/>
                  </a:lnTo>
                  <a:lnTo>
                    <a:pt x="9" y="87"/>
                  </a:lnTo>
                  <a:lnTo>
                    <a:pt x="7" y="81"/>
                  </a:lnTo>
                  <a:lnTo>
                    <a:pt x="5" y="83"/>
                  </a:lnTo>
                  <a:lnTo>
                    <a:pt x="4" y="83"/>
                  </a:lnTo>
                  <a:lnTo>
                    <a:pt x="3" y="80"/>
                  </a:lnTo>
                  <a:lnTo>
                    <a:pt x="0" y="83"/>
                  </a:lnTo>
                  <a:lnTo>
                    <a:pt x="0" y="79"/>
                  </a:lnTo>
                  <a:lnTo>
                    <a:pt x="1" y="76"/>
                  </a:lnTo>
                  <a:lnTo>
                    <a:pt x="1" y="75"/>
                  </a:lnTo>
                  <a:lnTo>
                    <a:pt x="49" y="75"/>
                  </a:lnTo>
                  <a:lnTo>
                    <a:pt x="49" y="52"/>
                  </a:lnTo>
                  <a:lnTo>
                    <a:pt x="50" y="50"/>
                  </a:lnTo>
                  <a:lnTo>
                    <a:pt x="53" y="48"/>
                  </a:lnTo>
                  <a:lnTo>
                    <a:pt x="55" y="47"/>
                  </a:lnTo>
                  <a:lnTo>
                    <a:pt x="59" y="47"/>
                  </a:lnTo>
                  <a:lnTo>
                    <a:pt x="60" y="17"/>
                  </a:lnTo>
                  <a:lnTo>
                    <a:pt x="97" y="17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2" name="Freeform 451"/>
            <p:cNvSpPr>
              <a:spLocks/>
            </p:cNvSpPr>
            <p:nvPr/>
          </p:nvSpPr>
          <p:spPr bwMode="auto">
            <a:xfrm>
              <a:off x="5420131" y="3581464"/>
              <a:ext cx="489786" cy="456794"/>
            </a:xfrm>
            <a:custGeom>
              <a:avLst/>
              <a:gdLst>
                <a:gd name="T0" fmla="*/ 163 w 193"/>
                <a:gd name="T1" fmla="*/ 58 h 180"/>
                <a:gd name="T2" fmla="*/ 173 w 193"/>
                <a:gd name="T3" fmla="*/ 60 h 180"/>
                <a:gd name="T4" fmla="*/ 180 w 193"/>
                <a:gd name="T5" fmla="*/ 65 h 180"/>
                <a:gd name="T6" fmla="*/ 180 w 193"/>
                <a:gd name="T7" fmla="*/ 73 h 180"/>
                <a:gd name="T8" fmla="*/ 193 w 193"/>
                <a:gd name="T9" fmla="*/ 72 h 180"/>
                <a:gd name="T10" fmla="*/ 192 w 193"/>
                <a:gd name="T11" fmla="*/ 106 h 180"/>
                <a:gd name="T12" fmla="*/ 188 w 193"/>
                <a:gd name="T13" fmla="*/ 113 h 180"/>
                <a:gd name="T14" fmla="*/ 175 w 193"/>
                <a:gd name="T15" fmla="*/ 119 h 180"/>
                <a:gd name="T16" fmla="*/ 162 w 193"/>
                <a:gd name="T17" fmla="*/ 122 h 180"/>
                <a:gd name="T18" fmla="*/ 147 w 193"/>
                <a:gd name="T19" fmla="*/ 122 h 180"/>
                <a:gd name="T20" fmla="*/ 144 w 193"/>
                <a:gd name="T21" fmla="*/ 122 h 180"/>
                <a:gd name="T22" fmla="*/ 133 w 193"/>
                <a:gd name="T23" fmla="*/ 122 h 180"/>
                <a:gd name="T24" fmla="*/ 117 w 193"/>
                <a:gd name="T25" fmla="*/ 131 h 180"/>
                <a:gd name="T26" fmla="*/ 102 w 193"/>
                <a:gd name="T27" fmla="*/ 140 h 180"/>
                <a:gd name="T28" fmla="*/ 97 w 193"/>
                <a:gd name="T29" fmla="*/ 142 h 180"/>
                <a:gd name="T30" fmla="*/ 93 w 193"/>
                <a:gd name="T31" fmla="*/ 148 h 180"/>
                <a:gd name="T32" fmla="*/ 84 w 193"/>
                <a:gd name="T33" fmla="*/ 160 h 180"/>
                <a:gd name="T34" fmla="*/ 82 w 193"/>
                <a:gd name="T35" fmla="*/ 168 h 180"/>
                <a:gd name="T36" fmla="*/ 81 w 193"/>
                <a:gd name="T37" fmla="*/ 172 h 180"/>
                <a:gd name="T38" fmla="*/ 77 w 193"/>
                <a:gd name="T39" fmla="*/ 180 h 180"/>
                <a:gd name="T40" fmla="*/ 73 w 193"/>
                <a:gd name="T41" fmla="*/ 176 h 180"/>
                <a:gd name="T42" fmla="*/ 67 w 193"/>
                <a:gd name="T43" fmla="*/ 177 h 180"/>
                <a:gd name="T44" fmla="*/ 57 w 193"/>
                <a:gd name="T45" fmla="*/ 177 h 180"/>
                <a:gd name="T46" fmla="*/ 52 w 193"/>
                <a:gd name="T47" fmla="*/ 177 h 180"/>
                <a:gd name="T48" fmla="*/ 48 w 193"/>
                <a:gd name="T49" fmla="*/ 175 h 180"/>
                <a:gd name="T50" fmla="*/ 46 w 193"/>
                <a:gd name="T51" fmla="*/ 171 h 180"/>
                <a:gd name="T52" fmla="*/ 44 w 193"/>
                <a:gd name="T53" fmla="*/ 169 h 180"/>
                <a:gd name="T54" fmla="*/ 43 w 193"/>
                <a:gd name="T55" fmla="*/ 164 h 180"/>
                <a:gd name="T56" fmla="*/ 42 w 193"/>
                <a:gd name="T57" fmla="*/ 158 h 180"/>
                <a:gd name="T58" fmla="*/ 36 w 193"/>
                <a:gd name="T59" fmla="*/ 155 h 180"/>
                <a:gd name="T60" fmla="*/ 30 w 193"/>
                <a:gd name="T61" fmla="*/ 155 h 180"/>
                <a:gd name="T62" fmla="*/ 23 w 193"/>
                <a:gd name="T63" fmla="*/ 160 h 180"/>
                <a:gd name="T64" fmla="*/ 17 w 193"/>
                <a:gd name="T65" fmla="*/ 158 h 180"/>
                <a:gd name="T66" fmla="*/ 13 w 193"/>
                <a:gd name="T67" fmla="*/ 158 h 180"/>
                <a:gd name="T68" fmla="*/ 10 w 193"/>
                <a:gd name="T69" fmla="*/ 152 h 180"/>
                <a:gd name="T70" fmla="*/ 11 w 193"/>
                <a:gd name="T71" fmla="*/ 148 h 180"/>
                <a:gd name="T72" fmla="*/ 7 w 193"/>
                <a:gd name="T73" fmla="*/ 143 h 180"/>
                <a:gd name="T74" fmla="*/ 3 w 193"/>
                <a:gd name="T75" fmla="*/ 139 h 180"/>
                <a:gd name="T76" fmla="*/ 2 w 193"/>
                <a:gd name="T77" fmla="*/ 131 h 180"/>
                <a:gd name="T78" fmla="*/ 0 w 193"/>
                <a:gd name="T79" fmla="*/ 126 h 180"/>
                <a:gd name="T80" fmla="*/ 7 w 193"/>
                <a:gd name="T81" fmla="*/ 119 h 180"/>
                <a:gd name="T82" fmla="*/ 10 w 193"/>
                <a:gd name="T83" fmla="*/ 113 h 180"/>
                <a:gd name="T84" fmla="*/ 15 w 193"/>
                <a:gd name="T85" fmla="*/ 119 h 180"/>
                <a:gd name="T86" fmla="*/ 26 w 193"/>
                <a:gd name="T87" fmla="*/ 112 h 180"/>
                <a:gd name="T88" fmla="*/ 30 w 193"/>
                <a:gd name="T89" fmla="*/ 118 h 180"/>
                <a:gd name="T90" fmla="*/ 35 w 193"/>
                <a:gd name="T91" fmla="*/ 117 h 180"/>
                <a:gd name="T92" fmla="*/ 82 w 193"/>
                <a:gd name="T93" fmla="*/ 108 h 180"/>
                <a:gd name="T94" fmla="*/ 84 w 193"/>
                <a:gd name="T9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" h="180">
                  <a:moveTo>
                    <a:pt x="84" y="0"/>
                  </a:moveTo>
                  <a:lnTo>
                    <a:pt x="162" y="51"/>
                  </a:lnTo>
                  <a:lnTo>
                    <a:pt x="163" y="58"/>
                  </a:lnTo>
                  <a:lnTo>
                    <a:pt x="165" y="59"/>
                  </a:lnTo>
                  <a:lnTo>
                    <a:pt x="169" y="59"/>
                  </a:lnTo>
                  <a:lnTo>
                    <a:pt x="173" y="60"/>
                  </a:lnTo>
                  <a:lnTo>
                    <a:pt x="175" y="63"/>
                  </a:lnTo>
                  <a:lnTo>
                    <a:pt x="179" y="64"/>
                  </a:lnTo>
                  <a:lnTo>
                    <a:pt x="180" y="65"/>
                  </a:lnTo>
                  <a:lnTo>
                    <a:pt x="180" y="68"/>
                  </a:lnTo>
                  <a:lnTo>
                    <a:pt x="179" y="71"/>
                  </a:lnTo>
                  <a:lnTo>
                    <a:pt x="180" y="73"/>
                  </a:lnTo>
                  <a:lnTo>
                    <a:pt x="183" y="75"/>
                  </a:lnTo>
                  <a:lnTo>
                    <a:pt x="188" y="73"/>
                  </a:lnTo>
                  <a:lnTo>
                    <a:pt x="193" y="72"/>
                  </a:lnTo>
                  <a:lnTo>
                    <a:pt x="193" y="72"/>
                  </a:lnTo>
                  <a:lnTo>
                    <a:pt x="192" y="94"/>
                  </a:lnTo>
                  <a:lnTo>
                    <a:pt x="192" y="106"/>
                  </a:lnTo>
                  <a:lnTo>
                    <a:pt x="189" y="106"/>
                  </a:lnTo>
                  <a:lnTo>
                    <a:pt x="189" y="112"/>
                  </a:lnTo>
                  <a:lnTo>
                    <a:pt x="188" y="113"/>
                  </a:lnTo>
                  <a:lnTo>
                    <a:pt x="183" y="117"/>
                  </a:lnTo>
                  <a:lnTo>
                    <a:pt x="179" y="118"/>
                  </a:lnTo>
                  <a:lnTo>
                    <a:pt x="175" y="119"/>
                  </a:lnTo>
                  <a:lnTo>
                    <a:pt x="172" y="121"/>
                  </a:lnTo>
                  <a:lnTo>
                    <a:pt x="164" y="121"/>
                  </a:lnTo>
                  <a:lnTo>
                    <a:pt x="162" y="122"/>
                  </a:lnTo>
                  <a:lnTo>
                    <a:pt x="159" y="122"/>
                  </a:lnTo>
                  <a:lnTo>
                    <a:pt x="150" y="123"/>
                  </a:lnTo>
                  <a:lnTo>
                    <a:pt x="147" y="122"/>
                  </a:lnTo>
                  <a:lnTo>
                    <a:pt x="147" y="123"/>
                  </a:lnTo>
                  <a:lnTo>
                    <a:pt x="146" y="122"/>
                  </a:lnTo>
                  <a:lnTo>
                    <a:pt x="144" y="122"/>
                  </a:lnTo>
                  <a:lnTo>
                    <a:pt x="140" y="121"/>
                  </a:lnTo>
                  <a:lnTo>
                    <a:pt x="138" y="121"/>
                  </a:lnTo>
                  <a:lnTo>
                    <a:pt x="133" y="122"/>
                  </a:lnTo>
                  <a:lnTo>
                    <a:pt x="129" y="125"/>
                  </a:lnTo>
                  <a:lnTo>
                    <a:pt x="126" y="127"/>
                  </a:lnTo>
                  <a:lnTo>
                    <a:pt x="117" y="131"/>
                  </a:lnTo>
                  <a:lnTo>
                    <a:pt x="110" y="137"/>
                  </a:lnTo>
                  <a:lnTo>
                    <a:pt x="109" y="139"/>
                  </a:lnTo>
                  <a:lnTo>
                    <a:pt x="102" y="140"/>
                  </a:lnTo>
                  <a:lnTo>
                    <a:pt x="101" y="140"/>
                  </a:lnTo>
                  <a:lnTo>
                    <a:pt x="98" y="140"/>
                  </a:lnTo>
                  <a:lnTo>
                    <a:pt x="97" y="142"/>
                  </a:lnTo>
                  <a:lnTo>
                    <a:pt x="96" y="142"/>
                  </a:lnTo>
                  <a:lnTo>
                    <a:pt x="93" y="147"/>
                  </a:lnTo>
                  <a:lnTo>
                    <a:pt x="93" y="148"/>
                  </a:lnTo>
                  <a:lnTo>
                    <a:pt x="90" y="152"/>
                  </a:lnTo>
                  <a:lnTo>
                    <a:pt x="86" y="159"/>
                  </a:lnTo>
                  <a:lnTo>
                    <a:pt x="84" y="160"/>
                  </a:lnTo>
                  <a:lnTo>
                    <a:pt x="82" y="163"/>
                  </a:lnTo>
                  <a:lnTo>
                    <a:pt x="82" y="164"/>
                  </a:lnTo>
                  <a:lnTo>
                    <a:pt x="82" y="168"/>
                  </a:lnTo>
                  <a:lnTo>
                    <a:pt x="81" y="168"/>
                  </a:lnTo>
                  <a:lnTo>
                    <a:pt x="81" y="171"/>
                  </a:lnTo>
                  <a:lnTo>
                    <a:pt x="81" y="172"/>
                  </a:lnTo>
                  <a:lnTo>
                    <a:pt x="81" y="176"/>
                  </a:lnTo>
                  <a:lnTo>
                    <a:pt x="80" y="176"/>
                  </a:lnTo>
                  <a:lnTo>
                    <a:pt x="77" y="180"/>
                  </a:lnTo>
                  <a:lnTo>
                    <a:pt x="73" y="179"/>
                  </a:lnTo>
                  <a:lnTo>
                    <a:pt x="73" y="177"/>
                  </a:lnTo>
                  <a:lnTo>
                    <a:pt x="73" y="176"/>
                  </a:lnTo>
                  <a:lnTo>
                    <a:pt x="71" y="176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9"/>
                  </a:lnTo>
                  <a:lnTo>
                    <a:pt x="60" y="179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2" y="179"/>
                  </a:lnTo>
                  <a:lnTo>
                    <a:pt x="52" y="177"/>
                  </a:lnTo>
                  <a:lnTo>
                    <a:pt x="51" y="176"/>
                  </a:lnTo>
                  <a:lnTo>
                    <a:pt x="48" y="176"/>
                  </a:lnTo>
                  <a:lnTo>
                    <a:pt x="48" y="175"/>
                  </a:lnTo>
                  <a:lnTo>
                    <a:pt x="47" y="173"/>
                  </a:lnTo>
                  <a:lnTo>
                    <a:pt x="47" y="171"/>
                  </a:lnTo>
                  <a:lnTo>
                    <a:pt x="46" y="171"/>
                  </a:lnTo>
                  <a:lnTo>
                    <a:pt x="44" y="172"/>
                  </a:lnTo>
                  <a:lnTo>
                    <a:pt x="43" y="173"/>
                  </a:lnTo>
                  <a:lnTo>
                    <a:pt x="44" y="169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3" y="164"/>
                  </a:lnTo>
                  <a:lnTo>
                    <a:pt x="42" y="164"/>
                  </a:lnTo>
                  <a:lnTo>
                    <a:pt x="43" y="160"/>
                  </a:lnTo>
                  <a:lnTo>
                    <a:pt x="42" y="158"/>
                  </a:lnTo>
                  <a:lnTo>
                    <a:pt x="39" y="156"/>
                  </a:lnTo>
                  <a:lnTo>
                    <a:pt x="39" y="155"/>
                  </a:lnTo>
                  <a:lnTo>
                    <a:pt x="36" y="155"/>
                  </a:lnTo>
                  <a:lnTo>
                    <a:pt x="35" y="156"/>
                  </a:lnTo>
                  <a:lnTo>
                    <a:pt x="32" y="155"/>
                  </a:lnTo>
                  <a:lnTo>
                    <a:pt x="30" y="155"/>
                  </a:lnTo>
                  <a:lnTo>
                    <a:pt x="27" y="159"/>
                  </a:lnTo>
                  <a:lnTo>
                    <a:pt x="26" y="159"/>
                  </a:lnTo>
                  <a:lnTo>
                    <a:pt x="23" y="160"/>
                  </a:lnTo>
                  <a:lnTo>
                    <a:pt x="21" y="160"/>
                  </a:lnTo>
                  <a:lnTo>
                    <a:pt x="18" y="159"/>
                  </a:lnTo>
                  <a:lnTo>
                    <a:pt x="17" y="158"/>
                  </a:lnTo>
                  <a:lnTo>
                    <a:pt x="14" y="159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3" y="156"/>
                  </a:lnTo>
                  <a:lnTo>
                    <a:pt x="13" y="155"/>
                  </a:lnTo>
                  <a:lnTo>
                    <a:pt x="10" y="152"/>
                  </a:lnTo>
                  <a:lnTo>
                    <a:pt x="10" y="151"/>
                  </a:lnTo>
                  <a:lnTo>
                    <a:pt x="11" y="150"/>
                  </a:lnTo>
                  <a:lnTo>
                    <a:pt x="11" y="148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7" y="143"/>
                  </a:lnTo>
                  <a:lnTo>
                    <a:pt x="6" y="144"/>
                  </a:lnTo>
                  <a:lnTo>
                    <a:pt x="5" y="143"/>
                  </a:lnTo>
                  <a:lnTo>
                    <a:pt x="3" y="139"/>
                  </a:lnTo>
                  <a:lnTo>
                    <a:pt x="1" y="137"/>
                  </a:lnTo>
                  <a:lnTo>
                    <a:pt x="1" y="135"/>
                  </a:lnTo>
                  <a:lnTo>
                    <a:pt x="2" y="131"/>
                  </a:lnTo>
                  <a:lnTo>
                    <a:pt x="1" y="129"/>
                  </a:lnTo>
                  <a:lnTo>
                    <a:pt x="1" y="127"/>
                  </a:lnTo>
                  <a:lnTo>
                    <a:pt x="0" y="126"/>
                  </a:lnTo>
                  <a:lnTo>
                    <a:pt x="2" y="123"/>
                  </a:lnTo>
                  <a:lnTo>
                    <a:pt x="6" y="123"/>
                  </a:lnTo>
                  <a:lnTo>
                    <a:pt x="7" y="119"/>
                  </a:lnTo>
                  <a:lnTo>
                    <a:pt x="6" y="118"/>
                  </a:lnTo>
                  <a:lnTo>
                    <a:pt x="6" y="114"/>
                  </a:lnTo>
                  <a:lnTo>
                    <a:pt x="10" y="113"/>
                  </a:lnTo>
                  <a:lnTo>
                    <a:pt x="13" y="113"/>
                  </a:lnTo>
                  <a:lnTo>
                    <a:pt x="14" y="115"/>
                  </a:lnTo>
                  <a:lnTo>
                    <a:pt x="15" y="119"/>
                  </a:lnTo>
                  <a:lnTo>
                    <a:pt x="17" y="121"/>
                  </a:lnTo>
                  <a:lnTo>
                    <a:pt x="19" y="114"/>
                  </a:lnTo>
                  <a:lnTo>
                    <a:pt x="26" y="112"/>
                  </a:lnTo>
                  <a:lnTo>
                    <a:pt x="29" y="113"/>
                  </a:lnTo>
                  <a:lnTo>
                    <a:pt x="29" y="117"/>
                  </a:lnTo>
                  <a:lnTo>
                    <a:pt x="30" y="118"/>
                  </a:lnTo>
                  <a:lnTo>
                    <a:pt x="32" y="115"/>
                  </a:lnTo>
                  <a:lnTo>
                    <a:pt x="34" y="115"/>
                  </a:lnTo>
                  <a:lnTo>
                    <a:pt x="35" y="117"/>
                  </a:lnTo>
                  <a:lnTo>
                    <a:pt x="36" y="118"/>
                  </a:lnTo>
                  <a:lnTo>
                    <a:pt x="79" y="118"/>
                  </a:lnTo>
                  <a:lnTo>
                    <a:pt x="82" y="108"/>
                  </a:lnTo>
                  <a:lnTo>
                    <a:pt x="79" y="105"/>
                  </a:lnTo>
                  <a:lnTo>
                    <a:pt x="69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3" name="Freeform 452"/>
            <p:cNvSpPr>
              <a:spLocks/>
            </p:cNvSpPr>
            <p:nvPr/>
          </p:nvSpPr>
          <p:spPr bwMode="auto">
            <a:xfrm>
              <a:off x="5625689" y="3888532"/>
              <a:ext cx="228397" cy="167491"/>
            </a:xfrm>
            <a:custGeom>
              <a:avLst/>
              <a:gdLst>
                <a:gd name="T0" fmla="*/ 63 w 90"/>
                <a:gd name="T1" fmla="*/ 1 h 66"/>
                <a:gd name="T2" fmla="*/ 66 w 90"/>
                <a:gd name="T3" fmla="*/ 2 h 66"/>
                <a:gd name="T4" fmla="*/ 65 w 90"/>
                <a:gd name="T5" fmla="*/ 6 h 66"/>
                <a:gd name="T6" fmla="*/ 63 w 90"/>
                <a:gd name="T7" fmla="*/ 12 h 66"/>
                <a:gd name="T8" fmla="*/ 75 w 90"/>
                <a:gd name="T9" fmla="*/ 25 h 66"/>
                <a:gd name="T10" fmla="*/ 84 w 90"/>
                <a:gd name="T11" fmla="*/ 25 h 66"/>
                <a:gd name="T12" fmla="*/ 86 w 90"/>
                <a:gd name="T13" fmla="*/ 27 h 66"/>
                <a:gd name="T14" fmla="*/ 87 w 90"/>
                <a:gd name="T15" fmla="*/ 30 h 66"/>
                <a:gd name="T16" fmla="*/ 88 w 90"/>
                <a:gd name="T17" fmla="*/ 35 h 66"/>
                <a:gd name="T18" fmla="*/ 90 w 90"/>
                <a:gd name="T19" fmla="*/ 38 h 66"/>
                <a:gd name="T20" fmla="*/ 84 w 90"/>
                <a:gd name="T21" fmla="*/ 41 h 66"/>
                <a:gd name="T22" fmla="*/ 79 w 90"/>
                <a:gd name="T23" fmla="*/ 42 h 66"/>
                <a:gd name="T24" fmla="*/ 78 w 90"/>
                <a:gd name="T25" fmla="*/ 44 h 66"/>
                <a:gd name="T26" fmla="*/ 77 w 90"/>
                <a:gd name="T27" fmla="*/ 48 h 66"/>
                <a:gd name="T28" fmla="*/ 73 w 90"/>
                <a:gd name="T29" fmla="*/ 51 h 66"/>
                <a:gd name="T30" fmla="*/ 59 w 90"/>
                <a:gd name="T31" fmla="*/ 48 h 66"/>
                <a:gd name="T32" fmla="*/ 58 w 90"/>
                <a:gd name="T33" fmla="*/ 47 h 66"/>
                <a:gd name="T34" fmla="*/ 53 w 90"/>
                <a:gd name="T35" fmla="*/ 48 h 66"/>
                <a:gd name="T36" fmla="*/ 42 w 90"/>
                <a:gd name="T37" fmla="*/ 50 h 66"/>
                <a:gd name="T38" fmla="*/ 33 w 90"/>
                <a:gd name="T39" fmla="*/ 50 h 66"/>
                <a:gd name="T40" fmla="*/ 28 w 90"/>
                <a:gd name="T41" fmla="*/ 52 h 66"/>
                <a:gd name="T42" fmla="*/ 30 w 90"/>
                <a:gd name="T43" fmla="*/ 58 h 66"/>
                <a:gd name="T44" fmla="*/ 32 w 90"/>
                <a:gd name="T45" fmla="*/ 64 h 66"/>
                <a:gd name="T46" fmla="*/ 28 w 90"/>
                <a:gd name="T47" fmla="*/ 63 h 66"/>
                <a:gd name="T48" fmla="*/ 24 w 90"/>
                <a:gd name="T49" fmla="*/ 64 h 66"/>
                <a:gd name="T50" fmla="*/ 17 w 90"/>
                <a:gd name="T51" fmla="*/ 63 h 66"/>
                <a:gd name="T52" fmla="*/ 13 w 90"/>
                <a:gd name="T53" fmla="*/ 60 h 66"/>
                <a:gd name="T54" fmla="*/ 9 w 90"/>
                <a:gd name="T55" fmla="*/ 59 h 66"/>
                <a:gd name="T56" fmla="*/ 4 w 90"/>
                <a:gd name="T57" fmla="*/ 56 h 66"/>
                <a:gd name="T58" fmla="*/ 0 w 90"/>
                <a:gd name="T59" fmla="*/ 55 h 66"/>
                <a:gd name="T60" fmla="*/ 0 w 90"/>
                <a:gd name="T61" fmla="*/ 50 h 66"/>
                <a:gd name="T62" fmla="*/ 1 w 90"/>
                <a:gd name="T63" fmla="*/ 47 h 66"/>
                <a:gd name="T64" fmla="*/ 1 w 90"/>
                <a:gd name="T65" fmla="*/ 42 h 66"/>
                <a:gd name="T66" fmla="*/ 5 w 90"/>
                <a:gd name="T67" fmla="*/ 38 h 66"/>
                <a:gd name="T68" fmla="*/ 12 w 90"/>
                <a:gd name="T69" fmla="*/ 27 h 66"/>
                <a:gd name="T70" fmla="*/ 15 w 90"/>
                <a:gd name="T71" fmla="*/ 21 h 66"/>
                <a:gd name="T72" fmla="*/ 17 w 90"/>
                <a:gd name="T73" fmla="*/ 19 h 66"/>
                <a:gd name="T74" fmla="*/ 21 w 90"/>
                <a:gd name="T75" fmla="*/ 19 h 66"/>
                <a:gd name="T76" fmla="*/ 29 w 90"/>
                <a:gd name="T77" fmla="*/ 16 h 66"/>
                <a:gd name="T78" fmla="*/ 45 w 90"/>
                <a:gd name="T79" fmla="*/ 6 h 66"/>
                <a:gd name="T80" fmla="*/ 52 w 90"/>
                <a:gd name="T81" fmla="*/ 1 h 66"/>
                <a:gd name="T82" fmla="*/ 59 w 90"/>
                <a:gd name="T8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0" h="66">
                  <a:moveTo>
                    <a:pt x="59" y="0"/>
                  </a:moveTo>
                  <a:lnTo>
                    <a:pt x="63" y="1"/>
                  </a:lnTo>
                  <a:lnTo>
                    <a:pt x="65" y="1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5" y="6"/>
                  </a:lnTo>
                  <a:lnTo>
                    <a:pt x="63" y="9"/>
                  </a:lnTo>
                  <a:lnTo>
                    <a:pt x="63" y="12"/>
                  </a:lnTo>
                  <a:lnTo>
                    <a:pt x="75" y="19"/>
                  </a:lnTo>
                  <a:lnTo>
                    <a:pt x="75" y="25"/>
                  </a:lnTo>
                  <a:lnTo>
                    <a:pt x="79" y="27"/>
                  </a:lnTo>
                  <a:lnTo>
                    <a:pt x="84" y="25"/>
                  </a:lnTo>
                  <a:lnTo>
                    <a:pt x="86" y="26"/>
                  </a:lnTo>
                  <a:lnTo>
                    <a:pt x="86" y="27"/>
                  </a:lnTo>
                  <a:lnTo>
                    <a:pt x="87" y="27"/>
                  </a:lnTo>
                  <a:lnTo>
                    <a:pt x="87" y="30"/>
                  </a:lnTo>
                  <a:lnTo>
                    <a:pt x="86" y="33"/>
                  </a:lnTo>
                  <a:lnTo>
                    <a:pt x="88" y="35"/>
                  </a:lnTo>
                  <a:lnTo>
                    <a:pt x="90" y="35"/>
                  </a:lnTo>
                  <a:lnTo>
                    <a:pt x="90" y="38"/>
                  </a:lnTo>
                  <a:lnTo>
                    <a:pt x="87" y="41"/>
                  </a:lnTo>
                  <a:lnTo>
                    <a:pt x="84" y="41"/>
                  </a:lnTo>
                  <a:lnTo>
                    <a:pt x="81" y="42"/>
                  </a:lnTo>
                  <a:lnTo>
                    <a:pt x="79" y="42"/>
                  </a:lnTo>
                  <a:lnTo>
                    <a:pt x="77" y="43"/>
                  </a:lnTo>
                  <a:lnTo>
                    <a:pt x="78" y="44"/>
                  </a:lnTo>
                  <a:lnTo>
                    <a:pt x="75" y="47"/>
                  </a:lnTo>
                  <a:lnTo>
                    <a:pt x="77" y="48"/>
                  </a:lnTo>
                  <a:lnTo>
                    <a:pt x="73" y="50"/>
                  </a:lnTo>
                  <a:lnTo>
                    <a:pt x="73" y="51"/>
                  </a:lnTo>
                  <a:lnTo>
                    <a:pt x="61" y="47"/>
                  </a:lnTo>
                  <a:lnTo>
                    <a:pt x="59" y="48"/>
                  </a:lnTo>
                  <a:lnTo>
                    <a:pt x="59" y="48"/>
                  </a:lnTo>
                  <a:lnTo>
                    <a:pt x="58" y="47"/>
                  </a:lnTo>
                  <a:lnTo>
                    <a:pt x="55" y="48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2" y="50"/>
                  </a:lnTo>
                  <a:lnTo>
                    <a:pt x="41" y="50"/>
                  </a:lnTo>
                  <a:lnTo>
                    <a:pt x="33" y="50"/>
                  </a:lnTo>
                  <a:lnTo>
                    <a:pt x="28" y="50"/>
                  </a:lnTo>
                  <a:lnTo>
                    <a:pt x="28" y="52"/>
                  </a:lnTo>
                  <a:lnTo>
                    <a:pt x="29" y="56"/>
                  </a:lnTo>
                  <a:lnTo>
                    <a:pt x="30" y="58"/>
                  </a:lnTo>
                  <a:lnTo>
                    <a:pt x="32" y="62"/>
                  </a:lnTo>
                  <a:lnTo>
                    <a:pt x="32" y="64"/>
                  </a:lnTo>
                  <a:lnTo>
                    <a:pt x="29" y="64"/>
                  </a:lnTo>
                  <a:lnTo>
                    <a:pt x="28" y="63"/>
                  </a:lnTo>
                  <a:lnTo>
                    <a:pt x="25" y="63"/>
                  </a:lnTo>
                  <a:lnTo>
                    <a:pt x="24" y="64"/>
                  </a:lnTo>
                  <a:lnTo>
                    <a:pt x="21" y="66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3" y="60"/>
                  </a:lnTo>
                  <a:lnTo>
                    <a:pt x="11" y="60"/>
                  </a:lnTo>
                  <a:lnTo>
                    <a:pt x="9" y="59"/>
                  </a:lnTo>
                  <a:lnTo>
                    <a:pt x="8" y="59"/>
                  </a:lnTo>
                  <a:lnTo>
                    <a:pt x="4" y="56"/>
                  </a:lnTo>
                  <a:lnTo>
                    <a:pt x="0" y="54"/>
                  </a:lnTo>
                  <a:lnTo>
                    <a:pt x="0" y="55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0" y="47"/>
                  </a:lnTo>
                  <a:lnTo>
                    <a:pt x="1" y="47"/>
                  </a:lnTo>
                  <a:lnTo>
                    <a:pt x="1" y="43"/>
                  </a:lnTo>
                  <a:lnTo>
                    <a:pt x="1" y="42"/>
                  </a:lnTo>
                  <a:lnTo>
                    <a:pt x="3" y="39"/>
                  </a:lnTo>
                  <a:lnTo>
                    <a:pt x="5" y="38"/>
                  </a:lnTo>
                  <a:lnTo>
                    <a:pt x="9" y="31"/>
                  </a:lnTo>
                  <a:lnTo>
                    <a:pt x="12" y="27"/>
                  </a:lnTo>
                  <a:lnTo>
                    <a:pt x="12" y="26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17" y="19"/>
                  </a:lnTo>
                  <a:lnTo>
                    <a:pt x="20" y="19"/>
                  </a:lnTo>
                  <a:lnTo>
                    <a:pt x="21" y="19"/>
                  </a:lnTo>
                  <a:lnTo>
                    <a:pt x="28" y="18"/>
                  </a:lnTo>
                  <a:lnTo>
                    <a:pt x="29" y="16"/>
                  </a:lnTo>
                  <a:lnTo>
                    <a:pt x="36" y="10"/>
                  </a:lnTo>
                  <a:lnTo>
                    <a:pt x="45" y="6"/>
                  </a:lnTo>
                  <a:lnTo>
                    <a:pt x="48" y="4"/>
                  </a:lnTo>
                  <a:lnTo>
                    <a:pt x="52" y="1"/>
                  </a:lnTo>
                  <a:lnTo>
                    <a:pt x="57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4" name="Freeform 453"/>
            <p:cNvSpPr>
              <a:spLocks/>
            </p:cNvSpPr>
            <p:nvPr/>
          </p:nvSpPr>
          <p:spPr bwMode="auto">
            <a:xfrm>
              <a:off x="5257715" y="3840314"/>
              <a:ext cx="195407" cy="142114"/>
            </a:xfrm>
            <a:custGeom>
              <a:avLst/>
              <a:gdLst>
                <a:gd name="T0" fmla="*/ 32 w 77"/>
                <a:gd name="T1" fmla="*/ 0 h 56"/>
                <a:gd name="T2" fmla="*/ 41 w 77"/>
                <a:gd name="T3" fmla="*/ 3 h 56"/>
                <a:gd name="T4" fmla="*/ 44 w 77"/>
                <a:gd name="T5" fmla="*/ 7 h 56"/>
                <a:gd name="T6" fmla="*/ 48 w 77"/>
                <a:gd name="T7" fmla="*/ 7 h 56"/>
                <a:gd name="T8" fmla="*/ 50 w 77"/>
                <a:gd name="T9" fmla="*/ 7 h 56"/>
                <a:gd name="T10" fmla="*/ 52 w 77"/>
                <a:gd name="T11" fmla="*/ 11 h 56"/>
                <a:gd name="T12" fmla="*/ 54 w 77"/>
                <a:gd name="T13" fmla="*/ 16 h 56"/>
                <a:gd name="T14" fmla="*/ 57 w 77"/>
                <a:gd name="T15" fmla="*/ 19 h 56"/>
                <a:gd name="T16" fmla="*/ 62 w 77"/>
                <a:gd name="T17" fmla="*/ 21 h 56"/>
                <a:gd name="T18" fmla="*/ 65 w 77"/>
                <a:gd name="T19" fmla="*/ 25 h 56"/>
                <a:gd name="T20" fmla="*/ 66 w 77"/>
                <a:gd name="T21" fmla="*/ 29 h 56"/>
                <a:gd name="T22" fmla="*/ 65 w 77"/>
                <a:gd name="T23" fmla="*/ 35 h 56"/>
                <a:gd name="T24" fmla="*/ 69 w 77"/>
                <a:gd name="T25" fmla="*/ 41 h 56"/>
                <a:gd name="T26" fmla="*/ 71 w 77"/>
                <a:gd name="T27" fmla="*/ 41 h 56"/>
                <a:gd name="T28" fmla="*/ 73 w 77"/>
                <a:gd name="T29" fmla="*/ 44 h 56"/>
                <a:gd name="T30" fmla="*/ 75 w 77"/>
                <a:gd name="T31" fmla="*/ 48 h 56"/>
                <a:gd name="T32" fmla="*/ 74 w 77"/>
                <a:gd name="T33" fmla="*/ 50 h 56"/>
                <a:gd name="T34" fmla="*/ 77 w 77"/>
                <a:gd name="T35" fmla="*/ 54 h 56"/>
                <a:gd name="T36" fmla="*/ 77 w 77"/>
                <a:gd name="T37" fmla="*/ 54 h 56"/>
                <a:gd name="T38" fmla="*/ 73 w 77"/>
                <a:gd name="T39" fmla="*/ 53 h 56"/>
                <a:gd name="T40" fmla="*/ 69 w 77"/>
                <a:gd name="T41" fmla="*/ 54 h 56"/>
                <a:gd name="T42" fmla="*/ 61 w 77"/>
                <a:gd name="T43" fmla="*/ 53 h 56"/>
                <a:gd name="T44" fmla="*/ 54 w 77"/>
                <a:gd name="T45" fmla="*/ 48 h 56"/>
                <a:gd name="T46" fmla="*/ 45 w 77"/>
                <a:gd name="T47" fmla="*/ 49 h 56"/>
                <a:gd name="T48" fmla="*/ 41 w 77"/>
                <a:gd name="T49" fmla="*/ 48 h 56"/>
                <a:gd name="T50" fmla="*/ 27 w 77"/>
                <a:gd name="T51" fmla="*/ 49 h 56"/>
                <a:gd name="T52" fmla="*/ 16 w 77"/>
                <a:gd name="T53" fmla="*/ 52 h 56"/>
                <a:gd name="T54" fmla="*/ 10 w 77"/>
                <a:gd name="T55" fmla="*/ 53 h 56"/>
                <a:gd name="T56" fmla="*/ 10 w 77"/>
                <a:gd name="T57" fmla="*/ 50 h 56"/>
                <a:gd name="T58" fmla="*/ 12 w 77"/>
                <a:gd name="T59" fmla="*/ 50 h 56"/>
                <a:gd name="T60" fmla="*/ 11 w 77"/>
                <a:gd name="T61" fmla="*/ 48 h 56"/>
                <a:gd name="T62" fmla="*/ 7 w 77"/>
                <a:gd name="T63" fmla="*/ 48 h 56"/>
                <a:gd name="T64" fmla="*/ 8 w 77"/>
                <a:gd name="T65" fmla="*/ 44 h 56"/>
                <a:gd name="T66" fmla="*/ 17 w 77"/>
                <a:gd name="T67" fmla="*/ 42 h 56"/>
                <a:gd name="T68" fmla="*/ 21 w 77"/>
                <a:gd name="T69" fmla="*/ 40 h 56"/>
                <a:gd name="T70" fmla="*/ 25 w 77"/>
                <a:gd name="T71" fmla="*/ 38 h 56"/>
                <a:gd name="T72" fmla="*/ 28 w 77"/>
                <a:gd name="T73" fmla="*/ 38 h 56"/>
                <a:gd name="T74" fmla="*/ 32 w 77"/>
                <a:gd name="T75" fmla="*/ 40 h 56"/>
                <a:gd name="T76" fmla="*/ 37 w 77"/>
                <a:gd name="T77" fmla="*/ 40 h 56"/>
                <a:gd name="T78" fmla="*/ 44 w 77"/>
                <a:gd name="T79" fmla="*/ 42 h 56"/>
                <a:gd name="T80" fmla="*/ 44 w 77"/>
                <a:gd name="T81" fmla="*/ 38 h 56"/>
                <a:gd name="T82" fmla="*/ 37 w 77"/>
                <a:gd name="T83" fmla="*/ 36 h 56"/>
                <a:gd name="T84" fmla="*/ 32 w 77"/>
                <a:gd name="T85" fmla="*/ 33 h 56"/>
                <a:gd name="T86" fmla="*/ 27 w 77"/>
                <a:gd name="T87" fmla="*/ 33 h 56"/>
                <a:gd name="T88" fmla="*/ 19 w 77"/>
                <a:gd name="T89" fmla="*/ 37 h 56"/>
                <a:gd name="T90" fmla="*/ 16 w 77"/>
                <a:gd name="T91" fmla="*/ 38 h 56"/>
                <a:gd name="T92" fmla="*/ 10 w 77"/>
                <a:gd name="T93" fmla="*/ 37 h 56"/>
                <a:gd name="T94" fmla="*/ 8 w 77"/>
                <a:gd name="T95" fmla="*/ 35 h 56"/>
                <a:gd name="T96" fmla="*/ 10 w 77"/>
                <a:gd name="T97" fmla="*/ 32 h 56"/>
                <a:gd name="T98" fmla="*/ 4 w 77"/>
                <a:gd name="T99" fmla="*/ 27 h 56"/>
                <a:gd name="T100" fmla="*/ 8 w 77"/>
                <a:gd name="T101" fmla="*/ 16 h 56"/>
                <a:gd name="T102" fmla="*/ 12 w 77"/>
                <a:gd name="T103" fmla="*/ 7 h 56"/>
                <a:gd name="T104" fmla="*/ 16 w 77"/>
                <a:gd name="T105" fmla="*/ 6 h 56"/>
                <a:gd name="T106" fmla="*/ 24 w 77"/>
                <a:gd name="T10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7" h="56">
                  <a:moveTo>
                    <a:pt x="31" y="0"/>
                  </a:moveTo>
                  <a:lnTo>
                    <a:pt x="32" y="0"/>
                  </a:lnTo>
                  <a:lnTo>
                    <a:pt x="39" y="2"/>
                  </a:lnTo>
                  <a:lnTo>
                    <a:pt x="41" y="3"/>
                  </a:lnTo>
                  <a:lnTo>
                    <a:pt x="44" y="6"/>
                  </a:lnTo>
                  <a:lnTo>
                    <a:pt x="44" y="7"/>
                  </a:lnTo>
                  <a:lnTo>
                    <a:pt x="45" y="8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2" y="8"/>
                  </a:lnTo>
                  <a:lnTo>
                    <a:pt x="52" y="11"/>
                  </a:lnTo>
                  <a:lnTo>
                    <a:pt x="54" y="13"/>
                  </a:lnTo>
                  <a:lnTo>
                    <a:pt x="54" y="16"/>
                  </a:lnTo>
                  <a:lnTo>
                    <a:pt x="57" y="16"/>
                  </a:lnTo>
                  <a:lnTo>
                    <a:pt x="57" y="19"/>
                  </a:lnTo>
                  <a:lnTo>
                    <a:pt x="60" y="20"/>
                  </a:lnTo>
                  <a:lnTo>
                    <a:pt x="62" y="21"/>
                  </a:lnTo>
                  <a:lnTo>
                    <a:pt x="64" y="24"/>
                  </a:lnTo>
                  <a:lnTo>
                    <a:pt x="65" y="25"/>
                  </a:lnTo>
                  <a:lnTo>
                    <a:pt x="65" y="27"/>
                  </a:lnTo>
                  <a:lnTo>
                    <a:pt x="66" y="29"/>
                  </a:lnTo>
                  <a:lnTo>
                    <a:pt x="65" y="33"/>
                  </a:lnTo>
                  <a:lnTo>
                    <a:pt x="65" y="35"/>
                  </a:lnTo>
                  <a:lnTo>
                    <a:pt x="67" y="37"/>
                  </a:lnTo>
                  <a:lnTo>
                    <a:pt x="69" y="41"/>
                  </a:lnTo>
                  <a:lnTo>
                    <a:pt x="70" y="42"/>
                  </a:lnTo>
                  <a:lnTo>
                    <a:pt x="71" y="41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5" y="46"/>
                  </a:lnTo>
                  <a:lnTo>
                    <a:pt x="75" y="48"/>
                  </a:lnTo>
                  <a:lnTo>
                    <a:pt x="74" y="49"/>
                  </a:lnTo>
                  <a:lnTo>
                    <a:pt x="74" y="50"/>
                  </a:lnTo>
                  <a:lnTo>
                    <a:pt x="77" y="53"/>
                  </a:lnTo>
                  <a:lnTo>
                    <a:pt x="77" y="54"/>
                  </a:lnTo>
                  <a:lnTo>
                    <a:pt x="77" y="56"/>
                  </a:lnTo>
                  <a:lnTo>
                    <a:pt x="77" y="54"/>
                  </a:lnTo>
                  <a:lnTo>
                    <a:pt x="74" y="54"/>
                  </a:lnTo>
                  <a:lnTo>
                    <a:pt x="73" y="53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5" y="52"/>
                  </a:lnTo>
                  <a:lnTo>
                    <a:pt x="61" y="53"/>
                  </a:lnTo>
                  <a:lnTo>
                    <a:pt x="60" y="50"/>
                  </a:lnTo>
                  <a:lnTo>
                    <a:pt x="54" y="48"/>
                  </a:lnTo>
                  <a:lnTo>
                    <a:pt x="46" y="48"/>
                  </a:lnTo>
                  <a:lnTo>
                    <a:pt x="45" y="49"/>
                  </a:lnTo>
                  <a:lnTo>
                    <a:pt x="45" y="49"/>
                  </a:lnTo>
                  <a:lnTo>
                    <a:pt x="41" y="48"/>
                  </a:lnTo>
                  <a:lnTo>
                    <a:pt x="31" y="48"/>
                  </a:lnTo>
                  <a:lnTo>
                    <a:pt x="27" y="49"/>
                  </a:lnTo>
                  <a:lnTo>
                    <a:pt x="24" y="53"/>
                  </a:lnTo>
                  <a:lnTo>
                    <a:pt x="16" y="52"/>
                  </a:lnTo>
                  <a:lnTo>
                    <a:pt x="12" y="54"/>
                  </a:lnTo>
                  <a:lnTo>
                    <a:pt x="10" y="53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1" y="50"/>
                  </a:lnTo>
                  <a:lnTo>
                    <a:pt x="12" y="50"/>
                  </a:lnTo>
                  <a:lnTo>
                    <a:pt x="15" y="49"/>
                  </a:lnTo>
                  <a:lnTo>
                    <a:pt x="11" y="48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10" y="42"/>
                  </a:lnTo>
                  <a:lnTo>
                    <a:pt x="17" y="42"/>
                  </a:lnTo>
                  <a:lnTo>
                    <a:pt x="19" y="41"/>
                  </a:lnTo>
                  <a:lnTo>
                    <a:pt x="21" y="40"/>
                  </a:lnTo>
                  <a:lnTo>
                    <a:pt x="24" y="38"/>
                  </a:lnTo>
                  <a:lnTo>
                    <a:pt x="25" y="38"/>
                  </a:lnTo>
                  <a:lnTo>
                    <a:pt x="27" y="40"/>
                  </a:lnTo>
                  <a:lnTo>
                    <a:pt x="28" y="38"/>
                  </a:lnTo>
                  <a:lnTo>
                    <a:pt x="29" y="37"/>
                  </a:lnTo>
                  <a:lnTo>
                    <a:pt x="32" y="40"/>
                  </a:lnTo>
                  <a:lnTo>
                    <a:pt x="35" y="40"/>
                  </a:lnTo>
                  <a:lnTo>
                    <a:pt x="37" y="40"/>
                  </a:lnTo>
                  <a:lnTo>
                    <a:pt x="41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4" y="38"/>
                  </a:lnTo>
                  <a:lnTo>
                    <a:pt x="42" y="40"/>
                  </a:lnTo>
                  <a:lnTo>
                    <a:pt x="37" y="36"/>
                  </a:lnTo>
                  <a:lnTo>
                    <a:pt x="36" y="36"/>
                  </a:lnTo>
                  <a:lnTo>
                    <a:pt x="32" y="33"/>
                  </a:lnTo>
                  <a:lnTo>
                    <a:pt x="29" y="33"/>
                  </a:lnTo>
                  <a:lnTo>
                    <a:pt x="27" y="33"/>
                  </a:lnTo>
                  <a:lnTo>
                    <a:pt x="24" y="35"/>
                  </a:lnTo>
                  <a:lnTo>
                    <a:pt x="19" y="37"/>
                  </a:lnTo>
                  <a:lnTo>
                    <a:pt x="17" y="37"/>
                  </a:lnTo>
                  <a:lnTo>
                    <a:pt x="16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12" y="36"/>
                  </a:lnTo>
                  <a:lnTo>
                    <a:pt x="8" y="35"/>
                  </a:lnTo>
                  <a:lnTo>
                    <a:pt x="10" y="35"/>
                  </a:lnTo>
                  <a:lnTo>
                    <a:pt x="10" y="32"/>
                  </a:lnTo>
                  <a:lnTo>
                    <a:pt x="7" y="31"/>
                  </a:lnTo>
                  <a:lnTo>
                    <a:pt x="4" y="27"/>
                  </a:lnTo>
                  <a:lnTo>
                    <a:pt x="0" y="24"/>
                  </a:lnTo>
                  <a:lnTo>
                    <a:pt x="8" y="16"/>
                  </a:lnTo>
                  <a:lnTo>
                    <a:pt x="11" y="11"/>
                  </a:lnTo>
                  <a:lnTo>
                    <a:pt x="12" y="7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7" y="3"/>
                  </a:lnTo>
                  <a:lnTo>
                    <a:pt x="24" y="3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5" name="Freeform 454"/>
            <p:cNvSpPr>
              <a:spLocks/>
            </p:cNvSpPr>
            <p:nvPr/>
          </p:nvSpPr>
          <p:spPr bwMode="auto">
            <a:xfrm>
              <a:off x="5275480" y="3924060"/>
              <a:ext cx="96434" cy="27916"/>
            </a:xfrm>
            <a:custGeom>
              <a:avLst/>
              <a:gdLst>
                <a:gd name="T0" fmla="*/ 20 w 38"/>
                <a:gd name="T1" fmla="*/ 0 h 11"/>
                <a:gd name="T2" fmla="*/ 22 w 38"/>
                <a:gd name="T3" fmla="*/ 0 h 11"/>
                <a:gd name="T4" fmla="*/ 25 w 38"/>
                <a:gd name="T5" fmla="*/ 0 h 11"/>
                <a:gd name="T6" fmla="*/ 29 w 38"/>
                <a:gd name="T7" fmla="*/ 3 h 11"/>
                <a:gd name="T8" fmla="*/ 30 w 38"/>
                <a:gd name="T9" fmla="*/ 3 h 11"/>
                <a:gd name="T10" fmla="*/ 35 w 38"/>
                <a:gd name="T11" fmla="*/ 7 h 11"/>
                <a:gd name="T12" fmla="*/ 37 w 38"/>
                <a:gd name="T13" fmla="*/ 5 h 11"/>
                <a:gd name="T14" fmla="*/ 38 w 38"/>
                <a:gd name="T15" fmla="*/ 8 h 11"/>
                <a:gd name="T16" fmla="*/ 37 w 38"/>
                <a:gd name="T17" fmla="*/ 9 h 11"/>
                <a:gd name="T18" fmla="*/ 34 w 38"/>
                <a:gd name="T19" fmla="*/ 9 h 11"/>
                <a:gd name="T20" fmla="*/ 30 w 38"/>
                <a:gd name="T21" fmla="*/ 7 h 11"/>
                <a:gd name="T22" fmla="*/ 28 w 38"/>
                <a:gd name="T23" fmla="*/ 7 h 11"/>
                <a:gd name="T24" fmla="*/ 25 w 38"/>
                <a:gd name="T25" fmla="*/ 7 h 11"/>
                <a:gd name="T26" fmla="*/ 22 w 38"/>
                <a:gd name="T27" fmla="*/ 4 h 11"/>
                <a:gd name="T28" fmla="*/ 21 w 38"/>
                <a:gd name="T29" fmla="*/ 5 h 11"/>
                <a:gd name="T30" fmla="*/ 20 w 38"/>
                <a:gd name="T31" fmla="*/ 7 h 11"/>
                <a:gd name="T32" fmla="*/ 18 w 38"/>
                <a:gd name="T33" fmla="*/ 5 h 11"/>
                <a:gd name="T34" fmla="*/ 17 w 38"/>
                <a:gd name="T35" fmla="*/ 5 h 11"/>
                <a:gd name="T36" fmla="*/ 14 w 38"/>
                <a:gd name="T37" fmla="*/ 7 h 11"/>
                <a:gd name="T38" fmla="*/ 12 w 38"/>
                <a:gd name="T39" fmla="*/ 8 h 11"/>
                <a:gd name="T40" fmla="*/ 10 w 38"/>
                <a:gd name="T41" fmla="*/ 9 h 11"/>
                <a:gd name="T42" fmla="*/ 3 w 38"/>
                <a:gd name="T43" fmla="*/ 9 h 11"/>
                <a:gd name="T44" fmla="*/ 1 w 38"/>
                <a:gd name="T45" fmla="*/ 11 h 11"/>
                <a:gd name="T46" fmla="*/ 1 w 38"/>
                <a:gd name="T47" fmla="*/ 11 h 11"/>
                <a:gd name="T48" fmla="*/ 0 w 38"/>
                <a:gd name="T49" fmla="*/ 8 h 11"/>
                <a:gd name="T50" fmla="*/ 3 w 38"/>
                <a:gd name="T51" fmla="*/ 7 h 11"/>
                <a:gd name="T52" fmla="*/ 5 w 38"/>
                <a:gd name="T53" fmla="*/ 9 h 11"/>
                <a:gd name="T54" fmla="*/ 8 w 38"/>
                <a:gd name="T55" fmla="*/ 9 h 11"/>
                <a:gd name="T56" fmla="*/ 9 w 38"/>
                <a:gd name="T57" fmla="*/ 8 h 11"/>
                <a:gd name="T58" fmla="*/ 7 w 38"/>
                <a:gd name="T59" fmla="*/ 8 h 11"/>
                <a:gd name="T60" fmla="*/ 4 w 38"/>
                <a:gd name="T61" fmla="*/ 7 h 11"/>
                <a:gd name="T62" fmla="*/ 4 w 38"/>
                <a:gd name="T63" fmla="*/ 5 h 11"/>
                <a:gd name="T64" fmla="*/ 9 w 38"/>
                <a:gd name="T65" fmla="*/ 5 h 11"/>
                <a:gd name="T66" fmla="*/ 10 w 38"/>
                <a:gd name="T67" fmla="*/ 4 h 11"/>
                <a:gd name="T68" fmla="*/ 12 w 38"/>
                <a:gd name="T69" fmla="*/ 4 h 11"/>
                <a:gd name="T70" fmla="*/ 17 w 38"/>
                <a:gd name="T71" fmla="*/ 2 h 11"/>
                <a:gd name="T72" fmla="*/ 20 w 38"/>
                <a:gd name="T7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11">
                  <a:moveTo>
                    <a:pt x="20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5" y="7"/>
                  </a:lnTo>
                  <a:lnTo>
                    <a:pt x="37" y="5"/>
                  </a:lnTo>
                  <a:lnTo>
                    <a:pt x="38" y="8"/>
                  </a:lnTo>
                  <a:lnTo>
                    <a:pt x="37" y="9"/>
                  </a:lnTo>
                  <a:lnTo>
                    <a:pt x="34" y="9"/>
                  </a:lnTo>
                  <a:lnTo>
                    <a:pt x="30" y="7"/>
                  </a:lnTo>
                  <a:lnTo>
                    <a:pt x="28" y="7"/>
                  </a:lnTo>
                  <a:lnTo>
                    <a:pt x="25" y="7"/>
                  </a:lnTo>
                  <a:lnTo>
                    <a:pt x="22" y="4"/>
                  </a:lnTo>
                  <a:lnTo>
                    <a:pt x="21" y="5"/>
                  </a:lnTo>
                  <a:lnTo>
                    <a:pt x="20" y="7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4" y="7"/>
                  </a:lnTo>
                  <a:lnTo>
                    <a:pt x="12" y="8"/>
                  </a:lnTo>
                  <a:lnTo>
                    <a:pt x="10" y="9"/>
                  </a:lnTo>
                  <a:lnTo>
                    <a:pt x="3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3" y="7"/>
                  </a:lnTo>
                  <a:lnTo>
                    <a:pt x="5" y="9"/>
                  </a:lnTo>
                  <a:lnTo>
                    <a:pt x="8" y="9"/>
                  </a:lnTo>
                  <a:lnTo>
                    <a:pt x="9" y="8"/>
                  </a:lnTo>
                  <a:lnTo>
                    <a:pt x="7" y="8"/>
                  </a:lnTo>
                  <a:lnTo>
                    <a:pt x="4" y="7"/>
                  </a:lnTo>
                  <a:lnTo>
                    <a:pt x="4" y="5"/>
                  </a:lnTo>
                  <a:lnTo>
                    <a:pt x="9" y="5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7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6" name="Freeform 455"/>
            <p:cNvSpPr>
              <a:spLocks/>
            </p:cNvSpPr>
            <p:nvPr/>
          </p:nvSpPr>
          <p:spPr bwMode="auto">
            <a:xfrm>
              <a:off x="5283092" y="3962125"/>
              <a:ext cx="91359" cy="55830"/>
            </a:xfrm>
            <a:custGeom>
              <a:avLst/>
              <a:gdLst>
                <a:gd name="T0" fmla="*/ 21 w 36"/>
                <a:gd name="T1" fmla="*/ 0 h 22"/>
                <a:gd name="T2" fmla="*/ 31 w 36"/>
                <a:gd name="T3" fmla="*/ 0 h 22"/>
                <a:gd name="T4" fmla="*/ 35 w 36"/>
                <a:gd name="T5" fmla="*/ 1 h 22"/>
                <a:gd name="T6" fmla="*/ 35 w 36"/>
                <a:gd name="T7" fmla="*/ 5 h 22"/>
                <a:gd name="T8" fmla="*/ 35 w 36"/>
                <a:gd name="T9" fmla="*/ 6 h 22"/>
                <a:gd name="T10" fmla="*/ 35 w 36"/>
                <a:gd name="T11" fmla="*/ 10 h 22"/>
                <a:gd name="T12" fmla="*/ 36 w 36"/>
                <a:gd name="T13" fmla="*/ 12 h 22"/>
                <a:gd name="T14" fmla="*/ 35 w 36"/>
                <a:gd name="T15" fmla="*/ 14 h 22"/>
                <a:gd name="T16" fmla="*/ 34 w 36"/>
                <a:gd name="T17" fmla="*/ 15 h 22"/>
                <a:gd name="T18" fmla="*/ 30 w 36"/>
                <a:gd name="T19" fmla="*/ 15 h 22"/>
                <a:gd name="T20" fmla="*/ 26 w 36"/>
                <a:gd name="T21" fmla="*/ 18 h 22"/>
                <a:gd name="T22" fmla="*/ 25 w 36"/>
                <a:gd name="T23" fmla="*/ 18 h 22"/>
                <a:gd name="T24" fmla="*/ 23 w 36"/>
                <a:gd name="T25" fmla="*/ 21 h 22"/>
                <a:gd name="T26" fmla="*/ 19 w 36"/>
                <a:gd name="T27" fmla="*/ 22 h 22"/>
                <a:gd name="T28" fmla="*/ 19 w 36"/>
                <a:gd name="T29" fmla="*/ 21 h 22"/>
                <a:gd name="T30" fmla="*/ 19 w 36"/>
                <a:gd name="T31" fmla="*/ 19 h 22"/>
                <a:gd name="T32" fmla="*/ 14 w 36"/>
                <a:gd name="T33" fmla="*/ 19 h 22"/>
                <a:gd name="T34" fmla="*/ 17 w 36"/>
                <a:gd name="T35" fmla="*/ 17 h 22"/>
                <a:gd name="T36" fmla="*/ 15 w 36"/>
                <a:gd name="T37" fmla="*/ 17 h 22"/>
                <a:gd name="T38" fmla="*/ 17 w 36"/>
                <a:gd name="T39" fmla="*/ 15 h 22"/>
                <a:gd name="T40" fmla="*/ 15 w 36"/>
                <a:gd name="T41" fmla="*/ 14 h 22"/>
                <a:gd name="T42" fmla="*/ 14 w 36"/>
                <a:gd name="T43" fmla="*/ 14 h 22"/>
                <a:gd name="T44" fmla="*/ 13 w 36"/>
                <a:gd name="T45" fmla="*/ 13 h 22"/>
                <a:gd name="T46" fmla="*/ 19 w 36"/>
                <a:gd name="T47" fmla="*/ 13 h 22"/>
                <a:gd name="T48" fmla="*/ 19 w 36"/>
                <a:gd name="T49" fmla="*/ 13 h 22"/>
                <a:gd name="T50" fmla="*/ 17 w 36"/>
                <a:gd name="T51" fmla="*/ 10 h 22"/>
                <a:gd name="T52" fmla="*/ 14 w 36"/>
                <a:gd name="T53" fmla="*/ 12 h 22"/>
                <a:gd name="T54" fmla="*/ 10 w 36"/>
                <a:gd name="T55" fmla="*/ 13 h 22"/>
                <a:gd name="T56" fmla="*/ 9 w 36"/>
                <a:gd name="T57" fmla="*/ 12 h 22"/>
                <a:gd name="T58" fmla="*/ 9 w 36"/>
                <a:gd name="T59" fmla="*/ 12 h 22"/>
                <a:gd name="T60" fmla="*/ 6 w 36"/>
                <a:gd name="T61" fmla="*/ 10 h 22"/>
                <a:gd name="T62" fmla="*/ 4 w 36"/>
                <a:gd name="T63" fmla="*/ 9 h 22"/>
                <a:gd name="T64" fmla="*/ 6 w 36"/>
                <a:gd name="T65" fmla="*/ 8 h 22"/>
                <a:gd name="T66" fmla="*/ 5 w 36"/>
                <a:gd name="T67" fmla="*/ 6 h 22"/>
                <a:gd name="T68" fmla="*/ 1 w 36"/>
                <a:gd name="T69" fmla="*/ 6 h 22"/>
                <a:gd name="T70" fmla="*/ 0 w 36"/>
                <a:gd name="T71" fmla="*/ 5 h 22"/>
                <a:gd name="T72" fmla="*/ 0 w 36"/>
                <a:gd name="T73" fmla="*/ 5 h 22"/>
                <a:gd name="T74" fmla="*/ 2 w 36"/>
                <a:gd name="T75" fmla="*/ 6 h 22"/>
                <a:gd name="T76" fmla="*/ 6 w 36"/>
                <a:gd name="T77" fmla="*/ 4 h 22"/>
                <a:gd name="T78" fmla="*/ 14 w 36"/>
                <a:gd name="T79" fmla="*/ 5 h 22"/>
                <a:gd name="T80" fmla="*/ 17 w 36"/>
                <a:gd name="T81" fmla="*/ 1 h 22"/>
                <a:gd name="T82" fmla="*/ 21 w 36"/>
                <a:gd name="T8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" h="22">
                  <a:moveTo>
                    <a:pt x="21" y="0"/>
                  </a:moveTo>
                  <a:lnTo>
                    <a:pt x="31" y="0"/>
                  </a:lnTo>
                  <a:lnTo>
                    <a:pt x="35" y="1"/>
                  </a:lnTo>
                  <a:lnTo>
                    <a:pt x="35" y="5"/>
                  </a:lnTo>
                  <a:lnTo>
                    <a:pt x="35" y="6"/>
                  </a:lnTo>
                  <a:lnTo>
                    <a:pt x="35" y="10"/>
                  </a:lnTo>
                  <a:lnTo>
                    <a:pt x="36" y="12"/>
                  </a:lnTo>
                  <a:lnTo>
                    <a:pt x="35" y="14"/>
                  </a:lnTo>
                  <a:lnTo>
                    <a:pt x="34" y="15"/>
                  </a:lnTo>
                  <a:lnTo>
                    <a:pt x="30" y="15"/>
                  </a:lnTo>
                  <a:lnTo>
                    <a:pt x="26" y="18"/>
                  </a:lnTo>
                  <a:lnTo>
                    <a:pt x="25" y="18"/>
                  </a:lnTo>
                  <a:lnTo>
                    <a:pt x="23" y="21"/>
                  </a:lnTo>
                  <a:lnTo>
                    <a:pt x="19" y="22"/>
                  </a:lnTo>
                  <a:lnTo>
                    <a:pt x="19" y="21"/>
                  </a:lnTo>
                  <a:lnTo>
                    <a:pt x="19" y="19"/>
                  </a:lnTo>
                  <a:lnTo>
                    <a:pt x="14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7" y="15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3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7" y="10"/>
                  </a:lnTo>
                  <a:lnTo>
                    <a:pt x="14" y="12"/>
                  </a:lnTo>
                  <a:lnTo>
                    <a:pt x="10" y="13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6" y="10"/>
                  </a:lnTo>
                  <a:lnTo>
                    <a:pt x="4" y="9"/>
                  </a:lnTo>
                  <a:lnTo>
                    <a:pt x="6" y="8"/>
                  </a:lnTo>
                  <a:lnTo>
                    <a:pt x="5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6"/>
                  </a:lnTo>
                  <a:lnTo>
                    <a:pt x="6" y="4"/>
                  </a:lnTo>
                  <a:lnTo>
                    <a:pt x="14" y="5"/>
                  </a:lnTo>
                  <a:lnTo>
                    <a:pt x="17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7" name="Freeform 456"/>
            <p:cNvSpPr>
              <a:spLocks/>
            </p:cNvSpPr>
            <p:nvPr/>
          </p:nvSpPr>
          <p:spPr bwMode="auto">
            <a:xfrm>
              <a:off x="5341461" y="3962125"/>
              <a:ext cx="210634" cy="210634"/>
            </a:xfrm>
            <a:custGeom>
              <a:avLst/>
              <a:gdLst>
                <a:gd name="T0" fmla="*/ 21 w 83"/>
                <a:gd name="T1" fmla="*/ 0 h 83"/>
                <a:gd name="T2" fmla="*/ 28 w 83"/>
                <a:gd name="T3" fmla="*/ 5 h 83"/>
                <a:gd name="T4" fmla="*/ 36 w 83"/>
                <a:gd name="T5" fmla="*/ 6 h 83"/>
                <a:gd name="T6" fmla="*/ 40 w 83"/>
                <a:gd name="T7" fmla="*/ 5 h 83"/>
                <a:gd name="T8" fmla="*/ 44 w 83"/>
                <a:gd name="T9" fmla="*/ 6 h 83"/>
                <a:gd name="T10" fmla="*/ 45 w 83"/>
                <a:gd name="T11" fmla="*/ 9 h 83"/>
                <a:gd name="T12" fmla="*/ 49 w 83"/>
                <a:gd name="T13" fmla="*/ 9 h 83"/>
                <a:gd name="T14" fmla="*/ 54 w 83"/>
                <a:gd name="T15" fmla="*/ 10 h 83"/>
                <a:gd name="T16" fmla="*/ 58 w 83"/>
                <a:gd name="T17" fmla="*/ 9 h 83"/>
                <a:gd name="T18" fmla="*/ 63 w 83"/>
                <a:gd name="T19" fmla="*/ 5 h 83"/>
                <a:gd name="T20" fmla="*/ 67 w 83"/>
                <a:gd name="T21" fmla="*/ 5 h 83"/>
                <a:gd name="T22" fmla="*/ 70 w 83"/>
                <a:gd name="T23" fmla="*/ 6 h 83"/>
                <a:gd name="T24" fmla="*/ 74 w 83"/>
                <a:gd name="T25" fmla="*/ 10 h 83"/>
                <a:gd name="T26" fmla="*/ 74 w 83"/>
                <a:gd name="T27" fmla="*/ 14 h 83"/>
                <a:gd name="T28" fmla="*/ 77 w 83"/>
                <a:gd name="T29" fmla="*/ 17 h 83"/>
                <a:gd name="T30" fmla="*/ 74 w 83"/>
                <a:gd name="T31" fmla="*/ 23 h 83"/>
                <a:gd name="T32" fmla="*/ 77 w 83"/>
                <a:gd name="T33" fmla="*/ 21 h 83"/>
                <a:gd name="T34" fmla="*/ 78 w 83"/>
                <a:gd name="T35" fmla="*/ 23 h 83"/>
                <a:gd name="T36" fmla="*/ 79 w 83"/>
                <a:gd name="T37" fmla="*/ 26 h 83"/>
                <a:gd name="T38" fmla="*/ 83 w 83"/>
                <a:gd name="T39" fmla="*/ 27 h 83"/>
                <a:gd name="T40" fmla="*/ 83 w 83"/>
                <a:gd name="T41" fmla="*/ 30 h 83"/>
                <a:gd name="T42" fmla="*/ 78 w 83"/>
                <a:gd name="T43" fmla="*/ 33 h 83"/>
                <a:gd name="T44" fmla="*/ 79 w 83"/>
                <a:gd name="T45" fmla="*/ 39 h 83"/>
                <a:gd name="T46" fmla="*/ 79 w 83"/>
                <a:gd name="T47" fmla="*/ 46 h 83"/>
                <a:gd name="T48" fmla="*/ 82 w 83"/>
                <a:gd name="T49" fmla="*/ 48 h 83"/>
                <a:gd name="T50" fmla="*/ 81 w 83"/>
                <a:gd name="T51" fmla="*/ 50 h 83"/>
                <a:gd name="T52" fmla="*/ 78 w 83"/>
                <a:gd name="T53" fmla="*/ 52 h 83"/>
                <a:gd name="T54" fmla="*/ 82 w 83"/>
                <a:gd name="T55" fmla="*/ 56 h 83"/>
                <a:gd name="T56" fmla="*/ 78 w 83"/>
                <a:gd name="T57" fmla="*/ 65 h 83"/>
                <a:gd name="T58" fmla="*/ 75 w 83"/>
                <a:gd name="T59" fmla="*/ 68 h 83"/>
                <a:gd name="T60" fmla="*/ 74 w 83"/>
                <a:gd name="T61" fmla="*/ 75 h 83"/>
                <a:gd name="T62" fmla="*/ 73 w 83"/>
                <a:gd name="T63" fmla="*/ 77 h 83"/>
                <a:gd name="T64" fmla="*/ 50 w 83"/>
                <a:gd name="T65" fmla="*/ 80 h 83"/>
                <a:gd name="T66" fmla="*/ 45 w 83"/>
                <a:gd name="T67" fmla="*/ 76 h 83"/>
                <a:gd name="T68" fmla="*/ 45 w 83"/>
                <a:gd name="T69" fmla="*/ 73 h 83"/>
                <a:gd name="T70" fmla="*/ 49 w 83"/>
                <a:gd name="T71" fmla="*/ 69 h 83"/>
                <a:gd name="T72" fmla="*/ 50 w 83"/>
                <a:gd name="T73" fmla="*/ 52 h 83"/>
                <a:gd name="T74" fmla="*/ 49 w 83"/>
                <a:gd name="T75" fmla="*/ 50 h 83"/>
                <a:gd name="T76" fmla="*/ 50 w 83"/>
                <a:gd name="T77" fmla="*/ 47 h 83"/>
                <a:gd name="T78" fmla="*/ 49 w 83"/>
                <a:gd name="T79" fmla="*/ 43 h 83"/>
                <a:gd name="T80" fmla="*/ 45 w 83"/>
                <a:gd name="T81" fmla="*/ 35 h 83"/>
                <a:gd name="T82" fmla="*/ 33 w 83"/>
                <a:gd name="T83" fmla="*/ 33 h 83"/>
                <a:gd name="T84" fmla="*/ 28 w 83"/>
                <a:gd name="T85" fmla="*/ 35 h 83"/>
                <a:gd name="T86" fmla="*/ 25 w 83"/>
                <a:gd name="T87" fmla="*/ 40 h 83"/>
                <a:gd name="T88" fmla="*/ 20 w 83"/>
                <a:gd name="T89" fmla="*/ 42 h 83"/>
                <a:gd name="T90" fmla="*/ 15 w 83"/>
                <a:gd name="T91" fmla="*/ 39 h 83"/>
                <a:gd name="T92" fmla="*/ 11 w 83"/>
                <a:gd name="T93" fmla="*/ 35 h 83"/>
                <a:gd name="T94" fmla="*/ 9 w 83"/>
                <a:gd name="T95" fmla="*/ 33 h 83"/>
                <a:gd name="T96" fmla="*/ 9 w 83"/>
                <a:gd name="T97" fmla="*/ 31 h 83"/>
                <a:gd name="T98" fmla="*/ 6 w 83"/>
                <a:gd name="T99" fmla="*/ 31 h 83"/>
                <a:gd name="T100" fmla="*/ 0 w 83"/>
                <a:gd name="T101" fmla="*/ 27 h 83"/>
                <a:gd name="T102" fmla="*/ 0 w 83"/>
                <a:gd name="T103" fmla="*/ 21 h 83"/>
                <a:gd name="T104" fmla="*/ 2 w 83"/>
                <a:gd name="T105" fmla="*/ 18 h 83"/>
                <a:gd name="T106" fmla="*/ 7 w 83"/>
                <a:gd name="T107" fmla="*/ 15 h 83"/>
                <a:gd name="T108" fmla="*/ 12 w 83"/>
                <a:gd name="T109" fmla="*/ 14 h 83"/>
                <a:gd name="T110" fmla="*/ 12 w 83"/>
                <a:gd name="T111" fmla="*/ 10 h 83"/>
                <a:gd name="T112" fmla="*/ 12 w 83"/>
                <a:gd name="T113" fmla="*/ 5 h 83"/>
                <a:gd name="T114" fmla="*/ 13 w 83"/>
                <a:gd name="T11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83">
                  <a:moveTo>
                    <a:pt x="13" y="0"/>
                  </a:moveTo>
                  <a:lnTo>
                    <a:pt x="21" y="0"/>
                  </a:lnTo>
                  <a:lnTo>
                    <a:pt x="27" y="2"/>
                  </a:lnTo>
                  <a:lnTo>
                    <a:pt x="28" y="5"/>
                  </a:lnTo>
                  <a:lnTo>
                    <a:pt x="32" y="4"/>
                  </a:lnTo>
                  <a:lnTo>
                    <a:pt x="36" y="6"/>
                  </a:lnTo>
                  <a:lnTo>
                    <a:pt x="37" y="5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4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8" y="8"/>
                  </a:lnTo>
                  <a:lnTo>
                    <a:pt x="49" y="9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7" y="9"/>
                  </a:lnTo>
                  <a:lnTo>
                    <a:pt x="58" y="9"/>
                  </a:lnTo>
                  <a:lnTo>
                    <a:pt x="61" y="5"/>
                  </a:lnTo>
                  <a:lnTo>
                    <a:pt x="63" y="5"/>
                  </a:lnTo>
                  <a:lnTo>
                    <a:pt x="66" y="6"/>
                  </a:lnTo>
                  <a:lnTo>
                    <a:pt x="67" y="5"/>
                  </a:lnTo>
                  <a:lnTo>
                    <a:pt x="70" y="5"/>
                  </a:lnTo>
                  <a:lnTo>
                    <a:pt x="70" y="6"/>
                  </a:lnTo>
                  <a:lnTo>
                    <a:pt x="73" y="8"/>
                  </a:lnTo>
                  <a:lnTo>
                    <a:pt x="74" y="10"/>
                  </a:lnTo>
                  <a:lnTo>
                    <a:pt x="73" y="14"/>
                  </a:lnTo>
                  <a:lnTo>
                    <a:pt x="74" y="14"/>
                  </a:lnTo>
                  <a:lnTo>
                    <a:pt x="77" y="15"/>
                  </a:lnTo>
                  <a:lnTo>
                    <a:pt x="77" y="17"/>
                  </a:lnTo>
                  <a:lnTo>
                    <a:pt x="75" y="19"/>
                  </a:lnTo>
                  <a:lnTo>
                    <a:pt x="74" y="23"/>
                  </a:lnTo>
                  <a:lnTo>
                    <a:pt x="75" y="22"/>
                  </a:lnTo>
                  <a:lnTo>
                    <a:pt x="77" y="21"/>
                  </a:lnTo>
                  <a:lnTo>
                    <a:pt x="78" y="21"/>
                  </a:lnTo>
                  <a:lnTo>
                    <a:pt x="78" y="23"/>
                  </a:lnTo>
                  <a:lnTo>
                    <a:pt x="79" y="25"/>
                  </a:lnTo>
                  <a:lnTo>
                    <a:pt x="79" y="26"/>
                  </a:lnTo>
                  <a:lnTo>
                    <a:pt x="82" y="26"/>
                  </a:lnTo>
                  <a:lnTo>
                    <a:pt x="83" y="27"/>
                  </a:lnTo>
                  <a:lnTo>
                    <a:pt x="83" y="29"/>
                  </a:lnTo>
                  <a:lnTo>
                    <a:pt x="83" y="30"/>
                  </a:lnTo>
                  <a:lnTo>
                    <a:pt x="78" y="31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9"/>
                  </a:lnTo>
                  <a:lnTo>
                    <a:pt x="79" y="42"/>
                  </a:lnTo>
                  <a:lnTo>
                    <a:pt x="79" y="46"/>
                  </a:lnTo>
                  <a:lnTo>
                    <a:pt x="81" y="46"/>
                  </a:lnTo>
                  <a:lnTo>
                    <a:pt x="82" y="48"/>
                  </a:lnTo>
                  <a:lnTo>
                    <a:pt x="82" y="51"/>
                  </a:lnTo>
                  <a:lnTo>
                    <a:pt x="81" y="50"/>
                  </a:lnTo>
                  <a:lnTo>
                    <a:pt x="78" y="51"/>
                  </a:lnTo>
                  <a:lnTo>
                    <a:pt x="78" y="52"/>
                  </a:lnTo>
                  <a:lnTo>
                    <a:pt x="81" y="55"/>
                  </a:lnTo>
                  <a:lnTo>
                    <a:pt x="82" y="56"/>
                  </a:lnTo>
                  <a:lnTo>
                    <a:pt x="81" y="59"/>
                  </a:lnTo>
                  <a:lnTo>
                    <a:pt x="78" y="65"/>
                  </a:lnTo>
                  <a:lnTo>
                    <a:pt x="77" y="67"/>
                  </a:lnTo>
                  <a:lnTo>
                    <a:pt x="75" y="68"/>
                  </a:lnTo>
                  <a:lnTo>
                    <a:pt x="77" y="69"/>
                  </a:lnTo>
                  <a:lnTo>
                    <a:pt x="74" y="75"/>
                  </a:lnTo>
                  <a:lnTo>
                    <a:pt x="73" y="76"/>
                  </a:lnTo>
                  <a:lnTo>
                    <a:pt x="73" y="77"/>
                  </a:lnTo>
                  <a:lnTo>
                    <a:pt x="54" y="83"/>
                  </a:lnTo>
                  <a:lnTo>
                    <a:pt x="50" y="80"/>
                  </a:lnTo>
                  <a:lnTo>
                    <a:pt x="49" y="80"/>
                  </a:lnTo>
                  <a:lnTo>
                    <a:pt x="45" y="76"/>
                  </a:lnTo>
                  <a:lnTo>
                    <a:pt x="44" y="75"/>
                  </a:lnTo>
                  <a:lnTo>
                    <a:pt x="45" y="73"/>
                  </a:lnTo>
                  <a:lnTo>
                    <a:pt x="44" y="73"/>
                  </a:lnTo>
                  <a:lnTo>
                    <a:pt x="49" y="69"/>
                  </a:lnTo>
                  <a:lnTo>
                    <a:pt x="50" y="54"/>
                  </a:lnTo>
                  <a:lnTo>
                    <a:pt x="50" y="52"/>
                  </a:lnTo>
                  <a:lnTo>
                    <a:pt x="49" y="51"/>
                  </a:lnTo>
                  <a:lnTo>
                    <a:pt x="49" y="50"/>
                  </a:lnTo>
                  <a:lnTo>
                    <a:pt x="50" y="48"/>
                  </a:lnTo>
                  <a:lnTo>
                    <a:pt x="50" y="47"/>
                  </a:lnTo>
                  <a:lnTo>
                    <a:pt x="49" y="44"/>
                  </a:lnTo>
                  <a:lnTo>
                    <a:pt x="49" y="43"/>
                  </a:lnTo>
                  <a:lnTo>
                    <a:pt x="46" y="38"/>
                  </a:lnTo>
                  <a:lnTo>
                    <a:pt x="45" y="35"/>
                  </a:lnTo>
                  <a:lnTo>
                    <a:pt x="44" y="33"/>
                  </a:lnTo>
                  <a:lnTo>
                    <a:pt x="33" y="33"/>
                  </a:lnTo>
                  <a:lnTo>
                    <a:pt x="31" y="34"/>
                  </a:lnTo>
                  <a:lnTo>
                    <a:pt x="28" y="35"/>
                  </a:lnTo>
                  <a:lnTo>
                    <a:pt x="25" y="39"/>
                  </a:lnTo>
                  <a:lnTo>
                    <a:pt x="25" y="40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7" y="40"/>
                  </a:lnTo>
                  <a:lnTo>
                    <a:pt x="15" y="39"/>
                  </a:lnTo>
                  <a:lnTo>
                    <a:pt x="13" y="35"/>
                  </a:lnTo>
                  <a:lnTo>
                    <a:pt x="11" y="35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6" y="31"/>
                  </a:lnTo>
                  <a:lnTo>
                    <a:pt x="3" y="31"/>
                  </a:lnTo>
                  <a:lnTo>
                    <a:pt x="0" y="27"/>
                  </a:lnTo>
                  <a:lnTo>
                    <a:pt x="2" y="23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7" y="15"/>
                  </a:lnTo>
                  <a:lnTo>
                    <a:pt x="11" y="15"/>
                  </a:lnTo>
                  <a:lnTo>
                    <a:pt x="12" y="14"/>
                  </a:lnTo>
                  <a:lnTo>
                    <a:pt x="13" y="12"/>
                  </a:lnTo>
                  <a:lnTo>
                    <a:pt x="12" y="10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2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8" name="Freeform 457"/>
            <p:cNvSpPr>
              <a:spLocks noEditPoints="1"/>
            </p:cNvSpPr>
            <p:nvPr/>
          </p:nvSpPr>
          <p:spPr bwMode="auto">
            <a:xfrm>
              <a:off x="5389678" y="4045872"/>
              <a:ext cx="78671" cy="101510"/>
            </a:xfrm>
            <a:custGeom>
              <a:avLst/>
              <a:gdLst>
                <a:gd name="T0" fmla="*/ 5 w 31"/>
                <a:gd name="T1" fmla="*/ 31 h 40"/>
                <a:gd name="T2" fmla="*/ 6 w 31"/>
                <a:gd name="T3" fmla="*/ 31 h 40"/>
                <a:gd name="T4" fmla="*/ 8 w 31"/>
                <a:gd name="T5" fmla="*/ 32 h 40"/>
                <a:gd name="T6" fmla="*/ 8 w 31"/>
                <a:gd name="T7" fmla="*/ 34 h 40"/>
                <a:gd name="T8" fmla="*/ 8 w 31"/>
                <a:gd name="T9" fmla="*/ 34 h 40"/>
                <a:gd name="T10" fmla="*/ 5 w 31"/>
                <a:gd name="T11" fmla="*/ 32 h 40"/>
                <a:gd name="T12" fmla="*/ 5 w 31"/>
                <a:gd name="T13" fmla="*/ 31 h 40"/>
                <a:gd name="T14" fmla="*/ 5 w 31"/>
                <a:gd name="T15" fmla="*/ 31 h 40"/>
                <a:gd name="T16" fmla="*/ 14 w 31"/>
                <a:gd name="T17" fmla="*/ 0 h 40"/>
                <a:gd name="T18" fmla="*/ 25 w 31"/>
                <a:gd name="T19" fmla="*/ 0 h 40"/>
                <a:gd name="T20" fmla="*/ 26 w 31"/>
                <a:gd name="T21" fmla="*/ 2 h 40"/>
                <a:gd name="T22" fmla="*/ 27 w 31"/>
                <a:gd name="T23" fmla="*/ 5 h 40"/>
                <a:gd name="T24" fmla="*/ 30 w 31"/>
                <a:gd name="T25" fmla="*/ 10 h 40"/>
                <a:gd name="T26" fmla="*/ 30 w 31"/>
                <a:gd name="T27" fmla="*/ 11 h 40"/>
                <a:gd name="T28" fmla="*/ 31 w 31"/>
                <a:gd name="T29" fmla="*/ 14 h 40"/>
                <a:gd name="T30" fmla="*/ 31 w 31"/>
                <a:gd name="T31" fmla="*/ 15 h 40"/>
                <a:gd name="T32" fmla="*/ 30 w 31"/>
                <a:gd name="T33" fmla="*/ 17 h 40"/>
                <a:gd name="T34" fmla="*/ 30 w 31"/>
                <a:gd name="T35" fmla="*/ 18 h 40"/>
                <a:gd name="T36" fmla="*/ 31 w 31"/>
                <a:gd name="T37" fmla="*/ 19 h 40"/>
                <a:gd name="T38" fmla="*/ 31 w 31"/>
                <a:gd name="T39" fmla="*/ 21 h 40"/>
                <a:gd name="T40" fmla="*/ 30 w 31"/>
                <a:gd name="T41" fmla="*/ 36 h 40"/>
                <a:gd name="T42" fmla="*/ 25 w 31"/>
                <a:gd name="T43" fmla="*/ 40 h 40"/>
                <a:gd name="T44" fmla="*/ 23 w 31"/>
                <a:gd name="T45" fmla="*/ 39 h 40"/>
                <a:gd name="T46" fmla="*/ 19 w 31"/>
                <a:gd name="T47" fmla="*/ 39 h 40"/>
                <a:gd name="T48" fmla="*/ 13 w 31"/>
                <a:gd name="T49" fmla="*/ 36 h 40"/>
                <a:gd name="T50" fmla="*/ 10 w 31"/>
                <a:gd name="T51" fmla="*/ 35 h 40"/>
                <a:gd name="T52" fmla="*/ 10 w 31"/>
                <a:gd name="T53" fmla="*/ 34 h 40"/>
                <a:gd name="T54" fmla="*/ 9 w 31"/>
                <a:gd name="T55" fmla="*/ 32 h 40"/>
                <a:gd name="T56" fmla="*/ 8 w 31"/>
                <a:gd name="T57" fmla="*/ 30 h 40"/>
                <a:gd name="T58" fmla="*/ 9 w 31"/>
                <a:gd name="T59" fmla="*/ 29 h 40"/>
                <a:gd name="T60" fmla="*/ 9 w 31"/>
                <a:gd name="T61" fmla="*/ 29 h 40"/>
                <a:gd name="T62" fmla="*/ 6 w 31"/>
                <a:gd name="T63" fmla="*/ 29 h 40"/>
                <a:gd name="T64" fmla="*/ 4 w 31"/>
                <a:gd name="T65" fmla="*/ 26 h 40"/>
                <a:gd name="T66" fmla="*/ 4 w 31"/>
                <a:gd name="T67" fmla="*/ 23 h 40"/>
                <a:gd name="T68" fmla="*/ 2 w 31"/>
                <a:gd name="T69" fmla="*/ 19 h 40"/>
                <a:gd name="T70" fmla="*/ 0 w 31"/>
                <a:gd name="T71" fmla="*/ 19 h 40"/>
                <a:gd name="T72" fmla="*/ 0 w 31"/>
                <a:gd name="T73" fmla="*/ 17 h 40"/>
                <a:gd name="T74" fmla="*/ 1 w 31"/>
                <a:gd name="T75" fmla="*/ 14 h 40"/>
                <a:gd name="T76" fmla="*/ 0 w 31"/>
                <a:gd name="T77" fmla="*/ 13 h 40"/>
                <a:gd name="T78" fmla="*/ 0 w 31"/>
                <a:gd name="T79" fmla="*/ 11 h 40"/>
                <a:gd name="T80" fmla="*/ 1 w 31"/>
                <a:gd name="T81" fmla="*/ 9 h 40"/>
                <a:gd name="T82" fmla="*/ 1 w 31"/>
                <a:gd name="T83" fmla="*/ 9 h 40"/>
                <a:gd name="T84" fmla="*/ 2 w 31"/>
                <a:gd name="T85" fmla="*/ 9 h 40"/>
                <a:gd name="T86" fmla="*/ 6 w 31"/>
                <a:gd name="T87" fmla="*/ 7 h 40"/>
                <a:gd name="T88" fmla="*/ 6 w 31"/>
                <a:gd name="T89" fmla="*/ 6 h 40"/>
                <a:gd name="T90" fmla="*/ 9 w 31"/>
                <a:gd name="T91" fmla="*/ 2 h 40"/>
                <a:gd name="T92" fmla="*/ 12 w 31"/>
                <a:gd name="T93" fmla="*/ 1 h 40"/>
                <a:gd name="T94" fmla="*/ 14 w 31"/>
                <a:gd name="T9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" h="40">
                  <a:moveTo>
                    <a:pt x="5" y="31"/>
                  </a:moveTo>
                  <a:lnTo>
                    <a:pt x="6" y="31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5" y="32"/>
                  </a:lnTo>
                  <a:lnTo>
                    <a:pt x="5" y="31"/>
                  </a:lnTo>
                  <a:lnTo>
                    <a:pt x="5" y="31"/>
                  </a:lnTo>
                  <a:close/>
                  <a:moveTo>
                    <a:pt x="14" y="0"/>
                  </a:moveTo>
                  <a:lnTo>
                    <a:pt x="25" y="0"/>
                  </a:lnTo>
                  <a:lnTo>
                    <a:pt x="26" y="2"/>
                  </a:lnTo>
                  <a:lnTo>
                    <a:pt x="27" y="5"/>
                  </a:lnTo>
                  <a:lnTo>
                    <a:pt x="30" y="10"/>
                  </a:lnTo>
                  <a:lnTo>
                    <a:pt x="30" y="11"/>
                  </a:lnTo>
                  <a:lnTo>
                    <a:pt x="31" y="14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30" y="18"/>
                  </a:lnTo>
                  <a:lnTo>
                    <a:pt x="31" y="19"/>
                  </a:lnTo>
                  <a:lnTo>
                    <a:pt x="31" y="21"/>
                  </a:lnTo>
                  <a:lnTo>
                    <a:pt x="30" y="36"/>
                  </a:lnTo>
                  <a:lnTo>
                    <a:pt x="25" y="40"/>
                  </a:lnTo>
                  <a:lnTo>
                    <a:pt x="23" y="39"/>
                  </a:lnTo>
                  <a:lnTo>
                    <a:pt x="19" y="39"/>
                  </a:lnTo>
                  <a:lnTo>
                    <a:pt x="13" y="36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9" y="32"/>
                  </a:lnTo>
                  <a:lnTo>
                    <a:pt x="8" y="30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6" y="29"/>
                  </a:lnTo>
                  <a:lnTo>
                    <a:pt x="4" y="26"/>
                  </a:lnTo>
                  <a:lnTo>
                    <a:pt x="4" y="23"/>
                  </a:lnTo>
                  <a:lnTo>
                    <a:pt x="2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2" y="9"/>
                  </a:lnTo>
                  <a:lnTo>
                    <a:pt x="6" y="7"/>
                  </a:lnTo>
                  <a:lnTo>
                    <a:pt x="6" y="6"/>
                  </a:lnTo>
                  <a:lnTo>
                    <a:pt x="9" y="2"/>
                  </a:lnTo>
                  <a:lnTo>
                    <a:pt x="12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19" name="Freeform 458"/>
            <p:cNvSpPr>
              <a:spLocks/>
            </p:cNvSpPr>
            <p:nvPr/>
          </p:nvSpPr>
          <p:spPr bwMode="auto">
            <a:xfrm>
              <a:off x="5442971" y="4091551"/>
              <a:ext cx="119275" cy="129426"/>
            </a:xfrm>
            <a:custGeom>
              <a:avLst/>
              <a:gdLst>
                <a:gd name="T0" fmla="*/ 20 w 47"/>
                <a:gd name="T1" fmla="*/ 0 h 51"/>
                <a:gd name="T2" fmla="*/ 21 w 47"/>
                <a:gd name="T3" fmla="*/ 0 h 51"/>
                <a:gd name="T4" fmla="*/ 22 w 47"/>
                <a:gd name="T5" fmla="*/ 4 h 51"/>
                <a:gd name="T6" fmla="*/ 25 w 47"/>
                <a:gd name="T7" fmla="*/ 4 h 51"/>
                <a:gd name="T8" fmla="*/ 25 w 47"/>
                <a:gd name="T9" fmla="*/ 9 h 51"/>
                <a:gd name="T10" fmla="*/ 25 w 47"/>
                <a:gd name="T11" fmla="*/ 12 h 51"/>
                <a:gd name="T12" fmla="*/ 27 w 47"/>
                <a:gd name="T13" fmla="*/ 16 h 51"/>
                <a:gd name="T14" fmla="*/ 29 w 47"/>
                <a:gd name="T15" fmla="*/ 14 h 51"/>
                <a:gd name="T16" fmla="*/ 33 w 47"/>
                <a:gd name="T17" fmla="*/ 12 h 51"/>
                <a:gd name="T18" fmla="*/ 34 w 47"/>
                <a:gd name="T19" fmla="*/ 13 h 51"/>
                <a:gd name="T20" fmla="*/ 35 w 47"/>
                <a:gd name="T21" fmla="*/ 14 h 51"/>
                <a:gd name="T22" fmla="*/ 35 w 47"/>
                <a:gd name="T23" fmla="*/ 16 h 51"/>
                <a:gd name="T24" fmla="*/ 35 w 47"/>
                <a:gd name="T25" fmla="*/ 17 h 51"/>
                <a:gd name="T26" fmla="*/ 37 w 47"/>
                <a:gd name="T27" fmla="*/ 18 h 51"/>
                <a:gd name="T28" fmla="*/ 34 w 47"/>
                <a:gd name="T29" fmla="*/ 24 h 51"/>
                <a:gd name="T30" fmla="*/ 33 w 47"/>
                <a:gd name="T31" fmla="*/ 25 h 51"/>
                <a:gd name="T32" fmla="*/ 33 w 47"/>
                <a:gd name="T33" fmla="*/ 28 h 51"/>
                <a:gd name="T34" fmla="*/ 35 w 47"/>
                <a:gd name="T35" fmla="*/ 28 h 51"/>
                <a:gd name="T36" fmla="*/ 37 w 47"/>
                <a:gd name="T37" fmla="*/ 28 h 51"/>
                <a:gd name="T38" fmla="*/ 38 w 47"/>
                <a:gd name="T39" fmla="*/ 28 h 51"/>
                <a:gd name="T40" fmla="*/ 39 w 47"/>
                <a:gd name="T41" fmla="*/ 29 h 51"/>
                <a:gd name="T42" fmla="*/ 41 w 47"/>
                <a:gd name="T43" fmla="*/ 29 h 51"/>
                <a:gd name="T44" fmla="*/ 42 w 47"/>
                <a:gd name="T45" fmla="*/ 29 h 51"/>
                <a:gd name="T46" fmla="*/ 43 w 47"/>
                <a:gd name="T47" fmla="*/ 32 h 51"/>
                <a:gd name="T48" fmla="*/ 45 w 47"/>
                <a:gd name="T49" fmla="*/ 33 h 51"/>
                <a:gd name="T50" fmla="*/ 47 w 47"/>
                <a:gd name="T51" fmla="*/ 33 h 51"/>
                <a:gd name="T52" fmla="*/ 47 w 47"/>
                <a:gd name="T53" fmla="*/ 36 h 51"/>
                <a:gd name="T54" fmla="*/ 46 w 47"/>
                <a:gd name="T55" fmla="*/ 37 h 51"/>
                <a:gd name="T56" fmla="*/ 46 w 47"/>
                <a:gd name="T57" fmla="*/ 38 h 51"/>
                <a:gd name="T58" fmla="*/ 46 w 47"/>
                <a:gd name="T59" fmla="*/ 39 h 51"/>
                <a:gd name="T60" fmla="*/ 45 w 47"/>
                <a:gd name="T61" fmla="*/ 42 h 51"/>
                <a:gd name="T62" fmla="*/ 46 w 47"/>
                <a:gd name="T63" fmla="*/ 43 h 51"/>
                <a:gd name="T64" fmla="*/ 45 w 47"/>
                <a:gd name="T65" fmla="*/ 46 h 51"/>
                <a:gd name="T66" fmla="*/ 46 w 47"/>
                <a:gd name="T67" fmla="*/ 49 h 51"/>
                <a:gd name="T68" fmla="*/ 46 w 47"/>
                <a:gd name="T69" fmla="*/ 51 h 51"/>
                <a:gd name="T70" fmla="*/ 34 w 47"/>
                <a:gd name="T71" fmla="*/ 47 h 51"/>
                <a:gd name="T72" fmla="*/ 25 w 47"/>
                <a:gd name="T73" fmla="*/ 39 h 51"/>
                <a:gd name="T74" fmla="*/ 22 w 47"/>
                <a:gd name="T75" fmla="*/ 39 h 51"/>
                <a:gd name="T76" fmla="*/ 16 w 47"/>
                <a:gd name="T77" fmla="*/ 33 h 51"/>
                <a:gd name="T78" fmla="*/ 10 w 47"/>
                <a:gd name="T79" fmla="*/ 29 h 51"/>
                <a:gd name="T80" fmla="*/ 9 w 47"/>
                <a:gd name="T81" fmla="*/ 29 h 51"/>
                <a:gd name="T82" fmla="*/ 5 w 47"/>
                <a:gd name="T83" fmla="*/ 25 h 51"/>
                <a:gd name="T84" fmla="*/ 4 w 47"/>
                <a:gd name="T85" fmla="*/ 24 h 51"/>
                <a:gd name="T86" fmla="*/ 5 w 47"/>
                <a:gd name="T87" fmla="*/ 22 h 51"/>
                <a:gd name="T88" fmla="*/ 2 w 47"/>
                <a:gd name="T89" fmla="*/ 21 h 51"/>
                <a:gd name="T90" fmla="*/ 0 w 47"/>
                <a:gd name="T91" fmla="*/ 21 h 51"/>
                <a:gd name="T92" fmla="*/ 0 w 47"/>
                <a:gd name="T93" fmla="*/ 20 h 51"/>
                <a:gd name="T94" fmla="*/ 1 w 47"/>
                <a:gd name="T95" fmla="*/ 16 h 51"/>
                <a:gd name="T96" fmla="*/ 4 w 47"/>
                <a:gd name="T97" fmla="*/ 14 h 51"/>
                <a:gd name="T98" fmla="*/ 6 w 47"/>
                <a:gd name="T99" fmla="*/ 12 h 51"/>
                <a:gd name="T100" fmla="*/ 6 w 47"/>
                <a:gd name="T101" fmla="*/ 11 h 51"/>
                <a:gd name="T102" fmla="*/ 8 w 47"/>
                <a:gd name="T103" fmla="*/ 7 h 51"/>
                <a:gd name="T104" fmla="*/ 9 w 47"/>
                <a:gd name="T105" fmla="*/ 7 h 51"/>
                <a:gd name="T106" fmla="*/ 9 w 47"/>
                <a:gd name="T107" fmla="*/ 4 h 51"/>
                <a:gd name="T108" fmla="*/ 10 w 47"/>
                <a:gd name="T109" fmla="*/ 3 h 51"/>
                <a:gd name="T110" fmla="*/ 13 w 47"/>
                <a:gd name="T111" fmla="*/ 1 h 51"/>
                <a:gd name="T112" fmla="*/ 14 w 47"/>
                <a:gd name="T113" fmla="*/ 1 h 51"/>
                <a:gd name="T114" fmla="*/ 20 w 47"/>
                <a:gd name="T11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" h="51">
                  <a:moveTo>
                    <a:pt x="20" y="0"/>
                  </a:moveTo>
                  <a:lnTo>
                    <a:pt x="21" y="0"/>
                  </a:lnTo>
                  <a:lnTo>
                    <a:pt x="22" y="4"/>
                  </a:lnTo>
                  <a:lnTo>
                    <a:pt x="25" y="4"/>
                  </a:lnTo>
                  <a:lnTo>
                    <a:pt x="25" y="9"/>
                  </a:lnTo>
                  <a:lnTo>
                    <a:pt x="25" y="12"/>
                  </a:lnTo>
                  <a:lnTo>
                    <a:pt x="27" y="16"/>
                  </a:lnTo>
                  <a:lnTo>
                    <a:pt x="29" y="14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5" y="14"/>
                  </a:lnTo>
                  <a:lnTo>
                    <a:pt x="35" y="16"/>
                  </a:lnTo>
                  <a:lnTo>
                    <a:pt x="35" y="17"/>
                  </a:lnTo>
                  <a:lnTo>
                    <a:pt x="37" y="18"/>
                  </a:lnTo>
                  <a:lnTo>
                    <a:pt x="34" y="24"/>
                  </a:lnTo>
                  <a:lnTo>
                    <a:pt x="33" y="25"/>
                  </a:lnTo>
                  <a:lnTo>
                    <a:pt x="33" y="28"/>
                  </a:lnTo>
                  <a:lnTo>
                    <a:pt x="35" y="28"/>
                  </a:lnTo>
                  <a:lnTo>
                    <a:pt x="37" y="28"/>
                  </a:lnTo>
                  <a:lnTo>
                    <a:pt x="38" y="28"/>
                  </a:lnTo>
                  <a:lnTo>
                    <a:pt x="39" y="29"/>
                  </a:lnTo>
                  <a:lnTo>
                    <a:pt x="41" y="29"/>
                  </a:lnTo>
                  <a:lnTo>
                    <a:pt x="42" y="29"/>
                  </a:lnTo>
                  <a:lnTo>
                    <a:pt x="43" y="32"/>
                  </a:lnTo>
                  <a:lnTo>
                    <a:pt x="45" y="33"/>
                  </a:lnTo>
                  <a:lnTo>
                    <a:pt x="47" y="33"/>
                  </a:lnTo>
                  <a:lnTo>
                    <a:pt x="47" y="36"/>
                  </a:lnTo>
                  <a:lnTo>
                    <a:pt x="46" y="37"/>
                  </a:lnTo>
                  <a:lnTo>
                    <a:pt x="46" y="38"/>
                  </a:lnTo>
                  <a:lnTo>
                    <a:pt x="46" y="39"/>
                  </a:lnTo>
                  <a:lnTo>
                    <a:pt x="45" y="42"/>
                  </a:lnTo>
                  <a:lnTo>
                    <a:pt x="46" y="43"/>
                  </a:lnTo>
                  <a:lnTo>
                    <a:pt x="45" y="46"/>
                  </a:lnTo>
                  <a:lnTo>
                    <a:pt x="46" y="49"/>
                  </a:lnTo>
                  <a:lnTo>
                    <a:pt x="46" y="51"/>
                  </a:lnTo>
                  <a:lnTo>
                    <a:pt x="34" y="47"/>
                  </a:lnTo>
                  <a:lnTo>
                    <a:pt x="25" y="39"/>
                  </a:lnTo>
                  <a:lnTo>
                    <a:pt x="22" y="39"/>
                  </a:lnTo>
                  <a:lnTo>
                    <a:pt x="16" y="33"/>
                  </a:lnTo>
                  <a:lnTo>
                    <a:pt x="10" y="29"/>
                  </a:lnTo>
                  <a:lnTo>
                    <a:pt x="9" y="29"/>
                  </a:lnTo>
                  <a:lnTo>
                    <a:pt x="5" y="25"/>
                  </a:lnTo>
                  <a:lnTo>
                    <a:pt x="4" y="24"/>
                  </a:lnTo>
                  <a:lnTo>
                    <a:pt x="5" y="22"/>
                  </a:lnTo>
                  <a:lnTo>
                    <a:pt x="2" y="21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6"/>
                  </a:lnTo>
                  <a:lnTo>
                    <a:pt x="4" y="14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0" name="Freeform 459"/>
            <p:cNvSpPr>
              <a:spLocks/>
            </p:cNvSpPr>
            <p:nvPr/>
          </p:nvSpPr>
          <p:spPr bwMode="auto">
            <a:xfrm>
              <a:off x="5526716" y="4025570"/>
              <a:ext cx="185256" cy="195407"/>
            </a:xfrm>
            <a:custGeom>
              <a:avLst/>
              <a:gdLst>
                <a:gd name="T0" fmla="*/ 43 w 73"/>
                <a:gd name="T1" fmla="*/ 2 h 77"/>
                <a:gd name="T2" fmla="*/ 48 w 73"/>
                <a:gd name="T3" fmla="*/ 5 h 77"/>
                <a:gd name="T4" fmla="*/ 52 w 73"/>
                <a:gd name="T5" fmla="*/ 6 h 77"/>
                <a:gd name="T6" fmla="*/ 56 w 73"/>
                <a:gd name="T7" fmla="*/ 9 h 77"/>
                <a:gd name="T8" fmla="*/ 63 w 73"/>
                <a:gd name="T9" fmla="*/ 10 h 77"/>
                <a:gd name="T10" fmla="*/ 67 w 73"/>
                <a:gd name="T11" fmla="*/ 9 h 77"/>
                <a:gd name="T12" fmla="*/ 71 w 73"/>
                <a:gd name="T13" fmla="*/ 10 h 77"/>
                <a:gd name="T14" fmla="*/ 69 w 73"/>
                <a:gd name="T15" fmla="*/ 15 h 77"/>
                <a:gd name="T16" fmla="*/ 71 w 73"/>
                <a:gd name="T17" fmla="*/ 19 h 77"/>
                <a:gd name="T18" fmla="*/ 73 w 73"/>
                <a:gd name="T19" fmla="*/ 25 h 77"/>
                <a:gd name="T20" fmla="*/ 72 w 73"/>
                <a:gd name="T21" fmla="*/ 30 h 77"/>
                <a:gd name="T22" fmla="*/ 67 w 73"/>
                <a:gd name="T23" fmla="*/ 37 h 77"/>
                <a:gd name="T24" fmla="*/ 66 w 73"/>
                <a:gd name="T25" fmla="*/ 40 h 77"/>
                <a:gd name="T26" fmla="*/ 64 w 73"/>
                <a:gd name="T27" fmla="*/ 44 h 77"/>
                <a:gd name="T28" fmla="*/ 63 w 73"/>
                <a:gd name="T29" fmla="*/ 51 h 77"/>
                <a:gd name="T30" fmla="*/ 64 w 73"/>
                <a:gd name="T31" fmla="*/ 54 h 77"/>
                <a:gd name="T32" fmla="*/ 67 w 73"/>
                <a:gd name="T33" fmla="*/ 60 h 77"/>
                <a:gd name="T34" fmla="*/ 71 w 73"/>
                <a:gd name="T35" fmla="*/ 63 h 77"/>
                <a:gd name="T36" fmla="*/ 68 w 73"/>
                <a:gd name="T37" fmla="*/ 67 h 77"/>
                <a:gd name="T38" fmla="*/ 66 w 73"/>
                <a:gd name="T39" fmla="*/ 68 h 77"/>
                <a:gd name="T40" fmla="*/ 62 w 73"/>
                <a:gd name="T41" fmla="*/ 65 h 77"/>
                <a:gd name="T42" fmla="*/ 56 w 73"/>
                <a:gd name="T43" fmla="*/ 65 h 77"/>
                <a:gd name="T44" fmla="*/ 34 w 73"/>
                <a:gd name="T45" fmla="*/ 68 h 77"/>
                <a:gd name="T46" fmla="*/ 30 w 73"/>
                <a:gd name="T47" fmla="*/ 69 h 77"/>
                <a:gd name="T48" fmla="*/ 21 w 73"/>
                <a:gd name="T49" fmla="*/ 73 h 77"/>
                <a:gd name="T50" fmla="*/ 14 w 73"/>
                <a:gd name="T51" fmla="*/ 77 h 77"/>
                <a:gd name="T52" fmla="*/ 13 w 73"/>
                <a:gd name="T53" fmla="*/ 75 h 77"/>
                <a:gd name="T54" fmla="*/ 13 w 73"/>
                <a:gd name="T55" fmla="*/ 69 h 77"/>
                <a:gd name="T56" fmla="*/ 13 w 73"/>
                <a:gd name="T57" fmla="*/ 65 h 77"/>
                <a:gd name="T58" fmla="*/ 13 w 73"/>
                <a:gd name="T59" fmla="*/ 63 h 77"/>
                <a:gd name="T60" fmla="*/ 14 w 73"/>
                <a:gd name="T61" fmla="*/ 59 h 77"/>
                <a:gd name="T62" fmla="*/ 10 w 73"/>
                <a:gd name="T63" fmla="*/ 58 h 77"/>
                <a:gd name="T64" fmla="*/ 8 w 73"/>
                <a:gd name="T65" fmla="*/ 55 h 77"/>
                <a:gd name="T66" fmla="*/ 5 w 73"/>
                <a:gd name="T67" fmla="*/ 54 h 77"/>
                <a:gd name="T68" fmla="*/ 2 w 73"/>
                <a:gd name="T69" fmla="*/ 54 h 77"/>
                <a:gd name="T70" fmla="*/ 0 w 73"/>
                <a:gd name="T71" fmla="*/ 51 h 77"/>
                <a:gd name="T72" fmla="*/ 4 w 73"/>
                <a:gd name="T73" fmla="*/ 44 h 77"/>
                <a:gd name="T74" fmla="*/ 4 w 73"/>
                <a:gd name="T75" fmla="*/ 42 h 77"/>
                <a:gd name="T76" fmla="*/ 8 w 73"/>
                <a:gd name="T77" fmla="*/ 34 h 77"/>
                <a:gd name="T78" fmla="*/ 8 w 73"/>
                <a:gd name="T79" fmla="*/ 30 h 77"/>
                <a:gd name="T80" fmla="*/ 5 w 73"/>
                <a:gd name="T81" fmla="*/ 26 h 77"/>
                <a:gd name="T82" fmla="*/ 9 w 73"/>
                <a:gd name="T83" fmla="*/ 26 h 77"/>
                <a:gd name="T84" fmla="*/ 8 w 73"/>
                <a:gd name="T85" fmla="*/ 21 h 77"/>
                <a:gd name="T86" fmla="*/ 6 w 73"/>
                <a:gd name="T87" fmla="*/ 17 h 77"/>
                <a:gd name="T88" fmla="*/ 6 w 73"/>
                <a:gd name="T89" fmla="*/ 9 h 77"/>
                <a:gd name="T90" fmla="*/ 5 w 73"/>
                <a:gd name="T91" fmla="*/ 6 h 77"/>
                <a:gd name="T92" fmla="*/ 14 w 73"/>
                <a:gd name="T93" fmla="*/ 2 h 77"/>
                <a:gd name="T94" fmla="*/ 18 w 73"/>
                <a:gd name="T95" fmla="*/ 4 h 77"/>
                <a:gd name="T96" fmla="*/ 25 w 73"/>
                <a:gd name="T97" fmla="*/ 2 h 77"/>
                <a:gd name="T98" fmla="*/ 29 w 73"/>
                <a:gd name="T99" fmla="*/ 1 h 77"/>
                <a:gd name="T100" fmla="*/ 31 w 73"/>
                <a:gd name="T101" fmla="*/ 2 h 77"/>
                <a:gd name="T102" fmla="*/ 35 w 73"/>
                <a:gd name="T103" fmla="*/ 5 h 77"/>
                <a:gd name="T104" fmla="*/ 39 w 73"/>
                <a:gd name="T10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3" h="77">
                  <a:moveTo>
                    <a:pt x="39" y="0"/>
                  </a:moveTo>
                  <a:lnTo>
                    <a:pt x="43" y="2"/>
                  </a:lnTo>
                  <a:lnTo>
                    <a:pt x="47" y="5"/>
                  </a:lnTo>
                  <a:lnTo>
                    <a:pt x="48" y="5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5" y="8"/>
                  </a:lnTo>
                  <a:lnTo>
                    <a:pt x="56" y="9"/>
                  </a:lnTo>
                  <a:lnTo>
                    <a:pt x="60" y="12"/>
                  </a:lnTo>
                  <a:lnTo>
                    <a:pt x="63" y="10"/>
                  </a:lnTo>
                  <a:lnTo>
                    <a:pt x="64" y="9"/>
                  </a:lnTo>
                  <a:lnTo>
                    <a:pt x="67" y="9"/>
                  </a:lnTo>
                  <a:lnTo>
                    <a:pt x="68" y="10"/>
                  </a:lnTo>
                  <a:lnTo>
                    <a:pt x="71" y="10"/>
                  </a:lnTo>
                  <a:lnTo>
                    <a:pt x="71" y="12"/>
                  </a:lnTo>
                  <a:lnTo>
                    <a:pt x="69" y="15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2" y="21"/>
                  </a:lnTo>
                  <a:lnTo>
                    <a:pt x="73" y="25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69" y="31"/>
                  </a:lnTo>
                  <a:lnTo>
                    <a:pt x="67" y="37"/>
                  </a:lnTo>
                  <a:lnTo>
                    <a:pt x="67" y="39"/>
                  </a:lnTo>
                  <a:lnTo>
                    <a:pt x="66" y="40"/>
                  </a:lnTo>
                  <a:lnTo>
                    <a:pt x="66" y="43"/>
                  </a:lnTo>
                  <a:lnTo>
                    <a:pt x="64" y="44"/>
                  </a:lnTo>
                  <a:lnTo>
                    <a:pt x="64" y="50"/>
                  </a:lnTo>
                  <a:lnTo>
                    <a:pt x="63" y="51"/>
                  </a:lnTo>
                  <a:lnTo>
                    <a:pt x="63" y="52"/>
                  </a:lnTo>
                  <a:lnTo>
                    <a:pt x="64" y="54"/>
                  </a:lnTo>
                  <a:lnTo>
                    <a:pt x="67" y="58"/>
                  </a:lnTo>
                  <a:lnTo>
                    <a:pt x="67" y="60"/>
                  </a:lnTo>
                  <a:lnTo>
                    <a:pt x="69" y="62"/>
                  </a:lnTo>
                  <a:lnTo>
                    <a:pt x="71" y="63"/>
                  </a:lnTo>
                  <a:lnTo>
                    <a:pt x="71" y="67"/>
                  </a:lnTo>
                  <a:lnTo>
                    <a:pt x="68" y="67"/>
                  </a:lnTo>
                  <a:lnTo>
                    <a:pt x="67" y="67"/>
                  </a:lnTo>
                  <a:lnTo>
                    <a:pt x="66" y="68"/>
                  </a:lnTo>
                  <a:lnTo>
                    <a:pt x="64" y="65"/>
                  </a:lnTo>
                  <a:lnTo>
                    <a:pt x="62" y="65"/>
                  </a:lnTo>
                  <a:lnTo>
                    <a:pt x="62" y="68"/>
                  </a:lnTo>
                  <a:lnTo>
                    <a:pt x="56" y="65"/>
                  </a:lnTo>
                  <a:lnTo>
                    <a:pt x="50" y="68"/>
                  </a:lnTo>
                  <a:lnTo>
                    <a:pt x="34" y="68"/>
                  </a:lnTo>
                  <a:lnTo>
                    <a:pt x="30" y="68"/>
                  </a:lnTo>
                  <a:lnTo>
                    <a:pt x="30" y="69"/>
                  </a:lnTo>
                  <a:lnTo>
                    <a:pt x="22" y="72"/>
                  </a:lnTo>
                  <a:lnTo>
                    <a:pt x="21" y="73"/>
                  </a:lnTo>
                  <a:lnTo>
                    <a:pt x="18" y="73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5"/>
                  </a:lnTo>
                  <a:lnTo>
                    <a:pt x="12" y="72"/>
                  </a:lnTo>
                  <a:lnTo>
                    <a:pt x="13" y="69"/>
                  </a:lnTo>
                  <a:lnTo>
                    <a:pt x="12" y="68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3" y="63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12" y="59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4" y="54"/>
                  </a:lnTo>
                  <a:lnTo>
                    <a:pt x="2" y="54"/>
                  </a:lnTo>
                  <a:lnTo>
                    <a:pt x="0" y="54"/>
                  </a:lnTo>
                  <a:lnTo>
                    <a:pt x="0" y="51"/>
                  </a:lnTo>
                  <a:lnTo>
                    <a:pt x="1" y="50"/>
                  </a:lnTo>
                  <a:lnTo>
                    <a:pt x="4" y="44"/>
                  </a:lnTo>
                  <a:lnTo>
                    <a:pt x="2" y="43"/>
                  </a:lnTo>
                  <a:lnTo>
                    <a:pt x="4" y="42"/>
                  </a:lnTo>
                  <a:lnTo>
                    <a:pt x="5" y="40"/>
                  </a:lnTo>
                  <a:lnTo>
                    <a:pt x="8" y="34"/>
                  </a:lnTo>
                  <a:lnTo>
                    <a:pt x="9" y="31"/>
                  </a:lnTo>
                  <a:lnTo>
                    <a:pt x="8" y="30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8" y="25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8" y="21"/>
                  </a:lnTo>
                  <a:lnTo>
                    <a:pt x="6" y="21"/>
                  </a:lnTo>
                  <a:lnTo>
                    <a:pt x="6" y="17"/>
                  </a:lnTo>
                  <a:lnTo>
                    <a:pt x="6" y="14"/>
                  </a:lnTo>
                  <a:lnTo>
                    <a:pt x="6" y="9"/>
                  </a:lnTo>
                  <a:lnTo>
                    <a:pt x="5" y="8"/>
                  </a:lnTo>
                  <a:lnTo>
                    <a:pt x="5" y="6"/>
                  </a:lnTo>
                  <a:lnTo>
                    <a:pt x="10" y="5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8" y="4"/>
                  </a:lnTo>
                  <a:lnTo>
                    <a:pt x="23" y="4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1" y="2"/>
                  </a:lnTo>
                  <a:lnTo>
                    <a:pt x="31" y="4"/>
                  </a:lnTo>
                  <a:lnTo>
                    <a:pt x="35" y="5"/>
                  </a:lnTo>
                  <a:lnTo>
                    <a:pt x="38" y="1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1" name="Freeform 460"/>
            <p:cNvSpPr>
              <a:spLocks/>
            </p:cNvSpPr>
            <p:nvPr/>
          </p:nvSpPr>
          <p:spPr bwMode="auto">
            <a:xfrm>
              <a:off x="5686595" y="4007805"/>
              <a:ext cx="126887" cy="200483"/>
            </a:xfrm>
            <a:custGeom>
              <a:avLst/>
              <a:gdLst>
                <a:gd name="T0" fmla="*/ 35 w 50"/>
                <a:gd name="T1" fmla="*/ 1 h 79"/>
                <a:gd name="T2" fmla="*/ 37 w 50"/>
                <a:gd name="T3" fmla="*/ 5 h 79"/>
                <a:gd name="T4" fmla="*/ 39 w 50"/>
                <a:gd name="T5" fmla="*/ 9 h 79"/>
                <a:gd name="T6" fmla="*/ 43 w 50"/>
                <a:gd name="T7" fmla="*/ 12 h 79"/>
                <a:gd name="T8" fmla="*/ 43 w 50"/>
                <a:gd name="T9" fmla="*/ 20 h 79"/>
                <a:gd name="T10" fmla="*/ 45 w 50"/>
                <a:gd name="T11" fmla="*/ 21 h 79"/>
                <a:gd name="T12" fmla="*/ 45 w 50"/>
                <a:gd name="T13" fmla="*/ 28 h 79"/>
                <a:gd name="T14" fmla="*/ 46 w 50"/>
                <a:gd name="T15" fmla="*/ 30 h 79"/>
                <a:gd name="T16" fmla="*/ 45 w 50"/>
                <a:gd name="T17" fmla="*/ 33 h 79"/>
                <a:gd name="T18" fmla="*/ 46 w 50"/>
                <a:gd name="T19" fmla="*/ 40 h 79"/>
                <a:gd name="T20" fmla="*/ 46 w 50"/>
                <a:gd name="T21" fmla="*/ 47 h 79"/>
                <a:gd name="T22" fmla="*/ 45 w 50"/>
                <a:gd name="T23" fmla="*/ 51 h 79"/>
                <a:gd name="T24" fmla="*/ 46 w 50"/>
                <a:gd name="T25" fmla="*/ 58 h 79"/>
                <a:gd name="T26" fmla="*/ 47 w 50"/>
                <a:gd name="T27" fmla="*/ 62 h 79"/>
                <a:gd name="T28" fmla="*/ 50 w 50"/>
                <a:gd name="T29" fmla="*/ 65 h 79"/>
                <a:gd name="T30" fmla="*/ 38 w 50"/>
                <a:gd name="T31" fmla="*/ 69 h 79"/>
                <a:gd name="T32" fmla="*/ 25 w 50"/>
                <a:gd name="T33" fmla="*/ 74 h 79"/>
                <a:gd name="T34" fmla="*/ 10 w 50"/>
                <a:gd name="T35" fmla="*/ 78 h 79"/>
                <a:gd name="T36" fmla="*/ 3 w 50"/>
                <a:gd name="T37" fmla="*/ 75 h 79"/>
                <a:gd name="T38" fmla="*/ 5 w 50"/>
                <a:gd name="T39" fmla="*/ 74 h 79"/>
                <a:gd name="T40" fmla="*/ 8 w 50"/>
                <a:gd name="T41" fmla="*/ 70 h 79"/>
                <a:gd name="T42" fmla="*/ 4 w 50"/>
                <a:gd name="T43" fmla="*/ 67 h 79"/>
                <a:gd name="T44" fmla="*/ 1 w 50"/>
                <a:gd name="T45" fmla="*/ 61 h 79"/>
                <a:gd name="T46" fmla="*/ 0 w 50"/>
                <a:gd name="T47" fmla="*/ 58 h 79"/>
                <a:gd name="T48" fmla="*/ 1 w 50"/>
                <a:gd name="T49" fmla="*/ 51 h 79"/>
                <a:gd name="T50" fmla="*/ 3 w 50"/>
                <a:gd name="T51" fmla="*/ 47 h 79"/>
                <a:gd name="T52" fmla="*/ 4 w 50"/>
                <a:gd name="T53" fmla="*/ 44 h 79"/>
                <a:gd name="T54" fmla="*/ 9 w 50"/>
                <a:gd name="T55" fmla="*/ 37 h 79"/>
                <a:gd name="T56" fmla="*/ 10 w 50"/>
                <a:gd name="T57" fmla="*/ 32 h 79"/>
                <a:gd name="T58" fmla="*/ 8 w 50"/>
                <a:gd name="T59" fmla="*/ 26 h 79"/>
                <a:gd name="T60" fmla="*/ 6 w 50"/>
                <a:gd name="T61" fmla="*/ 22 h 79"/>
                <a:gd name="T62" fmla="*/ 8 w 50"/>
                <a:gd name="T63" fmla="*/ 15 h 79"/>
                <a:gd name="T64" fmla="*/ 5 w 50"/>
                <a:gd name="T65" fmla="*/ 9 h 79"/>
                <a:gd name="T66" fmla="*/ 4 w 50"/>
                <a:gd name="T67" fmla="*/ 3 h 79"/>
                <a:gd name="T68" fmla="*/ 17 w 50"/>
                <a:gd name="T69" fmla="*/ 3 h 79"/>
                <a:gd name="T70" fmla="*/ 25 w 50"/>
                <a:gd name="T71" fmla="*/ 3 h 79"/>
                <a:gd name="T72" fmla="*/ 31 w 50"/>
                <a:gd name="T73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0" h="79">
                  <a:moveTo>
                    <a:pt x="34" y="0"/>
                  </a:moveTo>
                  <a:lnTo>
                    <a:pt x="35" y="1"/>
                  </a:lnTo>
                  <a:lnTo>
                    <a:pt x="37" y="4"/>
                  </a:lnTo>
                  <a:lnTo>
                    <a:pt x="37" y="5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41" y="11"/>
                  </a:lnTo>
                  <a:lnTo>
                    <a:pt x="43" y="12"/>
                  </a:lnTo>
                  <a:lnTo>
                    <a:pt x="43" y="16"/>
                  </a:lnTo>
                  <a:lnTo>
                    <a:pt x="43" y="20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5"/>
                  </a:lnTo>
                  <a:lnTo>
                    <a:pt x="45" y="28"/>
                  </a:lnTo>
                  <a:lnTo>
                    <a:pt x="45" y="29"/>
                  </a:lnTo>
                  <a:lnTo>
                    <a:pt x="46" y="30"/>
                  </a:lnTo>
                  <a:lnTo>
                    <a:pt x="46" y="32"/>
                  </a:lnTo>
                  <a:lnTo>
                    <a:pt x="45" y="33"/>
                  </a:lnTo>
                  <a:lnTo>
                    <a:pt x="46" y="36"/>
                  </a:lnTo>
                  <a:lnTo>
                    <a:pt x="46" y="40"/>
                  </a:lnTo>
                  <a:lnTo>
                    <a:pt x="46" y="41"/>
                  </a:lnTo>
                  <a:lnTo>
                    <a:pt x="46" y="47"/>
                  </a:lnTo>
                  <a:lnTo>
                    <a:pt x="46" y="50"/>
                  </a:lnTo>
                  <a:lnTo>
                    <a:pt x="45" y="51"/>
                  </a:lnTo>
                  <a:lnTo>
                    <a:pt x="45" y="55"/>
                  </a:lnTo>
                  <a:lnTo>
                    <a:pt x="46" y="58"/>
                  </a:lnTo>
                  <a:lnTo>
                    <a:pt x="46" y="61"/>
                  </a:lnTo>
                  <a:lnTo>
                    <a:pt x="47" y="62"/>
                  </a:lnTo>
                  <a:lnTo>
                    <a:pt x="49" y="63"/>
                  </a:lnTo>
                  <a:lnTo>
                    <a:pt x="50" y="65"/>
                  </a:lnTo>
                  <a:lnTo>
                    <a:pt x="43" y="66"/>
                  </a:lnTo>
                  <a:lnTo>
                    <a:pt x="38" y="69"/>
                  </a:lnTo>
                  <a:lnTo>
                    <a:pt x="31" y="74"/>
                  </a:lnTo>
                  <a:lnTo>
                    <a:pt x="25" y="74"/>
                  </a:lnTo>
                  <a:lnTo>
                    <a:pt x="14" y="79"/>
                  </a:lnTo>
                  <a:lnTo>
                    <a:pt x="10" y="78"/>
                  </a:lnTo>
                  <a:lnTo>
                    <a:pt x="4" y="76"/>
                  </a:lnTo>
                  <a:lnTo>
                    <a:pt x="3" y="75"/>
                  </a:lnTo>
                  <a:lnTo>
                    <a:pt x="4" y="74"/>
                  </a:lnTo>
                  <a:lnTo>
                    <a:pt x="5" y="74"/>
                  </a:lnTo>
                  <a:lnTo>
                    <a:pt x="8" y="74"/>
                  </a:lnTo>
                  <a:lnTo>
                    <a:pt x="8" y="70"/>
                  </a:lnTo>
                  <a:lnTo>
                    <a:pt x="6" y="69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1" y="61"/>
                  </a:lnTo>
                  <a:lnTo>
                    <a:pt x="0" y="59"/>
                  </a:lnTo>
                  <a:lnTo>
                    <a:pt x="0" y="58"/>
                  </a:lnTo>
                  <a:lnTo>
                    <a:pt x="1" y="57"/>
                  </a:lnTo>
                  <a:lnTo>
                    <a:pt x="1" y="51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6" y="38"/>
                  </a:lnTo>
                  <a:lnTo>
                    <a:pt x="9" y="37"/>
                  </a:lnTo>
                  <a:lnTo>
                    <a:pt x="9" y="34"/>
                  </a:lnTo>
                  <a:lnTo>
                    <a:pt x="10" y="32"/>
                  </a:lnTo>
                  <a:lnTo>
                    <a:pt x="9" y="28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6" y="22"/>
                  </a:lnTo>
                  <a:lnTo>
                    <a:pt x="8" y="19"/>
                  </a:lnTo>
                  <a:lnTo>
                    <a:pt x="8" y="15"/>
                  </a:lnTo>
                  <a:lnTo>
                    <a:pt x="6" y="11"/>
                  </a:lnTo>
                  <a:lnTo>
                    <a:pt x="5" y="9"/>
                  </a:lnTo>
                  <a:lnTo>
                    <a:pt x="4" y="5"/>
                  </a:lnTo>
                  <a:lnTo>
                    <a:pt x="4" y="3"/>
                  </a:lnTo>
                  <a:lnTo>
                    <a:pt x="9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25" y="3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2" name="Freeform 461"/>
            <p:cNvSpPr>
              <a:spLocks/>
            </p:cNvSpPr>
            <p:nvPr/>
          </p:nvSpPr>
          <p:spPr bwMode="auto">
            <a:xfrm>
              <a:off x="5775415" y="4007805"/>
              <a:ext cx="60906" cy="164954"/>
            </a:xfrm>
            <a:custGeom>
              <a:avLst/>
              <a:gdLst>
                <a:gd name="T0" fmla="*/ 2 w 24"/>
                <a:gd name="T1" fmla="*/ 0 h 65"/>
                <a:gd name="T2" fmla="*/ 14 w 24"/>
                <a:gd name="T3" fmla="*/ 4 h 65"/>
                <a:gd name="T4" fmla="*/ 12 w 24"/>
                <a:gd name="T5" fmla="*/ 5 h 65"/>
                <a:gd name="T6" fmla="*/ 14 w 24"/>
                <a:gd name="T7" fmla="*/ 9 h 65"/>
                <a:gd name="T8" fmla="*/ 16 w 24"/>
                <a:gd name="T9" fmla="*/ 11 h 65"/>
                <a:gd name="T10" fmla="*/ 18 w 24"/>
                <a:gd name="T11" fmla="*/ 12 h 65"/>
                <a:gd name="T12" fmla="*/ 19 w 24"/>
                <a:gd name="T13" fmla="*/ 13 h 65"/>
                <a:gd name="T14" fmla="*/ 22 w 24"/>
                <a:gd name="T15" fmla="*/ 19 h 65"/>
                <a:gd name="T16" fmla="*/ 23 w 24"/>
                <a:gd name="T17" fmla="*/ 24 h 65"/>
                <a:gd name="T18" fmla="*/ 23 w 24"/>
                <a:gd name="T19" fmla="*/ 28 h 65"/>
                <a:gd name="T20" fmla="*/ 23 w 24"/>
                <a:gd name="T21" fmla="*/ 29 h 65"/>
                <a:gd name="T22" fmla="*/ 23 w 24"/>
                <a:gd name="T23" fmla="*/ 32 h 65"/>
                <a:gd name="T24" fmla="*/ 22 w 24"/>
                <a:gd name="T25" fmla="*/ 33 h 65"/>
                <a:gd name="T26" fmla="*/ 22 w 24"/>
                <a:gd name="T27" fmla="*/ 36 h 65"/>
                <a:gd name="T28" fmla="*/ 22 w 24"/>
                <a:gd name="T29" fmla="*/ 50 h 65"/>
                <a:gd name="T30" fmla="*/ 23 w 24"/>
                <a:gd name="T31" fmla="*/ 53 h 65"/>
                <a:gd name="T32" fmla="*/ 23 w 24"/>
                <a:gd name="T33" fmla="*/ 55 h 65"/>
                <a:gd name="T34" fmla="*/ 24 w 24"/>
                <a:gd name="T35" fmla="*/ 59 h 65"/>
                <a:gd name="T36" fmla="*/ 24 w 24"/>
                <a:gd name="T37" fmla="*/ 61 h 65"/>
                <a:gd name="T38" fmla="*/ 23 w 24"/>
                <a:gd name="T39" fmla="*/ 61 h 65"/>
                <a:gd name="T40" fmla="*/ 16 w 24"/>
                <a:gd name="T41" fmla="*/ 65 h 65"/>
                <a:gd name="T42" fmla="*/ 15 w 24"/>
                <a:gd name="T43" fmla="*/ 65 h 65"/>
                <a:gd name="T44" fmla="*/ 14 w 24"/>
                <a:gd name="T45" fmla="*/ 63 h 65"/>
                <a:gd name="T46" fmla="*/ 12 w 24"/>
                <a:gd name="T47" fmla="*/ 62 h 65"/>
                <a:gd name="T48" fmla="*/ 11 w 24"/>
                <a:gd name="T49" fmla="*/ 61 h 65"/>
                <a:gd name="T50" fmla="*/ 11 w 24"/>
                <a:gd name="T51" fmla="*/ 58 h 65"/>
                <a:gd name="T52" fmla="*/ 10 w 24"/>
                <a:gd name="T53" fmla="*/ 55 h 65"/>
                <a:gd name="T54" fmla="*/ 10 w 24"/>
                <a:gd name="T55" fmla="*/ 51 h 65"/>
                <a:gd name="T56" fmla="*/ 11 w 24"/>
                <a:gd name="T57" fmla="*/ 50 h 65"/>
                <a:gd name="T58" fmla="*/ 11 w 24"/>
                <a:gd name="T59" fmla="*/ 47 h 65"/>
                <a:gd name="T60" fmla="*/ 11 w 24"/>
                <a:gd name="T61" fmla="*/ 41 h 65"/>
                <a:gd name="T62" fmla="*/ 11 w 24"/>
                <a:gd name="T63" fmla="*/ 40 h 65"/>
                <a:gd name="T64" fmla="*/ 11 w 24"/>
                <a:gd name="T65" fmla="*/ 36 h 65"/>
                <a:gd name="T66" fmla="*/ 10 w 24"/>
                <a:gd name="T67" fmla="*/ 33 h 65"/>
                <a:gd name="T68" fmla="*/ 11 w 24"/>
                <a:gd name="T69" fmla="*/ 32 h 65"/>
                <a:gd name="T70" fmla="*/ 11 w 24"/>
                <a:gd name="T71" fmla="*/ 30 h 65"/>
                <a:gd name="T72" fmla="*/ 10 w 24"/>
                <a:gd name="T73" fmla="*/ 29 h 65"/>
                <a:gd name="T74" fmla="*/ 10 w 24"/>
                <a:gd name="T75" fmla="*/ 28 h 65"/>
                <a:gd name="T76" fmla="*/ 11 w 24"/>
                <a:gd name="T77" fmla="*/ 25 h 65"/>
                <a:gd name="T78" fmla="*/ 10 w 24"/>
                <a:gd name="T79" fmla="*/ 21 h 65"/>
                <a:gd name="T80" fmla="*/ 10 w 24"/>
                <a:gd name="T81" fmla="*/ 21 h 65"/>
                <a:gd name="T82" fmla="*/ 8 w 24"/>
                <a:gd name="T83" fmla="*/ 20 h 65"/>
                <a:gd name="T84" fmla="*/ 8 w 24"/>
                <a:gd name="T85" fmla="*/ 16 h 65"/>
                <a:gd name="T86" fmla="*/ 8 w 24"/>
                <a:gd name="T87" fmla="*/ 12 h 65"/>
                <a:gd name="T88" fmla="*/ 6 w 24"/>
                <a:gd name="T89" fmla="*/ 11 h 65"/>
                <a:gd name="T90" fmla="*/ 4 w 24"/>
                <a:gd name="T91" fmla="*/ 9 h 65"/>
                <a:gd name="T92" fmla="*/ 3 w 24"/>
                <a:gd name="T93" fmla="*/ 7 h 65"/>
                <a:gd name="T94" fmla="*/ 2 w 24"/>
                <a:gd name="T95" fmla="*/ 5 h 65"/>
                <a:gd name="T96" fmla="*/ 2 w 24"/>
                <a:gd name="T97" fmla="*/ 4 h 65"/>
                <a:gd name="T98" fmla="*/ 0 w 24"/>
                <a:gd name="T99" fmla="*/ 1 h 65"/>
                <a:gd name="T100" fmla="*/ 2 w 24"/>
                <a:gd name="T10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" h="65">
                  <a:moveTo>
                    <a:pt x="2" y="0"/>
                  </a:moveTo>
                  <a:lnTo>
                    <a:pt x="14" y="4"/>
                  </a:lnTo>
                  <a:lnTo>
                    <a:pt x="12" y="5"/>
                  </a:lnTo>
                  <a:lnTo>
                    <a:pt x="14" y="9"/>
                  </a:lnTo>
                  <a:lnTo>
                    <a:pt x="16" y="11"/>
                  </a:lnTo>
                  <a:lnTo>
                    <a:pt x="18" y="12"/>
                  </a:lnTo>
                  <a:lnTo>
                    <a:pt x="19" y="13"/>
                  </a:lnTo>
                  <a:lnTo>
                    <a:pt x="22" y="19"/>
                  </a:lnTo>
                  <a:lnTo>
                    <a:pt x="23" y="24"/>
                  </a:lnTo>
                  <a:lnTo>
                    <a:pt x="23" y="28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3"/>
                  </a:lnTo>
                  <a:lnTo>
                    <a:pt x="22" y="36"/>
                  </a:lnTo>
                  <a:lnTo>
                    <a:pt x="22" y="50"/>
                  </a:lnTo>
                  <a:lnTo>
                    <a:pt x="23" y="53"/>
                  </a:lnTo>
                  <a:lnTo>
                    <a:pt x="23" y="55"/>
                  </a:lnTo>
                  <a:lnTo>
                    <a:pt x="24" y="59"/>
                  </a:lnTo>
                  <a:lnTo>
                    <a:pt x="24" y="61"/>
                  </a:lnTo>
                  <a:lnTo>
                    <a:pt x="23" y="61"/>
                  </a:lnTo>
                  <a:lnTo>
                    <a:pt x="16" y="65"/>
                  </a:lnTo>
                  <a:lnTo>
                    <a:pt x="15" y="65"/>
                  </a:lnTo>
                  <a:lnTo>
                    <a:pt x="14" y="63"/>
                  </a:lnTo>
                  <a:lnTo>
                    <a:pt x="12" y="62"/>
                  </a:lnTo>
                  <a:lnTo>
                    <a:pt x="11" y="61"/>
                  </a:lnTo>
                  <a:lnTo>
                    <a:pt x="11" y="58"/>
                  </a:lnTo>
                  <a:lnTo>
                    <a:pt x="10" y="55"/>
                  </a:lnTo>
                  <a:lnTo>
                    <a:pt x="10" y="51"/>
                  </a:lnTo>
                  <a:lnTo>
                    <a:pt x="11" y="50"/>
                  </a:lnTo>
                  <a:lnTo>
                    <a:pt x="11" y="47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1" y="36"/>
                  </a:lnTo>
                  <a:lnTo>
                    <a:pt x="10" y="33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11" y="25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6" y="11"/>
                  </a:lnTo>
                  <a:lnTo>
                    <a:pt x="4" y="9"/>
                  </a:lnTo>
                  <a:lnTo>
                    <a:pt x="3" y="7"/>
                  </a:lnTo>
                  <a:lnTo>
                    <a:pt x="2" y="5"/>
                  </a:lnTo>
                  <a:lnTo>
                    <a:pt x="2" y="4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3" name="Freeform 462"/>
            <p:cNvSpPr>
              <a:spLocks/>
            </p:cNvSpPr>
            <p:nvPr/>
          </p:nvSpPr>
          <p:spPr bwMode="auto">
            <a:xfrm>
              <a:off x="5805868" y="3967201"/>
              <a:ext cx="96434" cy="197944"/>
            </a:xfrm>
            <a:custGeom>
              <a:avLst/>
              <a:gdLst>
                <a:gd name="T0" fmla="*/ 27 w 38"/>
                <a:gd name="T1" fmla="*/ 3 h 78"/>
                <a:gd name="T2" fmla="*/ 31 w 38"/>
                <a:gd name="T3" fmla="*/ 7 h 78"/>
                <a:gd name="T4" fmla="*/ 33 w 38"/>
                <a:gd name="T5" fmla="*/ 11 h 78"/>
                <a:gd name="T6" fmla="*/ 33 w 38"/>
                <a:gd name="T7" fmla="*/ 15 h 78"/>
                <a:gd name="T8" fmla="*/ 37 w 38"/>
                <a:gd name="T9" fmla="*/ 20 h 78"/>
                <a:gd name="T10" fmla="*/ 37 w 38"/>
                <a:gd name="T11" fmla="*/ 25 h 78"/>
                <a:gd name="T12" fmla="*/ 35 w 38"/>
                <a:gd name="T13" fmla="*/ 28 h 78"/>
                <a:gd name="T14" fmla="*/ 36 w 38"/>
                <a:gd name="T15" fmla="*/ 31 h 78"/>
                <a:gd name="T16" fmla="*/ 35 w 38"/>
                <a:gd name="T17" fmla="*/ 32 h 78"/>
                <a:gd name="T18" fmla="*/ 32 w 38"/>
                <a:gd name="T19" fmla="*/ 36 h 78"/>
                <a:gd name="T20" fmla="*/ 29 w 38"/>
                <a:gd name="T21" fmla="*/ 41 h 78"/>
                <a:gd name="T22" fmla="*/ 27 w 38"/>
                <a:gd name="T23" fmla="*/ 41 h 78"/>
                <a:gd name="T24" fmla="*/ 24 w 38"/>
                <a:gd name="T25" fmla="*/ 44 h 78"/>
                <a:gd name="T26" fmla="*/ 24 w 38"/>
                <a:gd name="T27" fmla="*/ 48 h 78"/>
                <a:gd name="T28" fmla="*/ 24 w 38"/>
                <a:gd name="T29" fmla="*/ 52 h 78"/>
                <a:gd name="T30" fmla="*/ 24 w 38"/>
                <a:gd name="T31" fmla="*/ 54 h 78"/>
                <a:gd name="T32" fmla="*/ 24 w 38"/>
                <a:gd name="T33" fmla="*/ 56 h 78"/>
                <a:gd name="T34" fmla="*/ 24 w 38"/>
                <a:gd name="T35" fmla="*/ 63 h 78"/>
                <a:gd name="T36" fmla="*/ 24 w 38"/>
                <a:gd name="T37" fmla="*/ 66 h 78"/>
                <a:gd name="T38" fmla="*/ 24 w 38"/>
                <a:gd name="T39" fmla="*/ 75 h 78"/>
                <a:gd name="T40" fmla="*/ 16 w 38"/>
                <a:gd name="T41" fmla="*/ 78 h 78"/>
                <a:gd name="T42" fmla="*/ 12 w 38"/>
                <a:gd name="T43" fmla="*/ 75 h 78"/>
                <a:gd name="T44" fmla="*/ 11 w 38"/>
                <a:gd name="T45" fmla="*/ 69 h 78"/>
                <a:gd name="T46" fmla="*/ 10 w 38"/>
                <a:gd name="T47" fmla="*/ 52 h 78"/>
                <a:gd name="T48" fmla="*/ 11 w 38"/>
                <a:gd name="T49" fmla="*/ 48 h 78"/>
                <a:gd name="T50" fmla="*/ 11 w 38"/>
                <a:gd name="T51" fmla="*/ 44 h 78"/>
                <a:gd name="T52" fmla="*/ 10 w 38"/>
                <a:gd name="T53" fmla="*/ 35 h 78"/>
                <a:gd name="T54" fmla="*/ 6 w 38"/>
                <a:gd name="T55" fmla="*/ 28 h 78"/>
                <a:gd name="T56" fmla="*/ 2 w 38"/>
                <a:gd name="T57" fmla="*/ 25 h 78"/>
                <a:gd name="T58" fmla="*/ 2 w 38"/>
                <a:gd name="T59" fmla="*/ 19 h 78"/>
                <a:gd name="T60" fmla="*/ 4 w 38"/>
                <a:gd name="T61" fmla="*/ 16 h 78"/>
                <a:gd name="T62" fmla="*/ 6 w 38"/>
                <a:gd name="T63" fmla="*/ 12 h 78"/>
                <a:gd name="T64" fmla="*/ 10 w 38"/>
                <a:gd name="T65" fmla="*/ 11 h 78"/>
                <a:gd name="T66" fmla="*/ 16 w 38"/>
                <a:gd name="T67" fmla="*/ 10 h 78"/>
                <a:gd name="T68" fmla="*/ 19 w 38"/>
                <a:gd name="T69" fmla="*/ 4 h 78"/>
                <a:gd name="T70" fmla="*/ 21 w 38"/>
                <a:gd name="T71" fmla="*/ 3 h 78"/>
                <a:gd name="T72" fmla="*/ 23 w 38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78">
                  <a:moveTo>
                    <a:pt x="23" y="0"/>
                  </a:moveTo>
                  <a:lnTo>
                    <a:pt x="27" y="3"/>
                  </a:lnTo>
                  <a:lnTo>
                    <a:pt x="28" y="6"/>
                  </a:lnTo>
                  <a:lnTo>
                    <a:pt x="31" y="7"/>
                  </a:lnTo>
                  <a:lnTo>
                    <a:pt x="33" y="10"/>
                  </a:lnTo>
                  <a:lnTo>
                    <a:pt x="33" y="11"/>
                  </a:lnTo>
                  <a:lnTo>
                    <a:pt x="33" y="12"/>
                  </a:lnTo>
                  <a:lnTo>
                    <a:pt x="33" y="15"/>
                  </a:lnTo>
                  <a:lnTo>
                    <a:pt x="37" y="17"/>
                  </a:lnTo>
                  <a:lnTo>
                    <a:pt x="37" y="20"/>
                  </a:lnTo>
                  <a:lnTo>
                    <a:pt x="38" y="24"/>
                  </a:lnTo>
                  <a:lnTo>
                    <a:pt x="37" y="25"/>
                  </a:lnTo>
                  <a:lnTo>
                    <a:pt x="35" y="25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6" y="31"/>
                  </a:lnTo>
                  <a:lnTo>
                    <a:pt x="36" y="32"/>
                  </a:lnTo>
                  <a:lnTo>
                    <a:pt x="35" y="32"/>
                  </a:lnTo>
                  <a:lnTo>
                    <a:pt x="32" y="33"/>
                  </a:lnTo>
                  <a:lnTo>
                    <a:pt x="32" y="36"/>
                  </a:lnTo>
                  <a:lnTo>
                    <a:pt x="31" y="38"/>
                  </a:lnTo>
                  <a:lnTo>
                    <a:pt x="29" y="41"/>
                  </a:lnTo>
                  <a:lnTo>
                    <a:pt x="28" y="41"/>
                  </a:lnTo>
                  <a:lnTo>
                    <a:pt x="27" y="41"/>
                  </a:lnTo>
                  <a:lnTo>
                    <a:pt x="25" y="42"/>
                  </a:lnTo>
                  <a:lnTo>
                    <a:pt x="24" y="44"/>
                  </a:lnTo>
                  <a:lnTo>
                    <a:pt x="24" y="46"/>
                  </a:lnTo>
                  <a:lnTo>
                    <a:pt x="24" y="48"/>
                  </a:lnTo>
                  <a:lnTo>
                    <a:pt x="24" y="50"/>
                  </a:lnTo>
                  <a:lnTo>
                    <a:pt x="24" y="52"/>
                  </a:lnTo>
                  <a:lnTo>
                    <a:pt x="24" y="53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24" y="56"/>
                  </a:lnTo>
                  <a:lnTo>
                    <a:pt x="24" y="58"/>
                  </a:lnTo>
                  <a:lnTo>
                    <a:pt x="24" y="63"/>
                  </a:lnTo>
                  <a:lnTo>
                    <a:pt x="24" y="65"/>
                  </a:lnTo>
                  <a:lnTo>
                    <a:pt x="24" y="66"/>
                  </a:lnTo>
                  <a:lnTo>
                    <a:pt x="24" y="73"/>
                  </a:lnTo>
                  <a:lnTo>
                    <a:pt x="24" y="75"/>
                  </a:lnTo>
                  <a:lnTo>
                    <a:pt x="24" y="75"/>
                  </a:lnTo>
                  <a:lnTo>
                    <a:pt x="16" y="78"/>
                  </a:lnTo>
                  <a:lnTo>
                    <a:pt x="12" y="77"/>
                  </a:lnTo>
                  <a:lnTo>
                    <a:pt x="12" y="75"/>
                  </a:lnTo>
                  <a:lnTo>
                    <a:pt x="11" y="71"/>
                  </a:lnTo>
                  <a:lnTo>
                    <a:pt x="11" y="69"/>
                  </a:lnTo>
                  <a:lnTo>
                    <a:pt x="10" y="66"/>
                  </a:lnTo>
                  <a:lnTo>
                    <a:pt x="10" y="52"/>
                  </a:lnTo>
                  <a:lnTo>
                    <a:pt x="10" y="49"/>
                  </a:lnTo>
                  <a:lnTo>
                    <a:pt x="11" y="48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11" y="40"/>
                  </a:lnTo>
                  <a:lnTo>
                    <a:pt x="10" y="35"/>
                  </a:lnTo>
                  <a:lnTo>
                    <a:pt x="7" y="29"/>
                  </a:lnTo>
                  <a:lnTo>
                    <a:pt x="6" y="28"/>
                  </a:lnTo>
                  <a:lnTo>
                    <a:pt x="4" y="27"/>
                  </a:lnTo>
                  <a:lnTo>
                    <a:pt x="2" y="25"/>
                  </a:lnTo>
                  <a:lnTo>
                    <a:pt x="0" y="21"/>
                  </a:lnTo>
                  <a:lnTo>
                    <a:pt x="2" y="19"/>
                  </a:lnTo>
                  <a:lnTo>
                    <a:pt x="6" y="17"/>
                  </a:lnTo>
                  <a:lnTo>
                    <a:pt x="4" y="16"/>
                  </a:lnTo>
                  <a:lnTo>
                    <a:pt x="7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3" y="10"/>
                  </a:lnTo>
                  <a:lnTo>
                    <a:pt x="16" y="10"/>
                  </a:lnTo>
                  <a:lnTo>
                    <a:pt x="19" y="7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1" y="3"/>
                  </a:lnTo>
                  <a:lnTo>
                    <a:pt x="21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4" name="Freeform 463"/>
            <p:cNvSpPr>
              <a:spLocks noEditPoints="1"/>
            </p:cNvSpPr>
            <p:nvPr/>
          </p:nvSpPr>
          <p:spPr bwMode="auto">
            <a:xfrm>
              <a:off x="6138313" y="3627143"/>
              <a:ext cx="350209" cy="499936"/>
            </a:xfrm>
            <a:custGeom>
              <a:avLst/>
              <a:gdLst>
                <a:gd name="T0" fmla="*/ 1 w 138"/>
                <a:gd name="T1" fmla="*/ 130 h 197"/>
                <a:gd name="T2" fmla="*/ 42 w 138"/>
                <a:gd name="T3" fmla="*/ 0 h 197"/>
                <a:gd name="T4" fmla="*/ 137 w 138"/>
                <a:gd name="T5" fmla="*/ 96 h 197"/>
                <a:gd name="T6" fmla="*/ 130 w 138"/>
                <a:gd name="T7" fmla="*/ 97 h 197"/>
                <a:gd name="T8" fmla="*/ 129 w 138"/>
                <a:gd name="T9" fmla="*/ 103 h 197"/>
                <a:gd name="T10" fmla="*/ 122 w 138"/>
                <a:gd name="T11" fmla="*/ 111 h 197"/>
                <a:gd name="T12" fmla="*/ 122 w 138"/>
                <a:gd name="T13" fmla="*/ 116 h 197"/>
                <a:gd name="T14" fmla="*/ 117 w 138"/>
                <a:gd name="T15" fmla="*/ 121 h 197"/>
                <a:gd name="T16" fmla="*/ 118 w 138"/>
                <a:gd name="T17" fmla="*/ 128 h 197"/>
                <a:gd name="T18" fmla="*/ 117 w 138"/>
                <a:gd name="T19" fmla="*/ 136 h 197"/>
                <a:gd name="T20" fmla="*/ 121 w 138"/>
                <a:gd name="T21" fmla="*/ 136 h 197"/>
                <a:gd name="T22" fmla="*/ 119 w 138"/>
                <a:gd name="T23" fmla="*/ 138 h 197"/>
                <a:gd name="T24" fmla="*/ 122 w 138"/>
                <a:gd name="T25" fmla="*/ 146 h 197"/>
                <a:gd name="T26" fmla="*/ 126 w 138"/>
                <a:gd name="T27" fmla="*/ 151 h 197"/>
                <a:gd name="T28" fmla="*/ 122 w 138"/>
                <a:gd name="T29" fmla="*/ 155 h 197"/>
                <a:gd name="T30" fmla="*/ 116 w 138"/>
                <a:gd name="T31" fmla="*/ 155 h 197"/>
                <a:gd name="T32" fmla="*/ 113 w 138"/>
                <a:gd name="T33" fmla="*/ 161 h 197"/>
                <a:gd name="T34" fmla="*/ 108 w 138"/>
                <a:gd name="T35" fmla="*/ 165 h 197"/>
                <a:gd name="T36" fmla="*/ 105 w 138"/>
                <a:gd name="T37" fmla="*/ 169 h 197"/>
                <a:gd name="T38" fmla="*/ 104 w 138"/>
                <a:gd name="T39" fmla="*/ 172 h 197"/>
                <a:gd name="T40" fmla="*/ 98 w 138"/>
                <a:gd name="T41" fmla="*/ 178 h 197"/>
                <a:gd name="T42" fmla="*/ 88 w 138"/>
                <a:gd name="T43" fmla="*/ 178 h 197"/>
                <a:gd name="T44" fmla="*/ 81 w 138"/>
                <a:gd name="T45" fmla="*/ 178 h 197"/>
                <a:gd name="T46" fmla="*/ 81 w 138"/>
                <a:gd name="T47" fmla="*/ 183 h 197"/>
                <a:gd name="T48" fmla="*/ 80 w 138"/>
                <a:gd name="T49" fmla="*/ 187 h 197"/>
                <a:gd name="T50" fmla="*/ 68 w 138"/>
                <a:gd name="T51" fmla="*/ 190 h 197"/>
                <a:gd name="T52" fmla="*/ 59 w 138"/>
                <a:gd name="T53" fmla="*/ 196 h 197"/>
                <a:gd name="T54" fmla="*/ 55 w 138"/>
                <a:gd name="T55" fmla="*/ 192 h 197"/>
                <a:gd name="T56" fmla="*/ 52 w 138"/>
                <a:gd name="T57" fmla="*/ 195 h 197"/>
                <a:gd name="T58" fmla="*/ 46 w 138"/>
                <a:gd name="T59" fmla="*/ 197 h 197"/>
                <a:gd name="T60" fmla="*/ 42 w 138"/>
                <a:gd name="T61" fmla="*/ 194 h 197"/>
                <a:gd name="T62" fmla="*/ 38 w 138"/>
                <a:gd name="T63" fmla="*/ 186 h 197"/>
                <a:gd name="T64" fmla="*/ 27 w 138"/>
                <a:gd name="T65" fmla="*/ 176 h 197"/>
                <a:gd name="T66" fmla="*/ 23 w 138"/>
                <a:gd name="T67" fmla="*/ 172 h 197"/>
                <a:gd name="T68" fmla="*/ 25 w 138"/>
                <a:gd name="T69" fmla="*/ 169 h 197"/>
                <a:gd name="T70" fmla="*/ 29 w 138"/>
                <a:gd name="T71" fmla="*/ 166 h 197"/>
                <a:gd name="T72" fmla="*/ 33 w 138"/>
                <a:gd name="T73" fmla="*/ 167 h 197"/>
                <a:gd name="T74" fmla="*/ 39 w 138"/>
                <a:gd name="T75" fmla="*/ 167 h 197"/>
                <a:gd name="T76" fmla="*/ 40 w 138"/>
                <a:gd name="T77" fmla="*/ 166 h 197"/>
                <a:gd name="T78" fmla="*/ 35 w 138"/>
                <a:gd name="T79" fmla="*/ 161 h 197"/>
                <a:gd name="T80" fmla="*/ 34 w 138"/>
                <a:gd name="T81" fmla="*/ 154 h 197"/>
                <a:gd name="T82" fmla="*/ 34 w 138"/>
                <a:gd name="T83" fmla="*/ 147 h 197"/>
                <a:gd name="T84" fmla="*/ 33 w 138"/>
                <a:gd name="T85" fmla="*/ 142 h 197"/>
                <a:gd name="T86" fmla="*/ 31 w 138"/>
                <a:gd name="T87" fmla="*/ 136 h 197"/>
                <a:gd name="T88" fmla="*/ 22 w 138"/>
                <a:gd name="T89" fmla="*/ 130 h 197"/>
                <a:gd name="T90" fmla="*/ 15 w 138"/>
                <a:gd name="T91" fmla="*/ 122 h 197"/>
                <a:gd name="T92" fmla="*/ 17 w 138"/>
                <a:gd name="T93" fmla="*/ 105 h 197"/>
                <a:gd name="T94" fmla="*/ 38 w 138"/>
                <a:gd name="T95" fmla="*/ 84 h 197"/>
                <a:gd name="T96" fmla="*/ 43 w 138"/>
                <a:gd name="T97" fmla="*/ 42 h 197"/>
                <a:gd name="T98" fmla="*/ 35 w 138"/>
                <a:gd name="T99" fmla="*/ 28 h 197"/>
                <a:gd name="T100" fmla="*/ 29 w 138"/>
                <a:gd name="T101" fmla="*/ 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8" h="197">
                  <a:moveTo>
                    <a:pt x="4" y="128"/>
                  </a:moveTo>
                  <a:lnTo>
                    <a:pt x="4" y="130"/>
                  </a:lnTo>
                  <a:lnTo>
                    <a:pt x="1" y="130"/>
                  </a:lnTo>
                  <a:lnTo>
                    <a:pt x="0" y="129"/>
                  </a:lnTo>
                  <a:lnTo>
                    <a:pt x="4" y="128"/>
                  </a:lnTo>
                  <a:close/>
                  <a:moveTo>
                    <a:pt x="42" y="0"/>
                  </a:moveTo>
                  <a:lnTo>
                    <a:pt x="138" y="49"/>
                  </a:lnTo>
                  <a:lnTo>
                    <a:pt x="138" y="96"/>
                  </a:lnTo>
                  <a:lnTo>
                    <a:pt x="137" y="96"/>
                  </a:lnTo>
                  <a:lnTo>
                    <a:pt x="134" y="97"/>
                  </a:lnTo>
                  <a:lnTo>
                    <a:pt x="133" y="97"/>
                  </a:lnTo>
                  <a:lnTo>
                    <a:pt x="130" y="97"/>
                  </a:lnTo>
                  <a:lnTo>
                    <a:pt x="127" y="99"/>
                  </a:lnTo>
                  <a:lnTo>
                    <a:pt x="127" y="101"/>
                  </a:lnTo>
                  <a:lnTo>
                    <a:pt x="129" y="103"/>
                  </a:lnTo>
                  <a:lnTo>
                    <a:pt x="127" y="105"/>
                  </a:lnTo>
                  <a:lnTo>
                    <a:pt x="123" y="111"/>
                  </a:lnTo>
                  <a:lnTo>
                    <a:pt x="122" y="111"/>
                  </a:lnTo>
                  <a:lnTo>
                    <a:pt x="119" y="113"/>
                  </a:lnTo>
                  <a:lnTo>
                    <a:pt x="121" y="115"/>
                  </a:lnTo>
                  <a:lnTo>
                    <a:pt x="122" y="116"/>
                  </a:lnTo>
                  <a:lnTo>
                    <a:pt x="121" y="119"/>
                  </a:lnTo>
                  <a:lnTo>
                    <a:pt x="118" y="120"/>
                  </a:lnTo>
                  <a:lnTo>
                    <a:pt x="117" y="121"/>
                  </a:lnTo>
                  <a:lnTo>
                    <a:pt x="119" y="122"/>
                  </a:lnTo>
                  <a:lnTo>
                    <a:pt x="119" y="125"/>
                  </a:lnTo>
                  <a:lnTo>
                    <a:pt x="118" y="128"/>
                  </a:lnTo>
                  <a:lnTo>
                    <a:pt x="114" y="132"/>
                  </a:lnTo>
                  <a:lnTo>
                    <a:pt x="114" y="134"/>
                  </a:lnTo>
                  <a:lnTo>
                    <a:pt x="117" y="136"/>
                  </a:lnTo>
                  <a:lnTo>
                    <a:pt x="119" y="133"/>
                  </a:lnTo>
                  <a:lnTo>
                    <a:pt x="121" y="133"/>
                  </a:lnTo>
                  <a:lnTo>
                    <a:pt x="121" y="136"/>
                  </a:lnTo>
                  <a:lnTo>
                    <a:pt x="119" y="136"/>
                  </a:lnTo>
                  <a:lnTo>
                    <a:pt x="121" y="137"/>
                  </a:lnTo>
                  <a:lnTo>
                    <a:pt x="119" y="138"/>
                  </a:lnTo>
                  <a:lnTo>
                    <a:pt x="121" y="141"/>
                  </a:lnTo>
                  <a:lnTo>
                    <a:pt x="121" y="144"/>
                  </a:lnTo>
                  <a:lnTo>
                    <a:pt x="122" y="146"/>
                  </a:lnTo>
                  <a:lnTo>
                    <a:pt x="126" y="147"/>
                  </a:lnTo>
                  <a:lnTo>
                    <a:pt x="127" y="149"/>
                  </a:lnTo>
                  <a:lnTo>
                    <a:pt x="126" y="151"/>
                  </a:lnTo>
                  <a:lnTo>
                    <a:pt x="126" y="153"/>
                  </a:lnTo>
                  <a:lnTo>
                    <a:pt x="126" y="154"/>
                  </a:lnTo>
                  <a:lnTo>
                    <a:pt x="122" y="155"/>
                  </a:lnTo>
                  <a:lnTo>
                    <a:pt x="121" y="154"/>
                  </a:lnTo>
                  <a:lnTo>
                    <a:pt x="118" y="154"/>
                  </a:lnTo>
                  <a:lnTo>
                    <a:pt x="116" y="155"/>
                  </a:lnTo>
                  <a:lnTo>
                    <a:pt x="113" y="158"/>
                  </a:lnTo>
                  <a:lnTo>
                    <a:pt x="113" y="159"/>
                  </a:lnTo>
                  <a:lnTo>
                    <a:pt x="113" y="161"/>
                  </a:lnTo>
                  <a:lnTo>
                    <a:pt x="112" y="162"/>
                  </a:lnTo>
                  <a:lnTo>
                    <a:pt x="109" y="165"/>
                  </a:lnTo>
                  <a:lnTo>
                    <a:pt x="108" y="165"/>
                  </a:lnTo>
                  <a:lnTo>
                    <a:pt x="106" y="165"/>
                  </a:lnTo>
                  <a:lnTo>
                    <a:pt x="105" y="166"/>
                  </a:lnTo>
                  <a:lnTo>
                    <a:pt x="105" y="169"/>
                  </a:lnTo>
                  <a:lnTo>
                    <a:pt x="104" y="170"/>
                  </a:lnTo>
                  <a:lnTo>
                    <a:pt x="104" y="171"/>
                  </a:lnTo>
                  <a:lnTo>
                    <a:pt x="104" y="172"/>
                  </a:lnTo>
                  <a:lnTo>
                    <a:pt x="102" y="175"/>
                  </a:lnTo>
                  <a:lnTo>
                    <a:pt x="101" y="175"/>
                  </a:lnTo>
                  <a:lnTo>
                    <a:pt x="98" y="178"/>
                  </a:lnTo>
                  <a:lnTo>
                    <a:pt x="94" y="178"/>
                  </a:lnTo>
                  <a:lnTo>
                    <a:pt x="91" y="179"/>
                  </a:lnTo>
                  <a:lnTo>
                    <a:pt x="88" y="178"/>
                  </a:lnTo>
                  <a:lnTo>
                    <a:pt x="87" y="178"/>
                  </a:lnTo>
                  <a:lnTo>
                    <a:pt x="84" y="178"/>
                  </a:lnTo>
                  <a:lnTo>
                    <a:pt x="81" y="178"/>
                  </a:lnTo>
                  <a:lnTo>
                    <a:pt x="80" y="178"/>
                  </a:lnTo>
                  <a:lnTo>
                    <a:pt x="80" y="180"/>
                  </a:lnTo>
                  <a:lnTo>
                    <a:pt x="81" y="183"/>
                  </a:lnTo>
                  <a:lnTo>
                    <a:pt x="83" y="183"/>
                  </a:lnTo>
                  <a:lnTo>
                    <a:pt x="84" y="184"/>
                  </a:lnTo>
                  <a:lnTo>
                    <a:pt x="80" y="187"/>
                  </a:lnTo>
                  <a:lnTo>
                    <a:pt x="79" y="188"/>
                  </a:lnTo>
                  <a:lnTo>
                    <a:pt x="75" y="188"/>
                  </a:lnTo>
                  <a:lnTo>
                    <a:pt x="68" y="190"/>
                  </a:lnTo>
                  <a:lnTo>
                    <a:pt x="65" y="192"/>
                  </a:lnTo>
                  <a:lnTo>
                    <a:pt x="62" y="194"/>
                  </a:lnTo>
                  <a:lnTo>
                    <a:pt x="59" y="196"/>
                  </a:lnTo>
                  <a:lnTo>
                    <a:pt x="56" y="196"/>
                  </a:lnTo>
                  <a:lnTo>
                    <a:pt x="56" y="195"/>
                  </a:lnTo>
                  <a:lnTo>
                    <a:pt x="55" y="192"/>
                  </a:lnTo>
                  <a:lnTo>
                    <a:pt x="54" y="191"/>
                  </a:lnTo>
                  <a:lnTo>
                    <a:pt x="52" y="192"/>
                  </a:lnTo>
                  <a:lnTo>
                    <a:pt x="52" y="195"/>
                  </a:lnTo>
                  <a:lnTo>
                    <a:pt x="51" y="197"/>
                  </a:lnTo>
                  <a:lnTo>
                    <a:pt x="47" y="197"/>
                  </a:lnTo>
                  <a:lnTo>
                    <a:pt x="46" y="197"/>
                  </a:lnTo>
                  <a:lnTo>
                    <a:pt x="43" y="197"/>
                  </a:lnTo>
                  <a:lnTo>
                    <a:pt x="43" y="196"/>
                  </a:lnTo>
                  <a:lnTo>
                    <a:pt x="42" y="194"/>
                  </a:lnTo>
                  <a:lnTo>
                    <a:pt x="42" y="192"/>
                  </a:lnTo>
                  <a:lnTo>
                    <a:pt x="39" y="188"/>
                  </a:lnTo>
                  <a:lnTo>
                    <a:pt x="38" y="186"/>
                  </a:lnTo>
                  <a:lnTo>
                    <a:pt x="37" y="184"/>
                  </a:lnTo>
                  <a:lnTo>
                    <a:pt x="31" y="179"/>
                  </a:lnTo>
                  <a:lnTo>
                    <a:pt x="27" y="176"/>
                  </a:lnTo>
                  <a:lnTo>
                    <a:pt x="26" y="175"/>
                  </a:lnTo>
                  <a:lnTo>
                    <a:pt x="25" y="174"/>
                  </a:lnTo>
                  <a:lnTo>
                    <a:pt x="23" y="172"/>
                  </a:lnTo>
                  <a:lnTo>
                    <a:pt x="23" y="171"/>
                  </a:lnTo>
                  <a:lnTo>
                    <a:pt x="23" y="170"/>
                  </a:lnTo>
                  <a:lnTo>
                    <a:pt x="25" y="169"/>
                  </a:lnTo>
                  <a:lnTo>
                    <a:pt x="25" y="166"/>
                  </a:lnTo>
                  <a:lnTo>
                    <a:pt x="26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31" y="166"/>
                  </a:lnTo>
                  <a:lnTo>
                    <a:pt x="33" y="167"/>
                  </a:lnTo>
                  <a:lnTo>
                    <a:pt x="35" y="166"/>
                  </a:lnTo>
                  <a:lnTo>
                    <a:pt x="38" y="167"/>
                  </a:lnTo>
                  <a:lnTo>
                    <a:pt x="39" y="167"/>
                  </a:lnTo>
                  <a:lnTo>
                    <a:pt x="40" y="167"/>
                  </a:lnTo>
                  <a:lnTo>
                    <a:pt x="42" y="167"/>
                  </a:lnTo>
                  <a:lnTo>
                    <a:pt x="40" y="166"/>
                  </a:lnTo>
                  <a:lnTo>
                    <a:pt x="38" y="163"/>
                  </a:lnTo>
                  <a:lnTo>
                    <a:pt x="37" y="161"/>
                  </a:lnTo>
                  <a:lnTo>
                    <a:pt x="35" y="161"/>
                  </a:lnTo>
                  <a:lnTo>
                    <a:pt x="33" y="158"/>
                  </a:lnTo>
                  <a:lnTo>
                    <a:pt x="33" y="155"/>
                  </a:lnTo>
                  <a:lnTo>
                    <a:pt x="34" y="154"/>
                  </a:lnTo>
                  <a:lnTo>
                    <a:pt x="35" y="150"/>
                  </a:lnTo>
                  <a:lnTo>
                    <a:pt x="34" y="149"/>
                  </a:lnTo>
                  <a:lnTo>
                    <a:pt x="34" y="147"/>
                  </a:lnTo>
                  <a:lnTo>
                    <a:pt x="34" y="146"/>
                  </a:lnTo>
                  <a:lnTo>
                    <a:pt x="34" y="145"/>
                  </a:lnTo>
                  <a:lnTo>
                    <a:pt x="33" y="142"/>
                  </a:lnTo>
                  <a:lnTo>
                    <a:pt x="33" y="140"/>
                  </a:lnTo>
                  <a:lnTo>
                    <a:pt x="31" y="138"/>
                  </a:lnTo>
                  <a:lnTo>
                    <a:pt x="31" y="136"/>
                  </a:lnTo>
                  <a:lnTo>
                    <a:pt x="29" y="133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1" y="126"/>
                  </a:lnTo>
                  <a:lnTo>
                    <a:pt x="17" y="122"/>
                  </a:lnTo>
                  <a:lnTo>
                    <a:pt x="15" y="122"/>
                  </a:lnTo>
                  <a:lnTo>
                    <a:pt x="15" y="108"/>
                  </a:lnTo>
                  <a:lnTo>
                    <a:pt x="15" y="105"/>
                  </a:lnTo>
                  <a:lnTo>
                    <a:pt x="17" y="105"/>
                  </a:lnTo>
                  <a:lnTo>
                    <a:pt x="18" y="105"/>
                  </a:lnTo>
                  <a:lnTo>
                    <a:pt x="18" y="104"/>
                  </a:lnTo>
                  <a:lnTo>
                    <a:pt x="38" y="84"/>
                  </a:lnTo>
                  <a:lnTo>
                    <a:pt x="38" y="67"/>
                  </a:lnTo>
                  <a:lnTo>
                    <a:pt x="40" y="45"/>
                  </a:lnTo>
                  <a:lnTo>
                    <a:pt x="43" y="42"/>
                  </a:lnTo>
                  <a:lnTo>
                    <a:pt x="43" y="38"/>
                  </a:lnTo>
                  <a:lnTo>
                    <a:pt x="35" y="29"/>
                  </a:lnTo>
                  <a:lnTo>
                    <a:pt x="35" y="28"/>
                  </a:lnTo>
                  <a:lnTo>
                    <a:pt x="35" y="24"/>
                  </a:lnTo>
                  <a:lnTo>
                    <a:pt x="30" y="8"/>
                  </a:lnTo>
                  <a:lnTo>
                    <a:pt x="29" y="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5" name="Freeform 464"/>
            <p:cNvSpPr>
              <a:spLocks/>
            </p:cNvSpPr>
            <p:nvPr/>
          </p:nvSpPr>
          <p:spPr bwMode="auto">
            <a:xfrm>
              <a:off x="5785566" y="3637294"/>
              <a:ext cx="461870" cy="355284"/>
            </a:xfrm>
            <a:custGeom>
              <a:avLst/>
              <a:gdLst>
                <a:gd name="T0" fmla="*/ 156 w 182"/>
                <a:gd name="T1" fmla="*/ 4 h 140"/>
                <a:gd name="T2" fmla="*/ 168 w 182"/>
                <a:gd name="T3" fmla="*/ 3 h 140"/>
                <a:gd name="T4" fmla="*/ 174 w 182"/>
                <a:gd name="T5" fmla="*/ 20 h 140"/>
                <a:gd name="T6" fmla="*/ 174 w 182"/>
                <a:gd name="T7" fmla="*/ 25 h 140"/>
                <a:gd name="T8" fmla="*/ 182 w 182"/>
                <a:gd name="T9" fmla="*/ 38 h 140"/>
                <a:gd name="T10" fmla="*/ 177 w 182"/>
                <a:gd name="T11" fmla="*/ 63 h 140"/>
                <a:gd name="T12" fmla="*/ 157 w 182"/>
                <a:gd name="T13" fmla="*/ 100 h 140"/>
                <a:gd name="T14" fmla="*/ 156 w 182"/>
                <a:gd name="T15" fmla="*/ 101 h 140"/>
                <a:gd name="T16" fmla="*/ 154 w 182"/>
                <a:gd name="T17" fmla="*/ 104 h 140"/>
                <a:gd name="T18" fmla="*/ 153 w 182"/>
                <a:gd name="T19" fmla="*/ 117 h 140"/>
                <a:gd name="T20" fmla="*/ 150 w 182"/>
                <a:gd name="T21" fmla="*/ 121 h 140"/>
                <a:gd name="T22" fmla="*/ 148 w 182"/>
                <a:gd name="T23" fmla="*/ 121 h 140"/>
                <a:gd name="T24" fmla="*/ 145 w 182"/>
                <a:gd name="T25" fmla="*/ 122 h 140"/>
                <a:gd name="T26" fmla="*/ 143 w 182"/>
                <a:gd name="T27" fmla="*/ 124 h 140"/>
                <a:gd name="T28" fmla="*/ 137 w 182"/>
                <a:gd name="T29" fmla="*/ 125 h 140"/>
                <a:gd name="T30" fmla="*/ 131 w 182"/>
                <a:gd name="T31" fmla="*/ 122 h 140"/>
                <a:gd name="T32" fmla="*/ 123 w 182"/>
                <a:gd name="T33" fmla="*/ 124 h 140"/>
                <a:gd name="T34" fmla="*/ 114 w 182"/>
                <a:gd name="T35" fmla="*/ 124 h 140"/>
                <a:gd name="T36" fmla="*/ 108 w 182"/>
                <a:gd name="T37" fmla="*/ 130 h 140"/>
                <a:gd name="T38" fmla="*/ 102 w 182"/>
                <a:gd name="T39" fmla="*/ 128 h 140"/>
                <a:gd name="T40" fmla="*/ 95 w 182"/>
                <a:gd name="T41" fmla="*/ 125 h 140"/>
                <a:gd name="T42" fmla="*/ 93 w 182"/>
                <a:gd name="T43" fmla="*/ 124 h 140"/>
                <a:gd name="T44" fmla="*/ 89 w 182"/>
                <a:gd name="T45" fmla="*/ 121 h 140"/>
                <a:gd name="T46" fmla="*/ 85 w 182"/>
                <a:gd name="T47" fmla="*/ 122 h 140"/>
                <a:gd name="T48" fmla="*/ 81 w 182"/>
                <a:gd name="T49" fmla="*/ 124 h 140"/>
                <a:gd name="T50" fmla="*/ 79 w 182"/>
                <a:gd name="T51" fmla="*/ 125 h 140"/>
                <a:gd name="T52" fmla="*/ 74 w 182"/>
                <a:gd name="T53" fmla="*/ 120 h 140"/>
                <a:gd name="T54" fmla="*/ 69 w 182"/>
                <a:gd name="T55" fmla="*/ 117 h 140"/>
                <a:gd name="T56" fmla="*/ 66 w 182"/>
                <a:gd name="T57" fmla="*/ 117 h 140"/>
                <a:gd name="T58" fmla="*/ 61 w 182"/>
                <a:gd name="T59" fmla="*/ 116 h 140"/>
                <a:gd name="T60" fmla="*/ 58 w 182"/>
                <a:gd name="T61" fmla="*/ 117 h 140"/>
                <a:gd name="T62" fmla="*/ 54 w 182"/>
                <a:gd name="T63" fmla="*/ 117 h 140"/>
                <a:gd name="T64" fmla="*/ 49 w 182"/>
                <a:gd name="T65" fmla="*/ 117 h 140"/>
                <a:gd name="T66" fmla="*/ 48 w 182"/>
                <a:gd name="T67" fmla="*/ 118 h 140"/>
                <a:gd name="T68" fmla="*/ 44 w 182"/>
                <a:gd name="T69" fmla="*/ 121 h 140"/>
                <a:gd name="T70" fmla="*/ 45 w 182"/>
                <a:gd name="T71" fmla="*/ 124 h 140"/>
                <a:gd name="T72" fmla="*/ 45 w 182"/>
                <a:gd name="T73" fmla="*/ 126 h 140"/>
                <a:gd name="T74" fmla="*/ 45 w 182"/>
                <a:gd name="T75" fmla="*/ 129 h 140"/>
                <a:gd name="T76" fmla="*/ 41 w 182"/>
                <a:gd name="T77" fmla="*/ 132 h 140"/>
                <a:gd name="T78" fmla="*/ 41 w 182"/>
                <a:gd name="T79" fmla="*/ 134 h 140"/>
                <a:gd name="T80" fmla="*/ 44 w 182"/>
                <a:gd name="T81" fmla="*/ 137 h 140"/>
                <a:gd name="T82" fmla="*/ 41 w 182"/>
                <a:gd name="T83" fmla="*/ 140 h 140"/>
                <a:gd name="T84" fmla="*/ 36 w 182"/>
                <a:gd name="T85" fmla="*/ 136 h 140"/>
                <a:gd name="T86" fmla="*/ 31 w 182"/>
                <a:gd name="T87" fmla="*/ 130 h 140"/>
                <a:gd name="T88" fmla="*/ 29 w 182"/>
                <a:gd name="T89" fmla="*/ 133 h 140"/>
                <a:gd name="T90" fmla="*/ 25 w 182"/>
                <a:gd name="T91" fmla="*/ 134 h 140"/>
                <a:gd name="T92" fmla="*/ 24 w 182"/>
                <a:gd name="T93" fmla="*/ 129 h 140"/>
                <a:gd name="T94" fmla="*/ 23 w 182"/>
                <a:gd name="T95" fmla="*/ 126 h 140"/>
                <a:gd name="T96" fmla="*/ 21 w 182"/>
                <a:gd name="T97" fmla="*/ 124 h 140"/>
                <a:gd name="T98" fmla="*/ 12 w 182"/>
                <a:gd name="T99" fmla="*/ 124 h 140"/>
                <a:gd name="T100" fmla="*/ 0 w 182"/>
                <a:gd name="T101" fmla="*/ 111 h 140"/>
                <a:gd name="T102" fmla="*/ 2 w 182"/>
                <a:gd name="T103" fmla="*/ 105 h 140"/>
                <a:gd name="T104" fmla="*/ 3 w 182"/>
                <a:gd name="T105" fmla="*/ 100 h 140"/>
                <a:gd name="T106" fmla="*/ 15 w 182"/>
                <a:gd name="T107" fmla="*/ 100 h 140"/>
                <a:gd name="T108" fmla="*/ 20 w 182"/>
                <a:gd name="T109" fmla="*/ 99 h 140"/>
                <a:gd name="T110" fmla="*/ 31 w 182"/>
                <a:gd name="T111" fmla="*/ 97 h 140"/>
                <a:gd name="T112" fmla="*/ 39 w 182"/>
                <a:gd name="T113" fmla="*/ 95 h 140"/>
                <a:gd name="T114" fmla="*/ 45 w 182"/>
                <a:gd name="T115" fmla="*/ 90 h 140"/>
                <a:gd name="T116" fmla="*/ 48 w 182"/>
                <a:gd name="T117" fmla="*/ 84 h 140"/>
                <a:gd name="T118" fmla="*/ 49 w 182"/>
                <a:gd name="T119" fmla="*/ 50 h 140"/>
                <a:gd name="T120" fmla="*/ 81 w 182"/>
                <a:gd name="T121" fmla="*/ 3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" h="140">
                  <a:moveTo>
                    <a:pt x="135" y="0"/>
                  </a:moveTo>
                  <a:lnTo>
                    <a:pt x="156" y="4"/>
                  </a:lnTo>
                  <a:lnTo>
                    <a:pt x="157" y="7"/>
                  </a:lnTo>
                  <a:lnTo>
                    <a:pt x="168" y="3"/>
                  </a:lnTo>
                  <a:lnTo>
                    <a:pt x="169" y="4"/>
                  </a:lnTo>
                  <a:lnTo>
                    <a:pt x="174" y="20"/>
                  </a:lnTo>
                  <a:lnTo>
                    <a:pt x="174" y="24"/>
                  </a:lnTo>
                  <a:lnTo>
                    <a:pt x="174" y="25"/>
                  </a:lnTo>
                  <a:lnTo>
                    <a:pt x="182" y="34"/>
                  </a:lnTo>
                  <a:lnTo>
                    <a:pt x="182" y="38"/>
                  </a:lnTo>
                  <a:lnTo>
                    <a:pt x="179" y="41"/>
                  </a:lnTo>
                  <a:lnTo>
                    <a:pt x="177" y="63"/>
                  </a:lnTo>
                  <a:lnTo>
                    <a:pt x="177" y="80"/>
                  </a:lnTo>
                  <a:lnTo>
                    <a:pt x="157" y="100"/>
                  </a:lnTo>
                  <a:lnTo>
                    <a:pt x="157" y="101"/>
                  </a:lnTo>
                  <a:lnTo>
                    <a:pt x="156" y="101"/>
                  </a:lnTo>
                  <a:lnTo>
                    <a:pt x="154" y="101"/>
                  </a:lnTo>
                  <a:lnTo>
                    <a:pt x="154" y="104"/>
                  </a:lnTo>
                  <a:lnTo>
                    <a:pt x="154" y="118"/>
                  </a:lnTo>
                  <a:lnTo>
                    <a:pt x="153" y="117"/>
                  </a:lnTo>
                  <a:lnTo>
                    <a:pt x="152" y="120"/>
                  </a:lnTo>
                  <a:lnTo>
                    <a:pt x="150" y="121"/>
                  </a:lnTo>
                  <a:lnTo>
                    <a:pt x="149" y="121"/>
                  </a:lnTo>
                  <a:lnTo>
                    <a:pt x="148" y="121"/>
                  </a:lnTo>
                  <a:lnTo>
                    <a:pt x="147" y="121"/>
                  </a:lnTo>
                  <a:lnTo>
                    <a:pt x="145" y="122"/>
                  </a:lnTo>
                  <a:lnTo>
                    <a:pt x="143" y="124"/>
                  </a:lnTo>
                  <a:lnTo>
                    <a:pt x="143" y="124"/>
                  </a:lnTo>
                  <a:lnTo>
                    <a:pt x="139" y="125"/>
                  </a:lnTo>
                  <a:lnTo>
                    <a:pt x="137" y="125"/>
                  </a:lnTo>
                  <a:lnTo>
                    <a:pt x="135" y="125"/>
                  </a:lnTo>
                  <a:lnTo>
                    <a:pt x="131" y="122"/>
                  </a:lnTo>
                  <a:lnTo>
                    <a:pt x="125" y="122"/>
                  </a:lnTo>
                  <a:lnTo>
                    <a:pt x="123" y="124"/>
                  </a:lnTo>
                  <a:lnTo>
                    <a:pt x="116" y="122"/>
                  </a:lnTo>
                  <a:lnTo>
                    <a:pt x="114" y="124"/>
                  </a:lnTo>
                  <a:lnTo>
                    <a:pt x="111" y="128"/>
                  </a:lnTo>
                  <a:lnTo>
                    <a:pt x="108" y="130"/>
                  </a:lnTo>
                  <a:lnTo>
                    <a:pt x="106" y="129"/>
                  </a:lnTo>
                  <a:lnTo>
                    <a:pt x="102" y="128"/>
                  </a:lnTo>
                  <a:lnTo>
                    <a:pt x="99" y="128"/>
                  </a:lnTo>
                  <a:lnTo>
                    <a:pt x="95" y="125"/>
                  </a:lnTo>
                  <a:lnTo>
                    <a:pt x="93" y="124"/>
                  </a:lnTo>
                  <a:lnTo>
                    <a:pt x="93" y="124"/>
                  </a:lnTo>
                  <a:lnTo>
                    <a:pt x="90" y="121"/>
                  </a:lnTo>
                  <a:lnTo>
                    <a:pt x="89" y="121"/>
                  </a:lnTo>
                  <a:lnTo>
                    <a:pt x="89" y="122"/>
                  </a:lnTo>
                  <a:lnTo>
                    <a:pt x="85" y="122"/>
                  </a:lnTo>
                  <a:lnTo>
                    <a:pt x="82" y="124"/>
                  </a:lnTo>
                  <a:lnTo>
                    <a:pt x="81" y="124"/>
                  </a:lnTo>
                  <a:lnTo>
                    <a:pt x="79" y="125"/>
                  </a:lnTo>
                  <a:lnTo>
                    <a:pt x="79" y="125"/>
                  </a:lnTo>
                  <a:lnTo>
                    <a:pt x="77" y="124"/>
                  </a:lnTo>
                  <a:lnTo>
                    <a:pt x="74" y="120"/>
                  </a:lnTo>
                  <a:lnTo>
                    <a:pt x="73" y="118"/>
                  </a:lnTo>
                  <a:lnTo>
                    <a:pt x="69" y="117"/>
                  </a:lnTo>
                  <a:lnTo>
                    <a:pt x="68" y="117"/>
                  </a:lnTo>
                  <a:lnTo>
                    <a:pt x="66" y="117"/>
                  </a:lnTo>
                  <a:lnTo>
                    <a:pt x="62" y="116"/>
                  </a:lnTo>
                  <a:lnTo>
                    <a:pt x="61" y="116"/>
                  </a:lnTo>
                  <a:lnTo>
                    <a:pt x="60" y="116"/>
                  </a:lnTo>
                  <a:lnTo>
                    <a:pt x="58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8"/>
                  </a:lnTo>
                  <a:lnTo>
                    <a:pt x="45" y="120"/>
                  </a:lnTo>
                  <a:lnTo>
                    <a:pt x="44" y="121"/>
                  </a:lnTo>
                  <a:lnTo>
                    <a:pt x="45" y="122"/>
                  </a:lnTo>
                  <a:lnTo>
                    <a:pt x="45" y="124"/>
                  </a:lnTo>
                  <a:lnTo>
                    <a:pt x="44" y="124"/>
                  </a:lnTo>
                  <a:lnTo>
                    <a:pt x="45" y="126"/>
                  </a:lnTo>
                  <a:lnTo>
                    <a:pt x="45" y="128"/>
                  </a:lnTo>
                  <a:lnTo>
                    <a:pt x="45" y="129"/>
                  </a:lnTo>
                  <a:lnTo>
                    <a:pt x="44" y="129"/>
                  </a:lnTo>
                  <a:lnTo>
                    <a:pt x="41" y="132"/>
                  </a:lnTo>
                  <a:lnTo>
                    <a:pt x="41" y="133"/>
                  </a:lnTo>
                  <a:lnTo>
                    <a:pt x="41" y="134"/>
                  </a:lnTo>
                  <a:lnTo>
                    <a:pt x="43" y="137"/>
                  </a:lnTo>
                  <a:lnTo>
                    <a:pt x="44" y="137"/>
                  </a:lnTo>
                  <a:lnTo>
                    <a:pt x="44" y="138"/>
                  </a:lnTo>
                  <a:lnTo>
                    <a:pt x="41" y="140"/>
                  </a:lnTo>
                  <a:lnTo>
                    <a:pt x="39" y="137"/>
                  </a:lnTo>
                  <a:lnTo>
                    <a:pt x="36" y="136"/>
                  </a:lnTo>
                  <a:lnTo>
                    <a:pt x="35" y="133"/>
                  </a:lnTo>
                  <a:lnTo>
                    <a:pt x="31" y="130"/>
                  </a:lnTo>
                  <a:lnTo>
                    <a:pt x="29" y="132"/>
                  </a:lnTo>
                  <a:lnTo>
                    <a:pt x="29" y="133"/>
                  </a:lnTo>
                  <a:lnTo>
                    <a:pt x="28" y="134"/>
                  </a:lnTo>
                  <a:lnTo>
                    <a:pt x="25" y="134"/>
                  </a:lnTo>
                  <a:lnTo>
                    <a:pt x="23" y="132"/>
                  </a:lnTo>
                  <a:lnTo>
                    <a:pt x="24" y="129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1" y="124"/>
                  </a:lnTo>
                  <a:lnTo>
                    <a:pt x="16" y="126"/>
                  </a:lnTo>
                  <a:lnTo>
                    <a:pt x="12" y="124"/>
                  </a:lnTo>
                  <a:lnTo>
                    <a:pt x="12" y="118"/>
                  </a:lnTo>
                  <a:lnTo>
                    <a:pt x="0" y="111"/>
                  </a:lnTo>
                  <a:lnTo>
                    <a:pt x="0" y="108"/>
                  </a:lnTo>
                  <a:lnTo>
                    <a:pt x="2" y="105"/>
                  </a:lnTo>
                  <a:lnTo>
                    <a:pt x="3" y="103"/>
                  </a:lnTo>
                  <a:lnTo>
                    <a:pt x="3" y="100"/>
                  </a:lnTo>
                  <a:lnTo>
                    <a:pt x="6" y="101"/>
                  </a:lnTo>
                  <a:lnTo>
                    <a:pt x="15" y="100"/>
                  </a:lnTo>
                  <a:lnTo>
                    <a:pt x="18" y="100"/>
                  </a:lnTo>
                  <a:lnTo>
                    <a:pt x="20" y="99"/>
                  </a:lnTo>
                  <a:lnTo>
                    <a:pt x="28" y="99"/>
                  </a:lnTo>
                  <a:lnTo>
                    <a:pt x="31" y="97"/>
                  </a:lnTo>
                  <a:lnTo>
                    <a:pt x="35" y="96"/>
                  </a:lnTo>
                  <a:lnTo>
                    <a:pt x="39" y="95"/>
                  </a:lnTo>
                  <a:lnTo>
                    <a:pt x="44" y="91"/>
                  </a:lnTo>
                  <a:lnTo>
                    <a:pt x="45" y="90"/>
                  </a:lnTo>
                  <a:lnTo>
                    <a:pt x="45" y="84"/>
                  </a:lnTo>
                  <a:lnTo>
                    <a:pt x="48" y="84"/>
                  </a:lnTo>
                  <a:lnTo>
                    <a:pt x="48" y="72"/>
                  </a:lnTo>
                  <a:lnTo>
                    <a:pt x="49" y="50"/>
                  </a:lnTo>
                  <a:lnTo>
                    <a:pt x="66" y="46"/>
                  </a:lnTo>
                  <a:lnTo>
                    <a:pt x="81" y="33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6" name="Freeform 465"/>
            <p:cNvSpPr>
              <a:spLocks/>
            </p:cNvSpPr>
            <p:nvPr/>
          </p:nvSpPr>
          <p:spPr bwMode="auto">
            <a:xfrm>
              <a:off x="5866774" y="3931672"/>
              <a:ext cx="345133" cy="294378"/>
            </a:xfrm>
            <a:custGeom>
              <a:avLst/>
              <a:gdLst>
                <a:gd name="T0" fmla="*/ 34 w 136"/>
                <a:gd name="T1" fmla="*/ 1 h 116"/>
                <a:gd name="T2" fmla="*/ 41 w 136"/>
                <a:gd name="T3" fmla="*/ 2 h 116"/>
                <a:gd name="T4" fmla="*/ 47 w 136"/>
                <a:gd name="T5" fmla="*/ 9 h 116"/>
                <a:gd name="T6" fmla="*/ 50 w 136"/>
                <a:gd name="T7" fmla="*/ 8 h 116"/>
                <a:gd name="T8" fmla="*/ 57 w 136"/>
                <a:gd name="T9" fmla="*/ 5 h 116"/>
                <a:gd name="T10" fmla="*/ 61 w 136"/>
                <a:gd name="T11" fmla="*/ 8 h 116"/>
                <a:gd name="T12" fmla="*/ 70 w 136"/>
                <a:gd name="T13" fmla="*/ 12 h 116"/>
                <a:gd name="T14" fmla="*/ 79 w 136"/>
                <a:gd name="T15" fmla="*/ 12 h 116"/>
                <a:gd name="T16" fmla="*/ 91 w 136"/>
                <a:gd name="T17" fmla="*/ 8 h 116"/>
                <a:gd name="T18" fmla="*/ 103 w 136"/>
                <a:gd name="T19" fmla="*/ 9 h 116"/>
                <a:gd name="T20" fmla="*/ 111 w 136"/>
                <a:gd name="T21" fmla="*/ 10 h 116"/>
                <a:gd name="T22" fmla="*/ 115 w 136"/>
                <a:gd name="T23" fmla="*/ 5 h 116"/>
                <a:gd name="T24" fmla="*/ 118 w 136"/>
                <a:gd name="T25" fmla="*/ 5 h 116"/>
                <a:gd name="T26" fmla="*/ 124 w 136"/>
                <a:gd name="T27" fmla="*/ 2 h 116"/>
                <a:gd name="T28" fmla="*/ 129 w 136"/>
                <a:gd name="T29" fmla="*/ 10 h 116"/>
                <a:gd name="T30" fmla="*/ 130 w 136"/>
                <a:gd name="T31" fmla="*/ 14 h 116"/>
                <a:gd name="T32" fmla="*/ 134 w 136"/>
                <a:gd name="T33" fmla="*/ 21 h 116"/>
                <a:gd name="T34" fmla="*/ 136 w 136"/>
                <a:gd name="T35" fmla="*/ 27 h 116"/>
                <a:gd name="T36" fmla="*/ 130 w 136"/>
                <a:gd name="T37" fmla="*/ 31 h 116"/>
                <a:gd name="T38" fmla="*/ 126 w 136"/>
                <a:gd name="T39" fmla="*/ 34 h 116"/>
                <a:gd name="T40" fmla="*/ 122 w 136"/>
                <a:gd name="T41" fmla="*/ 42 h 116"/>
                <a:gd name="T42" fmla="*/ 122 w 136"/>
                <a:gd name="T43" fmla="*/ 50 h 116"/>
                <a:gd name="T44" fmla="*/ 116 w 136"/>
                <a:gd name="T45" fmla="*/ 55 h 116"/>
                <a:gd name="T46" fmla="*/ 115 w 136"/>
                <a:gd name="T47" fmla="*/ 63 h 116"/>
                <a:gd name="T48" fmla="*/ 108 w 136"/>
                <a:gd name="T49" fmla="*/ 70 h 116"/>
                <a:gd name="T50" fmla="*/ 104 w 136"/>
                <a:gd name="T51" fmla="*/ 76 h 116"/>
                <a:gd name="T52" fmla="*/ 103 w 136"/>
                <a:gd name="T53" fmla="*/ 83 h 116"/>
                <a:gd name="T54" fmla="*/ 100 w 136"/>
                <a:gd name="T55" fmla="*/ 85 h 116"/>
                <a:gd name="T56" fmla="*/ 95 w 136"/>
                <a:gd name="T57" fmla="*/ 89 h 116"/>
                <a:gd name="T58" fmla="*/ 88 w 136"/>
                <a:gd name="T59" fmla="*/ 84 h 116"/>
                <a:gd name="T60" fmla="*/ 83 w 136"/>
                <a:gd name="T61" fmla="*/ 83 h 116"/>
                <a:gd name="T62" fmla="*/ 79 w 136"/>
                <a:gd name="T63" fmla="*/ 85 h 116"/>
                <a:gd name="T64" fmla="*/ 75 w 136"/>
                <a:gd name="T65" fmla="*/ 92 h 116"/>
                <a:gd name="T66" fmla="*/ 71 w 136"/>
                <a:gd name="T67" fmla="*/ 97 h 116"/>
                <a:gd name="T68" fmla="*/ 70 w 136"/>
                <a:gd name="T69" fmla="*/ 104 h 116"/>
                <a:gd name="T70" fmla="*/ 66 w 136"/>
                <a:gd name="T71" fmla="*/ 112 h 116"/>
                <a:gd name="T72" fmla="*/ 63 w 136"/>
                <a:gd name="T73" fmla="*/ 109 h 116"/>
                <a:gd name="T74" fmla="*/ 57 w 136"/>
                <a:gd name="T75" fmla="*/ 113 h 116"/>
                <a:gd name="T76" fmla="*/ 47 w 136"/>
                <a:gd name="T77" fmla="*/ 116 h 116"/>
                <a:gd name="T78" fmla="*/ 29 w 136"/>
                <a:gd name="T79" fmla="*/ 112 h 116"/>
                <a:gd name="T80" fmla="*/ 25 w 136"/>
                <a:gd name="T81" fmla="*/ 104 h 116"/>
                <a:gd name="T82" fmla="*/ 9 w 136"/>
                <a:gd name="T83" fmla="*/ 88 h 116"/>
                <a:gd name="T84" fmla="*/ 0 w 136"/>
                <a:gd name="T85" fmla="*/ 87 h 116"/>
                <a:gd name="T86" fmla="*/ 0 w 136"/>
                <a:gd name="T87" fmla="*/ 77 h 116"/>
                <a:gd name="T88" fmla="*/ 0 w 136"/>
                <a:gd name="T89" fmla="*/ 68 h 116"/>
                <a:gd name="T90" fmla="*/ 0 w 136"/>
                <a:gd name="T91" fmla="*/ 66 h 116"/>
                <a:gd name="T92" fmla="*/ 0 w 136"/>
                <a:gd name="T93" fmla="*/ 60 h 116"/>
                <a:gd name="T94" fmla="*/ 3 w 136"/>
                <a:gd name="T95" fmla="*/ 55 h 116"/>
                <a:gd name="T96" fmla="*/ 7 w 136"/>
                <a:gd name="T97" fmla="*/ 52 h 116"/>
                <a:gd name="T98" fmla="*/ 11 w 136"/>
                <a:gd name="T99" fmla="*/ 46 h 116"/>
                <a:gd name="T100" fmla="*/ 9 w 136"/>
                <a:gd name="T101" fmla="*/ 42 h 116"/>
                <a:gd name="T102" fmla="*/ 13 w 136"/>
                <a:gd name="T103" fmla="*/ 39 h 116"/>
                <a:gd name="T104" fmla="*/ 13 w 136"/>
                <a:gd name="T105" fmla="*/ 31 h 116"/>
                <a:gd name="T106" fmla="*/ 9 w 136"/>
                <a:gd name="T107" fmla="*/ 25 h 116"/>
                <a:gd name="T108" fmla="*/ 11 w 136"/>
                <a:gd name="T109" fmla="*/ 21 h 116"/>
                <a:gd name="T110" fmla="*/ 9 w 136"/>
                <a:gd name="T111" fmla="*/ 16 h 116"/>
                <a:gd name="T112" fmla="*/ 13 w 136"/>
                <a:gd name="T113" fmla="*/ 12 h 116"/>
                <a:gd name="T114" fmla="*/ 13 w 136"/>
                <a:gd name="T115" fmla="*/ 8 h 116"/>
                <a:gd name="T116" fmla="*/ 13 w 136"/>
                <a:gd name="T117" fmla="*/ 4 h 116"/>
                <a:gd name="T118" fmla="*/ 17 w 136"/>
                <a:gd name="T119" fmla="*/ 1 h 116"/>
                <a:gd name="T120" fmla="*/ 22 w 136"/>
                <a:gd name="T121" fmla="*/ 1 h 116"/>
                <a:gd name="T122" fmla="*/ 29 w 136"/>
                <a:gd name="T12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6" h="116">
                  <a:moveTo>
                    <a:pt x="29" y="0"/>
                  </a:moveTo>
                  <a:lnTo>
                    <a:pt x="30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41" y="2"/>
                  </a:lnTo>
                  <a:lnTo>
                    <a:pt x="42" y="4"/>
                  </a:lnTo>
                  <a:lnTo>
                    <a:pt x="45" y="8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8"/>
                  </a:lnTo>
                  <a:lnTo>
                    <a:pt x="53" y="6"/>
                  </a:lnTo>
                  <a:lnTo>
                    <a:pt x="57" y="6"/>
                  </a:lnTo>
                  <a:lnTo>
                    <a:pt x="57" y="5"/>
                  </a:lnTo>
                  <a:lnTo>
                    <a:pt x="58" y="5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9"/>
                  </a:lnTo>
                  <a:lnTo>
                    <a:pt x="67" y="12"/>
                  </a:lnTo>
                  <a:lnTo>
                    <a:pt x="70" y="12"/>
                  </a:lnTo>
                  <a:lnTo>
                    <a:pt x="74" y="13"/>
                  </a:lnTo>
                  <a:lnTo>
                    <a:pt x="76" y="14"/>
                  </a:lnTo>
                  <a:lnTo>
                    <a:pt x="79" y="12"/>
                  </a:lnTo>
                  <a:lnTo>
                    <a:pt x="82" y="8"/>
                  </a:lnTo>
                  <a:lnTo>
                    <a:pt x="84" y="6"/>
                  </a:lnTo>
                  <a:lnTo>
                    <a:pt x="91" y="8"/>
                  </a:lnTo>
                  <a:lnTo>
                    <a:pt x="93" y="6"/>
                  </a:lnTo>
                  <a:lnTo>
                    <a:pt x="99" y="6"/>
                  </a:lnTo>
                  <a:lnTo>
                    <a:pt x="103" y="9"/>
                  </a:lnTo>
                  <a:lnTo>
                    <a:pt x="105" y="9"/>
                  </a:lnTo>
                  <a:lnTo>
                    <a:pt x="108" y="10"/>
                  </a:lnTo>
                  <a:lnTo>
                    <a:pt x="111" y="10"/>
                  </a:lnTo>
                  <a:lnTo>
                    <a:pt x="111" y="8"/>
                  </a:lnTo>
                  <a:lnTo>
                    <a:pt x="113" y="6"/>
                  </a:lnTo>
                  <a:lnTo>
                    <a:pt x="115" y="5"/>
                  </a:lnTo>
                  <a:lnTo>
                    <a:pt x="116" y="5"/>
                  </a:lnTo>
                  <a:lnTo>
                    <a:pt x="117" y="5"/>
                  </a:lnTo>
                  <a:lnTo>
                    <a:pt x="118" y="5"/>
                  </a:lnTo>
                  <a:lnTo>
                    <a:pt x="120" y="4"/>
                  </a:lnTo>
                  <a:lnTo>
                    <a:pt x="121" y="1"/>
                  </a:lnTo>
                  <a:lnTo>
                    <a:pt x="124" y="2"/>
                  </a:lnTo>
                  <a:lnTo>
                    <a:pt x="128" y="6"/>
                  </a:lnTo>
                  <a:lnTo>
                    <a:pt x="129" y="10"/>
                  </a:lnTo>
                  <a:lnTo>
                    <a:pt x="129" y="10"/>
                  </a:lnTo>
                  <a:lnTo>
                    <a:pt x="129" y="10"/>
                  </a:lnTo>
                  <a:lnTo>
                    <a:pt x="130" y="13"/>
                  </a:lnTo>
                  <a:lnTo>
                    <a:pt x="130" y="14"/>
                  </a:lnTo>
                  <a:lnTo>
                    <a:pt x="130" y="18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2"/>
                  </a:lnTo>
                  <a:lnTo>
                    <a:pt x="134" y="24"/>
                  </a:lnTo>
                  <a:lnTo>
                    <a:pt x="136" y="27"/>
                  </a:lnTo>
                  <a:lnTo>
                    <a:pt x="136" y="29"/>
                  </a:lnTo>
                  <a:lnTo>
                    <a:pt x="133" y="30"/>
                  </a:lnTo>
                  <a:lnTo>
                    <a:pt x="130" y="31"/>
                  </a:lnTo>
                  <a:lnTo>
                    <a:pt x="129" y="31"/>
                  </a:lnTo>
                  <a:lnTo>
                    <a:pt x="128" y="34"/>
                  </a:lnTo>
                  <a:lnTo>
                    <a:pt x="126" y="34"/>
                  </a:lnTo>
                  <a:lnTo>
                    <a:pt x="125" y="35"/>
                  </a:lnTo>
                  <a:lnTo>
                    <a:pt x="124" y="39"/>
                  </a:lnTo>
                  <a:lnTo>
                    <a:pt x="122" y="42"/>
                  </a:lnTo>
                  <a:lnTo>
                    <a:pt x="122" y="43"/>
                  </a:lnTo>
                  <a:lnTo>
                    <a:pt x="122" y="47"/>
                  </a:lnTo>
                  <a:lnTo>
                    <a:pt x="122" y="50"/>
                  </a:lnTo>
                  <a:lnTo>
                    <a:pt x="120" y="52"/>
                  </a:lnTo>
                  <a:lnTo>
                    <a:pt x="117" y="52"/>
                  </a:lnTo>
                  <a:lnTo>
                    <a:pt x="116" y="55"/>
                  </a:lnTo>
                  <a:lnTo>
                    <a:pt x="116" y="58"/>
                  </a:lnTo>
                  <a:lnTo>
                    <a:pt x="115" y="60"/>
                  </a:lnTo>
                  <a:lnTo>
                    <a:pt x="115" y="63"/>
                  </a:lnTo>
                  <a:lnTo>
                    <a:pt x="112" y="64"/>
                  </a:lnTo>
                  <a:lnTo>
                    <a:pt x="109" y="67"/>
                  </a:lnTo>
                  <a:lnTo>
                    <a:pt x="108" y="70"/>
                  </a:lnTo>
                  <a:lnTo>
                    <a:pt x="108" y="71"/>
                  </a:lnTo>
                  <a:lnTo>
                    <a:pt x="108" y="72"/>
                  </a:lnTo>
                  <a:lnTo>
                    <a:pt x="104" y="76"/>
                  </a:lnTo>
                  <a:lnTo>
                    <a:pt x="104" y="79"/>
                  </a:lnTo>
                  <a:lnTo>
                    <a:pt x="104" y="81"/>
                  </a:lnTo>
                  <a:lnTo>
                    <a:pt x="103" y="83"/>
                  </a:lnTo>
                  <a:lnTo>
                    <a:pt x="100" y="84"/>
                  </a:lnTo>
                  <a:lnTo>
                    <a:pt x="100" y="85"/>
                  </a:lnTo>
                  <a:lnTo>
                    <a:pt x="100" y="85"/>
                  </a:lnTo>
                  <a:lnTo>
                    <a:pt x="97" y="88"/>
                  </a:lnTo>
                  <a:lnTo>
                    <a:pt x="96" y="91"/>
                  </a:lnTo>
                  <a:lnTo>
                    <a:pt x="95" y="89"/>
                  </a:lnTo>
                  <a:lnTo>
                    <a:pt x="92" y="88"/>
                  </a:lnTo>
                  <a:lnTo>
                    <a:pt x="91" y="85"/>
                  </a:lnTo>
                  <a:lnTo>
                    <a:pt x="88" y="84"/>
                  </a:lnTo>
                  <a:lnTo>
                    <a:pt x="87" y="84"/>
                  </a:lnTo>
                  <a:lnTo>
                    <a:pt x="84" y="84"/>
                  </a:lnTo>
                  <a:lnTo>
                    <a:pt x="83" y="83"/>
                  </a:lnTo>
                  <a:lnTo>
                    <a:pt x="83" y="84"/>
                  </a:lnTo>
                  <a:lnTo>
                    <a:pt x="80" y="84"/>
                  </a:lnTo>
                  <a:lnTo>
                    <a:pt x="79" y="85"/>
                  </a:lnTo>
                  <a:lnTo>
                    <a:pt x="79" y="88"/>
                  </a:lnTo>
                  <a:lnTo>
                    <a:pt x="76" y="91"/>
                  </a:lnTo>
                  <a:lnTo>
                    <a:pt x="75" y="92"/>
                  </a:lnTo>
                  <a:lnTo>
                    <a:pt x="72" y="93"/>
                  </a:lnTo>
                  <a:lnTo>
                    <a:pt x="71" y="96"/>
                  </a:lnTo>
                  <a:lnTo>
                    <a:pt x="71" y="97"/>
                  </a:lnTo>
                  <a:lnTo>
                    <a:pt x="70" y="99"/>
                  </a:lnTo>
                  <a:lnTo>
                    <a:pt x="70" y="100"/>
                  </a:lnTo>
                  <a:lnTo>
                    <a:pt x="70" y="104"/>
                  </a:lnTo>
                  <a:lnTo>
                    <a:pt x="68" y="106"/>
                  </a:lnTo>
                  <a:lnTo>
                    <a:pt x="66" y="110"/>
                  </a:lnTo>
                  <a:lnTo>
                    <a:pt x="66" y="112"/>
                  </a:lnTo>
                  <a:lnTo>
                    <a:pt x="66" y="112"/>
                  </a:lnTo>
                  <a:lnTo>
                    <a:pt x="65" y="112"/>
                  </a:lnTo>
                  <a:lnTo>
                    <a:pt x="63" y="109"/>
                  </a:lnTo>
                  <a:lnTo>
                    <a:pt x="62" y="113"/>
                  </a:lnTo>
                  <a:lnTo>
                    <a:pt x="58" y="113"/>
                  </a:lnTo>
                  <a:lnTo>
                    <a:pt x="57" y="113"/>
                  </a:lnTo>
                  <a:lnTo>
                    <a:pt x="50" y="114"/>
                  </a:lnTo>
                  <a:lnTo>
                    <a:pt x="50" y="114"/>
                  </a:lnTo>
                  <a:lnTo>
                    <a:pt x="47" y="116"/>
                  </a:lnTo>
                  <a:lnTo>
                    <a:pt x="36" y="116"/>
                  </a:lnTo>
                  <a:lnTo>
                    <a:pt x="32" y="114"/>
                  </a:lnTo>
                  <a:lnTo>
                    <a:pt x="29" y="112"/>
                  </a:lnTo>
                  <a:lnTo>
                    <a:pt x="26" y="108"/>
                  </a:lnTo>
                  <a:lnTo>
                    <a:pt x="25" y="108"/>
                  </a:lnTo>
                  <a:lnTo>
                    <a:pt x="25" y="104"/>
                  </a:lnTo>
                  <a:lnTo>
                    <a:pt x="22" y="97"/>
                  </a:lnTo>
                  <a:lnTo>
                    <a:pt x="17" y="93"/>
                  </a:lnTo>
                  <a:lnTo>
                    <a:pt x="9" y="88"/>
                  </a:lnTo>
                  <a:lnTo>
                    <a:pt x="5" y="89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0"/>
                  </a:lnTo>
                  <a:lnTo>
                    <a:pt x="0" y="79"/>
                  </a:lnTo>
                  <a:lnTo>
                    <a:pt x="0" y="77"/>
                  </a:lnTo>
                  <a:lnTo>
                    <a:pt x="0" y="72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1" y="56"/>
                  </a:lnTo>
                  <a:lnTo>
                    <a:pt x="3" y="55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7" y="52"/>
                  </a:lnTo>
                  <a:lnTo>
                    <a:pt x="8" y="50"/>
                  </a:lnTo>
                  <a:lnTo>
                    <a:pt x="8" y="47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9" y="42"/>
                  </a:lnTo>
                  <a:lnTo>
                    <a:pt x="11" y="42"/>
                  </a:lnTo>
                  <a:lnTo>
                    <a:pt x="11" y="39"/>
                  </a:lnTo>
                  <a:lnTo>
                    <a:pt x="13" y="39"/>
                  </a:lnTo>
                  <a:lnTo>
                    <a:pt x="14" y="38"/>
                  </a:lnTo>
                  <a:lnTo>
                    <a:pt x="13" y="34"/>
                  </a:lnTo>
                  <a:lnTo>
                    <a:pt x="13" y="31"/>
                  </a:lnTo>
                  <a:lnTo>
                    <a:pt x="9" y="29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9" y="18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7" name="Freeform 466"/>
            <p:cNvSpPr>
              <a:spLocks/>
            </p:cNvSpPr>
            <p:nvPr/>
          </p:nvSpPr>
          <p:spPr bwMode="auto">
            <a:xfrm>
              <a:off x="5965747" y="4342787"/>
              <a:ext cx="10151" cy="10151"/>
            </a:xfrm>
            <a:custGeom>
              <a:avLst/>
              <a:gdLst>
                <a:gd name="T0" fmla="*/ 2 w 4"/>
                <a:gd name="T1" fmla="*/ 0 h 4"/>
                <a:gd name="T2" fmla="*/ 4 w 4"/>
                <a:gd name="T3" fmla="*/ 1 h 4"/>
                <a:gd name="T4" fmla="*/ 3 w 4"/>
                <a:gd name="T5" fmla="*/ 4 h 4"/>
                <a:gd name="T6" fmla="*/ 2 w 4"/>
                <a:gd name="T7" fmla="*/ 4 h 4"/>
                <a:gd name="T8" fmla="*/ 2 w 4"/>
                <a:gd name="T9" fmla="*/ 4 h 4"/>
                <a:gd name="T10" fmla="*/ 0 w 4"/>
                <a:gd name="T11" fmla="*/ 2 h 4"/>
                <a:gd name="T12" fmla="*/ 2 w 4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lnTo>
                    <a:pt x="4" y="1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8" name="Freeform 467"/>
            <p:cNvSpPr>
              <a:spLocks/>
            </p:cNvSpPr>
            <p:nvPr/>
          </p:nvSpPr>
          <p:spPr bwMode="auto">
            <a:xfrm>
              <a:off x="6024114" y="4236202"/>
              <a:ext cx="15226" cy="22840"/>
            </a:xfrm>
            <a:custGeom>
              <a:avLst/>
              <a:gdLst>
                <a:gd name="T0" fmla="*/ 5 w 6"/>
                <a:gd name="T1" fmla="*/ 0 h 9"/>
                <a:gd name="T2" fmla="*/ 6 w 6"/>
                <a:gd name="T3" fmla="*/ 1 h 9"/>
                <a:gd name="T4" fmla="*/ 6 w 6"/>
                <a:gd name="T5" fmla="*/ 5 h 9"/>
                <a:gd name="T6" fmla="*/ 5 w 6"/>
                <a:gd name="T7" fmla="*/ 9 h 9"/>
                <a:gd name="T8" fmla="*/ 3 w 6"/>
                <a:gd name="T9" fmla="*/ 9 h 9"/>
                <a:gd name="T10" fmla="*/ 0 w 6"/>
                <a:gd name="T11" fmla="*/ 7 h 9"/>
                <a:gd name="T12" fmla="*/ 0 w 6"/>
                <a:gd name="T13" fmla="*/ 6 h 9"/>
                <a:gd name="T14" fmla="*/ 3 w 6"/>
                <a:gd name="T15" fmla="*/ 6 h 9"/>
                <a:gd name="T16" fmla="*/ 3 w 6"/>
                <a:gd name="T17" fmla="*/ 2 h 9"/>
                <a:gd name="T18" fmla="*/ 5 w 6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lnTo>
                    <a:pt x="6" y="1"/>
                  </a:lnTo>
                  <a:lnTo>
                    <a:pt x="6" y="5"/>
                  </a:lnTo>
                  <a:lnTo>
                    <a:pt x="5" y="9"/>
                  </a:lnTo>
                  <a:lnTo>
                    <a:pt x="3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29" name="Freeform 468"/>
            <p:cNvSpPr>
              <a:spLocks/>
            </p:cNvSpPr>
            <p:nvPr/>
          </p:nvSpPr>
          <p:spPr bwMode="auto">
            <a:xfrm>
              <a:off x="6034265" y="3957050"/>
              <a:ext cx="225860" cy="345133"/>
            </a:xfrm>
            <a:custGeom>
              <a:avLst/>
              <a:gdLst>
                <a:gd name="T0" fmla="*/ 72 w 89"/>
                <a:gd name="T1" fmla="*/ 6 h 136"/>
                <a:gd name="T2" fmla="*/ 74 w 89"/>
                <a:gd name="T3" fmla="*/ 12 h 136"/>
                <a:gd name="T4" fmla="*/ 75 w 89"/>
                <a:gd name="T5" fmla="*/ 17 h 136"/>
                <a:gd name="T6" fmla="*/ 75 w 89"/>
                <a:gd name="T7" fmla="*/ 24 h 136"/>
                <a:gd name="T8" fmla="*/ 76 w 89"/>
                <a:gd name="T9" fmla="*/ 31 h 136"/>
                <a:gd name="T10" fmla="*/ 81 w 89"/>
                <a:gd name="T11" fmla="*/ 36 h 136"/>
                <a:gd name="T12" fmla="*/ 80 w 89"/>
                <a:gd name="T13" fmla="*/ 37 h 136"/>
                <a:gd name="T14" fmla="*/ 74 w 89"/>
                <a:gd name="T15" fmla="*/ 37 h 136"/>
                <a:gd name="T16" fmla="*/ 70 w 89"/>
                <a:gd name="T17" fmla="*/ 36 h 136"/>
                <a:gd name="T18" fmla="*/ 66 w 89"/>
                <a:gd name="T19" fmla="*/ 39 h 136"/>
                <a:gd name="T20" fmla="*/ 64 w 89"/>
                <a:gd name="T21" fmla="*/ 42 h 136"/>
                <a:gd name="T22" fmla="*/ 68 w 89"/>
                <a:gd name="T23" fmla="*/ 46 h 136"/>
                <a:gd name="T24" fmla="*/ 79 w 89"/>
                <a:gd name="T25" fmla="*/ 56 h 136"/>
                <a:gd name="T26" fmla="*/ 83 w 89"/>
                <a:gd name="T27" fmla="*/ 65 h 136"/>
                <a:gd name="T28" fmla="*/ 78 w 89"/>
                <a:gd name="T29" fmla="*/ 71 h 136"/>
                <a:gd name="T30" fmla="*/ 72 w 89"/>
                <a:gd name="T31" fmla="*/ 81 h 136"/>
                <a:gd name="T32" fmla="*/ 70 w 89"/>
                <a:gd name="T33" fmla="*/ 86 h 136"/>
                <a:gd name="T34" fmla="*/ 71 w 89"/>
                <a:gd name="T35" fmla="*/ 95 h 136"/>
                <a:gd name="T36" fmla="*/ 72 w 89"/>
                <a:gd name="T37" fmla="*/ 103 h 136"/>
                <a:gd name="T38" fmla="*/ 79 w 89"/>
                <a:gd name="T39" fmla="*/ 110 h 136"/>
                <a:gd name="T40" fmla="*/ 85 w 89"/>
                <a:gd name="T41" fmla="*/ 119 h 136"/>
                <a:gd name="T42" fmla="*/ 89 w 89"/>
                <a:gd name="T43" fmla="*/ 127 h 136"/>
                <a:gd name="T44" fmla="*/ 89 w 89"/>
                <a:gd name="T45" fmla="*/ 128 h 136"/>
                <a:gd name="T46" fmla="*/ 87 w 89"/>
                <a:gd name="T47" fmla="*/ 132 h 136"/>
                <a:gd name="T48" fmla="*/ 87 w 89"/>
                <a:gd name="T49" fmla="*/ 136 h 136"/>
                <a:gd name="T50" fmla="*/ 84 w 89"/>
                <a:gd name="T51" fmla="*/ 135 h 136"/>
                <a:gd name="T52" fmla="*/ 80 w 89"/>
                <a:gd name="T53" fmla="*/ 135 h 136"/>
                <a:gd name="T54" fmla="*/ 76 w 89"/>
                <a:gd name="T55" fmla="*/ 133 h 136"/>
                <a:gd name="T56" fmla="*/ 74 w 89"/>
                <a:gd name="T57" fmla="*/ 132 h 136"/>
                <a:gd name="T58" fmla="*/ 70 w 89"/>
                <a:gd name="T59" fmla="*/ 132 h 136"/>
                <a:gd name="T60" fmla="*/ 52 w 89"/>
                <a:gd name="T61" fmla="*/ 132 h 136"/>
                <a:gd name="T62" fmla="*/ 51 w 89"/>
                <a:gd name="T63" fmla="*/ 131 h 136"/>
                <a:gd name="T64" fmla="*/ 46 w 89"/>
                <a:gd name="T65" fmla="*/ 131 h 136"/>
                <a:gd name="T66" fmla="*/ 39 w 89"/>
                <a:gd name="T67" fmla="*/ 129 h 136"/>
                <a:gd name="T68" fmla="*/ 34 w 89"/>
                <a:gd name="T69" fmla="*/ 131 h 136"/>
                <a:gd name="T70" fmla="*/ 31 w 89"/>
                <a:gd name="T71" fmla="*/ 132 h 136"/>
                <a:gd name="T72" fmla="*/ 16 w 89"/>
                <a:gd name="T73" fmla="*/ 131 h 136"/>
                <a:gd name="T74" fmla="*/ 16 w 89"/>
                <a:gd name="T75" fmla="*/ 129 h 136"/>
                <a:gd name="T76" fmla="*/ 14 w 89"/>
                <a:gd name="T77" fmla="*/ 119 h 136"/>
                <a:gd name="T78" fmla="*/ 13 w 89"/>
                <a:gd name="T79" fmla="*/ 111 h 136"/>
                <a:gd name="T80" fmla="*/ 6 w 89"/>
                <a:gd name="T81" fmla="*/ 108 h 136"/>
                <a:gd name="T82" fmla="*/ 1 w 89"/>
                <a:gd name="T83" fmla="*/ 102 h 136"/>
                <a:gd name="T84" fmla="*/ 2 w 89"/>
                <a:gd name="T85" fmla="*/ 96 h 136"/>
                <a:gd name="T86" fmla="*/ 4 w 89"/>
                <a:gd name="T87" fmla="*/ 89 h 136"/>
                <a:gd name="T88" fmla="*/ 6 w 89"/>
                <a:gd name="T89" fmla="*/ 83 h 136"/>
                <a:gd name="T90" fmla="*/ 13 w 89"/>
                <a:gd name="T91" fmla="*/ 78 h 136"/>
                <a:gd name="T92" fmla="*/ 17 w 89"/>
                <a:gd name="T93" fmla="*/ 74 h 136"/>
                <a:gd name="T94" fmla="*/ 21 w 89"/>
                <a:gd name="T95" fmla="*/ 74 h 136"/>
                <a:gd name="T96" fmla="*/ 26 w 89"/>
                <a:gd name="T97" fmla="*/ 78 h 136"/>
                <a:gd name="T98" fmla="*/ 31 w 89"/>
                <a:gd name="T99" fmla="*/ 78 h 136"/>
                <a:gd name="T100" fmla="*/ 34 w 89"/>
                <a:gd name="T101" fmla="*/ 74 h 136"/>
                <a:gd name="T102" fmla="*/ 38 w 89"/>
                <a:gd name="T103" fmla="*/ 69 h 136"/>
                <a:gd name="T104" fmla="*/ 42 w 89"/>
                <a:gd name="T105" fmla="*/ 61 h 136"/>
                <a:gd name="T106" fmla="*/ 46 w 89"/>
                <a:gd name="T107" fmla="*/ 54 h 136"/>
                <a:gd name="T108" fmla="*/ 50 w 89"/>
                <a:gd name="T109" fmla="*/ 48 h 136"/>
                <a:gd name="T110" fmla="*/ 54 w 89"/>
                <a:gd name="T111" fmla="*/ 42 h 136"/>
                <a:gd name="T112" fmla="*/ 56 w 89"/>
                <a:gd name="T113" fmla="*/ 33 h 136"/>
                <a:gd name="T114" fmla="*/ 59 w 89"/>
                <a:gd name="T115" fmla="*/ 25 h 136"/>
                <a:gd name="T116" fmla="*/ 63 w 89"/>
                <a:gd name="T117" fmla="*/ 21 h 136"/>
                <a:gd name="T118" fmla="*/ 70 w 89"/>
                <a:gd name="T119" fmla="*/ 19 h 136"/>
                <a:gd name="T120" fmla="*/ 68 w 89"/>
                <a:gd name="T121" fmla="*/ 12 h 136"/>
                <a:gd name="T122" fmla="*/ 64 w 89"/>
                <a:gd name="T123" fmla="*/ 8 h 136"/>
                <a:gd name="T124" fmla="*/ 63 w 89"/>
                <a:gd name="T12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9" h="136">
                  <a:moveTo>
                    <a:pt x="63" y="0"/>
                  </a:moveTo>
                  <a:lnTo>
                    <a:pt x="70" y="3"/>
                  </a:lnTo>
                  <a:lnTo>
                    <a:pt x="72" y="6"/>
                  </a:lnTo>
                  <a:lnTo>
                    <a:pt x="72" y="8"/>
                  </a:lnTo>
                  <a:lnTo>
                    <a:pt x="74" y="10"/>
                  </a:lnTo>
                  <a:lnTo>
                    <a:pt x="74" y="12"/>
                  </a:lnTo>
                  <a:lnTo>
                    <a:pt x="75" y="15"/>
                  </a:lnTo>
                  <a:lnTo>
                    <a:pt x="75" y="16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6" y="20"/>
                  </a:lnTo>
                  <a:lnTo>
                    <a:pt x="75" y="24"/>
                  </a:lnTo>
                  <a:lnTo>
                    <a:pt x="74" y="25"/>
                  </a:lnTo>
                  <a:lnTo>
                    <a:pt x="74" y="28"/>
                  </a:lnTo>
                  <a:lnTo>
                    <a:pt x="76" y="31"/>
                  </a:lnTo>
                  <a:lnTo>
                    <a:pt x="78" y="31"/>
                  </a:lnTo>
                  <a:lnTo>
                    <a:pt x="79" y="33"/>
                  </a:lnTo>
                  <a:lnTo>
                    <a:pt x="81" y="36"/>
                  </a:lnTo>
                  <a:lnTo>
                    <a:pt x="83" y="37"/>
                  </a:lnTo>
                  <a:lnTo>
                    <a:pt x="81" y="37"/>
                  </a:lnTo>
                  <a:lnTo>
                    <a:pt x="80" y="37"/>
                  </a:lnTo>
                  <a:lnTo>
                    <a:pt x="79" y="37"/>
                  </a:lnTo>
                  <a:lnTo>
                    <a:pt x="76" y="36"/>
                  </a:lnTo>
                  <a:lnTo>
                    <a:pt x="74" y="37"/>
                  </a:lnTo>
                  <a:lnTo>
                    <a:pt x="72" y="36"/>
                  </a:lnTo>
                  <a:lnTo>
                    <a:pt x="70" y="37"/>
                  </a:lnTo>
                  <a:lnTo>
                    <a:pt x="70" y="36"/>
                  </a:lnTo>
                  <a:lnTo>
                    <a:pt x="67" y="36"/>
                  </a:lnTo>
                  <a:lnTo>
                    <a:pt x="66" y="36"/>
                  </a:lnTo>
                  <a:lnTo>
                    <a:pt x="66" y="39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4" y="42"/>
                  </a:lnTo>
                  <a:lnTo>
                    <a:pt x="66" y="44"/>
                  </a:lnTo>
                  <a:lnTo>
                    <a:pt x="67" y="45"/>
                  </a:lnTo>
                  <a:lnTo>
                    <a:pt x="68" y="46"/>
                  </a:lnTo>
                  <a:lnTo>
                    <a:pt x="72" y="49"/>
                  </a:lnTo>
                  <a:lnTo>
                    <a:pt x="78" y="54"/>
                  </a:lnTo>
                  <a:lnTo>
                    <a:pt x="79" y="56"/>
                  </a:lnTo>
                  <a:lnTo>
                    <a:pt x="80" y="58"/>
                  </a:lnTo>
                  <a:lnTo>
                    <a:pt x="83" y="62"/>
                  </a:lnTo>
                  <a:lnTo>
                    <a:pt x="83" y="65"/>
                  </a:lnTo>
                  <a:lnTo>
                    <a:pt x="80" y="67"/>
                  </a:lnTo>
                  <a:lnTo>
                    <a:pt x="79" y="69"/>
                  </a:lnTo>
                  <a:lnTo>
                    <a:pt x="78" y="71"/>
                  </a:lnTo>
                  <a:lnTo>
                    <a:pt x="76" y="75"/>
                  </a:lnTo>
                  <a:lnTo>
                    <a:pt x="75" y="78"/>
                  </a:lnTo>
                  <a:lnTo>
                    <a:pt x="72" y="81"/>
                  </a:lnTo>
                  <a:lnTo>
                    <a:pt x="71" y="82"/>
                  </a:lnTo>
                  <a:lnTo>
                    <a:pt x="70" y="83"/>
                  </a:lnTo>
                  <a:lnTo>
                    <a:pt x="70" y="86"/>
                  </a:lnTo>
                  <a:lnTo>
                    <a:pt x="71" y="89"/>
                  </a:lnTo>
                  <a:lnTo>
                    <a:pt x="71" y="92"/>
                  </a:lnTo>
                  <a:lnTo>
                    <a:pt x="71" y="95"/>
                  </a:lnTo>
                  <a:lnTo>
                    <a:pt x="72" y="98"/>
                  </a:lnTo>
                  <a:lnTo>
                    <a:pt x="72" y="103"/>
                  </a:lnTo>
                  <a:lnTo>
                    <a:pt x="72" y="103"/>
                  </a:lnTo>
                  <a:lnTo>
                    <a:pt x="76" y="104"/>
                  </a:lnTo>
                  <a:lnTo>
                    <a:pt x="78" y="107"/>
                  </a:lnTo>
                  <a:lnTo>
                    <a:pt x="79" y="110"/>
                  </a:lnTo>
                  <a:lnTo>
                    <a:pt x="81" y="114"/>
                  </a:lnTo>
                  <a:lnTo>
                    <a:pt x="84" y="117"/>
                  </a:lnTo>
                  <a:lnTo>
                    <a:pt x="85" y="119"/>
                  </a:lnTo>
                  <a:lnTo>
                    <a:pt x="88" y="121"/>
                  </a:lnTo>
                  <a:lnTo>
                    <a:pt x="89" y="124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9" y="128"/>
                  </a:lnTo>
                  <a:lnTo>
                    <a:pt x="89" y="129"/>
                  </a:lnTo>
                  <a:lnTo>
                    <a:pt x="88" y="131"/>
                  </a:lnTo>
                  <a:lnTo>
                    <a:pt x="87" y="132"/>
                  </a:lnTo>
                  <a:lnTo>
                    <a:pt x="88" y="135"/>
                  </a:lnTo>
                  <a:lnTo>
                    <a:pt x="88" y="135"/>
                  </a:lnTo>
                  <a:lnTo>
                    <a:pt x="87" y="136"/>
                  </a:lnTo>
                  <a:lnTo>
                    <a:pt x="85" y="135"/>
                  </a:lnTo>
                  <a:lnTo>
                    <a:pt x="85" y="135"/>
                  </a:lnTo>
                  <a:lnTo>
                    <a:pt x="84" y="135"/>
                  </a:lnTo>
                  <a:lnTo>
                    <a:pt x="83" y="135"/>
                  </a:lnTo>
                  <a:lnTo>
                    <a:pt x="80" y="135"/>
                  </a:lnTo>
                  <a:lnTo>
                    <a:pt x="80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6" y="133"/>
                  </a:lnTo>
                  <a:lnTo>
                    <a:pt x="75" y="135"/>
                  </a:lnTo>
                  <a:lnTo>
                    <a:pt x="75" y="133"/>
                  </a:lnTo>
                  <a:lnTo>
                    <a:pt x="74" y="132"/>
                  </a:lnTo>
                  <a:lnTo>
                    <a:pt x="72" y="133"/>
                  </a:lnTo>
                  <a:lnTo>
                    <a:pt x="71" y="132"/>
                  </a:lnTo>
                  <a:lnTo>
                    <a:pt x="70" y="132"/>
                  </a:lnTo>
                  <a:lnTo>
                    <a:pt x="70" y="132"/>
                  </a:lnTo>
                  <a:lnTo>
                    <a:pt x="68" y="132"/>
                  </a:lnTo>
                  <a:lnTo>
                    <a:pt x="52" y="132"/>
                  </a:lnTo>
                  <a:lnTo>
                    <a:pt x="52" y="131"/>
                  </a:lnTo>
                  <a:lnTo>
                    <a:pt x="51" y="131"/>
                  </a:lnTo>
                  <a:lnTo>
                    <a:pt x="51" y="131"/>
                  </a:lnTo>
                  <a:lnTo>
                    <a:pt x="47" y="131"/>
                  </a:lnTo>
                  <a:lnTo>
                    <a:pt x="47" y="131"/>
                  </a:lnTo>
                  <a:lnTo>
                    <a:pt x="46" y="131"/>
                  </a:lnTo>
                  <a:lnTo>
                    <a:pt x="43" y="131"/>
                  </a:lnTo>
                  <a:lnTo>
                    <a:pt x="43" y="131"/>
                  </a:lnTo>
                  <a:lnTo>
                    <a:pt x="39" y="129"/>
                  </a:lnTo>
                  <a:lnTo>
                    <a:pt x="38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3" y="131"/>
                  </a:lnTo>
                  <a:lnTo>
                    <a:pt x="31" y="131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17" y="132"/>
                  </a:lnTo>
                  <a:lnTo>
                    <a:pt x="16" y="131"/>
                  </a:lnTo>
                  <a:lnTo>
                    <a:pt x="14" y="131"/>
                  </a:lnTo>
                  <a:lnTo>
                    <a:pt x="13" y="132"/>
                  </a:lnTo>
                  <a:lnTo>
                    <a:pt x="16" y="129"/>
                  </a:lnTo>
                  <a:lnTo>
                    <a:pt x="13" y="128"/>
                  </a:lnTo>
                  <a:lnTo>
                    <a:pt x="14" y="124"/>
                  </a:lnTo>
                  <a:lnTo>
                    <a:pt x="14" y="119"/>
                  </a:lnTo>
                  <a:lnTo>
                    <a:pt x="12" y="116"/>
                  </a:lnTo>
                  <a:lnTo>
                    <a:pt x="12" y="112"/>
                  </a:lnTo>
                  <a:lnTo>
                    <a:pt x="13" y="111"/>
                  </a:lnTo>
                  <a:lnTo>
                    <a:pt x="12" y="108"/>
                  </a:lnTo>
                  <a:lnTo>
                    <a:pt x="8" y="110"/>
                  </a:lnTo>
                  <a:lnTo>
                    <a:pt x="6" y="108"/>
                  </a:lnTo>
                  <a:lnTo>
                    <a:pt x="5" y="108"/>
                  </a:lnTo>
                  <a:lnTo>
                    <a:pt x="4" y="102"/>
                  </a:lnTo>
                  <a:lnTo>
                    <a:pt x="1" y="102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2" y="96"/>
                  </a:lnTo>
                  <a:lnTo>
                    <a:pt x="4" y="94"/>
                  </a:lnTo>
                  <a:lnTo>
                    <a:pt x="4" y="90"/>
                  </a:lnTo>
                  <a:lnTo>
                    <a:pt x="4" y="89"/>
                  </a:lnTo>
                  <a:lnTo>
                    <a:pt x="5" y="87"/>
                  </a:lnTo>
                  <a:lnTo>
                    <a:pt x="5" y="86"/>
                  </a:lnTo>
                  <a:lnTo>
                    <a:pt x="6" y="83"/>
                  </a:lnTo>
                  <a:lnTo>
                    <a:pt x="9" y="82"/>
                  </a:lnTo>
                  <a:lnTo>
                    <a:pt x="10" y="81"/>
                  </a:lnTo>
                  <a:lnTo>
                    <a:pt x="13" y="78"/>
                  </a:lnTo>
                  <a:lnTo>
                    <a:pt x="13" y="75"/>
                  </a:lnTo>
                  <a:lnTo>
                    <a:pt x="14" y="74"/>
                  </a:lnTo>
                  <a:lnTo>
                    <a:pt x="17" y="74"/>
                  </a:lnTo>
                  <a:lnTo>
                    <a:pt x="17" y="73"/>
                  </a:lnTo>
                  <a:lnTo>
                    <a:pt x="18" y="74"/>
                  </a:lnTo>
                  <a:lnTo>
                    <a:pt x="21" y="74"/>
                  </a:lnTo>
                  <a:lnTo>
                    <a:pt x="22" y="74"/>
                  </a:lnTo>
                  <a:lnTo>
                    <a:pt x="25" y="75"/>
                  </a:lnTo>
                  <a:lnTo>
                    <a:pt x="26" y="78"/>
                  </a:lnTo>
                  <a:lnTo>
                    <a:pt x="29" y="79"/>
                  </a:lnTo>
                  <a:lnTo>
                    <a:pt x="30" y="81"/>
                  </a:lnTo>
                  <a:lnTo>
                    <a:pt x="31" y="78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7" y="73"/>
                  </a:lnTo>
                  <a:lnTo>
                    <a:pt x="38" y="71"/>
                  </a:lnTo>
                  <a:lnTo>
                    <a:pt x="38" y="69"/>
                  </a:lnTo>
                  <a:lnTo>
                    <a:pt x="38" y="66"/>
                  </a:lnTo>
                  <a:lnTo>
                    <a:pt x="42" y="62"/>
                  </a:lnTo>
                  <a:lnTo>
                    <a:pt x="42" y="61"/>
                  </a:lnTo>
                  <a:lnTo>
                    <a:pt x="42" y="60"/>
                  </a:lnTo>
                  <a:lnTo>
                    <a:pt x="43" y="57"/>
                  </a:lnTo>
                  <a:lnTo>
                    <a:pt x="46" y="54"/>
                  </a:lnTo>
                  <a:lnTo>
                    <a:pt x="49" y="53"/>
                  </a:lnTo>
                  <a:lnTo>
                    <a:pt x="49" y="50"/>
                  </a:lnTo>
                  <a:lnTo>
                    <a:pt x="50" y="48"/>
                  </a:lnTo>
                  <a:lnTo>
                    <a:pt x="50" y="45"/>
                  </a:lnTo>
                  <a:lnTo>
                    <a:pt x="51" y="42"/>
                  </a:lnTo>
                  <a:lnTo>
                    <a:pt x="54" y="42"/>
                  </a:lnTo>
                  <a:lnTo>
                    <a:pt x="56" y="40"/>
                  </a:lnTo>
                  <a:lnTo>
                    <a:pt x="56" y="37"/>
                  </a:lnTo>
                  <a:lnTo>
                    <a:pt x="56" y="33"/>
                  </a:lnTo>
                  <a:lnTo>
                    <a:pt x="56" y="32"/>
                  </a:lnTo>
                  <a:lnTo>
                    <a:pt x="58" y="29"/>
                  </a:lnTo>
                  <a:lnTo>
                    <a:pt x="59" y="25"/>
                  </a:lnTo>
                  <a:lnTo>
                    <a:pt x="60" y="24"/>
                  </a:lnTo>
                  <a:lnTo>
                    <a:pt x="62" y="24"/>
                  </a:lnTo>
                  <a:lnTo>
                    <a:pt x="63" y="21"/>
                  </a:lnTo>
                  <a:lnTo>
                    <a:pt x="64" y="21"/>
                  </a:lnTo>
                  <a:lnTo>
                    <a:pt x="67" y="20"/>
                  </a:lnTo>
                  <a:lnTo>
                    <a:pt x="70" y="19"/>
                  </a:lnTo>
                  <a:lnTo>
                    <a:pt x="70" y="17"/>
                  </a:lnTo>
                  <a:lnTo>
                    <a:pt x="68" y="14"/>
                  </a:lnTo>
                  <a:lnTo>
                    <a:pt x="68" y="12"/>
                  </a:lnTo>
                  <a:lnTo>
                    <a:pt x="68" y="11"/>
                  </a:lnTo>
                  <a:lnTo>
                    <a:pt x="66" y="11"/>
                  </a:lnTo>
                  <a:lnTo>
                    <a:pt x="64" y="8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0" name="Freeform 469"/>
            <p:cNvSpPr>
              <a:spLocks/>
            </p:cNvSpPr>
            <p:nvPr/>
          </p:nvSpPr>
          <p:spPr bwMode="auto">
            <a:xfrm>
              <a:off x="6034265" y="4284420"/>
              <a:ext cx="172567" cy="187793"/>
            </a:xfrm>
            <a:custGeom>
              <a:avLst/>
              <a:gdLst>
                <a:gd name="T0" fmla="*/ 43 w 68"/>
                <a:gd name="T1" fmla="*/ 2 h 74"/>
                <a:gd name="T2" fmla="*/ 46 w 68"/>
                <a:gd name="T3" fmla="*/ 2 h 74"/>
                <a:gd name="T4" fmla="*/ 47 w 68"/>
                <a:gd name="T5" fmla="*/ 2 h 74"/>
                <a:gd name="T6" fmla="*/ 51 w 68"/>
                <a:gd name="T7" fmla="*/ 2 h 74"/>
                <a:gd name="T8" fmla="*/ 52 w 68"/>
                <a:gd name="T9" fmla="*/ 3 h 74"/>
                <a:gd name="T10" fmla="*/ 52 w 68"/>
                <a:gd name="T11" fmla="*/ 4 h 74"/>
                <a:gd name="T12" fmla="*/ 52 w 68"/>
                <a:gd name="T13" fmla="*/ 10 h 74"/>
                <a:gd name="T14" fmla="*/ 52 w 68"/>
                <a:gd name="T15" fmla="*/ 13 h 74"/>
                <a:gd name="T16" fmla="*/ 56 w 68"/>
                <a:gd name="T17" fmla="*/ 13 h 74"/>
                <a:gd name="T18" fmla="*/ 60 w 68"/>
                <a:gd name="T19" fmla="*/ 12 h 74"/>
                <a:gd name="T20" fmla="*/ 67 w 68"/>
                <a:gd name="T21" fmla="*/ 12 h 74"/>
                <a:gd name="T22" fmla="*/ 68 w 68"/>
                <a:gd name="T23" fmla="*/ 16 h 74"/>
                <a:gd name="T24" fmla="*/ 68 w 68"/>
                <a:gd name="T25" fmla="*/ 19 h 74"/>
                <a:gd name="T26" fmla="*/ 66 w 68"/>
                <a:gd name="T27" fmla="*/ 21 h 74"/>
                <a:gd name="T28" fmla="*/ 63 w 68"/>
                <a:gd name="T29" fmla="*/ 25 h 74"/>
                <a:gd name="T30" fmla="*/ 64 w 68"/>
                <a:gd name="T31" fmla="*/ 27 h 74"/>
                <a:gd name="T32" fmla="*/ 63 w 68"/>
                <a:gd name="T33" fmla="*/ 28 h 74"/>
                <a:gd name="T34" fmla="*/ 62 w 68"/>
                <a:gd name="T35" fmla="*/ 29 h 74"/>
                <a:gd name="T36" fmla="*/ 63 w 68"/>
                <a:gd name="T37" fmla="*/ 32 h 74"/>
                <a:gd name="T38" fmla="*/ 64 w 68"/>
                <a:gd name="T39" fmla="*/ 33 h 74"/>
                <a:gd name="T40" fmla="*/ 67 w 68"/>
                <a:gd name="T41" fmla="*/ 36 h 74"/>
                <a:gd name="T42" fmla="*/ 68 w 68"/>
                <a:gd name="T43" fmla="*/ 40 h 74"/>
                <a:gd name="T44" fmla="*/ 64 w 68"/>
                <a:gd name="T45" fmla="*/ 53 h 74"/>
                <a:gd name="T46" fmla="*/ 64 w 68"/>
                <a:gd name="T47" fmla="*/ 57 h 74"/>
                <a:gd name="T48" fmla="*/ 63 w 68"/>
                <a:gd name="T49" fmla="*/ 56 h 74"/>
                <a:gd name="T50" fmla="*/ 58 w 68"/>
                <a:gd name="T51" fmla="*/ 54 h 74"/>
                <a:gd name="T52" fmla="*/ 55 w 68"/>
                <a:gd name="T53" fmla="*/ 56 h 74"/>
                <a:gd name="T54" fmla="*/ 50 w 68"/>
                <a:gd name="T55" fmla="*/ 54 h 74"/>
                <a:gd name="T56" fmla="*/ 46 w 68"/>
                <a:gd name="T57" fmla="*/ 49 h 74"/>
                <a:gd name="T58" fmla="*/ 46 w 68"/>
                <a:gd name="T59" fmla="*/ 53 h 74"/>
                <a:gd name="T60" fmla="*/ 41 w 68"/>
                <a:gd name="T61" fmla="*/ 56 h 74"/>
                <a:gd name="T62" fmla="*/ 38 w 68"/>
                <a:gd name="T63" fmla="*/ 57 h 74"/>
                <a:gd name="T64" fmla="*/ 35 w 68"/>
                <a:gd name="T65" fmla="*/ 57 h 74"/>
                <a:gd name="T66" fmla="*/ 31 w 68"/>
                <a:gd name="T67" fmla="*/ 58 h 74"/>
                <a:gd name="T68" fmla="*/ 31 w 68"/>
                <a:gd name="T69" fmla="*/ 62 h 74"/>
                <a:gd name="T70" fmla="*/ 35 w 68"/>
                <a:gd name="T71" fmla="*/ 61 h 74"/>
                <a:gd name="T72" fmla="*/ 38 w 68"/>
                <a:gd name="T73" fmla="*/ 63 h 74"/>
                <a:gd name="T74" fmla="*/ 38 w 68"/>
                <a:gd name="T75" fmla="*/ 71 h 74"/>
                <a:gd name="T76" fmla="*/ 34 w 68"/>
                <a:gd name="T77" fmla="*/ 69 h 74"/>
                <a:gd name="T78" fmla="*/ 31 w 68"/>
                <a:gd name="T79" fmla="*/ 70 h 74"/>
                <a:gd name="T80" fmla="*/ 30 w 68"/>
                <a:gd name="T81" fmla="*/ 73 h 74"/>
                <a:gd name="T82" fmla="*/ 27 w 68"/>
                <a:gd name="T83" fmla="*/ 74 h 74"/>
                <a:gd name="T84" fmla="*/ 26 w 68"/>
                <a:gd name="T85" fmla="*/ 71 h 74"/>
                <a:gd name="T86" fmla="*/ 20 w 68"/>
                <a:gd name="T87" fmla="*/ 66 h 74"/>
                <a:gd name="T88" fmla="*/ 12 w 68"/>
                <a:gd name="T89" fmla="*/ 58 h 74"/>
                <a:gd name="T90" fmla="*/ 9 w 68"/>
                <a:gd name="T91" fmla="*/ 56 h 74"/>
                <a:gd name="T92" fmla="*/ 6 w 68"/>
                <a:gd name="T93" fmla="*/ 52 h 74"/>
                <a:gd name="T94" fmla="*/ 4 w 68"/>
                <a:gd name="T95" fmla="*/ 45 h 74"/>
                <a:gd name="T96" fmla="*/ 2 w 68"/>
                <a:gd name="T97" fmla="*/ 42 h 74"/>
                <a:gd name="T98" fmla="*/ 1 w 68"/>
                <a:gd name="T99" fmla="*/ 36 h 74"/>
                <a:gd name="T100" fmla="*/ 5 w 68"/>
                <a:gd name="T101" fmla="*/ 35 h 74"/>
                <a:gd name="T102" fmla="*/ 6 w 68"/>
                <a:gd name="T103" fmla="*/ 24 h 74"/>
                <a:gd name="T104" fmla="*/ 13 w 68"/>
                <a:gd name="T105" fmla="*/ 25 h 74"/>
                <a:gd name="T106" fmla="*/ 8 w 68"/>
                <a:gd name="T107" fmla="*/ 20 h 74"/>
                <a:gd name="T108" fmla="*/ 10 w 68"/>
                <a:gd name="T109" fmla="*/ 17 h 74"/>
                <a:gd name="T110" fmla="*/ 13 w 68"/>
                <a:gd name="T111" fmla="*/ 16 h 74"/>
                <a:gd name="T112" fmla="*/ 14 w 68"/>
                <a:gd name="T113" fmla="*/ 16 h 74"/>
                <a:gd name="T114" fmla="*/ 31 w 68"/>
                <a:gd name="T115" fmla="*/ 3 h 74"/>
                <a:gd name="T116" fmla="*/ 33 w 68"/>
                <a:gd name="T117" fmla="*/ 2 h 74"/>
                <a:gd name="T118" fmla="*/ 34 w 68"/>
                <a:gd name="T119" fmla="*/ 2 h 74"/>
                <a:gd name="T120" fmla="*/ 39 w 68"/>
                <a:gd name="T12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8" h="74">
                  <a:moveTo>
                    <a:pt x="39" y="0"/>
                  </a:moveTo>
                  <a:lnTo>
                    <a:pt x="43" y="2"/>
                  </a:lnTo>
                  <a:lnTo>
                    <a:pt x="43" y="2"/>
                  </a:lnTo>
                  <a:lnTo>
                    <a:pt x="46" y="2"/>
                  </a:lnTo>
                  <a:lnTo>
                    <a:pt x="47" y="2"/>
                  </a:lnTo>
                  <a:lnTo>
                    <a:pt x="47" y="2"/>
                  </a:lnTo>
                  <a:lnTo>
                    <a:pt x="51" y="2"/>
                  </a:lnTo>
                  <a:lnTo>
                    <a:pt x="51" y="2"/>
                  </a:lnTo>
                  <a:lnTo>
                    <a:pt x="52" y="2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52" y="4"/>
                  </a:lnTo>
                  <a:lnTo>
                    <a:pt x="52" y="7"/>
                  </a:lnTo>
                  <a:lnTo>
                    <a:pt x="52" y="10"/>
                  </a:lnTo>
                  <a:lnTo>
                    <a:pt x="54" y="12"/>
                  </a:lnTo>
                  <a:lnTo>
                    <a:pt x="52" y="13"/>
                  </a:lnTo>
                  <a:lnTo>
                    <a:pt x="54" y="13"/>
                  </a:lnTo>
                  <a:lnTo>
                    <a:pt x="56" y="13"/>
                  </a:lnTo>
                  <a:lnTo>
                    <a:pt x="58" y="13"/>
                  </a:lnTo>
                  <a:lnTo>
                    <a:pt x="60" y="12"/>
                  </a:lnTo>
                  <a:lnTo>
                    <a:pt x="63" y="12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68" y="16"/>
                  </a:lnTo>
                  <a:lnTo>
                    <a:pt x="67" y="17"/>
                  </a:lnTo>
                  <a:lnTo>
                    <a:pt x="68" y="19"/>
                  </a:lnTo>
                  <a:lnTo>
                    <a:pt x="68" y="21"/>
                  </a:lnTo>
                  <a:lnTo>
                    <a:pt x="66" y="21"/>
                  </a:lnTo>
                  <a:lnTo>
                    <a:pt x="63" y="23"/>
                  </a:lnTo>
                  <a:lnTo>
                    <a:pt x="63" y="25"/>
                  </a:lnTo>
                  <a:lnTo>
                    <a:pt x="63" y="25"/>
                  </a:lnTo>
                  <a:lnTo>
                    <a:pt x="64" y="27"/>
                  </a:lnTo>
                  <a:lnTo>
                    <a:pt x="63" y="27"/>
                  </a:lnTo>
                  <a:lnTo>
                    <a:pt x="63" y="28"/>
                  </a:lnTo>
                  <a:lnTo>
                    <a:pt x="62" y="28"/>
                  </a:lnTo>
                  <a:lnTo>
                    <a:pt x="62" y="29"/>
                  </a:lnTo>
                  <a:lnTo>
                    <a:pt x="62" y="31"/>
                  </a:lnTo>
                  <a:lnTo>
                    <a:pt x="63" y="32"/>
                  </a:lnTo>
                  <a:lnTo>
                    <a:pt x="64" y="32"/>
                  </a:lnTo>
                  <a:lnTo>
                    <a:pt x="64" y="33"/>
                  </a:lnTo>
                  <a:lnTo>
                    <a:pt x="66" y="35"/>
                  </a:lnTo>
                  <a:lnTo>
                    <a:pt x="67" y="36"/>
                  </a:lnTo>
                  <a:lnTo>
                    <a:pt x="68" y="37"/>
                  </a:lnTo>
                  <a:lnTo>
                    <a:pt x="68" y="40"/>
                  </a:lnTo>
                  <a:lnTo>
                    <a:pt x="67" y="44"/>
                  </a:lnTo>
                  <a:lnTo>
                    <a:pt x="64" y="53"/>
                  </a:lnTo>
                  <a:lnTo>
                    <a:pt x="64" y="56"/>
                  </a:lnTo>
                  <a:lnTo>
                    <a:pt x="64" y="57"/>
                  </a:lnTo>
                  <a:lnTo>
                    <a:pt x="63" y="57"/>
                  </a:lnTo>
                  <a:lnTo>
                    <a:pt x="63" y="56"/>
                  </a:lnTo>
                  <a:lnTo>
                    <a:pt x="60" y="54"/>
                  </a:lnTo>
                  <a:lnTo>
                    <a:pt x="58" y="54"/>
                  </a:lnTo>
                  <a:lnTo>
                    <a:pt x="56" y="56"/>
                  </a:lnTo>
                  <a:lnTo>
                    <a:pt x="55" y="56"/>
                  </a:lnTo>
                  <a:lnTo>
                    <a:pt x="51" y="56"/>
                  </a:lnTo>
                  <a:lnTo>
                    <a:pt x="50" y="54"/>
                  </a:lnTo>
                  <a:lnTo>
                    <a:pt x="49" y="49"/>
                  </a:lnTo>
                  <a:lnTo>
                    <a:pt x="46" y="49"/>
                  </a:lnTo>
                  <a:lnTo>
                    <a:pt x="45" y="50"/>
                  </a:lnTo>
                  <a:lnTo>
                    <a:pt x="46" y="53"/>
                  </a:lnTo>
                  <a:lnTo>
                    <a:pt x="45" y="56"/>
                  </a:lnTo>
                  <a:lnTo>
                    <a:pt x="41" y="56"/>
                  </a:lnTo>
                  <a:lnTo>
                    <a:pt x="39" y="56"/>
                  </a:lnTo>
                  <a:lnTo>
                    <a:pt x="38" y="57"/>
                  </a:lnTo>
                  <a:lnTo>
                    <a:pt x="37" y="58"/>
                  </a:lnTo>
                  <a:lnTo>
                    <a:pt x="35" y="57"/>
                  </a:lnTo>
                  <a:lnTo>
                    <a:pt x="33" y="57"/>
                  </a:lnTo>
                  <a:lnTo>
                    <a:pt x="31" y="58"/>
                  </a:lnTo>
                  <a:lnTo>
                    <a:pt x="31" y="60"/>
                  </a:lnTo>
                  <a:lnTo>
                    <a:pt x="31" y="62"/>
                  </a:lnTo>
                  <a:lnTo>
                    <a:pt x="34" y="61"/>
                  </a:lnTo>
                  <a:lnTo>
                    <a:pt x="35" y="61"/>
                  </a:lnTo>
                  <a:lnTo>
                    <a:pt x="37" y="62"/>
                  </a:lnTo>
                  <a:lnTo>
                    <a:pt x="38" y="63"/>
                  </a:lnTo>
                  <a:lnTo>
                    <a:pt x="39" y="69"/>
                  </a:lnTo>
                  <a:lnTo>
                    <a:pt x="38" y="71"/>
                  </a:lnTo>
                  <a:lnTo>
                    <a:pt x="35" y="69"/>
                  </a:lnTo>
                  <a:lnTo>
                    <a:pt x="34" y="69"/>
                  </a:lnTo>
                  <a:lnTo>
                    <a:pt x="34" y="70"/>
                  </a:lnTo>
                  <a:lnTo>
                    <a:pt x="31" y="70"/>
                  </a:lnTo>
                  <a:lnTo>
                    <a:pt x="30" y="70"/>
                  </a:lnTo>
                  <a:lnTo>
                    <a:pt x="30" y="73"/>
                  </a:lnTo>
                  <a:lnTo>
                    <a:pt x="29" y="74"/>
                  </a:lnTo>
                  <a:lnTo>
                    <a:pt x="27" y="74"/>
                  </a:lnTo>
                  <a:lnTo>
                    <a:pt x="26" y="73"/>
                  </a:lnTo>
                  <a:lnTo>
                    <a:pt x="26" y="71"/>
                  </a:lnTo>
                  <a:lnTo>
                    <a:pt x="21" y="69"/>
                  </a:lnTo>
                  <a:lnTo>
                    <a:pt x="20" y="66"/>
                  </a:lnTo>
                  <a:lnTo>
                    <a:pt x="14" y="62"/>
                  </a:lnTo>
                  <a:lnTo>
                    <a:pt x="12" y="58"/>
                  </a:lnTo>
                  <a:lnTo>
                    <a:pt x="13" y="58"/>
                  </a:lnTo>
                  <a:lnTo>
                    <a:pt x="9" y="56"/>
                  </a:lnTo>
                  <a:lnTo>
                    <a:pt x="8" y="53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4" y="45"/>
                  </a:lnTo>
                  <a:lnTo>
                    <a:pt x="4" y="42"/>
                  </a:lnTo>
                  <a:lnTo>
                    <a:pt x="2" y="42"/>
                  </a:lnTo>
                  <a:lnTo>
                    <a:pt x="0" y="37"/>
                  </a:lnTo>
                  <a:lnTo>
                    <a:pt x="1" y="36"/>
                  </a:lnTo>
                  <a:lnTo>
                    <a:pt x="4" y="36"/>
                  </a:lnTo>
                  <a:lnTo>
                    <a:pt x="5" y="35"/>
                  </a:lnTo>
                  <a:lnTo>
                    <a:pt x="6" y="28"/>
                  </a:lnTo>
                  <a:lnTo>
                    <a:pt x="6" y="24"/>
                  </a:lnTo>
                  <a:lnTo>
                    <a:pt x="8" y="27"/>
                  </a:lnTo>
                  <a:lnTo>
                    <a:pt x="13" y="25"/>
                  </a:lnTo>
                  <a:lnTo>
                    <a:pt x="9" y="24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10" y="17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31" y="16"/>
                  </a:lnTo>
                  <a:lnTo>
                    <a:pt x="31" y="3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8" y="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1" name="Freeform 470"/>
            <p:cNvSpPr>
              <a:spLocks/>
            </p:cNvSpPr>
            <p:nvPr/>
          </p:nvSpPr>
          <p:spPr bwMode="auto">
            <a:xfrm>
              <a:off x="6049491" y="4289495"/>
              <a:ext cx="63444" cy="38067"/>
            </a:xfrm>
            <a:custGeom>
              <a:avLst/>
              <a:gdLst>
                <a:gd name="T0" fmla="*/ 8 w 25"/>
                <a:gd name="T1" fmla="*/ 0 h 15"/>
                <a:gd name="T2" fmla="*/ 10 w 25"/>
                <a:gd name="T3" fmla="*/ 0 h 15"/>
                <a:gd name="T4" fmla="*/ 11 w 25"/>
                <a:gd name="T5" fmla="*/ 1 h 15"/>
                <a:gd name="T6" fmla="*/ 25 w 25"/>
                <a:gd name="T7" fmla="*/ 1 h 15"/>
                <a:gd name="T8" fmla="*/ 25 w 25"/>
                <a:gd name="T9" fmla="*/ 14 h 15"/>
                <a:gd name="T10" fmla="*/ 8 w 25"/>
                <a:gd name="T11" fmla="*/ 14 h 15"/>
                <a:gd name="T12" fmla="*/ 8 w 25"/>
                <a:gd name="T13" fmla="*/ 14 h 15"/>
                <a:gd name="T14" fmla="*/ 7 w 25"/>
                <a:gd name="T15" fmla="*/ 14 h 15"/>
                <a:gd name="T16" fmla="*/ 6 w 25"/>
                <a:gd name="T17" fmla="*/ 15 h 15"/>
                <a:gd name="T18" fmla="*/ 4 w 25"/>
                <a:gd name="T19" fmla="*/ 15 h 15"/>
                <a:gd name="T20" fmla="*/ 4 w 25"/>
                <a:gd name="T21" fmla="*/ 14 h 15"/>
                <a:gd name="T22" fmla="*/ 0 w 25"/>
                <a:gd name="T23" fmla="*/ 13 h 15"/>
                <a:gd name="T24" fmla="*/ 4 w 25"/>
                <a:gd name="T25" fmla="*/ 8 h 15"/>
                <a:gd name="T26" fmla="*/ 7 w 25"/>
                <a:gd name="T27" fmla="*/ 2 h 15"/>
                <a:gd name="T28" fmla="*/ 7 w 25"/>
                <a:gd name="T29" fmla="*/ 1 h 15"/>
                <a:gd name="T30" fmla="*/ 7 w 25"/>
                <a:gd name="T31" fmla="*/ 1 h 15"/>
                <a:gd name="T32" fmla="*/ 8 w 25"/>
                <a:gd name="T3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5">
                  <a:moveTo>
                    <a:pt x="8" y="0"/>
                  </a:moveTo>
                  <a:lnTo>
                    <a:pt x="10" y="0"/>
                  </a:lnTo>
                  <a:lnTo>
                    <a:pt x="11" y="1"/>
                  </a:lnTo>
                  <a:lnTo>
                    <a:pt x="25" y="1"/>
                  </a:lnTo>
                  <a:lnTo>
                    <a:pt x="25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6" y="15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0" y="13"/>
                  </a:lnTo>
                  <a:lnTo>
                    <a:pt x="4" y="8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2" name="Freeform 471"/>
            <p:cNvSpPr>
              <a:spLocks/>
            </p:cNvSpPr>
            <p:nvPr/>
          </p:nvSpPr>
          <p:spPr bwMode="auto">
            <a:xfrm>
              <a:off x="6107860" y="4238740"/>
              <a:ext cx="230936" cy="269001"/>
            </a:xfrm>
            <a:custGeom>
              <a:avLst/>
              <a:gdLst>
                <a:gd name="T0" fmla="*/ 84 w 91"/>
                <a:gd name="T1" fmla="*/ 1 h 106"/>
                <a:gd name="T2" fmla="*/ 89 w 91"/>
                <a:gd name="T3" fmla="*/ 1 h 106"/>
                <a:gd name="T4" fmla="*/ 91 w 91"/>
                <a:gd name="T5" fmla="*/ 9 h 106"/>
                <a:gd name="T6" fmla="*/ 83 w 91"/>
                <a:gd name="T7" fmla="*/ 18 h 106"/>
                <a:gd name="T8" fmla="*/ 83 w 91"/>
                <a:gd name="T9" fmla="*/ 29 h 106"/>
                <a:gd name="T10" fmla="*/ 81 w 91"/>
                <a:gd name="T11" fmla="*/ 35 h 106"/>
                <a:gd name="T12" fmla="*/ 80 w 91"/>
                <a:gd name="T13" fmla="*/ 43 h 106"/>
                <a:gd name="T14" fmla="*/ 77 w 91"/>
                <a:gd name="T15" fmla="*/ 51 h 106"/>
                <a:gd name="T16" fmla="*/ 70 w 91"/>
                <a:gd name="T17" fmla="*/ 60 h 106"/>
                <a:gd name="T18" fmla="*/ 63 w 91"/>
                <a:gd name="T19" fmla="*/ 64 h 106"/>
                <a:gd name="T20" fmla="*/ 58 w 91"/>
                <a:gd name="T21" fmla="*/ 74 h 106"/>
                <a:gd name="T22" fmla="*/ 59 w 91"/>
                <a:gd name="T23" fmla="*/ 84 h 106"/>
                <a:gd name="T24" fmla="*/ 56 w 91"/>
                <a:gd name="T25" fmla="*/ 92 h 106"/>
                <a:gd name="T26" fmla="*/ 51 w 91"/>
                <a:gd name="T27" fmla="*/ 96 h 106"/>
                <a:gd name="T28" fmla="*/ 42 w 91"/>
                <a:gd name="T29" fmla="*/ 105 h 106"/>
                <a:gd name="T30" fmla="*/ 38 w 91"/>
                <a:gd name="T31" fmla="*/ 100 h 106"/>
                <a:gd name="T32" fmla="*/ 35 w 91"/>
                <a:gd name="T33" fmla="*/ 97 h 106"/>
                <a:gd name="T34" fmla="*/ 30 w 91"/>
                <a:gd name="T35" fmla="*/ 100 h 106"/>
                <a:gd name="T36" fmla="*/ 26 w 91"/>
                <a:gd name="T37" fmla="*/ 104 h 106"/>
                <a:gd name="T38" fmla="*/ 23 w 91"/>
                <a:gd name="T39" fmla="*/ 103 h 106"/>
                <a:gd name="T40" fmla="*/ 22 w 91"/>
                <a:gd name="T41" fmla="*/ 100 h 106"/>
                <a:gd name="T42" fmla="*/ 18 w 91"/>
                <a:gd name="T43" fmla="*/ 99 h 106"/>
                <a:gd name="T44" fmla="*/ 14 w 91"/>
                <a:gd name="T45" fmla="*/ 103 h 106"/>
                <a:gd name="T46" fmla="*/ 10 w 91"/>
                <a:gd name="T47" fmla="*/ 106 h 106"/>
                <a:gd name="T48" fmla="*/ 8 w 91"/>
                <a:gd name="T49" fmla="*/ 103 h 106"/>
                <a:gd name="T50" fmla="*/ 2 w 91"/>
                <a:gd name="T51" fmla="*/ 96 h 106"/>
                <a:gd name="T52" fmla="*/ 1 w 91"/>
                <a:gd name="T53" fmla="*/ 91 h 106"/>
                <a:gd name="T54" fmla="*/ 5 w 91"/>
                <a:gd name="T55" fmla="*/ 88 h 106"/>
                <a:gd name="T56" fmla="*/ 9 w 91"/>
                <a:gd name="T57" fmla="*/ 89 h 106"/>
                <a:gd name="T58" fmla="*/ 8 w 91"/>
                <a:gd name="T59" fmla="*/ 80 h 106"/>
                <a:gd name="T60" fmla="*/ 2 w 91"/>
                <a:gd name="T61" fmla="*/ 80 h 106"/>
                <a:gd name="T62" fmla="*/ 4 w 91"/>
                <a:gd name="T63" fmla="*/ 75 h 106"/>
                <a:gd name="T64" fmla="*/ 9 w 91"/>
                <a:gd name="T65" fmla="*/ 75 h 106"/>
                <a:gd name="T66" fmla="*/ 16 w 91"/>
                <a:gd name="T67" fmla="*/ 74 h 106"/>
                <a:gd name="T68" fmla="*/ 17 w 91"/>
                <a:gd name="T69" fmla="*/ 67 h 106"/>
                <a:gd name="T70" fmla="*/ 22 w 91"/>
                <a:gd name="T71" fmla="*/ 74 h 106"/>
                <a:gd name="T72" fmla="*/ 29 w 91"/>
                <a:gd name="T73" fmla="*/ 72 h 106"/>
                <a:gd name="T74" fmla="*/ 34 w 91"/>
                <a:gd name="T75" fmla="*/ 75 h 106"/>
                <a:gd name="T76" fmla="*/ 35 w 91"/>
                <a:gd name="T77" fmla="*/ 71 h 106"/>
                <a:gd name="T78" fmla="*/ 39 w 91"/>
                <a:gd name="T79" fmla="*/ 55 h 106"/>
                <a:gd name="T80" fmla="*/ 35 w 91"/>
                <a:gd name="T81" fmla="*/ 51 h 106"/>
                <a:gd name="T82" fmla="*/ 33 w 91"/>
                <a:gd name="T83" fmla="*/ 49 h 106"/>
                <a:gd name="T84" fmla="*/ 34 w 91"/>
                <a:gd name="T85" fmla="*/ 46 h 106"/>
                <a:gd name="T86" fmla="*/ 34 w 91"/>
                <a:gd name="T87" fmla="*/ 43 h 106"/>
                <a:gd name="T88" fmla="*/ 37 w 91"/>
                <a:gd name="T89" fmla="*/ 39 h 106"/>
                <a:gd name="T90" fmla="*/ 38 w 91"/>
                <a:gd name="T91" fmla="*/ 35 h 106"/>
                <a:gd name="T92" fmla="*/ 38 w 91"/>
                <a:gd name="T93" fmla="*/ 30 h 106"/>
                <a:gd name="T94" fmla="*/ 29 w 91"/>
                <a:gd name="T95" fmla="*/ 31 h 106"/>
                <a:gd name="T96" fmla="*/ 23 w 91"/>
                <a:gd name="T97" fmla="*/ 31 h 106"/>
                <a:gd name="T98" fmla="*/ 23 w 91"/>
                <a:gd name="T99" fmla="*/ 25 h 106"/>
                <a:gd name="T100" fmla="*/ 39 w 91"/>
                <a:gd name="T101" fmla="*/ 21 h 106"/>
                <a:gd name="T102" fmla="*/ 42 w 91"/>
                <a:gd name="T103" fmla="*/ 21 h 106"/>
                <a:gd name="T104" fmla="*/ 46 w 91"/>
                <a:gd name="T105" fmla="*/ 22 h 106"/>
                <a:gd name="T106" fmla="*/ 49 w 91"/>
                <a:gd name="T107" fmla="*/ 22 h 106"/>
                <a:gd name="T108" fmla="*/ 51 w 91"/>
                <a:gd name="T109" fmla="*/ 24 h 106"/>
                <a:gd name="T110" fmla="*/ 56 w 91"/>
                <a:gd name="T111" fmla="*/ 24 h 106"/>
                <a:gd name="T112" fmla="*/ 59 w 91"/>
                <a:gd name="T113" fmla="*/ 24 h 106"/>
                <a:gd name="T114" fmla="*/ 59 w 91"/>
                <a:gd name="T115" fmla="*/ 20 h 106"/>
                <a:gd name="T116" fmla="*/ 66 w 91"/>
                <a:gd name="T117" fmla="*/ 8 h 106"/>
                <a:gd name="T118" fmla="*/ 72 w 91"/>
                <a:gd name="T119" fmla="*/ 3 h 106"/>
                <a:gd name="T120" fmla="*/ 80 w 91"/>
                <a:gd name="T121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1" h="106">
                  <a:moveTo>
                    <a:pt x="80" y="0"/>
                  </a:moveTo>
                  <a:lnTo>
                    <a:pt x="84" y="0"/>
                  </a:lnTo>
                  <a:lnTo>
                    <a:pt x="84" y="1"/>
                  </a:lnTo>
                  <a:lnTo>
                    <a:pt x="87" y="3"/>
                  </a:lnTo>
                  <a:lnTo>
                    <a:pt x="88" y="1"/>
                  </a:lnTo>
                  <a:lnTo>
                    <a:pt x="89" y="1"/>
                  </a:lnTo>
                  <a:lnTo>
                    <a:pt x="89" y="3"/>
                  </a:lnTo>
                  <a:lnTo>
                    <a:pt x="91" y="4"/>
                  </a:lnTo>
                  <a:lnTo>
                    <a:pt x="91" y="9"/>
                  </a:lnTo>
                  <a:lnTo>
                    <a:pt x="88" y="10"/>
                  </a:lnTo>
                  <a:lnTo>
                    <a:pt x="88" y="12"/>
                  </a:lnTo>
                  <a:lnTo>
                    <a:pt x="83" y="18"/>
                  </a:lnTo>
                  <a:lnTo>
                    <a:pt x="84" y="24"/>
                  </a:lnTo>
                  <a:lnTo>
                    <a:pt x="83" y="26"/>
                  </a:lnTo>
                  <a:lnTo>
                    <a:pt x="83" y="29"/>
                  </a:lnTo>
                  <a:lnTo>
                    <a:pt x="81" y="30"/>
                  </a:lnTo>
                  <a:lnTo>
                    <a:pt x="80" y="34"/>
                  </a:lnTo>
                  <a:lnTo>
                    <a:pt x="81" y="35"/>
                  </a:lnTo>
                  <a:lnTo>
                    <a:pt x="80" y="39"/>
                  </a:lnTo>
                  <a:lnTo>
                    <a:pt x="81" y="39"/>
                  </a:lnTo>
                  <a:lnTo>
                    <a:pt x="80" y="43"/>
                  </a:lnTo>
                  <a:lnTo>
                    <a:pt x="79" y="43"/>
                  </a:lnTo>
                  <a:lnTo>
                    <a:pt x="77" y="47"/>
                  </a:lnTo>
                  <a:lnTo>
                    <a:pt x="77" y="51"/>
                  </a:lnTo>
                  <a:lnTo>
                    <a:pt x="74" y="58"/>
                  </a:lnTo>
                  <a:lnTo>
                    <a:pt x="72" y="59"/>
                  </a:lnTo>
                  <a:lnTo>
                    <a:pt x="70" y="60"/>
                  </a:lnTo>
                  <a:lnTo>
                    <a:pt x="68" y="59"/>
                  </a:lnTo>
                  <a:lnTo>
                    <a:pt x="66" y="62"/>
                  </a:lnTo>
                  <a:lnTo>
                    <a:pt x="63" y="64"/>
                  </a:lnTo>
                  <a:lnTo>
                    <a:pt x="63" y="67"/>
                  </a:lnTo>
                  <a:lnTo>
                    <a:pt x="59" y="71"/>
                  </a:lnTo>
                  <a:lnTo>
                    <a:pt x="58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59" y="84"/>
                  </a:lnTo>
                  <a:lnTo>
                    <a:pt x="58" y="87"/>
                  </a:lnTo>
                  <a:lnTo>
                    <a:pt x="58" y="89"/>
                  </a:lnTo>
                  <a:lnTo>
                    <a:pt x="56" y="92"/>
                  </a:lnTo>
                  <a:lnTo>
                    <a:pt x="54" y="93"/>
                  </a:lnTo>
                  <a:lnTo>
                    <a:pt x="52" y="95"/>
                  </a:lnTo>
                  <a:lnTo>
                    <a:pt x="51" y="96"/>
                  </a:lnTo>
                  <a:lnTo>
                    <a:pt x="46" y="101"/>
                  </a:lnTo>
                  <a:lnTo>
                    <a:pt x="45" y="104"/>
                  </a:lnTo>
                  <a:lnTo>
                    <a:pt x="42" y="105"/>
                  </a:lnTo>
                  <a:lnTo>
                    <a:pt x="39" y="103"/>
                  </a:lnTo>
                  <a:lnTo>
                    <a:pt x="38" y="101"/>
                  </a:lnTo>
                  <a:lnTo>
                    <a:pt x="38" y="100"/>
                  </a:lnTo>
                  <a:lnTo>
                    <a:pt x="39" y="97"/>
                  </a:lnTo>
                  <a:lnTo>
                    <a:pt x="39" y="96"/>
                  </a:lnTo>
                  <a:lnTo>
                    <a:pt x="35" y="97"/>
                  </a:lnTo>
                  <a:lnTo>
                    <a:pt x="33" y="100"/>
                  </a:lnTo>
                  <a:lnTo>
                    <a:pt x="31" y="100"/>
                  </a:lnTo>
                  <a:lnTo>
                    <a:pt x="30" y="100"/>
                  </a:lnTo>
                  <a:lnTo>
                    <a:pt x="30" y="103"/>
                  </a:lnTo>
                  <a:lnTo>
                    <a:pt x="29" y="104"/>
                  </a:lnTo>
                  <a:lnTo>
                    <a:pt x="26" y="104"/>
                  </a:lnTo>
                  <a:lnTo>
                    <a:pt x="26" y="103"/>
                  </a:lnTo>
                  <a:lnTo>
                    <a:pt x="26" y="101"/>
                  </a:lnTo>
                  <a:lnTo>
                    <a:pt x="23" y="103"/>
                  </a:lnTo>
                  <a:lnTo>
                    <a:pt x="22" y="103"/>
                  </a:lnTo>
                  <a:lnTo>
                    <a:pt x="22" y="103"/>
                  </a:lnTo>
                  <a:lnTo>
                    <a:pt x="22" y="100"/>
                  </a:lnTo>
                  <a:lnTo>
                    <a:pt x="21" y="99"/>
                  </a:lnTo>
                  <a:lnTo>
                    <a:pt x="20" y="99"/>
                  </a:lnTo>
                  <a:lnTo>
                    <a:pt x="18" y="99"/>
                  </a:lnTo>
                  <a:lnTo>
                    <a:pt x="17" y="100"/>
                  </a:lnTo>
                  <a:lnTo>
                    <a:pt x="16" y="100"/>
                  </a:lnTo>
                  <a:lnTo>
                    <a:pt x="14" y="103"/>
                  </a:lnTo>
                  <a:lnTo>
                    <a:pt x="13" y="103"/>
                  </a:lnTo>
                  <a:lnTo>
                    <a:pt x="12" y="103"/>
                  </a:lnTo>
                  <a:lnTo>
                    <a:pt x="10" y="106"/>
                  </a:lnTo>
                  <a:lnTo>
                    <a:pt x="9" y="106"/>
                  </a:lnTo>
                  <a:lnTo>
                    <a:pt x="8" y="105"/>
                  </a:lnTo>
                  <a:lnTo>
                    <a:pt x="8" y="103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2" y="96"/>
                  </a:lnTo>
                  <a:lnTo>
                    <a:pt x="2" y="95"/>
                  </a:lnTo>
                  <a:lnTo>
                    <a:pt x="0" y="92"/>
                  </a:lnTo>
                  <a:lnTo>
                    <a:pt x="1" y="91"/>
                  </a:lnTo>
                  <a:lnTo>
                    <a:pt x="1" y="88"/>
                  </a:lnTo>
                  <a:lnTo>
                    <a:pt x="2" y="88"/>
                  </a:lnTo>
                  <a:lnTo>
                    <a:pt x="5" y="88"/>
                  </a:lnTo>
                  <a:lnTo>
                    <a:pt x="5" y="87"/>
                  </a:lnTo>
                  <a:lnTo>
                    <a:pt x="6" y="87"/>
                  </a:lnTo>
                  <a:lnTo>
                    <a:pt x="9" y="89"/>
                  </a:lnTo>
                  <a:lnTo>
                    <a:pt x="10" y="87"/>
                  </a:lnTo>
                  <a:lnTo>
                    <a:pt x="9" y="81"/>
                  </a:lnTo>
                  <a:lnTo>
                    <a:pt x="8" y="80"/>
                  </a:lnTo>
                  <a:lnTo>
                    <a:pt x="6" y="79"/>
                  </a:lnTo>
                  <a:lnTo>
                    <a:pt x="5" y="79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6"/>
                  </a:lnTo>
                  <a:lnTo>
                    <a:pt x="4" y="75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5"/>
                  </a:lnTo>
                  <a:lnTo>
                    <a:pt x="10" y="74"/>
                  </a:lnTo>
                  <a:lnTo>
                    <a:pt x="12" y="74"/>
                  </a:lnTo>
                  <a:lnTo>
                    <a:pt x="16" y="74"/>
                  </a:lnTo>
                  <a:lnTo>
                    <a:pt x="17" y="71"/>
                  </a:lnTo>
                  <a:lnTo>
                    <a:pt x="16" y="68"/>
                  </a:lnTo>
                  <a:lnTo>
                    <a:pt x="17" y="67"/>
                  </a:lnTo>
                  <a:lnTo>
                    <a:pt x="20" y="67"/>
                  </a:lnTo>
                  <a:lnTo>
                    <a:pt x="21" y="72"/>
                  </a:lnTo>
                  <a:lnTo>
                    <a:pt x="22" y="74"/>
                  </a:lnTo>
                  <a:lnTo>
                    <a:pt x="26" y="74"/>
                  </a:lnTo>
                  <a:lnTo>
                    <a:pt x="27" y="74"/>
                  </a:lnTo>
                  <a:lnTo>
                    <a:pt x="29" y="72"/>
                  </a:lnTo>
                  <a:lnTo>
                    <a:pt x="31" y="72"/>
                  </a:lnTo>
                  <a:lnTo>
                    <a:pt x="34" y="74"/>
                  </a:lnTo>
                  <a:lnTo>
                    <a:pt x="34" y="75"/>
                  </a:lnTo>
                  <a:lnTo>
                    <a:pt x="35" y="75"/>
                  </a:lnTo>
                  <a:lnTo>
                    <a:pt x="35" y="74"/>
                  </a:lnTo>
                  <a:lnTo>
                    <a:pt x="35" y="71"/>
                  </a:lnTo>
                  <a:lnTo>
                    <a:pt x="38" y="62"/>
                  </a:lnTo>
                  <a:lnTo>
                    <a:pt x="39" y="58"/>
                  </a:lnTo>
                  <a:lnTo>
                    <a:pt x="39" y="55"/>
                  </a:lnTo>
                  <a:lnTo>
                    <a:pt x="38" y="54"/>
                  </a:lnTo>
                  <a:lnTo>
                    <a:pt x="37" y="53"/>
                  </a:lnTo>
                  <a:lnTo>
                    <a:pt x="35" y="51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3" y="49"/>
                  </a:lnTo>
                  <a:lnTo>
                    <a:pt x="33" y="47"/>
                  </a:lnTo>
                  <a:lnTo>
                    <a:pt x="33" y="46"/>
                  </a:lnTo>
                  <a:lnTo>
                    <a:pt x="34" y="46"/>
                  </a:lnTo>
                  <a:lnTo>
                    <a:pt x="34" y="45"/>
                  </a:lnTo>
                  <a:lnTo>
                    <a:pt x="35" y="45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4" y="41"/>
                  </a:lnTo>
                  <a:lnTo>
                    <a:pt x="37" y="39"/>
                  </a:lnTo>
                  <a:lnTo>
                    <a:pt x="39" y="39"/>
                  </a:lnTo>
                  <a:lnTo>
                    <a:pt x="39" y="37"/>
                  </a:lnTo>
                  <a:lnTo>
                    <a:pt x="38" y="35"/>
                  </a:lnTo>
                  <a:lnTo>
                    <a:pt x="39" y="34"/>
                  </a:lnTo>
                  <a:lnTo>
                    <a:pt x="39" y="30"/>
                  </a:lnTo>
                  <a:lnTo>
                    <a:pt x="38" y="30"/>
                  </a:lnTo>
                  <a:lnTo>
                    <a:pt x="34" y="30"/>
                  </a:lnTo>
                  <a:lnTo>
                    <a:pt x="31" y="30"/>
                  </a:lnTo>
                  <a:lnTo>
                    <a:pt x="29" y="31"/>
                  </a:lnTo>
                  <a:lnTo>
                    <a:pt x="27" y="31"/>
                  </a:lnTo>
                  <a:lnTo>
                    <a:pt x="25" y="31"/>
                  </a:lnTo>
                  <a:lnTo>
                    <a:pt x="23" y="31"/>
                  </a:lnTo>
                  <a:lnTo>
                    <a:pt x="25" y="30"/>
                  </a:lnTo>
                  <a:lnTo>
                    <a:pt x="23" y="28"/>
                  </a:lnTo>
                  <a:lnTo>
                    <a:pt x="23" y="25"/>
                  </a:lnTo>
                  <a:lnTo>
                    <a:pt x="23" y="22"/>
                  </a:lnTo>
                  <a:lnTo>
                    <a:pt x="23" y="21"/>
                  </a:lnTo>
                  <a:lnTo>
                    <a:pt x="39" y="21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2" y="21"/>
                  </a:lnTo>
                  <a:lnTo>
                    <a:pt x="43" y="22"/>
                  </a:lnTo>
                  <a:lnTo>
                    <a:pt x="45" y="21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7" y="22"/>
                  </a:lnTo>
                  <a:lnTo>
                    <a:pt x="49" y="22"/>
                  </a:lnTo>
                  <a:lnTo>
                    <a:pt x="49" y="22"/>
                  </a:lnTo>
                  <a:lnTo>
                    <a:pt x="51" y="24"/>
                  </a:lnTo>
                  <a:lnTo>
                    <a:pt x="51" y="24"/>
                  </a:lnTo>
                  <a:lnTo>
                    <a:pt x="54" y="24"/>
                  </a:lnTo>
                  <a:lnTo>
                    <a:pt x="55" y="24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58" y="25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1"/>
                  </a:lnTo>
                  <a:lnTo>
                    <a:pt x="59" y="20"/>
                  </a:lnTo>
                  <a:lnTo>
                    <a:pt x="60" y="18"/>
                  </a:lnTo>
                  <a:lnTo>
                    <a:pt x="60" y="17"/>
                  </a:lnTo>
                  <a:lnTo>
                    <a:pt x="66" y="8"/>
                  </a:lnTo>
                  <a:lnTo>
                    <a:pt x="70" y="4"/>
                  </a:lnTo>
                  <a:lnTo>
                    <a:pt x="71" y="4"/>
                  </a:lnTo>
                  <a:lnTo>
                    <a:pt x="72" y="3"/>
                  </a:lnTo>
                  <a:lnTo>
                    <a:pt x="77" y="1"/>
                  </a:lnTo>
                  <a:lnTo>
                    <a:pt x="79" y="1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3" name="Freeform 472"/>
            <p:cNvSpPr>
              <a:spLocks/>
            </p:cNvSpPr>
            <p:nvPr/>
          </p:nvSpPr>
          <p:spPr bwMode="auto">
            <a:xfrm>
              <a:off x="6130699" y="4489976"/>
              <a:ext cx="32991" cy="43142"/>
            </a:xfrm>
            <a:custGeom>
              <a:avLst/>
              <a:gdLst>
                <a:gd name="T0" fmla="*/ 9 w 13"/>
                <a:gd name="T1" fmla="*/ 0 h 17"/>
                <a:gd name="T2" fmla="*/ 11 w 13"/>
                <a:gd name="T3" fmla="*/ 0 h 17"/>
                <a:gd name="T4" fmla="*/ 12 w 13"/>
                <a:gd name="T5" fmla="*/ 0 h 17"/>
                <a:gd name="T6" fmla="*/ 13 w 13"/>
                <a:gd name="T7" fmla="*/ 1 h 17"/>
                <a:gd name="T8" fmla="*/ 13 w 13"/>
                <a:gd name="T9" fmla="*/ 4 h 17"/>
                <a:gd name="T10" fmla="*/ 11 w 13"/>
                <a:gd name="T11" fmla="*/ 6 h 17"/>
                <a:gd name="T12" fmla="*/ 8 w 13"/>
                <a:gd name="T13" fmla="*/ 7 h 17"/>
                <a:gd name="T14" fmla="*/ 8 w 13"/>
                <a:gd name="T15" fmla="*/ 9 h 17"/>
                <a:gd name="T16" fmla="*/ 8 w 13"/>
                <a:gd name="T17" fmla="*/ 13 h 17"/>
                <a:gd name="T18" fmla="*/ 7 w 13"/>
                <a:gd name="T19" fmla="*/ 14 h 17"/>
                <a:gd name="T20" fmla="*/ 4 w 13"/>
                <a:gd name="T21" fmla="*/ 15 h 17"/>
                <a:gd name="T22" fmla="*/ 1 w 13"/>
                <a:gd name="T23" fmla="*/ 17 h 17"/>
                <a:gd name="T24" fmla="*/ 1 w 13"/>
                <a:gd name="T25" fmla="*/ 15 h 17"/>
                <a:gd name="T26" fmla="*/ 3 w 13"/>
                <a:gd name="T27" fmla="*/ 13 h 17"/>
                <a:gd name="T28" fmla="*/ 1 w 13"/>
                <a:gd name="T29" fmla="*/ 9 h 17"/>
                <a:gd name="T30" fmla="*/ 0 w 13"/>
                <a:gd name="T31" fmla="*/ 7 h 17"/>
                <a:gd name="T32" fmla="*/ 1 w 13"/>
                <a:gd name="T33" fmla="*/ 7 h 17"/>
                <a:gd name="T34" fmla="*/ 3 w 13"/>
                <a:gd name="T35" fmla="*/ 4 h 17"/>
                <a:gd name="T36" fmla="*/ 4 w 13"/>
                <a:gd name="T37" fmla="*/ 4 h 17"/>
                <a:gd name="T38" fmla="*/ 5 w 13"/>
                <a:gd name="T39" fmla="*/ 4 h 17"/>
                <a:gd name="T40" fmla="*/ 7 w 13"/>
                <a:gd name="T41" fmla="*/ 1 h 17"/>
                <a:gd name="T42" fmla="*/ 8 w 13"/>
                <a:gd name="T43" fmla="*/ 1 h 17"/>
                <a:gd name="T44" fmla="*/ 9 w 13"/>
                <a:gd name="T4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" h="17">
                  <a:moveTo>
                    <a:pt x="9" y="0"/>
                  </a:moveTo>
                  <a:lnTo>
                    <a:pt x="11" y="0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4" y="15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3" y="13"/>
                  </a:lnTo>
                  <a:lnTo>
                    <a:pt x="1" y="9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4" name="Freeform 473"/>
            <p:cNvSpPr>
              <a:spLocks/>
            </p:cNvSpPr>
            <p:nvPr/>
          </p:nvSpPr>
          <p:spPr bwMode="auto">
            <a:xfrm>
              <a:off x="6656013" y="4380854"/>
              <a:ext cx="337521" cy="345133"/>
            </a:xfrm>
            <a:custGeom>
              <a:avLst/>
              <a:gdLst>
                <a:gd name="T0" fmla="*/ 101 w 133"/>
                <a:gd name="T1" fmla="*/ 29 h 136"/>
                <a:gd name="T2" fmla="*/ 102 w 133"/>
                <a:gd name="T3" fmla="*/ 33 h 136"/>
                <a:gd name="T4" fmla="*/ 117 w 133"/>
                <a:gd name="T5" fmla="*/ 44 h 136"/>
                <a:gd name="T6" fmla="*/ 114 w 133"/>
                <a:gd name="T7" fmla="*/ 56 h 136"/>
                <a:gd name="T8" fmla="*/ 116 w 133"/>
                <a:gd name="T9" fmla="*/ 66 h 136"/>
                <a:gd name="T10" fmla="*/ 121 w 133"/>
                <a:gd name="T11" fmla="*/ 73 h 136"/>
                <a:gd name="T12" fmla="*/ 118 w 133"/>
                <a:gd name="T13" fmla="*/ 75 h 136"/>
                <a:gd name="T14" fmla="*/ 120 w 133"/>
                <a:gd name="T15" fmla="*/ 83 h 136"/>
                <a:gd name="T16" fmla="*/ 118 w 133"/>
                <a:gd name="T17" fmla="*/ 91 h 136"/>
                <a:gd name="T18" fmla="*/ 120 w 133"/>
                <a:gd name="T19" fmla="*/ 95 h 136"/>
                <a:gd name="T20" fmla="*/ 121 w 133"/>
                <a:gd name="T21" fmla="*/ 100 h 136"/>
                <a:gd name="T22" fmla="*/ 122 w 133"/>
                <a:gd name="T23" fmla="*/ 107 h 136"/>
                <a:gd name="T24" fmla="*/ 131 w 133"/>
                <a:gd name="T25" fmla="*/ 114 h 136"/>
                <a:gd name="T26" fmla="*/ 131 w 133"/>
                <a:gd name="T27" fmla="*/ 116 h 136"/>
                <a:gd name="T28" fmla="*/ 127 w 133"/>
                <a:gd name="T29" fmla="*/ 118 h 136"/>
                <a:gd name="T30" fmla="*/ 121 w 133"/>
                <a:gd name="T31" fmla="*/ 122 h 136"/>
                <a:gd name="T32" fmla="*/ 116 w 133"/>
                <a:gd name="T33" fmla="*/ 124 h 136"/>
                <a:gd name="T34" fmla="*/ 109 w 133"/>
                <a:gd name="T35" fmla="*/ 125 h 136"/>
                <a:gd name="T36" fmla="*/ 104 w 133"/>
                <a:gd name="T37" fmla="*/ 124 h 136"/>
                <a:gd name="T38" fmla="*/ 101 w 133"/>
                <a:gd name="T39" fmla="*/ 125 h 136"/>
                <a:gd name="T40" fmla="*/ 95 w 133"/>
                <a:gd name="T41" fmla="*/ 129 h 136"/>
                <a:gd name="T42" fmla="*/ 91 w 133"/>
                <a:gd name="T43" fmla="*/ 127 h 136"/>
                <a:gd name="T44" fmla="*/ 88 w 133"/>
                <a:gd name="T45" fmla="*/ 128 h 136"/>
                <a:gd name="T46" fmla="*/ 81 w 133"/>
                <a:gd name="T47" fmla="*/ 129 h 136"/>
                <a:gd name="T48" fmla="*/ 77 w 133"/>
                <a:gd name="T49" fmla="*/ 127 h 136"/>
                <a:gd name="T50" fmla="*/ 75 w 133"/>
                <a:gd name="T51" fmla="*/ 125 h 136"/>
                <a:gd name="T52" fmla="*/ 60 w 133"/>
                <a:gd name="T53" fmla="*/ 127 h 136"/>
                <a:gd name="T54" fmla="*/ 58 w 133"/>
                <a:gd name="T55" fmla="*/ 111 h 136"/>
                <a:gd name="T56" fmla="*/ 51 w 133"/>
                <a:gd name="T57" fmla="*/ 104 h 136"/>
                <a:gd name="T58" fmla="*/ 48 w 133"/>
                <a:gd name="T59" fmla="*/ 103 h 136"/>
                <a:gd name="T60" fmla="*/ 46 w 133"/>
                <a:gd name="T61" fmla="*/ 103 h 136"/>
                <a:gd name="T62" fmla="*/ 43 w 133"/>
                <a:gd name="T63" fmla="*/ 102 h 136"/>
                <a:gd name="T64" fmla="*/ 42 w 133"/>
                <a:gd name="T65" fmla="*/ 102 h 136"/>
                <a:gd name="T66" fmla="*/ 37 w 133"/>
                <a:gd name="T67" fmla="*/ 97 h 136"/>
                <a:gd name="T68" fmla="*/ 30 w 133"/>
                <a:gd name="T69" fmla="*/ 94 h 136"/>
                <a:gd name="T70" fmla="*/ 26 w 133"/>
                <a:gd name="T71" fmla="*/ 91 h 136"/>
                <a:gd name="T72" fmla="*/ 21 w 133"/>
                <a:gd name="T73" fmla="*/ 90 h 136"/>
                <a:gd name="T74" fmla="*/ 13 w 133"/>
                <a:gd name="T75" fmla="*/ 78 h 136"/>
                <a:gd name="T76" fmla="*/ 0 w 133"/>
                <a:gd name="T77" fmla="*/ 43 h 136"/>
                <a:gd name="T78" fmla="*/ 12 w 133"/>
                <a:gd name="T79" fmla="*/ 39 h 136"/>
                <a:gd name="T80" fmla="*/ 18 w 133"/>
                <a:gd name="T81" fmla="*/ 33 h 136"/>
                <a:gd name="T82" fmla="*/ 19 w 133"/>
                <a:gd name="T83" fmla="*/ 25 h 136"/>
                <a:gd name="T84" fmla="*/ 16 w 133"/>
                <a:gd name="T85" fmla="*/ 23 h 136"/>
                <a:gd name="T86" fmla="*/ 14 w 133"/>
                <a:gd name="T87" fmla="*/ 19 h 136"/>
                <a:gd name="T88" fmla="*/ 18 w 133"/>
                <a:gd name="T89" fmla="*/ 20 h 136"/>
                <a:gd name="T90" fmla="*/ 19 w 133"/>
                <a:gd name="T91" fmla="*/ 15 h 136"/>
                <a:gd name="T92" fmla="*/ 18 w 133"/>
                <a:gd name="T93" fmla="*/ 8 h 136"/>
                <a:gd name="T94" fmla="*/ 14 w 133"/>
                <a:gd name="T95" fmla="*/ 3 h 136"/>
                <a:gd name="T96" fmla="*/ 17 w 133"/>
                <a:gd name="T97" fmla="*/ 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6">
                  <a:moveTo>
                    <a:pt x="56" y="0"/>
                  </a:moveTo>
                  <a:lnTo>
                    <a:pt x="100" y="25"/>
                  </a:lnTo>
                  <a:lnTo>
                    <a:pt x="101" y="29"/>
                  </a:lnTo>
                  <a:lnTo>
                    <a:pt x="101" y="31"/>
                  </a:lnTo>
                  <a:lnTo>
                    <a:pt x="101" y="32"/>
                  </a:lnTo>
                  <a:lnTo>
                    <a:pt x="102" y="33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8" y="47"/>
                  </a:lnTo>
                  <a:lnTo>
                    <a:pt x="117" y="48"/>
                  </a:lnTo>
                  <a:lnTo>
                    <a:pt x="114" y="56"/>
                  </a:lnTo>
                  <a:lnTo>
                    <a:pt x="113" y="60"/>
                  </a:lnTo>
                  <a:lnTo>
                    <a:pt x="113" y="64"/>
                  </a:lnTo>
                  <a:lnTo>
                    <a:pt x="116" y="66"/>
                  </a:lnTo>
                  <a:lnTo>
                    <a:pt x="118" y="69"/>
                  </a:lnTo>
                  <a:lnTo>
                    <a:pt x="120" y="69"/>
                  </a:lnTo>
                  <a:lnTo>
                    <a:pt x="121" y="73"/>
                  </a:lnTo>
                  <a:lnTo>
                    <a:pt x="121" y="74"/>
                  </a:lnTo>
                  <a:lnTo>
                    <a:pt x="120" y="74"/>
                  </a:lnTo>
                  <a:lnTo>
                    <a:pt x="118" y="75"/>
                  </a:lnTo>
                  <a:lnTo>
                    <a:pt x="118" y="78"/>
                  </a:lnTo>
                  <a:lnTo>
                    <a:pt x="118" y="82"/>
                  </a:lnTo>
                  <a:lnTo>
                    <a:pt x="120" y="83"/>
                  </a:lnTo>
                  <a:lnTo>
                    <a:pt x="120" y="86"/>
                  </a:lnTo>
                  <a:lnTo>
                    <a:pt x="118" y="89"/>
                  </a:lnTo>
                  <a:lnTo>
                    <a:pt x="118" y="91"/>
                  </a:lnTo>
                  <a:lnTo>
                    <a:pt x="120" y="94"/>
                  </a:lnTo>
                  <a:lnTo>
                    <a:pt x="118" y="94"/>
                  </a:lnTo>
                  <a:lnTo>
                    <a:pt x="120" y="95"/>
                  </a:lnTo>
                  <a:lnTo>
                    <a:pt x="120" y="98"/>
                  </a:lnTo>
                  <a:lnTo>
                    <a:pt x="121" y="99"/>
                  </a:lnTo>
                  <a:lnTo>
                    <a:pt x="121" y="100"/>
                  </a:lnTo>
                  <a:lnTo>
                    <a:pt x="121" y="102"/>
                  </a:lnTo>
                  <a:lnTo>
                    <a:pt x="122" y="106"/>
                  </a:lnTo>
                  <a:lnTo>
                    <a:pt x="122" y="107"/>
                  </a:lnTo>
                  <a:lnTo>
                    <a:pt x="126" y="111"/>
                  </a:lnTo>
                  <a:lnTo>
                    <a:pt x="130" y="112"/>
                  </a:lnTo>
                  <a:lnTo>
                    <a:pt x="131" y="114"/>
                  </a:lnTo>
                  <a:lnTo>
                    <a:pt x="131" y="115"/>
                  </a:lnTo>
                  <a:lnTo>
                    <a:pt x="133" y="115"/>
                  </a:lnTo>
                  <a:lnTo>
                    <a:pt x="131" y="116"/>
                  </a:lnTo>
                  <a:lnTo>
                    <a:pt x="131" y="116"/>
                  </a:lnTo>
                  <a:lnTo>
                    <a:pt x="129" y="116"/>
                  </a:lnTo>
                  <a:lnTo>
                    <a:pt x="127" y="118"/>
                  </a:lnTo>
                  <a:lnTo>
                    <a:pt x="126" y="120"/>
                  </a:lnTo>
                  <a:lnTo>
                    <a:pt x="124" y="120"/>
                  </a:lnTo>
                  <a:lnTo>
                    <a:pt x="121" y="122"/>
                  </a:lnTo>
                  <a:lnTo>
                    <a:pt x="118" y="122"/>
                  </a:lnTo>
                  <a:lnTo>
                    <a:pt x="118" y="123"/>
                  </a:lnTo>
                  <a:lnTo>
                    <a:pt x="116" y="124"/>
                  </a:lnTo>
                  <a:lnTo>
                    <a:pt x="114" y="123"/>
                  </a:lnTo>
                  <a:lnTo>
                    <a:pt x="110" y="124"/>
                  </a:lnTo>
                  <a:lnTo>
                    <a:pt x="109" y="125"/>
                  </a:lnTo>
                  <a:lnTo>
                    <a:pt x="106" y="125"/>
                  </a:lnTo>
                  <a:lnTo>
                    <a:pt x="105" y="124"/>
                  </a:lnTo>
                  <a:lnTo>
                    <a:pt x="104" y="124"/>
                  </a:lnTo>
                  <a:lnTo>
                    <a:pt x="101" y="124"/>
                  </a:lnTo>
                  <a:lnTo>
                    <a:pt x="100" y="124"/>
                  </a:lnTo>
                  <a:lnTo>
                    <a:pt x="101" y="125"/>
                  </a:lnTo>
                  <a:lnTo>
                    <a:pt x="100" y="128"/>
                  </a:lnTo>
                  <a:lnTo>
                    <a:pt x="97" y="128"/>
                  </a:lnTo>
                  <a:lnTo>
                    <a:pt x="95" y="129"/>
                  </a:lnTo>
                  <a:lnTo>
                    <a:pt x="93" y="128"/>
                  </a:lnTo>
                  <a:lnTo>
                    <a:pt x="92" y="128"/>
                  </a:lnTo>
                  <a:lnTo>
                    <a:pt x="91" y="127"/>
                  </a:lnTo>
                  <a:lnTo>
                    <a:pt x="89" y="127"/>
                  </a:lnTo>
                  <a:lnTo>
                    <a:pt x="89" y="127"/>
                  </a:lnTo>
                  <a:lnTo>
                    <a:pt x="88" y="128"/>
                  </a:lnTo>
                  <a:lnTo>
                    <a:pt x="85" y="129"/>
                  </a:lnTo>
                  <a:lnTo>
                    <a:pt x="81" y="131"/>
                  </a:lnTo>
                  <a:lnTo>
                    <a:pt x="81" y="129"/>
                  </a:lnTo>
                  <a:lnTo>
                    <a:pt x="80" y="128"/>
                  </a:lnTo>
                  <a:lnTo>
                    <a:pt x="79" y="128"/>
                  </a:lnTo>
                  <a:lnTo>
                    <a:pt x="77" y="127"/>
                  </a:lnTo>
                  <a:lnTo>
                    <a:pt x="76" y="127"/>
                  </a:lnTo>
                  <a:lnTo>
                    <a:pt x="76" y="125"/>
                  </a:lnTo>
                  <a:lnTo>
                    <a:pt x="75" y="125"/>
                  </a:lnTo>
                  <a:lnTo>
                    <a:pt x="73" y="127"/>
                  </a:lnTo>
                  <a:lnTo>
                    <a:pt x="72" y="127"/>
                  </a:lnTo>
                  <a:lnTo>
                    <a:pt x="60" y="127"/>
                  </a:lnTo>
                  <a:lnTo>
                    <a:pt x="58" y="136"/>
                  </a:lnTo>
                  <a:lnTo>
                    <a:pt x="59" y="116"/>
                  </a:lnTo>
                  <a:lnTo>
                    <a:pt x="58" y="111"/>
                  </a:lnTo>
                  <a:lnTo>
                    <a:pt x="54" y="107"/>
                  </a:lnTo>
                  <a:lnTo>
                    <a:pt x="52" y="106"/>
                  </a:lnTo>
                  <a:lnTo>
                    <a:pt x="51" y="104"/>
                  </a:lnTo>
                  <a:lnTo>
                    <a:pt x="51" y="104"/>
                  </a:lnTo>
                  <a:lnTo>
                    <a:pt x="50" y="104"/>
                  </a:lnTo>
                  <a:lnTo>
                    <a:pt x="48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6" y="103"/>
                  </a:lnTo>
                  <a:lnTo>
                    <a:pt x="45" y="103"/>
                  </a:lnTo>
                  <a:lnTo>
                    <a:pt x="45" y="102"/>
                  </a:lnTo>
                  <a:lnTo>
                    <a:pt x="43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39" y="99"/>
                  </a:lnTo>
                  <a:lnTo>
                    <a:pt x="39" y="98"/>
                  </a:lnTo>
                  <a:lnTo>
                    <a:pt x="37" y="97"/>
                  </a:lnTo>
                  <a:lnTo>
                    <a:pt x="37" y="97"/>
                  </a:lnTo>
                  <a:lnTo>
                    <a:pt x="35" y="97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6" y="93"/>
                  </a:lnTo>
                  <a:lnTo>
                    <a:pt x="26" y="91"/>
                  </a:lnTo>
                  <a:lnTo>
                    <a:pt x="23" y="90"/>
                  </a:lnTo>
                  <a:lnTo>
                    <a:pt x="22" y="90"/>
                  </a:lnTo>
                  <a:lnTo>
                    <a:pt x="21" y="90"/>
                  </a:lnTo>
                  <a:lnTo>
                    <a:pt x="19" y="90"/>
                  </a:lnTo>
                  <a:lnTo>
                    <a:pt x="16" y="89"/>
                  </a:lnTo>
                  <a:lnTo>
                    <a:pt x="13" y="78"/>
                  </a:lnTo>
                  <a:lnTo>
                    <a:pt x="4" y="68"/>
                  </a:lnTo>
                  <a:lnTo>
                    <a:pt x="1" y="53"/>
                  </a:lnTo>
                  <a:lnTo>
                    <a:pt x="0" y="43"/>
                  </a:lnTo>
                  <a:lnTo>
                    <a:pt x="5" y="44"/>
                  </a:lnTo>
                  <a:lnTo>
                    <a:pt x="9" y="43"/>
                  </a:lnTo>
                  <a:lnTo>
                    <a:pt x="12" y="39"/>
                  </a:lnTo>
                  <a:lnTo>
                    <a:pt x="14" y="36"/>
                  </a:lnTo>
                  <a:lnTo>
                    <a:pt x="16" y="35"/>
                  </a:lnTo>
                  <a:lnTo>
                    <a:pt x="18" y="33"/>
                  </a:lnTo>
                  <a:lnTo>
                    <a:pt x="19" y="31"/>
                  </a:lnTo>
                  <a:lnTo>
                    <a:pt x="19" y="29"/>
                  </a:lnTo>
                  <a:lnTo>
                    <a:pt x="19" y="25"/>
                  </a:lnTo>
                  <a:lnTo>
                    <a:pt x="18" y="25"/>
                  </a:lnTo>
                  <a:lnTo>
                    <a:pt x="17" y="24"/>
                  </a:lnTo>
                  <a:lnTo>
                    <a:pt x="16" y="23"/>
                  </a:lnTo>
                  <a:lnTo>
                    <a:pt x="16" y="22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6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18" y="19"/>
                  </a:lnTo>
                  <a:lnTo>
                    <a:pt x="19" y="18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7" y="7"/>
                  </a:lnTo>
                  <a:lnTo>
                    <a:pt x="16" y="6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31" y="2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5" name="Freeform 474"/>
            <p:cNvSpPr>
              <a:spLocks/>
            </p:cNvSpPr>
            <p:nvPr/>
          </p:nvSpPr>
          <p:spPr bwMode="auto">
            <a:xfrm>
              <a:off x="6645862" y="4388466"/>
              <a:ext cx="58369" cy="50755"/>
            </a:xfrm>
            <a:custGeom>
              <a:avLst/>
              <a:gdLst>
                <a:gd name="T0" fmla="*/ 18 w 23"/>
                <a:gd name="T1" fmla="*/ 0 h 20"/>
                <a:gd name="T2" fmla="*/ 20 w 23"/>
                <a:gd name="T3" fmla="*/ 3 h 20"/>
                <a:gd name="T4" fmla="*/ 21 w 23"/>
                <a:gd name="T5" fmla="*/ 4 h 20"/>
                <a:gd name="T6" fmla="*/ 22 w 23"/>
                <a:gd name="T7" fmla="*/ 5 h 20"/>
                <a:gd name="T8" fmla="*/ 22 w 23"/>
                <a:gd name="T9" fmla="*/ 7 h 20"/>
                <a:gd name="T10" fmla="*/ 23 w 23"/>
                <a:gd name="T11" fmla="*/ 11 h 20"/>
                <a:gd name="T12" fmla="*/ 23 w 23"/>
                <a:gd name="T13" fmla="*/ 12 h 20"/>
                <a:gd name="T14" fmla="*/ 23 w 23"/>
                <a:gd name="T15" fmla="*/ 15 h 20"/>
                <a:gd name="T16" fmla="*/ 22 w 23"/>
                <a:gd name="T17" fmla="*/ 16 h 20"/>
                <a:gd name="T18" fmla="*/ 22 w 23"/>
                <a:gd name="T19" fmla="*/ 17 h 20"/>
                <a:gd name="T20" fmla="*/ 21 w 23"/>
                <a:gd name="T21" fmla="*/ 17 h 20"/>
                <a:gd name="T22" fmla="*/ 20 w 23"/>
                <a:gd name="T23" fmla="*/ 17 h 20"/>
                <a:gd name="T24" fmla="*/ 18 w 23"/>
                <a:gd name="T25" fmla="*/ 16 h 20"/>
                <a:gd name="T26" fmla="*/ 18 w 23"/>
                <a:gd name="T27" fmla="*/ 16 h 20"/>
                <a:gd name="T28" fmla="*/ 17 w 23"/>
                <a:gd name="T29" fmla="*/ 15 h 20"/>
                <a:gd name="T30" fmla="*/ 17 w 23"/>
                <a:gd name="T31" fmla="*/ 13 h 20"/>
                <a:gd name="T32" fmla="*/ 16 w 23"/>
                <a:gd name="T33" fmla="*/ 13 h 20"/>
                <a:gd name="T34" fmla="*/ 14 w 23"/>
                <a:gd name="T35" fmla="*/ 12 h 20"/>
                <a:gd name="T36" fmla="*/ 13 w 23"/>
                <a:gd name="T37" fmla="*/ 12 h 20"/>
                <a:gd name="T38" fmla="*/ 14 w 23"/>
                <a:gd name="T39" fmla="*/ 15 h 20"/>
                <a:gd name="T40" fmla="*/ 12 w 23"/>
                <a:gd name="T41" fmla="*/ 19 h 20"/>
                <a:gd name="T42" fmla="*/ 12 w 23"/>
                <a:gd name="T43" fmla="*/ 19 h 20"/>
                <a:gd name="T44" fmla="*/ 10 w 23"/>
                <a:gd name="T45" fmla="*/ 20 h 20"/>
                <a:gd name="T46" fmla="*/ 9 w 23"/>
                <a:gd name="T47" fmla="*/ 19 h 20"/>
                <a:gd name="T48" fmla="*/ 8 w 23"/>
                <a:gd name="T49" fmla="*/ 19 h 20"/>
                <a:gd name="T50" fmla="*/ 8 w 23"/>
                <a:gd name="T51" fmla="*/ 20 h 20"/>
                <a:gd name="T52" fmla="*/ 5 w 23"/>
                <a:gd name="T53" fmla="*/ 19 h 20"/>
                <a:gd name="T54" fmla="*/ 4 w 23"/>
                <a:gd name="T55" fmla="*/ 17 h 20"/>
                <a:gd name="T56" fmla="*/ 2 w 23"/>
                <a:gd name="T57" fmla="*/ 16 h 20"/>
                <a:gd name="T58" fmla="*/ 1 w 23"/>
                <a:gd name="T59" fmla="*/ 16 h 20"/>
                <a:gd name="T60" fmla="*/ 0 w 23"/>
                <a:gd name="T61" fmla="*/ 17 h 20"/>
                <a:gd name="T62" fmla="*/ 0 w 23"/>
                <a:gd name="T63" fmla="*/ 15 h 20"/>
                <a:gd name="T64" fmla="*/ 2 w 23"/>
                <a:gd name="T65" fmla="*/ 8 h 20"/>
                <a:gd name="T66" fmla="*/ 4 w 23"/>
                <a:gd name="T67" fmla="*/ 5 h 20"/>
                <a:gd name="T68" fmla="*/ 6 w 23"/>
                <a:gd name="T69" fmla="*/ 3 h 20"/>
                <a:gd name="T70" fmla="*/ 8 w 23"/>
                <a:gd name="T71" fmla="*/ 3 h 20"/>
                <a:gd name="T72" fmla="*/ 9 w 23"/>
                <a:gd name="T73" fmla="*/ 3 h 20"/>
                <a:gd name="T74" fmla="*/ 12 w 23"/>
                <a:gd name="T75" fmla="*/ 1 h 20"/>
                <a:gd name="T76" fmla="*/ 13 w 23"/>
                <a:gd name="T77" fmla="*/ 1 h 20"/>
                <a:gd name="T78" fmla="*/ 13 w 23"/>
                <a:gd name="T79" fmla="*/ 3 h 20"/>
                <a:gd name="T80" fmla="*/ 16 w 23"/>
                <a:gd name="T81" fmla="*/ 3 h 20"/>
                <a:gd name="T82" fmla="*/ 16 w 23"/>
                <a:gd name="T83" fmla="*/ 1 h 20"/>
                <a:gd name="T84" fmla="*/ 16 w 23"/>
                <a:gd name="T85" fmla="*/ 0 h 20"/>
                <a:gd name="T86" fmla="*/ 18 w 23"/>
                <a:gd name="T8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" h="20">
                  <a:moveTo>
                    <a:pt x="18" y="0"/>
                  </a:moveTo>
                  <a:lnTo>
                    <a:pt x="20" y="3"/>
                  </a:lnTo>
                  <a:lnTo>
                    <a:pt x="21" y="4"/>
                  </a:lnTo>
                  <a:lnTo>
                    <a:pt x="22" y="5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3" y="12"/>
                  </a:lnTo>
                  <a:lnTo>
                    <a:pt x="23" y="15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5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4" y="15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0" y="20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5" y="19"/>
                  </a:lnTo>
                  <a:lnTo>
                    <a:pt x="4" y="17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2" y="8"/>
                  </a:lnTo>
                  <a:lnTo>
                    <a:pt x="4" y="5"/>
                  </a:lnTo>
                  <a:lnTo>
                    <a:pt x="6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3" y="3"/>
                  </a:lnTo>
                  <a:lnTo>
                    <a:pt x="16" y="3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6" name="Freeform 475"/>
            <p:cNvSpPr>
              <a:spLocks/>
            </p:cNvSpPr>
            <p:nvPr/>
          </p:nvSpPr>
          <p:spPr bwMode="auto">
            <a:xfrm>
              <a:off x="6645862" y="4418919"/>
              <a:ext cx="58369" cy="73595"/>
            </a:xfrm>
            <a:custGeom>
              <a:avLst/>
              <a:gdLst>
                <a:gd name="T0" fmla="*/ 13 w 23"/>
                <a:gd name="T1" fmla="*/ 0 h 29"/>
                <a:gd name="T2" fmla="*/ 14 w 23"/>
                <a:gd name="T3" fmla="*/ 0 h 29"/>
                <a:gd name="T4" fmla="*/ 16 w 23"/>
                <a:gd name="T5" fmla="*/ 1 h 29"/>
                <a:gd name="T6" fmla="*/ 17 w 23"/>
                <a:gd name="T7" fmla="*/ 1 h 29"/>
                <a:gd name="T8" fmla="*/ 17 w 23"/>
                <a:gd name="T9" fmla="*/ 3 h 29"/>
                <a:gd name="T10" fmla="*/ 18 w 23"/>
                <a:gd name="T11" fmla="*/ 4 h 29"/>
                <a:gd name="T12" fmla="*/ 18 w 23"/>
                <a:gd name="T13" fmla="*/ 5 h 29"/>
                <a:gd name="T14" fmla="*/ 20 w 23"/>
                <a:gd name="T15" fmla="*/ 7 h 29"/>
                <a:gd name="T16" fmla="*/ 20 w 23"/>
                <a:gd name="T17" fmla="*/ 8 h 29"/>
                <a:gd name="T18" fmla="*/ 21 w 23"/>
                <a:gd name="T19" fmla="*/ 9 h 29"/>
                <a:gd name="T20" fmla="*/ 22 w 23"/>
                <a:gd name="T21" fmla="*/ 10 h 29"/>
                <a:gd name="T22" fmla="*/ 23 w 23"/>
                <a:gd name="T23" fmla="*/ 10 h 29"/>
                <a:gd name="T24" fmla="*/ 23 w 23"/>
                <a:gd name="T25" fmla="*/ 14 h 29"/>
                <a:gd name="T26" fmla="*/ 23 w 23"/>
                <a:gd name="T27" fmla="*/ 16 h 29"/>
                <a:gd name="T28" fmla="*/ 22 w 23"/>
                <a:gd name="T29" fmla="*/ 18 h 29"/>
                <a:gd name="T30" fmla="*/ 20 w 23"/>
                <a:gd name="T31" fmla="*/ 20 h 29"/>
                <a:gd name="T32" fmla="*/ 18 w 23"/>
                <a:gd name="T33" fmla="*/ 21 h 29"/>
                <a:gd name="T34" fmla="*/ 16 w 23"/>
                <a:gd name="T35" fmla="*/ 24 h 29"/>
                <a:gd name="T36" fmla="*/ 13 w 23"/>
                <a:gd name="T37" fmla="*/ 28 h 29"/>
                <a:gd name="T38" fmla="*/ 9 w 23"/>
                <a:gd name="T39" fmla="*/ 29 h 29"/>
                <a:gd name="T40" fmla="*/ 4 w 23"/>
                <a:gd name="T41" fmla="*/ 28 h 29"/>
                <a:gd name="T42" fmla="*/ 1 w 23"/>
                <a:gd name="T43" fmla="*/ 14 h 29"/>
                <a:gd name="T44" fmla="*/ 1 w 23"/>
                <a:gd name="T45" fmla="*/ 12 h 29"/>
                <a:gd name="T46" fmla="*/ 1 w 23"/>
                <a:gd name="T47" fmla="*/ 9 h 29"/>
                <a:gd name="T48" fmla="*/ 0 w 23"/>
                <a:gd name="T49" fmla="*/ 7 h 29"/>
                <a:gd name="T50" fmla="*/ 0 w 23"/>
                <a:gd name="T51" fmla="*/ 5 h 29"/>
                <a:gd name="T52" fmla="*/ 1 w 23"/>
                <a:gd name="T53" fmla="*/ 4 h 29"/>
                <a:gd name="T54" fmla="*/ 2 w 23"/>
                <a:gd name="T55" fmla="*/ 4 h 29"/>
                <a:gd name="T56" fmla="*/ 4 w 23"/>
                <a:gd name="T57" fmla="*/ 5 h 29"/>
                <a:gd name="T58" fmla="*/ 5 w 23"/>
                <a:gd name="T59" fmla="*/ 7 h 29"/>
                <a:gd name="T60" fmla="*/ 8 w 23"/>
                <a:gd name="T61" fmla="*/ 8 h 29"/>
                <a:gd name="T62" fmla="*/ 8 w 23"/>
                <a:gd name="T63" fmla="*/ 7 h 29"/>
                <a:gd name="T64" fmla="*/ 9 w 23"/>
                <a:gd name="T65" fmla="*/ 7 h 29"/>
                <a:gd name="T66" fmla="*/ 10 w 23"/>
                <a:gd name="T67" fmla="*/ 8 h 29"/>
                <a:gd name="T68" fmla="*/ 12 w 23"/>
                <a:gd name="T69" fmla="*/ 7 h 29"/>
                <a:gd name="T70" fmla="*/ 12 w 23"/>
                <a:gd name="T71" fmla="*/ 7 h 29"/>
                <a:gd name="T72" fmla="*/ 14 w 23"/>
                <a:gd name="T73" fmla="*/ 3 h 29"/>
                <a:gd name="T74" fmla="*/ 13 w 23"/>
                <a:gd name="T7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" h="29">
                  <a:moveTo>
                    <a:pt x="13" y="0"/>
                  </a:moveTo>
                  <a:lnTo>
                    <a:pt x="14" y="0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21" y="9"/>
                  </a:lnTo>
                  <a:lnTo>
                    <a:pt x="22" y="10"/>
                  </a:lnTo>
                  <a:lnTo>
                    <a:pt x="23" y="10"/>
                  </a:lnTo>
                  <a:lnTo>
                    <a:pt x="23" y="14"/>
                  </a:lnTo>
                  <a:lnTo>
                    <a:pt x="23" y="16"/>
                  </a:lnTo>
                  <a:lnTo>
                    <a:pt x="22" y="18"/>
                  </a:lnTo>
                  <a:lnTo>
                    <a:pt x="20" y="20"/>
                  </a:lnTo>
                  <a:lnTo>
                    <a:pt x="18" y="21"/>
                  </a:lnTo>
                  <a:lnTo>
                    <a:pt x="16" y="24"/>
                  </a:lnTo>
                  <a:lnTo>
                    <a:pt x="13" y="28"/>
                  </a:lnTo>
                  <a:lnTo>
                    <a:pt x="9" y="29"/>
                  </a:lnTo>
                  <a:lnTo>
                    <a:pt x="4" y="28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4"/>
                  </a:lnTo>
                  <a:lnTo>
                    <a:pt x="2" y="4"/>
                  </a:lnTo>
                  <a:lnTo>
                    <a:pt x="4" y="5"/>
                  </a:lnTo>
                  <a:lnTo>
                    <a:pt x="5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9" y="7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4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7" name="Freeform 476"/>
            <p:cNvSpPr>
              <a:spLocks/>
            </p:cNvSpPr>
            <p:nvPr/>
          </p:nvSpPr>
          <p:spPr bwMode="auto">
            <a:xfrm>
              <a:off x="6133238" y="4190522"/>
              <a:ext cx="576069" cy="570993"/>
            </a:xfrm>
            <a:custGeom>
              <a:avLst/>
              <a:gdLst>
                <a:gd name="T0" fmla="*/ 169 w 227"/>
                <a:gd name="T1" fmla="*/ 3 h 225"/>
                <a:gd name="T2" fmla="*/ 185 w 227"/>
                <a:gd name="T3" fmla="*/ 4 h 225"/>
                <a:gd name="T4" fmla="*/ 193 w 227"/>
                <a:gd name="T5" fmla="*/ 12 h 225"/>
                <a:gd name="T6" fmla="*/ 203 w 227"/>
                <a:gd name="T7" fmla="*/ 10 h 225"/>
                <a:gd name="T8" fmla="*/ 211 w 227"/>
                <a:gd name="T9" fmla="*/ 7 h 225"/>
                <a:gd name="T10" fmla="*/ 220 w 227"/>
                <a:gd name="T11" fmla="*/ 16 h 225"/>
                <a:gd name="T12" fmla="*/ 225 w 227"/>
                <a:gd name="T13" fmla="*/ 22 h 225"/>
                <a:gd name="T14" fmla="*/ 224 w 227"/>
                <a:gd name="T15" fmla="*/ 36 h 225"/>
                <a:gd name="T16" fmla="*/ 218 w 227"/>
                <a:gd name="T17" fmla="*/ 54 h 225"/>
                <a:gd name="T18" fmla="*/ 208 w 227"/>
                <a:gd name="T19" fmla="*/ 78 h 225"/>
                <a:gd name="T20" fmla="*/ 203 w 227"/>
                <a:gd name="T21" fmla="*/ 99 h 225"/>
                <a:gd name="T22" fmla="*/ 222 w 227"/>
                <a:gd name="T23" fmla="*/ 164 h 225"/>
                <a:gd name="T24" fmla="*/ 199 w 227"/>
                <a:gd name="T25" fmla="*/ 181 h 225"/>
                <a:gd name="T26" fmla="*/ 198 w 227"/>
                <a:gd name="T27" fmla="*/ 190 h 225"/>
                <a:gd name="T28" fmla="*/ 194 w 227"/>
                <a:gd name="T29" fmla="*/ 203 h 225"/>
                <a:gd name="T30" fmla="*/ 206 w 227"/>
                <a:gd name="T31" fmla="*/ 214 h 225"/>
                <a:gd name="T32" fmla="*/ 210 w 227"/>
                <a:gd name="T33" fmla="*/ 224 h 225"/>
                <a:gd name="T34" fmla="*/ 202 w 227"/>
                <a:gd name="T35" fmla="*/ 225 h 225"/>
                <a:gd name="T36" fmla="*/ 189 w 227"/>
                <a:gd name="T37" fmla="*/ 214 h 225"/>
                <a:gd name="T38" fmla="*/ 178 w 227"/>
                <a:gd name="T39" fmla="*/ 203 h 225"/>
                <a:gd name="T40" fmla="*/ 169 w 227"/>
                <a:gd name="T41" fmla="*/ 210 h 225"/>
                <a:gd name="T42" fmla="*/ 158 w 227"/>
                <a:gd name="T43" fmla="*/ 204 h 225"/>
                <a:gd name="T44" fmla="*/ 156 w 227"/>
                <a:gd name="T45" fmla="*/ 198 h 225"/>
                <a:gd name="T46" fmla="*/ 146 w 227"/>
                <a:gd name="T47" fmla="*/ 202 h 225"/>
                <a:gd name="T48" fmla="*/ 141 w 227"/>
                <a:gd name="T49" fmla="*/ 197 h 225"/>
                <a:gd name="T50" fmla="*/ 132 w 227"/>
                <a:gd name="T51" fmla="*/ 199 h 225"/>
                <a:gd name="T52" fmla="*/ 123 w 227"/>
                <a:gd name="T53" fmla="*/ 198 h 225"/>
                <a:gd name="T54" fmla="*/ 120 w 227"/>
                <a:gd name="T55" fmla="*/ 195 h 225"/>
                <a:gd name="T56" fmla="*/ 120 w 227"/>
                <a:gd name="T57" fmla="*/ 187 h 225"/>
                <a:gd name="T58" fmla="*/ 118 w 227"/>
                <a:gd name="T59" fmla="*/ 179 h 225"/>
                <a:gd name="T60" fmla="*/ 115 w 227"/>
                <a:gd name="T61" fmla="*/ 172 h 225"/>
                <a:gd name="T62" fmla="*/ 115 w 227"/>
                <a:gd name="T63" fmla="*/ 161 h 225"/>
                <a:gd name="T64" fmla="*/ 102 w 227"/>
                <a:gd name="T65" fmla="*/ 152 h 225"/>
                <a:gd name="T66" fmla="*/ 87 w 227"/>
                <a:gd name="T67" fmla="*/ 148 h 225"/>
                <a:gd name="T68" fmla="*/ 77 w 227"/>
                <a:gd name="T69" fmla="*/ 160 h 225"/>
                <a:gd name="T70" fmla="*/ 62 w 227"/>
                <a:gd name="T71" fmla="*/ 160 h 225"/>
                <a:gd name="T72" fmla="*/ 58 w 227"/>
                <a:gd name="T73" fmla="*/ 149 h 225"/>
                <a:gd name="T74" fmla="*/ 56 w 227"/>
                <a:gd name="T75" fmla="*/ 139 h 225"/>
                <a:gd name="T76" fmla="*/ 31 w 227"/>
                <a:gd name="T77" fmla="*/ 135 h 225"/>
                <a:gd name="T78" fmla="*/ 15 w 227"/>
                <a:gd name="T79" fmla="*/ 135 h 225"/>
                <a:gd name="T80" fmla="*/ 7 w 227"/>
                <a:gd name="T81" fmla="*/ 137 h 225"/>
                <a:gd name="T82" fmla="*/ 3 w 227"/>
                <a:gd name="T83" fmla="*/ 133 h 225"/>
                <a:gd name="T84" fmla="*/ 12 w 227"/>
                <a:gd name="T85" fmla="*/ 122 h 225"/>
                <a:gd name="T86" fmla="*/ 20 w 227"/>
                <a:gd name="T87" fmla="*/ 122 h 225"/>
                <a:gd name="T88" fmla="*/ 29 w 227"/>
                <a:gd name="T89" fmla="*/ 116 h 225"/>
                <a:gd name="T90" fmla="*/ 36 w 227"/>
                <a:gd name="T91" fmla="*/ 120 h 225"/>
                <a:gd name="T92" fmla="*/ 48 w 227"/>
                <a:gd name="T93" fmla="*/ 106 h 225"/>
                <a:gd name="T94" fmla="*/ 53 w 227"/>
                <a:gd name="T95" fmla="*/ 86 h 225"/>
                <a:gd name="T96" fmla="*/ 64 w 227"/>
                <a:gd name="T97" fmla="*/ 77 h 225"/>
                <a:gd name="T98" fmla="*/ 70 w 227"/>
                <a:gd name="T99" fmla="*/ 58 h 225"/>
                <a:gd name="T100" fmla="*/ 74 w 227"/>
                <a:gd name="T101" fmla="*/ 43 h 225"/>
                <a:gd name="T102" fmla="*/ 79 w 227"/>
                <a:gd name="T103" fmla="*/ 22 h 225"/>
                <a:gd name="T104" fmla="*/ 81 w 227"/>
                <a:gd name="T105" fmla="*/ 12 h 225"/>
                <a:gd name="T106" fmla="*/ 85 w 227"/>
                <a:gd name="T107" fmla="*/ 6 h 225"/>
                <a:gd name="T108" fmla="*/ 94 w 227"/>
                <a:gd name="T109" fmla="*/ 4 h 225"/>
                <a:gd name="T110" fmla="*/ 108 w 227"/>
                <a:gd name="T111" fmla="*/ 12 h 225"/>
                <a:gd name="T112" fmla="*/ 120 w 227"/>
                <a:gd name="T113" fmla="*/ 14 h 225"/>
                <a:gd name="T114" fmla="*/ 125 w 227"/>
                <a:gd name="T115" fmla="*/ 8 h 225"/>
                <a:gd name="T116" fmla="*/ 139 w 227"/>
                <a:gd name="T117" fmla="*/ 7 h 225"/>
                <a:gd name="T118" fmla="*/ 149 w 227"/>
                <a:gd name="T119" fmla="*/ 4 h 225"/>
                <a:gd name="T120" fmla="*/ 158 w 227"/>
                <a:gd name="T121" fmla="*/ 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7" h="225">
                  <a:moveTo>
                    <a:pt x="161" y="0"/>
                  </a:moveTo>
                  <a:lnTo>
                    <a:pt x="162" y="2"/>
                  </a:lnTo>
                  <a:lnTo>
                    <a:pt x="165" y="2"/>
                  </a:lnTo>
                  <a:lnTo>
                    <a:pt x="166" y="2"/>
                  </a:lnTo>
                  <a:lnTo>
                    <a:pt x="168" y="3"/>
                  </a:lnTo>
                  <a:lnTo>
                    <a:pt x="169" y="3"/>
                  </a:lnTo>
                  <a:lnTo>
                    <a:pt x="172" y="4"/>
                  </a:lnTo>
                  <a:lnTo>
                    <a:pt x="175" y="4"/>
                  </a:lnTo>
                  <a:lnTo>
                    <a:pt x="175" y="4"/>
                  </a:lnTo>
                  <a:lnTo>
                    <a:pt x="179" y="3"/>
                  </a:lnTo>
                  <a:lnTo>
                    <a:pt x="182" y="3"/>
                  </a:lnTo>
                  <a:lnTo>
                    <a:pt x="185" y="4"/>
                  </a:lnTo>
                  <a:lnTo>
                    <a:pt x="186" y="4"/>
                  </a:lnTo>
                  <a:lnTo>
                    <a:pt x="186" y="6"/>
                  </a:lnTo>
                  <a:lnTo>
                    <a:pt x="187" y="8"/>
                  </a:lnTo>
                  <a:lnTo>
                    <a:pt x="189" y="8"/>
                  </a:lnTo>
                  <a:lnTo>
                    <a:pt x="190" y="10"/>
                  </a:lnTo>
                  <a:lnTo>
                    <a:pt x="193" y="12"/>
                  </a:lnTo>
                  <a:lnTo>
                    <a:pt x="194" y="12"/>
                  </a:lnTo>
                  <a:lnTo>
                    <a:pt x="195" y="12"/>
                  </a:lnTo>
                  <a:lnTo>
                    <a:pt x="197" y="11"/>
                  </a:lnTo>
                  <a:lnTo>
                    <a:pt x="198" y="10"/>
                  </a:lnTo>
                  <a:lnTo>
                    <a:pt x="200" y="10"/>
                  </a:lnTo>
                  <a:lnTo>
                    <a:pt x="203" y="10"/>
                  </a:lnTo>
                  <a:lnTo>
                    <a:pt x="203" y="11"/>
                  </a:lnTo>
                  <a:lnTo>
                    <a:pt x="204" y="11"/>
                  </a:lnTo>
                  <a:lnTo>
                    <a:pt x="206" y="10"/>
                  </a:lnTo>
                  <a:lnTo>
                    <a:pt x="207" y="8"/>
                  </a:lnTo>
                  <a:lnTo>
                    <a:pt x="208" y="7"/>
                  </a:lnTo>
                  <a:lnTo>
                    <a:pt x="211" y="7"/>
                  </a:lnTo>
                  <a:lnTo>
                    <a:pt x="212" y="8"/>
                  </a:lnTo>
                  <a:lnTo>
                    <a:pt x="214" y="11"/>
                  </a:lnTo>
                  <a:lnTo>
                    <a:pt x="215" y="12"/>
                  </a:lnTo>
                  <a:lnTo>
                    <a:pt x="216" y="14"/>
                  </a:lnTo>
                  <a:lnTo>
                    <a:pt x="219" y="15"/>
                  </a:lnTo>
                  <a:lnTo>
                    <a:pt x="220" y="16"/>
                  </a:lnTo>
                  <a:lnTo>
                    <a:pt x="222" y="18"/>
                  </a:lnTo>
                  <a:lnTo>
                    <a:pt x="222" y="19"/>
                  </a:lnTo>
                  <a:lnTo>
                    <a:pt x="223" y="20"/>
                  </a:lnTo>
                  <a:lnTo>
                    <a:pt x="223" y="22"/>
                  </a:lnTo>
                  <a:lnTo>
                    <a:pt x="223" y="22"/>
                  </a:lnTo>
                  <a:lnTo>
                    <a:pt x="225" y="22"/>
                  </a:lnTo>
                  <a:lnTo>
                    <a:pt x="227" y="22"/>
                  </a:lnTo>
                  <a:lnTo>
                    <a:pt x="227" y="24"/>
                  </a:lnTo>
                  <a:lnTo>
                    <a:pt x="225" y="25"/>
                  </a:lnTo>
                  <a:lnTo>
                    <a:pt x="225" y="29"/>
                  </a:lnTo>
                  <a:lnTo>
                    <a:pt x="224" y="33"/>
                  </a:lnTo>
                  <a:lnTo>
                    <a:pt x="224" y="36"/>
                  </a:lnTo>
                  <a:lnTo>
                    <a:pt x="225" y="37"/>
                  </a:lnTo>
                  <a:lnTo>
                    <a:pt x="227" y="39"/>
                  </a:lnTo>
                  <a:lnTo>
                    <a:pt x="227" y="41"/>
                  </a:lnTo>
                  <a:lnTo>
                    <a:pt x="227" y="43"/>
                  </a:lnTo>
                  <a:lnTo>
                    <a:pt x="222" y="50"/>
                  </a:lnTo>
                  <a:lnTo>
                    <a:pt x="218" y="54"/>
                  </a:lnTo>
                  <a:lnTo>
                    <a:pt x="216" y="56"/>
                  </a:lnTo>
                  <a:lnTo>
                    <a:pt x="212" y="65"/>
                  </a:lnTo>
                  <a:lnTo>
                    <a:pt x="211" y="66"/>
                  </a:lnTo>
                  <a:lnTo>
                    <a:pt x="211" y="69"/>
                  </a:lnTo>
                  <a:lnTo>
                    <a:pt x="211" y="73"/>
                  </a:lnTo>
                  <a:lnTo>
                    <a:pt x="208" y="78"/>
                  </a:lnTo>
                  <a:lnTo>
                    <a:pt x="210" y="81"/>
                  </a:lnTo>
                  <a:lnTo>
                    <a:pt x="206" y="83"/>
                  </a:lnTo>
                  <a:lnTo>
                    <a:pt x="204" y="86"/>
                  </a:lnTo>
                  <a:lnTo>
                    <a:pt x="202" y="93"/>
                  </a:lnTo>
                  <a:lnTo>
                    <a:pt x="202" y="97"/>
                  </a:lnTo>
                  <a:lnTo>
                    <a:pt x="203" y="99"/>
                  </a:lnTo>
                  <a:lnTo>
                    <a:pt x="203" y="102"/>
                  </a:lnTo>
                  <a:lnTo>
                    <a:pt x="203" y="104"/>
                  </a:lnTo>
                  <a:lnTo>
                    <a:pt x="207" y="128"/>
                  </a:lnTo>
                  <a:lnTo>
                    <a:pt x="210" y="143"/>
                  </a:lnTo>
                  <a:lnTo>
                    <a:pt x="219" y="153"/>
                  </a:lnTo>
                  <a:lnTo>
                    <a:pt x="222" y="164"/>
                  </a:lnTo>
                  <a:lnTo>
                    <a:pt x="219" y="162"/>
                  </a:lnTo>
                  <a:lnTo>
                    <a:pt x="200" y="166"/>
                  </a:lnTo>
                  <a:lnTo>
                    <a:pt x="195" y="175"/>
                  </a:lnTo>
                  <a:lnTo>
                    <a:pt x="197" y="178"/>
                  </a:lnTo>
                  <a:lnTo>
                    <a:pt x="198" y="179"/>
                  </a:lnTo>
                  <a:lnTo>
                    <a:pt x="199" y="181"/>
                  </a:lnTo>
                  <a:lnTo>
                    <a:pt x="198" y="182"/>
                  </a:lnTo>
                  <a:lnTo>
                    <a:pt x="198" y="183"/>
                  </a:lnTo>
                  <a:lnTo>
                    <a:pt x="198" y="185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90"/>
                  </a:lnTo>
                  <a:lnTo>
                    <a:pt x="197" y="191"/>
                  </a:lnTo>
                  <a:lnTo>
                    <a:pt x="197" y="191"/>
                  </a:lnTo>
                  <a:lnTo>
                    <a:pt x="197" y="193"/>
                  </a:lnTo>
                  <a:lnTo>
                    <a:pt x="194" y="195"/>
                  </a:lnTo>
                  <a:lnTo>
                    <a:pt x="194" y="197"/>
                  </a:lnTo>
                  <a:lnTo>
                    <a:pt x="194" y="203"/>
                  </a:lnTo>
                  <a:lnTo>
                    <a:pt x="194" y="206"/>
                  </a:lnTo>
                  <a:lnTo>
                    <a:pt x="195" y="207"/>
                  </a:lnTo>
                  <a:lnTo>
                    <a:pt x="199" y="211"/>
                  </a:lnTo>
                  <a:lnTo>
                    <a:pt x="199" y="212"/>
                  </a:lnTo>
                  <a:lnTo>
                    <a:pt x="200" y="214"/>
                  </a:lnTo>
                  <a:lnTo>
                    <a:pt x="206" y="214"/>
                  </a:lnTo>
                  <a:lnTo>
                    <a:pt x="206" y="214"/>
                  </a:lnTo>
                  <a:lnTo>
                    <a:pt x="206" y="212"/>
                  </a:lnTo>
                  <a:lnTo>
                    <a:pt x="204" y="211"/>
                  </a:lnTo>
                  <a:lnTo>
                    <a:pt x="207" y="211"/>
                  </a:lnTo>
                  <a:lnTo>
                    <a:pt x="210" y="211"/>
                  </a:lnTo>
                  <a:lnTo>
                    <a:pt x="210" y="224"/>
                  </a:lnTo>
                  <a:lnTo>
                    <a:pt x="210" y="225"/>
                  </a:lnTo>
                  <a:lnTo>
                    <a:pt x="207" y="224"/>
                  </a:lnTo>
                  <a:lnTo>
                    <a:pt x="207" y="224"/>
                  </a:lnTo>
                  <a:lnTo>
                    <a:pt x="206" y="224"/>
                  </a:lnTo>
                  <a:lnTo>
                    <a:pt x="204" y="224"/>
                  </a:lnTo>
                  <a:lnTo>
                    <a:pt x="202" y="225"/>
                  </a:lnTo>
                  <a:lnTo>
                    <a:pt x="200" y="225"/>
                  </a:lnTo>
                  <a:lnTo>
                    <a:pt x="198" y="223"/>
                  </a:lnTo>
                  <a:lnTo>
                    <a:pt x="197" y="220"/>
                  </a:lnTo>
                  <a:lnTo>
                    <a:pt x="194" y="218"/>
                  </a:lnTo>
                  <a:lnTo>
                    <a:pt x="191" y="215"/>
                  </a:lnTo>
                  <a:lnTo>
                    <a:pt x="189" y="214"/>
                  </a:lnTo>
                  <a:lnTo>
                    <a:pt x="185" y="211"/>
                  </a:lnTo>
                  <a:lnTo>
                    <a:pt x="182" y="210"/>
                  </a:lnTo>
                  <a:lnTo>
                    <a:pt x="181" y="208"/>
                  </a:lnTo>
                  <a:lnTo>
                    <a:pt x="179" y="207"/>
                  </a:lnTo>
                  <a:lnTo>
                    <a:pt x="179" y="203"/>
                  </a:lnTo>
                  <a:lnTo>
                    <a:pt x="178" y="203"/>
                  </a:lnTo>
                  <a:lnTo>
                    <a:pt x="178" y="203"/>
                  </a:lnTo>
                  <a:lnTo>
                    <a:pt x="175" y="203"/>
                  </a:lnTo>
                  <a:lnTo>
                    <a:pt x="175" y="207"/>
                  </a:lnTo>
                  <a:lnTo>
                    <a:pt x="174" y="208"/>
                  </a:lnTo>
                  <a:lnTo>
                    <a:pt x="172" y="210"/>
                  </a:lnTo>
                  <a:lnTo>
                    <a:pt x="169" y="210"/>
                  </a:lnTo>
                  <a:lnTo>
                    <a:pt x="169" y="208"/>
                  </a:lnTo>
                  <a:lnTo>
                    <a:pt x="166" y="208"/>
                  </a:lnTo>
                  <a:lnTo>
                    <a:pt x="164" y="207"/>
                  </a:lnTo>
                  <a:lnTo>
                    <a:pt x="161" y="206"/>
                  </a:lnTo>
                  <a:lnTo>
                    <a:pt x="160" y="206"/>
                  </a:lnTo>
                  <a:lnTo>
                    <a:pt x="158" y="204"/>
                  </a:lnTo>
                  <a:lnTo>
                    <a:pt x="157" y="204"/>
                  </a:lnTo>
                  <a:lnTo>
                    <a:pt x="157" y="203"/>
                  </a:lnTo>
                  <a:lnTo>
                    <a:pt x="157" y="202"/>
                  </a:lnTo>
                  <a:lnTo>
                    <a:pt x="156" y="200"/>
                  </a:lnTo>
                  <a:lnTo>
                    <a:pt x="156" y="199"/>
                  </a:lnTo>
                  <a:lnTo>
                    <a:pt x="156" y="198"/>
                  </a:lnTo>
                  <a:lnTo>
                    <a:pt x="152" y="199"/>
                  </a:lnTo>
                  <a:lnTo>
                    <a:pt x="152" y="200"/>
                  </a:lnTo>
                  <a:lnTo>
                    <a:pt x="149" y="200"/>
                  </a:lnTo>
                  <a:lnTo>
                    <a:pt x="148" y="200"/>
                  </a:lnTo>
                  <a:lnTo>
                    <a:pt x="146" y="202"/>
                  </a:lnTo>
                  <a:lnTo>
                    <a:pt x="146" y="202"/>
                  </a:lnTo>
                  <a:lnTo>
                    <a:pt x="145" y="200"/>
                  </a:lnTo>
                  <a:lnTo>
                    <a:pt x="145" y="199"/>
                  </a:lnTo>
                  <a:lnTo>
                    <a:pt x="145" y="198"/>
                  </a:lnTo>
                  <a:lnTo>
                    <a:pt x="143" y="198"/>
                  </a:lnTo>
                  <a:lnTo>
                    <a:pt x="141" y="198"/>
                  </a:lnTo>
                  <a:lnTo>
                    <a:pt x="141" y="197"/>
                  </a:lnTo>
                  <a:lnTo>
                    <a:pt x="141" y="197"/>
                  </a:lnTo>
                  <a:lnTo>
                    <a:pt x="139" y="197"/>
                  </a:lnTo>
                  <a:lnTo>
                    <a:pt x="136" y="198"/>
                  </a:lnTo>
                  <a:lnTo>
                    <a:pt x="135" y="199"/>
                  </a:lnTo>
                  <a:lnTo>
                    <a:pt x="133" y="199"/>
                  </a:lnTo>
                  <a:lnTo>
                    <a:pt x="132" y="199"/>
                  </a:lnTo>
                  <a:lnTo>
                    <a:pt x="131" y="199"/>
                  </a:lnTo>
                  <a:lnTo>
                    <a:pt x="128" y="199"/>
                  </a:lnTo>
                  <a:lnTo>
                    <a:pt x="127" y="199"/>
                  </a:lnTo>
                  <a:lnTo>
                    <a:pt x="125" y="198"/>
                  </a:lnTo>
                  <a:lnTo>
                    <a:pt x="124" y="198"/>
                  </a:lnTo>
                  <a:lnTo>
                    <a:pt x="123" y="198"/>
                  </a:lnTo>
                  <a:lnTo>
                    <a:pt x="123" y="198"/>
                  </a:lnTo>
                  <a:lnTo>
                    <a:pt x="121" y="199"/>
                  </a:lnTo>
                  <a:lnTo>
                    <a:pt x="120" y="199"/>
                  </a:lnTo>
                  <a:lnTo>
                    <a:pt x="120" y="198"/>
                  </a:lnTo>
                  <a:lnTo>
                    <a:pt x="120" y="197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21" y="193"/>
                  </a:lnTo>
                  <a:lnTo>
                    <a:pt x="120" y="191"/>
                  </a:lnTo>
                  <a:lnTo>
                    <a:pt x="119" y="190"/>
                  </a:lnTo>
                  <a:lnTo>
                    <a:pt x="120" y="189"/>
                  </a:lnTo>
                  <a:lnTo>
                    <a:pt x="120" y="187"/>
                  </a:lnTo>
                  <a:lnTo>
                    <a:pt x="119" y="186"/>
                  </a:lnTo>
                  <a:lnTo>
                    <a:pt x="119" y="185"/>
                  </a:lnTo>
                  <a:lnTo>
                    <a:pt x="119" y="183"/>
                  </a:lnTo>
                  <a:lnTo>
                    <a:pt x="119" y="182"/>
                  </a:lnTo>
                  <a:lnTo>
                    <a:pt x="118" y="181"/>
                  </a:lnTo>
                  <a:lnTo>
                    <a:pt x="118" y="179"/>
                  </a:lnTo>
                  <a:lnTo>
                    <a:pt x="116" y="179"/>
                  </a:lnTo>
                  <a:lnTo>
                    <a:pt x="116" y="178"/>
                  </a:lnTo>
                  <a:lnTo>
                    <a:pt x="115" y="177"/>
                  </a:lnTo>
                  <a:lnTo>
                    <a:pt x="115" y="175"/>
                  </a:lnTo>
                  <a:lnTo>
                    <a:pt x="115" y="174"/>
                  </a:lnTo>
                  <a:lnTo>
                    <a:pt x="115" y="172"/>
                  </a:lnTo>
                  <a:lnTo>
                    <a:pt x="115" y="168"/>
                  </a:lnTo>
                  <a:lnTo>
                    <a:pt x="115" y="166"/>
                  </a:lnTo>
                  <a:lnTo>
                    <a:pt x="115" y="165"/>
                  </a:lnTo>
                  <a:lnTo>
                    <a:pt x="115" y="165"/>
                  </a:lnTo>
                  <a:lnTo>
                    <a:pt x="115" y="162"/>
                  </a:lnTo>
                  <a:lnTo>
                    <a:pt x="115" y="161"/>
                  </a:lnTo>
                  <a:lnTo>
                    <a:pt x="115" y="160"/>
                  </a:lnTo>
                  <a:lnTo>
                    <a:pt x="116" y="157"/>
                  </a:lnTo>
                  <a:lnTo>
                    <a:pt x="116" y="156"/>
                  </a:lnTo>
                  <a:lnTo>
                    <a:pt x="116" y="153"/>
                  </a:lnTo>
                  <a:lnTo>
                    <a:pt x="116" y="152"/>
                  </a:lnTo>
                  <a:lnTo>
                    <a:pt x="102" y="152"/>
                  </a:lnTo>
                  <a:lnTo>
                    <a:pt x="102" y="150"/>
                  </a:lnTo>
                  <a:lnTo>
                    <a:pt x="102" y="149"/>
                  </a:lnTo>
                  <a:lnTo>
                    <a:pt x="102" y="148"/>
                  </a:lnTo>
                  <a:lnTo>
                    <a:pt x="99" y="147"/>
                  </a:lnTo>
                  <a:lnTo>
                    <a:pt x="99" y="148"/>
                  </a:lnTo>
                  <a:lnTo>
                    <a:pt x="87" y="148"/>
                  </a:lnTo>
                  <a:lnTo>
                    <a:pt x="87" y="152"/>
                  </a:lnTo>
                  <a:lnTo>
                    <a:pt x="86" y="153"/>
                  </a:lnTo>
                  <a:lnTo>
                    <a:pt x="85" y="154"/>
                  </a:lnTo>
                  <a:lnTo>
                    <a:pt x="85" y="156"/>
                  </a:lnTo>
                  <a:lnTo>
                    <a:pt x="86" y="160"/>
                  </a:lnTo>
                  <a:lnTo>
                    <a:pt x="77" y="160"/>
                  </a:lnTo>
                  <a:lnTo>
                    <a:pt x="75" y="161"/>
                  </a:lnTo>
                  <a:lnTo>
                    <a:pt x="70" y="161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4" y="161"/>
                  </a:lnTo>
                  <a:lnTo>
                    <a:pt x="62" y="160"/>
                  </a:lnTo>
                  <a:lnTo>
                    <a:pt x="62" y="156"/>
                  </a:lnTo>
                  <a:lnTo>
                    <a:pt x="61" y="154"/>
                  </a:lnTo>
                  <a:lnTo>
                    <a:pt x="60" y="152"/>
                  </a:lnTo>
                  <a:lnTo>
                    <a:pt x="58" y="152"/>
                  </a:lnTo>
                  <a:lnTo>
                    <a:pt x="58" y="150"/>
                  </a:lnTo>
                  <a:lnTo>
                    <a:pt x="58" y="149"/>
                  </a:lnTo>
                  <a:lnTo>
                    <a:pt x="57" y="147"/>
                  </a:lnTo>
                  <a:lnTo>
                    <a:pt x="56" y="144"/>
                  </a:lnTo>
                  <a:lnTo>
                    <a:pt x="56" y="143"/>
                  </a:lnTo>
                  <a:lnTo>
                    <a:pt x="57" y="141"/>
                  </a:lnTo>
                  <a:lnTo>
                    <a:pt x="57" y="140"/>
                  </a:lnTo>
                  <a:lnTo>
                    <a:pt x="56" y="139"/>
                  </a:lnTo>
                  <a:lnTo>
                    <a:pt x="56" y="137"/>
                  </a:lnTo>
                  <a:lnTo>
                    <a:pt x="56" y="137"/>
                  </a:lnTo>
                  <a:lnTo>
                    <a:pt x="56" y="135"/>
                  </a:lnTo>
                  <a:lnTo>
                    <a:pt x="42" y="135"/>
                  </a:lnTo>
                  <a:lnTo>
                    <a:pt x="35" y="135"/>
                  </a:lnTo>
                  <a:lnTo>
                    <a:pt x="31" y="135"/>
                  </a:lnTo>
                  <a:lnTo>
                    <a:pt x="27" y="135"/>
                  </a:lnTo>
                  <a:lnTo>
                    <a:pt x="25" y="135"/>
                  </a:lnTo>
                  <a:lnTo>
                    <a:pt x="21" y="135"/>
                  </a:lnTo>
                  <a:lnTo>
                    <a:pt x="19" y="135"/>
                  </a:lnTo>
                  <a:lnTo>
                    <a:pt x="16" y="135"/>
                  </a:lnTo>
                  <a:lnTo>
                    <a:pt x="15" y="135"/>
                  </a:lnTo>
                  <a:lnTo>
                    <a:pt x="13" y="135"/>
                  </a:lnTo>
                  <a:lnTo>
                    <a:pt x="11" y="135"/>
                  </a:lnTo>
                  <a:lnTo>
                    <a:pt x="10" y="136"/>
                  </a:lnTo>
                  <a:lnTo>
                    <a:pt x="8" y="136"/>
                  </a:lnTo>
                  <a:lnTo>
                    <a:pt x="7" y="136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6" y="136"/>
                  </a:lnTo>
                  <a:lnTo>
                    <a:pt x="2" y="136"/>
                  </a:lnTo>
                  <a:lnTo>
                    <a:pt x="0" y="135"/>
                  </a:lnTo>
                  <a:lnTo>
                    <a:pt x="3" y="133"/>
                  </a:lnTo>
                  <a:lnTo>
                    <a:pt x="6" y="132"/>
                  </a:lnTo>
                  <a:lnTo>
                    <a:pt x="7" y="131"/>
                  </a:lnTo>
                  <a:lnTo>
                    <a:pt x="7" y="127"/>
                  </a:lnTo>
                  <a:lnTo>
                    <a:pt x="7" y="125"/>
                  </a:lnTo>
                  <a:lnTo>
                    <a:pt x="10" y="124"/>
                  </a:lnTo>
                  <a:lnTo>
                    <a:pt x="12" y="122"/>
                  </a:lnTo>
                  <a:lnTo>
                    <a:pt x="13" y="122"/>
                  </a:lnTo>
                  <a:lnTo>
                    <a:pt x="16" y="120"/>
                  </a:lnTo>
                  <a:lnTo>
                    <a:pt x="16" y="122"/>
                  </a:lnTo>
                  <a:lnTo>
                    <a:pt x="16" y="123"/>
                  </a:lnTo>
                  <a:lnTo>
                    <a:pt x="19" y="123"/>
                  </a:lnTo>
                  <a:lnTo>
                    <a:pt x="20" y="122"/>
                  </a:lnTo>
                  <a:lnTo>
                    <a:pt x="20" y="119"/>
                  </a:lnTo>
                  <a:lnTo>
                    <a:pt x="21" y="119"/>
                  </a:lnTo>
                  <a:lnTo>
                    <a:pt x="23" y="119"/>
                  </a:lnTo>
                  <a:lnTo>
                    <a:pt x="25" y="116"/>
                  </a:lnTo>
                  <a:lnTo>
                    <a:pt x="29" y="115"/>
                  </a:lnTo>
                  <a:lnTo>
                    <a:pt x="29" y="116"/>
                  </a:lnTo>
                  <a:lnTo>
                    <a:pt x="28" y="119"/>
                  </a:lnTo>
                  <a:lnTo>
                    <a:pt x="28" y="120"/>
                  </a:lnTo>
                  <a:lnTo>
                    <a:pt x="29" y="122"/>
                  </a:lnTo>
                  <a:lnTo>
                    <a:pt x="32" y="124"/>
                  </a:lnTo>
                  <a:lnTo>
                    <a:pt x="35" y="123"/>
                  </a:lnTo>
                  <a:lnTo>
                    <a:pt x="36" y="120"/>
                  </a:lnTo>
                  <a:lnTo>
                    <a:pt x="41" y="115"/>
                  </a:lnTo>
                  <a:lnTo>
                    <a:pt x="42" y="114"/>
                  </a:lnTo>
                  <a:lnTo>
                    <a:pt x="44" y="112"/>
                  </a:lnTo>
                  <a:lnTo>
                    <a:pt x="46" y="111"/>
                  </a:lnTo>
                  <a:lnTo>
                    <a:pt x="48" y="108"/>
                  </a:lnTo>
                  <a:lnTo>
                    <a:pt x="48" y="106"/>
                  </a:lnTo>
                  <a:lnTo>
                    <a:pt x="49" y="103"/>
                  </a:lnTo>
                  <a:lnTo>
                    <a:pt x="49" y="97"/>
                  </a:lnTo>
                  <a:lnTo>
                    <a:pt x="49" y="95"/>
                  </a:lnTo>
                  <a:lnTo>
                    <a:pt x="48" y="93"/>
                  </a:lnTo>
                  <a:lnTo>
                    <a:pt x="49" y="90"/>
                  </a:lnTo>
                  <a:lnTo>
                    <a:pt x="53" y="86"/>
                  </a:lnTo>
                  <a:lnTo>
                    <a:pt x="53" y="83"/>
                  </a:lnTo>
                  <a:lnTo>
                    <a:pt x="56" y="81"/>
                  </a:lnTo>
                  <a:lnTo>
                    <a:pt x="58" y="78"/>
                  </a:lnTo>
                  <a:lnTo>
                    <a:pt x="60" y="79"/>
                  </a:lnTo>
                  <a:lnTo>
                    <a:pt x="62" y="78"/>
                  </a:lnTo>
                  <a:lnTo>
                    <a:pt x="64" y="77"/>
                  </a:lnTo>
                  <a:lnTo>
                    <a:pt x="67" y="70"/>
                  </a:lnTo>
                  <a:lnTo>
                    <a:pt x="67" y="66"/>
                  </a:lnTo>
                  <a:lnTo>
                    <a:pt x="69" y="62"/>
                  </a:lnTo>
                  <a:lnTo>
                    <a:pt x="70" y="62"/>
                  </a:lnTo>
                  <a:lnTo>
                    <a:pt x="71" y="58"/>
                  </a:lnTo>
                  <a:lnTo>
                    <a:pt x="70" y="58"/>
                  </a:lnTo>
                  <a:lnTo>
                    <a:pt x="71" y="54"/>
                  </a:lnTo>
                  <a:lnTo>
                    <a:pt x="70" y="53"/>
                  </a:lnTo>
                  <a:lnTo>
                    <a:pt x="71" y="49"/>
                  </a:lnTo>
                  <a:lnTo>
                    <a:pt x="73" y="48"/>
                  </a:lnTo>
                  <a:lnTo>
                    <a:pt x="73" y="45"/>
                  </a:lnTo>
                  <a:lnTo>
                    <a:pt x="74" y="43"/>
                  </a:lnTo>
                  <a:lnTo>
                    <a:pt x="73" y="37"/>
                  </a:lnTo>
                  <a:lnTo>
                    <a:pt x="78" y="31"/>
                  </a:lnTo>
                  <a:lnTo>
                    <a:pt x="78" y="29"/>
                  </a:lnTo>
                  <a:lnTo>
                    <a:pt x="81" y="28"/>
                  </a:lnTo>
                  <a:lnTo>
                    <a:pt x="81" y="23"/>
                  </a:lnTo>
                  <a:lnTo>
                    <a:pt x="79" y="22"/>
                  </a:lnTo>
                  <a:lnTo>
                    <a:pt x="79" y="19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9" y="14"/>
                  </a:lnTo>
                  <a:lnTo>
                    <a:pt x="79" y="12"/>
                  </a:lnTo>
                  <a:lnTo>
                    <a:pt x="81" y="12"/>
                  </a:lnTo>
                  <a:lnTo>
                    <a:pt x="82" y="11"/>
                  </a:lnTo>
                  <a:lnTo>
                    <a:pt x="82" y="10"/>
                  </a:lnTo>
                  <a:lnTo>
                    <a:pt x="82" y="8"/>
                  </a:lnTo>
                  <a:lnTo>
                    <a:pt x="83" y="7"/>
                  </a:lnTo>
                  <a:lnTo>
                    <a:pt x="83" y="6"/>
                  </a:lnTo>
                  <a:lnTo>
                    <a:pt x="85" y="6"/>
                  </a:lnTo>
                  <a:lnTo>
                    <a:pt x="87" y="4"/>
                  </a:lnTo>
                  <a:lnTo>
                    <a:pt x="89" y="4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3" y="4"/>
                  </a:lnTo>
                  <a:lnTo>
                    <a:pt x="94" y="4"/>
                  </a:lnTo>
                  <a:lnTo>
                    <a:pt x="96" y="8"/>
                  </a:lnTo>
                  <a:lnTo>
                    <a:pt x="99" y="8"/>
                  </a:lnTo>
                  <a:lnTo>
                    <a:pt x="102" y="11"/>
                  </a:lnTo>
                  <a:lnTo>
                    <a:pt x="103" y="12"/>
                  </a:lnTo>
                  <a:lnTo>
                    <a:pt x="106" y="11"/>
                  </a:lnTo>
                  <a:lnTo>
                    <a:pt x="108" y="12"/>
                  </a:lnTo>
                  <a:lnTo>
                    <a:pt x="111" y="14"/>
                  </a:lnTo>
                  <a:lnTo>
                    <a:pt x="112" y="14"/>
                  </a:lnTo>
                  <a:lnTo>
                    <a:pt x="114" y="12"/>
                  </a:lnTo>
                  <a:lnTo>
                    <a:pt x="115" y="12"/>
                  </a:lnTo>
                  <a:lnTo>
                    <a:pt x="118" y="14"/>
                  </a:lnTo>
                  <a:lnTo>
                    <a:pt x="120" y="14"/>
                  </a:lnTo>
                  <a:lnTo>
                    <a:pt x="121" y="15"/>
                  </a:lnTo>
                  <a:lnTo>
                    <a:pt x="124" y="14"/>
                  </a:lnTo>
                  <a:lnTo>
                    <a:pt x="124" y="14"/>
                  </a:lnTo>
                  <a:lnTo>
                    <a:pt x="123" y="12"/>
                  </a:lnTo>
                  <a:lnTo>
                    <a:pt x="123" y="11"/>
                  </a:lnTo>
                  <a:lnTo>
                    <a:pt x="125" y="8"/>
                  </a:lnTo>
                  <a:lnTo>
                    <a:pt x="127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2" y="8"/>
                  </a:lnTo>
                  <a:lnTo>
                    <a:pt x="135" y="8"/>
                  </a:lnTo>
                  <a:lnTo>
                    <a:pt x="139" y="7"/>
                  </a:lnTo>
                  <a:lnTo>
                    <a:pt x="140" y="7"/>
                  </a:lnTo>
                  <a:lnTo>
                    <a:pt x="143" y="6"/>
                  </a:lnTo>
                  <a:lnTo>
                    <a:pt x="146" y="3"/>
                  </a:lnTo>
                  <a:lnTo>
                    <a:pt x="148" y="3"/>
                  </a:lnTo>
                  <a:lnTo>
                    <a:pt x="149" y="4"/>
                  </a:lnTo>
                  <a:lnTo>
                    <a:pt x="149" y="4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3" y="6"/>
                  </a:lnTo>
                  <a:lnTo>
                    <a:pt x="156" y="4"/>
                  </a:lnTo>
                  <a:lnTo>
                    <a:pt x="157" y="4"/>
                  </a:lnTo>
                  <a:lnTo>
                    <a:pt x="158" y="4"/>
                  </a:lnTo>
                  <a:lnTo>
                    <a:pt x="160" y="2"/>
                  </a:lnTo>
                  <a:lnTo>
                    <a:pt x="160" y="2"/>
                  </a:lnTo>
                  <a:lnTo>
                    <a:pt x="160" y="0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8" name="Freeform 477"/>
            <p:cNvSpPr>
              <a:spLocks/>
            </p:cNvSpPr>
            <p:nvPr/>
          </p:nvSpPr>
          <p:spPr bwMode="auto">
            <a:xfrm>
              <a:off x="6754984" y="4639704"/>
              <a:ext cx="93897" cy="241087"/>
            </a:xfrm>
            <a:custGeom>
              <a:avLst/>
              <a:gdLst>
                <a:gd name="T0" fmla="*/ 6 w 37"/>
                <a:gd name="T1" fmla="*/ 0 h 95"/>
                <a:gd name="T2" fmla="*/ 7 w 37"/>
                <a:gd name="T3" fmla="*/ 1 h 95"/>
                <a:gd name="T4" fmla="*/ 8 w 37"/>
                <a:gd name="T5" fmla="*/ 1 h 95"/>
                <a:gd name="T6" fmla="*/ 11 w 37"/>
                <a:gd name="T7" fmla="*/ 2 h 95"/>
                <a:gd name="T8" fmla="*/ 12 w 37"/>
                <a:gd name="T9" fmla="*/ 2 h 95"/>
                <a:gd name="T10" fmla="*/ 15 w 37"/>
                <a:gd name="T11" fmla="*/ 5 h 95"/>
                <a:gd name="T12" fmla="*/ 20 w 37"/>
                <a:gd name="T13" fmla="*/ 14 h 95"/>
                <a:gd name="T14" fmla="*/ 19 w 37"/>
                <a:gd name="T15" fmla="*/ 37 h 95"/>
                <a:gd name="T16" fmla="*/ 24 w 37"/>
                <a:gd name="T17" fmla="*/ 48 h 95"/>
                <a:gd name="T18" fmla="*/ 27 w 37"/>
                <a:gd name="T19" fmla="*/ 51 h 95"/>
                <a:gd name="T20" fmla="*/ 32 w 37"/>
                <a:gd name="T21" fmla="*/ 56 h 95"/>
                <a:gd name="T22" fmla="*/ 36 w 37"/>
                <a:gd name="T23" fmla="*/ 62 h 95"/>
                <a:gd name="T24" fmla="*/ 37 w 37"/>
                <a:gd name="T25" fmla="*/ 66 h 95"/>
                <a:gd name="T26" fmla="*/ 36 w 37"/>
                <a:gd name="T27" fmla="*/ 68 h 95"/>
                <a:gd name="T28" fmla="*/ 34 w 37"/>
                <a:gd name="T29" fmla="*/ 70 h 95"/>
                <a:gd name="T30" fmla="*/ 34 w 37"/>
                <a:gd name="T31" fmla="*/ 71 h 95"/>
                <a:gd name="T32" fmla="*/ 36 w 37"/>
                <a:gd name="T33" fmla="*/ 73 h 95"/>
                <a:gd name="T34" fmla="*/ 34 w 37"/>
                <a:gd name="T35" fmla="*/ 80 h 95"/>
                <a:gd name="T36" fmla="*/ 31 w 37"/>
                <a:gd name="T37" fmla="*/ 81 h 95"/>
                <a:gd name="T38" fmla="*/ 29 w 37"/>
                <a:gd name="T39" fmla="*/ 87 h 95"/>
                <a:gd name="T40" fmla="*/ 28 w 37"/>
                <a:gd name="T41" fmla="*/ 92 h 95"/>
                <a:gd name="T42" fmla="*/ 25 w 37"/>
                <a:gd name="T43" fmla="*/ 95 h 95"/>
                <a:gd name="T44" fmla="*/ 25 w 37"/>
                <a:gd name="T45" fmla="*/ 92 h 95"/>
                <a:gd name="T46" fmla="*/ 23 w 37"/>
                <a:gd name="T47" fmla="*/ 88 h 95"/>
                <a:gd name="T48" fmla="*/ 20 w 37"/>
                <a:gd name="T49" fmla="*/ 85 h 95"/>
                <a:gd name="T50" fmla="*/ 17 w 37"/>
                <a:gd name="T51" fmla="*/ 81 h 95"/>
                <a:gd name="T52" fmla="*/ 16 w 37"/>
                <a:gd name="T53" fmla="*/ 76 h 95"/>
                <a:gd name="T54" fmla="*/ 17 w 37"/>
                <a:gd name="T55" fmla="*/ 72 h 95"/>
                <a:gd name="T56" fmla="*/ 21 w 37"/>
                <a:gd name="T57" fmla="*/ 67 h 95"/>
                <a:gd name="T58" fmla="*/ 20 w 37"/>
                <a:gd name="T59" fmla="*/ 62 h 95"/>
                <a:gd name="T60" fmla="*/ 13 w 37"/>
                <a:gd name="T61" fmla="*/ 60 h 95"/>
                <a:gd name="T62" fmla="*/ 12 w 37"/>
                <a:gd name="T63" fmla="*/ 62 h 95"/>
                <a:gd name="T64" fmla="*/ 8 w 37"/>
                <a:gd name="T65" fmla="*/ 62 h 95"/>
                <a:gd name="T66" fmla="*/ 7 w 37"/>
                <a:gd name="T67" fmla="*/ 59 h 95"/>
                <a:gd name="T68" fmla="*/ 7 w 37"/>
                <a:gd name="T69" fmla="*/ 56 h 95"/>
                <a:gd name="T70" fmla="*/ 3 w 37"/>
                <a:gd name="T71" fmla="*/ 55 h 95"/>
                <a:gd name="T72" fmla="*/ 0 w 37"/>
                <a:gd name="T73" fmla="*/ 51 h 95"/>
                <a:gd name="T74" fmla="*/ 2 w 37"/>
                <a:gd name="T75" fmla="*/ 50 h 95"/>
                <a:gd name="T76" fmla="*/ 3 w 37"/>
                <a:gd name="T77" fmla="*/ 46 h 95"/>
                <a:gd name="T78" fmla="*/ 3 w 37"/>
                <a:gd name="T79" fmla="*/ 43 h 95"/>
                <a:gd name="T80" fmla="*/ 3 w 37"/>
                <a:gd name="T81" fmla="*/ 41 h 95"/>
                <a:gd name="T82" fmla="*/ 8 w 37"/>
                <a:gd name="T83" fmla="*/ 38 h 95"/>
                <a:gd name="T84" fmla="*/ 9 w 37"/>
                <a:gd name="T85" fmla="*/ 37 h 95"/>
                <a:gd name="T86" fmla="*/ 8 w 37"/>
                <a:gd name="T87" fmla="*/ 35 h 95"/>
                <a:gd name="T88" fmla="*/ 7 w 37"/>
                <a:gd name="T89" fmla="*/ 33 h 95"/>
                <a:gd name="T90" fmla="*/ 8 w 37"/>
                <a:gd name="T91" fmla="*/ 30 h 95"/>
                <a:gd name="T92" fmla="*/ 8 w 37"/>
                <a:gd name="T93" fmla="*/ 27 h 95"/>
                <a:gd name="T94" fmla="*/ 7 w 37"/>
                <a:gd name="T95" fmla="*/ 23 h 95"/>
                <a:gd name="T96" fmla="*/ 7 w 37"/>
                <a:gd name="T97" fmla="*/ 20 h 95"/>
                <a:gd name="T98" fmla="*/ 9 w 37"/>
                <a:gd name="T99" fmla="*/ 17 h 95"/>
                <a:gd name="T100" fmla="*/ 11 w 37"/>
                <a:gd name="T101" fmla="*/ 13 h 95"/>
                <a:gd name="T102" fmla="*/ 8 w 37"/>
                <a:gd name="T103" fmla="*/ 10 h 95"/>
                <a:gd name="T104" fmla="*/ 8 w 37"/>
                <a:gd name="T105" fmla="*/ 6 h 95"/>
                <a:gd name="T106" fmla="*/ 7 w 37"/>
                <a:gd name="T107" fmla="*/ 5 h 95"/>
                <a:gd name="T108" fmla="*/ 6 w 37"/>
                <a:gd name="T109" fmla="*/ 2 h 95"/>
                <a:gd name="T110" fmla="*/ 3 w 37"/>
                <a:gd name="T11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7" h="95">
                  <a:moveTo>
                    <a:pt x="4" y="0"/>
                  </a:move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9" y="9"/>
                  </a:lnTo>
                  <a:lnTo>
                    <a:pt x="20" y="14"/>
                  </a:lnTo>
                  <a:lnTo>
                    <a:pt x="19" y="34"/>
                  </a:lnTo>
                  <a:lnTo>
                    <a:pt x="19" y="37"/>
                  </a:lnTo>
                  <a:lnTo>
                    <a:pt x="20" y="47"/>
                  </a:lnTo>
                  <a:lnTo>
                    <a:pt x="24" y="48"/>
                  </a:lnTo>
                  <a:lnTo>
                    <a:pt x="27" y="51"/>
                  </a:lnTo>
                  <a:lnTo>
                    <a:pt x="27" y="51"/>
                  </a:lnTo>
                  <a:lnTo>
                    <a:pt x="28" y="52"/>
                  </a:lnTo>
                  <a:lnTo>
                    <a:pt x="32" y="56"/>
                  </a:lnTo>
                  <a:lnTo>
                    <a:pt x="33" y="58"/>
                  </a:lnTo>
                  <a:lnTo>
                    <a:pt x="36" y="62"/>
                  </a:lnTo>
                  <a:lnTo>
                    <a:pt x="37" y="64"/>
                  </a:lnTo>
                  <a:lnTo>
                    <a:pt x="37" y="66"/>
                  </a:lnTo>
                  <a:lnTo>
                    <a:pt x="37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4" y="71"/>
                  </a:lnTo>
                  <a:lnTo>
                    <a:pt x="34" y="72"/>
                  </a:lnTo>
                  <a:lnTo>
                    <a:pt x="36" y="73"/>
                  </a:lnTo>
                  <a:lnTo>
                    <a:pt x="34" y="77"/>
                  </a:lnTo>
                  <a:lnTo>
                    <a:pt x="34" y="80"/>
                  </a:lnTo>
                  <a:lnTo>
                    <a:pt x="33" y="81"/>
                  </a:lnTo>
                  <a:lnTo>
                    <a:pt x="31" y="81"/>
                  </a:lnTo>
                  <a:lnTo>
                    <a:pt x="29" y="85"/>
                  </a:lnTo>
                  <a:lnTo>
                    <a:pt x="29" y="87"/>
                  </a:lnTo>
                  <a:lnTo>
                    <a:pt x="28" y="89"/>
                  </a:lnTo>
                  <a:lnTo>
                    <a:pt x="28" y="92"/>
                  </a:lnTo>
                  <a:lnTo>
                    <a:pt x="28" y="95"/>
                  </a:lnTo>
                  <a:lnTo>
                    <a:pt x="25" y="95"/>
                  </a:lnTo>
                  <a:lnTo>
                    <a:pt x="25" y="93"/>
                  </a:lnTo>
                  <a:lnTo>
                    <a:pt x="25" y="92"/>
                  </a:lnTo>
                  <a:lnTo>
                    <a:pt x="24" y="89"/>
                  </a:lnTo>
                  <a:lnTo>
                    <a:pt x="23" y="88"/>
                  </a:lnTo>
                  <a:lnTo>
                    <a:pt x="21" y="88"/>
                  </a:lnTo>
                  <a:lnTo>
                    <a:pt x="20" y="85"/>
                  </a:lnTo>
                  <a:lnTo>
                    <a:pt x="17" y="83"/>
                  </a:lnTo>
                  <a:lnTo>
                    <a:pt x="17" y="81"/>
                  </a:lnTo>
                  <a:lnTo>
                    <a:pt x="16" y="79"/>
                  </a:lnTo>
                  <a:lnTo>
                    <a:pt x="16" y="76"/>
                  </a:lnTo>
                  <a:lnTo>
                    <a:pt x="17" y="75"/>
                  </a:lnTo>
                  <a:lnTo>
                    <a:pt x="17" y="72"/>
                  </a:lnTo>
                  <a:lnTo>
                    <a:pt x="20" y="70"/>
                  </a:lnTo>
                  <a:lnTo>
                    <a:pt x="21" y="67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6" y="60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9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2" y="50"/>
                  </a:lnTo>
                  <a:lnTo>
                    <a:pt x="3" y="47"/>
                  </a:lnTo>
                  <a:lnTo>
                    <a:pt x="3" y="46"/>
                  </a:lnTo>
                  <a:lnTo>
                    <a:pt x="3" y="45"/>
                  </a:lnTo>
                  <a:lnTo>
                    <a:pt x="3" y="43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6" y="39"/>
                  </a:lnTo>
                  <a:lnTo>
                    <a:pt x="8" y="38"/>
                  </a:lnTo>
                  <a:lnTo>
                    <a:pt x="8" y="37"/>
                  </a:lnTo>
                  <a:lnTo>
                    <a:pt x="9" y="37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7" y="33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7" y="29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9" y="12"/>
                  </a:lnTo>
                  <a:lnTo>
                    <a:pt x="8" y="10"/>
                  </a:lnTo>
                  <a:lnTo>
                    <a:pt x="7" y="9"/>
                  </a:lnTo>
                  <a:lnTo>
                    <a:pt x="8" y="6"/>
                  </a:lnTo>
                  <a:lnTo>
                    <a:pt x="8" y="5"/>
                  </a:lnTo>
                  <a:lnTo>
                    <a:pt x="7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1"/>
                  </a:lnTo>
                  <a:lnTo>
                    <a:pt x="3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39" name="Freeform 478"/>
            <p:cNvSpPr>
              <a:spLocks/>
            </p:cNvSpPr>
            <p:nvPr/>
          </p:nvSpPr>
          <p:spPr bwMode="auto">
            <a:xfrm>
              <a:off x="6425078" y="4601637"/>
              <a:ext cx="357823" cy="304529"/>
            </a:xfrm>
            <a:custGeom>
              <a:avLst/>
              <a:gdLst>
                <a:gd name="T0" fmla="*/ 113 w 141"/>
                <a:gd name="T1" fmla="*/ 3 h 120"/>
                <a:gd name="T2" fmla="*/ 118 w 141"/>
                <a:gd name="T3" fmla="*/ 7 h 120"/>
                <a:gd name="T4" fmla="*/ 128 w 141"/>
                <a:gd name="T5" fmla="*/ 10 h 120"/>
                <a:gd name="T6" fmla="*/ 133 w 141"/>
                <a:gd name="T7" fmla="*/ 15 h 120"/>
                <a:gd name="T8" fmla="*/ 137 w 141"/>
                <a:gd name="T9" fmla="*/ 20 h 120"/>
                <a:gd name="T10" fmla="*/ 138 w 141"/>
                <a:gd name="T11" fmla="*/ 25 h 120"/>
                <a:gd name="T12" fmla="*/ 139 w 141"/>
                <a:gd name="T13" fmla="*/ 32 h 120"/>
                <a:gd name="T14" fmla="*/ 137 w 141"/>
                <a:gd name="T15" fmla="*/ 38 h 120"/>
                <a:gd name="T16" fmla="*/ 138 w 141"/>
                <a:gd name="T17" fmla="*/ 45 h 120"/>
                <a:gd name="T18" fmla="*/ 138 w 141"/>
                <a:gd name="T19" fmla="*/ 50 h 120"/>
                <a:gd name="T20" fmla="*/ 138 w 141"/>
                <a:gd name="T21" fmla="*/ 53 h 120"/>
                <a:gd name="T22" fmla="*/ 133 w 141"/>
                <a:gd name="T23" fmla="*/ 58 h 120"/>
                <a:gd name="T24" fmla="*/ 132 w 141"/>
                <a:gd name="T25" fmla="*/ 65 h 120"/>
                <a:gd name="T26" fmla="*/ 133 w 141"/>
                <a:gd name="T27" fmla="*/ 70 h 120"/>
                <a:gd name="T28" fmla="*/ 122 w 141"/>
                <a:gd name="T29" fmla="*/ 75 h 120"/>
                <a:gd name="T30" fmla="*/ 101 w 141"/>
                <a:gd name="T31" fmla="*/ 83 h 120"/>
                <a:gd name="T32" fmla="*/ 101 w 141"/>
                <a:gd name="T33" fmla="*/ 90 h 120"/>
                <a:gd name="T34" fmla="*/ 96 w 141"/>
                <a:gd name="T35" fmla="*/ 90 h 120"/>
                <a:gd name="T36" fmla="*/ 87 w 141"/>
                <a:gd name="T37" fmla="*/ 92 h 120"/>
                <a:gd name="T38" fmla="*/ 82 w 141"/>
                <a:gd name="T39" fmla="*/ 98 h 120"/>
                <a:gd name="T40" fmla="*/ 76 w 141"/>
                <a:gd name="T41" fmla="*/ 102 h 120"/>
                <a:gd name="T42" fmla="*/ 58 w 141"/>
                <a:gd name="T43" fmla="*/ 120 h 120"/>
                <a:gd name="T44" fmla="*/ 53 w 141"/>
                <a:gd name="T45" fmla="*/ 117 h 120"/>
                <a:gd name="T46" fmla="*/ 46 w 141"/>
                <a:gd name="T47" fmla="*/ 119 h 120"/>
                <a:gd name="T48" fmla="*/ 39 w 141"/>
                <a:gd name="T49" fmla="*/ 116 h 120"/>
                <a:gd name="T50" fmla="*/ 34 w 141"/>
                <a:gd name="T51" fmla="*/ 113 h 120"/>
                <a:gd name="T52" fmla="*/ 31 w 141"/>
                <a:gd name="T53" fmla="*/ 112 h 120"/>
                <a:gd name="T54" fmla="*/ 16 w 141"/>
                <a:gd name="T55" fmla="*/ 113 h 120"/>
                <a:gd name="T56" fmla="*/ 10 w 141"/>
                <a:gd name="T57" fmla="*/ 110 h 120"/>
                <a:gd name="T58" fmla="*/ 4 w 141"/>
                <a:gd name="T59" fmla="*/ 103 h 120"/>
                <a:gd name="T60" fmla="*/ 1 w 141"/>
                <a:gd name="T61" fmla="*/ 58 h 120"/>
                <a:gd name="T62" fmla="*/ 28 w 141"/>
                <a:gd name="T63" fmla="*/ 53 h 120"/>
                <a:gd name="T64" fmla="*/ 26 w 141"/>
                <a:gd name="T65" fmla="*/ 42 h 120"/>
                <a:gd name="T66" fmla="*/ 26 w 141"/>
                <a:gd name="T67" fmla="*/ 35 h 120"/>
                <a:gd name="T68" fmla="*/ 30 w 141"/>
                <a:gd name="T69" fmla="*/ 37 h 120"/>
                <a:gd name="T70" fmla="*/ 33 w 141"/>
                <a:gd name="T71" fmla="*/ 38 h 120"/>
                <a:gd name="T72" fmla="*/ 41 w 141"/>
                <a:gd name="T73" fmla="*/ 36 h 120"/>
                <a:gd name="T74" fmla="*/ 42 w 141"/>
                <a:gd name="T75" fmla="*/ 41 h 120"/>
                <a:gd name="T76" fmla="*/ 46 w 141"/>
                <a:gd name="T77" fmla="*/ 44 h 120"/>
                <a:gd name="T78" fmla="*/ 54 w 141"/>
                <a:gd name="T79" fmla="*/ 48 h 120"/>
                <a:gd name="T80" fmla="*/ 60 w 141"/>
                <a:gd name="T81" fmla="*/ 41 h 120"/>
                <a:gd name="T82" fmla="*/ 64 w 141"/>
                <a:gd name="T83" fmla="*/ 45 h 120"/>
                <a:gd name="T84" fmla="*/ 74 w 141"/>
                <a:gd name="T85" fmla="*/ 52 h 120"/>
                <a:gd name="T86" fmla="*/ 83 w 141"/>
                <a:gd name="T87" fmla="*/ 61 h 120"/>
                <a:gd name="T88" fmla="*/ 91 w 141"/>
                <a:gd name="T89" fmla="*/ 62 h 120"/>
                <a:gd name="T90" fmla="*/ 95 w 141"/>
                <a:gd name="T91" fmla="*/ 62 h 120"/>
                <a:gd name="T92" fmla="*/ 91 w 141"/>
                <a:gd name="T93" fmla="*/ 50 h 120"/>
                <a:gd name="T94" fmla="*/ 84 w 141"/>
                <a:gd name="T95" fmla="*/ 50 h 120"/>
                <a:gd name="T96" fmla="*/ 79 w 141"/>
                <a:gd name="T97" fmla="*/ 41 h 120"/>
                <a:gd name="T98" fmla="*/ 82 w 141"/>
                <a:gd name="T99" fmla="*/ 29 h 120"/>
                <a:gd name="T100" fmla="*/ 83 w 141"/>
                <a:gd name="T101" fmla="*/ 24 h 120"/>
                <a:gd name="T102" fmla="*/ 84 w 141"/>
                <a:gd name="T103" fmla="*/ 19 h 120"/>
                <a:gd name="T104" fmla="*/ 85 w 141"/>
                <a:gd name="T105" fmla="*/ 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1" h="120">
                  <a:moveTo>
                    <a:pt x="104" y="0"/>
                  </a:moveTo>
                  <a:lnTo>
                    <a:pt x="110" y="3"/>
                  </a:lnTo>
                  <a:lnTo>
                    <a:pt x="112" y="3"/>
                  </a:lnTo>
                  <a:lnTo>
                    <a:pt x="113" y="3"/>
                  </a:lnTo>
                  <a:lnTo>
                    <a:pt x="114" y="3"/>
                  </a:lnTo>
                  <a:lnTo>
                    <a:pt x="117" y="4"/>
                  </a:lnTo>
                  <a:lnTo>
                    <a:pt x="117" y="6"/>
                  </a:lnTo>
                  <a:lnTo>
                    <a:pt x="118" y="7"/>
                  </a:lnTo>
                  <a:lnTo>
                    <a:pt x="121" y="7"/>
                  </a:lnTo>
                  <a:lnTo>
                    <a:pt x="126" y="10"/>
                  </a:lnTo>
                  <a:lnTo>
                    <a:pt x="128" y="10"/>
                  </a:lnTo>
                  <a:lnTo>
                    <a:pt x="128" y="10"/>
                  </a:lnTo>
                  <a:lnTo>
                    <a:pt x="130" y="11"/>
                  </a:lnTo>
                  <a:lnTo>
                    <a:pt x="130" y="12"/>
                  </a:lnTo>
                  <a:lnTo>
                    <a:pt x="133" y="15"/>
                  </a:lnTo>
                  <a:lnTo>
                    <a:pt x="133" y="15"/>
                  </a:lnTo>
                  <a:lnTo>
                    <a:pt x="134" y="16"/>
                  </a:lnTo>
                  <a:lnTo>
                    <a:pt x="136" y="17"/>
                  </a:lnTo>
                  <a:lnTo>
                    <a:pt x="136" y="19"/>
                  </a:lnTo>
                  <a:lnTo>
                    <a:pt x="137" y="20"/>
                  </a:lnTo>
                  <a:lnTo>
                    <a:pt x="138" y="20"/>
                  </a:lnTo>
                  <a:lnTo>
                    <a:pt x="138" y="21"/>
                  </a:lnTo>
                  <a:lnTo>
                    <a:pt x="137" y="24"/>
                  </a:lnTo>
                  <a:lnTo>
                    <a:pt x="138" y="25"/>
                  </a:lnTo>
                  <a:lnTo>
                    <a:pt x="139" y="27"/>
                  </a:lnTo>
                  <a:lnTo>
                    <a:pt x="141" y="28"/>
                  </a:lnTo>
                  <a:lnTo>
                    <a:pt x="141" y="31"/>
                  </a:lnTo>
                  <a:lnTo>
                    <a:pt x="139" y="32"/>
                  </a:lnTo>
                  <a:lnTo>
                    <a:pt x="139" y="32"/>
                  </a:lnTo>
                  <a:lnTo>
                    <a:pt x="137" y="35"/>
                  </a:lnTo>
                  <a:lnTo>
                    <a:pt x="137" y="37"/>
                  </a:lnTo>
                  <a:lnTo>
                    <a:pt x="137" y="38"/>
                  </a:lnTo>
                  <a:lnTo>
                    <a:pt x="138" y="41"/>
                  </a:lnTo>
                  <a:lnTo>
                    <a:pt x="138" y="42"/>
                  </a:lnTo>
                  <a:lnTo>
                    <a:pt x="137" y="44"/>
                  </a:lnTo>
                  <a:lnTo>
                    <a:pt x="138" y="45"/>
                  </a:lnTo>
                  <a:lnTo>
                    <a:pt x="138" y="46"/>
                  </a:lnTo>
                  <a:lnTo>
                    <a:pt x="137" y="48"/>
                  </a:lnTo>
                  <a:lnTo>
                    <a:pt x="138" y="49"/>
                  </a:lnTo>
                  <a:lnTo>
                    <a:pt x="138" y="50"/>
                  </a:lnTo>
                  <a:lnTo>
                    <a:pt x="139" y="50"/>
                  </a:lnTo>
                  <a:lnTo>
                    <a:pt x="139" y="52"/>
                  </a:lnTo>
                  <a:lnTo>
                    <a:pt x="138" y="52"/>
                  </a:lnTo>
                  <a:lnTo>
                    <a:pt x="138" y="53"/>
                  </a:lnTo>
                  <a:lnTo>
                    <a:pt x="136" y="54"/>
                  </a:lnTo>
                  <a:lnTo>
                    <a:pt x="133" y="56"/>
                  </a:lnTo>
                  <a:lnTo>
                    <a:pt x="133" y="57"/>
                  </a:lnTo>
                  <a:lnTo>
                    <a:pt x="133" y="58"/>
                  </a:lnTo>
                  <a:lnTo>
                    <a:pt x="133" y="60"/>
                  </a:lnTo>
                  <a:lnTo>
                    <a:pt x="133" y="61"/>
                  </a:lnTo>
                  <a:lnTo>
                    <a:pt x="133" y="62"/>
                  </a:lnTo>
                  <a:lnTo>
                    <a:pt x="132" y="65"/>
                  </a:lnTo>
                  <a:lnTo>
                    <a:pt x="130" y="65"/>
                  </a:lnTo>
                  <a:lnTo>
                    <a:pt x="130" y="66"/>
                  </a:lnTo>
                  <a:lnTo>
                    <a:pt x="132" y="69"/>
                  </a:lnTo>
                  <a:lnTo>
                    <a:pt x="133" y="70"/>
                  </a:lnTo>
                  <a:lnTo>
                    <a:pt x="133" y="71"/>
                  </a:lnTo>
                  <a:lnTo>
                    <a:pt x="133" y="71"/>
                  </a:lnTo>
                  <a:lnTo>
                    <a:pt x="129" y="73"/>
                  </a:lnTo>
                  <a:lnTo>
                    <a:pt x="122" y="75"/>
                  </a:lnTo>
                  <a:lnTo>
                    <a:pt x="120" y="77"/>
                  </a:lnTo>
                  <a:lnTo>
                    <a:pt x="108" y="82"/>
                  </a:lnTo>
                  <a:lnTo>
                    <a:pt x="105" y="82"/>
                  </a:lnTo>
                  <a:lnTo>
                    <a:pt x="101" y="83"/>
                  </a:lnTo>
                  <a:lnTo>
                    <a:pt x="100" y="86"/>
                  </a:lnTo>
                  <a:lnTo>
                    <a:pt x="101" y="88"/>
                  </a:lnTo>
                  <a:lnTo>
                    <a:pt x="101" y="90"/>
                  </a:lnTo>
                  <a:lnTo>
                    <a:pt x="101" y="90"/>
                  </a:lnTo>
                  <a:lnTo>
                    <a:pt x="100" y="91"/>
                  </a:lnTo>
                  <a:lnTo>
                    <a:pt x="97" y="90"/>
                  </a:lnTo>
                  <a:lnTo>
                    <a:pt x="96" y="90"/>
                  </a:lnTo>
                  <a:lnTo>
                    <a:pt x="96" y="90"/>
                  </a:lnTo>
                  <a:lnTo>
                    <a:pt x="92" y="90"/>
                  </a:lnTo>
                  <a:lnTo>
                    <a:pt x="89" y="91"/>
                  </a:lnTo>
                  <a:lnTo>
                    <a:pt x="88" y="91"/>
                  </a:lnTo>
                  <a:lnTo>
                    <a:pt x="87" y="92"/>
                  </a:lnTo>
                  <a:lnTo>
                    <a:pt x="83" y="94"/>
                  </a:lnTo>
                  <a:lnTo>
                    <a:pt x="82" y="95"/>
                  </a:lnTo>
                  <a:lnTo>
                    <a:pt x="83" y="96"/>
                  </a:lnTo>
                  <a:lnTo>
                    <a:pt x="82" y="98"/>
                  </a:lnTo>
                  <a:lnTo>
                    <a:pt x="82" y="99"/>
                  </a:lnTo>
                  <a:lnTo>
                    <a:pt x="82" y="99"/>
                  </a:lnTo>
                  <a:lnTo>
                    <a:pt x="80" y="100"/>
                  </a:lnTo>
                  <a:lnTo>
                    <a:pt x="76" y="102"/>
                  </a:lnTo>
                  <a:lnTo>
                    <a:pt x="70" y="107"/>
                  </a:lnTo>
                  <a:lnTo>
                    <a:pt x="64" y="113"/>
                  </a:lnTo>
                  <a:lnTo>
                    <a:pt x="60" y="119"/>
                  </a:lnTo>
                  <a:lnTo>
                    <a:pt x="58" y="120"/>
                  </a:lnTo>
                  <a:lnTo>
                    <a:pt x="55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3" y="117"/>
                  </a:lnTo>
                  <a:lnTo>
                    <a:pt x="53" y="117"/>
                  </a:lnTo>
                  <a:lnTo>
                    <a:pt x="51" y="116"/>
                  </a:lnTo>
                  <a:lnTo>
                    <a:pt x="49" y="117"/>
                  </a:lnTo>
                  <a:lnTo>
                    <a:pt x="46" y="119"/>
                  </a:lnTo>
                  <a:lnTo>
                    <a:pt x="45" y="119"/>
                  </a:lnTo>
                  <a:lnTo>
                    <a:pt x="43" y="117"/>
                  </a:lnTo>
                  <a:lnTo>
                    <a:pt x="42" y="116"/>
                  </a:lnTo>
                  <a:lnTo>
                    <a:pt x="39" y="116"/>
                  </a:lnTo>
                  <a:lnTo>
                    <a:pt x="38" y="116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4" y="113"/>
                  </a:lnTo>
                  <a:lnTo>
                    <a:pt x="33" y="113"/>
                  </a:lnTo>
                  <a:lnTo>
                    <a:pt x="33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29" y="113"/>
                  </a:lnTo>
                  <a:lnTo>
                    <a:pt x="28" y="112"/>
                  </a:lnTo>
                  <a:lnTo>
                    <a:pt x="16" y="115"/>
                  </a:lnTo>
                  <a:lnTo>
                    <a:pt x="16" y="113"/>
                  </a:lnTo>
                  <a:lnTo>
                    <a:pt x="14" y="112"/>
                  </a:lnTo>
                  <a:lnTo>
                    <a:pt x="13" y="111"/>
                  </a:lnTo>
                  <a:lnTo>
                    <a:pt x="12" y="110"/>
                  </a:lnTo>
                  <a:lnTo>
                    <a:pt x="10" y="110"/>
                  </a:lnTo>
                  <a:lnTo>
                    <a:pt x="9" y="108"/>
                  </a:lnTo>
                  <a:lnTo>
                    <a:pt x="6" y="104"/>
                  </a:lnTo>
                  <a:lnTo>
                    <a:pt x="5" y="104"/>
                  </a:lnTo>
                  <a:lnTo>
                    <a:pt x="4" y="103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1" y="58"/>
                  </a:lnTo>
                  <a:lnTo>
                    <a:pt x="26" y="58"/>
                  </a:lnTo>
                  <a:lnTo>
                    <a:pt x="25" y="57"/>
                  </a:lnTo>
                  <a:lnTo>
                    <a:pt x="26" y="54"/>
                  </a:lnTo>
                  <a:lnTo>
                    <a:pt x="28" y="53"/>
                  </a:lnTo>
                  <a:lnTo>
                    <a:pt x="28" y="52"/>
                  </a:lnTo>
                  <a:lnTo>
                    <a:pt x="25" y="49"/>
                  </a:lnTo>
                  <a:lnTo>
                    <a:pt x="25" y="46"/>
                  </a:lnTo>
                  <a:lnTo>
                    <a:pt x="26" y="42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6" y="36"/>
                  </a:lnTo>
                  <a:lnTo>
                    <a:pt x="26" y="35"/>
                  </a:lnTo>
                  <a:lnTo>
                    <a:pt x="26" y="36"/>
                  </a:lnTo>
                  <a:lnTo>
                    <a:pt x="28" y="36"/>
                  </a:lnTo>
                  <a:lnTo>
                    <a:pt x="30" y="36"/>
                  </a:lnTo>
                  <a:lnTo>
                    <a:pt x="30" y="37"/>
                  </a:lnTo>
                  <a:lnTo>
                    <a:pt x="30" y="38"/>
                  </a:lnTo>
                  <a:lnTo>
                    <a:pt x="31" y="40"/>
                  </a:lnTo>
                  <a:lnTo>
                    <a:pt x="31" y="40"/>
                  </a:lnTo>
                  <a:lnTo>
                    <a:pt x="33" y="38"/>
                  </a:lnTo>
                  <a:lnTo>
                    <a:pt x="34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41" y="36"/>
                  </a:lnTo>
                  <a:lnTo>
                    <a:pt x="41" y="37"/>
                  </a:lnTo>
                  <a:lnTo>
                    <a:pt x="41" y="38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2" y="42"/>
                  </a:lnTo>
                  <a:lnTo>
                    <a:pt x="43" y="42"/>
                  </a:lnTo>
                  <a:lnTo>
                    <a:pt x="45" y="44"/>
                  </a:lnTo>
                  <a:lnTo>
                    <a:pt x="46" y="44"/>
                  </a:lnTo>
                  <a:lnTo>
                    <a:pt x="49" y="45"/>
                  </a:lnTo>
                  <a:lnTo>
                    <a:pt x="51" y="46"/>
                  </a:lnTo>
                  <a:lnTo>
                    <a:pt x="54" y="46"/>
                  </a:lnTo>
                  <a:lnTo>
                    <a:pt x="54" y="48"/>
                  </a:lnTo>
                  <a:lnTo>
                    <a:pt x="57" y="48"/>
                  </a:lnTo>
                  <a:lnTo>
                    <a:pt x="59" y="46"/>
                  </a:lnTo>
                  <a:lnTo>
                    <a:pt x="60" y="45"/>
                  </a:lnTo>
                  <a:lnTo>
                    <a:pt x="60" y="41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64" y="41"/>
                  </a:lnTo>
                  <a:lnTo>
                    <a:pt x="64" y="45"/>
                  </a:lnTo>
                  <a:lnTo>
                    <a:pt x="66" y="46"/>
                  </a:lnTo>
                  <a:lnTo>
                    <a:pt x="67" y="48"/>
                  </a:lnTo>
                  <a:lnTo>
                    <a:pt x="70" y="49"/>
                  </a:lnTo>
                  <a:lnTo>
                    <a:pt x="74" y="52"/>
                  </a:lnTo>
                  <a:lnTo>
                    <a:pt x="76" y="53"/>
                  </a:lnTo>
                  <a:lnTo>
                    <a:pt x="79" y="56"/>
                  </a:lnTo>
                  <a:lnTo>
                    <a:pt x="82" y="58"/>
                  </a:lnTo>
                  <a:lnTo>
                    <a:pt x="83" y="61"/>
                  </a:lnTo>
                  <a:lnTo>
                    <a:pt x="85" y="63"/>
                  </a:lnTo>
                  <a:lnTo>
                    <a:pt x="87" y="63"/>
                  </a:lnTo>
                  <a:lnTo>
                    <a:pt x="89" y="62"/>
                  </a:lnTo>
                  <a:lnTo>
                    <a:pt x="91" y="62"/>
                  </a:lnTo>
                  <a:lnTo>
                    <a:pt x="92" y="62"/>
                  </a:lnTo>
                  <a:lnTo>
                    <a:pt x="92" y="62"/>
                  </a:lnTo>
                  <a:lnTo>
                    <a:pt x="95" y="63"/>
                  </a:lnTo>
                  <a:lnTo>
                    <a:pt x="95" y="62"/>
                  </a:lnTo>
                  <a:lnTo>
                    <a:pt x="95" y="49"/>
                  </a:lnTo>
                  <a:lnTo>
                    <a:pt x="92" y="49"/>
                  </a:lnTo>
                  <a:lnTo>
                    <a:pt x="89" y="49"/>
                  </a:lnTo>
                  <a:lnTo>
                    <a:pt x="91" y="50"/>
                  </a:lnTo>
                  <a:lnTo>
                    <a:pt x="91" y="52"/>
                  </a:lnTo>
                  <a:lnTo>
                    <a:pt x="91" y="52"/>
                  </a:lnTo>
                  <a:lnTo>
                    <a:pt x="85" y="52"/>
                  </a:lnTo>
                  <a:lnTo>
                    <a:pt x="84" y="50"/>
                  </a:lnTo>
                  <a:lnTo>
                    <a:pt x="84" y="49"/>
                  </a:lnTo>
                  <a:lnTo>
                    <a:pt x="80" y="45"/>
                  </a:lnTo>
                  <a:lnTo>
                    <a:pt x="79" y="44"/>
                  </a:lnTo>
                  <a:lnTo>
                    <a:pt x="79" y="41"/>
                  </a:lnTo>
                  <a:lnTo>
                    <a:pt x="79" y="35"/>
                  </a:lnTo>
                  <a:lnTo>
                    <a:pt x="79" y="33"/>
                  </a:lnTo>
                  <a:lnTo>
                    <a:pt x="82" y="31"/>
                  </a:lnTo>
                  <a:lnTo>
                    <a:pt x="82" y="29"/>
                  </a:lnTo>
                  <a:lnTo>
                    <a:pt x="82" y="29"/>
                  </a:lnTo>
                  <a:lnTo>
                    <a:pt x="83" y="28"/>
                  </a:lnTo>
                  <a:lnTo>
                    <a:pt x="83" y="25"/>
                  </a:lnTo>
                  <a:lnTo>
                    <a:pt x="83" y="24"/>
                  </a:lnTo>
                  <a:lnTo>
                    <a:pt x="83" y="23"/>
                  </a:lnTo>
                  <a:lnTo>
                    <a:pt x="83" y="21"/>
                  </a:lnTo>
                  <a:lnTo>
                    <a:pt x="83" y="20"/>
                  </a:lnTo>
                  <a:lnTo>
                    <a:pt x="84" y="19"/>
                  </a:lnTo>
                  <a:lnTo>
                    <a:pt x="83" y="17"/>
                  </a:lnTo>
                  <a:lnTo>
                    <a:pt x="82" y="16"/>
                  </a:lnTo>
                  <a:lnTo>
                    <a:pt x="80" y="13"/>
                  </a:lnTo>
                  <a:lnTo>
                    <a:pt x="85" y="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0" name="Freeform 479"/>
            <p:cNvSpPr>
              <a:spLocks/>
            </p:cNvSpPr>
            <p:nvPr/>
          </p:nvSpPr>
          <p:spPr bwMode="auto">
            <a:xfrm>
              <a:off x="6118011" y="4533119"/>
              <a:ext cx="378125" cy="373049"/>
            </a:xfrm>
            <a:custGeom>
              <a:avLst/>
              <a:gdLst>
                <a:gd name="T0" fmla="*/ 25 w 149"/>
                <a:gd name="T1" fmla="*/ 0 h 147"/>
                <a:gd name="T2" fmla="*/ 37 w 149"/>
                <a:gd name="T3" fmla="*/ 0 h 147"/>
                <a:gd name="T4" fmla="*/ 62 w 149"/>
                <a:gd name="T5" fmla="*/ 2 h 147"/>
                <a:gd name="T6" fmla="*/ 63 w 149"/>
                <a:gd name="T7" fmla="*/ 6 h 147"/>
                <a:gd name="T8" fmla="*/ 64 w 149"/>
                <a:gd name="T9" fmla="*/ 14 h 147"/>
                <a:gd name="T10" fmla="*/ 67 w 149"/>
                <a:gd name="T11" fmla="*/ 19 h 147"/>
                <a:gd name="T12" fmla="*/ 73 w 149"/>
                <a:gd name="T13" fmla="*/ 26 h 147"/>
                <a:gd name="T14" fmla="*/ 83 w 149"/>
                <a:gd name="T15" fmla="*/ 25 h 147"/>
                <a:gd name="T16" fmla="*/ 92 w 149"/>
                <a:gd name="T17" fmla="*/ 18 h 147"/>
                <a:gd name="T18" fmla="*/ 105 w 149"/>
                <a:gd name="T19" fmla="*/ 12 h 147"/>
                <a:gd name="T20" fmla="*/ 108 w 149"/>
                <a:gd name="T21" fmla="*/ 17 h 147"/>
                <a:gd name="T22" fmla="*/ 122 w 149"/>
                <a:gd name="T23" fmla="*/ 22 h 147"/>
                <a:gd name="T24" fmla="*/ 121 w 149"/>
                <a:gd name="T25" fmla="*/ 30 h 147"/>
                <a:gd name="T26" fmla="*/ 121 w 149"/>
                <a:gd name="T27" fmla="*/ 37 h 147"/>
                <a:gd name="T28" fmla="*/ 122 w 149"/>
                <a:gd name="T29" fmla="*/ 43 h 147"/>
                <a:gd name="T30" fmla="*/ 125 w 149"/>
                <a:gd name="T31" fmla="*/ 47 h 147"/>
                <a:gd name="T32" fmla="*/ 126 w 149"/>
                <a:gd name="T33" fmla="*/ 52 h 147"/>
                <a:gd name="T34" fmla="*/ 127 w 149"/>
                <a:gd name="T35" fmla="*/ 58 h 147"/>
                <a:gd name="T36" fmla="*/ 126 w 149"/>
                <a:gd name="T37" fmla="*/ 63 h 147"/>
                <a:gd name="T38" fmla="*/ 129 w 149"/>
                <a:gd name="T39" fmla="*/ 63 h 147"/>
                <a:gd name="T40" fmla="*/ 134 w 149"/>
                <a:gd name="T41" fmla="*/ 64 h 147"/>
                <a:gd name="T42" fmla="*/ 141 w 149"/>
                <a:gd name="T43" fmla="*/ 64 h 147"/>
                <a:gd name="T44" fmla="*/ 147 w 149"/>
                <a:gd name="T45" fmla="*/ 63 h 147"/>
                <a:gd name="T46" fmla="*/ 146 w 149"/>
                <a:gd name="T47" fmla="*/ 73 h 147"/>
                <a:gd name="T48" fmla="*/ 147 w 149"/>
                <a:gd name="T49" fmla="*/ 81 h 147"/>
                <a:gd name="T50" fmla="*/ 121 w 149"/>
                <a:gd name="T51" fmla="*/ 125 h 147"/>
                <a:gd name="T52" fmla="*/ 126 w 149"/>
                <a:gd name="T53" fmla="*/ 131 h 147"/>
                <a:gd name="T54" fmla="*/ 133 w 149"/>
                <a:gd name="T55" fmla="*/ 137 h 147"/>
                <a:gd name="T56" fmla="*/ 137 w 149"/>
                <a:gd name="T57" fmla="*/ 142 h 147"/>
                <a:gd name="T58" fmla="*/ 116 w 149"/>
                <a:gd name="T59" fmla="*/ 147 h 147"/>
                <a:gd name="T60" fmla="*/ 113 w 149"/>
                <a:gd name="T61" fmla="*/ 146 h 147"/>
                <a:gd name="T62" fmla="*/ 109 w 149"/>
                <a:gd name="T63" fmla="*/ 146 h 147"/>
                <a:gd name="T64" fmla="*/ 101 w 149"/>
                <a:gd name="T65" fmla="*/ 143 h 147"/>
                <a:gd name="T66" fmla="*/ 97 w 149"/>
                <a:gd name="T67" fmla="*/ 144 h 147"/>
                <a:gd name="T68" fmla="*/ 89 w 149"/>
                <a:gd name="T69" fmla="*/ 144 h 147"/>
                <a:gd name="T70" fmla="*/ 83 w 149"/>
                <a:gd name="T71" fmla="*/ 143 h 147"/>
                <a:gd name="T72" fmla="*/ 77 w 149"/>
                <a:gd name="T73" fmla="*/ 138 h 147"/>
                <a:gd name="T74" fmla="*/ 30 w 149"/>
                <a:gd name="T75" fmla="*/ 139 h 147"/>
                <a:gd name="T76" fmla="*/ 22 w 149"/>
                <a:gd name="T77" fmla="*/ 137 h 147"/>
                <a:gd name="T78" fmla="*/ 21 w 149"/>
                <a:gd name="T79" fmla="*/ 134 h 147"/>
                <a:gd name="T80" fmla="*/ 17 w 149"/>
                <a:gd name="T81" fmla="*/ 134 h 147"/>
                <a:gd name="T82" fmla="*/ 9 w 149"/>
                <a:gd name="T83" fmla="*/ 137 h 147"/>
                <a:gd name="T84" fmla="*/ 4 w 149"/>
                <a:gd name="T85" fmla="*/ 137 h 147"/>
                <a:gd name="T86" fmla="*/ 0 w 149"/>
                <a:gd name="T87" fmla="*/ 138 h 147"/>
                <a:gd name="T88" fmla="*/ 0 w 149"/>
                <a:gd name="T89" fmla="*/ 127 h 147"/>
                <a:gd name="T90" fmla="*/ 4 w 149"/>
                <a:gd name="T91" fmla="*/ 110 h 147"/>
                <a:gd name="T92" fmla="*/ 8 w 149"/>
                <a:gd name="T93" fmla="*/ 92 h 147"/>
                <a:gd name="T94" fmla="*/ 21 w 149"/>
                <a:gd name="T95" fmla="*/ 80 h 147"/>
                <a:gd name="T96" fmla="*/ 25 w 149"/>
                <a:gd name="T97" fmla="*/ 56 h 147"/>
                <a:gd name="T98" fmla="*/ 18 w 149"/>
                <a:gd name="T99" fmla="*/ 39 h 147"/>
                <a:gd name="T100" fmla="*/ 17 w 149"/>
                <a:gd name="T101" fmla="*/ 23 h 147"/>
                <a:gd name="T102" fmla="*/ 9 w 149"/>
                <a:gd name="T103" fmla="*/ 4 h 147"/>
                <a:gd name="T104" fmla="*/ 13 w 149"/>
                <a:gd name="T105" fmla="*/ 1 h 147"/>
                <a:gd name="T106" fmla="*/ 19 w 149"/>
                <a:gd name="T10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" h="147">
                  <a:moveTo>
                    <a:pt x="19" y="0"/>
                  </a:moveTo>
                  <a:lnTo>
                    <a:pt x="21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62" y="0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3" y="5"/>
                  </a:lnTo>
                  <a:lnTo>
                    <a:pt x="63" y="6"/>
                  </a:lnTo>
                  <a:lnTo>
                    <a:pt x="62" y="8"/>
                  </a:lnTo>
                  <a:lnTo>
                    <a:pt x="62" y="9"/>
                  </a:lnTo>
                  <a:lnTo>
                    <a:pt x="63" y="12"/>
                  </a:lnTo>
                  <a:lnTo>
                    <a:pt x="64" y="14"/>
                  </a:lnTo>
                  <a:lnTo>
                    <a:pt x="64" y="15"/>
                  </a:lnTo>
                  <a:lnTo>
                    <a:pt x="64" y="17"/>
                  </a:lnTo>
                  <a:lnTo>
                    <a:pt x="66" y="17"/>
                  </a:lnTo>
                  <a:lnTo>
                    <a:pt x="67" y="19"/>
                  </a:lnTo>
                  <a:lnTo>
                    <a:pt x="68" y="21"/>
                  </a:lnTo>
                  <a:lnTo>
                    <a:pt x="68" y="25"/>
                  </a:lnTo>
                  <a:lnTo>
                    <a:pt x="70" y="26"/>
                  </a:lnTo>
                  <a:lnTo>
                    <a:pt x="73" y="26"/>
                  </a:lnTo>
                  <a:lnTo>
                    <a:pt x="75" y="26"/>
                  </a:lnTo>
                  <a:lnTo>
                    <a:pt x="76" y="26"/>
                  </a:lnTo>
                  <a:lnTo>
                    <a:pt x="81" y="26"/>
                  </a:lnTo>
                  <a:lnTo>
                    <a:pt x="83" y="25"/>
                  </a:lnTo>
                  <a:lnTo>
                    <a:pt x="92" y="25"/>
                  </a:lnTo>
                  <a:lnTo>
                    <a:pt x="91" y="21"/>
                  </a:lnTo>
                  <a:lnTo>
                    <a:pt x="91" y="19"/>
                  </a:lnTo>
                  <a:lnTo>
                    <a:pt x="92" y="18"/>
                  </a:lnTo>
                  <a:lnTo>
                    <a:pt x="93" y="17"/>
                  </a:lnTo>
                  <a:lnTo>
                    <a:pt x="93" y="13"/>
                  </a:lnTo>
                  <a:lnTo>
                    <a:pt x="105" y="13"/>
                  </a:lnTo>
                  <a:lnTo>
                    <a:pt x="105" y="12"/>
                  </a:lnTo>
                  <a:lnTo>
                    <a:pt x="108" y="13"/>
                  </a:lnTo>
                  <a:lnTo>
                    <a:pt x="108" y="14"/>
                  </a:lnTo>
                  <a:lnTo>
                    <a:pt x="108" y="15"/>
                  </a:lnTo>
                  <a:lnTo>
                    <a:pt x="108" y="17"/>
                  </a:lnTo>
                  <a:lnTo>
                    <a:pt x="122" y="17"/>
                  </a:lnTo>
                  <a:lnTo>
                    <a:pt x="122" y="18"/>
                  </a:lnTo>
                  <a:lnTo>
                    <a:pt x="122" y="21"/>
                  </a:lnTo>
                  <a:lnTo>
                    <a:pt x="122" y="22"/>
                  </a:lnTo>
                  <a:lnTo>
                    <a:pt x="121" y="25"/>
                  </a:lnTo>
                  <a:lnTo>
                    <a:pt x="121" y="26"/>
                  </a:lnTo>
                  <a:lnTo>
                    <a:pt x="121" y="27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1" y="31"/>
                  </a:lnTo>
                  <a:lnTo>
                    <a:pt x="121" y="33"/>
                  </a:lnTo>
                  <a:lnTo>
                    <a:pt x="121" y="37"/>
                  </a:lnTo>
                  <a:lnTo>
                    <a:pt x="121" y="39"/>
                  </a:lnTo>
                  <a:lnTo>
                    <a:pt x="121" y="40"/>
                  </a:lnTo>
                  <a:lnTo>
                    <a:pt x="121" y="42"/>
                  </a:lnTo>
                  <a:lnTo>
                    <a:pt x="122" y="43"/>
                  </a:lnTo>
                  <a:lnTo>
                    <a:pt x="122" y="44"/>
                  </a:lnTo>
                  <a:lnTo>
                    <a:pt x="124" y="44"/>
                  </a:lnTo>
                  <a:lnTo>
                    <a:pt x="124" y="46"/>
                  </a:lnTo>
                  <a:lnTo>
                    <a:pt x="125" y="47"/>
                  </a:lnTo>
                  <a:lnTo>
                    <a:pt x="125" y="48"/>
                  </a:lnTo>
                  <a:lnTo>
                    <a:pt x="125" y="50"/>
                  </a:lnTo>
                  <a:lnTo>
                    <a:pt x="125" y="51"/>
                  </a:lnTo>
                  <a:lnTo>
                    <a:pt x="126" y="52"/>
                  </a:lnTo>
                  <a:lnTo>
                    <a:pt x="126" y="54"/>
                  </a:lnTo>
                  <a:lnTo>
                    <a:pt x="125" y="55"/>
                  </a:lnTo>
                  <a:lnTo>
                    <a:pt x="126" y="56"/>
                  </a:lnTo>
                  <a:lnTo>
                    <a:pt x="127" y="58"/>
                  </a:lnTo>
                  <a:lnTo>
                    <a:pt x="126" y="60"/>
                  </a:lnTo>
                  <a:lnTo>
                    <a:pt x="126" y="60"/>
                  </a:lnTo>
                  <a:lnTo>
                    <a:pt x="126" y="62"/>
                  </a:lnTo>
                  <a:lnTo>
                    <a:pt x="126" y="63"/>
                  </a:lnTo>
                  <a:lnTo>
                    <a:pt x="126" y="64"/>
                  </a:lnTo>
                  <a:lnTo>
                    <a:pt x="127" y="64"/>
                  </a:lnTo>
                  <a:lnTo>
                    <a:pt x="129" y="63"/>
                  </a:lnTo>
                  <a:lnTo>
                    <a:pt x="129" y="63"/>
                  </a:lnTo>
                  <a:lnTo>
                    <a:pt x="130" y="63"/>
                  </a:lnTo>
                  <a:lnTo>
                    <a:pt x="131" y="63"/>
                  </a:lnTo>
                  <a:lnTo>
                    <a:pt x="133" y="64"/>
                  </a:lnTo>
                  <a:lnTo>
                    <a:pt x="134" y="64"/>
                  </a:lnTo>
                  <a:lnTo>
                    <a:pt x="137" y="64"/>
                  </a:lnTo>
                  <a:lnTo>
                    <a:pt x="138" y="64"/>
                  </a:lnTo>
                  <a:lnTo>
                    <a:pt x="139" y="64"/>
                  </a:lnTo>
                  <a:lnTo>
                    <a:pt x="141" y="64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7" y="62"/>
                  </a:lnTo>
                  <a:lnTo>
                    <a:pt x="147" y="63"/>
                  </a:lnTo>
                  <a:lnTo>
                    <a:pt x="146" y="63"/>
                  </a:lnTo>
                  <a:lnTo>
                    <a:pt x="146" y="64"/>
                  </a:lnTo>
                  <a:lnTo>
                    <a:pt x="147" y="69"/>
                  </a:lnTo>
                  <a:lnTo>
                    <a:pt x="146" y="73"/>
                  </a:lnTo>
                  <a:lnTo>
                    <a:pt x="146" y="76"/>
                  </a:lnTo>
                  <a:lnTo>
                    <a:pt x="149" y="79"/>
                  </a:lnTo>
                  <a:lnTo>
                    <a:pt x="149" y="80"/>
                  </a:lnTo>
                  <a:lnTo>
                    <a:pt x="147" y="81"/>
                  </a:lnTo>
                  <a:lnTo>
                    <a:pt x="146" y="84"/>
                  </a:lnTo>
                  <a:lnTo>
                    <a:pt x="147" y="85"/>
                  </a:lnTo>
                  <a:lnTo>
                    <a:pt x="122" y="85"/>
                  </a:lnTo>
                  <a:lnTo>
                    <a:pt x="121" y="125"/>
                  </a:lnTo>
                  <a:lnTo>
                    <a:pt x="121" y="126"/>
                  </a:lnTo>
                  <a:lnTo>
                    <a:pt x="124" y="129"/>
                  </a:lnTo>
                  <a:lnTo>
                    <a:pt x="125" y="130"/>
                  </a:lnTo>
                  <a:lnTo>
                    <a:pt x="126" y="131"/>
                  </a:lnTo>
                  <a:lnTo>
                    <a:pt x="127" y="131"/>
                  </a:lnTo>
                  <a:lnTo>
                    <a:pt x="130" y="135"/>
                  </a:lnTo>
                  <a:lnTo>
                    <a:pt x="131" y="137"/>
                  </a:lnTo>
                  <a:lnTo>
                    <a:pt x="133" y="137"/>
                  </a:lnTo>
                  <a:lnTo>
                    <a:pt x="134" y="138"/>
                  </a:lnTo>
                  <a:lnTo>
                    <a:pt x="135" y="139"/>
                  </a:lnTo>
                  <a:lnTo>
                    <a:pt x="137" y="140"/>
                  </a:lnTo>
                  <a:lnTo>
                    <a:pt x="137" y="142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7" y="147"/>
                  </a:lnTo>
                  <a:lnTo>
                    <a:pt x="116" y="147"/>
                  </a:lnTo>
                  <a:lnTo>
                    <a:pt x="116" y="146"/>
                  </a:lnTo>
                  <a:lnTo>
                    <a:pt x="114" y="146"/>
                  </a:lnTo>
                  <a:lnTo>
                    <a:pt x="113" y="146"/>
                  </a:lnTo>
                  <a:lnTo>
                    <a:pt x="113" y="146"/>
                  </a:lnTo>
                  <a:lnTo>
                    <a:pt x="112" y="144"/>
                  </a:lnTo>
                  <a:lnTo>
                    <a:pt x="110" y="144"/>
                  </a:lnTo>
                  <a:lnTo>
                    <a:pt x="109" y="144"/>
                  </a:lnTo>
                  <a:lnTo>
                    <a:pt x="109" y="146"/>
                  </a:lnTo>
                  <a:lnTo>
                    <a:pt x="108" y="146"/>
                  </a:lnTo>
                  <a:lnTo>
                    <a:pt x="106" y="146"/>
                  </a:lnTo>
                  <a:lnTo>
                    <a:pt x="104" y="146"/>
                  </a:lnTo>
                  <a:lnTo>
                    <a:pt x="101" y="143"/>
                  </a:lnTo>
                  <a:lnTo>
                    <a:pt x="100" y="143"/>
                  </a:lnTo>
                  <a:lnTo>
                    <a:pt x="100" y="143"/>
                  </a:lnTo>
                  <a:lnTo>
                    <a:pt x="99" y="144"/>
                  </a:lnTo>
                  <a:lnTo>
                    <a:pt x="97" y="144"/>
                  </a:lnTo>
                  <a:lnTo>
                    <a:pt x="95" y="143"/>
                  </a:lnTo>
                  <a:lnTo>
                    <a:pt x="92" y="144"/>
                  </a:lnTo>
                  <a:lnTo>
                    <a:pt x="91" y="144"/>
                  </a:lnTo>
                  <a:lnTo>
                    <a:pt x="89" y="144"/>
                  </a:lnTo>
                  <a:lnTo>
                    <a:pt x="88" y="143"/>
                  </a:lnTo>
                  <a:lnTo>
                    <a:pt x="87" y="143"/>
                  </a:lnTo>
                  <a:lnTo>
                    <a:pt x="85" y="143"/>
                  </a:lnTo>
                  <a:lnTo>
                    <a:pt x="83" y="143"/>
                  </a:lnTo>
                  <a:lnTo>
                    <a:pt x="80" y="142"/>
                  </a:lnTo>
                  <a:lnTo>
                    <a:pt x="80" y="140"/>
                  </a:lnTo>
                  <a:lnTo>
                    <a:pt x="79" y="138"/>
                  </a:lnTo>
                  <a:lnTo>
                    <a:pt x="77" y="138"/>
                  </a:lnTo>
                  <a:lnTo>
                    <a:pt x="34" y="138"/>
                  </a:lnTo>
                  <a:lnTo>
                    <a:pt x="33" y="138"/>
                  </a:lnTo>
                  <a:lnTo>
                    <a:pt x="31" y="138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5"/>
                  </a:lnTo>
                  <a:lnTo>
                    <a:pt x="21" y="134"/>
                  </a:lnTo>
                  <a:lnTo>
                    <a:pt x="21" y="134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0" y="135"/>
                  </a:lnTo>
                  <a:lnTo>
                    <a:pt x="9" y="137"/>
                  </a:lnTo>
                  <a:lnTo>
                    <a:pt x="9" y="138"/>
                  </a:lnTo>
                  <a:lnTo>
                    <a:pt x="6" y="137"/>
                  </a:lnTo>
                  <a:lnTo>
                    <a:pt x="4" y="137"/>
                  </a:lnTo>
                  <a:lnTo>
                    <a:pt x="4" y="137"/>
                  </a:lnTo>
                  <a:lnTo>
                    <a:pt x="2" y="138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7"/>
                  </a:lnTo>
                  <a:lnTo>
                    <a:pt x="0" y="133"/>
                  </a:lnTo>
                  <a:lnTo>
                    <a:pt x="0" y="127"/>
                  </a:lnTo>
                  <a:lnTo>
                    <a:pt x="0" y="123"/>
                  </a:lnTo>
                  <a:lnTo>
                    <a:pt x="0" y="119"/>
                  </a:lnTo>
                  <a:lnTo>
                    <a:pt x="4" y="115"/>
                  </a:lnTo>
                  <a:lnTo>
                    <a:pt x="4" y="110"/>
                  </a:lnTo>
                  <a:lnTo>
                    <a:pt x="6" y="106"/>
                  </a:lnTo>
                  <a:lnTo>
                    <a:pt x="6" y="97"/>
                  </a:lnTo>
                  <a:lnTo>
                    <a:pt x="8" y="96"/>
                  </a:lnTo>
                  <a:lnTo>
                    <a:pt x="8" y="92"/>
                  </a:lnTo>
                  <a:lnTo>
                    <a:pt x="14" y="87"/>
                  </a:lnTo>
                  <a:lnTo>
                    <a:pt x="14" y="84"/>
                  </a:lnTo>
                  <a:lnTo>
                    <a:pt x="19" y="80"/>
                  </a:lnTo>
                  <a:lnTo>
                    <a:pt x="21" y="80"/>
                  </a:lnTo>
                  <a:lnTo>
                    <a:pt x="26" y="71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5" y="56"/>
                  </a:lnTo>
                  <a:lnTo>
                    <a:pt x="21" y="50"/>
                  </a:lnTo>
                  <a:lnTo>
                    <a:pt x="21" y="46"/>
                  </a:lnTo>
                  <a:lnTo>
                    <a:pt x="18" y="43"/>
                  </a:lnTo>
                  <a:lnTo>
                    <a:pt x="18" y="39"/>
                  </a:lnTo>
                  <a:lnTo>
                    <a:pt x="17" y="38"/>
                  </a:lnTo>
                  <a:lnTo>
                    <a:pt x="19" y="34"/>
                  </a:lnTo>
                  <a:lnTo>
                    <a:pt x="21" y="29"/>
                  </a:lnTo>
                  <a:lnTo>
                    <a:pt x="17" y="23"/>
                  </a:lnTo>
                  <a:lnTo>
                    <a:pt x="17" y="14"/>
                  </a:lnTo>
                  <a:lnTo>
                    <a:pt x="10" y="8"/>
                  </a:lnTo>
                  <a:lnTo>
                    <a:pt x="10" y="5"/>
                  </a:lnTo>
                  <a:lnTo>
                    <a:pt x="9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7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1" name="Freeform 480"/>
            <p:cNvSpPr>
              <a:spLocks/>
            </p:cNvSpPr>
            <p:nvPr/>
          </p:nvSpPr>
          <p:spPr bwMode="auto">
            <a:xfrm>
              <a:off x="6521512" y="4830034"/>
              <a:ext cx="233473" cy="213171"/>
            </a:xfrm>
            <a:custGeom>
              <a:avLst/>
              <a:gdLst>
                <a:gd name="T0" fmla="*/ 58 w 92"/>
                <a:gd name="T1" fmla="*/ 0 h 84"/>
                <a:gd name="T2" fmla="*/ 63 w 92"/>
                <a:gd name="T3" fmla="*/ 0 h 84"/>
                <a:gd name="T4" fmla="*/ 67 w 92"/>
                <a:gd name="T5" fmla="*/ 5 h 84"/>
                <a:gd name="T6" fmla="*/ 71 w 92"/>
                <a:gd name="T7" fmla="*/ 6 h 84"/>
                <a:gd name="T8" fmla="*/ 79 w 92"/>
                <a:gd name="T9" fmla="*/ 8 h 84"/>
                <a:gd name="T10" fmla="*/ 87 w 92"/>
                <a:gd name="T11" fmla="*/ 10 h 84"/>
                <a:gd name="T12" fmla="*/ 92 w 92"/>
                <a:gd name="T13" fmla="*/ 14 h 84"/>
                <a:gd name="T14" fmla="*/ 92 w 92"/>
                <a:gd name="T15" fmla="*/ 20 h 84"/>
                <a:gd name="T16" fmla="*/ 92 w 92"/>
                <a:gd name="T17" fmla="*/ 25 h 84"/>
                <a:gd name="T18" fmla="*/ 90 w 92"/>
                <a:gd name="T19" fmla="*/ 31 h 84"/>
                <a:gd name="T20" fmla="*/ 91 w 92"/>
                <a:gd name="T21" fmla="*/ 34 h 84"/>
                <a:gd name="T22" fmla="*/ 90 w 92"/>
                <a:gd name="T23" fmla="*/ 41 h 84"/>
                <a:gd name="T24" fmla="*/ 90 w 92"/>
                <a:gd name="T25" fmla="*/ 43 h 84"/>
                <a:gd name="T26" fmla="*/ 90 w 92"/>
                <a:gd name="T27" fmla="*/ 48 h 84"/>
                <a:gd name="T28" fmla="*/ 90 w 92"/>
                <a:gd name="T29" fmla="*/ 54 h 84"/>
                <a:gd name="T30" fmla="*/ 84 w 92"/>
                <a:gd name="T31" fmla="*/ 58 h 84"/>
                <a:gd name="T32" fmla="*/ 84 w 92"/>
                <a:gd name="T33" fmla="*/ 62 h 84"/>
                <a:gd name="T34" fmla="*/ 83 w 92"/>
                <a:gd name="T35" fmla="*/ 71 h 84"/>
                <a:gd name="T36" fmla="*/ 65 w 92"/>
                <a:gd name="T37" fmla="*/ 81 h 84"/>
                <a:gd name="T38" fmla="*/ 58 w 92"/>
                <a:gd name="T39" fmla="*/ 83 h 84"/>
                <a:gd name="T40" fmla="*/ 54 w 92"/>
                <a:gd name="T41" fmla="*/ 80 h 84"/>
                <a:gd name="T42" fmla="*/ 46 w 92"/>
                <a:gd name="T43" fmla="*/ 79 h 84"/>
                <a:gd name="T44" fmla="*/ 44 w 92"/>
                <a:gd name="T45" fmla="*/ 75 h 84"/>
                <a:gd name="T46" fmla="*/ 38 w 92"/>
                <a:gd name="T47" fmla="*/ 73 h 84"/>
                <a:gd name="T48" fmla="*/ 32 w 92"/>
                <a:gd name="T49" fmla="*/ 72 h 84"/>
                <a:gd name="T50" fmla="*/ 28 w 92"/>
                <a:gd name="T51" fmla="*/ 67 h 84"/>
                <a:gd name="T52" fmla="*/ 26 w 92"/>
                <a:gd name="T53" fmla="*/ 60 h 84"/>
                <a:gd name="T54" fmla="*/ 22 w 92"/>
                <a:gd name="T55" fmla="*/ 58 h 84"/>
                <a:gd name="T56" fmla="*/ 21 w 92"/>
                <a:gd name="T57" fmla="*/ 55 h 84"/>
                <a:gd name="T58" fmla="*/ 16 w 92"/>
                <a:gd name="T59" fmla="*/ 51 h 84"/>
                <a:gd name="T60" fmla="*/ 11 w 92"/>
                <a:gd name="T61" fmla="*/ 45 h 84"/>
                <a:gd name="T62" fmla="*/ 8 w 92"/>
                <a:gd name="T63" fmla="*/ 41 h 84"/>
                <a:gd name="T64" fmla="*/ 5 w 92"/>
                <a:gd name="T65" fmla="*/ 35 h 84"/>
                <a:gd name="T66" fmla="*/ 3 w 92"/>
                <a:gd name="T67" fmla="*/ 33 h 84"/>
                <a:gd name="T68" fmla="*/ 0 w 92"/>
                <a:gd name="T69" fmla="*/ 29 h 84"/>
                <a:gd name="T70" fmla="*/ 0 w 92"/>
                <a:gd name="T71" fmla="*/ 26 h 84"/>
                <a:gd name="T72" fmla="*/ 4 w 92"/>
                <a:gd name="T73" fmla="*/ 26 h 84"/>
                <a:gd name="T74" fmla="*/ 8 w 92"/>
                <a:gd name="T75" fmla="*/ 29 h 84"/>
                <a:gd name="T76" fmla="*/ 15 w 92"/>
                <a:gd name="T77" fmla="*/ 27 h 84"/>
                <a:gd name="T78" fmla="*/ 16 w 92"/>
                <a:gd name="T79" fmla="*/ 27 h 84"/>
                <a:gd name="T80" fmla="*/ 22 w 92"/>
                <a:gd name="T81" fmla="*/ 29 h 84"/>
                <a:gd name="T82" fmla="*/ 38 w 92"/>
                <a:gd name="T83" fmla="*/ 12 h 84"/>
                <a:gd name="T84" fmla="*/ 44 w 92"/>
                <a:gd name="T85" fmla="*/ 9 h 84"/>
                <a:gd name="T86" fmla="*/ 44 w 92"/>
                <a:gd name="T87" fmla="*/ 5 h 84"/>
                <a:gd name="T88" fmla="*/ 50 w 92"/>
                <a:gd name="T89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2" h="84">
                  <a:moveTo>
                    <a:pt x="54" y="0"/>
                  </a:moveTo>
                  <a:lnTo>
                    <a:pt x="58" y="0"/>
                  </a:lnTo>
                  <a:lnTo>
                    <a:pt x="58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5"/>
                  </a:lnTo>
                  <a:lnTo>
                    <a:pt x="67" y="5"/>
                  </a:lnTo>
                  <a:lnTo>
                    <a:pt x="70" y="5"/>
                  </a:lnTo>
                  <a:lnTo>
                    <a:pt x="70" y="6"/>
                  </a:lnTo>
                  <a:lnTo>
                    <a:pt x="71" y="6"/>
                  </a:lnTo>
                  <a:lnTo>
                    <a:pt x="72" y="5"/>
                  </a:lnTo>
                  <a:lnTo>
                    <a:pt x="75" y="5"/>
                  </a:lnTo>
                  <a:lnTo>
                    <a:pt x="79" y="8"/>
                  </a:lnTo>
                  <a:lnTo>
                    <a:pt x="80" y="10"/>
                  </a:lnTo>
                  <a:lnTo>
                    <a:pt x="83" y="10"/>
                  </a:lnTo>
                  <a:lnTo>
                    <a:pt x="87" y="10"/>
                  </a:lnTo>
                  <a:lnTo>
                    <a:pt x="88" y="13"/>
                  </a:lnTo>
                  <a:lnTo>
                    <a:pt x="90" y="14"/>
                  </a:lnTo>
                  <a:lnTo>
                    <a:pt x="92" y="14"/>
                  </a:lnTo>
                  <a:lnTo>
                    <a:pt x="92" y="17"/>
                  </a:lnTo>
                  <a:lnTo>
                    <a:pt x="91" y="18"/>
                  </a:lnTo>
                  <a:lnTo>
                    <a:pt x="92" y="20"/>
                  </a:lnTo>
                  <a:lnTo>
                    <a:pt x="91" y="22"/>
                  </a:lnTo>
                  <a:lnTo>
                    <a:pt x="92" y="23"/>
                  </a:lnTo>
                  <a:lnTo>
                    <a:pt x="92" y="25"/>
                  </a:lnTo>
                  <a:lnTo>
                    <a:pt x="91" y="26"/>
                  </a:lnTo>
                  <a:lnTo>
                    <a:pt x="91" y="30"/>
                  </a:lnTo>
                  <a:lnTo>
                    <a:pt x="90" y="31"/>
                  </a:lnTo>
                  <a:lnTo>
                    <a:pt x="90" y="33"/>
                  </a:lnTo>
                  <a:lnTo>
                    <a:pt x="92" y="33"/>
                  </a:lnTo>
                  <a:lnTo>
                    <a:pt x="91" y="34"/>
                  </a:lnTo>
                  <a:lnTo>
                    <a:pt x="90" y="35"/>
                  </a:lnTo>
                  <a:lnTo>
                    <a:pt x="90" y="38"/>
                  </a:lnTo>
                  <a:lnTo>
                    <a:pt x="90" y="41"/>
                  </a:lnTo>
                  <a:lnTo>
                    <a:pt x="88" y="41"/>
                  </a:lnTo>
                  <a:lnTo>
                    <a:pt x="88" y="42"/>
                  </a:lnTo>
                  <a:lnTo>
                    <a:pt x="90" y="43"/>
                  </a:lnTo>
                  <a:lnTo>
                    <a:pt x="91" y="46"/>
                  </a:lnTo>
                  <a:lnTo>
                    <a:pt x="90" y="47"/>
                  </a:lnTo>
                  <a:lnTo>
                    <a:pt x="90" y="48"/>
                  </a:lnTo>
                  <a:lnTo>
                    <a:pt x="91" y="50"/>
                  </a:lnTo>
                  <a:lnTo>
                    <a:pt x="91" y="51"/>
                  </a:lnTo>
                  <a:lnTo>
                    <a:pt x="90" y="54"/>
                  </a:lnTo>
                  <a:lnTo>
                    <a:pt x="87" y="55"/>
                  </a:lnTo>
                  <a:lnTo>
                    <a:pt x="87" y="56"/>
                  </a:lnTo>
                  <a:lnTo>
                    <a:pt x="84" y="58"/>
                  </a:lnTo>
                  <a:lnTo>
                    <a:pt x="84" y="59"/>
                  </a:lnTo>
                  <a:lnTo>
                    <a:pt x="86" y="60"/>
                  </a:lnTo>
                  <a:lnTo>
                    <a:pt x="84" y="62"/>
                  </a:lnTo>
                  <a:lnTo>
                    <a:pt x="84" y="66"/>
                  </a:lnTo>
                  <a:lnTo>
                    <a:pt x="83" y="67"/>
                  </a:lnTo>
                  <a:lnTo>
                    <a:pt x="83" y="71"/>
                  </a:lnTo>
                  <a:lnTo>
                    <a:pt x="70" y="84"/>
                  </a:lnTo>
                  <a:lnTo>
                    <a:pt x="69" y="83"/>
                  </a:lnTo>
                  <a:lnTo>
                    <a:pt x="65" y="81"/>
                  </a:lnTo>
                  <a:lnTo>
                    <a:pt x="61" y="83"/>
                  </a:lnTo>
                  <a:lnTo>
                    <a:pt x="59" y="83"/>
                  </a:lnTo>
                  <a:lnTo>
                    <a:pt x="58" y="83"/>
                  </a:lnTo>
                  <a:lnTo>
                    <a:pt x="57" y="81"/>
                  </a:lnTo>
                  <a:lnTo>
                    <a:pt x="54" y="81"/>
                  </a:lnTo>
                  <a:lnTo>
                    <a:pt x="54" y="80"/>
                  </a:lnTo>
                  <a:lnTo>
                    <a:pt x="50" y="79"/>
                  </a:lnTo>
                  <a:lnTo>
                    <a:pt x="46" y="80"/>
                  </a:lnTo>
                  <a:lnTo>
                    <a:pt x="46" y="79"/>
                  </a:lnTo>
                  <a:lnTo>
                    <a:pt x="45" y="77"/>
                  </a:lnTo>
                  <a:lnTo>
                    <a:pt x="45" y="76"/>
                  </a:lnTo>
                  <a:lnTo>
                    <a:pt x="44" y="75"/>
                  </a:lnTo>
                  <a:lnTo>
                    <a:pt x="42" y="75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6" y="72"/>
                  </a:lnTo>
                  <a:lnTo>
                    <a:pt x="34" y="73"/>
                  </a:lnTo>
                  <a:lnTo>
                    <a:pt x="32" y="72"/>
                  </a:lnTo>
                  <a:lnTo>
                    <a:pt x="30" y="71"/>
                  </a:lnTo>
                  <a:lnTo>
                    <a:pt x="28" y="68"/>
                  </a:lnTo>
                  <a:lnTo>
                    <a:pt x="28" y="67"/>
                  </a:lnTo>
                  <a:lnTo>
                    <a:pt x="26" y="66"/>
                  </a:lnTo>
                  <a:lnTo>
                    <a:pt x="26" y="63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2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20" y="54"/>
                  </a:lnTo>
                  <a:lnTo>
                    <a:pt x="19" y="52"/>
                  </a:lnTo>
                  <a:lnTo>
                    <a:pt x="16" y="51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1" y="31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4" y="26"/>
                  </a:lnTo>
                  <a:lnTo>
                    <a:pt x="5" y="27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11" y="27"/>
                  </a:lnTo>
                  <a:lnTo>
                    <a:pt x="13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7" y="29"/>
                  </a:lnTo>
                  <a:lnTo>
                    <a:pt x="20" y="30"/>
                  </a:lnTo>
                  <a:lnTo>
                    <a:pt x="22" y="29"/>
                  </a:lnTo>
                  <a:lnTo>
                    <a:pt x="26" y="23"/>
                  </a:lnTo>
                  <a:lnTo>
                    <a:pt x="32" y="17"/>
                  </a:lnTo>
                  <a:lnTo>
                    <a:pt x="38" y="12"/>
                  </a:lnTo>
                  <a:lnTo>
                    <a:pt x="42" y="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8"/>
                  </a:lnTo>
                  <a:lnTo>
                    <a:pt x="45" y="6"/>
                  </a:lnTo>
                  <a:lnTo>
                    <a:pt x="44" y="5"/>
                  </a:lnTo>
                  <a:lnTo>
                    <a:pt x="45" y="4"/>
                  </a:lnTo>
                  <a:lnTo>
                    <a:pt x="49" y="2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2" name="Freeform 481"/>
            <p:cNvSpPr>
              <a:spLocks/>
            </p:cNvSpPr>
            <p:nvPr/>
          </p:nvSpPr>
          <p:spPr bwMode="auto">
            <a:xfrm>
              <a:off x="6359096" y="4896015"/>
              <a:ext cx="279152" cy="281690"/>
            </a:xfrm>
            <a:custGeom>
              <a:avLst/>
              <a:gdLst>
                <a:gd name="T0" fmla="*/ 64 w 110"/>
                <a:gd name="T1" fmla="*/ 1 h 111"/>
                <a:gd name="T2" fmla="*/ 64 w 110"/>
                <a:gd name="T3" fmla="*/ 4 h 111"/>
                <a:gd name="T4" fmla="*/ 68 w 110"/>
                <a:gd name="T5" fmla="*/ 8 h 111"/>
                <a:gd name="T6" fmla="*/ 71 w 110"/>
                <a:gd name="T7" fmla="*/ 11 h 111"/>
                <a:gd name="T8" fmla="*/ 73 w 110"/>
                <a:gd name="T9" fmla="*/ 16 h 111"/>
                <a:gd name="T10" fmla="*/ 76 w 110"/>
                <a:gd name="T11" fmla="*/ 19 h 111"/>
                <a:gd name="T12" fmla="*/ 83 w 110"/>
                <a:gd name="T13" fmla="*/ 26 h 111"/>
                <a:gd name="T14" fmla="*/ 86 w 110"/>
                <a:gd name="T15" fmla="*/ 30 h 111"/>
                <a:gd name="T16" fmla="*/ 86 w 110"/>
                <a:gd name="T17" fmla="*/ 33 h 111"/>
                <a:gd name="T18" fmla="*/ 90 w 110"/>
                <a:gd name="T19" fmla="*/ 37 h 111"/>
                <a:gd name="T20" fmla="*/ 92 w 110"/>
                <a:gd name="T21" fmla="*/ 42 h 111"/>
                <a:gd name="T22" fmla="*/ 98 w 110"/>
                <a:gd name="T23" fmla="*/ 47 h 111"/>
                <a:gd name="T24" fmla="*/ 104 w 110"/>
                <a:gd name="T25" fmla="*/ 47 h 111"/>
                <a:gd name="T26" fmla="*/ 109 w 110"/>
                <a:gd name="T27" fmla="*/ 50 h 111"/>
                <a:gd name="T28" fmla="*/ 110 w 110"/>
                <a:gd name="T29" fmla="*/ 54 h 111"/>
                <a:gd name="T30" fmla="*/ 106 w 110"/>
                <a:gd name="T31" fmla="*/ 55 h 111"/>
                <a:gd name="T32" fmla="*/ 105 w 110"/>
                <a:gd name="T33" fmla="*/ 59 h 111"/>
                <a:gd name="T34" fmla="*/ 100 w 110"/>
                <a:gd name="T35" fmla="*/ 61 h 111"/>
                <a:gd name="T36" fmla="*/ 94 w 110"/>
                <a:gd name="T37" fmla="*/ 61 h 111"/>
                <a:gd name="T38" fmla="*/ 89 w 110"/>
                <a:gd name="T39" fmla="*/ 65 h 111"/>
                <a:gd name="T40" fmla="*/ 86 w 110"/>
                <a:gd name="T41" fmla="*/ 69 h 111"/>
                <a:gd name="T42" fmla="*/ 80 w 110"/>
                <a:gd name="T43" fmla="*/ 74 h 111"/>
                <a:gd name="T44" fmla="*/ 81 w 110"/>
                <a:gd name="T45" fmla="*/ 79 h 111"/>
                <a:gd name="T46" fmla="*/ 77 w 110"/>
                <a:gd name="T47" fmla="*/ 80 h 111"/>
                <a:gd name="T48" fmla="*/ 75 w 110"/>
                <a:gd name="T49" fmla="*/ 84 h 111"/>
                <a:gd name="T50" fmla="*/ 71 w 110"/>
                <a:gd name="T51" fmla="*/ 87 h 111"/>
                <a:gd name="T52" fmla="*/ 67 w 110"/>
                <a:gd name="T53" fmla="*/ 92 h 111"/>
                <a:gd name="T54" fmla="*/ 65 w 110"/>
                <a:gd name="T55" fmla="*/ 97 h 111"/>
                <a:gd name="T56" fmla="*/ 61 w 110"/>
                <a:gd name="T57" fmla="*/ 99 h 111"/>
                <a:gd name="T58" fmla="*/ 56 w 110"/>
                <a:gd name="T59" fmla="*/ 97 h 111"/>
                <a:gd name="T60" fmla="*/ 50 w 110"/>
                <a:gd name="T61" fmla="*/ 99 h 111"/>
                <a:gd name="T62" fmla="*/ 43 w 110"/>
                <a:gd name="T63" fmla="*/ 94 h 111"/>
                <a:gd name="T64" fmla="*/ 32 w 110"/>
                <a:gd name="T65" fmla="*/ 96 h 111"/>
                <a:gd name="T66" fmla="*/ 25 w 110"/>
                <a:gd name="T67" fmla="*/ 105 h 111"/>
                <a:gd name="T68" fmla="*/ 19 w 110"/>
                <a:gd name="T69" fmla="*/ 109 h 111"/>
                <a:gd name="T70" fmla="*/ 13 w 110"/>
                <a:gd name="T71" fmla="*/ 111 h 111"/>
                <a:gd name="T72" fmla="*/ 6 w 110"/>
                <a:gd name="T73" fmla="*/ 108 h 111"/>
                <a:gd name="T74" fmla="*/ 5 w 110"/>
                <a:gd name="T75" fmla="*/ 95 h 111"/>
                <a:gd name="T76" fmla="*/ 0 w 110"/>
                <a:gd name="T77" fmla="*/ 88 h 111"/>
                <a:gd name="T78" fmla="*/ 2 w 110"/>
                <a:gd name="T79" fmla="*/ 51 h 111"/>
                <a:gd name="T80" fmla="*/ 23 w 110"/>
                <a:gd name="T81" fmla="*/ 8 h 111"/>
                <a:gd name="T82" fmla="*/ 40 w 110"/>
                <a:gd name="T83" fmla="*/ 5 h 111"/>
                <a:gd name="T84" fmla="*/ 42 w 110"/>
                <a:gd name="T85" fmla="*/ 7 h 111"/>
                <a:gd name="T86" fmla="*/ 42 w 110"/>
                <a:gd name="T87" fmla="*/ 9 h 111"/>
                <a:gd name="T88" fmla="*/ 48 w 110"/>
                <a:gd name="T89" fmla="*/ 4 h 111"/>
                <a:gd name="T90" fmla="*/ 55 w 110"/>
                <a:gd name="T91" fmla="*/ 3 h 111"/>
                <a:gd name="T92" fmla="*/ 61 w 110"/>
                <a:gd name="T9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0" h="111">
                  <a:moveTo>
                    <a:pt x="64" y="0"/>
                  </a:moveTo>
                  <a:lnTo>
                    <a:pt x="64" y="0"/>
                  </a:lnTo>
                  <a:lnTo>
                    <a:pt x="64" y="1"/>
                  </a:lnTo>
                  <a:lnTo>
                    <a:pt x="64" y="1"/>
                  </a:lnTo>
                  <a:lnTo>
                    <a:pt x="64" y="3"/>
                  </a:lnTo>
                  <a:lnTo>
                    <a:pt x="64" y="4"/>
                  </a:lnTo>
                  <a:lnTo>
                    <a:pt x="65" y="5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9" y="9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1" y="12"/>
                  </a:lnTo>
                  <a:lnTo>
                    <a:pt x="72" y="15"/>
                  </a:lnTo>
                  <a:lnTo>
                    <a:pt x="73" y="16"/>
                  </a:lnTo>
                  <a:lnTo>
                    <a:pt x="73" y="17"/>
                  </a:lnTo>
                  <a:lnTo>
                    <a:pt x="75" y="19"/>
                  </a:lnTo>
                  <a:lnTo>
                    <a:pt x="76" y="19"/>
                  </a:lnTo>
                  <a:lnTo>
                    <a:pt x="76" y="20"/>
                  </a:lnTo>
                  <a:lnTo>
                    <a:pt x="80" y="25"/>
                  </a:lnTo>
                  <a:lnTo>
                    <a:pt x="83" y="26"/>
                  </a:lnTo>
                  <a:lnTo>
                    <a:pt x="84" y="28"/>
                  </a:lnTo>
                  <a:lnTo>
                    <a:pt x="85" y="29"/>
                  </a:lnTo>
                  <a:lnTo>
                    <a:pt x="86" y="30"/>
                  </a:lnTo>
                  <a:lnTo>
                    <a:pt x="86" y="30"/>
                  </a:lnTo>
                  <a:lnTo>
                    <a:pt x="86" y="32"/>
                  </a:lnTo>
                  <a:lnTo>
                    <a:pt x="86" y="33"/>
                  </a:lnTo>
                  <a:lnTo>
                    <a:pt x="89" y="33"/>
                  </a:lnTo>
                  <a:lnTo>
                    <a:pt x="90" y="34"/>
                  </a:lnTo>
                  <a:lnTo>
                    <a:pt x="90" y="37"/>
                  </a:lnTo>
                  <a:lnTo>
                    <a:pt x="90" y="40"/>
                  </a:lnTo>
                  <a:lnTo>
                    <a:pt x="92" y="41"/>
                  </a:lnTo>
                  <a:lnTo>
                    <a:pt x="92" y="42"/>
                  </a:lnTo>
                  <a:lnTo>
                    <a:pt x="94" y="45"/>
                  </a:lnTo>
                  <a:lnTo>
                    <a:pt x="96" y="46"/>
                  </a:lnTo>
                  <a:lnTo>
                    <a:pt x="98" y="47"/>
                  </a:lnTo>
                  <a:lnTo>
                    <a:pt x="100" y="46"/>
                  </a:lnTo>
                  <a:lnTo>
                    <a:pt x="102" y="47"/>
                  </a:lnTo>
                  <a:lnTo>
                    <a:pt x="104" y="47"/>
                  </a:lnTo>
                  <a:lnTo>
                    <a:pt x="106" y="49"/>
                  </a:lnTo>
                  <a:lnTo>
                    <a:pt x="108" y="49"/>
                  </a:lnTo>
                  <a:lnTo>
                    <a:pt x="109" y="50"/>
                  </a:lnTo>
                  <a:lnTo>
                    <a:pt x="109" y="51"/>
                  </a:lnTo>
                  <a:lnTo>
                    <a:pt x="110" y="53"/>
                  </a:lnTo>
                  <a:lnTo>
                    <a:pt x="110" y="54"/>
                  </a:lnTo>
                  <a:lnTo>
                    <a:pt x="109" y="54"/>
                  </a:lnTo>
                  <a:lnTo>
                    <a:pt x="108" y="54"/>
                  </a:lnTo>
                  <a:lnTo>
                    <a:pt x="106" y="55"/>
                  </a:lnTo>
                  <a:lnTo>
                    <a:pt x="105" y="55"/>
                  </a:lnTo>
                  <a:lnTo>
                    <a:pt x="105" y="57"/>
                  </a:lnTo>
                  <a:lnTo>
                    <a:pt x="105" y="59"/>
                  </a:lnTo>
                  <a:lnTo>
                    <a:pt x="102" y="59"/>
                  </a:lnTo>
                  <a:lnTo>
                    <a:pt x="101" y="61"/>
                  </a:lnTo>
                  <a:lnTo>
                    <a:pt x="100" y="61"/>
                  </a:lnTo>
                  <a:lnTo>
                    <a:pt x="98" y="61"/>
                  </a:lnTo>
                  <a:lnTo>
                    <a:pt x="97" y="61"/>
                  </a:lnTo>
                  <a:lnTo>
                    <a:pt x="94" y="61"/>
                  </a:lnTo>
                  <a:lnTo>
                    <a:pt x="92" y="63"/>
                  </a:lnTo>
                  <a:lnTo>
                    <a:pt x="92" y="65"/>
                  </a:lnTo>
                  <a:lnTo>
                    <a:pt x="89" y="65"/>
                  </a:lnTo>
                  <a:lnTo>
                    <a:pt x="89" y="66"/>
                  </a:lnTo>
                  <a:lnTo>
                    <a:pt x="88" y="67"/>
                  </a:lnTo>
                  <a:lnTo>
                    <a:pt x="86" y="69"/>
                  </a:lnTo>
                  <a:lnTo>
                    <a:pt x="85" y="69"/>
                  </a:lnTo>
                  <a:lnTo>
                    <a:pt x="84" y="69"/>
                  </a:lnTo>
                  <a:lnTo>
                    <a:pt x="80" y="74"/>
                  </a:lnTo>
                  <a:lnTo>
                    <a:pt x="80" y="76"/>
                  </a:lnTo>
                  <a:lnTo>
                    <a:pt x="81" y="78"/>
                  </a:lnTo>
                  <a:lnTo>
                    <a:pt x="81" y="79"/>
                  </a:lnTo>
                  <a:lnTo>
                    <a:pt x="79" y="79"/>
                  </a:lnTo>
                  <a:lnTo>
                    <a:pt x="79" y="80"/>
                  </a:lnTo>
                  <a:lnTo>
                    <a:pt x="77" y="80"/>
                  </a:lnTo>
                  <a:lnTo>
                    <a:pt x="76" y="82"/>
                  </a:lnTo>
                  <a:lnTo>
                    <a:pt x="75" y="83"/>
                  </a:lnTo>
                  <a:lnTo>
                    <a:pt x="75" y="84"/>
                  </a:lnTo>
                  <a:lnTo>
                    <a:pt x="73" y="86"/>
                  </a:lnTo>
                  <a:lnTo>
                    <a:pt x="72" y="86"/>
                  </a:lnTo>
                  <a:lnTo>
                    <a:pt x="71" y="87"/>
                  </a:lnTo>
                  <a:lnTo>
                    <a:pt x="68" y="87"/>
                  </a:lnTo>
                  <a:lnTo>
                    <a:pt x="67" y="88"/>
                  </a:lnTo>
                  <a:lnTo>
                    <a:pt x="67" y="92"/>
                  </a:lnTo>
                  <a:lnTo>
                    <a:pt x="65" y="94"/>
                  </a:lnTo>
                  <a:lnTo>
                    <a:pt x="65" y="95"/>
                  </a:lnTo>
                  <a:lnTo>
                    <a:pt x="65" y="97"/>
                  </a:lnTo>
                  <a:lnTo>
                    <a:pt x="65" y="97"/>
                  </a:lnTo>
                  <a:lnTo>
                    <a:pt x="63" y="100"/>
                  </a:lnTo>
                  <a:lnTo>
                    <a:pt x="61" y="99"/>
                  </a:lnTo>
                  <a:lnTo>
                    <a:pt x="60" y="97"/>
                  </a:lnTo>
                  <a:lnTo>
                    <a:pt x="59" y="97"/>
                  </a:lnTo>
                  <a:lnTo>
                    <a:pt x="56" y="97"/>
                  </a:lnTo>
                  <a:lnTo>
                    <a:pt x="54" y="99"/>
                  </a:lnTo>
                  <a:lnTo>
                    <a:pt x="51" y="9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44" y="96"/>
                  </a:lnTo>
                  <a:lnTo>
                    <a:pt x="43" y="94"/>
                  </a:lnTo>
                  <a:lnTo>
                    <a:pt x="39" y="94"/>
                  </a:lnTo>
                  <a:lnTo>
                    <a:pt x="35" y="94"/>
                  </a:lnTo>
                  <a:lnTo>
                    <a:pt x="32" y="96"/>
                  </a:lnTo>
                  <a:lnTo>
                    <a:pt x="31" y="101"/>
                  </a:lnTo>
                  <a:lnTo>
                    <a:pt x="29" y="104"/>
                  </a:lnTo>
                  <a:lnTo>
                    <a:pt x="25" y="105"/>
                  </a:lnTo>
                  <a:lnTo>
                    <a:pt x="23" y="107"/>
                  </a:lnTo>
                  <a:lnTo>
                    <a:pt x="22" y="108"/>
                  </a:lnTo>
                  <a:lnTo>
                    <a:pt x="19" y="109"/>
                  </a:lnTo>
                  <a:lnTo>
                    <a:pt x="17" y="111"/>
                  </a:lnTo>
                  <a:lnTo>
                    <a:pt x="14" y="109"/>
                  </a:lnTo>
                  <a:lnTo>
                    <a:pt x="13" y="111"/>
                  </a:lnTo>
                  <a:lnTo>
                    <a:pt x="9" y="111"/>
                  </a:lnTo>
                  <a:lnTo>
                    <a:pt x="6" y="111"/>
                  </a:lnTo>
                  <a:lnTo>
                    <a:pt x="6" y="108"/>
                  </a:lnTo>
                  <a:lnTo>
                    <a:pt x="7" y="104"/>
                  </a:lnTo>
                  <a:lnTo>
                    <a:pt x="7" y="101"/>
                  </a:lnTo>
                  <a:lnTo>
                    <a:pt x="5" y="95"/>
                  </a:lnTo>
                  <a:lnTo>
                    <a:pt x="4" y="9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51"/>
                  </a:lnTo>
                  <a:lnTo>
                    <a:pt x="13" y="50"/>
                  </a:lnTo>
                  <a:lnTo>
                    <a:pt x="14" y="8"/>
                  </a:lnTo>
                  <a:lnTo>
                    <a:pt x="23" y="8"/>
                  </a:lnTo>
                  <a:lnTo>
                    <a:pt x="35" y="5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0" y="4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3" y="8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11"/>
                  </a:lnTo>
                  <a:lnTo>
                    <a:pt x="47" y="8"/>
                  </a:lnTo>
                  <a:lnTo>
                    <a:pt x="48" y="4"/>
                  </a:lnTo>
                  <a:lnTo>
                    <a:pt x="51" y="3"/>
                  </a:lnTo>
                  <a:lnTo>
                    <a:pt x="54" y="1"/>
                  </a:lnTo>
                  <a:lnTo>
                    <a:pt x="55" y="3"/>
                  </a:lnTo>
                  <a:lnTo>
                    <a:pt x="56" y="3"/>
                  </a:lnTo>
                  <a:lnTo>
                    <a:pt x="57" y="1"/>
                  </a:lnTo>
                  <a:lnTo>
                    <a:pt x="61" y="0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3" name="Freeform 482"/>
            <p:cNvSpPr>
              <a:spLocks/>
            </p:cNvSpPr>
            <p:nvPr/>
          </p:nvSpPr>
          <p:spPr bwMode="auto">
            <a:xfrm>
              <a:off x="6118011" y="4870638"/>
              <a:ext cx="403502" cy="380662"/>
            </a:xfrm>
            <a:custGeom>
              <a:avLst/>
              <a:gdLst>
                <a:gd name="T0" fmla="*/ 17 w 159"/>
                <a:gd name="T1" fmla="*/ 1 h 150"/>
                <a:gd name="T2" fmla="*/ 21 w 159"/>
                <a:gd name="T3" fmla="*/ 1 h 150"/>
                <a:gd name="T4" fmla="*/ 22 w 159"/>
                <a:gd name="T5" fmla="*/ 4 h 150"/>
                <a:gd name="T6" fmla="*/ 27 w 159"/>
                <a:gd name="T7" fmla="*/ 6 h 150"/>
                <a:gd name="T8" fmla="*/ 31 w 159"/>
                <a:gd name="T9" fmla="*/ 5 h 150"/>
                <a:gd name="T10" fmla="*/ 77 w 159"/>
                <a:gd name="T11" fmla="*/ 5 h 150"/>
                <a:gd name="T12" fmla="*/ 80 w 159"/>
                <a:gd name="T13" fmla="*/ 9 h 150"/>
                <a:gd name="T14" fmla="*/ 87 w 159"/>
                <a:gd name="T15" fmla="*/ 10 h 150"/>
                <a:gd name="T16" fmla="*/ 91 w 159"/>
                <a:gd name="T17" fmla="*/ 11 h 150"/>
                <a:gd name="T18" fmla="*/ 97 w 159"/>
                <a:gd name="T19" fmla="*/ 11 h 150"/>
                <a:gd name="T20" fmla="*/ 100 w 159"/>
                <a:gd name="T21" fmla="*/ 10 h 150"/>
                <a:gd name="T22" fmla="*/ 106 w 159"/>
                <a:gd name="T23" fmla="*/ 13 h 150"/>
                <a:gd name="T24" fmla="*/ 109 w 159"/>
                <a:gd name="T25" fmla="*/ 11 h 150"/>
                <a:gd name="T26" fmla="*/ 113 w 159"/>
                <a:gd name="T27" fmla="*/ 13 h 150"/>
                <a:gd name="T28" fmla="*/ 116 w 159"/>
                <a:gd name="T29" fmla="*/ 13 h 150"/>
                <a:gd name="T30" fmla="*/ 118 w 159"/>
                <a:gd name="T31" fmla="*/ 14 h 150"/>
                <a:gd name="T32" fmla="*/ 150 w 159"/>
                <a:gd name="T33" fmla="*/ 7 h 150"/>
                <a:gd name="T34" fmla="*/ 154 w 159"/>
                <a:gd name="T35" fmla="*/ 6 h 150"/>
                <a:gd name="T36" fmla="*/ 156 w 159"/>
                <a:gd name="T37" fmla="*/ 7 h 150"/>
                <a:gd name="T38" fmla="*/ 156 w 159"/>
                <a:gd name="T39" fmla="*/ 10 h 150"/>
                <a:gd name="T40" fmla="*/ 150 w 159"/>
                <a:gd name="T41" fmla="*/ 13 h 150"/>
                <a:gd name="T42" fmla="*/ 143 w 159"/>
                <a:gd name="T43" fmla="*/ 14 h 150"/>
                <a:gd name="T44" fmla="*/ 137 w 159"/>
                <a:gd name="T45" fmla="*/ 19 h 150"/>
                <a:gd name="T46" fmla="*/ 137 w 159"/>
                <a:gd name="T47" fmla="*/ 17 h 150"/>
                <a:gd name="T48" fmla="*/ 135 w 159"/>
                <a:gd name="T49" fmla="*/ 15 h 150"/>
                <a:gd name="T50" fmla="*/ 118 w 159"/>
                <a:gd name="T51" fmla="*/ 18 h 150"/>
                <a:gd name="T52" fmla="*/ 97 w 159"/>
                <a:gd name="T53" fmla="*/ 61 h 150"/>
                <a:gd name="T54" fmla="*/ 95 w 159"/>
                <a:gd name="T55" fmla="*/ 98 h 150"/>
                <a:gd name="T56" fmla="*/ 88 w 159"/>
                <a:gd name="T57" fmla="*/ 142 h 150"/>
                <a:gd name="T58" fmla="*/ 83 w 159"/>
                <a:gd name="T59" fmla="*/ 146 h 150"/>
                <a:gd name="T60" fmla="*/ 80 w 159"/>
                <a:gd name="T61" fmla="*/ 148 h 150"/>
                <a:gd name="T62" fmla="*/ 76 w 159"/>
                <a:gd name="T63" fmla="*/ 147 h 150"/>
                <a:gd name="T64" fmla="*/ 71 w 159"/>
                <a:gd name="T65" fmla="*/ 147 h 150"/>
                <a:gd name="T66" fmla="*/ 63 w 159"/>
                <a:gd name="T67" fmla="*/ 146 h 150"/>
                <a:gd name="T68" fmla="*/ 60 w 159"/>
                <a:gd name="T69" fmla="*/ 139 h 150"/>
                <a:gd name="T70" fmla="*/ 54 w 159"/>
                <a:gd name="T71" fmla="*/ 140 h 150"/>
                <a:gd name="T72" fmla="*/ 52 w 159"/>
                <a:gd name="T73" fmla="*/ 143 h 150"/>
                <a:gd name="T74" fmla="*/ 46 w 159"/>
                <a:gd name="T75" fmla="*/ 139 h 150"/>
                <a:gd name="T76" fmla="*/ 38 w 159"/>
                <a:gd name="T77" fmla="*/ 129 h 150"/>
                <a:gd name="T78" fmla="*/ 37 w 159"/>
                <a:gd name="T79" fmla="*/ 119 h 150"/>
                <a:gd name="T80" fmla="*/ 35 w 159"/>
                <a:gd name="T81" fmla="*/ 115 h 150"/>
                <a:gd name="T82" fmla="*/ 34 w 159"/>
                <a:gd name="T83" fmla="*/ 106 h 150"/>
                <a:gd name="T84" fmla="*/ 30 w 159"/>
                <a:gd name="T85" fmla="*/ 88 h 150"/>
                <a:gd name="T86" fmla="*/ 30 w 159"/>
                <a:gd name="T87" fmla="*/ 72 h 150"/>
                <a:gd name="T88" fmla="*/ 23 w 159"/>
                <a:gd name="T89" fmla="*/ 55 h 150"/>
                <a:gd name="T90" fmla="*/ 10 w 159"/>
                <a:gd name="T91" fmla="*/ 29 h 150"/>
                <a:gd name="T92" fmla="*/ 0 w 159"/>
                <a:gd name="T93" fmla="*/ 5 h 150"/>
                <a:gd name="T94" fmla="*/ 1 w 159"/>
                <a:gd name="T95" fmla="*/ 5 h 150"/>
                <a:gd name="T96" fmla="*/ 4 w 159"/>
                <a:gd name="T97" fmla="*/ 4 h 150"/>
                <a:gd name="T98" fmla="*/ 9 w 159"/>
                <a:gd name="T99" fmla="*/ 4 h 150"/>
                <a:gd name="T100" fmla="*/ 14 w 159"/>
                <a:gd name="T101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9" h="150">
                  <a:moveTo>
                    <a:pt x="14" y="0"/>
                  </a:moveTo>
                  <a:lnTo>
                    <a:pt x="17" y="1"/>
                  </a:lnTo>
                  <a:lnTo>
                    <a:pt x="17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5" y="6"/>
                  </a:lnTo>
                  <a:lnTo>
                    <a:pt x="27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4" y="5"/>
                  </a:lnTo>
                  <a:lnTo>
                    <a:pt x="77" y="5"/>
                  </a:lnTo>
                  <a:lnTo>
                    <a:pt x="79" y="5"/>
                  </a:lnTo>
                  <a:lnTo>
                    <a:pt x="80" y="7"/>
                  </a:lnTo>
                  <a:lnTo>
                    <a:pt x="80" y="9"/>
                  </a:lnTo>
                  <a:lnTo>
                    <a:pt x="83" y="10"/>
                  </a:lnTo>
                  <a:lnTo>
                    <a:pt x="85" y="10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89" y="11"/>
                  </a:lnTo>
                  <a:lnTo>
                    <a:pt x="91" y="11"/>
                  </a:lnTo>
                  <a:lnTo>
                    <a:pt x="92" y="11"/>
                  </a:lnTo>
                  <a:lnTo>
                    <a:pt x="95" y="10"/>
                  </a:lnTo>
                  <a:lnTo>
                    <a:pt x="97" y="11"/>
                  </a:lnTo>
                  <a:lnTo>
                    <a:pt x="99" y="11"/>
                  </a:lnTo>
                  <a:lnTo>
                    <a:pt x="100" y="10"/>
                  </a:lnTo>
                  <a:lnTo>
                    <a:pt x="100" y="10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9" y="13"/>
                  </a:lnTo>
                  <a:lnTo>
                    <a:pt x="109" y="11"/>
                  </a:lnTo>
                  <a:lnTo>
                    <a:pt x="110" y="11"/>
                  </a:lnTo>
                  <a:lnTo>
                    <a:pt x="112" y="11"/>
                  </a:lnTo>
                  <a:lnTo>
                    <a:pt x="113" y="13"/>
                  </a:lnTo>
                  <a:lnTo>
                    <a:pt x="113" y="13"/>
                  </a:lnTo>
                  <a:lnTo>
                    <a:pt x="114" y="13"/>
                  </a:lnTo>
                  <a:lnTo>
                    <a:pt x="116" y="13"/>
                  </a:lnTo>
                  <a:lnTo>
                    <a:pt x="116" y="14"/>
                  </a:lnTo>
                  <a:lnTo>
                    <a:pt x="117" y="14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49" y="6"/>
                  </a:lnTo>
                  <a:lnTo>
                    <a:pt x="150" y="7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4" y="6"/>
                  </a:lnTo>
                  <a:lnTo>
                    <a:pt x="154" y="7"/>
                  </a:lnTo>
                  <a:lnTo>
                    <a:pt x="155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9" y="10"/>
                  </a:lnTo>
                  <a:lnTo>
                    <a:pt x="156" y="10"/>
                  </a:lnTo>
                  <a:lnTo>
                    <a:pt x="152" y="11"/>
                  </a:lnTo>
                  <a:lnTo>
                    <a:pt x="151" y="13"/>
                  </a:lnTo>
                  <a:lnTo>
                    <a:pt x="150" y="13"/>
                  </a:lnTo>
                  <a:lnTo>
                    <a:pt x="149" y="11"/>
                  </a:lnTo>
                  <a:lnTo>
                    <a:pt x="146" y="13"/>
                  </a:lnTo>
                  <a:lnTo>
                    <a:pt x="143" y="14"/>
                  </a:lnTo>
                  <a:lnTo>
                    <a:pt x="142" y="18"/>
                  </a:lnTo>
                  <a:lnTo>
                    <a:pt x="138" y="21"/>
                  </a:lnTo>
                  <a:lnTo>
                    <a:pt x="137" y="19"/>
                  </a:lnTo>
                  <a:lnTo>
                    <a:pt x="137" y="18"/>
                  </a:lnTo>
                  <a:lnTo>
                    <a:pt x="138" y="18"/>
                  </a:lnTo>
                  <a:lnTo>
                    <a:pt x="137" y="17"/>
                  </a:lnTo>
                  <a:lnTo>
                    <a:pt x="137" y="15"/>
                  </a:lnTo>
                  <a:lnTo>
                    <a:pt x="135" y="14"/>
                  </a:lnTo>
                  <a:lnTo>
                    <a:pt x="135" y="15"/>
                  </a:lnTo>
                  <a:lnTo>
                    <a:pt x="133" y="15"/>
                  </a:lnTo>
                  <a:lnTo>
                    <a:pt x="130" y="15"/>
                  </a:lnTo>
                  <a:lnTo>
                    <a:pt x="118" y="18"/>
                  </a:lnTo>
                  <a:lnTo>
                    <a:pt x="109" y="18"/>
                  </a:lnTo>
                  <a:lnTo>
                    <a:pt x="108" y="60"/>
                  </a:lnTo>
                  <a:lnTo>
                    <a:pt x="97" y="61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3" y="142"/>
                  </a:lnTo>
                  <a:lnTo>
                    <a:pt x="92" y="142"/>
                  </a:lnTo>
                  <a:lnTo>
                    <a:pt x="88" y="142"/>
                  </a:lnTo>
                  <a:lnTo>
                    <a:pt x="85" y="143"/>
                  </a:lnTo>
                  <a:lnTo>
                    <a:pt x="84" y="146"/>
                  </a:lnTo>
                  <a:lnTo>
                    <a:pt x="83" y="146"/>
                  </a:lnTo>
                  <a:lnTo>
                    <a:pt x="81" y="147"/>
                  </a:lnTo>
                  <a:lnTo>
                    <a:pt x="81" y="150"/>
                  </a:lnTo>
                  <a:lnTo>
                    <a:pt x="80" y="148"/>
                  </a:lnTo>
                  <a:lnTo>
                    <a:pt x="79" y="150"/>
                  </a:lnTo>
                  <a:lnTo>
                    <a:pt x="77" y="147"/>
                  </a:lnTo>
                  <a:lnTo>
                    <a:pt x="76" y="147"/>
                  </a:lnTo>
                  <a:lnTo>
                    <a:pt x="75" y="148"/>
                  </a:lnTo>
                  <a:lnTo>
                    <a:pt x="72" y="148"/>
                  </a:lnTo>
                  <a:lnTo>
                    <a:pt x="71" y="147"/>
                  </a:lnTo>
                  <a:lnTo>
                    <a:pt x="70" y="148"/>
                  </a:lnTo>
                  <a:lnTo>
                    <a:pt x="67" y="147"/>
                  </a:lnTo>
                  <a:lnTo>
                    <a:pt x="63" y="146"/>
                  </a:lnTo>
                  <a:lnTo>
                    <a:pt x="62" y="142"/>
                  </a:lnTo>
                  <a:lnTo>
                    <a:pt x="62" y="139"/>
                  </a:lnTo>
                  <a:lnTo>
                    <a:pt x="60" y="139"/>
                  </a:lnTo>
                  <a:lnTo>
                    <a:pt x="59" y="136"/>
                  </a:lnTo>
                  <a:lnTo>
                    <a:pt x="55" y="138"/>
                  </a:lnTo>
                  <a:lnTo>
                    <a:pt x="54" y="140"/>
                  </a:lnTo>
                  <a:lnTo>
                    <a:pt x="55" y="140"/>
                  </a:lnTo>
                  <a:lnTo>
                    <a:pt x="55" y="143"/>
                  </a:lnTo>
                  <a:lnTo>
                    <a:pt x="52" y="143"/>
                  </a:lnTo>
                  <a:lnTo>
                    <a:pt x="51" y="144"/>
                  </a:lnTo>
                  <a:lnTo>
                    <a:pt x="47" y="140"/>
                  </a:lnTo>
                  <a:lnTo>
                    <a:pt x="46" y="139"/>
                  </a:lnTo>
                  <a:lnTo>
                    <a:pt x="43" y="136"/>
                  </a:lnTo>
                  <a:lnTo>
                    <a:pt x="41" y="131"/>
                  </a:lnTo>
                  <a:lnTo>
                    <a:pt x="38" y="129"/>
                  </a:lnTo>
                  <a:lnTo>
                    <a:pt x="38" y="123"/>
                  </a:lnTo>
                  <a:lnTo>
                    <a:pt x="37" y="122"/>
                  </a:lnTo>
                  <a:lnTo>
                    <a:pt x="37" y="119"/>
                  </a:lnTo>
                  <a:lnTo>
                    <a:pt x="38" y="118"/>
                  </a:lnTo>
                  <a:lnTo>
                    <a:pt x="37" y="115"/>
                  </a:lnTo>
                  <a:lnTo>
                    <a:pt x="35" y="115"/>
                  </a:lnTo>
                  <a:lnTo>
                    <a:pt x="34" y="109"/>
                  </a:lnTo>
                  <a:lnTo>
                    <a:pt x="33" y="107"/>
                  </a:lnTo>
                  <a:lnTo>
                    <a:pt x="34" y="106"/>
                  </a:lnTo>
                  <a:lnTo>
                    <a:pt x="33" y="102"/>
                  </a:lnTo>
                  <a:lnTo>
                    <a:pt x="34" y="97"/>
                  </a:lnTo>
                  <a:lnTo>
                    <a:pt x="30" y="88"/>
                  </a:lnTo>
                  <a:lnTo>
                    <a:pt x="30" y="79"/>
                  </a:lnTo>
                  <a:lnTo>
                    <a:pt x="27" y="73"/>
                  </a:lnTo>
                  <a:lnTo>
                    <a:pt x="30" y="72"/>
                  </a:lnTo>
                  <a:lnTo>
                    <a:pt x="30" y="68"/>
                  </a:lnTo>
                  <a:lnTo>
                    <a:pt x="23" y="59"/>
                  </a:lnTo>
                  <a:lnTo>
                    <a:pt x="23" y="55"/>
                  </a:lnTo>
                  <a:lnTo>
                    <a:pt x="17" y="47"/>
                  </a:lnTo>
                  <a:lnTo>
                    <a:pt x="17" y="42"/>
                  </a:lnTo>
                  <a:lnTo>
                    <a:pt x="10" y="29"/>
                  </a:lnTo>
                  <a:lnTo>
                    <a:pt x="6" y="22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9" y="5"/>
                  </a:lnTo>
                  <a:lnTo>
                    <a:pt x="9" y="4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4" name="Freeform 486"/>
            <p:cNvSpPr>
              <a:spLocks/>
            </p:cNvSpPr>
            <p:nvPr/>
          </p:nvSpPr>
          <p:spPr bwMode="auto">
            <a:xfrm>
              <a:off x="7480779" y="4969611"/>
              <a:ext cx="17765" cy="20302"/>
            </a:xfrm>
            <a:custGeom>
              <a:avLst/>
              <a:gdLst>
                <a:gd name="T0" fmla="*/ 5 w 7"/>
                <a:gd name="T1" fmla="*/ 0 h 8"/>
                <a:gd name="T2" fmla="*/ 7 w 7"/>
                <a:gd name="T3" fmla="*/ 1 h 8"/>
                <a:gd name="T4" fmla="*/ 7 w 7"/>
                <a:gd name="T5" fmla="*/ 3 h 8"/>
                <a:gd name="T6" fmla="*/ 5 w 7"/>
                <a:gd name="T7" fmla="*/ 4 h 8"/>
                <a:gd name="T8" fmla="*/ 7 w 7"/>
                <a:gd name="T9" fmla="*/ 7 h 8"/>
                <a:gd name="T10" fmla="*/ 4 w 7"/>
                <a:gd name="T11" fmla="*/ 8 h 8"/>
                <a:gd name="T12" fmla="*/ 0 w 7"/>
                <a:gd name="T13" fmla="*/ 5 h 8"/>
                <a:gd name="T14" fmla="*/ 1 w 7"/>
                <a:gd name="T15" fmla="*/ 4 h 8"/>
                <a:gd name="T16" fmla="*/ 3 w 7"/>
                <a:gd name="T17" fmla="*/ 0 h 8"/>
                <a:gd name="T18" fmla="*/ 4 w 7"/>
                <a:gd name="T19" fmla="*/ 1 h 8"/>
                <a:gd name="T20" fmla="*/ 5 w 7"/>
                <a:gd name="T2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lnTo>
                    <a:pt x="7" y="1"/>
                  </a:lnTo>
                  <a:lnTo>
                    <a:pt x="7" y="3"/>
                  </a:lnTo>
                  <a:lnTo>
                    <a:pt x="5" y="4"/>
                  </a:lnTo>
                  <a:lnTo>
                    <a:pt x="7" y="7"/>
                  </a:lnTo>
                  <a:lnTo>
                    <a:pt x="4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0"/>
                  </a:lnTo>
                  <a:lnTo>
                    <a:pt x="4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5" name="Freeform 487"/>
            <p:cNvSpPr>
              <a:spLocks/>
            </p:cNvSpPr>
            <p:nvPr/>
          </p:nvSpPr>
          <p:spPr bwMode="auto">
            <a:xfrm>
              <a:off x="7419873" y="4992449"/>
              <a:ext cx="17765" cy="20302"/>
            </a:xfrm>
            <a:custGeom>
              <a:avLst/>
              <a:gdLst>
                <a:gd name="T0" fmla="*/ 2 w 7"/>
                <a:gd name="T1" fmla="*/ 0 h 8"/>
                <a:gd name="T2" fmla="*/ 4 w 7"/>
                <a:gd name="T3" fmla="*/ 2 h 8"/>
                <a:gd name="T4" fmla="*/ 6 w 7"/>
                <a:gd name="T5" fmla="*/ 4 h 8"/>
                <a:gd name="T6" fmla="*/ 7 w 7"/>
                <a:gd name="T7" fmla="*/ 6 h 8"/>
                <a:gd name="T8" fmla="*/ 4 w 7"/>
                <a:gd name="T9" fmla="*/ 8 h 8"/>
                <a:gd name="T10" fmla="*/ 3 w 7"/>
                <a:gd name="T11" fmla="*/ 8 h 8"/>
                <a:gd name="T12" fmla="*/ 0 w 7"/>
                <a:gd name="T13" fmla="*/ 4 h 8"/>
                <a:gd name="T14" fmla="*/ 0 w 7"/>
                <a:gd name="T15" fmla="*/ 2 h 8"/>
                <a:gd name="T16" fmla="*/ 2 w 7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lnTo>
                    <a:pt x="4" y="2"/>
                  </a:lnTo>
                  <a:lnTo>
                    <a:pt x="6" y="4"/>
                  </a:lnTo>
                  <a:lnTo>
                    <a:pt x="7" y="6"/>
                  </a:lnTo>
                  <a:lnTo>
                    <a:pt x="4" y="8"/>
                  </a:lnTo>
                  <a:lnTo>
                    <a:pt x="3" y="8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6" name="Freeform 488"/>
            <p:cNvSpPr>
              <a:spLocks noEditPoints="1"/>
            </p:cNvSpPr>
            <p:nvPr/>
          </p:nvSpPr>
          <p:spPr bwMode="auto">
            <a:xfrm>
              <a:off x="7049363" y="4718373"/>
              <a:ext cx="230936" cy="428880"/>
            </a:xfrm>
            <a:custGeom>
              <a:avLst/>
              <a:gdLst>
                <a:gd name="T0" fmla="*/ 83 w 91"/>
                <a:gd name="T1" fmla="*/ 64 h 169"/>
                <a:gd name="T2" fmla="*/ 84 w 91"/>
                <a:gd name="T3" fmla="*/ 58 h 169"/>
                <a:gd name="T4" fmla="*/ 71 w 91"/>
                <a:gd name="T5" fmla="*/ 17 h 169"/>
                <a:gd name="T6" fmla="*/ 67 w 91"/>
                <a:gd name="T7" fmla="*/ 16 h 169"/>
                <a:gd name="T8" fmla="*/ 66 w 91"/>
                <a:gd name="T9" fmla="*/ 17 h 169"/>
                <a:gd name="T10" fmla="*/ 73 w 91"/>
                <a:gd name="T11" fmla="*/ 11 h 169"/>
                <a:gd name="T12" fmla="*/ 80 w 91"/>
                <a:gd name="T13" fmla="*/ 0 h 169"/>
                <a:gd name="T14" fmla="*/ 83 w 91"/>
                <a:gd name="T15" fmla="*/ 8 h 169"/>
                <a:gd name="T16" fmla="*/ 87 w 91"/>
                <a:gd name="T17" fmla="*/ 17 h 169"/>
                <a:gd name="T18" fmla="*/ 88 w 91"/>
                <a:gd name="T19" fmla="*/ 31 h 169"/>
                <a:gd name="T20" fmla="*/ 91 w 91"/>
                <a:gd name="T21" fmla="*/ 40 h 169"/>
                <a:gd name="T22" fmla="*/ 88 w 91"/>
                <a:gd name="T23" fmla="*/ 45 h 169"/>
                <a:gd name="T24" fmla="*/ 84 w 91"/>
                <a:gd name="T25" fmla="*/ 46 h 169"/>
                <a:gd name="T26" fmla="*/ 82 w 91"/>
                <a:gd name="T27" fmla="*/ 46 h 169"/>
                <a:gd name="T28" fmla="*/ 82 w 91"/>
                <a:gd name="T29" fmla="*/ 53 h 169"/>
                <a:gd name="T30" fmla="*/ 79 w 91"/>
                <a:gd name="T31" fmla="*/ 62 h 169"/>
                <a:gd name="T32" fmla="*/ 78 w 91"/>
                <a:gd name="T33" fmla="*/ 73 h 169"/>
                <a:gd name="T34" fmla="*/ 73 w 91"/>
                <a:gd name="T35" fmla="*/ 90 h 169"/>
                <a:gd name="T36" fmla="*/ 65 w 91"/>
                <a:gd name="T37" fmla="*/ 111 h 169"/>
                <a:gd name="T38" fmla="*/ 57 w 91"/>
                <a:gd name="T39" fmla="*/ 128 h 169"/>
                <a:gd name="T40" fmla="*/ 53 w 91"/>
                <a:gd name="T41" fmla="*/ 140 h 169"/>
                <a:gd name="T42" fmla="*/ 50 w 91"/>
                <a:gd name="T43" fmla="*/ 149 h 169"/>
                <a:gd name="T44" fmla="*/ 45 w 91"/>
                <a:gd name="T45" fmla="*/ 160 h 169"/>
                <a:gd name="T46" fmla="*/ 36 w 91"/>
                <a:gd name="T47" fmla="*/ 162 h 169"/>
                <a:gd name="T48" fmla="*/ 21 w 91"/>
                <a:gd name="T49" fmla="*/ 167 h 169"/>
                <a:gd name="T50" fmla="*/ 17 w 91"/>
                <a:gd name="T51" fmla="*/ 166 h 169"/>
                <a:gd name="T52" fmla="*/ 11 w 91"/>
                <a:gd name="T53" fmla="*/ 164 h 169"/>
                <a:gd name="T54" fmla="*/ 5 w 91"/>
                <a:gd name="T55" fmla="*/ 157 h 169"/>
                <a:gd name="T56" fmla="*/ 4 w 91"/>
                <a:gd name="T57" fmla="*/ 148 h 169"/>
                <a:gd name="T58" fmla="*/ 7 w 91"/>
                <a:gd name="T59" fmla="*/ 141 h 169"/>
                <a:gd name="T60" fmla="*/ 4 w 91"/>
                <a:gd name="T61" fmla="*/ 136 h 169"/>
                <a:gd name="T62" fmla="*/ 1 w 91"/>
                <a:gd name="T63" fmla="*/ 125 h 169"/>
                <a:gd name="T64" fmla="*/ 4 w 91"/>
                <a:gd name="T65" fmla="*/ 114 h 169"/>
                <a:gd name="T66" fmla="*/ 11 w 91"/>
                <a:gd name="T67" fmla="*/ 106 h 169"/>
                <a:gd name="T68" fmla="*/ 16 w 91"/>
                <a:gd name="T69" fmla="*/ 99 h 169"/>
                <a:gd name="T70" fmla="*/ 19 w 91"/>
                <a:gd name="T71" fmla="*/ 89 h 169"/>
                <a:gd name="T72" fmla="*/ 13 w 91"/>
                <a:gd name="T73" fmla="*/ 75 h 169"/>
                <a:gd name="T74" fmla="*/ 12 w 91"/>
                <a:gd name="T75" fmla="*/ 66 h 169"/>
                <a:gd name="T76" fmla="*/ 19 w 91"/>
                <a:gd name="T77" fmla="*/ 53 h 169"/>
                <a:gd name="T78" fmla="*/ 24 w 91"/>
                <a:gd name="T79" fmla="*/ 52 h 169"/>
                <a:gd name="T80" fmla="*/ 33 w 91"/>
                <a:gd name="T81" fmla="*/ 49 h 169"/>
                <a:gd name="T82" fmla="*/ 34 w 91"/>
                <a:gd name="T83" fmla="*/ 46 h 169"/>
                <a:gd name="T84" fmla="*/ 41 w 91"/>
                <a:gd name="T85" fmla="*/ 45 h 169"/>
                <a:gd name="T86" fmla="*/ 45 w 91"/>
                <a:gd name="T87" fmla="*/ 49 h 169"/>
                <a:gd name="T88" fmla="*/ 50 w 91"/>
                <a:gd name="T89" fmla="*/ 40 h 169"/>
                <a:gd name="T90" fmla="*/ 51 w 91"/>
                <a:gd name="T91" fmla="*/ 44 h 169"/>
                <a:gd name="T92" fmla="*/ 53 w 91"/>
                <a:gd name="T93" fmla="*/ 41 h 169"/>
                <a:gd name="T94" fmla="*/ 54 w 91"/>
                <a:gd name="T95" fmla="*/ 35 h 169"/>
                <a:gd name="T96" fmla="*/ 57 w 91"/>
                <a:gd name="T97" fmla="*/ 37 h 169"/>
                <a:gd name="T98" fmla="*/ 63 w 91"/>
                <a:gd name="T99" fmla="*/ 35 h 169"/>
                <a:gd name="T100" fmla="*/ 61 w 91"/>
                <a:gd name="T101" fmla="*/ 28 h 169"/>
                <a:gd name="T102" fmla="*/ 65 w 91"/>
                <a:gd name="T103" fmla="*/ 27 h 169"/>
                <a:gd name="T104" fmla="*/ 66 w 91"/>
                <a:gd name="T105" fmla="*/ 20 h 169"/>
                <a:gd name="T106" fmla="*/ 69 w 91"/>
                <a:gd name="T107" fmla="*/ 20 h 169"/>
                <a:gd name="T108" fmla="*/ 74 w 91"/>
                <a:gd name="T109" fmla="*/ 14 h 169"/>
                <a:gd name="T110" fmla="*/ 75 w 91"/>
                <a:gd name="T111" fmla="*/ 7 h 169"/>
                <a:gd name="T112" fmla="*/ 78 w 91"/>
                <a:gd name="T113" fmla="*/ 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1" h="169">
                  <a:moveTo>
                    <a:pt x="86" y="57"/>
                  </a:moveTo>
                  <a:lnTo>
                    <a:pt x="84" y="60"/>
                  </a:lnTo>
                  <a:lnTo>
                    <a:pt x="83" y="61"/>
                  </a:lnTo>
                  <a:lnTo>
                    <a:pt x="83" y="64"/>
                  </a:lnTo>
                  <a:lnTo>
                    <a:pt x="83" y="61"/>
                  </a:lnTo>
                  <a:lnTo>
                    <a:pt x="83" y="60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6" y="57"/>
                  </a:lnTo>
                  <a:close/>
                  <a:moveTo>
                    <a:pt x="71" y="15"/>
                  </a:moveTo>
                  <a:lnTo>
                    <a:pt x="71" y="16"/>
                  </a:lnTo>
                  <a:lnTo>
                    <a:pt x="71" y="17"/>
                  </a:lnTo>
                  <a:lnTo>
                    <a:pt x="70" y="16"/>
                  </a:lnTo>
                  <a:lnTo>
                    <a:pt x="71" y="15"/>
                  </a:lnTo>
                  <a:close/>
                  <a:moveTo>
                    <a:pt x="67" y="15"/>
                  </a:moveTo>
                  <a:lnTo>
                    <a:pt x="67" y="16"/>
                  </a:lnTo>
                  <a:lnTo>
                    <a:pt x="69" y="16"/>
                  </a:lnTo>
                  <a:lnTo>
                    <a:pt x="69" y="19"/>
                  </a:lnTo>
                  <a:lnTo>
                    <a:pt x="67" y="17"/>
                  </a:lnTo>
                  <a:lnTo>
                    <a:pt x="66" y="17"/>
                  </a:lnTo>
                  <a:lnTo>
                    <a:pt x="66" y="15"/>
                  </a:lnTo>
                  <a:lnTo>
                    <a:pt x="67" y="15"/>
                  </a:lnTo>
                  <a:close/>
                  <a:moveTo>
                    <a:pt x="73" y="10"/>
                  </a:moveTo>
                  <a:lnTo>
                    <a:pt x="73" y="11"/>
                  </a:lnTo>
                  <a:lnTo>
                    <a:pt x="71" y="12"/>
                  </a:lnTo>
                  <a:lnTo>
                    <a:pt x="70" y="11"/>
                  </a:lnTo>
                  <a:lnTo>
                    <a:pt x="73" y="10"/>
                  </a:lnTo>
                  <a:close/>
                  <a:moveTo>
                    <a:pt x="80" y="0"/>
                  </a:moveTo>
                  <a:lnTo>
                    <a:pt x="82" y="3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3" y="8"/>
                  </a:lnTo>
                  <a:lnTo>
                    <a:pt x="84" y="11"/>
                  </a:lnTo>
                  <a:lnTo>
                    <a:pt x="86" y="11"/>
                  </a:lnTo>
                  <a:lnTo>
                    <a:pt x="86" y="12"/>
                  </a:lnTo>
                  <a:lnTo>
                    <a:pt x="87" y="17"/>
                  </a:lnTo>
                  <a:lnTo>
                    <a:pt x="88" y="20"/>
                  </a:lnTo>
                  <a:lnTo>
                    <a:pt x="88" y="27"/>
                  </a:lnTo>
                  <a:lnTo>
                    <a:pt x="87" y="27"/>
                  </a:lnTo>
                  <a:lnTo>
                    <a:pt x="88" y="31"/>
                  </a:lnTo>
                  <a:lnTo>
                    <a:pt x="88" y="33"/>
                  </a:lnTo>
                  <a:lnTo>
                    <a:pt x="87" y="35"/>
                  </a:lnTo>
                  <a:lnTo>
                    <a:pt x="88" y="36"/>
                  </a:lnTo>
                  <a:lnTo>
                    <a:pt x="91" y="40"/>
                  </a:lnTo>
                  <a:lnTo>
                    <a:pt x="91" y="42"/>
                  </a:lnTo>
                  <a:lnTo>
                    <a:pt x="90" y="42"/>
                  </a:lnTo>
                  <a:lnTo>
                    <a:pt x="90" y="45"/>
                  </a:lnTo>
                  <a:lnTo>
                    <a:pt x="88" y="45"/>
                  </a:lnTo>
                  <a:lnTo>
                    <a:pt x="88" y="48"/>
                  </a:lnTo>
                  <a:lnTo>
                    <a:pt x="88" y="49"/>
                  </a:lnTo>
                  <a:lnTo>
                    <a:pt x="87" y="49"/>
                  </a:lnTo>
                  <a:lnTo>
                    <a:pt x="84" y="46"/>
                  </a:lnTo>
                  <a:lnTo>
                    <a:pt x="84" y="44"/>
                  </a:lnTo>
                  <a:lnTo>
                    <a:pt x="83" y="42"/>
                  </a:lnTo>
                  <a:lnTo>
                    <a:pt x="82" y="44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2" y="50"/>
                  </a:lnTo>
                  <a:lnTo>
                    <a:pt x="82" y="52"/>
                  </a:lnTo>
                  <a:lnTo>
                    <a:pt x="82" y="53"/>
                  </a:lnTo>
                  <a:lnTo>
                    <a:pt x="83" y="56"/>
                  </a:lnTo>
                  <a:lnTo>
                    <a:pt x="80" y="57"/>
                  </a:lnTo>
                  <a:lnTo>
                    <a:pt x="82" y="60"/>
                  </a:lnTo>
                  <a:lnTo>
                    <a:pt x="79" y="62"/>
                  </a:lnTo>
                  <a:lnTo>
                    <a:pt x="78" y="66"/>
                  </a:lnTo>
                  <a:lnTo>
                    <a:pt x="79" y="67"/>
                  </a:lnTo>
                  <a:lnTo>
                    <a:pt x="79" y="71"/>
                  </a:lnTo>
                  <a:lnTo>
                    <a:pt x="78" y="73"/>
                  </a:lnTo>
                  <a:lnTo>
                    <a:pt x="76" y="77"/>
                  </a:lnTo>
                  <a:lnTo>
                    <a:pt x="75" y="83"/>
                  </a:lnTo>
                  <a:lnTo>
                    <a:pt x="73" y="87"/>
                  </a:lnTo>
                  <a:lnTo>
                    <a:pt x="73" y="90"/>
                  </a:lnTo>
                  <a:lnTo>
                    <a:pt x="70" y="94"/>
                  </a:lnTo>
                  <a:lnTo>
                    <a:pt x="70" y="98"/>
                  </a:lnTo>
                  <a:lnTo>
                    <a:pt x="67" y="102"/>
                  </a:lnTo>
                  <a:lnTo>
                    <a:pt x="65" y="111"/>
                  </a:lnTo>
                  <a:lnTo>
                    <a:pt x="61" y="116"/>
                  </a:lnTo>
                  <a:lnTo>
                    <a:pt x="61" y="121"/>
                  </a:lnTo>
                  <a:lnTo>
                    <a:pt x="58" y="123"/>
                  </a:lnTo>
                  <a:lnTo>
                    <a:pt x="57" y="128"/>
                  </a:lnTo>
                  <a:lnTo>
                    <a:pt x="55" y="136"/>
                  </a:lnTo>
                  <a:lnTo>
                    <a:pt x="53" y="139"/>
                  </a:lnTo>
                  <a:lnTo>
                    <a:pt x="53" y="139"/>
                  </a:lnTo>
                  <a:lnTo>
                    <a:pt x="53" y="140"/>
                  </a:lnTo>
                  <a:lnTo>
                    <a:pt x="51" y="144"/>
                  </a:lnTo>
                  <a:lnTo>
                    <a:pt x="50" y="145"/>
                  </a:lnTo>
                  <a:lnTo>
                    <a:pt x="50" y="145"/>
                  </a:lnTo>
                  <a:lnTo>
                    <a:pt x="50" y="149"/>
                  </a:lnTo>
                  <a:lnTo>
                    <a:pt x="49" y="150"/>
                  </a:lnTo>
                  <a:lnTo>
                    <a:pt x="49" y="153"/>
                  </a:lnTo>
                  <a:lnTo>
                    <a:pt x="46" y="156"/>
                  </a:lnTo>
                  <a:lnTo>
                    <a:pt x="45" y="160"/>
                  </a:lnTo>
                  <a:lnTo>
                    <a:pt x="44" y="160"/>
                  </a:lnTo>
                  <a:lnTo>
                    <a:pt x="42" y="162"/>
                  </a:lnTo>
                  <a:lnTo>
                    <a:pt x="38" y="164"/>
                  </a:lnTo>
                  <a:lnTo>
                    <a:pt x="36" y="162"/>
                  </a:lnTo>
                  <a:lnTo>
                    <a:pt x="29" y="164"/>
                  </a:lnTo>
                  <a:lnTo>
                    <a:pt x="26" y="166"/>
                  </a:lnTo>
                  <a:lnTo>
                    <a:pt x="24" y="167"/>
                  </a:lnTo>
                  <a:lnTo>
                    <a:pt x="21" y="167"/>
                  </a:lnTo>
                  <a:lnTo>
                    <a:pt x="20" y="169"/>
                  </a:lnTo>
                  <a:lnTo>
                    <a:pt x="19" y="167"/>
                  </a:lnTo>
                  <a:lnTo>
                    <a:pt x="19" y="166"/>
                  </a:lnTo>
                  <a:lnTo>
                    <a:pt x="17" y="166"/>
                  </a:lnTo>
                  <a:lnTo>
                    <a:pt x="16" y="164"/>
                  </a:lnTo>
                  <a:lnTo>
                    <a:pt x="13" y="164"/>
                  </a:lnTo>
                  <a:lnTo>
                    <a:pt x="13" y="162"/>
                  </a:lnTo>
                  <a:lnTo>
                    <a:pt x="11" y="164"/>
                  </a:lnTo>
                  <a:lnTo>
                    <a:pt x="9" y="161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5" y="157"/>
                  </a:lnTo>
                  <a:lnTo>
                    <a:pt x="4" y="156"/>
                  </a:lnTo>
                  <a:lnTo>
                    <a:pt x="4" y="154"/>
                  </a:lnTo>
                  <a:lnTo>
                    <a:pt x="4" y="153"/>
                  </a:lnTo>
                  <a:lnTo>
                    <a:pt x="4" y="148"/>
                  </a:lnTo>
                  <a:lnTo>
                    <a:pt x="4" y="144"/>
                  </a:lnTo>
                  <a:lnTo>
                    <a:pt x="3" y="142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5" y="141"/>
                  </a:lnTo>
                  <a:lnTo>
                    <a:pt x="4" y="140"/>
                  </a:lnTo>
                  <a:lnTo>
                    <a:pt x="4" y="139"/>
                  </a:lnTo>
                  <a:lnTo>
                    <a:pt x="4" y="136"/>
                  </a:lnTo>
                  <a:lnTo>
                    <a:pt x="1" y="132"/>
                  </a:lnTo>
                  <a:lnTo>
                    <a:pt x="1" y="128"/>
                  </a:lnTo>
                  <a:lnTo>
                    <a:pt x="0" y="127"/>
                  </a:lnTo>
                  <a:lnTo>
                    <a:pt x="1" y="125"/>
                  </a:lnTo>
                  <a:lnTo>
                    <a:pt x="1" y="121"/>
                  </a:lnTo>
                  <a:lnTo>
                    <a:pt x="4" y="119"/>
                  </a:lnTo>
                  <a:lnTo>
                    <a:pt x="3" y="115"/>
                  </a:lnTo>
                  <a:lnTo>
                    <a:pt x="4" y="114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07"/>
                  </a:lnTo>
                  <a:lnTo>
                    <a:pt x="11" y="106"/>
                  </a:lnTo>
                  <a:lnTo>
                    <a:pt x="12" y="103"/>
                  </a:lnTo>
                  <a:lnTo>
                    <a:pt x="13" y="103"/>
                  </a:lnTo>
                  <a:lnTo>
                    <a:pt x="15" y="100"/>
                  </a:lnTo>
                  <a:lnTo>
                    <a:pt x="16" y="99"/>
                  </a:lnTo>
                  <a:lnTo>
                    <a:pt x="17" y="92"/>
                  </a:lnTo>
                  <a:lnTo>
                    <a:pt x="17" y="91"/>
                  </a:lnTo>
                  <a:lnTo>
                    <a:pt x="19" y="90"/>
                  </a:lnTo>
                  <a:lnTo>
                    <a:pt x="19" y="89"/>
                  </a:lnTo>
                  <a:lnTo>
                    <a:pt x="16" y="86"/>
                  </a:lnTo>
                  <a:lnTo>
                    <a:pt x="17" y="85"/>
                  </a:lnTo>
                  <a:lnTo>
                    <a:pt x="13" y="78"/>
                  </a:lnTo>
                  <a:lnTo>
                    <a:pt x="13" y="75"/>
                  </a:lnTo>
                  <a:lnTo>
                    <a:pt x="12" y="73"/>
                  </a:lnTo>
                  <a:lnTo>
                    <a:pt x="15" y="70"/>
                  </a:lnTo>
                  <a:lnTo>
                    <a:pt x="12" y="69"/>
                  </a:lnTo>
                  <a:lnTo>
                    <a:pt x="12" y="66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9" y="57"/>
                  </a:lnTo>
                  <a:lnTo>
                    <a:pt x="19" y="53"/>
                  </a:lnTo>
                  <a:lnTo>
                    <a:pt x="20" y="52"/>
                  </a:lnTo>
                  <a:lnTo>
                    <a:pt x="23" y="52"/>
                  </a:lnTo>
                  <a:lnTo>
                    <a:pt x="23" y="52"/>
                  </a:lnTo>
                  <a:lnTo>
                    <a:pt x="24" y="52"/>
                  </a:lnTo>
                  <a:lnTo>
                    <a:pt x="29" y="48"/>
                  </a:lnTo>
                  <a:lnTo>
                    <a:pt x="30" y="50"/>
                  </a:lnTo>
                  <a:lnTo>
                    <a:pt x="32" y="48"/>
                  </a:lnTo>
                  <a:lnTo>
                    <a:pt x="33" y="49"/>
                  </a:lnTo>
                  <a:lnTo>
                    <a:pt x="33" y="50"/>
                  </a:lnTo>
                  <a:lnTo>
                    <a:pt x="33" y="50"/>
                  </a:lnTo>
                  <a:lnTo>
                    <a:pt x="34" y="50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36" y="45"/>
                  </a:lnTo>
                  <a:lnTo>
                    <a:pt x="38" y="48"/>
                  </a:lnTo>
                  <a:lnTo>
                    <a:pt x="41" y="45"/>
                  </a:lnTo>
                  <a:lnTo>
                    <a:pt x="42" y="45"/>
                  </a:lnTo>
                  <a:lnTo>
                    <a:pt x="42" y="48"/>
                  </a:lnTo>
                  <a:lnTo>
                    <a:pt x="44" y="49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6"/>
                  </a:lnTo>
                  <a:lnTo>
                    <a:pt x="46" y="44"/>
                  </a:lnTo>
                  <a:lnTo>
                    <a:pt x="50" y="40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1" y="42"/>
                  </a:lnTo>
                  <a:lnTo>
                    <a:pt x="51" y="44"/>
                  </a:lnTo>
                  <a:lnTo>
                    <a:pt x="53" y="42"/>
                  </a:lnTo>
                  <a:lnTo>
                    <a:pt x="54" y="42"/>
                  </a:lnTo>
                  <a:lnTo>
                    <a:pt x="55" y="41"/>
                  </a:lnTo>
                  <a:lnTo>
                    <a:pt x="53" y="41"/>
                  </a:lnTo>
                  <a:lnTo>
                    <a:pt x="53" y="39"/>
                  </a:lnTo>
                  <a:lnTo>
                    <a:pt x="55" y="37"/>
                  </a:lnTo>
                  <a:lnTo>
                    <a:pt x="55" y="36"/>
                  </a:lnTo>
                  <a:lnTo>
                    <a:pt x="54" y="35"/>
                  </a:lnTo>
                  <a:lnTo>
                    <a:pt x="57" y="33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57" y="37"/>
                  </a:lnTo>
                  <a:lnTo>
                    <a:pt x="59" y="35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3" y="35"/>
                  </a:lnTo>
                  <a:lnTo>
                    <a:pt x="65" y="33"/>
                  </a:lnTo>
                  <a:lnTo>
                    <a:pt x="63" y="32"/>
                  </a:lnTo>
                  <a:lnTo>
                    <a:pt x="62" y="31"/>
                  </a:lnTo>
                  <a:lnTo>
                    <a:pt x="61" y="28"/>
                  </a:lnTo>
                  <a:lnTo>
                    <a:pt x="63" y="28"/>
                  </a:lnTo>
                  <a:lnTo>
                    <a:pt x="65" y="28"/>
                  </a:lnTo>
                  <a:lnTo>
                    <a:pt x="66" y="28"/>
                  </a:lnTo>
                  <a:lnTo>
                    <a:pt x="65" y="27"/>
                  </a:lnTo>
                  <a:lnTo>
                    <a:pt x="63" y="24"/>
                  </a:lnTo>
                  <a:lnTo>
                    <a:pt x="63" y="21"/>
                  </a:lnTo>
                  <a:lnTo>
                    <a:pt x="65" y="20"/>
                  </a:lnTo>
                  <a:lnTo>
                    <a:pt x="66" y="20"/>
                  </a:lnTo>
                  <a:lnTo>
                    <a:pt x="66" y="23"/>
                  </a:lnTo>
                  <a:lnTo>
                    <a:pt x="67" y="24"/>
                  </a:lnTo>
                  <a:lnTo>
                    <a:pt x="69" y="23"/>
                  </a:lnTo>
                  <a:lnTo>
                    <a:pt x="69" y="20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4" y="16"/>
                  </a:lnTo>
                  <a:lnTo>
                    <a:pt x="74" y="14"/>
                  </a:lnTo>
                  <a:lnTo>
                    <a:pt x="76" y="11"/>
                  </a:lnTo>
                  <a:lnTo>
                    <a:pt x="76" y="11"/>
                  </a:lnTo>
                  <a:lnTo>
                    <a:pt x="75" y="8"/>
                  </a:lnTo>
                  <a:lnTo>
                    <a:pt x="75" y="7"/>
                  </a:lnTo>
                  <a:lnTo>
                    <a:pt x="73" y="4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78" y="4"/>
                  </a:lnTo>
                  <a:lnTo>
                    <a:pt x="78" y="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7" name="Freeform 489"/>
            <p:cNvSpPr>
              <a:spLocks/>
            </p:cNvSpPr>
            <p:nvPr/>
          </p:nvSpPr>
          <p:spPr bwMode="auto">
            <a:xfrm>
              <a:off x="6678852" y="4672694"/>
              <a:ext cx="314680" cy="507549"/>
            </a:xfrm>
            <a:custGeom>
              <a:avLst/>
              <a:gdLst>
                <a:gd name="T0" fmla="*/ 124 w 124"/>
                <a:gd name="T1" fmla="*/ 5 h 200"/>
                <a:gd name="T2" fmla="*/ 121 w 124"/>
                <a:gd name="T3" fmla="*/ 13 h 200"/>
                <a:gd name="T4" fmla="*/ 122 w 124"/>
                <a:gd name="T5" fmla="*/ 24 h 200"/>
                <a:gd name="T6" fmla="*/ 121 w 124"/>
                <a:gd name="T7" fmla="*/ 37 h 200"/>
                <a:gd name="T8" fmla="*/ 120 w 124"/>
                <a:gd name="T9" fmla="*/ 46 h 200"/>
                <a:gd name="T10" fmla="*/ 121 w 124"/>
                <a:gd name="T11" fmla="*/ 53 h 200"/>
                <a:gd name="T12" fmla="*/ 118 w 124"/>
                <a:gd name="T13" fmla="*/ 58 h 200"/>
                <a:gd name="T14" fmla="*/ 118 w 124"/>
                <a:gd name="T15" fmla="*/ 62 h 200"/>
                <a:gd name="T16" fmla="*/ 111 w 124"/>
                <a:gd name="T17" fmla="*/ 72 h 200"/>
                <a:gd name="T18" fmla="*/ 91 w 124"/>
                <a:gd name="T19" fmla="*/ 82 h 200"/>
                <a:gd name="T20" fmla="*/ 82 w 124"/>
                <a:gd name="T21" fmla="*/ 88 h 200"/>
                <a:gd name="T22" fmla="*/ 75 w 124"/>
                <a:gd name="T23" fmla="*/ 93 h 200"/>
                <a:gd name="T24" fmla="*/ 67 w 124"/>
                <a:gd name="T25" fmla="*/ 101 h 200"/>
                <a:gd name="T26" fmla="*/ 57 w 124"/>
                <a:gd name="T27" fmla="*/ 110 h 200"/>
                <a:gd name="T28" fmla="*/ 49 w 124"/>
                <a:gd name="T29" fmla="*/ 112 h 200"/>
                <a:gd name="T30" fmla="*/ 47 w 124"/>
                <a:gd name="T31" fmla="*/ 120 h 200"/>
                <a:gd name="T32" fmla="*/ 53 w 124"/>
                <a:gd name="T33" fmla="*/ 130 h 200"/>
                <a:gd name="T34" fmla="*/ 55 w 124"/>
                <a:gd name="T35" fmla="*/ 146 h 200"/>
                <a:gd name="T36" fmla="*/ 57 w 124"/>
                <a:gd name="T37" fmla="*/ 146 h 200"/>
                <a:gd name="T38" fmla="*/ 54 w 124"/>
                <a:gd name="T39" fmla="*/ 157 h 200"/>
                <a:gd name="T40" fmla="*/ 55 w 124"/>
                <a:gd name="T41" fmla="*/ 162 h 200"/>
                <a:gd name="T42" fmla="*/ 41 w 124"/>
                <a:gd name="T43" fmla="*/ 176 h 200"/>
                <a:gd name="T44" fmla="*/ 21 w 124"/>
                <a:gd name="T45" fmla="*/ 185 h 200"/>
                <a:gd name="T46" fmla="*/ 20 w 124"/>
                <a:gd name="T47" fmla="*/ 192 h 200"/>
                <a:gd name="T48" fmla="*/ 24 w 124"/>
                <a:gd name="T49" fmla="*/ 191 h 200"/>
                <a:gd name="T50" fmla="*/ 20 w 124"/>
                <a:gd name="T51" fmla="*/ 200 h 200"/>
                <a:gd name="T52" fmla="*/ 14 w 124"/>
                <a:gd name="T53" fmla="*/ 195 h 200"/>
                <a:gd name="T54" fmla="*/ 12 w 124"/>
                <a:gd name="T55" fmla="*/ 189 h 200"/>
                <a:gd name="T56" fmla="*/ 12 w 124"/>
                <a:gd name="T57" fmla="*/ 167 h 200"/>
                <a:gd name="T58" fmla="*/ 10 w 124"/>
                <a:gd name="T59" fmla="*/ 153 h 200"/>
                <a:gd name="T60" fmla="*/ 21 w 124"/>
                <a:gd name="T61" fmla="*/ 129 h 200"/>
                <a:gd name="T62" fmla="*/ 22 w 124"/>
                <a:gd name="T63" fmla="*/ 120 h 200"/>
                <a:gd name="T64" fmla="*/ 29 w 124"/>
                <a:gd name="T65" fmla="*/ 112 h 200"/>
                <a:gd name="T66" fmla="*/ 26 w 124"/>
                <a:gd name="T67" fmla="*/ 104 h 200"/>
                <a:gd name="T68" fmla="*/ 29 w 124"/>
                <a:gd name="T69" fmla="*/ 96 h 200"/>
                <a:gd name="T70" fmla="*/ 29 w 124"/>
                <a:gd name="T71" fmla="*/ 88 h 200"/>
                <a:gd name="T72" fmla="*/ 29 w 124"/>
                <a:gd name="T73" fmla="*/ 80 h 200"/>
                <a:gd name="T74" fmla="*/ 25 w 124"/>
                <a:gd name="T75" fmla="*/ 72 h 200"/>
                <a:gd name="T76" fmla="*/ 10 w 124"/>
                <a:gd name="T77" fmla="*/ 67 h 200"/>
                <a:gd name="T78" fmla="*/ 1 w 124"/>
                <a:gd name="T79" fmla="*/ 67 h 200"/>
                <a:gd name="T80" fmla="*/ 8 w 124"/>
                <a:gd name="T81" fmla="*/ 54 h 200"/>
                <a:gd name="T82" fmla="*/ 37 w 124"/>
                <a:gd name="T83" fmla="*/ 43 h 200"/>
                <a:gd name="T84" fmla="*/ 41 w 124"/>
                <a:gd name="T85" fmla="*/ 49 h 200"/>
                <a:gd name="T86" fmla="*/ 50 w 124"/>
                <a:gd name="T87" fmla="*/ 49 h 200"/>
                <a:gd name="T88" fmla="*/ 47 w 124"/>
                <a:gd name="T89" fmla="*/ 62 h 200"/>
                <a:gd name="T90" fmla="*/ 50 w 124"/>
                <a:gd name="T91" fmla="*/ 72 h 200"/>
                <a:gd name="T92" fmla="*/ 55 w 124"/>
                <a:gd name="T93" fmla="*/ 80 h 200"/>
                <a:gd name="T94" fmla="*/ 59 w 124"/>
                <a:gd name="T95" fmla="*/ 74 h 200"/>
                <a:gd name="T96" fmla="*/ 64 w 124"/>
                <a:gd name="T97" fmla="*/ 64 h 200"/>
                <a:gd name="T98" fmla="*/ 64 w 124"/>
                <a:gd name="T99" fmla="*/ 57 h 200"/>
                <a:gd name="T100" fmla="*/ 67 w 124"/>
                <a:gd name="T101" fmla="*/ 51 h 200"/>
                <a:gd name="T102" fmla="*/ 57 w 124"/>
                <a:gd name="T103" fmla="*/ 38 h 200"/>
                <a:gd name="T104" fmla="*/ 51 w 124"/>
                <a:gd name="T105" fmla="*/ 12 h 200"/>
                <a:gd name="T106" fmla="*/ 67 w 124"/>
                <a:gd name="T107" fmla="*/ 12 h 200"/>
                <a:gd name="T108" fmla="*/ 72 w 124"/>
                <a:gd name="T109" fmla="*/ 16 h 200"/>
                <a:gd name="T110" fmla="*/ 82 w 124"/>
                <a:gd name="T111" fmla="*/ 12 h 200"/>
                <a:gd name="T112" fmla="*/ 91 w 124"/>
                <a:gd name="T113" fmla="*/ 13 h 200"/>
                <a:gd name="T114" fmla="*/ 96 w 124"/>
                <a:gd name="T115" fmla="*/ 9 h 200"/>
                <a:gd name="T116" fmla="*/ 107 w 124"/>
                <a:gd name="T117" fmla="*/ 9 h 200"/>
                <a:gd name="T118" fmla="*/ 117 w 124"/>
                <a:gd name="T119" fmla="*/ 5 h 200"/>
                <a:gd name="T120" fmla="*/ 124 w 124"/>
                <a:gd name="T12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4" h="200">
                  <a:moveTo>
                    <a:pt x="124" y="0"/>
                  </a:moveTo>
                  <a:lnTo>
                    <a:pt x="124" y="1"/>
                  </a:lnTo>
                  <a:lnTo>
                    <a:pt x="124" y="4"/>
                  </a:lnTo>
                  <a:lnTo>
                    <a:pt x="124" y="5"/>
                  </a:lnTo>
                  <a:lnTo>
                    <a:pt x="124" y="5"/>
                  </a:lnTo>
                  <a:lnTo>
                    <a:pt x="121" y="9"/>
                  </a:lnTo>
                  <a:lnTo>
                    <a:pt x="121" y="10"/>
                  </a:lnTo>
                  <a:lnTo>
                    <a:pt x="121" y="12"/>
                  </a:lnTo>
                  <a:lnTo>
                    <a:pt x="121" y="12"/>
                  </a:lnTo>
                  <a:lnTo>
                    <a:pt x="121" y="13"/>
                  </a:lnTo>
                  <a:lnTo>
                    <a:pt x="121" y="17"/>
                  </a:lnTo>
                  <a:lnTo>
                    <a:pt x="122" y="20"/>
                  </a:lnTo>
                  <a:lnTo>
                    <a:pt x="122" y="21"/>
                  </a:lnTo>
                  <a:lnTo>
                    <a:pt x="122" y="24"/>
                  </a:lnTo>
                  <a:lnTo>
                    <a:pt x="122" y="24"/>
                  </a:lnTo>
                  <a:lnTo>
                    <a:pt x="122" y="28"/>
                  </a:lnTo>
                  <a:lnTo>
                    <a:pt x="121" y="29"/>
                  </a:lnTo>
                  <a:lnTo>
                    <a:pt x="122" y="32"/>
                  </a:lnTo>
                  <a:lnTo>
                    <a:pt x="121" y="37"/>
                  </a:lnTo>
                  <a:lnTo>
                    <a:pt x="121" y="37"/>
                  </a:lnTo>
                  <a:lnTo>
                    <a:pt x="121" y="38"/>
                  </a:lnTo>
                  <a:lnTo>
                    <a:pt x="121" y="43"/>
                  </a:lnTo>
                  <a:lnTo>
                    <a:pt x="120" y="43"/>
                  </a:lnTo>
                  <a:lnTo>
                    <a:pt x="120" y="45"/>
                  </a:lnTo>
                  <a:lnTo>
                    <a:pt x="120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24" y="51"/>
                  </a:lnTo>
                  <a:lnTo>
                    <a:pt x="122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1" y="55"/>
                  </a:lnTo>
                  <a:lnTo>
                    <a:pt x="120" y="55"/>
                  </a:lnTo>
                  <a:lnTo>
                    <a:pt x="118" y="57"/>
                  </a:lnTo>
                  <a:lnTo>
                    <a:pt x="118" y="58"/>
                  </a:lnTo>
                  <a:lnTo>
                    <a:pt x="120" y="57"/>
                  </a:lnTo>
                  <a:lnTo>
                    <a:pt x="121" y="58"/>
                  </a:lnTo>
                  <a:lnTo>
                    <a:pt x="120" y="59"/>
                  </a:lnTo>
                  <a:lnTo>
                    <a:pt x="120" y="62"/>
                  </a:lnTo>
                  <a:lnTo>
                    <a:pt x="118" y="62"/>
                  </a:lnTo>
                  <a:lnTo>
                    <a:pt x="116" y="64"/>
                  </a:lnTo>
                  <a:lnTo>
                    <a:pt x="116" y="66"/>
                  </a:lnTo>
                  <a:lnTo>
                    <a:pt x="113" y="70"/>
                  </a:lnTo>
                  <a:lnTo>
                    <a:pt x="111" y="70"/>
                  </a:lnTo>
                  <a:lnTo>
                    <a:pt x="111" y="72"/>
                  </a:lnTo>
                  <a:lnTo>
                    <a:pt x="103" y="76"/>
                  </a:lnTo>
                  <a:lnTo>
                    <a:pt x="103" y="76"/>
                  </a:lnTo>
                  <a:lnTo>
                    <a:pt x="101" y="78"/>
                  </a:lnTo>
                  <a:lnTo>
                    <a:pt x="93" y="82"/>
                  </a:lnTo>
                  <a:lnTo>
                    <a:pt x="91" y="82"/>
                  </a:lnTo>
                  <a:lnTo>
                    <a:pt x="91" y="83"/>
                  </a:lnTo>
                  <a:lnTo>
                    <a:pt x="87" y="84"/>
                  </a:lnTo>
                  <a:lnTo>
                    <a:pt x="83" y="87"/>
                  </a:lnTo>
                  <a:lnTo>
                    <a:pt x="82" y="87"/>
                  </a:lnTo>
                  <a:lnTo>
                    <a:pt x="82" y="88"/>
                  </a:lnTo>
                  <a:lnTo>
                    <a:pt x="79" y="91"/>
                  </a:lnTo>
                  <a:lnTo>
                    <a:pt x="78" y="92"/>
                  </a:lnTo>
                  <a:lnTo>
                    <a:pt x="76" y="89"/>
                  </a:lnTo>
                  <a:lnTo>
                    <a:pt x="76" y="93"/>
                  </a:lnTo>
                  <a:lnTo>
                    <a:pt x="75" y="93"/>
                  </a:lnTo>
                  <a:lnTo>
                    <a:pt x="74" y="95"/>
                  </a:lnTo>
                  <a:lnTo>
                    <a:pt x="70" y="99"/>
                  </a:lnTo>
                  <a:lnTo>
                    <a:pt x="70" y="99"/>
                  </a:lnTo>
                  <a:lnTo>
                    <a:pt x="68" y="100"/>
                  </a:lnTo>
                  <a:lnTo>
                    <a:pt x="67" y="101"/>
                  </a:lnTo>
                  <a:lnTo>
                    <a:pt x="67" y="103"/>
                  </a:lnTo>
                  <a:lnTo>
                    <a:pt x="64" y="103"/>
                  </a:lnTo>
                  <a:lnTo>
                    <a:pt x="58" y="107"/>
                  </a:lnTo>
                  <a:lnTo>
                    <a:pt x="58" y="109"/>
                  </a:lnTo>
                  <a:lnTo>
                    <a:pt x="57" y="110"/>
                  </a:lnTo>
                  <a:lnTo>
                    <a:pt x="53" y="110"/>
                  </a:lnTo>
                  <a:lnTo>
                    <a:pt x="53" y="112"/>
                  </a:lnTo>
                  <a:lnTo>
                    <a:pt x="50" y="110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0" y="113"/>
                  </a:lnTo>
                  <a:lnTo>
                    <a:pt x="50" y="116"/>
                  </a:lnTo>
                  <a:lnTo>
                    <a:pt x="49" y="117"/>
                  </a:lnTo>
                  <a:lnTo>
                    <a:pt x="49" y="118"/>
                  </a:lnTo>
                  <a:lnTo>
                    <a:pt x="47" y="120"/>
                  </a:lnTo>
                  <a:lnTo>
                    <a:pt x="51" y="125"/>
                  </a:lnTo>
                  <a:lnTo>
                    <a:pt x="51" y="126"/>
                  </a:lnTo>
                  <a:lnTo>
                    <a:pt x="50" y="128"/>
                  </a:lnTo>
                  <a:lnTo>
                    <a:pt x="51" y="128"/>
                  </a:lnTo>
                  <a:lnTo>
                    <a:pt x="53" y="130"/>
                  </a:lnTo>
                  <a:lnTo>
                    <a:pt x="53" y="133"/>
                  </a:lnTo>
                  <a:lnTo>
                    <a:pt x="54" y="135"/>
                  </a:lnTo>
                  <a:lnTo>
                    <a:pt x="53" y="143"/>
                  </a:lnTo>
                  <a:lnTo>
                    <a:pt x="54" y="146"/>
                  </a:lnTo>
                  <a:lnTo>
                    <a:pt x="55" y="146"/>
                  </a:lnTo>
                  <a:lnTo>
                    <a:pt x="55" y="143"/>
                  </a:lnTo>
                  <a:lnTo>
                    <a:pt x="57" y="141"/>
                  </a:lnTo>
                  <a:lnTo>
                    <a:pt x="57" y="143"/>
                  </a:lnTo>
                  <a:lnTo>
                    <a:pt x="57" y="143"/>
                  </a:lnTo>
                  <a:lnTo>
                    <a:pt x="57" y="146"/>
                  </a:lnTo>
                  <a:lnTo>
                    <a:pt x="55" y="147"/>
                  </a:lnTo>
                  <a:lnTo>
                    <a:pt x="55" y="151"/>
                  </a:lnTo>
                  <a:lnTo>
                    <a:pt x="57" y="151"/>
                  </a:lnTo>
                  <a:lnTo>
                    <a:pt x="54" y="155"/>
                  </a:lnTo>
                  <a:lnTo>
                    <a:pt x="54" y="157"/>
                  </a:lnTo>
                  <a:lnTo>
                    <a:pt x="54" y="158"/>
                  </a:lnTo>
                  <a:lnTo>
                    <a:pt x="54" y="160"/>
                  </a:lnTo>
                  <a:lnTo>
                    <a:pt x="53" y="160"/>
                  </a:lnTo>
                  <a:lnTo>
                    <a:pt x="53" y="163"/>
                  </a:lnTo>
                  <a:lnTo>
                    <a:pt x="55" y="162"/>
                  </a:lnTo>
                  <a:lnTo>
                    <a:pt x="55" y="163"/>
                  </a:lnTo>
                  <a:lnTo>
                    <a:pt x="54" y="166"/>
                  </a:lnTo>
                  <a:lnTo>
                    <a:pt x="53" y="168"/>
                  </a:lnTo>
                  <a:lnTo>
                    <a:pt x="49" y="172"/>
                  </a:lnTo>
                  <a:lnTo>
                    <a:pt x="41" y="176"/>
                  </a:lnTo>
                  <a:lnTo>
                    <a:pt x="30" y="179"/>
                  </a:lnTo>
                  <a:lnTo>
                    <a:pt x="26" y="182"/>
                  </a:lnTo>
                  <a:lnTo>
                    <a:pt x="24" y="183"/>
                  </a:lnTo>
                  <a:lnTo>
                    <a:pt x="22" y="184"/>
                  </a:lnTo>
                  <a:lnTo>
                    <a:pt x="21" y="185"/>
                  </a:lnTo>
                  <a:lnTo>
                    <a:pt x="21" y="188"/>
                  </a:lnTo>
                  <a:lnTo>
                    <a:pt x="20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1" y="192"/>
                  </a:lnTo>
                  <a:lnTo>
                    <a:pt x="22" y="193"/>
                  </a:lnTo>
                  <a:lnTo>
                    <a:pt x="22" y="191"/>
                  </a:lnTo>
                  <a:lnTo>
                    <a:pt x="24" y="191"/>
                  </a:lnTo>
                  <a:lnTo>
                    <a:pt x="24" y="192"/>
                  </a:lnTo>
                  <a:lnTo>
                    <a:pt x="24" y="196"/>
                  </a:lnTo>
                  <a:lnTo>
                    <a:pt x="22" y="197"/>
                  </a:lnTo>
                  <a:lnTo>
                    <a:pt x="22" y="199"/>
                  </a:lnTo>
                  <a:lnTo>
                    <a:pt x="20" y="200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7"/>
                  </a:lnTo>
                  <a:lnTo>
                    <a:pt x="14" y="196"/>
                  </a:lnTo>
                  <a:lnTo>
                    <a:pt x="14" y="195"/>
                  </a:lnTo>
                  <a:lnTo>
                    <a:pt x="16" y="193"/>
                  </a:lnTo>
                  <a:lnTo>
                    <a:pt x="14" y="192"/>
                  </a:lnTo>
                  <a:lnTo>
                    <a:pt x="13" y="191"/>
                  </a:lnTo>
                  <a:lnTo>
                    <a:pt x="12" y="189"/>
                  </a:lnTo>
                  <a:lnTo>
                    <a:pt x="12" y="189"/>
                  </a:lnTo>
                  <a:lnTo>
                    <a:pt x="12" y="185"/>
                  </a:lnTo>
                  <a:lnTo>
                    <a:pt x="12" y="182"/>
                  </a:lnTo>
                  <a:lnTo>
                    <a:pt x="13" y="179"/>
                  </a:lnTo>
                  <a:lnTo>
                    <a:pt x="13" y="170"/>
                  </a:lnTo>
                  <a:lnTo>
                    <a:pt x="12" y="167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55"/>
                  </a:lnTo>
                  <a:lnTo>
                    <a:pt x="10" y="153"/>
                  </a:lnTo>
                  <a:lnTo>
                    <a:pt x="9" y="150"/>
                  </a:lnTo>
                  <a:lnTo>
                    <a:pt x="9" y="146"/>
                  </a:lnTo>
                  <a:lnTo>
                    <a:pt x="8" y="146"/>
                  </a:lnTo>
                  <a:lnTo>
                    <a:pt x="21" y="133"/>
                  </a:lnTo>
                  <a:lnTo>
                    <a:pt x="21" y="129"/>
                  </a:lnTo>
                  <a:lnTo>
                    <a:pt x="22" y="128"/>
                  </a:lnTo>
                  <a:lnTo>
                    <a:pt x="22" y="124"/>
                  </a:lnTo>
                  <a:lnTo>
                    <a:pt x="24" y="122"/>
                  </a:lnTo>
                  <a:lnTo>
                    <a:pt x="22" y="121"/>
                  </a:lnTo>
                  <a:lnTo>
                    <a:pt x="22" y="120"/>
                  </a:lnTo>
                  <a:lnTo>
                    <a:pt x="25" y="118"/>
                  </a:lnTo>
                  <a:lnTo>
                    <a:pt x="25" y="117"/>
                  </a:lnTo>
                  <a:lnTo>
                    <a:pt x="28" y="116"/>
                  </a:lnTo>
                  <a:lnTo>
                    <a:pt x="29" y="113"/>
                  </a:lnTo>
                  <a:lnTo>
                    <a:pt x="29" y="112"/>
                  </a:lnTo>
                  <a:lnTo>
                    <a:pt x="28" y="110"/>
                  </a:lnTo>
                  <a:lnTo>
                    <a:pt x="28" y="109"/>
                  </a:lnTo>
                  <a:lnTo>
                    <a:pt x="29" y="108"/>
                  </a:lnTo>
                  <a:lnTo>
                    <a:pt x="28" y="105"/>
                  </a:lnTo>
                  <a:lnTo>
                    <a:pt x="26" y="104"/>
                  </a:lnTo>
                  <a:lnTo>
                    <a:pt x="26" y="103"/>
                  </a:lnTo>
                  <a:lnTo>
                    <a:pt x="28" y="103"/>
                  </a:lnTo>
                  <a:lnTo>
                    <a:pt x="28" y="100"/>
                  </a:lnTo>
                  <a:lnTo>
                    <a:pt x="28" y="97"/>
                  </a:lnTo>
                  <a:lnTo>
                    <a:pt x="29" y="96"/>
                  </a:lnTo>
                  <a:lnTo>
                    <a:pt x="30" y="95"/>
                  </a:lnTo>
                  <a:lnTo>
                    <a:pt x="28" y="95"/>
                  </a:lnTo>
                  <a:lnTo>
                    <a:pt x="28" y="93"/>
                  </a:lnTo>
                  <a:lnTo>
                    <a:pt x="29" y="92"/>
                  </a:lnTo>
                  <a:lnTo>
                    <a:pt x="29" y="88"/>
                  </a:lnTo>
                  <a:lnTo>
                    <a:pt x="30" y="87"/>
                  </a:lnTo>
                  <a:lnTo>
                    <a:pt x="30" y="85"/>
                  </a:lnTo>
                  <a:lnTo>
                    <a:pt x="29" y="84"/>
                  </a:lnTo>
                  <a:lnTo>
                    <a:pt x="30" y="82"/>
                  </a:lnTo>
                  <a:lnTo>
                    <a:pt x="29" y="80"/>
                  </a:lnTo>
                  <a:lnTo>
                    <a:pt x="30" y="79"/>
                  </a:lnTo>
                  <a:lnTo>
                    <a:pt x="30" y="76"/>
                  </a:lnTo>
                  <a:lnTo>
                    <a:pt x="28" y="76"/>
                  </a:lnTo>
                  <a:lnTo>
                    <a:pt x="26" y="75"/>
                  </a:lnTo>
                  <a:lnTo>
                    <a:pt x="25" y="72"/>
                  </a:lnTo>
                  <a:lnTo>
                    <a:pt x="21" y="72"/>
                  </a:lnTo>
                  <a:lnTo>
                    <a:pt x="18" y="72"/>
                  </a:lnTo>
                  <a:lnTo>
                    <a:pt x="17" y="70"/>
                  </a:lnTo>
                  <a:lnTo>
                    <a:pt x="13" y="67"/>
                  </a:lnTo>
                  <a:lnTo>
                    <a:pt x="10" y="67"/>
                  </a:lnTo>
                  <a:lnTo>
                    <a:pt x="9" y="68"/>
                  </a:lnTo>
                  <a:lnTo>
                    <a:pt x="8" y="68"/>
                  </a:lnTo>
                  <a:lnTo>
                    <a:pt x="8" y="67"/>
                  </a:lnTo>
                  <a:lnTo>
                    <a:pt x="5" y="67"/>
                  </a:lnTo>
                  <a:lnTo>
                    <a:pt x="1" y="67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1" y="55"/>
                  </a:lnTo>
                  <a:lnTo>
                    <a:pt x="5" y="54"/>
                  </a:lnTo>
                  <a:lnTo>
                    <a:pt x="8" y="54"/>
                  </a:lnTo>
                  <a:lnTo>
                    <a:pt x="20" y="49"/>
                  </a:lnTo>
                  <a:lnTo>
                    <a:pt x="22" y="47"/>
                  </a:lnTo>
                  <a:lnTo>
                    <a:pt x="29" y="45"/>
                  </a:lnTo>
                  <a:lnTo>
                    <a:pt x="33" y="43"/>
                  </a:lnTo>
                  <a:lnTo>
                    <a:pt x="37" y="43"/>
                  </a:lnTo>
                  <a:lnTo>
                    <a:pt x="37" y="45"/>
                  </a:lnTo>
                  <a:lnTo>
                    <a:pt x="37" y="46"/>
                  </a:lnTo>
                  <a:lnTo>
                    <a:pt x="38" y="46"/>
                  </a:lnTo>
                  <a:lnTo>
                    <a:pt x="38" y="49"/>
                  </a:lnTo>
                  <a:lnTo>
                    <a:pt x="41" y="49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43" y="47"/>
                  </a:lnTo>
                  <a:lnTo>
                    <a:pt x="46" y="47"/>
                  </a:lnTo>
                  <a:lnTo>
                    <a:pt x="50" y="49"/>
                  </a:lnTo>
                  <a:lnTo>
                    <a:pt x="51" y="50"/>
                  </a:lnTo>
                  <a:lnTo>
                    <a:pt x="51" y="54"/>
                  </a:lnTo>
                  <a:lnTo>
                    <a:pt x="50" y="57"/>
                  </a:lnTo>
                  <a:lnTo>
                    <a:pt x="47" y="59"/>
                  </a:lnTo>
                  <a:lnTo>
                    <a:pt x="47" y="62"/>
                  </a:lnTo>
                  <a:lnTo>
                    <a:pt x="46" y="63"/>
                  </a:lnTo>
                  <a:lnTo>
                    <a:pt x="46" y="66"/>
                  </a:lnTo>
                  <a:lnTo>
                    <a:pt x="47" y="68"/>
                  </a:lnTo>
                  <a:lnTo>
                    <a:pt x="47" y="70"/>
                  </a:lnTo>
                  <a:lnTo>
                    <a:pt x="50" y="72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4" y="76"/>
                  </a:lnTo>
                  <a:lnTo>
                    <a:pt x="55" y="79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8" y="82"/>
                  </a:lnTo>
                  <a:lnTo>
                    <a:pt x="58" y="79"/>
                  </a:lnTo>
                  <a:lnTo>
                    <a:pt x="58" y="76"/>
                  </a:lnTo>
                  <a:lnTo>
                    <a:pt x="59" y="74"/>
                  </a:lnTo>
                  <a:lnTo>
                    <a:pt x="59" y="72"/>
                  </a:lnTo>
                  <a:lnTo>
                    <a:pt x="61" y="68"/>
                  </a:lnTo>
                  <a:lnTo>
                    <a:pt x="63" y="68"/>
                  </a:lnTo>
                  <a:lnTo>
                    <a:pt x="64" y="67"/>
                  </a:lnTo>
                  <a:lnTo>
                    <a:pt x="64" y="64"/>
                  </a:lnTo>
                  <a:lnTo>
                    <a:pt x="66" y="60"/>
                  </a:lnTo>
                  <a:lnTo>
                    <a:pt x="64" y="59"/>
                  </a:lnTo>
                  <a:lnTo>
                    <a:pt x="64" y="58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7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7" y="53"/>
                  </a:lnTo>
                  <a:lnTo>
                    <a:pt x="67" y="51"/>
                  </a:lnTo>
                  <a:lnTo>
                    <a:pt x="66" y="49"/>
                  </a:lnTo>
                  <a:lnTo>
                    <a:pt x="63" y="45"/>
                  </a:lnTo>
                  <a:lnTo>
                    <a:pt x="62" y="43"/>
                  </a:lnTo>
                  <a:lnTo>
                    <a:pt x="58" y="39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4" y="35"/>
                  </a:lnTo>
                  <a:lnTo>
                    <a:pt x="50" y="34"/>
                  </a:lnTo>
                  <a:lnTo>
                    <a:pt x="49" y="24"/>
                  </a:lnTo>
                  <a:lnTo>
                    <a:pt x="51" y="12"/>
                  </a:lnTo>
                  <a:lnTo>
                    <a:pt x="63" y="12"/>
                  </a:lnTo>
                  <a:lnTo>
                    <a:pt x="64" y="12"/>
                  </a:lnTo>
                  <a:lnTo>
                    <a:pt x="66" y="10"/>
                  </a:lnTo>
                  <a:lnTo>
                    <a:pt x="67" y="10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70" y="13"/>
                  </a:lnTo>
                  <a:lnTo>
                    <a:pt x="71" y="13"/>
                  </a:lnTo>
                  <a:lnTo>
                    <a:pt x="72" y="14"/>
                  </a:lnTo>
                  <a:lnTo>
                    <a:pt x="72" y="16"/>
                  </a:lnTo>
                  <a:lnTo>
                    <a:pt x="76" y="14"/>
                  </a:lnTo>
                  <a:lnTo>
                    <a:pt x="79" y="13"/>
                  </a:lnTo>
                  <a:lnTo>
                    <a:pt x="80" y="12"/>
                  </a:lnTo>
                  <a:lnTo>
                    <a:pt x="80" y="12"/>
                  </a:lnTo>
                  <a:lnTo>
                    <a:pt x="82" y="12"/>
                  </a:lnTo>
                  <a:lnTo>
                    <a:pt x="83" y="13"/>
                  </a:lnTo>
                  <a:lnTo>
                    <a:pt x="84" y="13"/>
                  </a:lnTo>
                  <a:lnTo>
                    <a:pt x="86" y="14"/>
                  </a:lnTo>
                  <a:lnTo>
                    <a:pt x="88" y="13"/>
                  </a:lnTo>
                  <a:lnTo>
                    <a:pt x="91" y="13"/>
                  </a:lnTo>
                  <a:lnTo>
                    <a:pt x="92" y="10"/>
                  </a:lnTo>
                  <a:lnTo>
                    <a:pt x="91" y="9"/>
                  </a:lnTo>
                  <a:lnTo>
                    <a:pt x="92" y="9"/>
                  </a:lnTo>
                  <a:lnTo>
                    <a:pt x="95" y="9"/>
                  </a:lnTo>
                  <a:lnTo>
                    <a:pt x="96" y="9"/>
                  </a:lnTo>
                  <a:lnTo>
                    <a:pt x="97" y="10"/>
                  </a:lnTo>
                  <a:lnTo>
                    <a:pt x="100" y="10"/>
                  </a:lnTo>
                  <a:lnTo>
                    <a:pt x="101" y="9"/>
                  </a:lnTo>
                  <a:lnTo>
                    <a:pt x="105" y="8"/>
                  </a:lnTo>
                  <a:lnTo>
                    <a:pt x="107" y="9"/>
                  </a:lnTo>
                  <a:lnTo>
                    <a:pt x="109" y="8"/>
                  </a:lnTo>
                  <a:lnTo>
                    <a:pt x="109" y="7"/>
                  </a:lnTo>
                  <a:lnTo>
                    <a:pt x="112" y="7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20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8" name="Freeform 490"/>
            <p:cNvSpPr>
              <a:spLocks/>
            </p:cNvSpPr>
            <p:nvPr/>
          </p:nvSpPr>
          <p:spPr bwMode="auto">
            <a:xfrm>
              <a:off x="6676315" y="5142177"/>
              <a:ext cx="43142" cy="48218"/>
            </a:xfrm>
            <a:custGeom>
              <a:avLst/>
              <a:gdLst>
                <a:gd name="T0" fmla="*/ 6 w 17"/>
                <a:gd name="T1" fmla="*/ 0 h 19"/>
                <a:gd name="T2" fmla="*/ 9 w 17"/>
                <a:gd name="T3" fmla="*/ 2 h 19"/>
                <a:gd name="T4" fmla="*/ 10 w 17"/>
                <a:gd name="T5" fmla="*/ 3 h 19"/>
                <a:gd name="T6" fmla="*/ 13 w 17"/>
                <a:gd name="T7" fmla="*/ 4 h 19"/>
                <a:gd name="T8" fmla="*/ 13 w 17"/>
                <a:gd name="T9" fmla="*/ 4 h 19"/>
                <a:gd name="T10" fmla="*/ 13 w 17"/>
                <a:gd name="T11" fmla="*/ 4 h 19"/>
                <a:gd name="T12" fmla="*/ 14 w 17"/>
                <a:gd name="T13" fmla="*/ 6 h 19"/>
                <a:gd name="T14" fmla="*/ 15 w 17"/>
                <a:gd name="T15" fmla="*/ 7 h 19"/>
                <a:gd name="T16" fmla="*/ 17 w 17"/>
                <a:gd name="T17" fmla="*/ 8 h 19"/>
                <a:gd name="T18" fmla="*/ 15 w 17"/>
                <a:gd name="T19" fmla="*/ 10 h 19"/>
                <a:gd name="T20" fmla="*/ 15 w 17"/>
                <a:gd name="T21" fmla="*/ 11 h 19"/>
                <a:gd name="T22" fmla="*/ 15 w 17"/>
                <a:gd name="T23" fmla="*/ 12 h 19"/>
                <a:gd name="T24" fmla="*/ 15 w 17"/>
                <a:gd name="T25" fmla="*/ 14 h 19"/>
                <a:gd name="T26" fmla="*/ 14 w 17"/>
                <a:gd name="T27" fmla="*/ 14 h 19"/>
                <a:gd name="T28" fmla="*/ 13 w 17"/>
                <a:gd name="T29" fmla="*/ 15 h 19"/>
                <a:gd name="T30" fmla="*/ 14 w 17"/>
                <a:gd name="T31" fmla="*/ 16 h 19"/>
                <a:gd name="T32" fmla="*/ 13 w 17"/>
                <a:gd name="T33" fmla="*/ 19 h 19"/>
                <a:gd name="T34" fmla="*/ 11 w 17"/>
                <a:gd name="T35" fmla="*/ 19 h 19"/>
                <a:gd name="T36" fmla="*/ 6 w 17"/>
                <a:gd name="T37" fmla="*/ 19 h 19"/>
                <a:gd name="T38" fmla="*/ 2 w 17"/>
                <a:gd name="T39" fmla="*/ 16 h 19"/>
                <a:gd name="T40" fmla="*/ 1 w 17"/>
                <a:gd name="T41" fmla="*/ 15 h 19"/>
                <a:gd name="T42" fmla="*/ 0 w 17"/>
                <a:gd name="T43" fmla="*/ 14 h 19"/>
                <a:gd name="T44" fmla="*/ 0 w 17"/>
                <a:gd name="T45" fmla="*/ 12 h 19"/>
                <a:gd name="T46" fmla="*/ 1 w 17"/>
                <a:gd name="T47" fmla="*/ 8 h 19"/>
                <a:gd name="T48" fmla="*/ 4 w 17"/>
                <a:gd name="T49" fmla="*/ 3 h 19"/>
                <a:gd name="T50" fmla="*/ 4 w 17"/>
                <a:gd name="T51" fmla="*/ 2 h 19"/>
                <a:gd name="T52" fmla="*/ 6 w 17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" h="19">
                  <a:moveTo>
                    <a:pt x="6" y="0"/>
                  </a:moveTo>
                  <a:lnTo>
                    <a:pt x="9" y="2"/>
                  </a:lnTo>
                  <a:lnTo>
                    <a:pt x="10" y="3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5" y="7"/>
                  </a:lnTo>
                  <a:lnTo>
                    <a:pt x="17" y="8"/>
                  </a:lnTo>
                  <a:lnTo>
                    <a:pt x="15" y="10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3" y="15"/>
                  </a:lnTo>
                  <a:lnTo>
                    <a:pt x="14" y="16"/>
                  </a:lnTo>
                  <a:lnTo>
                    <a:pt x="13" y="19"/>
                  </a:lnTo>
                  <a:lnTo>
                    <a:pt x="11" y="19"/>
                  </a:lnTo>
                  <a:lnTo>
                    <a:pt x="6" y="19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3"/>
                  </a:lnTo>
                  <a:lnTo>
                    <a:pt x="4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49" name="Freeform 491"/>
            <p:cNvSpPr>
              <a:spLocks noEditPoints="1"/>
            </p:cNvSpPr>
            <p:nvPr/>
          </p:nvSpPr>
          <p:spPr bwMode="auto">
            <a:xfrm>
              <a:off x="6247435" y="5030516"/>
              <a:ext cx="487247" cy="413653"/>
            </a:xfrm>
            <a:custGeom>
              <a:avLst/>
              <a:gdLst>
                <a:gd name="T0" fmla="*/ 130 w 192"/>
                <a:gd name="T1" fmla="*/ 87 h 163"/>
                <a:gd name="T2" fmla="*/ 123 w 192"/>
                <a:gd name="T3" fmla="*/ 97 h 163"/>
                <a:gd name="T4" fmla="*/ 128 w 192"/>
                <a:gd name="T5" fmla="*/ 105 h 163"/>
                <a:gd name="T6" fmla="*/ 136 w 192"/>
                <a:gd name="T7" fmla="*/ 106 h 163"/>
                <a:gd name="T8" fmla="*/ 144 w 192"/>
                <a:gd name="T9" fmla="*/ 101 h 163"/>
                <a:gd name="T10" fmla="*/ 148 w 192"/>
                <a:gd name="T11" fmla="*/ 94 h 163"/>
                <a:gd name="T12" fmla="*/ 144 w 192"/>
                <a:gd name="T13" fmla="*/ 84 h 163"/>
                <a:gd name="T14" fmla="*/ 158 w 192"/>
                <a:gd name="T15" fmla="*/ 0 h 163"/>
                <a:gd name="T16" fmla="*/ 167 w 192"/>
                <a:gd name="T17" fmla="*/ 4 h 163"/>
                <a:gd name="T18" fmla="*/ 179 w 192"/>
                <a:gd name="T19" fmla="*/ 9 h 163"/>
                <a:gd name="T20" fmla="*/ 182 w 192"/>
                <a:gd name="T21" fmla="*/ 23 h 163"/>
                <a:gd name="T22" fmla="*/ 182 w 192"/>
                <a:gd name="T23" fmla="*/ 44 h 163"/>
                <a:gd name="T24" fmla="*/ 173 w 192"/>
                <a:gd name="T25" fmla="*/ 46 h 163"/>
                <a:gd name="T26" fmla="*/ 170 w 192"/>
                <a:gd name="T27" fmla="*/ 59 h 163"/>
                <a:gd name="T28" fmla="*/ 183 w 192"/>
                <a:gd name="T29" fmla="*/ 60 h 163"/>
                <a:gd name="T30" fmla="*/ 192 w 192"/>
                <a:gd name="T31" fmla="*/ 58 h 163"/>
                <a:gd name="T32" fmla="*/ 190 w 192"/>
                <a:gd name="T33" fmla="*/ 69 h 163"/>
                <a:gd name="T34" fmla="*/ 180 w 192"/>
                <a:gd name="T35" fmla="*/ 85 h 163"/>
                <a:gd name="T36" fmla="*/ 173 w 192"/>
                <a:gd name="T37" fmla="*/ 91 h 163"/>
                <a:gd name="T38" fmla="*/ 166 w 192"/>
                <a:gd name="T39" fmla="*/ 100 h 163"/>
                <a:gd name="T40" fmla="*/ 153 w 192"/>
                <a:gd name="T41" fmla="*/ 119 h 163"/>
                <a:gd name="T42" fmla="*/ 134 w 192"/>
                <a:gd name="T43" fmla="*/ 135 h 163"/>
                <a:gd name="T44" fmla="*/ 120 w 192"/>
                <a:gd name="T45" fmla="*/ 146 h 163"/>
                <a:gd name="T46" fmla="*/ 109 w 192"/>
                <a:gd name="T47" fmla="*/ 148 h 163"/>
                <a:gd name="T48" fmla="*/ 103 w 192"/>
                <a:gd name="T49" fmla="*/ 154 h 163"/>
                <a:gd name="T50" fmla="*/ 94 w 192"/>
                <a:gd name="T51" fmla="*/ 156 h 163"/>
                <a:gd name="T52" fmla="*/ 76 w 192"/>
                <a:gd name="T53" fmla="*/ 154 h 163"/>
                <a:gd name="T54" fmla="*/ 63 w 192"/>
                <a:gd name="T55" fmla="*/ 155 h 163"/>
                <a:gd name="T56" fmla="*/ 58 w 192"/>
                <a:gd name="T57" fmla="*/ 158 h 163"/>
                <a:gd name="T58" fmla="*/ 46 w 192"/>
                <a:gd name="T59" fmla="*/ 159 h 163"/>
                <a:gd name="T60" fmla="*/ 37 w 192"/>
                <a:gd name="T61" fmla="*/ 163 h 163"/>
                <a:gd name="T62" fmla="*/ 26 w 192"/>
                <a:gd name="T63" fmla="*/ 158 h 163"/>
                <a:gd name="T64" fmla="*/ 21 w 192"/>
                <a:gd name="T65" fmla="*/ 154 h 163"/>
                <a:gd name="T66" fmla="*/ 19 w 192"/>
                <a:gd name="T67" fmla="*/ 152 h 163"/>
                <a:gd name="T68" fmla="*/ 13 w 192"/>
                <a:gd name="T69" fmla="*/ 138 h 163"/>
                <a:gd name="T70" fmla="*/ 19 w 192"/>
                <a:gd name="T71" fmla="*/ 134 h 163"/>
                <a:gd name="T72" fmla="*/ 15 w 192"/>
                <a:gd name="T73" fmla="*/ 116 h 163"/>
                <a:gd name="T74" fmla="*/ 4 w 192"/>
                <a:gd name="T75" fmla="*/ 88 h 163"/>
                <a:gd name="T76" fmla="*/ 4 w 192"/>
                <a:gd name="T77" fmla="*/ 80 h 163"/>
                <a:gd name="T78" fmla="*/ 9 w 192"/>
                <a:gd name="T79" fmla="*/ 76 h 163"/>
                <a:gd name="T80" fmla="*/ 19 w 192"/>
                <a:gd name="T81" fmla="*/ 85 h 163"/>
                <a:gd name="T82" fmla="*/ 26 w 192"/>
                <a:gd name="T83" fmla="*/ 84 h 163"/>
                <a:gd name="T84" fmla="*/ 32 w 192"/>
                <a:gd name="T85" fmla="*/ 83 h 163"/>
                <a:gd name="T86" fmla="*/ 42 w 192"/>
                <a:gd name="T87" fmla="*/ 79 h 163"/>
                <a:gd name="T88" fmla="*/ 51 w 192"/>
                <a:gd name="T89" fmla="*/ 51 h 163"/>
                <a:gd name="T90" fmla="*/ 58 w 192"/>
                <a:gd name="T91" fmla="*/ 56 h 163"/>
                <a:gd name="T92" fmla="*/ 69 w 192"/>
                <a:gd name="T93" fmla="*/ 52 h 163"/>
                <a:gd name="T94" fmla="*/ 83 w 192"/>
                <a:gd name="T95" fmla="*/ 41 h 163"/>
                <a:gd name="T96" fmla="*/ 95 w 192"/>
                <a:gd name="T97" fmla="*/ 44 h 163"/>
                <a:gd name="T98" fmla="*/ 105 w 192"/>
                <a:gd name="T99" fmla="*/ 46 h 163"/>
                <a:gd name="T100" fmla="*/ 109 w 192"/>
                <a:gd name="T101" fmla="*/ 41 h 163"/>
                <a:gd name="T102" fmla="*/ 116 w 192"/>
                <a:gd name="T103" fmla="*/ 33 h 163"/>
                <a:gd name="T104" fmla="*/ 121 w 192"/>
                <a:gd name="T105" fmla="*/ 27 h 163"/>
                <a:gd name="T106" fmla="*/ 124 w 192"/>
                <a:gd name="T107" fmla="*/ 23 h 163"/>
                <a:gd name="T108" fmla="*/ 132 w 192"/>
                <a:gd name="T109" fmla="*/ 14 h 163"/>
                <a:gd name="T110" fmla="*/ 138 w 192"/>
                <a:gd name="T111" fmla="*/ 8 h 163"/>
                <a:gd name="T112" fmla="*/ 146 w 192"/>
                <a:gd name="T113" fmla="*/ 6 h 163"/>
                <a:gd name="T114" fmla="*/ 152 w 192"/>
                <a:gd name="T115" fmla="*/ 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2" h="163">
                  <a:moveTo>
                    <a:pt x="138" y="83"/>
                  </a:moveTo>
                  <a:lnTo>
                    <a:pt x="137" y="84"/>
                  </a:lnTo>
                  <a:lnTo>
                    <a:pt x="136" y="84"/>
                  </a:lnTo>
                  <a:lnTo>
                    <a:pt x="134" y="85"/>
                  </a:lnTo>
                  <a:lnTo>
                    <a:pt x="130" y="87"/>
                  </a:lnTo>
                  <a:lnTo>
                    <a:pt x="128" y="88"/>
                  </a:lnTo>
                  <a:lnTo>
                    <a:pt x="127" y="92"/>
                  </a:lnTo>
                  <a:lnTo>
                    <a:pt x="124" y="94"/>
                  </a:lnTo>
                  <a:lnTo>
                    <a:pt x="123" y="94"/>
                  </a:lnTo>
                  <a:lnTo>
                    <a:pt x="123" y="97"/>
                  </a:lnTo>
                  <a:lnTo>
                    <a:pt x="125" y="98"/>
                  </a:lnTo>
                  <a:lnTo>
                    <a:pt x="125" y="100"/>
                  </a:lnTo>
                  <a:lnTo>
                    <a:pt x="127" y="101"/>
                  </a:lnTo>
                  <a:lnTo>
                    <a:pt x="127" y="104"/>
                  </a:lnTo>
                  <a:lnTo>
                    <a:pt x="128" y="105"/>
                  </a:lnTo>
                  <a:lnTo>
                    <a:pt x="129" y="108"/>
                  </a:lnTo>
                  <a:lnTo>
                    <a:pt x="132" y="108"/>
                  </a:lnTo>
                  <a:lnTo>
                    <a:pt x="134" y="108"/>
                  </a:lnTo>
                  <a:lnTo>
                    <a:pt x="134" y="106"/>
                  </a:lnTo>
                  <a:lnTo>
                    <a:pt x="136" y="106"/>
                  </a:lnTo>
                  <a:lnTo>
                    <a:pt x="137" y="102"/>
                  </a:lnTo>
                  <a:lnTo>
                    <a:pt x="138" y="102"/>
                  </a:lnTo>
                  <a:lnTo>
                    <a:pt x="141" y="101"/>
                  </a:lnTo>
                  <a:lnTo>
                    <a:pt x="142" y="101"/>
                  </a:lnTo>
                  <a:lnTo>
                    <a:pt x="144" y="101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5" y="97"/>
                  </a:lnTo>
                  <a:lnTo>
                    <a:pt x="145" y="96"/>
                  </a:lnTo>
                  <a:lnTo>
                    <a:pt x="148" y="94"/>
                  </a:lnTo>
                  <a:lnTo>
                    <a:pt x="150" y="93"/>
                  </a:lnTo>
                  <a:lnTo>
                    <a:pt x="149" y="91"/>
                  </a:lnTo>
                  <a:lnTo>
                    <a:pt x="148" y="85"/>
                  </a:lnTo>
                  <a:lnTo>
                    <a:pt x="145" y="84"/>
                  </a:lnTo>
                  <a:lnTo>
                    <a:pt x="144" y="84"/>
                  </a:lnTo>
                  <a:lnTo>
                    <a:pt x="141" y="83"/>
                  </a:lnTo>
                  <a:lnTo>
                    <a:pt x="141" y="83"/>
                  </a:lnTo>
                  <a:lnTo>
                    <a:pt x="140" y="83"/>
                  </a:lnTo>
                  <a:lnTo>
                    <a:pt x="138" y="83"/>
                  </a:lnTo>
                  <a:close/>
                  <a:moveTo>
                    <a:pt x="158" y="0"/>
                  </a:moveTo>
                  <a:lnTo>
                    <a:pt x="162" y="1"/>
                  </a:lnTo>
                  <a:lnTo>
                    <a:pt x="162" y="2"/>
                  </a:lnTo>
                  <a:lnTo>
                    <a:pt x="165" y="2"/>
                  </a:lnTo>
                  <a:lnTo>
                    <a:pt x="166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73" y="2"/>
                  </a:lnTo>
                  <a:lnTo>
                    <a:pt x="177" y="4"/>
                  </a:lnTo>
                  <a:lnTo>
                    <a:pt x="179" y="5"/>
                  </a:lnTo>
                  <a:lnTo>
                    <a:pt x="179" y="9"/>
                  </a:lnTo>
                  <a:lnTo>
                    <a:pt x="180" y="12"/>
                  </a:lnTo>
                  <a:lnTo>
                    <a:pt x="182" y="14"/>
                  </a:lnTo>
                  <a:lnTo>
                    <a:pt x="182" y="21"/>
                  </a:lnTo>
                  <a:lnTo>
                    <a:pt x="182" y="21"/>
                  </a:lnTo>
                  <a:lnTo>
                    <a:pt x="182" y="23"/>
                  </a:lnTo>
                  <a:lnTo>
                    <a:pt x="182" y="26"/>
                  </a:lnTo>
                  <a:lnTo>
                    <a:pt x="183" y="29"/>
                  </a:lnTo>
                  <a:lnTo>
                    <a:pt x="183" y="38"/>
                  </a:lnTo>
                  <a:lnTo>
                    <a:pt x="182" y="41"/>
                  </a:lnTo>
                  <a:lnTo>
                    <a:pt x="182" y="44"/>
                  </a:lnTo>
                  <a:lnTo>
                    <a:pt x="182" y="48"/>
                  </a:lnTo>
                  <a:lnTo>
                    <a:pt x="179" y="47"/>
                  </a:lnTo>
                  <a:lnTo>
                    <a:pt x="178" y="46"/>
                  </a:lnTo>
                  <a:lnTo>
                    <a:pt x="175" y="44"/>
                  </a:lnTo>
                  <a:lnTo>
                    <a:pt x="173" y="46"/>
                  </a:lnTo>
                  <a:lnTo>
                    <a:pt x="173" y="47"/>
                  </a:lnTo>
                  <a:lnTo>
                    <a:pt x="170" y="52"/>
                  </a:lnTo>
                  <a:lnTo>
                    <a:pt x="169" y="56"/>
                  </a:lnTo>
                  <a:lnTo>
                    <a:pt x="169" y="58"/>
                  </a:lnTo>
                  <a:lnTo>
                    <a:pt x="170" y="59"/>
                  </a:lnTo>
                  <a:lnTo>
                    <a:pt x="171" y="60"/>
                  </a:lnTo>
                  <a:lnTo>
                    <a:pt x="175" y="63"/>
                  </a:lnTo>
                  <a:lnTo>
                    <a:pt x="180" y="63"/>
                  </a:lnTo>
                  <a:lnTo>
                    <a:pt x="182" y="63"/>
                  </a:lnTo>
                  <a:lnTo>
                    <a:pt x="183" y="60"/>
                  </a:lnTo>
                  <a:lnTo>
                    <a:pt x="182" y="59"/>
                  </a:lnTo>
                  <a:lnTo>
                    <a:pt x="183" y="58"/>
                  </a:lnTo>
                  <a:lnTo>
                    <a:pt x="186" y="58"/>
                  </a:lnTo>
                  <a:lnTo>
                    <a:pt x="190" y="59"/>
                  </a:lnTo>
                  <a:lnTo>
                    <a:pt x="192" y="58"/>
                  </a:lnTo>
                  <a:lnTo>
                    <a:pt x="192" y="59"/>
                  </a:lnTo>
                  <a:lnTo>
                    <a:pt x="191" y="60"/>
                  </a:lnTo>
                  <a:lnTo>
                    <a:pt x="191" y="62"/>
                  </a:lnTo>
                  <a:lnTo>
                    <a:pt x="190" y="66"/>
                  </a:lnTo>
                  <a:lnTo>
                    <a:pt x="190" y="69"/>
                  </a:lnTo>
                  <a:lnTo>
                    <a:pt x="188" y="72"/>
                  </a:lnTo>
                  <a:lnTo>
                    <a:pt x="187" y="77"/>
                  </a:lnTo>
                  <a:lnTo>
                    <a:pt x="184" y="79"/>
                  </a:lnTo>
                  <a:lnTo>
                    <a:pt x="184" y="81"/>
                  </a:lnTo>
                  <a:lnTo>
                    <a:pt x="180" y="85"/>
                  </a:lnTo>
                  <a:lnTo>
                    <a:pt x="180" y="85"/>
                  </a:lnTo>
                  <a:lnTo>
                    <a:pt x="179" y="87"/>
                  </a:lnTo>
                  <a:lnTo>
                    <a:pt x="177" y="87"/>
                  </a:lnTo>
                  <a:lnTo>
                    <a:pt x="175" y="89"/>
                  </a:lnTo>
                  <a:lnTo>
                    <a:pt x="173" y="91"/>
                  </a:lnTo>
                  <a:lnTo>
                    <a:pt x="171" y="93"/>
                  </a:lnTo>
                  <a:lnTo>
                    <a:pt x="169" y="96"/>
                  </a:lnTo>
                  <a:lnTo>
                    <a:pt x="169" y="97"/>
                  </a:lnTo>
                  <a:lnTo>
                    <a:pt x="167" y="100"/>
                  </a:lnTo>
                  <a:lnTo>
                    <a:pt x="166" y="100"/>
                  </a:lnTo>
                  <a:lnTo>
                    <a:pt x="163" y="104"/>
                  </a:lnTo>
                  <a:lnTo>
                    <a:pt x="159" y="112"/>
                  </a:lnTo>
                  <a:lnTo>
                    <a:pt x="155" y="116"/>
                  </a:lnTo>
                  <a:lnTo>
                    <a:pt x="154" y="118"/>
                  </a:lnTo>
                  <a:lnTo>
                    <a:pt x="153" y="119"/>
                  </a:lnTo>
                  <a:lnTo>
                    <a:pt x="150" y="122"/>
                  </a:lnTo>
                  <a:lnTo>
                    <a:pt x="149" y="122"/>
                  </a:lnTo>
                  <a:lnTo>
                    <a:pt x="149" y="122"/>
                  </a:lnTo>
                  <a:lnTo>
                    <a:pt x="136" y="135"/>
                  </a:lnTo>
                  <a:lnTo>
                    <a:pt x="134" y="135"/>
                  </a:lnTo>
                  <a:lnTo>
                    <a:pt x="134" y="135"/>
                  </a:lnTo>
                  <a:lnTo>
                    <a:pt x="133" y="138"/>
                  </a:lnTo>
                  <a:lnTo>
                    <a:pt x="124" y="143"/>
                  </a:lnTo>
                  <a:lnTo>
                    <a:pt x="123" y="146"/>
                  </a:lnTo>
                  <a:lnTo>
                    <a:pt x="120" y="146"/>
                  </a:lnTo>
                  <a:lnTo>
                    <a:pt x="120" y="147"/>
                  </a:lnTo>
                  <a:lnTo>
                    <a:pt x="116" y="148"/>
                  </a:lnTo>
                  <a:lnTo>
                    <a:pt x="113" y="150"/>
                  </a:lnTo>
                  <a:lnTo>
                    <a:pt x="111" y="150"/>
                  </a:lnTo>
                  <a:lnTo>
                    <a:pt x="109" y="148"/>
                  </a:lnTo>
                  <a:lnTo>
                    <a:pt x="105" y="148"/>
                  </a:lnTo>
                  <a:lnTo>
                    <a:pt x="103" y="150"/>
                  </a:lnTo>
                  <a:lnTo>
                    <a:pt x="101" y="152"/>
                  </a:lnTo>
                  <a:lnTo>
                    <a:pt x="103" y="154"/>
                  </a:lnTo>
                  <a:lnTo>
                    <a:pt x="103" y="154"/>
                  </a:lnTo>
                  <a:lnTo>
                    <a:pt x="99" y="154"/>
                  </a:lnTo>
                  <a:lnTo>
                    <a:pt x="96" y="152"/>
                  </a:lnTo>
                  <a:lnTo>
                    <a:pt x="94" y="152"/>
                  </a:lnTo>
                  <a:lnTo>
                    <a:pt x="92" y="155"/>
                  </a:lnTo>
                  <a:lnTo>
                    <a:pt x="94" y="156"/>
                  </a:lnTo>
                  <a:lnTo>
                    <a:pt x="92" y="156"/>
                  </a:lnTo>
                  <a:lnTo>
                    <a:pt x="87" y="155"/>
                  </a:lnTo>
                  <a:lnTo>
                    <a:pt x="86" y="154"/>
                  </a:lnTo>
                  <a:lnTo>
                    <a:pt x="79" y="152"/>
                  </a:lnTo>
                  <a:lnTo>
                    <a:pt x="76" y="154"/>
                  </a:lnTo>
                  <a:lnTo>
                    <a:pt x="76" y="155"/>
                  </a:lnTo>
                  <a:lnTo>
                    <a:pt x="74" y="155"/>
                  </a:lnTo>
                  <a:lnTo>
                    <a:pt x="71" y="154"/>
                  </a:lnTo>
                  <a:lnTo>
                    <a:pt x="65" y="154"/>
                  </a:lnTo>
                  <a:lnTo>
                    <a:pt x="63" y="155"/>
                  </a:lnTo>
                  <a:lnTo>
                    <a:pt x="62" y="156"/>
                  </a:lnTo>
                  <a:lnTo>
                    <a:pt x="61" y="156"/>
                  </a:lnTo>
                  <a:lnTo>
                    <a:pt x="59" y="156"/>
                  </a:lnTo>
                  <a:lnTo>
                    <a:pt x="58" y="158"/>
                  </a:lnTo>
                  <a:lnTo>
                    <a:pt x="58" y="158"/>
                  </a:lnTo>
                  <a:lnTo>
                    <a:pt x="55" y="159"/>
                  </a:lnTo>
                  <a:lnTo>
                    <a:pt x="53" y="159"/>
                  </a:lnTo>
                  <a:lnTo>
                    <a:pt x="50" y="158"/>
                  </a:lnTo>
                  <a:lnTo>
                    <a:pt x="46" y="158"/>
                  </a:lnTo>
                  <a:lnTo>
                    <a:pt x="46" y="159"/>
                  </a:lnTo>
                  <a:lnTo>
                    <a:pt x="44" y="159"/>
                  </a:lnTo>
                  <a:lnTo>
                    <a:pt x="41" y="162"/>
                  </a:lnTo>
                  <a:lnTo>
                    <a:pt x="38" y="162"/>
                  </a:lnTo>
                  <a:lnTo>
                    <a:pt x="38" y="163"/>
                  </a:lnTo>
                  <a:lnTo>
                    <a:pt x="37" y="163"/>
                  </a:lnTo>
                  <a:lnTo>
                    <a:pt x="36" y="163"/>
                  </a:lnTo>
                  <a:lnTo>
                    <a:pt x="29" y="160"/>
                  </a:lnTo>
                  <a:lnTo>
                    <a:pt x="28" y="162"/>
                  </a:lnTo>
                  <a:lnTo>
                    <a:pt x="28" y="159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4" y="158"/>
                  </a:lnTo>
                  <a:lnTo>
                    <a:pt x="24" y="156"/>
                  </a:lnTo>
                  <a:lnTo>
                    <a:pt x="24" y="155"/>
                  </a:lnTo>
                  <a:lnTo>
                    <a:pt x="21" y="154"/>
                  </a:lnTo>
                  <a:lnTo>
                    <a:pt x="19" y="156"/>
                  </a:lnTo>
                  <a:lnTo>
                    <a:pt x="19" y="158"/>
                  </a:lnTo>
                  <a:lnTo>
                    <a:pt x="17" y="156"/>
                  </a:lnTo>
                  <a:lnTo>
                    <a:pt x="17" y="155"/>
                  </a:lnTo>
                  <a:lnTo>
                    <a:pt x="19" y="152"/>
                  </a:lnTo>
                  <a:lnTo>
                    <a:pt x="17" y="150"/>
                  </a:lnTo>
                  <a:lnTo>
                    <a:pt x="20" y="147"/>
                  </a:lnTo>
                  <a:lnTo>
                    <a:pt x="17" y="143"/>
                  </a:lnTo>
                  <a:lnTo>
                    <a:pt x="15" y="141"/>
                  </a:lnTo>
                  <a:lnTo>
                    <a:pt x="13" y="138"/>
                  </a:lnTo>
                  <a:lnTo>
                    <a:pt x="13" y="135"/>
                  </a:lnTo>
                  <a:lnTo>
                    <a:pt x="15" y="134"/>
                  </a:lnTo>
                  <a:lnTo>
                    <a:pt x="16" y="135"/>
                  </a:lnTo>
                  <a:lnTo>
                    <a:pt x="17" y="135"/>
                  </a:lnTo>
                  <a:lnTo>
                    <a:pt x="19" y="134"/>
                  </a:lnTo>
                  <a:lnTo>
                    <a:pt x="19" y="130"/>
                  </a:lnTo>
                  <a:lnTo>
                    <a:pt x="17" y="126"/>
                  </a:lnTo>
                  <a:lnTo>
                    <a:pt x="17" y="125"/>
                  </a:lnTo>
                  <a:lnTo>
                    <a:pt x="15" y="118"/>
                  </a:lnTo>
                  <a:lnTo>
                    <a:pt x="15" y="116"/>
                  </a:lnTo>
                  <a:lnTo>
                    <a:pt x="11" y="112"/>
                  </a:lnTo>
                  <a:lnTo>
                    <a:pt x="9" y="105"/>
                  </a:lnTo>
                  <a:lnTo>
                    <a:pt x="7" y="98"/>
                  </a:lnTo>
                  <a:lnTo>
                    <a:pt x="7" y="94"/>
                  </a:lnTo>
                  <a:lnTo>
                    <a:pt x="4" y="88"/>
                  </a:lnTo>
                  <a:lnTo>
                    <a:pt x="0" y="85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77"/>
                  </a:lnTo>
                  <a:lnTo>
                    <a:pt x="3" y="77"/>
                  </a:lnTo>
                  <a:lnTo>
                    <a:pt x="4" y="75"/>
                  </a:lnTo>
                  <a:lnTo>
                    <a:pt x="8" y="73"/>
                  </a:lnTo>
                  <a:lnTo>
                    <a:pt x="9" y="76"/>
                  </a:lnTo>
                  <a:lnTo>
                    <a:pt x="11" y="76"/>
                  </a:lnTo>
                  <a:lnTo>
                    <a:pt x="11" y="79"/>
                  </a:lnTo>
                  <a:lnTo>
                    <a:pt x="12" y="83"/>
                  </a:lnTo>
                  <a:lnTo>
                    <a:pt x="16" y="84"/>
                  </a:lnTo>
                  <a:lnTo>
                    <a:pt x="19" y="85"/>
                  </a:lnTo>
                  <a:lnTo>
                    <a:pt x="20" y="84"/>
                  </a:lnTo>
                  <a:lnTo>
                    <a:pt x="21" y="85"/>
                  </a:lnTo>
                  <a:lnTo>
                    <a:pt x="24" y="85"/>
                  </a:lnTo>
                  <a:lnTo>
                    <a:pt x="25" y="84"/>
                  </a:lnTo>
                  <a:lnTo>
                    <a:pt x="26" y="84"/>
                  </a:lnTo>
                  <a:lnTo>
                    <a:pt x="28" y="87"/>
                  </a:lnTo>
                  <a:lnTo>
                    <a:pt x="29" y="85"/>
                  </a:lnTo>
                  <a:lnTo>
                    <a:pt x="30" y="87"/>
                  </a:lnTo>
                  <a:lnTo>
                    <a:pt x="30" y="84"/>
                  </a:lnTo>
                  <a:lnTo>
                    <a:pt x="32" y="83"/>
                  </a:lnTo>
                  <a:lnTo>
                    <a:pt x="33" y="83"/>
                  </a:lnTo>
                  <a:lnTo>
                    <a:pt x="34" y="80"/>
                  </a:lnTo>
                  <a:lnTo>
                    <a:pt x="37" y="79"/>
                  </a:lnTo>
                  <a:lnTo>
                    <a:pt x="41" y="79"/>
                  </a:lnTo>
                  <a:lnTo>
                    <a:pt x="42" y="79"/>
                  </a:lnTo>
                  <a:lnTo>
                    <a:pt x="44" y="35"/>
                  </a:lnTo>
                  <a:lnTo>
                    <a:pt x="48" y="38"/>
                  </a:lnTo>
                  <a:lnTo>
                    <a:pt x="49" y="42"/>
                  </a:lnTo>
                  <a:lnTo>
                    <a:pt x="51" y="48"/>
                  </a:lnTo>
                  <a:lnTo>
                    <a:pt x="51" y="51"/>
                  </a:lnTo>
                  <a:lnTo>
                    <a:pt x="50" y="55"/>
                  </a:lnTo>
                  <a:lnTo>
                    <a:pt x="50" y="58"/>
                  </a:lnTo>
                  <a:lnTo>
                    <a:pt x="53" y="58"/>
                  </a:lnTo>
                  <a:lnTo>
                    <a:pt x="57" y="58"/>
                  </a:lnTo>
                  <a:lnTo>
                    <a:pt x="58" y="56"/>
                  </a:lnTo>
                  <a:lnTo>
                    <a:pt x="61" y="58"/>
                  </a:lnTo>
                  <a:lnTo>
                    <a:pt x="63" y="56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9" y="52"/>
                  </a:lnTo>
                  <a:lnTo>
                    <a:pt x="73" y="51"/>
                  </a:lnTo>
                  <a:lnTo>
                    <a:pt x="75" y="48"/>
                  </a:lnTo>
                  <a:lnTo>
                    <a:pt x="76" y="43"/>
                  </a:lnTo>
                  <a:lnTo>
                    <a:pt x="79" y="41"/>
                  </a:lnTo>
                  <a:lnTo>
                    <a:pt x="83" y="41"/>
                  </a:lnTo>
                  <a:lnTo>
                    <a:pt x="87" y="41"/>
                  </a:lnTo>
                  <a:lnTo>
                    <a:pt x="88" y="43"/>
                  </a:lnTo>
                  <a:lnTo>
                    <a:pt x="90" y="43"/>
                  </a:lnTo>
                  <a:lnTo>
                    <a:pt x="94" y="46"/>
                  </a:lnTo>
                  <a:lnTo>
                    <a:pt x="95" y="44"/>
                  </a:lnTo>
                  <a:lnTo>
                    <a:pt x="98" y="46"/>
                  </a:lnTo>
                  <a:lnTo>
                    <a:pt x="100" y="44"/>
                  </a:lnTo>
                  <a:lnTo>
                    <a:pt x="103" y="44"/>
                  </a:lnTo>
                  <a:lnTo>
                    <a:pt x="104" y="44"/>
                  </a:lnTo>
                  <a:lnTo>
                    <a:pt x="105" y="46"/>
                  </a:lnTo>
                  <a:lnTo>
                    <a:pt x="107" y="47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1"/>
                  </a:lnTo>
                  <a:lnTo>
                    <a:pt x="111" y="39"/>
                  </a:lnTo>
                  <a:lnTo>
                    <a:pt x="111" y="35"/>
                  </a:lnTo>
                  <a:lnTo>
                    <a:pt x="112" y="34"/>
                  </a:lnTo>
                  <a:lnTo>
                    <a:pt x="115" y="34"/>
                  </a:lnTo>
                  <a:lnTo>
                    <a:pt x="116" y="33"/>
                  </a:lnTo>
                  <a:lnTo>
                    <a:pt x="117" y="33"/>
                  </a:lnTo>
                  <a:lnTo>
                    <a:pt x="119" y="31"/>
                  </a:lnTo>
                  <a:lnTo>
                    <a:pt x="119" y="30"/>
                  </a:lnTo>
                  <a:lnTo>
                    <a:pt x="120" y="29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6"/>
                  </a:lnTo>
                  <a:lnTo>
                    <a:pt x="125" y="26"/>
                  </a:lnTo>
                  <a:lnTo>
                    <a:pt x="125" y="25"/>
                  </a:lnTo>
                  <a:lnTo>
                    <a:pt x="124" y="23"/>
                  </a:lnTo>
                  <a:lnTo>
                    <a:pt x="124" y="21"/>
                  </a:lnTo>
                  <a:lnTo>
                    <a:pt x="128" y="16"/>
                  </a:lnTo>
                  <a:lnTo>
                    <a:pt x="129" y="16"/>
                  </a:lnTo>
                  <a:lnTo>
                    <a:pt x="130" y="16"/>
                  </a:lnTo>
                  <a:lnTo>
                    <a:pt x="132" y="14"/>
                  </a:lnTo>
                  <a:lnTo>
                    <a:pt x="133" y="13"/>
                  </a:lnTo>
                  <a:lnTo>
                    <a:pt x="133" y="12"/>
                  </a:lnTo>
                  <a:lnTo>
                    <a:pt x="136" y="12"/>
                  </a:lnTo>
                  <a:lnTo>
                    <a:pt x="136" y="10"/>
                  </a:lnTo>
                  <a:lnTo>
                    <a:pt x="138" y="8"/>
                  </a:lnTo>
                  <a:lnTo>
                    <a:pt x="141" y="8"/>
                  </a:lnTo>
                  <a:lnTo>
                    <a:pt x="142" y="8"/>
                  </a:lnTo>
                  <a:lnTo>
                    <a:pt x="144" y="8"/>
                  </a:lnTo>
                  <a:lnTo>
                    <a:pt x="145" y="8"/>
                  </a:lnTo>
                  <a:lnTo>
                    <a:pt x="146" y="6"/>
                  </a:lnTo>
                  <a:lnTo>
                    <a:pt x="149" y="6"/>
                  </a:lnTo>
                  <a:lnTo>
                    <a:pt x="149" y="4"/>
                  </a:lnTo>
                  <a:lnTo>
                    <a:pt x="149" y="2"/>
                  </a:lnTo>
                  <a:lnTo>
                    <a:pt x="150" y="2"/>
                  </a:lnTo>
                  <a:lnTo>
                    <a:pt x="152" y="1"/>
                  </a:lnTo>
                  <a:lnTo>
                    <a:pt x="153" y="1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50" name="Freeform 492"/>
            <p:cNvSpPr>
              <a:spLocks/>
            </p:cNvSpPr>
            <p:nvPr/>
          </p:nvSpPr>
          <p:spPr bwMode="auto">
            <a:xfrm>
              <a:off x="6559579" y="5241148"/>
              <a:ext cx="68520" cy="63444"/>
            </a:xfrm>
            <a:custGeom>
              <a:avLst/>
              <a:gdLst>
                <a:gd name="T0" fmla="*/ 15 w 27"/>
                <a:gd name="T1" fmla="*/ 0 h 25"/>
                <a:gd name="T2" fmla="*/ 17 w 27"/>
                <a:gd name="T3" fmla="*/ 0 h 25"/>
                <a:gd name="T4" fmla="*/ 18 w 27"/>
                <a:gd name="T5" fmla="*/ 0 h 25"/>
                <a:gd name="T6" fmla="*/ 18 w 27"/>
                <a:gd name="T7" fmla="*/ 0 h 25"/>
                <a:gd name="T8" fmla="*/ 21 w 27"/>
                <a:gd name="T9" fmla="*/ 1 h 25"/>
                <a:gd name="T10" fmla="*/ 22 w 27"/>
                <a:gd name="T11" fmla="*/ 1 h 25"/>
                <a:gd name="T12" fmla="*/ 25 w 27"/>
                <a:gd name="T13" fmla="*/ 2 h 25"/>
                <a:gd name="T14" fmla="*/ 26 w 27"/>
                <a:gd name="T15" fmla="*/ 8 h 25"/>
                <a:gd name="T16" fmla="*/ 27 w 27"/>
                <a:gd name="T17" fmla="*/ 10 h 25"/>
                <a:gd name="T18" fmla="*/ 25 w 27"/>
                <a:gd name="T19" fmla="*/ 11 h 25"/>
                <a:gd name="T20" fmla="*/ 22 w 27"/>
                <a:gd name="T21" fmla="*/ 13 h 25"/>
                <a:gd name="T22" fmla="*/ 22 w 27"/>
                <a:gd name="T23" fmla="*/ 14 h 25"/>
                <a:gd name="T24" fmla="*/ 23 w 27"/>
                <a:gd name="T25" fmla="*/ 15 h 25"/>
                <a:gd name="T26" fmla="*/ 23 w 27"/>
                <a:gd name="T27" fmla="*/ 17 h 25"/>
                <a:gd name="T28" fmla="*/ 21 w 27"/>
                <a:gd name="T29" fmla="*/ 18 h 25"/>
                <a:gd name="T30" fmla="*/ 19 w 27"/>
                <a:gd name="T31" fmla="*/ 18 h 25"/>
                <a:gd name="T32" fmla="*/ 18 w 27"/>
                <a:gd name="T33" fmla="*/ 18 h 25"/>
                <a:gd name="T34" fmla="*/ 15 w 27"/>
                <a:gd name="T35" fmla="*/ 19 h 25"/>
                <a:gd name="T36" fmla="*/ 14 w 27"/>
                <a:gd name="T37" fmla="*/ 19 h 25"/>
                <a:gd name="T38" fmla="*/ 13 w 27"/>
                <a:gd name="T39" fmla="*/ 23 h 25"/>
                <a:gd name="T40" fmla="*/ 11 w 27"/>
                <a:gd name="T41" fmla="*/ 23 h 25"/>
                <a:gd name="T42" fmla="*/ 11 w 27"/>
                <a:gd name="T43" fmla="*/ 25 h 25"/>
                <a:gd name="T44" fmla="*/ 9 w 27"/>
                <a:gd name="T45" fmla="*/ 25 h 25"/>
                <a:gd name="T46" fmla="*/ 6 w 27"/>
                <a:gd name="T47" fmla="*/ 25 h 25"/>
                <a:gd name="T48" fmla="*/ 5 w 27"/>
                <a:gd name="T49" fmla="*/ 22 h 25"/>
                <a:gd name="T50" fmla="*/ 4 w 27"/>
                <a:gd name="T51" fmla="*/ 21 h 25"/>
                <a:gd name="T52" fmla="*/ 4 w 27"/>
                <a:gd name="T53" fmla="*/ 18 h 25"/>
                <a:gd name="T54" fmla="*/ 2 w 27"/>
                <a:gd name="T55" fmla="*/ 17 h 25"/>
                <a:gd name="T56" fmla="*/ 2 w 27"/>
                <a:gd name="T57" fmla="*/ 15 h 25"/>
                <a:gd name="T58" fmla="*/ 0 w 27"/>
                <a:gd name="T59" fmla="*/ 14 h 25"/>
                <a:gd name="T60" fmla="*/ 0 w 27"/>
                <a:gd name="T61" fmla="*/ 11 h 25"/>
                <a:gd name="T62" fmla="*/ 1 w 27"/>
                <a:gd name="T63" fmla="*/ 11 h 25"/>
                <a:gd name="T64" fmla="*/ 4 w 27"/>
                <a:gd name="T65" fmla="*/ 9 h 25"/>
                <a:gd name="T66" fmla="*/ 5 w 27"/>
                <a:gd name="T67" fmla="*/ 5 h 25"/>
                <a:gd name="T68" fmla="*/ 7 w 27"/>
                <a:gd name="T69" fmla="*/ 4 h 25"/>
                <a:gd name="T70" fmla="*/ 11 w 27"/>
                <a:gd name="T71" fmla="*/ 2 h 25"/>
                <a:gd name="T72" fmla="*/ 13 w 27"/>
                <a:gd name="T73" fmla="*/ 1 h 25"/>
                <a:gd name="T74" fmla="*/ 14 w 27"/>
                <a:gd name="T75" fmla="*/ 1 h 25"/>
                <a:gd name="T76" fmla="*/ 15 w 27"/>
                <a:gd name="T7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" h="25">
                  <a:moveTo>
                    <a:pt x="15" y="0"/>
                  </a:moveTo>
                  <a:lnTo>
                    <a:pt x="17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5" y="2"/>
                  </a:lnTo>
                  <a:lnTo>
                    <a:pt x="26" y="8"/>
                  </a:lnTo>
                  <a:lnTo>
                    <a:pt x="27" y="10"/>
                  </a:lnTo>
                  <a:lnTo>
                    <a:pt x="25" y="11"/>
                  </a:lnTo>
                  <a:lnTo>
                    <a:pt x="22" y="13"/>
                  </a:lnTo>
                  <a:lnTo>
                    <a:pt x="22" y="14"/>
                  </a:lnTo>
                  <a:lnTo>
                    <a:pt x="23" y="15"/>
                  </a:lnTo>
                  <a:lnTo>
                    <a:pt x="23" y="17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3" y="23"/>
                  </a:lnTo>
                  <a:lnTo>
                    <a:pt x="11" y="23"/>
                  </a:lnTo>
                  <a:lnTo>
                    <a:pt x="11" y="25"/>
                  </a:lnTo>
                  <a:lnTo>
                    <a:pt x="9" y="25"/>
                  </a:lnTo>
                  <a:lnTo>
                    <a:pt x="6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4" y="9"/>
                  </a:lnTo>
                  <a:lnTo>
                    <a:pt x="5" y="5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  <p:sp>
          <p:nvSpPr>
            <p:cNvPr id="151" name="Freeform 592"/>
            <p:cNvSpPr>
              <a:spLocks noEditPoints="1"/>
            </p:cNvSpPr>
            <p:nvPr/>
          </p:nvSpPr>
          <p:spPr bwMode="auto">
            <a:xfrm>
              <a:off x="6650938" y="4451911"/>
              <a:ext cx="50755" cy="7614"/>
            </a:xfrm>
            <a:custGeom>
              <a:avLst/>
              <a:gdLst>
                <a:gd name="T0" fmla="*/ 2 w 20"/>
                <a:gd name="T1" fmla="*/ 3 h 3"/>
                <a:gd name="T2" fmla="*/ 2 w 20"/>
                <a:gd name="T3" fmla="*/ 3 h 3"/>
                <a:gd name="T4" fmla="*/ 2 w 20"/>
                <a:gd name="T5" fmla="*/ 1 h 3"/>
                <a:gd name="T6" fmla="*/ 18 w 20"/>
                <a:gd name="T7" fmla="*/ 0 h 3"/>
                <a:gd name="T8" fmla="*/ 19 w 20"/>
                <a:gd name="T9" fmla="*/ 3 h 3"/>
                <a:gd name="T10" fmla="*/ 19 w 20"/>
                <a:gd name="T11" fmla="*/ 1 h 3"/>
                <a:gd name="T12" fmla="*/ 18 w 20"/>
                <a:gd name="T13" fmla="*/ 0 h 3"/>
                <a:gd name="T14" fmla="*/ 0 w 20"/>
                <a:gd name="T15" fmla="*/ 1 h 3"/>
                <a:gd name="T16" fmla="*/ 2 w 20"/>
                <a:gd name="T17" fmla="*/ 1 h 3"/>
                <a:gd name="T18" fmla="*/ 2 w 20"/>
                <a:gd name="T19" fmla="*/ 0 h 3"/>
                <a:gd name="T20" fmla="*/ 7 w 20"/>
                <a:gd name="T21" fmla="*/ 0 h 3"/>
                <a:gd name="T22" fmla="*/ 8 w 20"/>
                <a:gd name="T23" fmla="*/ 1 h 3"/>
                <a:gd name="T24" fmla="*/ 8 w 20"/>
                <a:gd name="T25" fmla="*/ 0 h 3"/>
                <a:gd name="T26" fmla="*/ 20 w 20"/>
                <a:gd name="T27" fmla="*/ 0 h 3"/>
                <a:gd name="T28" fmla="*/ 20 w 20"/>
                <a:gd name="T29" fmla="*/ 3 h 3"/>
                <a:gd name="T30" fmla="*/ 18 w 20"/>
                <a:gd name="T31" fmla="*/ 0 h 3"/>
                <a:gd name="T32" fmla="*/ 19 w 20"/>
                <a:gd name="T33" fmla="*/ 0 h 3"/>
                <a:gd name="T34" fmla="*/ 19 w 20"/>
                <a:gd name="T35" fmla="*/ 3 h 3"/>
                <a:gd name="T36" fmla="*/ 18 w 20"/>
                <a:gd name="T37" fmla="*/ 3 h 3"/>
                <a:gd name="T38" fmla="*/ 14 w 20"/>
                <a:gd name="T39" fmla="*/ 0 h 3"/>
                <a:gd name="T40" fmla="*/ 15 w 20"/>
                <a:gd name="T41" fmla="*/ 0 h 3"/>
                <a:gd name="T42" fmla="*/ 15 w 20"/>
                <a:gd name="T43" fmla="*/ 3 h 3"/>
                <a:gd name="T44" fmla="*/ 14 w 20"/>
                <a:gd name="T45" fmla="*/ 3 h 3"/>
                <a:gd name="T46" fmla="*/ 11 w 20"/>
                <a:gd name="T47" fmla="*/ 0 h 3"/>
                <a:gd name="T48" fmla="*/ 11 w 20"/>
                <a:gd name="T49" fmla="*/ 3 h 3"/>
                <a:gd name="T50" fmla="*/ 12 w 20"/>
                <a:gd name="T51" fmla="*/ 1 h 3"/>
                <a:gd name="T52" fmla="*/ 12 w 20"/>
                <a:gd name="T53" fmla="*/ 1 h 3"/>
                <a:gd name="T54" fmla="*/ 11 w 20"/>
                <a:gd name="T55" fmla="*/ 3 h 3"/>
                <a:gd name="T56" fmla="*/ 10 w 20"/>
                <a:gd name="T57" fmla="*/ 1 h 3"/>
                <a:gd name="T58" fmla="*/ 8 w 20"/>
                <a:gd name="T59" fmla="*/ 0 h 3"/>
                <a:gd name="T60" fmla="*/ 10 w 20"/>
                <a:gd name="T61" fmla="*/ 0 h 3"/>
                <a:gd name="T62" fmla="*/ 8 w 20"/>
                <a:gd name="T63" fmla="*/ 1 h 3"/>
                <a:gd name="T64" fmla="*/ 8 w 20"/>
                <a:gd name="T65" fmla="*/ 3 h 3"/>
                <a:gd name="T66" fmla="*/ 8 w 20"/>
                <a:gd name="T67" fmla="*/ 1 h 3"/>
                <a:gd name="T68" fmla="*/ 7 w 20"/>
                <a:gd name="T69" fmla="*/ 1 h 3"/>
                <a:gd name="T70" fmla="*/ 7 w 20"/>
                <a:gd name="T71" fmla="*/ 0 h 3"/>
                <a:gd name="T72" fmla="*/ 3 w 20"/>
                <a:gd name="T73" fmla="*/ 1 h 3"/>
                <a:gd name="T74" fmla="*/ 4 w 20"/>
                <a:gd name="T75" fmla="*/ 3 h 3"/>
                <a:gd name="T76" fmla="*/ 6 w 20"/>
                <a:gd name="T77" fmla="*/ 0 h 3"/>
                <a:gd name="T78" fmla="*/ 6 w 20"/>
                <a:gd name="T79" fmla="*/ 3 h 3"/>
                <a:gd name="T80" fmla="*/ 4 w 20"/>
                <a:gd name="T81" fmla="*/ 3 h 3"/>
                <a:gd name="T82" fmla="*/ 3 w 20"/>
                <a:gd name="T83" fmla="*/ 0 h 3"/>
                <a:gd name="T84" fmla="*/ 2 w 20"/>
                <a:gd name="T85" fmla="*/ 0 h 3"/>
                <a:gd name="T86" fmla="*/ 2 w 20"/>
                <a:gd name="T87" fmla="*/ 1 h 3"/>
                <a:gd name="T88" fmla="*/ 3 w 20"/>
                <a:gd name="T89" fmla="*/ 1 h 3"/>
                <a:gd name="T90" fmla="*/ 2 w 20"/>
                <a:gd name="T91" fmla="*/ 3 h 3"/>
                <a:gd name="T92" fmla="*/ 0 w 20"/>
                <a:gd name="T9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" h="3">
                  <a:moveTo>
                    <a:pt x="0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  <a:moveTo>
                    <a:pt x="18" y="0"/>
                  </a:moveTo>
                  <a:lnTo>
                    <a:pt x="18" y="3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8" y="0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close/>
                  <a:moveTo>
                    <a:pt x="7" y="0"/>
                  </a:moveTo>
                  <a:lnTo>
                    <a:pt x="7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7" y="0"/>
                  </a:lnTo>
                  <a:close/>
                  <a:moveTo>
                    <a:pt x="20" y="0"/>
                  </a:moveTo>
                  <a:lnTo>
                    <a:pt x="20" y="0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0"/>
                  </a:lnTo>
                  <a:close/>
                  <a:moveTo>
                    <a:pt x="16" y="0"/>
                  </a:moveTo>
                  <a:lnTo>
                    <a:pt x="18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6" y="3"/>
                  </a:lnTo>
                  <a:lnTo>
                    <a:pt x="16" y="0"/>
                  </a:lnTo>
                  <a:close/>
                  <a:moveTo>
                    <a:pt x="14" y="0"/>
                  </a:moveTo>
                  <a:lnTo>
                    <a:pt x="14" y="0"/>
                  </a:lnTo>
                  <a:lnTo>
                    <a:pt x="15" y="3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4" y="0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0"/>
                  </a:lnTo>
                  <a:close/>
                  <a:moveTo>
                    <a:pt x="10" y="0"/>
                  </a:moveTo>
                  <a:lnTo>
                    <a:pt x="11" y="0"/>
                  </a:lnTo>
                  <a:lnTo>
                    <a:pt x="11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1"/>
                  </a:lnTo>
                  <a:lnTo>
                    <a:pt x="10" y="0"/>
                  </a:lnTo>
                  <a:close/>
                  <a:moveTo>
                    <a:pt x="7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0"/>
                  </a:lnTo>
                  <a:close/>
                  <a:moveTo>
                    <a:pt x="3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0"/>
                  </a:lnTo>
                  <a:close/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cs typeface="+mn-cs"/>
              </a:endParaRPr>
            </a:p>
          </p:txBody>
        </p:sp>
      </p:grpSp>
      <p:grpSp>
        <p:nvGrpSpPr>
          <p:cNvPr id="202" name="Group 201"/>
          <p:cNvGrpSpPr/>
          <p:nvPr/>
        </p:nvGrpSpPr>
        <p:grpSpPr>
          <a:xfrm>
            <a:off x="336176" y="147918"/>
            <a:ext cx="11379574" cy="900000"/>
            <a:chOff x="336176" y="147918"/>
            <a:chExt cx="11379574" cy="900000"/>
          </a:xfrm>
        </p:grpSpPr>
        <p:sp>
          <p:nvSpPr>
            <p:cNvPr id="203" name="Rectangle 202"/>
            <p:cNvSpPr/>
            <p:nvPr/>
          </p:nvSpPr>
          <p:spPr>
            <a:xfrm>
              <a:off x="336176" y="147918"/>
              <a:ext cx="2700000" cy="900000"/>
            </a:xfrm>
            <a:prstGeom prst="rect">
              <a:avLst/>
            </a:prstGeom>
            <a:solidFill>
              <a:srgbClr val="0033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800" b="1" dirty="0">
                  <a:solidFill>
                    <a:prstClr val="white"/>
                  </a:solidFill>
                  <a:latin typeface="Arial" pitchFamily="34" charset="0"/>
                  <a:cs typeface="Arial" pitchFamily="34" charset="0"/>
                </a:rPr>
                <a:t>2_FE-N.Eur</a:t>
              </a:r>
            </a:p>
          </p:txBody>
        </p:sp>
        <p:sp>
          <p:nvSpPr>
            <p:cNvPr id="204" name="Rectangle 203"/>
            <p:cNvSpPr/>
            <p:nvPr/>
          </p:nvSpPr>
          <p:spPr>
            <a:xfrm>
              <a:off x="3089724" y="147918"/>
              <a:ext cx="8626026" cy="672815"/>
            </a:xfrm>
            <a:prstGeom prst="rect">
              <a:avLst/>
            </a:prstGeom>
            <a:solidFill>
              <a:srgbClr val="E6EE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400" b="1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rPr>
                <a:t>[MSC] Swan (Premier Alliance : FE6)</a:t>
              </a:r>
            </a:p>
          </p:txBody>
        </p:sp>
      </p:grpSp>
      <p:grpSp>
        <p:nvGrpSpPr>
          <p:cNvPr id="210" name="그룹 209"/>
          <p:cNvGrpSpPr/>
          <p:nvPr/>
        </p:nvGrpSpPr>
        <p:grpSpPr>
          <a:xfrm>
            <a:off x="485501" y="2487688"/>
            <a:ext cx="197643" cy="261610"/>
            <a:chOff x="1477817" y="2788120"/>
            <a:chExt cx="197643" cy="261610"/>
          </a:xfrm>
          <a:solidFill>
            <a:srgbClr val="FF0000"/>
          </a:solidFill>
        </p:grpSpPr>
        <p:sp>
          <p:nvSpPr>
            <p:cNvPr id="214" name="타원 213"/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TextBox 214"/>
            <p:cNvSpPr txBox="1"/>
            <p:nvPr/>
          </p:nvSpPr>
          <p:spPr>
            <a:xfrm>
              <a:off x="1553777" y="278812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dirty="0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rPr>
                <a:t>2</a:t>
              </a:r>
              <a:endParaRPr lang="ko-KR" altLang="en-US" sz="1100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endParaRPr>
            </a:p>
          </p:txBody>
        </p:sp>
      </p:grpSp>
      <p:sp>
        <p:nvSpPr>
          <p:cNvPr id="159" name="자유형: 도형 158">
            <a:extLst>
              <a:ext uri="{FF2B5EF4-FFF2-40B4-BE49-F238E27FC236}">
                <a16:creationId xmlns:a16="http://schemas.microsoft.com/office/drawing/2014/main" id="{EA66AFCB-0632-4A79-84DC-22CF1B7F9783}"/>
              </a:ext>
            </a:extLst>
          </p:cNvPr>
          <p:cNvSpPr/>
          <p:nvPr/>
        </p:nvSpPr>
        <p:spPr>
          <a:xfrm>
            <a:off x="884746" y="1402558"/>
            <a:ext cx="6505435" cy="3239177"/>
          </a:xfrm>
          <a:custGeom>
            <a:avLst/>
            <a:gdLst>
              <a:gd name="connsiteX0" fmla="*/ 6256712 w 6679637"/>
              <a:gd name="connsiteY0" fmla="*/ 798648 h 2872709"/>
              <a:gd name="connsiteX1" fmla="*/ 6073832 w 6679637"/>
              <a:gd name="connsiteY1" fmla="*/ 851988 h 2872709"/>
              <a:gd name="connsiteX2" fmla="*/ 6439592 w 6679637"/>
              <a:gd name="connsiteY2" fmla="*/ 897708 h 2872709"/>
              <a:gd name="connsiteX3" fmla="*/ 6553892 w 6679637"/>
              <a:gd name="connsiteY3" fmla="*/ 1126308 h 2872709"/>
              <a:gd name="connsiteX4" fmla="*/ 6675812 w 6679637"/>
              <a:gd name="connsiteY4" fmla="*/ 1050108 h 2872709"/>
              <a:gd name="connsiteX5" fmla="*/ 6401492 w 6679637"/>
              <a:gd name="connsiteY5" fmla="*/ 1431108 h 2872709"/>
              <a:gd name="connsiteX6" fmla="*/ 6355772 w 6679637"/>
              <a:gd name="connsiteY6" fmla="*/ 1255848 h 2872709"/>
              <a:gd name="connsiteX7" fmla="*/ 6477692 w 6679637"/>
              <a:gd name="connsiteY7" fmla="*/ 1568268 h 2872709"/>
              <a:gd name="connsiteX8" fmla="*/ 5982392 w 6679637"/>
              <a:gd name="connsiteY8" fmla="*/ 2132148 h 2872709"/>
              <a:gd name="connsiteX9" fmla="*/ 5944292 w 6679637"/>
              <a:gd name="connsiteY9" fmla="*/ 2490288 h 2872709"/>
              <a:gd name="connsiteX10" fmla="*/ 5609012 w 6679637"/>
              <a:gd name="connsiteY10" fmla="*/ 2871288 h 2872709"/>
              <a:gd name="connsiteX11" fmla="*/ 5281352 w 6679637"/>
              <a:gd name="connsiteY11" fmla="*/ 2627448 h 2872709"/>
              <a:gd name="connsiteX12" fmla="*/ 4351712 w 6679637"/>
              <a:gd name="connsiteY12" fmla="*/ 2833188 h 2872709"/>
              <a:gd name="connsiteX13" fmla="*/ 3444932 w 6679637"/>
              <a:gd name="connsiteY13" fmla="*/ 2139768 h 2872709"/>
              <a:gd name="connsiteX14" fmla="*/ 2705792 w 6679637"/>
              <a:gd name="connsiteY14" fmla="*/ 2398848 h 2872709"/>
              <a:gd name="connsiteX15" fmla="*/ 2080952 w 6679637"/>
              <a:gd name="connsiteY15" fmla="*/ 1293948 h 2872709"/>
              <a:gd name="connsiteX16" fmla="*/ 1585652 w 6679637"/>
              <a:gd name="connsiteY16" fmla="*/ 1286328 h 2872709"/>
              <a:gd name="connsiteX17" fmla="*/ 1052252 w 6679637"/>
              <a:gd name="connsiteY17" fmla="*/ 1042488 h 2872709"/>
              <a:gd name="connsiteX18" fmla="*/ 168332 w 6679637"/>
              <a:gd name="connsiteY18" fmla="*/ 1164408 h 2872709"/>
              <a:gd name="connsiteX19" fmla="*/ 692 w 6679637"/>
              <a:gd name="connsiteY19" fmla="*/ 1004388 h 2872709"/>
              <a:gd name="connsiteX20" fmla="*/ 130232 w 6679637"/>
              <a:gd name="connsiteY20" fmla="*/ 463368 h 2872709"/>
              <a:gd name="connsiteX21" fmla="*/ 595052 w 6679637"/>
              <a:gd name="connsiteY21" fmla="*/ 326208 h 2872709"/>
              <a:gd name="connsiteX22" fmla="*/ 663632 w 6679637"/>
              <a:gd name="connsiteY22" fmla="*/ 158568 h 2872709"/>
              <a:gd name="connsiteX23" fmla="*/ 800792 w 6679637"/>
              <a:gd name="connsiteY23" fmla="*/ 6168 h 2872709"/>
              <a:gd name="connsiteX24" fmla="*/ 907472 w 6679637"/>
              <a:gd name="connsiteY24" fmla="*/ 44268 h 2872709"/>
              <a:gd name="connsiteX0" fmla="*/ 6073832 w 6679637"/>
              <a:gd name="connsiteY0" fmla="*/ 851988 h 2872709"/>
              <a:gd name="connsiteX1" fmla="*/ 6439592 w 6679637"/>
              <a:gd name="connsiteY1" fmla="*/ 897708 h 2872709"/>
              <a:gd name="connsiteX2" fmla="*/ 6553892 w 6679637"/>
              <a:gd name="connsiteY2" fmla="*/ 1126308 h 2872709"/>
              <a:gd name="connsiteX3" fmla="*/ 6675812 w 6679637"/>
              <a:gd name="connsiteY3" fmla="*/ 1050108 h 2872709"/>
              <a:gd name="connsiteX4" fmla="*/ 6401492 w 6679637"/>
              <a:gd name="connsiteY4" fmla="*/ 1431108 h 2872709"/>
              <a:gd name="connsiteX5" fmla="*/ 6355772 w 6679637"/>
              <a:gd name="connsiteY5" fmla="*/ 1255848 h 2872709"/>
              <a:gd name="connsiteX6" fmla="*/ 6477692 w 6679637"/>
              <a:gd name="connsiteY6" fmla="*/ 1568268 h 2872709"/>
              <a:gd name="connsiteX7" fmla="*/ 5982392 w 6679637"/>
              <a:gd name="connsiteY7" fmla="*/ 2132148 h 2872709"/>
              <a:gd name="connsiteX8" fmla="*/ 5944292 w 6679637"/>
              <a:gd name="connsiteY8" fmla="*/ 2490288 h 2872709"/>
              <a:gd name="connsiteX9" fmla="*/ 5609012 w 6679637"/>
              <a:gd name="connsiteY9" fmla="*/ 2871288 h 2872709"/>
              <a:gd name="connsiteX10" fmla="*/ 5281352 w 6679637"/>
              <a:gd name="connsiteY10" fmla="*/ 2627448 h 2872709"/>
              <a:gd name="connsiteX11" fmla="*/ 4351712 w 6679637"/>
              <a:gd name="connsiteY11" fmla="*/ 2833188 h 2872709"/>
              <a:gd name="connsiteX12" fmla="*/ 3444932 w 6679637"/>
              <a:gd name="connsiteY12" fmla="*/ 2139768 h 2872709"/>
              <a:gd name="connsiteX13" fmla="*/ 2705792 w 6679637"/>
              <a:gd name="connsiteY13" fmla="*/ 2398848 h 2872709"/>
              <a:gd name="connsiteX14" fmla="*/ 2080952 w 6679637"/>
              <a:gd name="connsiteY14" fmla="*/ 1293948 h 2872709"/>
              <a:gd name="connsiteX15" fmla="*/ 1585652 w 6679637"/>
              <a:gd name="connsiteY15" fmla="*/ 1286328 h 2872709"/>
              <a:gd name="connsiteX16" fmla="*/ 1052252 w 6679637"/>
              <a:gd name="connsiteY16" fmla="*/ 1042488 h 2872709"/>
              <a:gd name="connsiteX17" fmla="*/ 168332 w 6679637"/>
              <a:gd name="connsiteY17" fmla="*/ 1164408 h 2872709"/>
              <a:gd name="connsiteX18" fmla="*/ 692 w 6679637"/>
              <a:gd name="connsiteY18" fmla="*/ 1004388 h 2872709"/>
              <a:gd name="connsiteX19" fmla="*/ 130232 w 6679637"/>
              <a:gd name="connsiteY19" fmla="*/ 463368 h 2872709"/>
              <a:gd name="connsiteX20" fmla="*/ 595052 w 6679637"/>
              <a:gd name="connsiteY20" fmla="*/ 326208 h 2872709"/>
              <a:gd name="connsiteX21" fmla="*/ 663632 w 6679637"/>
              <a:gd name="connsiteY21" fmla="*/ 158568 h 2872709"/>
              <a:gd name="connsiteX22" fmla="*/ 800792 w 6679637"/>
              <a:gd name="connsiteY22" fmla="*/ 6168 h 2872709"/>
              <a:gd name="connsiteX23" fmla="*/ 907472 w 6679637"/>
              <a:gd name="connsiteY23" fmla="*/ 44268 h 2872709"/>
              <a:gd name="connsiteX0" fmla="*/ 6439592 w 6679637"/>
              <a:gd name="connsiteY0" fmla="*/ 897708 h 2872709"/>
              <a:gd name="connsiteX1" fmla="*/ 6553892 w 6679637"/>
              <a:gd name="connsiteY1" fmla="*/ 1126308 h 2872709"/>
              <a:gd name="connsiteX2" fmla="*/ 6675812 w 6679637"/>
              <a:gd name="connsiteY2" fmla="*/ 1050108 h 2872709"/>
              <a:gd name="connsiteX3" fmla="*/ 6401492 w 6679637"/>
              <a:gd name="connsiteY3" fmla="*/ 1431108 h 2872709"/>
              <a:gd name="connsiteX4" fmla="*/ 6355772 w 6679637"/>
              <a:gd name="connsiteY4" fmla="*/ 1255848 h 2872709"/>
              <a:gd name="connsiteX5" fmla="*/ 6477692 w 6679637"/>
              <a:gd name="connsiteY5" fmla="*/ 1568268 h 2872709"/>
              <a:gd name="connsiteX6" fmla="*/ 5982392 w 6679637"/>
              <a:gd name="connsiteY6" fmla="*/ 2132148 h 2872709"/>
              <a:gd name="connsiteX7" fmla="*/ 5944292 w 6679637"/>
              <a:gd name="connsiteY7" fmla="*/ 2490288 h 2872709"/>
              <a:gd name="connsiteX8" fmla="*/ 5609012 w 6679637"/>
              <a:gd name="connsiteY8" fmla="*/ 2871288 h 2872709"/>
              <a:gd name="connsiteX9" fmla="*/ 5281352 w 6679637"/>
              <a:gd name="connsiteY9" fmla="*/ 2627448 h 2872709"/>
              <a:gd name="connsiteX10" fmla="*/ 4351712 w 6679637"/>
              <a:gd name="connsiteY10" fmla="*/ 2833188 h 2872709"/>
              <a:gd name="connsiteX11" fmla="*/ 3444932 w 6679637"/>
              <a:gd name="connsiteY11" fmla="*/ 2139768 h 2872709"/>
              <a:gd name="connsiteX12" fmla="*/ 2705792 w 6679637"/>
              <a:gd name="connsiteY12" fmla="*/ 2398848 h 2872709"/>
              <a:gd name="connsiteX13" fmla="*/ 2080952 w 6679637"/>
              <a:gd name="connsiteY13" fmla="*/ 1293948 h 2872709"/>
              <a:gd name="connsiteX14" fmla="*/ 1585652 w 6679637"/>
              <a:gd name="connsiteY14" fmla="*/ 1286328 h 2872709"/>
              <a:gd name="connsiteX15" fmla="*/ 1052252 w 6679637"/>
              <a:gd name="connsiteY15" fmla="*/ 1042488 h 2872709"/>
              <a:gd name="connsiteX16" fmla="*/ 168332 w 6679637"/>
              <a:gd name="connsiteY16" fmla="*/ 1164408 h 2872709"/>
              <a:gd name="connsiteX17" fmla="*/ 692 w 6679637"/>
              <a:gd name="connsiteY17" fmla="*/ 1004388 h 2872709"/>
              <a:gd name="connsiteX18" fmla="*/ 130232 w 6679637"/>
              <a:gd name="connsiteY18" fmla="*/ 463368 h 2872709"/>
              <a:gd name="connsiteX19" fmla="*/ 595052 w 6679637"/>
              <a:gd name="connsiteY19" fmla="*/ 326208 h 2872709"/>
              <a:gd name="connsiteX20" fmla="*/ 663632 w 6679637"/>
              <a:gd name="connsiteY20" fmla="*/ 158568 h 2872709"/>
              <a:gd name="connsiteX21" fmla="*/ 800792 w 6679637"/>
              <a:gd name="connsiteY21" fmla="*/ 6168 h 2872709"/>
              <a:gd name="connsiteX22" fmla="*/ 907472 w 6679637"/>
              <a:gd name="connsiteY22" fmla="*/ 44268 h 2872709"/>
              <a:gd name="connsiteX0" fmla="*/ 6553892 w 6679637"/>
              <a:gd name="connsiteY0" fmla="*/ 1126308 h 2872709"/>
              <a:gd name="connsiteX1" fmla="*/ 6675812 w 6679637"/>
              <a:gd name="connsiteY1" fmla="*/ 1050108 h 2872709"/>
              <a:gd name="connsiteX2" fmla="*/ 6401492 w 6679637"/>
              <a:gd name="connsiteY2" fmla="*/ 1431108 h 2872709"/>
              <a:gd name="connsiteX3" fmla="*/ 6355772 w 6679637"/>
              <a:gd name="connsiteY3" fmla="*/ 1255848 h 2872709"/>
              <a:gd name="connsiteX4" fmla="*/ 6477692 w 6679637"/>
              <a:gd name="connsiteY4" fmla="*/ 1568268 h 2872709"/>
              <a:gd name="connsiteX5" fmla="*/ 5982392 w 6679637"/>
              <a:gd name="connsiteY5" fmla="*/ 2132148 h 2872709"/>
              <a:gd name="connsiteX6" fmla="*/ 5944292 w 6679637"/>
              <a:gd name="connsiteY6" fmla="*/ 2490288 h 2872709"/>
              <a:gd name="connsiteX7" fmla="*/ 5609012 w 6679637"/>
              <a:gd name="connsiteY7" fmla="*/ 2871288 h 2872709"/>
              <a:gd name="connsiteX8" fmla="*/ 5281352 w 6679637"/>
              <a:gd name="connsiteY8" fmla="*/ 2627448 h 2872709"/>
              <a:gd name="connsiteX9" fmla="*/ 4351712 w 6679637"/>
              <a:gd name="connsiteY9" fmla="*/ 2833188 h 2872709"/>
              <a:gd name="connsiteX10" fmla="*/ 3444932 w 6679637"/>
              <a:gd name="connsiteY10" fmla="*/ 2139768 h 2872709"/>
              <a:gd name="connsiteX11" fmla="*/ 2705792 w 6679637"/>
              <a:gd name="connsiteY11" fmla="*/ 2398848 h 2872709"/>
              <a:gd name="connsiteX12" fmla="*/ 2080952 w 6679637"/>
              <a:gd name="connsiteY12" fmla="*/ 1293948 h 2872709"/>
              <a:gd name="connsiteX13" fmla="*/ 1585652 w 6679637"/>
              <a:gd name="connsiteY13" fmla="*/ 1286328 h 2872709"/>
              <a:gd name="connsiteX14" fmla="*/ 1052252 w 6679637"/>
              <a:gd name="connsiteY14" fmla="*/ 1042488 h 2872709"/>
              <a:gd name="connsiteX15" fmla="*/ 168332 w 6679637"/>
              <a:gd name="connsiteY15" fmla="*/ 1164408 h 2872709"/>
              <a:gd name="connsiteX16" fmla="*/ 692 w 6679637"/>
              <a:gd name="connsiteY16" fmla="*/ 1004388 h 2872709"/>
              <a:gd name="connsiteX17" fmla="*/ 130232 w 6679637"/>
              <a:gd name="connsiteY17" fmla="*/ 463368 h 2872709"/>
              <a:gd name="connsiteX18" fmla="*/ 595052 w 6679637"/>
              <a:gd name="connsiteY18" fmla="*/ 326208 h 2872709"/>
              <a:gd name="connsiteX19" fmla="*/ 663632 w 6679637"/>
              <a:gd name="connsiteY19" fmla="*/ 158568 h 2872709"/>
              <a:gd name="connsiteX20" fmla="*/ 800792 w 6679637"/>
              <a:gd name="connsiteY20" fmla="*/ 6168 h 2872709"/>
              <a:gd name="connsiteX21" fmla="*/ 907472 w 6679637"/>
              <a:gd name="connsiteY21" fmla="*/ 44268 h 2872709"/>
              <a:gd name="connsiteX0" fmla="*/ 6675812 w 6675812"/>
              <a:gd name="connsiteY0" fmla="*/ 1050108 h 2872709"/>
              <a:gd name="connsiteX1" fmla="*/ 6401492 w 6675812"/>
              <a:gd name="connsiteY1" fmla="*/ 1431108 h 2872709"/>
              <a:gd name="connsiteX2" fmla="*/ 6355772 w 6675812"/>
              <a:gd name="connsiteY2" fmla="*/ 1255848 h 2872709"/>
              <a:gd name="connsiteX3" fmla="*/ 6477692 w 6675812"/>
              <a:gd name="connsiteY3" fmla="*/ 1568268 h 2872709"/>
              <a:gd name="connsiteX4" fmla="*/ 5982392 w 6675812"/>
              <a:gd name="connsiteY4" fmla="*/ 2132148 h 2872709"/>
              <a:gd name="connsiteX5" fmla="*/ 5944292 w 6675812"/>
              <a:gd name="connsiteY5" fmla="*/ 2490288 h 2872709"/>
              <a:gd name="connsiteX6" fmla="*/ 5609012 w 6675812"/>
              <a:gd name="connsiteY6" fmla="*/ 2871288 h 2872709"/>
              <a:gd name="connsiteX7" fmla="*/ 5281352 w 6675812"/>
              <a:gd name="connsiteY7" fmla="*/ 2627448 h 2872709"/>
              <a:gd name="connsiteX8" fmla="*/ 4351712 w 6675812"/>
              <a:gd name="connsiteY8" fmla="*/ 2833188 h 2872709"/>
              <a:gd name="connsiteX9" fmla="*/ 3444932 w 6675812"/>
              <a:gd name="connsiteY9" fmla="*/ 2139768 h 2872709"/>
              <a:gd name="connsiteX10" fmla="*/ 2705792 w 6675812"/>
              <a:gd name="connsiteY10" fmla="*/ 2398848 h 2872709"/>
              <a:gd name="connsiteX11" fmla="*/ 2080952 w 6675812"/>
              <a:gd name="connsiteY11" fmla="*/ 1293948 h 2872709"/>
              <a:gd name="connsiteX12" fmla="*/ 1585652 w 6675812"/>
              <a:gd name="connsiteY12" fmla="*/ 1286328 h 2872709"/>
              <a:gd name="connsiteX13" fmla="*/ 1052252 w 6675812"/>
              <a:gd name="connsiteY13" fmla="*/ 1042488 h 2872709"/>
              <a:gd name="connsiteX14" fmla="*/ 168332 w 6675812"/>
              <a:gd name="connsiteY14" fmla="*/ 1164408 h 2872709"/>
              <a:gd name="connsiteX15" fmla="*/ 692 w 6675812"/>
              <a:gd name="connsiteY15" fmla="*/ 1004388 h 2872709"/>
              <a:gd name="connsiteX16" fmla="*/ 130232 w 6675812"/>
              <a:gd name="connsiteY16" fmla="*/ 463368 h 2872709"/>
              <a:gd name="connsiteX17" fmla="*/ 595052 w 6675812"/>
              <a:gd name="connsiteY17" fmla="*/ 326208 h 2872709"/>
              <a:gd name="connsiteX18" fmla="*/ 663632 w 6675812"/>
              <a:gd name="connsiteY18" fmla="*/ 158568 h 2872709"/>
              <a:gd name="connsiteX19" fmla="*/ 800792 w 6675812"/>
              <a:gd name="connsiteY19" fmla="*/ 6168 h 2872709"/>
              <a:gd name="connsiteX20" fmla="*/ 907472 w 6675812"/>
              <a:gd name="connsiteY20" fmla="*/ 44268 h 2872709"/>
              <a:gd name="connsiteX0" fmla="*/ 6687718 w 6687718"/>
              <a:gd name="connsiteY0" fmla="*/ 957240 h 2872709"/>
              <a:gd name="connsiteX1" fmla="*/ 6401492 w 6687718"/>
              <a:gd name="connsiteY1" fmla="*/ 1431108 h 2872709"/>
              <a:gd name="connsiteX2" fmla="*/ 6355772 w 6687718"/>
              <a:gd name="connsiteY2" fmla="*/ 1255848 h 2872709"/>
              <a:gd name="connsiteX3" fmla="*/ 6477692 w 6687718"/>
              <a:gd name="connsiteY3" fmla="*/ 1568268 h 2872709"/>
              <a:gd name="connsiteX4" fmla="*/ 5982392 w 6687718"/>
              <a:gd name="connsiteY4" fmla="*/ 2132148 h 2872709"/>
              <a:gd name="connsiteX5" fmla="*/ 5944292 w 6687718"/>
              <a:gd name="connsiteY5" fmla="*/ 2490288 h 2872709"/>
              <a:gd name="connsiteX6" fmla="*/ 5609012 w 6687718"/>
              <a:gd name="connsiteY6" fmla="*/ 2871288 h 2872709"/>
              <a:gd name="connsiteX7" fmla="*/ 5281352 w 6687718"/>
              <a:gd name="connsiteY7" fmla="*/ 2627448 h 2872709"/>
              <a:gd name="connsiteX8" fmla="*/ 4351712 w 6687718"/>
              <a:gd name="connsiteY8" fmla="*/ 2833188 h 2872709"/>
              <a:gd name="connsiteX9" fmla="*/ 3444932 w 6687718"/>
              <a:gd name="connsiteY9" fmla="*/ 2139768 h 2872709"/>
              <a:gd name="connsiteX10" fmla="*/ 2705792 w 6687718"/>
              <a:gd name="connsiteY10" fmla="*/ 2398848 h 2872709"/>
              <a:gd name="connsiteX11" fmla="*/ 2080952 w 6687718"/>
              <a:gd name="connsiteY11" fmla="*/ 1293948 h 2872709"/>
              <a:gd name="connsiteX12" fmla="*/ 1585652 w 6687718"/>
              <a:gd name="connsiteY12" fmla="*/ 1286328 h 2872709"/>
              <a:gd name="connsiteX13" fmla="*/ 1052252 w 6687718"/>
              <a:gd name="connsiteY13" fmla="*/ 1042488 h 2872709"/>
              <a:gd name="connsiteX14" fmla="*/ 168332 w 6687718"/>
              <a:gd name="connsiteY14" fmla="*/ 1164408 h 2872709"/>
              <a:gd name="connsiteX15" fmla="*/ 692 w 6687718"/>
              <a:gd name="connsiteY15" fmla="*/ 1004388 h 2872709"/>
              <a:gd name="connsiteX16" fmla="*/ 130232 w 6687718"/>
              <a:gd name="connsiteY16" fmla="*/ 463368 h 2872709"/>
              <a:gd name="connsiteX17" fmla="*/ 595052 w 6687718"/>
              <a:gd name="connsiteY17" fmla="*/ 326208 h 2872709"/>
              <a:gd name="connsiteX18" fmla="*/ 663632 w 6687718"/>
              <a:gd name="connsiteY18" fmla="*/ 158568 h 2872709"/>
              <a:gd name="connsiteX19" fmla="*/ 800792 w 6687718"/>
              <a:gd name="connsiteY19" fmla="*/ 6168 h 2872709"/>
              <a:gd name="connsiteX20" fmla="*/ 907472 w 6687718"/>
              <a:gd name="connsiteY20" fmla="*/ 44268 h 2872709"/>
              <a:gd name="connsiteX0" fmla="*/ 6687718 w 6687814"/>
              <a:gd name="connsiteY0" fmla="*/ 957240 h 2872709"/>
              <a:gd name="connsiteX1" fmla="*/ 6401492 w 6687814"/>
              <a:gd name="connsiteY1" fmla="*/ 1431108 h 2872709"/>
              <a:gd name="connsiteX2" fmla="*/ 6355772 w 6687814"/>
              <a:gd name="connsiteY2" fmla="*/ 1255848 h 2872709"/>
              <a:gd name="connsiteX3" fmla="*/ 6477692 w 6687814"/>
              <a:gd name="connsiteY3" fmla="*/ 1568268 h 2872709"/>
              <a:gd name="connsiteX4" fmla="*/ 5982392 w 6687814"/>
              <a:gd name="connsiteY4" fmla="*/ 2132148 h 2872709"/>
              <a:gd name="connsiteX5" fmla="*/ 5944292 w 6687814"/>
              <a:gd name="connsiteY5" fmla="*/ 2490288 h 2872709"/>
              <a:gd name="connsiteX6" fmla="*/ 5609012 w 6687814"/>
              <a:gd name="connsiteY6" fmla="*/ 2871288 h 2872709"/>
              <a:gd name="connsiteX7" fmla="*/ 5281352 w 6687814"/>
              <a:gd name="connsiteY7" fmla="*/ 2627448 h 2872709"/>
              <a:gd name="connsiteX8" fmla="*/ 4351712 w 6687814"/>
              <a:gd name="connsiteY8" fmla="*/ 2833188 h 2872709"/>
              <a:gd name="connsiteX9" fmla="*/ 3444932 w 6687814"/>
              <a:gd name="connsiteY9" fmla="*/ 2139768 h 2872709"/>
              <a:gd name="connsiteX10" fmla="*/ 2705792 w 6687814"/>
              <a:gd name="connsiteY10" fmla="*/ 2398848 h 2872709"/>
              <a:gd name="connsiteX11" fmla="*/ 2080952 w 6687814"/>
              <a:gd name="connsiteY11" fmla="*/ 1293948 h 2872709"/>
              <a:gd name="connsiteX12" fmla="*/ 1585652 w 6687814"/>
              <a:gd name="connsiteY12" fmla="*/ 1286328 h 2872709"/>
              <a:gd name="connsiteX13" fmla="*/ 1052252 w 6687814"/>
              <a:gd name="connsiteY13" fmla="*/ 1042488 h 2872709"/>
              <a:gd name="connsiteX14" fmla="*/ 168332 w 6687814"/>
              <a:gd name="connsiteY14" fmla="*/ 1164408 h 2872709"/>
              <a:gd name="connsiteX15" fmla="*/ 692 w 6687814"/>
              <a:gd name="connsiteY15" fmla="*/ 1004388 h 2872709"/>
              <a:gd name="connsiteX16" fmla="*/ 130232 w 6687814"/>
              <a:gd name="connsiteY16" fmla="*/ 463368 h 2872709"/>
              <a:gd name="connsiteX17" fmla="*/ 595052 w 6687814"/>
              <a:gd name="connsiteY17" fmla="*/ 326208 h 2872709"/>
              <a:gd name="connsiteX18" fmla="*/ 663632 w 6687814"/>
              <a:gd name="connsiteY18" fmla="*/ 158568 h 2872709"/>
              <a:gd name="connsiteX19" fmla="*/ 800792 w 6687814"/>
              <a:gd name="connsiteY19" fmla="*/ 6168 h 2872709"/>
              <a:gd name="connsiteX20" fmla="*/ 907472 w 6687814"/>
              <a:gd name="connsiteY20" fmla="*/ 44268 h 2872709"/>
              <a:gd name="connsiteX0" fmla="*/ 6687718 w 6687814"/>
              <a:gd name="connsiteY0" fmla="*/ 957240 h 2872709"/>
              <a:gd name="connsiteX1" fmla="*/ 6401492 w 6687814"/>
              <a:gd name="connsiteY1" fmla="*/ 1431108 h 2872709"/>
              <a:gd name="connsiteX2" fmla="*/ 6355772 w 6687814"/>
              <a:gd name="connsiteY2" fmla="*/ 1255848 h 2872709"/>
              <a:gd name="connsiteX3" fmla="*/ 6477692 w 6687814"/>
              <a:gd name="connsiteY3" fmla="*/ 1568268 h 2872709"/>
              <a:gd name="connsiteX4" fmla="*/ 5982392 w 6687814"/>
              <a:gd name="connsiteY4" fmla="*/ 2132148 h 2872709"/>
              <a:gd name="connsiteX5" fmla="*/ 5944292 w 6687814"/>
              <a:gd name="connsiteY5" fmla="*/ 2490288 h 2872709"/>
              <a:gd name="connsiteX6" fmla="*/ 5609012 w 6687814"/>
              <a:gd name="connsiteY6" fmla="*/ 2871288 h 2872709"/>
              <a:gd name="connsiteX7" fmla="*/ 5281352 w 6687814"/>
              <a:gd name="connsiteY7" fmla="*/ 2627448 h 2872709"/>
              <a:gd name="connsiteX8" fmla="*/ 4351712 w 6687814"/>
              <a:gd name="connsiteY8" fmla="*/ 2833188 h 2872709"/>
              <a:gd name="connsiteX9" fmla="*/ 3444932 w 6687814"/>
              <a:gd name="connsiteY9" fmla="*/ 2139768 h 2872709"/>
              <a:gd name="connsiteX10" fmla="*/ 2705792 w 6687814"/>
              <a:gd name="connsiteY10" fmla="*/ 2398848 h 2872709"/>
              <a:gd name="connsiteX11" fmla="*/ 2080952 w 6687814"/>
              <a:gd name="connsiteY11" fmla="*/ 1293948 h 2872709"/>
              <a:gd name="connsiteX12" fmla="*/ 1585652 w 6687814"/>
              <a:gd name="connsiteY12" fmla="*/ 1286328 h 2872709"/>
              <a:gd name="connsiteX13" fmla="*/ 1052252 w 6687814"/>
              <a:gd name="connsiteY13" fmla="*/ 1042488 h 2872709"/>
              <a:gd name="connsiteX14" fmla="*/ 168332 w 6687814"/>
              <a:gd name="connsiteY14" fmla="*/ 1164408 h 2872709"/>
              <a:gd name="connsiteX15" fmla="*/ 692 w 6687814"/>
              <a:gd name="connsiteY15" fmla="*/ 1004388 h 2872709"/>
              <a:gd name="connsiteX16" fmla="*/ 130232 w 6687814"/>
              <a:gd name="connsiteY16" fmla="*/ 463368 h 2872709"/>
              <a:gd name="connsiteX17" fmla="*/ 595052 w 6687814"/>
              <a:gd name="connsiteY17" fmla="*/ 326208 h 2872709"/>
              <a:gd name="connsiteX18" fmla="*/ 663632 w 6687814"/>
              <a:gd name="connsiteY18" fmla="*/ 158568 h 2872709"/>
              <a:gd name="connsiteX19" fmla="*/ 798411 w 6687814"/>
              <a:gd name="connsiteY19" fmla="*/ 6168 h 2872709"/>
              <a:gd name="connsiteX20" fmla="*/ 907472 w 6687814"/>
              <a:gd name="connsiteY20" fmla="*/ 44268 h 2872709"/>
              <a:gd name="connsiteX0" fmla="*/ 6671843 w 6671944"/>
              <a:gd name="connsiteY0" fmla="*/ 1011215 h 2872709"/>
              <a:gd name="connsiteX1" fmla="*/ 6401492 w 6671944"/>
              <a:gd name="connsiteY1" fmla="*/ 1431108 h 2872709"/>
              <a:gd name="connsiteX2" fmla="*/ 6355772 w 6671944"/>
              <a:gd name="connsiteY2" fmla="*/ 1255848 h 2872709"/>
              <a:gd name="connsiteX3" fmla="*/ 6477692 w 6671944"/>
              <a:gd name="connsiteY3" fmla="*/ 1568268 h 2872709"/>
              <a:gd name="connsiteX4" fmla="*/ 5982392 w 6671944"/>
              <a:gd name="connsiteY4" fmla="*/ 2132148 h 2872709"/>
              <a:gd name="connsiteX5" fmla="*/ 5944292 w 6671944"/>
              <a:gd name="connsiteY5" fmla="*/ 2490288 h 2872709"/>
              <a:gd name="connsiteX6" fmla="*/ 5609012 w 6671944"/>
              <a:gd name="connsiteY6" fmla="*/ 2871288 h 2872709"/>
              <a:gd name="connsiteX7" fmla="*/ 5281352 w 6671944"/>
              <a:gd name="connsiteY7" fmla="*/ 2627448 h 2872709"/>
              <a:gd name="connsiteX8" fmla="*/ 4351712 w 6671944"/>
              <a:gd name="connsiteY8" fmla="*/ 2833188 h 2872709"/>
              <a:gd name="connsiteX9" fmla="*/ 3444932 w 6671944"/>
              <a:gd name="connsiteY9" fmla="*/ 2139768 h 2872709"/>
              <a:gd name="connsiteX10" fmla="*/ 2705792 w 6671944"/>
              <a:gd name="connsiteY10" fmla="*/ 2398848 h 2872709"/>
              <a:gd name="connsiteX11" fmla="*/ 2080952 w 6671944"/>
              <a:gd name="connsiteY11" fmla="*/ 1293948 h 2872709"/>
              <a:gd name="connsiteX12" fmla="*/ 1585652 w 6671944"/>
              <a:gd name="connsiteY12" fmla="*/ 1286328 h 2872709"/>
              <a:gd name="connsiteX13" fmla="*/ 1052252 w 6671944"/>
              <a:gd name="connsiteY13" fmla="*/ 1042488 h 2872709"/>
              <a:gd name="connsiteX14" fmla="*/ 168332 w 6671944"/>
              <a:gd name="connsiteY14" fmla="*/ 1164408 h 2872709"/>
              <a:gd name="connsiteX15" fmla="*/ 692 w 6671944"/>
              <a:gd name="connsiteY15" fmla="*/ 1004388 h 2872709"/>
              <a:gd name="connsiteX16" fmla="*/ 130232 w 6671944"/>
              <a:gd name="connsiteY16" fmla="*/ 463368 h 2872709"/>
              <a:gd name="connsiteX17" fmla="*/ 595052 w 6671944"/>
              <a:gd name="connsiteY17" fmla="*/ 326208 h 2872709"/>
              <a:gd name="connsiteX18" fmla="*/ 663632 w 6671944"/>
              <a:gd name="connsiteY18" fmla="*/ 158568 h 2872709"/>
              <a:gd name="connsiteX19" fmla="*/ 798411 w 6671944"/>
              <a:gd name="connsiteY19" fmla="*/ 6168 h 2872709"/>
              <a:gd name="connsiteX20" fmla="*/ 907472 w 6671944"/>
              <a:gd name="connsiteY20" fmla="*/ 44268 h 2872709"/>
              <a:gd name="connsiteX0" fmla="*/ 6671843 w 6671895"/>
              <a:gd name="connsiteY0" fmla="*/ 1011215 h 2872709"/>
              <a:gd name="connsiteX1" fmla="*/ 6185592 w 6671895"/>
              <a:gd name="connsiteY1" fmla="*/ 1059633 h 2872709"/>
              <a:gd name="connsiteX2" fmla="*/ 6355772 w 6671895"/>
              <a:gd name="connsiteY2" fmla="*/ 1255848 h 2872709"/>
              <a:gd name="connsiteX3" fmla="*/ 6477692 w 6671895"/>
              <a:gd name="connsiteY3" fmla="*/ 1568268 h 2872709"/>
              <a:gd name="connsiteX4" fmla="*/ 5982392 w 6671895"/>
              <a:gd name="connsiteY4" fmla="*/ 2132148 h 2872709"/>
              <a:gd name="connsiteX5" fmla="*/ 5944292 w 6671895"/>
              <a:gd name="connsiteY5" fmla="*/ 2490288 h 2872709"/>
              <a:gd name="connsiteX6" fmla="*/ 5609012 w 6671895"/>
              <a:gd name="connsiteY6" fmla="*/ 2871288 h 2872709"/>
              <a:gd name="connsiteX7" fmla="*/ 5281352 w 6671895"/>
              <a:gd name="connsiteY7" fmla="*/ 2627448 h 2872709"/>
              <a:gd name="connsiteX8" fmla="*/ 4351712 w 6671895"/>
              <a:gd name="connsiteY8" fmla="*/ 2833188 h 2872709"/>
              <a:gd name="connsiteX9" fmla="*/ 3444932 w 6671895"/>
              <a:gd name="connsiteY9" fmla="*/ 2139768 h 2872709"/>
              <a:gd name="connsiteX10" fmla="*/ 2705792 w 6671895"/>
              <a:gd name="connsiteY10" fmla="*/ 2398848 h 2872709"/>
              <a:gd name="connsiteX11" fmla="*/ 2080952 w 6671895"/>
              <a:gd name="connsiteY11" fmla="*/ 1293948 h 2872709"/>
              <a:gd name="connsiteX12" fmla="*/ 1585652 w 6671895"/>
              <a:gd name="connsiteY12" fmla="*/ 1286328 h 2872709"/>
              <a:gd name="connsiteX13" fmla="*/ 1052252 w 6671895"/>
              <a:gd name="connsiteY13" fmla="*/ 1042488 h 2872709"/>
              <a:gd name="connsiteX14" fmla="*/ 168332 w 6671895"/>
              <a:gd name="connsiteY14" fmla="*/ 1164408 h 2872709"/>
              <a:gd name="connsiteX15" fmla="*/ 692 w 6671895"/>
              <a:gd name="connsiteY15" fmla="*/ 1004388 h 2872709"/>
              <a:gd name="connsiteX16" fmla="*/ 130232 w 6671895"/>
              <a:gd name="connsiteY16" fmla="*/ 463368 h 2872709"/>
              <a:gd name="connsiteX17" fmla="*/ 595052 w 6671895"/>
              <a:gd name="connsiteY17" fmla="*/ 326208 h 2872709"/>
              <a:gd name="connsiteX18" fmla="*/ 663632 w 6671895"/>
              <a:gd name="connsiteY18" fmla="*/ 158568 h 2872709"/>
              <a:gd name="connsiteX19" fmla="*/ 798411 w 6671895"/>
              <a:gd name="connsiteY19" fmla="*/ 6168 h 2872709"/>
              <a:gd name="connsiteX20" fmla="*/ 907472 w 6671895"/>
              <a:gd name="connsiteY20" fmla="*/ 44268 h 2872709"/>
              <a:gd name="connsiteX0" fmla="*/ 6671843 w 6671892"/>
              <a:gd name="connsiteY0" fmla="*/ 1011215 h 2872709"/>
              <a:gd name="connsiteX1" fmla="*/ 6185592 w 6671892"/>
              <a:gd name="connsiteY1" fmla="*/ 1059633 h 2872709"/>
              <a:gd name="connsiteX2" fmla="*/ 6514522 w 6671892"/>
              <a:gd name="connsiteY2" fmla="*/ 1243148 h 2872709"/>
              <a:gd name="connsiteX3" fmla="*/ 6477692 w 6671892"/>
              <a:gd name="connsiteY3" fmla="*/ 1568268 h 2872709"/>
              <a:gd name="connsiteX4" fmla="*/ 5982392 w 6671892"/>
              <a:gd name="connsiteY4" fmla="*/ 2132148 h 2872709"/>
              <a:gd name="connsiteX5" fmla="*/ 5944292 w 6671892"/>
              <a:gd name="connsiteY5" fmla="*/ 2490288 h 2872709"/>
              <a:gd name="connsiteX6" fmla="*/ 5609012 w 6671892"/>
              <a:gd name="connsiteY6" fmla="*/ 2871288 h 2872709"/>
              <a:gd name="connsiteX7" fmla="*/ 5281352 w 6671892"/>
              <a:gd name="connsiteY7" fmla="*/ 2627448 h 2872709"/>
              <a:gd name="connsiteX8" fmla="*/ 4351712 w 6671892"/>
              <a:gd name="connsiteY8" fmla="*/ 2833188 h 2872709"/>
              <a:gd name="connsiteX9" fmla="*/ 3444932 w 6671892"/>
              <a:gd name="connsiteY9" fmla="*/ 2139768 h 2872709"/>
              <a:gd name="connsiteX10" fmla="*/ 2705792 w 6671892"/>
              <a:gd name="connsiteY10" fmla="*/ 2398848 h 2872709"/>
              <a:gd name="connsiteX11" fmla="*/ 2080952 w 6671892"/>
              <a:gd name="connsiteY11" fmla="*/ 1293948 h 2872709"/>
              <a:gd name="connsiteX12" fmla="*/ 1585652 w 6671892"/>
              <a:gd name="connsiteY12" fmla="*/ 1286328 h 2872709"/>
              <a:gd name="connsiteX13" fmla="*/ 1052252 w 6671892"/>
              <a:gd name="connsiteY13" fmla="*/ 1042488 h 2872709"/>
              <a:gd name="connsiteX14" fmla="*/ 168332 w 6671892"/>
              <a:gd name="connsiteY14" fmla="*/ 1164408 h 2872709"/>
              <a:gd name="connsiteX15" fmla="*/ 692 w 6671892"/>
              <a:gd name="connsiteY15" fmla="*/ 1004388 h 2872709"/>
              <a:gd name="connsiteX16" fmla="*/ 130232 w 6671892"/>
              <a:gd name="connsiteY16" fmla="*/ 463368 h 2872709"/>
              <a:gd name="connsiteX17" fmla="*/ 595052 w 6671892"/>
              <a:gd name="connsiteY17" fmla="*/ 326208 h 2872709"/>
              <a:gd name="connsiteX18" fmla="*/ 663632 w 6671892"/>
              <a:gd name="connsiteY18" fmla="*/ 158568 h 2872709"/>
              <a:gd name="connsiteX19" fmla="*/ 798411 w 6671892"/>
              <a:gd name="connsiteY19" fmla="*/ 6168 h 2872709"/>
              <a:gd name="connsiteX20" fmla="*/ 907472 w 6671892"/>
              <a:gd name="connsiteY20" fmla="*/ 44268 h 2872709"/>
              <a:gd name="connsiteX0" fmla="*/ 6671843 w 6671892"/>
              <a:gd name="connsiteY0" fmla="*/ 1011215 h 2872709"/>
              <a:gd name="connsiteX1" fmla="*/ 6185592 w 6671892"/>
              <a:gd name="connsiteY1" fmla="*/ 1059633 h 2872709"/>
              <a:gd name="connsiteX2" fmla="*/ 6514522 w 6671892"/>
              <a:gd name="connsiteY2" fmla="*/ 1243148 h 2872709"/>
              <a:gd name="connsiteX3" fmla="*/ 6493567 w 6671892"/>
              <a:gd name="connsiteY3" fmla="*/ 1568268 h 2872709"/>
              <a:gd name="connsiteX4" fmla="*/ 5982392 w 6671892"/>
              <a:gd name="connsiteY4" fmla="*/ 2132148 h 2872709"/>
              <a:gd name="connsiteX5" fmla="*/ 5944292 w 6671892"/>
              <a:gd name="connsiteY5" fmla="*/ 2490288 h 2872709"/>
              <a:gd name="connsiteX6" fmla="*/ 5609012 w 6671892"/>
              <a:gd name="connsiteY6" fmla="*/ 2871288 h 2872709"/>
              <a:gd name="connsiteX7" fmla="*/ 5281352 w 6671892"/>
              <a:gd name="connsiteY7" fmla="*/ 2627448 h 2872709"/>
              <a:gd name="connsiteX8" fmla="*/ 4351712 w 6671892"/>
              <a:gd name="connsiteY8" fmla="*/ 2833188 h 2872709"/>
              <a:gd name="connsiteX9" fmla="*/ 3444932 w 6671892"/>
              <a:gd name="connsiteY9" fmla="*/ 2139768 h 2872709"/>
              <a:gd name="connsiteX10" fmla="*/ 2705792 w 6671892"/>
              <a:gd name="connsiteY10" fmla="*/ 2398848 h 2872709"/>
              <a:gd name="connsiteX11" fmla="*/ 2080952 w 6671892"/>
              <a:gd name="connsiteY11" fmla="*/ 1293948 h 2872709"/>
              <a:gd name="connsiteX12" fmla="*/ 1585652 w 6671892"/>
              <a:gd name="connsiteY12" fmla="*/ 1286328 h 2872709"/>
              <a:gd name="connsiteX13" fmla="*/ 1052252 w 6671892"/>
              <a:gd name="connsiteY13" fmla="*/ 1042488 h 2872709"/>
              <a:gd name="connsiteX14" fmla="*/ 168332 w 6671892"/>
              <a:gd name="connsiteY14" fmla="*/ 1164408 h 2872709"/>
              <a:gd name="connsiteX15" fmla="*/ 692 w 6671892"/>
              <a:gd name="connsiteY15" fmla="*/ 1004388 h 2872709"/>
              <a:gd name="connsiteX16" fmla="*/ 130232 w 6671892"/>
              <a:gd name="connsiteY16" fmla="*/ 463368 h 2872709"/>
              <a:gd name="connsiteX17" fmla="*/ 595052 w 6671892"/>
              <a:gd name="connsiteY17" fmla="*/ 326208 h 2872709"/>
              <a:gd name="connsiteX18" fmla="*/ 663632 w 6671892"/>
              <a:gd name="connsiteY18" fmla="*/ 158568 h 2872709"/>
              <a:gd name="connsiteX19" fmla="*/ 798411 w 6671892"/>
              <a:gd name="connsiteY19" fmla="*/ 6168 h 2872709"/>
              <a:gd name="connsiteX20" fmla="*/ 907472 w 6671892"/>
              <a:gd name="connsiteY20" fmla="*/ 44268 h 2872709"/>
              <a:gd name="connsiteX0" fmla="*/ 6671843 w 6671892"/>
              <a:gd name="connsiteY0" fmla="*/ 1011215 h 2872709"/>
              <a:gd name="connsiteX1" fmla="*/ 6185592 w 6671892"/>
              <a:gd name="connsiteY1" fmla="*/ 1059633 h 2872709"/>
              <a:gd name="connsiteX2" fmla="*/ 6514522 w 6671892"/>
              <a:gd name="connsiteY2" fmla="*/ 1243148 h 2872709"/>
              <a:gd name="connsiteX3" fmla="*/ 6544894 w 6671892"/>
              <a:gd name="connsiteY3" fmla="*/ 1450158 h 2872709"/>
              <a:gd name="connsiteX4" fmla="*/ 6493567 w 6671892"/>
              <a:gd name="connsiteY4" fmla="*/ 1568268 h 2872709"/>
              <a:gd name="connsiteX5" fmla="*/ 5982392 w 6671892"/>
              <a:gd name="connsiteY5" fmla="*/ 2132148 h 2872709"/>
              <a:gd name="connsiteX6" fmla="*/ 5944292 w 6671892"/>
              <a:gd name="connsiteY6" fmla="*/ 2490288 h 2872709"/>
              <a:gd name="connsiteX7" fmla="*/ 5609012 w 6671892"/>
              <a:gd name="connsiteY7" fmla="*/ 2871288 h 2872709"/>
              <a:gd name="connsiteX8" fmla="*/ 5281352 w 6671892"/>
              <a:gd name="connsiteY8" fmla="*/ 2627448 h 2872709"/>
              <a:gd name="connsiteX9" fmla="*/ 4351712 w 6671892"/>
              <a:gd name="connsiteY9" fmla="*/ 2833188 h 2872709"/>
              <a:gd name="connsiteX10" fmla="*/ 3444932 w 6671892"/>
              <a:gd name="connsiteY10" fmla="*/ 2139768 h 2872709"/>
              <a:gd name="connsiteX11" fmla="*/ 2705792 w 6671892"/>
              <a:gd name="connsiteY11" fmla="*/ 2398848 h 2872709"/>
              <a:gd name="connsiteX12" fmla="*/ 2080952 w 6671892"/>
              <a:gd name="connsiteY12" fmla="*/ 1293948 h 2872709"/>
              <a:gd name="connsiteX13" fmla="*/ 1585652 w 6671892"/>
              <a:gd name="connsiteY13" fmla="*/ 1286328 h 2872709"/>
              <a:gd name="connsiteX14" fmla="*/ 1052252 w 6671892"/>
              <a:gd name="connsiteY14" fmla="*/ 1042488 h 2872709"/>
              <a:gd name="connsiteX15" fmla="*/ 168332 w 6671892"/>
              <a:gd name="connsiteY15" fmla="*/ 1164408 h 2872709"/>
              <a:gd name="connsiteX16" fmla="*/ 692 w 6671892"/>
              <a:gd name="connsiteY16" fmla="*/ 1004388 h 2872709"/>
              <a:gd name="connsiteX17" fmla="*/ 130232 w 6671892"/>
              <a:gd name="connsiteY17" fmla="*/ 463368 h 2872709"/>
              <a:gd name="connsiteX18" fmla="*/ 595052 w 6671892"/>
              <a:gd name="connsiteY18" fmla="*/ 326208 h 2872709"/>
              <a:gd name="connsiteX19" fmla="*/ 663632 w 6671892"/>
              <a:gd name="connsiteY19" fmla="*/ 158568 h 2872709"/>
              <a:gd name="connsiteX20" fmla="*/ 798411 w 6671892"/>
              <a:gd name="connsiteY20" fmla="*/ 6168 h 2872709"/>
              <a:gd name="connsiteX21" fmla="*/ 907472 w 6671892"/>
              <a:gd name="connsiteY21" fmla="*/ 44268 h 2872709"/>
              <a:gd name="connsiteX0" fmla="*/ 6671843 w 6671892"/>
              <a:gd name="connsiteY0" fmla="*/ 1011215 h 2872709"/>
              <a:gd name="connsiteX1" fmla="*/ 6185592 w 6671892"/>
              <a:gd name="connsiteY1" fmla="*/ 1059633 h 2872709"/>
              <a:gd name="connsiteX2" fmla="*/ 6514522 w 6671892"/>
              <a:gd name="connsiteY2" fmla="*/ 1243148 h 2872709"/>
              <a:gd name="connsiteX3" fmla="*/ 6427419 w 6671892"/>
              <a:gd name="connsiteY3" fmla="*/ 1434283 h 2872709"/>
              <a:gd name="connsiteX4" fmla="*/ 6493567 w 6671892"/>
              <a:gd name="connsiteY4" fmla="*/ 1568268 h 2872709"/>
              <a:gd name="connsiteX5" fmla="*/ 5982392 w 6671892"/>
              <a:gd name="connsiteY5" fmla="*/ 2132148 h 2872709"/>
              <a:gd name="connsiteX6" fmla="*/ 5944292 w 6671892"/>
              <a:gd name="connsiteY6" fmla="*/ 2490288 h 2872709"/>
              <a:gd name="connsiteX7" fmla="*/ 5609012 w 6671892"/>
              <a:gd name="connsiteY7" fmla="*/ 2871288 h 2872709"/>
              <a:gd name="connsiteX8" fmla="*/ 5281352 w 6671892"/>
              <a:gd name="connsiteY8" fmla="*/ 2627448 h 2872709"/>
              <a:gd name="connsiteX9" fmla="*/ 4351712 w 6671892"/>
              <a:gd name="connsiteY9" fmla="*/ 2833188 h 2872709"/>
              <a:gd name="connsiteX10" fmla="*/ 3444932 w 6671892"/>
              <a:gd name="connsiteY10" fmla="*/ 2139768 h 2872709"/>
              <a:gd name="connsiteX11" fmla="*/ 2705792 w 6671892"/>
              <a:gd name="connsiteY11" fmla="*/ 2398848 h 2872709"/>
              <a:gd name="connsiteX12" fmla="*/ 2080952 w 6671892"/>
              <a:gd name="connsiteY12" fmla="*/ 1293948 h 2872709"/>
              <a:gd name="connsiteX13" fmla="*/ 1585652 w 6671892"/>
              <a:gd name="connsiteY13" fmla="*/ 1286328 h 2872709"/>
              <a:gd name="connsiteX14" fmla="*/ 1052252 w 6671892"/>
              <a:gd name="connsiteY14" fmla="*/ 1042488 h 2872709"/>
              <a:gd name="connsiteX15" fmla="*/ 168332 w 6671892"/>
              <a:gd name="connsiteY15" fmla="*/ 1164408 h 2872709"/>
              <a:gd name="connsiteX16" fmla="*/ 692 w 6671892"/>
              <a:gd name="connsiteY16" fmla="*/ 1004388 h 2872709"/>
              <a:gd name="connsiteX17" fmla="*/ 130232 w 6671892"/>
              <a:gd name="connsiteY17" fmla="*/ 463368 h 2872709"/>
              <a:gd name="connsiteX18" fmla="*/ 595052 w 6671892"/>
              <a:gd name="connsiteY18" fmla="*/ 326208 h 2872709"/>
              <a:gd name="connsiteX19" fmla="*/ 663632 w 6671892"/>
              <a:gd name="connsiteY19" fmla="*/ 158568 h 2872709"/>
              <a:gd name="connsiteX20" fmla="*/ 798411 w 6671892"/>
              <a:gd name="connsiteY20" fmla="*/ 6168 h 2872709"/>
              <a:gd name="connsiteX21" fmla="*/ 907472 w 6671892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27419 w 6671891"/>
              <a:gd name="connsiteY3" fmla="*/ 1434283 h 2872709"/>
              <a:gd name="connsiteX4" fmla="*/ 6493567 w 6671891"/>
              <a:gd name="connsiteY4" fmla="*/ 1568268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27419 w 6671891"/>
              <a:gd name="connsiteY3" fmla="*/ 1434283 h 2872709"/>
              <a:gd name="connsiteX4" fmla="*/ 6347517 w 6671891"/>
              <a:gd name="connsiteY4" fmla="*/ 124759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27419 w 6671891"/>
              <a:gd name="connsiteY3" fmla="*/ 1434283 h 2872709"/>
              <a:gd name="connsiteX4" fmla="*/ 6347517 w 6671891"/>
              <a:gd name="connsiteY4" fmla="*/ 124759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27419 w 6671891"/>
              <a:gd name="connsiteY3" fmla="*/ 1434283 h 2872709"/>
              <a:gd name="connsiteX4" fmla="*/ 6347517 w 6671891"/>
              <a:gd name="connsiteY4" fmla="*/ 124759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27419 w 6671891"/>
              <a:gd name="connsiteY3" fmla="*/ 1434283 h 2872709"/>
              <a:gd name="connsiteX4" fmla="*/ 6347517 w 6671891"/>
              <a:gd name="connsiteY4" fmla="*/ 124759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27419 w 6671891"/>
              <a:gd name="connsiteY3" fmla="*/ 1434283 h 2872709"/>
              <a:gd name="connsiteX4" fmla="*/ 6347517 w 6671891"/>
              <a:gd name="connsiteY4" fmla="*/ 124759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27419 w 6671891"/>
              <a:gd name="connsiteY3" fmla="*/ 1434283 h 2872709"/>
              <a:gd name="connsiteX4" fmla="*/ 6347517 w 6671891"/>
              <a:gd name="connsiteY4" fmla="*/ 124759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27419 w 6671891"/>
              <a:gd name="connsiteY3" fmla="*/ 1434283 h 2872709"/>
              <a:gd name="connsiteX4" fmla="*/ 6347517 w 6671891"/>
              <a:gd name="connsiteY4" fmla="*/ 124759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27419 w 6671891"/>
              <a:gd name="connsiteY3" fmla="*/ 1434283 h 2872709"/>
              <a:gd name="connsiteX4" fmla="*/ 6360217 w 6671891"/>
              <a:gd name="connsiteY4" fmla="*/ 126664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27419 w 6671891"/>
              <a:gd name="connsiteY3" fmla="*/ 1434283 h 2872709"/>
              <a:gd name="connsiteX4" fmla="*/ 6360217 w 6671891"/>
              <a:gd name="connsiteY4" fmla="*/ 126664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27419 w 6671891"/>
              <a:gd name="connsiteY3" fmla="*/ 1434283 h 2872709"/>
              <a:gd name="connsiteX4" fmla="*/ 6360217 w 6671891"/>
              <a:gd name="connsiteY4" fmla="*/ 126664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27419 w 6671891"/>
              <a:gd name="connsiteY3" fmla="*/ 1434283 h 2872709"/>
              <a:gd name="connsiteX4" fmla="*/ 6360217 w 6671891"/>
              <a:gd name="connsiteY4" fmla="*/ 126664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27419 w 6671891"/>
              <a:gd name="connsiteY3" fmla="*/ 1434283 h 2872709"/>
              <a:gd name="connsiteX4" fmla="*/ 6360217 w 6671891"/>
              <a:gd name="connsiteY4" fmla="*/ 126664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27419 w 6671891"/>
              <a:gd name="connsiteY3" fmla="*/ 1434283 h 2872709"/>
              <a:gd name="connsiteX4" fmla="*/ 6360217 w 6671891"/>
              <a:gd name="connsiteY4" fmla="*/ 126664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27419 w 6671891"/>
              <a:gd name="connsiteY3" fmla="*/ 1434283 h 2872709"/>
              <a:gd name="connsiteX4" fmla="*/ 6360217 w 6671891"/>
              <a:gd name="connsiteY4" fmla="*/ 126664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14719 w 6671891"/>
              <a:gd name="connsiteY3" fmla="*/ 1434283 h 2872709"/>
              <a:gd name="connsiteX4" fmla="*/ 6360217 w 6671891"/>
              <a:gd name="connsiteY4" fmla="*/ 126664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14719 w 6671891"/>
              <a:gd name="connsiteY3" fmla="*/ 1434283 h 2872709"/>
              <a:gd name="connsiteX4" fmla="*/ 6360217 w 6671891"/>
              <a:gd name="connsiteY4" fmla="*/ 126664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14719 w 6671891"/>
              <a:gd name="connsiteY3" fmla="*/ 1434283 h 2872709"/>
              <a:gd name="connsiteX4" fmla="*/ 6360217 w 6671891"/>
              <a:gd name="connsiteY4" fmla="*/ 126664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71843 w 6671891"/>
              <a:gd name="connsiteY0" fmla="*/ 1011215 h 2872709"/>
              <a:gd name="connsiteX1" fmla="*/ 6185592 w 6671891"/>
              <a:gd name="connsiteY1" fmla="*/ 1059633 h 2872709"/>
              <a:gd name="connsiteX2" fmla="*/ 6584372 w 6671891"/>
              <a:gd name="connsiteY2" fmla="*/ 1259023 h 2872709"/>
              <a:gd name="connsiteX3" fmla="*/ 6414719 w 6671891"/>
              <a:gd name="connsiteY3" fmla="*/ 1434283 h 2872709"/>
              <a:gd name="connsiteX4" fmla="*/ 6360217 w 6671891"/>
              <a:gd name="connsiteY4" fmla="*/ 1266643 h 2872709"/>
              <a:gd name="connsiteX5" fmla="*/ 5982392 w 6671891"/>
              <a:gd name="connsiteY5" fmla="*/ 2132148 h 2872709"/>
              <a:gd name="connsiteX6" fmla="*/ 5944292 w 6671891"/>
              <a:gd name="connsiteY6" fmla="*/ 2490288 h 2872709"/>
              <a:gd name="connsiteX7" fmla="*/ 5609012 w 6671891"/>
              <a:gd name="connsiteY7" fmla="*/ 2871288 h 2872709"/>
              <a:gd name="connsiteX8" fmla="*/ 5281352 w 6671891"/>
              <a:gd name="connsiteY8" fmla="*/ 2627448 h 2872709"/>
              <a:gd name="connsiteX9" fmla="*/ 4351712 w 6671891"/>
              <a:gd name="connsiteY9" fmla="*/ 2833188 h 2872709"/>
              <a:gd name="connsiteX10" fmla="*/ 3444932 w 6671891"/>
              <a:gd name="connsiteY10" fmla="*/ 2139768 h 2872709"/>
              <a:gd name="connsiteX11" fmla="*/ 2705792 w 6671891"/>
              <a:gd name="connsiteY11" fmla="*/ 2398848 h 2872709"/>
              <a:gd name="connsiteX12" fmla="*/ 2080952 w 6671891"/>
              <a:gd name="connsiteY12" fmla="*/ 1293948 h 2872709"/>
              <a:gd name="connsiteX13" fmla="*/ 1585652 w 6671891"/>
              <a:gd name="connsiteY13" fmla="*/ 1286328 h 2872709"/>
              <a:gd name="connsiteX14" fmla="*/ 1052252 w 6671891"/>
              <a:gd name="connsiteY14" fmla="*/ 1042488 h 2872709"/>
              <a:gd name="connsiteX15" fmla="*/ 168332 w 6671891"/>
              <a:gd name="connsiteY15" fmla="*/ 1164408 h 2872709"/>
              <a:gd name="connsiteX16" fmla="*/ 692 w 6671891"/>
              <a:gd name="connsiteY16" fmla="*/ 1004388 h 2872709"/>
              <a:gd name="connsiteX17" fmla="*/ 130232 w 6671891"/>
              <a:gd name="connsiteY17" fmla="*/ 463368 h 2872709"/>
              <a:gd name="connsiteX18" fmla="*/ 595052 w 6671891"/>
              <a:gd name="connsiteY18" fmla="*/ 326208 h 2872709"/>
              <a:gd name="connsiteX19" fmla="*/ 663632 w 6671891"/>
              <a:gd name="connsiteY19" fmla="*/ 158568 h 2872709"/>
              <a:gd name="connsiteX20" fmla="*/ 798411 w 6671891"/>
              <a:gd name="connsiteY20" fmla="*/ 6168 h 2872709"/>
              <a:gd name="connsiteX21" fmla="*/ 907472 w 6671891"/>
              <a:gd name="connsiteY21" fmla="*/ 44268 h 2872709"/>
              <a:gd name="connsiteX0" fmla="*/ 6668668 w 6668716"/>
              <a:gd name="connsiteY0" fmla="*/ 1033440 h 2872709"/>
              <a:gd name="connsiteX1" fmla="*/ 6185592 w 6668716"/>
              <a:gd name="connsiteY1" fmla="*/ 1059633 h 2872709"/>
              <a:gd name="connsiteX2" fmla="*/ 6584372 w 6668716"/>
              <a:gd name="connsiteY2" fmla="*/ 1259023 h 2872709"/>
              <a:gd name="connsiteX3" fmla="*/ 6414719 w 6668716"/>
              <a:gd name="connsiteY3" fmla="*/ 1434283 h 2872709"/>
              <a:gd name="connsiteX4" fmla="*/ 6360217 w 6668716"/>
              <a:gd name="connsiteY4" fmla="*/ 1266643 h 2872709"/>
              <a:gd name="connsiteX5" fmla="*/ 5982392 w 6668716"/>
              <a:gd name="connsiteY5" fmla="*/ 2132148 h 2872709"/>
              <a:gd name="connsiteX6" fmla="*/ 5944292 w 6668716"/>
              <a:gd name="connsiteY6" fmla="*/ 2490288 h 2872709"/>
              <a:gd name="connsiteX7" fmla="*/ 5609012 w 6668716"/>
              <a:gd name="connsiteY7" fmla="*/ 2871288 h 2872709"/>
              <a:gd name="connsiteX8" fmla="*/ 5281352 w 6668716"/>
              <a:gd name="connsiteY8" fmla="*/ 2627448 h 2872709"/>
              <a:gd name="connsiteX9" fmla="*/ 4351712 w 6668716"/>
              <a:gd name="connsiteY9" fmla="*/ 2833188 h 2872709"/>
              <a:gd name="connsiteX10" fmla="*/ 3444932 w 6668716"/>
              <a:gd name="connsiteY10" fmla="*/ 2139768 h 2872709"/>
              <a:gd name="connsiteX11" fmla="*/ 2705792 w 6668716"/>
              <a:gd name="connsiteY11" fmla="*/ 2398848 h 2872709"/>
              <a:gd name="connsiteX12" fmla="*/ 2080952 w 6668716"/>
              <a:gd name="connsiteY12" fmla="*/ 1293948 h 2872709"/>
              <a:gd name="connsiteX13" fmla="*/ 1585652 w 6668716"/>
              <a:gd name="connsiteY13" fmla="*/ 1286328 h 2872709"/>
              <a:gd name="connsiteX14" fmla="*/ 1052252 w 6668716"/>
              <a:gd name="connsiteY14" fmla="*/ 1042488 h 2872709"/>
              <a:gd name="connsiteX15" fmla="*/ 168332 w 6668716"/>
              <a:gd name="connsiteY15" fmla="*/ 1164408 h 2872709"/>
              <a:gd name="connsiteX16" fmla="*/ 692 w 6668716"/>
              <a:gd name="connsiteY16" fmla="*/ 1004388 h 2872709"/>
              <a:gd name="connsiteX17" fmla="*/ 130232 w 6668716"/>
              <a:gd name="connsiteY17" fmla="*/ 463368 h 2872709"/>
              <a:gd name="connsiteX18" fmla="*/ 595052 w 6668716"/>
              <a:gd name="connsiteY18" fmla="*/ 326208 h 2872709"/>
              <a:gd name="connsiteX19" fmla="*/ 663632 w 6668716"/>
              <a:gd name="connsiteY19" fmla="*/ 158568 h 2872709"/>
              <a:gd name="connsiteX20" fmla="*/ 798411 w 6668716"/>
              <a:gd name="connsiteY20" fmla="*/ 6168 h 2872709"/>
              <a:gd name="connsiteX21" fmla="*/ 907472 w 6668716"/>
              <a:gd name="connsiteY21" fmla="*/ 44268 h 2872709"/>
              <a:gd name="connsiteX0" fmla="*/ 6668668 w 6668716"/>
              <a:gd name="connsiteY0" fmla="*/ 1033440 h 2872709"/>
              <a:gd name="connsiteX1" fmla="*/ 6185592 w 6668716"/>
              <a:gd name="connsiteY1" fmla="*/ 1059633 h 2872709"/>
              <a:gd name="connsiteX2" fmla="*/ 6584372 w 6668716"/>
              <a:gd name="connsiteY2" fmla="*/ 1259023 h 2872709"/>
              <a:gd name="connsiteX3" fmla="*/ 6424244 w 6668716"/>
              <a:gd name="connsiteY3" fmla="*/ 1431108 h 2872709"/>
              <a:gd name="connsiteX4" fmla="*/ 6360217 w 6668716"/>
              <a:gd name="connsiteY4" fmla="*/ 1266643 h 2872709"/>
              <a:gd name="connsiteX5" fmla="*/ 5982392 w 6668716"/>
              <a:gd name="connsiteY5" fmla="*/ 2132148 h 2872709"/>
              <a:gd name="connsiteX6" fmla="*/ 5944292 w 6668716"/>
              <a:gd name="connsiteY6" fmla="*/ 2490288 h 2872709"/>
              <a:gd name="connsiteX7" fmla="*/ 5609012 w 6668716"/>
              <a:gd name="connsiteY7" fmla="*/ 2871288 h 2872709"/>
              <a:gd name="connsiteX8" fmla="*/ 5281352 w 6668716"/>
              <a:gd name="connsiteY8" fmla="*/ 2627448 h 2872709"/>
              <a:gd name="connsiteX9" fmla="*/ 4351712 w 6668716"/>
              <a:gd name="connsiteY9" fmla="*/ 2833188 h 2872709"/>
              <a:gd name="connsiteX10" fmla="*/ 3444932 w 6668716"/>
              <a:gd name="connsiteY10" fmla="*/ 2139768 h 2872709"/>
              <a:gd name="connsiteX11" fmla="*/ 2705792 w 6668716"/>
              <a:gd name="connsiteY11" fmla="*/ 2398848 h 2872709"/>
              <a:gd name="connsiteX12" fmla="*/ 2080952 w 6668716"/>
              <a:gd name="connsiteY12" fmla="*/ 1293948 h 2872709"/>
              <a:gd name="connsiteX13" fmla="*/ 1585652 w 6668716"/>
              <a:gd name="connsiteY13" fmla="*/ 1286328 h 2872709"/>
              <a:gd name="connsiteX14" fmla="*/ 1052252 w 6668716"/>
              <a:gd name="connsiteY14" fmla="*/ 1042488 h 2872709"/>
              <a:gd name="connsiteX15" fmla="*/ 168332 w 6668716"/>
              <a:gd name="connsiteY15" fmla="*/ 1164408 h 2872709"/>
              <a:gd name="connsiteX16" fmla="*/ 692 w 6668716"/>
              <a:gd name="connsiteY16" fmla="*/ 1004388 h 2872709"/>
              <a:gd name="connsiteX17" fmla="*/ 130232 w 6668716"/>
              <a:gd name="connsiteY17" fmla="*/ 463368 h 2872709"/>
              <a:gd name="connsiteX18" fmla="*/ 595052 w 6668716"/>
              <a:gd name="connsiteY18" fmla="*/ 326208 h 2872709"/>
              <a:gd name="connsiteX19" fmla="*/ 663632 w 6668716"/>
              <a:gd name="connsiteY19" fmla="*/ 158568 h 2872709"/>
              <a:gd name="connsiteX20" fmla="*/ 798411 w 6668716"/>
              <a:gd name="connsiteY20" fmla="*/ 6168 h 2872709"/>
              <a:gd name="connsiteX21" fmla="*/ 907472 w 6668716"/>
              <a:gd name="connsiteY21" fmla="*/ 44268 h 2872709"/>
              <a:gd name="connsiteX0" fmla="*/ 6668668 w 6668716"/>
              <a:gd name="connsiteY0" fmla="*/ 1033440 h 2872709"/>
              <a:gd name="connsiteX1" fmla="*/ 6185592 w 6668716"/>
              <a:gd name="connsiteY1" fmla="*/ 1059633 h 2872709"/>
              <a:gd name="connsiteX2" fmla="*/ 6584372 w 6668716"/>
              <a:gd name="connsiteY2" fmla="*/ 1259023 h 2872709"/>
              <a:gd name="connsiteX3" fmla="*/ 6424244 w 6668716"/>
              <a:gd name="connsiteY3" fmla="*/ 1431108 h 2872709"/>
              <a:gd name="connsiteX4" fmla="*/ 6360217 w 6668716"/>
              <a:gd name="connsiteY4" fmla="*/ 1266643 h 2872709"/>
              <a:gd name="connsiteX5" fmla="*/ 5982392 w 6668716"/>
              <a:gd name="connsiteY5" fmla="*/ 2132148 h 2872709"/>
              <a:gd name="connsiteX6" fmla="*/ 5944292 w 6668716"/>
              <a:gd name="connsiteY6" fmla="*/ 2490288 h 2872709"/>
              <a:gd name="connsiteX7" fmla="*/ 5609012 w 6668716"/>
              <a:gd name="connsiteY7" fmla="*/ 2871288 h 2872709"/>
              <a:gd name="connsiteX8" fmla="*/ 5281352 w 6668716"/>
              <a:gd name="connsiteY8" fmla="*/ 2627448 h 2872709"/>
              <a:gd name="connsiteX9" fmla="*/ 4351712 w 6668716"/>
              <a:gd name="connsiteY9" fmla="*/ 2833188 h 2872709"/>
              <a:gd name="connsiteX10" fmla="*/ 3444932 w 6668716"/>
              <a:gd name="connsiteY10" fmla="*/ 2139768 h 2872709"/>
              <a:gd name="connsiteX11" fmla="*/ 2705792 w 6668716"/>
              <a:gd name="connsiteY11" fmla="*/ 2398848 h 2872709"/>
              <a:gd name="connsiteX12" fmla="*/ 2080952 w 6668716"/>
              <a:gd name="connsiteY12" fmla="*/ 1293948 h 2872709"/>
              <a:gd name="connsiteX13" fmla="*/ 1585652 w 6668716"/>
              <a:gd name="connsiteY13" fmla="*/ 1286328 h 2872709"/>
              <a:gd name="connsiteX14" fmla="*/ 1052252 w 6668716"/>
              <a:gd name="connsiteY14" fmla="*/ 1042488 h 2872709"/>
              <a:gd name="connsiteX15" fmla="*/ 168332 w 6668716"/>
              <a:gd name="connsiteY15" fmla="*/ 1164408 h 2872709"/>
              <a:gd name="connsiteX16" fmla="*/ 692 w 6668716"/>
              <a:gd name="connsiteY16" fmla="*/ 1004388 h 2872709"/>
              <a:gd name="connsiteX17" fmla="*/ 130232 w 6668716"/>
              <a:gd name="connsiteY17" fmla="*/ 463368 h 2872709"/>
              <a:gd name="connsiteX18" fmla="*/ 595052 w 6668716"/>
              <a:gd name="connsiteY18" fmla="*/ 326208 h 2872709"/>
              <a:gd name="connsiteX19" fmla="*/ 663632 w 6668716"/>
              <a:gd name="connsiteY19" fmla="*/ 158568 h 2872709"/>
              <a:gd name="connsiteX20" fmla="*/ 798411 w 6668716"/>
              <a:gd name="connsiteY20" fmla="*/ 6168 h 2872709"/>
              <a:gd name="connsiteX21" fmla="*/ 907472 w 6668716"/>
              <a:gd name="connsiteY21" fmla="*/ 44268 h 2872709"/>
              <a:gd name="connsiteX0" fmla="*/ 6668668 w 6668716"/>
              <a:gd name="connsiteY0" fmla="*/ 1033440 h 2872709"/>
              <a:gd name="connsiteX1" fmla="*/ 6185592 w 6668716"/>
              <a:gd name="connsiteY1" fmla="*/ 1059633 h 2872709"/>
              <a:gd name="connsiteX2" fmla="*/ 6584372 w 6668716"/>
              <a:gd name="connsiteY2" fmla="*/ 1259023 h 2872709"/>
              <a:gd name="connsiteX3" fmla="*/ 6424244 w 6668716"/>
              <a:gd name="connsiteY3" fmla="*/ 1431108 h 2872709"/>
              <a:gd name="connsiteX4" fmla="*/ 6382442 w 6668716"/>
              <a:gd name="connsiteY4" fmla="*/ 1266643 h 2872709"/>
              <a:gd name="connsiteX5" fmla="*/ 5982392 w 6668716"/>
              <a:gd name="connsiteY5" fmla="*/ 2132148 h 2872709"/>
              <a:gd name="connsiteX6" fmla="*/ 5944292 w 6668716"/>
              <a:gd name="connsiteY6" fmla="*/ 2490288 h 2872709"/>
              <a:gd name="connsiteX7" fmla="*/ 5609012 w 6668716"/>
              <a:gd name="connsiteY7" fmla="*/ 2871288 h 2872709"/>
              <a:gd name="connsiteX8" fmla="*/ 5281352 w 6668716"/>
              <a:gd name="connsiteY8" fmla="*/ 2627448 h 2872709"/>
              <a:gd name="connsiteX9" fmla="*/ 4351712 w 6668716"/>
              <a:gd name="connsiteY9" fmla="*/ 2833188 h 2872709"/>
              <a:gd name="connsiteX10" fmla="*/ 3444932 w 6668716"/>
              <a:gd name="connsiteY10" fmla="*/ 2139768 h 2872709"/>
              <a:gd name="connsiteX11" fmla="*/ 2705792 w 6668716"/>
              <a:gd name="connsiteY11" fmla="*/ 2398848 h 2872709"/>
              <a:gd name="connsiteX12" fmla="*/ 2080952 w 6668716"/>
              <a:gd name="connsiteY12" fmla="*/ 1293948 h 2872709"/>
              <a:gd name="connsiteX13" fmla="*/ 1585652 w 6668716"/>
              <a:gd name="connsiteY13" fmla="*/ 1286328 h 2872709"/>
              <a:gd name="connsiteX14" fmla="*/ 1052252 w 6668716"/>
              <a:gd name="connsiteY14" fmla="*/ 1042488 h 2872709"/>
              <a:gd name="connsiteX15" fmla="*/ 168332 w 6668716"/>
              <a:gd name="connsiteY15" fmla="*/ 1164408 h 2872709"/>
              <a:gd name="connsiteX16" fmla="*/ 692 w 6668716"/>
              <a:gd name="connsiteY16" fmla="*/ 1004388 h 2872709"/>
              <a:gd name="connsiteX17" fmla="*/ 130232 w 6668716"/>
              <a:gd name="connsiteY17" fmla="*/ 463368 h 2872709"/>
              <a:gd name="connsiteX18" fmla="*/ 595052 w 6668716"/>
              <a:gd name="connsiteY18" fmla="*/ 326208 h 2872709"/>
              <a:gd name="connsiteX19" fmla="*/ 663632 w 6668716"/>
              <a:gd name="connsiteY19" fmla="*/ 158568 h 2872709"/>
              <a:gd name="connsiteX20" fmla="*/ 798411 w 6668716"/>
              <a:gd name="connsiteY20" fmla="*/ 6168 h 2872709"/>
              <a:gd name="connsiteX21" fmla="*/ 907472 w 6668716"/>
              <a:gd name="connsiteY21" fmla="*/ 44268 h 2872709"/>
              <a:gd name="connsiteX0" fmla="*/ 6668668 w 6668717"/>
              <a:gd name="connsiteY0" fmla="*/ 1033440 h 2872709"/>
              <a:gd name="connsiteX1" fmla="*/ 6185592 w 6668717"/>
              <a:gd name="connsiteY1" fmla="*/ 1059633 h 2872709"/>
              <a:gd name="connsiteX2" fmla="*/ 6511347 w 6668717"/>
              <a:gd name="connsiteY2" fmla="*/ 1271723 h 2872709"/>
              <a:gd name="connsiteX3" fmla="*/ 6424244 w 6668717"/>
              <a:gd name="connsiteY3" fmla="*/ 1431108 h 2872709"/>
              <a:gd name="connsiteX4" fmla="*/ 6382442 w 6668717"/>
              <a:gd name="connsiteY4" fmla="*/ 1266643 h 2872709"/>
              <a:gd name="connsiteX5" fmla="*/ 5982392 w 6668717"/>
              <a:gd name="connsiteY5" fmla="*/ 2132148 h 2872709"/>
              <a:gd name="connsiteX6" fmla="*/ 5944292 w 6668717"/>
              <a:gd name="connsiteY6" fmla="*/ 2490288 h 2872709"/>
              <a:gd name="connsiteX7" fmla="*/ 5609012 w 6668717"/>
              <a:gd name="connsiteY7" fmla="*/ 2871288 h 2872709"/>
              <a:gd name="connsiteX8" fmla="*/ 5281352 w 6668717"/>
              <a:gd name="connsiteY8" fmla="*/ 2627448 h 2872709"/>
              <a:gd name="connsiteX9" fmla="*/ 4351712 w 6668717"/>
              <a:gd name="connsiteY9" fmla="*/ 2833188 h 2872709"/>
              <a:gd name="connsiteX10" fmla="*/ 3444932 w 6668717"/>
              <a:gd name="connsiteY10" fmla="*/ 2139768 h 2872709"/>
              <a:gd name="connsiteX11" fmla="*/ 2705792 w 6668717"/>
              <a:gd name="connsiteY11" fmla="*/ 2398848 h 2872709"/>
              <a:gd name="connsiteX12" fmla="*/ 2080952 w 6668717"/>
              <a:gd name="connsiteY12" fmla="*/ 1293948 h 2872709"/>
              <a:gd name="connsiteX13" fmla="*/ 1585652 w 6668717"/>
              <a:gd name="connsiteY13" fmla="*/ 1286328 h 2872709"/>
              <a:gd name="connsiteX14" fmla="*/ 1052252 w 6668717"/>
              <a:gd name="connsiteY14" fmla="*/ 1042488 h 2872709"/>
              <a:gd name="connsiteX15" fmla="*/ 168332 w 6668717"/>
              <a:gd name="connsiteY15" fmla="*/ 1164408 h 2872709"/>
              <a:gd name="connsiteX16" fmla="*/ 692 w 6668717"/>
              <a:gd name="connsiteY16" fmla="*/ 1004388 h 2872709"/>
              <a:gd name="connsiteX17" fmla="*/ 130232 w 6668717"/>
              <a:gd name="connsiteY17" fmla="*/ 463368 h 2872709"/>
              <a:gd name="connsiteX18" fmla="*/ 595052 w 6668717"/>
              <a:gd name="connsiteY18" fmla="*/ 326208 h 2872709"/>
              <a:gd name="connsiteX19" fmla="*/ 663632 w 6668717"/>
              <a:gd name="connsiteY19" fmla="*/ 158568 h 2872709"/>
              <a:gd name="connsiteX20" fmla="*/ 798411 w 6668717"/>
              <a:gd name="connsiteY20" fmla="*/ 6168 h 2872709"/>
              <a:gd name="connsiteX21" fmla="*/ 907472 w 6668717"/>
              <a:gd name="connsiteY21" fmla="*/ 44268 h 2872709"/>
              <a:gd name="connsiteX0" fmla="*/ 6668668 w 6668717"/>
              <a:gd name="connsiteY0" fmla="*/ 1033440 h 2872709"/>
              <a:gd name="connsiteX1" fmla="*/ 6185592 w 6668717"/>
              <a:gd name="connsiteY1" fmla="*/ 1059633 h 2872709"/>
              <a:gd name="connsiteX2" fmla="*/ 6511347 w 6668717"/>
              <a:gd name="connsiteY2" fmla="*/ 1271723 h 2872709"/>
              <a:gd name="connsiteX3" fmla="*/ 6424244 w 6668717"/>
              <a:gd name="connsiteY3" fmla="*/ 1431108 h 2872709"/>
              <a:gd name="connsiteX4" fmla="*/ 6382442 w 6668717"/>
              <a:gd name="connsiteY4" fmla="*/ 1266643 h 2872709"/>
              <a:gd name="connsiteX5" fmla="*/ 5982392 w 6668717"/>
              <a:gd name="connsiteY5" fmla="*/ 2132148 h 2872709"/>
              <a:gd name="connsiteX6" fmla="*/ 5944292 w 6668717"/>
              <a:gd name="connsiteY6" fmla="*/ 2490288 h 2872709"/>
              <a:gd name="connsiteX7" fmla="*/ 5609012 w 6668717"/>
              <a:gd name="connsiteY7" fmla="*/ 2871288 h 2872709"/>
              <a:gd name="connsiteX8" fmla="*/ 5281352 w 6668717"/>
              <a:gd name="connsiteY8" fmla="*/ 2627448 h 2872709"/>
              <a:gd name="connsiteX9" fmla="*/ 4351712 w 6668717"/>
              <a:gd name="connsiteY9" fmla="*/ 2833188 h 2872709"/>
              <a:gd name="connsiteX10" fmla="*/ 3444932 w 6668717"/>
              <a:gd name="connsiteY10" fmla="*/ 2139768 h 2872709"/>
              <a:gd name="connsiteX11" fmla="*/ 2705792 w 6668717"/>
              <a:gd name="connsiteY11" fmla="*/ 2398848 h 2872709"/>
              <a:gd name="connsiteX12" fmla="*/ 2080952 w 6668717"/>
              <a:gd name="connsiteY12" fmla="*/ 1293948 h 2872709"/>
              <a:gd name="connsiteX13" fmla="*/ 1585652 w 6668717"/>
              <a:gd name="connsiteY13" fmla="*/ 1286328 h 2872709"/>
              <a:gd name="connsiteX14" fmla="*/ 1052252 w 6668717"/>
              <a:gd name="connsiteY14" fmla="*/ 1042488 h 2872709"/>
              <a:gd name="connsiteX15" fmla="*/ 168332 w 6668717"/>
              <a:gd name="connsiteY15" fmla="*/ 1164408 h 2872709"/>
              <a:gd name="connsiteX16" fmla="*/ 692 w 6668717"/>
              <a:gd name="connsiteY16" fmla="*/ 1004388 h 2872709"/>
              <a:gd name="connsiteX17" fmla="*/ 130232 w 6668717"/>
              <a:gd name="connsiteY17" fmla="*/ 463368 h 2872709"/>
              <a:gd name="connsiteX18" fmla="*/ 595052 w 6668717"/>
              <a:gd name="connsiteY18" fmla="*/ 326208 h 2872709"/>
              <a:gd name="connsiteX19" fmla="*/ 663632 w 6668717"/>
              <a:gd name="connsiteY19" fmla="*/ 158568 h 2872709"/>
              <a:gd name="connsiteX20" fmla="*/ 798411 w 6668717"/>
              <a:gd name="connsiteY20" fmla="*/ 6168 h 2872709"/>
              <a:gd name="connsiteX21" fmla="*/ 907472 w 6668717"/>
              <a:gd name="connsiteY21" fmla="*/ 44268 h 2872709"/>
              <a:gd name="connsiteX0" fmla="*/ 6668668 w 6668717"/>
              <a:gd name="connsiteY0" fmla="*/ 1033440 h 2872709"/>
              <a:gd name="connsiteX1" fmla="*/ 6185592 w 6668717"/>
              <a:gd name="connsiteY1" fmla="*/ 1059633 h 2872709"/>
              <a:gd name="connsiteX2" fmla="*/ 6511347 w 6668717"/>
              <a:gd name="connsiteY2" fmla="*/ 1271723 h 2872709"/>
              <a:gd name="connsiteX3" fmla="*/ 6424244 w 6668717"/>
              <a:gd name="connsiteY3" fmla="*/ 1431108 h 2872709"/>
              <a:gd name="connsiteX4" fmla="*/ 6382442 w 6668717"/>
              <a:gd name="connsiteY4" fmla="*/ 1266643 h 2872709"/>
              <a:gd name="connsiteX5" fmla="*/ 5982392 w 6668717"/>
              <a:gd name="connsiteY5" fmla="*/ 2132148 h 2872709"/>
              <a:gd name="connsiteX6" fmla="*/ 5944292 w 6668717"/>
              <a:gd name="connsiteY6" fmla="*/ 2490288 h 2872709"/>
              <a:gd name="connsiteX7" fmla="*/ 5609012 w 6668717"/>
              <a:gd name="connsiteY7" fmla="*/ 2871288 h 2872709"/>
              <a:gd name="connsiteX8" fmla="*/ 5281352 w 6668717"/>
              <a:gd name="connsiteY8" fmla="*/ 2627448 h 2872709"/>
              <a:gd name="connsiteX9" fmla="*/ 4351712 w 6668717"/>
              <a:gd name="connsiteY9" fmla="*/ 2833188 h 2872709"/>
              <a:gd name="connsiteX10" fmla="*/ 3444932 w 6668717"/>
              <a:gd name="connsiteY10" fmla="*/ 2139768 h 2872709"/>
              <a:gd name="connsiteX11" fmla="*/ 2705792 w 6668717"/>
              <a:gd name="connsiteY11" fmla="*/ 2398848 h 2872709"/>
              <a:gd name="connsiteX12" fmla="*/ 2080952 w 6668717"/>
              <a:gd name="connsiteY12" fmla="*/ 1293948 h 2872709"/>
              <a:gd name="connsiteX13" fmla="*/ 1585652 w 6668717"/>
              <a:gd name="connsiteY13" fmla="*/ 1286328 h 2872709"/>
              <a:gd name="connsiteX14" fmla="*/ 1052252 w 6668717"/>
              <a:gd name="connsiteY14" fmla="*/ 1042488 h 2872709"/>
              <a:gd name="connsiteX15" fmla="*/ 168332 w 6668717"/>
              <a:gd name="connsiteY15" fmla="*/ 1164408 h 2872709"/>
              <a:gd name="connsiteX16" fmla="*/ 692 w 6668717"/>
              <a:gd name="connsiteY16" fmla="*/ 1004388 h 2872709"/>
              <a:gd name="connsiteX17" fmla="*/ 130232 w 6668717"/>
              <a:gd name="connsiteY17" fmla="*/ 463368 h 2872709"/>
              <a:gd name="connsiteX18" fmla="*/ 595052 w 6668717"/>
              <a:gd name="connsiteY18" fmla="*/ 326208 h 2872709"/>
              <a:gd name="connsiteX19" fmla="*/ 663632 w 6668717"/>
              <a:gd name="connsiteY19" fmla="*/ 158568 h 2872709"/>
              <a:gd name="connsiteX20" fmla="*/ 798411 w 6668717"/>
              <a:gd name="connsiteY20" fmla="*/ 6168 h 2872709"/>
              <a:gd name="connsiteX21" fmla="*/ 907472 w 6668717"/>
              <a:gd name="connsiteY21" fmla="*/ 44268 h 2872709"/>
              <a:gd name="connsiteX0" fmla="*/ 6668668 w 6668717"/>
              <a:gd name="connsiteY0" fmla="*/ 1033440 h 2872709"/>
              <a:gd name="connsiteX1" fmla="*/ 6185592 w 6668717"/>
              <a:gd name="connsiteY1" fmla="*/ 1059633 h 2872709"/>
              <a:gd name="connsiteX2" fmla="*/ 6511347 w 6668717"/>
              <a:gd name="connsiteY2" fmla="*/ 1271723 h 2872709"/>
              <a:gd name="connsiteX3" fmla="*/ 6424244 w 6668717"/>
              <a:gd name="connsiteY3" fmla="*/ 1431108 h 2872709"/>
              <a:gd name="connsiteX4" fmla="*/ 6382442 w 6668717"/>
              <a:gd name="connsiteY4" fmla="*/ 1266643 h 2872709"/>
              <a:gd name="connsiteX5" fmla="*/ 5982392 w 6668717"/>
              <a:gd name="connsiteY5" fmla="*/ 2132148 h 2872709"/>
              <a:gd name="connsiteX6" fmla="*/ 5944292 w 6668717"/>
              <a:gd name="connsiteY6" fmla="*/ 2490288 h 2872709"/>
              <a:gd name="connsiteX7" fmla="*/ 5609012 w 6668717"/>
              <a:gd name="connsiteY7" fmla="*/ 2871288 h 2872709"/>
              <a:gd name="connsiteX8" fmla="*/ 5281352 w 6668717"/>
              <a:gd name="connsiteY8" fmla="*/ 2627448 h 2872709"/>
              <a:gd name="connsiteX9" fmla="*/ 4351712 w 6668717"/>
              <a:gd name="connsiteY9" fmla="*/ 2833188 h 2872709"/>
              <a:gd name="connsiteX10" fmla="*/ 3444932 w 6668717"/>
              <a:gd name="connsiteY10" fmla="*/ 2139768 h 2872709"/>
              <a:gd name="connsiteX11" fmla="*/ 2705792 w 6668717"/>
              <a:gd name="connsiteY11" fmla="*/ 2398848 h 2872709"/>
              <a:gd name="connsiteX12" fmla="*/ 2080952 w 6668717"/>
              <a:gd name="connsiteY12" fmla="*/ 1293948 h 2872709"/>
              <a:gd name="connsiteX13" fmla="*/ 1585652 w 6668717"/>
              <a:gd name="connsiteY13" fmla="*/ 1286328 h 2872709"/>
              <a:gd name="connsiteX14" fmla="*/ 1052252 w 6668717"/>
              <a:gd name="connsiteY14" fmla="*/ 1042488 h 2872709"/>
              <a:gd name="connsiteX15" fmla="*/ 168332 w 6668717"/>
              <a:gd name="connsiteY15" fmla="*/ 1164408 h 2872709"/>
              <a:gd name="connsiteX16" fmla="*/ 692 w 6668717"/>
              <a:gd name="connsiteY16" fmla="*/ 1004388 h 2872709"/>
              <a:gd name="connsiteX17" fmla="*/ 130232 w 6668717"/>
              <a:gd name="connsiteY17" fmla="*/ 463368 h 2872709"/>
              <a:gd name="connsiteX18" fmla="*/ 595052 w 6668717"/>
              <a:gd name="connsiteY18" fmla="*/ 326208 h 2872709"/>
              <a:gd name="connsiteX19" fmla="*/ 663632 w 6668717"/>
              <a:gd name="connsiteY19" fmla="*/ 158568 h 2872709"/>
              <a:gd name="connsiteX20" fmla="*/ 798411 w 6668717"/>
              <a:gd name="connsiteY20" fmla="*/ 6168 h 2872709"/>
              <a:gd name="connsiteX21" fmla="*/ 907472 w 6668717"/>
              <a:gd name="connsiteY21" fmla="*/ 44268 h 2872709"/>
              <a:gd name="connsiteX0" fmla="*/ 6668668 w 6668717"/>
              <a:gd name="connsiteY0" fmla="*/ 1033440 h 2872709"/>
              <a:gd name="connsiteX1" fmla="*/ 6185592 w 6668717"/>
              <a:gd name="connsiteY1" fmla="*/ 1059633 h 2872709"/>
              <a:gd name="connsiteX2" fmla="*/ 6511347 w 6668717"/>
              <a:gd name="connsiteY2" fmla="*/ 1271723 h 2872709"/>
              <a:gd name="connsiteX3" fmla="*/ 6424244 w 6668717"/>
              <a:gd name="connsiteY3" fmla="*/ 1431108 h 2872709"/>
              <a:gd name="connsiteX4" fmla="*/ 6382442 w 6668717"/>
              <a:gd name="connsiteY4" fmla="*/ 1266643 h 2872709"/>
              <a:gd name="connsiteX5" fmla="*/ 6436417 w 6668717"/>
              <a:gd name="connsiteY5" fmla="*/ 1890848 h 2872709"/>
              <a:gd name="connsiteX6" fmla="*/ 5944292 w 6668717"/>
              <a:gd name="connsiteY6" fmla="*/ 2490288 h 2872709"/>
              <a:gd name="connsiteX7" fmla="*/ 5609012 w 6668717"/>
              <a:gd name="connsiteY7" fmla="*/ 2871288 h 2872709"/>
              <a:gd name="connsiteX8" fmla="*/ 5281352 w 6668717"/>
              <a:gd name="connsiteY8" fmla="*/ 2627448 h 2872709"/>
              <a:gd name="connsiteX9" fmla="*/ 4351712 w 6668717"/>
              <a:gd name="connsiteY9" fmla="*/ 2833188 h 2872709"/>
              <a:gd name="connsiteX10" fmla="*/ 3444932 w 6668717"/>
              <a:gd name="connsiteY10" fmla="*/ 2139768 h 2872709"/>
              <a:gd name="connsiteX11" fmla="*/ 2705792 w 6668717"/>
              <a:gd name="connsiteY11" fmla="*/ 2398848 h 2872709"/>
              <a:gd name="connsiteX12" fmla="*/ 2080952 w 6668717"/>
              <a:gd name="connsiteY12" fmla="*/ 1293948 h 2872709"/>
              <a:gd name="connsiteX13" fmla="*/ 1585652 w 6668717"/>
              <a:gd name="connsiteY13" fmla="*/ 1286328 h 2872709"/>
              <a:gd name="connsiteX14" fmla="*/ 1052252 w 6668717"/>
              <a:gd name="connsiteY14" fmla="*/ 1042488 h 2872709"/>
              <a:gd name="connsiteX15" fmla="*/ 168332 w 6668717"/>
              <a:gd name="connsiteY15" fmla="*/ 1164408 h 2872709"/>
              <a:gd name="connsiteX16" fmla="*/ 692 w 6668717"/>
              <a:gd name="connsiteY16" fmla="*/ 1004388 h 2872709"/>
              <a:gd name="connsiteX17" fmla="*/ 130232 w 6668717"/>
              <a:gd name="connsiteY17" fmla="*/ 463368 h 2872709"/>
              <a:gd name="connsiteX18" fmla="*/ 595052 w 6668717"/>
              <a:gd name="connsiteY18" fmla="*/ 326208 h 2872709"/>
              <a:gd name="connsiteX19" fmla="*/ 663632 w 6668717"/>
              <a:gd name="connsiteY19" fmla="*/ 158568 h 2872709"/>
              <a:gd name="connsiteX20" fmla="*/ 798411 w 6668717"/>
              <a:gd name="connsiteY20" fmla="*/ 6168 h 2872709"/>
              <a:gd name="connsiteX21" fmla="*/ 907472 w 6668717"/>
              <a:gd name="connsiteY21" fmla="*/ 44268 h 2872709"/>
              <a:gd name="connsiteX0" fmla="*/ 6668668 w 6668717"/>
              <a:gd name="connsiteY0" fmla="*/ 1033440 h 2872709"/>
              <a:gd name="connsiteX1" fmla="*/ 6185592 w 6668717"/>
              <a:gd name="connsiteY1" fmla="*/ 1059633 h 2872709"/>
              <a:gd name="connsiteX2" fmla="*/ 6511347 w 6668717"/>
              <a:gd name="connsiteY2" fmla="*/ 1271723 h 2872709"/>
              <a:gd name="connsiteX3" fmla="*/ 6424244 w 6668717"/>
              <a:gd name="connsiteY3" fmla="*/ 1431108 h 2872709"/>
              <a:gd name="connsiteX4" fmla="*/ 6363392 w 6668717"/>
              <a:gd name="connsiteY4" fmla="*/ 1269818 h 2872709"/>
              <a:gd name="connsiteX5" fmla="*/ 6436417 w 6668717"/>
              <a:gd name="connsiteY5" fmla="*/ 1890848 h 2872709"/>
              <a:gd name="connsiteX6" fmla="*/ 5944292 w 6668717"/>
              <a:gd name="connsiteY6" fmla="*/ 2490288 h 2872709"/>
              <a:gd name="connsiteX7" fmla="*/ 5609012 w 6668717"/>
              <a:gd name="connsiteY7" fmla="*/ 2871288 h 2872709"/>
              <a:gd name="connsiteX8" fmla="*/ 5281352 w 6668717"/>
              <a:gd name="connsiteY8" fmla="*/ 2627448 h 2872709"/>
              <a:gd name="connsiteX9" fmla="*/ 4351712 w 6668717"/>
              <a:gd name="connsiteY9" fmla="*/ 2833188 h 2872709"/>
              <a:gd name="connsiteX10" fmla="*/ 3444932 w 6668717"/>
              <a:gd name="connsiteY10" fmla="*/ 2139768 h 2872709"/>
              <a:gd name="connsiteX11" fmla="*/ 2705792 w 6668717"/>
              <a:gd name="connsiteY11" fmla="*/ 2398848 h 2872709"/>
              <a:gd name="connsiteX12" fmla="*/ 2080952 w 6668717"/>
              <a:gd name="connsiteY12" fmla="*/ 1293948 h 2872709"/>
              <a:gd name="connsiteX13" fmla="*/ 1585652 w 6668717"/>
              <a:gd name="connsiteY13" fmla="*/ 1286328 h 2872709"/>
              <a:gd name="connsiteX14" fmla="*/ 1052252 w 6668717"/>
              <a:gd name="connsiteY14" fmla="*/ 1042488 h 2872709"/>
              <a:gd name="connsiteX15" fmla="*/ 168332 w 6668717"/>
              <a:gd name="connsiteY15" fmla="*/ 1164408 h 2872709"/>
              <a:gd name="connsiteX16" fmla="*/ 692 w 6668717"/>
              <a:gd name="connsiteY16" fmla="*/ 1004388 h 2872709"/>
              <a:gd name="connsiteX17" fmla="*/ 130232 w 6668717"/>
              <a:gd name="connsiteY17" fmla="*/ 463368 h 2872709"/>
              <a:gd name="connsiteX18" fmla="*/ 595052 w 6668717"/>
              <a:gd name="connsiteY18" fmla="*/ 326208 h 2872709"/>
              <a:gd name="connsiteX19" fmla="*/ 663632 w 6668717"/>
              <a:gd name="connsiteY19" fmla="*/ 158568 h 2872709"/>
              <a:gd name="connsiteX20" fmla="*/ 798411 w 6668717"/>
              <a:gd name="connsiteY20" fmla="*/ 6168 h 2872709"/>
              <a:gd name="connsiteX21" fmla="*/ 907472 w 6668717"/>
              <a:gd name="connsiteY21" fmla="*/ 44268 h 2872709"/>
              <a:gd name="connsiteX0" fmla="*/ 6668668 w 6668717"/>
              <a:gd name="connsiteY0" fmla="*/ 1033440 h 2872709"/>
              <a:gd name="connsiteX1" fmla="*/ 6185592 w 6668717"/>
              <a:gd name="connsiteY1" fmla="*/ 1059633 h 2872709"/>
              <a:gd name="connsiteX2" fmla="*/ 6511347 w 6668717"/>
              <a:gd name="connsiteY2" fmla="*/ 1271723 h 2872709"/>
              <a:gd name="connsiteX3" fmla="*/ 6424244 w 6668717"/>
              <a:gd name="connsiteY3" fmla="*/ 1431108 h 2872709"/>
              <a:gd name="connsiteX4" fmla="*/ 6363392 w 6668717"/>
              <a:gd name="connsiteY4" fmla="*/ 1269818 h 2872709"/>
              <a:gd name="connsiteX5" fmla="*/ 6436417 w 6668717"/>
              <a:gd name="connsiteY5" fmla="*/ 1890848 h 2872709"/>
              <a:gd name="connsiteX6" fmla="*/ 5944292 w 6668717"/>
              <a:gd name="connsiteY6" fmla="*/ 2490288 h 2872709"/>
              <a:gd name="connsiteX7" fmla="*/ 5609012 w 6668717"/>
              <a:gd name="connsiteY7" fmla="*/ 2871288 h 2872709"/>
              <a:gd name="connsiteX8" fmla="*/ 5281352 w 6668717"/>
              <a:gd name="connsiteY8" fmla="*/ 2627448 h 2872709"/>
              <a:gd name="connsiteX9" fmla="*/ 4351712 w 6668717"/>
              <a:gd name="connsiteY9" fmla="*/ 2833188 h 2872709"/>
              <a:gd name="connsiteX10" fmla="*/ 3444932 w 6668717"/>
              <a:gd name="connsiteY10" fmla="*/ 2139768 h 2872709"/>
              <a:gd name="connsiteX11" fmla="*/ 2705792 w 6668717"/>
              <a:gd name="connsiteY11" fmla="*/ 2398848 h 2872709"/>
              <a:gd name="connsiteX12" fmla="*/ 2080952 w 6668717"/>
              <a:gd name="connsiteY12" fmla="*/ 1293948 h 2872709"/>
              <a:gd name="connsiteX13" fmla="*/ 1585652 w 6668717"/>
              <a:gd name="connsiteY13" fmla="*/ 1286328 h 2872709"/>
              <a:gd name="connsiteX14" fmla="*/ 1052252 w 6668717"/>
              <a:gd name="connsiteY14" fmla="*/ 1042488 h 2872709"/>
              <a:gd name="connsiteX15" fmla="*/ 168332 w 6668717"/>
              <a:gd name="connsiteY15" fmla="*/ 1164408 h 2872709"/>
              <a:gd name="connsiteX16" fmla="*/ 692 w 6668717"/>
              <a:gd name="connsiteY16" fmla="*/ 1004388 h 2872709"/>
              <a:gd name="connsiteX17" fmla="*/ 130232 w 6668717"/>
              <a:gd name="connsiteY17" fmla="*/ 463368 h 2872709"/>
              <a:gd name="connsiteX18" fmla="*/ 595052 w 6668717"/>
              <a:gd name="connsiteY18" fmla="*/ 326208 h 2872709"/>
              <a:gd name="connsiteX19" fmla="*/ 663632 w 6668717"/>
              <a:gd name="connsiteY19" fmla="*/ 158568 h 2872709"/>
              <a:gd name="connsiteX20" fmla="*/ 798411 w 6668717"/>
              <a:gd name="connsiteY20" fmla="*/ 6168 h 2872709"/>
              <a:gd name="connsiteX21" fmla="*/ 907472 w 6668717"/>
              <a:gd name="connsiteY21" fmla="*/ 44268 h 2872709"/>
              <a:gd name="connsiteX0" fmla="*/ 6668668 w 6668717"/>
              <a:gd name="connsiteY0" fmla="*/ 1033440 h 2872709"/>
              <a:gd name="connsiteX1" fmla="*/ 6185592 w 6668717"/>
              <a:gd name="connsiteY1" fmla="*/ 1059633 h 2872709"/>
              <a:gd name="connsiteX2" fmla="*/ 6511347 w 6668717"/>
              <a:gd name="connsiteY2" fmla="*/ 1271723 h 2872709"/>
              <a:gd name="connsiteX3" fmla="*/ 6405194 w 6668717"/>
              <a:gd name="connsiteY3" fmla="*/ 1437458 h 2872709"/>
              <a:gd name="connsiteX4" fmla="*/ 6363392 w 6668717"/>
              <a:gd name="connsiteY4" fmla="*/ 1269818 h 2872709"/>
              <a:gd name="connsiteX5" fmla="*/ 6436417 w 6668717"/>
              <a:gd name="connsiteY5" fmla="*/ 1890848 h 2872709"/>
              <a:gd name="connsiteX6" fmla="*/ 5944292 w 6668717"/>
              <a:gd name="connsiteY6" fmla="*/ 2490288 h 2872709"/>
              <a:gd name="connsiteX7" fmla="*/ 5609012 w 6668717"/>
              <a:gd name="connsiteY7" fmla="*/ 2871288 h 2872709"/>
              <a:gd name="connsiteX8" fmla="*/ 5281352 w 6668717"/>
              <a:gd name="connsiteY8" fmla="*/ 2627448 h 2872709"/>
              <a:gd name="connsiteX9" fmla="*/ 4351712 w 6668717"/>
              <a:gd name="connsiteY9" fmla="*/ 2833188 h 2872709"/>
              <a:gd name="connsiteX10" fmla="*/ 3444932 w 6668717"/>
              <a:gd name="connsiteY10" fmla="*/ 2139768 h 2872709"/>
              <a:gd name="connsiteX11" fmla="*/ 2705792 w 6668717"/>
              <a:gd name="connsiteY11" fmla="*/ 2398848 h 2872709"/>
              <a:gd name="connsiteX12" fmla="*/ 2080952 w 6668717"/>
              <a:gd name="connsiteY12" fmla="*/ 1293948 h 2872709"/>
              <a:gd name="connsiteX13" fmla="*/ 1585652 w 6668717"/>
              <a:gd name="connsiteY13" fmla="*/ 1286328 h 2872709"/>
              <a:gd name="connsiteX14" fmla="*/ 1052252 w 6668717"/>
              <a:gd name="connsiteY14" fmla="*/ 1042488 h 2872709"/>
              <a:gd name="connsiteX15" fmla="*/ 168332 w 6668717"/>
              <a:gd name="connsiteY15" fmla="*/ 1164408 h 2872709"/>
              <a:gd name="connsiteX16" fmla="*/ 692 w 6668717"/>
              <a:gd name="connsiteY16" fmla="*/ 1004388 h 2872709"/>
              <a:gd name="connsiteX17" fmla="*/ 130232 w 6668717"/>
              <a:gd name="connsiteY17" fmla="*/ 463368 h 2872709"/>
              <a:gd name="connsiteX18" fmla="*/ 595052 w 6668717"/>
              <a:gd name="connsiteY18" fmla="*/ 326208 h 2872709"/>
              <a:gd name="connsiteX19" fmla="*/ 663632 w 6668717"/>
              <a:gd name="connsiteY19" fmla="*/ 158568 h 2872709"/>
              <a:gd name="connsiteX20" fmla="*/ 798411 w 6668717"/>
              <a:gd name="connsiteY20" fmla="*/ 6168 h 2872709"/>
              <a:gd name="connsiteX21" fmla="*/ 907472 w 6668717"/>
              <a:gd name="connsiteY21" fmla="*/ 44268 h 2872709"/>
              <a:gd name="connsiteX0" fmla="*/ 6668668 w 6668717"/>
              <a:gd name="connsiteY0" fmla="*/ 1033440 h 2872709"/>
              <a:gd name="connsiteX1" fmla="*/ 6185592 w 6668717"/>
              <a:gd name="connsiteY1" fmla="*/ 1059633 h 2872709"/>
              <a:gd name="connsiteX2" fmla="*/ 6511347 w 6668717"/>
              <a:gd name="connsiteY2" fmla="*/ 1271723 h 2872709"/>
              <a:gd name="connsiteX3" fmla="*/ 6405194 w 6668717"/>
              <a:gd name="connsiteY3" fmla="*/ 1437458 h 2872709"/>
              <a:gd name="connsiteX4" fmla="*/ 6363392 w 6668717"/>
              <a:gd name="connsiteY4" fmla="*/ 1269818 h 2872709"/>
              <a:gd name="connsiteX5" fmla="*/ 6436417 w 6668717"/>
              <a:gd name="connsiteY5" fmla="*/ 1890848 h 2872709"/>
              <a:gd name="connsiteX6" fmla="*/ 5944292 w 6668717"/>
              <a:gd name="connsiteY6" fmla="*/ 2490288 h 2872709"/>
              <a:gd name="connsiteX7" fmla="*/ 5609012 w 6668717"/>
              <a:gd name="connsiteY7" fmla="*/ 2871288 h 2872709"/>
              <a:gd name="connsiteX8" fmla="*/ 5281352 w 6668717"/>
              <a:gd name="connsiteY8" fmla="*/ 2627448 h 2872709"/>
              <a:gd name="connsiteX9" fmla="*/ 4351712 w 6668717"/>
              <a:gd name="connsiteY9" fmla="*/ 2833188 h 2872709"/>
              <a:gd name="connsiteX10" fmla="*/ 3444932 w 6668717"/>
              <a:gd name="connsiteY10" fmla="*/ 2139768 h 2872709"/>
              <a:gd name="connsiteX11" fmla="*/ 2705792 w 6668717"/>
              <a:gd name="connsiteY11" fmla="*/ 2398848 h 2872709"/>
              <a:gd name="connsiteX12" fmla="*/ 2080952 w 6668717"/>
              <a:gd name="connsiteY12" fmla="*/ 1293948 h 2872709"/>
              <a:gd name="connsiteX13" fmla="*/ 1585652 w 6668717"/>
              <a:gd name="connsiteY13" fmla="*/ 1286328 h 2872709"/>
              <a:gd name="connsiteX14" fmla="*/ 1052252 w 6668717"/>
              <a:gd name="connsiteY14" fmla="*/ 1042488 h 2872709"/>
              <a:gd name="connsiteX15" fmla="*/ 168332 w 6668717"/>
              <a:gd name="connsiteY15" fmla="*/ 1164408 h 2872709"/>
              <a:gd name="connsiteX16" fmla="*/ 692 w 6668717"/>
              <a:gd name="connsiteY16" fmla="*/ 1004388 h 2872709"/>
              <a:gd name="connsiteX17" fmla="*/ 130232 w 6668717"/>
              <a:gd name="connsiteY17" fmla="*/ 463368 h 2872709"/>
              <a:gd name="connsiteX18" fmla="*/ 595052 w 6668717"/>
              <a:gd name="connsiteY18" fmla="*/ 326208 h 2872709"/>
              <a:gd name="connsiteX19" fmla="*/ 663632 w 6668717"/>
              <a:gd name="connsiteY19" fmla="*/ 158568 h 2872709"/>
              <a:gd name="connsiteX20" fmla="*/ 798411 w 6668717"/>
              <a:gd name="connsiteY20" fmla="*/ 6168 h 2872709"/>
              <a:gd name="connsiteX21" fmla="*/ 907472 w 6668717"/>
              <a:gd name="connsiteY21" fmla="*/ 44268 h 2872709"/>
              <a:gd name="connsiteX0" fmla="*/ 6668668 w 6668717"/>
              <a:gd name="connsiteY0" fmla="*/ 1033440 h 2872709"/>
              <a:gd name="connsiteX1" fmla="*/ 6185592 w 6668717"/>
              <a:gd name="connsiteY1" fmla="*/ 1059633 h 2872709"/>
              <a:gd name="connsiteX2" fmla="*/ 6511347 w 6668717"/>
              <a:gd name="connsiteY2" fmla="*/ 1271723 h 2872709"/>
              <a:gd name="connsiteX3" fmla="*/ 6405194 w 6668717"/>
              <a:gd name="connsiteY3" fmla="*/ 1437458 h 2872709"/>
              <a:gd name="connsiteX4" fmla="*/ 6363392 w 6668717"/>
              <a:gd name="connsiteY4" fmla="*/ 1269818 h 2872709"/>
              <a:gd name="connsiteX5" fmla="*/ 6449645 w 6668717"/>
              <a:gd name="connsiteY5" fmla="*/ 1659708 h 2872709"/>
              <a:gd name="connsiteX6" fmla="*/ 6436417 w 6668717"/>
              <a:gd name="connsiteY6" fmla="*/ 1890848 h 2872709"/>
              <a:gd name="connsiteX7" fmla="*/ 5944292 w 6668717"/>
              <a:gd name="connsiteY7" fmla="*/ 2490288 h 2872709"/>
              <a:gd name="connsiteX8" fmla="*/ 5609012 w 6668717"/>
              <a:gd name="connsiteY8" fmla="*/ 2871288 h 2872709"/>
              <a:gd name="connsiteX9" fmla="*/ 5281352 w 6668717"/>
              <a:gd name="connsiteY9" fmla="*/ 2627448 h 2872709"/>
              <a:gd name="connsiteX10" fmla="*/ 4351712 w 6668717"/>
              <a:gd name="connsiteY10" fmla="*/ 2833188 h 2872709"/>
              <a:gd name="connsiteX11" fmla="*/ 3444932 w 6668717"/>
              <a:gd name="connsiteY11" fmla="*/ 2139768 h 2872709"/>
              <a:gd name="connsiteX12" fmla="*/ 2705792 w 6668717"/>
              <a:gd name="connsiteY12" fmla="*/ 2398848 h 2872709"/>
              <a:gd name="connsiteX13" fmla="*/ 2080952 w 6668717"/>
              <a:gd name="connsiteY13" fmla="*/ 1293948 h 2872709"/>
              <a:gd name="connsiteX14" fmla="*/ 1585652 w 6668717"/>
              <a:gd name="connsiteY14" fmla="*/ 1286328 h 2872709"/>
              <a:gd name="connsiteX15" fmla="*/ 1052252 w 6668717"/>
              <a:gd name="connsiteY15" fmla="*/ 1042488 h 2872709"/>
              <a:gd name="connsiteX16" fmla="*/ 168332 w 6668717"/>
              <a:gd name="connsiteY16" fmla="*/ 1164408 h 2872709"/>
              <a:gd name="connsiteX17" fmla="*/ 692 w 6668717"/>
              <a:gd name="connsiteY17" fmla="*/ 1004388 h 2872709"/>
              <a:gd name="connsiteX18" fmla="*/ 130232 w 6668717"/>
              <a:gd name="connsiteY18" fmla="*/ 463368 h 2872709"/>
              <a:gd name="connsiteX19" fmla="*/ 595052 w 6668717"/>
              <a:gd name="connsiteY19" fmla="*/ 326208 h 2872709"/>
              <a:gd name="connsiteX20" fmla="*/ 663632 w 6668717"/>
              <a:gd name="connsiteY20" fmla="*/ 158568 h 2872709"/>
              <a:gd name="connsiteX21" fmla="*/ 798411 w 6668717"/>
              <a:gd name="connsiteY21" fmla="*/ 6168 h 2872709"/>
              <a:gd name="connsiteX22" fmla="*/ 907472 w 6668717"/>
              <a:gd name="connsiteY22" fmla="*/ 44268 h 2872709"/>
              <a:gd name="connsiteX0" fmla="*/ 6668668 w 6668717"/>
              <a:gd name="connsiteY0" fmla="*/ 1033440 h 2872709"/>
              <a:gd name="connsiteX1" fmla="*/ 6185592 w 6668717"/>
              <a:gd name="connsiteY1" fmla="*/ 1059633 h 2872709"/>
              <a:gd name="connsiteX2" fmla="*/ 6511347 w 6668717"/>
              <a:gd name="connsiteY2" fmla="*/ 1271723 h 2872709"/>
              <a:gd name="connsiteX3" fmla="*/ 6405194 w 6668717"/>
              <a:gd name="connsiteY3" fmla="*/ 1437458 h 2872709"/>
              <a:gd name="connsiteX4" fmla="*/ 6363392 w 6668717"/>
              <a:gd name="connsiteY4" fmla="*/ 1269818 h 2872709"/>
              <a:gd name="connsiteX5" fmla="*/ 6449645 w 6668717"/>
              <a:gd name="connsiteY5" fmla="*/ 1659708 h 2872709"/>
              <a:gd name="connsiteX6" fmla="*/ 6134792 w 6668717"/>
              <a:gd name="connsiteY6" fmla="*/ 1789248 h 2872709"/>
              <a:gd name="connsiteX7" fmla="*/ 5944292 w 6668717"/>
              <a:gd name="connsiteY7" fmla="*/ 2490288 h 2872709"/>
              <a:gd name="connsiteX8" fmla="*/ 5609012 w 6668717"/>
              <a:gd name="connsiteY8" fmla="*/ 2871288 h 2872709"/>
              <a:gd name="connsiteX9" fmla="*/ 5281352 w 6668717"/>
              <a:gd name="connsiteY9" fmla="*/ 2627448 h 2872709"/>
              <a:gd name="connsiteX10" fmla="*/ 4351712 w 6668717"/>
              <a:gd name="connsiteY10" fmla="*/ 2833188 h 2872709"/>
              <a:gd name="connsiteX11" fmla="*/ 3444932 w 6668717"/>
              <a:gd name="connsiteY11" fmla="*/ 2139768 h 2872709"/>
              <a:gd name="connsiteX12" fmla="*/ 2705792 w 6668717"/>
              <a:gd name="connsiteY12" fmla="*/ 2398848 h 2872709"/>
              <a:gd name="connsiteX13" fmla="*/ 2080952 w 6668717"/>
              <a:gd name="connsiteY13" fmla="*/ 1293948 h 2872709"/>
              <a:gd name="connsiteX14" fmla="*/ 1585652 w 6668717"/>
              <a:gd name="connsiteY14" fmla="*/ 1286328 h 2872709"/>
              <a:gd name="connsiteX15" fmla="*/ 1052252 w 6668717"/>
              <a:gd name="connsiteY15" fmla="*/ 1042488 h 2872709"/>
              <a:gd name="connsiteX16" fmla="*/ 168332 w 6668717"/>
              <a:gd name="connsiteY16" fmla="*/ 1164408 h 2872709"/>
              <a:gd name="connsiteX17" fmla="*/ 692 w 6668717"/>
              <a:gd name="connsiteY17" fmla="*/ 1004388 h 2872709"/>
              <a:gd name="connsiteX18" fmla="*/ 130232 w 6668717"/>
              <a:gd name="connsiteY18" fmla="*/ 463368 h 2872709"/>
              <a:gd name="connsiteX19" fmla="*/ 595052 w 6668717"/>
              <a:gd name="connsiteY19" fmla="*/ 326208 h 2872709"/>
              <a:gd name="connsiteX20" fmla="*/ 663632 w 6668717"/>
              <a:gd name="connsiteY20" fmla="*/ 158568 h 2872709"/>
              <a:gd name="connsiteX21" fmla="*/ 798411 w 6668717"/>
              <a:gd name="connsiteY21" fmla="*/ 6168 h 2872709"/>
              <a:gd name="connsiteX22" fmla="*/ 907472 w 6668717"/>
              <a:gd name="connsiteY22" fmla="*/ 44268 h 2872709"/>
              <a:gd name="connsiteX0" fmla="*/ 6668668 w 6668717"/>
              <a:gd name="connsiteY0" fmla="*/ 1033440 h 2872709"/>
              <a:gd name="connsiteX1" fmla="*/ 6185592 w 6668717"/>
              <a:gd name="connsiteY1" fmla="*/ 1059633 h 2872709"/>
              <a:gd name="connsiteX2" fmla="*/ 6511347 w 6668717"/>
              <a:gd name="connsiteY2" fmla="*/ 1271723 h 2872709"/>
              <a:gd name="connsiteX3" fmla="*/ 6405194 w 6668717"/>
              <a:gd name="connsiteY3" fmla="*/ 1437458 h 2872709"/>
              <a:gd name="connsiteX4" fmla="*/ 6363392 w 6668717"/>
              <a:gd name="connsiteY4" fmla="*/ 1269818 h 2872709"/>
              <a:gd name="connsiteX5" fmla="*/ 6522670 w 6668717"/>
              <a:gd name="connsiteY5" fmla="*/ 1640658 h 2872709"/>
              <a:gd name="connsiteX6" fmla="*/ 6134792 w 6668717"/>
              <a:gd name="connsiteY6" fmla="*/ 1789248 h 2872709"/>
              <a:gd name="connsiteX7" fmla="*/ 5944292 w 6668717"/>
              <a:gd name="connsiteY7" fmla="*/ 2490288 h 2872709"/>
              <a:gd name="connsiteX8" fmla="*/ 5609012 w 6668717"/>
              <a:gd name="connsiteY8" fmla="*/ 2871288 h 2872709"/>
              <a:gd name="connsiteX9" fmla="*/ 5281352 w 6668717"/>
              <a:gd name="connsiteY9" fmla="*/ 2627448 h 2872709"/>
              <a:gd name="connsiteX10" fmla="*/ 4351712 w 6668717"/>
              <a:gd name="connsiteY10" fmla="*/ 2833188 h 2872709"/>
              <a:gd name="connsiteX11" fmla="*/ 3444932 w 6668717"/>
              <a:gd name="connsiteY11" fmla="*/ 2139768 h 2872709"/>
              <a:gd name="connsiteX12" fmla="*/ 2705792 w 6668717"/>
              <a:gd name="connsiteY12" fmla="*/ 2398848 h 2872709"/>
              <a:gd name="connsiteX13" fmla="*/ 2080952 w 6668717"/>
              <a:gd name="connsiteY13" fmla="*/ 1293948 h 2872709"/>
              <a:gd name="connsiteX14" fmla="*/ 1585652 w 6668717"/>
              <a:gd name="connsiteY14" fmla="*/ 1286328 h 2872709"/>
              <a:gd name="connsiteX15" fmla="*/ 1052252 w 6668717"/>
              <a:gd name="connsiteY15" fmla="*/ 1042488 h 2872709"/>
              <a:gd name="connsiteX16" fmla="*/ 168332 w 6668717"/>
              <a:gd name="connsiteY16" fmla="*/ 1164408 h 2872709"/>
              <a:gd name="connsiteX17" fmla="*/ 692 w 6668717"/>
              <a:gd name="connsiteY17" fmla="*/ 1004388 h 2872709"/>
              <a:gd name="connsiteX18" fmla="*/ 130232 w 6668717"/>
              <a:gd name="connsiteY18" fmla="*/ 463368 h 2872709"/>
              <a:gd name="connsiteX19" fmla="*/ 595052 w 6668717"/>
              <a:gd name="connsiteY19" fmla="*/ 326208 h 2872709"/>
              <a:gd name="connsiteX20" fmla="*/ 663632 w 6668717"/>
              <a:gd name="connsiteY20" fmla="*/ 158568 h 2872709"/>
              <a:gd name="connsiteX21" fmla="*/ 798411 w 6668717"/>
              <a:gd name="connsiteY21" fmla="*/ 6168 h 2872709"/>
              <a:gd name="connsiteX22" fmla="*/ 907472 w 6668717"/>
              <a:gd name="connsiteY22" fmla="*/ 44268 h 2872709"/>
              <a:gd name="connsiteX0" fmla="*/ 6668472 w 6668521"/>
              <a:gd name="connsiteY0" fmla="*/ 1033440 h 2872709"/>
              <a:gd name="connsiteX1" fmla="*/ 6185396 w 6668521"/>
              <a:gd name="connsiteY1" fmla="*/ 1059633 h 2872709"/>
              <a:gd name="connsiteX2" fmla="*/ 6511151 w 6668521"/>
              <a:gd name="connsiteY2" fmla="*/ 1271723 h 2872709"/>
              <a:gd name="connsiteX3" fmla="*/ 6404998 w 6668521"/>
              <a:gd name="connsiteY3" fmla="*/ 1437458 h 2872709"/>
              <a:gd name="connsiteX4" fmla="*/ 6363196 w 6668521"/>
              <a:gd name="connsiteY4" fmla="*/ 1269818 h 2872709"/>
              <a:gd name="connsiteX5" fmla="*/ 6522474 w 6668521"/>
              <a:gd name="connsiteY5" fmla="*/ 1640658 h 2872709"/>
              <a:gd name="connsiteX6" fmla="*/ 6134596 w 6668521"/>
              <a:gd name="connsiteY6" fmla="*/ 1789248 h 2872709"/>
              <a:gd name="connsiteX7" fmla="*/ 5944096 w 6668521"/>
              <a:gd name="connsiteY7" fmla="*/ 2490288 h 2872709"/>
              <a:gd name="connsiteX8" fmla="*/ 5608816 w 6668521"/>
              <a:gd name="connsiteY8" fmla="*/ 2871288 h 2872709"/>
              <a:gd name="connsiteX9" fmla="*/ 5281156 w 6668521"/>
              <a:gd name="connsiteY9" fmla="*/ 2627448 h 2872709"/>
              <a:gd name="connsiteX10" fmla="*/ 4351516 w 6668521"/>
              <a:gd name="connsiteY10" fmla="*/ 2833188 h 2872709"/>
              <a:gd name="connsiteX11" fmla="*/ 3444736 w 6668521"/>
              <a:gd name="connsiteY11" fmla="*/ 2139768 h 2872709"/>
              <a:gd name="connsiteX12" fmla="*/ 2705596 w 6668521"/>
              <a:gd name="connsiteY12" fmla="*/ 2398848 h 2872709"/>
              <a:gd name="connsiteX13" fmla="*/ 2080756 w 6668521"/>
              <a:gd name="connsiteY13" fmla="*/ 1293948 h 2872709"/>
              <a:gd name="connsiteX14" fmla="*/ 1585456 w 6668521"/>
              <a:gd name="connsiteY14" fmla="*/ 1286328 h 2872709"/>
              <a:gd name="connsiteX15" fmla="*/ 1052056 w 6668521"/>
              <a:gd name="connsiteY15" fmla="*/ 1042488 h 2872709"/>
              <a:gd name="connsiteX16" fmla="*/ 168136 w 6668521"/>
              <a:gd name="connsiteY16" fmla="*/ 1164408 h 2872709"/>
              <a:gd name="connsiteX17" fmla="*/ 496 w 6668521"/>
              <a:gd name="connsiteY17" fmla="*/ 1004388 h 2872709"/>
              <a:gd name="connsiteX18" fmla="*/ 130036 w 6668521"/>
              <a:gd name="connsiteY18" fmla="*/ 463368 h 2872709"/>
              <a:gd name="connsiteX19" fmla="*/ 483731 w 6668521"/>
              <a:gd name="connsiteY19" fmla="*/ 294458 h 2872709"/>
              <a:gd name="connsiteX20" fmla="*/ 663436 w 6668521"/>
              <a:gd name="connsiteY20" fmla="*/ 158568 h 2872709"/>
              <a:gd name="connsiteX21" fmla="*/ 798215 w 6668521"/>
              <a:gd name="connsiteY21" fmla="*/ 6168 h 2872709"/>
              <a:gd name="connsiteX22" fmla="*/ 907276 w 6668521"/>
              <a:gd name="connsiteY22" fmla="*/ 44268 h 2872709"/>
              <a:gd name="connsiteX0" fmla="*/ 6668472 w 6668521"/>
              <a:gd name="connsiteY0" fmla="*/ 1033440 h 2872709"/>
              <a:gd name="connsiteX1" fmla="*/ 6185396 w 6668521"/>
              <a:gd name="connsiteY1" fmla="*/ 1059633 h 2872709"/>
              <a:gd name="connsiteX2" fmla="*/ 6511151 w 6668521"/>
              <a:gd name="connsiteY2" fmla="*/ 1271723 h 2872709"/>
              <a:gd name="connsiteX3" fmla="*/ 6404998 w 6668521"/>
              <a:gd name="connsiteY3" fmla="*/ 1437458 h 2872709"/>
              <a:gd name="connsiteX4" fmla="*/ 6363196 w 6668521"/>
              <a:gd name="connsiteY4" fmla="*/ 1269818 h 2872709"/>
              <a:gd name="connsiteX5" fmla="*/ 6522474 w 6668521"/>
              <a:gd name="connsiteY5" fmla="*/ 1640658 h 2872709"/>
              <a:gd name="connsiteX6" fmla="*/ 6134596 w 6668521"/>
              <a:gd name="connsiteY6" fmla="*/ 1789248 h 2872709"/>
              <a:gd name="connsiteX7" fmla="*/ 5944096 w 6668521"/>
              <a:gd name="connsiteY7" fmla="*/ 2490288 h 2872709"/>
              <a:gd name="connsiteX8" fmla="*/ 5608816 w 6668521"/>
              <a:gd name="connsiteY8" fmla="*/ 2871288 h 2872709"/>
              <a:gd name="connsiteX9" fmla="*/ 5281156 w 6668521"/>
              <a:gd name="connsiteY9" fmla="*/ 2627448 h 2872709"/>
              <a:gd name="connsiteX10" fmla="*/ 4351516 w 6668521"/>
              <a:gd name="connsiteY10" fmla="*/ 2833188 h 2872709"/>
              <a:gd name="connsiteX11" fmla="*/ 3444736 w 6668521"/>
              <a:gd name="connsiteY11" fmla="*/ 2139768 h 2872709"/>
              <a:gd name="connsiteX12" fmla="*/ 2705596 w 6668521"/>
              <a:gd name="connsiteY12" fmla="*/ 2398848 h 2872709"/>
              <a:gd name="connsiteX13" fmla="*/ 2080756 w 6668521"/>
              <a:gd name="connsiteY13" fmla="*/ 1293948 h 2872709"/>
              <a:gd name="connsiteX14" fmla="*/ 1585456 w 6668521"/>
              <a:gd name="connsiteY14" fmla="*/ 1286328 h 2872709"/>
              <a:gd name="connsiteX15" fmla="*/ 1052056 w 6668521"/>
              <a:gd name="connsiteY15" fmla="*/ 1042488 h 2872709"/>
              <a:gd name="connsiteX16" fmla="*/ 168136 w 6668521"/>
              <a:gd name="connsiteY16" fmla="*/ 1164408 h 2872709"/>
              <a:gd name="connsiteX17" fmla="*/ 496 w 6668521"/>
              <a:gd name="connsiteY17" fmla="*/ 1004388 h 2872709"/>
              <a:gd name="connsiteX18" fmla="*/ 130036 w 6668521"/>
              <a:gd name="connsiteY18" fmla="*/ 463368 h 2872709"/>
              <a:gd name="connsiteX19" fmla="*/ 483731 w 6668521"/>
              <a:gd name="connsiteY19" fmla="*/ 294458 h 2872709"/>
              <a:gd name="connsiteX20" fmla="*/ 539611 w 6668521"/>
              <a:gd name="connsiteY20" fmla="*/ 177618 h 2872709"/>
              <a:gd name="connsiteX21" fmla="*/ 798215 w 6668521"/>
              <a:gd name="connsiteY21" fmla="*/ 6168 h 2872709"/>
              <a:gd name="connsiteX22" fmla="*/ 907276 w 6668521"/>
              <a:gd name="connsiteY22" fmla="*/ 44268 h 2872709"/>
              <a:gd name="connsiteX0" fmla="*/ 6668472 w 6668521"/>
              <a:gd name="connsiteY0" fmla="*/ 991705 h 2830974"/>
              <a:gd name="connsiteX1" fmla="*/ 6185396 w 6668521"/>
              <a:gd name="connsiteY1" fmla="*/ 1017898 h 2830974"/>
              <a:gd name="connsiteX2" fmla="*/ 6511151 w 6668521"/>
              <a:gd name="connsiteY2" fmla="*/ 1229988 h 2830974"/>
              <a:gd name="connsiteX3" fmla="*/ 6404998 w 6668521"/>
              <a:gd name="connsiteY3" fmla="*/ 1395723 h 2830974"/>
              <a:gd name="connsiteX4" fmla="*/ 6363196 w 6668521"/>
              <a:gd name="connsiteY4" fmla="*/ 1228083 h 2830974"/>
              <a:gd name="connsiteX5" fmla="*/ 6522474 w 6668521"/>
              <a:gd name="connsiteY5" fmla="*/ 1598923 h 2830974"/>
              <a:gd name="connsiteX6" fmla="*/ 6134596 w 6668521"/>
              <a:gd name="connsiteY6" fmla="*/ 1747513 h 2830974"/>
              <a:gd name="connsiteX7" fmla="*/ 5944096 w 6668521"/>
              <a:gd name="connsiteY7" fmla="*/ 2448553 h 2830974"/>
              <a:gd name="connsiteX8" fmla="*/ 5608816 w 6668521"/>
              <a:gd name="connsiteY8" fmla="*/ 2829553 h 2830974"/>
              <a:gd name="connsiteX9" fmla="*/ 5281156 w 6668521"/>
              <a:gd name="connsiteY9" fmla="*/ 2585713 h 2830974"/>
              <a:gd name="connsiteX10" fmla="*/ 4351516 w 6668521"/>
              <a:gd name="connsiteY10" fmla="*/ 2791453 h 2830974"/>
              <a:gd name="connsiteX11" fmla="*/ 3444736 w 6668521"/>
              <a:gd name="connsiteY11" fmla="*/ 2098033 h 2830974"/>
              <a:gd name="connsiteX12" fmla="*/ 2705596 w 6668521"/>
              <a:gd name="connsiteY12" fmla="*/ 2357113 h 2830974"/>
              <a:gd name="connsiteX13" fmla="*/ 2080756 w 6668521"/>
              <a:gd name="connsiteY13" fmla="*/ 1252213 h 2830974"/>
              <a:gd name="connsiteX14" fmla="*/ 1585456 w 6668521"/>
              <a:gd name="connsiteY14" fmla="*/ 1244593 h 2830974"/>
              <a:gd name="connsiteX15" fmla="*/ 1052056 w 6668521"/>
              <a:gd name="connsiteY15" fmla="*/ 1000753 h 2830974"/>
              <a:gd name="connsiteX16" fmla="*/ 168136 w 6668521"/>
              <a:gd name="connsiteY16" fmla="*/ 1122673 h 2830974"/>
              <a:gd name="connsiteX17" fmla="*/ 496 w 6668521"/>
              <a:gd name="connsiteY17" fmla="*/ 962653 h 2830974"/>
              <a:gd name="connsiteX18" fmla="*/ 130036 w 6668521"/>
              <a:gd name="connsiteY18" fmla="*/ 421633 h 2830974"/>
              <a:gd name="connsiteX19" fmla="*/ 483731 w 6668521"/>
              <a:gd name="connsiteY19" fmla="*/ 252723 h 2830974"/>
              <a:gd name="connsiteX20" fmla="*/ 539611 w 6668521"/>
              <a:gd name="connsiteY20" fmla="*/ 135883 h 2830974"/>
              <a:gd name="connsiteX21" fmla="*/ 648990 w 6668521"/>
              <a:gd name="connsiteY21" fmla="*/ 215258 h 2830974"/>
              <a:gd name="connsiteX22" fmla="*/ 907276 w 6668521"/>
              <a:gd name="connsiteY22" fmla="*/ 2533 h 2830974"/>
              <a:gd name="connsiteX0" fmla="*/ 6668472 w 6668521"/>
              <a:gd name="connsiteY0" fmla="*/ 991412 h 2830681"/>
              <a:gd name="connsiteX1" fmla="*/ 6185396 w 6668521"/>
              <a:gd name="connsiteY1" fmla="*/ 1017605 h 2830681"/>
              <a:gd name="connsiteX2" fmla="*/ 6511151 w 6668521"/>
              <a:gd name="connsiteY2" fmla="*/ 1229695 h 2830681"/>
              <a:gd name="connsiteX3" fmla="*/ 6404998 w 6668521"/>
              <a:gd name="connsiteY3" fmla="*/ 1395430 h 2830681"/>
              <a:gd name="connsiteX4" fmla="*/ 6363196 w 6668521"/>
              <a:gd name="connsiteY4" fmla="*/ 1227790 h 2830681"/>
              <a:gd name="connsiteX5" fmla="*/ 6522474 w 6668521"/>
              <a:gd name="connsiteY5" fmla="*/ 1598630 h 2830681"/>
              <a:gd name="connsiteX6" fmla="*/ 6134596 w 6668521"/>
              <a:gd name="connsiteY6" fmla="*/ 1747220 h 2830681"/>
              <a:gd name="connsiteX7" fmla="*/ 5944096 w 6668521"/>
              <a:gd name="connsiteY7" fmla="*/ 2448260 h 2830681"/>
              <a:gd name="connsiteX8" fmla="*/ 5608816 w 6668521"/>
              <a:gd name="connsiteY8" fmla="*/ 2829260 h 2830681"/>
              <a:gd name="connsiteX9" fmla="*/ 5281156 w 6668521"/>
              <a:gd name="connsiteY9" fmla="*/ 2585420 h 2830681"/>
              <a:gd name="connsiteX10" fmla="*/ 4351516 w 6668521"/>
              <a:gd name="connsiteY10" fmla="*/ 2791160 h 2830681"/>
              <a:gd name="connsiteX11" fmla="*/ 3444736 w 6668521"/>
              <a:gd name="connsiteY11" fmla="*/ 2097740 h 2830681"/>
              <a:gd name="connsiteX12" fmla="*/ 2705596 w 6668521"/>
              <a:gd name="connsiteY12" fmla="*/ 2356820 h 2830681"/>
              <a:gd name="connsiteX13" fmla="*/ 2080756 w 6668521"/>
              <a:gd name="connsiteY13" fmla="*/ 1251920 h 2830681"/>
              <a:gd name="connsiteX14" fmla="*/ 1585456 w 6668521"/>
              <a:gd name="connsiteY14" fmla="*/ 1244300 h 2830681"/>
              <a:gd name="connsiteX15" fmla="*/ 1052056 w 6668521"/>
              <a:gd name="connsiteY15" fmla="*/ 1000460 h 2830681"/>
              <a:gd name="connsiteX16" fmla="*/ 168136 w 6668521"/>
              <a:gd name="connsiteY16" fmla="*/ 1122380 h 2830681"/>
              <a:gd name="connsiteX17" fmla="*/ 496 w 6668521"/>
              <a:gd name="connsiteY17" fmla="*/ 962360 h 2830681"/>
              <a:gd name="connsiteX18" fmla="*/ 130036 w 6668521"/>
              <a:gd name="connsiteY18" fmla="*/ 421340 h 2830681"/>
              <a:gd name="connsiteX19" fmla="*/ 483731 w 6668521"/>
              <a:gd name="connsiteY19" fmla="*/ 252430 h 2830681"/>
              <a:gd name="connsiteX20" fmla="*/ 539611 w 6668521"/>
              <a:gd name="connsiteY20" fmla="*/ 135590 h 2830681"/>
              <a:gd name="connsiteX21" fmla="*/ 639465 w 6668521"/>
              <a:gd name="connsiteY21" fmla="*/ 246715 h 2830681"/>
              <a:gd name="connsiteX22" fmla="*/ 907276 w 6668521"/>
              <a:gd name="connsiteY22" fmla="*/ 2240 h 2830681"/>
              <a:gd name="connsiteX0" fmla="*/ 6668472 w 6668521"/>
              <a:gd name="connsiteY0" fmla="*/ 855828 h 2695097"/>
              <a:gd name="connsiteX1" fmla="*/ 6185396 w 6668521"/>
              <a:gd name="connsiteY1" fmla="*/ 882021 h 2695097"/>
              <a:gd name="connsiteX2" fmla="*/ 6511151 w 6668521"/>
              <a:gd name="connsiteY2" fmla="*/ 1094111 h 2695097"/>
              <a:gd name="connsiteX3" fmla="*/ 6404998 w 6668521"/>
              <a:gd name="connsiteY3" fmla="*/ 1259846 h 2695097"/>
              <a:gd name="connsiteX4" fmla="*/ 6363196 w 6668521"/>
              <a:gd name="connsiteY4" fmla="*/ 1092206 h 2695097"/>
              <a:gd name="connsiteX5" fmla="*/ 6522474 w 6668521"/>
              <a:gd name="connsiteY5" fmla="*/ 1463046 h 2695097"/>
              <a:gd name="connsiteX6" fmla="*/ 6134596 w 6668521"/>
              <a:gd name="connsiteY6" fmla="*/ 1611636 h 2695097"/>
              <a:gd name="connsiteX7" fmla="*/ 5944096 w 6668521"/>
              <a:gd name="connsiteY7" fmla="*/ 2312676 h 2695097"/>
              <a:gd name="connsiteX8" fmla="*/ 5608816 w 6668521"/>
              <a:gd name="connsiteY8" fmla="*/ 2693676 h 2695097"/>
              <a:gd name="connsiteX9" fmla="*/ 5281156 w 6668521"/>
              <a:gd name="connsiteY9" fmla="*/ 2449836 h 2695097"/>
              <a:gd name="connsiteX10" fmla="*/ 4351516 w 6668521"/>
              <a:gd name="connsiteY10" fmla="*/ 2655576 h 2695097"/>
              <a:gd name="connsiteX11" fmla="*/ 3444736 w 6668521"/>
              <a:gd name="connsiteY11" fmla="*/ 1962156 h 2695097"/>
              <a:gd name="connsiteX12" fmla="*/ 2705596 w 6668521"/>
              <a:gd name="connsiteY12" fmla="*/ 2221236 h 2695097"/>
              <a:gd name="connsiteX13" fmla="*/ 2080756 w 6668521"/>
              <a:gd name="connsiteY13" fmla="*/ 1116336 h 2695097"/>
              <a:gd name="connsiteX14" fmla="*/ 1585456 w 6668521"/>
              <a:gd name="connsiteY14" fmla="*/ 1108716 h 2695097"/>
              <a:gd name="connsiteX15" fmla="*/ 1052056 w 6668521"/>
              <a:gd name="connsiteY15" fmla="*/ 864876 h 2695097"/>
              <a:gd name="connsiteX16" fmla="*/ 168136 w 6668521"/>
              <a:gd name="connsiteY16" fmla="*/ 986796 h 2695097"/>
              <a:gd name="connsiteX17" fmla="*/ 496 w 6668521"/>
              <a:gd name="connsiteY17" fmla="*/ 826776 h 2695097"/>
              <a:gd name="connsiteX18" fmla="*/ 130036 w 6668521"/>
              <a:gd name="connsiteY18" fmla="*/ 285756 h 2695097"/>
              <a:gd name="connsiteX19" fmla="*/ 483731 w 6668521"/>
              <a:gd name="connsiteY19" fmla="*/ 116846 h 2695097"/>
              <a:gd name="connsiteX20" fmla="*/ 539611 w 6668521"/>
              <a:gd name="connsiteY20" fmla="*/ 6 h 2695097"/>
              <a:gd name="connsiteX21" fmla="*/ 639465 w 6668521"/>
              <a:gd name="connsiteY21" fmla="*/ 111131 h 2695097"/>
              <a:gd name="connsiteX22" fmla="*/ 735826 w 6668521"/>
              <a:gd name="connsiteY22" fmla="*/ 53981 h 2695097"/>
              <a:gd name="connsiteX0" fmla="*/ 6668472 w 6668521"/>
              <a:gd name="connsiteY0" fmla="*/ 855828 h 2695097"/>
              <a:gd name="connsiteX1" fmla="*/ 6185396 w 6668521"/>
              <a:gd name="connsiteY1" fmla="*/ 882021 h 2695097"/>
              <a:gd name="connsiteX2" fmla="*/ 6511151 w 6668521"/>
              <a:gd name="connsiteY2" fmla="*/ 1094111 h 2695097"/>
              <a:gd name="connsiteX3" fmla="*/ 6404998 w 6668521"/>
              <a:gd name="connsiteY3" fmla="*/ 1259846 h 2695097"/>
              <a:gd name="connsiteX4" fmla="*/ 6363196 w 6668521"/>
              <a:gd name="connsiteY4" fmla="*/ 1092206 h 2695097"/>
              <a:gd name="connsiteX5" fmla="*/ 6522474 w 6668521"/>
              <a:gd name="connsiteY5" fmla="*/ 1463046 h 2695097"/>
              <a:gd name="connsiteX6" fmla="*/ 6134596 w 6668521"/>
              <a:gd name="connsiteY6" fmla="*/ 1611636 h 2695097"/>
              <a:gd name="connsiteX7" fmla="*/ 5944096 w 6668521"/>
              <a:gd name="connsiteY7" fmla="*/ 2312676 h 2695097"/>
              <a:gd name="connsiteX8" fmla="*/ 5608816 w 6668521"/>
              <a:gd name="connsiteY8" fmla="*/ 2693676 h 2695097"/>
              <a:gd name="connsiteX9" fmla="*/ 5281156 w 6668521"/>
              <a:gd name="connsiteY9" fmla="*/ 2449836 h 2695097"/>
              <a:gd name="connsiteX10" fmla="*/ 4351516 w 6668521"/>
              <a:gd name="connsiteY10" fmla="*/ 2655576 h 2695097"/>
              <a:gd name="connsiteX11" fmla="*/ 3444736 w 6668521"/>
              <a:gd name="connsiteY11" fmla="*/ 1962156 h 2695097"/>
              <a:gd name="connsiteX12" fmla="*/ 2705596 w 6668521"/>
              <a:gd name="connsiteY12" fmla="*/ 2221236 h 2695097"/>
              <a:gd name="connsiteX13" fmla="*/ 2080756 w 6668521"/>
              <a:gd name="connsiteY13" fmla="*/ 1116336 h 2695097"/>
              <a:gd name="connsiteX14" fmla="*/ 1585456 w 6668521"/>
              <a:gd name="connsiteY14" fmla="*/ 1108716 h 2695097"/>
              <a:gd name="connsiteX15" fmla="*/ 1052056 w 6668521"/>
              <a:gd name="connsiteY15" fmla="*/ 864876 h 2695097"/>
              <a:gd name="connsiteX16" fmla="*/ 168136 w 6668521"/>
              <a:gd name="connsiteY16" fmla="*/ 986796 h 2695097"/>
              <a:gd name="connsiteX17" fmla="*/ 496 w 6668521"/>
              <a:gd name="connsiteY17" fmla="*/ 826776 h 2695097"/>
              <a:gd name="connsiteX18" fmla="*/ 130036 w 6668521"/>
              <a:gd name="connsiteY18" fmla="*/ 285756 h 2695097"/>
              <a:gd name="connsiteX19" fmla="*/ 483731 w 6668521"/>
              <a:gd name="connsiteY19" fmla="*/ 116846 h 2695097"/>
              <a:gd name="connsiteX20" fmla="*/ 539611 w 6668521"/>
              <a:gd name="connsiteY20" fmla="*/ 6 h 2695097"/>
              <a:gd name="connsiteX21" fmla="*/ 639465 w 6668521"/>
              <a:gd name="connsiteY21" fmla="*/ 111131 h 2695097"/>
              <a:gd name="connsiteX22" fmla="*/ 735826 w 6668521"/>
              <a:gd name="connsiteY22" fmla="*/ 38106 h 2695097"/>
              <a:gd name="connsiteX0" fmla="*/ 6668472 w 6668521"/>
              <a:gd name="connsiteY0" fmla="*/ 1158833 h 2998102"/>
              <a:gd name="connsiteX1" fmla="*/ 6185396 w 6668521"/>
              <a:gd name="connsiteY1" fmla="*/ 1185026 h 2998102"/>
              <a:gd name="connsiteX2" fmla="*/ 6511151 w 6668521"/>
              <a:gd name="connsiteY2" fmla="*/ 1397116 h 2998102"/>
              <a:gd name="connsiteX3" fmla="*/ 6404998 w 6668521"/>
              <a:gd name="connsiteY3" fmla="*/ 1562851 h 2998102"/>
              <a:gd name="connsiteX4" fmla="*/ 6363196 w 6668521"/>
              <a:gd name="connsiteY4" fmla="*/ 1395211 h 2998102"/>
              <a:gd name="connsiteX5" fmla="*/ 6522474 w 6668521"/>
              <a:gd name="connsiteY5" fmla="*/ 1766051 h 2998102"/>
              <a:gd name="connsiteX6" fmla="*/ 6134596 w 6668521"/>
              <a:gd name="connsiteY6" fmla="*/ 1914641 h 2998102"/>
              <a:gd name="connsiteX7" fmla="*/ 5944096 w 6668521"/>
              <a:gd name="connsiteY7" fmla="*/ 2615681 h 2998102"/>
              <a:gd name="connsiteX8" fmla="*/ 5608816 w 6668521"/>
              <a:gd name="connsiteY8" fmla="*/ 2996681 h 2998102"/>
              <a:gd name="connsiteX9" fmla="*/ 5281156 w 6668521"/>
              <a:gd name="connsiteY9" fmla="*/ 2752841 h 2998102"/>
              <a:gd name="connsiteX10" fmla="*/ 4351516 w 6668521"/>
              <a:gd name="connsiteY10" fmla="*/ 2958581 h 2998102"/>
              <a:gd name="connsiteX11" fmla="*/ 3444736 w 6668521"/>
              <a:gd name="connsiteY11" fmla="*/ 2265161 h 2998102"/>
              <a:gd name="connsiteX12" fmla="*/ 2705596 w 6668521"/>
              <a:gd name="connsiteY12" fmla="*/ 2524241 h 2998102"/>
              <a:gd name="connsiteX13" fmla="*/ 2080756 w 6668521"/>
              <a:gd name="connsiteY13" fmla="*/ 1419341 h 2998102"/>
              <a:gd name="connsiteX14" fmla="*/ 1585456 w 6668521"/>
              <a:gd name="connsiteY14" fmla="*/ 1411721 h 2998102"/>
              <a:gd name="connsiteX15" fmla="*/ 1052056 w 6668521"/>
              <a:gd name="connsiteY15" fmla="*/ 1167881 h 2998102"/>
              <a:gd name="connsiteX16" fmla="*/ 168136 w 6668521"/>
              <a:gd name="connsiteY16" fmla="*/ 1289801 h 2998102"/>
              <a:gd name="connsiteX17" fmla="*/ 496 w 6668521"/>
              <a:gd name="connsiteY17" fmla="*/ 1129781 h 2998102"/>
              <a:gd name="connsiteX18" fmla="*/ 130036 w 6668521"/>
              <a:gd name="connsiteY18" fmla="*/ 588761 h 2998102"/>
              <a:gd name="connsiteX19" fmla="*/ 483731 w 6668521"/>
              <a:gd name="connsiteY19" fmla="*/ 419851 h 2998102"/>
              <a:gd name="connsiteX20" fmla="*/ 539611 w 6668521"/>
              <a:gd name="connsiteY20" fmla="*/ 303011 h 2998102"/>
              <a:gd name="connsiteX21" fmla="*/ 639465 w 6668521"/>
              <a:gd name="connsiteY21" fmla="*/ 414136 h 2998102"/>
              <a:gd name="connsiteX22" fmla="*/ 1456551 w 6668521"/>
              <a:gd name="connsiteY22" fmla="*/ 1386 h 2998102"/>
              <a:gd name="connsiteX0" fmla="*/ 6668472 w 6668521"/>
              <a:gd name="connsiteY0" fmla="*/ 1157447 h 2996716"/>
              <a:gd name="connsiteX1" fmla="*/ 6185396 w 6668521"/>
              <a:gd name="connsiteY1" fmla="*/ 1183640 h 2996716"/>
              <a:gd name="connsiteX2" fmla="*/ 6511151 w 6668521"/>
              <a:gd name="connsiteY2" fmla="*/ 1395730 h 2996716"/>
              <a:gd name="connsiteX3" fmla="*/ 6404998 w 6668521"/>
              <a:gd name="connsiteY3" fmla="*/ 1561465 h 2996716"/>
              <a:gd name="connsiteX4" fmla="*/ 6363196 w 6668521"/>
              <a:gd name="connsiteY4" fmla="*/ 1393825 h 2996716"/>
              <a:gd name="connsiteX5" fmla="*/ 6522474 w 6668521"/>
              <a:gd name="connsiteY5" fmla="*/ 1764665 h 2996716"/>
              <a:gd name="connsiteX6" fmla="*/ 6134596 w 6668521"/>
              <a:gd name="connsiteY6" fmla="*/ 1913255 h 2996716"/>
              <a:gd name="connsiteX7" fmla="*/ 5944096 w 6668521"/>
              <a:gd name="connsiteY7" fmla="*/ 2614295 h 2996716"/>
              <a:gd name="connsiteX8" fmla="*/ 5608816 w 6668521"/>
              <a:gd name="connsiteY8" fmla="*/ 2995295 h 2996716"/>
              <a:gd name="connsiteX9" fmla="*/ 5281156 w 6668521"/>
              <a:gd name="connsiteY9" fmla="*/ 2751455 h 2996716"/>
              <a:gd name="connsiteX10" fmla="*/ 4351516 w 6668521"/>
              <a:gd name="connsiteY10" fmla="*/ 2957195 h 2996716"/>
              <a:gd name="connsiteX11" fmla="*/ 3444736 w 6668521"/>
              <a:gd name="connsiteY11" fmla="*/ 2263775 h 2996716"/>
              <a:gd name="connsiteX12" fmla="*/ 2705596 w 6668521"/>
              <a:gd name="connsiteY12" fmla="*/ 2522855 h 2996716"/>
              <a:gd name="connsiteX13" fmla="*/ 2080756 w 6668521"/>
              <a:gd name="connsiteY13" fmla="*/ 1417955 h 2996716"/>
              <a:gd name="connsiteX14" fmla="*/ 1585456 w 6668521"/>
              <a:gd name="connsiteY14" fmla="*/ 1410335 h 2996716"/>
              <a:gd name="connsiteX15" fmla="*/ 1052056 w 6668521"/>
              <a:gd name="connsiteY15" fmla="*/ 1166495 h 2996716"/>
              <a:gd name="connsiteX16" fmla="*/ 168136 w 6668521"/>
              <a:gd name="connsiteY16" fmla="*/ 1288415 h 2996716"/>
              <a:gd name="connsiteX17" fmla="*/ 496 w 6668521"/>
              <a:gd name="connsiteY17" fmla="*/ 1128395 h 2996716"/>
              <a:gd name="connsiteX18" fmla="*/ 130036 w 6668521"/>
              <a:gd name="connsiteY18" fmla="*/ 587375 h 2996716"/>
              <a:gd name="connsiteX19" fmla="*/ 483731 w 6668521"/>
              <a:gd name="connsiteY19" fmla="*/ 418465 h 2996716"/>
              <a:gd name="connsiteX20" fmla="*/ 539611 w 6668521"/>
              <a:gd name="connsiteY20" fmla="*/ 301625 h 2996716"/>
              <a:gd name="connsiteX21" fmla="*/ 639465 w 6668521"/>
              <a:gd name="connsiteY21" fmla="*/ 412750 h 2996716"/>
              <a:gd name="connsiteX22" fmla="*/ 724924 w 6668521"/>
              <a:gd name="connsiteY22" fmla="*/ 361314 h 2996716"/>
              <a:gd name="connsiteX23" fmla="*/ 1456551 w 6668521"/>
              <a:gd name="connsiteY23" fmla="*/ 0 h 2996716"/>
              <a:gd name="connsiteX0" fmla="*/ 6668472 w 6668521"/>
              <a:gd name="connsiteY0" fmla="*/ 1157447 h 2996716"/>
              <a:gd name="connsiteX1" fmla="*/ 6185396 w 6668521"/>
              <a:gd name="connsiteY1" fmla="*/ 1183640 h 2996716"/>
              <a:gd name="connsiteX2" fmla="*/ 6511151 w 6668521"/>
              <a:gd name="connsiteY2" fmla="*/ 1395730 h 2996716"/>
              <a:gd name="connsiteX3" fmla="*/ 6404998 w 6668521"/>
              <a:gd name="connsiteY3" fmla="*/ 1561465 h 2996716"/>
              <a:gd name="connsiteX4" fmla="*/ 6363196 w 6668521"/>
              <a:gd name="connsiteY4" fmla="*/ 1393825 h 2996716"/>
              <a:gd name="connsiteX5" fmla="*/ 6522474 w 6668521"/>
              <a:gd name="connsiteY5" fmla="*/ 1764665 h 2996716"/>
              <a:gd name="connsiteX6" fmla="*/ 6134596 w 6668521"/>
              <a:gd name="connsiteY6" fmla="*/ 1913255 h 2996716"/>
              <a:gd name="connsiteX7" fmla="*/ 5944096 w 6668521"/>
              <a:gd name="connsiteY7" fmla="*/ 2614295 h 2996716"/>
              <a:gd name="connsiteX8" fmla="*/ 5608816 w 6668521"/>
              <a:gd name="connsiteY8" fmla="*/ 2995295 h 2996716"/>
              <a:gd name="connsiteX9" fmla="*/ 5281156 w 6668521"/>
              <a:gd name="connsiteY9" fmla="*/ 2751455 h 2996716"/>
              <a:gd name="connsiteX10" fmla="*/ 4351516 w 6668521"/>
              <a:gd name="connsiteY10" fmla="*/ 2957195 h 2996716"/>
              <a:gd name="connsiteX11" fmla="*/ 3444736 w 6668521"/>
              <a:gd name="connsiteY11" fmla="*/ 2263775 h 2996716"/>
              <a:gd name="connsiteX12" fmla="*/ 2705596 w 6668521"/>
              <a:gd name="connsiteY12" fmla="*/ 2522855 h 2996716"/>
              <a:gd name="connsiteX13" fmla="*/ 2080756 w 6668521"/>
              <a:gd name="connsiteY13" fmla="*/ 1417955 h 2996716"/>
              <a:gd name="connsiteX14" fmla="*/ 1585456 w 6668521"/>
              <a:gd name="connsiteY14" fmla="*/ 1410335 h 2996716"/>
              <a:gd name="connsiteX15" fmla="*/ 1052056 w 6668521"/>
              <a:gd name="connsiteY15" fmla="*/ 1166495 h 2996716"/>
              <a:gd name="connsiteX16" fmla="*/ 168136 w 6668521"/>
              <a:gd name="connsiteY16" fmla="*/ 1288415 h 2996716"/>
              <a:gd name="connsiteX17" fmla="*/ 496 w 6668521"/>
              <a:gd name="connsiteY17" fmla="*/ 1128395 h 2996716"/>
              <a:gd name="connsiteX18" fmla="*/ 130036 w 6668521"/>
              <a:gd name="connsiteY18" fmla="*/ 587375 h 2996716"/>
              <a:gd name="connsiteX19" fmla="*/ 483731 w 6668521"/>
              <a:gd name="connsiteY19" fmla="*/ 418465 h 2996716"/>
              <a:gd name="connsiteX20" fmla="*/ 539611 w 6668521"/>
              <a:gd name="connsiteY20" fmla="*/ 301625 h 2996716"/>
              <a:gd name="connsiteX21" fmla="*/ 639465 w 6668521"/>
              <a:gd name="connsiteY21" fmla="*/ 412750 h 2996716"/>
              <a:gd name="connsiteX22" fmla="*/ 724924 w 6668521"/>
              <a:gd name="connsiteY22" fmla="*/ 361314 h 2996716"/>
              <a:gd name="connsiteX23" fmla="*/ 807474 w 6668521"/>
              <a:gd name="connsiteY23" fmla="*/ 313689 h 2996716"/>
              <a:gd name="connsiteX24" fmla="*/ 1456551 w 6668521"/>
              <a:gd name="connsiteY24" fmla="*/ 0 h 2996716"/>
              <a:gd name="connsiteX0" fmla="*/ 6668472 w 6668521"/>
              <a:gd name="connsiteY0" fmla="*/ 1157447 h 2996716"/>
              <a:gd name="connsiteX1" fmla="*/ 6185396 w 6668521"/>
              <a:gd name="connsiteY1" fmla="*/ 1183640 h 2996716"/>
              <a:gd name="connsiteX2" fmla="*/ 6511151 w 6668521"/>
              <a:gd name="connsiteY2" fmla="*/ 1395730 h 2996716"/>
              <a:gd name="connsiteX3" fmla="*/ 6404998 w 6668521"/>
              <a:gd name="connsiteY3" fmla="*/ 1561465 h 2996716"/>
              <a:gd name="connsiteX4" fmla="*/ 6363196 w 6668521"/>
              <a:gd name="connsiteY4" fmla="*/ 1393825 h 2996716"/>
              <a:gd name="connsiteX5" fmla="*/ 6522474 w 6668521"/>
              <a:gd name="connsiteY5" fmla="*/ 1764665 h 2996716"/>
              <a:gd name="connsiteX6" fmla="*/ 6134596 w 6668521"/>
              <a:gd name="connsiteY6" fmla="*/ 1913255 h 2996716"/>
              <a:gd name="connsiteX7" fmla="*/ 5944096 w 6668521"/>
              <a:gd name="connsiteY7" fmla="*/ 2614295 h 2996716"/>
              <a:gd name="connsiteX8" fmla="*/ 5608816 w 6668521"/>
              <a:gd name="connsiteY8" fmla="*/ 2995295 h 2996716"/>
              <a:gd name="connsiteX9" fmla="*/ 5281156 w 6668521"/>
              <a:gd name="connsiteY9" fmla="*/ 2751455 h 2996716"/>
              <a:gd name="connsiteX10" fmla="*/ 4351516 w 6668521"/>
              <a:gd name="connsiteY10" fmla="*/ 2957195 h 2996716"/>
              <a:gd name="connsiteX11" fmla="*/ 3444736 w 6668521"/>
              <a:gd name="connsiteY11" fmla="*/ 2263775 h 2996716"/>
              <a:gd name="connsiteX12" fmla="*/ 2705596 w 6668521"/>
              <a:gd name="connsiteY12" fmla="*/ 2522855 h 2996716"/>
              <a:gd name="connsiteX13" fmla="*/ 2080756 w 6668521"/>
              <a:gd name="connsiteY13" fmla="*/ 1417955 h 2996716"/>
              <a:gd name="connsiteX14" fmla="*/ 1585456 w 6668521"/>
              <a:gd name="connsiteY14" fmla="*/ 1410335 h 2996716"/>
              <a:gd name="connsiteX15" fmla="*/ 1052056 w 6668521"/>
              <a:gd name="connsiteY15" fmla="*/ 1166495 h 2996716"/>
              <a:gd name="connsiteX16" fmla="*/ 168136 w 6668521"/>
              <a:gd name="connsiteY16" fmla="*/ 1288415 h 2996716"/>
              <a:gd name="connsiteX17" fmla="*/ 496 w 6668521"/>
              <a:gd name="connsiteY17" fmla="*/ 1128395 h 2996716"/>
              <a:gd name="connsiteX18" fmla="*/ 130036 w 6668521"/>
              <a:gd name="connsiteY18" fmla="*/ 587375 h 2996716"/>
              <a:gd name="connsiteX19" fmla="*/ 483731 w 6668521"/>
              <a:gd name="connsiteY19" fmla="*/ 418465 h 2996716"/>
              <a:gd name="connsiteX20" fmla="*/ 539611 w 6668521"/>
              <a:gd name="connsiteY20" fmla="*/ 301625 h 2996716"/>
              <a:gd name="connsiteX21" fmla="*/ 639465 w 6668521"/>
              <a:gd name="connsiteY21" fmla="*/ 412750 h 2996716"/>
              <a:gd name="connsiteX22" fmla="*/ 724924 w 6668521"/>
              <a:gd name="connsiteY22" fmla="*/ 361314 h 2996716"/>
              <a:gd name="connsiteX23" fmla="*/ 753499 w 6668521"/>
              <a:gd name="connsiteY23" fmla="*/ 253364 h 2996716"/>
              <a:gd name="connsiteX24" fmla="*/ 1456551 w 6668521"/>
              <a:gd name="connsiteY24" fmla="*/ 0 h 2996716"/>
              <a:gd name="connsiteX0" fmla="*/ 6668472 w 6668521"/>
              <a:gd name="connsiteY0" fmla="*/ 1157447 h 2996716"/>
              <a:gd name="connsiteX1" fmla="*/ 6185396 w 6668521"/>
              <a:gd name="connsiteY1" fmla="*/ 1183640 h 2996716"/>
              <a:gd name="connsiteX2" fmla="*/ 6511151 w 6668521"/>
              <a:gd name="connsiteY2" fmla="*/ 1395730 h 2996716"/>
              <a:gd name="connsiteX3" fmla="*/ 6404998 w 6668521"/>
              <a:gd name="connsiteY3" fmla="*/ 1561465 h 2996716"/>
              <a:gd name="connsiteX4" fmla="*/ 6363196 w 6668521"/>
              <a:gd name="connsiteY4" fmla="*/ 1393825 h 2996716"/>
              <a:gd name="connsiteX5" fmla="*/ 6522474 w 6668521"/>
              <a:gd name="connsiteY5" fmla="*/ 1764665 h 2996716"/>
              <a:gd name="connsiteX6" fmla="*/ 6134596 w 6668521"/>
              <a:gd name="connsiteY6" fmla="*/ 1913255 h 2996716"/>
              <a:gd name="connsiteX7" fmla="*/ 5944096 w 6668521"/>
              <a:gd name="connsiteY7" fmla="*/ 2614295 h 2996716"/>
              <a:gd name="connsiteX8" fmla="*/ 5608816 w 6668521"/>
              <a:gd name="connsiteY8" fmla="*/ 2995295 h 2996716"/>
              <a:gd name="connsiteX9" fmla="*/ 5281156 w 6668521"/>
              <a:gd name="connsiteY9" fmla="*/ 2751455 h 2996716"/>
              <a:gd name="connsiteX10" fmla="*/ 4351516 w 6668521"/>
              <a:gd name="connsiteY10" fmla="*/ 2957195 h 2996716"/>
              <a:gd name="connsiteX11" fmla="*/ 3444736 w 6668521"/>
              <a:gd name="connsiteY11" fmla="*/ 2263775 h 2996716"/>
              <a:gd name="connsiteX12" fmla="*/ 2705596 w 6668521"/>
              <a:gd name="connsiteY12" fmla="*/ 2522855 h 2996716"/>
              <a:gd name="connsiteX13" fmla="*/ 2080756 w 6668521"/>
              <a:gd name="connsiteY13" fmla="*/ 1417955 h 2996716"/>
              <a:gd name="connsiteX14" fmla="*/ 1585456 w 6668521"/>
              <a:gd name="connsiteY14" fmla="*/ 1410335 h 2996716"/>
              <a:gd name="connsiteX15" fmla="*/ 1052056 w 6668521"/>
              <a:gd name="connsiteY15" fmla="*/ 1166495 h 2996716"/>
              <a:gd name="connsiteX16" fmla="*/ 168136 w 6668521"/>
              <a:gd name="connsiteY16" fmla="*/ 1288415 h 2996716"/>
              <a:gd name="connsiteX17" fmla="*/ 496 w 6668521"/>
              <a:gd name="connsiteY17" fmla="*/ 1128395 h 2996716"/>
              <a:gd name="connsiteX18" fmla="*/ 130036 w 6668521"/>
              <a:gd name="connsiteY18" fmla="*/ 587375 h 2996716"/>
              <a:gd name="connsiteX19" fmla="*/ 483731 w 6668521"/>
              <a:gd name="connsiteY19" fmla="*/ 418465 h 2996716"/>
              <a:gd name="connsiteX20" fmla="*/ 539611 w 6668521"/>
              <a:gd name="connsiteY20" fmla="*/ 301625 h 2996716"/>
              <a:gd name="connsiteX21" fmla="*/ 639465 w 6668521"/>
              <a:gd name="connsiteY21" fmla="*/ 412750 h 2996716"/>
              <a:gd name="connsiteX22" fmla="*/ 724924 w 6668521"/>
              <a:gd name="connsiteY22" fmla="*/ 361314 h 2996716"/>
              <a:gd name="connsiteX23" fmla="*/ 753499 w 6668521"/>
              <a:gd name="connsiteY23" fmla="*/ 253364 h 2996716"/>
              <a:gd name="connsiteX24" fmla="*/ 1236099 w 6668521"/>
              <a:gd name="connsiteY24" fmla="*/ 75564 h 2996716"/>
              <a:gd name="connsiteX25" fmla="*/ 1456551 w 6668521"/>
              <a:gd name="connsiteY25" fmla="*/ 0 h 2996716"/>
              <a:gd name="connsiteX0" fmla="*/ 6668472 w 6668521"/>
              <a:gd name="connsiteY0" fmla="*/ 1157447 h 2996716"/>
              <a:gd name="connsiteX1" fmla="*/ 6185396 w 6668521"/>
              <a:gd name="connsiteY1" fmla="*/ 1183640 h 2996716"/>
              <a:gd name="connsiteX2" fmla="*/ 6511151 w 6668521"/>
              <a:gd name="connsiteY2" fmla="*/ 1395730 h 2996716"/>
              <a:gd name="connsiteX3" fmla="*/ 6404998 w 6668521"/>
              <a:gd name="connsiteY3" fmla="*/ 1561465 h 2996716"/>
              <a:gd name="connsiteX4" fmla="*/ 6363196 w 6668521"/>
              <a:gd name="connsiteY4" fmla="*/ 1393825 h 2996716"/>
              <a:gd name="connsiteX5" fmla="*/ 6522474 w 6668521"/>
              <a:gd name="connsiteY5" fmla="*/ 1764665 h 2996716"/>
              <a:gd name="connsiteX6" fmla="*/ 6134596 w 6668521"/>
              <a:gd name="connsiteY6" fmla="*/ 1913255 h 2996716"/>
              <a:gd name="connsiteX7" fmla="*/ 5944096 w 6668521"/>
              <a:gd name="connsiteY7" fmla="*/ 2614295 h 2996716"/>
              <a:gd name="connsiteX8" fmla="*/ 5608816 w 6668521"/>
              <a:gd name="connsiteY8" fmla="*/ 2995295 h 2996716"/>
              <a:gd name="connsiteX9" fmla="*/ 5281156 w 6668521"/>
              <a:gd name="connsiteY9" fmla="*/ 2751455 h 2996716"/>
              <a:gd name="connsiteX10" fmla="*/ 4351516 w 6668521"/>
              <a:gd name="connsiteY10" fmla="*/ 2957195 h 2996716"/>
              <a:gd name="connsiteX11" fmla="*/ 3444736 w 6668521"/>
              <a:gd name="connsiteY11" fmla="*/ 2263775 h 2996716"/>
              <a:gd name="connsiteX12" fmla="*/ 2705596 w 6668521"/>
              <a:gd name="connsiteY12" fmla="*/ 2522855 h 2996716"/>
              <a:gd name="connsiteX13" fmla="*/ 2080756 w 6668521"/>
              <a:gd name="connsiteY13" fmla="*/ 1417955 h 2996716"/>
              <a:gd name="connsiteX14" fmla="*/ 1585456 w 6668521"/>
              <a:gd name="connsiteY14" fmla="*/ 1410335 h 2996716"/>
              <a:gd name="connsiteX15" fmla="*/ 1052056 w 6668521"/>
              <a:gd name="connsiteY15" fmla="*/ 1166495 h 2996716"/>
              <a:gd name="connsiteX16" fmla="*/ 168136 w 6668521"/>
              <a:gd name="connsiteY16" fmla="*/ 1288415 h 2996716"/>
              <a:gd name="connsiteX17" fmla="*/ 496 w 6668521"/>
              <a:gd name="connsiteY17" fmla="*/ 1128395 h 2996716"/>
              <a:gd name="connsiteX18" fmla="*/ 130036 w 6668521"/>
              <a:gd name="connsiteY18" fmla="*/ 587375 h 2996716"/>
              <a:gd name="connsiteX19" fmla="*/ 483731 w 6668521"/>
              <a:gd name="connsiteY19" fmla="*/ 418465 h 2996716"/>
              <a:gd name="connsiteX20" fmla="*/ 539611 w 6668521"/>
              <a:gd name="connsiteY20" fmla="*/ 301625 h 2996716"/>
              <a:gd name="connsiteX21" fmla="*/ 639465 w 6668521"/>
              <a:gd name="connsiteY21" fmla="*/ 412750 h 2996716"/>
              <a:gd name="connsiteX22" fmla="*/ 724924 w 6668521"/>
              <a:gd name="connsiteY22" fmla="*/ 361314 h 2996716"/>
              <a:gd name="connsiteX23" fmla="*/ 753499 w 6668521"/>
              <a:gd name="connsiteY23" fmla="*/ 253364 h 2996716"/>
              <a:gd name="connsiteX24" fmla="*/ 1398024 w 6668521"/>
              <a:gd name="connsiteY24" fmla="*/ 158114 h 2996716"/>
              <a:gd name="connsiteX25" fmla="*/ 1456551 w 6668521"/>
              <a:gd name="connsiteY25" fmla="*/ 0 h 2996716"/>
              <a:gd name="connsiteX0" fmla="*/ 6668472 w 6668521"/>
              <a:gd name="connsiteY0" fmla="*/ 1157447 h 2996716"/>
              <a:gd name="connsiteX1" fmla="*/ 6185396 w 6668521"/>
              <a:gd name="connsiteY1" fmla="*/ 1183640 h 2996716"/>
              <a:gd name="connsiteX2" fmla="*/ 6511151 w 6668521"/>
              <a:gd name="connsiteY2" fmla="*/ 1395730 h 2996716"/>
              <a:gd name="connsiteX3" fmla="*/ 6404998 w 6668521"/>
              <a:gd name="connsiteY3" fmla="*/ 1561465 h 2996716"/>
              <a:gd name="connsiteX4" fmla="*/ 6363196 w 6668521"/>
              <a:gd name="connsiteY4" fmla="*/ 1393825 h 2996716"/>
              <a:gd name="connsiteX5" fmla="*/ 6522474 w 6668521"/>
              <a:gd name="connsiteY5" fmla="*/ 1764665 h 2996716"/>
              <a:gd name="connsiteX6" fmla="*/ 6134596 w 6668521"/>
              <a:gd name="connsiteY6" fmla="*/ 1913255 h 2996716"/>
              <a:gd name="connsiteX7" fmla="*/ 5944096 w 6668521"/>
              <a:gd name="connsiteY7" fmla="*/ 2614295 h 2996716"/>
              <a:gd name="connsiteX8" fmla="*/ 5608816 w 6668521"/>
              <a:gd name="connsiteY8" fmla="*/ 2995295 h 2996716"/>
              <a:gd name="connsiteX9" fmla="*/ 5281156 w 6668521"/>
              <a:gd name="connsiteY9" fmla="*/ 2751455 h 2996716"/>
              <a:gd name="connsiteX10" fmla="*/ 4351516 w 6668521"/>
              <a:gd name="connsiteY10" fmla="*/ 2957195 h 2996716"/>
              <a:gd name="connsiteX11" fmla="*/ 3444736 w 6668521"/>
              <a:gd name="connsiteY11" fmla="*/ 2263775 h 2996716"/>
              <a:gd name="connsiteX12" fmla="*/ 2705596 w 6668521"/>
              <a:gd name="connsiteY12" fmla="*/ 2522855 h 2996716"/>
              <a:gd name="connsiteX13" fmla="*/ 2080756 w 6668521"/>
              <a:gd name="connsiteY13" fmla="*/ 1417955 h 2996716"/>
              <a:gd name="connsiteX14" fmla="*/ 1585456 w 6668521"/>
              <a:gd name="connsiteY14" fmla="*/ 1410335 h 2996716"/>
              <a:gd name="connsiteX15" fmla="*/ 1052056 w 6668521"/>
              <a:gd name="connsiteY15" fmla="*/ 1166495 h 2996716"/>
              <a:gd name="connsiteX16" fmla="*/ 168136 w 6668521"/>
              <a:gd name="connsiteY16" fmla="*/ 1288415 h 2996716"/>
              <a:gd name="connsiteX17" fmla="*/ 496 w 6668521"/>
              <a:gd name="connsiteY17" fmla="*/ 1128395 h 2996716"/>
              <a:gd name="connsiteX18" fmla="*/ 130036 w 6668521"/>
              <a:gd name="connsiteY18" fmla="*/ 587375 h 2996716"/>
              <a:gd name="connsiteX19" fmla="*/ 483731 w 6668521"/>
              <a:gd name="connsiteY19" fmla="*/ 418465 h 2996716"/>
              <a:gd name="connsiteX20" fmla="*/ 539611 w 6668521"/>
              <a:gd name="connsiteY20" fmla="*/ 301625 h 2996716"/>
              <a:gd name="connsiteX21" fmla="*/ 639465 w 6668521"/>
              <a:gd name="connsiteY21" fmla="*/ 412750 h 2996716"/>
              <a:gd name="connsiteX22" fmla="*/ 724924 w 6668521"/>
              <a:gd name="connsiteY22" fmla="*/ 361314 h 2996716"/>
              <a:gd name="connsiteX23" fmla="*/ 753499 w 6668521"/>
              <a:gd name="connsiteY23" fmla="*/ 253364 h 2996716"/>
              <a:gd name="connsiteX24" fmla="*/ 1398024 w 6668521"/>
              <a:gd name="connsiteY24" fmla="*/ 158114 h 2996716"/>
              <a:gd name="connsiteX25" fmla="*/ 1451999 w 6668521"/>
              <a:gd name="connsiteY25" fmla="*/ 94614 h 2996716"/>
              <a:gd name="connsiteX26" fmla="*/ 1456551 w 6668521"/>
              <a:gd name="connsiteY26" fmla="*/ 0 h 2996716"/>
              <a:gd name="connsiteX0" fmla="*/ 6668472 w 6668521"/>
              <a:gd name="connsiteY0" fmla="*/ 1157447 h 2996716"/>
              <a:gd name="connsiteX1" fmla="*/ 6185396 w 6668521"/>
              <a:gd name="connsiteY1" fmla="*/ 1183640 h 2996716"/>
              <a:gd name="connsiteX2" fmla="*/ 6511151 w 6668521"/>
              <a:gd name="connsiteY2" fmla="*/ 1395730 h 2996716"/>
              <a:gd name="connsiteX3" fmla="*/ 6404998 w 6668521"/>
              <a:gd name="connsiteY3" fmla="*/ 1561465 h 2996716"/>
              <a:gd name="connsiteX4" fmla="*/ 6363196 w 6668521"/>
              <a:gd name="connsiteY4" fmla="*/ 1393825 h 2996716"/>
              <a:gd name="connsiteX5" fmla="*/ 6522474 w 6668521"/>
              <a:gd name="connsiteY5" fmla="*/ 1764665 h 2996716"/>
              <a:gd name="connsiteX6" fmla="*/ 6134596 w 6668521"/>
              <a:gd name="connsiteY6" fmla="*/ 1913255 h 2996716"/>
              <a:gd name="connsiteX7" fmla="*/ 5944096 w 6668521"/>
              <a:gd name="connsiteY7" fmla="*/ 2614295 h 2996716"/>
              <a:gd name="connsiteX8" fmla="*/ 5608816 w 6668521"/>
              <a:gd name="connsiteY8" fmla="*/ 2995295 h 2996716"/>
              <a:gd name="connsiteX9" fmla="*/ 5281156 w 6668521"/>
              <a:gd name="connsiteY9" fmla="*/ 2751455 h 2996716"/>
              <a:gd name="connsiteX10" fmla="*/ 4351516 w 6668521"/>
              <a:gd name="connsiteY10" fmla="*/ 2957195 h 2996716"/>
              <a:gd name="connsiteX11" fmla="*/ 3444736 w 6668521"/>
              <a:gd name="connsiteY11" fmla="*/ 2263775 h 2996716"/>
              <a:gd name="connsiteX12" fmla="*/ 2705596 w 6668521"/>
              <a:gd name="connsiteY12" fmla="*/ 2522855 h 2996716"/>
              <a:gd name="connsiteX13" fmla="*/ 2080756 w 6668521"/>
              <a:gd name="connsiteY13" fmla="*/ 1417955 h 2996716"/>
              <a:gd name="connsiteX14" fmla="*/ 1585456 w 6668521"/>
              <a:gd name="connsiteY14" fmla="*/ 1410335 h 2996716"/>
              <a:gd name="connsiteX15" fmla="*/ 1052056 w 6668521"/>
              <a:gd name="connsiteY15" fmla="*/ 1166495 h 2996716"/>
              <a:gd name="connsiteX16" fmla="*/ 168136 w 6668521"/>
              <a:gd name="connsiteY16" fmla="*/ 1288415 h 2996716"/>
              <a:gd name="connsiteX17" fmla="*/ 496 w 6668521"/>
              <a:gd name="connsiteY17" fmla="*/ 1128395 h 2996716"/>
              <a:gd name="connsiteX18" fmla="*/ 130036 w 6668521"/>
              <a:gd name="connsiteY18" fmla="*/ 587375 h 2996716"/>
              <a:gd name="connsiteX19" fmla="*/ 483731 w 6668521"/>
              <a:gd name="connsiteY19" fmla="*/ 418465 h 2996716"/>
              <a:gd name="connsiteX20" fmla="*/ 539611 w 6668521"/>
              <a:gd name="connsiteY20" fmla="*/ 301625 h 2996716"/>
              <a:gd name="connsiteX21" fmla="*/ 639465 w 6668521"/>
              <a:gd name="connsiteY21" fmla="*/ 412750 h 2996716"/>
              <a:gd name="connsiteX22" fmla="*/ 724924 w 6668521"/>
              <a:gd name="connsiteY22" fmla="*/ 361314 h 2996716"/>
              <a:gd name="connsiteX23" fmla="*/ 753499 w 6668521"/>
              <a:gd name="connsiteY23" fmla="*/ 253364 h 2996716"/>
              <a:gd name="connsiteX24" fmla="*/ 1398024 w 6668521"/>
              <a:gd name="connsiteY24" fmla="*/ 158114 h 2996716"/>
              <a:gd name="connsiteX25" fmla="*/ 1312299 w 6668521"/>
              <a:gd name="connsiteY25" fmla="*/ 91439 h 2996716"/>
              <a:gd name="connsiteX26" fmla="*/ 1456551 w 6668521"/>
              <a:gd name="connsiteY26" fmla="*/ 0 h 2996716"/>
              <a:gd name="connsiteX0" fmla="*/ 6668472 w 6668521"/>
              <a:gd name="connsiteY0" fmla="*/ 1157447 h 2996716"/>
              <a:gd name="connsiteX1" fmla="*/ 6185396 w 6668521"/>
              <a:gd name="connsiteY1" fmla="*/ 1183640 h 2996716"/>
              <a:gd name="connsiteX2" fmla="*/ 6511151 w 6668521"/>
              <a:gd name="connsiteY2" fmla="*/ 1395730 h 2996716"/>
              <a:gd name="connsiteX3" fmla="*/ 6404998 w 6668521"/>
              <a:gd name="connsiteY3" fmla="*/ 1561465 h 2996716"/>
              <a:gd name="connsiteX4" fmla="*/ 6363196 w 6668521"/>
              <a:gd name="connsiteY4" fmla="*/ 1393825 h 2996716"/>
              <a:gd name="connsiteX5" fmla="*/ 6522474 w 6668521"/>
              <a:gd name="connsiteY5" fmla="*/ 1764665 h 2996716"/>
              <a:gd name="connsiteX6" fmla="*/ 6134596 w 6668521"/>
              <a:gd name="connsiteY6" fmla="*/ 1913255 h 2996716"/>
              <a:gd name="connsiteX7" fmla="*/ 5944096 w 6668521"/>
              <a:gd name="connsiteY7" fmla="*/ 2614295 h 2996716"/>
              <a:gd name="connsiteX8" fmla="*/ 5608816 w 6668521"/>
              <a:gd name="connsiteY8" fmla="*/ 2995295 h 2996716"/>
              <a:gd name="connsiteX9" fmla="*/ 5281156 w 6668521"/>
              <a:gd name="connsiteY9" fmla="*/ 2751455 h 2996716"/>
              <a:gd name="connsiteX10" fmla="*/ 4351516 w 6668521"/>
              <a:gd name="connsiteY10" fmla="*/ 2957195 h 2996716"/>
              <a:gd name="connsiteX11" fmla="*/ 3444736 w 6668521"/>
              <a:gd name="connsiteY11" fmla="*/ 2263775 h 2996716"/>
              <a:gd name="connsiteX12" fmla="*/ 2705596 w 6668521"/>
              <a:gd name="connsiteY12" fmla="*/ 2522855 h 2996716"/>
              <a:gd name="connsiteX13" fmla="*/ 2080756 w 6668521"/>
              <a:gd name="connsiteY13" fmla="*/ 1417955 h 2996716"/>
              <a:gd name="connsiteX14" fmla="*/ 1585456 w 6668521"/>
              <a:gd name="connsiteY14" fmla="*/ 1410335 h 2996716"/>
              <a:gd name="connsiteX15" fmla="*/ 1052056 w 6668521"/>
              <a:gd name="connsiteY15" fmla="*/ 1166495 h 2996716"/>
              <a:gd name="connsiteX16" fmla="*/ 168136 w 6668521"/>
              <a:gd name="connsiteY16" fmla="*/ 1288415 h 2996716"/>
              <a:gd name="connsiteX17" fmla="*/ 496 w 6668521"/>
              <a:gd name="connsiteY17" fmla="*/ 1128395 h 2996716"/>
              <a:gd name="connsiteX18" fmla="*/ 130036 w 6668521"/>
              <a:gd name="connsiteY18" fmla="*/ 587375 h 2996716"/>
              <a:gd name="connsiteX19" fmla="*/ 483731 w 6668521"/>
              <a:gd name="connsiteY19" fmla="*/ 418465 h 2996716"/>
              <a:gd name="connsiteX20" fmla="*/ 539611 w 6668521"/>
              <a:gd name="connsiteY20" fmla="*/ 301625 h 2996716"/>
              <a:gd name="connsiteX21" fmla="*/ 639465 w 6668521"/>
              <a:gd name="connsiteY21" fmla="*/ 412750 h 2996716"/>
              <a:gd name="connsiteX22" fmla="*/ 724924 w 6668521"/>
              <a:gd name="connsiteY22" fmla="*/ 361314 h 2996716"/>
              <a:gd name="connsiteX23" fmla="*/ 753499 w 6668521"/>
              <a:gd name="connsiteY23" fmla="*/ 253364 h 2996716"/>
              <a:gd name="connsiteX24" fmla="*/ 1398024 w 6668521"/>
              <a:gd name="connsiteY24" fmla="*/ 158114 h 2996716"/>
              <a:gd name="connsiteX25" fmla="*/ 1315474 w 6668521"/>
              <a:gd name="connsiteY25" fmla="*/ 81914 h 2996716"/>
              <a:gd name="connsiteX26" fmla="*/ 1456551 w 6668521"/>
              <a:gd name="connsiteY26" fmla="*/ 0 h 2996716"/>
              <a:gd name="connsiteX0" fmla="*/ 6668472 w 6668521"/>
              <a:gd name="connsiteY0" fmla="*/ 1157447 h 2996716"/>
              <a:gd name="connsiteX1" fmla="*/ 6185396 w 6668521"/>
              <a:gd name="connsiteY1" fmla="*/ 1183640 h 2996716"/>
              <a:gd name="connsiteX2" fmla="*/ 6511151 w 6668521"/>
              <a:gd name="connsiteY2" fmla="*/ 1395730 h 2996716"/>
              <a:gd name="connsiteX3" fmla="*/ 6404998 w 6668521"/>
              <a:gd name="connsiteY3" fmla="*/ 1561465 h 2996716"/>
              <a:gd name="connsiteX4" fmla="*/ 6363196 w 6668521"/>
              <a:gd name="connsiteY4" fmla="*/ 1393825 h 2996716"/>
              <a:gd name="connsiteX5" fmla="*/ 6522474 w 6668521"/>
              <a:gd name="connsiteY5" fmla="*/ 1764665 h 2996716"/>
              <a:gd name="connsiteX6" fmla="*/ 6134596 w 6668521"/>
              <a:gd name="connsiteY6" fmla="*/ 1913255 h 2996716"/>
              <a:gd name="connsiteX7" fmla="*/ 5944096 w 6668521"/>
              <a:gd name="connsiteY7" fmla="*/ 2614295 h 2996716"/>
              <a:gd name="connsiteX8" fmla="*/ 5608816 w 6668521"/>
              <a:gd name="connsiteY8" fmla="*/ 2995295 h 2996716"/>
              <a:gd name="connsiteX9" fmla="*/ 5281156 w 6668521"/>
              <a:gd name="connsiteY9" fmla="*/ 2751455 h 2996716"/>
              <a:gd name="connsiteX10" fmla="*/ 4351516 w 6668521"/>
              <a:gd name="connsiteY10" fmla="*/ 2957195 h 2996716"/>
              <a:gd name="connsiteX11" fmla="*/ 3444736 w 6668521"/>
              <a:gd name="connsiteY11" fmla="*/ 2263775 h 2996716"/>
              <a:gd name="connsiteX12" fmla="*/ 2705596 w 6668521"/>
              <a:gd name="connsiteY12" fmla="*/ 2522855 h 2996716"/>
              <a:gd name="connsiteX13" fmla="*/ 2080756 w 6668521"/>
              <a:gd name="connsiteY13" fmla="*/ 1417955 h 2996716"/>
              <a:gd name="connsiteX14" fmla="*/ 1585456 w 6668521"/>
              <a:gd name="connsiteY14" fmla="*/ 1410335 h 2996716"/>
              <a:gd name="connsiteX15" fmla="*/ 1052056 w 6668521"/>
              <a:gd name="connsiteY15" fmla="*/ 1166495 h 2996716"/>
              <a:gd name="connsiteX16" fmla="*/ 168136 w 6668521"/>
              <a:gd name="connsiteY16" fmla="*/ 1288415 h 2996716"/>
              <a:gd name="connsiteX17" fmla="*/ 496 w 6668521"/>
              <a:gd name="connsiteY17" fmla="*/ 1128395 h 2996716"/>
              <a:gd name="connsiteX18" fmla="*/ 130036 w 6668521"/>
              <a:gd name="connsiteY18" fmla="*/ 587375 h 2996716"/>
              <a:gd name="connsiteX19" fmla="*/ 483731 w 6668521"/>
              <a:gd name="connsiteY19" fmla="*/ 418465 h 2996716"/>
              <a:gd name="connsiteX20" fmla="*/ 539611 w 6668521"/>
              <a:gd name="connsiteY20" fmla="*/ 301625 h 2996716"/>
              <a:gd name="connsiteX21" fmla="*/ 639465 w 6668521"/>
              <a:gd name="connsiteY21" fmla="*/ 412750 h 2996716"/>
              <a:gd name="connsiteX22" fmla="*/ 724924 w 6668521"/>
              <a:gd name="connsiteY22" fmla="*/ 361314 h 2996716"/>
              <a:gd name="connsiteX23" fmla="*/ 753499 w 6668521"/>
              <a:gd name="connsiteY23" fmla="*/ 253364 h 2996716"/>
              <a:gd name="connsiteX24" fmla="*/ 910662 w 6668521"/>
              <a:gd name="connsiteY24" fmla="*/ 216852 h 2996716"/>
              <a:gd name="connsiteX25" fmla="*/ 1398024 w 6668521"/>
              <a:gd name="connsiteY25" fmla="*/ 158114 h 2996716"/>
              <a:gd name="connsiteX26" fmla="*/ 1315474 w 6668521"/>
              <a:gd name="connsiteY26" fmla="*/ 81914 h 2996716"/>
              <a:gd name="connsiteX27" fmla="*/ 1456551 w 6668521"/>
              <a:gd name="connsiteY27" fmla="*/ 0 h 2996716"/>
              <a:gd name="connsiteX0" fmla="*/ 6668472 w 6668521"/>
              <a:gd name="connsiteY0" fmla="*/ 1157447 h 2996716"/>
              <a:gd name="connsiteX1" fmla="*/ 6185396 w 6668521"/>
              <a:gd name="connsiteY1" fmla="*/ 1183640 h 2996716"/>
              <a:gd name="connsiteX2" fmla="*/ 6511151 w 6668521"/>
              <a:gd name="connsiteY2" fmla="*/ 1395730 h 2996716"/>
              <a:gd name="connsiteX3" fmla="*/ 6404998 w 6668521"/>
              <a:gd name="connsiteY3" fmla="*/ 1561465 h 2996716"/>
              <a:gd name="connsiteX4" fmla="*/ 6363196 w 6668521"/>
              <a:gd name="connsiteY4" fmla="*/ 1393825 h 2996716"/>
              <a:gd name="connsiteX5" fmla="*/ 6522474 w 6668521"/>
              <a:gd name="connsiteY5" fmla="*/ 1764665 h 2996716"/>
              <a:gd name="connsiteX6" fmla="*/ 6134596 w 6668521"/>
              <a:gd name="connsiteY6" fmla="*/ 1913255 h 2996716"/>
              <a:gd name="connsiteX7" fmla="*/ 5944096 w 6668521"/>
              <a:gd name="connsiteY7" fmla="*/ 2614295 h 2996716"/>
              <a:gd name="connsiteX8" fmla="*/ 5608816 w 6668521"/>
              <a:gd name="connsiteY8" fmla="*/ 2995295 h 2996716"/>
              <a:gd name="connsiteX9" fmla="*/ 5281156 w 6668521"/>
              <a:gd name="connsiteY9" fmla="*/ 2751455 h 2996716"/>
              <a:gd name="connsiteX10" fmla="*/ 4351516 w 6668521"/>
              <a:gd name="connsiteY10" fmla="*/ 2957195 h 2996716"/>
              <a:gd name="connsiteX11" fmla="*/ 3444736 w 6668521"/>
              <a:gd name="connsiteY11" fmla="*/ 2263775 h 2996716"/>
              <a:gd name="connsiteX12" fmla="*/ 2705596 w 6668521"/>
              <a:gd name="connsiteY12" fmla="*/ 2522855 h 2996716"/>
              <a:gd name="connsiteX13" fmla="*/ 2080756 w 6668521"/>
              <a:gd name="connsiteY13" fmla="*/ 1417955 h 2996716"/>
              <a:gd name="connsiteX14" fmla="*/ 1585456 w 6668521"/>
              <a:gd name="connsiteY14" fmla="*/ 1410335 h 2996716"/>
              <a:gd name="connsiteX15" fmla="*/ 1052056 w 6668521"/>
              <a:gd name="connsiteY15" fmla="*/ 1166495 h 2996716"/>
              <a:gd name="connsiteX16" fmla="*/ 168136 w 6668521"/>
              <a:gd name="connsiteY16" fmla="*/ 1288415 h 2996716"/>
              <a:gd name="connsiteX17" fmla="*/ 496 w 6668521"/>
              <a:gd name="connsiteY17" fmla="*/ 1128395 h 2996716"/>
              <a:gd name="connsiteX18" fmla="*/ 130036 w 6668521"/>
              <a:gd name="connsiteY18" fmla="*/ 587375 h 2996716"/>
              <a:gd name="connsiteX19" fmla="*/ 483731 w 6668521"/>
              <a:gd name="connsiteY19" fmla="*/ 418465 h 2996716"/>
              <a:gd name="connsiteX20" fmla="*/ 539611 w 6668521"/>
              <a:gd name="connsiteY20" fmla="*/ 301625 h 2996716"/>
              <a:gd name="connsiteX21" fmla="*/ 639465 w 6668521"/>
              <a:gd name="connsiteY21" fmla="*/ 412750 h 2996716"/>
              <a:gd name="connsiteX22" fmla="*/ 724924 w 6668521"/>
              <a:gd name="connsiteY22" fmla="*/ 361314 h 2996716"/>
              <a:gd name="connsiteX23" fmla="*/ 753499 w 6668521"/>
              <a:gd name="connsiteY23" fmla="*/ 253364 h 2996716"/>
              <a:gd name="connsiteX24" fmla="*/ 922569 w 6668521"/>
              <a:gd name="connsiteY24" fmla="*/ 266858 h 2996716"/>
              <a:gd name="connsiteX25" fmla="*/ 1398024 w 6668521"/>
              <a:gd name="connsiteY25" fmla="*/ 158114 h 2996716"/>
              <a:gd name="connsiteX26" fmla="*/ 1315474 w 6668521"/>
              <a:gd name="connsiteY26" fmla="*/ 81914 h 2996716"/>
              <a:gd name="connsiteX27" fmla="*/ 1456551 w 6668521"/>
              <a:gd name="connsiteY27" fmla="*/ 0 h 2996716"/>
              <a:gd name="connsiteX0" fmla="*/ 6668472 w 6668521"/>
              <a:gd name="connsiteY0" fmla="*/ 1157447 h 2996716"/>
              <a:gd name="connsiteX1" fmla="*/ 6185396 w 6668521"/>
              <a:gd name="connsiteY1" fmla="*/ 1183640 h 2996716"/>
              <a:gd name="connsiteX2" fmla="*/ 6511151 w 6668521"/>
              <a:gd name="connsiteY2" fmla="*/ 1395730 h 2996716"/>
              <a:gd name="connsiteX3" fmla="*/ 6404998 w 6668521"/>
              <a:gd name="connsiteY3" fmla="*/ 1561465 h 2996716"/>
              <a:gd name="connsiteX4" fmla="*/ 6363196 w 6668521"/>
              <a:gd name="connsiteY4" fmla="*/ 1393825 h 2996716"/>
              <a:gd name="connsiteX5" fmla="*/ 6522474 w 6668521"/>
              <a:gd name="connsiteY5" fmla="*/ 1764665 h 2996716"/>
              <a:gd name="connsiteX6" fmla="*/ 6134596 w 6668521"/>
              <a:gd name="connsiteY6" fmla="*/ 1913255 h 2996716"/>
              <a:gd name="connsiteX7" fmla="*/ 5944096 w 6668521"/>
              <a:gd name="connsiteY7" fmla="*/ 2614295 h 2996716"/>
              <a:gd name="connsiteX8" fmla="*/ 5608816 w 6668521"/>
              <a:gd name="connsiteY8" fmla="*/ 2995295 h 2996716"/>
              <a:gd name="connsiteX9" fmla="*/ 5281156 w 6668521"/>
              <a:gd name="connsiteY9" fmla="*/ 2751455 h 2996716"/>
              <a:gd name="connsiteX10" fmla="*/ 4351516 w 6668521"/>
              <a:gd name="connsiteY10" fmla="*/ 2957195 h 2996716"/>
              <a:gd name="connsiteX11" fmla="*/ 3444736 w 6668521"/>
              <a:gd name="connsiteY11" fmla="*/ 2263775 h 2996716"/>
              <a:gd name="connsiteX12" fmla="*/ 2705596 w 6668521"/>
              <a:gd name="connsiteY12" fmla="*/ 2522855 h 2996716"/>
              <a:gd name="connsiteX13" fmla="*/ 2080756 w 6668521"/>
              <a:gd name="connsiteY13" fmla="*/ 1417955 h 2996716"/>
              <a:gd name="connsiteX14" fmla="*/ 1585456 w 6668521"/>
              <a:gd name="connsiteY14" fmla="*/ 1410335 h 2996716"/>
              <a:gd name="connsiteX15" fmla="*/ 1052056 w 6668521"/>
              <a:gd name="connsiteY15" fmla="*/ 1166495 h 2996716"/>
              <a:gd name="connsiteX16" fmla="*/ 168136 w 6668521"/>
              <a:gd name="connsiteY16" fmla="*/ 1288415 h 2996716"/>
              <a:gd name="connsiteX17" fmla="*/ 496 w 6668521"/>
              <a:gd name="connsiteY17" fmla="*/ 1128395 h 2996716"/>
              <a:gd name="connsiteX18" fmla="*/ 130036 w 6668521"/>
              <a:gd name="connsiteY18" fmla="*/ 587375 h 2996716"/>
              <a:gd name="connsiteX19" fmla="*/ 483731 w 6668521"/>
              <a:gd name="connsiteY19" fmla="*/ 418465 h 2996716"/>
              <a:gd name="connsiteX20" fmla="*/ 539611 w 6668521"/>
              <a:gd name="connsiteY20" fmla="*/ 301625 h 2996716"/>
              <a:gd name="connsiteX21" fmla="*/ 639465 w 6668521"/>
              <a:gd name="connsiteY21" fmla="*/ 412750 h 2996716"/>
              <a:gd name="connsiteX22" fmla="*/ 724924 w 6668521"/>
              <a:gd name="connsiteY22" fmla="*/ 361314 h 2996716"/>
              <a:gd name="connsiteX23" fmla="*/ 753499 w 6668521"/>
              <a:gd name="connsiteY23" fmla="*/ 253364 h 2996716"/>
              <a:gd name="connsiteX24" fmla="*/ 1010675 w 6668521"/>
              <a:gd name="connsiteY24" fmla="*/ 221614 h 2996716"/>
              <a:gd name="connsiteX25" fmla="*/ 1398024 w 6668521"/>
              <a:gd name="connsiteY25" fmla="*/ 158114 h 2996716"/>
              <a:gd name="connsiteX26" fmla="*/ 1315474 w 6668521"/>
              <a:gd name="connsiteY26" fmla="*/ 81914 h 2996716"/>
              <a:gd name="connsiteX27" fmla="*/ 1456551 w 6668521"/>
              <a:gd name="connsiteY27" fmla="*/ 0 h 2996716"/>
              <a:gd name="connsiteX0" fmla="*/ 6668472 w 6668521"/>
              <a:gd name="connsiteY0" fmla="*/ 1157447 h 2996716"/>
              <a:gd name="connsiteX1" fmla="*/ 6185396 w 6668521"/>
              <a:gd name="connsiteY1" fmla="*/ 1183640 h 2996716"/>
              <a:gd name="connsiteX2" fmla="*/ 6511151 w 6668521"/>
              <a:gd name="connsiteY2" fmla="*/ 1395730 h 2996716"/>
              <a:gd name="connsiteX3" fmla="*/ 6404998 w 6668521"/>
              <a:gd name="connsiteY3" fmla="*/ 1561465 h 2996716"/>
              <a:gd name="connsiteX4" fmla="*/ 6363196 w 6668521"/>
              <a:gd name="connsiteY4" fmla="*/ 1393825 h 2996716"/>
              <a:gd name="connsiteX5" fmla="*/ 6522474 w 6668521"/>
              <a:gd name="connsiteY5" fmla="*/ 1764665 h 2996716"/>
              <a:gd name="connsiteX6" fmla="*/ 6134596 w 6668521"/>
              <a:gd name="connsiteY6" fmla="*/ 1913255 h 2996716"/>
              <a:gd name="connsiteX7" fmla="*/ 5944096 w 6668521"/>
              <a:gd name="connsiteY7" fmla="*/ 2614295 h 2996716"/>
              <a:gd name="connsiteX8" fmla="*/ 5608816 w 6668521"/>
              <a:gd name="connsiteY8" fmla="*/ 2995295 h 2996716"/>
              <a:gd name="connsiteX9" fmla="*/ 5281156 w 6668521"/>
              <a:gd name="connsiteY9" fmla="*/ 2751455 h 2996716"/>
              <a:gd name="connsiteX10" fmla="*/ 4351516 w 6668521"/>
              <a:gd name="connsiteY10" fmla="*/ 2957195 h 2996716"/>
              <a:gd name="connsiteX11" fmla="*/ 3444736 w 6668521"/>
              <a:gd name="connsiteY11" fmla="*/ 2263775 h 2996716"/>
              <a:gd name="connsiteX12" fmla="*/ 2705596 w 6668521"/>
              <a:gd name="connsiteY12" fmla="*/ 2522855 h 2996716"/>
              <a:gd name="connsiteX13" fmla="*/ 2080756 w 6668521"/>
              <a:gd name="connsiteY13" fmla="*/ 1417955 h 2996716"/>
              <a:gd name="connsiteX14" fmla="*/ 1585456 w 6668521"/>
              <a:gd name="connsiteY14" fmla="*/ 1410335 h 2996716"/>
              <a:gd name="connsiteX15" fmla="*/ 1052056 w 6668521"/>
              <a:gd name="connsiteY15" fmla="*/ 1166495 h 2996716"/>
              <a:gd name="connsiteX16" fmla="*/ 168136 w 6668521"/>
              <a:gd name="connsiteY16" fmla="*/ 1288415 h 2996716"/>
              <a:gd name="connsiteX17" fmla="*/ 496 w 6668521"/>
              <a:gd name="connsiteY17" fmla="*/ 1128395 h 2996716"/>
              <a:gd name="connsiteX18" fmla="*/ 130036 w 6668521"/>
              <a:gd name="connsiteY18" fmla="*/ 587375 h 2996716"/>
              <a:gd name="connsiteX19" fmla="*/ 483731 w 6668521"/>
              <a:gd name="connsiteY19" fmla="*/ 418465 h 2996716"/>
              <a:gd name="connsiteX20" fmla="*/ 539611 w 6668521"/>
              <a:gd name="connsiteY20" fmla="*/ 301625 h 2996716"/>
              <a:gd name="connsiteX21" fmla="*/ 639465 w 6668521"/>
              <a:gd name="connsiteY21" fmla="*/ 412750 h 2996716"/>
              <a:gd name="connsiteX22" fmla="*/ 724924 w 6668521"/>
              <a:gd name="connsiteY22" fmla="*/ 361314 h 2996716"/>
              <a:gd name="connsiteX23" fmla="*/ 753499 w 6668521"/>
              <a:gd name="connsiteY23" fmla="*/ 253364 h 2996716"/>
              <a:gd name="connsiteX24" fmla="*/ 1010675 w 6668521"/>
              <a:gd name="connsiteY24" fmla="*/ 221614 h 2996716"/>
              <a:gd name="connsiteX25" fmla="*/ 1398024 w 6668521"/>
              <a:gd name="connsiteY25" fmla="*/ 158114 h 2996716"/>
              <a:gd name="connsiteX26" fmla="*/ 1315474 w 6668521"/>
              <a:gd name="connsiteY26" fmla="*/ 81914 h 2996716"/>
              <a:gd name="connsiteX27" fmla="*/ 1456551 w 6668521"/>
              <a:gd name="connsiteY27" fmla="*/ 0 h 2996716"/>
              <a:gd name="connsiteX0" fmla="*/ 6668472 w 6668521"/>
              <a:gd name="connsiteY0" fmla="*/ 1157447 h 2996716"/>
              <a:gd name="connsiteX1" fmla="*/ 6185396 w 6668521"/>
              <a:gd name="connsiteY1" fmla="*/ 1183640 h 2996716"/>
              <a:gd name="connsiteX2" fmla="*/ 6511151 w 6668521"/>
              <a:gd name="connsiteY2" fmla="*/ 1395730 h 2996716"/>
              <a:gd name="connsiteX3" fmla="*/ 6404998 w 6668521"/>
              <a:gd name="connsiteY3" fmla="*/ 1561465 h 2996716"/>
              <a:gd name="connsiteX4" fmla="*/ 6363196 w 6668521"/>
              <a:gd name="connsiteY4" fmla="*/ 1393825 h 2996716"/>
              <a:gd name="connsiteX5" fmla="*/ 6522474 w 6668521"/>
              <a:gd name="connsiteY5" fmla="*/ 1764665 h 2996716"/>
              <a:gd name="connsiteX6" fmla="*/ 6134596 w 6668521"/>
              <a:gd name="connsiteY6" fmla="*/ 1913255 h 2996716"/>
              <a:gd name="connsiteX7" fmla="*/ 5944096 w 6668521"/>
              <a:gd name="connsiteY7" fmla="*/ 2614295 h 2996716"/>
              <a:gd name="connsiteX8" fmla="*/ 5608816 w 6668521"/>
              <a:gd name="connsiteY8" fmla="*/ 2995295 h 2996716"/>
              <a:gd name="connsiteX9" fmla="*/ 5281156 w 6668521"/>
              <a:gd name="connsiteY9" fmla="*/ 2751455 h 2996716"/>
              <a:gd name="connsiteX10" fmla="*/ 4351516 w 6668521"/>
              <a:gd name="connsiteY10" fmla="*/ 2957195 h 2996716"/>
              <a:gd name="connsiteX11" fmla="*/ 3444736 w 6668521"/>
              <a:gd name="connsiteY11" fmla="*/ 2263775 h 2996716"/>
              <a:gd name="connsiteX12" fmla="*/ 2705596 w 6668521"/>
              <a:gd name="connsiteY12" fmla="*/ 2522855 h 2996716"/>
              <a:gd name="connsiteX13" fmla="*/ 2080756 w 6668521"/>
              <a:gd name="connsiteY13" fmla="*/ 1417955 h 2996716"/>
              <a:gd name="connsiteX14" fmla="*/ 1585456 w 6668521"/>
              <a:gd name="connsiteY14" fmla="*/ 1410335 h 2996716"/>
              <a:gd name="connsiteX15" fmla="*/ 1052056 w 6668521"/>
              <a:gd name="connsiteY15" fmla="*/ 1166495 h 2996716"/>
              <a:gd name="connsiteX16" fmla="*/ 168136 w 6668521"/>
              <a:gd name="connsiteY16" fmla="*/ 1288415 h 2996716"/>
              <a:gd name="connsiteX17" fmla="*/ 496 w 6668521"/>
              <a:gd name="connsiteY17" fmla="*/ 1128395 h 2996716"/>
              <a:gd name="connsiteX18" fmla="*/ 130036 w 6668521"/>
              <a:gd name="connsiteY18" fmla="*/ 587375 h 2996716"/>
              <a:gd name="connsiteX19" fmla="*/ 483731 w 6668521"/>
              <a:gd name="connsiteY19" fmla="*/ 418465 h 2996716"/>
              <a:gd name="connsiteX20" fmla="*/ 539611 w 6668521"/>
              <a:gd name="connsiteY20" fmla="*/ 301625 h 2996716"/>
              <a:gd name="connsiteX21" fmla="*/ 639465 w 6668521"/>
              <a:gd name="connsiteY21" fmla="*/ 412750 h 2996716"/>
              <a:gd name="connsiteX22" fmla="*/ 724924 w 6668521"/>
              <a:gd name="connsiteY22" fmla="*/ 361314 h 2996716"/>
              <a:gd name="connsiteX23" fmla="*/ 753499 w 6668521"/>
              <a:gd name="connsiteY23" fmla="*/ 253364 h 2996716"/>
              <a:gd name="connsiteX24" fmla="*/ 1010675 w 6668521"/>
              <a:gd name="connsiteY24" fmla="*/ 221614 h 2996716"/>
              <a:gd name="connsiteX25" fmla="*/ 1398024 w 6668521"/>
              <a:gd name="connsiteY25" fmla="*/ 158114 h 2996716"/>
              <a:gd name="connsiteX26" fmla="*/ 1315474 w 6668521"/>
              <a:gd name="connsiteY26" fmla="*/ 81914 h 2996716"/>
              <a:gd name="connsiteX27" fmla="*/ 1456551 w 6668521"/>
              <a:gd name="connsiteY27" fmla="*/ 0 h 2996716"/>
              <a:gd name="connsiteX0" fmla="*/ 6668472 w 6668521"/>
              <a:gd name="connsiteY0" fmla="*/ 1157447 h 2996716"/>
              <a:gd name="connsiteX1" fmla="*/ 6185396 w 6668521"/>
              <a:gd name="connsiteY1" fmla="*/ 1183640 h 2996716"/>
              <a:gd name="connsiteX2" fmla="*/ 6511151 w 6668521"/>
              <a:gd name="connsiteY2" fmla="*/ 1395730 h 2996716"/>
              <a:gd name="connsiteX3" fmla="*/ 6404998 w 6668521"/>
              <a:gd name="connsiteY3" fmla="*/ 1561465 h 2996716"/>
              <a:gd name="connsiteX4" fmla="*/ 6363196 w 6668521"/>
              <a:gd name="connsiteY4" fmla="*/ 1393825 h 2996716"/>
              <a:gd name="connsiteX5" fmla="*/ 6522474 w 6668521"/>
              <a:gd name="connsiteY5" fmla="*/ 1764665 h 2996716"/>
              <a:gd name="connsiteX6" fmla="*/ 6134596 w 6668521"/>
              <a:gd name="connsiteY6" fmla="*/ 1913255 h 2996716"/>
              <a:gd name="connsiteX7" fmla="*/ 5944096 w 6668521"/>
              <a:gd name="connsiteY7" fmla="*/ 2614295 h 2996716"/>
              <a:gd name="connsiteX8" fmla="*/ 5608816 w 6668521"/>
              <a:gd name="connsiteY8" fmla="*/ 2995295 h 2996716"/>
              <a:gd name="connsiteX9" fmla="*/ 5281156 w 6668521"/>
              <a:gd name="connsiteY9" fmla="*/ 2751455 h 2996716"/>
              <a:gd name="connsiteX10" fmla="*/ 4351516 w 6668521"/>
              <a:gd name="connsiteY10" fmla="*/ 2957195 h 2996716"/>
              <a:gd name="connsiteX11" fmla="*/ 3444736 w 6668521"/>
              <a:gd name="connsiteY11" fmla="*/ 2263775 h 2996716"/>
              <a:gd name="connsiteX12" fmla="*/ 2705596 w 6668521"/>
              <a:gd name="connsiteY12" fmla="*/ 2522855 h 2996716"/>
              <a:gd name="connsiteX13" fmla="*/ 2080756 w 6668521"/>
              <a:gd name="connsiteY13" fmla="*/ 1417955 h 2996716"/>
              <a:gd name="connsiteX14" fmla="*/ 1585456 w 6668521"/>
              <a:gd name="connsiteY14" fmla="*/ 1410335 h 2996716"/>
              <a:gd name="connsiteX15" fmla="*/ 1052056 w 6668521"/>
              <a:gd name="connsiteY15" fmla="*/ 1166495 h 2996716"/>
              <a:gd name="connsiteX16" fmla="*/ 168136 w 6668521"/>
              <a:gd name="connsiteY16" fmla="*/ 1288415 h 2996716"/>
              <a:gd name="connsiteX17" fmla="*/ 496 w 6668521"/>
              <a:gd name="connsiteY17" fmla="*/ 1128395 h 2996716"/>
              <a:gd name="connsiteX18" fmla="*/ 130036 w 6668521"/>
              <a:gd name="connsiteY18" fmla="*/ 587375 h 2996716"/>
              <a:gd name="connsiteX19" fmla="*/ 483731 w 6668521"/>
              <a:gd name="connsiteY19" fmla="*/ 418465 h 2996716"/>
              <a:gd name="connsiteX20" fmla="*/ 539611 w 6668521"/>
              <a:gd name="connsiteY20" fmla="*/ 301625 h 2996716"/>
              <a:gd name="connsiteX21" fmla="*/ 639465 w 6668521"/>
              <a:gd name="connsiteY21" fmla="*/ 412750 h 2996716"/>
              <a:gd name="connsiteX22" fmla="*/ 724924 w 6668521"/>
              <a:gd name="connsiteY22" fmla="*/ 361314 h 2996716"/>
              <a:gd name="connsiteX23" fmla="*/ 753499 w 6668521"/>
              <a:gd name="connsiteY23" fmla="*/ 253364 h 2996716"/>
              <a:gd name="connsiteX24" fmla="*/ 1010675 w 6668521"/>
              <a:gd name="connsiteY24" fmla="*/ 221614 h 2996716"/>
              <a:gd name="connsiteX25" fmla="*/ 1398024 w 6668521"/>
              <a:gd name="connsiteY25" fmla="*/ 158114 h 2996716"/>
              <a:gd name="connsiteX26" fmla="*/ 1310712 w 6668521"/>
              <a:gd name="connsiteY26" fmla="*/ 89058 h 2996716"/>
              <a:gd name="connsiteX27" fmla="*/ 1456551 w 6668521"/>
              <a:gd name="connsiteY27" fmla="*/ 0 h 2996716"/>
              <a:gd name="connsiteX0" fmla="*/ 5937428 w 6522829"/>
              <a:gd name="connsiteY0" fmla="*/ 1069340 h 2996716"/>
              <a:gd name="connsiteX1" fmla="*/ 6185396 w 6522829"/>
              <a:gd name="connsiteY1" fmla="*/ 1183640 h 2996716"/>
              <a:gd name="connsiteX2" fmla="*/ 6511151 w 6522829"/>
              <a:gd name="connsiteY2" fmla="*/ 1395730 h 2996716"/>
              <a:gd name="connsiteX3" fmla="*/ 6404998 w 6522829"/>
              <a:gd name="connsiteY3" fmla="*/ 1561465 h 2996716"/>
              <a:gd name="connsiteX4" fmla="*/ 6363196 w 6522829"/>
              <a:gd name="connsiteY4" fmla="*/ 1393825 h 2996716"/>
              <a:gd name="connsiteX5" fmla="*/ 6522474 w 6522829"/>
              <a:gd name="connsiteY5" fmla="*/ 1764665 h 2996716"/>
              <a:gd name="connsiteX6" fmla="*/ 6134596 w 6522829"/>
              <a:gd name="connsiteY6" fmla="*/ 1913255 h 2996716"/>
              <a:gd name="connsiteX7" fmla="*/ 5944096 w 6522829"/>
              <a:gd name="connsiteY7" fmla="*/ 2614295 h 2996716"/>
              <a:gd name="connsiteX8" fmla="*/ 5608816 w 6522829"/>
              <a:gd name="connsiteY8" fmla="*/ 2995295 h 2996716"/>
              <a:gd name="connsiteX9" fmla="*/ 5281156 w 6522829"/>
              <a:gd name="connsiteY9" fmla="*/ 2751455 h 2996716"/>
              <a:gd name="connsiteX10" fmla="*/ 4351516 w 6522829"/>
              <a:gd name="connsiteY10" fmla="*/ 2957195 h 2996716"/>
              <a:gd name="connsiteX11" fmla="*/ 3444736 w 6522829"/>
              <a:gd name="connsiteY11" fmla="*/ 2263775 h 2996716"/>
              <a:gd name="connsiteX12" fmla="*/ 2705596 w 6522829"/>
              <a:gd name="connsiteY12" fmla="*/ 2522855 h 2996716"/>
              <a:gd name="connsiteX13" fmla="*/ 2080756 w 6522829"/>
              <a:gd name="connsiteY13" fmla="*/ 1417955 h 2996716"/>
              <a:gd name="connsiteX14" fmla="*/ 1585456 w 6522829"/>
              <a:gd name="connsiteY14" fmla="*/ 1410335 h 2996716"/>
              <a:gd name="connsiteX15" fmla="*/ 1052056 w 6522829"/>
              <a:gd name="connsiteY15" fmla="*/ 1166495 h 2996716"/>
              <a:gd name="connsiteX16" fmla="*/ 168136 w 6522829"/>
              <a:gd name="connsiteY16" fmla="*/ 1288415 h 2996716"/>
              <a:gd name="connsiteX17" fmla="*/ 496 w 6522829"/>
              <a:gd name="connsiteY17" fmla="*/ 1128395 h 2996716"/>
              <a:gd name="connsiteX18" fmla="*/ 130036 w 6522829"/>
              <a:gd name="connsiteY18" fmla="*/ 587375 h 2996716"/>
              <a:gd name="connsiteX19" fmla="*/ 483731 w 6522829"/>
              <a:gd name="connsiteY19" fmla="*/ 418465 h 2996716"/>
              <a:gd name="connsiteX20" fmla="*/ 539611 w 6522829"/>
              <a:gd name="connsiteY20" fmla="*/ 301625 h 2996716"/>
              <a:gd name="connsiteX21" fmla="*/ 639465 w 6522829"/>
              <a:gd name="connsiteY21" fmla="*/ 412750 h 2996716"/>
              <a:gd name="connsiteX22" fmla="*/ 724924 w 6522829"/>
              <a:gd name="connsiteY22" fmla="*/ 361314 h 2996716"/>
              <a:gd name="connsiteX23" fmla="*/ 753499 w 6522829"/>
              <a:gd name="connsiteY23" fmla="*/ 253364 h 2996716"/>
              <a:gd name="connsiteX24" fmla="*/ 1010675 w 6522829"/>
              <a:gd name="connsiteY24" fmla="*/ 221614 h 2996716"/>
              <a:gd name="connsiteX25" fmla="*/ 1398024 w 6522829"/>
              <a:gd name="connsiteY25" fmla="*/ 158114 h 2996716"/>
              <a:gd name="connsiteX26" fmla="*/ 1310712 w 6522829"/>
              <a:gd name="connsiteY26" fmla="*/ 89058 h 2996716"/>
              <a:gd name="connsiteX27" fmla="*/ 1456551 w 6522829"/>
              <a:gd name="connsiteY27" fmla="*/ 0 h 2996716"/>
              <a:gd name="connsiteX0" fmla="*/ 5937428 w 7047279"/>
              <a:gd name="connsiteY0" fmla="*/ 1069340 h 2996716"/>
              <a:gd name="connsiteX1" fmla="*/ 7035502 w 7047279"/>
              <a:gd name="connsiteY1" fmla="*/ 1521777 h 2996716"/>
              <a:gd name="connsiteX2" fmla="*/ 6511151 w 7047279"/>
              <a:gd name="connsiteY2" fmla="*/ 1395730 h 2996716"/>
              <a:gd name="connsiteX3" fmla="*/ 6404998 w 7047279"/>
              <a:gd name="connsiteY3" fmla="*/ 1561465 h 2996716"/>
              <a:gd name="connsiteX4" fmla="*/ 6363196 w 7047279"/>
              <a:gd name="connsiteY4" fmla="*/ 1393825 h 2996716"/>
              <a:gd name="connsiteX5" fmla="*/ 6522474 w 7047279"/>
              <a:gd name="connsiteY5" fmla="*/ 1764665 h 2996716"/>
              <a:gd name="connsiteX6" fmla="*/ 6134596 w 7047279"/>
              <a:gd name="connsiteY6" fmla="*/ 1913255 h 2996716"/>
              <a:gd name="connsiteX7" fmla="*/ 5944096 w 7047279"/>
              <a:gd name="connsiteY7" fmla="*/ 2614295 h 2996716"/>
              <a:gd name="connsiteX8" fmla="*/ 5608816 w 7047279"/>
              <a:gd name="connsiteY8" fmla="*/ 2995295 h 2996716"/>
              <a:gd name="connsiteX9" fmla="*/ 5281156 w 7047279"/>
              <a:gd name="connsiteY9" fmla="*/ 2751455 h 2996716"/>
              <a:gd name="connsiteX10" fmla="*/ 4351516 w 7047279"/>
              <a:gd name="connsiteY10" fmla="*/ 2957195 h 2996716"/>
              <a:gd name="connsiteX11" fmla="*/ 3444736 w 7047279"/>
              <a:gd name="connsiteY11" fmla="*/ 2263775 h 2996716"/>
              <a:gd name="connsiteX12" fmla="*/ 2705596 w 7047279"/>
              <a:gd name="connsiteY12" fmla="*/ 2522855 h 2996716"/>
              <a:gd name="connsiteX13" fmla="*/ 2080756 w 7047279"/>
              <a:gd name="connsiteY13" fmla="*/ 1417955 h 2996716"/>
              <a:gd name="connsiteX14" fmla="*/ 1585456 w 7047279"/>
              <a:gd name="connsiteY14" fmla="*/ 1410335 h 2996716"/>
              <a:gd name="connsiteX15" fmla="*/ 1052056 w 7047279"/>
              <a:gd name="connsiteY15" fmla="*/ 1166495 h 2996716"/>
              <a:gd name="connsiteX16" fmla="*/ 168136 w 7047279"/>
              <a:gd name="connsiteY16" fmla="*/ 1288415 h 2996716"/>
              <a:gd name="connsiteX17" fmla="*/ 496 w 7047279"/>
              <a:gd name="connsiteY17" fmla="*/ 1128395 h 2996716"/>
              <a:gd name="connsiteX18" fmla="*/ 130036 w 7047279"/>
              <a:gd name="connsiteY18" fmla="*/ 587375 h 2996716"/>
              <a:gd name="connsiteX19" fmla="*/ 483731 w 7047279"/>
              <a:gd name="connsiteY19" fmla="*/ 418465 h 2996716"/>
              <a:gd name="connsiteX20" fmla="*/ 539611 w 7047279"/>
              <a:gd name="connsiteY20" fmla="*/ 301625 h 2996716"/>
              <a:gd name="connsiteX21" fmla="*/ 639465 w 7047279"/>
              <a:gd name="connsiteY21" fmla="*/ 412750 h 2996716"/>
              <a:gd name="connsiteX22" fmla="*/ 724924 w 7047279"/>
              <a:gd name="connsiteY22" fmla="*/ 361314 h 2996716"/>
              <a:gd name="connsiteX23" fmla="*/ 753499 w 7047279"/>
              <a:gd name="connsiteY23" fmla="*/ 253364 h 2996716"/>
              <a:gd name="connsiteX24" fmla="*/ 1010675 w 7047279"/>
              <a:gd name="connsiteY24" fmla="*/ 221614 h 2996716"/>
              <a:gd name="connsiteX25" fmla="*/ 1398024 w 7047279"/>
              <a:gd name="connsiteY25" fmla="*/ 158114 h 2996716"/>
              <a:gd name="connsiteX26" fmla="*/ 1310712 w 7047279"/>
              <a:gd name="connsiteY26" fmla="*/ 89058 h 2996716"/>
              <a:gd name="connsiteX27" fmla="*/ 1456551 w 7047279"/>
              <a:gd name="connsiteY27" fmla="*/ 0 h 2996716"/>
              <a:gd name="connsiteX0" fmla="*/ 5937428 w 7047279"/>
              <a:gd name="connsiteY0" fmla="*/ 1069340 h 2996716"/>
              <a:gd name="connsiteX1" fmla="*/ 7035502 w 7047279"/>
              <a:gd name="connsiteY1" fmla="*/ 1521777 h 2996716"/>
              <a:gd name="connsiteX2" fmla="*/ 6511151 w 7047279"/>
              <a:gd name="connsiteY2" fmla="*/ 1395730 h 2996716"/>
              <a:gd name="connsiteX3" fmla="*/ 6404998 w 7047279"/>
              <a:gd name="connsiteY3" fmla="*/ 1561465 h 2996716"/>
              <a:gd name="connsiteX4" fmla="*/ 6363196 w 7047279"/>
              <a:gd name="connsiteY4" fmla="*/ 1393825 h 2996716"/>
              <a:gd name="connsiteX5" fmla="*/ 6522474 w 7047279"/>
              <a:gd name="connsiteY5" fmla="*/ 1764665 h 2996716"/>
              <a:gd name="connsiteX6" fmla="*/ 6134596 w 7047279"/>
              <a:gd name="connsiteY6" fmla="*/ 1913255 h 2996716"/>
              <a:gd name="connsiteX7" fmla="*/ 5944096 w 7047279"/>
              <a:gd name="connsiteY7" fmla="*/ 2614295 h 2996716"/>
              <a:gd name="connsiteX8" fmla="*/ 5608816 w 7047279"/>
              <a:gd name="connsiteY8" fmla="*/ 2995295 h 2996716"/>
              <a:gd name="connsiteX9" fmla="*/ 5281156 w 7047279"/>
              <a:gd name="connsiteY9" fmla="*/ 2751455 h 2996716"/>
              <a:gd name="connsiteX10" fmla="*/ 4351516 w 7047279"/>
              <a:gd name="connsiteY10" fmla="*/ 2957195 h 2996716"/>
              <a:gd name="connsiteX11" fmla="*/ 3444736 w 7047279"/>
              <a:gd name="connsiteY11" fmla="*/ 2263775 h 2996716"/>
              <a:gd name="connsiteX12" fmla="*/ 2705596 w 7047279"/>
              <a:gd name="connsiteY12" fmla="*/ 2522855 h 2996716"/>
              <a:gd name="connsiteX13" fmla="*/ 2080756 w 7047279"/>
              <a:gd name="connsiteY13" fmla="*/ 1417955 h 2996716"/>
              <a:gd name="connsiteX14" fmla="*/ 1585456 w 7047279"/>
              <a:gd name="connsiteY14" fmla="*/ 1410335 h 2996716"/>
              <a:gd name="connsiteX15" fmla="*/ 1052056 w 7047279"/>
              <a:gd name="connsiteY15" fmla="*/ 1166495 h 2996716"/>
              <a:gd name="connsiteX16" fmla="*/ 168136 w 7047279"/>
              <a:gd name="connsiteY16" fmla="*/ 1288415 h 2996716"/>
              <a:gd name="connsiteX17" fmla="*/ 496 w 7047279"/>
              <a:gd name="connsiteY17" fmla="*/ 1128395 h 2996716"/>
              <a:gd name="connsiteX18" fmla="*/ 130036 w 7047279"/>
              <a:gd name="connsiteY18" fmla="*/ 587375 h 2996716"/>
              <a:gd name="connsiteX19" fmla="*/ 483731 w 7047279"/>
              <a:gd name="connsiteY19" fmla="*/ 418465 h 2996716"/>
              <a:gd name="connsiteX20" fmla="*/ 539611 w 7047279"/>
              <a:gd name="connsiteY20" fmla="*/ 301625 h 2996716"/>
              <a:gd name="connsiteX21" fmla="*/ 639465 w 7047279"/>
              <a:gd name="connsiteY21" fmla="*/ 412750 h 2996716"/>
              <a:gd name="connsiteX22" fmla="*/ 724924 w 7047279"/>
              <a:gd name="connsiteY22" fmla="*/ 361314 h 2996716"/>
              <a:gd name="connsiteX23" fmla="*/ 753499 w 7047279"/>
              <a:gd name="connsiteY23" fmla="*/ 253364 h 2996716"/>
              <a:gd name="connsiteX24" fmla="*/ 1010675 w 7047279"/>
              <a:gd name="connsiteY24" fmla="*/ 221614 h 2996716"/>
              <a:gd name="connsiteX25" fmla="*/ 1398024 w 7047279"/>
              <a:gd name="connsiteY25" fmla="*/ 158114 h 2996716"/>
              <a:gd name="connsiteX26" fmla="*/ 1310712 w 7047279"/>
              <a:gd name="connsiteY26" fmla="*/ 89058 h 2996716"/>
              <a:gd name="connsiteX27" fmla="*/ 1456551 w 7047279"/>
              <a:gd name="connsiteY27" fmla="*/ 0 h 2996716"/>
              <a:gd name="connsiteX0" fmla="*/ 7035502 w 7047279"/>
              <a:gd name="connsiteY0" fmla="*/ 1521777 h 2996716"/>
              <a:gd name="connsiteX1" fmla="*/ 6511151 w 7047279"/>
              <a:gd name="connsiteY1" fmla="*/ 1395730 h 2996716"/>
              <a:gd name="connsiteX2" fmla="*/ 6404998 w 7047279"/>
              <a:gd name="connsiteY2" fmla="*/ 1561465 h 2996716"/>
              <a:gd name="connsiteX3" fmla="*/ 6363196 w 7047279"/>
              <a:gd name="connsiteY3" fmla="*/ 1393825 h 2996716"/>
              <a:gd name="connsiteX4" fmla="*/ 6522474 w 7047279"/>
              <a:gd name="connsiteY4" fmla="*/ 1764665 h 2996716"/>
              <a:gd name="connsiteX5" fmla="*/ 6134596 w 7047279"/>
              <a:gd name="connsiteY5" fmla="*/ 1913255 h 2996716"/>
              <a:gd name="connsiteX6" fmla="*/ 5944096 w 7047279"/>
              <a:gd name="connsiteY6" fmla="*/ 2614295 h 2996716"/>
              <a:gd name="connsiteX7" fmla="*/ 5608816 w 7047279"/>
              <a:gd name="connsiteY7" fmla="*/ 2995295 h 2996716"/>
              <a:gd name="connsiteX8" fmla="*/ 5281156 w 7047279"/>
              <a:gd name="connsiteY8" fmla="*/ 2751455 h 2996716"/>
              <a:gd name="connsiteX9" fmla="*/ 4351516 w 7047279"/>
              <a:gd name="connsiteY9" fmla="*/ 2957195 h 2996716"/>
              <a:gd name="connsiteX10" fmla="*/ 3444736 w 7047279"/>
              <a:gd name="connsiteY10" fmla="*/ 2263775 h 2996716"/>
              <a:gd name="connsiteX11" fmla="*/ 2705596 w 7047279"/>
              <a:gd name="connsiteY11" fmla="*/ 2522855 h 2996716"/>
              <a:gd name="connsiteX12" fmla="*/ 2080756 w 7047279"/>
              <a:gd name="connsiteY12" fmla="*/ 1417955 h 2996716"/>
              <a:gd name="connsiteX13" fmla="*/ 1585456 w 7047279"/>
              <a:gd name="connsiteY13" fmla="*/ 1410335 h 2996716"/>
              <a:gd name="connsiteX14" fmla="*/ 1052056 w 7047279"/>
              <a:gd name="connsiteY14" fmla="*/ 1166495 h 2996716"/>
              <a:gd name="connsiteX15" fmla="*/ 168136 w 7047279"/>
              <a:gd name="connsiteY15" fmla="*/ 1288415 h 2996716"/>
              <a:gd name="connsiteX16" fmla="*/ 496 w 7047279"/>
              <a:gd name="connsiteY16" fmla="*/ 1128395 h 2996716"/>
              <a:gd name="connsiteX17" fmla="*/ 130036 w 7047279"/>
              <a:gd name="connsiteY17" fmla="*/ 587375 h 2996716"/>
              <a:gd name="connsiteX18" fmla="*/ 483731 w 7047279"/>
              <a:gd name="connsiteY18" fmla="*/ 418465 h 2996716"/>
              <a:gd name="connsiteX19" fmla="*/ 539611 w 7047279"/>
              <a:gd name="connsiteY19" fmla="*/ 301625 h 2996716"/>
              <a:gd name="connsiteX20" fmla="*/ 639465 w 7047279"/>
              <a:gd name="connsiteY20" fmla="*/ 412750 h 2996716"/>
              <a:gd name="connsiteX21" fmla="*/ 724924 w 7047279"/>
              <a:gd name="connsiteY21" fmla="*/ 361314 h 2996716"/>
              <a:gd name="connsiteX22" fmla="*/ 753499 w 7047279"/>
              <a:gd name="connsiteY22" fmla="*/ 253364 h 2996716"/>
              <a:gd name="connsiteX23" fmla="*/ 1010675 w 7047279"/>
              <a:gd name="connsiteY23" fmla="*/ 221614 h 2996716"/>
              <a:gd name="connsiteX24" fmla="*/ 1398024 w 7047279"/>
              <a:gd name="connsiteY24" fmla="*/ 158114 h 2996716"/>
              <a:gd name="connsiteX25" fmla="*/ 1310712 w 7047279"/>
              <a:gd name="connsiteY25" fmla="*/ 89058 h 2996716"/>
              <a:gd name="connsiteX26" fmla="*/ 1456551 w 7047279"/>
              <a:gd name="connsiteY26" fmla="*/ 0 h 2996716"/>
              <a:gd name="connsiteX0" fmla="*/ 6511151 w 6522829"/>
              <a:gd name="connsiteY0" fmla="*/ 1395730 h 2996716"/>
              <a:gd name="connsiteX1" fmla="*/ 6404998 w 6522829"/>
              <a:gd name="connsiteY1" fmla="*/ 1561465 h 2996716"/>
              <a:gd name="connsiteX2" fmla="*/ 6363196 w 6522829"/>
              <a:gd name="connsiteY2" fmla="*/ 1393825 h 2996716"/>
              <a:gd name="connsiteX3" fmla="*/ 6522474 w 6522829"/>
              <a:gd name="connsiteY3" fmla="*/ 1764665 h 2996716"/>
              <a:gd name="connsiteX4" fmla="*/ 6134596 w 6522829"/>
              <a:gd name="connsiteY4" fmla="*/ 1913255 h 2996716"/>
              <a:gd name="connsiteX5" fmla="*/ 5944096 w 6522829"/>
              <a:gd name="connsiteY5" fmla="*/ 2614295 h 2996716"/>
              <a:gd name="connsiteX6" fmla="*/ 5608816 w 6522829"/>
              <a:gd name="connsiteY6" fmla="*/ 2995295 h 2996716"/>
              <a:gd name="connsiteX7" fmla="*/ 5281156 w 6522829"/>
              <a:gd name="connsiteY7" fmla="*/ 2751455 h 2996716"/>
              <a:gd name="connsiteX8" fmla="*/ 4351516 w 6522829"/>
              <a:gd name="connsiteY8" fmla="*/ 2957195 h 2996716"/>
              <a:gd name="connsiteX9" fmla="*/ 3444736 w 6522829"/>
              <a:gd name="connsiteY9" fmla="*/ 2263775 h 2996716"/>
              <a:gd name="connsiteX10" fmla="*/ 2705596 w 6522829"/>
              <a:gd name="connsiteY10" fmla="*/ 2522855 h 2996716"/>
              <a:gd name="connsiteX11" fmla="*/ 2080756 w 6522829"/>
              <a:gd name="connsiteY11" fmla="*/ 1417955 h 2996716"/>
              <a:gd name="connsiteX12" fmla="*/ 1585456 w 6522829"/>
              <a:gd name="connsiteY12" fmla="*/ 1410335 h 2996716"/>
              <a:gd name="connsiteX13" fmla="*/ 1052056 w 6522829"/>
              <a:gd name="connsiteY13" fmla="*/ 1166495 h 2996716"/>
              <a:gd name="connsiteX14" fmla="*/ 168136 w 6522829"/>
              <a:gd name="connsiteY14" fmla="*/ 1288415 h 2996716"/>
              <a:gd name="connsiteX15" fmla="*/ 496 w 6522829"/>
              <a:gd name="connsiteY15" fmla="*/ 1128395 h 2996716"/>
              <a:gd name="connsiteX16" fmla="*/ 130036 w 6522829"/>
              <a:gd name="connsiteY16" fmla="*/ 587375 h 2996716"/>
              <a:gd name="connsiteX17" fmla="*/ 483731 w 6522829"/>
              <a:gd name="connsiteY17" fmla="*/ 418465 h 2996716"/>
              <a:gd name="connsiteX18" fmla="*/ 539611 w 6522829"/>
              <a:gd name="connsiteY18" fmla="*/ 301625 h 2996716"/>
              <a:gd name="connsiteX19" fmla="*/ 639465 w 6522829"/>
              <a:gd name="connsiteY19" fmla="*/ 412750 h 2996716"/>
              <a:gd name="connsiteX20" fmla="*/ 724924 w 6522829"/>
              <a:gd name="connsiteY20" fmla="*/ 361314 h 2996716"/>
              <a:gd name="connsiteX21" fmla="*/ 753499 w 6522829"/>
              <a:gd name="connsiteY21" fmla="*/ 253364 h 2996716"/>
              <a:gd name="connsiteX22" fmla="*/ 1010675 w 6522829"/>
              <a:gd name="connsiteY22" fmla="*/ 221614 h 2996716"/>
              <a:gd name="connsiteX23" fmla="*/ 1398024 w 6522829"/>
              <a:gd name="connsiteY23" fmla="*/ 158114 h 2996716"/>
              <a:gd name="connsiteX24" fmla="*/ 1310712 w 6522829"/>
              <a:gd name="connsiteY24" fmla="*/ 89058 h 2996716"/>
              <a:gd name="connsiteX25" fmla="*/ 1456551 w 6522829"/>
              <a:gd name="connsiteY25" fmla="*/ 0 h 2996716"/>
              <a:gd name="connsiteX0" fmla="*/ 6404998 w 6522829"/>
              <a:gd name="connsiteY0" fmla="*/ 1561465 h 2996716"/>
              <a:gd name="connsiteX1" fmla="*/ 6363196 w 6522829"/>
              <a:gd name="connsiteY1" fmla="*/ 1393825 h 2996716"/>
              <a:gd name="connsiteX2" fmla="*/ 6522474 w 6522829"/>
              <a:gd name="connsiteY2" fmla="*/ 1764665 h 2996716"/>
              <a:gd name="connsiteX3" fmla="*/ 6134596 w 6522829"/>
              <a:gd name="connsiteY3" fmla="*/ 1913255 h 2996716"/>
              <a:gd name="connsiteX4" fmla="*/ 5944096 w 6522829"/>
              <a:gd name="connsiteY4" fmla="*/ 2614295 h 2996716"/>
              <a:gd name="connsiteX5" fmla="*/ 5608816 w 6522829"/>
              <a:gd name="connsiteY5" fmla="*/ 2995295 h 2996716"/>
              <a:gd name="connsiteX6" fmla="*/ 5281156 w 6522829"/>
              <a:gd name="connsiteY6" fmla="*/ 2751455 h 2996716"/>
              <a:gd name="connsiteX7" fmla="*/ 4351516 w 6522829"/>
              <a:gd name="connsiteY7" fmla="*/ 2957195 h 2996716"/>
              <a:gd name="connsiteX8" fmla="*/ 3444736 w 6522829"/>
              <a:gd name="connsiteY8" fmla="*/ 2263775 h 2996716"/>
              <a:gd name="connsiteX9" fmla="*/ 2705596 w 6522829"/>
              <a:gd name="connsiteY9" fmla="*/ 2522855 h 2996716"/>
              <a:gd name="connsiteX10" fmla="*/ 2080756 w 6522829"/>
              <a:gd name="connsiteY10" fmla="*/ 1417955 h 2996716"/>
              <a:gd name="connsiteX11" fmla="*/ 1585456 w 6522829"/>
              <a:gd name="connsiteY11" fmla="*/ 1410335 h 2996716"/>
              <a:gd name="connsiteX12" fmla="*/ 1052056 w 6522829"/>
              <a:gd name="connsiteY12" fmla="*/ 1166495 h 2996716"/>
              <a:gd name="connsiteX13" fmla="*/ 168136 w 6522829"/>
              <a:gd name="connsiteY13" fmla="*/ 1288415 h 2996716"/>
              <a:gd name="connsiteX14" fmla="*/ 496 w 6522829"/>
              <a:gd name="connsiteY14" fmla="*/ 1128395 h 2996716"/>
              <a:gd name="connsiteX15" fmla="*/ 130036 w 6522829"/>
              <a:gd name="connsiteY15" fmla="*/ 587375 h 2996716"/>
              <a:gd name="connsiteX16" fmla="*/ 483731 w 6522829"/>
              <a:gd name="connsiteY16" fmla="*/ 418465 h 2996716"/>
              <a:gd name="connsiteX17" fmla="*/ 539611 w 6522829"/>
              <a:gd name="connsiteY17" fmla="*/ 301625 h 2996716"/>
              <a:gd name="connsiteX18" fmla="*/ 639465 w 6522829"/>
              <a:gd name="connsiteY18" fmla="*/ 412750 h 2996716"/>
              <a:gd name="connsiteX19" fmla="*/ 724924 w 6522829"/>
              <a:gd name="connsiteY19" fmla="*/ 361314 h 2996716"/>
              <a:gd name="connsiteX20" fmla="*/ 753499 w 6522829"/>
              <a:gd name="connsiteY20" fmla="*/ 253364 h 2996716"/>
              <a:gd name="connsiteX21" fmla="*/ 1010675 w 6522829"/>
              <a:gd name="connsiteY21" fmla="*/ 221614 h 2996716"/>
              <a:gd name="connsiteX22" fmla="*/ 1398024 w 6522829"/>
              <a:gd name="connsiteY22" fmla="*/ 158114 h 2996716"/>
              <a:gd name="connsiteX23" fmla="*/ 1310712 w 6522829"/>
              <a:gd name="connsiteY23" fmla="*/ 89058 h 2996716"/>
              <a:gd name="connsiteX24" fmla="*/ 1456551 w 6522829"/>
              <a:gd name="connsiteY24" fmla="*/ 0 h 2996716"/>
              <a:gd name="connsiteX0" fmla="*/ 6404998 w 6980760"/>
              <a:gd name="connsiteY0" fmla="*/ 1561465 h 2996716"/>
              <a:gd name="connsiteX1" fmla="*/ 6979940 w 6980760"/>
              <a:gd name="connsiteY1" fmla="*/ 1577181 h 2996716"/>
              <a:gd name="connsiteX2" fmla="*/ 6522474 w 6980760"/>
              <a:gd name="connsiteY2" fmla="*/ 1764665 h 2996716"/>
              <a:gd name="connsiteX3" fmla="*/ 6134596 w 6980760"/>
              <a:gd name="connsiteY3" fmla="*/ 1913255 h 2996716"/>
              <a:gd name="connsiteX4" fmla="*/ 5944096 w 6980760"/>
              <a:gd name="connsiteY4" fmla="*/ 2614295 h 2996716"/>
              <a:gd name="connsiteX5" fmla="*/ 5608816 w 6980760"/>
              <a:gd name="connsiteY5" fmla="*/ 2995295 h 2996716"/>
              <a:gd name="connsiteX6" fmla="*/ 5281156 w 6980760"/>
              <a:gd name="connsiteY6" fmla="*/ 2751455 h 2996716"/>
              <a:gd name="connsiteX7" fmla="*/ 4351516 w 6980760"/>
              <a:gd name="connsiteY7" fmla="*/ 2957195 h 2996716"/>
              <a:gd name="connsiteX8" fmla="*/ 3444736 w 6980760"/>
              <a:gd name="connsiteY8" fmla="*/ 2263775 h 2996716"/>
              <a:gd name="connsiteX9" fmla="*/ 2705596 w 6980760"/>
              <a:gd name="connsiteY9" fmla="*/ 2522855 h 2996716"/>
              <a:gd name="connsiteX10" fmla="*/ 2080756 w 6980760"/>
              <a:gd name="connsiteY10" fmla="*/ 1417955 h 2996716"/>
              <a:gd name="connsiteX11" fmla="*/ 1585456 w 6980760"/>
              <a:gd name="connsiteY11" fmla="*/ 1410335 h 2996716"/>
              <a:gd name="connsiteX12" fmla="*/ 1052056 w 6980760"/>
              <a:gd name="connsiteY12" fmla="*/ 1166495 h 2996716"/>
              <a:gd name="connsiteX13" fmla="*/ 168136 w 6980760"/>
              <a:gd name="connsiteY13" fmla="*/ 1288415 h 2996716"/>
              <a:gd name="connsiteX14" fmla="*/ 496 w 6980760"/>
              <a:gd name="connsiteY14" fmla="*/ 1128395 h 2996716"/>
              <a:gd name="connsiteX15" fmla="*/ 130036 w 6980760"/>
              <a:gd name="connsiteY15" fmla="*/ 587375 h 2996716"/>
              <a:gd name="connsiteX16" fmla="*/ 483731 w 6980760"/>
              <a:gd name="connsiteY16" fmla="*/ 418465 h 2996716"/>
              <a:gd name="connsiteX17" fmla="*/ 539611 w 6980760"/>
              <a:gd name="connsiteY17" fmla="*/ 301625 h 2996716"/>
              <a:gd name="connsiteX18" fmla="*/ 639465 w 6980760"/>
              <a:gd name="connsiteY18" fmla="*/ 412750 h 2996716"/>
              <a:gd name="connsiteX19" fmla="*/ 724924 w 6980760"/>
              <a:gd name="connsiteY19" fmla="*/ 361314 h 2996716"/>
              <a:gd name="connsiteX20" fmla="*/ 753499 w 6980760"/>
              <a:gd name="connsiteY20" fmla="*/ 253364 h 2996716"/>
              <a:gd name="connsiteX21" fmla="*/ 1010675 w 6980760"/>
              <a:gd name="connsiteY21" fmla="*/ 221614 h 2996716"/>
              <a:gd name="connsiteX22" fmla="*/ 1398024 w 6980760"/>
              <a:gd name="connsiteY22" fmla="*/ 158114 h 2996716"/>
              <a:gd name="connsiteX23" fmla="*/ 1310712 w 6980760"/>
              <a:gd name="connsiteY23" fmla="*/ 89058 h 2996716"/>
              <a:gd name="connsiteX24" fmla="*/ 1456551 w 6980760"/>
              <a:gd name="connsiteY24" fmla="*/ 0 h 2996716"/>
              <a:gd name="connsiteX0" fmla="*/ 6412142 w 6980667"/>
              <a:gd name="connsiteY0" fmla="*/ 1547178 h 2996716"/>
              <a:gd name="connsiteX1" fmla="*/ 6979940 w 6980667"/>
              <a:gd name="connsiteY1" fmla="*/ 1577181 h 2996716"/>
              <a:gd name="connsiteX2" fmla="*/ 6522474 w 6980667"/>
              <a:gd name="connsiteY2" fmla="*/ 1764665 h 2996716"/>
              <a:gd name="connsiteX3" fmla="*/ 6134596 w 6980667"/>
              <a:gd name="connsiteY3" fmla="*/ 1913255 h 2996716"/>
              <a:gd name="connsiteX4" fmla="*/ 5944096 w 6980667"/>
              <a:gd name="connsiteY4" fmla="*/ 2614295 h 2996716"/>
              <a:gd name="connsiteX5" fmla="*/ 5608816 w 6980667"/>
              <a:gd name="connsiteY5" fmla="*/ 2995295 h 2996716"/>
              <a:gd name="connsiteX6" fmla="*/ 5281156 w 6980667"/>
              <a:gd name="connsiteY6" fmla="*/ 2751455 h 2996716"/>
              <a:gd name="connsiteX7" fmla="*/ 4351516 w 6980667"/>
              <a:gd name="connsiteY7" fmla="*/ 2957195 h 2996716"/>
              <a:gd name="connsiteX8" fmla="*/ 3444736 w 6980667"/>
              <a:gd name="connsiteY8" fmla="*/ 2263775 h 2996716"/>
              <a:gd name="connsiteX9" fmla="*/ 2705596 w 6980667"/>
              <a:gd name="connsiteY9" fmla="*/ 2522855 h 2996716"/>
              <a:gd name="connsiteX10" fmla="*/ 2080756 w 6980667"/>
              <a:gd name="connsiteY10" fmla="*/ 1417955 h 2996716"/>
              <a:gd name="connsiteX11" fmla="*/ 1585456 w 6980667"/>
              <a:gd name="connsiteY11" fmla="*/ 1410335 h 2996716"/>
              <a:gd name="connsiteX12" fmla="*/ 1052056 w 6980667"/>
              <a:gd name="connsiteY12" fmla="*/ 1166495 h 2996716"/>
              <a:gd name="connsiteX13" fmla="*/ 168136 w 6980667"/>
              <a:gd name="connsiteY13" fmla="*/ 1288415 h 2996716"/>
              <a:gd name="connsiteX14" fmla="*/ 496 w 6980667"/>
              <a:gd name="connsiteY14" fmla="*/ 1128395 h 2996716"/>
              <a:gd name="connsiteX15" fmla="*/ 130036 w 6980667"/>
              <a:gd name="connsiteY15" fmla="*/ 587375 h 2996716"/>
              <a:gd name="connsiteX16" fmla="*/ 483731 w 6980667"/>
              <a:gd name="connsiteY16" fmla="*/ 418465 h 2996716"/>
              <a:gd name="connsiteX17" fmla="*/ 539611 w 6980667"/>
              <a:gd name="connsiteY17" fmla="*/ 301625 h 2996716"/>
              <a:gd name="connsiteX18" fmla="*/ 639465 w 6980667"/>
              <a:gd name="connsiteY18" fmla="*/ 412750 h 2996716"/>
              <a:gd name="connsiteX19" fmla="*/ 724924 w 6980667"/>
              <a:gd name="connsiteY19" fmla="*/ 361314 h 2996716"/>
              <a:gd name="connsiteX20" fmla="*/ 753499 w 6980667"/>
              <a:gd name="connsiteY20" fmla="*/ 253364 h 2996716"/>
              <a:gd name="connsiteX21" fmla="*/ 1010675 w 6980667"/>
              <a:gd name="connsiteY21" fmla="*/ 221614 h 2996716"/>
              <a:gd name="connsiteX22" fmla="*/ 1398024 w 6980667"/>
              <a:gd name="connsiteY22" fmla="*/ 158114 h 2996716"/>
              <a:gd name="connsiteX23" fmla="*/ 1310712 w 6980667"/>
              <a:gd name="connsiteY23" fmla="*/ 89058 h 2996716"/>
              <a:gd name="connsiteX24" fmla="*/ 1456551 w 6980667"/>
              <a:gd name="connsiteY24" fmla="*/ 0 h 2996716"/>
              <a:gd name="connsiteX0" fmla="*/ 6412142 w 6527626"/>
              <a:gd name="connsiteY0" fmla="*/ 1547178 h 2996716"/>
              <a:gd name="connsiteX1" fmla="*/ 6360815 w 6527626"/>
              <a:gd name="connsiteY1" fmla="*/ 1389062 h 2996716"/>
              <a:gd name="connsiteX2" fmla="*/ 6522474 w 6527626"/>
              <a:gd name="connsiteY2" fmla="*/ 1764665 h 2996716"/>
              <a:gd name="connsiteX3" fmla="*/ 6134596 w 6527626"/>
              <a:gd name="connsiteY3" fmla="*/ 1913255 h 2996716"/>
              <a:gd name="connsiteX4" fmla="*/ 5944096 w 6527626"/>
              <a:gd name="connsiteY4" fmla="*/ 2614295 h 2996716"/>
              <a:gd name="connsiteX5" fmla="*/ 5608816 w 6527626"/>
              <a:gd name="connsiteY5" fmla="*/ 2995295 h 2996716"/>
              <a:gd name="connsiteX6" fmla="*/ 5281156 w 6527626"/>
              <a:gd name="connsiteY6" fmla="*/ 2751455 h 2996716"/>
              <a:gd name="connsiteX7" fmla="*/ 4351516 w 6527626"/>
              <a:gd name="connsiteY7" fmla="*/ 2957195 h 2996716"/>
              <a:gd name="connsiteX8" fmla="*/ 3444736 w 6527626"/>
              <a:gd name="connsiteY8" fmla="*/ 2263775 h 2996716"/>
              <a:gd name="connsiteX9" fmla="*/ 2705596 w 6527626"/>
              <a:gd name="connsiteY9" fmla="*/ 2522855 h 2996716"/>
              <a:gd name="connsiteX10" fmla="*/ 2080756 w 6527626"/>
              <a:gd name="connsiteY10" fmla="*/ 1417955 h 2996716"/>
              <a:gd name="connsiteX11" fmla="*/ 1585456 w 6527626"/>
              <a:gd name="connsiteY11" fmla="*/ 1410335 h 2996716"/>
              <a:gd name="connsiteX12" fmla="*/ 1052056 w 6527626"/>
              <a:gd name="connsiteY12" fmla="*/ 1166495 h 2996716"/>
              <a:gd name="connsiteX13" fmla="*/ 168136 w 6527626"/>
              <a:gd name="connsiteY13" fmla="*/ 1288415 h 2996716"/>
              <a:gd name="connsiteX14" fmla="*/ 496 w 6527626"/>
              <a:gd name="connsiteY14" fmla="*/ 1128395 h 2996716"/>
              <a:gd name="connsiteX15" fmla="*/ 130036 w 6527626"/>
              <a:gd name="connsiteY15" fmla="*/ 587375 h 2996716"/>
              <a:gd name="connsiteX16" fmla="*/ 483731 w 6527626"/>
              <a:gd name="connsiteY16" fmla="*/ 418465 h 2996716"/>
              <a:gd name="connsiteX17" fmla="*/ 539611 w 6527626"/>
              <a:gd name="connsiteY17" fmla="*/ 301625 h 2996716"/>
              <a:gd name="connsiteX18" fmla="*/ 639465 w 6527626"/>
              <a:gd name="connsiteY18" fmla="*/ 412750 h 2996716"/>
              <a:gd name="connsiteX19" fmla="*/ 724924 w 6527626"/>
              <a:gd name="connsiteY19" fmla="*/ 361314 h 2996716"/>
              <a:gd name="connsiteX20" fmla="*/ 753499 w 6527626"/>
              <a:gd name="connsiteY20" fmla="*/ 253364 h 2996716"/>
              <a:gd name="connsiteX21" fmla="*/ 1010675 w 6527626"/>
              <a:gd name="connsiteY21" fmla="*/ 221614 h 2996716"/>
              <a:gd name="connsiteX22" fmla="*/ 1398024 w 6527626"/>
              <a:gd name="connsiteY22" fmla="*/ 158114 h 2996716"/>
              <a:gd name="connsiteX23" fmla="*/ 1310712 w 6527626"/>
              <a:gd name="connsiteY23" fmla="*/ 89058 h 2996716"/>
              <a:gd name="connsiteX24" fmla="*/ 1456551 w 6527626"/>
              <a:gd name="connsiteY24" fmla="*/ 0 h 2996716"/>
              <a:gd name="connsiteX0" fmla="*/ 6412142 w 6548647"/>
              <a:gd name="connsiteY0" fmla="*/ 1547178 h 2996716"/>
              <a:gd name="connsiteX1" fmla="*/ 6360815 w 6548647"/>
              <a:gd name="connsiteY1" fmla="*/ 1389062 h 2996716"/>
              <a:gd name="connsiteX2" fmla="*/ 6543905 w 6548647"/>
              <a:gd name="connsiteY2" fmla="*/ 1438434 h 2996716"/>
              <a:gd name="connsiteX3" fmla="*/ 6134596 w 6548647"/>
              <a:gd name="connsiteY3" fmla="*/ 1913255 h 2996716"/>
              <a:gd name="connsiteX4" fmla="*/ 5944096 w 6548647"/>
              <a:gd name="connsiteY4" fmla="*/ 2614295 h 2996716"/>
              <a:gd name="connsiteX5" fmla="*/ 5608816 w 6548647"/>
              <a:gd name="connsiteY5" fmla="*/ 2995295 h 2996716"/>
              <a:gd name="connsiteX6" fmla="*/ 5281156 w 6548647"/>
              <a:gd name="connsiteY6" fmla="*/ 2751455 h 2996716"/>
              <a:gd name="connsiteX7" fmla="*/ 4351516 w 6548647"/>
              <a:gd name="connsiteY7" fmla="*/ 2957195 h 2996716"/>
              <a:gd name="connsiteX8" fmla="*/ 3444736 w 6548647"/>
              <a:gd name="connsiteY8" fmla="*/ 2263775 h 2996716"/>
              <a:gd name="connsiteX9" fmla="*/ 2705596 w 6548647"/>
              <a:gd name="connsiteY9" fmla="*/ 2522855 h 2996716"/>
              <a:gd name="connsiteX10" fmla="*/ 2080756 w 6548647"/>
              <a:gd name="connsiteY10" fmla="*/ 1417955 h 2996716"/>
              <a:gd name="connsiteX11" fmla="*/ 1585456 w 6548647"/>
              <a:gd name="connsiteY11" fmla="*/ 1410335 h 2996716"/>
              <a:gd name="connsiteX12" fmla="*/ 1052056 w 6548647"/>
              <a:gd name="connsiteY12" fmla="*/ 1166495 h 2996716"/>
              <a:gd name="connsiteX13" fmla="*/ 168136 w 6548647"/>
              <a:gd name="connsiteY13" fmla="*/ 1288415 h 2996716"/>
              <a:gd name="connsiteX14" fmla="*/ 496 w 6548647"/>
              <a:gd name="connsiteY14" fmla="*/ 1128395 h 2996716"/>
              <a:gd name="connsiteX15" fmla="*/ 130036 w 6548647"/>
              <a:gd name="connsiteY15" fmla="*/ 587375 h 2996716"/>
              <a:gd name="connsiteX16" fmla="*/ 483731 w 6548647"/>
              <a:gd name="connsiteY16" fmla="*/ 418465 h 2996716"/>
              <a:gd name="connsiteX17" fmla="*/ 539611 w 6548647"/>
              <a:gd name="connsiteY17" fmla="*/ 301625 h 2996716"/>
              <a:gd name="connsiteX18" fmla="*/ 639465 w 6548647"/>
              <a:gd name="connsiteY18" fmla="*/ 412750 h 2996716"/>
              <a:gd name="connsiteX19" fmla="*/ 724924 w 6548647"/>
              <a:gd name="connsiteY19" fmla="*/ 361314 h 2996716"/>
              <a:gd name="connsiteX20" fmla="*/ 753499 w 6548647"/>
              <a:gd name="connsiteY20" fmla="*/ 253364 h 2996716"/>
              <a:gd name="connsiteX21" fmla="*/ 1010675 w 6548647"/>
              <a:gd name="connsiteY21" fmla="*/ 221614 h 2996716"/>
              <a:gd name="connsiteX22" fmla="*/ 1398024 w 6548647"/>
              <a:gd name="connsiteY22" fmla="*/ 158114 h 2996716"/>
              <a:gd name="connsiteX23" fmla="*/ 1310712 w 6548647"/>
              <a:gd name="connsiteY23" fmla="*/ 89058 h 2996716"/>
              <a:gd name="connsiteX24" fmla="*/ 1456551 w 6548647"/>
              <a:gd name="connsiteY24" fmla="*/ 0 h 2996716"/>
              <a:gd name="connsiteX0" fmla="*/ 6412142 w 6565039"/>
              <a:gd name="connsiteY0" fmla="*/ 1547178 h 2996716"/>
              <a:gd name="connsiteX1" fmla="*/ 6360815 w 6565039"/>
              <a:gd name="connsiteY1" fmla="*/ 1389062 h 2996716"/>
              <a:gd name="connsiteX2" fmla="*/ 6560574 w 6565039"/>
              <a:gd name="connsiteY2" fmla="*/ 1464628 h 2996716"/>
              <a:gd name="connsiteX3" fmla="*/ 6134596 w 6565039"/>
              <a:gd name="connsiteY3" fmla="*/ 1913255 h 2996716"/>
              <a:gd name="connsiteX4" fmla="*/ 5944096 w 6565039"/>
              <a:gd name="connsiteY4" fmla="*/ 2614295 h 2996716"/>
              <a:gd name="connsiteX5" fmla="*/ 5608816 w 6565039"/>
              <a:gd name="connsiteY5" fmla="*/ 2995295 h 2996716"/>
              <a:gd name="connsiteX6" fmla="*/ 5281156 w 6565039"/>
              <a:gd name="connsiteY6" fmla="*/ 2751455 h 2996716"/>
              <a:gd name="connsiteX7" fmla="*/ 4351516 w 6565039"/>
              <a:gd name="connsiteY7" fmla="*/ 2957195 h 2996716"/>
              <a:gd name="connsiteX8" fmla="*/ 3444736 w 6565039"/>
              <a:gd name="connsiteY8" fmla="*/ 2263775 h 2996716"/>
              <a:gd name="connsiteX9" fmla="*/ 2705596 w 6565039"/>
              <a:gd name="connsiteY9" fmla="*/ 2522855 h 2996716"/>
              <a:gd name="connsiteX10" fmla="*/ 2080756 w 6565039"/>
              <a:gd name="connsiteY10" fmla="*/ 1417955 h 2996716"/>
              <a:gd name="connsiteX11" fmla="*/ 1585456 w 6565039"/>
              <a:gd name="connsiteY11" fmla="*/ 1410335 h 2996716"/>
              <a:gd name="connsiteX12" fmla="*/ 1052056 w 6565039"/>
              <a:gd name="connsiteY12" fmla="*/ 1166495 h 2996716"/>
              <a:gd name="connsiteX13" fmla="*/ 168136 w 6565039"/>
              <a:gd name="connsiteY13" fmla="*/ 1288415 h 2996716"/>
              <a:gd name="connsiteX14" fmla="*/ 496 w 6565039"/>
              <a:gd name="connsiteY14" fmla="*/ 1128395 h 2996716"/>
              <a:gd name="connsiteX15" fmla="*/ 130036 w 6565039"/>
              <a:gd name="connsiteY15" fmla="*/ 587375 h 2996716"/>
              <a:gd name="connsiteX16" fmla="*/ 483731 w 6565039"/>
              <a:gd name="connsiteY16" fmla="*/ 418465 h 2996716"/>
              <a:gd name="connsiteX17" fmla="*/ 539611 w 6565039"/>
              <a:gd name="connsiteY17" fmla="*/ 301625 h 2996716"/>
              <a:gd name="connsiteX18" fmla="*/ 639465 w 6565039"/>
              <a:gd name="connsiteY18" fmla="*/ 412750 h 2996716"/>
              <a:gd name="connsiteX19" fmla="*/ 724924 w 6565039"/>
              <a:gd name="connsiteY19" fmla="*/ 361314 h 2996716"/>
              <a:gd name="connsiteX20" fmla="*/ 753499 w 6565039"/>
              <a:gd name="connsiteY20" fmla="*/ 253364 h 2996716"/>
              <a:gd name="connsiteX21" fmla="*/ 1010675 w 6565039"/>
              <a:gd name="connsiteY21" fmla="*/ 221614 h 2996716"/>
              <a:gd name="connsiteX22" fmla="*/ 1398024 w 6565039"/>
              <a:gd name="connsiteY22" fmla="*/ 158114 h 2996716"/>
              <a:gd name="connsiteX23" fmla="*/ 1310712 w 6565039"/>
              <a:gd name="connsiteY23" fmla="*/ 89058 h 2996716"/>
              <a:gd name="connsiteX24" fmla="*/ 1456551 w 6565039"/>
              <a:gd name="connsiteY24" fmla="*/ 0 h 2996716"/>
              <a:gd name="connsiteX0" fmla="*/ 6404998 w 6565061"/>
              <a:gd name="connsiteY0" fmla="*/ 1559085 h 2996716"/>
              <a:gd name="connsiteX1" fmla="*/ 6360815 w 6565061"/>
              <a:gd name="connsiteY1" fmla="*/ 1389062 h 2996716"/>
              <a:gd name="connsiteX2" fmla="*/ 6560574 w 6565061"/>
              <a:gd name="connsiteY2" fmla="*/ 1464628 h 2996716"/>
              <a:gd name="connsiteX3" fmla="*/ 6134596 w 6565061"/>
              <a:gd name="connsiteY3" fmla="*/ 1913255 h 2996716"/>
              <a:gd name="connsiteX4" fmla="*/ 5944096 w 6565061"/>
              <a:gd name="connsiteY4" fmla="*/ 2614295 h 2996716"/>
              <a:gd name="connsiteX5" fmla="*/ 5608816 w 6565061"/>
              <a:gd name="connsiteY5" fmla="*/ 2995295 h 2996716"/>
              <a:gd name="connsiteX6" fmla="*/ 5281156 w 6565061"/>
              <a:gd name="connsiteY6" fmla="*/ 2751455 h 2996716"/>
              <a:gd name="connsiteX7" fmla="*/ 4351516 w 6565061"/>
              <a:gd name="connsiteY7" fmla="*/ 2957195 h 2996716"/>
              <a:gd name="connsiteX8" fmla="*/ 3444736 w 6565061"/>
              <a:gd name="connsiteY8" fmla="*/ 2263775 h 2996716"/>
              <a:gd name="connsiteX9" fmla="*/ 2705596 w 6565061"/>
              <a:gd name="connsiteY9" fmla="*/ 2522855 h 2996716"/>
              <a:gd name="connsiteX10" fmla="*/ 2080756 w 6565061"/>
              <a:gd name="connsiteY10" fmla="*/ 1417955 h 2996716"/>
              <a:gd name="connsiteX11" fmla="*/ 1585456 w 6565061"/>
              <a:gd name="connsiteY11" fmla="*/ 1410335 h 2996716"/>
              <a:gd name="connsiteX12" fmla="*/ 1052056 w 6565061"/>
              <a:gd name="connsiteY12" fmla="*/ 1166495 h 2996716"/>
              <a:gd name="connsiteX13" fmla="*/ 168136 w 6565061"/>
              <a:gd name="connsiteY13" fmla="*/ 1288415 h 2996716"/>
              <a:gd name="connsiteX14" fmla="*/ 496 w 6565061"/>
              <a:gd name="connsiteY14" fmla="*/ 1128395 h 2996716"/>
              <a:gd name="connsiteX15" fmla="*/ 130036 w 6565061"/>
              <a:gd name="connsiteY15" fmla="*/ 587375 h 2996716"/>
              <a:gd name="connsiteX16" fmla="*/ 483731 w 6565061"/>
              <a:gd name="connsiteY16" fmla="*/ 418465 h 2996716"/>
              <a:gd name="connsiteX17" fmla="*/ 539611 w 6565061"/>
              <a:gd name="connsiteY17" fmla="*/ 301625 h 2996716"/>
              <a:gd name="connsiteX18" fmla="*/ 639465 w 6565061"/>
              <a:gd name="connsiteY18" fmla="*/ 412750 h 2996716"/>
              <a:gd name="connsiteX19" fmla="*/ 724924 w 6565061"/>
              <a:gd name="connsiteY19" fmla="*/ 361314 h 2996716"/>
              <a:gd name="connsiteX20" fmla="*/ 753499 w 6565061"/>
              <a:gd name="connsiteY20" fmla="*/ 253364 h 2996716"/>
              <a:gd name="connsiteX21" fmla="*/ 1010675 w 6565061"/>
              <a:gd name="connsiteY21" fmla="*/ 221614 h 2996716"/>
              <a:gd name="connsiteX22" fmla="*/ 1398024 w 6565061"/>
              <a:gd name="connsiteY22" fmla="*/ 158114 h 2996716"/>
              <a:gd name="connsiteX23" fmla="*/ 1310712 w 6565061"/>
              <a:gd name="connsiteY23" fmla="*/ 89058 h 2996716"/>
              <a:gd name="connsiteX24" fmla="*/ 1456551 w 6565061"/>
              <a:gd name="connsiteY24" fmla="*/ 0 h 2996716"/>
              <a:gd name="connsiteX0" fmla="*/ 6404998 w 6565061"/>
              <a:gd name="connsiteY0" fmla="*/ 1559085 h 2996716"/>
              <a:gd name="connsiteX1" fmla="*/ 6360815 w 6565061"/>
              <a:gd name="connsiteY1" fmla="*/ 1389062 h 2996716"/>
              <a:gd name="connsiteX2" fmla="*/ 6560574 w 6565061"/>
              <a:gd name="connsiteY2" fmla="*/ 1464628 h 2996716"/>
              <a:gd name="connsiteX3" fmla="*/ 6134596 w 6565061"/>
              <a:gd name="connsiteY3" fmla="*/ 1913255 h 2996716"/>
              <a:gd name="connsiteX4" fmla="*/ 5944096 w 6565061"/>
              <a:gd name="connsiteY4" fmla="*/ 2614295 h 2996716"/>
              <a:gd name="connsiteX5" fmla="*/ 5608816 w 6565061"/>
              <a:gd name="connsiteY5" fmla="*/ 2995295 h 2996716"/>
              <a:gd name="connsiteX6" fmla="*/ 5281156 w 6565061"/>
              <a:gd name="connsiteY6" fmla="*/ 2751455 h 2996716"/>
              <a:gd name="connsiteX7" fmla="*/ 4351516 w 6565061"/>
              <a:gd name="connsiteY7" fmla="*/ 2957195 h 2996716"/>
              <a:gd name="connsiteX8" fmla="*/ 3444736 w 6565061"/>
              <a:gd name="connsiteY8" fmla="*/ 2263775 h 2996716"/>
              <a:gd name="connsiteX9" fmla="*/ 2705596 w 6565061"/>
              <a:gd name="connsiteY9" fmla="*/ 2522855 h 2996716"/>
              <a:gd name="connsiteX10" fmla="*/ 2080756 w 6565061"/>
              <a:gd name="connsiteY10" fmla="*/ 1417955 h 2996716"/>
              <a:gd name="connsiteX11" fmla="*/ 1585456 w 6565061"/>
              <a:gd name="connsiteY11" fmla="*/ 1410335 h 2996716"/>
              <a:gd name="connsiteX12" fmla="*/ 1052056 w 6565061"/>
              <a:gd name="connsiteY12" fmla="*/ 1166495 h 2996716"/>
              <a:gd name="connsiteX13" fmla="*/ 168136 w 6565061"/>
              <a:gd name="connsiteY13" fmla="*/ 1288415 h 2996716"/>
              <a:gd name="connsiteX14" fmla="*/ 496 w 6565061"/>
              <a:gd name="connsiteY14" fmla="*/ 1128395 h 2996716"/>
              <a:gd name="connsiteX15" fmla="*/ 130036 w 6565061"/>
              <a:gd name="connsiteY15" fmla="*/ 587375 h 2996716"/>
              <a:gd name="connsiteX16" fmla="*/ 483731 w 6565061"/>
              <a:gd name="connsiteY16" fmla="*/ 418465 h 2996716"/>
              <a:gd name="connsiteX17" fmla="*/ 539611 w 6565061"/>
              <a:gd name="connsiteY17" fmla="*/ 301625 h 2996716"/>
              <a:gd name="connsiteX18" fmla="*/ 639465 w 6565061"/>
              <a:gd name="connsiteY18" fmla="*/ 412750 h 2996716"/>
              <a:gd name="connsiteX19" fmla="*/ 724924 w 6565061"/>
              <a:gd name="connsiteY19" fmla="*/ 361314 h 2996716"/>
              <a:gd name="connsiteX20" fmla="*/ 753499 w 6565061"/>
              <a:gd name="connsiteY20" fmla="*/ 253364 h 2996716"/>
              <a:gd name="connsiteX21" fmla="*/ 1010675 w 6565061"/>
              <a:gd name="connsiteY21" fmla="*/ 221614 h 2996716"/>
              <a:gd name="connsiteX22" fmla="*/ 1398024 w 6565061"/>
              <a:gd name="connsiteY22" fmla="*/ 158114 h 2996716"/>
              <a:gd name="connsiteX23" fmla="*/ 1310712 w 6565061"/>
              <a:gd name="connsiteY23" fmla="*/ 89058 h 2996716"/>
              <a:gd name="connsiteX24" fmla="*/ 1456551 w 6565061"/>
              <a:gd name="connsiteY24" fmla="*/ 0 h 2996716"/>
              <a:gd name="connsiteX0" fmla="*/ 6404998 w 6560972"/>
              <a:gd name="connsiteY0" fmla="*/ 1559085 h 2996716"/>
              <a:gd name="connsiteX1" fmla="*/ 6360815 w 6560972"/>
              <a:gd name="connsiteY1" fmla="*/ 1389062 h 2996716"/>
              <a:gd name="connsiteX2" fmla="*/ 6560574 w 6560972"/>
              <a:gd name="connsiteY2" fmla="*/ 1464628 h 2996716"/>
              <a:gd name="connsiteX3" fmla="*/ 6404205 w 6560972"/>
              <a:gd name="connsiteY3" fmla="*/ 1621789 h 2996716"/>
              <a:gd name="connsiteX4" fmla="*/ 6134596 w 6560972"/>
              <a:gd name="connsiteY4" fmla="*/ 1913255 h 2996716"/>
              <a:gd name="connsiteX5" fmla="*/ 5944096 w 6560972"/>
              <a:gd name="connsiteY5" fmla="*/ 2614295 h 2996716"/>
              <a:gd name="connsiteX6" fmla="*/ 5608816 w 6560972"/>
              <a:gd name="connsiteY6" fmla="*/ 2995295 h 2996716"/>
              <a:gd name="connsiteX7" fmla="*/ 5281156 w 6560972"/>
              <a:gd name="connsiteY7" fmla="*/ 2751455 h 2996716"/>
              <a:gd name="connsiteX8" fmla="*/ 4351516 w 6560972"/>
              <a:gd name="connsiteY8" fmla="*/ 2957195 h 2996716"/>
              <a:gd name="connsiteX9" fmla="*/ 3444736 w 6560972"/>
              <a:gd name="connsiteY9" fmla="*/ 2263775 h 2996716"/>
              <a:gd name="connsiteX10" fmla="*/ 2705596 w 6560972"/>
              <a:gd name="connsiteY10" fmla="*/ 2522855 h 2996716"/>
              <a:gd name="connsiteX11" fmla="*/ 2080756 w 6560972"/>
              <a:gd name="connsiteY11" fmla="*/ 1417955 h 2996716"/>
              <a:gd name="connsiteX12" fmla="*/ 1585456 w 6560972"/>
              <a:gd name="connsiteY12" fmla="*/ 1410335 h 2996716"/>
              <a:gd name="connsiteX13" fmla="*/ 1052056 w 6560972"/>
              <a:gd name="connsiteY13" fmla="*/ 1166495 h 2996716"/>
              <a:gd name="connsiteX14" fmla="*/ 168136 w 6560972"/>
              <a:gd name="connsiteY14" fmla="*/ 1288415 h 2996716"/>
              <a:gd name="connsiteX15" fmla="*/ 496 w 6560972"/>
              <a:gd name="connsiteY15" fmla="*/ 1128395 h 2996716"/>
              <a:gd name="connsiteX16" fmla="*/ 130036 w 6560972"/>
              <a:gd name="connsiteY16" fmla="*/ 587375 h 2996716"/>
              <a:gd name="connsiteX17" fmla="*/ 483731 w 6560972"/>
              <a:gd name="connsiteY17" fmla="*/ 418465 h 2996716"/>
              <a:gd name="connsiteX18" fmla="*/ 539611 w 6560972"/>
              <a:gd name="connsiteY18" fmla="*/ 301625 h 2996716"/>
              <a:gd name="connsiteX19" fmla="*/ 639465 w 6560972"/>
              <a:gd name="connsiteY19" fmla="*/ 412750 h 2996716"/>
              <a:gd name="connsiteX20" fmla="*/ 724924 w 6560972"/>
              <a:gd name="connsiteY20" fmla="*/ 361314 h 2996716"/>
              <a:gd name="connsiteX21" fmla="*/ 753499 w 6560972"/>
              <a:gd name="connsiteY21" fmla="*/ 253364 h 2996716"/>
              <a:gd name="connsiteX22" fmla="*/ 1010675 w 6560972"/>
              <a:gd name="connsiteY22" fmla="*/ 221614 h 2996716"/>
              <a:gd name="connsiteX23" fmla="*/ 1398024 w 6560972"/>
              <a:gd name="connsiteY23" fmla="*/ 158114 h 2996716"/>
              <a:gd name="connsiteX24" fmla="*/ 1310712 w 6560972"/>
              <a:gd name="connsiteY24" fmla="*/ 89058 h 2996716"/>
              <a:gd name="connsiteX25" fmla="*/ 1456551 w 6560972"/>
              <a:gd name="connsiteY25" fmla="*/ 0 h 2996716"/>
              <a:gd name="connsiteX0" fmla="*/ 6404998 w 6567141"/>
              <a:gd name="connsiteY0" fmla="*/ 1559085 h 2996716"/>
              <a:gd name="connsiteX1" fmla="*/ 6360815 w 6567141"/>
              <a:gd name="connsiteY1" fmla="*/ 1389062 h 2996716"/>
              <a:gd name="connsiteX2" fmla="*/ 6560574 w 6567141"/>
              <a:gd name="connsiteY2" fmla="*/ 1464628 h 2996716"/>
              <a:gd name="connsiteX3" fmla="*/ 6482786 w 6567141"/>
              <a:gd name="connsiteY3" fmla="*/ 1681321 h 2996716"/>
              <a:gd name="connsiteX4" fmla="*/ 6134596 w 6567141"/>
              <a:gd name="connsiteY4" fmla="*/ 1913255 h 2996716"/>
              <a:gd name="connsiteX5" fmla="*/ 5944096 w 6567141"/>
              <a:gd name="connsiteY5" fmla="*/ 2614295 h 2996716"/>
              <a:gd name="connsiteX6" fmla="*/ 5608816 w 6567141"/>
              <a:gd name="connsiteY6" fmla="*/ 2995295 h 2996716"/>
              <a:gd name="connsiteX7" fmla="*/ 5281156 w 6567141"/>
              <a:gd name="connsiteY7" fmla="*/ 2751455 h 2996716"/>
              <a:gd name="connsiteX8" fmla="*/ 4351516 w 6567141"/>
              <a:gd name="connsiteY8" fmla="*/ 2957195 h 2996716"/>
              <a:gd name="connsiteX9" fmla="*/ 3444736 w 6567141"/>
              <a:gd name="connsiteY9" fmla="*/ 2263775 h 2996716"/>
              <a:gd name="connsiteX10" fmla="*/ 2705596 w 6567141"/>
              <a:gd name="connsiteY10" fmla="*/ 2522855 h 2996716"/>
              <a:gd name="connsiteX11" fmla="*/ 2080756 w 6567141"/>
              <a:gd name="connsiteY11" fmla="*/ 1417955 h 2996716"/>
              <a:gd name="connsiteX12" fmla="*/ 1585456 w 6567141"/>
              <a:gd name="connsiteY12" fmla="*/ 1410335 h 2996716"/>
              <a:gd name="connsiteX13" fmla="*/ 1052056 w 6567141"/>
              <a:gd name="connsiteY13" fmla="*/ 1166495 h 2996716"/>
              <a:gd name="connsiteX14" fmla="*/ 168136 w 6567141"/>
              <a:gd name="connsiteY14" fmla="*/ 1288415 h 2996716"/>
              <a:gd name="connsiteX15" fmla="*/ 496 w 6567141"/>
              <a:gd name="connsiteY15" fmla="*/ 1128395 h 2996716"/>
              <a:gd name="connsiteX16" fmla="*/ 130036 w 6567141"/>
              <a:gd name="connsiteY16" fmla="*/ 587375 h 2996716"/>
              <a:gd name="connsiteX17" fmla="*/ 483731 w 6567141"/>
              <a:gd name="connsiteY17" fmla="*/ 418465 h 2996716"/>
              <a:gd name="connsiteX18" fmla="*/ 539611 w 6567141"/>
              <a:gd name="connsiteY18" fmla="*/ 301625 h 2996716"/>
              <a:gd name="connsiteX19" fmla="*/ 639465 w 6567141"/>
              <a:gd name="connsiteY19" fmla="*/ 412750 h 2996716"/>
              <a:gd name="connsiteX20" fmla="*/ 724924 w 6567141"/>
              <a:gd name="connsiteY20" fmla="*/ 361314 h 2996716"/>
              <a:gd name="connsiteX21" fmla="*/ 753499 w 6567141"/>
              <a:gd name="connsiteY21" fmla="*/ 253364 h 2996716"/>
              <a:gd name="connsiteX22" fmla="*/ 1010675 w 6567141"/>
              <a:gd name="connsiteY22" fmla="*/ 221614 h 2996716"/>
              <a:gd name="connsiteX23" fmla="*/ 1398024 w 6567141"/>
              <a:gd name="connsiteY23" fmla="*/ 158114 h 2996716"/>
              <a:gd name="connsiteX24" fmla="*/ 1310712 w 6567141"/>
              <a:gd name="connsiteY24" fmla="*/ 89058 h 2996716"/>
              <a:gd name="connsiteX25" fmla="*/ 1456551 w 6567141"/>
              <a:gd name="connsiteY25" fmla="*/ 0 h 2996716"/>
              <a:gd name="connsiteX0" fmla="*/ 6404998 w 6561828"/>
              <a:gd name="connsiteY0" fmla="*/ 1559085 h 2996716"/>
              <a:gd name="connsiteX1" fmla="*/ 6360815 w 6561828"/>
              <a:gd name="connsiteY1" fmla="*/ 1389062 h 2996716"/>
              <a:gd name="connsiteX2" fmla="*/ 6560574 w 6561828"/>
              <a:gd name="connsiteY2" fmla="*/ 1464628 h 2996716"/>
              <a:gd name="connsiteX3" fmla="*/ 6430398 w 6561828"/>
              <a:gd name="connsiteY3" fmla="*/ 1702752 h 2996716"/>
              <a:gd name="connsiteX4" fmla="*/ 6134596 w 6561828"/>
              <a:gd name="connsiteY4" fmla="*/ 1913255 h 2996716"/>
              <a:gd name="connsiteX5" fmla="*/ 5944096 w 6561828"/>
              <a:gd name="connsiteY5" fmla="*/ 2614295 h 2996716"/>
              <a:gd name="connsiteX6" fmla="*/ 5608816 w 6561828"/>
              <a:gd name="connsiteY6" fmla="*/ 2995295 h 2996716"/>
              <a:gd name="connsiteX7" fmla="*/ 5281156 w 6561828"/>
              <a:gd name="connsiteY7" fmla="*/ 2751455 h 2996716"/>
              <a:gd name="connsiteX8" fmla="*/ 4351516 w 6561828"/>
              <a:gd name="connsiteY8" fmla="*/ 2957195 h 2996716"/>
              <a:gd name="connsiteX9" fmla="*/ 3444736 w 6561828"/>
              <a:gd name="connsiteY9" fmla="*/ 2263775 h 2996716"/>
              <a:gd name="connsiteX10" fmla="*/ 2705596 w 6561828"/>
              <a:gd name="connsiteY10" fmla="*/ 2522855 h 2996716"/>
              <a:gd name="connsiteX11" fmla="*/ 2080756 w 6561828"/>
              <a:gd name="connsiteY11" fmla="*/ 1417955 h 2996716"/>
              <a:gd name="connsiteX12" fmla="*/ 1585456 w 6561828"/>
              <a:gd name="connsiteY12" fmla="*/ 1410335 h 2996716"/>
              <a:gd name="connsiteX13" fmla="*/ 1052056 w 6561828"/>
              <a:gd name="connsiteY13" fmla="*/ 1166495 h 2996716"/>
              <a:gd name="connsiteX14" fmla="*/ 168136 w 6561828"/>
              <a:gd name="connsiteY14" fmla="*/ 1288415 h 2996716"/>
              <a:gd name="connsiteX15" fmla="*/ 496 w 6561828"/>
              <a:gd name="connsiteY15" fmla="*/ 1128395 h 2996716"/>
              <a:gd name="connsiteX16" fmla="*/ 130036 w 6561828"/>
              <a:gd name="connsiteY16" fmla="*/ 587375 h 2996716"/>
              <a:gd name="connsiteX17" fmla="*/ 483731 w 6561828"/>
              <a:gd name="connsiteY17" fmla="*/ 418465 h 2996716"/>
              <a:gd name="connsiteX18" fmla="*/ 539611 w 6561828"/>
              <a:gd name="connsiteY18" fmla="*/ 301625 h 2996716"/>
              <a:gd name="connsiteX19" fmla="*/ 639465 w 6561828"/>
              <a:gd name="connsiteY19" fmla="*/ 412750 h 2996716"/>
              <a:gd name="connsiteX20" fmla="*/ 724924 w 6561828"/>
              <a:gd name="connsiteY20" fmla="*/ 361314 h 2996716"/>
              <a:gd name="connsiteX21" fmla="*/ 753499 w 6561828"/>
              <a:gd name="connsiteY21" fmla="*/ 253364 h 2996716"/>
              <a:gd name="connsiteX22" fmla="*/ 1010675 w 6561828"/>
              <a:gd name="connsiteY22" fmla="*/ 221614 h 2996716"/>
              <a:gd name="connsiteX23" fmla="*/ 1398024 w 6561828"/>
              <a:gd name="connsiteY23" fmla="*/ 158114 h 2996716"/>
              <a:gd name="connsiteX24" fmla="*/ 1310712 w 6561828"/>
              <a:gd name="connsiteY24" fmla="*/ 89058 h 2996716"/>
              <a:gd name="connsiteX25" fmla="*/ 1456551 w 6561828"/>
              <a:gd name="connsiteY25" fmla="*/ 0 h 2996716"/>
              <a:gd name="connsiteX0" fmla="*/ 6404998 w 6518015"/>
              <a:gd name="connsiteY0" fmla="*/ 1559085 h 2996716"/>
              <a:gd name="connsiteX1" fmla="*/ 6360815 w 6518015"/>
              <a:gd name="connsiteY1" fmla="*/ 1389062 h 2996716"/>
              <a:gd name="connsiteX2" fmla="*/ 6515330 w 6518015"/>
              <a:gd name="connsiteY2" fmla="*/ 1469391 h 2996716"/>
              <a:gd name="connsiteX3" fmla="*/ 6430398 w 6518015"/>
              <a:gd name="connsiteY3" fmla="*/ 1702752 h 2996716"/>
              <a:gd name="connsiteX4" fmla="*/ 6134596 w 6518015"/>
              <a:gd name="connsiteY4" fmla="*/ 1913255 h 2996716"/>
              <a:gd name="connsiteX5" fmla="*/ 5944096 w 6518015"/>
              <a:gd name="connsiteY5" fmla="*/ 2614295 h 2996716"/>
              <a:gd name="connsiteX6" fmla="*/ 5608816 w 6518015"/>
              <a:gd name="connsiteY6" fmla="*/ 2995295 h 2996716"/>
              <a:gd name="connsiteX7" fmla="*/ 5281156 w 6518015"/>
              <a:gd name="connsiteY7" fmla="*/ 2751455 h 2996716"/>
              <a:gd name="connsiteX8" fmla="*/ 4351516 w 6518015"/>
              <a:gd name="connsiteY8" fmla="*/ 2957195 h 2996716"/>
              <a:gd name="connsiteX9" fmla="*/ 3444736 w 6518015"/>
              <a:gd name="connsiteY9" fmla="*/ 2263775 h 2996716"/>
              <a:gd name="connsiteX10" fmla="*/ 2705596 w 6518015"/>
              <a:gd name="connsiteY10" fmla="*/ 2522855 h 2996716"/>
              <a:gd name="connsiteX11" fmla="*/ 2080756 w 6518015"/>
              <a:gd name="connsiteY11" fmla="*/ 1417955 h 2996716"/>
              <a:gd name="connsiteX12" fmla="*/ 1585456 w 6518015"/>
              <a:gd name="connsiteY12" fmla="*/ 1410335 h 2996716"/>
              <a:gd name="connsiteX13" fmla="*/ 1052056 w 6518015"/>
              <a:gd name="connsiteY13" fmla="*/ 1166495 h 2996716"/>
              <a:gd name="connsiteX14" fmla="*/ 168136 w 6518015"/>
              <a:gd name="connsiteY14" fmla="*/ 1288415 h 2996716"/>
              <a:gd name="connsiteX15" fmla="*/ 496 w 6518015"/>
              <a:gd name="connsiteY15" fmla="*/ 1128395 h 2996716"/>
              <a:gd name="connsiteX16" fmla="*/ 130036 w 6518015"/>
              <a:gd name="connsiteY16" fmla="*/ 587375 h 2996716"/>
              <a:gd name="connsiteX17" fmla="*/ 483731 w 6518015"/>
              <a:gd name="connsiteY17" fmla="*/ 418465 h 2996716"/>
              <a:gd name="connsiteX18" fmla="*/ 539611 w 6518015"/>
              <a:gd name="connsiteY18" fmla="*/ 301625 h 2996716"/>
              <a:gd name="connsiteX19" fmla="*/ 639465 w 6518015"/>
              <a:gd name="connsiteY19" fmla="*/ 412750 h 2996716"/>
              <a:gd name="connsiteX20" fmla="*/ 724924 w 6518015"/>
              <a:gd name="connsiteY20" fmla="*/ 361314 h 2996716"/>
              <a:gd name="connsiteX21" fmla="*/ 753499 w 6518015"/>
              <a:gd name="connsiteY21" fmla="*/ 253364 h 2996716"/>
              <a:gd name="connsiteX22" fmla="*/ 1010675 w 6518015"/>
              <a:gd name="connsiteY22" fmla="*/ 221614 h 2996716"/>
              <a:gd name="connsiteX23" fmla="*/ 1398024 w 6518015"/>
              <a:gd name="connsiteY23" fmla="*/ 158114 h 2996716"/>
              <a:gd name="connsiteX24" fmla="*/ 1310712 w 6518015"/>
              <a:gd name="connsiteY24" fmla="*/ 89058 h 2996716"/>
              <a:gd name="connsiteX25" fmla="*/ 1456551 w 6518015"/>
              <a:gd name="connsiteY25" fmla="*/ 0 h 2996716"/>
              <a:gd name="connsiteX0" fmla="*/ 6404998 w 6507099"/>
              <a:gd name="connsiteY0" fmla="*/ 1559085 h 2996716"/>
              <a:gd name="connsiteX1" fmla="*/ 6360815 w 6507099"/>
              <a:gd name="connsiteY1" fmla="*/ 1389062 h 2996716"/>
              <a:gd name="connsiteX2" fmla="*/ 6503424 w 6507099"/>
              <a:gd name="connsiteY2" fmla="*/ 1519398 h 2996716"/>
              <a:gd name="connsiteX3" fmla="*/ 6430398 w 6507099"/>
              <a:gd name="connsiteY3" fmla="*/ 1702752 h 2996716"/>
              <a:gd name="connsiteX4" fmla="*/ 6134596 w 6507099"/>
              <a:gd name="connsiteY4" fmla="*/ 1913255 h 2996716"/>
              <a:gd name="connsiteX5" fmla="*/ 5944096 w 6507099"/>
              <a:gd name="connsiteY5" fmla="*/ 2614295 h 2996716"/>
              <a:gd name="connsiteX6" fmla="*/ 5608816 w 6507099"/>
              <a:gd name="connsiteY6" fmla="*/ 2995295 h 2996716"/>
              <a:gd name="connsiteX7" fmla="*/ 5281156 w 6507099"/>
              <a:gd name="connsiteY7" fmla="*/ 2751455 h 2996716"/>
              <a:gd name="connsiteX8" fmla="*/ 4351516 w 6507099"/>
              <a:gd name="connsiteY8" fmla="*/ 2957195 h 2996716"/>
              <a:gd name="connsiteX9" fmla="*/ 3444736 w 6507099"/>
              <a:gd name="connsiteY9" fmla="*/ 2263775 h 2996716"/>
              <a:gd name="connsiteX10" fmla="*/ 2705596 w 6507099"/>
              <a:gd name="connsiteY10" fmla="*/ 2522855 h 2996716"/>
              <a:gd name="connsiteX11" fmla="*/ 2080756 w 6507099"/>
              <a:gd name="connsiteY11" fmla="*/ 1417955 h 2996716"/>
              <a:gd name="connsiteX12" fmla="*/ 1585456 w 6507099"/>
              <a:gd name="connsiteY12" fmla="*/ 1410335 h 2996716"/>
              <a:gd name="connsiteX13" fmla="*/ 1052056 w 6507099"/>
              <a:gd name="connsiteY13" fmla="*/ 1166495 h 2996716"/>
              <a:gd name="connsiteX14" fmla="*/ 168136 w 6507099"/>
              <a:gd name="connsiteY14" fmla="*/ 1288415 h 2996716"/>
              <a:gd name="connsiteX15" fmla="*/ 496 w 6507099"/>
              <a:gd name="connsiteY15" fmla="*/ 1128395 h 2996716"/>
              <a:gd name="connsiteX16" fmla="*/ 130036 w 6507099"/>
              <a:gd name="connsiteY16" fmla="*/ 587375 h 2996716"/>
              <a:gd name="connsiteX17" fmla="*/ 483731 w 6507099"/>
              <a:gd name="connsiteY17" fmla="*/ 418465 h 2996716"/>
              <a:gd name="connsiteX18" fmla="*/ 539611 w 6507099"/>
              <a:gd name="connsiteY18" fmla="*/ 301625 h 2996716"/>
              <a:gd name="connsiteX19" fmla="*/ 639465 w 6507099"/>
              <a:gd name="connsiteY19" fmla="*/ 412750 h 2996716"/>
              <a:gd name="connsiteX20" fmla="*/ 724924 w 6507099"/>
              <a:gd name="connsiteY20" fmla="*/ 361314 h 2996716"/>
              <a:gd name="connsiteX21" fmla="*/ 753499 w 6507099"/>
              <a:gd name="connsiteY21" fmla="*/ 253364 h 2996716"/>
              <a:gd name="connsiteX22" fmla="*/ 1010675 w 6507099"/>
              <a:gd name="connsiteY22" fmla="*/ 221614 h 2996716"/>
              <a:gd name="connsiteX23" fmla="*/ 1398024 w 6507099"/>
              <a:gd name="connsiteY23" fmla="*/ 158114 h 2996716"/>
              <a:gd name="connsiteX24" fmla="*/ 1310712 w 6507099"/>
              <a:gd name="connsiteY24" fmla="*/ 89058 h 2996716"/>
              <a:gd name="connsiteX25" fmla="*/ 1456551 w 6507099"/>
              <a:gd name="connsiteY25" fmla="*/ 0 h 2996716"/>
              <a:gd name="connsiteX0" fmla="*/ 6404998 w 6505382"/>
              <a:gd name="connsiteY0" fmla="*/ 1559085 h 2996716"/>
              <a:gd name="connsiteX1" fmla="*/ 6360815 w 6505382"/>
              <a:gd name="connsiteY1" fmla="*/ 1389062 h 2996716"/>
              <a:gd name="connsiteX2" fmla="*/ 6503424 w 6505382"/>
              <a:gd name="connsiteY2" fmla="*/ 1519398 h 2996716"/>
              <a:gd name="connsiteX3" fmla="*/ 6430398 w 6505382"/>
              <a:gd name="connsiteY3" fmla="*/ 1702752 h 2996716"/>
              <a:gd name="connsiteX4" fmla="*/ 6247044 w 6505382"/>
              <a:gd name="connsiteY4" fmla="*/ 1795620 h 2996716"/>
              <a:gd name="connsiteX5" fmla="*/ 6134596 w 6505382"/>
              <a:gd name="connsiteY5" fmla="*/ 1913255 h 2996716"/>
              <a:gd name="connsiteX6" fmla="*/ 5944096 w 6505382"/>
              <a:gd name="connsiteY6" fmla="*/ 2614295 h 2996716"/>
              <a:gd name="connsiteX7" fmla="*/ 5608816 w 6505382"/>
              <a:gd name="connsiteY7" fmla="*/ 2995295 h 2996716"/>
              <a:gd name="connsiteX8" fmla="*/ 5281156 w 6505382"/>
              <a:gd name="connsiteY8" fmla="*/ 2751455 h 2996716"/>
              <a:gd name="connsiteX9" fmla="*/ 4351516 w 6505382"/>
              <a:gd name="connsiteY9" fmla="*/ 2957195 h 2996716"/>
              <a:gd name="connsiteX10" fmla="*/ 3444736 w 6505382"/>
              <a:gd name="connsiteY10" fmla="*/ 2263775 h 2996716"/>
              <a:gd name="connsiteX11" fmla="*/ 2705596 w 6505382"/>
              <a:gd name="connsiteY11" fmla="*/ 2522855 h 2996716"/>
              <a:gd name="connsiteX12" fmla="*/ 2080756 w 6505382"/>
              <a:gd name="connsiteY12" fmla="*/ 1417955 h 2996716"/>
              <a:gd name="connsiteX13" fmla="*/ 1585456 w 6505382"/>
              <a:gd name="connsiteY13" fmla="*/ 1410335 h 2996716"/>
              <a:gd name="connsiteX14" fmla="*/ 1052056 w 6505382"/>
              <a:gd name="connsiteY14" fmla="*/ 1166495 h 2996716"/>
              <a:gd name="connsiteX15" fmla="*/ 168136 w 6505382"/>
              <a:gd name="connsiteY15" fmla="*/ 1288415 h 2996716"/>
              <a:gd name="connsiteX16" fmla="*/ 496 w 6505382"/>
              <a:gd name="connsiteY16" fmla="*/ 1128395 h 2996716"/>
              <a:gd name="connsiteX17" fmla="*/ 130036 w 6505382"/>
              <a:gd name="connsiteY17" fmla="*/ 587375 h 2996716"/>
              <a:gd name="connsiteX18" fmla="*/ 483731 w 6505382"/>
              <a:gd name="connsiteY18" fmla="*/ 418465 h 2996716"/>
              <a:gd name="connsiteX19" fmla="*/ 539611 w 6505382"/>
              <a:gd name="connsiteY19" fmla="*/ 301625 h 2996716"/>
              <a:gd name="connsiteX20" fmla="*/ 639465 w 6505382"/>
              <a:gd name="connsiteY20" fmla="*/ 412750 h 2996716"/>
              <a:gd name="connsiteX21" fmla="*/ 724924 w 6505382"/>
              <a:gd name="connsiteY21" fmla="*/ 361314 h 2996716"/>
              <a:gd name="connsiteX22" fmla="*/ 753499 w 6505382"/>
              <a:gd name="connsiteY22" fmla="*/ 253364 h 2996716"/>
              <a:gd name="connsiteX23" fmla="*/ 1010675 w 6505382"/>
              <a:gd name="connsiteY23" fmla="*/ 221614 h 2996716"/>
              <a:gd name="connsiteX24" fmla="*/ 1398024 w 6505382"/>
              <a:gd name="connsiteY24" fmla="*/ 158114 h 2996716"/>
              <a:gd name="connsiteX25" fmla="*/ 1310712 w 6505382"/>
              <a:gd name="connsiteY25" fmla="*/ 89058 h 2996716"/>
              <a:gd name="connsiteX26" fmla="*/ 1456551 w 6505382"/>
              <a:gd name="connsiteY26" fmla="*/ 0 h 2996716"/>
              <a:gd name="connsiteX0" fmla="*/ 6404998 w 6505382"/>
              <a:gd name="connsiteY0" fmla="*/ 1559085 h 2996716"/>
              <a:gd name="connsiteX1" fmla="*/ 6360815 w 6505382"/>
              <a:gd name="connsiteY1" fmla="*/ 1389062 h 2996716"/>
              <a:gd name="connsiteX2" fmla="*/ 6503424 w 6505382"/>
              <a:gd name="connsiteY2" fmla="*/ 1519398 h 2996716"/>
              <a:gd name="connsiteX3" fmla="*/ 6430398 w 6505382"/>
              <a:gd name="connsiteY3" fmla="*/ 1702752 h 2996716"/>
              <a:gd name="connsiteX4" fmla="*/ 6249425 w 6505382"/>
              <a:gd name="connsiteY4" fmla="*/ 1821814 h 2996716"/>
              <a:gd name="connsiteX5" fmla="*/ 6134596 w 6505382"/>
              <a:gd name="connsiteY5" fmla="*/ 1913255 h 2996716"/>
              <a:gd name="connsiteX6" fmla="*/ 5944096 w 6505382"/>
              <a:gd name="connsiteY6" fmla="*/ 2614295 h 2996716"/>
              <a:gd name="connsiteX7" fmla="*/ 5608816 w 6505382"/>
              <a:gd name="connsiteY7" fmla="*/ 2995295 h 2996716"/>
              <a:gd name="connsiteX8" fmla="*/ 5281156 w 6505382"/>
              <a:gd name="connsiteY8" fmla="*/ 2751455 h 2996716"/>
              <a:gd name="connsiteX9" fmla="*/ 4351516 w 6505382"/>
              <a:gd name="connsiteY9" fmla="*/ 2957195 h 2996716"/>
              <a:gd name="connsiteX10" fmla="*/ 3444736 w 6505382"/>
              <a:gd name="connsiteY10" fmla="*/ 2263775 h 2996716"/>
              <a:gd name="connsiteX11" fmla="*/ 2705596 w 6505382"/>
              <a:gd name="connsiteY11" fmla="*/ 2522855 h 2996716"/>
              <a:gd name="connsiteX12" fmla="*/ 2080756 w 6505382"/>
              <a:gd name="connsiteY12" fmla="*/ 1417955 h 2996716"/>
              <a:gd name="connsiteX13" fmla="*/ 1585456 w 6505382"/>
              <a:gd name="connsiteY13" fmla="*/ 1410335 h 2996716"/>
              <a:gd name="connsiteX14" fmla="*/ 1052056 w 6505382"/>
              <a:gd name="connsiteY14" fmla="*/ 1166495 h 2996716"/>
              <a:gd name="connsiteX15" fmla="*/ 168136 w 6505382"/>
              <a:gd name="connsiteY15" fmla="*/ 1288415 h 2996716"/>
              <a:gd name="connsiteX16" fmla="*/ 496 w 6505382"/>
              <a:gd name="connsiteY16" fmla="*/ 1128395 h 2996716"/>
              <a:gd name="connsiteX17" fmla="*/ 130036 w 6505382"/>
              <a:gd name="connsiteY17" fmla="*/ 587375 h 2996716"/>
              <a:gd name="connsiteX18" fmla="*/ 483731 w 6505382"/>
              <a:gd name="connsiteY18" fmla="*/ 418465 h 2996716"/>
              <a:gd name="connsiteX19" fmla="*/ 539611 w 6505382"/>
              <a:gd name="connsiteY19" fmla="*/ 301625 h 2996716"/>
              <a:gd name="connsiteX20" fmla="*/ 639465 w 6505382"/>
              <a:gd name="connsiteY20" fmla="*/ 412750 h 2996716"/>
              <a:gd name="connsiteX21" fmla="*/ 724924 w 6505382"/>
              <a:gd name="connsiteY21" fmla="*/ 361314 h 2996716"/>
              <a:gd name="connsiteX22" fmla="*/ 753499 w 6505382"/>
              <a:gd name="connsiteY22" fmla="*/ 253364 h 2996716"/>
              <a:gd name="connsiteX23" fmla="*/ 1010675 w 6505382"/>
              <a:gd name="connsiteY23" fmla="*/ 221614 h 2996716"/>
              <a:gd name="connsiteX24" fmla="*/ 1398024 w 6505382"/>
              <a:gd name="connsiteY24" fmla="*/ 158114 h 2996716"/>
              <a:gd name="connsiteX25" fmla="*/ 1310712 w 6505382"/>
              <a:gd name="connsiteY25" fmla="*/ 89058 h 2996716"/>
              <a:gd name="connsiteX26" fmla="*/ 1456551 w 6505382"/>
              <a:gd name="connsiteY26" fmla="*/ 0 h 2996716"/>
              <a:gd name="connsiteX0" fmla="*/ 6404998 w 6505382"/>
              <a:gd name="connsiteY0" fmla="*/ 1559085 h 2996716"/>
              <a:gd name="connsiteX1" fmla="*/ 6360815 w 6505382"/>
              <a:gd name="connsiteY1" fmla="*/ 1389062 h 2996716"/>
              <a:gd name="connsiteX2" fmla="*/ 6503424 w 6505382"/>
              <a:gd name="connsiteY2" fmla="*/ 1519398 h 2996716"/>
              <a:gd name="connsiteX3" fmla="*/ 6430398 w 6505382"/>
              <a:gd name="connsiteY3" fmla="*/ 1702752 h 2996716"/>
              <a:gd name="connsiteX4" fmla="*/ 6249425 w 6505382"/>
              <a:gd name="connsiteY4" fmla="*/ 1821814 h 2996716"/>
              <a:gd name="connsiteX5" fmla="*/ 6113165 w 6505382"/>
              <a:gd name="connsiteY5" fmla="*/ 1929923 h 2996716"/>
              <a:gd name="connsiteX6" fmla="*/ 5944096 w 6505382"/>
              <a:gd name="connsiteY6" fmla="*/ 2614295 h 2996716"/>
              <a:gd name="connsiteX7" fmla="*/ 5608816 w 6505382"/>
              <a:gd name="connsiteY7" fmla="*/ 2995295 h 2996716"/>
              <a:gd name="connsiteX8" fmla="*/ 5281156 w 6505382"/>
              <a:gd name="connsiteY8" fmla="*/ 2751455 h 2996716"/>
              <a:gd name="connsiteX9" fmla="*/ 4351516 w 6505382"/>
              <a:gd name="connsiteY9" fmla="*/ 2957195 h 2996716"/>
              <a:gd name="connsiteX10" fmla="*/ 3444736 w 6505382"/>
              <a:gd name="connsiteY10" fmla="*/ 2263775 h 2996716"/>
              <a:gd name="connsiteX11" fmla="*/ 2705596 w 6505382"/>
              <a:gd name="connsiteY11" fmla="*/ 2522855 h 2996716"/>
              <a:gd name="connsiteX12" fmla="*/ 2080756 w 6505382"/>
              <a:gd name="connsiteY12" fmla="*/ 1417955 h 2996716"/>
              <a:gd name="connsiteX13" fmla="*/ 1585456 w 6505382"/>
              <a:gd name="connsiteY13" fmla="*/ 1410335 h 2996716"/>
              <a:gd name="connsiteX14" fmla="*/ 1052056 w 6505382"/>
              <a:gd name="connsiteY14" fmla="*/ 1166495 h 2996716"/>
              <a:gd name="connsiteX15" fmla="*/ 168136 w 6505382"/>
              <a:gd name="connsiteY15" fmla="*/ 1288415 h 2996716"/>
              <a:gd name="connsiteX16" fmla="*/ 496 w 6505382"/>
              <a:gd name="connsiteY16" fmla="*/ 1128395 h 2996716"/>
              <a:gd name="connsiteX17" fmla="*/ 130036 w 6505382"/>
              <a:gd name="connsiteY17" fmla="*/ 587375 h 2996716"/>
              <a:gd name="connsiteX18" fmla="*/ 483731 w 6505382"/>
              <a:gd name="connsiteY18" fmla="*/ 418465 h 2996716"/>
              <a:gd name="connsiteX19" fmla="*/ 539611 w 6505382"/>
              <a:gd name="connsiteY19" fmla="*/ 301625 h 2996716"/>
              <a:gd name="connsiteX20" fmla="*/ 639465 w 6505382"/>
              <a:gd name="connsiteY20" fmla="*/ 412750 h 2996716"/>
              <a:gd name="connsiteX21" fmla="*/ 724924 w 6505382"/>
              <a:gd name="connsiteY21" fmla="*/ 361314 h 2996716"/>
              <a:gd name="connsiteX22" fmla="*/ 753499 w 6505382"/>
              <a:gd name="connsiteY22" fmla="*/ 253364 h 2996716"/>
              <a:gd name="connsiteX23" fmla="*/ 1010675 w 6505382"/>
              <a:gd name="connsiteY23" fmla="*/ 221614 h 2996716"/>
              <a:gd name="connsiteX24" fmla="*/ 1398024 w 6505382"/>
              <a:gd name="connsiteY24" fmla="*/ 158114 h 2996716"/>
              <a:gd name="connsiteX25" fmla="*/ 1310712 w 6505382"/>
              <a:gd name="connsiteY25" fmla="*/ 89058 h 2996716"/>
              <a:gd name="connsiteX26" fmla="*/ 1456551 w 6505382"/>
              <a:gd name="connsiteY26" fmla="*/ 0 h 2996716"/>
              <a:gd name="connsiteX0" fmla="*/ 6404998 w 6505382"/>
              <a:gd name="connsiteY0" fmla="*/ 1559085 h 2996716"/>
              <a:gd name="connsiteX1" fmla="*/ 6360815 w 6505382"/>
              <a:gd name="connsiteY1" fmla="*/ 1389062 h 2996716"/>
              <a:gd name="connsiteX2" fmla="*/ 6503424 w 6505382"/>
              <a:gd name="connsiteY2" fmla="*/ 1519398 h 2996716"/>
              <a:gd name="connsiteX3" fmla="*/ 6430398 w 6505382"/>
              <a:gd name="connsiteY3" fmla="*/ 1702752 h 2996716"/>
              <a:gd name="connsiteX4" fmla="*/ 6249425 w 6505382"/>
              <a:gd name="connsiteY4" fmla="*/ 1821814 h 2996716"/>
              <a:gd name="connsiteX5" fmla="*/ 6113165 w 6505382"/>
              <a:gd name="connsiteY5" fmla="*/ 1929923 h 2996716"/>
              <a:gd name="connsiteX6" fmla="*/ 5944096 w 6505382"/>
              <a:gd name="connsiteY6" fmla="*/ 2614295 h 2996716"/>
              <a:gd name="connsiteX7" fmla="*/ 5608816 w 6505382"/>
              <a:gd name="connsiteY7" fmla="*/ 2995295 h 2996716"/>
              <a:gd name="connsiteX8" fmla="*/ 5281156 w 6505382"/>
              <a:gd name="connsiteY8" fmla="*/ 2751455 h 2996716"/>
              <a:gd name="connsiteX9" fmla="*/ 4351516 w 6505382"/>
              <a:gd name="connsiteY9" fmla="*/ 2957195 h 2996716"/>
              <a:gd name="connsiteX10" fmla="*/ 3444736 w 6505382"/>
              <a:gd name="connsiteY10" fmla="*/ 2263775 h 2996716"/>
              <a:gd name="connsiteX11" fmla="*/ 2705596 w 6505382"/>
              <a:gd name="connsiteY11" fmla="*/ 2522855 h 2996716"/>
              <a:gd name="connsiteX12" fmla="*/ 2080756 w 6505382"/>
              <a:gd name="connsiteY12" fmla="*/ 1417955 h 2996716"/>
              <a:gd name="connsiteX13" fmla="*/ 1585456 w 6505382"/>
              <a:gd name="connsiteY13" fmla="*/ 1410335 h 2996716"/>
              <a:gd name="connsiteX14" fmla="*/ 1052056 w 6505382"/>
              <a:gd name="connsiteY14" fmla="*/ 1166495 h 2996716"/>
              <a:gd name="connsiteX15" fmla="*/ 168136 w 6505382"/>
              <a:gd name="connsiteY15" fmla="*/ 1288415 h 2996716"/>
              <a:gd name="connsiteX16" fmla="*/ 496 w 6505382"/>
              <a:gd name="connsiteY16" fmla="*/ 1128395 h 2996716"/>
              <a:gd name="connsiteX17" fmla="*/ 130036 w 6505382"/>
              <a:gd name="connsiteY17" fmla="*/ 587375 h 2996716"/>
              <a:gd name="connsiteX18" fmla="*/ 483731 w 6505382"/>
              <a:gd name="connsiteY18" fmla="*/ 418465 h 2996716"/>
              <a:gd name="connsiteX19" fmla="*/ 539611 w 6505382"/>
              <a:gd name="connsiteY19" fmla="*/ 301625 h 2996716"/>
              <a:gd name="connsiteX20" fmla="*/ 639465 w 6505382"/>
              <a:gd name="connsiteY20" fmla="*/ 412750 h 2996716"/>
              <a:gd name="connsiteX21" fmla="*/ 724924 w 6505382"/>
              <a:gd name="connsiteY21" fmla="*/ 361314 h 2996716"/>
              <a:gd name="connsiteX22" fmla="*/ 753499 w 6505382"/>
              <a:gd name="connsiteY22" fmla="*/ 253364 h 2996716"/>
              <a:gd name="connsiteX23" fmla="*/ 1010675 w 6505382"/>
              <a:gd name="connsiteY23" fmla="*/ 221614 h 2996716"/>
              <a:gd name="connsiteX24" fmla="*/ 1398024 w 6505382"/>
              <a:gd name="connsiteY24" fmla="*/ 158114 h 2996716"/>
              <a:gd name="connsiteX25" fmla="*/ 1310712 w 6505382"/>
              <a:gd name="connsiteY25" fmla="*/ 89058 h 2996716"/>
              <a:gd name="connsiteX26" fmla="*/ 1456551 w 6505382"/>
              <a:gd name="connsiteY26" fmla="*/ 0 h 2996716"/>
              <a:gd name="connsiteX0" fmla="*/ 6404998 w 6505382"/>
              <a:gd name="connsiteY0" fmla="*/ 1559085 h 3072649"/>
              <a:gd name="connsiteX1" fmla="*/ 6360815 w 6505382"/>
              <a:gd name="connsiteY1" fmla="*/ 1389062 h 3072649"/>
              <a:gd name="connsiteX2" fmla="*/ 6503424 w 6505382"/>
              <a:gd name="connsiteY2" fmla="*/ 1519398 h 3072649"/>
              <a:gd name="connsiteX3" fmla="*/ 6430398 w 6505382"/>
              <a:gd name="connsiteY3" fmla="*/ 1702752 h 3072649"/>
              <a:gd name="connsiteX4" fmla="*/ 6249425 w 6505382"/>
              <a:gd name="connsiteY4" fmla="*/ 1821814 h 3072649"/>
              <a:gd name="connsiteX5" fmla="*/ 6113165 w 6505382"/>
              <a:gd name="connsiteY5" fmla="*/ 1929923 h 3072649"/>
              <a:gd name="connsiteX6" fmla="*/ 5944096 w 6505382"/>
              <a:gd name="connsiteY6" fmla="*/ 2614295 h 3072649"/>
              <a:gd name="connsiteX7" fmla="*/ 5661204 w 6505382"/>
              <a:gd name="connsiteY7" fmla="*/ 3071495 h 3072649"/>
              <a:gd name="connsiteX8" fmla="*/ 5281156 w 6505382"/>
              <a:gd name="connsiteY8" fmla="*/ 2751455 h 3072649"/>
              <a:gd name="connsiteX9" fmla="*/ 4351516 w 6505382"/>
              <a:gd name="connsiteY9" fmla="*/ 2957195 h 3072649"/>
              <a:gd name="connsiteX10" fmla="*/ 3444736 w 6505382"/>
              <a:gd name="connsiteY10" fmla="*/ 2263775 h 3072649"/>
              <a:gd name="connsiteX11" fmla="*/ 2705596 w 6505382"/>
              <a:gd name="connsiteY11" fmla="*/ 2522855 h 3072649"/>
              <a:gd name="connsiteX12" fmla="*/ 2080756 w 6505382"/>
              <a:gd name="connsiteY12" fmla="*/ 1417955 h 3072649"/>
              <a:gd name="connsiteX13" fmla="*/ 1585456 w 6505382"/>
              <a:gd name="connsiteY13" fmla="*/ 1410335 h 3072649"/>
              <a:gd name="connsiteX14" fmla="*/ 1052056 w 6505382"/>
              <a:gd name="connsiteY14" fmla="*/ 1166495 h 3072649"/>
              <a:gd name="connsiteX15" fmla="*/ 168136 w 6505382"/>
              <a:gd name="connsiteY15" fmla="*/ 1288415 h 3072649"/>
              <a:gd name="connsiteX16" fmla="*/ 496 w 6505382"/>
              <a:gd name="connsiteY16" fmla="*/ 1128395 h 3072649"/>
              <a:gd name="connsiteX17" fmla="*/ 130036 w 6505382"/>
              <a:gd name="connsiteY17" fmla="*/ 587375 h 3072649"/>
              <a:gd name="connsiteX18" fmla="*/ 483731 w 6505382"/>
              <a:gd name="connsiteY18" fmla="*/ 418465 h 3072649"/>
              <a:gd name="connsiteX19" fmla="*/ 539611 w 6505382"/>
              <a:gd name="connsiteY19" fmla="*/ 301625 h 3072649"/>
              <a:gd name="connsiteX20" fmla="*/ 639465 w 6505382"/>
              <a:gd name="connsiteY20" fmla="*/ 412750 h 3072649"/>
              <a:gd name="connsiteX21" fmla="*/ 724924 w 6505382"/>
              <a:gd name="connsiteY21" fmla="*/ 361314 h 3072649"/>
              <a:gd name="connsiteX22" fmla="*/ 753499 w 6505382"/>
              <a:gd name="connsiteY22" fmla="*/ 253364 h 3072649"/>
              <a:gd name="connsiteX23" fmla="*/ 1010675 w 6505382"/>
              <a:gd name="connsiteY23" fmla="*/ 221614 h 3072649"/>
              <a:gd name="connsiteX24" fmla="*/ 1398024 w 6505382"/>
              <a:gd name="connsiteY24" fmla="*/ 158114 h 3072649"/>
              <a:gd name="connsiteX25" fmla="*/ 1310712 w 6505382"/>
              <a:gd name="connsiteY25" fmla="*/ 89058 h 3072649"/>
              <a:gd name="connsiteX26" fmla="*/ 1456551 w 6505382"/>
              <a:gd name="connsiteY26" fmla="*/ 0 h 3072649"/>
              <a:gd name="connsiteX0" fmla="*/ 6405051 w 6505435"/>
              <a:gd name="connsiteY0" fmla="*/ 1559085 h 3072649"/>
              <a:gd name="connsiteX1" fmla="*/ 6360868 w 6505435"/>
              <a:gd name="connsiteY1" fmla="*/ 1389062 h 3072649"/>
              <a:gd name="connsiteX2" fmla="*/ 6503477 w 6505435"/>
              <a:gd name="connsiteY2" fmla="*/ 1519398 h 3072649"/>
              <a:gd name="connsiteX3" fmla="*/ 6430451 w 6505435"/>
              <a:gd name="connsiteY3" fmla="*/ 1702752 h 3072649"/>
              <a:gd name="connsiteX4" fmla="*/ 6249478 w 6505435"/>
              <a:gd name="connsiteY4" fmla="*/ 1821814 h 3072649"/>
              <a:gd name="connsiteX5" fmla="*/ 6113218 w 6505435"/>
              <a:gd name="connsiteY5" fmla="*/ 1929923 h 3072649"/>
              <a:gd name="connsiteX6" fmla="*/ 5944149 w 6505435"/>
              <a:gd name="connsiteY6" fmla="*/ 2614295 h 3072649"/>
              <a:gd name="connsiteX7" fmla="*/ 5661257 w 6505435"/>
              <a:gd name="connsiteY7" fmla="*/ 3071495 h 3072649"/>
              <a:gd name="connsiteX8" fmla="*/ 5281209 w 6505435"/>
              <a:gd name="connsiteY8" fmla="*/ 2751455 h 3072649"/>
              <a:gd name="connsiteX9" fmla="*/ 4351569 w 6505435"/>
              <a:gd name="connsiteY9" fmla="*/ 2957195 h 3072649"/>
              <a:gd name="connsiteX10" fmla="*/ 3444789 w 6505435"/>
              <a:gd name="connsiteY10" fmla="*/ 2263775 h 3072649"/>
              <a:gd name="connsiteX11" fmla="*/ 2705649 w 6505435"/>
              <a:gd name="connsiteY11" fmla="*/ 2522855 h 3072649"/>
              <a:gd name="connsiteX12" fmla="*/ 2080809 w 6505435"/>
              <a:gd name="connsiteY12" fmla="*/ 1417955 h 3072649"/>
              <a:gd name="connsiteX13" fmla="*/ 1585509 w 6505435"/>
              <a:gd name="connsiteY13" fmla="*/ 1410335 h 3072649"/>
              <a:gd name="connsiteX14" fmla="*/ 1052109 w 6505435"/>
              <a:gd name="connsiteY14" fmla="*/ 1166495 h 3072649"/>
              <a:gd name="connsiteX15" fmla="*/ 168189 w 6505435"/>
              <a:gd name="connsiteY15" fmla="*/ 1288415 h 3072649"/>
              <a:gd name="connsiteX16" fmla="*/ 549 w 6505435"/>
              <a:gd name="connsiteY16" fmla="*/ 1128395 h 3072649"/>
              <a:gd name="connsiteX17" fmla="*/ 130089 w 6505435"/>
              <a:gd name="connsiteY17" fmla="*/ 587375 h 3072649"/>
              <a:gd name="connsiteX18" fmla="*/ 521884 w 6505435"/>
              <a:gd name="connsiteY18" fmla="*/ 480378 h 3072649"/>
              <a:gd name="connsiteX19" fmla="*/ 539664 w 6505435"/>
              <a:gd name="connsiteY19" fmla="*/ 301625 h 3072649"/>
              <a:gd name="connsiteX20" fmla="*/ 639518 w 6505435"/>
              <a:gd name="connsiteY20" fmla="*/ 412750 h 3072649"/>
              <a:gd name="connsiteX21" fmla="*/ 724977 w 6505435"/>
              <a:gd name="connsiteY21" fmla="*/ 361314 h 3072649"/>
              <a:gd name="connsiteX22" fmla="*/ 753552 w 6505435"/>
              <a:gd name="connsiteY22" fmla="*/ 253364 h 3072649"/>
              <a:gd name="connsiteX23" fmla="*/ 1010728 w 6505435"/>
              <a:gd name="connsiteY23" fmla="*/ 221614 h 3072649"/>
              <a:gd name="connsiteX24" fmla="*/ 1398077 w 6505435"/>
              <a:gd name="connsiteY24" fmla="*/ 158114 h 3072649"/>
              <a:gd name="connsiteX25" fmla="*/ 1310765 w 6505435"/>
              <a:gd name="connsiteY25" fmla="*/ 89058 h 3072649"/>
              <a:gd name="connsiteX26" fmla="*/ 1456604 w 6505435"/>
              <a:gd name="connsiteY26" fmla="*/ 0 h 3072649"/>
              <a:gd name="connsiteX0" fmla="*/ 6405051 w 6505435"/>
              <a:gd name="connsiteY0" fmla="*/ 1559085 h 3072649"/>
              <a:gd name="connsiteX1" fmla="*/ 6360868 w 6505435"/>
              <a:gd name="connsiteY1" fmla="*/ 1389062 h 3072649"/>
              <a:gd name="connsiteX2" fmla="*/ 6503477 w 6505435"/>
              <a:gd name="connsiteY2" fmla="*/ 1519398 h 3072649"/>
              <a:gd name="connsiteX3" fmla="*/ 6430451 w 6505435"/>
              <a:gd name="connsiteY3" fmla="*/ 1702752 h 3072649"/>
              <a:gd name="connsiteX4" fmla="*/ 6249478 w 6505435"/>
              <a:gd name="connsiteY4" fmla="*/ 1821814 h 3072649"/>
              <a:gd name="connsiteX5" fmla="*/ 6113218 w 6505435"/>
              <a:gd name="connsiteY5" fmla="*/ 1929923 h 3072649"/>
              <a:gd name="connsiteX6" fmla="*/ 5944149 w 6505435"/>
              <a:gd name="connsiteY6" fmla="*/ 2614295 h 3072649"/>
              <a:gd name="connsiteX7" fmla="*/ 5661257 w 6505435"/>
              <a:gd name="connsiteY7" fmla="*/ 3071495 h 3072649"/>
              <a:gd name="connsiteX8" fmla="*/ 5281209 w 6505435"/>
              <a:gd name="connsiteY8" fmla="*/ 2751455 h 3072649"/>
              <a:gd name="connsiteX9" fmla="*/ 4351569 w 6505435"/>
              <a:gd name="connsiteY9" fmla="*/ 2957195 h 3072649"/>
              <a:gd name="connsiteX10" fmla="*/ 3444789 w 6505435"/>
              <a:gd name="connsiteY10" fmla="*/ 2263775 h 3072649"/>
              <a:gd name="connsiteX11" fmla="*/ 2705649 w 6505435"/>
              <a:gd name="connsiteY11" fmla="*/ 2522855 h 3072649"/>
              <a:gd name="connsiteX12" fmla="*/ 2080809 w 6505435"/>
              <a:gd name="connsiteY12" fmla="*/ 1417955 h 3072649"/>
              <a:gd name="connsiteX13" fmla="*/ 1585509 w 6505435"/>
              <a:gd name="connsiteY13" fmla="*/ 1410335 h 3072649"/>
              <a:gd name="connsiteX14" fmla="*/ 1052109 w 6505435"/>
              <a:gd name="connsiteY14" fmla="*/ 1166495 h 3072649"/>
              <a:gd name="connsiteX15" fmla="*/ 168189 w 6505435"/>
              <a:gd name="connsiteY15" fmla="*/ 1288415 h 3072649"/>
              <a:gd name="connsiteX16" fmla="*/ 549 w 6505435"/>
              <a:gd name="connsiteY16" fmla="*/ 1128395 h 3072649"/>
              <a:gd name="connsiteX17" fmla="*/ 130089 w 6505435"/>
              <a:gd name="connsiteY17" fmla="*/ 587375 h 3072649"/>
              <a:gd name="connsiteX18" fmla="*/ 521884 w 6505435"/>
              <a:gd name="connsiteY18" fmla="*/ 480378 h 3072649"/>
              <a:gd name="connsiteX19" fmla="*/ 639518 w 6505435"/>
              <a:gd name="connsiteY19" fmla="*/ 412750 h 3072649"/>
              <a:gd name="connsiteX20" fmla="*/ 724977 w 6505435"/>
              <a:gd name="connsiteY20" fmla="*/ 361314 h 3072649"/>
              <a:gd name="connsiteX21" fmla="*/ 753552 w 6505435"/>
              <a:gd name="connsiteY21" fmla="*/ 253364 h 3072649"/>
              <a:gd name="connsiteX22" fmla="*/ 1010728 w 6505435"/>
              <a:gd name="connsiteY22" fmla="*/ 221614 h 3072649"/>
              <a:gd name="connsiteX23" fmla="*/ 1398077 w 6505435"/>
              <a:gd name="connsiteY23" fmla="*/ 158114 h 3072649"/>
              <a:gd name="connsiteX24" fmla="*/ 1310765 w 6505435"/>
              <a:gd name="connsiteY24" fmla="*/ 89058 h 3072649"/>
              <a:gd name="connsiteX25" fmla="*/ 1456604 w 6505435"/>
              <a:gd name="connsiteY25" fmla="*/ 0 h 3072649"/>
              <a:gd name="connsiteX0" fmla="*/ 6405051 w 6505435"/>
              <a:gd name="connsiteY0" fmla="*/ 1559085 h 3072649"/>
              <a:gd name="connsiteX1" fmla="*/ 6360868 w 6505435"/>
              <a:gd name="connsiteY1" fmla="*/ 1389062 h 3072649"/>
              <a:gd name="connsiteX2" fmla="*/ 6503477 w 6505435"/>
              <a:gd name="connsiteY2" fmla="*/ 1519398 h 3072649"/>
              <a:gd name="connsiteX3" fmla="*/ 6430451 w 6505435"/>
              <a:gd name="connsiteY3" fmla="*/ 1702752 h 3072649"/>
              <a:gd name="connsiteX4" fmla="*/ 6249478 w 6505435"/>
              <a:gd name="connsiteY4" fmla="*/ 1821814 h 3072649"/>
              <a:gd name="connsiteX5" fmla="*/ 6113218 w 6505435"/>
              <a:gd name="connsiteY5" fmla="*/ 1929923 h 3072649"/>
              <a:gd name="connsiteX6" fmla="*/ 5944149 w 6505435"/>
              <a:gd name="connsiteY6" fmla="*/ 2614295 h 3072649"/>
              <a:gd name="connsiteX7" fmla="*/ 5661257 w 6505435"/>
              <a:gd name="connsiteY7" fmla="*/ 3071495 h 3072649"/>
              <a:gd name="connsiteX8" fmla="*/ 5281209 w 6505435"/>
              <a:gd name="connsiteY8" fmla="*/ 2751455 h 3072649"/>
              <a:gd name="connsiteX9" fmla="*/ 4351569 w 6505435"/>
              <a:gd name="connsiteY9" fmla="*/ 2957195 h 3072649"/>
              <a:gd name="connsiteX10" fmla="*/ 3444789 w 6505435"/>
              <a:gd name="connsiteY10" fmla="*/ 2263775 h 3072649"/>
              <a:gd name="connsiteX11" fmla="*/ 2705649 w 6505435"/>
              <a:gd name="connsiteY11" fmla="*/ 2522855 h 3072649"/>
              <a:gd name="connsiteX12" fmla="*/ 2080809 w 6505435"/>
              <a:gd name="connsiteY12" fmla="*/ 1417955 h 3072649"/>
              <a:gd name="connsiteX13" fmla="*/ 1585509 w 6505435"/>
              <a:gd name="connsiteY13" fmla="*/ 1410335 h 3072649"/>
              <a:gd name="connsiteX14" fmla="*/ 1052109 w 6505435"/>
              <a:gd name="connsiteY14" fmla="*/ 1166495 h 3072649"/>
              <a:gd name="connsiteX15" fmla="*/ 168189 w 6505435"/>
              <a:gd name="connsiteY15" fmla="*/ 1288415 h 3072649"/>
              <a:gd name="connsiteX16" fmla="*/ 549 w 6505435"/>
              <a:gd name="connsiteY16" fmla="*/ 1128395 h 3072649"/>
              <a:gd name="connsiteX17" fmla="*/ 130089 w 6505435"/>
              <a:gd name="connsiteY17" fmla="*/ 587375 h 3072649"/>
              <a:gd name="connsiteX18" fmla="*/ 521884 w 6505435"/>
              <a:gd name="connsiteY18" fmla="*/ 480378 h 3072649"/>
              <a:gd name="connsiteX19" fmla="*/ 572843 w 6505435"/>
              <a:gd name="connsiteY19" fmla="*/ 191293 h 3072649"/>
              <a:gd name="connsiteX20" fmla="*/ 724977 w 6505435"/>
              <a:gd name="connsiteY20" fmla="*/ 361314 h 3072649"/>
              <a:gd name="connsiteX21" fmla="*/ 753552 w 6505435"/>
              <a:gd name="connsiteY21" fmla="*/ 253364 h 3072649"/>
              <a:gd name="connsiteX22" fmla="*/ 1010728 w 6505435"/>
              <a:gd name="connsiteY22" fmla="*/ 221614 h 3072649"/>
              <a:gd name="connsiteX23" fmla="*/ 1398077 w 6505435"/>
              <a:gd name="connsiteY23" fmla="*/ 158114 h 3072649"/>
              <a:gd name="connsiteX24" fmla="*/ 1310765 w 6505435"/>
              <a:gd name="connsiteY24" fmla="*/ 89058 h 3072649"/>
              <a:gd name="connsiteX25" fmla="*/ 1456604 w 6505435"/>
              <a:gd name="connsiteY25" fmla="*/ 0 h 3072649"/>
              <a:gd name="connsiteX0" fmla="*/ 6405051 w 6505435"/>
              <a:gd name="connsiteY0" fmla="*/ 1470027 h 2983591"/>
              <a:gd name="connsiteX1" fmla="*/ 6360868 w 6505435"/>
              <a:gd name="connsiteY1" fmla="*/ 1300004 h 2983591"/>
              <a:gd name="connsiteX2" fmla="*/ 6503477 w 6505435"/>
              <a:gd name="connsiteY2" fmla="*/ 1430340 h 2983591"/>
              <a:gd name="connsiteX3" fmla="*/ 6430451 w 6505435"/>
              <a:gd name="connsiteY3" fmla="*/ 1613694 h 2983591"/>
              <a:gd name="connsiteX4" fmla="*/ 6249478 w 6505435"/>
              <a:gd name="connsiteY4" fmla="*/ 1732756 h 2983591"/>
              <a:gd name="connsiteX5" fmla="*/ 6113218 w 6505435"/>
              <a:gd name="connsiteY5" fmla="*/ 1840865 h 2983591"/>
              <a:gd name="connsiteX6" fmla="*/ 5944149 w 6505435"/>
              <a:gd name="connsiteY6" fmla="*/ 2525237 h 2983591"/>
              <a:gd name="connsiteX7" fmla="*/ 5661257 w 6505435"/>
              <a:gd name="connsiteY7" fmla="*/ 2982437 h 2983591"/>
              <a:gd name="connsiteX8" fmla="*/ 5281209 w 6505435"/>
              <a:gd name="connsiteY8" fmla="*/ 2662397 h 2983591"/>
              <a:gd name="connsiteX9" fmla="*/ 4351569 w 6505435"/>
              <a:gd name="connsiteY9" fmla="*/ 2868137 h 2983591"/>
              <a:gd name="connsiteX10" fmla="*/ 3444789 w 6505435"/>
              <a:gd name="connsiteY10" fmla="*/ 2174717 h 2983591"/>
              <a:gd name="connsiteX11" fmla="*/ 2705649 w 6505435"/>
              <a:gd name="connsiteY11" fmla="*/ 2433797 h 2983591"/>
              <a:gd name="connsiteX12" fmla="*/ 2080809 w 6505435"/>
              <a:gd name="connsiteY12" fmla="*/ 1328897 h 2983591"/>
              <a:gd name="connsiteX13" fmla="*/ 1585509 w 6505435"/>
              <a:gd name="connsiteY13" fmla="*/ 1321277 h 2983591"/>
              <a:gd name="connsiteX14" fmla="*/ 1052109 w 6505435"/>
              <a:gd name="connsiteY14" fmla="*/ 1077437 h 2983591"/>
              <a:gd name="connsiteX15" fmla="*/ 168189 w 6505435"/>
              <a:gd name="connsiteY15" fmla="*/ 1199357 h 2983591"/>
              <a:gd name="connsiteX16" fmla="*/ 549 w 6505435"/>
              <a:gd name="connsiteY16" fmla="*/ 1039337 h 2983591"/>
              <a:gd name="connsiteX17" fmla="*/ 130089 w 6505435"/>
              <a:gd name="connsiteY17" fmla="*/ 498317 h 2983591"/>
              <a:gd name="connsiteX18" fmla="*/ 521884 w 6505435"/>
              <a:gd name="connsiteY18" fmla="*/ 391320 h 2983591"/>
              <a:gd name="connsiteX19" fmla="*/ 572843 w 6505435"/>
              <a:gd name="connsiteY19" fmla="*/ 102235 h 2983591"/>
              <a:gd name="connsiteX20" fmla="*/ 724977 w 6505435"/>
              <a:gd name="connsiteY20" fmla="*/ 272256 h 2983591"/>
              <a:gd name="connsiteX21" fmla="*/ 753552 w 6505435"/>
              <a:gd name="connsiteY21" fmla="*/ 164306 h 2983591"/>
              <a:gd name="connsiteX22" fmla="*/ 1010728 w 6505435"/>
              <a:gd name="connsiteY22" fmla="*/ 132556 h 2983591"/>
              <a:gd name="connsiteX23" fmla="*/ 1398077 w 6505435"/>
              <a:gd name="connsiteY23" fmla="*/ 69056 h 2983591"/>
              <a:gd name="connsiteX24" fmla="*/ 1310765 w 6505435"/>
              <a:gd name="connsiteY24" fmla="*/ 0 h 2983591"/>
              <a:gd name="connsiteX0" fmla="*/ 6405051 w 6505435"/>
              <a:gd name="connsiteY0" fmla="*/ 1400971 h 2914535"/>
              <a:gd name="connsiteX1" fmla="*/ 6360868 w 6505435"/>
              <a:gd name="connsiteY1" fmla="*/ 1230948 h 2914535"/>
              <a:gd name="connsiteX2" fmla="*/ 6503477 w 6505435"/>
              <a:gd name="connsiteY2" fmla="*/ 1361284 h 2914535"/>
              <a:gd name="connsiteX3" fmla="*/ 6430451 w 6505435"/>
              <a:gd name="connsiteY3" fmla="*/ 1544638 h 2914535"/>
              <a:gd name="connsiteX4" fmla="*/ 6249478 w 6505435"/>
              <a:gd name="connsiteY4" fmla="*/ 1663700 h 2914535"/>
              <a:gd name="connsiteX5" fmla="*/ 6113218 w 6505435"/>
              <a:gd name="connsiteY5" fmla="*/ 1771809 h 2914535"/>
              <a:gd name="connsiteX6" fmla="*/ 5944149 w 6505435"/>
              <a:gd name="connsiteY6" fmla="*/ 2456181 h 2914535"/>
              <a:gd name="connsiteX7" fmla="*/ 5661257 w 6505435"/>
              <a:gd name="connsiteY7" fmla="*/ 2913381 h 2914535"/>
              <a:gd name="connsiteX8" fmla="*/ 5281209 w 6505435"/>
              <a:gd name="connsiteY8" fmla="*/ 2593341 h 2914535"/>
              <a:gd name="connsiteX9" fmla="*/ 4351569 w 6505435"/>
              <a:gd name="connsiteY9" fmla="*/ 2799081 h 2914535"/>
              <a:gd name="connsiteX10" fmla="*/ 3444789 w 6505435"/>
              <a:gd name="connsiteY10" fmla="*/ 2105661 h 2914535"/>
              <a:gd name="connsiteX11" fmla="*/ 2705649 w 6505435"/>
              <a:gd name="connsiteY11" fmla="*/ 2364741 h 2914535"/>
              <a:gd name="connsiteX12" fmla="*/ 2080809 w 6505435"/>
              <a:gd name="connsiteY12" fmla="*/ 1259841 h 2914535"/>
              <a:gd name="connsiteX13" fmla="*/ 1585509 w 6505435"/>
              <a:gd name="connsiteY13" fmla="*/ 1252221 h 2914535"/>
              <a:gd name="connsiteX14" fmla="*/ 1052109 w 6505435"/>
              <a:gd name="connsiteY14" fmla="*/ 1008381 h 2914535"/>
              <a:gd name="connsiteX15" fmla="*/ 168189 w 6505435"/>
              <a:gd name="connsiteY15" fmla="*/ 1130301 h 2914535"/>
              <a:gd name="connsiteX16" fmla="*/ 549 w 6505435"/>
              <a:gd name="connsiteY16" fmla="*/ 970281 h 2914535"/>
              <a:gd name="connsiteX17" fmla="*/ 130089 w 6505435"/>
              <a:gd name="connsiteY17" fmla="*/ 429261 h 2914535"/>
              <a:gd name="connsiteX18" fmla="*/ 521884 w 6505435"/>
              <a:gd name="connsiteY18" fmla="*/ 322264 h 2914535"/>
              <a:gd name="connsiteX19" fmla="*/ 572843 w 6505435"/>
              <a:gd name="connsiteY19" fmla="*/ 33179 h 2914535"/>
              <a:gd name="connsiteX20" fmla="*/ 724977 w 6505435"/>
              <a:gd name="connsiteY20" fmla="*/ 203200 h 2914535"/>
              <a:gd name="connsiteX21" fmla="*/ 753552 w 6505435"/>
              <a:gd name="connsiteY21" fmla="*/ 95250 h 2914535"/>
              <a:gd name="connsiteX22" fmla="*/ 1010728 w 6505435"/>
              <a:gd name="connsiteY22" fmla="*/ 63500 h 2914535"/>
              <a:gd name="connsiteX23" fmla="*/ 1398077 w 6505435"/>
              <a:gd name="connsiteY23" fmla="*/ 0 h 2914535"/>
              <a:gd name="connsiteX0" fmla="*/ 6405051 w 6505435"/>
              <a:gd name="connsiteY0" fmla="*/ 1369323 h 2882887"/>
              <a:gd name="connsiteX1" fmla="*/ 6360868 w 6505435"/>
              <a:gd name="connsiteY1" fmla="*/ 1199300 h 2882887"/>
              <a:gd name="connsiteX2" fmla="*/ 6503477 w 6505435"/>
              <a:gd name="connsiteY2" fmla="*/ 1329636 h 2882887"/>
              <a:gd name="connsiteX3" fmla="*/ 6430451 w 6505435"/>
              <a:gd name="connsiteY3" fmla="*/ 1512990 h 2882887"/>
              <a:gd name="connsiteX4" fmla="*/ 6249478 w 6505435"/>
              <a:gd name="connsiteY4" fmla="*/ 1632052 h 2882887"/>
              <a:gd name="connsiteX5" fmla="*/ 6113218 w 6505435"/>
              <a:gd name="connsiteY5" fmla="*/ 1740161 h 2882887"/>
              <a:gd name="connsiteX6" fmla="*/ 5944149 w 6505435"/>
              <a:gd name="connsiteY6" fmla="*/ 2424533 h 2882887"/>
              <a:gd name="connsiteX7" fmla="*/ 5661257 w 6505435"/>
              <a:gd name="connsiteY7" fmla="*/ 2881733 h 2882887"/>
              <a:gd name="connsiteX8" fmla="*/ 5281209 w 6505435"/>
              <a:gd name="connsiteY8" fmla="*/ 2561693 h 2882887"/>
              <a:gd name="connsiteX9" fmla="*/ 4351569 w 6505435"/>
              <a:gd name="connsiteY9" fmla="*/ 2767433 h 2882887"/>
              <a:gd name="connsiteX10" fmla="*/ 3444789 w 6505435"/>
              <a:gd name="connsiteY10" fmla="*/ 2074013 h 2882887"/>
              <a:gd name="connsiteX11" fmla="*/ 2705649 w 6505435"/>
              <a:gd name="connsiteY11" fmla="*/ 2333093 h 2882887"/>
              <a:gd name="connsiteX12" fmla="*/ 2080809 w 6505435"/>
              <a:gd name="connsiteY12" fmla="*/ 1228193 h 2882887"/>
              <a:gd name="connsiteX13" fmla="*/ 1585509 w 6505435"/>
              <a:gd name="connsiteY13" fmla="*/ 1220573 h 2882887"/>
              <a:gd name="connsiteX14" fmla="*/ 1052109 w 6505435"/>
              <a:gd name="connsiteY14" fmla="*/ 976733 h 2882887"/>
              <a:gd name="connsiteX15" fmla="*/ 168189 w 6505435"/>
              <a:gd name="connsiteY15" fmla="*/ 1098653 h 2882887"/>
              <a:gd name="connsiteX16" fmla="*/ 549 w 6505435"/>
              <a:gd name="connsiteY16" fmla="*/ 938633 h 2882887"/>
              <a:gd name="connsiteX17" fmla="*/ 130089 w 6505435"/>
              <a:gd name="connsiteY17" fmla="*/ 397613 h 2882887"/>
              <a:gd name="connsiteX18" fmla="*/ 521884 w 6505435"/>
              <a:gd name="connsiteY18" fmla="*/ 290616 h 2882887"/>
              <a:gd name="connsiteX19" fmla="*/ 572843 w 6505435"/>
              <a:gd name="connsiteY19" fmla="*/ 1531 h 2882887"/>
              <a:gd name="connsiteX20" fmla="*/ 724977 w 6505435"/>
              <a:gd name="connsiteY20" fmla="*/ 171552 h 2882887"/>
              <a:gd name="connsiteX21" fmla="*/ 753552 w 6505435"/>
              <a:gd name="connsiteY21" fmla="*/ 63602 h 2882887"/>
              <a:gd name="connsiteX22" fmla="*/ 1010728 w 6505435"/>
              <a:gd name="connsiteY22" fmla="*/ 31852 h 2882887"/>
              <a:gd name="connsiteX0" fmla="*/ 6405051 w 6505435"/>
              <a:gd name="connsiteY0" fmla="*/ 1369323 h 2882887"/>
              <a:gd name="connsiteX1" fmla="*/ 6360868 w 6505435"/>
              <a:gd name="connsiteY1" fmla="*/ 1199300 h 2882887"/>
              <a:gd name="connsiteX2" fmla="*/ 6503477 w 6505435"/>
              <a:gd name="connsiteY2" fmla="*/ 1329636 h 2882887"/>
              <a:gd name="connsiteX3" fmla="*/ 6430451 w 6505435"/>
              <a:gd name="connsiteY3" fmla="*/ 1512990 h 2882887"/>
              <a:gd name="connsiteX4" fmla="*/ 6249478 w 6505435"/>
              <a:gd name="connsiteY4" fmla="*/ 1632052 h 2882887"/>
              <a:gd name="connsiteX5" fmla="*/ 6113218 w 6505435"/>
              <a:gd name="connsiteY5" fmla="*/ 1740161 h 2882887"/>
              <a:gd name="connsiteX6" fmla="*/ 5944149 w 6505435"/>
              <a:gd name="connsiteY6" fmla="*/ 2424533 h 2882887"/>
              <a:gd name="connsiteX7" fmla="*/ 5661257 w 6505435"/>
              <a:gd name="connsiteY7" fmla="*/ 2881733 h 2882887"/>
              <a:gd name="connsiteX8" fmla="*/ 5281209 w 6505435"/>
              <a:gd name="connsiteY8" fmla="*/ 2561693 h 2882887"/>
              <a:gd name="connsiteX9" fmla="*/ 4351569 w 6505435"/>
              <a:gd name="connsiteY9" fmla="*/ 2767433 h 2882887"/>
              <a:gd name="connsiteX10" fmla="*/ 3444789 w 6505435"/>
              <a:gd name="connsiteY10" fmla="*/ 2074013 h 2882887"/>
              <a:gd name="connsiteX11" fmla="*/ 2705649 w 6505435"/>
              <a:gd name="connsiteY11" fmla="*/ 2333093 h 2882887"/>
              <a:gd name="connsiteX12" fmla="*/ 2080809 w 6505435"/>
              <a:gd name="connsiteY12" fmla="*/ 1228193 h 2882887"/>
              <a:gd name="connsiteX13" fmla="*/ 1585509 w 6505435"/>
              <a:gd name="connsiteY13" fmla="*/ 1220573 h 2882887"/>
              <a:gd name="connsiteX14" fmla="*/ 1052109 w 6505435"/>
              <a:gd name="connsiteY14" fmla="*/ 976733 h 2882887"/>
              <a:gd name="connsiteX15" fmla="*/ 168189 w 6505435"/>
              <a:gd name="connsiteY15" fmla="*/ 1098653 h 2882887"/>
              <a:gd name="connsiteX16" fmla="*/ 549 w 6505435"/>
              <a:gd name="connsiteY16" fmla="*/ 938633 h 2882887"/>
              <a:gd name="connsiteX17" fmla="*/ 130089 w 6505435"/>
              <a:gd name="connsiteY17" fmla="*/ 397613 h 2882887"/>
              <a:gd name="connsiteX18" fmla="*/ 521884 w 6505435"/>
              <a:gd name="connsiteY18" fmla="*/ 290616 h 2882887"/>
              <a:gd name="connsiteX19" fmla="*/ 572843 w 6505435"/>
              <a:gd name="connsiteY19" fmla="*/ 1531 h 2882887"/>
              <a:gd name="connsiteX20" fmla="*/ 724977 w 6505435"/>
              <a:gd name="connsiteY20" fmla="*/ 171552 h 2882887"/>
              <a:gd name="connsiteX21" fmla="*/ 753552 w 6505435"/>
              <a:gd name="connsiteY21" fmla="*/ 63602 h 2882887"/>
              <a:gd name="connsiteX0" fmla="*/ 6405051 w 6505435"/>
              <a:gd name="connsiteY0" fmla="*/ 1377255 h 2890819"/>
              <a:gd name="connsiteX1" fmla="*/ 6360868 w 6505435"/>
              <a:gd name="connsiteY1" fmla="*/ 1207232 h 2890819"/>
              <a:gd name="connsiteX2" fmla="*/ 6503477 w 6505435"/>
              <a:gd name="connsiteY2" fmla="*/ 1337568 h 2890819"/>
              <a:gd name="connsiteX3" fmla="*/ 6430451 w 6505435"/>
              <a:gd name="connsiteY3" fmla="*/ 1520922 h 2890819"/>
              <a:gd name="connsiteX4" fmla="*/ 6249478 w 6505435"/>
              <a:gd name="connsiteY4" fmla="*/ 1639984 h 2890819"/>
              <a:gd name="connsiteX5" fmla="*/ 6113218 w 6505435"/>
              <a:gd name="connsiteY5" fmla="*/ 1748093 h 2890819"/>
              <a:gd name="connsiteX6" fmla="*/ 5944149 w 6505435"/>
              <a:gd name="connsiteY6" fmla="*/ 2432465 h 2890819"/>
              <a:gd name="connsiteX7" fmla="*/ 5661257 w 6505435"/>
              <a:gd name="connsiteY7" fmla="*/ 2889665 h 2890819"/>
              <a:gd name="connsiteX8" fmla="*/ 5281209 w 6505435"/>
              <a:gd name="connsiteY8" fmla="*/ 2569625 h 2890819"/>
              <a:gd name="connsiteX9" fmla="*/ 4351569 w 6505435"/>
              <a:gd name="connsiteY9" fmla="*/ 2775365 h 2890819"/>
              <a:gd name="connsiteX10" fmla="*/ 3444789 w 6505435"/>
              <a:gd name="connsiteY10" fmla="*/ 2081945 h 2890819"/>
              <a:gd name="connsiteX11" fmla="*/ 2705649 w 6505435"/>
              <a:gd name="connsiteY11" fmla="*/ 2341025 h 2890819"/>
              <a:gd name="connsiteX12" fmla="*/ 2080809 w 6505435"/>
              <a:gd name="connsiteY12" fmla="*/ 1236125 h 2890819"/>
              <a:gd name="connsiteX13" fmla="*/ 1585509 w 6505435"/>
              <a:gd name="connsiteY13" fmla="*/ 1228505 h 2890819"/>
              <a:gd name="connsiteX14" fmla="*/ 1052109 w 6505435"/>
              <a:gd name="connsiteY14" fmla="*/ 984665 h 2890819"/>
              <a:gd name="connsiteX15" fmla="*/ 168189 w 6505435"/>
              <a:gd name="connsiteY15" fmla="*/ 1106585 h 2890819"/>
              <a:gd name="connsiteX16" fmla="*/ 549 w 6505435"/>
              <a:gd name="connsiteY16" fmla="*/ 946565 h 2890819"/>
              <a:gd name="connsiteX17" fmla="*/ 130089 w 6505435"/>
              <a:gd name="connsiteY17" fmla="*/ 405545 h 2890819"/>
              <a:gd name="connsiteX18" fmla="*/ 521884 w 6505435"/>
              <a:gd name="connsiteY18" fmla="*/ 298548 h 2890819"/>
              <a:gd name="connsiteX19" fmla="*/ 572843 w 6505435"/>
              <a:gd name="connsiteY19" fmla="*/ 9463 h 2890819"/>
              <a:gd name="connsiteX20" fmla="*/ 753552 w 6505435"/>
              <a:gd name="connsiteY20" fmla="*/ 71534 h 2890819"/>
              <a:gd name="connsiteX0" fmla="*/ 6405051 w 6505435"/>
              <a:gd name="connsiteY0" fmla="*/ 1447360 h 2960924"/>
              <a:gd name="connsiteX1" fmla="*/ 6360868 w 6505435"/>
              <a:gd name="connsiteY1" fmla="*/ 1277337 h 2960924"/>
              <a:gd name="connsiteX2" fmla="*/ 6503477 w 6505435"/>
              <a:gd name="connsiteY2" fmla="*/ 1407673 h 2960924"/>
              <a:gd name="connsiteX3" fmla="*/ 6430451 w 6505435"/>
              <a:gd name="connsiteY3" fmla="*/ 1591027 h 2960924"/>
              <a:gd name="connsiteX4" fmla="*/ 6249478 w 6505435"/>
              <a:gd name="connsiteY4" fmla="*/ 1710089 h 2960924"/>
              <a:gd name="connsiteX5" fmla="*/ 6113218 w 6505435"/>
              <a:gd name="connsiteY5" fmla="*/ 1818198 h 2960924"/>
              <a:gd name="connsiteX6" fmla="*/ 5944149 w 6505435"/>
              <a:gd name="connsiteY6" fmla="*/ 2502570 h 2960924"/>
              <a:gd name="connsiteX7" fmla="*/ 5661257 w 6505435"/>
              <a:gd name="connsiteY7" fmla="*/ 2959770 h 2960924"/>
              <a:gd name="connsiteX8" fmla="*/ 5281209 w 6505435"/>
              <a:gd name="connsiteY8" fmla="*/ 2639730 h 2960924"/>
              <a:gd name="connsiteX9" fmla="*/ 4351569 w 6505435"/>
              <a:gd name="connsiteY9" fmla="*/ 2845470 h 2960924"/>
              <a:gd name="connsiteX10" fmla="*/ 3444789 w 6505435"/>
              <a:gd name="connsiteY10" fmla="*/ 2152050 h 2960924"/>
              <a:gd name="connsiteX11" fmla="*/ 2705649 w 6505435"/>
              <a:gd name="connsiteY11" fmla="*/ 2411130 h 2960924"/>
              <a:gd name="connsiteX12" fmla="*/ 2080809 w 6505435"/>
              <a:gd name="connsiteY12" fmla="*/ 1306230 h 2960924"/>
              <a:gd name="connsiteX13" fmla="*/ 1585509 w 6505435"/>
              <a:gd name="connsiteY13" fmla="*/ 1298610 h 2960924"/>
              <a:gd name="connsiteX14" fmla="*/ 1052109 w 6505435"/>
              <a:gd name="connsiteY14" fmla="*/ 1054770 h 2960924"/>
              <a:gd name="connsiteX15" fmla="*/ 168189 w 6505435"/>
              <a:gd name="connsiteY15" fmla="*/ 1176690 h 2960924"/>
              <a:gd name="connsiteX16" fmla="*/ 549 w 6505435"/>
              <a:gd name="connsiteY16" fmla="*/ 1016670 h 2960924"/>
              <a:gd name="connsiteX17" fmla="*/ 130089 w 6505435"/>
              <a:gd name="connsiteY17" fmla="*/ 475650 h 2960924"/>
              <a:gd name="connsiteX18" fmla="*/ 521884 w 6505435"/>
              <a:gd name="connsiteY18" fmla="*/ 368653 h 2960924"/>
              <a:gd name="connsiteX19" fmla="*/ 658568 w 6505435"/>
              <a:gd name="connsiteY19" fmla="*/ 5749 h 2960924"/>
              <a:gd name="connsiteX20" fmla="*/ 753552 w 6505435"/>
              <a:gd name="connsiteY20" fmla="*/ 141639 h 2960924"/>
              <a:gd name="connsiteX0" fmla="*/ 6405051 w 6505435"/>
              <a:gd name="connsiteY0" fmla="*/ 1459750 h 2973314"/>
              <a:gd name="connsiteX1" fmla="*/ 6360868 w 6505435"/>
              <a:gd name="connsiteY1" fmla="*/ 1289727 h 2973314"/>
              <a:gd name="connsiteX2" fmla="*/ 6503477 w 6505435"/>
              <a:gd name="connsiteY2" fmla="*/ 1420063 h 2973314"/>
              <a:gd name="connsiteX3" fmla="*/ 6430451 w 6505435"/>
              <a:gd name="connsiteY3" fmla="*/ 1603417 h 2973314"/>
              <a:gd name="connsiteX4" fmla="*/ 6249478 w 6505435"/>
              <a:gd name="connsiteY4" fmla="*/ 1722479 h 2973314"/>
              <a:gd name="connsiteX5" fmla="*/ 6113218 w 6505435"/>
              <a:gd name="connsiteY5" fmla="*/ 1830588 h 2973314"/>
              <a:gd name="connsiteX6" fmla="*/ 5944149 w 6505435"/>
              <a:gd name="connsiteY6" fmla="*/ 2514960 h 2973314"/>
              <a:gd name="connsiteX7" fmla="*/ 5661257 w 6505435"/>
              <a:gd name="connsiteY7" fmla="*/ 2972160 h 2973314"/>
              <a:gd name="connsiteX8" fmla="*/ 5281209 w 6505435"/>
              <a:gd name="connsiteY8" fmla="*/ 2652120 h 2973314"/>
              <a:gd name="connsiteX9" fmla="*/ 4351569 w 6505435"/>
              <a:gd name="connsiteY9" fmla="*/ 2857860 h 2973314"/>
              <a:gd name="connsiteX10" fmla="*/ 3444789 w 6505435"/>
              <a:gd name="connsiteY10" fmla="*/ 2164440 h 2973314"/>
              <a:gd name="connsiteX11" fmla="*/ 2705649 w 6505435"/>
              <a:gd name="connsiteY11" fmla="*/ 2423520 h 2973314"/>
              <a:gd name="connsiteX12" fmla="*/ 2080809 w 6505435"/>
              <a:gd name="connsiteY12" fmla="*/ 1318620 h 2973314"/>
              <a:gd name="connsiteX13" fmla="*/ 1585509 w 6505435"/>
              <a:gd name="connsiteY13" fmla="*/ 1311000 h 2973314"/>
              <a:gd name="connsiteX14" fmla="*/ 1052109 w 6505435"/>
              <a:gd name="connsiteY14" fmla="*/ 1067160 h 2973314"/>
              <a:gd name="connsiteX15" fmla="*/ 168189 w 6505435"/>
              <a:gd name="connsiteY15" fmla="*/ 1189080 h 2973314"/>
              <a:gd name="connsiteX16" fmla="*/ 549 w 6505435"/>
              <a:gd name="connsiteY16" fmla="*/ 1029060 h 2973314"/>
              <a:gd name="connsiteX17" fmla="*/ 130089 w 6505435"/>
              <a:gd name="connsiteY17" fmla="*/ 488040 h 2973314"/>
              <a:gd name="connsiteX18" fmla="*/ 521884 w 6505435"/>
              <a:gd name="connsiteY18" fmla="*/ 381043 h 2973314"/>
              <a:gd name="connsiteX19" fmla="*/ 658568 w 6505435"/>
              <a:gd name="connsiteY19" fmla="*/ 18139 h 2973314"/>
              <a:gd name="connsiteX20" fmla="*/ 848802 w 6505435"/>
              <a:gd name="connsiteY20" fmla="*/ 58779 h 2973314"/>
              <a:gd name="connsiteX0" fmla="*/ 6405051 w 6505435"/>
              <a:gd name="connsiteY0" fmla="*/ 1405188 h 2918752"/>
              <a:gd name="connsiteX1" fmla="*/ 6360868 w 6505435"/>
              <a:gd name="connsiteY1" fmla="*/ 1235165 h 2918752"/>
              <a:gd name="connsiteX2" fmla="*/ 6503477 w 6505435"/>
              <a:gd name="connsiteY2" fmla="*/ 1365501 h 2918752"/>
              <a:gd name="connsiteX3" fmla="*/ 6430451 w 6505435"/>
              <a:gd name="connsiteY3" fmla="*/ 1548855 h 2918752"/>
              <a:gd name="connsiteX4" fmla="*/ 6249478 w 6505435"/>
              <a:gd name="connsiteY4" fmla="*/ 1667917 h 2918752"/>
              <a:gd name="connsiteX5" fmla="*/ 6113218 w 6505435"/>
              <a:gd name="connsiteY5" fmla="*/ 1776026 h 2918752"/>
              <a:gd name="connsiteX6" fmla="*/ 5944149 w 6505435"/>
              <a:gd name="connsiteY6" fmla="*/ 2460398 h 2918752"/>
              <a:gd name="connsiteX7" fmla="*/ 5661257 w 6505435"/>
              <a:gd name="connsiteY7" fmla="*/ 2917598 h 2918752"/>
              <a:gd name="connsiteX8" fmla="*/ 5281209 w 6505435"/>
              <a:gd name="connsiteY8" fmla="*/ 2597558 h 2918752"/>
              <a:gd name="connsiteX9" fmla="*/ 4351569 w 6505435"/>
              <a:gd name="connsiteY9" fmla="*/ 2803298 h 2918752"/>
              <a:gd name="connsiteX10" fmla="*/ 3444789 w 6505435"/>
              <a:gd name="connsiteY10" fmla="*/ 2109878 h 2918752"/>
              <a:gd name="connsiteX11" fmla="*/ 2705649 w 6505435"/>
              <a:gd name="connsiteY11" fmla="*/ 2368958 h 2918752"/>
              <a:gd name="connsiteX12" fmla="*/ 2080809 w 6505435"/>
              <a:gd name="connsiteY12" fmla="*/ 1264058 h 2918752"/>
              <a:gd name="connsiteX13" fmla="*/ 1585509 w 6505435"/>
              <a:gd name="connsiteY13" fmla="*/ 1256438 h 2918752"/>
              <a:gd name="connsiteX14" fmla="*/ 1052109 w 6505435"/>
              <a:gd name="connsiteY14" fmla="*/ 1012598 h 2918752"/>
              <a:gd name="connsiteX15" fmla="*/ 168189 w 6505435"/>
              <a:gd name="connsiteY15" fmla="*/ 1134518 h 2918752"/>
              <a:gd name="connsiteX16" fmla="*/ 549 w 6505435"/>
              <a:gd name="connsiteY16" fmla="*/ 974498 h 2918752"/>
              <a:gd name="connsiteX17" fmla="*/ 130089 w 6505435"/>
              <a:gd name="connsiteY17" fmla="*/ 433478 h 2918752"/>
              <a:gd name="connsiteX18" fmla="*/ 521884 w 6505435"/>
              <a:gd name="connsiteY18" fmla="*/ 326481 h 2918752"/>
              <a:gd name="connsiteX19" fmla="*/ 613325 w 6505435"/>
              <a:gd name="connsiteY19" fmla="*/ 61209 h 2918752"/>
              <a:gd name="connsiteX20" fmla="*/ 848802 w 6505435"/>
              <a:gd name="connsiteY20" fmla="*/ 4217 h 2918752"/>
              <a:gd name="connsiteX0" fmla="*/ 6405051 w 6505435"/>
              <a:gd name="connsiteY0" fmla="*/ 1404462 h 2918026"/>
              <a:gd name="connsiteX1" fmla="*/ 6360868 w 6505435"/>
              <a:gd name="connsiteY1" fmla="*/ 1234439 h 2918026"/>
              <a:gd name="connsiteX2" fmla="*/ 6503477 w 6505435"/>
              <a:gd name="connsiteY2" fmla="*/ 1364775 h 2918026"/>
              <a:gd name="connsiteX3" fmla="*/ 6430451 w 6505435"/>
              <a:gd name="connsiteY3" fmla="*/ 1548129 h 2918026"/>
              <a:gd name="connsiteX4" fmla="*/ 6249478 w 6505435"/>
              <a:gd name="connsiteY4" fmla="*/ 1667191 h 2918026"/>
              <a:gd name="connsiteX5" fmla="*/ 6113218 w 6505435"/>
              <a:gd name="connsiteY5" fmla="*/ 1775300 h 2918026"/>
              <a:gd name="connsiteX6" fmla="*/ 5944149 w 6505435"/>
              <a:gd name="connsiteY6" fmla="*/ 2459672 h 2918026"/>
              <a:gd name="connsiteX7" fmla="*/ 5661257 w 6505435"/>
              <a:gd name="connsiteY7" fmla="*/ 2916872 h 2918026"/>
              <a:gd name="connsiteX8" fmla="*/ 5281209 w 6505435"/>
              <a:gd name="connsiteY8" fmla="*/ 2596832 h 2918026"/>
              <a:gd name="connsiteX9" fmla="*/ 4351569 w 6505435"/>
              <a:gd name="connsiteY9" fmla="*/ 2802572 h 2918026"/>
              <a:gd name="connsiteX10" fmla="*/ 3444789 w 6505435"/>
              <a:gd name="connsiteY10" fmla="*/ 2109152 h 2918026"/>
              <a:gd name="connsiteX11" fmla="*/ 2705649 w 6505435"/>
              <a:gd name="connsiteY11" fmla="*/ 2368232 h 2918026"/>
              <a:gd name="connsiteX12" fmla="*/ 2080809 w 6505435"/>
              <a:gd name="connsiteY12" fmla="*/ 1263332 h 2918026"/>
              <a:gd name="connsiteX13" fmla="*/ 1585509 w 6505435"/>
              <a:gd name="connsiteY13" fmla="*/ 1255712 h 2918026"/>
              <a:gd name="connsiteX14" fmla="*/ 1052109 w 6505435"/>
              <a:gd name="connsiteY14" fmla="*/ 1011872 h 2918026"/>
              <a:gd name="connsiteX15" fmla="*/ 168189 w 6505435"/>
              <a:gd name="connsiteY15" fmla="*/ 1133792 h 2918026"/>
              <a:gd name="connsiteX16" fmla="*/ 549 w 6505435"/>
              <a:gd name="connsiteY16" fmla="*/ 973772 h 2918026"/>
              <a:gd name="connsiteX17" fmla="*/ 130089 w 6505435"/>
              <a:gd name="connsiteY17" fmla="*/ 432752 h 2918026"/>
              <a:gd name="connsiteX18" fmla="*/ 521884 w 6505435"/>
              <a:gd name="connsiteY18" fmla="*/ 325755 h 2918026"/>
              <a:gd name="connsiteX19" fmla="*/ 644281 w 6505435"/>
              <a:gd name="connsiteY19" fmla="*/ 67627 h 2918026"/>
              <a:gd name="connsiteX20" fmla="*/ 848802 w 6505435"/>
              <a:gd name="connsiteY20" fmla="*/ 3491 h 2918026"/>
              <a:gd name="connsiteX0" fmla="*/ 6405051 w 6505435"/>
              <a:gd name="connsiteY0" fmla="*/ 1404462 h 2918026"/>
              <a:gd name="connsiteX1" fmla="*/ 6360868 w 6505435"/>
              <a:gd name="connsiteY1" fmla="*/ 1234439 h 2918026"/>
              <a:gd name="connsiteX2" fmla="*/ 6503477 w 6505435"/>
              <a:gd name="connsiteY2" fmla="*/ 1364775 h 2918026"/>
              <a:gd name="connsiteX3" fmla="*/ 6430451 w 6505435"/>
              <a:gd name="connsiteY3" fmla="*/ 1548129 h 2918026"/>
              <a:gd name="connsiteX4" fmla="*/ 6249478 w 6505435"/>
              <a:gd name="connsiteY4" fmla="*/ 1667191 h 2918026"/>
              <a:gd name="connsiteX5" fmla="*/ 6113218 w 6505435"/>
              <a:gd name="connsiteY5" fmla="*/ 1775300 h 2918026"/>
              <a:gd name="connsiteX6" fmla="*/ 5944149 w 6505435"/>
              <a:gd name="connsiteY6" fmla="*/ 2459672 h 2918026"/>
              <a:gd name="connsiteX7" fmla="*/ 5661257 w 6505435"/>
              <a:gd name="connsiteY7" fmla="*/ 2916872 h 2918026"/>
              <a:gd name="connsiteX8" fmla="*/ 5281209 w 6505435"/>
              <a:gd name="connsiteY8" fmla="*/ 2596832 h 2918026"/>
              <a:gd name="connsiteX9" fmla="*/ 4351569 w 6505435"/>
              <a:gd name="connsiteY9" fmla="*/ 2802572 h 2918026"/>
              <a:gd name="connsiteX10" fmla="*/ 3444789 w 6505435"/>
              <a:gd name="connsiteY10" fmla="*/ 2109152 h 2918026"/>
              <a:gd name="connsiteX11" fmla="*/ 2705649 w 6505435"/>
              <a:gd name="connsiteY11" fmla="*/ 2368232 h 2918026"/>
              <a:gd name="connsiteX12" fmla="*/ 2080809 w 6505435"/>
              <a:gd name="connsiteY12" fmla="*/ 1263332 h 2918026"/>
              <a:gd name="connsiteX13" fmla="*/ 1585509 w 6505435"/>
              <a:gd name="connsiteY13" fmla="*/ 1255712 h 2918026"/>
              <a:gd name="connsiteX14" fmla="*/ 1052109 w 6505435"/>
              <a:gd name="connsiteY14" fmla="*/ 1011872 h 2918026"/>
              <a:gd name="connsiteX15" fmla="*/ 168189 w 6505435"/>
              <a:gd name="connsiteY15" fmla="*/ 1133792 h 2918026"/>
              <a:gd name="connsiteX16" fmla="*/ 549 w 6505435"/>
              <a:gd name="connsiteY16" fmla="*/ 973772 h 2918026"/>
              <a:gd name="connsiteX17" fmla="*/ 130089 w 6505435"/>
              <a:gd name="connsiteY17" fmla="*/ 432752 h 2918026"/>
              <a:gd name="connsiteX18" fmla="*/ 521884 w 6505435"/>
              <a:gd name="connsiteY18" fmla="*/ 325755 h 2918026"/>
              <a:gd name="connsiteX19" fmla="*/ 644281 w 6505435"/>
              <a:gd name="connsiteY19" fmla="*/ 67627 h 2918026"/>
              <a:gd name="connsiteX20" fmla="*/ 848802 w 6505435"/>
              <a:gd name="connsiteY20" fmla="*/ 3491 h 2918026"/>
              <a:gd name="connsiteX21" fmla="*/ 710692 w 6505435"/>
              <a:gd name="connsiteY21" fmla="*/ 26510 h 2918026"/>
              <a:gd name="connsiteX0" fmla="*/ 6405051 w 6505435"/>
              <a:gd name="connsiteY0" fmla="*/ 1401470 h 2915034"/>
              <a:gd name="connsiteX1" fmla="*/ 6360868 w 6505435"/>
              <a:gd name="connsiteY1" fmla="*/ 1231447 h 2915034"/>
              <a:gd name="connsiteX2" fmla="*/ 6503477 w 6505435"/>
              <a:gd name="connsiteY2" fmla="*/ 1361783 h 2915034"/>
              <a:gd name="connsiteX3" fmla="*/ 6430451 w 6505435"/>
              <a:gd name="connsiteY3" fmla="*/ 1545137 h 2915034"/>
              <a:gd name="connsiteX4" fmla="*/ 6249478 w 6505435"/>
              <a:gd name="connsiteY4" fmla="*/ 1664199 h 2915034"/>
              <a:gd name="connsiteX5" fmla="*/ 6113218 w 6505435"/>
              <a:gd name="connsiteY5" fmla="*/ 1772308 h 2915034"/>
              <a:gd name="connsiteX6" fmla="*/ 5944149 w 6505435"/>
              <a:gd name="connsiteY6" fmla="*/ 2456680 h 2915034"/>
              <a:gd name="connsiteX7" fmla="*/ 5661257 w 6505435"/>
              <a:gd name="connsiteY7" fmla="*/ 2913880 h 2915034"/>
              <a:gd name="connsiteX8" fmla="*/ 5281209 w 6505435"/>
              <a:gd name="connsiteY8" fmla="*/ 2593840 h 2915034"/>
              <a:gd name="connsiteX9" fmla="*/ 4351569 w 6505435"/>
              <a:gd name="connsiteY9" fmla="*/ 2799580 h 2915034"/>
              <a:gd name="connsiteX10" fmla="*/ 3444789 w 6505435"/>
              <a:gd name="connsiteY10" fmla="*/ 2106160 h 2915034"/>
              <a:gd name="connsiteX11" fmla="*/ 2705649 w 6505435"/>
              <a:gd name="connsiteY11" fmla="*/ 2365240 h 2915034"/>
              <a:gd name="connsiteX12" fmla="*/ 2080809 w 6505435"/>
              <a:gd name="connsiteY12" fmla="*/ 1260340 h 2915034"/>
              <a:gd name="connsiteX13" fmla="*/ 1585509 w 6505435"/>
              <a:gd name="connsiteY13" fmla="*/ 1252720 h 2915034"/>
              <a:gd name="connsiteX14" fmla="*/ 1052109 w 6505435"/>
              <a:gd name="connsiteY14" fmla="*/ 1008880 h 2915034"/>
              <a:gd name="connsiteX15" fmla="*/ 168189 w 6505435"/>
              <a:gd name="connsiteY15" fmla="*/ 1130800 h 2915034"/>
              <a:gd name="connsiteX16" fmla="*/ 549 w 6505435"/>
              <a:gd name="connsiteY16" fmla="*/ 970780 h 2915034"/>
              <a:gd name="connsiteX17" fmla="*/ 130089 w 6505435"/>
              <a:gd name="connsiteY17" fmla="*/ 429760 h 2915034"/>
              <a:gd name="connsiteX18" fmla="*/ 521884 w 6505435"/>
              <a:gd name="connsiteY18" fmla="*/ 322763 h 2915034"/>
              <a:gd name="connsiteX19" fmla="*/ 644281 w 6505435"/>
              <a:gd name="connsiteY19" fmla="*/ 64635 h 2915034"/>
              <a:gd name="connsiteX20" fmla="*/ 848802 w 6505435"/>
              <a:gd name="connsiteY20" fmla="*/ 499 h 2915034"/>
              <a:gd name="connsiteX21" fmla="*/ 855949 w 6505435"/>
              <a:gd name="connsiteY21" fmla="*/ 85431 h 2915034"/>
              <a:gd name="connsiteX0" fmla="*/ 6405051 w 6505435"/>
              <a:gd name="connsiteY0" fmla="*/ 1403496 h 2917060"/>
              <a:gd name="connsiteX1" fmla="*/ 6360868 w 6505435"/>
              <a:gd name="connsiteY1" fmla="*/ 1233473 h 2917060"/>
              <a:gd name="connsiteX2" fmla="*/ 6503477 w 6505435"/>
              <a:gd name="connsiteY2" fmla="*/ 1363809 h 2917060"/>
              <a:gd name="connsiteX3" fmla="*/ 6430451 w 6505435"/>
              <a:gd name="connsiteY3" fmla="*/ 1547163 h 2917060"/>
              <a:gd name="connsiteX4" fmla="*/ 6249478 w 6505435"/>
              <a:gd name="connsiteY4" fmla="*/ 1666225 h 2917060"/>
              <a:gd name="connsiteX5" fmla="*/ 6113218 w 6505435"/>
              <a:gd name="connsiteY5" fmla="*/ 1774334 h 2917060"/>
              <a:gd name="connsiteX6" fmla="*/ 5944149 w 6505435"/>
              <a:gd name="connsiteY6" fmla="*/ 2458706 h 2917060"/>
              <a:gd name="connsiteX7" fmla="*/ 5661257 w 6505435"/>
              <a:gd name="connsiteY7" fmla="*/ 2915906 h 2917060"/>
              <a:gd name="connsiteX8" fmla="*/ 5281209 w 6505435"/>
              <a:gd name="connsiteY8" fmla="*/ 2595866 h 2917060"/>
              <a:gd name="connsiteX9" fmla="*/ 4351569 w 6505435"/>
              <a:gd name="connsiteY9" fmla="*/ 2801606 h 2917060"/>
              <a:gd name="connsiteX10" fmla="*/ 3444789 w 6505435"/>
              <a:gd name="connsiteY10" fmla="*/ 2108186 h 2917060"/>
              <a:gd name="connsiteX11" fmla="*/ 2705649 w 6505435"/>
              <a:gd name="connsiteY11" fmla="*/ 2367266 h 2917060"/>
              <a:gd name="connsiteX12" fmla="*/ 2080809 w 6505435"/>
              <a:gd name="connsiteY12" fmla="*/ 1262366 h 2917060"/>
              <a:gd name="connsiteX13" fmla="*/ 1585509 w 6505435"/>
              <a:gd name="connsiteY13" fmla="*/ 1254746 h 2917060"/>
              <a:gd name="connsiteX14" fmla="*/ 1052109 w 6505435"/>
              <a:gd name="connsiteY14" fmla="*/ 1010906 h 2917060"/>
              <a:gd name="connsiteX15" fmla="*/ 168189 w 6505435"/>
              <a:gd name="connsiteY15" fmla="*/ 1132826 h 2917060"/>
              <a:gd name="connsiteX16" fmla="*/ 549 w 6505435"/>
              <a:gd name="connsiteY16" fmla="*/ 972806 h 2917060"/>
              <a:gd name="connsiteX17" fmla="*/ 130089 w 6505435"/>
              <a:gd name="connsiteY17" fmla="*/ 431786 h 2917060"/>
              <a:gd name="connsiteX18" fmla="*/ 521884 w 6505435"/>
              <a:gd name="connsiteY18" fmla="*/ 324789 h 2917060"/>
              <a:gd name="connsiteX19" fmla="*/ 644281 w 6505435"/>
              <a:gd name="connsiteY19" fmla="*/ 66661 h 2917060"/>
              <a:gd name="connsiteX20" fmla="*/ 848802 w 6505435"/>
              <a:gd name="connsiteY20" fmla="*/ 2525 h 2917060"/>
              <a:gd name="connsiteX21" fmla="*/ 1008349 w 6505435"/>
              <a:gd name="connsiteY21" fmla="*/ 127939 h 2917060"/>
              <a:gd name="connsiteX0" fmla="*/ 6405051 w 6505435"/>
              <a:gd name="connsiteY0" fmla="*/ 1342942 h 2856506"/>
              <a:gd name="connsiteX1" fmla="*/ 6360868 w 6505435"/>
              <a:gd name="connsiteY1" fmla="*/ 1172919 h 2856506"/>
              <a:gd name="connsiteX2" fmla="*/ 6503477 w 6505435"/>
              <a:gd name="connsiteY2" fmla="*/ 1303255 h 2856506"/>
              <a:gd name="connsiteX3" fmla="*/ 6430451 w 6505435"/>
              <a:gd name="connsiteY3" fmla="*/ 1486609 h 2856506"/>
              <a:gd name="connsiteX4" fmla="*/ 6249478 w 6505435"/>
              <a:gd name="connsiteY4" fmla="*/ 1605671 h 2856506"/>
              <a:gd name="connsiteX5" fmla="*/ 6113218 w 6505435"/>
              <a:gd name="connsiteY5" fmla="*/ 1713780 h 2856506"/>
              <a:gd name="connsiteX6" fmla="*/ 5944149 w 6505435"/>
              <a:gd name="connsiteY6" fmla="*/ 2398152 h 2856506"/>
              <a:gd name="connsiteX7" fmla="*/ 5661257 w 6505435"/>
              <a:gd name="connsiteY7" fmla="*/ 2855352 h 2856506"/>
              <a:gd name="connsiteX8" fmla="*/ 5281209 w 6505435"/>
              <a:gd name="connsiteY8" fmla="*/ 2535312 h 2856506"/>
              <a:gd name="connsiteX9" fmla="*/ 4351569 w 6505435"/>
              <a:gd name="connsiteY9" fmla="*/ 2741052 h 2856506"/>
              <a:gd name="connsiteX10" fmla="*/ 3444789 w 6505435"/>
              <a:gd name="connsiteY10" fmla="*/ 2047632 h 2856506"/>
              <a:gd name="connsiteX11" fmla="*/ 2705649 w 6505435"/>
              <a:gd name="connsiteY11" fmla="*/ 2306712 h 2856506"/>
              <a:gd name="connsiteX12" fmla="*/ 2080809 w 6505435"/>
              <a:gd name="connsiteY12" fmla="*/ 1201812 h 2856506"/>
              <a:gd name="connsiteX13" fmla="*/ 1585509 w 6505435"/>
              <a:gd name="connsiteY13" fmla="*/ 1194192 h 2856506"/>
              <a:gd name="connsiteX14" fmla="*/ 1052109 w 6505435"/>
              <a:gd name="connsiteY14" fmla="*/ 950352 h 2856506"/>
              <a:gd name="connsiteX15" fmla="*/ 168189 w 6505435"/>
              <a:gd name="connsiteY15" fmla="*/ 1072272 h 2856506"/>
              <a:gd name="connsiteX16" fmla="*/ 549 w 6505435"/>
              <a:gd name="connsiteY16" fmla="*/ 912252 h 2856506"/>
              <a:gd name="connsiteX17" fmla="*/ 130089 w 6505435"/>
              <a:gd name="connsiteY17" fmla="*/ 371232 h 2856506"/>
              <a:gd name="connsiteX18" fmla="*/ 521884 w 6505435"/>
              <a:gd name="connsiteY18" fmla="*/ 264235 h 2856506"/>
              <a:gd name="connsiteX19" fmla="*/ 644281 w 6505435"/>
              <a:gd name="connsiteY19" fmla="*/ 6107 h 2856506"/>
              <a:gd name="connsiteX20" fmla="*/ 820227 w 6505435"/>
              <a:gd name="connsiteY20" fmla="*/ 80084 h 2856506"/>
              <a:gd name="connsiteX21" fmla="*/ 1008349 w 6505435"/>
              <a:gd name="connsiteY21" fmla="*/ 67385 h 2856506"/>
              <a:gd name="connsiteX0" fmla="*/ 6405051 w 6505435"/>
              <a:gd name="connsiteY0" fmla="*/ 1616130 h 3129694"/>
              <a:gd name="connsiteX1" fmla="*/ 6360868 w 6505435"/>
              <a:gd name="connsiteY1" fmla="*/ 1446107 h 3129694"/>
              <a:gd name="connsiteX2" fmla="*/ 6503477 w 6505435"/>
              <a:gd name="connsiteY2" fmla="*/ 1576443 h 3129694"/>
              <a:gd name="connsiteX3" fmla="*/ 6430451 w 6505435"/>
              <a:gd name="connsiteY3" fmla="*/ 1759797 h 3129694"/>
              <a:gd name="connsiteX4" fmla="*/ 6249478 w 6505435"/>
              <a:gd name="connsiteY4" fmla="*/ 1878859 h 3129694"/>
              <a:gd name="connsiteX5" fmla="*/ 6113218 w 6505435"/>
              <a:gd name="connsiteY5" fmla="*/ 1986968 h 3129694"/>
              <a:gd name="connsiteX6" fmla="*/ 5944149 w 6505435"/>
              <a:gd name="connsiteY6" fmla="*/ 2671340 h 3129694"/>
              <a:gd name="connsiteX7" fmla="*/ 5661257 w 6505435"/>
              <a:gd name="connsiteY7" fmla="*/ 3128540 h 3129694"/>
              <a:gd name="connsiteX8" fmla="*/ 5281209 w 6505435"/>
              <a:gd name="connsiteY8" fmla="*/ 2808500 h 3129694"/>
              <a:gd name="connsiteX9" fmla="*/ 4351569 w 6505435"/>
              <a:gd name="connsiteY9" fmla="*/ 3014240 h 3129694"/>
              <a:gd name="connsiteX10" fmla="*/ 3444789 w 6505435"/>
              <a:gd name="connsiteY10" fmla="*/ 2320820 h 3129694"/>
              <a:gd name="connsiteX11" fmla="*/ 2705649 w 6505435"/>
              <a:gd name="connsiteY11" fmla="*/ 2579900 h 3129694"/>
              <a:gd name="connsiteX12" fmla="*/ 2080809 w 6505435"/>
              <a:gd name="connsiteY12" fmla="*/ 1475000 h 3129694"/>
              <a:gd name="connsiteX13" fmla="*/ 1585509 w 6505435"/>
              <a:gd name="connsiteY13" fmla="*/ 1467380 h 3129694"/>
              <a:gd name="connsiteX14" fmla="*/ 1052109 w 6505435"/>
              <a:gd name="connsiteY14" fmla="*/ 1223540 h 3129694"/>
              <a:gd name="connsiteX15" fmla="*/ 168189 w 6505435"/>
              <a:gd name="connsiteY15" fmla="*/ 1345460 h 3129694"/>
              <a:gd name="connsiteX16" fmla="*/ 549 w 6505435"/>
              <a:gd name="connsiteY16" fmla="*/ 1185440 h 3129694"/>
              <a:gd name="connsiteX17" fmla="*/ 130089 w 6505435"/>
              <a:gd name="connsiteY17" fmla="*/ 644420 h 3129694"/>
              <a:gd name="connsiteX18" fmla="*/ 521884 w 6505435"/>
              <a:gd name="connsiteY18" fmla="*/ 537423 h 3129694"/>
              <a:gd name="connsiteX19" fmla="*/ 644281 w 6505435"/>
              <a:gd name="connsiteY19" fmla="*/ 279295 h 3129694"/>
              <a:gd name="connsiteX20" fmla="*/ 820227 w 6505435"/>
              <a:gd name="connsiteY20" fmla="*/ 353272 h 3129694"/>
              <a:gd name="connsiteX21" fmla="*/ 794036 w 6505435"/>
              <a:gd name="connsiteY21" fmla="*/ 54 h 3129694"/>
              <a:gd name="connsiteX0" fmla="*/ 6405051 w 6505435"/>
              <a:gd name="connsiteY0" fmla="*/ 1730418 h 3243982"/>
              <a:gd name="connsiteX1" fmla="*/ 6360868 w 6505435"/>
              <a:gd name="connsiteY1" fmla="*/ 1560395 h 3243982"/>
              <a:gd name="connsiteX2" fmla="*/ 6503477 w 6505435"/>
              <a:gd name="connsiteY2" fmla="*/ 1690731 h 3243982"/>
              <a:gd name="connsiteX3" fmla="*/ 6430451 w 6505435"/>
              <a:gd name="connsiteY3" fmla="*/ 1874085 h 3243982"/>
              <a:gd name="connsiteX4" fmla="*/ 6249478 w 6505435"/>
              <a:gd name="connsiteY4" fmla="*/ 1993147 h 3243982"/>
              <a:gd name="connsiteX5" fmla="*/ 6113218 w 6505435"/>
              <a:gd name="connsiteY5" fmla="*/ 2101256 h 3243982"/>
              <a:gd name="connsiteX6" fmla="*/ 5944149 w 6505435"/>
              <a:gd name="connsiteY6" fmla="*/ 2785628 h 3243982"/>
              <a:gd name="connsiteX7" fmla="*/ 5661257 w 6505435"/>
              <a:gd name="connsiteY7" fmla="*/ 3242828 h 3243982"/>
              <a:gd name="connsiteX8" fmla="*/ 5281209 w 6505435"/>
              <a:gd name="connsiteY8" fmla="*/ 2922788 h 3243982"/>
              <a:gd name="connsiteX9" fmla="*/ 4351569 w 6505435"/>
              <a:gd name="connsiteY9" fmla="*/ 3128528 h 3243982"/>
              <a:gd name="connsiteX10" fmla="*/ 3444789 w 6505435"/>
              <a:gd name="connsiteY10" fmla="*/ 2435108 h 3243982"/>
              <a:gd name="connsiteX11" fmla="*/ 2705649 w 6505435"/>
              <a:gd name="connsiteY11" fmla="*/ 2694188 h 3243982"/>
              <a:gd name="connsiteX12" fmla="*/ 2080809 w 6505435"/>
              <a:gd name="connsiteY12" fmla="*/ 1589288 h 3243982"/>
              <a:gd name="connsiteX13" fmla="*/ 1585509 w 6505435"/>
              <a:gd name="connsiteY13" fmla="*/ 1581668 h 3243982"/>
              <a:gd name="connsiteX14" fmla="*/ 1052109 w 6505435"/>
              <a:gd name="connsiteY14" fmla="*/ 1337828 h 3243982"/>
              <a:gd name="connsiteX15" fmla="*/ 168189 w 6505435"/>
              <a:gd name="connsiteY15" fmla="*/ 1459748 h 3243982"/>
              <a:gd name="connsiteX16" fmla="*/ 549 w 6505435"/>
              <a:gd name="connsiteY16" fmla="*/ 1299728 h 3243982"/>
              <a:gd name="connsiteX17" fmla="*/ 130089 w 6505435"/>
              <a:gd name="connsiteY17" fmla="*/ 758708 h 3243982"/>
              <a:gd name="connsiteX18" fmla="*/ 521884 w 6505435"/>
              <a:gd name="connsiteY18" fmla="*/ 651711 h 3243982"/>
              <a:gd name="connsiteX19" fmla="*/ 644281 w 6505435"/>
              <a:gd name="connsiteY19" fmla="*/ 393583 h 3243982"/>
              <a:gd name="connsiteX20" fmla="*/ 820227 w 6505435"/>
              <a:gd name="connsiteY20" fmla="*/ 467560 h 3243982"/>
              <a:gd name="connsiteX21" fmla="*/ 1010730 w 6505435"/>
              <a:gd name="connsiteY21" fmla="*/ 42 h 3243982"/>
              <a:gd name="connsiteX0" fmla="*/ 6405051 w 6505435"/>
              <a:gd name="connsiteY0" fmla="*/ 1730376 h 3243940"/>
              <a:gd name="connsiteX1" fmla="*/ 6360868 w 6505435"/>
              <a:gd name="connsiteY1" fmla="*/ 1560353 h 3243940"/>
              <a:gd name="connsiteX2" fmla="*/ 6503477 w 6505435"/>
              <a:gd name="connsiteY2" fmla="*/ 1690689 h 3243940"/>
              <a:gd name="connsiteX3" fmla="*/ 6430451 w 6505435"/>
              <a:gd name="connsiteY3" fmla="*/ 1874043 h 3243940"/>
              <a:gd name="connsiteX4" fmla="*/ 6249478 w 6505435"/>
              <a:gd name="connsiteY4" fmla="*/ 1993105 h 3243940"/>
              <a:gd name="connsiteX5" fmla="*/ 6113218 w 6505435"/>
              <a:gd name="connsiteY5" fmla="*/ 2101214 h 3243940"/>
              <a:gd name="connsiteX6" fmla="*/ 5944149 w 6505435"/>
              <a:gd name="connsiteY6" fmla="*/ 2785586 h 3243940"/>
              <a:gd name="connsiteX7" fmla="*/ 5661257 w 6505435"/>
              <a:gd name="connsiteY7" fmla="*/ 3242786 h 3243940"/>
              <a:gd name="connsiteX8" fmla="*/ 5281209 w 6505435"/>
              <a:gd name="connsiteY8" fmla="*/ 2922746 h 3243940"/>
              <a:gd name="connsiteX9" fmla="*/ 4351569 w 6505435"/>
              <a:gd name="connsiteY9" fmla="*/ 3128486 h 3243940"/>
              <a:gd name="connsiteX10" fmla="*/ 3444789 w 6505435"/>
              <a:gd name="connsiteY10" fmla="*/ 2435066 h 3243940"/>
              <a:gd name="connsiteX11" fmla="*/ 2705649 w 6505435"/>
              <a:gd name="connsiteY11" fmla="*/ 2694146 h 3243940"/>
              <a:gd name="connsiteX12" fmla="*/ 2080809 w 6505435"/>
              <a:gd name="connsiteY12" fmla="*/ 1589246 h 3243940"/>
              <a:gd name="connsiteX13" fmla="*/ 1585509 w 6505435"/>
              <a:gd name="connsiteY13" fmla="*/ 1581626 h 3243940"/>
              <a:gd name="connsiteX14" fmla="*/ 1052109 w 6505435"/>
              <a:gd name="connsiteY14" fmla="*/ 1337786 h 3243940"/>
              <a:gd name="connsiteX15" fmla="*/ 168189 w 6505435"/>
              <a:gd name="connsiteY15" fmla="*/ 1459706 h 3243940"/>
              <a:gd name="connsiteX16" fmla="*/ 549 w 6505435"/>
              <a:gd name="connsiteY16" fmla="*/ 1299686 h 3243940"/>
              <a:gd name="connsiteX17" fmla="*/ 130089 w 6505435"/>
              <a:gd name="connsiteY17" fmla="*/ 758666 h 3243940"/>
              <a:gd name="connsiteX18" fmla="*/ 521884 w 6505435"/>
              <a:gd name="connsiteY18" fmla="*/ 651669 h 3243940"/>
              <a:gd name="connsiteX19" fmla="*/ 644281 w 6505435"/>
              <a:gd name="connsiteY19" fmla="*/ 393541 h 3243940"/>
              <a:gd name="connsiteX20" fmla="*/ 820227 w 6505435"/>
              <a:gd name="connsiteY20" fmla="*/ 467518 h 3243940"/>
              <a:gd name="connsiteX21" fmla="*/ 925004 w 6505435"/>
              <a:gd name="connsiteY21" fmla="*/ 259555 h 3243940"/>
              <a:gd name="connsiteX22" fmla="*/ 1010730 w 6505435"/>
              <a:gd name="connsiteY22" fmla="*/ 0 h 3243940"/>
              <a:gd name="connsiteX0" fmla="*/ 6405051 w 6505435"/>
              <a:gd name="connsiteY0" fmla="*/ 1730376 h 3243940"/>
              <a:gd name="connsiteX1" fmla="*/ 6360868 w 6505435"/>
              <a:gd name="connsiteY1" fmla="*/ 1560353 h 3243940"/>
              <a:gd name="connsiteX2" fmla="*/ 6503477 w 6505435"/>
              <a:gd name="connsiteY2" fmla="*/ 1690689 h 3243940"/>
              <a:gd name="connsiteX3" fmla="*/ 6430451 w 6505435"/>
              <a:gd name="connsiteY3" fmla="*/ 1874043 h 3243940"/>
              <a:gd name="connsiteX4" fmla="*/ 6249478 w 6505435"/>
              <a:gd name="connsiteY4" fmla="*/ 1993105 h 3243940"/>
              <a:gd name="connsiteX5" fmla="*/ 6113218 w 6505435"/>
              <a:gd name="connsiteY5" fmla="*/ 2101214 h 3243940"/>
              <a:gd name="connsiteX6" fmla="*/ 5944149 w 6505435"/>
              <a:gd name="connsiteY6" fmla="*/ 2785586 h 3243940"/>
              <a:gd name="connsiteX7" fmla="*/ 5661257 w 6505435"/>
              <a:gd name="connsiteY7" fmla="*/ 3242786 h 3243940"/>
              <a:gd name="connsiteX8" fmla="*/ 5281209 w 6505435"/>
              <a:gd name="connsiteY8" fmla="*/ 2922746 h 3243940"/>
              <a:gd name="connsiteX9" fmla="*/ 4351569 w 6505435"/>
              <a:gd name="connsiteY9" fmla="*/ 3128486 h 3243940"/>
              <a:gd name="connsiteX10" fmla="*/ 3444789 w 6505435"/>
              <a:gd name="connsiteY10" fmla="*/ 2435066 h 3243940"/>
              <a:gd name="connsiteX11" fmla="*/ 2705649 w 6505435"/>
              <a:gd name="connsiteY11" fmla="*/ 2694146 h 3243940"/>
              <a:gd name="connsiteX12" fmla="*/ 2080809 w 6505435"/>
              <a:gd name="connsiteY12" fmla="*/ 1589246 h 3243940"/>
              <a:gd name="connsiteX13" fmla="*/ 1585509 w 6505435"/>
              <a:gd name="connsiteY13" fmla="*/ 1581626 h 3243940"/>
              <a:gd name="connsiteX14" fmla="*/ 1052109 w 6505435"/>
              <a:gd name="connsiteY14" fmla="*/ 1337786 h 3243940"/>
              <a:gd name="connsiteX15" fmla="*/ 168189 w 6505435"/>
              <a:gd name="connsiteY15" fmla="*/ 1459706 h 3243940"/>
              <a:gd name="connsiteX16" fmla="*/ 549 w 6505435"/>
              <a:gd name="connsiteY16" fmla="*/ 1299686 h 3243940"/>
              <a:gd name="connsiteX17" fmla="*/ 130089 w 6505435"/>
              <a:gd name="connsiteY17" fmla="*/ 758666 h 3243940"/>
              <a:gd name="connsiteX18" fmla="*/ 521884 w 6505435"/>
              <a:gd name="connsiteY18" fmla="*/ 651669 h 3243940"/>
              <a:gd name="connsiteX19" fmla="*/ 644281 w 6505435"/>
              <a:gd name="connsiteY19" fmla="*/ 393541 h 3243940"/>
              <a:gd name="connsiteX20" fmla="*/ 820227 w 6505435"/>
              <a:gd name="connsiteY20" fmla="*/ 467518 h 3243940"/>
              <a:gd name="connsiteX21" fmla="*/ 803560 w 6505435"/>
              <a:gd name="connsiteY21" fmla="*/ 197642 h 3243940"/>
              <a:gd name="connsiteX22" fmla="*/ 1010730 w 6505435"/>
              <a:gd name="connsiteY22" fmla="*/ 0 h 3243940"/>
              <a:gd name="connsiteX0" fmla="*/ 6405051 w 6505435"/>
              <a:gd name="connsiteY0" fmla="*/ 1730376 h 3243940"/>
              <a:gd name="connsiteX1" fmla="*/ 6360868 w 6505435"/>
              <a:gd name="connsiteY1" fmla="*/ 1560353 h 3243940"/>
              <a:gd name="connsiteX2" fmla="*/ 6503477 w 6505435"/>
              <a:gd name="connsiteY2" fmla="*/ 1690689 h 3243940"/>
              <a:gd name="connsiteX3" fmla="*/ 6430451 w 6505435"/>
              <a:gd name="connsiteY3" fmla="*/ 1874043 h 3243940"/>
              <a:gd name="connsiteX4" fmla="*/ 6249478 w 6505435"/>
              <a:gd name="connsiteY4" fmla="*/ 1993105 h 3243940"/>
              <a:gd name="connsiteX5" fmla="*/ 6113218 w 6505435"/>
              <a:gd name="connsiteY5" fmla="*/ 2101214 h 3243940"/>
              <a:gd name="connsiteX6" fmla="*/ 5944149 w 6505435"/>
              <a:gd name="connsiteY6" fmla="*/ 2785586 h 3243940"/>
              <a:gd name="connsiteX7" fmla="*/ 5661257 w 6505435"/>
              <a:gd name="connsiteY7" fmla="*/ 3242786 h 3243940"/>
              <a:gd name="connsiteX8" fmla="*/ 5281209 w 6505435"/>
              <a:gd name="connsiteY8" fmla="*/ 2922746 h 3243940"/>
              <a:gd name="connsiteX9" fmla="*/ 4351569 w 6505435"/>
              <a:gd name="connsiteY9" fmla="*/ 3128486 h 3243940"/>
              <a:gd name="connsiteX10" fmla="*/ 3444789 w 6505435"/>
              <a:gd name="connsiteY10" fmla="*/ 2435066 h 3243940"/>
              <a:gd name="connsiteX11" fmla="*/ 2705649 w 6505435"/>
              <a:gd name="connsiteY11" fmla="*/ 2694146 h 3243940"/>
              <a:gd name="connsiteX12" fmla="*/ 2080809 w 6505435"/>
              <a:gd name="connsiteY12" fmla="*/ 1589246 h 3243940"/>
              <a:gd name="connsiteX13" fmla="*/ 1585509 w 6505435"/>
              <a:gd name="connsiteY13" fmla="*/ 1581626 h 3243940"/>
              <a:gd name="connsiteX14" fmla="*/ 1052109 w 6505435"/>
              <a:gd name="connsiteY14" fmla="*/ 1337786 h 3243940"/>
              <a:gd name="connsiteX15" fmla="*/ 168189 w 6505435"/>
              <a:gd name="connsiteY15" fmla="*/ 1459706 h 3243940"/>
              <a:gd name="connsiteX16" fmla="*/ 549 w 6505435"/>
              <a:gd name="connsiteY16" fmla="*/ 1299686 h 3243940"/>
              <a:gd name="connsiteX17" fmla="*/ 130089 w 6505435"/>
              <a:gd name="connsiteY17" fmla="*/ 758666 h 3243940"/>
              <a:gd name="connsiteX18" fmla="*/ 521884 w 6505435"/>
              <a:gd name="connsiteY18" fmla="*/ 651669 h 3243940"/>
              <a:gd name="connsiteX19" fmla="*/ 644281 w 6505435"/>
              <a:gd name="connsiteY19" fmla="*/ 393541 h 3243940"/>
              <a:gd name="connsiteX20" fmla="*/ 798795 w 6505435"/>
              <a:gd name="connsiteY20" fmla="*/ 474662 h 3243940"/>
              <a:gd name="connsiteX21" fmla="*/ 803560 w 6505435"/>
              <a:gd name="connsiteY21" fmla="*/ 197642 h 3243940"/>
              <a:gd name="connsiteX22" fmla="*/ 1010730 w 6505435"/>
              <a:gd name="connsiteY22" fmla="*/ 0 h 3243940"/>
              <a:gd name="connsiteX0" fmla="*/ 6405051 w 6505435"/>
              <a:gd name="connsiteY0" fmla="*/ 1725613 h 3239177"/>
              <a:gd name="connsiteX1" fmla="*/ 6360868 w 6505435"/>
              <a:gd name="connsiteY1" fmla="*/ 1555590 h 3239177"/>
              <a:gd name="connsiteX2" fmla="*/ 6503477 w 6505435"/>
              <a:gd name="connsiteY2" fmla="*/ 1685926 h 3239177"/>
              <a:gd name="connsiteX3" fmla="*/ 6430451 w 6505435"/>
              <a:gd name="connsiteY3" fmla="*/ 1869280 h 3239177"/>
              <a:gd name="connsiteX4" fmla="*/ 6249478 w 6505435"/>
              <a:gd name="connsiteY4" fmla="*/ 1988342 h 3239177"/>
              <a:gd name="connsiteX5" fmla="*/ 6113218 w 6505435"/>
              <a:gd name="connsiteY5" fmla="*/ 2096451 h 3239177"/>
              <a:gd name="connsiteX6" fmla="*/ 5944149 w 6505435"/>
              <a:gd name="connsiteY6" fmla="*/ 2780823 h 3239177"/>
              <a:gd name="connsiteX7" fmla="*/ 5661257 w 6505435"/>
              <a:gd name="connsiteY7" fmla="*/ 3238023 h 3239177"/>
              <a:gd name="connsiteX8" fmla="*/ 5281209 w 6505435"/>
              <a:gd name="connsiteY8" fmla="*/ 2917983 h 3239177"/>
              <a:gd name="connsiteX9" fmla="*/ 4351569 w 6505435"/>
              <a:gd name="connsiteY9" fmla="*/ 3123723 h 3239177"/>
              <a:gd name="connsiteX10" fmla="*/ 3444789 w 6505435"/>
              <a:gd name="connsiteY10" fmla="*/ 2430303 h 3239177"/>
              <a:gd name="connsiteX11" fmla="*/ 2705649 w 6505435"/>
              <a:gd name="connsiteY11" fmla="*/ 2689383 h 3239177"/>
              <a:gd name="connsiteX12" fmla="*/ 2080809 w 6505435"/>
              <a:gd name="connsiteY12" fmla="*/ 1584483 h 3239177"/>
              <a:gd name="connsiteX13" fmla="*/ 1585509 w 6505435"/>
              <a:gd name="connsiteY13" fmla="*/ 1576863 h 3239177"/>
              <a:gd name="connsiteX14" fmla="*/ 1052109 w 6505435"/>
              <a:gd name="connsiteY14" fmla="*/ 1333023 h 3239177"/>
              <a:gd name="connsiteX15" fmla="*/ 168189 w 6505435"/>
              <a:gd name="connsiteY15" fmla="*/ 1454943 h 3239177"/>
              <a:gd name="connsiteX16" fmla="*/ 549 w 6505435"/>
              <a:gd name="connsiteY16" fmla="*/ 1294923 h 3239177"/>
              <a:gd name="connsiteX17" fmla="*/ 130089 w 6505435"/>
              <a:gd name="connsiteY17" fmla="*/ 753903 h 3239177"/>
              <a:gd name="connsiteX18" fmla="*/ 521884 w 6505435"/>
              <a:gd name="connsiteY18" fmla="*/ 646906 h 3239177"/>
              <a:gd name="connsiteX19" fmla="*/ 644281 w 6505435"/>
              <a:gd name="connsiteY19" fmla="*/ 388778 h 3239177"/>
              <a:gd name="connsiteX20" fmla="*/ 798795 w 6505435"/>
              <a:gd name="connsiteY20" fmla="*/ 469899 h 3239177"/>
              <a:gd name="connsiteX21" fmla="*/ 803560 w 6505435"/>
              <a:gd name="connsiteY21" fmla="*/ 192879 h 3239177"/>
              <a:gd name="connsiteX22" fmla="*/ 1025018 w 6505435"/>
              <a:gd name="connsiteY22" fmla="*/ 0 h 323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6505435" h="3239177">
                <a:moveTo>
                  <a:pt x="6405051" y="1725613"/>
                </a:moveTo>
                <a:cubicBezTo>
                  <a:pt x="6402353" y="1709157"/>
                  <a:pt x="6344464" y="1562204"/>
                  <a:pt x="6360868" y="1555590"/>
                </a:cubicBezTo>
                <a:cubicBezTo>
                  <a:pt x="6377272" y="1548976"/>
                  <a:pt x="6491880" y="1633644"/>
                  <a:pt x="6503477" y="1685926"/>
                </a:cubicBezTo>
                <a:cubicBezTo>
                  <a:pt x="6515074" y="1738208"/>
                  <a:pt x="6473181" y="1823243"/>
                  <a:pt x="6430451" y="1869280"/>
                </a:cubicBezTo>
                <a:cubicBezTo>
                  <a:pt x="6387721" y="1915317"/>
                  <a:pt x="6298778" y="1953258"/>
                  <a:pt x="6249478" y="1988342"/>
                </a:cubicBezTo>
                <a:cubicBezTo>
                  <a:pt x="6200178" y="2023426"/>
                  <a:pt x="6183156" y="2033428"/>
                  <a:pt x="6113218" y="2096451"/>
                </a:cubicBezTo>
                <a:cubicBezTo>
                  <a:pt x="6043280" y="2159474"/>
                  <a:pt x="6019476" y="2590561"/>
                  <a:pt x="5944149" y="2780823"/>
                </a:cubicBezTo>
                <a:cubicBezTo>
                  <a:pt x="5868822" y="2971085"/>
                  <a:pt x="5771747" y="3215163"/>
                  <a:pt x="5661257" y="3238023"/>
                </a:cubicBezTo>
                <a:cubicBezTo>
                  <a:pt x="5550767" y="3260883"/>
                  <a:pt x="5499490" y="2937033"/>
                  <a:pt x="5281209" y="2917983"/>
                </a:cubicBezTo>
                <a:cubicBezTo>
                  <a:pt x="5062928" y="2898933"/>
                  <a:pt x="4657639" y="3205003"/>
                  <a:pt x="4351569" y="3123723"/>
                </a:cubicBezTo>
                <a:cubicBezTo>
                  <a:pt x="4045499" y="3042443"/>
                  <a:pt x="3719109" y="2502693"/>
                  <a:pt x="3444789" y="2430303"/>
                </a:cubicBezTo>
                <a:cubicBezTo>
                  <a:pt x="3170469" y="2357913"/>
                  <a:pt x="2932979" y="2830353"/>
                  <a:pt x="2705649" y="2689383"/>
                </a:cubicBezTo>
                <a:cubicBezTo>
                  <a:pt x="2478319" y="2548413"/>
                  <a:pt x="2267499" y="1769903"/>
                  <a:pt x="2080809" y="1584483"/>
                </a:cubicBezTo>
                <a:cubicBezTo>
                  <a:pt x="1894119" y="1399063"/>
                  <a:pt x="1756959" y="1618773"/>
                  <a:pt x="1585509" y="1576863"/>
                </a:cubicBezTo>
                <a:cubicBezTo>
                  <a:pt x="1414059" y="1534953"/>
                  <a:pt x="1288329" y="1353343"/>
                  <a:pt x="1052109" y="1333023"/>
                </a:cubicBezTo>
                <a:cubicBezTo>
                  <a:pt x="815889" y="1312703"/>
                  <a:pt x="343449" y="1461293"/>
                  <a:pt x="168189" y="1454943"/>
                </a:cubicBezTo>
                <a:cubicBezTo>
                  <a:pt x="-7071" y="1448593"/>
                  <a:pt x="6899" y="1411763"/>
                  <a:pt x="549" y="1294923"/>
                </a:cubicBezTo>
                <a:cubicBezTo>
                  <a:pt x="-5801" y="1178083"/>
                  <a:pt x="43200" y="861906"/>
                  <a:pt x="130089" y="753903"/>
                </a:cubicBezTo>
                <a:cubicBezTo>
                  <a:pt x="216978" y="645900"/>
                  <a:pt x="436185" y="707760"/>
                  <a:pt x="521884" y="646906"/>
                </a:cubicBezTo>
                <a:cubicBezTo>
                  <a:pt x="607583" y="586052"/>
                  <a:pt x="598129" y="418279"/>
                  <a:pt x="644281" y="388778"/>
                </a:cubicBezTo>
                <a:cubicBezTo>
                  <a:pt x="690433" y="359277"/>
                  <a:pt x="772249" y="502549"/>
                  <a:pt x="798795" y="469899"/>
                </a:cubicBezTo>
                <a:cubicBezTo>
                  <a:pt x="825342" y="437249"/>
                  <a:pt x="771810" y="270799"/>
                  <a:pt x="803560" y="192879"/>
                </a:cubicBezTo>
                <a:cubicBezTo>
                  <a:pt x="835310" y="114959"/>
                  <a:pt x="1010730" y="43259"/>
                  <a:pt x="1025018" y="0"/>
                </a:cubicBezTo>
              </a:path>
            </a:pathLst>
          </a:custGeom>
          <a:noFill/>
          <a:ln w="57150"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4" name="자유형: 도형 163">
            <a:extLst>
              <a:ext uri="{FF2B5EF4-FFF2-40B4-BE49-F238E27FC236}">
                <a16:creationId xmlns:a16="http://schemas.microsoft.com/office/drawing/2014/main" id="{0CD5A409-C246-4083-B70B-2BC89B62B8A2}"/>
              </a:ext>
            </a:extLst>
          </p:cNvPr>
          <p:cNvSpPr/>
          <p:nvPr/>
        </p:nvSpPr>
        <p:spPr>
          <a:xfrm>
            <a:off x="689955" y="1405606"/>
            <a:ext cx="6871277" cy="3250345"/>
          </a:xfrm>
          <a:custGeom>
            <a:avLst/>
            <a:gdLst>
              <a:gd name="connsiteX0" fmla="*/ 1025657 w 6739134"/>
              <a:gd name="connsiteY0" fmla="*/ 0 h 2939696"/>
              <a:gd name="connsiteX1" fmla="*/ 957077 w 6739134"/>
              <a:gd name="connsiteY1" fmla="*/ 45720 h 2939696"/>
              <a:gd name="connsiteX2" fmla="*/ 751337 w 6739134"/>
              <a:gd name="connsiteY2" fmla="*/ 15240 h 2939696"/>
              <a:gd name="connsiteX3" fmla="*/ 697997 w 6739134"/>
              <a:gd name="connsiteY3" fmla="*/ 220980 h 2939696"/>
              <a:gd name="connsiteX4" fmla="*/ 141737 w 6739134"/>
              <a:gd name="connsiteY4" fmla="*/ 342900 h 2939696"/>
              <a:gd name="connsiteX5" fmla="*/ 12197 w 6739134"/>
              <a:gd name="connsiteY5" fmla="*/ 1181100 h 2939696"/>
              <a:gd name="connsiteX6" fmla="*/ 370337 w 6739134"/>
              <a:gd name="connsiteY6" fmla="*/ 1158240 h 2939696"/>
              <a:gd name="connsiteX7" fmla="*/ 1147577 w 6739134"/>
              <a:gd name="connsiteY7" fmla="*/ 1021080 h 2939696"/>
              <a:gd name="connsiteX8" fmla="*/ 1513337 w 6739134"/>
              <a:gd name="connsiteY8" fmla="*/ 1280160 h 2939696"/>
              <a:gd name="connsiteX9" fmla="*/ 2115317 w 6739134"/>
              <a:gd name="connsiteY9" fmla="*/ 1295400 h 2939696"/>
              <a:gd name="connsiteX10" fmla="*/ 2625857 w 6739134"/>
              <a:gd name="connsiteY10" fmla="*/ 2392680 h 2939696"/>
              <a:gd name="connsiteX11" fmla="*/ 3441197 w 6739134"/>
              <a:gd name="connsiteY11" fmla="*/ 2171700 h 2939696"/>
              <a:gd name="connsiteX12" fmla="*/ 4591817 w 6739134"/>
              <a:gd name="connsiteY12" fmla="*/ 2712720 h 2939696"/>
              <a:gd name="connsiteX13" fmla="*/ 5407157 w 6739134"/>
              <a:gd name="connsiteY13" fmla="*/ 2651760 h 2939696"/>
              <a:gd name="connsiteX14" fmla="*/ 5582417 w 6739134"/>
              <a:gd name="connsiteY14" fmla="*/ 2811780 h 2939696"/>
              <a:gd name="connsiteX15" fmla="*/ 5780537 w 6739134"/>
              <a:gd name="connsiteY15" fmla="*/ 2910840 h 2939696"/>
              <a:gd name="connsiteX16" fmla="*/ 6344417 w 6739134"/>
              <a:gd name="connsiteY16" fmla="*/ 2270760 h 2939696"/>
              <a:gd name="connsiteX17" fmla="*/ 6710177 w 6739134"/>
              <a:gd name="connsiteY17" fmla="*/ 1607820 h 2939696"/>
              <a:gd name="connsiteX18" fmla="*/ 6687317 w 6739134"/>
              <a:gd name="connsiteY18" fmla="*/ 1318260 h 2939696"/>
              <a:gd name="connsiteX19" fmla="*/ 6458717 w 6739134"/>
              <a:gd name="connsiteY19" fmla="*/ 1226820 h 2939696"/>
              <a:gd name="connsiteX20" fmla="*/ 6397757 w 6739134"/>
              <a:gd name="connsiteY20" fmla="*/ 769620 h 2939696"/>
              <a:gd name="connsiteX0" fmla="*/ 1025657 w 6739134"/>
              <a:gd name="connsiteY0" fmla="*/ 0 h 2939696"/>
              <a:gd name="connsiteX1" fmla="*/ 957077 w 6739134"/>
              <a:gd name="connsiteY1" fmla="*/ 45720 h 2939696"/>
              <a:gd name="connsiteX2" fmla="*/ 751337 w 6739134"/>
              <a:gd name="connsiteY2" fmla="*/ 15240 h 2939696"/>
              <a:gd name="connsiteX3" fmla="*/ 697997 w 6739134"/>
              <a:gd name="connsiteY3" fmla="*/ 220980 h 2939696"/>
              <a:gd name="connsiteX4" fmla="*/ 141737 w 6739134"/>
              <a:gd name="connsiteY4" fmla="*/ 342900 h 2939696"/>
              <a:gd name="connsiteX5" fmla="*/ 12197 w 6739134"/>
              <a:gd name="connsiteY5" fmla="*/ 1181100 h 2939696"/>
              <a:gd name="connsiteX6" fmla="*/ 370337 w 6739134"/>
              <a:gd name="connsiteY6" fmla="*/ 1158240 h 2939696"/>
              <a:gd name="connsiteX7" fmla="*/ 1147577 w 6739134"/>
              <a:gd name="connsiteY7" fmla="*/ 1021080 h 2939696"/>
              <a:gd name="connsiteX8" fmla="*/ 1513337 w 6739134"/>
              <a:gd name="connsiteY8" fmla="*/ 1280160 h 2939696"/>
              <a:gd name="connsiteX9" fmla="*/ 2115317 w 6739134"/>
              <a:gd name="connsiteY9" fmla="*/ 1295400 h 2939696"/>
              <a:gd name="connsiteX10" fmla="*/ 2816357 w 6739134"/>
              <a:gd name="connsiteY10" fmla="*/ 2306955 h 2939696"/>
              <a:gd name="connsiteX11" fmla="*/ 3441197 w 6739134"/>
              <a:gd name="connsiteY11" fmla="*/ 2171700 h 2939696"/>
              <a:gd name="connsiteX12" fmla="*/ 4591817 w 6739134"/>
              <a:gd name="connsiteY12" fmla="*/ 2712720 h 2939696"/>
              <a:gd name="connsiteX13" fmla="*/ 5407157 w 6739134"/>
              <a:gd name="connsiteY13" fmla="*/ 2651760 h 2939696"/>
              <a:gd name="connsiteX14" fmla="*/ 5582417 w 6739134"/>
              <a:gd name="connsiteY14" fmla="*/ 2811780 h 2939696"/>
              <a:gd name="connsiteX15" fmla="*/ 5780537 w 6739134"/>
              <a:gd name="connsiteY15" fmla="*/ 2910840 h 2939696"/>
              <a:gd name="connsiteX16" fmla="*/ 6344417 w 6739134"/>
              <a:gd name="connsiteY16" fmla="*/ 2270760 h 2939696"/>
              <a:gd name="connsiteX17" fmla="*/ 6710177 w 6739134"/>
              <a:gd name="connsiteY17" fmla="*/ 1607820 h 2939696"/>
              <a:gd name="connsiteX18" fmla="*/ 6687317 w 6739134"/>
              <a:gd name="connsiteY18" fmla="*/ 1318260 h 2939696"/>
              <a:gd name="connsiteX19" fmla="*/ 6458717 w 6739134"/>
              <a:gd name="connsiteY19" fmla="*/ 1226820 h 2939696"/>
              <a:gd name="connsiteX20" fmla="*/ 6397757 w 6739134"/>
              <a:gd name="connsiteY20" fmla="*/ 769620 h 2939696"/>
              <a:gd name="connsiteX0" fmla="*/ 1008849 w 6722326"/>
              <a:gd name="connsiteY0" fmla="*/ 0 h 2939696"/>
              <a:gd name="connsiteX1" fmla="*/ 940269 w 6722326"/>
              <a:gd name="connsiteY1" fmla="*/ 45720 h 2939696"/>
              <a:gd name="connsiteX2" fmla="*/ 734529 w 6722326"/>
              <a:gd name="connsiteY2" fmla="*/ 15240 h 2939696"/>
              <a:gd name="connsiteX3" fmla="*/ 681189 w 6722326"/>
              <a:gd name="connsiteY3" fmla="*/ 220980 h 2939696"/>
              <a:gd name="connsiteX4" fmla="*/ 124929 w 6722326"/>
              <a:gd name="connsiteY4" fmla="*/ 342900 h 2939696"/>
              <a:gd name="connsiteX5" fmla="*/ 14439 w 6722326"/>
              <a:gd name="connsiteY5" fmla="*/ 1171575 h 2939696"/>
              <a:gd name="connsiteX6" fmla="*/ 353529 w 6722326"/>
              <a:gd name="connsiteY6" fmla="*/ 1158240 h 2939696"/>
              <a:gd name="connsiteX7" fmla="*/ 1130769 w 6722326"/>
              <a:gd name="connsiteY7" fmla="*/ 1021080 h 2939696"/>
              <a:gd name="connsiteX8" fmla="*/ 1496529 w 6722326"/>
              <a:gd name="connsiteY8" fmla="*/ 1280160 h 2939696"/>
              <a:gd name="connsiteX9" fmla="*/ 2098509 w 6722326"/>
              <a:gd name="connsiteY9" fmla="*/ 1295400 h 2939696"/>
              <a:gd name="connsiteX10" fmla="*/ 2799549 w 6722326"/>
              <a:gd name="connsiteY10" fmla="*/ 2306955 h 2939696"/>
              <a:gd name="connsiteX11" fmla="*/ 3424389 w 6722326"/>
              <a:gd name="connsiteY11" fmla="*/ 2171700 h 2939696"/>
              <a:gd name="connsiteX12" fmla="*/ 4575009 w 6722326"/>
              <a:gd name="connsiteY12" fmla="*/ 2712720 h 2939696"/>
              <a:gd name="connsiteX13" fmla="*/ 5390349 w 6722326"/>
              <a:gd name="connsiteY13" fmla="*/ 2651760 h 2939696"/>
              <a:gd name="connsiteX14" fmla="*/ 5565609 w 6722326"/>
              <a:gd name="connsiteY14" fmla="*/ 2811780 h 2939696"/>
              <a:gd name="connsiteX15" fmla="*/ 5763729 w 6722326"/>
              <a:gd name="connsiteY15" fmla="*/ 2910840 h 2939696"/>
              <a:gd name="connsiteX16" fmla="*/ 6327609 w 6722326"/>
              <a:gd name="connsiteY16" fmla="*/ 2270760 h 2939696"/>
              <a:gd name="connsiteX17" fmla="*/ 6693369 w 6722326"/>
              <a:gd name="connsiteY17" fmla="*/ 1607820 h 2939696"/>
              <a:gd name="connsiteX18" fmla="*/ 6670509 w 6722326"/>
              <a:gd name="connsiteY18" fmla="*/ 1318260 h 2939696"/>
              <a:gd name="connsiteX19" fmla="*/ 6441909 w 6722326"/>
              <a:gd name="connsiteY19" fmla="*/ 1226820 h 2939696"/>
              <a:gd name="connsiteX20" fmla="*/ 6380949 w 6722326"/>
              <a:gd name="connsiteY20" fmla="*/ 769620 h 2939696"/>
              <a:gd name="connsiteX0" fmla="*/ 1008849 w 6722326"/>
              <a:gd name="connsiteY0" fmla="*/ 0 h 2936127"/>
              <a:gd name="connsiteX1" fmla="*/ 940269 w 6722326"/>
              <a:gd name="connsiteY1" fmla="*/ 45720 h 2936127"/>
              <a:gd name="connsiteX2" fmla="*/ 734529 w 6722326"/>
              <a:gd name="connsiteY2" fmla="*/ 15240 h 2936127"/>
              <a:gd name="connsiteX3" fmla="*/ 681189 w 6722326"/>
              <a:gd name="connsiteY3" fmla="*/ 220980 h 2936127"/>
              <a:gd name="connsiteX4" fmla="*/ 124929 w 6722326"/>
              <a:gd name="connsiteY4" fmla="*/ 342900 h 2936127"/>
              <a:gd name="connsiteX5" fmla="*/ 14439 w 6722326"/>
              <a:gd name="connsiteY5" fmla="*/ 1171575 h 2936127"/>
              <a:gd name="connsiteX6" fmla="*/ 353529 w 6722326"/>
              <a:gd name="connsiteY6" fmla="*/ 1158240 h 2936127"/>
              <a:gd name="connsiteX7" fmla="*/ 1130769 w 6722326"/>
              <a:gd name="connsiteY7" fmla="*/ 1021080 h 2936127"/>
              <a:gd name="connsiteX8" fmla="*/ 1496529 w 6722326"/>
              <a:gd name="connsiteY8" fmla="*/ 1280160 h 2936127"/>
              <a:gd name="connsiteX9" fmla="*/ 2098509 w 6722326"/>
              <a:gd name="connsiteY9" fmla="*/ 1295400 h 2936127"/>
              <a:gd name="connsiteX10" fmla="*/ 2799549 w 6722326"/>
              <a:gd name="connsiteY10" fmla="*/ 2306955 h 2936127"/>
              <a:gd name="connsiteX11" fmla="*/ 3424389 w 6722326"/>
              <a:gd name="connsiteY11" fmla="*/ 2171700 h 2936127"/>
              <a:gd name="connsiteX12" fmla="*/ 4575009 w 6722326"/>
              <a:gd name="connsiteY12" fmla="*/ 2712720 h 2936127"/>
              <a:gd name="connsiteX13" fmla="*/ 5390349 w 6722326"/>
              <a:gd name="connsiteY13" fmla="*/ 2651760 h 2936127"/>
              <a:gd name="connsiteX14" fmla="*/ 5575134 w 6722326"/>
              <a:gd name="connsiteY14" fmla="*/ 2792730 h 2936127"/>
              <a:gd name="connsiteX15" fmla="*/ 5763729 w 6722326"/>
              <a:gd name="connsiteY15" fmla="*/ 2910840 h 2936127"/>
              <a:gd name="connsiteX16" fmla="*/ 6327609 w 6722326"/>
              <a:gd name="connsiteY16" fmla="*/ 2270760 h 2936127"/>
              <a:gd name="connsiteX17" fmla="*/ 6693369 w 6722326"/>
              <a:gd name="connsiteY17" fmla="*/ 1607820 h 2936127"/>
              <a:gd name="connsiteX18" fmla="*/ 6670509 w 6722326"/>
              <a:gd name="connsiteY18" fmla="*/ 1318260 h 2936127"/>
              <a:gd name="connsiteX19" fmla="*/ 6441909 w 6722326"/>
              <a:gd name="connsiteY19" fmla="*/ 1226820 h 2936127"/>
              <a:gd name="connsiteX20" fmla="*/ 6380949 w 6722326"/>
              <a:gd name="connsiteY20" fmla="*/ 769620 h 2936127"/>
              <a:gd name="connsiteX0" fmla="*/ 1008849 w 6722326"/>
              <a:gd name="connsiteY0" fmla="*/ 0 h 2936127"/>
              <a:gd name="connsiteX1" fmla="*/ 940269 w 6722326"/>
              <a:gd name="connsiteY1" fmla="*/ 45720 h 2936127"/>
              <a:gd name="connsiteX2" fmla="*/ 734529 w 6722326"/>
              <a:gd name="connsiteY2" fmla="*/ 15240 h 2936127"/>
              <a:gd name="connsiteX3" fmla="*/ 681189 w 6722326"/>
              <a:gd name="connsiteY3" fmla="*/ 220980 h 2936127"/>
              <a:gd name="connsiteX4" fmla="*/ 124929 w 6722326"/>
              <a:gd name="connsiteY4" fmla="*/ 342900 h 2936127"/>
              <a:gd name="connsiteX5" fmla="*/ 14439 w 6722326"/>
              <a:gd name="connsiteY5" fmla="*/ 1171575 h 2936127"/>
              <a:gd name="connsiteX6" fmla="*/ 353529 w 6722326"/>
              <a:gd name="connsiteY6" fmla="*/ 1158240 h 2936127"/>
              <a:gd name="connsiteX7" fmla="*/ 1130769 w 6722326"/>
              <a:gd name="connsiteY7" fmla="*/ 1021080 h 2936127"/>
              <a:gd name="connsiteX8" fmla="*/ 1496529 w 6722326"/>
              <a:gd name="connsiteY8" fmla="*/ 1280160 h 2936127"/>
              <a:gd name="connsiteX9" fmla="*/ 2098509 w 6722326"/>
              <a:gd name="connsiteY9" fmla="*/ 1295400 h 2936127"/>
              <a:gd name="connsiteX10" fmla="*/ 2799549 w 6722326"/>
              <a:gd name="connsiteY10" fmla="*/ 2306955 h 2936127"/>
              <a:gd name="connsiteX11" fmla="*/ 3424389 w 6722326"/>
              <a:gd name="connsiteY11" fmla="*/ 2171700 h 2936127"/>
              <a:gd name="connsiteX12" fmla="*/ 4575009 w 6722326"/>
              <a:gd name="connsiteY12" fmla="*/ 2712720 h 2936127"/>
              <a:gd name="connsiteX13" fmla="*/ 5390349 w 6722326"/>
              <a:gd name="connsiteY13" fmla="*/ 2651760 h 2936127"/>
              <a:gd name="connsiteX14" fmla="*/ 5575134 w 6722326"/>
              <a:gd name="connsiteY14" fmla="*/ 2792730 h 2936127"/>
              <a:gd name="connsiteX15" fmla="*/ 5763729 w 6722326"/>
              <a:gd name="connsiteY15" fmla="*/ 2910840 h 2936127"/>
              <a:gd name="connsiteX16" fmla="*/ 6327609 w 6722326"/>
              <a:gd name="connsiteY16" fmla="*/ 2270760 h 2936127"/>
              <a:gd name="connsiteX17" fmla="*/ 6693369 w 6722326"/>
              <a:gd name="connsiteY17" fmla="*/ 1607820 h 2936127"/>
              <a:gd name="connsiteX18" fmla="*/ 6670509 w 6722326"/>
              <a:gd name="connsiteY18" fmla="*/ 1318260 h 2936127"/>
              <a:gd name="connsiteX19" fmla="*/ 6441909 w 6722326"/>
              <a:gd name="connsiteY19" fmla="*/ 1226820 h 2936127"/>
              <a:gd name="connsiteX20" fmla="*/ 6380949 w 6722326"/>
              <a:gd name="connsiteY20" fmla="*/ 769620 h 2936127"/>
              <a:gd name="connsiteX0" fmla="*/ 1008849 w 6722326"/>
              <a:gd name="connsiteY0" fmla="*/ 0 h 2885690"/>
              <a:gd name="connsiteX1" fmla="*/ 940269 w 6722326"/>
              <a:gd name="connsiteY1" fmla="*/ 45720 h 2885690"/>
              <a:gd name="connsiteX2" fmla="*/ 734529 w 6722326"/>
              <a:gd name="connsiteY2" fmla="*/ 15240 h 2885690"/>
              <a:gd name="connsiteX3" fmla="*/ 681189 w 6722326"/>
              <a:gd name="connsiteY3" fmla="*/ 220980 h 2885690"/>
              <a:gd name="connsiteX4" fmla="*/ 124929 w 6722326"/>
              <a:gd name="connsiteY4" fmla="*/ 342900 h 2885690"/>
              <a:gd name="connsiteX5" fmla="*/ 14439 w 6722326"/>
              <a:gd name="connsiteY5" fmla="*/ 1171575 h 2885690"/>
              <a:gd name="connsiteX6" fmla="*/ 353529 w 6722326"/>
              <a:gd name="connsiteY6" fmla="*/ 1158240 h 2885690"/>
              <a:gd name="connsiteX7" fmla="*/ 1130769 w 6722326"/>
              <a:gd name="connsiteY7" fmla="*/ 1021080 h 2885690"/>
              <a:gd name="connsiteX8" fmla="*/ 1496529 w 6722326"/>
              <a:gd name="connsiteY8" fmla="*/ 1280160 h 2885690"/>
              <a:gd name="connsiteX9" fmla="*/ 2098509 w 6722326"/>
              <a:gd name="connsiteY9" fmla="*/ 1295400 h 2885690"/>
              <a:gd name="connsiteX10" fmla="*/ 2799549 w 6722326"/>
              <a:gd name="connsiteY10" fmla="*/ 2306955 h 2885690"/>
              <a:gd name="connsiteX11" fmla="*/ 3424389 w 6722326"/>
              <a:gd name="connsiteY11" fmla="*/ 2171700 h 2885690"/>
              <a:gd name="connsiteX12" fmla="*/ 4575009 w 6722326"/>
              <a:gd name="connsiteY12" fmla="*/ 2712720 h 2885690"/>
              <a:gd name="connsiteX13" fmla="*/ 5390349 w 6722326"/>
              <a:gd name="connsiteY13" fmla="*/ 2651760 h 2885690"/>
              <a:gd name="connsiteX14" fmla="*/ 5575134 w 6722326"/>
              <a:gd name="connsiteY14" fmla="*/ 2792730 h 2885690"/>
              <a:gd name="connsiteX15" fmla="*/ 5763729 w 6722326"/>
              <a:gd name="connsiteY15" fmla="*/ 2853690 h 2885690"/>
              <a:gd name="connsiteX16" fmla="*/ 6327609 w 6722326"/>
              <a:gd name="connsiteY16" fmla="*/ 2270760 h 2885690"/>
              <a:gd name="connsiteX17" fmla="*/ 6693369 w 6722326"/>
              <a:gd name="connsiteY17" fmla="*/ 1607820 h 2885690"/>
              <a:gd name="connsiteX18" fmla="*/ 6670509 w 6722326"/>
              <a:gd name="connsiteY18" fmla="*/ 1318260 h 2885690"/>
              <a:gd name="connsiteX19" fmla="*/ 6441909 w 6722326"/>
              <a:gd name="connsiteY19" fmla="*/ 1226820 h 2885690"/>
              <a:gd name="connsiteX20" fmla="*/ 6380949 w 6722326"/>
              <a:gd name="connsiteY20" fmla="*/ 769620 h 2885690"/>
              <a:gd name="connsiteX0" fmla="*/ 1008849 w 6672519"/>
              <a:gd name="connsiteY0" fmla="*/ 0 h 2885690"/>
              <a:gd name="connsiteX1" fmla="*/ 940269 w 6672519"/>
              <a:gd name="connsiteY1" fmla="*/ 45720 h 2885690"/>
              <a:gd name="connsiteX2" fmla="*/ 734529 w 6672519"/>
              <a:gd name="connsiteY2" fmla="*/ 15240 h 2885690"/>
              <a:gd name="connsiteX3" fmla="*/ 681189 w 6672519"/>
              <a:gd name="connsiteY3" fmla="*/ 220980 h 2885690"/>
              <a:gd name="connsiteX4" fmla="*/ 124929 w 6672519"/>
              <a:gd name="connsiteY4" fmla="*/ 342900 h 2885690"/>
              <a:gd name="connsiteX5" fmla="*/ 14439 w 6672519"/>
              <a:gd name="connsiteY5" fmla="*/ 1171575 h 2885690"/>
              <a:gd name="connsiteX6" fmla="*/ 353529 w 6672519"/>
              <a:gd name="connsiteY6" fmla="*/ 1158240 h 2885690"/>
              <a:gd name="connsiteX7" fmla="*/ 1130769 w 6672519"/>
              <a:gd name="connsiteY7" fmla="*/ 1021080 h 2885690"/>
              <a:gd name="connsiteX8" fmla="*/ 1496529 w 6672519"/>
              <a:gd name="connsiteY8" fmla="*/ 1280160 h 2885690"/>
              <a:gd name="connsiteX9" fmla="*/ 2098509 w 6672519"/>
              <a:gd name="connsiteY9" fmla="*/ 1295400 h 2885690"/>
              <a:gd name="connsiteX10" fmla="*/ 2799549 w 6672519"/>
              <a:gd name="connsiteY10" fmla="*/ 2306955 h 2885690"/>
              <a:gd name="connsiteX11" fmla="*/ 3424389 w 6672519"/>
              <a:gd name="connsiteY11" fmla="*/ 2171700 h 2885690"/>
              <a:gd name="connsiteX12" fmla="*/ 4575009 w 6672519"/>
              <a:gd name="connsiteY12" fmla="*/ 2712720 h 2885690"/>
              <a:gd name="connsiteX13" fmla="*/ 5390349 w 6672519"/>
              <a:gd name="connsiteY13" fmla="*/ 2651760 h 2885690"/>
              <a:gd name="connsiteX14" fmla="*/ 5575134 w 6672519"/>
              <a:gd name="connsiteY14" fmla="*/ 2792730 h 2885690"/>
              <a:gd name="connsiteX15" fmla="*/ 5763729 w 6672519"/>
              <a:gd name="connsiteY15" fmla="*/ 2853690 h 2885690"/>
              <a:gd name="connsiteX16" fmla="*/ 6327609 w 6672519"/>
              <a:gd name="connsiteY16" fmla="*/ 2270760 h 2885690"/>
              <a:gd name="connsiteX17" fmla="*/ 6540969 w 6672519"/>
              <a:gd name="connsiteY17" fmla="*/ 1550670 h 2885690"/>
              <a:gd name="connsiteX18" fmla="*/ 6670509 w 6672519"/>
              <a:gd name="connsiteY18" fmla="*/ 1318260 h 2885690"/>
              <a:gd name="connsiteX19" fmla="*/ 6441909 w 6672519"/>
              <a:gd name="connsiteY19" fmla="*/ 1226820 h 2885690"/>
              <a:gd name="connsiteX20" fmla="*/ 6380949 w 6672519"/>
              <a:gd name="connsiteY20" fmla="*/ 769620 h 2885690"/>
              <a:gd name="connsiteX0" fmla="*/ 1008849 w 6673185"/>
              <a:gd name="connsiteY0" fmla="*/ 0 h 2893916"/>
              <a:gd name="connsiteX1" fmla="*/ 940269 w 6673185"/>
              <a:gd name="connsiteY1" fmla="*/ 45720 h 2893916"/>
              <a:gd name="connsiteX2" fmla="*/ 734529 w 6673185"/>
              <a:gd name="connsiteY2" fmla="*/ 15240 h 2893916"/>
              <a:gd name="connsiteX3" fmla="*/ 681189 w 6673185"/>
              <a:gd name="connsiteY3" fmla="*/ 220980 h 2893916"/>
              <a:gd name="connsiteX4" fmla="*/ 124929 w 6673185"/>
              <a:gd name="connsiteY4" fmla="*/ 342900 h 2893916"/>
              <a:gd name="connsiteX5" fmla="*/ 14439 w 6673185"/>
              <a:gd name="connsiteY5" fmla="*/ 1171575 h 2893916"/>
              <a:gd name="connsiteX6" fmla="*/ 353529 w 6673185"/>
              <a:gd name="connsiteY6" fmla="*/ 1158240 h 2893916"/>
              <a:gd name="connsiteX7" fmla="*/ 1130769 w 6673185"/>
              <a:gd name="connsiteY7" fmla="*/ 1021080 h 2893916"/>
              <a:gd name="connsiteX8" fmla="*/ 1496529 w 6673185"/>
              <a:gd name="connsiteY8" fmla="*/ 1280160 h 2893916"/>
              <a:gd name="connsiteX9" fmla="*/ 2098509 w 6673185"/>
              <a:gd name="connsiteY9" fmla="*/ 1295400 h 2893916"/>
              <a:gd name="connsiteX10" fmla="*/ 2799549 w 6673185"/>
              <a:gd name="connsiteY10" fmla="*/ 2306955 h 2893916"/>
              <a:gd name="connsiteX11" fmla="*/ 3424389 w 6673185"/>
              <a:gd name="connsiteY11" fmla="*/ 2171700 h 2893916"/>
              <a:gd name="connsiteX12" fmla="*/ 4575009 w 6673185"/>
              <a:gd name="connsiteY12" fmla="*/ 2712720 h 2893916"/>
              <a:gd name="connsiteX13" fmla="*/ 5390349 w 6673185"/>
              <a:gd name="connsiteY13" fmla="*/ 2651760 h 2893916"/>
              <a:gd name="connsiteX14" fmla="*/ 5575134 w 6673185"/>
              <a:gd name="connsiteY14" fmla="*/ 2792730 h 2893916"/>
              <a:gd name="connsiteX15" fmla="*/ 5763729 w 6673185"/>
              <a:gd name="connsiteY15" fmla="*/ 2853690 h 2893916"/>
              <a:gd name="connsiteX16" fmla="*/ 6165684 w 6673185"/>
              <a:gd name="connsiteY16" fmla="*/ 2156460 h 2893916"/>
              <a:gd name="connsiteX17" fmla="*/ 6540969 w 6673185"/>
              <a:gd name="connsiteY17" fmla="*/ 1550670 h 2893916"/>
              <a:gd name="connsiteX18" fmla="*/ 6670509 w 6673185"/>
              <a:gd name="connsiteY18" fmla="*/ 1318260 h 2893916"/>
              <a:gd name="connsiteX19" fmla="*/ 6441909 w 6673185"/>
              <a:gd name="connsiteY19" fmla="*/ 1226820 h 2893916"/>
              <a:gd name="connsiteX20" fmla="*/ 6380949 w 6673185"/>
              <a:gd name="connsiteY20" fmla="*/ 769620 h 2893916"/>
              <a:gd name="connsiteX0" fmla="*/ 1008849 w 6673185"/>
              <a:gd name="connsiteY0" fmla="*/ 0 h 2893916"/>
              <a:gd name="connsiteX1" fmla="*/ 940269 w 6673185"/>
              <a:gd name="connsiteY1" fmla="*/ 45720 h 2893916"/>
              <a:gd name="connsiteX2" fmla="*/ 734529 w 6673185"/>
              <a:gd name="connsiteY2" fmla="*/ 15240 h 2893916"/>
              <a:gd name="connsiteX3" fmla="*/ 681189 w 6673185"/>
              <a:gd name="connsiteY3" fmla="*/ 220980 h 2893916"/>
              <a:gd name="connsiteX4" fmla="*/ 124929 w 6673185"/>
              <a:gd name="connsiteY4" fmla="*/ 342900 h 2893916"/>
              <a:gd name="connsiteX5" fmla="*/ 14439 w 6673185"/>
              <a:gd name="connsiteY5" fmla="*/ 1171575 h 2893916"/>
              <a:gd name="connsiteX6" fmla="*/ 353529 w 6673185"/>
              <a:gd name="connsiteY6" fmla="*/ 1158240 h 2893916"/>
              <a:gd name="connsiteX7" fmla="*/ 1130769 w 6673185"/>
              <a:gd name="connsiteY7" fmla="*/ 1021080 h 2893916"/>
              <a:gd name="connsiteX8" fmla="*/ 1496529 w 6673185"/>
              <a:gd name="connsiteY8" fmla="*/ 1280160 h 2893916"/>
              <a:gd name="connsiteX9" fmla="*/ 2098509 w 6673185"/>
              <a:gd name="connsiteY9" fmla="*/ 1295400 h 2893916"/>
              <a:gd name="connsiteX10" fmla="*/ 2799549 w 6673185"/>
              <a:gd name="connsiteY10" fmla="*/ 2306955 h 2893916"/>
              <a:gd name="connsiteX11" fmla="*/ 3414864 w 6673185"/>
              <a:gd name="connsiteY11" fmla="*/ 2266950 h 2893916"/>
              <a:gd name="connsiteX12" fmla="*/ 4575009 w 6673185"/>
              <a:gd name="connsiteY12" fmla="*/ 2712720 h 2893916"/>
              <a:gd name="connsiteX13" fmla="*/ 5390349 w 6673185"/>
              <a:gd name="connsiteY13" fmla="*/ 2651760 h 2893916"/>
              <a:gd name="connsiteX14" fmla="*/ 5575134 w 6673185"/>
              <a:gd name="connsiteY14" fmla="*/ 2792730 h 2893916"/>
              <a:gd name="connsiteX15" fmla="*/ 5763729 w 6673185"/>
              <a:gd name="connsiteY15" fmla="*/ 2853690 h 2893916"/>
              <a:gd name="connsiteX16" fmla="*/ 6165684 w 6673185"/>
              <a:gd name="connsiteY16" fmla="*/ 2156460 h 2893916"/>
              <a:gd name="connsiteX17" fmla="*/ 6540969 w 6673185"/>
              <a:gd name="connsiteY17" fmla="*/ 1550670 h 2893916"/>
              <a:gd name="connsiteX18" fmla="*/ 6670509 w 6673185"/>
              <a:gd name="connsiteY18" fmla="*/ 1318260 h 2893916"/>
              <a:gd name="connsiteX19" fmla="*/ 6441909 w 6673185"/>
              <a:gd name="connsiteY19" fmla="*/ 1226820 h 2893916"/>
              <a:gd name="connsiteX20" fmla="*/ 6380949 w 6673185"/>
              <a:gd name="connsiteY20" fmla="*/ 769620 h 2893916"/>
              <a:gd name="connsiteX0" fmla="*/ 1008849 w 6673185"/>
              <a:gd name="connsiteY0" fmla="*/ 0 h 2893916"/>
              <a:gd name="connsiteX1" fmla="*/ 940269 w 6673185"/>
              <a:gd name="connsiteY1" fmla="*/ 45720 h 2893916"/>
              <a:gd name="connsiteX2" fmla="*/ 734529 w 6673185"/>
              <a:gd name="connsiteY2" fmla="*/ 15240 h 2893916"/>
              <a:gd name="connsiteX3" fmla="*/ 681189 w 6673185"/>
              <a:gd name="connsiteY3" fmla="*/ 220980 h 2893916"/>
              <a:gd name="connsiteX4" fmla="*/ 124929 w 6673185"/>
              <a:gd name="connsiteY4" fmla="*/ 342900 h 2893916"/>
              <a:gd name="connsiteX5" fmla="*/ 14439 w 6673185"/>
              <a:gd name="connsiteY5" fmla="*/ 1171575 h 2893916"/>
              <a:gd name="connsiteX6" fmla="*/ 353529 w 6673185"/>
              <a:gd name="connsiteY6" fmla="*/ 1158240 h 2893916"/>
              <a:gd name="connsiteX7" fmla="*/ 1130769 w 6673185"/>
              <a:gd name="connsiteY7" fmla="*/ 1021080 h 2893916"/>
              <a:gd name="connsiteX8" fmla="*/ 1496529 w 6673185"/>
              <a:gd name="connsiteY8" fmla="*/ 1280160 h 2893916"/>
              <a:gd name="connsiteX9" fmla="*/ 2098509 w 6673185"/>
              <a:gd name="connsiteY9" fmla="*/ 1295400 h 2893916"/>
              <a:gd name="connsiteX10" fmla="*/ 2799549 w 6673185"/>
              <a:gd name="connsiteY10" fmla="*/ 2259330 h 2893916"/>
              <a:gd name="connsiteX11" fmla="*/ 3414864 w 6673185"/>
              <a:gd name="connsiteY11" fmla="*/ 2266950 h 2893916"/>
              <a:gd name="connsiteX12" fmla="*/ 4575009 w 6673185"/>
              <a:gd name="connsiteY12" fmla="*/ 2712720 h 2893916"/>
              <a:gd name="connsiteX13" fmla="*/ 5390349 w 6673185"/>
              <a:gd name="connsiteY13" fmla="*/ 2651760 h 2893916"/>
              <a:gd name="connsiteX14" fmla="*/ 5575134 w 6673185"/>
              <a:gd name="connsiteY14" fmla="*/ 2792730 h 2893916"/>
              <a:gd name="connsiteX15" fmla="*/ 5763729 w 6673185"/>
              <a:gd name="connsiteY15" fmla="*/ 2853690 h 2893916"/>
              <a:gd name="connsiteX16" fmla="*/ 6165684 w 6673185"/>
              <a:gd name="connsiteY16" fmla="*/ 2156460 h 2893916"/>
              <a:gd name="connsiteX17" fmla="*/ 6540969 w 6673185"/>
              <a:gd name="connsiteY17" fmla="*/ 1550670 h 2893916"/>
              <a:gd name="connsiteX18" fmla="*/ 6670509 w 6673185"/>
              <a:gd name="connsiteY18" fmla="*/ 1318260 h 2893916"/>
              <a:gd name="connsiteX19" fmla="*/ 6441909 w 6673185"/>
              <a:gd name="connsiteY19" fmla="*/ 1226820 h 2893916"/>
              <a:gd name="connsiteX20" fmla="*/ 6380949 w 6673185"/>
              <a:gd name="connsiteY20" fmla="*/ 769620 h 2893916"/>
              <a:gd name="connsiteX0" fmla="*/ 1008849 w 6673185"/>
              <a:gd name="connsiteY0" fmla="*/ 0 h 2893916"/>
              <a:gd name="connsiteX1" fmla="*/ 940269 w 6673185"/>
              <a:gd name="connsiteY1" fmla="*/ 45720 h 2893916"/>
              <a:gd name="connsiteX2" fmla="*/ 644042 w 6673185"/>
              <a:gd name="connsiteY2" fmla="*/ 105727 h 2893916"/>
              <a:gd name="connsiteX3" fmla="*/ 681189 w 6673185"/>
              <a:gd name="connsiteY3" fmla="*/ 220980 h 2893916"/>
              <a:gd name="connsiteX4" fmla="*/ 124929 w 6673185"/>
              <a:gd name="connsiteY4" fmla="*/ 342900 h 2893916"/>
              <a:gd name="connsiteX5" fmla="*/ 14439 w 6673185"/>
              <a:gd name="connsiteY5" fmla="*/ 1171575 h 2893916"/>
              <a:gd name="connsiteX6" fmla="*/ 353529 w 6673185"/>
              <a:gd name="connsiteY6" fmla="*/ 1158240 h 2893916"/>
              <a:gd name="connsiteX7" fmla="*/ 1130769 w 6673185"/>
              <a:gd name="connsiteY7" fmla="*/ 1021080 h 2893916"/>
              <a:gd name="connsiteX8" fmla="*/ 1496529 w 6673185"/>
              <a:gd name="connsiteY8" fmla="*/ 1280160 h 2893916"/>
              <a:gd name="connsiteX9" fmla="*/ 2098509 w 6673185"/>
              <a:gd name="connsiteY9" fmla="*/ 1295400 h 2893916"/>
              <a:gd name="connsiteX10" fmla="*/ 2799549 w 6673185"/>
              <a:gd name="connsiteY10" fmla="*/ 2259330 h 2893916"/>
              <a:gd name="connsiteX11" fmla="*/ 3414864 w 6673185"/>
              <a:gd name="connsiteY11" fmla="*/ 2266950 h 2893916"/>
              <a:gd name="connsiteX12" fmla="*/ 4575009 w 6673185"/>
              <a:gd name="connsiteY12" fmla="*/ 2712720 h 2893916"/>
              <a:gd name="connsiteX13" fmla="*/ 5390349 w 6673185"/>
              <a:gd name="connsiteY13" fmla="*/ 2651760 h 2893916"/>
              <a:gd name="connsiteX14" fmla="*/ 5575134 w 6673185"/>
              <a:gd name="connsiteY14" fmla="*/ 2792730 h 2893916"/>
              <a:gd name="connsiteX15" fmla="*/ 5763729 w 6673185"/>
              <a:gd name="connsiteY15" fmla="*/ 2853690 h 2893916"/>
              <a:gd name="connsiteX16" fmla="*/ 6165684 w 6673185"/>
              <a:gd name="connsiteY16" fmla="*/ 2156460 h 2893916"/>
              <a:gd name="connsiteX17" fmla="*/ 6540969 w 6673185"/>
              <a:gd name="connsiteY17" fmla="*/ 1550670 h 2893916"/>
              <a:gd name="connsiteX18" fmla="*/ 6670509 w 6673185"/>
              <a:gd name="connsiteY18" fmla="*/ 1318260 h 2893916"/>
              <a:gd name="connsiteX19" fmla="*/ 6441909 w 6673185"/>
              <a:gd name="connsiteY19" fmla="*/ 1226820 h 2893916"/>
              <a:gd name="connsiteX20" fmla="*/ 6380949 w 6673185"/>
              <a:gd name="connsiteY20" fmla="*/ 769620 h 2893916"/>
              <a:gd name="connsiteX0" fmla="*/ 1007620 w 6671956"/>
              <a:gd name="connsiteY0" fmla="*/ 0 h 2893916"/>
              <a:gd name="connsiteX1" fmla="*/ 939040 w 6671956"/>
              <a:gd name="connsiteY1" fmla="*/ 45720 h 2893916"/>
              <a:gd name="connsiteX2" fmla="*/ 642813 w 6671956"/>
              <a:gd name="connsiteY2" fmla="*/ 105727 h 2893916"/>
              <a:gd name="connsiteX3" fmla="*/ 625191 w 6671956"/>
              <a:gd name="connsiteY3" fmla="*/ 220980 h 2893916"/>
              <a:gd name="connsiteX4" fmla="*/ 123700 w 6671956"/>
              <a:gd name="connsiteY4" fmla="*/ 342900 h 2893916"/>
              <a:gd name="connsiteX5" fmla="*/ 13210 w 6671956"/>
              <a:gd name="connsiteY5" fmla="*/ 1171575 h 2893916"/>
              <a:gd name="connsiteX6" fmla="*/ 352300 w 6671956"/>
              <a:gd name="connsiteY6" fmla="*/ 1158240 h 2893916"/>
              <a:gd name="connsiteX7" fmla="*/ 1129540 w 6671956"/>
              <a:gd name="connsiteY7" fmla="*/ 1021080 h 2893916"/>
              <a:gd name="connsiteX8" fmla="*/ 1495300 w 6671956"/>
              <a:gd name="connsiteY8" fmla="*/ 1280160 h 2893916"/>
              <a:gd name="connsiteX9" fmla="*/ 2097280 w 6671956"/>
              <a:gd name="connsiteY9" fmla="*/ 1295400 h 2893916"/>
              <a:gd name="connsiteX10" fmla="*/ 2798320 w 6671956"/>
              <a:gd name="connsiteY10" fmla="*/ 2259330 h 2893916"/>
              <a:gd name="connsiteX11" fmla="*/ 3413635 w 6671956"/>
              <a:gd name="connsiteY11" fmla="*/ 2266950 h 2893916"/>
              <a:gd name="connsiteX12" fmla="*/ 4573780 w 6671956"/>
              <a:gd name="connsiteY12" fmla="*/ 2712720 h 2893916"/>
              <a:gd name="connsiteX13" fmla="*/ 5389120 w 6671956"/>
              <a:gd name="connsiteY13" fmla="*/ 2651760 h 2893916"/>
              <a:gd name="connsiteX14" fmla="*/ 5573905 w 6671956"/>
              <a:gd name="connsiteY14" fmla="*/ 2792730 h 2893916"/>
              <a:gd name="connsiteX15" fmla="*/ 5762500 w 6671956"/>
              <a:gd name="connsiteY15" fmla="*/ 2853690 h 2893916"/>
              <a:gd name="connsiteX16" fmla="*/ 6164455 w 6671956"/>
              <a:gd name="connsiteY16" fmla="*/ 2156460 h 2893916"/>
              <a:gd name="connsiteX17" fmla="*/ 6539740 w 6671956"/>
              <a:gd name="connsiteY17" fmla="*/ 1550670 h 2893916"/>
              <a:gd name="connsiteX18" fmla="*/ 6669280 w 6671956"/>
              <a:gd name="connsiteY18" fmla="*/ 1318260 h 2893916"/>
              <a:gd name="connsiteX19" fmla="*/ 6440680 w 6671956"/>
              <a:gd name="connsiteY19" fmla="*/ 1226820 h 2893916"/>
              <a:gd name="connsiteX20" fmla="*/ 6379720 w 6671956"/>
              <a:gd name="connsiteY20" fmla="*/ 769620 h 2893916"/>
              <a:gd name="connsiteX0" fmla="*/ 1007324 w 6671660"/>
              <a:gd name="connsiteY0" fmla="*/ 0 h 2893916"/>
              <a:gd name="connsiteX1" fmla="*/ 938744 w 6671660"/>
              <a:gd name="connsiteY1" fmla="*/ 45720 h 2893916"/>
              <a:gd name="connsiteX2" fmla="*/ 642517 w 6671660"/>
              <a:gd name="connsiteY2" fmla="*/ 105727 h 2893916"/>
              <a:gd name="connsiteX3" fmla="*/ 610608 w 6671660"/>
              <a:gd name="connsiteY3" fmla="*/ 235267 h 2893916"/>
              <a:gd name="connsiteX4" fmla="*/ 123404 w 6671660"/>
              <a:gd name="connsiteY4" fmla="*/ 342900 h 2893916"/>
              <a:gd name="connsiteX5" fmla="*/ 12914 w 6671660"/>
              <a:gd name="connsiteY5" fmla="*/ 1171575 h 2893916"/>
              <a:gd name="connsiteX6" fmla="*/ 352004 w 6671660"/>
              <a:gd name="connsiteY6" fmla="*/ 1158240 h 2893916"/>
              <a:gd name="connsiteX7" fmla="*/ 1129244 w 6671660"/>
              <a:gd name="connsiteY7" fmla="*/ 1021080 h 2893916"/>
              <a:gd name="connsiteX8" fmla="*/ 1495004 w 6671660"/>
              <a:gd name="connsiteY8" fmla="*/ 1280160 h 2893916"/>
              <a:gd name="connsiteX9" fmla="*/ 2096984 w 6671660"/>
              <a:gd name="connsiteY9" fmla="*/ 1295400 h 2893916"/>
              <a:gd name="connsiteX10" fmla="*/ 2798024 w 6671660"/>
              <a:gd name="connsiteY10" fmla="*/ 2259330 h 2893916"/>
              <a:gd name="connsiteX11" fmla="*/ 3413339 w 6671660"/>
              <a:gd name="connsiteY11" fmla="*/ 2266950 h 2893916"/>
              <a:gd name="connsiteX12" fmla="*/ 4573484 w 6671660"/>
              <a:gd name="connsiteY12" fmla="*/ 2712720 h 2893916"/>
              <a:gd name="connsiteX13" fmla="*/ 5388824 w 6671660"/>
              <a:gd name="connsiteY13" fmla="*/ 2651760 h 2893916"/>
              <a:gd name="connsiteX14" fmla="*/ 5573609 w 6671660"/>
              <a:gd name="connsiteY14" fmla="*/ 2792730 h 2893916"/>
              <a:gd name="connsiteX15" fmla="*/ 5762204 w 6671660"/>
              <a:gd name="connsiteY15" fmla="*/ 2853690 h 2893916"/>
              <a:gd name="connsiteX16" fmla="*/ 6164159 w 6671660"/>
              <a:gd name="connsiteY16" fmla="*/ 2156460 h 2893916"/>
              <a:gd name="connsiteX17" fmla="*/ 6539444 w 6671660"/>
              <a:gd name="connsiteY17" fmla="*/ 1550670 h 2893916"/>
              <a:gd name="connsiteX18" fmla="*/ 6668984 w 6671660"/>
              <a:gd name="connsiteY18" fmla="*/ 1318260 h 2893916"/>
              <a:gd name="connsiteX19" fmla="*/ 6440384 w 6671660"/>
              <a:gd name="connsiteY19" fmla="*/ 1226820 h 2893916"/>
              <a:gd name="connsiteX20" fmla="*/ 6379424 w 6671660"/>
              <a:gd name="connsiteY20" fmla="*/ 769620 h 2893916"/>
              <a:gd name="connsiteX0" fmla="*/ 1007276 w 6671612"/>
              <a:gd name="connsiteY0" fmla="*/ 0 h 2893916"/>
              <a:gd name="connsiteX1" fmla="*/ 938696 w 6671612"/>
              <a:gd name="connsiteY1" fmla="*/ 45720 h 2893916"/>
              <a:gd name="connsiteX2" fmla="*/ 642469 w 6671612"/>
              <a:gd name="connsiteY2" fmla="*/ 105727 h 2893916"/>
              <a:gd name="connsiteX3" fmla="*/ 608179 w 6671612"/>
              <a:gd name="connsiteY3" fmla="*/ 230505 h 2893916"/>
              <a:gd name="connsiteX4" fmla="*/ 123356 w 6671612"/>
              <a:gd name="connsiteY4" fmla="*/ 342900 h 2893916"/>
              <a:gd name="connsiteX5" fmla="*/ 12866 w 6671612"/>
              <a:gd name="connsiteY5" fmla="*/ 1171575 h 2893916"/>
              <a:gd name="connsiteX6" fmla="*/ 351956 w 6671612"/>
              <a:gd name="connsiteY6" fmla="*/ 1158240 h 2893916"/>
              <a:gd name="connsiteX7" fmla="*/ 1129196 w 6671612"/>
              <a:gd name="connsiteY7" fmla="*/ 1021080 h 2893916"/>
              <a:gd name="connsiteX8" fmla="*/ 1494956 w 6671612"/>
              <a:gd name="connsiteY8" fmla="*/ 1280160 h 2893916"/>
              <a:gd name="connsiteX9" fmla="*/ 2096936 w 6671612"/>
              <a:gd name="connsiteY9" fmla="*/ 1295400 h 2893916"/>
              <a:gd name="connsiteX10" fmla="*/ 2797976 w 6671612"/>
              <a:gd name="connsiteY10" fmla="*/ 2259330 h 2893916"/>
              <a:gd name="connsiteX11" fmla="*/ 3413291 w 6671612"/>
              <a:gd name="connsiteY11" fmla="*/ 2266950 h 2893916"/>
              <a:gd name="connsiteX12" fmla="*/ 4573436 w 6671612"/>
              <a:gd name="connsiteY12" fmla="*/ 2712720 h 2893916"/>
              <a:gd name="connsiteX13" fmla="*/ 5388776 w 6671612"/>
              <a:gd name="connsiteY13" fmla="*/ 2651760 h 2893916"/>
              <a:gd name="connsiteX14" fmla="*/ 5573561 w 6671612"/>
              <a:gd name="connsiteY14" fmla="*/ 2792730 h 2893916"/>
              <a:gd name="connsiteX15" fmla="*/ 5762156 w 6671612"/>
              <a:gd name="connsiteY15" fmla="*/ 2853690 h 2893916"/>
              <a:gd name="connsiteX16" fmla="*/ 6164111 w 6671612"/>
              <a:gd name="connsiteY16" fmla="*/ 2156460 h 2893916"/>
              <a:gd name="connsiteX17" fmla="*/ 6539396 w 6671612"/>
              <a:gd name="connsiteY17" fmla="*/ 1550670 h 2893916"/>
              <a:gd name="connsiteX18" fmla="*/ 6668936 w 6671612"/>
              <a:gd name="connsiteY18" fmla="*/ 1318260 h 2893916"/>
              <a:gd name="connsiteX19" fmla="*/ 6440336 w 6671612"/>
              <a:gd name="connsiteY19" fmla="*/ 1226820 h 2893916"/>
              <a:gd name="connsiteX20" fmla="*/ 6379376 w 6671612"/>
              <a:gd name="connsiteY20" fmla="*/ 769620 h 2893916"/>
              <a:gd name="connsiteX0" fmla="*/ 1007276 w 6671612"/>
              <a:gd name="connsiteY0" fmla="*/ 0 h 2893916"/>
              <a:gd name="connsiteX1" fmla="*/ 642469 w 6671612"/>
              <a:gd name="connsiteY1" fmla="*/ 105727 h 2893916"/>
              <a:gd name="connsiteX2" fmla="*/ 608179 w 6671612"/>
              <a:gd name="connsiteY2" fmla="*/ 230505 h 2893916"/>
              <a:gd name="connsiteX3" fmla="*/ 123356 w 6671612"/>
              <a:gd name="connsiteY3" fmla="*/ 342900 h 2893916"/>
              <a:gd name="connsiteX4" fmla="*/ 12866 w 6671612"/>
              <a:gd name="connsiteY4" fmla="*/ 1171575 h 2893916"/>
              <a:gd name="connsiteX5" fmla="*/ 351956 w 6671612"/>
              <a:gd name="connsiteY5" fmla="*/ 1158240 h 2893916"/>
              <a:gd name="connsiteX6" fmla="*/ 1129196 w 6671612"/>
              <a:gd name="connsiteY6" fmla="*/ 1021080 h 2893916"/>
              <a:gd name="connsiteX7" fmla="*/ 1494956 w 6671612"/>
              <a:gd name="connsiteY7" fmla="*/ 1280160 h 2893916"/>
              <a:gd name="connsiteX8" fmla="*/ 2096936 w 6671612"/>
              <a:gd name="connsiteY8" fmla="*/ 1295400 h 2893916"/>
              <a:gd name="connsiteX9" fmla="*/ 2797976 w 6671612"/>
              <a:gd name="connsiteY9" fmla="*/ 2259330 h 2893916"/>
              <a:gd name="connsiteX10" fmla="*/ 3413291 w 6671612"/>
              <a:gd name="connsiteY10" fmla="*/ 2266950 h 2893916"/>
              <a:gd name="connsiteX11" fmla="*/ 4573436 w 6671612"/>
              <a:gd name="connsiteY11" fmla="*/ 2712720 h 2893916"/>
              <a:gd name="connsiteX12" fmla="*/ 5388776 w 6671612"/>
              <a:gd name="connsiteY12" fmla="*/ 2651760 h 2893916"/>
              <a:gd name="connsiteX13" fmla="*/ 5573561 w 6671612"/>
              <a:gd name="connsiteY13" fmla="*/ 2792730 h 2893916"/>
              <a:gd name="connsiteX14" fmla="*/ 5762156 w 6671612"/>
              <a:gd name="connsiteY14" fmla="*/ 2853690 h 2893916"/>
              <a:gd name="connsiteX15" fmla="*/ 6164111 w 6671612"/>
              <a:gd name="connsiteY15" fmla="*/ 2156460 h 2893916"/>
              <a:gd name="connsiteX16" fmla="*/ 6539396 w 6671612"/>
              <a:gd name="connsiteY16" fmla="*/ 1550670 h 2893916"/>
              <a:gd name="connsiteX17" fmla="*/ 6668936 w 6671612"/>
              <a:gd name="connsiteY17" fmla="*/ 1318260 h 2893916"/>
              <a:gd name="connsiteX18" fmla="*/ 6440336 w 6671612"/>
              <a:gd name="connsiteY18" fmla="*/ 1226820 h 2893916"/>
              <a:gd name="connsiteX19" fmla="*/ 6379376 w 6671612"/>
              <a:gd name="connsiteY19" fmla="*/ 769620 h 2893916"/>
              <a:gd name="connsiteX0" fmla="*/ 642469 w 6671612"/>
              <a:gd name="connsiteY0" fmla="*/ 1 h 2788190"/>
              <a:gd name="connsiteX1" fmla="*/ 608179 w 6671612"/>
              <a:gd name="connsiteY1" fmla="*/ 124779 h 2788190"/>
              <a:gd name="connsiteX2" fmla="*/ 123356 w 6671612"/>
              <a:gd name="connsiteY2" fmla="*/ 237174 h 2788190"/>
              <a:gd name="connsiteX3" fmla="*/ 12866 w 6671612"/>
              <a:gd name="connsiteY3" fmla="*/ 1065849 h 2788190"/>
              <a:gd name="connsiteX4" fmla="*/ 351956 w 6671612"/>
              <a:gd name="connsiteY4" fmla="*/ 1052514 h 2788190"/>
              <a:gd name="connsiteX5" fmla="*/ 1129196 w 6671612"/>
              <a:gd name="connsiteY5" fmla="*/ 915354 h 2788190"/>
              <a:gd name="connsiteX6" fmla="*/ 1494956 w 6671612"/>
              <a:gd name="connsiteY6" fmla="*/ 1174434 h 2788190"/>
              <a:gd name="connsiteX7" fmla="*/ 2096936 w 6671612"/>
              <a:gd name="connsiteY7" fmla="*/ 1189674 h 2788190"/>
              <a:gd name="connsiteX8" fmla="*/ 2797976 w 6671612"/>
              <a:gd name="connsiteY8" fmla="*/ 2153604 h 2788190"/>
              <a:gd name="connsiteX9" fmla="*/ 3413291 w 6671612"/>
              <a:gd name="connsiteY9" fmla="*/ 2161224 h 2788190"/>
              <a:gd name="connsiteX10" fmla="*/ 4573436 w 6671612"/>
              <a:gd name="connsiteY10" fmla="*/ 2606994 h 2788190"/>
              <a:gd name="connsiteX11" fmla="*/ 5388776 w 6671612"/>
              <a:gd name="connsiteY11" fmla="*/ 2546034 h 2788190"/>
              <a:gd name="connsiteX12" fmla="*/ 5573561 w 6671612"/>
              <a:gd name="connsiteY12" fmla="*/ 2687004 h 2788190"/>
              <a:gd name="connsiteX13" fmla="*/ 5762156 w 6671612"/>
              <a:gd name="connsiteY13" fmla="*/ 2747964 h 2788190"/>
              <a:gd name="connsiteX14" fmla="*/ 6164111 w 6671612"/>
              <a:gd name="connsiteY14" fmla="*/ 2050734 h 2788190"/>
              <a:gd name="connsiteX15" fmla="*/ 6539396 w 6671612"/>
              <a:gd name="connsiteY15" fmla="*/ 1444944 h 2788190"/>
              <a:gd name="connsiteX16" fmla="*/ 6668936 w 6671612"/>
              <a:gd name="connsiteY16" fmla="*/ 1212534 h 2788190"/>
              <a:gd name="connsiteX17" fmla="*/ 6440336 w 6671612"/>
              <a:gd name="connsiteY17" fmla="*/ 1121094 h 2788190"/>
              <a:gd name="connsiteX18" fmla="*/ 6379376 w 6671612"/>
              <a:gd name="connsiteY18" fmla="*/ 663894 h 2788190"/>
              <a:gd name="connsiteX0" fmla="*/ 819 w 10683306"/>
              <a:gd name="connsiteY0" fmla="*/ 965789 h 2727610"/>
              <a:gd name="connsiteX1" fmla="*/ 4619873 w 10683306"/>
              <a:gd name="connsiteY1" fmla="*/ 64199 h 2727610"/>
              <a:gd name="connsiteX2" fmla="*/ 4135050 w 10683306"/>
              <a:gd name="connsiteY2" fmla="*/ 176594 h 2727610"/>
              <a:gd name="connsiteX3" fmla="*/ 4024560 w 10683306"/>
              <a:gd name="connsiteY3" fmla="*/ 1005269 h 2727610"/>
              <a:gd name="connsiteX4" fmla="*/ 4363650 w 10683306"/>
              <a:gd name="connsiteY4" fmla="*/ 991934 h 2727610"/>
              <a:gd name="connsiteX5" fmla="*/ 5140890 w 10683306"/>
              <a:gd name="connsiteY5" fmla="*/ 854774 h 2727610"/>
              <a:gd name="connsiteX6" fmla="*/ 5506650 w 10683306"/>
              <a:gd name="connsiteY6" fmla="*/ 1113854 h 2727610"/>
              <a:gd name="connsiteX7" fmla="*/ 6108630 w 10683306"/>
              <a:gd name="connsiteY7" fmla="*/ 1129094 h 2727610"/>
              <a:gd name="connsiteX8" fmla="*/ 6809670 w 10683306"/>
              <a:gd name="connsiteY8" fmla="*/ 2093024 h 2727610"/>
              <a:gd name="connsiteX9" fmla="*/ 7424985 w 10683306"/>
              <a:gd name="connsiteY9" fmla="*/ 2100644 h 2727610"/>
              <a:gd name="connsiteX10" fmla="*/ 8585130 w 10683306"/>
              <a:gd name="connsiteY10" fmla="*/ 2546414 h 2727610"/>
              <a:gd name="connsiteX11" fmla="*/ 9400470 w 10683306"/>
              <a:gd name="connsiteY11" fmla="*/ 2485454 h 2727610"/>
              <a:gd name="connsiteX12" fmla="*/ 9585255 w 10683306"/>
              <a:gd name="connsiteY12" fmla="*/ 2626424 h 2727610"/>
              <a:gd name="connsiteX13" fmla="*/ 9773850 w 10683306"/>
              <a:gd name="connsiteY13" fmla="*/ 2687384 h 2727610"/>
              <a:gd name="connsiteX14" fmla="*/ 10175805 w 10683306"/>
              <a:gd name="connsiteY14" fmla="*/ 1990154 h 2727610"/>
              <a:gd name="connsiteX15" fmla="*/ 10551090 w 10683306"/>
              <a:gd name="connsiteY15" fmla="*/ 1384364 h 2727610"/>
              <a:gd name="connsiteX16" fmla="*/ 10680630 w 10683306"/>
              <a:gd name="connsiteY16" fmla="*/ 1151954 h 2727610"/>
              <a:gd name="connsiteX17" fmla="*/ 10452030 w 10683306"/>
              <a:gd name="connsiteY17" fmla="*/ 1060514 h 2727610"/>
              <a:gd name="connsiteX18" fmla="*/ 10391070 w 10683306"/>
              <a:gd name="connsiteY18" fmla="*/ 603314 h 2727610"/>
              <a:gd name="connsiteX0" fmla="*/ 1842654 w 12525141"/>
              <a:gd name="connsiteY0" fmla="*/ 791860 h 2553681"/>
              <a:gd name="connsiteX1" fmla="*/ 126906 w 12525141"/>
              <a:gd name="connsiteY1" fmla="*/ 1147572 h 2553681"/>
              <a:gd name="connsiteX2" fmla="*/ 5976885 w 12525141"/>
              <a:gd name="connsiteY2" fmla="*/ 2665 h 2553681"/>
              <a:gd name="connsiteX3" fmla="*/ 5866395 w 12525141"/>
              <a:gd name="connsiteY3" fmla="*/ 831340 h 2553681"/>
              <a:gd name="connsiteX4" fmla="*/ 6205485 w 12525141"/>
              <a:gd name="connsiteY4" fmla="*/ 818005 h 2553681"/>
              <a:gd name="connsiteX5" fmla="*/ 6982725 w 12525141"/>
              <a:gd name="connsiteY5" fmla="*/ 680845 h 2553681"/>
              <a:gd name="connsiteX6" fmla="*/ 7348485 w 12525141"/>
              <a:gd name="connsiteY6" fmla="*/ 939925 h 2553681"/>
              <a:gd name="connsiteX7" fmla="*/ 7950465 w 12525141"/>
              <a:gd name="connsiteY7" fmla="*/ 955165 h 2553681"/>
              <a:gd name="connsiteX8" fmla="*/ 8651505 w 12525141"/>
              <a:gd name="connsiteY8" fmla="*/ 1919095 h 2553681"/>
              <a:gd name="connsiteX9" fmla="*/ 9266820 w 12525141"/>
              <a:gd name="connsiteY9" fmla="*/ 1926715 h 2553681"/>
              <a:gd name="connsiteX10" fmla="*/ 10426965 w 12525141"/>
              <a:gd name="connsiteY10" fmla="*/ 2372485 h 2553681"/>
              <a:gd name="connsiteX11" fmla="*/ 11242305 w 12525141"/>
              <a:gd name="connsiteY11" fmla="*/ 2311525 h 2553681"/>
              <a:gd name="connsiteX12" fmla="*/ 11427090 w 12525141"/>
              <a:gd name="connsiteY12" fmla="*/ 2452495 h 2553681"/>
              <a:gd name="connsiteX13" fmla="*/ 11615685 w 12525141"/>
              <a:gd name="connsiteY13" fmla="*/ 2513455 h 2553681"/>
              <a:gd name="connsiteX14" fmla="*/ 12017640 w 12525141"/>
              <a:gd name="connsiteY14" fmla="*/ 1816225 h 2553681"/>
              <a:gd name="connsiteX15" fmla="*/ 12392925 w 12525141"/>
              <a:gd name="connsiteY15" fmla="*/ 1210435 h 2553681"/>
              <a:gd name="connsiteX16" fmla="*/ 12522465 w 12525141"/>
              <a:gd name="connsiteY16" fmla="*/ 978025 h 2553681"/>
              <a:gd name="connsiteX17" fmla="*/ 12293865 w 12525141"/>
              <a:gd name="connsiteY17" fmla="*/ 886585 h 2553681"/>
              <a:gd name="connsiteX18" fmla="*/ 12232905 w 12525141"/>
              <a:gd name="connsiteY18" fmla="*/ 429385 h 2553681"/>
              <a:gd name="connsiteX0" fmla="*/ 2619454 w 13301941"/>
              <a:gd name="connsiteY0" fmla="*/ 362474 h 2124295"/>
              <a:gd name="connsiteX1" fmla="*/ 903706 w 13301941"/>
              <a:gd name="connsiteY1" fmla="*/ 718186 h 2124295"/>
              <a:gd name="connsiteX2" fmla="*/ 379777 w 13301941"/>
              <a:gd name="connsiteY2" fmla="*/ 1087173 h 2124295"/>
              <a:gd name="connsiteX3" fmla="*/ 6643195 w 13301941"/>
              <a:gd name="connsiteY3" fmla="*/ 401954 h 2124295"/>
              <a:gd name="connsiteX4" fmla="*/ 6982285 w 13301941"/>
              <a:gd name="connsiteY4" fmla="*/ 388619 h 2124295"/>
              <a:gd name="connsiteX5" fmla="*/ 7759525 w 13301941"/>
              <a:gd name="connsiteY5" fmla="*/ 251459 h 2124295"/>
              <a:gd name="connsiteX6" fmla="*/ 8125285 w 13301941"/>
              <a:gd name="connsiteY6" fmla="*/ 510539 h 2124295"/>
              <a:gd name="connsiteX7" fmla="*/ 8727265 w 13301941"/>
              <a:gd name="connsiteY7" fmla="*/ 525779 h 2124295"/>
              <a:gd name="connsiteX8" fmla="*/ 9428305 w 13301941"/>
              <a:gd name="connsiteY8" fmla="*/ 1489709 h 2124295"/>
              <a:gd name="connsiteX9" fmla="*/ 10043620 w 13301941"/>
              <a:gd name="connsiteY9" fmla="*/ 1497329 h 2124295"/>
              <a:gd name="connsiteX10" fmla="*/ 11203765 w 13301941"/>
              <a:gd name="connsiteY10" fmla="*/ 1943099 h 2124295"/>
              <a:gd name="connsiteX11" fmla="*/ 12019105 w 13301941"/>
              <a:gd name="connsiteY11" fmla="*/ 1882139 h 2124295"/>
              <a:gd name="connsiteX12" fmla="*/ 12203890 w 13301941"/>
              <a:gd name="connsiteY12" fmla="*/ 2023109 h 2124295"/>
              <a:gd name="connsiteX13" fmla="*/ 12392485 w 13301941"/>
              <a:gd name="connsiteY13" fmla="*/ 2084069 h 2124295"/>
              <a:gd name="connsiteX14" fmla="*/ 12794440 w 13301941"/>
              <a:gd name="connsiteY14" fmla="*/ 1386839 h 2124295"/>
              <a:gd name="connsiteX15" fmla="*/ 13169725 w 13301941"/>
              <a:gd name="connsiteY15" fmla="*/ 781049 h 2124295"/>
              <a:gd name="connsiteX16" fmla="*/ 13299265 w 13301941"/>
              <a:gd name="connsiteY16" fmla="*/ 548639 h 2124295"/>
              <a:gd name="connsiteX17" fmla="*/ 13070665 w 13301941"/>
              <a:gd name="connsiteY17" fmla="*/ 457199 h 2124295"/>
              <a:gd name="connsiteX18" fmla="*/ 13009705 w 13301941"/>
              <a:gd name="connsiteY18" fmla="*/ -1 h 2124295"/>
              <a:gd name="connsiteX0" fmla="*/ 3320695 w 14003182"/>
              <a:gd name="connsiteY0" fmla="*/ 362474 h 2124295"/>
              <a:gd name="connsiteX1" fmla="*/ 1604947 w 14003182"/>
              <a:gd name="connsiteY1" fmla="*/ 718186 h 2124295"/>
              <a:gd name="connsiteX2" fmla="*/ 1081018 w 14003182"/>
              <a:gd name="connsiteY2" fmla="*/ 1087173 h 2124295"/>
              <a:gd name="connsiteX3" fmla="*/ 383974 w 14003182"/>
              <a:gd name="connsiteY3" fmla="*/ 1235880 h 2124295"/>
              <a:gd name="connsiteX4" fmla="*/ 7683526 w 14003182"/>
              <a:gd name="connsiteY4" fmla="*/ 388619 h 2124295"/>
              <a:gd name="connsiteX5" fmla="*/ 8460766 w 14003182"/>
              <a:gd name="connsiteY5" fmla="*/ 251459 h 2124295"/>
              <a:gd name="connsiteX6" fmla="*/ 8826526 w 14003182"/>
              <a:gd name="connsiteY6" fmla="*/ 510539 h 2124295"/>
              <a:gd name="connsiteX7" fmla="*/ 9428506 w 14003182"/>
              <a:gd name="connsiteY7" fmla="*/ 525779 h 2124295"/>
              <a:gd name="connsiteX8" fmla="*/ 10129546 w 14003182"/>
              <a:gd name="connsiteY8" fmla="*/ 1489709 h 2124295"/>
              <a:gd name="connsiteX9" fmla="*/ 10744861 w 14003182"/>
              <a:gd name="connsiteY9" fmla="*/ 1497329 h 2124295"/>
              <a:gd name="connsiteX10" fmla="*/ 11905006 w 14003182"/>
              <a:gd name="connsiteY10" fmla="*/ 1943099 h 2124295"/>
              <a:gd name="connsiteX11" fmla="*/ 12720346 w 14003182"/>
              <a:gd name="connsiteY11" fmla="*/ 1882139 h 2124295"/>
              <a:gd name="connsiteX12" fmla="*/ 12905131 w 14003182"/>
              <a:gd name="connsiteY12" fmla="*/ 2023109 h 2124295"/>
              <a:gd name="connsiteX13" fmla="*/ 13093726 w 14003182"/>
              <a:gd name="connsiteY13" fmla="*/ 2084069 h 2124295"/>
              <a:gd name="connsiteX14" fmla="*/ 13495681 w 14003182"/>
              <a:gd name="connsiteY14" fmla="*/ 1386839 h 2124295"/>
              <a:gd name="connsiteX15" fmla="*/ 13870966 w 14003182"/>
              <a:gd name="connsiteY15" fmla="*/ 781049 h 2124295"/>
              <a:gd name="connsiteX16" fmla="*/ 14000506 w 14003182"/>
              <a:gd name="connsiteY16" fmla="*/ 548639 h 2124295"/>
              <a:gd name="connsiteX17" fmla="*/ 13771906 w 14003182"/>
              <a:gd name="connsiteY17" fmla="*/ 457199 h 2124295"/>
              <a:gd name="connsiteX18" fmla="*/ 13710946 w 14003182"/>
              <a:gd name="connsiteY18" fmla="*/ -1 h 2124295"/>
              <a:gd name="connsiteX0" fmla="*/ 3354580 w 14037067"/>
              <a:gd name="connsiteY0" fmla="*/ 362474 h 2124295"/>
              <a:gd name="connsiteX1" fmla="*/ 1638832 w 14037067"/>
              <a:gd name="connsiteY1" fmla="*/ 718186 h 2124295"/>
              <a:gd name="connsiteX2" fmla="*/ 1114903 w 14037067"/>
              <a:gd name="connsiteY2" fmla="*/ 1087173 h 2124295"/>
              <a:gd name="connsiteX3" fmla="*/ 378755 w 14037067"/>
              <a:gd name="connsiteY3" fmla="*/ 1171732 h 2124295"/>
              <a:gd name="connsiteX4" fmla="*/ 7717411 w 14037067"/>
              <a:gd name="connsiteY4" fmla="*/ 388619 h 2124295"/>
              <a:gd name="connsiteX5" fmla="*/ 8494651 w 14037067"/>
              <a:gd name="connsiteY5" fmla="*/ 251459 h 2124295"/>
              <a:gd name="connsiteX6" fmla="*/ 8860411 w 14037067"/>
              <a:gd name="connsiteY6" fmla="*/ 510539 h 2124295"/>
              <a:gd name="connsiteX7" fmla="*/ 9462391 w 14037067"/>
              <a:gd name="connsiteY7" fmla="*/ 525779 h 2124295"/>
              <a:gd name="connsiteX8" fmla="*/ 10163431 w 14037067"/>
              <a:gd name="connsiteY8" fmla="*/ 1489709 h 2124295"/>
              <a:gd name="connsiteX9" fmla="*/ 10778746 w 14037067"/>
              <a:gd name="connsiteY9" fmla="*/ 1497329 h 2124295"/>
              <a:gd name="connsiteX10" fmla="*/ 11938891 w 14037067"/>
              <a:gd name="connsiteY10" fmla="*/ 1943099 h 2124295"/>
              <a:gd name="connsiteX11" fmla="*/ 12754231 w 14037067"/>
              <a:gd name="connsiteY11" fmla="*/ 1882139 h 2124295"/>
              <a:gd name="connsiteX12" fmla="*/ 12939016 w 14037067"/>
              <a:gd name="connsiteY12" fmla="*/ 2023109 h 2124295"/>
              <a:gd name="connsiteX13" fmla="*/ 13127611 w 14037067"/>
              <a:gd name="connsiteY13" fmla="*/ 2084069 h 2124295"/>
              <a:gd name="connsiteX14" fmla="*/ 13529566 w 14037067"/>
              <a:gd name="connsiteY14" fmla="*/ 1386839 h 2124295"/>
              <a:gd name="connsiteX15" fmla="*/ 13904851 w 14037067"/>
              <a:gd name="connsiteY15" fmla="*/ 781049 h 2124295"/>
              <a:gd name="connsiteX16" fmla="*/ 14034391 w 14037067"/>
              <a:gd name="connsiteY16" fmla="*/ 548639 h 2124295"/>
              <a:gd name="connsiteX17" fmla="*/ 13805791 w 14037067"/>
              <a:gd name="connsiteY17" fmla="*/ 457199 h 2124295"/>
              <a:gd name="connsiteX18" fmla="*/ 13744831 w 14037067"/>
              <a:gd name="connsiteY18" fmla="*/ -1 h 2124295"/>
              <a:gd name="connsiteX0" fmla="*/ 3708770 w 14391257"/>
              <a:gd name="connsiteY0" fmla="*/ 465535 h 6072561"/>
              <a:gd name="connsiteX1" fmla="*/ 1993022 w 14391257"/>
              <a:gd name="connsiteY1" fmla="*/ 821247 h 6072561"/>
              <a:gd name="connsiteX2" fmla="*/ 1469093 w 14391257"/>
              <a:gd name="connsiteY2" fmla="*/ 1190234 h 6072561"/>
              <a:gd name="connsiteX3" fmla="*/ 732945 w 14391257"/>
              <a:gd name="connsiteY3" fmla="*/ 1274793 h 6072561"/>
              <a:gd name="connsiteX4" fmla="*/ 13018224 w 14391257"/>
              <a:gd name="connsiteY4" fmla="*/ 6072561 h 6072561"/>
              <a:gd name="connsiteX5" fmla="*/ 8848841 w 14391257"/>
              <a:gd name="connsiteY5" fmla="*/ 354520 h 6072561"/>
              <a:gd name="connsiteX6" fmla="*/ 9214601 w 14391257"/>
              <a:gd name="connsiteY6" fmla="*/ 613600 h 6072561"/>
              <a:gd name="connsiteX7" fmla="*/ 9816581 w 14391257"/>
              <a:gd name="connsiteY7" fmla="*/ 628840 h 6072561"/>
              <a:gd name="connsiteX8" fmla="*/ 10517621 w 14391257"/>
              <a:gd name="connsiteY8" fmla="*/ 1592770 h 6072561"/>
              <a:gd name="connsiteX9" fmla="*/ 11132936 w 14391257"/>
              <a:gd name="connsiteY9" fmla="*/ 1600390 h 6072561"/>
              <a:gd name="connsiteX10" fmla="*/ 12293081 w 14391257"/>
              <a:gd name="connsiteY10" fmla="*/ 2046160 h 6072561"/>
              <a:gd name="connsiteX11" fmla="*/ 13108421 w 14391257"/>
              <a:gd name="connsiteY11" fmla="*/ 1985200 h 6072561"/>
              <a:gd name="connsiteX12" fmla="*/ 13293206 w 14391257"/>
              <a:gd name="connsiteY12" fmla="*/ 2126170 h 6072561"/>
              <a:gd name="connsiteX13" fmla="*/ 13481801 w 14391257"/>
              <a:gd name="connsiteY13" fmla="*/ 2187130 h 6072561"/>
              <a:gd name="connsiteX14" fmla="*/ 13883756 w 14391257"/>
              <a:gd name="connsiteY14" fmla="*/ 1489900 h 6072561"/>
              <a:gd name="connsiteX15" fmla="*/ 14259041 w 14391257"/>
              <a:gd name="connsiteY15" fmla="*/ 884110 h 6072561"/>
              <a:gd name="connsiteX16" fmla="*/ 14388581 w 14391257"/>
              <a:gd name="connsiteY16" fmla="*/ 651700 h 6072561"/>
              <a:gd name="connsiteX17" fmla="*/ 14159981 w 14391257"/>
              <a:gd name="connsiteY17" fmla="*/ 560260 h 6072561"/>
              <a:gd name="connsiteX18" fmla="*/ 14099021 w 14391257"/>
              <a:gd name="connsiteY18" fmla="*/ 103060 h 6072561"/>
              <a:gd name="connsiteX0" fmla="*/ 3708770 w 14391257"/>
              <a:gd name="connsiteY0" fmla="*/ 465535 h 6072561"/>
              <a:gd name="connsiteX1" fmla="*/ 1993022 w 14391257"/>
              <a:gd name="connsiteY1" fmla="*/ 821247 h 6072561"/>
              <a:gd name="connsiteX2" fmla="*/ 1469093 w 14391257"/>
              <a:gd name="connsiteY2" fmla="*/ 1190234 h 6072561"/>
              <a:gd name="connsiteX3" fmla="*/ 732945 w 14391257"/>
              <a:gd name="connsiteY3" fmla="*/ 1274793 h 6072561"/>
              <a:gd name="connsiteX4" fmla="*/ 13018224 w 14391257"/>
              <a:gd name="connsiteY4" fmla="*/ 6072561 h 6072561"/>
              <a:gd name="connsiteX5" fmla="*/ 8848841 w 14391257"/>
              <a:gd name="connsiteY5" fmla="*/ 354520 h 6072561"/>
              <a:gd name="connsiteX6" fmla="*/ 9214601 w 14391257"/>
              <a:gd name="connsiteY6" fmla="*/ 613600 h 6072561"/>
              <a:gd name="connsiteX7" fmla="*/ 9816581 w 14391257"/>
              <a:gd name="connsiteY7" fmla="*/ 628840 h 6072561"/>
              <a:gd name="connsiteX8" fmla="*/ 10517621 w 14391257"/>
              <a:gd name="connsiteY8" fmla="*/ 1592770 h 6072561"/>
              <a:gd name="connsiteX9" fmla="*/ 11132936 w 14391257"/>
              <a:gd name="connsiteY9" fmla="*/ 1600390 h 6072561"/>
              <a:gd name="connsiteX10" fmla="*/ 12293081 w 14391257"/>
              <a:gd name="connsiteY10" fmla="*/ 2046160 h 6072561"/>
              <a:gd name="connsiteX11" fmla="*/ 13108421 w 14391257"/>
              <a:gd name="connsiteY11" fmla="*/ 1985200 h 6072561"/>
              <a:gd name="connsiteX12" fmla="*/ 13293206 w 14391257"/>
              <a:gd name="connsiteY12" fmla="*/ 2126170 h 6072561"/>
              <a:gd name="connsiteX13" fmla="*/ 13481801 w 14391257"/>
              <a:gd name="connsiteY13" fmla="*/ 2187130 h 6072561"/>
              <a:gd name="connsiteX14" fmla="*/ 13883756 w 14391257"/>
              <a:gd name="connsiteY14" fmla="*/ 1489900 h 6072561"/>
              <a:gd name="connsiteX15" fmla="*/ 14259041 w 14391257"/>
              <a:gd name="connsiteY15" fmla="*/ 884110 h 6072561"/>
              <a:gd name="connsiteX16" fmla="*/ 14388581 w 14391257"/>
              <a:gd name="connsiteY16" fmla="*/ 651700 h 6072561"/>
              <a:gd name="connsiteX17" fmla="*/ 14159981 w 14391257"/>
              <a:gd name="connsiteY17" fmla="*/ 560260 h 6072561"/>
              <a:gd name="connsiteX18" fmla="*/ 14099021 w 14391257"/>
              <a:gd name="connsiteY18" fmla="*/ 103060 h 6072561"/>
              <a:gd name="connsiteX19" fmla="*/ 3708770 w 14391257"/>
              <a:gd name="connsiteY19" fmla="*/ 465535 h 6072561"/>
              <a:gd name="connsiteX0" fmla="*/ 3708770 w 14391257"/>
              <a:gd name="connsiteY0" fmla="*/ 362476 h 5969502"/>
              <a:gd name="connsiteX1" fmla="*/ 1993022 w 14391257"/>
              <a:gd name="connsiteY1" fmla="*/ 718188 h 5969502"/>
              <a:gd name="connsiteX2" fmla="*/ 1469093 w 14391257"/>
              <a:gd name="connsiteY2" fmla="*/ 1087175 h 5969502"/>
              <a:gd name="connsiteX3" fmla="*/ 732945 w 14391257"/>
              <a:gd name="connsiteY3" fmla="*/ 1171734 h 5969502"/>
              <a:gd name="connsiteX4" fmla="*/ 13018224 w 14391257"/>
              <a:gd name="connsiteY4" fmla="*/ 5969502 h 5969502"/>
              <a:gd name="connsiteX5" fmla="*/ 9214601 w 14391257"/>
              <a:gd name="connsiteY5" fmla="*/ 510541 h 5969502"/>
              <a:gd name="connsiteX6" fmla="*/ 9816581 w 14391257"/>
              <a:gd name="connsiteY6" fmla="*/ 525781 h 5969502"/>
              <a:gd name="connsiteX7" fmla="*/ 10517621 w 14391257"/>
              <a:gd name="connsiteY7" fmla="*/ 1489711 h 5969502"/>
              <a:gd name="connsiteX8" fmla="*/ 11132936 w 14391257"/>
              <a:gd name="connsiteY8" fmla="*/ 1497331 h 5969502"/>
              <a:gd name="connsiteX9" fmla="*/ 12293081 w 14391257"/>
              <a:gd name="connsiteY9" fmla="*/ 1943101 h 5969502"/>
              <a:gd name="connsiteX10" fmla="*/ 13108421 w 14391257"/>
              <a:gd name="connsiteY10" fmla="*/ 1882141 h 5969502"/>
              <a:gd name="connsiteX11" fmla="*/ 13293206 w 14391257"/>
              <a:gd name="connsiteY11" fmla="*/ 2023111 h 5969502"/>
              <a:gd name="connsiteX12" fmla="*/ 13481801 w 14391257"/>
              <a:gd name="connsiteY12" fmla="*/ 2084071 h 5969502"/>
              <a:gd name="connsiteX13" fmla="*/ 13883756 w 14391257"/>
              <a:gd name="connsiteY13" fmla="*/ 1386841 h 5969502"/>
              <a:gd name="connsiteX14" fmla="*/ 14259041 w 14391257"/>
              <a:gd name="connsiteY14" fmla="*/ 781051 h 5969502"/>
              <a:gd name="connsiteX15" fmla="*/ 14388581 w 14391257"/>
              <a:gd name="connsiteY15" fmla="*/ 548641 h 5969502"/>
              <a:gd name="connsiteX16" fmla="*/ 14159981 w 14391257"/>
              <a:gd name="connsiteY16" fmla="*/ 457201 h 5969502"/>
              <a:gd name="connsiteX17" fmla="*/ 14099021 w 14391257"/>
              <a:gd name="connsiteY17" fmla="*/ 1 h 5969502"/>
              <a:gd name="connsiteX18" fmla="*/ 3708770 w 14391257"/>
              <a:gd name="connsiteY18" fmla="*/ 362476 h 5969502"/>
              <a:gd name="connsiteX0" fmla="*/ 3708770 w 14391257"/>
              <a:gd name="connsiteY0" fmla="*/ 362476 h 5969502"/>
              <a:gd name="connsiteX1" fmla="*/ 1993022 w 14391257"/>
              <a:gd name="connsiteY1" fmla="*/ 718188 h 5969502"/>
              <a:gd name="connsiteX2" fmla="*/ 1469093 w 14391257"/>
              <a:gd name="connsiteY2" fmla="*/ 1087175 h 5969502"/>
              <a:gd name="connsiteX3" fmla="*/ 732945 w 14391257"/>
              <a:gd name="connsiteY3" fmla="*/ 1171734 h 5969502"/>
              <a:gd name="connsiteX4" fmla="*/ 13018224 w 14391257"/>
              <a:gd name="connsiteY4" fmla="*/ 5969502 h 5969502"/>
              <a:gd name="connsiteX5" fmla="*/ 9816581 w 14391257"/>
              <a:gd name="connsiteY5" fmla="*/ 525781 h 5969502"/>
              <a:gd name="connsiteX6" fmla="*/ 10517621 w 14391257"/>
              <a:gd name="connsiteY6" fmla="*/ 1489711 h 5969502"/>
              <a:gd name="connsiteX7" fmla="*/ 11132936 w 14391257"/>
              <a:gd name="connsiteY7" fmla="*/ 1497331 h 5969502"/>
              <a:gd name="connsiteX8" fmla="*/ 12293081 w 14391257"/>
              <a:gd name="connsiteY8" fmla="*/ 1943101 h 5969502"/>
              <a:gd name="connsiteX9" fmla="*/ 13108421 w 14391257"/>
              <a:gd name="connsiteY9" fmla="*/ 1882141 h 5969502"/>
              <a:gd name="connsiteX10" fmla="*/ 13293206 w 14391257"/>
              <a:gd name="connsiteY10" fmla="*/ 2023111 h 5969502"/>
              <a:gd name="connsiteX11" fmla="*/ 13481801 w 14391257"/>
              <a:gd name="connsiteY11" fmla="*/ 2084071 h 5969502"/>
              <a:gd name="connsiteX12" fmla="*/ 13883756 w 14391257"/>
              <a:gd name="connsiteY12" fmla="*/ 1386841 h 5969502"/>
              <a:gd name="connsiteX13" fmla="*/ 14259041 w 14391257"/>
              <a:gd name="connsiteY13" fmla="*/ 781051 h 5969502"/>
              <a:gd name="connsiteX14" fmla="*/ 14388581 w 14391257"/>
              <a:gd name="connsiteY14" fmla="*/ 548641 h 5969502"/>
              <a:gd name="connsiteX15" fmla="*/ 14159981 w 14391257"/>
              <a:gd name="connsiteY15" fmla="*/ 457201 h 5969502"/>
              <a:gd name="connsiteX16" fmla="*/ 14099021 w 14391257"/>
              <a:gd name="connsiteY16" fmla="*/ 1 h 5969502"/>
              <a:gd name="connsiteX17" fmla="*/ 3708770 w 14391257"/>
              <a:gd name="connsiteY17" fmla="*/ 362476 h 5969502"/>
              <a:gd name="connsiteX0" fmla="*/ 3708770 w 14391257"/>
              <a:gd name="connsiteY0" fmla="*/ 362476 h 5970052"/>
              <a:gd name="connsiteX1" fmla="*/ 1993022 w 14391257"/>
              <a:gd name="connsiteY1" fmla="*/ 718188 h 5970052"/>
              <a:gd name="connsiteX2" fmla="*/ 1469093 w 14391257"/>
              <a:gd name="connsiteY2" fmla="*/ 1087175 h 5970052"/>
              <a:gd name="connsiteX3" fmla="*/ 732945 w 14391257"/>
              <a:gd name="connsiteY3" fmla="*/ 1171734 h 5970052"/>
              <a:gd name="connsiteX4" fmla="*/ 13018224 w 14391257"/>
              <a:gd name="connsiteY4" fmla="*/ 5969502 h 5970052"/>
              <a:gd name="connsiteX5" fmla="*/ 10517621 w 14391257"/>
              <a:gd name="connsiteY5" fmla="*/ 1489711 h 5970052"/>
              <a:gd name="connsiteX6" fmla="*/ 11132936 w 14391257"/>
              <a:gd name="connsiteY6" fmla="*/ 1497331 h 5970052"/>
              <a:gd name="connsiteX7" fmla="*/ 12293081 w 14391257"/>
              <a:gd name="connsiteY7" fmla="*/ 1943101 h 5970052"/>
              <a:gd name="connsiteX8" fmla="*/ 13108421 w 14391257"/>
              <a:gd name="connsiteY8" fmla="*/ 1882141 h 5970052"/>
              <a:gd name="connsiteX9" fmla="*/ 13293206 w 14391257"/>
              <a:gd name="connsiteY9" fmla="*/ 2023111 h 5970052"/>
              <a:gd name="connsiteX10" fmla="*/ 13481801 w 14391257"/>
              <a:gd name="connsiteY10" fmla="*/ 2084071 h 5970052"/>
              <a:gd name="connsiteX11" fmla="*/ 13883756 w 14391257"/>
              <a:gd name="connsiteY11" fmla="*/ 1386841 h 5970052"/>
              <a:gd name="connsiteX12" fmla="*/ 14259041 w 14391257"/>
              <a:gd name="connsiteY12" fmla="*/ 781051 h 5970052"/>
              <a:gd name="connsiteX13" fmla="*/ 14388581 w 14391257"/>
              <a:gd name="connsiteY13" fmla="*/ 548641 h 5970052"/>
              <a:gd name="connsiteX14" fmla="*/ 14159981 w 14391257"/>
              <a:gd name="connsiteY14" fmla="*/ 457201 h 5970052"/>
              <a:gd name="connsiteX15" fmla="*/ 14099021 w 14391257"/>
              <a:gd name="connsiteY15" fmla="*/ 1 h 5970052"/>
              <a:gd name="connsiteX16" fmla="*/ 3708770 w 14391257"/>
              <a:gd name="connsiteY16" fmla="*/ 362476 h 5970052"/>
              <a:gd name="connsiteX0" fmla="*/ 3708770 w 14391257"/>
              <a:gd name="connsiteY0" fmla="*/ 362476 h 5970068"/>
              <a:gd name="connsiteX1" fmla="*/ 1993022 w 14391257"/>
              <a:gd name="connsiteY1" fmla="*/ 718188 h 5970068"/>
              <a:gd name="connsiteX2" fmla="*/ 1469093 w 14391257"/>
              <a:gd name="connsiteY2" fmla="*/ 1087175 h 5970068"/>
              <a:gd name="connsiteX3" fmla="*/ 732945 w 14391257"/>
              <a:gd name="connsiteY3" fmla="*/ 1171734 h 5970068"/>
              <a:gd name="connsiteX4" fmla="*/ 13018224 w 14391257"/>
              <a:gd name="connsiteY4" fmla="*/ 5969502 h 5970068"/>
              <a:gd name="connsiteX5" fmla="*/ 11132936 w 14391257"/>
              <a:gd name="connsiteY5" fmla="*/ 1497331 h 5970068"/>
              <a:gd name="connsiteX6" fmla="*/ 12293081 w 14391257"/>
              <a:gd name="connsiteY6" fmla="*/ 1943101 h 5970068"/>
              <a:gd name="connsiteX7" fmla="*/ 13108421 w 14391257"/>
              <a:gd name="connsiteY7" fmla="*/ 1882141 h 5970068"/>
              <a:gd name="connsiteX8" fmla="*/ 13293206 w 14391257"/>
              <a:gd name="connsiteY8" fmla="*/ 2023111 h 5970068"/>
              <a:gd name="connsiteX9" fmla="*/ 13481801 w 14391257"/>
              <a:gd name="connsiteY9" fmla="*/ 2084071 h 5970068"/>
              <a:gd name="connsiteX10" fmla="*/ 13883756 w 14391257"/>
              <a:gd name="connsiteY10" fmla="*/ 1386841 h 5970068"/>
              <a:gd name="connsiteX11" fmla="*/ 14259041 w 14391257"/>
              <a:gd name="connsiteY11" fmla="*/ 781051 h 5970068"/>
              <a:gd name="connsiteX12" fmla="*/ 14388581 w 14391257"/>
              <a:gd name="connsiteY12" fmla="*/ 548641 h 5970068"/>
              <a:gd name="connsiteX13" fmla="*/ 14159981 w 14391257"/>
              <a:gd name="connsiteY13" fmla="*/ 457201 h 5970068"/>
              <a:gd name="connsiteX14" fmla="*/ 14099021 w 14391257"/>
              <a:gd name="connsiteY14" fmla="*/ 1 h 5970068"/>
              <a:gd name="connsiteX15" fmla="*/ 3708770 w 14391257"/>
              <a:gd name="connsiteY15" fmla="*/ 362476 h 5970068"/>
              <a:gd name="connsiteX0" fmla="*/ 3708770 w 14391257"/>
              <a:gd name="connsiteY0" fmla="*/ 362476 h 5972979"/>
              <a:gd name="connsiteX1" fmla="*/ 1993022 w 14391257"/>
              <a:gd name="connsiteY1" fmla="*/ 718188 h 5972979"/>
              <a:gd name="connsiteX2" fmla="*/ 1469093 w 14391257"/>
              <a:gd name="connsiteY2" fmla="*/ 1087175 h 5972979"/>
              <a:gd name="connsiteX3" fmla="*/ 732945 w 14391257"/>
              <a:gd name="connsiteY3" fmla="*/ 1171734 h 5972979"/>
              <a:gd name="connsiteX4" fmla="*/ 13018224 w 14391257"/>
              <a:gd name="connsiteY4" fmla="*/ 5969502 h 5972979"/>
              <a:gd name="connsiteX5" fmla="*/ 12293081 w 14391257"/>
              <a:gd name="connsiteY5" fmla="*/ 1943101 h 5972979"/>
              <a:gd name="connsiteX6" fmla="*/ 13108421 w 14391257"/>
              <a:gd name="connsiteY6" fmla="*/ 1882141 h 5972979"/>
              <a:gd name="connsiteX7" fmla="*/ 13293206 w 14391257"/>
              <a:gd name="connsiteY7" fmla="*/ 2023111 h 5972979"/>
              <a:gd name="connsiteX8" fmla="*/ 13481801 w 14391257"/>
              <a:gd name="connsiteY8" fmla="*/ 2084071 h 5972979"/>
              <a:gd name="connsiteX9" fmla="*/ 13883756 w 14391257"/>
              <a:gd name="connsiteY9" fmla="*/ 1386841 h 5972979"/>
              <a:gd name="connsiteX10" fmla="*/ 14259041 w 14391257"/>
              <a:gd name="connsiteY10" fmla="*/ 781051 h 5972979"/>
              <a:gd name="connsiteX11" fmla="*/ 14388581 w 14391257"/>
              <a:gd name="connsiteY11" fmla="*/ 548641 h 5972979"/>
              <a:gd name="connsiteX12" fmla="*/ 14159981 w 14391257"/>
              <a:gd name="connsiteY12" fmla="*/ 457201 h 5972979"/>
              <a:gd name="connsiteX13" fmla="*/ 14099021 w 14391257"/>
              <a:gd name="connsiteY13" fmla="*/ 1 h 5972979"/>
              <a:gd name="connsiteX14" fmla="*/ 3708770 w 14391257"/>
              <a:gd name="connsiteY14" fmla="*/ 362476 h 5972979"/>
              <a:gd name="connsiteX0" fmla="*/ 3708770 w 14391257"/>
              <a:gd name="connsiteY0" fmla="*/ 362476 h 5972397"/>
              <a:gd name="connsiteX1" fmla="*/ 1993022 w 14391257"/>
              <a:gd name="connsiteY1" fmla="*/ 718188 h 5972397"/>
              <a:gd name="connsiteX2" fmla="*/ 1469093 w 14391257"/>
              <a:gd name="connsiteY2" fmla="*/ 1087175 h 5972397"/>
              <a:gd name="connsiteX3" fmla="*/ 732945 w 14391257"/>
              <a:gd name="connsiteY3" fmla="*/ 1171734 h 5972397"/>
              <a:gd name="connsiteX4" fmla="*/ 13018224 w 14391257"/>
              <a:gd name="connsiteY4" fmla="*/ 5969502 h 5972397"/>
              <a:gd name="connsiteX5" fmla="*/ 13108421 w 14391257"/>
              <a:gd name="connsiteY5" fmla="*/ 1882141 h 5972397"/>
              <a:gd name="connsiteX6" fmla="*/ 13293206 w 14391257"/>
              <a:gd name="connsiteY6" fmla="*/ 2023111 h 5972397"/>
              <a:gd name="connsiteX7" fmla="*/ 13481801 w 14391257"/>
              <a:gd name="connsiteY7" fmla="*/ 2084071 h 5972397"/>
              <a:gd name="connsiteX8" fmla="*/ 13883756 w 14391257"/>
              <a:gd name="connsiteY8" fmla="*/ 1386841 h 5972397"/>
              <a:gd name="connsiteX9" fmla="*/ 14259041 w 14391257"/>
              <a:gd name="connsiteY9" fmla="*/ 781051 h 5972397"/>
              <a:gd name="connsiteX10" fmla="*/ 14388581 w 14391257"/>
              <a:gd name="connsiteY10" fmla="*/ 548641 h 5972397"/>
              <a:gd name="connsiteX11" fmla="*/ 14159981 w 14391257"/>
              <a:gd name="connsiteY11" fmla="*/ 457201 h 5972397"/>
              <a:gd name="connsiteX12" fmla="*/ 14099021 w 14391257"/>
              <a:gd name="connsiteY12" fmla="*/ 1 h 5972397"/>
              <a:gd name="connsiteX13" fmla="*/ 3708770 w 14391257"/>
              <a:gd name="connsiteY13" fmla="*/ 362476 h 5972397"/>
              <a:gd name="connsiteX0" fmla="*/ 3708770 w 14391257"/>
              <a:gd name="connsiteY0" fmla="*/ 362476 h 5973767"/>
              <a:gd name="connsiteX1" fmla="*/ 1993022 w 14391257"/>
              <a:gd name="connsiteY1" fmla="*/ 718188 h 5973767"/>
              <a:gd name="connsiteX2" fmla="*/ 1469093 w 14391257"/>
              <a:gd name="connsiteY2" fmla="*/ 1087175 h 5973767"/>
              <a:gd name="connsiteX3" fmla="*/ 732945 w 14391257"/>
              <a:gd name="connsiteY3" fmla="*/ 1171734 h 5973767"/>
              <a:gd name="connsiteX4" fmla="*/ 13018224 w 14391257"/>
              <a:gd name="connsiteY4" fmla="*/ 5969502 h 5973767"/>
              <a:gd name="connsiteX5" fmla="*/ 13293206 w 14391257"/>
              <a:gd name="connsiteY5" fmla="*/ 2023111 h 5973767"/>
              <a:gd name="connsiteX6" fmla="*/ 13481801 w 14391257"/>
              <a:gd name="connsiteY6" fmla="*/ 2084071 h 5973767"/>
              <a:gd name="connsiteX7" fmla="*/ 13883756 w 14391257"/>
              <a:gd name="connsiteY7" fmla="*/ 1386841 h 5973767"/>
              <a:gd name="connsiteX8" fmla="*/ 14259041 w 14391257"/>
              <a:gd name="connsiteY8" fmla="*/ 781051 h 5973767"/>
              <a:gd name="connsiteX9" fmla="*/ 14388581 w 14391257"/>
              <a:gd name="connsiteY9" fmla="*/ 548641 h 5973767"/>
              <a:gd name="connsiteX10" fmla="*/ 14159981 w 14391257"/>
              <a:gd name="connsiteY10" fmla="*/ 457201 h 5973767"/>
              <a:gd name="connsiteX11" fmla="*/ 14099021 w 14391257"/>
              <a:gd name="connsiteY11" fmla="*/ 1 h 5973767"/>
              <a:gd name="connsiteX12" fmla="*/ 3708770 w 14391257"/>
              <a:gd name="connsiteY12" fmla="*/ 362476 h 5973767"/>
              <a:gd name="connsiteX0" fmla="*/ 3708770 w 14391257"/>
              <a:gd name="connsiteY0" fmla="*/ 362476 h 5974630"/>
              <a:gd name="connsiteX1" fmla="*/ 1993022 w 14391257"/>
              <a:gd name="connsiteY1" fmla="*/ 718188 h 5974630"/>
              <a:gd name="connsiteX2" fmla="*/ 1469093 w 14391257"/>
              <a:gd name="connsiteY2" fmla="*/ 1087175 h 5974630"/>
              <a:gd name="connsiteX3" fmla="*/ 732945 w 14391257"/>
              <a:gd name="connsiteY3" fmla="*/ 1171734 h 5974630"/>
              <a:gd name="connsiteX4" fmla="*/ 13018224 w 14391257"/>
              <a:gd name="connsiteY4" fmla="*/ 5969502 h 5974630"/>
              <a:gd name="connsiteX5" fmla="*/ 13481801 w 14391257"/>
              <a:gd name="connsiteY5" fmla="*/ 2084071 h 5974630"/>
              <a:gd name="connsiteX6" fmla="*/ 13883756 w 14391257"/>
              <a:gd name="connsiteY6" fmla="*/ 1386841 h 5974630"/>
              <a:gd name="connsiteX7" fmla="*/ 14259041 w 14391257"/>
              <a:gd name="connsiteY7" fmla="*/ 781051 h 5974630"/>
              <a:gd name="connsiteX8" fmla="*/ 14388581 w 14391257"/>
              <a:gd name="connsiteY8" fmla="*/ 548641 h 5974630"/>
              <a:gd name="connsiteX9" fmla="*/ 14159981 w 14391257"/>
              <a:gd name="connsiteY9" fmla="*/ 457201 h 5974630"/>
              <a:gd name="connsiteX10" fmla="*/ 14099021 w 14391257"/>
              <a:gd name="connsiteY10" fmla="*/ 1 h 5974630"/>
              <a:gd name="connsiteX11" fmla="*/ 3708770 w 14391257"/>
              <a:gd name="connsiteY11" fmla="*/ 362476 h 5974630"/>
              <a:gd name="connsiteX0" fmla="*/ 3708770 w 14391257"/>
              <a:gd name="connsiteY0" fmla="*/ 362476 h 5969757"/>
              <a:gd name="connsiteX1" fmla="*/ 1993022 w 14391257"/>
              <a:gd name="connsiteY1" fmla="*/ 718188 h 5969757"/>
              <a:gd name="connsiteX2" fmla="*/ 1469093 w 14391257"/>
              <a:gd name="connsiteY2" fmla="*/ 1087175 h 5969757"/>
              <a:gd name="connsiteX3" fmla="*/ 732945 w 14391257"/>
              <a:gd name="connsiteY3" fmla="*/ 1171734 h 5969757"/>
              <a:gd name="connsiteX4" fmla="*/ 13018224 w 14391257"/>
              <a:gd name="connsiteY4" fmla="*/ 5969502 h 5969757"/>
              <a:gd name="connsiteX5" fmla="*/ 13883756 w 14391257"/>
              <a:gd name="connsiteY5" fmla="*/ 1386841 h 5969757"/>
              <a:gd name="connsiteX6" fmla="*/ 14259041 w 14391257"/>
              <a:gd name="connsiteY6" fmla="*/ 781051 h 5969757"/>
              <a:gd name="connsiteX7" fmla="*/ 14388581 w 14391257"/>
              <a:gd name="connsiteY7" fmla="*/ 548641 h 5969757"/>
              <a:gd name="connsiteX8" fmla="*/ 14159981 w 14391257"/>
              <a:gd name="connsiteY8" fmla="*/ 457201 h 5969757"/>
              <a:gd name="connsiteX9" fmla="*/ 14099021 w 14391257"/>
              <a:gd name="connsiteY9" fmla="*/ 1 h 5969757"/>
              <a:gd name="connsiteX10" fmla="*/ 3708770 w 14391257"/>
              <a:gd name="connsiteY10" fmla="*/ 362476 h 5969757"/>
              <a:gd name="connsiteX0" fmla="*/ 14159981 w 14441528"/>
              <a:gd name="connsiteY0" fmla="*/ 457201 h 5969757"/>
              <a:gd name="connsiteX1" fmla="*/ 14099021 w 14441528"/>
              <a:gd name="connsiteY1" fmla="*/ 1 h 5969757"/>
              <a:gd name="connsiteX2" fmla="*/ 3708770 w 14441528"/>
              <a:gd name="connsiteY2" fmla="*/ 362476 h 5969757"/>
              <a:gd name="connsiteX3" fmla="*/ 1993022 w 14441528"/>
              <a:gd name="connsiteY3" fmla="*/ 718188 h 5969757"/>
              <a:gd name="connsiteX4" fmla="*/ 1469093 w 14441528"/>
              <a:gd name="connsiteY4" fmla="*/ 1087175 h 5969757"/>
              <a:gd name="connsiteX5" fmla="*/ 732945 w 14441528"/>
              <a:gd name="connsiteY5" fmla="*/ 1171734 h 5969757"/>
              <a:gd name="connsiteX6" fmla="*/ 13018224 w 14441528"/>
              <a:gd name="connsiteY6" fmla="*/ 5969502 h 5969757"/>
              <a:gd name="connsiteX7" fmla="*/ 13883756 w 14441528"/>
              <a:gd name="connsiteY7" fmla="*/ 1386841 h 5969757"/>
              <a:gd name="connsiteX8" fmla="*/ 14259041 w 14441528"/>
              <a:gd name="connsiteY8" fmla="*/ 781051 h 5969757"/>
              <a:gd name="connsiteX9" fmla="*/ 14388581 w 14441528"/>
              <a:gd name="connsiteY9" fmla="*/ 548641 h 5969757"/>
              <a:gd name="connsiteX10" fmla="*/ 14441528 w 14441528"/>
              <a:gd name="connsiteY10" fmla="*/ 641947 h 5969757"/>
              <a:gd name="connsiteX0" fmla="*/ 14316396 w 14441528"/>
              <a:gd name="connsiteY0" fmla="*/ 380223 h 5969757"/>
              <a:gd name="connsiteX1" fmla="*/ 14099021 w 14441528"/>
              <a:gd name="connsiteY1" fmla="*/ 1 h 5969757"/>
              <a:gd name="connsiteX2" fmla="*/ 3708770 w 14441528"/>
              <a:gd name="connsiteY2" fmla="*/ 362476 h 5969757"/>
              <a:gd name="connsiteX3" fmla="*/ 1993022 w 14441528"/>
              <a:gd name="connsiteY3" fmla="*/ 718188 h 5969757"/>
              <a:gd name="connsiteX4" fmla="*/ 1469093 w 14441528"/>
              <a:gd name="connsiteY4" fmla="*/ 1087175 h 5969757"/>
              <a:gd name="connsiteX5" fmla="*/ 732945 w 14441528"/>
              <a:gd name="connsiteY5" fmla="*/ 1171734 h 5969757"/>
              <a:gd name="connsiteX6" fmla="*/ 13018224 w 14441528"/>
              <a:gd name="connsiteY6" fmla="*/ 5969502 h 5969757"/>
              <a:gd name="connsiteX7" fmla="*/ 13883756 w 14441528"/>
              <a:gd name="connsiteY7" fmla="*/ 1386841 h 5969757"/>
              <a:gd name="connsiteX8" fmla="*/ 14259041 w 14441528"/>
              <a:gd name="connsiteY8" fmla="*/ 781051 h 5969757"/>
              <a:gd name="connsiteX9" fmla="*/ 14388581 w 14441528"/>
              <a:gd name="connsiteY9" fmla="*/ 548641 h 5969757"/>
              <a:gd name="connsiteX10" fmla="*/ 14441528 w 14441528"/>
              <a:gd name="connsiteY10" fmla="*/ 641947 h 5969757"/>
              <a:gd name="connsiteX0" fmla="*/ 14099021 w 14441528"/>
              <a:gd name="connsiteY0" fmla="*/ 1 h 5969757"/>
              <a:gd name="connsiteX1" fmla="*/ 3708770 w 14441528"/>
              <a:gd name="connsiteY1" fmla="*/ 362476 h 5969757"/>
              <a:gd name="connsiteX2" fmla="*/ 1993022 w 14441528"/>
              <a:gd name="connsiteY2" fmla="*/ 718188 h 5969757"/>
              <a:gd name="connsiteX3" fmla="*/ 1469093 w 14441528"/>
              <a:gd name="connsiteY3" fmla="*/ 1087175 h 5969757"/>
              <a:gd name="connsiteX4" fmla="*/ 732945 w 14441528"/>
              <a:gd name="connsiteY4" fmla="*/ 1171734 h 5969757"/>
              <a:gd name="connsiteX5" fmla="*/ 13018224 w 14441528"/>
              <a:gd name="connsiteY5" fmla="*/ 5969502 h 5969757"/>
              <a:gd name="connsiteX6" fmla="*/ 13883756 w 14441528"/>
              <a:gd name="connsiteY6" fmla="*/ 1386841 h 5969757"/>
              <a:gd name="connsiteX7" fmla="*/ 14259041 w 14441528"/>
              <a:gd name="connsiteY7" fmla="*/ 781051 h 5969757"/>
              <a:gd name="connsiteX8" fmla="*/ 14388581 w 14441528"/>
              <a:gd name="connsiteY8" fmla="*/ 548641 h 5969757"/>
              <a:gd name="connsiteX9" fmla="*/ 14441528 w 14441528"/>
              <a:gd name="connsiteY9" fmla="*/ 641947 h 5969757"/>
              <a:gd name="connsiteX0" fmla="*/ 3708770 w 14441528"/>
              <a:gd name="connsiteY0" fmla="*/ 0 h 5607281"/>
              <a:gd name="connsiteX1" fmla="*/ 1993022 w 14441528"/>
              <a:gd name="connsiteY1" fmla="*/ 355712 h 5607281"/>
              <a:gd name="connsiteX2" fmla="*/ 1469093 w 14441528"/>
              <a:gd name="connsiteY2" fmla="*/ 724699 h 5607281"/>
              <a:gd name="connsiteX3" fmla="*/ 732945 w 14441528"/>
              <a:gd name="connsiteY3" fmla="*/ 809258 h 5607281"/>
              <a:gd name="connsiteX4" fmla="*/ 13018224 w 14441528"/>
              <a:gd name="connsiteY4" fmla="*/ 5607026 h 5607281"/>
              <a:gd name="connsiteX5" fmla="*/ 13883756 w 14441528"/>
              <a:gd name="connsiteY5" fmla="*/ 1024365 h 5607281"/>
              <a:gd name="connsiteX6" fmla="*/ 14259041 w 14441528"/>
              <a:gd name="connsiteY6" fmla="*/ 418575 h 5607281"/>
              <a:gd name="connsiteX7" fmla="*/ 14388581 w 14441528"/>
              <a:gd name="connsiteY7" fmla="*/ 186165 h 5607281"/>
              <a:gd name="connsiteX8" fmla="*/ 14441528 w 14441528"/>
              <a:gd name="connsiteY8" fmla="*/ 279471 h 5607281"/>
              <a:gd name="connsiteX0" fmla="*/ 3708770 w 16700861"/>
              <a:gd name="connsiteY0" fmla="*/ 0 h 6585306"/>
              <a:gd name="connsiteX1" fmla="*/ 1993022 w 16700861"/>
              <a:gd name="connsiteY1" fmla="*/ 355712 h 6585306"/>
              <a:gd name="connsiteX2" fmla="*/ 1469093 w 16700861"/>
              <a:gd name="connsiteY2" fmla="*/ 724699 h 6585306"/>
              <a:gd name="connsiteX3" fmla="*/ 732945 w 16700861"/>
              <a:gd name="connsiteY3" fmla="*/ 809258 h 6585306"/>
              <a:gd name="connsiteX4" fmla="*/ 13018224 w 16700861"/>
              <a:gd name="connsiteY4" fmla="*/ 5607026 h 6585306"/>
              <a:gd name="connsiteX5" fmla="*/ 16694971 w 16700861"/>
              <a:gd name="connsiteY5" fmla="*/ 6198563 h 6585306"/>
              <a:gd name="connsiteX6" fmla="*/ 13883756 w 16700861"/>
              <a:gd name="connsiteY6" fmla="*/ 1024365 h 6585306"/>
              <a:gd name="connsiteX7" fmla="*/ 14259041 w 16700861"/>
              <a:gd name="connsiteY7" fmla="*/ 418575 h 6585306"/>
              <a:gd name="connsiteX8" fmla="*/ 14388581 w 16700861"/>
              <a:gd name="connsiteY8" fmla="*/ 186165 h 6585306"/>
              <a:gd name="connsiteX9" fmla="*/ 14441528 w 16700861"/>
              <a:gd name="connsiteY9" fmla="*/ 279471 h 6585306"/>
              <a:gd name="connsiteX0" fmla="*/ 3708770 w 16724062"/>
              <a:gd name="connsiteY0" fmla="*/ 0 h 6585306"/>
              <a:gd name="connsiteX1" fmla="*/ 1993022 w 16724062"/>
              <a:gd name="connsiteY1" fmla="*/ 355712 h 6585306"/>
              <a:gd name="connsiteX2" fmla="*/ 1469093 w 16724062"/>
              <a:gd name="connsiteY2" fmla="*/ 724699 h 6585306"/>
              <a:gd name="connsiteX3" fmla="*/ 732945 w 16724062"/>
              <a:gd name="connsiteY3" fmla="*/ 809258 h 6585306"/>
              <a:gd name="connsiteX4" fmla="*/ 13018224 w 16724062"/>
              <a:gd name="connsiteY4" fmla="*/ 5607026 h 6585306"/>
              <a:gd name="connsiteX5" fmla="*/ 16694971 w 16724062"/>
              <a:gd name="connsiteY5" fmla="*/ 6198563 h 6585306"/>
              <a:gd name="connsiteX6" fmla="*/ 16014911 w 16724062"/>
              <a:gd name="connsiteY6" fmla="*/ 4860420 h 6585306"/>
              <a:gd name="connsiteX7" fmla="*/ 14259041 w 16724062"/>
              <a:gd name="connsiteY7" fmla="*/ 418575 h 6585306"/>
              <a:gd name="connsiteX8" fmla="*/ 14388581 w 16724062"/>
              <a:gd name="connsiteY8" fmla="*/ 186165 h 6585306"/>
              <a:gd name="connsiteX9" fmla="*/ 14441528 w 16724062"/>
              <a:gd name="connsiteY9" fmla="*/ 279471 h 6585306"/>
              <a:gd name="connsiteX0" fmla="*/ 3708770 w 17074234"/>
              <a:gd name="connsiteY0" fmla="*/ 173353 h 6758659"/>
              <a:gd name="connsiteX1" fmla="*/ 1993022 w 17074234"/>
              <a:gd name="connsiteY1" fmla="*/ 529065 h 6758659"/>
              <a:gd name="connsiteX2" fmla="*/ 1469093 w 17074234"/>
              <a:gd name="connsiteY2" fmla="*/ 898052 h 6758659"/>
              <a:gd name="connsiteX3" fmla="*/ 732945 w 17074234"/>
              <a:gd name="connsiteY3" fmla="*/ 982611 h 6758659"/>
              <a:gd name="connsiteX4" fmla="*/ 13018224 w 17074234"/>
              <a:gd name="connsiteY4" fmla="*/ 5780379 h 6758659"/>
              <a:gd name="connsiteX5" fmla="*/ 16694971 w 17074234"/>
              <a:gd name="connsiteY5" fmla="*/ 6371916 h 6758659"/>
              <a:gd name="connsiteX6" fmla="*/ 16014911 w 17074234"/>
              <a:gd name="connsiteY6" fmla="*/ 5033773 h 6758659"/>
              <a:gd name="connsiteX7" fmla="*/ 17035405 w 17074234"/>
              <a:gd name="connsiteY7" fmla="*/ 5351715 h 6758659"/>
              <a:gd name="connsiteX8" fmla="*/ 14388581 w 17074234"/>
              <a:gd name="connsiteY8" fmla="*/ 359518 h 6758659"/>
              <a:gd name="connsiteX9" fmla="*/ 14441528 w 17074234"/>
              <a:gd name="connsiteY9" fmla="*/ 452824 h 6758659"/>
              <a:gd name="connsiteX0" fmla="*/ 3708770 w 20424398"/>
              <a:gd name="connsiteY0" fmla="*/ 0 h 6585306"/>
              <a:gd name="connsiteX1" fmla="*/ 1993022 w 20424398"/>
              <a:gd name="connsiteY1" fmla="*/ 355712 h 6585306"/>
              <a:gd name="connsiteX2" fmla="*/ 1469093 w 20424398"/>
              <a:gd name="connsiteY2" fmla="*/ 724699 h 6585306"/>
              <a:gd name="connsiteX3" fmla="*/ 732945 w 20424398"/>
              <a:gd name="connsiteY3" fmla="*/ 809258 h 6585306"/>
              <a:gd name="connsiteX4" fmla="*/ 13018224 w 20424398"/>
              <a:gd name="connsiteY4" fmla="*/ 5607026 h 6585306"/>
              <a:gd name="connsiteX5" fmla="*/ 16694971 w 20424398"/>
              <a:gd name="connsiteY5" fmla="*/ 6198563 h 6585306"/>
              <a:gd name="connsiteX6" fmla="*/ 16014911 w 20424398"/>
              <a:gd name="connsiteY6" fmla="*/ 4860420 h 6585306"/>
              <a:gd name="connsiteX7" fmla="*/ 17035405 w 20424398"/>
              <a:gd name="connsiteY7" fmla="*/ 5178362 h 6585306"/>
              <a:gd name="connsiteX8" fmla="*/ 14388581 w 20424398"/>
              <a:gd name="connsiteY8" fmla="*/ 186165 h 6585306"/>
              <a:gd name="connsiteX9" fmla="*/ 20424398 w 20424398"/>
              <a:gd name="connsiteY9" fmla="*/ 3486875 h 6585306"/>
              <a:gd name="connsiteX0" fmla="*/ 3708770 w 20424398"/>
              <a:gd name="connsiteY0" fmla="*/ 0 h 6585306"/>
              <a:gd name="connsiteX1" fmla="*/ 1993022 w 20424398"/>
              <a:gd name="connsiteY1" fmla="*/ 355712 h 6585306"/>
              <a:gd name="connsiteX2" fmla="*/ 1469093 w 20424398"/>
              <a:gd name="connsiteY2" fmla="*/ 724699 h 6585306"/>
              <a:gd name="connsiteX3" fmla="*/ 732945 w 20424398"/>
              <a:gd name="connsiteY3" fmla="*/ 809258 h 6585306"/>
              <a:gd name="connsiteX4" fmla="*/ 13018224 w 20424398"/>
              <a:gd name="connsiteY4" fmla="*/ 5607026 h 6585306"/>
              <a:gd name="connsiteX5" fmla="*/ 16694971 w 20424398"/>
              <a:gd name="connsiteY5" fmla="*/ 6198563 h 6585306"/>
              <a:gd name="connsiteX6" fmla="*/ 16014911 w 20424398"/>
              <a:gd name="connsiteY6" fmla="*/ 4860420 h 6585306"/>
              <a:gd name="connsiteX7" fmla="*/ 17035405 w 20424398"/>
              <a:gd name="connsiteY7" fmla="*/ 5178362 h 6585306"/>
              <a:gd name="connsiteX8" fmla="*/ 19217891 w 20424398"/>
              <a:gd name="connsiteY8" fmla="*/ 4022220 h 6585306"/>
              <a:gd name="connsiteX9" fmla="*/ 20424398 w 20424398"/>
              <a:gd name="connsiteY9" fmla="*/ 3486875 h 6585306"/>
              <a:gd name="connsiteX0" fmla="*/ 3708770 w 19759635"/>
              <a:gd name="connsiteY0" fmla="*/ 0 h 6585306"/>
              <a:gd name="connsiteX1" fmla="*/ 1993022 w 19759635"/>
              <a:gd name="connsiteY1" fmla="*/ 355712 h 6585306"/>
              <a:gd name="connsiteX2" fmla="*/ 1469093 w 19759635"/>
              <a:gd name="connsiteY2" fmla="*/ 724699 h 6585306"/>
              <a:gd name="connsiteX3" fmla="*/ 732945 w 19759635"/>
              <a:gd name="connsiteY3" fmla="*/ 809258 h 6585306"/>
              <a:gd name="connsiteX4" fmla="*/ 13018224 w 19759635"/>
              <a:gd name="connsiteY4" fmla="*/ 5607026 h 6585306"/>
              <a:gd name="connsiteX5" fmla="*/ 16694971 w 19759635"/>
              <a:gd name="connsiteY5" fmla="*/ 6198563 h 6585306"/>
              <a:gd name="connsiteX6" fmla="*/ 16014911 w 19759635"/>
              <a:gd name="connsiteY6" fmla="*/ 4860420 h 6585306"/>
              <a:gd name="connsiteX7" fmla="*/ 17035405 w 19759635"/>
              <a:gd name="connsiteY7" fmla="*/ 5178362 h 6585306"/>
              <a:gd name="connsiteX8" fmla="*/ 19217891 w 19759635"/>
              <a:gd name="connsiteY8" fmla="*/ 4022220 h 6585306"/>
              <a:gd name="connsiteX9" fmla="*/ 19759635 w 19759635"/>
              <a:gd name="connsiteY9" fmla="*/ 2383528 h 6585306"/>
              <a:gd name="connsiteX0" fmla="*/ 3708770 w 19759635"/>
              <a:gd name="connsiteY0" fmla="*/ 0 h 6585306"/>
              <a:gd name="connsiteX1" fmla="*/ 1993022 w 19759635"/>
              <a:gd name="connsiteY1" fmla="*/ 355712 h 6585306"/>
              <a:gd name="connsiteX2" fmla="*/ 1469093 w 19759635"/>
              <a:gd name="connsiteY2" fmla="*/ 724699 h 6585306"/>
              <a:gd name="connsiteX3" fmla="*/ 732945 w 19759635"/>
              <a:gd name="connsiteY3" fmla="*/ 809258 h 6585306"/>
              <a:gd name="connsiteX4" fmla="*/ 13018224 w 19759635"/>
              <a:gd name="connsiteY4" fmla="*/ 5607026 h 6585306"/>
              <a:gd name="connsiteX5" fmla="*/ 16694971 w 19759635"/>
              <a:gd name="connsiteY5" fmla="*/ 6198563 h 6585306"/>
              <a:gd name="connsiteX6" fmla="*/ 16014911 w 19759635"/>
              <a:gd name="connsiteY6" fmla="*/ 4860420 h 6585306"/>
              <a:gd name="connsiteX7" fmla="*/ 17035405 w 19759635"/>
              <a:gd name="connsiteY7" fmla="*/ 5178362 h 6585306"/>
              <a:gd name="connsiteX8" fmla="*/ 19335203 w 19759635"/>
              <a:gd name="connsiteY8" fmla="*/ 4086368 h 6585306"/>
              <a:gd name="connsiteX9" fmla="*/ 19759635 w 19759635"/>
              <a:gd name="connsiteY9" fmla="*/ 2383528 h 6585306"/>
              <a:gd name="connsiteX0" fmla="*/ 3582523 w 19633388"/>
              <a:gd name="connsiteY0" fmla="*/ 0 h 6585306"/>
              <a:gd name="connsiteX1" fmla="*/ 1866775 w 19633388"/>
              <a:gd name="connsiteY1" fmla="*/ 355712 h 6585306"/>
              <a:gd name="connsiteX2" fmla="*/ 1342846 w 19633388"/>
              <a:gd name="connsiteY2" fmla="*/ 724699 h 6585306"/>
              <a:gd name="connsiteX3" fmla="*/ 606698 w 19633388"/>
              <a:gd name="connsiteY3" fmla="*/ 809258 h 6585306"/>
              <a:gd name="connsiteX4" fmla="*/ 12891977 w 19633388"/>
              <a:gd name="connsiteY4" fmla="*/ 5607026 h 6585306"/>
              <a:gd name="connsiteX5" fmla="*/ 16568724 w 19633388"/>
              <a:gd name="connsiteY5" fmla="*/ 6198563 h 6585306"/>
              <a:gd name="connsiteX6" fmla="*/ 15888664 w 19633388"/>
              <a:gd name="connsiteY6" fmla="*/ 4860420 h 6585306"/>
              <a:gd name="connsiteX7" fmla="*/ 16909158 w 19633388"/>
              <a:gd name="connsiteY7" fmla="*/ 5178362 h 6585306"/>
              <a:gd name="connsiteX8" fmla="*/ 19208956 w 19633388"/>
              <a:gd name="connsiteY8" fmla="*/ 4086368 h 6585306"/>
              <a:gd name="connsiteX9" fmla="*/ 19633388 w 19633388"/>
              <a:gd name="connsiteY9" fmla="*/ 2383528 h 6585306"/>
              <a:gd name="connsiteX0" fmla="*/ 3049278 w 19100143"/>
              <a:gd name="connsiteY0" fmla="*/ 0 h 6585306"/>
              <a:gd name="connsiteX1" fmla="*/ 1333530 w 19100143"/>
              <a:gd name="connsiteY1" fmla="*/ 355712 h 6585306"/>
              <a:gd name="connsiteX2" fmla="*/ 809601 w 19100143"/>
              <a:gd name="connsiteY2" fmla="*/ 724699 h 6585306"/>
              <a:gd name="connsiteX3" fmla="*/ 73453 w 19100143"/>
              <a:gd name="connsiteY3" fmla="*/ 809258 h 6585306"/>
              <a:gd name="connsiteX4" fmla="*/ 12358732 w 19100143"/>
              <a:gd name="connsiteY4" fmla="*/ 5607026 h 6585306"/>
              <a:gd name="connsiteX5" fmla="*/ 16035479 w 19100143"/>
              <a:gd name="connsiteY5" fmla="*/ 6198563 h 6585306"/>
              <a:gd name="connsiteX6" fmla="*/ 15355419 w 19100143"/>
              <a:gd name="connsiteY6" fmla="*/ 4860420 h 6585306"/>
              <a:gd name="connsiteX7" fmla="*/ 16375913 w 19100143"/>
              <a:gd name="connsiteY7" fmla="*/ 5178362 h 6585306"/>
              <a:gd name="connsiteX8" fmla="*/ 18675711 w 19100143"/>
              <a:gd name="connsiteY8" fmla="*/ 4086368 h 6585306"/>
              <a:gd name="connsiteX9" fmla="*/ 19100143 w 19100143"/>
              <a:gd name="connsiteY9" fmla="*/ 2383528 h 6585306"/>
              <a:gd name="connsiteX0" fmla="*/ 3001005 w 19051870"/>
              <a:gd name="connsiteY0" fmla="*/ 0 h 6585306"/>
              <a:gd name="connsiteX1" fmla="*/ 1285257 w 19051870"/>
              <a:gd name="connsiteY1" fmla="*/ 355712 h 6585306"/>
              <a:gd name="connsiteX2" fmla="*/ 761328 w 19051870"/>
              <a:gd name="connsiteY2" fmla="*/ 724699 h 6585306"/>
              <a:gd name="connsiteX3" fmla="*/ 25180 w 19051870"/>
              <a:gd name="connsiteY3" fmla="*/ 809258 h 6585306"/>
              <a:gd name="connsiteX4" fmla="*/ 12310459 w 19051870"/>
              <a:gd name="connsiteY4" fmla="*/ 5607026 h 6585306"/>
              <a:gd name="connsiteX5" fmla="*/ 15987206 w 19051870"/>
              <a:gd name="connsiteY5" fmla="*/ 6198563 h 6585306"/>
              <a:gd name="connsiteX6" fmla="*/ 15307146 w 19051870"/>
              <a:gd name="connsiteY6" fmla="*/ 4860420 h 6585306"/>
              <a:gd name="connsiteX7" fmla="*/ 16327640 w 19051870"/>
              <a:gd name="connsiteY7" fmla="*/ 5178362 h 6585306"/>
              <a:gd name="connsiteX8" fmla="*/ 18627438 w 19051870"/>
              <a:gd name="connsiteY8" fmla="*/ 4086368 h 6585306"/>
              <a:gd name="connsiteX9" fmla="*/ 19051870 w 19051870"/>
              <a:gd name="connsiteY9" fmla="*/ 2383528 h 6585306"/>
              <a:gd name="connsiteX0" fmla="*/ 2989098 w 19039963"/>
              <a:gd name="connsiteY0" fmla="*/ 0 h 6585306"/>
              <a:gd name="connsiteX1" fmla="*/ 1273350 w 19039963"/>
              <a:gd name="connsiteY1" fmla="*/ 355712 h 6585306"/>
              <a:gd name="connsiteX2" fmla="*/ 749421 w 19039963"/>
              <a:gd name="connsiteY2" fmla="*/ 724699 h 6585306"/>
              <a:gd name="connsiteX3" fmla="*/ 13273 w 19039963"/>
              <a:gd name="connsiteY3" fmla="*/ 809258 h 6585306"/>
              <a:gd name="connsiteX4" fmla="*/ 12298552 w 19039963"/>
              <a:gd name="connsiteY4" fmla="*/ 5607026 h 6585306"/>
              <a:gd name="connsiteX5" fmla="*/ 15975299 w 19039963"/>
              <a:gd name="connsiteY5" fmla="*/ 6198563 h 6585306"/>
              <a:gd name="connsiteX6" fmla="*/ 15295239 w 19039963"/>
              <a:gd name="connsiteY6" fmla="*/ 4860420 h 6585306"/>
              <a:gd name="connsiteX7" fmla="*/ 16315733 w 19039963"/>
              <a:gd name="connsiteY7" fmla="*/ 5178362 h 6585306"/>
              <a:gd name="connsiteX8" fmla="*/ 18615531 w 19039963"/>
              <a:gd name="connsiteY8" fmla="*/ 4086368 h 6585306"/>
              <a:gd name="connsiteX9" fmla="*/ 19039963 w 19039963"/>
              <a:gd name="connsiteY9" fmla="*/ 2383528 h 6585306"/>
              <a:gd name="connsiteX0" fmla="*/ 2990893 w 19041758"/>
              <a:gd name="connsiteY0" fmla="*/ 0 h 6555283"/>
              <a:gd name="connsiteX1" fmla="*/ 1275145 w 19041758"/>
              <a:gd name="connsiteY1" fmla="*/ 355712 h 6555283"/>
              <a:gd name="connsiteX2" fmla="*/ 751216 w 19041758"/>
              <a:gd name="connsiteY2" fmla="*/ 724699 h 6555283"/>
              <a:gd name="connsiteX3" fmla="*/ 15068 w 19041758"/>
              <a:gd name="connsiteY3" fmla="*/ 809258 h 6555283"/>
              <a:gd name="connsiteX4" fmla="*/ 1860647 w 19041758"/>
              <a:gd name="connsiteY4" fmla="*/ 1592731 h 6555283"/>
              <a:gd name="connsiteX5" fmla="*/ 12300347 w 19041758"/>
              <a:gd name="connsiteY5" fmla="*/ 5607026 h 6555283"/>
              <a:gd name="connsiteX6" fmla="*/ 15977094 w 19041758"/>
              <a:gd name="connsiteY6" fmla="*/ 6198563 h 6555283"/>
              <a:gd name="connsiteX7" fmla="*/ 15297034 w 19041758"/>
              <a:gd name="connsiteY7" fmla="*/ 4860420 h 6555283"/>
              <a:gd name="connsiteX8" fmla="*/ 16317528 w 19041758"/>
              <a:gd name="connsiteY8" fmla="*/ 5178362 h 6555283"/>
              <a:gd name="connsiteX9" fmla="*/ 18617326 w 19041758"/>
              <a:gd name="connsiteY9" fmla="*/ 4086368 h 6555283"/>
              <a:gd name="connsiteX10" fmla="*/ 19041758 w 19041758"/>
              <a:gd name="connsiteY10" fmla="*/ 2383528 h 6555283"/>
              <a:gd name="connsiteX0" fmla="*/ 4552674 w 20603539"/>
              <a:gd name="connsiteY0" fmla="*/ 0 h 6521595"/>
              <a:gd name="connsiteX1" fmla="*/ 2836926 w 20603539"/>
              <a:gd name="connsiteY1" fmla="*/ 355712 h 6521595"/>
              <a:gd name="connsiteX2" fmla="*/ 2312997 w 20603539"/>
              <a:gd name="connsiteY2" fmla="*/ 724699 h 6521595"/>
              <a:gd name="connsiteX3" fmla="*/ 1576849 w 20603539"/>
              <a:gd name="connsiteY3" fmla="*/ 809258 h 6521595"/>
              <a:gd name="connsiteX4" fmla="*/ 782927 w 20603539"/>
              <a:gd name="connsiteY4" fmla="*/ 2580612 h 6521595"/>
              <a:gd name="connsiteX5" fmla="*/ 13862128 w 20603539"/>
              <a:gd name="connsiteY5" fmla="*/ 5607026 h 6521595"/>
              <a:gd name="connsiteX6" fmla="*/ 17538875 w 20603539"/>
              <a:gd name="connsiteY6" fmla="*/ 6198563 h 6521595"/>
              <a:gd name="connsiteX7" fmla="*/ 16858815 w 20603539"/>
              <a:gd name="connsiteY7" fmla="*/ 4860420 h 6521595"/>
              <a:gd name="connsiteX8" fmla="*/ 17879309 w 20603539"/>
              <a:gd name="connsiteY8" fmla="*/ 5178362 h 6521595"/>
              <a:gd name="connsiteX9" fmla="*/ 20179107 w 20603539"/>
              <a:gd name="connsiteY9" fmla="*/ 4086368 h 6521595"/>
              <a:gd name="connsiteX10" fmla="*/ 20603539 w 20603539"/>
              <a:gd name="connsiteY10" fmla="*/ 2383528 h 6521595"/>
              <a:gd name="connsiteX0" fmla="*/ 4978203 w 21029068"/>
              <a:gd name="connsiteY0" fmla="*/ 0 h 6521595"/>
              <a:gd name="connsiteX1" fmla="*/ 3262455 w 21029068"/>
              <a:gd name="connsiteY1" fmla="*/ 355712 h 6521595"/>
              <a:gd name="connsiteX2" fmla="*/ 2738526 w 21029068"/>
              <a:gd name="connsiteY2" fmla="*/ 724699 h 6521595"/>
              <a:gd name="connsiteX3" fmla="*/ 2002378 w 21029068"/>
              <a:gd name="connsiteY3" fmla="*/ 809258 h 6521595"/>
              <a:gd name="connsiteX4" fmla="*/ 1208456 w 21029068"/>
              <a:gd name="connsiteY4" fmla="*/ 2580612 h 6521595"/>
              <a:gd name="connsiteX5" fmla="*/ 14287657 w 21029068"/>
              <a:gd name="connsiteY5" fmla="*/ 5607026 h 6521595"/>
              <a:gd name="connsiteX6" fmla="*/ 17964404 w 21029068"/>
              <a:gd name="connsiteY6" fmla="*/ 6198563 h 6521595"/>
              <a:gd name="connsiteX7" fmla="*/ 17284344 w 21029068"/>
              <a:gd name="connsiteY7" fmla="*/ 4860420 h 6521595"/>
              <a:gd name="connsiteX8" fmla="*/ 18304838 w 21029068"/>
              <a:gd name="connsiteY8" fmla="*/ 5178362 h 6521595"/>
              <a:gd name="connsiteX9" fmla="*/ 20604636 w 21029068"/>
              <a:gd name="connsiteY9" fmla="*/ 4086368 h 6521595"/>
              <a:gd name="connsiteX10" fmla="*/ 21029068 w 21029068"/>
              <a:gd name="connsiteY10" fmla="*/ 2383528 h 6521595"/>
              <a:gd name="connsiteX0" fmla="*/ 4594010 w 20644875"/>
              <a:gd name="connsiteY0" fmla="*/ 0 h 6521595"/>
              <a:gd name="connsiteX1" fmla="*/ 2878262 w 20644875"/>
              <a:gd name="connsiteY1" fmla="*/ 355712 h 6521595"/>
              <a:gd name="connsiteX2" fmla="*/ 2354333 w 20644875"/>
              <a:gd name="connsiteY2" fmla="*/ 724699 h 6521595"/>
              <a:gd name="connsiteX3" fmla="*/ 1618185 w 20644875"/>
              <a:gd name="connsiteY3" fmla="*/ 809258 h 6521595"/>
              <a:gd name="connsiteX4" fmla="*/ 824263 w 20644875"/>
              <a:gd name="connsiteY4" fmla="*/ 2580612 h 6521595"/>
              <a:gd name="connsiteX5" fmla="*/ 13903464 w 20644875"/>
              <a:gd name="connsiteY5" fmla="*/ 5607026 h 6521595"/>
              <a:gd name="connsiteX6" fmla="*/ 17580211 w 20644875"/>
              <a:gd name="connsiteY6" fmla="*/ 6198563 h 6521595"/>
              <a:gd name="connsiteX7" fmla="*/ 16900151 w 20644875"/>
              <a:gd name="connsiteY7" fmla="*/ 4860420 h 6521595"/>
              <a:gd name="connsiteX8" fmla="*/ 17920645 w 20644875"/>
              <a:gd name="connsiteY8" fmla="*/ 5178362 h 6521595"/>
              <a:gd name="connsiteX9" fmla="*/ 20220443 w 20644875"/>
              <a:gd name="connsiteY9" fmla="*/ 4086368 h 6521595"/>
              <a:gd name="connsiteX10" fmla="*/ 20644875 w 20644875"/>
              <a:gd name="connsiteY10" fmla="*/ 2383528 h 6521595"/>
              <a:gd name="connsiteX0" fmla="*/ 4839326 w 20890191"/>
              <a:gd name="connsiteY0" fmla="*/ 0 h 6521595"/>
              <a:gd name="connsiteX1" fmla="*/ 3123578 w 20890191"/>
              <a:gd name="connsiteY1" fmla="*/ 355712 h 6521595"/>
              <a:gd name="connsiteX2" fmla="*/ 2599649 w 20890191"/>
              <a:gd name="connsiteY2" fmla="*/ 724699 h 6521595"/>
              <a:gd name="connsiteX3" fmla="*/ 1863501 w 20890191"/>
              <a:gd name="connsiteY3" fmla="*/ 809258 h 6521595"/>
              <a:gd name="connsiteX4" fmla="*/ 874061 w 20890191"/>
              <a:gd name="connsiteY4" fmla="*/ 1118035 h 6521595"/>
              <a:gd name="connsiteX5" fmla="*/ 1069579 w 20890191"/>
              <a:gd name="connsiteY5" fmla="*/ 2580612 h 6521595"/>
              <a:gd name="connsiteX6" fmla="*/ 14148780 w 20890191"/>
              <a:gd name="connsiteY6" fmla="*/ 5607026 h 6521595"/>
              <a:gd name="connsiteX7" fmla="*/ 17825527 w 20890191"/>
              <a:gd name="connsiteY7" fmla="*/ 6198563 h 6521595"/>
              <a:gd name="connsiteX8" fmla="*/ 17145467 w 20890191"/>
              <a:gd name="connsiteY8" fmla="*/ 4860420 h 6521595"/>
              <a:gd name="connsiteX9" fmla="*/ 18165961 w 20890191"/>
              <a:gd name="connsiteY9" fmla="*/ 5178362 h 6521595"/>
              <a:gd name="connsiteX10" fmla="*/ 20465759 w 20890191"/>
              <a:gd name="connsiteY10" fmla="*/ 4086368 h 6521595"/>
              <a:gd name="connsiteX11" fmla="*/ 20890191 w 20890191"/>
              <a:gd name="connsiteY11" fmla="*/ 2383528 h 6521595"/>
              <a:gd name="connsiteX0" fmla="*/ 5058408 w 21109273"/>
              <a:gd name="connsiteY0" fmla="*/ 0 h 6521595"/>
              <a:gd name="connsiteX1" fmla="*/ 3342660 w 21109273"/>
              <a:gd name="connsiteY1" fmla="*/ 355712 h 6521595"/>
              <a:gd name="connsiteX2" fmla="*/ 2818731 w 21109273"/>
              <a:gd name="connsiteY2" fmla="*/ 724699 h 6521595"/>
              <a:gd name="connsiteX3" fmla="*/ 2082583 w 21109273"/>
              <a:gd name="connsiteY3" fmla="*/ 809258 h 6521595"/>
              <a:gd name="connsiteX4" fmla="*/ 487035 w 21109273"/>
              <a:gd name="connsiteY4" fmla="*/ 1079547 h 6521595"/>
              <a:gd name="connsiteX5" fmla="*/ 1288661 w 21109273"/>
              <a:gd name="connsiteY5" fmla="*/ 2580612 h 6521595"/>
              <a:gd name="connsiteX6" fmla="*/ 14367862 w 21109273"/>
              <a:gd name="connsiteY6" fmla="*/ 5607026 h 6521595"/>
              <a:gd name="connsiteX7" fmla="*/ 18044609 w 21109273"/>
              <a:gd name="connsiteY7" fmla="*/ 6198563 h 6521595"/>
              <a:gd name="connsiteX8" fmla="*/ 17364549 w 21109273"/>
              <a:gd name="connsiteY8" fmla="*/ 4860420 h 6521595"/>
              <a:gd name="connsiteX9" fmla="*/ 18385043 w 21109273"/>
              <a:gd name="connsiteY9" fmla="*/ 5178362 h 6521595"/>
              <a:gd name="connsiteX10" fmla="*/ 20684841 w 21109273"/>
              <a:gd name="connsiteY10" fmla="*/ 4086368 h 6521595"/>
              <a:gd name="connsiteX11" fmla="*/ 21109273 w 21109273"/>
              <a:gd name="connsiteY11" fmla="*/ 2383528 h 6521595"/>
              <a:gd name="connsiteX0" fmla="*/ 5157470 w 21208335"/>
              <a:gd name="connsiteY0" fmla="*/ 0 h 6521595"/>
              <a:gd name="connsiteX1" fmla="*/ 3441722 w 21208335"/>
              <a:gd name="connsiteY1" fmla="*/ 355712 h 6521595"/>
              <a:gd name="connsiteX2" fmla="*/ 2917793 w 21208335"/>
              <a:gd name="connsiteY2" fmla="*/ 724699 h 6521595"/>
              <a:gd name="connsiteX3" fmla="*/ 2181645 w 21208335"/>
              <a:gd name="connsiteY3" fmla="*/ 809258 h 6521595"/>
              <a:gd name="connsiteX4" fmla="*/ 371027 w 21208335"/>
              <a:gd name="connsiteY4" fmla="*/ 1079547 h 6521595"/>
              <a:gd name="connsiteX5" fmla="*/ 1387723 w 21208335"/>
              <a:gd name="connsiteY5" fmla="*/ 2580612 h 6521595"/>
              <a:gd name="connsiteX6" fmla="*/ 14466924 w 21208335"/>
              <a:gd name="connsiteY6" fmla="*/ 5607026 h 6521595"/>
              <a:gd name="connsiteX7" fmla="*/ 18143671 w 21208335"/>
              <a:gd name="connsiteY7" fmla="*/ 6198563 h 6521595"/>
              <a:gd name="connsiteX8" fmla="*/ 17463611 w 21208335"/>
              <a:gd name="connsiteY8" fmla="*/ 4860420 h 6521595"/>
              <a:gd name="connsiteX9" fmla="*/ 18484105 w 21208335"/>
              <a:gd name="connsiteY9" fmla="*/ 5178362 h 6521595"/>
              <a:gd name="connsiteX10" fmla="*/ 20783903 w 21208335"/>
              <a:gd name="connsiteY10" fmla="*/ 4086368 h 6521595"/>
              <a:gd name="connsiteX11" fmla="*/ 21208335 w 21208335"/>
              <a:gd name="connsiteY11" fmla="*/ 2383528 h 6521595"/>
              <a:gd name="connsiteX0" fmla="*/ 5038976 w 21089841"/>
              <a:gd name="connsiteY0" fmla="*/ 0 h 6521595"/>
              <a:gd name="connsiteX1" fmla="*/ 3323228 w 21089841"/>
              <a:gd name="connsiteY1" fmla="*/ 355712 h 6521595"/>
              <a:gd name="connsiteX2" fmla="*/ 2799299 w 21089841"/>
              <a:gd name="connsiteY2" fmla="*/ 724699 h 6521595"/>
              <a:gd name="connsiteX3" fmla="*/ 2063151 w 21089841"/>
              <a:gd name="connsiteY3" fmla="*/ 809258 h 6521595"/>
              <a:gd name="connsiteX4" fmla="*/ 252533 w 21089841"/>
              <a:gd name="connsiteY4" fmla="*/ 1079547 h 6521595"/>
              <a:gd name="connsiteX5" fmla="*/ 1269229 w 21089841"/>
              <a:gd name="connsiteY5" fmla="*/ 2580612 h 6521595"/>
              <a:gd name="connsiteX6" fmla="*/ 14348430 w 21089841"/>
              <a:gd name="connsiteY6" fmla="*/ 5607026 h 6521595"/>
              <a:gd name="connsiteX7" fmla="*/ 18025177 w 21089841"/>
              <a:gd name="connsiteY7" fmla="*/ 6198563 h 6521595"/>
              <a:gd name="connsiteX8" fmla="*/ 17345117 w 21089841"/>
              <a:gd name="connsiteY8" fmla="*/ 4860420 h 6521595"/>
              <a:gd name="connsiteX9" fmla="*/ 18365611 w 21089841"/>
              <a:gd name="connsiteY9" fmla="*/ 5178362 h 6521595"/>
              <a:gd name="connsiteX10" fmla="*/ 20665409 w 21089841"/>
              <a:gd name="connsiteY10" fmla="*/ 4086368 h 6521595"/>
              <a:gd name="connsiteX11" fmla="*/ 21089841 w 21089841"/>
              <a:gd name="connsiteY11" fmla="*/ 2383528 h 6521595"/>
              <a:gd name="connsiteX0" fmla="*/ 4786443 w 20837308"/>
              <a:gd name="connsiteY0" fmla="*/ 0 h 6521595"/>
              <a:gd name="connsiteX1" fmla="*/ 3070695 w 20837308"/>
              <a:gd name="connsiteY1" fmla="*/ 355712 h 6521595"/>
              <a:gd name="connsiteX2" fmla="*/ 2546766 w 20837308"/>
              <a:gd name="connsiteY2" fmla="*/ 724699 h 6521595"/>
              <a:gd name="connsiteX3" fmla="*/ 1810618 w 20837308"/>
              <a:gd name="connsiteY3" fmla="*/ 809258 h 6521595"/>
              <a:gd name="connsiteX4" fmla="*/ 0 w 20837308"/>
              <a:gd name="connsiteY4" fmla="*/ 1079547 h 6521595"/>
              <a:gd name="connsiteX5" fmla="*/ 1016696 w 20837308"/>
              <a:gd name="connsiteY5" fmla="*/ 2580612 h 6521595"/>
              <a:gd name="connsiteX6" fmla="*/ 14095897 w 20837308"/>
              <a:gd name="connsiteY6" fmla="*/ 5607026 h 6521595"/>
              <a:gd name="connsiteX7" fmla="*/ 17772644 w 20837308"/>
              <a:gd name="connsiteY7" fmla="*/ 6198563 h 6521595"/>
              <a:gd name="connsiteX8" fmla="*/ 17092584 w 20837308"/>
              <a:gd name="connsiteY8" fmla="*/ 4860420 h 6521595"/>
              <a:gd name="connsiteX9" fmla="*/ 18113078 w 20837308"/>
              <a:gd name="connsiteY9" fmla="*/ 5178362 h 6521595"/>
              <a:gd name="connsiteX10" fmla="*/ 20412876 w 20837308"/>
              <a:gd name="connsiteY10" fmla="*/ 4086368 h 6521595"/>
              <a:gd name="connsiteX11" fmla="*/ 20837308 w 20837308"/>
              <a:gd name="connsiteY11" fmla="*/ 2383528 h 6521595"/>
              <a:gd name="connsiteX0" fmla="*/ 4836240 w 20887105"/>
              <a:gd name="connsiteY0" fmla="*/ 0 h 6521595"/>
              <a:gd name="connsiteX1" fmla="*/ 3120492 w 20887105"/>
              <a:gd name="connsiteY1" fmla="*/ 355712 h 6521595"/>
              <a:gd name="connsiteX2" fmla="*/ 2596563 w 20887105"/>
              <a:gd name="connsiteY2" fmla="*/ 724699 h 6521595"/>
              <a:gd name="connsiteX3" fmla="*/ 1860415 w 20887105"/>
              <a:gd name="connsiteY3" fmla="*/ 809258 h 6521595"/>
              <a:gd name="connsiteX4" fmla="*/ 49797 w 20887105"/>
              <a:gd name="connsiteY4" fmla="*/ 1079547 h 6521595"/>
              <a:gd name="connsiteX5" fmla="*/ 1066493 w 20887105"/>
              <a:gd name="connsiteY5" fmla="*/ 2580612 h 6521595"/>
              <a:gd name="connsiteX6" fmla="*/ 14145694 w 20887105"/>
              <a:gd name="connsiteY6" fmla="*/ 5607026 h 6521595"/>
              <a:gd name="connsiteX7" fmla="*/ 17822441 w 20887105"/>
              <a:gd name="connsiteY7" fmla="*/ 6198563 h 6521595"/>
              <a:gd name="connsiteX8" fmla="*/ 17142381 w 20887105"/>
              <a:gd name="connsiteY8" fmla="*/ 4860420 h 6521595"/>
              <a:gd name="connsiteX9" fmla="*/ 18162875 w 20887105"/>
              <a:gd name="connsiteY9" fmla="*/ 5178362 h 6521595"/>
              <a:gd name="connsiteX10" fmla="*/ 20462673 w 20887105"/>
              <a:gd name="connsiteY10" fmla="*/ 4086368 h 6521595"/>
              <a:gd name="connsiteX11" fmla="*/ 20887105 w 20887105"/>
              <a:gd name="connsiteY11" fmla="*/ 2383528 h 6521595"/>
              <a:gd name="connsiteX0" fmla="*/ 5106025 w 21156890"/>
              <a:gd name="connsiteY0" fmla="*/ 0 h 6521595"/>
              <a:gd name="connsiteX1" fmla="*/ 3390277 w 21156890"/>
              <a:gd name="connsiteY1" fmla="*/ 355712 h 6521595"/>
              <a:gd name="connsiteX2" fmla="*/ 2866348 w 21156890"/>
              <a:gd name="connsiteY2" fmla="*/ 724699 h 6521595"/>
              <a:gd name="connsiteX3" fmla="*/ 2130200 w 21156890"/>
              <a:gd name="connsiteY3" fmla="*/ 809258 h 6521595"/>
              <a:gd name="connsiteX4" fmla="*/ 319582 w 21156890"/>
              <a:gd name="connsiteY4" fmla="*/ 1079547 h 6521595"/>
              <a:gd name="connsiteX5" fmla="*/ 1336278 w 21156890"/>
              <a:gd name="connsiteY5" fmla="*/ 2580612 h 6521595"/>
              <a:gd name="connsiteX6" fmla="*/ 14415479 w 21156890"/>
              <a:gd name="connsiteY6" fmla="*/ 5607026 h 6521595"/>
              <a:gd name="connsiteX7" fmla="*/ 18092226 w 21156890"/>
              <a:gd name="connsiteY7" fmla="*/ 6198563 h 6521595"/>
              <a:gd name="connsiteX8" fmla="*/ 17412166 w 21156890"/>
              <a:gd name="connsiteY8" fmla="*/ 4860420 h 6521595"/>
              <a:gd name="connsiteX9" fmla="*/ 18432660 w 21156890"/>
              <a:gd name="connsiteY9" fmla="*/ 5178362 h 6521595"/>
              <a:gd name="connsiteX10" fmla="*/ 20732458 w 21156890"/>
              <a:gd name="connsiteY10" fmla="*/ 4086368 h 6521595"/>
              <a:gd name="connsiteX11" fmla="*/ 21156890 w 21156890"/>
              <a:gd name="connsiteY11" fmla="*/ 2383528 h 6521595"/>
              <a:gd name="connsiteX0" fmla="*/ 5106025 w 21156890"/>
              <a:gd name="connsiteY0" fmla="*/ 0 h 6521595"/>
              <a:gd name="connsiteX1" fmla="*/ 3390277 w 21156890"/>
              <a:gd name="connsiteY1" fmla="*/ 355712 h 6521595"/>
              <a:gd name="connsiteX2" fmla="*/ 2866348 w 21156890"/>
              <a:gd name="connsiteY2" fmla="*/ 724699 h 6521595"/>
              <a:gd name="connsiteX3" fmla="*/ 2130200 w 21156890"/>
              <a:gd name="connsiteY3" fmla="*/ 809258 h 6521595"/>
              <a:gd name="connsiteX4" fmla="*/ 319582 w 21156890"/>
              <a:gd name="connsiteY4" fmla="*/ 1079547 h 6521595"/>
              <a:gd name="connsiteX5" fmla="*/ 1336278 w 21156890"/>
              <a:gd name="connsiteY5" fmla="*/ 2580612 h 6521595"/>
              <a:gd name="connsiteX6" fmla="*/ 14415479 w 21156890"/>
              <a:gd name="connsiteY6" fmla="*/ 5607026 h 6521595"/>
              <a:gd name="connsiteX7" fmla="*/ 18092226 w 21156890"/>
              <a:gd name="connsiteY7" fmla="*/ 6198563 h 6521595"/>
              <a:gd name="connsiteX8" fmla="*/ 17412166 w 21156890"/>
              <a:gd name="connsiteY8" fmla="*/ 4860420 h 6521595"/>
              <a:gd name="connsiteX9" fmla="*/ 18432660 w 21156890"/>
              <a:gd name="connsiteY9" fmla="*/ 5178362 h 6521595"/>
              <a:gd name="connsiteX10" fmla="*/ 20732458 w 21156890"/>
              <a:gd name="connsiteY10" fmla="*/ 4086368 h 6521595"/>
              <a:gd name="connsiteX11" fmla="*/ 21156890 w 21156890"/>
              <a:gd name="connsiteY11" fmla="*/ 2383528 h 6521595"/>
              <a:gd name="connsiteX0" fmla="*/ 5106025 w 21156890"/>
              <a:gd name="connsiteY0" fmla="*/ 0 h 6521595"/>
              <a:gd name="connsiteX1" fmla="*/ 3390277 w 21156890"/>
              <a:gd name="connsiteY1" fmla="*/ 355712 h 6521595"/>
              <a:gd name="connsiteX2" fmla="*/ 2866348 w 21156890"/>
              <a:gd name="connsiteY2" fmla="*/ 724699 h 6521595"/>
              <a:gd name="connsiteX3" fmla="*/ 2130200 w 21156890"/>
              <a:gd name="connsiteY3" fmla="*/ 809258 h 6521595"/>
              <a:gd name="connsiteX4" fmla="*/ 319582 w 21156890"/>
              <a:gd name="connsiteY4" fmla="*/ 1079547 h 6521595"/>
              <a:gd name="connsiteX5" fmla="*/ 1336278 w 21156890"/>
              <a:gd name="connsiteY5" fmla="*/ 2580612 h 6521595"/>
              <a:gd name="connsiteX6" fmla="*/ 14415479 w 21156890"/>
              <a:gd name="connsiteY6" fmla="*/ 5607026 h 6521595"/>
              <a:gd name="connsiteX7" fmla="*/ 18092226 w 21156890"/>
              <a:gd name="connsiteY7" fmla="*/ 6198563 h 6521595"/>
              <a:gd name="connsiteX8" fmla="*/ 17412166 w 21156890"/>
              <a:gd name="connsiteY8" fmla="*/ 4860420 h 6521595"/>
              <a:gd name="connsiteX9" fmla="*/ 18432660 w 21156890"/>
              <a:gd name="connsiteY9" fmla="*/ 5178362 h 6521595"/>
              <a:gd name="connsiteX10" fmla="*/ 20732458 w 21156890"/>
              <a:gd name="connsiteY10" fmla="*/ 4086368 h 6521595"/>
              <a:gd name="connsiteX11" fmla="*/ 21156890 w 21156890"/>
              <a:gd name="connsiteY11" fmla="*/ 2383528 h 6521595"/>
              <a:gd name="connsiteX0" fmla="*/ 5106025 w 21156890"/>
              <a:gd name="connsiteY0" fmla="*/ 0 h 6521595"/>
              <a:gd name="connsiteX1" fmla="*/ 3390277 w 21156890"/>
              <a:gd name="connsiteY1" fmla="*/ 355712 h 6521595"/>
              <a:gd name="connsiteX2" fmla="*/ 2866348 w 21156890"/>
              <a:gd name="connsiteY2" fmla="*/ 724699 h 6521595"/>
              <a:gd name="connsiteX3" fmla="*/ 2985972 w 21156890"/>
              <a:gd name="connsiteY3" fmla="*/ 879083 h 6521595"/>
              <a:gd name="connsiteX4" fmla="*/ 2130200 w 21156890"/>
              <a:gd name="connsiteY4" fmla="*/ 809258 h 6521595"/>
              <a:gd name="connsiteX5" fmla="*/ 319582 w 21156890"/>
              <a:gd name="connsiteY5" fmla="*/ 1079547 h 6521595"/>
              <a:gd name="connsiteX6" fmla="*/ 1336278 w 21156890"/>
              <a:gd name="connsiteY6" fmla="*/ 2580612 h 6521595"/>
              <a:gd name="connsiteX7" fmla="*/ 14415479 w 21156890"/>
              <a:gd name="connsiteY7" fmla="*/ 5607026 h 6521595"/>
              <a:gd name="connsiteX8" fmla="*/ 18092226 w 21156890"/>
              <a:gd name="connsiteY8" fmla="*/ 6198563 h 6521595"/>
              <a:gd name="connsiteX9" fmla="*/ 17412166 w 21156890"/>
              <a:gd name="connsiteY9" fmla="*/ 4860420 h 6521595"/>
              <a:gd name="connsiteX10" fmla="*/ 18432660 w 21156890"/>
              <a:gd name="connsiteY10" fmla="*/ 5178362 h 6521595"/>
              <a:gd name="connsiteX11" fmla="*/ 20732458 w 21156890"/>
              <a:gd name="connsiteY11" fmla="*/ 4086368 h 6521595"/>
              <a:gd name="connsiteX12" fmla="*/ 21156890 w 21156890"/>
              <a:gd name="connsiteY12" fmla="*/ 2383528 h 6521595"/>
              <a:gd name="connsiteX0" fmla="*/ 5106025 w 21156890"/>
              <a:gd name="connsiteY0" fmla="*/ 0 h 6521595"/>
              <a:gd name="connsiteX1" fmla="*/ 3390277 w 21156890"/>
              <a:gd name="connsiteY1" fmla="*/ 355712 h 6521595"/>
              <a:gd name="connsiteX2" fmla="*/ 2866348 w 21156890"/>
              <a:gd name="connsiteY2" fmla="*/ 724699 h 6521595"/>
              <a:gd name="connsiteX3" fmla="*/ 2531390 w 21156890"/>
              <a:gd name="connsiteY3" fmla="*/ 657773 h 6521595"/>
              <a:gd name="connsiteX4" fmla="*/ 2130200 w 21156890"/>
              <a:gd name="connsiteY4" fmla="*/ 809258 h 6521595"/>
              <a:gd name="connsiteX5" fmla="*/ 319582 w 21156890"/>
              <a:gd name="connsiteY5" fmla="*/ 1079547 h 6521595"/>
              <a:gd name="connsiteX6" fmla="*/ 1336278 w 21156890"/>
              <a:gd name="connsiteY6" fmla="*/ 2580612 h 6521595"/>
              <a:gd name="connsiteX7" fmla="*/ 14415479 w 21156890"/>
              <a:gd name="connsiteY7" fmla="*/ 5607026 h 6521595"/>
              <a:gd name="connsiteX8" fmla="*/ 18092226 w 21156890"/>
              <a:gd name="connsiteY8" fmla="*/ 6198563 h 6521595"/>
              <a:gd name="connsiteX9" fmla="*/ 17412166 w 21156890"/>
              <a:gd name="connsiteY9" fmla="*/ 4860420 h 6521595"/>
              <a:gd name="connsiteX10" fmla="*/ 18432660 w 21156890"/>
              <a:gd name="connsiteY10" fmla="*/ 5178362 h 6521595"/>
              <a:gd name="connsiteX11" fmla="*/ 20732458 w 21156890"/>
              <a:gd name="connsiteY11" fmla="*/ 4086368 h 6521595"/>
              <a:gd name="connsiteX12" fmla="*/ 21156890 w 21156890"/>
              <a:gd name="connsiteY12" fmla="*/ 2383528 h 6521595"/>
              <a:gd name="connsiteX0" fmla="*/ 5106025 w 21156890"/>
              <a:gd name="connsiteY0" fmla="*/ 0 h 6521595"/>
              <a:gd name="connsiteX1" fmla="*/ 3390277 w 21156890"/>
              <a:gd name="connsiteY1" fmla="*/ 355712 h 6521595"/>
              <a:gd name="connsiteX2" fmla="*/ 2866348 w 21156890"/>
              <a:gd name="connsiteY2" fmla="*/ 724699 h 6521595"/>
              <a:gd name="connsiteX3" fmla="*/ 2524056 w 21156890"/>
              <a:gd name="connsiteY3" fmla="*/ 681828 h 6521595"/>
              <a:gd name="connsiteX4" fmla="*/ 2130200 w 21156890"/>
              <a:gd name="connsiteY4" fmla="*/ 809258 h 6521595"/>
              <a:gd name="connsiteX5" fmla="*/ 319582 w 21156890"/>
              <a:gd name="connsiteY5" fmla="*/ 1079547 h 6521595"/>
              <a:gd name="connsiteX6" fmla="*/ 1336278 w 21156890"/>
              <a:gd name="connsiteY6" fmla="*/ 2580612 h 6521595"/>
              <a:gd name="connsiteX7" fmla="*/ 14415479 w 21156890"/>
              <a:gd name="connsiteY7" fmla="*/ 5607026 h 6521595"/>
              <a:gd name="connsiteX8" fmla="*/ 18092226 w 21156890"/>
              <a:gd name="connsiteY8" fmla="*/ 6198563 h 6521595"/>
              <a:gd name="connsiteX9" fmla="*/ 17412166 w 21156890"/>
              <a:gd name="connsiteY9" fmla="*/ 4860420 h 6521595"/>
              <a:gd name="connsiteX10" fmla="*/ 18432660 w 21156890"/>
              <a:gd name="connsiteY10" fmla="*/ 5178362 h 6521595"/>
              <a:gd name="connsiteX11" fmla="*/ 20732458 w 21156890"/>
              <a:gd name="connsiteY11" fmla="*/ 4086368 h 6521595"/>
              <a:gd name="connsiteX12" fmla="*/ 21156890 w 21156890"/>
              <a:gd name="connsiteY12" fmla="*/ 2383528 h 6521595"/>
              <a:gd name="connsiteX0" fmla="*/ 5106025 w 21156890"/>
              <a:gd name="connsiteY0" fmla="*/ 0 h 6521595"/>
              <a:gd name="connsiteX1" fmla="*/ 3390277 w 21156890"/>
              <a:gd name="connsiteY1" fmla="*/ 355712 h 6521595"/>
              <a:gd name="connsiteX2" fmla="*/ 2866348 w 21156890"/>
              <a:gd name="connsiteY2" fmla="*/ 724699 h 6521595"/>
              <a:gd name="connsiteX3" fmla="*/ 2531387 w 21156890"/>
              <a:gd name="connsiteY3" fmla="*/ 662584 h 6521595"/>
              <a:gd name="connsiteX4" fmla="*/ 2130200 w 21156890"/>
              <a:gd name="connsiteY4" fmla="*/ 809258 h 6521595"/>
              <a:gd name="connsiteX5" fmla="*/ 319582 w 21156890"/>
              <a:gd name="connsiteY5" fmla="*/ 1079547 h 6521595"/>
              <a:gd name="connsiteX6" fmla="*/ 1336278 w 21156890"/>
              <a:gd name="connsiteY6" fmla="*/ 2580612 h 6521595"/>
              <a:gd name="connsiteX7" fmla="*/ 14415479 w 21156890"/>
              <a:gd name="connsiteY7" fmla="*/ 5607026 h 6521595"/>
              <a:gd name="connsiteX8" fmla="*/ 18092226 w 21156890"/>
              <a:gd name="connsiteY8" fmla="*/ 6198563 h 6521595"/>
              <a:gd name="connsiteX9" fmla="*/ 17412166 w 21156890"/>
              <a:gd name="connsiteY9" fmla="*/ 4860420 h 6521595"/>
              <a:gd name="connsiteX10" fmla="*/ 18432660 w 21156890"/>
              <a:gd name="connsiteY10" fmla="*/ 5178362 h 6521595"/>
              <a:gd name="connsiteX11" fmla="*/ 20732458 w 21156890"/>
              <a:gd name="connsiteY11" fmla="*/ 4086368 h 6521595"/>
              <a:gd name="connsiteX12" fmla="*/ 21156890 w 21156890"/>
              <a:gd name="connsiteY12" fmla="*/ 2383528 h 6521595"/>
              <a:gd name="connsiteX0" fmla="*/ 5106025 w 21156890"/>
              <a:gd name="connsiteY0" fmla="*/ 0 h 6521595"/>
              <a:gd name="connsiteX1" fmla="*/ 3390277 w 21156890"/>
              <a:gd name="connsiteY1" fmla="*/ 355712 h 6521595"/>
              <a:gd name="connsiteX2" fmla="*/ 2866348 w 21156890"/>
              <a:gd name="connsiteY2" fmla="*/ 724699 h 6521595"/>
              <a:gd name="connsiteX3" fmla="*/ 2582712 w 21156890"/>
              <a:gd name="connsiteY3" fmla="*/ 662584 h 6521595"/>
              <a:gd name="connsiteX4" fmla="*/ 2130200 w 21156890"/>
              <a:gd name="connsiteY4" fmla="*/ 809258 h 6521595"/>
              <a:gd name="connsiteX5" fmla="*/ 319582 w 21156890"/>
              <a:gd name="connsiteY5" fmla="*/ 1079547 h 6521595"/>
              <a:gd name="connsiteX6" fmla="*/ 1336278 w 21156890"/>
              <a:gd name="connsiteY6" fmla="*/ 2580612 h 6521595"/>
              <a:gd name="connsiteX7" fmla="*/ 14415479 w 21156890"/>
              <a:gd name="connsiteY7" fmla="*/ 5607026 h 6521595"/>
              <a:gd name="connsiteX8" fmla="*/ 18092226 w 21156890"/>
              <a:gd name="connsiteY8" fmla="*/ 6198563 h 6521595"/>
              <a:gd name="connsiteX9" fmla="*/ 17412166 w 21156890"/>
              <a:gd name="connsiteY9" fmla="*/ 4860420 h 6521595"/>
              <a:gd name="connsiteX10" fmla="*/ 18432660 w 21156890"/>
              <a:gd name="connsiteY10" fmla="*/ 5178362 h 6521595"/>
              <a:gd name="connsiteX11" fmla="*/ 20732458 w 21156890"/>
              <a:gd name="connsiteY11" fmla="*/ 4086368 h 6521595"/>
              <a:gd name="connsiteX12" fmla="*/ 21156890 w 21156890"/>
              <a:gd name="connsiteY12" fmla="*/ 2383528 h 6521595"/>
              <a:gd name="connsiteX0" fmla="*/ 5106025 w 21156890"/>
              <a:gd name="connsiteY0" fmla="*/ 0 h 6521595"/>
              <a:gd name="connsiteX1" fmla="*/ 3390277 w 21156890"/>
              <a:gd name="connsiteY1" fmla="*/ 355712 h 6521595"/>
              <a:gd name="connsiteX2" fmla="*/ 2866348 w 21156890"/>
              <a:gd name="connsiteY2" fmla="*/ 724699 h 6521595"/>
              <a:gd name="connsiteX3" fmla="*/ 2582712 w 21156890"/>
              <a:gd name="connsiteY3" fmla="*/ 662584 h 6521595"/>
              <a:gd name="connsiteX4" fmla="*/ 2130200 w 21156890"/>
              <a:gd name="connsiteY4" fmla="*/ 809258 h 6521595"/>
              <a:gd name="connsiteX5" fmla="*/ 319582 w 21156890"/>
              <a:gd name="connsiteY5" fmla="*/ 1079547 h 6521595"/>
              <a:gd name="connsiteX6" fmla="*/ 1336278 w 21156890"/>
              <a:gd name="connsiteY6" fmla="*/ 2580612 h 6521595"/>
              <a:gd name="connsiteX7" fmla="*/ 14415479 w 21156890"/>
              <a:gd name="connsiteY7" fmla="*/ 5607026 h 6521595"/>
              <a:gd name="connsiteX8" fmla="*/ 18092226 w 21156890"/>
              <a:gd name="connsiteY8" fmla="*/ 6198563 h 6521595"/>
              <a:gd name="connsiteX9" fmla="*/ 17412166 w 21156890"/>
              <a:gd name="connsiteY9" fmla="*/ 4860420 h 6521595"/>
              <a:gd name="connsiteX10" fmla="*/ 18432660 w 21156890"/>
              <a:gd name="connsiteY10" fmla="*/ 5178362 h 6521595"/>
              <a:gd name="connsiteX11" fmla="*/ 20732458 w 21156890"/>
              <a:gd name="connsiteY11" fmla="*/ 4086368 h 6521595"/>
              <a:gd name="connsiteX12" fmla="*/ 21156890 w 21156890"/>
              <a:gd name="connsiteY12" fmla="*/ 2383528 h 6521595"/>
              <a:gd name="connsiteX0" fmla="*/ 5106025 w 21156890"/>
              <a:gd name="connsiteY0" fmla="*/ 0 h 6509770"/>
              <a:gd name="connsiteX1" fmla="*/ 3390277 w 21156890"/>
              <a:gd name="connsiteY1" fmla="*/ 355712 h 6509770"/>
              <a:gd name="connsiteX2" fmla="*/ 2866348 w 21156890"/>
              <a:gd name="connsiteY2" fmla="*/ 724699 h 6509770"/>
              <a:gd name="connsiteX3" fmla="*/ 2582712 w 21156890"/>
              <a:gd name="connsiteY3" fmla="*/ 662584 h 6509770"/>
              <a:gd name="connsiteX4" fmla="*/ 2130200 w 21156890"/>
              <a:gd name="connsiteY4" fmla="*/ 809258 h 6509770"/>
              <a:gd name="connsiteX5" fmla="*/ 319582 w 21156890"/>
              <a:gd name="connsiteY5" fmla="*/ 1079547 h 6509770"/>
              <a:gd name="connsiteX6" fmla="*/ 1336278 w 21156890"/>
              <a:gd name="connsiteY6" fmla="*/ 2580612 h 6509770"/>
              <a:gd name="connsiteX7" fmla="*/ 4342385 w 21156890"/>
              <a:gd name="connsiteY7" fmla="*/ 2962294 h 6509770"/>
              <a:gd name="connsiteX8" fmla="*/ 14415479 w 21156890"/>
              <a:gd name="connsiteY8" fmla="*/ 5607026 h 6509770"/>
              <a:gd name="connsiteX9" fmla="*/ 18092226 w 21156890"/>
              <a:gd name="connsiteY9" fmla="*/ 6198563 h 6509770"/>
              <a:gd name="connsiteX10" fmla="*/ 17412166 w 21156890"/>
              <a:gd name="connsiteY10" fmla="*/ 4860420 h 6509770"/>
              <a:gd name="connsiteX11" fmla="*/ 18432660 w 21156890"/>
              <a:gd name="connsiteY11" fmla="*/ 5178362 h 6509770"/>
              <a:gd name="connsiteX12" fmla="*/ 20732458 w 21156890"/>
              <a:gd name="connsiteY12" fmla="*/ 4086368 h 6509770"/>
              <a:gd name="connsiteX13" fmla="*/ 21156890 w 21156890"/>
              <a:gd name="connsiteY13" fmla="*/ 2383528 h 6509770"/>
              <a:gd name="connsiteX0" fmla="*/ 5106025 w 21156890"/>
              <a:gd name="connsiteY0" fmla="*/ 0 h 6517448"/>
              <a:gd name="connsiteX1" fmla="*/ 3390277 w 21156890"/>
              <a:gd name="connsiteY1" fmla="*/ 355712 h 6517448"/>
              <a:gd name="connsiteX2" fmla="*/ 2866348 w 21156890"/>
              <a:gd name="connsiteY2" fmla="*/ 724699 h 6517448"/>
              <a:gd name="connsiteX3" fmla="*/ 2582712 w 21156890"/>
              <a:gd name="connsiteY3" fmla="*/ 662584 h 6517448"/>
              <a:gd name="connsiteX4" fmla="*/ 2130200 w 21156890"/>
              <a:gd name="connsiteY4" fmla="*/ 809258 h 6517448"/>
              <a:gd name="connsiteX5" fmla="*/ 319582 w 21156890"/>
              <a:gd name="connsiteY5" fmla="*/ 1079547 h 6517448"/>
              <a:gd name="connsiteX6" fmla="*/ 1336278 w 21156890"/>
              <a:gd name="connsiteY6" fmla="*/ 2580612 h 6517448"/>
              <a:gd name="connsiteX7" fmla="*/ 4503686 w 21156890"/>
              <a:gd name="connsiteY7" fmla="*/ 2712116 h 6517448"/>
              <a:gd name="connsiteX8" fmla="*/ 14415479 w 21156890"/>
              <a:gd name="connsiteY8" fmla="*/ 5607026 h 6517448"/>
              <a:gd name="connsiteX9" fmla="*/ 18092226 w 21156890"/>
              <a:gd name="connsiteY9" fmla="*/ 6198563 h 6517448"/>
              <a:gd name="connsiteX10" fmla="*/ 17412166 w 21156890"/>
              <a:gd name="connsiteY10" fmla="*/ 4860420 h 6517448"/>
              <a:gd name="connsiteX11" fmla="*/ 18432660 w 21156890"/>
              <a:gd name="connsiteY11" fmla="*/ 5178362 h 6517448"/>
              <a:gd name="connsiteX12" fmla="*/ 20732458 w 21156890"/>
              <a:gd name="connsiteY12" fmla="*/ 4086368 h 6517448"/>
              <a:gd name="connsiteX13" fmla="*/ 21156890 w 21156890"/>
              <a:gd name="connsiteY13" fmla="*/ 2383528 h 6517448"/>
              <a:gd name="connsiteX0" fmla="*/ 5106025 w 21156890"/>
              <a:gd name="connsiteY0" fmla="*/ 0 h 6475686"/>
              <a:gd name="connsiteX1" fmla="*/ 3390277 w 21156890"/>
              <a:gd name="connsiteY1" fmla="*/ 355712 h 6475686"/>
              <a:gd name="connsiteX2" fmla="*/ 2866348 w 21156890"/>
              <a:gd name="connsiteY2" fmla="*/ 724699 h 6475686"/>
              <a:gd name="connsiteX3" fmla="*/ 2582712 w 21156890"/>
              <a:gd name="connsiteY3" fmla="*/ 662584 h 6475686"/>
              <a:gd name="connsiteX4" fmla="*/ 2130200 w 21156890"/>
              <a:gd name="connsiteY4" fmla="*/ 809258 h 6475686"/>
              <a:gd name="connsiteX5" fmla="*/ 319582 w 21156890"/>
              <a:gd name="connsiteY5" fmla="*/ 1079547 h 6475686"/>
              <a:gd name="connsiteX6" fmla="*/ 1336278 w 21156890"/>
              <a:gd name="connsiteY6" fmla="*/ 2580612 h 6475686"/>
              <a:gd name="connsiteX7" fmla="*/ 4503686 w 21156890"/>
              <a:gd name="connsiteY7" fmla="*/ 2712116 h 6475686"/>
              <a:gd name="connsiteX8" fmla="*/ 9665378 w 21156890"/>
              <a:gd name="connsiteY8" fmla="*/ 4197146 h 6475686"/>
              <a:gd name="connsiteX9" fmla="*/ 14415479 w 21156890"/>
              <a:gd name="connsiteY9" fmla="*/ 5607026 h 6475686"/>
              <a:gd name="connsiteX10" fmla="*/ 18092226 w 21156890"/>
              <a:gd name="connsiteY10" fmla="*/ 6198563 h 6475686"/>
              <a:gd name="connsiteX11" fmla="*/ 17412166 w 21156890"/>
              <a:gd name="connsiteY11" fmla="*/ 4860420 h 6475686"/>
              <a:gd name="connsiteX12" fmla="*/ 18432660 w 21156890"/>
              <a:gd name="connsiteY12" fmla="*/ 5178362 h 6475686"/>
              <a:gd name="connsiteX13" fmla="*/ 20732458 w 21156890"/>
              <a:gd name="connsiteY13" fmla="*/ 4086368 h 6475686"/>
              <a:gd name="connsiteX14" fmla="*/ 21156890 w 21156890"/>
              <a:gd name="connsiteY14" fmla="*/ 2383528 h 6475686"/>
              <a:gd name="connsiteX0" fmla="*/ 5106025 w 21156890"/>
              <a:gd name="connsiteY0" fmla="*/ 0 h 6455058"/>
              <a:gd name="connsiteX1" fmla="*/ 3390277 w 21156890"/>
              <a:gd name="connsiteY1" fmla="*/ 355712 h 6455058"/>
              <a:gd name="connsiteX2" fmla="*/ 2866348 w 21156890"/>
              <a:gd name="connsiteY2" fmla="*/ 724699 h 6455058"/>
              <a:gd name="connsiteX3" fmla="*/ 2582712 w 21156890"/>
              <a:gd name="connsiteY3" fmla="*/ 662584 h 6455058"/>
              <a:gd name="connsiteX4" fmla="*/ 2130200 w 21156890"/>
              <a:gd name="connsiteY4" fmla="*/ 809258 h 6455058"/>
              <a:gd name="connsiteX5" fmla="*/ 319582 w 21156890"/>
              <a:gd name="connsiteY5" fmla="*/ 1079547 h 6455058"/>
              <a:gd name="connsiteX6" fmla="*/ 1336278 w 21156890"/>
              <a:gd name="connsiteY6" fmla="*/ 2580612 h 6455058"/>
              <a:gd name="connsiteX7" fmla="*/ 4503686 w 21156890"/>
              <a:gd name="connsiteY7" fmla="*/ 2712116 h 6455058"/>
              <a:gd name="connsiteX8" fmla="*/ 8902855 w 21156890"/>
              <a:gd name="connsiteY8" fmla="*/ 5069560 h 6455058"/>
              <a:gd name="connsiteX9" fmla="*/ 14415479 w 21156890"/>
              <a:gd name="connsiteY9" fmla="*/ 5607026 h 6455058"/>
              <a:gd name="connsiteX10" fmla="*/ 18092226 w 21156890"/>
              <a:gd name="connsiteY10" fmla="*/ 6198563 h 6455058"/>
              <a:gd name="connsiteX11" fmla="*/ 17412166 w 21156890"/>
              <a:gd name="connsiteY11" fmla="*/ 4860420 h 6455058"/>
              <a:gd name="connsiteX12" fmla="*/ 18432660 w 21156890"/>
              <a:gd name="connsiteY12" fmla="*/ 5178362 h 6455058"/>
              <a:gd name="connsiteX13" fmla="*/ 20732458 w 21156890"/>
              <a:gd name="connsiteY13" fmla="*/ 4086368 h 6455058"/>
              <a:gd name="connsiteX14" fmla="*/ 21156890 w 21156890"/>
              <a:gd name="connsiteY14" fmla="*/ 2383528 h 6455058"/>
              <a:gd name="connsiteX0" fmla="*/ 5106025 w 21156890"/>
              <a:gd name="connsiteY0" fmla="*/ 0 h 6455058"/>
              <a:gd name="connsiteX1" fmla="*/ 3390277 w 21156890"/>
              <a:gd name="connsiteY1" fmla="*/ 355712 h 6455058"/>
              <a:gd name="connsiteX2" fmla="*/ 2866348 w 21156890"/>
              <a:gd name="connsiteY2" fmla="*/ 724699 h 6455058"/>
              <a:gd name="connsiteX3" fmla="*/ 2582712 w 21156890"/>
              <a:gd name="connsiteY3" fmla="*/ 662584 h 6455058"/>
              <a:gd name="connsiteX4" fmla="*/ 2130200 w 21156890"/>
              <a:gd name="connsiteY4" fmla="*/ 809258 h 6455058"/>
              <a:gd name="connsiteX5" fmla="*/ 319582 w 21156890"/>
              <a:gd name="connsiteY5" fmla="*/ 1079547 h 6455058"/>
              <a:gd name="connsiteX6" fmla="*/ 1336278 w 21156890"/>
              <a:gd name="connsiteY6" fmla="*/ 2580612 h 6455058"/>
              <a:gd name="connsiteX7" fmla="*/ 4503686 w 21156890"/>
              <a:gd name="connsiteY7" fmla="*/ 2712116 h 6455058"/>
              <a:gd name="connsiteX8" fmla="*/ 8902855 w 21156890"/>
              <a:gd name="connsiteY8" fmla="*/ 5069560 h 6455058"/>
              <a:gd name="connsiteX9" fmla="*/ 14415479 w 21156890"/>
              <a:gd name="connsiteY9" fmla="*/ 5607026 h 6455058"/>
              <a:gd name="connsiteX10" fmla="*/ 18092226 w 21156890"/>
              <a:gd name="connsiteY10" fmla="*/ 6198563 h 6455058"/>
              <a:gd name="connsiteX11" fmla="*/ 17412166 w 21156890"/>
              <a:gd name="connsiteY11" fmla="*/ 4860420 h 6455058"/>
              <a:gd name="connsiteX12" fmla="*/ 18432660 w 21156890"/>
              <a:gd name="connsiteY12" fmla="*/ 5178362 h 6455058"/>
              <a:gd name="connsiteX13" fmla="*/ 20732458 w 21156890"/>
              <a:gd name="connsiteY13" fmla="*/ 4086368 h 6455058"/>
              <a:gd name="connsiteX14" fmla="*/ 21156890 w 21156890"/>
              <a:gd name="connsiteY14" fmla="*/ 2383528 h 6455058"/>
              <a:gd name="connsiteX0" fmla="*/ 5106025 w 21156890"/>
              <a:gd name="connsiteY0" fmla="*/ 0 h 6198563"/>
              <a:gd name="connsiteX1" fmla="*/ 3390277 w 21156890"/>
              <a:gd name="connsiteY1" fmla="*/ 355712 h 6198563"/>
              <a:gd name="connsiteX2" fmla="*/ 2866348 w 21156890"/>
              <a:gd name="connsiteY2" fmla="*/ 724699 h 6198563"/>
              <a:gd name="connsiteX3" fmla="*/ 2582712 w 21156890"/>
              <a:gd name="connsiteY3" fmla="*/ 662584 h 6198563"/>
              <a:gd name="connsiteX4" fmla="*/ 2130200 w 21156890"/>
              <a:gd name="connsiteY4" fmla="*/ 809258 h 6198563"/>
              <a:gd name="connsiteX5" fmla="*/ 319582 w 21156890"/>
              <a:gd name="connsiteY5" fmla="*/ 1079547 h 6198563"/>
              <a:gd name="connsiteX6" fmla="*/ 1336278 w 21156890"/>
              <a:gd name="connsiteY6" fmla="*/ 2580612 h 6198563"/>
              <a:gd name="connsiteX7" fmla="*/ 4503686 w 21156890"/>
              <a:gd name="connsiteY7" fmla="*/ 2712116 h 6198563"/>
              <a:gd name="connsiteX8" fmla="*/ 8902855 w 21156890"/>
              <a:gd name="connsiteY8" fmla="*/ 5069560 h 6198563"/>
              <a:gd name="connsiteX9" fmla="*/ 14415479 w 21156890"/>
              <a:gd name="connsiteY9" fmla="*/ 5607026 h 6198563"/>
              <a:gd name="connsiteX10" fmla="*/ 18092226 w 21156890"/>
              <a:gd name="connsiteY10" fmla="*/ 6198563 h 6198563"/>
              <a:gd name="connsiteX11" fmla="*/ 17412166 w 21156890"/>
              <a:gd name="connsiteY11" fmla="*/ 4860420 h 6198563"/>
              <a:gd name="connsiteX12" fmla="*/ 18432660 w 21156890"/>
              <a:gd name="connsiteY12" fmla="*/ 5178362 h 6198563"/>
              <a:gd name="connsiteX13" fmla="*/ 20732458 w 21156890"/>
              <a:gd name="connsiteY13" fmla="*/ 4086368 h 6198563"/>
              <a:gd name="connsiteX14" fmla="*/ 21156890 w 21156890"/>
              <a:gd name="connsiteY14" fmla="*/ 2383528 h 6198563"/>
              <a:gd name="connsiteX0" fmla="*/ 3815603 w 21156890"/>
              <a:gd name="connsiteY0" fmla="*/ 0 h 6535340"/>
              <a:gd name="connsiteX1" fmla="*/ 3390277 w 21156890"/>
              <a:gd name="connsiteY1" fmla="*/ 692489 h 6535340"/>
              <a:gd name="connsiteX2" fmla="*/ 2866348 w 21156890"/>
              <a:gd name="connsiteY2" fmla="*/ 1061476 h 6535340"/>
              <a:gd name="connsiteX3" fmla="*/ 2582712 w 21156890"/>
              <a:gd name="connsiteY3" fmla="*/ 999361 h 6535340"/>
              <a:gd name="connsiteX4" fmla="*/ 2130200 w 21156890"/>
              <a:gd name="connsiteY4" fmla="*/ 1146035 h 6535340"/>
              <a:gd name="connsiteX5" fmla="*/ 319582 w 21156890"/>
              <a:gd name="connsiteY5" fmla="*/ 1416324 h 6535340"/>
              <a:gd name="connsiteX6" fmla="*/ 1336278 w 21156890"/>
              <a:gd name="connsiteY6" fmla="*/ 2917389 h 6535340"/>
              <a:gd name="connsiteX7" fmla="*/ 4503686 w 21156890"/>
              <a:gd name="connsiteY7" fmla="*/ 3048893 h 6535340"/>
              <a:gd name="connsiteX8" fmla="*/ 8902855 w 21156890"/>
              <a:gd name="connsiteY8" fmla="*/ 5406337 h 6535340"/>
              <a:gd name="connsiteX9" fmla="*/ 14415479 w 21156890"/>
              <a:gd name="connsiteY9" fmla="*/ 5943803 h 6535340"/>
              <a:gd name="connsiteX10" fmla="*/ 18092226 w 21156890"/>
              <a:gd name="connsiteY10" fmla="*/ 6535340 h 6535340"/>
              <a:gd name="connsiteX11" fmla="*/ 17412166 w 21156890"/>
              <a:gd name="connsiteY11" fmla="*/ 5197197 h 6535340"/>
              <a:gd name="connsiteX12" fmla="*/ 18432660 w 21156890"/>
              <a:gd name="connsiteY12" fmla="*/ 5515139 h 6535340"/>
              <a:gd name="connsiteX13" fmla="*/ 20732458 w 21156890"/>
              <a:gd name="connsiteY13" fmla="*/ 4423145 h 6535340"/>
              <a:gd name="connsiteX14" fmla="*/ 21156890 w 21156890"/>
              <a:gd name="connsiteY14" fmla="*/ 2720305 h 6535340"/>
              <a:gd name="connsiteX0" fmla="*/ 3815603 w 21156890"/>
              <a:gd name="connsiteY0" fmla="*/ 0 h 6535340"/>
              <a:gd name="connsiteX1" fmla="*/ 3470929 w 21156890"/>
              <a:gd name="connsiteY1" fmla="*/ 447121 h 6535340"/>
              <a:gd name="connsiteX2" fmla="*/ 2866348 w 21156890"/>
              <a:gd name="connsiteY2" fmla="*/ 1061476 h 6535340"/>
              <a:gd name="connsiteX3" fmla="*/ 2582712 w 21156890"/>
              <a:gd name="connsiteY3" fmla="*/ 999361 h 6535340"/>
              <a:gd name="connsiteX4" fmla="*/ 2130200 w 21156890"/>
              <a:gd name="connsiteY4" fmla="*/ 1146035 h 6535340"/>
              <a:gd name="connsiteX5" fmla="*/ 319582 w 21156890"/>
              <a:gd name="connsiteY5" fmla="*/ 1416324 h 6535340"/>
              <a:gd name="connsiteX6" fmla="*/ 1336278 w 21156890"/>
              <a:gd name="connsiteY6" fmla="*/ 2917389 h 6535340"/>
              <a:gd name="connsiteX7" fmla="*/ 4503686 w 21156890"/>
              <a:gd name="connsiteY7" fmla="*/ 3048893 h 6535340"/>
              <a:gd name="connsiteX8" fmla="*/ 8902855 w 21156890"/>
              <a:gd name="connsiteY8" fmla="*/ 5406337 h 6535340"/>
              <a:gd name="connsiteX9" fmla="*/ 14415479 w 21156890"/>
              <a:gd name="connsiteY9" fmla="*/ 5943803 h 6535340"/>
              <a:gd name="connsiteX10" fmla="*/ 18092226 w 21156890"/>
              <a:gd name="connsiteY10" fmla="*/ 6535340 h 6535340"/>
              <a:gd name="connsiteX11" fmla="*/ 17412166 w 21156890"/>
              <a:gd name="connsiteY11" fmla="*/ 5197197 h 6535340"/>
              <a:gd name="connsiteX12" fmla="*/ 18432660 w 21156890"/>
              <a:gd name="connsiteY12" fmla="*/ 5515139 h 6535340"/>
              <a:gd name="connsiteX13" fmla="*/ 20732458 w 21156890"/>
              <a:gd name="connsiteY13" fmla="*/ 4423145 h 6535340"/>
              <a:gd name="connsiteX14" fmla="*/ 21156890 w 21156890"/>
              <a:gd name="connsiteY14" fmla="*/ 2720305 h 6535340"/>
              <a:gd name="connsiteX0" fmla="*/ 3764278 w 21156890"/>
              <a:gd name="connsiteY0" fmla="*/ 0 h 6525717"/>
              <a:gd name="connsiteX1" fmla="*/ 3470929 w 21156890"/>
              <a:gd name="connsiteY1" fmla="*/ 437498 h 6525717"/>
              <a:gd name="connsiteX2" fmla="*/ 2866348 w 21156890"/>
              <a:gd name="connsiteY2" fmla="*/ 1051853 h 6525717"/>
              <a:gd name="connsiteX3" fmla="*/ 2582712 w 21156890"/>
              <a:gd name="connsiteY3" fmla="*/ 989738 h 6525717"/>
              <a:gd name="connsiteX4" fmla="*/ 2130200 w 21156890"/>
              <a:gd name="connsiteY4" fmla="*/ 1136412 h 6525717"/>
              <a:gd name="connsiteX5" fmla="*/ 319582 w 21156890"/>
              <a:gd name="connsiteY5" fmla="*/ 1406701 h 6525717"/>
              <a:gd name="connsiteX6" fmla="*/ 1336278 w 21156890"/>
              <a:gd name="connsiteY6" fmla="*/ 2907766 h 6525717"/>
              <a:gd name="connsiteX7" fmla="*/ 4503686 w 21156890"/>
              <a:gd name="connsiteY7" fmla="*/ 3039270 h 6525717"/>
              <a:gd name="connsiteX8" fmla="*/ 8902855 w 21156890"/>
              <a:gd name="connsiteY8" fmla="*/ 5396714 h 6525717"/>
              <a:gd name="connsiteX9" fmla="*/ 14415479 w 21156890"/>
              <a:gd name="connsiteY9" fmla="*/ 5934180 h 6525717"/>
              <a:gd name="connsiteX10" fmla="*/ 18092226 w 21156890"/>
              <a:gd name="connsiteY10" fmla="*/ 6525717 h 6525717"/>
              <a:gd name="connsiteX11" fmla="*/ 17412166 w 21156890"/>
              <a:gd name="connsiteY11" fmla="*/ 5187574 h 6525717"/>
              <a:gd name="connsiteX12" fmla="*/ 18432660 w 21156890"/>
              <a:gd name="connsiteY12" fmla="*/ 5505516 h 6525717"/>
              <a:gd name="connsiteX13" fmla="*/ 20732458 w 21156890"/>
              <a:gd name="connsiteY13" fmla="*/ 4413522 h 6525717"/>
              <a:gd name="connsiteX14" fmla="*/ 21156890 w 21156890"/>
              <a:gd name="connsiteY14" fmla="*/ 2710682 h 6525717"/>
              <a:gd name="connsiteX0" fmla="*/ 3764278 w 21156890"/>
              <a:gd name="connsiteY0" fmla="*/ 0 h 6525717"/>
              <a:gd name="connsiteX1" fmla="*/ 3529585 w 21156890"/>
              <a:gd name="connsiteY1" fmla="*/ 413443 h 6525717"/>
              <a:gd name="connsiteX2" fmla="*/ 2866348 w 21156890"/>
              <a:gd name="connsiteY2" fmla="*/ 1051853 h 6525717"/>
              <a:gd name="connsiteX3" fmla="*/ 2582712 w 21156890"/>
              <a:gd name="connsiteY3" fmla="*/ 989738 h 6525717"/>
              <a:gd name="connsiteX4" fmla="*/ 2130200 w 21156890"/>
              <a:gd name="connsiteY4" fmla="*/ 1136412 h 6525717"/>
              <a:gd name="connsiteX5" fmla="*/ 319582 w 21156890"/>
              <a:gd name="connsiteY5" fmla="*/ 1406701 h 6525717"/>
              <a:gd name="connsiteX6" fmla="*/ 1336278 w 21156890"/>
              <a:gd name="connsiteY6" fmla="*/ 2907766 h 6525717"/>
              <a:gd name="connsiteX7" fmla="*/ 4503686 w 21156890"/>
              <a:gd name="connsiteY7" fmla="*/ 3039270 h 6525717"/>
              <a:gd name="connsiteX8" fmla="*/ 8902855 w 21156890"/>
              <a:gd name="connsiteY8" fmla="*/ 5396714 h 6525717"/>
              <a:gd name="connsiteX9" fmla="*/ 14415479 w 21156890"/>
              <a:gd name="connsiteY9" fmla="*/ 5934180 h 6525717"/>
              <a:gd name="connsiteX10" fmla="*/ 18092226 w 21156890"/>
              <a:gd name="connsiteY10" fmla="*/ 6525717 h 6525717"/>
              <a:gd name="connsiteX11" fmla="*/ 17412166 w 21156890"/>
              <a:gd name="connsiteY11" fmla="*/ 5187574 h 6525717"/>
              <a:gd name="connsiteX12" fmla="*/ 18432660 w 21156890"/>
              <a:gd name="connsiteY12" fmla="*/ 5505516 h 6525717"/>
              <a:gd name="connsiteX13" fmla="*/ 20732458 w 21156890"/>
              <a:gd name="connsiteY13" fmla="*/ 4413522 h 6525717"/>
              <a:gd name="connsiteX14" fmla="*/ 21156890 w 21156890"/>
              <a:gd name="connsiteY14" fmla="*/ 2710682 h 6525717"/>
              <a:gd name="connsiteX0" fmla="*/ 3764278 w 21156890"/>
              <a:gd name="connsiteY0" fmla="*/ 0 h 6525717"/>
              <a:gd name="connsiteX1" fmla="*/ 3529585 w 21156890"/>
              <a:gd name="connsiteY1" fmla="*/ 413443 h 6525717"/>
              <a:gd name="connsiteX2" fmla="*/ 2866348 w 21156890"/>
              <a:gd name="connsiteY2" fmla="*/ 1051853 h 6525717"/>
              <a:gd name="connsiteX3" fmla="*/ 3345240 w 21156890"/>
              <a:gd name="connsiteY3" fmla="*/ 595230 h 6525717"/>
              <a:gd name="connsiteX4" fmla="*/ 2582712 w 21156890"/>
              <a:gd name="connsiteY4" fmla="*/ 989738 h 6525717"/>
              <a:gd name="connsiteX5" fmla="*/ 2130200 w 21156890"/>
              <a:gd name="connsiteY5" fmla="*/ 1136412 h 6525717"/>
              <a:gd name="connsiteX6" fmla="*/ 319582 w 21156890"/>
              <a:gd name="connsiteY6" fmla="*/ 1406701 h 6525717"/>
              <a:gd name="connsiteX7" fmla="*/ 1336278 w 21156890"/>
              <a:gd name="connsiteY7" fmla="*/ 2907766 h 6525717"/>
              <a:gd name="connsiteX8" fmla="*/ 4503686 w 21156890"/>
              <a:gd name="connsiteY8" fmla="*/ 3039270 h 6525717"/>
              <a:gd name="connsiteX9" fmla="*/ 8902855 w 21156890"/>
              <a:gd name="connsiteY9" fmla="*/ 5396714 h 6525717"/>
              <a:gd name="connsiteX10" fmla="*/ 14415479 w 21156890"/>
              <a:gd name="connsiteY10" fmla="*/ 5934180 h 6525717"/>
              <a:gd name="connsiteX11" fmla="*/ 18092226 w 21156890"/>
              <a:gd name="connsiteY11" fmla="*/ 6525717 h 6525717"/>
              <a:gd name="connsiteX12" fmla="*/ 17412166 w 21156890"/>
              <a:gd name="connsiteY12" fmla="*/ 5187574 h 6525717"/>
              <a:gd name="connsiteX13" fmla="*/ 18432660 w 21156890"/>
              <a:gd name="connsiteY13" fmla="*/ 5505516 h 6525717"/>
              <a:gd name="connsiteX14" fmla="*/ 20732458 w 21156890"/>
              <a:gd name="connsiteY14" fmla="*/ 4413522 h 6525717"/>
              <a:gd name="connsiteX15" fmla="*/ 21156890 w 21156890"/>
              <a:gd name="connsiteY15" fmla="*/ 2710682 h 6525717"/>
              <a:gd name="connsiteX0" fmla="*/ 3764278 w 21156890"/>
              <a:gd name="connsiteY0" fmla="*/ 0 h 6525717"/>
              <a:gd name="connsiteX1" fmla="*/ 3529585 w 21156890"/>
              <a:gd name="connsiteY1" fmla="*/ 413443 h 6525717"/>
              <a:gd name="connsiteX2" fmla="*/ 2866348 w 21156890"/>
              <a:gd name="connsiteY2" fmla="*/ 1051853 h 6525717"/>
              <a:gd name="connsiteX3" fmla="*/ 3675177 w 21156890"/>
              <a:gd name="connsiteY3" fmla="*/ 739564 h 6525717"/>
              <a:gd name="connsiteX4" fmla="*/ 2582712 w 21156890"/>
              <a:gd name="connsiteY4" fmla="*/ 989738 h 6525717"/>
              <a:gd name="connsiteX5" fmla="*/ 2130200 w 21156890"/>
              <a:gd name="connsiteY5" fmla="*/ 1136412 h 6525717"/>
              <a:gd name="connsiteX6" fmla="*/ 319582 w 21156890"/>
              <a:gd name="connsiteY6" fmla="*/ 1406701 h 6525717"/>
              <a:gd name="connsiteX7" fmla="*/ 1336278 w 21156890"/>
              <a:gd name="connsiteY7" fmla="*/ 2907766 h 6525717"/>
              <a:gd name="connsiteX8" fmla="*/ 4503686 w 21156890"/>
              <a:gd name="connsiteY8" fmla="*/ 3039270 h 6525717"/>
              <a:gd name="connsiteX9" fmla="*/ 8902855 w 21156890"/>
              <a:gd name="connsiteY9" fmla="*/ 5396714 h 6525717"/>
              <a:gd name="connsiteX10" fmla="*/ 14415479 w 21156890"/>
              <a:gd name="connsiteY10" fmla="*/ 5934180 h 6525717"/>
              <a:gd name="connsiteX11" fmla="*/ 18092226 w 21156890"/>
              <a:gd name="connsiteY11" fmla="*/ 6525717 h 6525717"/>
              <a:gd name="connsiteX12" fmla="*/ 17412166 w 21156890"/>
              <a:gd name="connsiteY12" fmla="*/ 5187574 h 6525717"/>
              <a:gd name="connsiteX13" fmla="*/ 18432660 w 21156890"/>
              <a:gd name="connsiteY13" fmla="*/ 5505516 h 6525717"/>
              <a:gd name="connsiteX14" fmla="*/ 20732458 w 21156890"/>
              <a:gd name="connsiteY14" fmla="*/ 4413522 h 6525717"/>
              <a:gd name="connsiteX15" fmla="*/ 21156890 w 21156890"/>
              <a:gd name="connsiteY15" fmla="*/ 2710682 h 6525717"/>
              <a:gd name="connsiteX0" fmla="*/ 3764278 w 21156890"/>
              <a:gd name="connsiteY0" fmla="*/ 0 h 6525717"/>
              <a:gd name="connsiteX1" fmla="*/ 3529585 w 21156890"/>
              <a:gd name="connsiteY1" fmla="*/ 413443 h 6525717"/>
              <a:gd name="connsiteX2" fmla="*/ 3675177 w 21156890"/>
              <a:gd name="connsiteY2" fmla="*/ 739564 h 6525717"/>
              <a:gd name="connsiteX3" fmla="*/ 2582712 w 21156890"/>
              <a:gd name="connsiteY3" fmla="*/ 989738 h 6525717"/>
              <a:gd name="connsiteX4" fmla="*/ 2130200 w 21156890"/>
              <a:gd name="connsiteY4" fmla="*/ 1136412 h 6525717"/>
              <a:gd name="connsiteX5" fmla="*/ 319582 w 21156890"/>
              <a:gd name="connsiteY5" fmla="*/ 1406701 h 6525717"/>
              <a:gd name="connsiteX6" fmla="*/ 1336278 w 21156890"/>
              <a:gd name="connsiteY6" fmla="*/ 2907766 h 6525717"/>
              <a:gd name="connsiteX7" fmla="*/ 4503686 w 21156890"/>
              <a:gd name="connsiteY7" fmla="*/ 3039270 h 6525717"/>
              <a:gd name="connsiteX8" fmla="*/ 8902855 w 21156890"/>
              <a:gd name="connsiteY8" fmla="*/ 5396714 h 6525717"/>
              <a:gd name="connsiteX9" fmla="*/ 14415479 w 21156890"/>
              <a:gd name="connsiteY9" fmla="*/ 5934180 h 6525717"/>
              <a:gd name="connsiteX10" fmla="*/ 18092226 w 21156890"/>
              <a:gd name="connsiteY10" fmla="*/ 6525717 h 6525717"/>
              <a:gd name="connsiteX11" fmla="*/ 17412166 w 21156890"/>
              <a:gd name="connsiteY11" fmla="*/ 5187574 h 6525717"/>
              <a:gd name="connsiteX12" fmla="*/ 18432660 w 21156890"/>
              <a:gd name="connsiteY12" fmla="*/ 5505516 h 6525717"/>
              <a:gd name="connsiteX13" fmla="*/ 20732458 w 21156890"/>
              <a:gd name="connsiteY13" fmla="*/ 4413522 h 6525717"/>
              <a:gd name="connsiteX14" fmla="*/ 21156890 w 21156890"/>
              <a:gd name="connsiteY14" fmla="*/ 2710682 h 6525717"/>
              <a:gd name="connsiteX0" fmla="*/ 3764278 w 21156890"/>
              <a:gd name="connsiteY0" fmla="*/ 0 h 6525717"/>
              <a:gd name="connsiteX1" fmla="*/ 3529585 w 21156890"/>
              <a:gd name="connsiteY1" fmla="*/ 413443 h 6525717"/>
              <a:gd name="connsiteX2" fmla="*/ 3704505 w 21156890"/>
              <a:gd name="connsiteY2" fmla="*/ 758808 h 6525717"/>
              <a:gd name="connsiteX3" fmla="*/ 2582712 w 21156890"/>
              <a:gd name="connsiteY3" fmla="*/ 989738 h 6525717"/>
              <a:gd name="connsiteX4" fmla="*/ 2130200 w 21156890"/>
              <a:gd name="connsiteY4" fmla="*/ 1136412 h 6525717"/>
              <a:gd name="connsiteX5" fmla="*/ 319582 w 21156890"/>
              <a:gd name="connsiteY5" fmla="*/ 1406701 h 6525717"/>
              <a:gd name="connsiteX6" fmla="*/ 1336278 w 21156890"/>
              <a:gd name="connsiteY6" fmla="*/ 2907766 h 6525717"/>
              <a:gd name="connsiteX7" fmla="*/ 4503686 w 21156890"/>
              <a:gd name="connsiteY7" fmla="*/ 3039270 h 6525717"/>
              <a:gd name="connsiteX8" fmla="*/ 8902855 w 21156890"/>
              <a:gd name="connsiteY8" fmla="*/ 5396714 h 6525717"/>
              <a:gd name="connsiteX9" fmla="*/ 14415479 w 21156890"/>
              <a:gd name="connsiteY9" fmla="*/ 5934180 h 6525717"/>
              <a:gd name="connsiteX10" fmla="*/ 18092226 w 21156890"/>
              <a:gd name="connsiteY10" fmla="*/ 6525717 h 6525717"/>
              <a:gd name="connsiteX11" fmla="*/ 17412166 w 21156890"/>
              <a:gd name="connsiteY11" fmla="*/ 5187574 h 6525717"/>
              <a:gd name="connsiteX12" fmla="*/ 18432660 w 21156890"/>
              <a:gd name="connsiteY12" fmla="*/ 5505516 h 6525717"/>
              <a:gd name="connsiteX13" fmla="*/ 20732458 w 21156890"/>
              <a:gd name="connsiteY13" fmla="*/ 4413522 h 6525717"/>
              <a:gd name="connsiteX14" fmla="*/ 21156890 w 21156890"/>
              <a:gd name="connsiteY14" fmla="*/ 2710682 h 6525717"/>
              <a:gd name="connsiteX0" fmla="*/ 3764278 w 21156890"/>
              <a:gd name="connsiteY0" fmla="*/ 0 h 6525717"/>
              <a:gd name="connsiteX1" fmla="*/ 3529585 w 21156890"/>
              <a:gd name="connsiteY1" fmla="*/ 413443 h 6525717"/>
              <a:gd name="connsiteX2" fmla="*/ 3704505 w 21156890"/>
              <a:gd name="connsiteY2" fmla="*/ 758808 h 6525717"/>
              <a:gd name="connsiteX3" fmla="*/ 2817334 w 21156890"/>
              <a:gd name="connsiteY3" fmla="*/ 1042658 h 6525717"/>
              <a:gd name="connsiteX4" fmla="*/ 2130200 w 21156890"/>
              <a:gd name="connsiteY4" fmla="*/ 1136412 h 6525717"/>
              <a:gd name="connsiteX5" fmla="*/ 319582 w 21156890"/>
              <a:gd name="connsiteY5" fmla="*/ 1406701 h 6525717"/>
              <a:gd name="connsiteX6" fmla="*/ 1336278 w 21156890"/>
              <a:gd name="connsiteY6" fmla="*/ 2907766 h 6525717"/>
              <a:gd name="connsiteX7" fmla="*/ 4503686 w 21156890"/>
              <a:gd name="connsiteY7" fmla="*/ 3039270 h 6525717"/>
              <a:gd name="connsiteX8" fmla="*/ 8902855 w 21156890"/>
              <a:gd name="connsiteY8" fmla="*/ 5396714 h 6525717"/>
              <a:gd name="connsiteX9" fmla="*/ 14415479 w 21156890"/>
              <a:gd name="connsiteY9" fmla="*/ 5934180 h 6525717"/>
              <a:gd name="connsiteX10" fmla="*/ 18092226 w 21156890"/>
              <a:gd name="connsiteY10" fmla="*/ 6525717 h 6525717"/>
              <a:gd name="connsiteX11" fmla="*/ 17412166 w 21156890"/>
              <a:gd name="connsiteY11" fmla="*/ 5187574 h 6525717"/>
              <a:gd name="connsiteX12" fmla="*/ 18432660 w 21156890"/>
              <a:gd name="connsiteY12" fmla="*/ 5505516 h 6525717"/>
              <a:gd name="connsiteX13" fmla="*/ 20732458 w 21156890"/>
              <a:gd name="connsiteY13" fmla="*/ 4413522 h 6525717"/>
              <a:gd name="connsiteX14" fmla="*/ 21156890 w 21156890"/>
              <a:gd name="connsiteY14" fmla="*/ 2710682 h 6525717"/>
              <a:gd name="connsiteX0" fmla="*/ 3764278 w 21156890"/>
              <a:gd name="connsiteY0" fmla="*/ 0 h 6525717"/>
              <a:gd name="connsiteX1" fmla="*/ 3529585 w 21156890"/>
              <a:gd name="connsiteY1" fmla="*/ 413443 h 6525717"/>
              <a:gd name="connsiteX2" fmla="*/ 3704505 w 21156890"/>
              <a:gd name="connsiteY2" fmla="*/ 758808 h 6525717"/>
              <a:gd name="connsiteX3" fmla="*/ 3337906 w 21156890"/>
              <a:gd name="connsiteY3" fmla="*/ 893517 h 6525717"/>
              <a:gd name="connsiteX4" fmla="*/ 2817334 w 21156890"/>
              <a:gd name="connsiteY4" fmla="*/ 1042658 h 6525717"/>
              <a:gd name="connsiteX5" fmla="*/ 2130200 w 21156890"/>
              <a:gd name="connsiteY5" fmla="*/ 1136412 h 6525717"/>
              <a:gd name="connsiteX6" fmla="*/ 319582 w 21156890"/>
              <a:gd name="connsiteY6" fmla="*/ 1406701 h 6525717"/>
              <a:gd name="connsiteX7" fmla="*/ 1336278 w 21156890"/>
              <a:gd name="connsiteY7" fmla="*/ 2907766 h 6525717"/>
              <a:gd name="connsiteX8" fmla="*/ 4503686 w 21156890"/>
              <a:gd name="connsiteY8" fmla="*/ 3039270 h 6525717"/>
              <a:gd name="connsiteX9" fmla="*/ 8902855 w 21156890"/>
              <a:gd name="connsiteY9" fmla="*/ 5396714 h 6525717"/>
              <a:gd name="connsiteX10" fmla="*/ 14415479 w 21156890"/>
              <a:gd name="connsiteY10" fmla="*/ 5934180 h 6525717"/>
              <a:gd name="connsiteX11" fmla="*/ 18092226 w 21156890"/>
              <a:gd name="connsiteY11" fmla="*/ 6525717 h 6525717"/>
              <a:gd name="connsiteX12" fmla="*/ 17412166 w 21156890"/>
              <a:gd name="connsiteY12" fmla="*/ 5187574 h 6525717"/>
              <a:gd name="connsiteX13" fmla="*/ 18432660 w 21156890"/>
              <a:gd name="connsiteY13" fmla="*/ 5505516 h 6525717"/>
              <a:gd name="connsiteX14" fmla="*/ 20732458 w 21156890"/>
              <a:gd name="connsiteY14" fmla="*/ 4413522 h 6525717"/>
              <a:gd name="connsiteX15" fmla="*/ 21156890 w 21156890"/>
              <a:gd name="connsiteY15" fmla="*/ 2710682 h 6525717"/>
              <a:gd name="connsiteX0" fmla="*/ 3764278 w 21156890"/>
              <a:gd name="connsiteY0" fmla="*/ 0 h 6525717"/>
              <a:gd name="connsiteX1" fmla="*/ 3529585 w 21156890"/>
              <a:gd name="connsiteY1" fmla="*/ 413443 h 6525717"/>
              <a:gd name="connsiteX2" fmla="*/ 3704505 w 21156890"/>
              <a:gd name="connsiteY2" fmla="*/ 758808 h 6525717"/>
              <a:gd name="connsiteX3" fmla="*/ 3235257 w 21156890"/>
              <a:gd name="connsiteY3" fmla="*/ 657774 h 6525717"/>
              <a:gd name="connsiteX4" fmla="*/ 2817334 w 21156890"/>
              <a:gd name="connsiteY4" fmla="*/ 1042658 h 6525717"/>
              <a:gd name="connsiteX5" fmla="*/ 2130200 w 21156890"/>
              <a:gd name="connsiteY5" fmla="*/ 1136412 h 6525717"/>
              <a:gd name="connsiteX6" fmla="*/ 319582 w 21156890"/>
              <a:gd name="connsiteY6" fmla="*/ 1406701 h 6525717"/>
              <a:gd name="connsiteX7" fmla="*/ 1336278 w 21156890"/>
              <a:gd name="connsiteY7" fmla="*/ 2907766 h 6525717"/>
              <a:gd name="connsiteX8" fmla="*/ 4503686 w 21156890"/>
              <a:gd name="connsiteY8" fmla="*/ 3039270 h 6525717"/>
              <a:gd name="connsiteX9" fmla="*/ 8902855 w 21156890"/>
              <a:gd name="connsiteY9" fmla="*/ 5396714 h 6525717"/>
              <a:gd name="connsiteX10" fmla="*/ 14415479 w 21156890"/>
              <a:gd name="connsiteY10" fmla="*/ 5934180 h 6525717"/>
              <a:gd name="connsiteX11" fmla="*/ 18092226 w 21156890"/>
              <a:gd name="connsiteY11" fmla="*/ 6525717 h 6525717"/>
              <a:gd name="connsiteX12" fmla="*/ 17412166 w 21156890"/>
              <a:gd name="connsiteY12" fmla="*/ 5187574 h 6525717"/>
              <a:gd name="connsiteX13" fmla="*/ 18432660 w 21156890"/>
              <a:gd name="connsiteY13" fmla="*/ 5505516 h 6525717"/>
              <a:gd name="connsiteX14" fmla="*/ 20732458 w 21156890"/>
              <a:gd name="connsiteY14" fmla="*/ 4413522 h 6525717"/>
              <a:gd name="connsiteX15" fmla="*/ 21156890 w 21156890"/>
              <a:gd name="connsiteY15" fmla="*/ 2710682 h 6525717"/>
              <a:gd name="connsiteX0" fmla="*/ 3764278 w 21156890"/>
              <a:gd name="connsiteY0" fmla="*/ 0 h 6525717"/>
              <a:gd name="connsiteX1" fmla="*/ 3529585 w 21156890"/>
              <a:gd name="connsiteY1" fmla="*/ 413443 h 6525717"/>
              <a:gd name="connsiteX2" fmla="*/ 3704505 w 21156890"/>
              <a:gd name="connsiteY2" fmla="*/ 758808 h 6525717"/>
              <a:gd name="connsiteX3" fmla="*/ 3235257 w 21156890"/>
              <a:gd name="connsiteY3" fmla="*/ 657774 h 6525717"/>
              <a:gd name="connsiteX4" fmla="*/ 2758678 w 21156890"/>
              <a:gd name="connsiteY4" fmla="*/ 1037848 h 6525717"/>
              <a:gd name="connsiteX5" fmla="*/ 2130200 w 21156890"/>
              <a:gd name="connsiteY5" fmla="*/ 1136412 h 6525717"/>
              <a:gd name="connsiteX6" fmla="*/ 319582 w 21156890"/>
              <a:gd name="connsiteY6" fmla="*/ 1406701 h 6525717"/>
              <a:gd name="connsiteX7" fmla="*/ 1336278 w 21156890"/>
              <a:gd name="connsiteY7" fmla="*/ 2907766 h 6525717"/>
              <a:gd name="connsiteX8" fmla="*/ 4503686 w 21156890"/>
              <a:gd name="connsiteY8" fmla="*/ 3039270 h 6525717"/>
              <a:gd name="connsiteX9" fmla="*/ 8902855 w 21156890"/>
              <a:gd name="connsiteY9" fmla="*/ 5396714 h 6525717"/>
              <a:gd name="connsiteX10" fmla="*/ 14415479 w 21156890"/>
              <a:gd name="connsiteY10" fmla="*/ 5934180 h 6525717"/>
              <a:gd name="connsiteX11" fmla="*/ 18092226 w 21156890"/>
              <a:gd name="connsiteY11" fmla="*/ 6525717 h 6525717"/>
              <a:gd name="connsiteX12" fmla="*/ 17412166 w 21156890"/>
              <a:gd name="connsiteY12" fmla="*/ 5187574 h 6525717"/>
              <a:gd name="connsiteX13" fmla="*/ 18432660 w 21156890"/>
              <a:gd name="connsiteY13" fmla="*/ 5505516 h 6525717"/>
              <a:gd name="connsiteX14" fmla="*/ 20732458 w 21156890"/>
              <a:gd name="connsiteY14" fmla="*/ 4413522 h 6525717"/>
              <a:gd name="connsiteX15" fmla="*/ 21156890 w 21156890"/>
              <a:gd name="connsiteY15" fmla="*/ 2710682 h 6525717"/>
              <a:gd name="connsiteX0" fmla="*/ 3764278 w 21156890"/>
              <a:gd name="connsiteY0" fmla="*/ 0 h 6525717"/>
              <a:gd name="connsiteX1" fmla="*/ 3529585 w 21156890"/>
              <a:gd name="connsiteY1" fmla="*/ 413443 h 6525717"/>
              <a:gd name="connsiteX2" fmla="*/ 3704505 w 21156890"/>
              <a:gd name="connsiteY2" fmla="*/ 758808 h 6525717"/>
              <a:gd name="connsiteX3" fmla="*/ 3235257 w 21156890"/>
              <a:gd name="connsiteY3" fmla="*/ 657774 h 6525717"/>
              <a:gd name="connsiteX4" fmla="*/ 2758678 w 21156890"/>
              <a:gd name="connsiteY4" fmla="*/ 1037848 h 6525717"/>
              <a:gd name="connsiteX5" fmla="*/ 2130200 w 21156890"/>
              <a:gd name="connsiteY5" fmla="*/ 1136412 h 6525717"/>
              <a:gd name="connsiteX6" fmla="*/ 319582 w 21156890"/>
              <a:gd name="connsiteY6" fmla="*/ 1406701 h 6525717"/>
              <a:gd name="connsiteX7" fmla="*/ 1336278 w 21156890"/>
              <a:gd name="connsiteY7" fmla="*/ 2907766 h 6525717"/>
              <a:gd name="connsiteX8" fmla="*/ 4503686 w 21156890"/>
              <a:gd name="connsiteY8" fmla="*/ 3039270 h 6525717"/>
              <a:gd name="connsiteX9" fmla="*/ 8902855 w 21156890"/>
              <a:gd name="connsiteY9" fmla="*/ 5396714 h 6525717"/>
              <a:gd name="connsiteX10" fmla="*/ 14415479 w 21156890"/>
              <a:gd name="connsiteY10" fmla="*/ 5934180 h 6525717"/>
              <a:gd name="connsiteX11" fmla="*/ 18092226 w 21156890"/>
              <a:gd name="connsiteY11" fmla="*/ 6525717 h 6525717"/>
              <a:gd name="connsiteX12" fmla="*/ 17412166 w 21156890"/>
              <a:gd name="connsiteY12" fmla="*/ 5187574 h 6525717"/>
              <a:gd name="connsiteX13" fmla="*/ 18432660 w 21156890"/>
              <a:gd name="connsiteY13" fmla="*/ 5505516 h 6525717"/>
              <a:gd name="connsiteX14" fmla="*/ 20732458 w 21156890"/>
              <a:gd name="connsiteY14" fmla="*/ 4413522 h 6525717"/>
              <a:gd name="connsiteX15" fmla="*/ 21156890 w 21156890"/>
              <a:gd name="connsiteY15" fmla="*/ 2710682 h 6525717"/>
              <a:gd name="connsiteX0" fmla="*/ 3764278 w 21156890"/>
              <a:gd name="connsiteY0" fmla="*/ 0 h 6525717"/>
              <a:gd name="connsiteX1" fmla="*/ 3529585 w 21156890"/>
              <a:gd name="connsiteY1" fmla="*/ 413443 h 6525717"/>
              <a:gd name="connsiteX2" fmla="*/ 3704505 w 21156890"/>
              <a:gd name="connsiteY2" fmla="*/ 758808 h 6525717"/>
              <a:gd name="connsiteX3" fmla="*/ 3235257 w 21156890"/>
              <a:gd name="connsiteY3" fmla="*/ 657774 h 6525717"/>
              <a:gd name="connsiteX4" fmla="*/ 2758678 w 21156890"/>
              <a:gd name="connsiteY4" fmla="*/ 1037848 h 6525717"/>
              <a:gd name="connsiteX5" fmla="*/ 2130200 w 21156890"/>
              <a:gd name="connsiteY5" fmla="*/ 1136412 h 6525717"/>
              <a:gd name="connsiteX6" fmla="*/ 319582 w 21156890"/>
              <a:gd name="connsiteY6" fmla="*/ 1406701 h 6525717"/>
              <a:gd name="connsiteX7" fmla="*/ 1336278 w 21156890"/>
              <a:gd name="connsiteY7" fmla="*/ 2907766 h 6525717"/>
              <a:gd name="connsiteX8" fmla="*/ 4503686 w 21156890"/>
              <a:gd name="connsiteY8" fmla="*/ 3039270 h 6525717"/>
              <a:gd name="connsiteX9" fmla="*/ 8902855 w 21156890"/>
              <a:gd name="connsiteY9" fmla="*/ 5396714 h 6525717"/>
              <a:gd name="connsiteX10" fmla="*/ 14415479 w 21156890"/>
              <a:gd name="connsiteY10" fmla="*/ 5934180 h 6525717"/>
              <a:gd name="connsiteX11" fmla="*/ 18092226 w 21156890"/>
              <a:gd name="connsiteY11" fmla="*/ 6525717 h 6525717"/>
              <a:gd name="connsiteX12" fmla="*/ 17412166 w 21156890"/>
              <a:gd name="connsiteY12" fmla="*/ 5187574 h 6525717"/>
              <a:gd name="connsiteX13" fmla="*/ 18432660 w 21156890"/>
              <a:gd name="connsiteY13" fmla="*/ 5505516 h 6525717"/>
              <a:gd name="connsiteX14" fmla="*/ 20732458 w 21156890"/>
              <a:gd name="connsiteY14" fmla="*/ 4413522 h 6525717"/>
              <a:gd name="connsiteX15" fmla="*/ 21156890 w 21156890"/>
              <a:gd name="connsiteY15" fmla="*/ 2710682 h 6525717"/>
              <a:gd name="connsiteX0" fmla="*/ 3764278 w 21156890"/>
              <a:gd name="connsiteY0" fmla="*/ 0 h 6525717"/>
              <a:gd name="connsiteX1" fmla="*/ 3529585 w 21156890"/>
              <a:gd name="connsiteY1" fmla="*/ 413443 h 6525717"/>
              <a:gd name="connsiteX2" fmla="*/ 3704505 w 21156890"/>
              <a:gd name="connsiteY2" fmla="*/ 758808 h 6525717"/>
              <a:gd name="connsiteX3" fmla="*/ 3235257 w 21156890"/>
              <a:gd name="connsiteY3" fmla="*/ 657774 h 6525717"/>
              <a:gd name="connsiteX4" fmla="*/ 2758678 w 21156890"/>
              <a:gd name="connsiteY4" fmla="*/ 1023414 h 6525717"/>
              <a:gd name="connsiteX5" fmla="*/ 2130200 w 21156890"/>
              <a:gd name="connsiteY5" fmla="*/ 1136412 h 6525717"/>
              <a:gd name="connsiteX6" fmla="*/ 319582 w 21156890"/>
              <a:gd name="connsiteY6" fmla="*/ 1406701 h 6525717"/>
              <a:gd name="connsiteX7" fmla="*/ 1336278 w 21156890"/>
              <a:gd name="connsiteY7" fmla="*/ 2907766 h 6525717"/>
              <a:gd name="connsiteX8" fmla="*/ 4503686 w 21156890"/>
              <a:gd name="connsiteY8" fmla="*/ 3039270 h 6525717"/>
              <a:gd name="connsiteX9" fmla="*/ 8902855 w 21156890"/>
              <a:gd name="connsiteY9" fmla="*/ 5396714 h 6525717"/>
              <a:gd name="connsiteX10" fmla="*/ 14415479 w 21156890"/>
              <a:gd name="connsiteY10" fmla="*/ 5934180 h 6525717"/>
              <a:gd name="connsiteX11" fmla="*/ 18092226 w 21156890"/>
              <a:gd name="connsiteY11" fmla="*/ 6525717 h 6525717"/>
              <a:gd name="connsiteX12" fmla="*/ 17412166 w 21156890"/>
              <a:gd name="connsiteY12" fmla="*/ 5187574 h 6525717"/>
              <a:gd name="connsiteX13" fmla="*/ 18432660 w 21156890"/>
              <a:gd name="connsiteY13" fmla="*/ 5505516 h 6525717"/>
              <a:gd name="connsiteX14" fmla="*/ 20732458 w 21156890"/>
              <a:gd name="connsiteY14" fmla="*/ 4413522 h 6525717"/>
              <a:gd name="connsiteX15" fmla="*/ 21156890 w 21156890"/>
              <a:gd name="connsiteY15" fmla="*/ 2710682 h 6525717"/>
              <a:gd name="connsiteX0" fmla="*/ 3764278 w 21156890"/>
              <a:gd name="connsiteY0" fmla="*/ 0 h 6525717"/>
              <a:gd name="connsiteX1" fmla="*/ 3529585 w 21156890"/>
              <a:gd name="connsiteY1" fmla="*/ 413443 h 6525717"/>
              <a:gd name="connsiteX2" fmla="*/ 3704505 w 21156890"/>
              <a:gd name="connsiteY2" fmla="*/ 758808 h 6525717"/>
              <a:gd name="connsiteX3" fmla="*/ 3235257 w 21156890"/>
              <a:gd name="connsiteY3" fmla="*/ 657774 h 6525717"/>
              <a:gd name="connsiteX4" fmla="*/ 2758678 w 21156890"/>
              <a:gd name="connsiteY4" fmla="*/ 1023414 h 6525717"/>
              <a:gd name="connsiteX5" fmla="*/ 2130200 w 21156890"/>
              <a:gd name="connsiteY5" fmla="*/ 1136412 h 6525717"/>
              <a:gd name="connsiteX6" fmla="*/ 319582 w 21156890"/>
              <a:gd name="connsiteY6" fmla="*/ 1406701 h 6525717"/>
              <a:gd name="connsiteX7" fmla="*/ 1336278 w 21156890"/>
              <a:gd name="connsiteY7" fmla="*/ 2907766 h 6525717"/>
              <a:gd name="connsiteX8" fmla="*/ 4503686 w 21156890"/>
              <a:gd name="connsiteY8" fmla="*/ 3039270 h 6525717"/>
              <a:gd name="connsiteX9" fmla="*/ 8902855 w 21156890"/>
              <a:gd name="connsiteY9" fmla="*/ 5396714 h 6525717"/>
              <a:gd name="connsiteX10" fmla="*/ 14415479 w 21156890"/>
              <a:gd name="connsiteY10" fmla="*/ 5934180 h 6525717"/>
              <a:gd name="connsiteX11" fmla="*/ 18092226 w 21156890"/>
              <a:gd name="connsiteY11" fmla="*/ 6525717 h 6525717"/>
              <a:gd name="connsiteX12" fmla="*/ 17412166 w 21156890"/>
              <a:gd name="connsiteY12" fmla="*/ 5187574 h 6525717"/>
              <a:gd name="connsiteX13" fmla="*/ 18432660 w 21156890"/>
              <a:gd name="connsiteY13" fmla="*/ 5505516 h 6525717"/>
              <a:gd name="connsiteX14" fmla="*/ 20732458 w 21156890"/>
              <a:gd name="connsiteY14" fmla="*/ 4413522 h 6525717"/>
              <a:gd name="connsiteX15" fmla="*/ 21156890 w 21156890"/>
              <a:gd name="connsiteY15" fmla="*/ 2710682 h 6525717"/>
              <a:gd name="connsiteX0" fmla="*/ 3764278 w 21156890"/>
              <a:gd name="connsiteY0" fmla="*/ 0 h 6525717"/>
              <a:gd name="connsiteX1" fmla="*/ 3529585 w 21156890"/>
              <a:gd name="connsiteY1" fmla="*/ 413443 h 6525717"/>
              <a:gd name="connsiteX2" fmla="*/ 3704505 w 21156890"/>
              <a:gd name="connsiteY2" fmla="*/ 758808 h 6525717"/>
              <a:gd name="connsiteX3" fmla="*/ 3235257 w 21156890"/>
              <a:gd name="connsiteY3" fmla="*/ 657774 h 6525717"/>
              <a:gd name="connsiteX4" fmla="*/ 2758678 w 21156890"/>
              <a:gd name="connsiteY4" fmla="*/ 1023414 h 6525717"/>
              <a:gd name="connsiteX5" fmla="*/ 2130200 w 21156890"/>
              <a:gd name="connsiteY5" fmla="*/ 1136412 h 6525717"/>
              <a:gd name="connsiteX6" fmla="*/ 319582 w 21156890"/>
              <a:gd name="connsiteY6" fmla="*/ 1406701 h 6525717"/>
              <a:gd name="connsiteX7" fmla="*/ 1336278 w 21156890"/>
              <a:gd name="connsiteY7" fmla="*/ 2907766 h 6525717"/>
              <a:gd name="connsiteX8" fmla="*/ 4503686 w 21156890"/>
              <a:gd name="connsiteY8" fmla="*/ 3039270 h 6525717"/>
              <a:gd name="connsiteX9" fmla="*/ 8902855 w 21156890"/>
              <a:gd name="connsiteY9" fmla="*/ 5396714 h 6525717"/>
              <a:gd name="connsiteX10" fmla="*/ 14415479 w 21156890"/>
              <a:gd name="connsiteY10" fmla="*/ 5934180 h 6525717"/>
              <a:gd name="connsiteX11" fmla="*/ 18092226 w 21156890"/>
              <a:gd name="connsiteY11" fmla="*/ 6525717 h 6525717"/>
              <a:gd name="connsiteX12" fmla="*/ 17412166 w 21156890"/>
              <a:gd name="connsiteY12" fmla="*/ 5187574 h 6525717"/>
              <a:gd name="connsiteX13" fmla="*/ 18432660 w 21156890"/>
              <a:gd name="connsiteY13" fmla="*/ 5505516 h 6525717"/>
              <a:gd name="connsiteX14" fmla="*/ 20732458 w 21156890"/>
              <a:gd name="connsiteY14" fmla="*/ 4413522 h 6525717"/>
              <a:gd name="connsiteX15" fmla="*/ 21156890 w 21156890"/>
              <a:gd name="connsiteY15" fmla="*/ 2710682 h 6525717"/>
              <a:gd name="connsiteX0" fmla="*/ 3764278 w 21156890"/>
              <a:gd name="connsiteY0" fmla="*/ 0 h 6558745"/>
              <a:gd name="connsiteX1" fmla="*/ 3529585 w 21156890"/>
              <a:gd name="connsiteY1" fmla="*/ 413443 h 6558745"/>
              <a:gd name="connsiteX2" fmla="*/ 3704505 w 21156890"/>
              <a:gd name="connsiteY2" fmla="*/ 758808 h 6558745"/>
              <a:gd name="connsiteX3" fmla="*/ 3235257 w 21156890"/>
              <a:gd name="connsiteY3" fmla="*/ 657774 h 6558745"/>
              <a:gd name="connsiteX4" fmla="*/ 2758678 w 21156890"/>
              <a:gd name="connsiteY4" fmla="*/ 1023414 h 6558745"/>
              <a:gd name="connsiteX5" fmla="*/ 2130200 w 21156890"/>
              <a:gd name="connsiteY5" fmla="*/ 1136412 h 6558745"/>
              <a:gd name="connsiteX6" fmla="*/ 319582 w 21156890"/>
              <a:gd name="connsiteY6" fmla="*/ 1406701 h 6558745"/>
              <a:gd name="connsiteX7" fmla="*/ 1336278 w 21156890"/>
              <a:gd name="connsiteY7" fmla="*/ 2907766 h 6558745"/>
              <a:gd name="connsiteX8" fmla="*/ 4503686 w 21156890"/>
              <a:gd name="connsiteY8" fmla="*/ 3039270 h 6558745"/>
              <a:gd name="connsiteX9" fmla="*/ 8902855 w 21156890"/>
              <a:gd name="connsiteY9" fmla="*/ 5396714 h 6558745"/>
              <a:gd name="connsiteX10" fmla="*/ 14415479 w 21156890"/>
              <a:gd name="connsiteY10" fmla="*/ 5934180 h 6558745"/>
              <a:gd name="connsiteX11" fmla="*/ 16997326 w 21156890"/>
              <a:gd name="connsiteY11" fmla="*/ 6132813 h 6558745"/>
              <a:gd name="connsiteX12" fmla="*/ 18092226 w 21156890"/>
              <a:gd name="connsiteY12" fmla="*/ 6525717 h 6558745"/>
              <a:gd name="connsiteX13" fmla="*/ 17412166 w 21156890"/>
              <a:gd name="connsiteY13" fmla="*/ 5187574 h 6558745"/>
              <a:gd name="connsiteX14" fmla="*/ 18432660 w 21156890"/>
              <a:gd name="connsiteY14" fmla="*/ 5505516 h 6558745"/>
              <a:gd name="connsiteX15" fmla="*/ 20732458 w 21156890"/>
              <a:gd name="connsiteY15" fmla="*/ 4413522 h 6558745"/>
              <a:gd name="connsiteX16" fmla="*/ 21156890 w 21156890"/>
              <a:gd name="connsiteY16" fmla="*/ 2710682 h 6558745"/>
              <a:gd name="connsiteX0" fmla="*/ 3764278 w 21156890"/>
              <a:gd name="connsiteY0" fmla="*/ 0 h 6550716"/>
              <a:gd name="connsiteX1" fmla="*/ 3529585 w 21156890"/>
              <a:gd name="connsiteY1" fmla="*/ 413443 h 6550716"/>
              <a:gd name="connsiteX2" fmla="*/ 3704505 w 21156890"/>
              <a:gd name="connsiteY2" fmla="*/ 758808 h 6550716"/>
              <a:gd name="connsiteX3" fmla="*/ 3235257 w 21156890"/>
              <a:gd name="connsiteY3" fmla="*/ 657774 h 6550716"/>
              <a:gd name="connsiteX4" fmla="*/ 2758678 w 21156890"/>
              <a:gd name="connsiteY4" fmla="*/ 1023414 h 6550716"/>
              <a:gd name="connsiteX5" fmla="*/ 2130200 w 21156890"/>
              <a:gd name="connsiteY5" fmla="*/ 1136412 h 6550716"/>
              <a:gd name="connsiteX6" fmla="*/ 319582 w 21156890"/>
              <a:gd name="connsiteY6" fmla="*/ 1406701 h 6550716"/>
              <a:gd name="connsiteX7" fmla="*/ 1336278 w 21156890"/>
              <a:gd name="connsiteY7" fmla="*/ 2907766 h 6550716"/>
              <a:gd name="connsiteX8" fmla="*/ 4503686 w 21156890"/>
              <a:gd name="connsiteY8" fmla="*/ 3039270 h 6550716"/>
              <a:gd name="connsiteX9" fmla="*/ 8902855 w 21156890"/>
              <a:gd name="connsiteY9" fmla="*/ 5396714 h 6550716"/>
              <a:gd name="connsiteX10" fmla="*/ 14415479 w 21156890"/>
              <a:gd name="connsiteY10" fmla="*/ 5934180 h 6550716"/>
              <a:gd name="connsiteX11" fmla="*/ 17261276 w 21156890"/>
              <a:gd name="connsiteY11" fmla="*/ 5949991 h 6550716"/>
              <a:gd name="connsiteX12" fmla="*/ 18092226 w 21156890"/>
              <a:gd name="connsiteY12" fmla="*/ 6525717 h 6550716"/>
              <a:gd name="connsiteX13" fmla="*/ 17412166 w 21156890"/>
              <a:gd name="connsiteY13" fmla="*/ 5187574 h 6550716"/>
              <a:gd name="connsiteX14" fmla="*/ 18432660 w 21156890"/>
              <a:gd name="connsiteY14" fmla="*/ 5505516 h 6550716"/>
              <a:gd name="connsiteX15" fmla="*/ 20732458 w 21156890"/>
              <a:gd name="connsiteY15" fmla="*/ 4413522 h 6550716"/>
              <a:gd name="connsiteX16" fmla="*/ 21156890 w 21156890"/>
              <a:gd name="connsiteY16" fmla="*/ 2710682 h 6550716"/>
              <a:gd name="connsiteX0" fmla="*/ 3764278 w 21156890"/>
              <a:gd name="connsiteY0" fmla="*/ 0 h 6550716"/>
              <a:gd name="connsiteX1" fmla="*/ 3529585 w 21156890"/>
              <a:gd name="connsiteY1" fmla="*/ 413443 h 6550716"/>
              <a:gd name="connsiteX2" fmla="*/ 3704505 w 21156890"/>
              <a:gd name="connsiteY2" fmla="*/ 758808 h 6550716"/>
              <a:gd name="connsiteX3" fmla="*/ 3235257 w 21156890"/>
              <a:gd name="connsiteY3" fmla="*/ 657774 h 6550716"/>
              <a:gd name="connsiteX4" fmla="*/ 2758678 w 21156890"/>
              <a:gd name="connsiteY4" fmla="*/ 1023414 h 6550716"/>
              <a:gd name="connsiteX5" fmla="*/ 2130200 w 21156890"/>
              <a:gd name="connsiteY5" fmla="*/ 1136412 h 6550716"/>
              <a:gd name="connsiteX6" fmla="*/ 319582 w 21156890"/>
              <a:gd name="connsiteY6" fmla="*/ 1406701 h 6550716"/>
              <a:gd name="connsiteX7" fmla="*/ 1336278 w 21156890"/>
              <a:gd name="connsiteY7" fmla="*/ 2907766 h 6550716"/>
              <a:gd name="connsiteX8" fmla="*/ 4503686 w 21156890"/>
              <a:gd name="connsiteY8" fmla="*/ 3039270 h 6550716"/>
              <a:gd name="connsiteX9" fmla="*/ 8902855 w 21156890"/>
              <a:gd name="connsiteY9" fmla="*/ 5396714 h 6550716"/>
              <a:gd name="connsiteX10" fmla="*/ 14254175 w 21156890"/>
              <a:gd name="connsiteY10" fmla="*/ 6453781 h 6550716"/>
              <a:gd name="connsiteX11" fmla="*/ 17261276 w 21156890"/>
              <a:gd name="connsiteY11" fmla="*/ 5949991 h 6550716"/>
              <a:gd name="connsiteX12" fmla="*/ 18092226 w 21156890"/>
              <a:gd name="connsiteY12" fmla="*/ 6525717 h 6550716"/>
              <a:gd name="connsiteX13" fmla="*/ 17412166 w 21156890"/>
              <a:gd name="connsiteY13" fmla="*/ 5187574 h 6550716"/>
              <a:gd name="connsiteX14" fmla="*/ 18432660 w 21156890"/>
              <a:gd name="connsiteY14" fmla="*/ 5505516 h 6550716"/>
              <a:gd name="connsiteX15" fmla="*/ 20732458 w 21156890"/>
              <a:gd name="connsiteY15" fmla="*/ 4413522 h 6550716"/>
              <a:gd name="connsiteX16" fmla="*/ 21156890 w 21156890"/>
              <a:gd name="connsiteY16" fmla="*/ 2710682 h 6550716"/>
              <a:gd name="connsiteX0" fmla="*/ 3764278 w 21156890"/>
              <a:gd name="connsiteY0" fmla="*/ 0 h 6567039"/>
              <a:gd name="connsiteX1" fmla="*/ 3529585 w 21156890"/>
              <a:gd name="connsiteY1" fmla="*/ 413443 h 6567039"/>
              <a:gd name="connsiteX2" fmla="*/ 3704505 w 21156890"/>
              <a:gd name="connsiteY2" fmla="*/ 758808 h 6567039"/>
              <a:gd name="connsiteX3" fmla="*/ 3235257 w 21156890"/>
              <a:gd name="connsiteY3" fmla="*/ 657774 h 6567039"/>
              <a:gd name="connsiteX4" fmla="*/ 2758678 w 21156890"/>
              <a:gd name="connsiteY4" fmla="*/ 1023414 h 6567039"/>
              <a:gd name="connsiteX5" fmla="*/ 2130200 w 21156890"/>
              <a:gd name="connsiteY5" fmla="*/ 1136412 h 6567039"/>
              <a:gd name="connsiteX6" fmla="*/ 319582 w 21156890"/>
              <a:gd name="connsiteY6" fmla="*/ 1406701 h 6567039"/>
              <a:gd name="connsiteX7" fmla="*/ 1336278 w 21156890"/>
              <a:gd name="connsiteY7" fmla="*/ 2907766 h 6567039"/>
              <a:gd name="connsiteX8" fmla="*/ 4503686 w 21156890"/>
              <a:gd name="connsiteY8" fmla="*/ 3039270 h 6567039"/>
              <a:gd name="connsiteX9" fmla="*/ 8902855 w 21156890"/>
              <a:gd name="connsiteY9" fmla="*/ 5396714 h 6567039"/>
              <a:gd name="connsiteX10" fmla="*/ 14012221 w 21156890"/>
              <a:gd name="connsiteY10" fmla="*/ 6559626 h 6567039"/>
              <a:gd name="connsiteX11" fmla="*/ 17261276 w 21156890"/>
              <a:gd name="connsiteY11" fmla="*/ 5949991 h 6567039"/>
              <a:gd name="connsiteX12" fmla="*/ 18092226 w 21156890"/>
              <a:gd name="connsiteY12" fmla="*/ 6525717 h 6567039"/>
              <a:gd name="connsiteX13" fmla="*/ 17412166 w 21156890"/>
              <a:gd name="connsiteY13" fmla="*/ 5187574 h 6567039"/>
              <a:gd name="connsiteX14" fmla="*/ 18432660 w 21156890"/>
              <a:gd name="connsiteY14" fmla="*/ 5505516 h 6567039"/>
              <a:gd name="connsiteX15" fmla="*/ 20732458 w 21156890"/>
              <a:gd name="connsiteY15" fmla="*/ 4413522 h 6567039"/>
              <a:gd name="connsiteX16" fmla="*/ 21156890 w 21156890"/>
              <a:gd name="connsiteY16" fmla="*/ 2710682 h 6567039"/>
              <a:gd name="connsiteX0" fmla="*/ 3764278 w 21156890"/>
              <a:gd name="connsiteY0" fmla="*/ 0 h 6567039"/>
              <a:gd name="connsiteX1" fmla="*/ 3529585 w 21156890"/>
              <a:gd name="connsiteY1" fmla="*/ 413443 h 6567039"/>
              <a:gd name="connsiteX2" fmla="*/ 3704505 w 21156890"/>
              <a:gd name="connsiteY2" fmla="*/ 758808 h 6567039"/>
              <a:gd name="connsiteX3" fmla="*/ 3235257 w 21156890"/>
              <a:gd name="connsiteY3" fmla="*/ 657774 h 6567039"/>
              <a:gd name="connsiteX4" fmla="*/ 2758678 w 21156890"/>
              <a:gd name="connsiteY4" fmla="*/ 1023414 h 6567039"/>
              <a:gd name="connsiteX5" fmla="*/ 2130200 w 21156890"/>
              <a:gd name="connsiteY5" fmla="*/ 1136412 h 6567039"/>
              <a:gd name="connsiteX6" fmla="*/ 319582 w 21156890"/>
              <a:gd name="connsiteY6" fmla="*/ 1406701 h 6567039"/>
              <a:gd name="connsiteX7" fmla="*/ 1336278 w 21156890"/>
              <a:gd name="connsiteY7" fmla="*/ 2907766 h 6567039"/>
              <a:gd name="connsiteX8" fmla="*/ 4503686 w 21156890"/>
              <a:gd name="connsiteY8" fmla="*/ 3039270 h 6567039"/>
              <a:gd name="connsiteX9" fmla="*/ 8902855 w 21156890"/>
              <a:gd name="connsiteY9" fmla="*/ 5396714 h 6567039"/>
              <a:gd name="connsiteX10" fmla="*/ 14012221 w 21156890"/>
              <a:gd name="connsiteY10" fmla="*/ 6559626 h 6567039"/>
              <a:gd name="connsiteX11" fmla="*/ 17261276 w 21156890"/>
              <a:gd name="connsiteY11" fmla="*/ 5949991 h 6567039"/>
              <a:gd name="connsiteX12" fmla="*/ 18092226 w 21156890"/>
              <a:gd name="connsiteY12" fmla="*/ 6525717 h 6567039"/>
              <a:gd name="connsiteX13" fmla="*/ 17426829 w 21156890"/>
              <a:gd name="connsiteY13" fmla="*/ 5250118 h 6567039"/>
              <a:gd name="connsiteX14" fmla="*/ 18432660 w 21156890"/>
              <a:gd name="connsiteY14" fmla="*/ 5505516 h 6567039"/>
              <a:gd name="connsiteX15" fmla="*/ 20732458 w 21156890"/>
              <a:gd name="connsiteY15" fmla="*/ 4413522 h 6567039"/>
              <a:gd name="connsiteX16" fmla="*/ 21156890 w 21156890"/>
              <a:gd name="connsiteY16" fmla="*/ 2710682 h 6567039"/>
              <a:gd name="connsiteX0" fmla="*/ 3764278 w 21156890"/>
              <a:gd name="connsiteY0" fmla="*/ 0 h 6567039"/>
              <a:gd name="connsiteX1" fmla="*/ 3529585 w 21156890"/>
              <a:gd name="connsiteY1" fmla="*/ 413443 h 6567039"/>
              <a:gd name="connsiteX2" fmla="*/ 3704505 w 21156890"/>
              <a:gd name="connsiteY2" fmla="*/ 758808 h 6567039"/>
              <a:gd name="connsiteX3" fmla="*/ 3235257 w 21156890"/>
              <a:gd name="connsiteY3" fmla="*/ 657774 h 6567039"/>
              <a:gd name="connsiteX4" fmla="*/ 2758678 w 21156890"/>
              <a:gd name="connsiteY4" fmla="*/ 1023414 h 6567039"/>
              <a:gd name="connsiteX5" fmla="*/ 2130200 w 21156890"/>
              <a:gd name="connsiteY5" fmla="*/ 1136412 h 6567039"/>
              <a:gd name="connsiteX6" fmla="*/ 319582 w 21156890"/>
              <a:gd name="connsiteY6" fmla="*/ 1406701 h 6567039"/>
              <a:gd name="connsiteX7" fmla="*/ 1336278 w 21156890"/>
              <a:gd name="connsiteY7" fmla="*/ 2907766 h 6567039"/>
              <a:gd name="connsiteX8" fmla="*/ 4503686 w 21156890"/>
              <a:gd name="connsiteY8" fmla="*/ 3039270 h 6567039"/>
              <a:gd name="connsiteX9" fmla="*/ 8902855 w 21156890"/>
              <a:gd name="connsiteY9" fmla="*/ 5396714 h 6567039"/>
              <a:gd name="connsiteX10" fmla="*/ 14012221 w 21156890"/>
              <a:gd name="connsiteY10" fmla="*/ 6559626 h 6567039"/>
              <a:gd name="connsiteX11" fmla="*/ 17261276 w 21156890"/>
              <a:gd name="connsiteY11" fmla="*/ 5949991 h 6567039"/>
              <a:gd name="connsiteX12" fmla="*/ 18092226 w 21156890"/>
              <a:gd name="connsiteY12" fmla="*/ 6525717 h 6567039"/>
              <a:gd name="connsiteX13" fmla="*/ 17426829 w 21156890"/>
              <a:gd name="connsiteY13" fmla="*/ 5250118 h 6567039"/>
              <a:gd name="connsiteX14" fmla="*/ 18469319 w 21156890"/>
              <a:gd name="connsiteY14" fmla="*/ 5587306 h 6567039"/>
              <a:gd name="connsiteX15" fmla="*/ 20732458 w 21156890"/>
              <a:gd name="connsiteY15" fmla="*/ 4413522 h 6567039"/>
              <a:gd name="connsiteX16" fmla="*/ 21156890 w 21156890"/>
              <a:gd name="connsiteY16" fmla="*/ 2710682 h 6567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1156890" h="6567039">
                <a:moveTo>
                  <a:pt x="3764278" y="0"/>
                </a:moveTo>
                <a:cubicBezTo>
                  <a:pt x="3697762" y="38417"/>
                  <a:pt x="3539547" y="286975"/>
                  <a:pt x="3529585" y="413443"/>
                </a:cubicBezTo>
                <a:cubicBezTo>
                  <a:pt x="3519623" y="539911"/>
                  <a:pt x="3736452" y="678796"/>
                  <a:pt x="3704505" y="758808"/>
                </a:cubicBezTo>
                <a:cubicBezTo>
                  <a:pt x="3672559" y="838820"/>
                  <a:pt x="3383119" y="610466"/>
                  <a:pt x="3235257" y="657774"/>
                </a:cubicBezTo>
                <a:cubicBezTo>
                  <a:pt x="2720800" y="753192"/>
                  <a:pt x="2869532" y="813742"/>
                  <a:pt x="2758678" y="1023414"/>
                </a:cubicBezTo>
                <a:cubicBezTo>
                  <a:pt x="2647824" y="1233086"/>
                  <a:pt x="2536716" y="1072531"/>
                  <a:pt x="2130200" y="1136412"/>
                </a:cubicBezTo>
                <a:cubicBezTo>
                  <a:pt x="1723684" y="1200293"/>
                  <a:pt x="451902" y="1111475"/>
                  <a:pt x="319582" y="1406701"/>
                </a:cubicBezTo>
                <a:cubicBezTo>
                  <a:pt x="-125566" y="1894371"/>
                  <a:pt x="-348276" y="2467512"/>
                  <a:pt x="1336278" y="2907766"/>
                </a:cubicBezTo>
                <a:cubicBezTo>
                  <a:pt x="2006745" y="3221557"/>
                  <a:pt x="2323819" y="2534868"/>
                  <a:pt x="4503686" y="3039270"/>
                </a:cubicBezTo>
                <a:cubicBezTo>
                  <a:pt x="5891869" y="3308692"/>
                  <a:pt x="8208930" y="4195771"/>
                  <a:pt x="8902855" y="5396714"/>
                </a:cubicBezTo>
                <a:cubicBezTo>
                  <a:pt x="10554820" y="5879199"/>
                  <a:pt x="12619151" y="6467413"/>
                  <a:pt x="14012221" y="6559626"/>
                </a:cubicBezTo>
                <a:cubicBezTo>
                  <a:pt x="15405291" y="6651839"/>
                  <a:pt x="16648485" y="5851402"/>
                  <a:pt x="17261276" y="5949991"/>
                </a:cubicBezTo>
                <a:cubicBezTo>
                  <a:pt x="17874067" y="6048580"/>
                  <a:pt x="18023086" y="6683257"/>
                  <a:pt x="18092226" y="6525717"/>
                </a:cubicBezTo>
                <a:cubicBezTo>
                  <a:pt x="18236481" y="5761940"/>
                  <a:pt x="17363980" y="5406520"/>
                  <a:pt x="17426829" y="5250118"/>
                </a:cubicBezTo>
                <a:cubicBezTo>
                  <a:pt x="17489678" y="5093716"/>
                  <a:pt x="17918381" y="5726739"/>
                  <a:pt x="18469319" y="5587306"/>
                </a:cubicBezTo>
                <a:cubicBezTo>
                  <a:pt x="19020257" y="5447873"/>
                  <a:pt x="20278420" y="4879328"/>
                  <a:pt x="20732458" y="4413522"/>
                </a:cubicBezTo>
                <a:cubicBezTo>
                  <a:pt x="21186496" y="3947716"/>
                  <a:pt x="20923603" y="2617376"/>
                  <a:pt x="21156890" y="2710682"/>
                </a:cubicBezTo>
              </a:path>
            </a:pathLst>
          </a:cu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3" name="Group 172"/>
          <p:cNvGrpSpPr/>
          <p:nvPr/>
        </p:nvGrpSpPr>
        <p:grpSpPr>
          <a:xfrm>
            <a:off x="6312762" y="2804611"/>
            <a:ext cx="974883" cy="188953"/>
            <a:chOff x="7561063" y="2812103"/>
            <a:chExt cx="974883" cy="188953"/>
          </a:xfrm>
        </p:grpSpPr>
        <p:sp>
          <p:nvSpPr>
            <p:cNvPr id="167" name="Oval 166"/>
            <p:cNvSpPr/>
            <p:nvPr/>
          </p:nvSpPr>
          <p:spPr>
            <a:xfrm flipH="1" flipV="1">
              <a:off x="8449505" y="2926962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68" name="Rectangle 167"/>
            <p:cNvSpPr/>
            <p:nvPr/>
          </p:nvSpPr>
          <p:spPr>
            <a:xfrm>
              <a:off x="7561063" y="2812103"/>
              <a:ext cx="858134" cy="17234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Shanghai</a:t>
              </a:r>
            </a:p>
          </p:txBody>
        </p:sp>
      </p:grpSp>
      <p:grpSp>
        <p:nvGrpSpPr>
          <p:cNvPr id="211" name="Group 268">
            <a:extLst>
              <a:ext uri="{FF2B5EF4-FFF2-40B4-BE49-F238E27FC236}">
                <a16:creationId xmlns:a16="http://schemas.microsoft.com/office/drawing/2014/main" id="{4949A2F7-6942-4BC5-8EE1-57C23F65AAF5}"/>
              </a:ext>
            </a:extLst>
          </p:cNvPr>
          <p:cNvGrpSpPr/>
          <p:nvPr/>
        </p:nvGrpSpPr>
        <p:grpSpPr>
          <a:xfrm>
            <a:off x="6510206" y="4602621"/>
            <a:ext cx="959404" cy="212653"/>
            <a:chOff x="9437646" y="3045303"/>
            <a:chExt cx="279691" cy="61994"/>
          </a:xfrm>
        </p:grpSpPr>
        <p:sp>
          <p:nvSpPr>
            <p:cNvPr id="212" name="Oval 269">
              <a:extLst>
                <a:ext uri="{FF2B5EF4-FFF2-40B4-BE49-F238E27FC236}">
                  <a16:creationId xmlns:a16="http://schemas.microsoft.com/office/drawing/2014/main" id="{0DDB7B37-DE4A-4AF4-8F75-09716E835366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3" name="Rectangle 270">
              <a:extLst>
                <a:ext uri="{FF2B5EF4-FFF2-40B4-BE49-F238E27FC236}">
                  <a16:creationId xmlns:a16="http://schemas.microsoft.com/office/drawing/2014/main" id="{537637EE-E27E-40DF-807F-BA844F756AEE}"/>
                </a:ext>
              </a:extLst>
            </p:cNvPr>
            <p:cNvSpPr/>
            <p:nvPr/>
          </p:nvSpPr>
          <p:spPr>
            <a:xfrm>
              <a:off x="9462355" y="3052543"/>
              <a:ext cx="254982" cy="54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Singapore</a:t>
              </a:r>
            </a:p>
          </p:txBody>
        </p:sp>
      </p:grp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BCDFEC22-6197-4697-9590-5B85A37EBD3A}"/>
              </a:ext>
            </a:extLst>
          </p:cNvPr>
          <p:cNvCxnSpPr>
            <a:cxnSpLocks/>
            <a:stCxn id="351" idx="7"/>
            <a:endCxn id="352" idx="0"/>
          </p:cNvCxnSpPr>
          <p:nvPr/>
        </p:nvCxnSpPr>
        <p:spPr>
          <a:xfrm flipH="1">
            <a:off x="5872423" y="4369888"/>
            <a:ext cx="398911" cy="218001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7" name="이등변 삼각형 216">
            <a:extLst>
              <a:ext uri="{FF2B5EF4-FFF2-40B4-BE49-F238E27FC236}">
                <a16:creationId xmlns:a16="http://schemas.microsoft.com/office/drawing/2014/main" id="{AFD022A4-0866-4EFF-AC7B-6B96D66B0D53}"/>
              </a:ext>
            </a:extLst>
          </p:cNvPr>
          <p:cNvSpPr/>
          <p:nvPr/>
        </p:nvSpPr>
        <p:spPr>
          <a:xfrm rot="11044074">
            <a:off x="4395992" y="3868008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8" name="이등변 삼각형 217">
            <a:extLst>
              <a:ext uri="{FF2B5EF4-FFF2-40B4-BE49-F238E27FC236}">
                <a16:creationId xmlns:a16="http://schemas.microsoft.com/office/drawing/2014/main" id="{E1986FF9-4992-43FF-A801-EDA1957ACE63}"/>
              </a:ext>
            </a:extLst>
          </p:cNvPr>
          <p:cNvSpPr/>
          <p:nvPr/>
        </p:nvSpPr>
        <p:spPr>
          <a:xfrm rot="12375686">
            <a:off x="663614" y="2084370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FF0000"/>
              </a:solidFill>
            </a:endParaRPr>
          </a:p>
        </p:txBody>
      </p:sp>
      <p:graphicFrame>
        <p:nvGraphicFramePr>
          <p:cNvPr id="246" name="Table 205">
            <a:extLst>
              <a:ext uri="{FF2B5EF4-FFF2-40B4-BE49-F238E27FC236}">
                <a16:creationId xmlns:a16="http://schemas.microsoft.com/office/drawing/2014/main" id="{BD284732-C96F-4710-8482-9EB3BB3ADF0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753634" y="5166000"/>
          <a:ext cx="8684732" cy="15867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9599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51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60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7063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55089"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Carriers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Dur</a:t>
                      </a:r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Freq.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Ships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Rotation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3167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MSC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Arial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13 x 16,187 </a:t>
                      </a:r>
                      <a:r>
                        <a:rPr lang="en-US" altLang="ko-KR" sz="1200" b="1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teu</a:t>
                      </a:r>
                      <a:endParaRPr lang="en-US" altLang="ko-KR" sz="1200" b="1" i="0" u="none" strike="noStrike" kern="1200" dirty="0">
                        <a:solidFill>
                          <a:schemeClr val="tx1"/>
                        </a:solidFill>
                        <a:effectLst/>
                        <a:latin typeface="Arial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kern="1200" dirty="0">
                          <a:solidFill>
                            <a:srgbClr val="00B050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1" i="0" u="none" strike="noStrike" dirty="0">
                          <a:solidFill>
                            <a:srgbClr val="BC8F00"/>
                          </a:solidFill>
                          <a:effectLst/>
                          <a:latin typeface="Arial"/>
                        </a:rPr>
                        <a:t>Ningbo</a:t>
                      </a:r>
                      <a:r>
                        <a:rPr lang="en-US" altLang="ko-KR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, Shanghai, Xiamen, Yantian, Singapore, Le </a:t>
                      </a:r>
                      <a:r>
                        <a:rPr lang="en-US" altLang="ko-KR" sz="1200" b="1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Harve</a:t>
                      </a:r>
                      <a:r>
                        <a:rPr lang="en-US" altLang="ko-KR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 Rotterdam, Gothenburg, Aarhus, Hamburg, Antwerp,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 Port </a:t>
                      </a:r>
                      <a:r>
                        <a:rPr lang="en-US" altLang="ko-KR" sz="1200" b="1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Klang</a:t>
                      </a:r>
                      <a:r>
                        <a:rPr lang="en-US" altLang="ko-KR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, Singapore, Laem Chabang, Cai </a:t>
                      </a:r>
                      <a:r>
                        <a:rPr lang="en-US" altLang="ko-KR" sz="1200" b="1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Mep</a:t>
                      </a:r>
                      <a:r>
                        <a:rPr lang="en-US" altLang="ko-KR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,</a:t>
                      </a:r>
                      <a:r>
                        <a:rPr lang="en-US" altLang="ko-KR" sz="1200" b="1" i="0" u="none" strike="noStrike" kern="1200" dirty="0">
                          <a:solidFill>
                            <a:srgbClr val="00B050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 Busan</a:t>
                      </a:r>
                      <a:r>
                        <a:rPr lang="en-US" altLang="ko-KR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/>
                          <a:ea typeface="+mn-ea"/>
                          <a:cs typeface="+mn-cs"/>
                        </a:rPr>
                        <a:t> Long Beach, Oakland, Yokohama, </a:t>
                      </a:r>
                      <a:r>
                        <a:rPr lang="en-US" altLang="ko-KR" sz="1200" b="1" i="0" u="none" strike="noStrike" dirty="0">
                          <a:solidFill>
                            <a:srgbClr val="BC8F00"/>
                          </a:solidFill>
                          <a:effectLst/>
                          <a:latin typeface="Arial"/>
                        </a:rPr>
                        <a:t>Ningbo</a:t>
                      </a:r>
                      <a:endParaRPr lang="en-US" altLang="ko-KR" sz="1200" b="1" i="0" u="none" strike="noStrike" kern="1200" dirty="0">
                        <a:solidFill>
                          <a:srgbClr val="BC8F00"/>
                        </a:solidFill>
                        <a:effectLst/>
                        <a:latin typeface="Arial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47" name="표 246">
            <a:extLst>
              <a:ext uri="{FF2B5EF4-FFF2-40B4-BE49-F238E27FC236}">
                <a16:creationId xmlns:a16="http://schemas.microsoft.com/office/drawing/2014/main" id="{BF67FA7B-8AF5-40FE-8708-B8C3D534D72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9766800" y="3956095"/>
          <a:ext cx="2041662" cy="11067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599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17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704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Terminal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PNIT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Weekly throughput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3,300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2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Schedule</a:t>
                      </a:r>
                      <a:endParaRPr lang="ko-KR" altLang="en-US" sz="1200" b="1" i="0" u="none" strike="noStrike" kern="1200" dirty="0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57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Fri ~ Sat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23AE6D22-A309-4E7E-BE44-762D2DD0E23C}"/>
              </a:ext>
            </a:extLst>
          </p:cNvPr>
          <p:cNvGrpSpPr/>
          <p:nvPr/>
        </p:nvGrpSpPr>
        <p:grpSpPr>
          <a:xfrm>
            <a:off x="6609993" y="3611152"/>
            <a:ext cx="197643" cy="261610"/>
            <a:chOff x="1477817" y="2788120"/>
            <a:chExt cx="197643" cy="261610"/>
          </a:xfrm>
        </p:grpSpPr>
        <p:sp>
          <p:nvSpPr>
            <p:cNvPr id="257" name="타원 256">
              <a:extLst>
                <a:ext uri="{FF2B5EF4-FFF2-40B4-BE49-F238E27FC236}">
                  <a16:creationId xmlns:a16="http://schemas.microsoft.com/office/drawing/2014/main" id="{B99B6D11-2E4C-4445-9C53-ED336298DD64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3494B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81673997-C532-41E0-B215-2ABDEDCF0150}"/>
                </a:ext>
              </a:extLst>
            </p:cNvPr>
            <p:cNvSpPr txBox="1"/>
            <p:nvPr/>
          </p:nvSpPr>
          <p:spPr>
            <a:xfrm>
              <a:off x="1553777" y="2788120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Arial" pitchFamily="34" charset="0"/>
                  <a:ea typeface="HY견고딕" pitchFamily="18" charset="-127"/>
                  <a:cs typeface="Arial" pitchFamily="34" charset="0"/>
                </a:rPr>
                <a:t>1</a:t>
              </a:r>
              <a:endParaRPr lang="ko-KR" altLang="en-US" sz="1100" b="1" dirty="0">
                <a:solidFill>
                  <a:schemeClr val="bg1"/>
                </a:solidFill>
                <a:latin typeface="Arial" pitchFamily="34" charset="0"/>
                <a:ea typeface="HY견고딕" pitchFamily="18" charset="-127"/>
                <a:cs typeface="Arial" pitchFamily="34" charset="0"/>
              </a:endParaRPr>
            </a:p>
          </p:txBody>
        </p:sp>
      </p:grpSp>
      <p:grpSp>
        <p:nvGrpSpPr>
          <p:cNvPr id="297" name="Group 169">
            <a:extLst>
              <a:ext uri="{FF2B5EF4-FFF2-40B4-BE49-F238E27FC236}">
                <a16:creationId xmlns:a16="http://schemas.microsoft.com/office/drawing/2014/main" id="{27533985-219C-40DC-868C-06A15E3E7CB8}"/>
              </a:ext>
            </a:extLst>
          </p:cNvPr>
          <p:cNvGrpSpPr/>
          <p:nvPr/>
        </p:nvGrpSpPr>
        <p:grpSpPr>
          <a:xfrm>
            <a:off x="6267638" y="3437044"/>
            <a:ext cx="774093" cy="175125"/>
            <a:chOff x="7522665" y="3389486"/>
            <a:chExt cx="774093" cy="175125"/>
          </a:xfrm>
        </p:grpSpPr>
        <p:sp>
          <p:nvSpPr>
            <p:cNvPr id="298" name="Oval 157">
              <a:extLst>
                <a:ext uri="{FF2B5EF4-FFF2-40B4-BE49-F238E27FC236}">
                  <a16:creationId xmlns:a16="http://schemas.microsoft.com/office/drawing/2014/main" id="{93FB0A66-5699-492C-8E19-941538913195}"/>
                </a:ext>
              </a:extLst>
            </p:cNvPr>
            <p:cNvSpPr/>
            <p:nvPr/>
          </p:nvSpPr>
          <p:spPr>
            <a:xfrm flipH="1" flipV="1">
              <a:off x="8210317" y="3399583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99" name="Rectangle 158">
              <a:extLst>
                <a:ext uri="{FF2B5EF4-FFF2-40B4-BE49-F238E27FC236}">
                  <a16:creationId xmlns:a16="http://schemas.microsoft.com/office/drawing/2014/main" id="{6D5E3F7B-D896-466F-9291-D5029F78D3A3}"/>
                </a:ext>
              </a:extLst>
            </p:cNvPr>
            <p:cNvSpPr/>
            <p:nvPr/>
          </p:nvSpPr>
          <p:spPr>
            <a:xfrm>
              <a:off x="7522665" y="3389486"/>
              <a:ext cx="707213" cy="1751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Yantian</a:t>
              </a:r>
            </a:p>
          </p:txBody>
        </p:sp>
      </p:grpSp>
      <p:grpSp>
        <p:nvGrpSpPr>
          <p:cNvPr id="308" name="Group 389">
            <a:extLst>
              <a:ext uri="{FF2B5EF4-FFF2-40B4-BE49-F238E27FC236}">
                <a16:creationId xmlns:a16="http://schemas.microsoft.com/office/drawing/2014/main" id="{DE57A936-610D-4336-B23B-125B19990125}"/>
              </a:ext>
            </a:extLst>
          </p:cNvPr>
          <p:cNvGrpSpPr/>
          <p:nvPr/>
        </p:nvGrpSpPr>
        <p:grpSpPr>
          <a:xfrm>
            <a:off x="1558004" y="1882793"/>
            <a:ext cx="787824" cy="362504"/>
            <a:chOff x="9437646" y="3045473"/>
            <a:chExt cx="229671" cy="105680"/>
          </a:xfrm>
        </p:grpSpPr>
        <p:sp>
          <p:nvSpPr>
            <p:cNvPr id="309" name="Oval 390">
              <a:extLst>
                <a:ext uri="{FF2B5EF4-FFF2-40B4-BE49-F238E27FC236}">
                  <a16:creationId xmlns:a16="http://schemas.microsoft.com/office/drawing/2014/main" id="{FBF712DC-DD9C-4566-8B16-E062F3D8D893}"/>
                </a:ext>
              </a:extLst>
            </p:cNvPr>
            <p:cNvSpPr/>
            <p:nvPr/>
          </p:nvSpPr>
          <p:spPr>
            <a:xfrm flipH="1" flipV="1">
              <a:off x="9437646" y="304547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0" name="Rectangle 391">
              <a:extLst>
                <a:ext uri="{FF2B5EF4-FFF2-40B4-BE49-F238E27FC236}">
                  <a16:creationId xmlns:a16="http://schemas.microsoft.com/office/drawing/2014/main" id="{BA24C5A5-D6B9-4925-85F2-F0396192D7FF}"/>
                </a:ext>
              </a:extLst>
            </p:cNvPr>
            <p:cNvSpPr/>
            <p:nvPr/>
          </p:nvSpPr>
          <p:spPr>
            <a:xfrm>
              <a:off x="9446319" y="3105434"/>
              <a:ext cx="220998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Antwerp</a:t>
              </a:r>
            </a:p>
          </p:txBody>
        </p:sp>
      </p:grpSp>
      <p:grpSp>
        <p:nvGrpSpPr>
          <p:cNvPr id="324" name="Group 2541">
            <a:extLst>
              <a:ext uri="{FF2B5EF4-FFF2-40B4-BE49-F238E27FC236}">
                <a16:creationId xmlns:a16="http://schemas.microsoft.com/office/drawing/2014/main" id="{60507F4C-C7D2-44F1-9436-617E69BF0010}"/>
              </a:ext>
            </a:extLst>
          </p:cNvPr>
          <p:cNvGrpSpPr/>
          <p:nvPr/>
        </p:nvGrpSpPr>
        <p:grpSpPr>
          <a:xfrm>
            <a:off x="6639486" y="4123245"/>
            <a:ext cx="1097945" cy="221518"/>
            <a:chOff x="9437648" y="3045303"/>
            <a:chExt cx="308850" cy="62313"/>
          </a:xfrm>
        </p:grpSpPr>
        <p:sp>
          <p:nvSpPr>
            <p:cNvPr id="325" name="Oval 2542">
              <a:extLst>
                <a:ext uri="{FF2B5EF4-FFF2-40B4-BE49-F238E27FC236}">
                  <a16:creationId xmlns:a16="http://schemas.microsoft.com/office/drawing/2014/main" id="{95F7A1A7-02B7-4D8F-80BA-C5A065849686}"/>
                </a:ext>
              </a:extLst>
            </p:cNvPr>
            <p:cNvSpPr/>
            <p:nvPr/>
          </p:nvSpPr>
          <p:spPr>
            <a:xfrm flipH="1" flipV="1">
              <a:off x="9437648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26" name="Rectangle 2543">
              <a:extLst>
                <a:ext uri="{FF2B5EF4-FFF2-40B4-BE49-F238E27FC236}">
                  <a16:creationId xmlns:a16="http://schemas.microsoft.com/office/drawing/2014/main" id="{D65E5359-378F-4E8A-A260-ADA452434525}"/>
                </a:ext>
              </a:extLst>
            </p:cNvPr>
            <p:cNvSpPr/>
            <p:nvPr/>
          </p:nvSpPr>
          <p:spPr>
            <a:xfrm>
              <a:off x="9514321" y="3057223"/>
              <a:ext cx="232177" cy="5039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Cai </a:t>
              </a:r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Mep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327" name="Group 2073">
            <a:extLst>
              <a:ext uri="{FF2B5EF4-FFF2-40B4-BE49-F238E27FC236}">
                <a16:creationId xmlns:a16="http://schemas.microsoft.com/office/drawing/2014/main" id="{FB47AF70-7B33-4D72-A291-506D67A03BAA}"/>
              </a:ext>
            </a:extLst>
          </p:cNvPr>
          <p:cNvGrpSpPr/>
          <p:nvPr/>
        </p:nvGrpSpPr>
        <p:grpSpPr>
          <a:xfrm>
            <a:off x="5211992" y="3725905"/>
            <a:ext cx="1402502" cy="320638"/>
            <a:chOff x="9137231" y="2980002"/>
            <a:chExt cx="380114" cy="86901"/>
          </a:xfrm>
        </p:grpSpPr>
        <p:sp>
          <p:nvSpPr>
            <p:cNvPr id="328" name="Oval 2074">
              <a:extLst>
                <a:ext uri="{FF2B5EF4-FFF2-40B4-BE49-F238E27FC236}">
                  <a16:creationId xmlns:a16="http://schemas.microsoft.com/office/drawing/2014/main" id="{FAA6428D-2366-40CC-B6F1-120F8AB9D096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29" name="Rectangle 2075">
              <a:extLst>
                <a:ext uri="{FF2B5EF4-FFF2-40B4-BE49-F238E27FC236}">
                  <a16:creationId xmlns:a16="http://schemas.microsoft.com/office/drawing/2014/main" id="{48A02A1E-0599-4582-A923-557A731B2B3E}"/>
                </a:ext>
              </a:extLst>
            </p:cNvPr>
            <p:cNvSpPr/>
            <p:nvPr/>
          </p:nvSpPr>
          <p:spPr>
            <a:xfrm>
              <a:off x="9137231" y="2980002"/>
              <a:ext cx="380114" cy="6265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Laem Chabang</a:t>
              </a:r>
            </a:p>
          </p:txBody>
        </p:sp>
      </p:grpSp>
      <p:grpSp>
        <p:nvGrpSpPr>
          <p:cNvPr id="330" name="Group 389">
            <a:extLst>
              <a:ext uri="{FF2B5EF4-FFF2-40B4-BE49-F238E27FC236}">
                <a16:creationId xmlns:a16="http://schemas.microsoft.com/office/drawing/2014/main" id="{BA907E7B-F8ED-4E78-96BA-B3659B3E49DB}"/>
              </a:ext>
            </a:extLst>
          </p:cNvPr>
          <p:cNvGrpSpPr/>
          <p:nvPr/>
        </p:nvGrpSpPr>
        <p:grpSpPr>
          <a:xfrm>
            <a:off x="1855474" y="1704951"/>
            <a:ext cx="1307458" cy="156826"/>
            <a:chOff x="9437643" y="3032269"/>
            <a:chExt cx="381158" cy="45719"/>
          </a:xfrm>
        </p:grpSpPr>
        <p:sp>
          <p:nvSpPr>
            <p:cNvPr id="331" name="Oval 390">
              <a:extLst>
                <a:ext uri="{FF2B5EF4-FFF2-40B4-BE49-F238E27FC236}">
                  <a16:creationId xmlns:a16="http://schemas.microsoft.com/office/drawing/2014/main" id="{750710FB-72EA-4FED-A59A-3FCC5CE0106D}"/>
                </a:ext>
              </a:extLst>
            </p:cNvPr>
            <p:cNvSpPr/>
            <p:nvPr/>
          </p:nvSpPr>
          <p:spPr>
            <a:xfrm flipH="1" flipV="1">
              <a:off x="9437643" y="304547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32" name="Rectangle 391">
              <a:extLst>
                <a:ext uri="{FF2B5EF4-FFF2-40B4-BE49-F238E27FC236}">
                  <a16:creationId xmlns:a16="http://schemas.microsoft.com/office/drawing/2014/main" id="{35E1756D-BCE3-4086-B82A-B328C24C7948}"/>
                </a:ext>
              </a:extLst>
            </p:cNvPr>
            <p:cNvSpPr/>
            <p:nvPr/>
          </p:nvSpPr>
          <p:spPr>
            <a:xfrm>
              <a:off x="9541572" y="3032269"/>
              <a:ext cx="277229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Hamburg</a:t>
              </a:r>
            </a:p>
          </p:txBody>
        </p:sp>
      </p:grpSp>
      <p:sp>
        <p:nvSpPr>
          <p:cNvPr id="334" name="자유형: 도형 333">
            <a:extLst>
              <a:ext uri="{FF2B5EF4-FFF2-40B4-BE49-F238E27FC236}">
                <a16:creationId xmlns:a16="http://schemas.microsoft.com/office/drawing/2014/main" id="{C40946B8-CF76-481E-BD43-EB5EF8A7AE15}"/>
              </a:ext>
            </a:extLst>
          </p:cNvPr>
          <p:cNvSpPr/>
          <p:nvPr/>
        </p:nvSpPr>
        <p:spPr>
          <a:xfrm>
            <a:off x="7288225" y="2325626"/>
            <a:ext cx="3860965" cy="819179"/>
          </a:xfrm>
          <a:custGeom>
            <a:avLst/>
            <a:gdLst>
              <a:gd name="connsiteX0" fmla="*/ 292100 w 292100"/>
              <a:gd name="connsiteY0" fmla="*/ 38100 h 165520"/>
              <a:gd name="connsiteX1" fmla="*/ 177800 w 292100"/>
              <a:gd name="connsiteY1" fmla="*/ 165100 h 165520"/>
              <a:gd name="connsiteX2" fmla="*/ 0 w 292100"/>
              <a:gd name="connsiteY2" fmla="*/ 0 h 165520"/>
              <a:gd name="connsiteX0" fmla="*/ 334963 w 334963"/>
              <a:gd name="connsiteY0" fmla="*/ 76200 h 203620"/>
              <a:gd name="connsiteX1" fmla="*/ 220663 w 334963"/>
              <a:gd name="connsiteY1" fmla="*/ 203200 h 203620"/>
              <a:gd name="connsiteX2" fmla="*/ 0 w 334963"/>
              <a:gd name="connsiteY2" fmla="*/ 0 h 203620"/>
              <a:gd name="connsiteX0" fmla="*/ 337345 w 337345"/>
              <a:gd name="connsiteY0" fmla="*/ 47625 h 203501"/>
              <a:gd name="connsiteX1" fmla="*/ 220663 w 337345"/>
              <a:gd name="connsiteY1" fmla="*/ 203200 h 203501"/>
              <a:gd name="connsiteX2" fmla="*/ 0 w 337345"/>
              <a:gd name="connsiteY2" fmla="*/ 0 h 203501"/>
              <a:gd name="connsiteX0" fmla="*/ 1053338 w 1053338"/>
              <a:gd name="connsiteY0" fmla="*/ 340923 h 496799"/>
              <a:gd name="connsiteX1" fmla="*/ 936656 w 1053338"/>
              <a:gd name="connsiteY1" fmla="*/ 496498 h 496799"/>
              <a:gd name="connsiteX2" fmla="*/ 0 w 1053338"/>
              <a:gd name="connsiteY2" fmla="*/ 0 h 496799"/>
              <a:gd name="connsiteX0" fmla="*/ 3002908 w 3002908"/>
              <a:gd name="connsiteY0" fmla="*/ 185647 h 496616"/>
              <a:gd name="connsiteX1" fmla="*/ 936656 w 3002908"/>
              <a:gd name="connsiteY1" fmla="*/ 496498 h 496616"/>
              <a:gd name="connsiteX2" fmla="*/ 0 w 3002908"/>
              <a:gd name="connsiteY2" fmla="*/ 0 h 496616"/>
              <a:gd name="connsiteX0" fmla="*/ 3503240 w 3503240"/>
              <a:gd name="connsiteY0" fmla="*/ 0 h 871605"/>
              <a:gd name="connsiteX1" fmla="*/ 936656 w 3503240"/>
              <a:gd name="connsiteY1" fmla="*/ 871568 h 871605"/>
              <a:gd name="connsiteX2" fmla="*/ 0 w 3503240"/>
              <a:gd name="connsiteY2" fmla="*/ 375070 h 871605"/>
              <a:gd name="connsiteX0" fmla="*/ 3503240 w 3594106"/>
              <a:gd name="connsiteY0" fmla="*/ 0 h 389279"/>
              <a:gd name="connsiteX1" fmla="*/ 3584966 w 3594106"/>
              <a:gd name="connsiteY1" fmla="*/ 181454 h 389279"/>
              <a:gd name="connsiteX2" fmla="*/ 0 w 3594106"/>
              <a:gd name="connsiteY2" fmla="*/ 375070 h 389279"/>
              <a:gd name="connsiteX0" fmla="*/ 3503240 w 3594106"/>
              <a:gd name="connsiteY0" fmla="*/ 0 h 687176"/>
              <a:gd name="connsiteX1" fmla="*/ 3584966 w 3594106"/>
              <a:gd name="connsiteY1" fmla="*/ 181454 h 687176"/>
              <a:gd name="connsiteX2" fmla="*/ 0 w 3594106"/>
              <a:gd name="connsiteY2" fmla="*/ 375070 h 687176"/>
              <a:gd name="connsiteX0" fmla="*/ 3503240 w 3593732"/>
              <a:gd name="connsiteY0" fmla="*/ 0 h 687176"/>
              <a:gd name="connsiteX1" fmla="*/ 3584966 w 3593732"/>
              <a:gd name="connsiteY1" fmla="*/ 181454 h 687176"/>
              <a:gd name="connsiteX2" fmla="*/ 0 w 3593732"/>
              <a:gd name="connsiteY2" fmla="*/ 375070 h 687176"/>
              <a:gd name="connsiteX0" fmla="*/ 3503240 w 3593732"/>
              <a:gd name="connsiteY0" fmla="*/ 0 h 687176"/>
              <a:gd name="connsiteX1" fmla="*/ 3584966 w 3593732"/>
              <a:gd name="connsiteY1" fmla="*/ 181454 h 687176"/>
              <a:gd name="connsiteX2" fmla="*/ 0 w 3593732"/>
              <a:gd name="connsiteY2" fmla="*/ 375070 h 687176"/>
              <a:gd name="connsiteX0" fmla="*/ 2873511 w 3587098"/>
              <a:gd name="connsiteY0" fmla="*/ 0 h 825199"/>
              <a:gd name="connsiteX1" fmla="*/ 3584966 w 3587098"/>
              <a:gd name="connsiteY1" fmla="*/ 319477 h 825199"/>
              <a:gd name="connsiteX2" fmla="*/ 0 w 3587098"/>
              <a:gd name="connsiteY2" fmla="*/ 513093 h 825199"/>
              <a:gd name="connsiteX0" fmla="*/ 2873511 w 3797653"/>
              <a:gd name="connsiteY0" fmla="*/ 0 h 825199"/>
              <a:gd name="connsiteX1" fmla="*/ 3328871 w 3797653"/>
              <a:gd name="connsiteY1" fmla="*/ 200664 h 825199"/>
              <a:gd name="connsiteX2" fmla="*/ 3584966 w 3797653"/>
              <a:gd name="connsiteY2" fmla="*/ 319477 h 825199"/>
              <a:gd name="connsiteX3" fmla="*/ 0 w 3797653"/>
              <a:gd name="connsiteY3" fmla="*/ 513093 h 825199"/>
              <a:gd name="connsiteX0" fmla="*/ 2873511 w 3834000"/>
              <a:gd name="connsiteY0" fmla="*/ 0 h 825199"/>
              <a:gd name="connsiteX1" fmla="*/ 3492773 w 3834000"/>
              <a:gd name="connsiteY1" fmla="*/ 123026 h 825199"/>
              <a:gd name="connsiteX2" fmla="*/ 3584966 w 3834000"/>
              <a:gd name="connsiteY2" fmla="*/ 319477 h 825199"/>
              <a:gd name="connsiteX3" fmla="*/ 0 w 3834000"/>
              <a:gd name="connsiteY3" fmla="*/ 513093 h 825199"/>
              <a:gd name="connsiteX0" fmla="*/ 2873511 w 3600152"/>
              <a:gd name="connsiteY0" fmla="*/ 0 h 825199"/>
              <a:gd name="connsiteX1" fmla="*/ 3492773 w 3600152"/>
              <a:gd name="connsiteY1" fmla="*/ 123026 h 825199"/>
              <a:gd name="connsiteX2" fmla="*/ 3584966 w 3600152"/>
              <a:gd name="connsiteY2" fmla="*/ 319477 h 825199"/>
              <a:gd name="connsiteX3" fmla="*/ 0 w 3600152"/>
              <a:gd name="connsiteY3" fmla="*/ 513093 h 825199"/>
              <a:gd name="connsiteX0" fmla="*/ 0 w 3616490"/>
              <a:gd name="connsiteY0" fmla="*/ 377306 h 702173"/>
              <a:gd name="connsiteX1" fmla="*/ 3509111 w 3616490"/>
              <a:gd name="connsiteY1" fmla="*/ 0 h 702173"/>
              <a:gd name="connsiteX2" fmla="*/ 3601304 w 3616490"/>
              <a:gd name="connsiteY2" fmla="*/ 196451 h 702173"/>
              <a:gd name="connsiteX3" fmla="*/ 16338 w 3616490"/>
              <a:gd name="connsiteY3" fmla="*/ 390067 h 702173"/>
              <a:gd name="connsiteX0" fmla="*/ 0 w 3616490"/>
              <a:gd name="connsiteY0" fmla="*/ 377306 h 702173"/>
              <a:gd name="connsiteX1" fmla="*/ 3509111 w 3616490"/>
              <a:gd name="connsiteY1" fmla="*/ 0 h 702173"/>
              <a:gd name="connsiteX2" fmla="*/ 3601304 w 3616490"/>
              <a:gd name="connsiteY2" fmla="*/ 196451 h 702173"/>
              <a:gd name="connsiteX3" fmla="*/ 16338 w 3616490"/>
              <a:gd name="connsiteY3" fmla="*/ 390067 h 702173"/>
              <a:gd name="connsiteX0" fmla="*/ 0 w 3616490"/>
              <a:gd name="connsiteY0" fmla="*/ 657920 h 982787"/>
              <a:gd name="connsiteX1" fmla="*/ 3509111 w 3616490"/>
              <a:gd name="connsiteY1" fmla="*/ 280614 h 982787"/>
              <a:gd name="connsiteX2" fmla="*/ 3601304 w 3616490"/>
              <a:gd name="connsiteY2" fmla="*/ 477065 h 982787"/>
              <a:gd name="connsiteX3" fmla="*/ 16338 w 3616490"/>
              <a:gd name="connsiteY3" fmla="*/ 670681 h 982787"/>
              <a:gd name="connsiteX0" fmla="*/ 0 w 3616490"/>
              <a:gd name="connsiteY0" fmla="*/ 814744 h 1139611"/>
              <a:gd name="connsiteX1" fmla="*/ 3509111 w 3616490"/>
              <a:gd name="connsiteY1" fmla="*/ 437438 h 1139611"/>
              <a:gd name="connsiteX2" fmla="*/ 3601304 w 3616490"/>
              <a:gd name="connsiteY2" fmla="*/ 633889 h 1139611"/>
              <a:gd name="connsiteX3" fmla="*/ 16338 w 3616490"/>
              <a:gd name="connsiteY3" fmla="*/ 827505 h 1139611"/>
              <a:gd name="connsiteX0" fmla="*/ 669462 w 3600152"/>
              <a:gd name="connsiteY0" fmla="*/ 793256 h 1165748"/>
              <a:gd name="connsiteX1" fmla="*/ 3492773 w 3600152"/>
              <a:gd name="connsiteY1" fmla="*/ 463575 h 1165748"/>
              <a:gd name="connsiteX2" fmla="*/ 3584966 w 3600152"/>
              <a:gd name="connsiteY2" fmla="*/ 660026 h 1165748"/>
              <a:gd name="connsiteX3" fmla="*/ 0 w 3600152"/>
              <a:gd name="connsiteY3" fmla="*/ 853642 h 1165748"/>
              <a:gd name="connsiteX0" fmla="*/ 0 w 3860965"/>
              <a:gd name="connsiteY0" fmla="*/ 1040048 h 1040048"/>
              <a:gd name="connsiteX1" fmla="*/ 3753586 w 3860965"/>
              <a:gd name="connsiteY1" fmla="*/ 256342 h 1040048"/>
              <a:gd name="connsiteX2" fmla="*/ 3845779 w 3860965"/>
              <a:gd name="connsiteY2" fmla="*/ 452793 h 1040048"/>
              <a:gd name="connsiteX3" fmla="*/ 260813 w 3860965"/>
              <a:gd name="connsiteY3" fmla="*/ 646409 h 1040048"/>
              <a:gd name="connsiteX0" fmla="*/ 0 w 3860965"/>
              <a:gd name="connsiteY0" fmla="*/ 805193 h 805193"/>
              <a:gd name="connsiteX1" fmla="*/ 900100 w 3860965"/>
              <a:gd name="connsiteY1" fmla="*/ 93553 h 805193"/>
              <a:gd name="connsiteX2" fmla="*/ 3753586 w 3860965"/>
              <a:gd name="connsiteY2" fmla="*/ 21487 h 805193"/>
              <a:gd name="connsiteX3" fmla="*/ 3845779 w 3860965"/>
              <a:gd name="connsiteY3" fmla="*/ 217938 h 805193"/>
              <a:gd name="connsiteX4" fmla="*/ 260813 w 3860965"/>
              <a:gd name="connsiteY4" fmla="*/ 411554 h 805193"/>
              <a:gd name="connsiteX0" fmla="*/ 0 w 3860965"/>
              <a:gd name="connsiteY0" fmla="*/ 784776 h 784776"/>
              <a:gd name="connsiteX1" fmla="*/ 744525 w 3860965"/>
              <a:gd name="connsiteY1" fmla="*/ 396986 h 784776"/>
              <a:gd name="connsiteX2" fmla="*/ 3753586 w 3860965"/>
              <a:gd name="connsiteY2" fmla="*/ 1070 h 784776"/>
              <a:gd name="connsiteX3" fmla="*/ 3845779 w 3860965"/>
              <a:gd name="connsiteY3" fmla="*/ 197521 h 784776"/>
              <a:gd name="connsiteX4" fmla="*/ 260813 w 3860965"/>
              <a:gd name="connsiteY4" fmla="*/ 391137 h 784776"/>
              <a:gd name="connsiteX0" fmla="*/ 0 w 3860965"/>
              <a:gd name="connsiteY0" fmla="*/ 803826 h 803826"/>
              <a:gd name="connsiteX1" fmla="*/ 744525 w 3860965"/>
              <a:gd name="connsiteY1" fmla="*/ 396986 h 803826"/>
              <a:gd name="connsiteX2" fmla="*/ 3753586 w 3860965"/>
              <a:gd name="connsiteY2" fmla="*/ 1070 h 803826"/>
              <a:gd name="connsiteX3" fmla="*/ 3845779 w 3860965"/>
              <a:gd name="connsiteY3" fmla="*/ 197521 h 803826"/>
              <a:gd name="connsiteX4" fmla="*/ 260813 w 3860965"/>
              <a:gd name="connsiteY4" fmla="*/ 391137 h 803826"/>
              <a:gd name="connsiteX0" fmla="*/ 0 w 3860965"/>
              <a:gd name="connsiteY0" fmla="*/ 803826 h 804609"/>
              <a:gd name="connsiteX1" fmla="*/ 744525 w 3860965"/>
              <a:gd name="connsiteY1" fmla="*/ 396986 h 804609"/>
              <a:gd name="connsiteX2" fmla="*/ 3753586 w 3860965"/>
              <a:gd name="connsiteY2" fmla="*/ 1070 h 804609"/>
              <a:gd name="connsiteX3" fmla="*/ 3845779 w 3860965"/>
              <a:gd name="connsiteY3" fmla="*/ 197521 h 804609"/>
              <a:gd name="connsiteX4" fmla="*/ 260813 w 3860965"/>
              <a:gd name="connsiteY4" fmla="*/ 391137 h 804609"/>
              <a:gd name="connsiteX0" fmla="*/ 0 w 3860965"/>
              <a:gd name="connsiteY0" fmla="*/ 803826 h 805770"/>
              <a:gd name="connsiteX1" fmla="*/ 744525 w 3860965"/>
              <a:gd name="connsiteY1" fmla="*/ 396986 h 805770"/>
              <a:gd name="connsiteX2" fmla="*/ 3753586 w 3860965"/>
              <a:gd name="connsiteY2" fmla="*/ 1070 h 805770"/>
              <a:gd name="connsiteX3" fmla="*/ 3845779 w 3860965"/>
              <a:gd name="connsiteY3" fmla="*/ 197521 h 805770"/>
              <a:gd name="connsiteX4" fmla="*/ 260813 w 3860965"/>
              <a:gd name="connsiteY4" fmla="*/ 391137 h 805770"/>
              <a:gd name="connsiteX0" fmla="*/ 0 w 3860965"/>
              <a:gd name="connsiteY0" fmla="*/ 803826 h 808115"/>
              <a:gd name="connsiteX1" fmla="*/ 744525 w 3860965"/>
              <a:gd name="connsiteY1" fmla="*/ 396986 h 808115"/>
              <a:gd name="connsiteX2" fmla="*/ 3753586 w 3860965"/>
              <a:gd name="connsiteY2" fmla="*/ 1070 h 808115"/>
              <a:gd name="connsiteX3" fmla="*/ 3845779 w 3860965"/>
              <a:gd name="connsiteY3" fmla="*/ 197521 h 808115"/>
              <a:gd name="connsiteX4" fmla="*/ 260813 w 3860965"/>
              <a:gd name="connsiteY4" fmla="*/ 391137 h 808115"/>
              <a:gd name="connsiteX0" fmla="*/ 0 w 3860965"/>
              <a:gd name="connsiteY0" fmla="*/ 804324 h 808613"/>
              <a:gd name="connsiteX1" fmla="*/ 744525 w 3860965"/>
              <a:gd name="connsiteY1" fmla="*/ 397484 h 808613"/>
              <a:gd name="connsiteX2" fmla="*/ 3753586 w 3860965"/>
              <a:gd name="connsiteY2" fmla="*/ 1568 h 808613"/>
              <a:gd name="connsiteX3" fmla="*/ 3845779 w 3860965"/>
              <a:gd name="connsiteY3" fmla="*/ 198019 h 808613"/>
              <a:gd name="connsiteX4" fmla="*/ 260813 w 3860965"/>
              <a:gd name="connsiteY4" fmla="*/ 391635 h 808613"/>
              <a:gd name="connsiteX0" fmla="*/ 0 w 3860965"/>
              <a:gd name="connsiteY0" fmla="*/ 808059 h 812348"/>
              <a:gd name="connsiteX1" fmla="*/ 744525 w 3860965"/>
              <a:gd name="connsiteY1" fmla="*/ 401219 h 812348"/>
              <a:gd name="connsiteX2" fmla="*/ 3753586 w 3860965"/>
              <a:gd name="connsiteY2" fmla="*/ 5303 h 812348"/>
              <a:gd name="connsiteX3" fmla="*/ 3845779 w 3860965"/>
              <a:gd name="connsiteY3" fmla="*/ 201754 h 812348"/>
              <a:gd name="connsiteX4" fmla="*/ 260813 w 3860965"/>
              <a:gd name="connsiteY4" fmla="*/ 395370 h 812348"/>
              <a:gd name="connsiteX0" fmla="*/ 0 w 3860965"/>
              <a:gd name="connsiteY0" fmla="*/ 814890 h 819179"/>
              <a:gd name="connsiteX1" fmla="*/ 744525 w 3860965"/>
              <a:gd name="connsiteY1" fmla="*/ 408050 h 819179"/>
              <a:gd name="connsiteX2" fmla="*/ 3753586 w 3860965"/>
              <a:gd name="connsiteY2" fmla="*/ 12134 h 819179"/>
              <a:gd name="connsiteX3" fmla="*/ 3845779 w 3860965"/>
              <a:gd name="connsiteY3" fmla="*/ 208585 h 819179"/>
              <a:gd name="connsiteX4" fmla="*/ 260813 w 3860965"/>
              <a:gd name="connsiteY4" fmla="*/ 402201 h 819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60965" h="819179">
                <a:moveTo>
                  <a:pt x="0" y="814890"/>
                </a:moveTo>
                <a:cubicBezTo>
                  <a:pt x="184942" y="832808"/>
                  <a:pt x="518977" y="811718"/>
                  <a:pt x="744525" y="408050"/>
                </a:cubicBezTo>
                <a:cubicBezTo>
                  <a:pt x="1316148" y="-55943"/>
                  <a:pt x="3262639" y="-8597"/>
                  <a:pt x="3753586" y="12134"/>
                </a:cubicBezTo>
                <a:cubicBezTo>
                  <a:pt x="3872162" y="65380"/>
                  <a:pt x="3874380" y="208272"/>
                  <a:pt x="3845779" y="208585"/>
                </a:cubicBezTo>
                <a:cubicBezTo>
                  <a:pt x="3797096" y="202235"/>
                  <a:pt x="661801" y="1206195"/>
                  <a:pt x="260813" y="402201"/>
                </a:cubicBezTo>
              </a:path>
            </a:pathLst>
          </a:custGeom>
          <a:noFill/>
          <a:ln w="5715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35" name="그룹 334">
            <a:extLst>
              <a:ext uri="{FF2B5EF4-FFF2-40B4-BE49-F238E27FC236}">
                <a16:creationId xmlns:a16="http://schemas.microsoft.com/office/drawing/2014/main" id="{2EF90F6A-9848-49BE-A238-4FB4879BC3C9}"/>
              </a:ext>
            </a:extLst>
          </p:cNvPr>
          <p:cNvGrpSpPr/>
          <p:nvPr/>
        </p:nvGrpSpPr>
        <p:grpSpPr>
          <a:xfrm>
            <a:off x="8211677" y="3091209"/>
            <a:ext cx="197643" cy="261610"/>
            <a:chOff x="1477817" y="2799261"/>
            <a:chExt cx="197643" cy="261610"/>
          </a:xfrm>
        </p:grpSpPr>
        <p:sp>
          <p:nvSpPr>
            <p:cNvPr id="336" name="타원 335">
              <a:extLst>
                <a:ext uri="{FF2B5EF4-FFF2-40B4-BE49-F238E27FC236}">
                  <a16:creationId xmlns:a16="http://schemas.microsoft.com/office/drawing/2014/main" id="{353A49B3-D991-4DD6-BADC-23C79B242AC4}"/>
                </a:ext>
              </a:extLst>
            </p:cNvPr>
            <p:cNvSpPr/>
            <p:nvPr/>
          </p:nvSpPr>
          <p:spPr>
            <a:xfrm>
              <a:off x="1477817" y="2829730"/>
              <a:ext cx="197643" cy="202090"/>
            </a:xfrm>
            <a:prstGeom prst="ellipse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B9547342-F142-4909-9792-CAB4914B794A}"/>
                </a:ext>
              </a:extLst>
            </p:cNvPr>
            <p:cNvSpPr txBox="1"/>
            <p:nvPr/>
          </p:nvSpPr>
          <p:spPr>
            <a:xfrm>
              <a:off x="1553778" y="2799261"/>
              <a:ext cx="4571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rPr>
                <a:t>3</a:t>
              </a:r>
            </a:p>
          </p:txBody>
        </p:sp>
      </p:grpSp>
      <p:sp>
        <p:nvSpPr>
          <p:cNvPr id="338" name="이등변 삼각형 337">
            <a:extLst>
              <a:ext uri="{FF2B5EF4-FFF2-40B4-BE49-F238E27FC236}">
                <a16:creationId xmlns:a16="http://schemas.microsoft.com/office/drawing/2014/main" id="{686DC5AF-93B1-45B9-B6D7-394D6F79A5FC}"/>
              </a:ext>
            </a:extLst>
          </p:cNvPr>
          <p:cNvSpPr/>
          <p:nvPr/>
        </p:nvSpPr>
        <p:spPr>
          <a:xfrm rot="11350299">
            <a:off x="6819505" y="3718633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9" name="이등변 삼각형 338">
            <a:extLst>
              <a:ext uri="{FF2B5EF4-FFF2-40B4-BE49-F238E27FC236}">
                <a16:creationId xmlns:a16="http://schemas.microsoft.com/office/drawing/2014/main" id="{80B49A6D-3F71-48D2-8C26-E009AA14DE6E}"/>
              </a:ext>
            </a:extLst>
          </p:cNvPr>
          <p:cNvSpPr/>
          <p:nvPr/>
        </p:nvSpPr>
        <p:spPr>
          <a:xfrm rot="17850623">
            <a:off x="2781956" y="2841095"/>
            <a:ext cx="191767" cy="165316"/>
          </a:xfrm>
          <a:prstGeom prst="triangle">
            <a:avLst/>
          </a:prstGeom>
          <a:solidFill>
            <a:srgbClr val="3494BA"/>
          </a:solidFill>
          <a:ln>
            <a:solidFill>
              <a:srgbClr val="3494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1" name="이등변 삼각형 340">
            <a:extLst>
              <a:ext uri="{FF2B5EF4-FFF2-40B4-BE49-F238E27FC236}">
                <a16:creationId xmlns:a16="http://schemas.microsoft.com/office/drawing/2014/main" id="{B69F1F38-9658-45A3-8959-ABEA587EDB04}"/>
              </a:ext>
            </a:extLst>
          </p:cNvPr>
          <p:cNvSpPr/>
          <p:nvPr/>
        </p:nvSpPr>
        <p:spPr>
          <a:xfrm rot="7601881">
            <a:off x="2825702" y="3221301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FF0000"/>
              </a:solidFill>
            </a:endParaRPr>
          </a:p>
        </p:txBody>
      </p:sp>
      <p:sp>
        <p:nvSpPr>
          <p:cNvPr id="342" name="이등변 삼각형 341">
            <a:extLst>
              <a:ext uri="{FF2B5EF4-FFF2-40B4-BE49-F238E27FC236}">
                <a16:creationId xmlns:a16="http://schemas.microsoft.com/office/drawing/2014/main" id="{3C900B7C-AEAF-4249-ADB2-AF6CFDA4931C}"/>
              </a:ext>
            </a:extLst>
          </p:cNvPr>
          <p:cNvSpPr/>
          <p:nvPr/>
        </p:nvSpPr>
        <p:spPr>
          <a:xfrm rot="20601997">
            <a:off x="6436426" y="4226102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FF0000"/>
              </a:solidFill>
            </a:endParaRPr>
          </a:p>
        </p:txBody>
      </p:sp>
      <p:sp>
        <p:nvSpPr>
          <p:cNvPr id="343" name="이등변 삼각형 342">
            <a:extLst>
              <a:ext uri="{FF2B5EF4-FFF2-40B4-BE49-F238E27FC236}">
                <a16:creationId xmlns:a16="http://schemas.microsoft.com/office/drawing/2014/main" id="{2515C4DB-B52F-484F-9683-DCBB91AE7BE1}"/>
              </a:ext>
            </a:extLst>
          </p:cNvPr>
          <p:cNvSpPr/>
          <p:nvPr/>
        </p:nvSpPr>
        <p:spPr>
          <a:xfrm rot="2214411">
            <a:off x="7321614" y="3533615"/>
            <a:ext cx="191767" cy="165316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FF0000"/>
              </a:solidFill>
            </a:endParaRPr>
          </a:p>
        </p:txBody>
      </p:sp>
      <p:grpSp>
        <p:nvGrpSpPr>
          <p:cNvPr id="288" name="Group 2601">
            <a:extLst>
              <a:ext uri="{FF2B5EF4-FFF2-40B4-BE49-F238E27FC236}">
                <a16:creationId xmlns:a16="http://schemas.microsoft.com/office/drawing/2014/main" id="{26A2DA50-A722-41A2-9850-E55FD5BA7E92}"/>
              </a:ext>
            </a:extLst>
          </p:cNvPr>
          <p:cNvGrpSpPr/>
          <p:nvPr/>
        </p:nvGrpSpPr>
        <p:grpSpPr>
          <a:xfrm>
            <a:off x="11018883" y="2258036"/>
            <a:ext cx="825475" cy="164250"/>
            <a:chOff x="9437656" y="3032867"/>
            <a:chExt cx="232196" cy="46204"/>
          </a:xfrm>
        </p:grpSpPr>
        <p:sp>
          <p:nvSpPr>
            <p:cNvPr id="289" name="Oval 2602">
              <a:extLst>
                <a:ext uri="{FF2B5EF4-FFF2-40B4-BE49-F238E27FC236}">
                  <a16:creationId xmlns:a16="http://schemas.microsoft.com/office/drawing/2014/main" id="{329D19E3-2A96-4BF6-B547-7BFBCF8A3990}"/>
                </a:ext>
              </a:extLst>
            </p:cNvPr>
            <p:cNvSpPr/>
            <p:nvPr/>
          </p:nvSpPr>
          <p:spPr>
            <a:xfrm flipH="1" flipV="1">
              <a:off x="943765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solidFill>
                  <a:schemeClr val="tx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90" name="Rectangle 2603">
              <a:extLst>
                <a:ext uri="{FF2B5EF4-FFF2-40B4-BE49-F238E27FC236}">
                  <a16:creationId xmlns:a16="http://schemas.microsoft.com/office/drawing/2014/main" id="{F8DA6D4B-BE86-4BF8-A020-A2CA076959AD}"/>
                </a:ext>
              </a:extLst>
            </p:cNvPr>
            <p:cNvSpPr/>
            <p:nvPr/>
          </p:nvSpPr>
          <p:spPr>
            <a:xfrm>
              <a:off x="9467919" y="3032867"/>
              <a:ext cx="201933" cy="4620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Oakland</a:t>
              </a:r>
            </a:p>
          </p:txBody>
        </p:sp>
      </p:grpSp>
      <p:grpSp>
        <p:nvGrpSpPr>
          <p:cNvPr id="291" name="Group 2574">
            <a:extLst>
              <a:ext uri="{FF2B5EF4-FFF2-40B4-BE49-F238E27FC236}">
                <a16:creationId xmlns:a16="http://schemas.microsoft.com/office/drawing/2014/main" id="{77C6E463-6FD7-46AC-8407-8D058D304EF9}"/>
              </a:ext>
            </a:extLst>
          </p:cNvPr>
          <p:cNvGrpSpPr/>
          <p:nvPr/>
        </p:nvGrpSpPr>
        <p:grpSpPr>
          <a:xfrm>
            <a:off x="11114922" y="2439976"/>
            <a:ext cx="1112451" cy="311223"/>
            <a:chOff x="9442697" y="3026714"/>
            <a:chExt cx="281036" cy="87548"/>
          </a:xfrm>
        </p:grpSpPr>
        <p:sp>
          <p:nvSpPr>
            <p:cNvPr id="292" name="Oval 2575">
              <a:extLst>
                <a:ext uri="{FF2B5EF4-FFF2-40B4-BE49-F238E27FC236}">
                  <a16:creationId xmlns:a16="http://schemas.microsoft.com/office/drawing/2014/main" id="{AD31F5E1-0D71-4DB5-B876-0D1D585F54E9}"/>
                </a:ext>
              </a:extLst>
            </p:cNvPr>
            <p:cNvSpPr/>
            <p:nvPr/>
          </p:nvSpPr>
          <p:spPr>
            <a:xfrm flipH="1" flipV="1">
              <a:off x="9442697" y="3043377"/>
              <a:ext cx="19241" cy="1912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93" name="Rectangle 2576">
              <a:extLst>
                <a:ext uri="{FF2B5EF4-FFF2-40B4-BE49-F238E27FC236}">
                  <a16:creationId xmlns:a16="http://schemas.microsoft.com/office/drawing/2014/main" id="{552F5797-DB0E-4D56-B908-F56887CEBB42}"/>
                </a:ext>
              </a:extLst>
            </p:cNvPr>
            <p:cNvSpPr/>
            <p:nvPr/>
          </p:nvSpPr>
          <p:spPr>
            <a:xfrm>
              <a:off x="9464966" y="3026714"/>
              <a:ext cx="258767" cy="875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Long Beach</a:t>
              </a:r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7383906" y="2523583"/>
            <a:ext cx="684364" cy="250243"/>
            <a:chOff x="8632207" y="2485483"/>
            <a:chExt cx="684364" cy="250243"/>
          </a:xfrm>
        </p:grpSpPr>
        <p:sp>
          <p:nvSpPr>
            <p:cNvPr id="152" name="Oval 151"/>
            <p:cNvSpPr/>
            <p:nvPr/>
          </p:nvSpPr>
          <p:spPr>
            <a:xfrm flipH="1" flipV="1">
              <a:off x="8753052" y="2661632"/>
              <a:ext cx="86441" cy="74094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3" name="Rectangle 152"/>
            <p:cNvSpPr/>
            <p:nvPr/>
          </p:nvSpPr>
          <p:spPr>
            <a:xfrm>
              <a:off x="8632207" y="2485483"/>
              <a:ext cx="684364" cy="16584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Busan</a:t>
              </a:r>
            </a:p>
          </p:txBody>
        </p:sp>
      </p:grpSp>
      <p:sp>
        <p:nvSpPr>
          <p:cNvPr id="344" name="이등변 삼각형 343">
            <a:extLst>
              <a:ext uri="{FF2B5EF4-FFF2-40B4-BE49-F238E27FC236}">
                <a16:creationId xmlns:a16="http://schemas.microsoft.com/office/drawing/2014/main" id="{CB6564E5-19AA-4866-A65F-A44D7DB6353E}"/>
              </a:ext>
            </a:extLst>
          </p:cNvPr>
          <p:cNvSpPr/>
          <p:nvPr/>
        </p:nvSpPr>
        <p:spPr>
          <a:xfrm rot="5400000">
            <a:off x="8442124" y="2953085"/>
            <a:ext cx="191767" cy="165316"/>
          </a:xfrm>
          <a:prstGeom prst="triangl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5" name="이등변 삼각형 344">
            <a:extLst>
              <a:ext uri="{FF2B5EF4-FFF2-40B4-BE49-F238E27FC236}">
                <a16:creationId xmlns:a16="http://schemas.microsoft.com/office/drawing/2014/main" id="{F14CCE0D-4C13-48AB-A750-65A40FA2AEF6}"/>
              </a:ext>
            </a:extLst>
          </p:cNvPr>
          <p:cNvSpPr/>
          <p:nvPr/>
        </p:nvSpPr>
        <p:spPr>
          <a:xfrm rot="15922306">
            <a:off x="10183923" y="2238380"/>
            <a:ext cx="191767" cy="165316"/>
          </a:xfrm>
          <a:prstGeom prst="triangl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1" name="组合 97">
            <a:extLst>
              <a:ext uri="{FF2B5EF4-FFF2-40B4-BE49-F238E27FC236}">
                <a16:creationId xmlns:a16="http://schemas.microsoft.com/office/drawing/2014/main" id="{C75CC9FA-1927-4DD9-AD6D-3DE2E3273AB0}"/>
              </a:ext>
            </a:extLst>
          </p:cNvPr>
          <p:cNvGrpSpPr/>
          <p:nvPr/>
        </p:nvGrpSpPr>
        <p:grpSpPr>
          <a:xfrm>
            <a:off x="6366506" y="3047907"/>
            <a:ext cx="959469" cy="180819"/>
            <a:chOff x="5040859" y="2759482"/>
            <a:chExt cx="959469" cy="180819"/>
          </a:xfrm>
        </p:grpSpPr>
        <p:sp>
          <p:nvSpPr>
            <p:cNvPr id="272" name="Oval 836">
              <a:extLst>
                <a:ext uri="{FF2B5EF4-FFF2-40B4-BE49-F238E27FC236}">
                  <a16:creationId xmlns:a16="http://schemas.microsoft.com/office/drawing/2014/main" id="{1E27B5AA-5DF9-415D-AE07-E08F4F6C1435}"/>
                </a:ext>
              </a:extLst>
            </p:cNvPr>
            <p:cNvSpPr/>
            <p:nvPr/>
          </p:nvSpPr>
          <p:spPr>
            <a:xfrm flipH="1" flipV="1">
              <a:off x="5912474" y="2797472"/>
              <a:ext cx="87854" cy="75304"/>
            </a:xfrm>
            <a:prstGeom prst="ellipse">
              <a:avLst/>
            </a:prstGeom>
            <a:solidFill>
              <a:srgbClr val="BC8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rgbClr val="BC8F00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3" name="Rectangle 837">
              <a:extLst>
                <a:ext uri="{FF2B5EF4-FFF2-40B4-BE49-F238E27FC236}">
                  <a16:creationId xmlns:a16="http://schemas.microsoft.com/office/drawing/2014/main" id="{144ECE57-A72F-49DB-9498-511A034AE508}"/>
                </a:ext>
              </a:extLst>
            </p:cNvPr>
            <p:cNvSpPr/>
            <p:nvPr/>
          </p:nvSpPr>
          <p:spPr>
            <a:xfrm>
              <a:off x="5040859" y="2759482"/>
              <a:ext cx="836623" cy="1808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r"/>
              <a:r>
                <a:rPr lang="en-US" sz="1400" b="1" dirty="0">
                  <a:solidFill>
                    <a:srgbClr val="BC8F00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Ningbo</a:t>
              </a:r>
            </a:p>
          </p:txBody>
        </p:sp>
      </p:grpSp>
      <p:grpSp>
        <p:nvGrpSpPr>
          <p:cNvPr id="286" name="Group 169">
            <a:extLst>
              <a:ext uri="{FF2B5EF4-FFF2-40B4-BE49-F238E27FC236}">
                <a16:creationId xmlns:a16="http://schemas.microsoft.com/office/drawing/2014/main" id="{CBBA2E79-50F1-4E18-BAA4-15BAD83E46FD}"/>
              </a:ext>
            </a:extLst>
          </p:cNvPr>
          <p:cNvGrpSpPr/>
          <p:nvPr/>
        </p:nvGrpSpPr>
        <p:grpSpPr>
          <a:xfrm>
            <a:off x="6429965" y="3269650"/>
            <a:ext cx="746708" cy="175125"/>
            <a:chOff x="7550050" y="3320411"/>
            <a:chExt cx="746708" cy="175125"/>
          </a:xfrm>
        </p:grpSpPr>
        <p:sp>
          <p:nvSpPr>
            <p:cNvPr id="340" name="Oval 157">
              <a:extLst>
                <a:ext uri="{FF2B5EF4-FFF2-40B4-BE49-F238E27FC236}">
                  <a16:creationId xmlns:a16="http://schemas.microsoft.com/office/drawing/2014/main" id="{3A2A6902-C982-4604-A2A6-D94D8F7E1FB1}"/>
                </a:ext>
              </a:extLst>
            </p:cNvPr>
            <p:cNvSpPr/>
            <p:nvPr/>
          </p:nvSpPr>
          <p:spPr>
            <a:xfrm flipH="1" flipV="1">
              <a:off x="8210317" y="3399583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46" name="Rectangle 158">
              <a:extLst>
                <a:ext uri="{FF2B5EF4-FFF2-40B4-BE49-F238E27FC236}">
                  <a16:creationId xmlns:a16="http://schemas.microsoft.com/office/drawing/2014/main" id="{9DD57E42-969B-4CE3-AC7E-668B9001E21A}"/>
                </a:ext>
              </a:extLst>
            </p:cNvPr>
            <p:cNvSpPr/>
            <p:nvPr/>
          </p:nvSpPr>
          <p:spPr>
            <a:xfrm>
              <a:off x="7550050" y="3320411"/>
              <a:ext cx="707213" cy="1751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 dirty="0">
                  <a:solidFill>
                    <a:prstClr val="black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Xiamen</a:t>
              </a:r>
              <a:endPara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347" name="Group 172">
            <a:extLst>
              <a:ext uri="{FF2B5EF4-FFF2-40B4-BE49-F238E27FC236}">
                <a16:creationId xmlns:a16="http://schemas.microsoft.com/office/drawing/2014/main" id="{B1E09795-8BD4-4A5C-BC0B-07A4083EB018}"/>
              </a:ext>
            </a:extLst>
          </p:cNvPr>
          <p:cNvGrpSpPr/>
          <p:nvPr/>
        </p:nvGrpSpPr>
        <p:grpSpPr>
          <a:xfrm>
            <a:off x="7992592" y="2637119"/>
            <a:ext cx="1060402" cy="163411"/>
            <a:chOff x="8449505" y="2872259"/>
            <a:chExt cx="1060402" cy="163411"/>
          </a:xfrm>
        </p:grpSpPr>
        <p:sp>
          <p:nvSpPr>
            <p:cNvPr id="348" name="Oval 166">
              <a:extLst>
                <a:ext uri="{FF2B5EF4-FFF2-40B4-BE49-F238E27FC236}">
                  <a16:creationId xmlns:a16="http://schemas.microsoft.com/office/drawing/2014/main" id="{87AD4971-1669-4486-897E-4A189B8EF6B6}"/>
                </a:ext>
              </a:extLst>
            </p:cNvPr>
            <p:cNvSpPr/>
            <p:nvPr/>
          </p:nvSpPr>
          <p:spPr>
            <a:xfrm flipH="1" flipV="1">
              <a:off x="8449505" y="2926962"/>
              <a:ext cx="86441" cy="7409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49" name="Rectangle 167">
              <a:extLst>
                <a:ext uri="{FF2B5EF4-FFF2-40B4-BE49-F238E27FC236}">
                  <a16:creationId xmlns:a16="http://schemas.microsoft.com/office/drawing/2014/main" id="{10FE0265-7B32-4975-8D35-4903459366F6}"/>
                </a:ext>
              </a:extLst>
            </p:cNvPr>
            <p:cNvSpPr/>
            <p:nvPr/>
          </p:nvSpPr>
          <p:spPr>
            <a:xfrm>
              <a:off x="8553314" y="2872259"/>
              <a:ext cx="956593" cy="1634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Yokohama</a:t>
              </a:r>
            </a:p>
          </p:txBody>
        </p:sp>
      </p:grpSp>
      <p:grpSp>
        <p:nvGrpSpPr>
          <p:cNvPr id="350" name="Group 268">
            <a:extLst>
              <a:ext uri="{FF2B5EF4-FFF2-40B4-BE49-F238E27FC236}">
                <a16:creationId xmlns:a16="http://schemas.microsoft.com/office/drawing/2014/main" id="{D96147DB-57C8-4B1A-BDE7-EC67097A0490}"/>
              </a:ext>
            </a:extLst>
          </p:cNvPr>
          <p:cNvGrpSpPr/>
          <p:nvPr/>
        </p:nvGrpSpPr>
        <p:grpSpPr>
          <a:xfrm>
            <a:off x="5386653" y="4306646"/>
            <a:ext cx="971540" cy="458891"/>
            <a:chOff x="9183429" y="3045303"/>
            <a:chExt cx="283229" cy="133779"/>
          </a:xfrm>
        </p:grpSpPr>
        <p:sp>
          <p:nvSpPr>
            <p:cNvPr id="351" name="Oval 269">
              <a:extLst>
                <a:ext uri="{FF2B5EF4-FFF2-40B4-BE49-F238E27FC236}">
                  <a16:creationId xmlns:a16="http://schemas.microsoft.com/office/drawing/2014/main" id="{6D29CC8F-F5EB-4EFD-A560-C47B4681F3D8}"/>
                </a:ext>
              </a:extLst>
            </p:cNvPr>
            <p:cNvSpPr/>
            <p:nvPr/>
          </p:nvSpPr>
          <p:spPr>
            <a:xfrm flipH="1" flipV="1">
              <a:off x="9437646" y="304530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52" name="Rectangle 270">
              <a:extLst>
                <a:ext uri="{FF2B5EF4-FFF2-40B4-BE49-F238E27FC236}">
                  <a16:creationId xmlns:a16="http://schemas.microsoft.com/office/drawing/2014/main" id="{1AFA681A-4251-40ED-AABD-86329F0E27A0}"/>
                </a:ext>
              </a:extLst>
            </p:cNvPr>
            <p:cNvSpPr/>
            <p:nvPr/>
          </p:nvSpPr>
          <p:spPr>
            <a:xfrm>
              <a:off x="9183429" y="3127293"/>
              <a:ext cx="283229" cy="5178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Port </a:t>
              </a:r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Klang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353" name="Group 389">
            <a:extLst>
              <a:ext uri="{FF2B5EF4-FFF2-40B4-BE49-F238E27FC236}">
                <a16:creationId xmlns:a16="http://schemas.microsoft.com/office/drawing/2014/main" id="{EDA2F801-5FA8-4697-970E-576B3C27C632}"/>
              </a:ext>
            </a:extLst>
          </p:cNvPr>
          <p:cNvGrpSpPr/>
          <p:nvPr/>
        </p:nvGrpSpPr>
        <p:grpSpPr>
          <a:xfrm>
            <a:off x="971092" y="2027553"/>
            <a:ext cx="758074" cy="428399"/>
            <a:chOff x="9316772" y="3045473"/>
            <a:chExt cx="220998" cy="124890"/>
          </a:xfrm>
        </p:grpSpPr>
        <p:sp>
          <p:nvSpPr>
            <p:cNvPr id="354" name="Oval 390">
              <a:extLst>
                <a:ext uri="{FF2B5EF4-FFF2-40B4-BE49-F238E27FC236}">
                  <a16:creationId xmlns:a16="http://schemas.microsoft.com/office/drawing/2014/main" id="{0413A003-0A01-46EB-8D1E-B29704A42C48}"/>
                </a:ext>
              </a:extLst>
            </p:cNvPr>
            <p:cNvSpPr/>
            <p:nvPr/>
          </p:nvSpPr>
          <p:spPr>
            <a:xfrm flipH="1" flipV="1">
              <a:off x="9437646" y="304547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55" name="Rectangle 391">
              <a:extLst>
                <a:ext uri="{FF2B5EF4-FFF2-40B4-BE49-F238E27FC236}">
                  <a16:creationId xmlns:a16="http://schemas.microsoft.com/office/drawing/2014/main" id="{37428C9A-22B3-450F-B860-C36897A918D4}"/>
                </a:ext>
              </a:extLst>
            </p:cNvPr>
            <p:cNvSpPr/>
            <p:nvPr/>
          </p:nvSpPr>
          <p:spPr>
            <a:xfrm>
              <a:off x="9316772" y="3124644"/>
              <a:ext cx="220998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Le </a:t>
              </a:r>
              <a:r>
                <a:rPr lang="en-US" sz="1400" b="1" dirty="0" err="1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Harve</a:t>
              </a:r>
              <a:endParaRPr lang="en-US" sz="1400" b="1" dirty="0">
                <a:solidFill>
                  <a:schemeClr val="tx1"/>
                </a:solidFill>
                <a:latin typeface="Arial" pitchFamily="34" charset="0"/>
                <a:ea typeface="맑은 고딕" panose="020B0503020000020004" pitchFamily="50" charset="-127"/>
                <a:cs typeface="Arial" pitchFamily="34" charset="0"/>
              </a:endParaRPr>
            </a:p>
          </p:txBody>
        </p:sp>
      </p:grpSp>
      <p:grpSp>
        <p:nvGrpSpPr>
          <p:cNvPr id="356" name="Group 389">
            <a:extLst>
              <a:ext uri="{FF2B5EF4-FFF2-40B4-BE49-F238E27FC236}">
                <a16:creationId xmlns:a16="http://schemas.microsoft.com/office/drawing/2014/main" id="{6C6F3CC9-3CB2-4DC5-B74C-648022011A06}"/>
              </a:ext>
            </a:extLst>
          </p:cNvPr>
          <p:cNvGrpSpPr/>
          <p:nvPr/>
        </p:nvGrpSpPr>
        <p:grpSpPr>
          <a:xfrm>
            <a:off x="1634544" y="1835419"/>
            <a:ext cx="1180744" cy="253945"/>
            <a:chOff x="9437646" y="3045473"/>
            <a:chExt cx="344218" cy="74032"/>
          </a:xfrm>
        </p:grpSpPr>
        <p:sp>
          <p:nvSpPr>
            <p:cNvPr id="357" name="Oval 390">
              <a:extLst>
                <a:ext uri="{FF2B5EF4-FFF2-40B4-BE49-F238E27FC236}">
                  <a16:creationId xmlns:a16="http://schemas.microsoft.com/office/drawing/2014/main" id="{0239E38F-95E3-4F8D-8F4F-9B93E473C5F8}"/>
                </a:ext>
              </a:extLst>
            </p:cNvPr>
            <p:cNvSpPr/>
            <p:nvPr/>
          </p:nvSpPr>
          <p:spPr>
            <a:xfrm flipH="1" flipV="1">
              <a:off x="9437646" y="304547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BC8F00"/>
                </a:solidFill>
                <a:effectLst/>
                <a:uLnTx/>
                <a:uFillTx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58" name="Rectangle 391">
              <a:extLst>
                <a:ext uri="{FF2B5EF4-FFF2-40B4-BE49-F238E27FC236}">
                  <a16:creationId xmlns:a16="http://schemas.microsoft.com/office/drawing/2014/main" id="{A767BEF6-D2BB-420C-A8A2-0A1A53676229}"/>
                </a:ext>
              </a:extLst>
            </p:cNvPr>
            <p:cNvSpPr/>
            <p:nvPr/>
          </p:nvSpPr>
          <p:spPr>
            <a:xfrm>
              <a:off x="9512127" y="3067635"/>
              <a:ext cx="269737" cy="5187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Rotterdam</a:t>
              </a:r>
            </a:p>
          </p:txBody>
        </p:sp>
      </p:grpSp>
      <p:grpSp>
        <p:nvGrpSpPr>
          <p:cNvPr id="359" name="Group 389">
            <a:extLst>
              <a:ext uri="{FF2B5EF4-FFF2-40B4-BE49-F238E27FC236}">
                <a16:creationId xmlns:a16="http://schemas.microsoft.com/office/drawing/2014/main" id="{AB61E23E-3A99-49AF-A6B1-C4AE21EFD006}"/>
              </a:ext>
            </a:extLst>
          </p:cNvPr>
          <p:cNvGrpSpPr/>
          <p:nvPr/>
        </p:nvGrpSpPr>
        <p:grpSpPr>
          <a:xfrm>
            <a:off x="1839297" y="1157562"/>
            <a:ext cx="1244136" cy="280530"/>
            <a:chOff x="9430680" y="2985291"/>
            <a:chExt cx="362698" cy="81782"/>
          </a:xfrm>
        </p:grpSpPr>
        <p:sp>
          <p:nvSpPr>
            <p:cNvPr id="360" name="Oval 390">
              <a:extLst>
                <a:ext uri="{FF2B5EF4-FFF2-40B4-BE49-F238E27FC236}">
                  <a16:creationId xmlns:a16="http://schemas.microsoft.com/office/drawing/2014/main" id="{E3DC6CDB-24CA-4848-AF8A-A8B584170E92}"/>
                </a:ext>
              </a:extLst>
            </p:cNvPr>
            <p:cNvSpPr/>
            <p:nvPr/>
          </p:nvSpPr>
          <p:spPr>
            <a:xfrm flipH="1" flipV="1">
              <a:off x="9437643" y="304547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61" name="Rectangle 391">
              <a:extLst>
                <a:ext uri="{FF2B5EF4-FFF2-40B4-BE49-F238E27FC236}">
                  <a16:creationId xmlns:a16="http://schemas.microsoft.com/office/drawing/2014/main" id="{14C2A4AB-B468-4CB5-80B7-2B294F836BF9}"/>
                </a:ext>
              </a:extLst>
            </p:cNvPr>
            <p:cNvSpPr/>
            <p:nvPr/>
          </p:nvSpPr>
          <p:spPr>
            <a:xfrm>
              <a:off x="9430680" y="2985291"/>
              <a:ext cx="362698" cy="5981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Gothenburg</a:t>
              </a:r>
            </a:p>
          </p:txBody>
        </p:sp>
      </p:grpSp>
      <p:grpSp>
        <p:nvGrpSpPr>
          <p:cNvPr id="362" name="Group 389">
            <a:extLst>
              <a:ext uri="{FF2B5EF4-FFF2-40B4-BE49-F238E27FC236}">
                <a16:creationId xmlns:a16="http://schemas.microsoft.com/office/drawing/2014/main" id="{032D2102-49CF-4679-B22C-BEBA896A8C8D}"/>
              </a:ext>
            </a:extLst>
          </p:cNvPr>
          <p:cNvGrpSpPr/>
          <p:nvPr/>
        </p:nvGrpSpPr>
        <p:grpSpPr>
          <a:xfrm>
            <a:off x="1172323" y="1447544"/>
            <a:ext cx="950958" cy="203041"/>
            <a:chOff x="9262145" y="3007881"/>
            <a:chExt cx="277229" cy="59192"/>
          </a:xfrm>
        </p:grpSpPr>
        <p:sp>
          <p:nvSpPr>
            <p:cNvPr id="363" name="Oval 390">
              <a:extLst>
                <a:ext uri="{FF2B5EF4-FFF2-40B4-BE49-F238E27FC236}">
                  <a16:creationId xmlns:a16="http://schemas.microsoft.com/office/drawing/2014/main" id="{019374C3-C987-4A41-82F1-855163B0DA98}"/>
                </a:ext>
              </a:extLst>
            </p:cNvPr>
            <p:cNvSpPr/>
            <p:nvPr/>
          </p:nvSpPr>
          <p:spPr>
            <a:xfrm flipH="1" flipV="1">
              <a:off x="9437643" y="3045473"/>
              <a:ext cx="25200" cy="216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64" name="Rectangle 391">
              <a:extLst>
                <a:ext uri="{FF2B5EF4-FFF2-40B4-BE49-F238E27FC236}">
                  <a16:creationId xmlns:a16="http://schemas.microsoft.com/office/drawing/2014/main" id="{F9255670-D7B9-45C1-95E9-2FABC1B631A7}"/>
                </a:ext>
              </a:extLst>
            </p:cNvPr>
            <p:cNvSpPr/>
            <p:nvPr/>
          </p:nvSpPr>
          <p:spPr>
            <a:xfrm>
              <a:off x="9262145" y="3007881"/>
              <a:ext cx="277229" cy="457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r>
                <a:rPr lang="en-US" sz="1400" b="1" dirty="0">
                  <a:solidFill>
                    <a:schemeClr val="tx1"/>
                  </a:solidFill>
                  <a:latin typeface="Arial" pitchFamily="34" charset="0"/>
                  <a:ea typeface="맑은 고딕" panose="020B0503020000020004" pitchFamily="50" charset="-127"/>
                  <a:cs typeface="Arial" pitchFamily="34" charset="0"/>
                </a:rPr>
                <a:t>Aarhus</a:t>
              </a:r>
            </a:p>
          </p:txBody>
        </p:sp>
      </p:grpSp>
      <p:cxnSp>
        <p:nvCxnSpPr>
          <p:cNvPr id="365" name="직선 연결선 364">
            <a:extLst>
              <a:ext uri="{FF2B5EF4-FFF2-40B4-BE49-F238E27FC236}">
                <a16:creationId xmlns:a16="http://schemas.microsoft.com/office/drawing/2014/main" id="{25D6A18B-31A8-4F2C-8AEE-EEB52E82908C}"/>
              </a:ext>
            </a:extLst>
          </p:cNvPr>
          <p:cNvCxnSpPr>
            <a:cxnSpLocks/>
            <a:stCxn id="71" idx="50"/>
            <a:endCxn id="355" idx="0"/>
          </p:cNvCxnSpPr>
          <p:nvPr/>
        </p:nvCxnSpPr>
        <p:spPr>
          <a:xfrm flipH="1">
            <a:off x="1350129" y="2043476"/>
            <a:ext cx="76311" cy="25565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6" name="직선 연결선 365">
            <a:extLst>
              <a:ext uri="{FF2B5EF4-FFF2-40B4-BE49-F238E27FC236}">
                <a16:creationId xmlns:a16="http://schemas.microsoft.com/office/drawing/2014/main" id="{827978FA-25F6-4FB2-9272-BBB2832B15AB}"/>
              </a:ext>
            </a:extLst>
          </p:cNvPr>
          <p:cNvCxnSpPr>
            <a:cxnSpLocks/>
            <a:stCxn id="309" idx="0"/>
          </p:cNvCxnSpPr>
          <p:nvPr/>
        </p:nvCxnSpPr>
        <p:spPr>
          <a:xfrm>
            <a:off x="1601225" y="1956885"/>
            <a:ext cx="138659" cy="177726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7" name="직선 연결선 366">
            <a:extLst>
              <a:ext uri="{FF2B5EF4-FFF2-40B4-BE49-F238E27FC236}">
                <a16:creationId xmlns:a16="http://schemas.microsoft.com/office/drawing/2014/main" id="{D0D17FD4-62A6-4955-8D29-92177DEA63F7}"/>
              </a:ext>
            </a:extLst>
          </p:cNvPr>
          <p:cNvCxnSpPr>
            <a:cxnSpLocks/>
            <a:stCxn id="63" idx="42"/>
            <a:endCxn id="358" idx="1"/>
          </p:cNvCxnSpPr>
          <p:nvPr/>
        </p:nvCxnSpPr>
        <p:spPr>
          <a:xfrm>
            <a:off x="1703985" y="1886063"/>
            <a:ext cx="186045" cy="114339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8" name="직선 연결선 367">
            <a:extLst>
              <a:ext uri="{FF2B5EF4-FFF2-40B4-BE49-F238E27FC236}">
                <a16:creationId xmlns:a16="http://schemas.microsoft.com/office/drawing/2014/main" id="{47BD2C9B-D3FE-4EC7-A03C-EA4B21FFAD4C}"/>
              </a:ext>
            </a:extLst>
          </p:cNvPr>
          <p:cNvCxnSpPr>
            <a:cxnSpLocks/>
            <a:stCxn id="331" idx="2"/>
            <a:endCxn id="332" idx="1"/>
          </p:cNvCxnSpPr>
          <p:nvPr/>
        </p:nvCxnSpPr>
        <p:spPr>
          <a:xfrm flipV="1">
            <a:off x="1941916" y="1783364"/>
            <a:ext cx="270058" cy="3926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3280658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115</TotalTime>
  <Words>1048</Words>
  <Application>Microsoft Office PowerPoint</Application>
  <PresentationFormat>와이드스크린</PresentationFormat>
  <Paragraphs>381</Paragraphs>
  <Slides>11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4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11</vt:i4>
      </vt:variant>
    </vt:vector>
  </HeadingPairs>
  <TitlesOfParts>
    <vt:vector size="16" baseType="lpstr">
      <vt:lpstr>HY견고딕</vt:lpstr>
      <vt:lpstr>나눔고딕</vt:lpstr>
      <vt:lpstr>맑은 고딕</vt:lpstr>
      <vt:lpstr>Arial</vt:lpstr>
      <vt:lpstr>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Yeong IL Kim</dc:creator>
  <cp:lastModifiedBy>Yeong IL Kim</cp:lastModifiedBy>
  <cp:revision>9</cp:revision>
  <dcterms:created xsi:type="dcterms:W3CDTF">2025-09-26T06:44:16Z</dcterms:created>
  <dcterms:modified xsi:type="dcterms:W3CDTF">2025-10-01T14:56:32Z</dcterms:modified>
</cp:coreProperties>
</file>